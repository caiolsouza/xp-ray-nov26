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3.xml" ContentType="application/vnd.openxmlformats-officedocument.theme+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4.xml" ContentType="application/vnd.openxmlformats-officedocument.them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9.xml" ContentType="application/vnd.openxmlformats-officedocument.drawingml.chart+xml"/>
  <Override PartName="/ppt/charts/style1.xml" ContentType="application/vnd.ms-office.chartstyle+xml"/>
  <Override PartName="/ppt/charts/colors1.xml" ContentType="application/vnd.ms-office.chartcolorstyle+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theme/themeOverride1.xml" ContentType="application/vnd.openxmlformats-officedocument.themeOverride+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36.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charts/chart37.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1.xml" ContentType="application/vnd.openxmlformats-officedocument.drawingml.chartshapes+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41.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9.xml" ContentType="application/vnd.openxmlformats-officedocument.presentationml.notesSlide+xml"/>
  <Override PartName="/ppt/charts/chart42.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0.xml" ContentType="application/vnd.openxmlformats-officedocument.presentationml.notesSlide+xml"/>
  <Override PartName="/ppt/charts/chart43.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3.xml" ContentType="application/vnd.openxmlformats-officedocument.themeOverride+xml"/>
  <Override PartName="/ppt/notesSlides/notesSlide11.xml" ContentType="application/vnd.openxmlformats-officedocument.presentationml.notesSlide+xml"/>
  <Override PartName="/ppt/charts/chart44.xml" ContentType="application/vnd.openxmlformats-officedocument.drawingml.chart+xml"/>
  <Override PartName="/ppt/charts/style7.xml" ContentType="application/vnd.ms-office.chartstyle+xml"/>
  <Override PartName="/ppt/charts/colors7.xml" ContentType="application/vnd.ms-office.chartcolorstyle+xml"/>
  <Override PartName="/ppt/charts/chart45.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4.xml" ContentType="application/vnd.openxmlformats-officedocument.themeOverride+xml"/>
  <Override PartName="/ppt/charts/chart46.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5.xml" ContentType="application/vnd.openxmlformats-officedocument.themeOverride+xml"/>
  <Override PartName="/ppt/charts/chart47.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6.xml" ContentType="application/vnd.openxmlformats-officedocument.themeOverride+xml"/>
  <Override PartName="/ppt/charts/chart48.xml" ContentType="application/vnd.openxmlformats-officedocument.drawingml.chart+xml"/>
  <Override PartName="/ppt/charts/style11.xml" ContentType="application/vnd.ms-office.chartstyle+xml"/>
  <Override PartName="/ppt/charts/colors11.xml" ContentType="application/vnd.ms-office.chartcolorstyle+xml"/>
  <Override PartName="/ppt/theme/themeOverride7.xml" ContentType="application/vnd.openxmlformats-officedocument.themeOverride+xml"/>
  <Override PartName="/ppt/charts/chart49.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8.xml" ContentType="application/vnd.openxmlformats-officedocument.themeOverride+xml"/>
  <Override PartName="/ppt/charts/chart50.xml" ContentType="application/vnd.openxmlformats-officedocument.drawingml.chart+xml"/>
  <Override PartName="/ppt/charts/chart51.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9.xml" ContentType="application/vnd.openxmlformats-officedocument.themeOverride+xml"/>
  <Override PartName="/ppt/charts/chart52.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10.xml" ContentType="application/vnd.openxmlformats-officedocument.themeOverride+xml"/>
  <Override PartName="/ppt/charts/chart53.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1.xml" ContentType="application/vnd.openxmlformats-officedocument.themeOverride+xml"/>
  <Override PartName="/ppt/charts/chart54.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2.xml" ContentType="application/vnd.openxmlformats-officedocument.themeOverride+xml"/>
  <Override PartName="/ppt/notesSlides/notesSlide12.xml" ContentType="application/vnd.openxmlformats-officedocument.presentationml.notesSlide+xml"/>
  <Override PartName="/ppt/charts/chart55.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3.xml" ContentType="application/vnd.openxmlformats-officedocument.themeOverride+xml"/>
  <Override PartName="/ppt/charts/chart56.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4.xml" ContentType="application/vnd.openxmlformats-officedocument.themeOverride+xml"/>
  <Override PartName="/ppt/charts/chart57.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15.xml" ContentType="application/vnd.openxmlformats-officedocument.themeOverride+xml"/>
  <Override PartName="/ppt/charts/chart58.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16.xml" ContentType="application/vnd.openxmlformats-officedocument.themeOverride+xml"/>
  <Override PartName="/ppt/charts/chart59.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17.xml" ContentType="application/vnd.openxmlformats-officedocument.themeOverride+xml"/>
  <Override PartName="/ppt/charts/chart60.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18.xml" ContentType="application/vnd.openxmlformats-officedocument.themeOverride+xml"/>
  <Override PartName="/ppt/charts/chart61.xml" ContentType="application/vnd.openxmlformats-officedocument.drawingml.chart+xml"/>
  <Override PartName="/ppt/charts/style23.xml" ContentType="application/vnd.ms-office.chartstyle+xml"/>
  <Override PartName="/ppt/charts/colors23.xml" ContentType="application/vnd.ms-office.chartcolorstyle+xml"/>
  <Override PartName="/ppt/theme/themeOverride19.xml" ContentType="application/vnd.openxmlformats-officedocument.themeOverride+xml"/>
  <Override PartName="/ppt/charts/chart62.xml" ContentType="application/vnd.openxmlformats-officedocument.drawingml.chart+xml"/>
  <Override PartName="/ppt/charts/style24.xml" ContentType="application/vnd.ms-office.chartstyle+xml"/>
  <Override PartName="/ppt/charts/colors24.xml" ContentType="application/vnd.ms-office.chartcolorstyle+xml"/>
  <Override PartName="/ppt/theme/themeOverride20.xml" ContentType="application/vnd.openxmlformats-officedocument.themeOverride+xml"/>
  <Override PartName="/ppt/charts/chart63.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21.xml" ContentType="application/vnd.openxmlformats-officedocument.themeOverr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5"/>
    <p:sldMasterId id="2147483711" r:id="rId6"/>
    <p:sldMasterId id="2147483733" r:id="rId7"/>
    <p:sldMasterId id="2147483775" r:id="rId8"/>
  </p:sldMasterIdLst>
  <p:notesMasterIdLst>
    <p:notesMasterId r:id="rId44"/>
  </p:notesMasterIdLst>
  <p:sldIdLst>
    <p:sldId id="445" r:id="rId9"/>
    <p:sldId id="262" r:id="rId10"/>
    <p:sldId id="617" r:id="rId11"/>
    <p:sldId id="631" r:id="rId12"/>
    <p:sldId id="257" r:id="rId13"/>
    <p:sldId id="620" r:id="rId14"/>
    <p:sldId id="621" r:id="rId15"/>
    <p:sldId id="618" r:id="rId16"/>
    <p:sldId id="622" r:id="rId17"/>
    <p:sldId id="623" r:id="rId18"/>
    <p:sldId id="624" r:id="rId19"/>
    <p:sldId id="628" r:id="rId20"/>
    <p:sldId id="619" r:id="rId21"/>
    <p:sldId id="625" r:id="rId22"/>
    <p:sldId id="627" r:id="rId23"/>
    <p:sldId id="256" r:id="rId24"/>
    <p:sldId id="629" r:id="rId25"/>
    <p:sldId id="630" r:id="rId26"/>
    <p:sldId id="512" r:id="rId27"/>
    <p:sldId id="359" r:id="rId28"/>
    <p:sldId id="637" r:id="rId29"/>
    <p:sldId id="638" r:id="rId30"/>
    <p:sldId id="513" r:id="rId31"/>
    <p:sldId id="639" r:id="rId32"/>
    <p:sldId id="640" r:id="rId33"/>
    <p:sldId id="641" r:id="rId34"/>
    <p:sldId id="514" r:id="rId35"/>
    <p:sldId id="632" r:id="rId36"/>
    <p:sldId id="633" r:id="rId37"/>
    <p:sldId id="396" r:id="rId38"/>
    <p:sldId id="626" r:id="rId39"/>
    <p:sldId id="634" r:id="rId40"/>
    <p:sldId id="635" r:id="rId41"/>
    <p:sldId id="271" r:id="rId42"/>
    <p:sldId id="286" r:id="rId43"/>
  </p:sldIdLst>
  <p:sldSz cx="6858000" cy="9906000" type="A4"/>
  <p:notesSz cx="6858000" cy="9144000"/>
  <p:defaultTex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id="{52B8D366-D974-49B9-9048-79C7BC97B1C0}">
          <p14:sldIdLst>
            <p14:sldId id="445"/>
            <p14:sldId id="262"/>
            <p14:sldId id="617"/>
            <p14:sldId id="631"/>
            <p14:sldId id="257"/>
            <p14:sldId id="620"/>
            <p14:sldId id="621"/>
            <p14:sldId id="618"/>
            <p14:sldId id="622"/>
            <p14:sldId id="623"/>
            <p14:sldId id="624"/>
            <p14:sldId id="628"/>
            <p14:sldId id="619"/>
            <p14:sldId id="625"/>
            <p14:sldId id="627"/>
            <p14:sldId id="256"/>
            <p14:sldId id="629"/>
            <p14:sldId id="630"/>
            <p14:sldId id="512"/>
          </p14:sldIdLst>
        </p14:section>
        <p14:section name="1st theme" id="{0D83D7D9-D959-424B-AE8F-ED0568E46D59}">
          <p14:sldIdLst>
            <p14:sldId id="359"/>
            <p14:sldId id="637"/>
            <p14:sldId id="638"/>
            <p14:sldId id="513"/>
            <p14:sldId id="639"/>
            <p14:sldId id="640"/>
            <p14:sldId id="641"/>
            <p14:sldId id="514"/>
            <p14:sldId id="632"/>
            <p14:sldId id="633"/>
            <p14:sldId id="396"/>
            <p14:sldId id="626"/>
            <p14:sldId id="634"/>
            <p14:sldId id="635"/>
            <p14:sldId id="271"/>
            <p14:sldId id="286"/>
          </p14:sldIdLst>
        </p14:section>
        <p14:section name="Market Commentary" id="{1DDDF273-5083-43AE-9EAF-20022A669B2B}">
          <p14:sldIdLst/>
        </p14:section>
        <p14:section name="Valuation" id="{CB71DB92-9365-4341-A55F-040AA74305FC}">
          <p14:sldIdLst/>
        </p14:section>
        <p14:section name="XP Portfolios" id="{2377CAFA-D6E1-4894-9DC4-ABCD93C777F0}">
          <p14:sldIdLst/>
        </p14:section>
        <p14:section name="Chartbook" id="{E5DEA1DD-2F81-443B-8C12-5E93EC33A658}">
          <p14:sldIdLst/>
        </p14:section>
        <p14:section name="Ending" id="{6816E140-E35F-4B96-A615-EA8F68519C7F}">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FB42ED4F-8EBE-474C-3F8A-8E5FC5FA0DDD}" name="Caio Souza" initials="CL" userId="S::caio.lsouza@xpi.com.br::3c9a17a9-6dee-4d8b-b93c-2a0cbe4083ed" providerId="AD"/>
  <p188:author id="{26C36357-AA82-766B-7F10-0B8B0172D89D}" name="Lucas Rosa" initials="LV" userId="S::lucas.vrosa@xpi.com.br::49f0bb8d-b3ef-4afe-baf3-ede37f21a37e" providerId="AD"/>
  <p188:author id="{96E38678-DC99-8AA7-CD9B-A7924E3A8969}" name="Júlia Aquino" initials="JA" userId="S::julia.aquino@xpi.com.br::df34683f-61bd-4800-a050-1fef18d72e46" providerId="AD"/>
  <p188:author id="{6C4C2D8B-95CF-3366-BCBB-00835F353133}" name="Jennie Li" initials="JL" userId="S::jennie.li@xpi.com.br::4287a3cb-d5b5-40b5-a43d-7effe9254b38" providerId="AD"/>
  <p188:author id="{EC8CAF98-3BD7-D185-1C28-5390FA4B602C}" name="Fernando Figueiredo Ferreira" initials="FFF" userId="S::fernando.f.ferreira@xpi.com.br::841c94e0-5eda-4da2-ae8d-84f2d71f1a7e" providerId="AD"/>
  <p188:author id="{E1E189EC-10D0-F876-0321-6E26D67990E2}" name="Felipe Veiga" initials="FV" userId="S::felipe.bveiga@xpi.com.br::29d82955-035a-46d2-8c02-fc4125ffa591" providerId="AD"/>
  <p188:author id="{3FF395FB-F7D1-5942-EBEC-B73C159F0C4F}" name="Guilherme Ramos" initials="GS" userId="S::guilherme.sramos@xpi.com.br::200c1542-152a-4227-82d8-f81507867d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BBD1EC"/>
    <a:srgbClr val="1F2F44"/>
    <a:srgbClr val="000000"/>
    <a:srgbClr val="DBDDDE"/>
    <a:srgbClr val="D9D9D9"/>
    <a:srgbClr val="F2F2F2"/>
    <a:srgbClr val="FF0000"/>
    <a:srgbClr val="E8E8E8"/>
    <a:srgbClr val="FFE699"/>
    <a:srgbClr val="8EB3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187FE76-D942-40ED-A72E-43DE65A7D935}" v="1425" dt="2026-10-30T13:32:22.05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726" autoAdjust="0"/>
    <p:restoredTop sz="96247" autoAdjust="0"/>
  </p:normalViewPr>
  <p:slideViewPr>
    <p:cSldViewPr snapToGrid="0">
      <p:cViewPr>
        <p:scale>
          <a:sx n="76" d="100"/>
          <a:sy n="76" d="100"/>
        </p:scale>
        <p:origin x="2184" y="-245"/>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9" Type="http://schemas.openxmlformats.org/officeDocument/2006/relationships/slide" Target="slides/slide31.xml"/><Relationship Id="rId21" Type="http://schemas.openxmlformats.org/officeDocument/2006/relationships/slide" Target="slides/slide13.xml"/><Relationship Id="rId34" Type="http://schemas.openxmlformats.org/officeDocument/2006/relationships/slide" Target="slides/slide26.xml"/><Relationship Id="rId42" Type="http://schemas.openxmlformats.org/officeDocument/2006/relationships/slide" Target="slides/slide34.xml"/><Relationship Id="rId47" Type="http://schemas.openxmlformats.org/officeDocument/2006/relationships/theme" Target="theme/theme1.xml"/><Relationship Id="rId50" Type="http://schemas.microsoft.com/office/2015/10/relationships/revisionInfo" Target="revisionInfo.xml"/><Relationship Id="rId7" Type="http://schemas.openxmlformats.org/officeDocument/2006/relationships/slideMaster" Target="slideMasters/slideMaster3.xml"/><Relationship Id="rId2" Type="http://schemas.openxmlformats.org/officeDocument/2006/relationships/customXml" Target="../customXml/item2.xml"/><Relationship Id="rId16" Type="http://schemas.openxmlformats.org/officeDocument/2006/relationships/slide" Target="slides/slide8.xml"/><Relationship Id="rId29" Type="http://schemas.openxmlformats.org/officeDocument/2006/relationships/slide" Target="slides/slide21.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slide" Target="slides/slide24.xml"/><Relationship Id="rId37" Type="http://schemas.openxmlformats.org/officeDocument/2006/relationships/slide" Target="slides/slide29.xml"/><Relationship Id="rId40" Type="http://schemas.openxmlformats.org/officeDocument/2006/relationships/slide" Target="slides/slide32.xml"/><Relationship Id="rId45" Type="http://schemas.openxmlformats.org/officeDocument/2006/relationships/presProps" Target="presProps.xml"/><Relationship Id="rId5" Type="http://schemas.openxmlformats.org/officeDocument/2006/relationships/slideMaster" Target="slideMasters/slideMaster1.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microsoft.com/office/2016/11/relationships/changesInfo" Target="changesInfos/changesInfo1.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slide" Target="slides/slide23.xml"/><Relationship Id="rId44" Type="http://schemas.openxmlformats.org/officeDocument/2006/relationships/notesMaster" Target="notesMasters/notesMaster1.xml"/><Relationship Id="rId4" Type="http://schemas.openxmlformats.org/officeDocument/2006/relationships/customXml" Target="../customXml/item4.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tableStyles" Target="tableStyles.xml"/><Relationship Id="rId8" Type="http://schemas.openxmlformats.org/officeDocument/2006/relationships/slideMaster" Target="slideMasters/slideMaster4.xml"/><Relationship Id="rId51"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viewProps" Target="viewProps.xml"/><Relationship Id="rId20" Type="http://schemas.openxmlformats.org/officeDocument/2006/relationships/slide" Target="slides/slide12.xml"/><Relationship Id="rId41" Type="http://schemas.openxmlformats.org/officeDocument/2006/relationships/slide" Target="slides/slide33.xml"/><Relationship Id="rId1" Type="http://schemas.openxmlformats.org/officeDocument/2006/relationships/customXml" Target="../customXml/item1.xml"/><Relationship Id="rId6" Type="http://schemas.openxmlformats.org/officeDocument/2006/relationships/slideMaster" Target="slideMasters/slideMaster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aio Lopes de Souza" userId="789867f68e027fd0" providerId="LiveId" clId="{E033AB76-9CCE-499E-8A0F-8D4A6BE31F94}"/>
    <pc:docChg chg="undo redo custSel addSld delSld modSld sldOrd modSection">
      <pc:chgData name="Caio Lopes de Souza" userId="789867f68e027fd0" providerId="LiveId" clId="{E033AB76-9CCE-499E-8A0F-8D4A6BE31F94}" dt="2026-10-30T13:33:09.888" v="9956" actId="20577"/>
      <pc:docMkLst>
        <pc:docMk/>
      </pc:docMkLst>
      <pc:sldChg chg="addSp delSp modSp add mod ord">
        <pc:chgData name="Caio Lopes de Souza" userId="789867f68e027fd0" providerId="LiveId" clId="{E033AB76-9CCE-499E-8A0F-8D4A6BE31F94}" dt="2026-10-30T13:09:07.111" v="9900" actId="22"/>
        <pc:sldMkLst>
          <pc:docMk/>
          <pc:sldMk cId="1607973331" sldId="256"/>
        </pc:sldMkLst>
        <pc:spChg chg="mod">
          <ac:chgData name="Caio Lopes de Souza" userId="789867f68e027fd0" providerId="LiveId" clId="{E033AB76-9CCE-499E-8A0F-8D4A6BE31F94}" dt="2026-10-29T13:01:21.310" v="3931" actId="14100"/>
          <ac:spMkLst>
            <pc:docMk/>
            <pc:sldMk cId="1607973331" sldId="256"/>
            <ac:spMk id="2" creationId="{00000000-0000-0000-0000-000000000000}"/>
          </ac:spMkLst>
        </pc:spChg>
        <pc:spChg chg="mod">
          <ac:chgData name="Caio Lopes de Souza" userId="789867f68e027fd0" providerId="LiveId" clId="{E033AB76-9CCE-499E-8A0F-8D4A6BE31F94}" dt="2026-10-29T13:01:51.863" v="3937" actId="1076"/>
          <ac:spMkLst>
            <pc:docMk/>
            <pc:sldMk cId="1607973331" sldId="256"/>
            <ac:spMk id="3" creationId="{F03016C5-25C3-487A-A063-9D5AE9126411}"/>
          </ac:spMkLst>
        </pc:spChg>
        <pc:spChg chg="add">
          <ac:chgData name="Caio Lopes de Souza" userId="789867f68e027fd0" providerId="LiveId" clId="{E033AB76-9CCE-499E-8A0F-8D4A6BE31F94}" dt="2026-10-30T13:09:07.111" v="9900" actId="22"/>
          <ac:spMkLst>
            <pc:docMk/>
            <pc:sldMk cId="1607973331" sldId="256"/>
            <ac:spMk id="5" creationId="{E5291E8D-FA48-62FE-4032-992673D853EA}"/>
          </ac:spMkLst>
        </pc:spChg>
        <pc:spChg chg="mod">
          <ac:chgData name="Caio Lopes de Souza" userId="789867f68e027fd0" providerId="LiveId" clId="{E033AB76-9CCE-499E-8A0F-8D4A6BE31F94}" dt="2026-10-29T12:44:03.514" v="3616"/>
          <ac:spMkLst>
            <pc:docMk/>
            <pc:sldMk cId="1607973331" sldId="256"/>
            <ac:spMk id="13" creationId="{00000000-0000-0000-0000-000000000000}"/>
          </ac:spMkLst>
        </pc:spChg>
        <pc:spChg chg="mod">
          <ac:chgData name="Caio Lopes de Souza" userId="789867f68e027fd0" providerId="LiveId" clId="{E033AB76-9CCE-499E-8A0F-8D4A6BE31F94}" dt="2026-10-29T13:01:29.948" v="3933" actId="20577"/>
          <ac:spMkLst>
            <pc:docMk/>
            <pc:sldMk cId="1607973331" sldId="256"/>
            <ac:spMk id="15" creationId="{00000000-0000-0000-0000-000000000000}"/>
          </ac:spMkLst>
        </pc:spChg>
        <pc:spChg chg="del mod">
          <ac:chgData name="Caio Lopes de Souza" userId="789867f68e027fd0" providerId="LiveId" clId="{E033AB76-9CCE-499E-8A0F-8D4A6BE31F94}" dt="2026-10-29T12:53:58.634" v="3630"/>
          <ac:spMkLst>
            <pc:docMk/>
            <pc:sldMk cId="1607973331" sldId="256"/>
            <ac:spMk id="36" creationId="{F03016C5-25C3-487A-A063-9D5AE9126411}"/>
          </ac:spMkLst>
        </pc:spChg>
        <pc:spChg chg="del mod">
          <ac:chgData name="Caio Lopes de Souza" userId="789867f68e027fd0" providerId="LiveId" clId="{E033AB76-9CCE-499E-8A0F-8D4A6BE31F94}" dt="2026-10-29T12:53:58.729" v="3632"/>
          <ac:spMkLst>
            <pc:docMk/>
            <pc:sldMk cId="1607973331" sldId="256"/>
            <ac:spMk id="37" creationId="{00000000-0000-0000-0000-000000000000}"/>
          </ac:spMkLst>
        </pc:spChg>
        <pc:spChg chg="add del mod ord">
          <ac:chgData name="Caio Lopes de Souza" userId="789867f68e027fd0" providerId="LiveId" clId="{E033AB76-9CCE-499E-8A0F-8D4A6BE31F94}" dt="2026-10-29T12:53:58.532" v="3628"/>
          <ac:spMkLst>
            <pc:docMk/>
            <pc:sldMk cId="1607973331" sldId="256"/>
            <ac:spMk id="87" creationId="{39F9587F-5AD1-E0CE-FD39-DDDEFE1E1C32}"/>
          </ac:spMkLst>
        </pc:spChg>
        <pc:spChg chg="add del mod">
          <ac:chgData name="Caio Lopes de Souza" userId="789867f68e027fd0" providerId="LiveId" clId="{E033AB76-9CCE-499E-8A0F-8D4A6BE31F94}" dt="2026-10-29T12:53:58.977" v="3636"/>
          <ac:spMkLst>
            <pc:docMk/>
            <pc:sldMk cId="1607973331" sldId="256"/>
            <ac:spMk id="88" creationId="{0251C255-CA32-6E7A-EF58-8328472739E7}"/>
          </ac:spMkLst>
        </pc:spChg>
        <pc:spChg chg="add del mod ord">
          <ac:chgData name="Caio Lopes de Souza" userId="789867f68e027fd0" providerId="LiveId" clId="{E033AB76-9CCE-499E-8A0F-8D4A6BE31F94}" dt="2026-10-29T12:53:58.385" v="3626"/>
          <ac:spMkLst>
            <pc:docMk/>
            <pc:sldMk cId="1607973331" sldId="256"/>
            <ac:spMk id="89" creationId="{E9F93A9B-13BF-28A4-829A-9CA7F86733C7}"/>
          </ac:spMkLst>
        </pc:spChg>
        <pc:spChg chg="add del mod">
          <ac:chgData name="Caio Lopes de Souza" userId="789867f68e027fd0" providerId="LiveId" clId="{E033AB76-9CCE-499E-8A0F-8D4A6BE31F94}" dt="2026-10-29T12:53:59.061" v="3638"/>
          <ac:spMkLst>
            <pc:docMk/>
            <pc:sldMk cId="1607973331" sldId="256"/>
            <ac:spMk id="90" creationId="{B68FA1FC-D252-5EFB-0A21-85E796D5D64F}"/>
          </ac:spMkLst>
        </pc:spChg>
        <pc:spChg chg="add del mod ord">
          <ac:chgData name="Caio Lopes de Souza" userId="789867f68e027fd0" providerId="LiveId" clId="{E033AB76-9CCE-499E-8A0F-8D4A6BE31F94}" dt="2026-10-29T12:53:58.256" v="3624"/>
          <ac:spMkLst>
            <pc:docMk/>
            <pc:sldMk cId="1607973331" sldId="256"/>
            <ac:spMk id="91" creationId="{F6D6ADA7-646F-06C3-CDC3-45BEFB8EE61C}"/>
          </ac:spMkLst>
        </pc:spChg>
        <pc:spChg chg="add del mod">
          <ac:chgData name="Caio Lopes de Souza" userId="789867f68e027fd0" providerId="LiveId" clId="{E033AB76-9CCE-499E-8A0F-8D4A6BE31F94}" dt="2026-10-29T12:53:59.188" v="3640"/>
          <ac:spMkLst>
            <pc:docMk/>
            <pc:sldMk cId="1607973331" sldId="256"/>
            <ac:spMk id="92" creationId="{EF7D2DE5-3A20-5183-6C12-56B54C5EB07D}"/>
          </ac:spMkLst>
        </pc:spChg>
        <pc:spChg chg="add del mod ord">
          <ac:chgData name="Caio Lopes de Souza" userId="789867f68e027fd0" providerId="LiveId" clId="{E033AB76-9CCE-499E-8A0F-8D4A6BE31F94}" dt="2026-10-29T12:53:58.060" v="3622"/>
          <ac:spMkLst>
            <pc:docMk/>
            <pc:sldMk cId="1607973331" sldId="256"/>
            <ac:spMk id="93" creationId="{631B5001-8DEC-544B-07F5-397497F5FB2A}"/>
          </ac:spMkLst>
        </pc:spChg>
        <pc:spChg chg="add del mod">
          <ac:chgData name="Caio Lopes de Souza" userId="789867f68e027fd0" providerId="LiveId" clId="{E033AB76-9CCE-499E-8A0F-8D4A6BE31F94}" dt="2026-10-29T12:53:59.268" v="3642"/>
          <ac:spMkLst>
            <pc:docMk/>
            <pc:sldMk cId="1607973331" sldId="256"/>
            <ac:spMk id="94" creationId="{915F9579-6405-F35D-CCF7-3E1B208242ED}"/>
          </ac:spMkLst>
        </pc:spChg>
        <pc:graphicFrameChg chg="add del mod">
          <ac:chgData name="Caio Lopes de Souza" userId="789867f68e027fd0" providerId="LiveId" clId="{E033AB76-9CCE-499E-8A0F-8D4A6BE31F94}" dt="2026-10-29T12:53:58.903" v="3634"/>
          <ac:graphicFrameMkLst>
            <pc:docMk/>
            <pc:sldMk cId="1607973331" sldId="256"/>
            <ac:graphicFrameMk id="76" creationId="{00000000-0008-0000-0100-000002000000}"/>
          </ac:graphicFrameMkLst>
        </pc:graphicFrameChg>
        <pc:graphicFrameChg chg="add mod modGraphic">
          <ac:chgData name="Caio Lopes de Souza" userId="789867f68e027fd0" providerId="LiveId" clId="{E033AB76-9CCE-499E-8A0F-8D4A6BE31F94}" dt="2026-10-29T13:01:51.863" v="3937" actId="1076"/>
          <ac:graphicFrameMkLst>
            <pc:docMk/>
            <pc:sldMk cId="1607973331" sldId="256"/>
            <ac:graphicFrameMk id="86" creationId="{8E00FAC2-9AFE-03AE-B8CD-ACB47619C452}"/>
          </ac:graphicFrameMkLst>
        </pc:graphicFrameChg>
      </pc:sldChg>
      <pc:sldChg chg="addSp delSp modSp add mod">
        <pc:chgData name="Caio Lopes de Souza" userId="789867f68e027fd0" providerId="LiveId" clId="{E033AB76-9CCE-499E-8A0F-8D4A6BE31F94}" dt="2026-10-30T13:07:41.956" v="9880" actId="1076"/>
        <pc:sldMkLst>
          <pc:docMk/>
          <pc:sldMk cId="2469976513" sldId="257"/>
        </pc:sldMkLst>
        <pc:spChg chg="mod">
          <ac:chgData name="Caio Lopes de Souza" userId="789867f68e027fd0" providerId="LiveId" clId="{E033AB76-9CCE-499E-8A0F-8D4A6BE31F94}" dt="2026-10-29T21:27:27.135" v="7547" actId="20577"/>
          <ac:spMkLst>
            <pc:docMk/>
            <pc:sldMk cId="2469976513" sldId="257"/>
            <ac:spMk id="5" creationId="{F03016C5-25C3-487A-A063-9D5AE9126411}"/>
          </ac:spMkLst>
        </pc:spChg>
        <pc:spChg chg="add mod">
          <ac:chgData name="Caio Lopes de Souza" userId="789867f68e027fd0" providerId="LiveId" clId="{E033AB76-9CCE-499E-8A0F-8D4A6BE31F94}" dt="2026-10-30T13:07:11.406" v="9841" actId="1076"/>
          <ac:spMkLst>
            <pc:docMk/>
            <pc:sldMk cId="2469976513" sldId="257"/>
            <ac:spMk id="9" creationId="{C7A075C0-BB45-39ED-890B-924104BD72BA}"/>
          </ac:spMkLst>
        </pc:spChg>
        <pc:spChg chg="add mod">
          <ac:chgData name="Caio Lopes de Souza" userId="789867f68e027fd0" providerId="LiveId" clId="{E033AB76-9CCE-499E-8A0F-8D4A6BE31F94}" dt="2026-10-30T13:07:26.899" v="9857" actId="1076"/>
          <ac:spMkLst>
            <pc:docMk/>
            <pc:sldMk cId="2469976513" sldId="257"/>
            <ac:spMk id="11" creationId="{120F0905-8E24-99E2-E204-569CDD924EF5}"/>
          </ac:spMkLst>
        </pc:spChg>
        <pc:spChg chg="add mod">
          <ac:chgData name="Caio Lopes de Souza" userId="789867f68e027fd0" providerId="LiveId" clId="{E033AB76-9CCE-499E-8A0F-8D4A6BE31F94}" dt="2026-10-30T13:07:24.373" v="9856"/>
          <ac:spMkLst>
            <pc:docMk/>
            <pc:sldMk cId="2469976513" sldId="257"/>
            <ac:spMk id="12" creationId="{821A63A3-A944-31E2-35A1-776E79763A13}"/>
          </ac:spMkLst>
        </pc:spChg>
        <pc:spChg chg="mod">
          <ac:chgData name="Caio Lopes de Souza" userId="789867f68e027fd0" providerId="LiveId" clId="{E033AB76-9CCE-499E-8A0F-8D4A6BE31F94}" dt="2026-10-29T21:20:08.750" v="7428" actId="20577"/>
          <ac:spMkLst>
            <pc:docMk/>
            <pc:sldMk cId="2469976513" sldId="257"/>
            <ac:spMk id="15" creationId="{00000000-0000-0000-0000-000000000000}"/>
          </ac:spMkLst>
        </pc:spChg>
        <pc:spChg chg="add mod">
          <ac:chgData name="Caio Lopes de Souza" userId="789867f68e027fd0" providerId="LiveId" clId="{E033AB76-9CCE-499E-8A0F-8D4A6BE31F94}" dt="2026-10-30T13:07:41.956" v="9880" actId="1076"/>
          <ac:spMkLst>
            <pc:docMk/>
            <pc:sldMk cId="2469976513" sldId="257"/>
            <ac:spMk id="17" creationId="{DF719DBF-1338-5742-5D4E-77040F2DA8AF}"/>
          </ac:spMkLst>
        </pc:spChg>
        <pc:spChg chg="add del mod">
          <ac:chgData name="Caio Lopes de Souza" userId="789867f68e027fd0" providerId="LiveId" clId="{E033AB76-9CCE-499E-8A0F-8D4A6BE31F94}" dt="2026-10-29T19:38:12.391" v="6876"/>
          <ac:spMkLst>
            <pc:docMk/>
            <pc:sldMk cId="2469976513" sldId="257"/>
            <ac:spMk id="22" creationId="{C9D27483-C977-A231-1759-65042DE149BC}"/>
          </ac:spMkLst>
        </pc:spChg>
        <pc:spChg chg="mod">
          <ac:chgData name="Caio Lopes de Souza" userId="789867f68e027fd0" providerId="LiveId" clId="{E033AB76-9CCE-499E-8A0F-8D4A6BE31F94}" dt="2026-10-29T20:24:37.271" v="7342" actId="20577"/>
          <ac:spMkLst>
            <pc:docMk/>
            <pc:sldMk cId="2469976513" sldId="257"/>
            <ac:spMk id="38" creationId="{00000000-0000-0000-0000-000000000000}"/>
          </ac:spMkLst>
        </pc:spChg>
        <pc:spChg chg="mod">
          <ac:chgData name="Caio Lopes de Souza" userId="789867f68e027fd0" providerId="LiveId" clId="{E033AB76-9CCE-499E-8A0F-8D4A6BE31F94}" dt="2026-10-29T21:17:46.014" v="7399" actId="20577"/>
          <ac:spMkLst>
            <pc:docMk/>
            <pc:sldMk cId="2469976513" sldId="257"/>
            <ac:spMk id="39" creationId="{00000000-0000-0000-0000-000000000000}"/>
          </ac:spMkLst>
        </pc:spChg>
        <pc:spChg chg="del">
          <ac:chgData name="Caio Lopes de Souza" userId="789867f68e027fd0" providerId="LiveId" clId="{E033AB76-9CCE-499E-8A0F-8D4A6BE31F94}" dt="2026-10-29T20:28:59.631" v="7343" actId="478"/>
          <ac:spMkLst>
            <pc:docMk/>
            <pc:sldMk cId="2469976513" sldId="257"/>
            <ac:spMk id="40" creationId="{00000000-0000-0000-0000-000000000000}"/>
          </ac:spMkLst>
        </pc:spChg>
        <pc:spChg chg="mod">
          <ac:chgData name="Caio Lopes de Souza" userId="789867f68e027fd0" providerId="LiveId" clId="{E033AB76-9CCE-499E-8A0F-8D4A6BE31F94}" dt="2026-10-29T21:27:31.390" v="7550" actId="20577"/>
          <ac:spMkLst>
            <pc:docMk/>
            <pc:sldMk cId="2469976513" sldId="257"/>
            <ac:spMk id="41" creationId="{00000000-0000-0000-0000-000000000000}"/>
          </ac:spMkLst>
        </pc:spChg>
        <pc:spChg chg="mod">
          <ac:chgData name="Caio Lopes de Souza" userId="789867f68e027fd0" providerId="LiveId" clId="{E033AB76-9CCE-499E-8A0F-8D4A6BE31F94}" dt="2026-10-29T21:30:22.009" v="7586" actId="20577"/>
          <ac:spMkLst>
            <pc:docMk/>
            <pc:sldMk cId="2469976513" sldId="257"/>
            <ac:spMk id="42" creationId="{00000000-0000-0000-0000-000000000000}"/>
          </ac:spMkLst>
        </pc:spChg>
        <pc:spChg chg="add del mod">
          <ac:chgData name="Caio Lopes de Souza" userId="789867f68e027fd0" providerId="LiveId" clId="{E033AB76-9CCE-499E-8A0F-8D4A6BE31F94}" dt="2026-10-29T21:27:57.363" v="7556"/>
          <ac:spMkLst>
            <pc:docMk/>
            <pc:sldMk cId="2469976513" sldId="257"/>
            <ac:spMk id="51" creationId="{153EFAD1-B79A-F24D-9B9F-F2FD05FE0AB9}"/>
          </ac:spMkLst>
        </pc:spChg>
        <pc:graphicFrameChg chg="del">
          <ac:chgData name="Caio Lopes de Souza" userId="789867f68e027fd0" providerId="LiveId" clId="{E033AB76-9CCE-499E-8A0F-8D4A6BE31F94}" dt="2026-10-29T19:01:13.276" v="6735"/>
          <ac:graphicFrameMkLst>
            <pc:docMk/>
            <pc:sldMk cId="2469976513" sldId="257"/>
            <ac:graphicFrameMk id="7" creationId="{00000000-0008-0000-0200-000002000000}"/>
          </ac:graphicFrameMkLst>
        </pc:graphicFrameChg>
        <pc:graphicFrameChg chg="add mod">
          <ac:chgData name="Caio Lopes de Souza" userId="789867f68e027fd0" providerId="LiveId" clId="{E033AB76-9CCE-499E-8A0F-8D4A6BE31F94}" dt="2026-10-30T12:25:37.989" v="8845"/>
          <ac:graphicFrameMkLst>
            <pc:docMk/>
            <pc:sldMk cId="2469976513" sldId="257"/>
            <ac:graphicFrameMk id="7" creationId="{3C22E81A-3B58-56CB-D1C6-64133D0556AE}"/>
          </ac:graphicFrameMkLst>
        </pc:graphicFrameChg>
        <pc:graphicFrameChg chg="del">
          <ac:chgData name="Caio Lopes de Souza" userId="789867f68e027fd0" providerId="LiveId" clId="{E033AB76-9CCE-499E-8A0F-8D4A6BE31F94}" dt="2026-10-29T19:01:15.439" v="6749"/>
          <ac:graphicFrameMkLst>
            <pc:docMk/>
            <pc:sldMk cId="2469976513" sldId="257"/>
            <ac:graphicFrameMk id="8" creationId="{00000000-0008-0000-0300-000002000000}"/>
          </ac:graphicFrameMkLst>
        </pc:graphicFrameChg>
        <pc:graphicFrameChg chg="del mod">
          <ac:chgData name="Caio Lopes de Souza" userId="789867f68e027fd0" providerId="LiveId" clId="{E033AB76-9CCE-499E-8A0F-8D4A6BE31F94}" dt="2026-10-29T19:01:18.220" v="6763"/>
          <ac:graphicFrameMkLst>
            <pc:docMk/>
            <pc:sldMk cId="2469976513" sldId="257"/>
            <ac:graphicFrameMk id="9" creationId="{00000000-0008-0000-0400-000002000000}"/>
          </ac:graphicFrameMkLst>
        </pc:graphicFrameChg>
        <pc:graphicFrameChg chg="del">
          <ac:chgData name="Caio Lopes de Souza" userId="789867f68e027fd0" providerId="LiveId" clId="{E033AB76-9CCE-499E-8A0F-8D4A6BE31F94}" dt="2026-10-29T19:01:26.529" v="6777"/>
          <ac:graphicFrameMkLst>
            <pc:docMk/>
            <pc:sldMk cId="2469976513" sldId="257"/>
            <ac:graphicFrameMk id="10" creationId="{00000000-0008-0000-0500-000002000000}"/>
          </ac:graphicFrameMkLst>
        </pc:graphicFrameChg>
        <pc:graphicFrameChg chg="del mod">
          <ac:chgData name="Caio Lopes de Souza" userId="789867f68e027fd0" providerId="LiveId" clId="{E033AB76-9CCE-499E-8A0F-8D4A6BE31F94}" dt="2026-10-29T19:01:34.333" v="6791"/>
          <ac:graphicFrameMkLst>
            <pc:docMk/>
            <pc:sldMk cId="2469976513" sldId="257"/>
            <ac:graphicFrameMk id="11" creationId="{00000000-0008-0000-0600-000002000000}"/>
          </ac:graphicFrameMkLst>
        </pc:graphicFrameChg>
        <pc:graphicFrameChg chg="del mod">
          <ac:chgData name="Caio Lopes de Souza" userId="789867f68e027fd0" providerId="LiveId" clId="{E033AB76-9CCE-499E-8A0F-8D4A6BE31F94}" dt="2026-10-29T19:01:45.767" v="6805"/>
          <ac:graphicFrameMkLst>
            <pc:docMk/>
            <pc:sldMk cId="2469976513" sldId="257"/>
            <ac:graphicFrameMk id="12" creationId="{00000000-0008-0000-0700-000002000000}"/>
          </ac:graphicFrameMkLst>
        </pc:graphicFrameChg>
        <pc:graphicFrameChg chg="add del mod">
          <ac:chgData name="Caio Lopes de Souza" userId="789867f68e027fd0" providerId="LiveId" clId="{E033AB76-9CCE-499E-8A0F-8D4A6BE31F94}" dt="2026-10-29T19:50:49.913" v="6889"/>
          <ac:graphicFrameMkLst>
            <pc:docMk/>
            <pc:sldMk cId="2469976513" sldId="257"/>
            <ac:graphicFrameMk id="16" creationId="{00000000-0008-0000-0000-000002000000}"/>
          </ac:graphicFrameMkLst>
        </pc:graphicFrameChg>
        <pc:graphicFrameChg chg="add del mod">
          <ac:chgData name="Caio Lopes de Souza" userId="789867f68e027fd0" providerId="LiveId" clId="{E033AB76-9CCE-499E-8A0F-8D4A6BE31F94}" dt="2026-10-29T19:50:51.321" v="6903"/>
          <ac:graphicFrameMkLst>
            <pc:docMk/>
            <pc:sldMk cId="2469976513" sldId="257"/>
            <ac:graphicFrameMk id="17" creationId="{00000000-0008-0000-0100-000002000000}"/>
          </ac:graphicFrameMkLst>
        </pc:graphicFrameChg>
        <pc:graphicFrameChg chg="add del mod">
          <ac:chgData name="Caio Lopes de Souza" userId="789867f68e027fd0" providerId="LiveId" clId="{E033AB76-9CCE-499E-8A0F-8D4A6BE31F94}" dt="2026-10-29T19:50:52.665" v="6917"/>
          <ac:graphicFrameMkLst>
            <pc:docMk/>
            <pc:sldMk cId="2469976513" sldId="257"/>
            <ac:graphicFrameMk id="18" creationId="{00000000-0008-0000-0200-000002000000}"/>
          </ac:graphicFrameMkLst>
        </pc:graphicFrameChg>
        <pc:graphicFrameChg chg="add del mod">
          <ac:chgData name="Caio Lopes de Souza" userId="789867f68e027fd0" providerId="LiveId" clId="{E033AB76-9CCE-499E-8A0F-8D4A6BE31F94}" dt="2026-10-29T19:50:54.020" v="6931"/>
          <ac:graphicFrameMkLst>
            <pc:docMk/>
            <pc:sldMk cId="2469976513" sldId="257"/>
            <ac:graphicFrameMk id="19" creationId="{00000000-0008-0000-0300-000002000000}"/>
          </ac:graphicFrameMkLst>
        </pc:graphicFrameChg>
        <pc:graphicFrameChg chg="add del mod">
          <ac:chgData name="Caio Lopes de Souza" userId="789867f68e027fd0" providerId="LiveId" clId="{E033AB76-9CCE-499E-8A0F-8D4A6BE31F94}" dt="2026-10-29T19:50:55.240" v="6945"/>
          <ac:graphicFrameMkLst>
            <pc:docMk/>
            <pc:sldMk cId="2469976513" sldId="257"/>
            <ac:graphicFrameMk id="20" creationId="{00000000-0008-0000-0400-000002000000}"/>
          </ac:graphicFrameMkLst>
        </pc:graphicFrameChg>
        <pc:graphicFrameChg chg="add del mod">
          <ac:chgData name="Caio Lopes de Souza" userId="789867f68e027fd0" providerId="LiveId" clId="{E033AB76-9CCE-499E-8A0F-8D4A6BE31F94}" dt="2026-10-29T19:50:56.266" v="6959"/>
          <ac:graphicFrameMkLst>
            <pc:docMk/>
            <pc:sldMk cId="2469976513" sldId="257"/>
            <ac:graphicFrameMk id="21" creationId="{00000000-0008-0000-0500-000002000000}"/>
          </ac:graphicFrameMkLst>
        </pc:graphicFrameChg>
        <pc:graphicFrameChg chg="add del mod">
          <ac:chgData name="Caio Lopes de Souza" userId="789867f68e027fd0" providerId="LiveId" clId="{E033AB76-9CCE-499E-8A0F-8D4A6BE31F94}" dt="2026-10-29T19:51:22.411" v="6973"/>
          <ac:graphicFrameMkLst>
            <pc:docMk/>
            <pc:sldMk cId="2469976513" sldId="257"/>
            <ac:graphicFrameMk id="23" creationId="{00000000-0008-0000-0000-000002000000}"/>
          </ac:graphicFrameMkLst>
        </pc:graphicFrameChg>
        <pc:graphicFrameChg chg="add del mod">
          <ac:chgData name="Caio Lopes de Souza" userId="789867f68e027fd0" providerId="LiveId" clId="{E033AB76-9CCE-499E-8A0F-8D4A6BE31F94}" dt="2026-10-29T19:51:24.605" v="6987"/>
          <ac:graphicFrameMkLst>
            <pc:docMk/>
            <pc:sldMk cId="2469976513" sldId="257"/>
            <ac:graphicFrameMk id="25" creationId="{00000000-0008-0000-0100-000002000000}"/>
          </ac:graphicFrameMkLst>
        </pc:graphicFrameChg>
        <pc:graphicFrameChg chg="add del mod">
          <ac:chgData name="Caio Lopes de Souza" userId="789867f68e027fd0" providerId="LiveId" clId="{E033AB76-9CCE-499E-8A0F-8D4A6BE31F94}" dt="2026-10-29T19:51:26.198" v="7001"/>
          <ac:graphicFrameMkLst>
            <pc:docMk/>
            <pc:sldMk cId="2469976513" sldId="257"/>
            <ac:graphicFrameMk id="26" creationId="{00000000-0008-0000-0200-000002000000}"/>
          </ac:graphicFrameMkLst>
        </pc:graphicFrameChg>
        <pc:graphicFrameChg chg="add del mod">
          <ac:chgData name="Caio Lopes de Souza" userId="789867f68e027fd0" providerId="LiveId" clId="{E033AB76-9CCE-499E-8A0F-8D4A6BE31F94}" dt="2026-10-29T19:51:28.174" v="7015"/>
          <ac:graphicFrameMkLst>
            <pc:docMk/>
            <pc:sldMk cId="2469976513" sldId="257"/>
            <ac:graphicFrameMk id="27" creationId="{00000000-0008-0000-0300-000002000000}"/>
          </ac:graphicFrameMkLst>
        </pc:graphicFrameChg>
        <pc:graphicFrameChg chg="add del mod">
          <ac:chgData name="Caio Lopes de Souza" userId="789867f68e027fd0" providerId="LiveId" clId="{E033AB76-9CCE-499E-8A0F-8D4A6BE31F94}" dt="2026-10-29T19:51:29.843" v="7029"/>
          <ac:graphicFrameMkLst>
            <pc:docMk/>
            <pc:sldMk cId="2469976513" sldId="257"/>
            <ac:graphicFrameMk id="28" creationId="{00000000-0008-0000-0400-000002000000}"/>
          </ac:graphicFrameMkLst>
        </pc:graphicFrameChg>
        <pc:graphicFrameChg chg="add del mod">
          <ac:chgData name="Caio Lopes de Souza" userId="789867f68e027fd0" providerId="LiveId" clId="{E033AB76-9CCE-499E-8A0F-8D4A6BE31F94}" dt="2026-10-29T19:51:31.728" v="7043"/>
          <ac:graphicFrameMkLst>
            <pc:docMk/>
            <pc:sldMk cId="2469976513" sldId="257"/>
            <ac:graphicFrameMk id="29" creationId="{00000000-0008-0000-0500-000002000000}"/>
          </ac:graphicFrameMkLst>
        </pc:graphicFrameChg>
        <pc:graphicFrameChg chg="add del mod">
          <ac:chgData name="Caio Lopes de Souza" userId="789867f68e027fd0" providerId="LiveId" clId="{E033AB76-9CCE-499E-8A0F-8D4A6BE31F94}" dt="2026-10-29T20:24:23.960" v="7270"/>
          <ac:graphicFrameMkLst>
            <pc:docMk/>
            <pc:sldMk cId="2469976513" sldId="257"/>
            <ac:graphicFrameMk id="30" creationId="{00000000-0008-0000-0000-000002000000}"/>
          </ac:graphicFrameMkLst>
        </pc:graphicFrameChg>
        <pc:graphicFrameChg chg="add del mod">
          <ac:chgData name="Caio Lopes de Souza" userId="789867f68e027fd0" providerId="LiveId" clId="{E033AB76-9CCE-499E-8A0F-8D4A6BE31F94}" dt="2026-10-29T20:24:25.247" v="7284"/>
          <ac:graphicFrameMkLst>
            <pc:docMk/>
            <pc:sldMk cId="2469976513" sldId="257"/>
            <ac:graphicFrameMk id="31" creationId="{00000000-0008-0000-0100-000002000000}"/>
          </ac:graphicFrameMkLst>
        </pc:graphicFrameChg>
        <pc:graphicFrameChg chg="add del mod">
          <ac:chgData name="Caio Lopes de Souza" userId="789867f68e027fd0" providerId="LiveId" clId="{E033AB76-9CCE-499E-8A0F-8D4A6BE31F94}" dt="2026-10-29T20:24:26.521" v="7298"/>
          <ac:graphicFrameMkLst>
            <pc:docMk/>
            <pc:sldMk cId="2469976513" sldId="257"/>
            <ac:graphicFrameMk id="32" creationId="{00000000-0008-0000-0200-000002000000}"/>
          </ac:graphicFrameMkLst>
        </pc:graphicFrameChg>
        <pc:graphicFrameChg chg="add del mod">
          <ac:chgData name="Caio Lopes de Souza" userId="789867f68e027fd0" providerId="LiveId" clId="{E033AB76-9CCE-499E-8A0F-8D4A6BE31F94}" dt="2026-10-29T20:24:27.666" v="7312"/>
          <ac:graphicFrameMkLst>
            <pc:docMk/>
            <pc:sldMk cId="2469976513" sldId="257"/>
            <ac:graphicFrameMk id="33" creationId="{00000000-0008-0000-0300-000002000000}"/>
          </ac:graphicFrameMkLst>
        </pc:graphicFrameChg>
        <pc:graphicFrameChg chg="add del mod">
          <ac:chgData name="Caio Lopes de Souza" userId="789867f68e027fd0" providerId="LiveId" clId="{E033AB76-9CCE-499E-8A0F-8D4A6BE31F94}" dt="2026-10-29T20:24:28.830" v="7326"/>
          <ac:graphicFrameMkLst>
            <pc:docMk/>
            <pc:sldMk cId="2469976513" sldId="257"/>
            <ac:graphicFrameMk id="34" creationId="{00000000-0008-0000-0400-000002000000}"/>
          </ac:graphicFrameMkLst>
        </pc:graphicFrameChg>
        <pc:graphicFrameChg chg="add del mod">
          <ac:chgData name="Caio Lopes de Souza" userId="789867f68e027fd0" providerId="LiveId" clId="{E033AB76-9CCE-499E-8A0F-8D4A6BE31F94}" dt="2026-10-29T20:24:30.012" v="7340"/>
          <ac:graphicFrameMkLst>
            <pc:docMk/>
            <pc:sldMk cId="2469976513" sldId="257"/>
            <ac:graphicFrameMk id="35" creationId="{00000000-0008-0000-0500-000002000000}"/>
          </ac:graphicFrameMkLst>
        </pc:graphicFrameChg>
        <pc:graphicFrameChg chg="add mod">
          <ac:chgData name="Caio Lopes de Souza" userId="789867f68e027fd0" providerId="LiveId" clId="{E033AB76-9CCE-499E-8A0F-8D4A6BE31F94}" dt="2026-10-29T21:25:47.107" v="7531" actId="113"/>
          <ac:graphicFrameMkLst>
            <pc:docMk/>
            <pc:sldMk cId="2469976513" sldId="257"/>
            <ac:graphicFrameMk id="43" creationId="{00000000-0008-0000-0000-000002000000}"/>
          </ac:graphicFrameMkLst>
        </pc:graphicFrameChg>
        <pc:graphicFrameChg chg="add del mod">
          <ac:chgData name="Caio Lopes de Souza" userId="789867f68e027fd0" providerId="LiveId" clId="{E033AB76-9CCE-499E-8A0F-8D4A6BE31F94}" dt="2026-10-29T21:30:20.897" v="7584"/>
          <ac:graphicFrameMkLst>
            <pc:docMk/>
            <pc:sldMk cId="2469976513" sldId="257"/>
            <ac:graphicFrameMk id="44" creationId="{00000000-0008-0000-0100-000002000000}"/>
          </ac:graphicFrameMkLst>
        </pc:graphicFrameChg>
        <pc:graphicFrameChg chg="add mod">
          <ac:chgData name="Caio Lopes de Souza" userId="789867f68e027fd0" providerId="LiveId" clId="{E033AB76-9CCE-499E-8A0F-8D4A6BE31F94}" dt="2026-10-29T21:26:15.945" v="7537" actId="207"/>
          <ac:graphicFrameMkLst>
            <pc:docMk/>
            <pc:sldMk cId="2469976513" sldId="257"/>
            <ac:graphicFrameMk id="45" creationId="{00000000-0008-0000-0200-000002000000}"/>
          </ac:graphicFrameMkLst>
        </pc:graphicFrameChg>
        <pc:graphicFrameChg chg="add mod">
          <ac:chgData name="Caio Lopes de Souza" userId="789867f68e027fd0" providerId="LiveId" clId="{E033AB76-9CCE-499E-8A0F-8D4A6BE31F94}" dt="2026-10-29T21:26:58.652" v="7546" actId="692"/>
          <ac:graphicFrameMkLst>
            <pc:docMk/>
            <pc:sldMk cId="2469976513" sldId="257"/>
            <ac:graphicFrameMk id="46" creationId="{00000000-0008-0000-0300-000002000000}"/>
          </ac:graphicFrameMkLst>
        </pc:graphicFrameChg>
        <pc:graphicFrameChg chg="add mod">
          <ac:chgData name="Caio Lopes de Souza" userId="789867f68e027fd0" providerId="LiveId" clId="{E033AB76-9CCE-499E-8A0F-8D4A6BE31F94}" dt="2026-10-29T21:27:44.235" v="7553" actId="207"/>
          <ac:graphicFrameMkLst>
            <pc:docMk/>
            <pc:sldMk cId="2469976513" sldId="257"/>
            <ac:graphicFrameMk id="47" creationId="{00000000-0008-0000-0400-000002000000}"/>
          </ac:graphicFrameMkLst>
        </pc:graphicFrameChg>
        <pc:graphicFrameChg chg="add del mod">
          <ac:chgData name="Caio Lopes de Souza" userId="789867f68e027fd0" providerId="LiveId" clId="{E033AB76-9CCE-499E-8A0F-8D4A6BE31F94}" dt="2026-10-29T20:36:13.630" v="7357"/>
          <ac:graphicFrameMkLst>
            <pc:docMk/>
            <pc:sldMk cId="2469976513" sldId="257"/>
            <ac:graphicFrameMk id="48" creationId="{00000000-0008-0000-0500-000002000000}"/>
          </ac:graphicFrameMkLst>
        </pc:graphicFrameChg>
        <pc:graphicFrameChg chg="add del mod">
          <ac:chgData name="Caio Lopes de Souza" userId="789867f68e027fd0" providerId="LiveId" clId="{E033AB76-9CCE-499E-8A0F-8D4A6BE31F94}" dt="2026-10-29T20:51:42.073" v="7373"/>
          <ac:graphicFrameMkLst>
            <pc:docMk/>
            <pc:sldMk cId="2469976513" sldId="257"/>
            <ac:graphicFrameMk id="49" creationId="{00000000-0008-0000-0500-000002000000}"/>
          </ac:graphicFrameMkLst>
        </pc:graphicFrameChg>
        <pc:graphicFrameChg chg="add del mod">
          <ac:chgData name="Caio Lopes de Souza" userId="789867f68e027fd0" providerId="LiveId" clId="{E033AB76-9CCE-499E-8A0F-8D4A6BE31F94}" dt="2026-10-29T21:30:03.081" v="7569"/>
          <ac:graphicFrameMkLst>
            <pc:docMk/>
            <pc:sldMk cId="2469976513" sldId="257"/>
            <ac:graphicFrameMk id="50" creationId="{00000000-0008-0000-0500-000002000000}"/>
          </ac:graphicFrameMkLst>
        </pc:graphicFrameChg>
        <pc:graphicFrameChg chg="add mod">
          <ac:chgData name="Caio Lopes de Souza" userId="789867f68e027fd0" providerId="LiveId" clId="{E033AB76-9CCE-499E-8A0F-8D4A6BE31F94}" dt="2026-10-30T12:06:17.009" v="8414"/>
          <ac:graphicFrameMkLst>
            <pc:docMk/>
            <pc:sldMk cId="2469976513" sldId="257"/>
            <ac:graphicFrameMk id="52" creationId="{00000000-0008-0000-0500-000002000000}"/>
          </ac:graphicFrameMkLst>
        </pc:graphicFrameChg>
        <pc:graphicFrameChg chg="add del mod">
          <ac:chgData name="Caio Lopes de Souza" userId="789867f68e027fd0" providerId="LiveId" clId="{E033AB76-9CCE-499E-8A0F-8D4A6BE31F94}" dt="2026-10-30T12:25:37.962" v="8844"/>
          <ac:graphicFrameMkLst>
            <pc:docMk/>
            <pc:sldMk cId="2469976513" sldId="257"/>
            <ac:graphicFrameMk id="53" creationId="{00000000-0008-0000-0100-000002000000}"/>
          </ac:graphicFrameMkLst>
        </pc:graphicFrameChg>
      </pc:sldChg>
      <pc:sldChg chg="addSp modSp mod">
        <pc:chgData name="Caio Lopes de Souza" userId="789867f68e027fd0" providerId="LiveId" clId="{E033AB76-9CCE-499E-8A0F-8D4A6BE31F94}" dt="2026-10-29T18:54:40.554" v="6684"/>
        <pc:sldMkLst>
          <pc:docMk/>
          <pc:sldMk cId="1666828860" sldId="262"/>
        </pc:sldMkLst>
        <pc:spChg chg="mod">
          <ac:chgData name="Caio Lopes de Souza" userId="789867f68e027fd0" providerId="LiveId" clId="{E033AB76-9CCE-499E-8A0F-8D4A6BE31F94}" dt="2026-10-29T18:54:32.742" v="6660"/>
          <ac:spMkLst>
            <pc:docMk/>
            <pc:sldMk cId="1666828860" sldId="262"/>
            <ac:spMk id="2" creationId="{AFC875A5-F83B-9D21-75FB-6CFA9AD90D04}"/>
          </ac:spMkLst>
        </pc:spChg>
        <pc:spChg chg="mod">
          <ac:chgData name="Caio Lopes de Souza" userId="789867f68e027fd0" providerId="LiveId" clId="{E033AB76-9CCE-499E-8A0F-8D4A6BE31F94}" dt="2026-10-29T18:54:33.726" v="6664"/>
          <ac:spMkLst>
            <pc:docMk/>
            <pc:sldMk cId="1666828860" sldId="262"/>
            <ac:spMk id="3" creationId="{1FE137EA-BB84-06CC-0E23-2382CBA2D691}"/>
          </ac:spMkLst>
        </pc:spChg>
        <pc:spChg chg="mod">
          <ac:chgData name="Caio Lopes de Souza" userId="789867f68e027fd0" providerId="LiveId" clId="{E033AB76-9CCE-499E-8A0F-8D4A6BE31F94}" dt="2026-10-29T18:54:34.287" v="6666"/>
          <ac:spMkLst>
            <pc:docMk/>
            <pc:sldMk cId="1666828860" sldId="262"/>
            <ac:spMk id="4" creationId="{1FE137EA-BB84-06CC-0E23-2382CBA2D691}"/>
          </ac:spMkLst>
        </pc:spChg>
        <pc:spChg chg="mod">
          <ac:chgData name="Caio Lopes de Souza" userId="789867f68e027fd0" providerId="LiveId" clId="{E033AB76-9CCE-499E-8A0F-8D4A6BE31F94}" dt="2026-10-29T18:54:34.580" v="6668"/>
          <ac:spMkLst>
            <pc:docMk/>
            <pc:sldMk cId="1666828860" sldId="262"/>
            <ac:spMk id="5" creationId="{AFC875A5-F83B-9D21-75FB-6CFA9AD90D04}"/>
          </ac:spMkLst>
        </pc:spChg>
        <pc:spChg chg="mod">
          <ac:chgData name="Caio Lopes de Souza" userId="789867f68e027fd0" providerId="LiveId" clId="{E033AB76-9CCE-499E-8A0F-8D4A6BE31F94}" dt="2026-10-29T18:54:35.097" v="6670"/>
          <ac:spMkLst>
            <pc:docMk/>
            <pc:sldMk cId="1666828860" sldId="262"/>
            <ac:spMk id="6" creationId="{1FE137EA-BB84-06CC-0E23-2382CBA2D691}"/>
          </ac:spMkLst>
        </pc:spChg>
        <pc:spChg chg="mod">
          <ac:chgData name="Caio Lopes de Souza" userId="789867f68e027fd0" providerId="LiveId" clId="{E033AB76-9CCE-499E-8A0F-8D4A6BE31F94}" dt="2026-10-29T18:54:35.492" v="6672"/>
          <ac:spMkLst>
            <pc:docMk/>
            <pc:sldMk cId="1666828860" sldId="262"/>
            <ac:spMk id="7" creationId="{1FE137EA-BB84-06CC-0E23-2382CBA2D691}"/>
          </ac:spMkLst>
        </pc:spChg>
        <pc:spChg chg="mod">
          <ac:chgData name="Caio Lopes de Souza" userId="789867f68e027fd0" providerId="LiveId" clId="{E033AB76-9CCE-499E-8A0F-8D4A6BE31F94}" dt="2026-10-29T18:54:35.771" v="6674"/>
          <ac:spMkLst>
            <pc:docMk/>
            <pc:sldMk cId="1666828860" sldId="262"/>
            <ac:spMk id="8" creationId="{1FE137EA-BB84-06CC-0E23-2382CBA2D691}"/>
          </ac:spMkLst>
        </pc:spChg>
        <pc:spChg chg="mod">
          <ac:chgData name="Caio Lopes de Souza" userId="789867f68e027fd0" providerId="LiveId" clId="{E033AB76-9CCE-499E-8A0F-8D4A6BE31F94}" dt="2026-10-29T18:54:35.996" v="6676"/>
          <ac:spMkLst>
            <pc:docMk/>
            <pc:sldMk cId="1666828860" sldId="262"/>
            <ac:spMk id="9" creationId="{AFC875A5-F83B-9D21-75FB-6CFA9AD90D04}"/>
          </ac:spMkLst>
        </pc:spChg>
        <pc:spChg chg="mod">
          <ac:chgData name="Caio Lopes de Souza" userId="789867f68e027fd0" providerId="LiveId" clId="{E033AB76-9CCE-499E-8A0F-8D4A6BE31F94}" dt="2026-10-29T18:54:36.344" v="6678"/>
          <ac:spMkLst>
            <pc:docMk/>
            <pc:sldMk cId="1666828860" sldId="262"/>
            <ac:spMk id="10" creationId="{AFC875A5-F83B-9D21-75FB-6CFA9AD90D04}"/>
          </ac:spMkLst>
        </pc:spChg>
        <pc:spChg chg="mod">
          <ac:chgData name="Caio Lopes de Souza" userId="789867f68e027fd0" providerId="LiveId" clId="{E033AB76-9CCE-499E-8A0F-8D4A6BE31F94}" dt="2026-10-29T18:54:39.192" v="6680"/>
          <ac:spMkLst>
            <pc:docMk/>
            <pc:sldMk cId="1666828860" sldId="262"/>
            <ac:spMk id="11" creationId="{AFC875A5-F83B-9D21-75FB-6CFA9AD90D04}"/>
          </ac:spMkLst>
        </pc:spChg>
        <pc:spChg chg="add mod">
          <ac:chgData name="Caio Lopes de Souza" userId="789867f68e027fd0" providerId="LiveId" clId="{E033AB76-9CCE-499E-8A0F-8D4A6BE31F94}" dt="2026-10-29T18:54:40.005" v="6682"/>
          <ac:spMkLst>
            <pc:docMk/>
            <pc:sldMk cId="1666828860" sldId="262"/>
            <ac:spMk id="12" creationId="{54D37D5E-9268-F8BB-7FEA-EECE7DC53209}"/>
          </ac:spMkLst>
        </pc:spChg>
        <pc:spChg chg="add mod">
          <ac:chgData name="Caio Lopes de Souza" userId="789867f68e027fd0" providerId="LiveId" clId="{E033AB76-9CCE-499E-8A0F-8D4A6BE31F94}" dt="2026-10-29T18:54:40.554" v="6684"/>
          <ac:spMkLst>
            <pc:docMk/>
            <pc:sldMk cId="1666828860" sldId="262"/>
            <ac:spMk id="13" creationId="{3771D8D4-7524-1EA4-607C-97C745F5F601}"/>
          </ac:spMkLst>
        </pc:spChg>
        <pc:spChg chg="mod">
          <ac:chgData name="Caio Lopes de Souza" userId="789867f68e027fd0" providerId="LiveId" clId="{E033AB76-9CCE-499E-8A0F-8D4A6BE31F94}" dt="2026-10-29T18:54:31.712" v="6656"/>
          <ac:spMkLst>
            <pc:docMk/>
            <pc:sldMk cId="1666828860" sldId="262"/>
            <ac:spMk id="35" creationId="{AFC875A5-F83B-9D21-75FB-6CFA9AD90D04}"/>
          </ac:spMkLst>
        </pc:spChg>
        <pc:spChg chg="mod">
          <ac:chgData name="Caio Lopes de Souza" userId="789867f68e027fd0" providerId="LiveId" clId="{E033AB76-9CCE-499E-8A0F-8D4A6BE31F94}" dt="2026-10-29T18:54:32.922" v="6662"/>
          <ac:spMkLst>
            <pc:docMk/>
            <pc:sldMk cId="1666828860" sldId="262"/>
            <ac:spMk id="36" creationId="{1FE137EA-BB84-06CC-0E23-2382CBA2D691}"/>
          </ac:spMkLst>
        </pc:spChg>
      </pc:sldChg>
      <pc:sldChg chg="add">
        <pc:chgData name="Caio Lopes de Souza" userId="789867f68e027fd0" providerId="LiveId" clId="{E033AB76-9CCE-499E-8A0F-8D4A6BE31F94}" dt="2026-10-29T19:00:39.175" v="6685"/>
        <pc:sldMkLst>
          <pc:docMk/>
          <pc:sldMk cId="3091562051" sldId="271"/>
        </pc:sldMkLst>
      </pc:sldChg>
      <pc:sldChg chg="add">
        <pc:chgData name="Caio Lopes de Souza" userId="789867f68e027fd0" providerId="LiveId" clId="{E033AB76-9CCE-499E-8A0F-8D4A6BE31F94}" dt="2026-10-29T19:00:39.175" v="6685"/>
        <pc:sldMkLst>
          <pc:docMk/>
          <pc:sldMk cId="19662367" sldId="286"/>
        </pc:sldMkLst>
      </pc:sldChg>
      <pc:sldChg chg="addSp delSp modSp add mod ord">
        <pc:chgData name="Caio Lopes de Souza" userId="789867f68e027fd0" providerId="LiveId" clId="{E033AB76-9CCE-499E-8A0F-8D4A6BE31F94}" dt="2026-10-29T11:54:24.557" v="3175"/>
        <pc:sldMkLst>
          <pc:docMk/>
          <pc:sldMk cId="2433581015" sldId="359"/>
        </pc:sldMkLst>
        <pc:spChg chg="mod">
          <ac:chgData name="Caio Lopes de Souza" userId="789867f68e027fd0" providerId="LiveId" clId="{E033AB76-9CCE-499E-8A0F-8D4A6BE31F94}" dt="2026-10-29T00:31:29.918" v="3082" actId="20577"/>
          <ac:spMkLst>
            <pc:docMk/>
            <pc:sldMk cId="2433581015" sldId="359"/>
            <ac:spMk id="2" creationId="{8738AEC0-D90D-8C98-68CC-ABE455AD7CCC}"/>
          </ac:spMkLst>
        </pc:spChg>
        <pc:spChg chg="mod">
          <ac:chgData name="Caio Lopes de Souza" userId="789867f68e027fd0" providerId="LiveId" clId="{E033AB76-9CCE-499E-8A0F-8D4A6BE31F94}" dt="2026-10-29T11:53:44.785" v="3166" actId="20577"/>
          <ac:spMkLst>
            <pc:docMk/>
            <pc:sldMk cId="2433581015" sldId="359"/>
            <ac:spMk id="3" creationId="{D7FF019F-CF36-0895-6166-0DB1423473A3}"/>
          </ac:spMkLst>
        </pc:spChg>
        <pc:spChg chg="add del mod">
          <ac:chgData name="Caio Lopes de Souza" userId="789867f68e027fd0" providerId="LiveId" clId="{E033AB76-9CCE-499E-8A0F-8D4A6BE31F94}" dt="2026-10-29T11:54:24.557" v="3175"/>
          <ac:spMkLst>
            <pc:docMk/>
            <pc:sldMk cId="2433581015" sldId="359"/>
            <ac:spMk id="4" creationId="{CFF86BD0-4C0A-0B7A-922F-E67F4B4B1C91}"/>
          </ac:spMkLst>
        </pc:spChg>
        <pc:spChg chg="mod">
          <ac:chgData name="Caio Lopes de Souza" userId="789867f68e027fd0" providerId="LiveId" clId="{E033AB76-9CCE-499E-8A0F-8D4A6BE31F94}" dt="2026-10-29T11:54:17.205" v="3171" actId="14100"/>
          <ac:spMkLst>
            <pc:docMk/>
            <pc:sldMk cId="2433581015" sldId="359"/>
            <ac:spMk id="9" creationId="{F37F223C-FA98-AF51-4F49-5EE1BEED39C2}"/>
          </ac:spMkLst>
        </pc:spChg>
        <pc:spChg chg="mod">
          <ac:chgData name="Caio Lopes de Souza" userId="789867f68e027fd0" providerId="LiveId" clId="{E033AB76-9CCE-499E-8A0F-8D4A6BE31F94}" dt="2026-10-29T11:54:21.996" v="3172" actId="1076"/>
          <ac:spMkLst>
            <pc:docMk/>
            <pc:sldMk cId="2433581015" sldId="359"/>
            <ac:spMk id="10" creationId="{66BA2541-1B2E-5EC8-56B0-BE6117CB1125}"/>
          </ac:spMkLst>
        </pc:spChg>
        <pc:spChg chg="mod">
          <ac:chgData name="Caio Lopes de Souza" userId="789867f68e027fd0" providerId="LiveId" clId="{E033AB76-9CCE-499E-8A0F-8D4A6BE31F94}" dt="2026-10-29T00:31:29.751" v="3080" actId="20577"/>
          <ac:spMkLst>
            <pc:docMk/>
            <pc:sldMk cId="2433581015" sldId="359"/>
            <ac:spMk id="14" creationId="{FC7FE387-343E-CEC7-6ECC-567E17A242FA}"/>
          </ac:spMkLst>
        </pc:spChg>
        <pc:spChg chg="mod">
          <ac:chgData name="Caio Lopes de Souza" userId="789867f68e027fd0" providerId="LiveId" clId="{E033AB76-9CCE-499E-8A0F-8D4A6BE31F94}" dt="2026-10-29T00:31:29.694" v="3079" actId="20577"/>
          <ac:spMkLst>
            <pc:docMk/>
            <pc:sldMk cId="2433581015" sldId="359"/>
            <ac:spMk id="16" creationId="{5264115A-D9D1-0883-23C1-2ADD05EA4DD5}"/>
          </ac:spMkLst>
        </pc:spChg>
        <pc:graphicFrameChg chg="mod modGraphic">
          <ac:chgData name="Caio Lopes de Souza" userId="789867f68e027fd0" providerId="LiveId" clId="{E033AB76-9CCE-499E-8A0F-8D4A6BE31F94}" dt="2026-10-29T11:54:21.996" v="3172" actId="1076"/>
          <ac:graphicFrameMkLst>
            <pc:docMk/>
            <pc:sldMk cId="2433581015" sldId="359"/>
            <ac:graphicFrameMk id="15" creationId="{80B7D2D6-16AA-629C-3296-9BDAF6CCFC2B}"/>
          </ac:graphicFrameMkLst>
        </pc:graphicFrameChg>
      </pc:sldChg>
      <pc:sldChg chg="addSp delSp modSp add mod">
        <pc:chgData name="Caio Lopes de Souza" userId="789867f68e027fd0" providerId="LiveId" clId="{E033AB76-9CCE-499E-8A0F-8D4A6BE31F94}" dt="2026-10-30T13:09:30.781" v="9910" actId="22"/>
        <pc:sldMkLst>
          <pc:docMk/>
          <pc:sldMk cId="1294524841" sldId="396"/>
        </pc:sldMkLst>
        <pc:spChg chg="mod">
          <ac:chgData name="Caio Lopes de Souza" userId="789867f68e027fd0" providerId="LiveId" clId="{E033AB76-9CCE-499E-8A0F-8D4A6BE31F94}" dt="2026-10-30T12:25:50.975" v="9077" actId="20577"/>
          <ac:spMkLst>
            <pc:docMk/>
            <pc:sldMk cId="1294524841" sldId="396"/>
            <ac:spMk id="8" creationId="{6CF4DE33-DFFC-F7E3-44FF-A2EA8E0F982C}"/>
          </ac:spMkLst>
        </pc:spChg>
        <pc:spChg chg="add">
          <ac:chgData name="Caio Lopes de Souza" userId="789867f68e027fd0" providerId="LiveId" clId="{E033AB76-9CCE-499E-8A0F-8D4A6BE31F94}" dt="2026-10-30T13:09:30.781" v="9910" actId="22"/>
          <ac:spMkLst>
            <pc:docMk/>
            <pc:sldMk cId="1294524841" sldId="396"/>
            <ac:spMk id="10" creationId="{575BF168-F7F7-0293-2FB9-F89DC83ED487}"/>
          </ac:spMkLst>
        </pc:spChg>
        <pc:graphicFrameChg chg="modGraphic">
          <ac:chgData name="Caio Lopes de Souza" userId="789867f68e027fd0" providerId="LiveId" clId="{E033AB76-9CCE-499E-8A0F-8D4A6BE31F94}" dt="2026-10-30T12:25:46.034" v="8977" actId="207"/>
          <ac:graphicFrameMkLst>
            <pc:docMk/>
            <pc:sldMk cId="1294524841" sldId="396"/>
            <ac:graphicFrameMk id="2" creationId="{0EA208CE-3EB6-94F1-595B-32D63F079528}"/>
          </ac:graphicFrameMkLst>
        </pc:graphicFrameChg>
        <pc:graphicFrameChg chg="modGraphic">
          <ac:chgData name="Caio Lopes de Souza" userId="789867f68e027fd0" providerId="LiveId" clId="{E033AB76-9CCE-499E-8A0F-8D4A6BE31F94}" dt="2026-10-30T12:25:50.885" v="9076" actId="207"/>
          <ac:graphicFrameMkLst>
            <pc:docMk/>
            <pc:sldMk cId="1294524841" sldId="396"/>
            <ac:graphicFrameMk id="3" creationId="{44EED58A-4A8C-CC1A-5462-0A6962E22F76}"/>
          </ac:graphicFrameMkLst>
        </pc:graphicFrameChg>
        <pc:graphicFrameChg chg="del">
          <ac:chgData name="Caio Lopes de Souza" userId="789867f68e027fd0" providerId="LiveId" clId="{E033AB76-9CCE-499E-8A0F-8D4A6BE31F94}" dt="2026-10-30T12:25:36.909" v="8826"/>
          <ac:graphicFrameMkLst>
            <pc:docMk/>
            <pc:sldMk cId="1294524841" sldId="396"/>
            <ac:graphicFrameMk id="4" creationId="{00000000-0000-0000-0000-000000000000}"/>
          </ac:graphicFrameMkLst>
        </pc:graphicFrameChg>
        <pc:graphicFrameChg chg="add mod ord">
          <ac:chgData name="Caio Lopes de Souza" userId="789867f68e027fd0" providerId="LiveId" clId="{E033AB76-9CCE-499E-8A0F-8D4A6BE31F94}" dt="2026-10-30T12:25:37.100" v="8833"/>
          <ac:graphicFrameMkLst>
            <pc:docMk/>
            <pc:sldMk cId="1294524841" sldId="396"/>
            <ac:graphicFrameMk id="5" creationId="{1D108BFD-56E8-EBC0-AC25-359F25A31CC1}"/>
          </ac:graphicFrameMkLst>
        </pc:graphicFrameChg>
      </pc:sldChg>
      <pc:sldChg chg="del">
        <pc:chgData name="Caio Lopes de Souza" userId="789867f68e027fd0" providerId="LiveId" clId="{E033AB76-9CCE-499E-8A0F-8D4A6BE31F94}" dt="2026-10-29T13:27:03.875" v="4215" actId="47"/>
        <pc:sldMkLst>
          <pc:docMk/>
          <pc:sldMk cId="2034593375" sldId="445"/>
        </pc:sldMkLst>
      </pc:sldChg>
      <pc:sldChg chg="delSp modSp add mod">
        <pc:chgData name="Caio Lopes de Souza" userId="789867f68e027fd0" providerId="LiveId" clId="{E033AB76-9CCE-499E-8A0F-8D4A6BE31F94}" dt="2026-10-29T19:35:49.483" v="6862" actId="478"/>
        <pc:sldMkLst>
          <pc:docMk/>
          <pc:sldMk cId="3188260402" sldId="445"/>
        </pc:sldMkLst>
        <pc:spChg chg="mod">
          <ac:chgData name="Caio Lopes de Souza" userId="789867f68e027fd0" providerId="LiveId" clId="{E033AB76-9CCE-499E-8A0F-8D4A6BE31F94}" dt="2026-10-29T19:35:34.887" v="6860" actId="207"/>
          <ac:spMkLst>
            <pc:docMk/>
            <pc:sldMk cId="3188260402" sldId="445"/>
            <ac:spMk id="4" creationId="{6DD5C59C-17E1-429D-BB9A-86D24C20C834}"/>
          </ac:spMkLst>
        </pc:spChg>
        <pc:spChg chg="mod">
          <ac:chgData name="Caio Lopes de Souza" userId="789867f68e027fd0" providerId="LiveId" clId="{E033AB76-9CCE-499E-8A0F-8D4A6BE31F94}" dt="2026-10-29T19:35:34.887" v="6860" actId="207"/>
          <ac:spMkLst>
            <pc:docMk/>
            <pc:sldMk cId="3188260402" sldId="445"/>
            <ac:spMk id="5" creationId="{84333F6F-1884-41BE-A828-EB7BCA0C6429}"/>
          </ac:spMkLst>
        </pc:spChg>
        <pc:spChg chg="mod">
          <ac:chgData name="Caio Lopes de Souza" userId="789867f68e027fd0" providerId="LiveId" clId="{E033AB76-9CCE-499E-8A0F-8D4A6BE31F94}" dt="2026-10-29T19:35:34.887" v="6860" actId="207"/>
          <ac:spMkLst>
            <pc:docMk/>
            <pc:sldMk cId="3188260402" sldId="445"/>
            <ac:spMk id="19" creationId="{820C17D6-3D49-4CCF-81C3-6821B5511725}"/>
          </ac:spMkLst>
        </pc:spChg>
        <pc:spChg chg="mod">
          <ac:chgData name="Caio Lopes de Souza" userId="789867f68e027fd0" providerId="LiveId" clId="{E033AB76-9CCE-499E-8A0F-8D4A6BE31F94}" dt="2026-10-29T19:35:34.887" v="6860" actId="207"/>
          <ac:spMkLst>
            <pc:docMk/>
            <pc:sldMk cId="3188260402" sldId="445"/>
            <ac:spMk id="20" creationId="{6AA38401-CCD5-413F-8D2C-8F9AE9156E5E}"/>
          </ac:spMkLst>
        </pc:spChg>
        <pc:spChg chg="mod">
          <ac:chgData name="Caio Lopes de Souza" userId="789867f68e027fd0" providerId="LiveId" clId="{E033AB76-9CCE-499E-8A0F-8D4A6BE31F94}" dt="2026-10-29T19:35:38.147" v="6861" actId="207"/>
          <ac:spMkLst>
            <pc:docMk/>
            <pc:sldMk cId="3188260402" sldId="445"/>
            <ac:spMk id="23" creationId="{694F03AB-7A5A-455E-9F05-EF263195A242}"/>
          </ac:spMkLst>
        </pc:spChg>
        <pc:graphicFrameChg chg="del">
          <ac:chgData name="Caio Lopes de Souza" userId="789867f68e027fd0" providerId="LiveId" clId="{E033AB76-9CCE-499E-8A0F-8D4A6BE31F94}" dt="2026-10-29T19:35:49.483" v="6862" actId="478"/>
          <ac:graphicFrameMkLst>
            <pc:docMk/>
            <pc:sldMk cId="3188260402" sldId="445"/>
            <ac:graphicFrameMk id="14" creationId="{1A174171-6F77-42F2-C710-EE3D5ADC9B9C}"/>
          </ac:graphicFrameMkLst>
        </pc:graphicFrameChg>
      </pc:sldChg>
      <pc:sldChg chg="modSp add">
        <pc:chgData name="Caio Lopes de Souza" userId="789867f68e027fd0" providerId="LiveId" clId="{E033AB76-9CCE-499E-8A0F-8D4A6BE31F94}" dt="2026-10-29T19:32:24.133" v="6811"/>
        <pc:sldMkLst>
          <pc:docMk/>
          <pc:sldMk cId="4098401609" sldId="512"/>
        </pc:sldMkLst>
        <pc:spChg chg="mod">
          <ac:chgData name="Caio Lopes de Souza" userId="789867f68e027fd0" providerId="LiveId" clId="{E033AB76-9CCE-499E-8A0F-8D4A6BE31F94}" dt="2026-10-29T19:32:24.133" v="6811"/>
          <ac:spMkLst>
            <pc:docMk/>
            <pc:sldMk cId="4098401609" sldId="512"/>
            <ac:spMk id="2" creationId="{17F1C652-5EFF-69FD-C878-B15EEB094E0F}"/>
          </ac:spMkLst>
        </pc:spChg>
        <pc:spChg chg="mod">
          <ac:chgData name="Caio Lopes de Souza" userId="789867f68e027fd0" providerId="LiveId" clId="{E033AB76-9CCE-499E-8A0F-8D4A6BE31F94}" dt="2026-10-29T19:32:24.133" v="6811"/>
          <ac:spMkLst>
            <pc:docMk/>
            <pc:sldMk cId="4098401609" sldId="512"/>
            <ac:spMk id="3" creationId="{6896CF54-875B-894A-77C8-E8766B9C3C82}"/>
          </ac:spMkLst>
        </pc:spChg>
      </pc:sldChg>
      <pc:sldChg chg="addSp modSp add mod">
        <pc:chgData name="Caio Lopes de Souza" userId="789867f68e027fd0" providerId="LiveId" clId="{E033AB76-9CCE-499E-8A0F-8D4A6BE31F94}" dt="2026-10-30T12:39:21.452" v="9800" actId="14100"/>
        <pc:sldMkLst>
          <pc:docMk/>
          <pc:sldMk cId="39559849" sldId="513"/>
        </pc:sldMkLst>
        <pc:spChg chg="mod">
          <ac:chgData name="Caio Lopes de Souza" userId="789867f68e027fd0" providerId="LiveId" clId="{E033AB76-9CCE-499E-8A0F-8D4A6BE31F94}" dt="2026-10-29T19:32:24.660" v="6812"/>
          <ac:spMkLst>
            <pc:docMk/>
            <pc:sldMk cId="39559849" sldId="513"/>
            <ac:spMk id="2" creationId="{17F1C652-5EFF-69FD-C878-B15EEB094E0F}"/>
          </ac:spMkLst>
        </pc:spChg>
        <pc:spChg chg="mod">
          <ac:chgData name="Caio Lopes de Souza" userId="789867f68e027fd0" providerId="LiveId" clId="{E033AB76-9CCE-499E-8A0F-8D4A6BE31F94}" dt="2026-10-29T19:32:24.660" v="6812"/>
          <ac:spMkLst>
            <pc:docMk/>
            <pc:sldMk cId="39559849" sldId="513"/>
            <ac:spMk id="3" creationId="{6896CF54-875B-894A-77C8-E8766B9C3C82}"/>
          </ac:spMkLst>
        </pc:spChg>
        <pc:spChg chg="add mod">
          <ac:chgData name="Caio Lopes de Souza" userId="789867f68e027fd0" providerId="LiveId" clId="{E033AB76-9CCE-499E-8A0F-8D4A6BE31F94}" dt="2026-10-30T12:39:21.452" v="9800" actId="14100"/>
          <ac:spMkLst>
            <pc:docMk/>
            <pc:sldMk cId="39559849" sldId="513"/>
            <ac:spMk id="5" creationId="{8666C9F0-703C-789F-BB4E-08B1A272CB9A}"/>
          </ac:spMkLst>
        </pc:spChg>
      </pc:sldChg>
      <pc:sldChg chg="modSp add">
        <pc:chgData name="Caio Lopes de Souza" userId="789867f68e027fd0" providerId="LiveId" clId="{E033AB76-9CCE-499E-8A0F-8D4A6BE31F94}" dt="2026-10-29T19:32:25.217" v="6813"/>
        <pc:sldMkLst>
          <pc:docMk/>
          <pc:sldMk cId="2742125323" sldId="514"/>
        </pc:sldMkLst>
        <pc:spChg chg="mod">
          <ac:chgData name="Caio Lopes de Souza" userId="789867f68e027fd0" providerId="LiveId" clId="{E033AB76-9CCE-499E-8A0F-8D4A6BE31F94}" dt="2026-10-29T19:32:25.217" v="6813"/>
          <ac:spMkLst>
            <pc:docMk/>
            <pc:sldMk cId="2742125323" sldId="514"/>
            <ac:spMk id="2" creationId="{17F1C652-5EFF-69FD-C878-B15EEB094E0F}"/>
          </ac:spMkLst>
        </pc:spChg>
        <pc:spChg chg="mod">
          <ac:chgData name="Caio Lopes de Souza" userId="789867f68e027fd0" providerId="LiveId" clId="{E033AB76-9CCE-499E-8A0F-8D4A6BE31F94}" dt="2026-10-29T19:32:25.217" v="6813"/>
          <ac:spMkLst>
            <pc:docMk/>
            <pc:sldMk cId="2742125323" sldId="514"/>
            <ac:spMk id="3" creationId="{6896CF54-875B-894A-77C8-E8766B9C3C82}"/>
          </ac:spMkLst>
        </pc:spChg>
      </pc:sldChg>
      <pc:sldChg chg="modSp">
        <pc:chgData name="Caio Lopes de Souza" userId="789867f68e027fd0" providerId="LiveId" clId="{E033AB76-9CCE-499E-8A0F-8D4A6BE31F94}" dt="2026-10-29T19:32:21.286" v="6808"/>
        <pc:sldMkLst>
          <pc:docMk/>
          <pc:sldMk cId="1778755546" sldId="617"/>
        </pc:sldMkLst>
        <pc:spChg chg="mod">
          <ac:chgData name="Caio Lopes de Souza" userId="789867f68e027fd0" providerId="LiveId" clId="{E033AB76-9CCE-499E-8A0F-8D4A6BE31F94}" dt="2026-10-29T19:32:21.286" v="6808"/>
          <ac:spMkLst>
            <pc:docMk/>
            <pc:sldMk cId="1778755546" sldId="617"/>
            <ac:spMk id="2" creationId="{12F0A37C-B539-582F-3DFC-ADE5EA09AB03}"/>
          </ac:spMkLst>
        </pc:spChg>
        <pc:spChg chg="mod">
          <ac:chgData name="Caio Lopes de Souza" userId="789867f68e027fd0" providerId="LiveId" clId="{E033AB76-9CCE-499E-8A0F-8D4A6BE31F94}" dt="2026-10-29T19:32:21.286" v="6808"/>
          <ac:spMkLst>
            <pc:docMk/>
            <pc:sldMk cId="1778755546" sldId="617"/>
            <ac:spMk id="3" creationId="{9ED212BB-E7DE-D0F8-87B4-450CF84A2860}"/>
          </ac:spMkLst>
        </pc:spChg>
      </pc:sldChg>
      <pc:sldChg chg="modSp mod">
        <pc:chgData name="Caio Lopes de Souza" userId="789867f68e027fd0" providerId="LiveId" clId="{E033AB76-9CCE-499E-8A0F-8D4A6BE31F94}" dt="2026-10-29T19:32:22.976" v="6809"/>
        <pc:sldMkLst>
          <pc:docMk/>
          <pc:sldMk cId="1439089763" sldId="618"/>
        </pc:sldMkLst>
        <pc:spChg chg="mod">
          <ac:chgData name="Caio Lopes de Souza" userId="789867f68e027fd0" providerId="LiveId" clId="{E033AB76-9CCE-499E-8A0F-8D4A6BE31F94}" dt="2026-10-29T19:32:22.976" v="6809"/>
          <ac:spMkLst>
            <pc:docMk/>
            <pc:sldMk cId="1439089763" sldId="618"/>
            <ac:spMk id="2" creationId="{12F0A37C-B539-582F-3DFC-ADE5EA09AB03}"/>
          </ac:spMkLst>
        </pc:spChg>
        <pc:spChg chg="mod">
          <ac:chgData name="Caio Lopes de Souza" userId="789867f68e027fd0" providerId="LiveId" clId="{E033AB76-9CCE-499E-8A0F-8D4A6BE31F94}" dt="2026-10-29T19:32:22.976" v="6809"/>
          <ac:spMkLst>
            <pc:docMk/>
            <pc:sldMk cId="1439089763" sldId="618"/>
            <ac:spMk id="3" creationId="{9ED212BB-E7DE-D0F8-87B4-450CF84A2860}"/>
          </ac:spMkLst>
        </pc:spChg>
      </pc:sldChg>
      <pc:sldChg chg="modSp mod">
        <pc:chgData name="Caio Lopes de Souza" userId="789867f68e027fd0" providerId="LiveId" clId="{E033AB76-9CCE-499E-8A0F-8D4A6BE31F94}" dt="2026-10-29T19:32:23.528" v="6810"/>
        <pc:sldMkLst>
          <pc:docMk/>
          <pc:sldMk cId="2587158442" sldId="619"/>
        </pc:sldMkLst>
        <pc:spChg chg="mod">
          <ac:chgData name="Caio Lopes de Souza" userId="789867f68e027fd0" providerId="LiveId" clId="{E033AB76-9CCE-499E-8A0F-8D4A6BE31F94}" dt="2026-10-29T19:32:23.528" v="6810"/>
          <ac:spMkLst>
            <pc:docMk/>
            <pc:sldMk cId="2587158442" sldId="619"/>
            <ac:spMk id="2" creationId="{12F0A37C-B539-582F-3DFC-ADE5EA09AB03}"/>
          </ac:spMkLst>
        </pc:spChg>
        <pc:spChg chg="mod">
          <ac:chgData name="Caio Lopes de Souza" userId="789867f68e027fd0" providerId="LiveId" clId="{E033AB76-9CCE-499E-8A0F-8D4A6BE31F94}" dt="2026-10-29T19:32:23.528" v="6810"/>
          <ac:spMkLst>
            <pc:docMk/>
            <pc:sldMk cId="2587158442" sldId="619"/>
            <ac:spMk id="3" creationId="{9ED212BB-E7DE-D0F8-87B4-450CF84A2860}"/>
          </ac:spMkLst>
        </pc:spChg>
      </pc:sldChg>
      <pc:sldChg chg="addSp modSp mod">
        <pc:chgData name="Caio Lopes de Souza" userId="789867f68e027fd0" providerId="LiveId" clId="{E033AB76-9CCE-499E-8A0F-8D4A6BE31F94}" dt="2026-10-30T13:08:41.412" v="9889" actId="403"/>
        <pc:sldMkLst>
          <pc:docMk/>
          <pc:sldMk cId="2822656042" sldId="620"/>
        </pc:sldMkLst>
        <pc:spChg chg="mod">
          <ac:chgData name="Caio Lopes de Souza" userId="789867f68e027fd0" providerId="LiveId" clId="{E033AB76-9CCE-499E-8A0F-8D4A6BE31F94}" dt="2026-10-30T12:16:17.986" v="8436" actId="20577"/>
          <ac:spMkLst>
            <pc:docMk/>
            <pc:sldMk cId="2822656042" sldId="620"/>
            <ac:spMk id="2" creationId="{5593AA0E-F57B-05C8-7428-66E3B2E5E100}"/>
          </ac:spMkLst>
        </pc:spChg>
        <pc:spChg chg="add mod">
          <ac:chgData name="Caio Lopes de Souza" userId="789867f68e027fd0" providerId="LiveId" clId="{E033AB76-9CCE-499E-8A0F-8D4A6BE31F94}" dt="2026-10-30T13:08:41.412" v="9889" actId="403"/>
          <ac:spMkLst>
            <pc:docMk/>
            <pc:sldMk cId="2822656042" sldId="620"/>
            <ac:spMk id="5" creationId="{5A7925C1-1008-5F4F-7FDE-857E73A643DF}"/>
          </ac:spMkLst>
        </pc:spChg>
        <pc:spChg chg="mod">
          <ac:chgData name="Caio Lopes de Souza" userId="789867f68e027fd0" providerId="LiveId" clId="{E033AB76-9CCE-499E-8A0F-8D4A6BE31F94}" dt="2026-10-30T12:16:18.095" v="8437" actId="20577"/>
          <ac:spMkLst>
            <pc:docMk/>
            <pc:sldMk cId="2822656042" sldId="620"/>
            <ac:spMk id="13" creationId="{01907D8C-4E2D-B4FA-D610-0D6B8E5FF9AC}"/>
          </ac:spMkLst>
        </pc:spChg>
        <pc:graphicFrameChg chg="modGraphic">
          <ac:chgData name="Caio Lopes de Souza" userId="789867f68e027fd0" providerId="LiveId" clId="{E033AB76-9CCE-499E-8A0F-8D4A6BE31F94}" dt="2026-10-30T12:17:06.019" v="8815" actId="207"/>
          <ac:graphicFrameMkLst>
            <pc:docMk/>
            <pc:sldMk cId="2822656042" sldId="620"/>
            <ac:graphicFrameMk id="3" creationId="{2A4A6289-67EB-34F0-9B5D-618989399BC6}"/>
          </ac:graphicFrameMkLst>
        </pc:graphicFrameChg>
      </pc:sldChg>
      <pc:sldChg chg="addSp delSp modSp mod">
        <pc:chgData name="Caio Lopes de Souza" userId="789867f68e027fd0" providerId="LiveId" clId="{E033AB76-9CCE-499E-8A0F-8D4A6BE31F94}" dt="2026-10-30T13:08:44.680" v="9890" actId="22"/>
        <pc:sldMkLst>
          <pc:docMk/>
          <pc:sldMk cId="3334696801" sldId="621"/>
        </pc:sldMkLst>
        <pc:spChg chg="add">
          <ac:chgData name="Caio Lopes de Souza" userId="789867f68e027fd0" providerId="LiveId" clId="{E033AB76-9CCE-499E-8A0F-8D4A6BE31F94}" dt="2026-10-30T13:08:44.680" v="9890" actId="22"/>
          <ac:spMkLst>
            <pc:docMk/>
            <pc:sldMk cId="3334696801" sldId="621"/>
            <ac:spMk id="3" creationId="{3087CC25-9936-1811-9C62-6D08955C6D85}"/>
          </ac:spMkLst>
        </pc:spChg>
        <pc:spChg chg="mod">
          <ac:chgData name="Caio Lopes de Souza" userId="789867f68e027fd0" providerId="LiveId" clId="{E033AB76-9CCE-499E-8A0F-8D4A6BE31F94}" dt="2026-10-29T20:13:47.332" v="7254" actId="20577"/>
          <ac:spMkLst>
            <pc:docMk/>
            <pc:sldMk cId="3334696801" sldId="621"/>
            <ac:spMk id="5" creationId="{93DEFA00-3DCF-15E7-C031-F3EA0238FFF7}"/>
          </ac:spMkLst>
        </pc:spChg>
        <pc:spChg chg="mod">
          <ac:chgData name="Caio Lopes de Souza" userId="789867f68e027fd0" providerId="LiveId" clId="{E033AB76-9CCE-499E-8A0F-8D4A6BE31F94}" dt="2026-10-29T20:13:57.041" v="7255" actId="20577"/>
          <ac:spMkLst>
            <pc:docMk/>
            <pc:sldMk cId="3334696801" sldId="621"/>
            <ac:spMk id="13" creationId="{7A15FC29-3C7B-A795-0FA3-C517455DD736}"/>
          </ac:spMkLst>
        </pc:spChg>
        <pc:graphicFrameChg chg="del mod">
          <ac:chgData name="Caio Lopes de Souza" userId="789867f68e027fd0" providerId="LiveId" clId="{E033AB76-9CCE-499E-8A0F-8D4A6BE31F94}" dt="2026-10-29T19:52:43.201" v="7059"/>
          <ac:graphicFrameMkLst>
            <pc:docMk/>
            <pc:sldMk cId="3334696801" sldId="621"/>
            <ac:graphicFrameMk id="2" creationId="{0A541BF4-E6F5-0943-9D15-BB5ECDBF70B4}"/>
          </ac:graphicFrameMkLst>
        </pc:graphicFrameChg>
        <pc:graphicFrameChg chg="add del mod ord">
          <ac:chgData name="Caio Lopes de Souza" userId="789867f68e027fd0" providerId="LiveId" clId="{E033AB76-9CCE-499E-8A0F-8D4A6BE31F94}" dt="2026-10-29T19:53:48.467" v="7080"/>
          <ac:graphicFrameMkLst>
            <pc:docMk/>
            <pc:sldMk cId="3334696801" sldId="621"/>
            <ac:graphicFrameMk id="3" creationId="{FD0B5D28-903B-3EB9-E070-E1117E4CED71}"/>
          </ac:graphicFrameMkLst>
        </pc:graphicFrameChg>
        <pc:graphicFrameChg chg="modGraphic">
          <ac:chgData name="Caio Lopes de Souza" userId="789867f68e027fd0" providerId="LiveId" clId="{E033AB76-9CCE-499E-8A0F-8D4A6BE31F94}" dt="2026-10-29T20:20:19.888" v="7256" actId="14100"/>
          <ac:graphicFrameMkLst>
            <pc:docMk/>
            <pc:sldMk cId="3334696801" sldId="621"/>
            <ac:graphicFrameMk id="4" creationId="{3AED8CB2-5E53-58A6-D00F-EBE771ACD30B}"/>
          </ac:graphicFrameMkLst>
        </pc:graphicFrameChg>
        <pc:graphicFrameChg chg="add mod ord">
          <ac:chgData name="Caio Lopes de Souza" userId="789867f68e027fd0" providerId="LiveId" clId="{E033AB76-9CCE-499E-8A0F-8D4A6BE31F94}" dt="2026-10-29T19:53:48.521" v="7081"/>
          <ac:graphicFrameMkLst>
            <pc:docMk/>
            <pc:sldMk cId="3334696801" sldId="621"/>
            <ac:graphicFrameMk id="7" creationId="{C6E87CFB-FD32-386A-0C07-9AFBBAD49BB0}"/>
          </ac:graphicFrameMkLst>
        </pc:graphicFrameChg>
      </pc:sldChg>
      <pc:sldChg chg="addSp delSp modSp mod">
        <pc:chgData name="Caio Lopes de Souza" userId="789867f68e027fd0" providerId="LiveId" clId="{E033AB76-9CCE-499E-8A0F-8D4A6BE31F94}" dt="2026-10-30T13:08:49.542" v="9894" actId="22"/>
        <pc:sldMkLst>
          <pc:docMk/>
          <pc:sldMk cId="2290314804" sldId="622"/>
        </pc:sldMkLst>
        <pc:spChg chg="mod">
          <ac:chgData name="Caio Lopes de Souza" userId="789867f68e027fd0" providerId="LiveId" clId="{E033AB76-9CCE-499E-8A0F-8D4A6BE31F94}" dt="2026-10-28T22:46:25.320" v="2493" actId="207"/>
          <ac:spMkLst>
            <pc:docMk/>
            <pc:sldMk cId="2290314804" sldId="622"/>
            <ac:spMk id="2" creationId="{00000000-0000-0000-0000-000000000000}"/>
          </ac:spMkLst>
        </pc:spChg>
        <pc:spChg chg="mod">
          <ac:chgData name="Caio Lopes de Souza" userId="789867f68e027fd0" providerId="LiveId" clId="{E033AB76-9CCE-499E-8A0F-8D4A6BE31F94}" dt="2026-10-28T22:38:26.676" v="2423" actId="20577"/>
          <ac:spMkLst>
            <pc:docMk/>
            <pc:sldMk cId="2290314804" sldId="622"/>
            <ac:spMk id="3" creationId="{F03016C5-25C3-487A-A063-9D5AE9126411}"/>
          </ac:spMkLst>
        </pc:spChg>
        <pc:spChg chg="add del mod">
          <ac:chgData name="Caio Lopes de Souza" userId="789867f68e027fd0" providerId="LiveId" clId="{E033AB76-9CCE-499E-8A0F-8D4A6BE31F94}" dt="2026-10-30T13:08:47.360" v="9893"/>
          <ac:spMkLst>
            <pc:docMk/>
            <pc:sldMk cId="2290314804" sldId="622"/>
            <ac:spMk id="4" creationId="{FB9030DA-B9CB-364A-1F39-124CC0652A35}"/>
          </ac:spMkLst>
        </pc:spChg>
        <pc:spChg chg="mod">
          <ac:chgData name="Caio Lopes de Souza" userId="789867f68e027fd0" providerId="LiveId" clId="{E033AB76-9CCE-499E-8A0F-8D4A6BE31F94}" dt="2026-10-28T22:35:39.310" v="2406" actId="20577"/>
          <ac:spMkLst>
            <pc:docMk/>
            <pc:sldMk cId="2290314804" sldId="622"/>
            <ac:spMk id="5" creationId="{F03016C5-25C3-487A-A063-9D5AE9126411}"/>
          </ac:spMkLst>
        </pc:spChg>
        <pc:spChg chg="add">
          <ac:chgData name="Caio Lopes de Souza" userId="789867f68e027fd0" providerId="LiveId" clId="{E033AB76-9CCE-499E-8A0F-8D4A6BE31F94}" dt="2026-10-30T13:08:49.542" v="9894" actId="22"/>
          <ac:spMkLst>
            <pc:docMk/>
            <pc:sldMk cId="2290314804" sldId="622"/>
            <ac:spMk id="8" creationId="{BA4FDD14-D3E4-E421-613D-228BD7D25FCF}"/>
          </ac:spMkLst>
        </pc:spChg>
        <pc:spChg chg="mod">
          <ac:chgData name="Caio Lopes de Souza" userId="789867f68e027fd0" providerId="LiveId" clId="{E033AB76-9CCE-499E-8A0F-8D4A6BE31F94}" dt="2026-10-28T20:36:53.543" v="1875" actId="20577"/>
          <ac:spMkLst>
            <pc:docMk/>
            <pc:sldMk cId="2290314804" sldId="622"/>
            <ac:spMk id="13" creationId="{00000000-0000-0000-0000-000000000000}"/>
          </ac:spMkLst>
        </pc:spChg>
        <pc:spChg chg="mod">
          <ac:chgData name="Caio Lopes de Souza" userId="789867f68e027fd0" providerId="LiveId" clId="{E033AB76-9CCE-499E-8A0F-8D4A6BE31F94}" dt="2026-10-28T21:05:10.927" v="2363"/>
          <ac:spMkLst>
            <pc:docMk/>
            <pc:sldMk cId="2290314804" sldId="622"/>
            <ac:spMk id="14" creationId="{00000000-0000-0000-0000-000000000000}"/>
          </ac:spMkLst>
        </pc:spChg>
        <pc:spChg chg="mod">
          <ac:chgData name="Caio Lopes de Souza" userId="789867f68e027fd0" providerId="LiveId" clId="{E033AB76-9CCE-499E-8A0F-8D4A6BE31F94}" dt="2026-10-28T21:42:50.983" v="2379" actId="1076"/>
          <ac:spMkLst>
            <pc:docMk/>
            <pc:sldMk cId="2290314804" sldId="622"/>
            <ac:spMk id="36" creationId="{F03016C5-25C3-487A-A063-9D5AE9126411}"/>
          </ac:spMkLst>
        </pc:spChg>
        <pc:spChg chg="mod">
          <ac:chgData name="Caio Lopes de Souza" userId="789867f68e027fd0" providerId="LiveId" clId="{E033AB76-9CCE-499E-8A0F-8D4A6BE31F94}" dt="2026-10-28T21:42:50.983" v="2379" actId="1076"/>
          <ac:spMkLst>
            <pc:docMk/>
            <pc:sldMk cId="2290314804" sldId="622"/>
            <ac:spMk id="37" creationId="{00000000-0000-0000-0000-000000000000}"/>
          </ac:spMkLst>
        </pc:spChg>
        <pc:graphicFrameChg chg="mod">
          <ac:chgData name="Caio Lopes de Souza" userId="789867f68e027fd0" providerId="LiveId" clId="{E033AB76-9CCE-499E-8A0F-8D4A6BE31F94}" dt="2026-10-28T21:42:52.830" v="2380" actId="14100"/>
          <ac:graphicFrameMkLst>
            <pc:docMk/>
            <pc:sldMk cId="2290314804" sldId="622"/>
            <ac:graphicFrameMk id="6" creationId="{00000000-0008-0000-0000-000002000000}"/>
          </ac:graphicFrameMkLst>
        </pc:graphicFrameChg>
        <pc:graphicFrameChg chg="add mod">
          <ac:chgData name="Caio Lopes de Souza" userId="789867f68e027fd0" providerId="LiveId" clId="{E033AB76-9CCE-499E-8A0F-8D4A6BE31F94}" dt="2026-10-28T22:34:58.828" v="2404"/>
          <ac:graphicFrameMkLst>
            <pc:docMk/>
            <pc:sldMk cId="2290314804" sldId="622"/>
            <ac:graphicFrameMk id="10" creationId="{00000000-0008-0000-0000-000002000000}"/>
          </ac:graphicFrameMkLst>
        </pc:graphicFrameChg>
        <pc:graphicFrameChg chg="add mod ord">
          <ac:chgData name="Caio Lopes de Souza" userId="789867f68e027fd0" providerId="LiveId" clId="{E033AB76-9CCE-499E-8A0F-8D4A6BE31F94}" dt="2026-10-28T22:38:23.763" v="2422"/>
          <ac:graphicFrameMkLst>
            <pc:docMk/>
            <pc:sldMk cId="2290314804" sldId="622"/>
            <ac:graphicFrameMk id="16" creationId="{00000000-0008-0000-0000-000002000000}"/>
          </ac:graphicFrameMkLst>
        </pc:graphicFrameChg>
      </pc:sldChg>
      <pc:sldChg chg="addSp delSp modSp mod">
        <pc:chgData name="Caio Lopes de Souza" userId="789867f68e027fd0" providerId="LiveId" clId="{E033AB76-9CCE-499E-8A0F-8D4A6BE31F94}" dt="2026-10-30T13:08:51.892" v="9895" actId="22"/>
        <pc:sldMkLst>
          <pc:docMk/>
          <pc:sldMk cId="2328658653" sldId="623"/>
        </pc:sldMkLst>
        <pc:spChg chg="mod">
          <ac:chgData name="Caio Lopes de Souza" userId="789867f68e027fd0" providerId="LiveId" clId="{E033AB76-9CCE-499E-8A0F-8D4A6BE31F94}" dt="2026-10-28T23:21:26.480" v="2685" actId="113"/>
          <ac:spMkLst>
            <pc:docMk/>
            <pc:sldMk cId="2328658653" sldId="623"/>
            <ac:spMk id="2" creationId="{00000000-0000-0000-0000-000000000000}"/>
          </ac:spMkLst>
        </pc:spChg>
        <pc:spChg chg="mod">
          <ac:chgData name="Caio Lopes de Souza" userId="789867f68e027fd0" providerId="LiveId" clId="{E033AB76-9CCE-499E-8A0F-8D4A6BE31F94}" dt="2026-10-28T20:36:59.489" v="1877" actId="20577"/>
          <ac:spMkLst>
            <pc:docMk/>
            <pc:sldMk cId="2328658653" sldId="623"/>
            <ac:spMk id="13" creationId="{00000000-0000-0000-0000-000000000000}"/>
          </ac:spMkLst>
        </pc:spChg>
        <pc:spChg chg="mod">
          <ac:chgData name="Caio Lopes de Souza" userId="789867f68e027fd0" providerId="LiveId" clId="{E033AB76-9CCE-499E-8A0F-8D4A6BE31F94}" dt="2026-10-28T23:23:13.430" v="2708" actId="20577"/>
          <ac:spMkLst>
            <pc:docMk/>
            <pc:sldMk cId="2328658653" sldId="623"/>
            <ac:spMk id="14" creationId="{00000000-0000-0000-0000-000000000000}"/>
          </ac:spMkLst>
        </pc:spChg>
        <pc:spChg chg="mod">
          <ac:chgData name="Caio Lopes de Souza" userId="789867f68e027fd0" providerId="LiveId" clId="{E033AB76-9CCE-499E-8A0F-8D4A6BE31F94}" dt="2026-10-28T17:05:15.115" v="225" actId="20577"/>
          <ac:spMkLst>
            <pc:docMk/>
            <pc:sldMk cId="2328658653" sldId="623"/>
            <ac:spMk id="15" creationId="{00000000-0000-0000-0000-000000000000}"/>
          </ac:spMkLst>
        </pc:spChg>
        <pc:spChg chg="mod">
          <ac:chgData name="Caio Lopes de Souza" userId="789867f68e027fd0" providerId="LiveId" clId="{E033AB76-9CCE-499E-8A0F-8D4A6BE31F94}" dt="2026-10-28T22:41:55.759" v="2478" actId="20577"/>
          <ac:spMkLst>
            <pc:docMk/>
            <pc:sldMk cId="2328658653" sldId="623"/>
            <ac:spMk id="16" creationId="{F03016C5-25C3-487A-A063-9D5AE9126411}"/>
          </ac:spMkLst>
        </pc:spChg>
        <pc:spChg chg="add">
          <ac:chgData name="Caio Lopes de Souza" userId="789867f68e027fd0" providerId="LiveId" clId="{E033AB76-9CCE-499E-8A0F-8D4A6BE31F94}" dt="2026-10-30T13:08:51.892" v="9895" actId="22"/>
          <ac:spMkLst>
            <pc:docMk/>
            <pc:sldMk cId="2328658653" sldId="623"/>
            <ac:spMk id="23" creationId="{E34CF9E9-A3CA-E220-7E4F-15E82D686902}"/>
          </ac:spMkLst>
        </pc:spChg>
        <pc:graphicFrameChg chg="mod">
          <ac:chgData name="Caio Lopes de Souza" userId="789867f68e027fd0" providerId="LiveId" clId="{E033AB76-9CCE-499E-8A0F-8D4A6BE31F94}" dt="2026-10-28T22:41:33.014" v="2465" actId="14100"/>
          <ac:graphicFrameMkLst>
            <pc:docMk/>
            <pc:sldMk cId="2328658653" sldId="623"/>
            <ac:graphicFrameMk id="18" creationId="{00000000-0008-0000-0100-000002000000}"/>
          </ac:graphicFrameMkLst>
        </pc:graphicFrameChg>
        <pc:graphicFrameChg chg="mod">
          <ac:chgData name="Caio Lopes de Souza" userId="789867f68e027fd0" providerId="LiveId" clId="{E033AB76-9CCE-499E-8A0F-8D4A6BE31F94}" dt="2026-10-28T22:41:37.695" v="2467" actId="14100"/>
          <ac:graphicFrameMkLst>
            <pc:docMk/>
            <pc:sldMk cId="2328658653" sldId="623"/>
            <ac:graphicFrameMk id="19" creationId="{00000000-0008-0000-0200-000002000000}"/>
          </ac:graphicFrameMkLst>
        </pc:graphicFrameChg>
        <pc:graphicFrameChg chg="mod">
          <ac:chgData name="Caio Lopes de Souza" userId="789867f68e027fd0" providerId="LiveId" clId="{E033AB76-9CCE-499E-8A0F-8D4A6BE31F94}" dt="2026-10-28T22:42:43.252" v="2492"/>
          <ac:graphicFrameMkLst>
            <pc:docMk/>
            <pc:sldMk cId="2328658653" sldId="623"/>
            <ac:graphicFrameMk id="20" creationId="{00000000-0008-0000-0000-000002000000}"/>
          </ac:graphicFrameMkLst>
        </pc:graphicFrameChg>
        <pc:graphicFrameChg chg="mod">
          <ac:chgData name="Caio Lopes de Souza" userId="789867f68e027fd0" providerId="LiveId" clId="{E033AB76-9CCE-499E-8A0F-8D4A6BE31F94}" dt="2026-10-28T22:42:26.402" v="2490"/>
          <ac:graphicFrameMkLst>
            <pc:docMk/>
            <pc:sldMk cId="2328658653" sldId="623"/>
            <ac:graphicFrameMk id="21" creationId="{00000000-0008-0000-0300-000002000000}"/>
          </ac:graphicFrameMkLst>
        </pc:graphicFrameChg>
      </pc:sldChg>
      <pc:sldChg chg="addSp delSp modSp mod">
        <pc:chgData name="Caio Lopes de Souza" userId="789867f68e027fd0" providerId="LiveId" clId="{E033AB76-9CCE-499E-8A0F-8D4A6BE31F94}" dt="2026-10-30T13:33:09.888" v="9956" actId="20577"/>
        <pc:sldMkLst>
          <pc:docMk/>
          <pc:sldMk cId="372537520" sldId="624"/>
        </pc:sldMkLst>
        <pc:spChg chg="mod">
          <ac:chgData name="Caio Lopes de Souza" userId="789867f68e027fd0" providerId="LiveId" clId="{E033AB76-9CCE-499E-8A0F-8D4A6BE31F94}" dt="2026-10-28T23:26:50.897" v="2721" actId="947"/>
          <ac:spMkLst>
            <pc:docMk/>
            <pc:sldMk cId="372537520" sldId="624"/>
            <ac:spMk id="2" creationId="{00000000-0000-0000-0000-000000000000}"/>
          </ac:spMkLst>
        </pc:spChg>
        <pc:spChg chg="mod">
          <ac:chgData name="Caio Lopes de Souza" userId="789867f68e027fd0" providerId="LiveId" clId="{E033AB76-9CCE-499E-8A0F-8D4A6BE31F94}" dt="2026-10-28T13:04:39.043" v="30" actId="20577"/>
          <ac:spMkLst>
            <pc:docMk/>
            <pc:sldMk cId="372537520" sldId="624"/>
            <ac:spMk id="3" creationId="{F03016C5-25C3-487A-A063-9D5AE9126411}"/>
          </ac:spMkLst>
        </pc:spChg>
        <pc:spChg chg="add del mod">
          <ac:chgData name="Caio Lopes de Souza" userId="789867f68e027fd0" providerId="LiveId" clId="{E033AB76-9CCE-499E-8A0F-8D4A6BE31F94}" dt="2026-10-30T13:32:27.724" v="9945" actId="478"/>
          <ac:spMkLst>
            <pc:docMk/>
            <pc:sldMk cId="372537520" sldId="624"/>
            <ac:spMk id="8" creationId="{50BDE315-ECCC-96B8-88A2-E218FB90D4A0}"/>
          </ac:spMkLst>
        </pc:spChg>
        <pc:spChg chg="add">
          <ac:chgData name="Caio Lopes de Souza" userId="789867f68e027fd0" providerId="LiveId" clId="{E033AB76-9CCE-499E-8A0F-8D4A6BE31F94}" dt="2026-10-30T13:08:54.958" v="9896" actId="22"/>
          <ac:spMkLst>
            <pc:docMk/>
            <pc:sldMk cId="372537520" sldId="624"/>
            <ac:spMk id="10" creationId="{07FB5027-A9EE-79BF-B39A-3B686941E2A9}"/>
          </ac:spMkLst>
        </pc:spChg>
        <pc:spChg chg="mod">
          <ac:chgData name="Caio Lopes de Souza" userId="789867f68e027fd0" providerId="LiveId" clId="{E033AB76-9CCE-499E-8A0F-8D4A6BE31F94}" dt="2026-10-28T20:37:02.951" v="1878"/>
          <ac:spMkLst>
            <pc:docMk/>
            <pc:sldMk cId="372537520" sldId="624"/>
            <ac:spMk id="13" creationId="{00000000-0000-0000-0000-000000000000}"/>
          </ac:spMkLst>
        </pc:spChg>
        <pc:spChg chg="mod">
          <ac:chgData name="Caio Lopes de Souza" userId="789867f68e027fd0" providerId="LiveId" clId="{E033AB76-9CCE-499E-8A0F-8D4A6BE31F94}" dt="2026-10-28T23:41:49.160" v="2861" actId="20577"/>
          <ac:spMkLst>
            <pc:docMk/>
            <pc:sldMk cId="372537520" sldId="624"/>
            <ac:spMk id="14" creationId="{00000000-0000-0000-0000-000000000000}"/>
          </ac:spMkLst>
        </pc:spChg>
        <pc:spChg chg="mod">
          <ac:chgData name="Caio Lopes de Souza" userId="789867f68e027fd0" providerId="LiveId" clId="{E033AB76-9CCE-499E-8A0F-8D4A6BE31F94}" dt="2026-10-28T17:05:23.607" v="226" actId="20577"/>
          <ac:spMkLst>
            <pc:docMk/>
            <pc:sldMk cId="372537520" sldId="624"/>
            <ac:spMk id="15" creationId="{00000000-0000-0000-0000-000000000000}"/>
          </ac:spMkLst>
        </pc:spChg>
        <pc:spChg chg="mod">
          <ac:chgData name="Caio Lopes de Souza" userId="789867f68e027fd0" providerId="LiveId" clId="{E033AB76-9CCE-499E-8A0F-8D4A6BE31F94}" dt="2026-10-28T12:09:51.798" v="15" actId="20577"/>
          <ac:spMkLst>
            <pc:docMk/>
            <pc:sldMk cId="372537520" sldId="624"/>
            <ac:spMk id="37" creationId="{00000000-0000-0000-0000-000000000000}"/>
          </ac:spMkLst>
        </pc:spChg>
        <pc:spChg chg="mod">
          <ac:chgData name="Caio Lopes de Souza" userId="789867f68e027fd0" providerId="LiveId" clId="{E033AB76-9CCE-499E-8A0F-8D4A6BE31F94}" dt="2026-10-28T13:04:40.674" v="31" actId="20577"/>
          <ac:spMkLst>
            <pc:docMk/>
            <pc:sldMk cId="372537520" sldId="624"/>
            <ac:spMk id="38" creationId="{00000000-0000-0000-0000-000000000000}"/>
          </ac:spMkLst>
        </pc:spChg>
        <pc:spChg chg="del">
          <ac:chgData name="Caio Lopes de Souza" userId="789867f68e027fd0" providerId="LiveId" clId="{E033AB76-9CCE-499E-8A0F-8D4A6BE31F94}" dt="2026-10-29T21:20:27.502" v="7430" actId="478"/>
          <ac:spMkLst>
            <pc:docMk/>
            <pc:sldMk cId="372537520" sldId="624"/>
            <ac:spMk id="39" creationId="{00000000-0000-0000-0000-000000000000}"/>
          </ac:spMkLst>
        </pc:spChg>
        <pc:graphicFrameChg chg="add mod modGraphic">
          <ac:chgData name="Caio Lopes de Souza" userId="789867f68e027fd0" providerId="LiveId" clId="{E033AB76-9CCE-499E-8A0F-8D4A6BE31F94}" dt="2026-10-30T13:33:09.888" v="9956" actId="20577"/>
          <ac:graphicFrameMkLst>
            <pc:docMk/>
            <pc:sldMk cId="372537520" sldId="624"/>
            <ac:graphicFrameMk id="7" creationId="{B7EF3017-5264-32E5-FD2F-02130E004B46}"/>
          </ac:graphicFrameMkLst>
        </pc:graphicFrameChg>
        <pc:graphicFrameChg chg="add mod">
          <ac:chgData name="Caio Lopes de Souza" userId="789867f68e027fd0" providerId="LiveId" clId="{E033AB76-9CCE-499E-8A0F-8D4A6BE31F94}" dt="2026-10-28T22:48:19.732" v="2507" actId="14100"/>
          <ac:graphicFrameMkLst>
            <pc:docMk/>
            <pc:sldMk cId="372537520" sldId="624"/>
            <ac:graphicFrameMk id="9" creationId="{00000000-0008-0000-0000-000002000000}"/>
          </ac:graphicFrameMkLst>
        </pc:graphicFrameChg>
        <pc:graphicFrameChg chg="add mod">
          <ac:chgData name="Caio Lopes de Souza" userId="789867f68e027fd0" providerId="LiveId" clId="{E033AB76-9CCE-499E-8A0F-8D4A6BE31F94}" dt="2026-10-28T22:47:52.292" v="2503" actId="113"/>
          <ac:graphicFrameMkLst>
            <pc:docMk/>
            <pc:sldMk cId="372537520" sldId="624"/>
            <ac:graphicFrameMk id="11" creationId="{00000000-0008-0000-0300-000002000000}"/>
          </ac:graphicFrameMkLst>
        </pc:graphicFrameChg>
        <pc:graphicFrameChg chg="add mod">
          <ac:chgData name="Caio Lopes de Souza" userId="789867f68e027fd0" providerId="LiveId" clId="{E033AB76-9CCE-499E-8A0F-8D4A6BE31F94}" dt="2026-10-28T13:48:36.325" v="70"/>
          <ac:graphicFrameMkLst>
            <pc:docMk/>
            <pc:sldMk cId="372537520" sldId="624"/>
            <ac:graphicFrameMk id="16" creationId="{00000000-0008-0000-0200-000002000000}"/>
          </ac:graphicFrameMkLst>
        </pc:graphicFrameChg>
      </pc:sldChg>
      <pc:sldChg chg="addSp modSp mod ord">
        <pc:chgData name="Caio Lopes de Souza" userId="789867f68e027fd0" providerId="LiveId" clId="{E033AB76-9CCE-499E-8A0F-8D4A6BE31F94}" dt="2026-10-30T13:09:02.485" v="9898" actId="22"/>
        <pc:sldMkLst>
          <pc:docMk/>
          <pc:sldMk cId="3342819356" sldId="625"/>
        </pc:sldMkLst>
        <pc:spChg chg="mod">
          <ac:chgData name="Caio Lopes de Souza" userId="789867f68e027fd0" providerId="LiveId" clId="{E033AB76-9CCE-499E-8A0F-8D4A6BE31F94}" dt="2026-10-29T12:30:18.451" v="3303" actId="20577"/>
          <ac:spMkLst>
            <pc:docMk/>
            <pc:sldMk cId="3342819356" sldId="625"/>
            <ac:spMk id="2" creationId="{00000000-0000-0000-0000-000000000000}"/>
          </ac:spMkLst>
        </pc:spChg>
        <pc:spChg chg="mod">
          <ac:chgData name="Caio Lopes de Souza" userId="789867f68e027fd0" providerId="LiveId" clId="{E033AB76-9CCE-499E-8A0F-8D4A6BE31F94}" dt="2026-10-29T12:27:49.782" v="3270" actId="1076"/>
          <ac:spMkLst>
            <pc:docMk/>
            <pc:sldMk cId="3342819356" sldId="625"/>
            <ac:spMk id="9" creationId="{00000000-0000-0000-0000-000000000000}"/>
          </ac:spMkLst>
        </pc:spChg>
        <pc:spChg chg="mod">
          <ac:chgData name="Caio Lopes de Souza" userId="789867f68e027fd0" providerId="LiveId" clId="{E033AB76-9CCE-499E-8A0F-8D4A6BE31F94}" dt="2026-10-29T12:27:49.782" v="3270" actId="1076"/>
          <ac:spMkLst>
            <pc:docMk/>
            <pc:sldMk cId="3342819356" sldId="625"/>
            <ac:spMk id="10" creationId="{00000000-0000-0000-0000-000000000000}"/>
          </ac:spMkLst>
        </pc:spChg>
        <pc:spChg chg="mod">
          <ac:chgData name="Caio Lopes de Souza" userId="789867f68e027fd0" providerId="LiveId" clId="{E033AB76-9CCE-499E-8A0F-8D4A6BE31F94}" dt="2026-10-29T12:27:54.590" v="3272" actId="1076"/>
          <ac:spMkLst>
            <pc:docMk/>
            <pc:sldMk cId="3342819356" sldId="625"/>
            <ac:spMk id="12" creationId="{00000000-0000-0000-0000-000000000000}"/>
          </ac:spMkLst>
        </pc:spChg>
        <pc:spChg chg="mod">
          <ac:chgData name="Caio Lopes de Souza" userId="789867f68e027fd0" providerId="LiveId" clId="{E033AB76-9CCE-499E-8A0F-8D4A6BE31F94}" dt="2026-10-29T00:22:59.995" v="2961"/>
          <ac:spMkLst>
            <pc:docMk/>
            <pc:sldMk cId="3342819356" sldId="625"/>
            <ac:spMk id="13" creationId="{00000000-0000-0000-0000-000000000000}"/>
          </ac:spMkLst>
        </pc:spChg>
        <pc:spChg chg="mod">
          <ac:chgData name="Caio Lopes de Souza" userId="789867f68e027fd0" providerId="LiveId" clId="{E033AB76-9CCE-499E-8A0F-8D4A6BE31F94}" dt="2026-10-29T12:27:44" v="3268" actId="20577"/>
          <ac:spMkLst>
            <pc:docMk/>
            <pc:sldMk cId="3342819356" sldId="625"/>
            <ac:spMk id="15" creationId="{00000000-0000-0000-0000-000000000000}"/>
          </ac:spMkLst>
        </pc:spChg>
        <pc:spChg chg="add">
          <ac:chgData name="Caio Lopes de Souza" userId="789867f68e027fd0" providerId="LiveId" clId="{E033AB76-9CCE-499E-8A0F-8D4A6BE31F94}" dt="2026-10-30T13:09:02.485" v="9898" actId="22"/>
          <ac:spMkLst>
            <pc:docMk/>
            <pc:sldMk cId="3342819356" sldId="625"/>
            <ac:spMk id="17" creationId="{ED7CAC28-1E3D-B1C3-7C30-DCD2E1060B61}"/>
          </ac:spMkLst>
        </pc:spChg>
        <pc:graphicFrameChg chg="mod">
          <ac:chgData name="Caio Lopes de Souza" userId="789867f68e027fd0" providerId="LiveId" clId="{E033AB76-9CCE-499E-8A0F-8D4A6BE31F94}" dt="2026-10-29T12:27:56.143" v="3273" actId="14100"/>
          <ac:graphicFrameMkLst>
            <pc:docMk/>
            <pc:sldMk cId="3342819356" sldId="625"/>
            <ac:graphicFrameMk id="3" creationId="{00000000-0008-0000-0000-000002000000}"/>
          </ac:graphicFrameMkLst>
        </pc:graphicFrameChg>
        <pc:graphicFrameChg chg="mod">
          <ac:chgData name="Caio Lopes de Souza" userId="789867f68e027fd0" providerId="LiveId" clId="{E033AB76-9CCE-499E-8A0F-8D4A6BE31F94}" dt="2026-10-29T12:27:49.782" v="3270" actId="1076"/>
          <ac:graphicFrameMkLst>
            <pc:docMk/>
            <pc:sldMk cId="3342819356" sldId="625"/>
            <ac:graphicFrameMk id="4" creationId="{00000000-0008-0000-0100-000002000000}"/>
          </ac:graphicFrameMkLst>
        </pc:graphicFrameChg>
        <pc:graphicFrameChg chg="mod">
          <ac:chgData name="Caio Lopes de Souza" userId="789867f68e027fd0" providerId="LiveId" clId="{E033AB76-9CCE-499E-8A0F-8D4A6BE31F94}" dt="2026-10-29T12:27:49.782" v="3270" actId="1076"/>
          <ac:graphicFrameMkLst>
            <pc:docMk/>
            <pc:sldMk cId="3342819356" sldId="625"/>
            <ac:graphicFrameMk id="7" creationId="{00000000-0008-0000-0200-000002000000}"/>
          </ac:graphicFrameMkLst>
        </pc:graphicFrameChg>
      </pc:sldChg>
      <pc:sldChg chg="modSp del mod ord modShow">
        <pc:chgData name="Caio Lopes de Souza" userId="789867f68e027fd0" providerId="LiveId" clId="{E033AB76-9CCE-499E-8A0F-8D4A6BE31F94}" dt="2026-10-29T17:52:56.881" v="5844" actId="47"/>
        <pc:sldMkLst>
          <pc:docMk/>
          <pc:sldMk cId="1804818487" sldId="626"/>
        </pc:sldMkLst>
      </pc:sldChg>
      <pc:sldChg chg="addSp delSp modSp add mod">
        <pc:chgData name="Caio Lopes de Souza" userId="789867f68e027fd0" providerId="LiveId" clId="{E033AB76-9CCE-499E-8A0F-8D4A6BE31F94}" dt="2026-10-30T13:09:32.648" v="9911" actId="22"/>
        <pc:sldMkLst>
          <pc:docMk/>
          <pc:sldMk cId="2608061430" sldId="626"/>
        </pc:sldMkLst>
        <pc:spChg chg="add">
          <ac:chgData name="Caio Lopes de Souza" userId="789867f68e027fd0" providerId="LiveId" clId="{E033AB76-9CCE-499E-8A0F-8D4A6BE31F94}" dt="2026-10-30T13:09:32.648" v="9911" actId="22"/>
          <ac:spMkLst>
            <pc:docMk/>
            <pc:sldMk cId="2608061430" sldId="626"/>
            <ac:spMk id="5" creationId="{8D0BD624-702E-05F4-2851-57F551C8899F}"/>
          </ac:spMkLst>
        </pc:spChg>
        <pc:spChg chg="mod">
          <ac:chgData name="Caio Lopes de Souza" userId="789867f68e027fd0" providerId="LiveId" clId="{E033AB76-9CCE-499E-8A0F-8D4A6BE31F94}" dt="2026-10-29T23:05:46.428" v="7629" actId="20577"/>
          <ac:spMkLst>
            <pc:docMk/>
            <pc:sldMk cId="2608061430" sldId="626"/>
            <ac:spMk id="8" creationId="{6CF4DE33-DFFC-F7E3-44FF-A2EA8E0F982C}"/>
          </ac:spMkLst>
        </pc:spChg>
        <pc:graphicFrameChg chg="add mod">
          <ac:chgData name="Caio Lopes de Souza" userId="789867f68e027fd0" providerId="LiveId" clId="{E033AB76-9CCE-499E-8A0F-8D4A6BE31F94}" dt="2026-10-29T23:05:44.575" v="7602"/>
          <ac:graphicFrameMkLst>
            <pc:docMk/>
            <pc:sldMk cId="2608061430" sldId="626"/>
            <ac:graphicFrameMk id="3" creationId="{9C499CA7-B974-7F12-ECE6-7843F6836BB6}"/>
          </ac:graphicFrameMkLst>
        </pc:graphicFrameChg>
        <pc:graphicFrameChg chg="del">
          <ac:chgData name="Caio Lopes de Souza" userId="789867f68e027fd0" providerId="LiveId" clId="{E033AB76-9CCE-499E-8A0F-8D4A6BE31F94}" dt="2026-10-29T23:05:44.561" v="7601"/>
          <ac:graphicFrameMkLst>
            <pc:docMk/>
            <pc:sldMk cId="2608061430" sldId="626"/>
            <ac:graphicFrameMk id="4" creationId="{00000000-0000-0000-0000-000000000000}"/>
          </ac:graphicFrameMkLst>
        </pc:graphicFrameChg>
        <pc:graphicFrameChg chg="del">
          <ac:chgData name="Caio Lopes de Souza" userId="789867f68e027fd0" providerId="LiveId" clId="{E033AB76-9CCE-499E-8A0F-8D4A6BE31F94}" dt="2026-10-29T23:05:45.341" v="7614"/>
          <ac:graphicFrameMkLst>
            <pc:docMk/>
            <pc:sldMk cId="2608061430" sldId="626"/>
            <ac:graphicFrameMk id="5" creationId="{00000000-0000-0000-0000-000000000000}"/>
          </ac:graphicFrameMkLst>
        </pc:graphicFrameChg>
        <pc:graphicFrameChg chg="add mod">
          <ac:chgData name="Caio Lopes de Souza" userId="789867f68e027fd0" providerId="LiveId" clId="{E033AB76-9CCE-499E-8A0F-8D4A6BE31F94}" dt="2026-10-29T23:05:45.353" v="7615"/>
          <ac:graphicFrameMkLst>
            <pc:docMk/>
            <pc:sldMk cId="2608061430" sldId="626"/>
            <ac:graphicFrameMk id="6" creationId="{CBE248AD-22DE-649A-AE97-519990CC5AA8}"/>
          </ac:graphicFrameMkLst>
        </pc:graphicFrameChg>
        <pc:graphicFrameChg chg="add mod">
          <ac:chgData name="Caio Lopes de Souza" userId="789867f68e027fd0" providerId="LiveId" clId="{E033AB76-9CCE-499E-8A0F-8D4A6BE31F94}" dt="2026-10-29T23:05:46.100" v="7628"/>
          <ac:graphicFrameMkLst>
            <pc:docMk/>
            <pc:sldMk cId="2608061430" sldId="626"/>
            <ac:graphicFrameMk id="7" creationId="{CF771651-D6C5-028C-3245-4059BC942B9F}"/>
          </ac:graphicFrameMkLst>
        </pc:graphicFrameChg>
        <pc:graphicFrameChg chg="del">
          <ac:chgData name="Caio Lopes de Souza" userId="789867f68e027fd0" providerId="LiveId" clId="{E033AB76-9CCE-499E-8A0F-8D4A6BE31F94}" dt="2026-10-29T23:05:46.084" v="7627"/>
          <ac:graphicFrameMkLst>
            <pc:docMk/>
            <pc:sldMk cId="2608061430" sldId="626"/>
            <ac:graphicFrameMk id="10" creationId="{00000000-0000-0000-0000-000000000000}"/>
          </ac:graphicFrameMkLst>
        </pc:graphicFrameChg>
      </pc:sldChg>
      <pc:sldChg chg="addSp delSp modSp add mod">
        <pc:chgData name="Caio Lopes de Souza" userId="789867f68e027fd0" providerId="LiveId" clId="{E033AB76-9CCE-499E-8A0F-8D4A6BE31F94}" dt="2026-10-30T13:09:05.779" v="9899" actId="22"/>
        <pc:sldMkLst>
          <pc:docMk/>
          <pc:sldMk cId="2999673765" sldId="627"/>
        </pc:sldMkLst>
        <pc:spChg chg="mod">
          <ac:chgData name="Caio Lopes de Souza" userId="789867f68e027fd0" providerId="LiveId" clId="{E033AB76-9CCE-499E-8A0F-8D4A6BE31F94}" dt="2026-10-29T12:43:24.103" v="3615" actId="947"/>
          <ac:spMkLst>
            <pc:docMk/>
            <pc:sldMk cId="2999673765" sldId="627"/>
            <ac:spMk id="2" creationId="{00000000-0000-0000-0000-000000000000}"/>
          </ac:spMkLst>
        </pc:spChg>
        <pc:spChg chg="add del mod">
          <ac:chgData name="Caio Lopes de Souza" userId="789867f68e027fd0" providerId="LiveId" clId="{E033AB76-9CCE-499E-8A0F-8D4A6BE31F94}" dt="2026-10-29T12:35:32.131" v="3598"/>
          <ac:spMkLst>
            <pc:docMk/>
            <pc:sldMk cId="2999673765" sldId="627"/>
            <ac:spMk id="3" creationId="{B8EE83B3-BDE6-E439-79AB-C34851B54CE4}"/>
          </ac:spMkLst>
        </pc:spChg>
        <pc:spChg chg="add">
          <ac:chgData name="Caio Lopes de Souza" userId="789867f68e027fd0" providerId="LiveId" clId="{E033AB76-9CCE-499E-8A0F-8D4A6BE31F94}" dt="2026-10-30T13:09:05.779" v="9899" actId="22"/>
          <ac:spMkLst>
            <pc:docMk/>
            <pc:sldMk cId="2999673765" sldId="627"/>
            <ac:spMk id="4" creationId="{FEA604EF-D696-BE52-CD06-8C29B848C1DD}"/>
          </ac:spMkLst>
        </pc:spChg>
        <pc:spChg chg="mod">
          <ac:chgData name="Caio Lopes de Souza" userId="789867f68e027fd0" providerId="LiveId" clId="{E033AB76-9CCE-499E-8A0F-8D4A6BE31F94}" dt="2026-10-28T17:13:50.642" v="237" actId="20577"/>
          <ac:spMkLst>
            <pc:docMk/>
            <pc:sldMk cId="2999673765" sldId="627"/>
            <ac:spMk id="5" creationId="{00000000-0000-0000-0000-000000000000}"/>
          </ac:spMkLst>
        </pc:spChg>
        <pc:spChg chg="mod">
          <ac:chgData name="Caio Lopes de Souza" userId="789867f68e027fd0" providerId="LiveId" clId="{E033AB76-9CCE-499E-8A0F-8D4A6BE31F94}" dt="2026-10-28T17:13:50.731" v="238" actId="20577"/>
          <ac:spMkLst>
            <pc:docMk/>
            <pc:sldMk cId="2999673765" sldId="627"/>
            <ac:spMk id="6" creationId="{00000000-0000-0000-0000-000000000000}"/>
          </ac:spMkLst>
        </pc:spChg>
        <pc:spChg chg="mod">
          <ac:chgData name="Caio Lopes de Souza" userId="789867f68e027fd0" providerId="LiveId" clId="{E033AB76-9CCE-499E-8A0F-8D4A6BE31F94}" dt="2026-10-28T17:13:50.438" v="235" actId="20577"/>
          <ac:spMkLst>
            <pc:docMk/>
            <pc:sldMk cId="2999673765" sldId="627"/>
            <ac:spMk id="9" creationId="{00000000-0000-0000-0000-000000000000}"/>
          </ac:spMkLst>
        </pc:spChg>
        <pc:spChg chg="mod">
          <ac:chgData name="Caio Lopes de Souza" userId="789867f68e027fd0" providerId="LiveId" clId="{E033AB76-9CCE-499E-8A0F-8D4A6BE31F94}" dt="2026-10-28T17:13:50.510" v="236" actId="20577"/>
          <ac:spMkLst>
            <pc:docMk/>
            <pc:sldMk cId="2999673765" sldId="627"/>
            <ac:spMk id="10" creationId="{00000000-0000-0000-0000-000000000000}"/>
          </ac:spMkLst>
        </pc:spChg>
        <pc:spChg chg="mod">
          <ac:chgData name="Caio Lopes de Souza" userId="789867f68e027fd0" providerId="LiveId" clId="{E033AB76-9CCE-499E-8A0F-8D4A6BE31F94}" dt="2026-10-29T12:35:29.852" v="3595" actId="1076"/>
          <ac:spMkLst>
            <pc:docMk/>
            <pc:sldMk cId="2999673765" sldId="627"/>
            <ac:spMk id="12" creationId="{00000000-0000-0000-0000-000000000000}"/>
          </ac:spMkLst>
        </pc:spChg>
        <pc:spChg chg="mod">
          <ac:chgData name="Caio Lopes de Souza" userId="789867f68e027fd0" providerId="LiveId" clId="{E033AB76-9CCE-499E-8A0F-8D4A6BE31F94}" dt="2026-10-29T00:23:05.253" v="2962"/>
          <ac:spMkLst>
            <pc:docMk/>
            <pc:sldMk cId="2999673765" sldId="627"/>
            <ac:spMk id="13" creationId="{00000000-0000-0000-0000-000000000000}"/>
          </ac:spMkLst>
        </pc:spChg>
        <pc:spChg chg="mod">
          <ac:chgData name="Caio Lopes de Souza" userId="789867f68e027fd0" providerId="LiveId" clId="{E033AB76-9CCE-499E-8A0F-8D4A6BE31F94}" dt="2026-10-29T12:43:04.112" v="3609" actId="20577"/>
          <ac:spMkLst>
            <pc:docMk/>
            <pc:sldMk cId="2999673765" sldId="627"/>
            <ac:spMk id="14" creationId="{00000000-0000-0000-0000-000000000000}"/>
          </ac:spMkLst>
        </pc:spChg>
        <pc:spChg chg="mod">
          <ac:chgData name="Caio Lopes de Souza" userId="789867f68e027fd0" providerId="LiveId" clId="{E033AB76-9CCE-499E-8A0F-8D4A6BE31F94}" dt="2026-10-29T13:01:35.102" v="3934" actId="20577"/>
          <ac:spMkLst>
            <pc:docMk/>
            <pc:sldMk cId="2999673765" sldId="627"/>
            <ac:spMk id="15" creationId="{00000000-0000-0000-0000-000000000000}"/>
          </ac:spMkLst>
        </pc:spChg>
        <pc:graphicFrameChg chg="add mod">
          <ac:chgData name="Caio Lopes de Souza" userId="789867f68e027fd0" providerId="LiveId" clId="{E033AB76-9CCE-499E-8A0F-8D4A6BE31F94}" dt="2026-10-29T12:35:29.852" v="3595" actId="1076"/>
          <ac:graphicFrameMkLst>
            <pc:docMk/>
            <pc:sldMk cId="2999673765" sldId="627"/>
            <ac:graphicFrameMk id="16" creationId="{00000000-0008-0000-0000-000002000000}"/>
          </ac:graphicFrameMkLst>
        </pc:graphicFrameChg>
        <pc:graphicFrameChg chg="add mod">
          <ac:chgData name="Caio Lopes de Souza" userId="789867f68e027fd0" providerId="LiveId" clId="{E033AB76-9CCE-499E-8A0F-8D4A6BE31F94}" dt="2026-10-28T17:30:56.805" v="330"/>
          <ac:graphicFrameMkLst>
            <pc:docMk/>
            <pc:sldMk cId="2999673765" sldId="627"/>
            <ac:graphicFrameMk id="17" creationId="{00000000-0008-0000-0100-000002000000}"/>
          </ac:graphicFrameMkLst>
        </pc:graphicFrameChg>
        <pc:graphicFrameChg chg="add mod">
          <ac:chgData name="Caio Lopes de Souza" userId="789867f68e027fd0" providerId="LiveId" clId="{E033AB76-9CCE-499E-8A0F-8D4A6BE31F94}" dt="2026-10-28T17:14:03.765" v="287"/>
          <ac:graphicFrameMkLst>
            <pc:docMk/>
            <pc:sldMk cId="2999673765" sldId="627"/>
            <ac:graphicFrameMk id="18" creationId="{00000000-0008-0000-0200-000002000000}"/>
          </ac:graphicFrameMkLst>
        </pc:graphicFrameChg>
        <pc:graphicFrameChg chg="add mod">
          <ac:chgData name="Caio Lopes de Souza" userId="789867f68e027fd0" providerId="LiveId" clId="{E033AB76-9CCE-499E-8A0F-8D4A6BE31F94}" dt="2026-10-28T17:14:05.699" v="301"/>
          <ac:graphicFrameMkLst>
            <pc:docMk/>
            <pc:sldMk cId="2999673765" sldId="627"/>
            <ac:graphicFrameMk id="19" creationId="{00000000-0008-0000-0300-000002000000}"/>
          </ac:graphicFrameMkLst>
        </pc:graphicFrameChg>
        <pc:graphicFrameChg chg="add mod">
          <ac:chgData name="Caio Lopes de Souza" userId="789867f68e027fd0" providerId="LiveId" clId="{E033AB76-9CCE-499E-8A0F-8D4A6BE31F94}" dt="2026-10-28T17:14:07.546" v="315"/>
          <ac:graphicFrameMkLst>
            <pc:docMk/>
            <pc:sldMk cId="2999673765" sldId="627"/>
            <ac:graphicFrameMk id="20" creationId="{00000000-0008-0000-0400-000002000000}"/>
          </ac:graphicFrameMkLst>
        </pc:graphicFrameChg>
      </pc:sldChg>
      <pc:sldChg chg="addSp delSp modSp add mod">
        <pc:chgData name="Caio Lopes de Souza" userId="789867f68e027fd0" providerId="LiveId" clId="{E033AB76-9CCE-499E-8A0F-8D4A6BE31F94}" dt="2026-10-30T13:08:57.698" v="9897" actId="22"/>
        <pc:sldMkLst>
          <pc:docMk/>
          <pc:sldMk cId="511021981" sldId="628"/>
        </pc:sldMkLst>
        <pc:spChg chg="mod">
          <ac:chgData name="Caio Lopes de Souza" userId="789867f68e027fd0" providerId="LiveId" clId="{E033AB76-9CCE-499E-8A0F-8D4A6BE31F94}" dt="2026-10-30T12:35:28.402" v="9731" actId="20577"/>
          <ac:spMkLst>
            <pc:docMk/>
            <pc:sldMk cId="511021981" sldId="628"/>
            <ac:spMk id="2" creationId="{00000000-0000-0000-0000-000000000000}"/>
          </ac:spMkLst>
        </pc:spChg>
        <pc:spChg chg="add mod">
          <ac:chgData name="Caio Lopes de Souza" userId="789867f68e027fd0" providerId="LiveId" clId="{E033AB76-9CCE-499E-8A0F-8D4A6BE31F94}" dt="2026-10-28T17:45:20.642" v="459" actId="20577"/>
          <ac:spMkLst>
            <pc:docMk/>
            <pc:sldMk cId="511021981" sldId="628"/>
            <ac:spMk id="8" creationId="{DC396782-564D-A8E8-283E-E38E82D86EDB}"/>
          </ac:spMkLst>
        </pc:spChg>
        <pc:spChg chg="mod">
          <ac:chgData name="Caio Lopes de Souza" userId="789867f68e027fd0" providerId="LiveId" clId="{E033AB76-9CCE-499E-8A0F-8D4A6BE31F94}" dt="2026-10-28T20:37:05.755" v="1879"/>
          <ac:spMkLst>
            <pc:docMk/>
            <pc:sldMk cId="511021981" sldId="628"/>
            <ac:spMk id="13" creationId="{00000000-0000-0000-0000-000000000000}"/>
          </ac:spMkLst>
        </pc:spChg>
        <pc:spChg chg="mod">
          <ac:chgData name="Caio Lopes de Souza" userId="789867f68e027fd0" providerId="LiveId" clId="{E033AB76-9CCE-499E-8A0F-8D4A6BE31F94}" dt="2026-10-28T17:36:09.058" v="424" actId="20577"/>
          <ac:spMkLst>
            <pc:docMk/>
            <pc:sldMk cId="511021981" sldId="628"/>
            <ac:spMk id="14" creationId="{00000000-0000-0000-0000-000000000000}"/>
          </ac:spMkLst>
        </pc:spChg>
        <pc:spChg chg="mod">
          <ac:chgData name="Caio Lopes de Souza" userId="789867f68e027fd0" providerId="LiveId" clId="{E033AB76-9CCE-499E-8A0F-8D4A6BE31F94}" dt="2026-10-29T00:08:09.857" v="2895" actId="20577"/>
          <ac:spMkLst>
            <pc:docMk/>
            <pc:sldMk cId="511021981" sldId="628"/>
            <ac:spMk id="15" creationId="{00000000-0000-0000-0000-000000000000}"/>
          </ac:spMkLst>
        </pc:spChg>
        <pc:spChg chg="add">
          <ac:chgData name="Caio Lopes de Souza" userId="789867f68e027fd0" providerId="LiveId" clId="{E033AB76-9CCE-499E-8A0F-8D4A6BE31F94}" dt="2026-10-30T13:08:57.698" v="9897" actId="22"/>
          <ac:spMkLst>
            <pc:docMk/>
            <pc:sldMk cId="511021981" sldId="628"/>
            <ac:spMk id="16" creationId="{719547BA-3DB7-91F4-F17B-882A306D4A82}"/>
          </ac:spMkLst>
        </pc:spChg>
        <pc:spChg chg="add mod">
          <ac:chgData name="Caio Lopes de Souza" userId="789867f68e027fd0" providerId="LiveId" clId="{E033AB76-9CCE-499E-8A0F-8D4A6BE31F94}" dt="2026-10-28T17:45:21.053" v="465" actId="20577"/>
          <ac:spMkLst>
            <pc:docMk/>
            <pc:sldMk cId="511021981" sldId="628"/>
            <ac:spMk id="18" creationId="{4D8057CB-B892-1B4F-FA40-A58AFC2CAE81}"/>
          </ac:spMkLst>
        </pc:spChg>
        <pc:spChg chg="add del mod">
          <ac:chgData name="Caio Lopes de Souza" userId="789867f68e027fd0" providerId="LiveId" clId="{E033AB76-9CCE-499E-8A0F-8D4A6BE31F94}" dt="2026-10-29T12:45:36.766" v="3617" actId="478"/>
          <ac:spMkLst>
            <pc:docMk/>
            <pc:sldMk cId="511021981" sldId="628"/>
            <ac:spMk id="19" creationId="{6BCA966C-114A-8521-E31A-DCDD7C12E18A}"/>
          </ac:spMkLst>
        </pc:spChg>
        <pc:spChg chg="add mod">
          <ac:chgData name="Caio Lopes de Souza" userId="789867f68e027fd0" providerId="LiveId" clId="{E033AB76-9CCE-499E-8A0F-8D4A6BE31F94}" dt="2026-10-28T17:45:21.214" v="472" actId="20577"/>
          <ac:spMkLst>
            <pc:docMk/>
            <pc:sldMk cId="511021981" sldId="628"/>
            <ac:spMk id="21" creationId="{2F5D9A39-6430-AE36-CFD9-2444393C81DB}"/>
          </ac:spMkLst>
        </pc:spChg>
        <pc:spChg chg="mod">
          <ac:chgData name="Caio Lopes de Souza" userId="789867f68e027fd0" providerId="LiveId" clId="{E033AB76-9CCE-499E-8A0F-8D4A6BE31F94}" dt="2026-10-28T17:35:44.321" v="361" actId="20577"/>
          <ac:spMkLst>
            <pc:docMk/>
            <pc:sldMk cId="511021981" sldId="628"/>
            <ac:spMk id="36" creationId="{F03016C5-25C3-487A-A063-9D5AE9126411}"/>
          </ac:spMkLst>
        </pc:spChg>
        <pc:spChg chg="mod">
          <ac:chgData name="Caio Lopes de Souza" userId="789867f68e027fd0" providerId="LiveId" clId="{E033AB76-9CCE-499E-8A0F-8D4A6BE31F94}" dt="2026-10-28T17:35:44.419" v="362" actId="20577"/>
          <ac:spMkLst>
            <pc:docMk/>
            <pc:sldMk cId="511021981" sldId="628"/>
            <ac:spMk id="37" creationId="{00000000-0000-0000-0000-000000000000}"/>
          </ac:spMkLst>
        </pc:spChg>
        <pc:graphicFrameChg chg="add mod ord">
          <ac:chgData name="Caio Lopes de Souza" userId="789867f68e027fd0" providerId="LiveId" clId="{E033AB76-9CCE-499E-8A0F-8D4A6BE31F94}" dt="2026-10-30T12:35:27.750" v="9705"/>
          <ac:graphicFrameMkLst>
            <pc:docMk/>
            <pc:sldMk cId="511021981" sldId="628"/>
            <ac:graphicFrameMk id="3" creationId="{4CBB84CD-31AE-7CF5-2983-881E624B2103}"/>
          </ac:graphicFrameMkLst>
        </pc:graphicFrameChg>
        <pc:graphicFrameChg chg="add del mod">
          <ac:chgData name="Caio Lopes de Souza" userId="789867f68e027fd0" providerId="LiveId" clId="{E033AB76-9CCE-499E-8A0F-8D4A6BE31F94}" dt="2026-10-30T12:35:27.636" v="9698"/>
          <ac:graphicFrameMkLst>
            <pc:docMk/>
            <pc:sldMk cId="511021981" sldId="628"/>
            <ac:graphicFrameMk id="20" creationId="{93586D6B-02F6-BF16-5846-D64C6FB1D91D}"/>
          </ac:graphicFrameMkLst>
        </pc:graphicFrameChg>
        <pc:graphicFrameChg chg="add mod">
          <ac:chgData name="Caio Lopes de Souza" userId="789867f68e027fd0" providerId="LiveId" clId="{E033AB76-9CCE-499E-8A0F-8D4A6BE31F94}" dt="2026-10-29T12:45:39.253" v="3618" actId="14100"/>
          <ac:graphicFrameMkLst>
            <pc:docMk/>
            <pc:sldMk cId="511021981" sldId="628"/>
            <ac:graphicFrameMk id="23" creationId="{0AB0394F-806B-AD4D-C4FA-496D4023F72E}"/>
          </ac:graphicFrameMkLst>
        </pc:graphicFrameChg>
        <pc:graphicFrameChg chg="add mod modGraphic">
          <ac:chgData name="Caio Lopes de Souza" userId="789867f68e027fd0" providerId="LiveId" clId="{E033AB76-9CCE-499E-8A0F-8D4A6BE31F94}" dt="2026-10-28T17:51:26.130" v="521" actId="14100"/>
          <ac:graphicFrameMkLst>
            <pc:docMk/>
            <pc:sldMk cId="511021981" sldId="628"/>
            <ac:graphicFrameMk id="25" creationId="{F20893A5-E4E6-6146-EFFA-418D752EC8F5}"/>
          </ac:graphicFrameMkLst>
        </pc:graphicFrameChg>
        <pc:picChg chg="add del mod ord">
          <ac:chgData name="Caio Lopes de Souza" userId="789867f68e027fd0" providerId="LiveId" clId="{E033AB76-9CCE-499E-8A0F-8D4A6BE31F94}" dt="2026-10-30T12:36:19.367" v="9732" actId="478"/>
          <ac:picMkLst>
            <pc:docMk/>
            <pc:sldMk cId="511021981" sldId="628"/>
            <ac:picMk id="5" creationId="{E361F296-2E10-D19D-521A-DA24D87B8803}"/>
          </ac:picMkLst>
        </pc:picChg>
        <pc:picChg chg="add del mod modCrop">
          <ac:chgData name="Caio Lopes de Souza" userId="789867f68e027fd0" providerId="LiveId" clId="{E033AB76-9CCE-499E-8A0F-8D4A6BE31F94}" dt="2026-10-30T12:35:28.161" v="9717"/>
          <ac:picMkLst>
            <pc:docMk/>
            <pc:sldMk cId="511021981" sldId="628"/>
            <ac:picMk id="7" creationId="{8818E510-C1C8-14FC-2DED-E98F9E5DD89C}"/>
          </ac:picMkLst>
        </pc:picChg>
        <pc:picChg chg="add del mod modCrop">
          <ac:chgData name="Caio Lopes de Souza" userId="789867f68e027fd0" providerId="LiveId" clId="{E033AB76-9CCE-499E-8A0F-8D4A6BE31F94}" dt="2026-10-30T12:37:05.221" v="9763" actId="478"/>
          <ac:picMkLst>
            <pc:docMk/>
            <pc:sldMk cId="511021981" sldId="628"/>
            <ac:picMk id="9" creationId="{E997E7AD-0E78-C4D7-0510-45CE6ABBDB14}"/>
          </ac:picMkLst>
        </pc:picChg>
        <pc:picChg chg="add mod modCrop">
          <ac:chgData name="Caio Lopes de Souza" userId="789867f68e027fd0" providerId="LiveId" clId="{E033AB76-9CCE-499E-8A0F-8D4A6BE31F94}" dt="2026-10-30T12:38:03.086" v="9780" actId="14100"/>
          <ac:picMkLst>
            <pc:docMk/>
            <pc:sldMk cId="511021981" sldId="628"/>
            <ac:picMk id="11" creationId="{EBCE946C-9922-4876-23E5-31F5DBFAB4E2}"/>
          </ac:picMkLst>
        </pc:picChg>
      </pc:sldChg>
      <pc:sldChg chg="addSp delSp modSp add mod">
        <pc:chgData name="Caio Lopes de Souza" userId="789867f68e027fd0" providerId="LiveId" clId="{E033AB76-9CCE-499E-8A0F-8D4A6BE31F94}" dt="2026-10-30T13:09:10.643" v="9901" actId="22"/>
        <pc:sldMkLst>
          <pc:docMk/>
          <pc:sldMk cId="1510581457" sldId="629"/>
        </pc:sldMkLst>
        <pc:spChg chg="del">
          <ac:chgData name="Caio Lopes de Souza" userId="789867f68e027fd0" providerId="LiveId" clId="{E033AB76-9CCE-499E-8A0F-8D4A6BE31F94}" dt="2026-10-29T12:54:03.208" v="3653"/>
          <ac:spMkLst>
            <pc:docMk/>
            <pc:sldMk cId="1510581457" sldId="629"/>
            <ac:spMk id="2" creationId="{00000000-0000-0000-0000-000000000000}"/>
          </ac:spMkLst>
        </pc:spChg>
        <pc:spChg chg="add">
          <ac:chgData name="Caio Lopes de Souza" userId="789867f68e027fd0" providerId="LiveId" clId="{E033AB76-9CCE-499E-8A0F-8D4A6BE31F94}" dt="2026-10-30T13:09:10.643" v="9901" actId="22"/>
          <ac:spMkLst>
            <pc:docMk/>
            <pc:sldMk cId="1510581457" sldId="629"/>
            <ac:spMk id="3" creationId="{3F3553EA-7A02-5104-E32F-73F04B3A4A24}"/>
          </ac:spMkLst>
        </pc:spChg>
        <pc:spChg chg="del">
          <ac:chgData name="Caio Lopes de Souza" userId="789867f68e027fd0" providerId="LiveId" clId="{E033AB76-9CCE-499E-8A0F-8D4A6BE31F94}" dt="2026-10-29T12:54:03.303" v="3655"/>
          <ac:spMkLst>
            <pc:docMk/>
            <pc:sldMk cId="1510581457" sldId="629"/>
            <ac:spMk id="3" creationId="{F03016C5-25C3-487A-A063-9D5AE9126411}"/>
          </ac:spMkLst>
        </pc:spChg>
        <pc:spChg chg="add mod">
          <ac:chgData name="Caio Lopes de Souza" userId="789867f68e027fd0" providerId="LiveId" clId="{E033AB76-9CCE-499E-8A0F-8D4A6BE31F94}" dt="2026-10-29T12:54:17.483" v="3685"/>
          <ac:spMkLst>
            <pc:docMk/>
            <pc:sldMk cId="1510581457" sldId="629"/>
            <ac:spMk id="4" creationId="{55B1AEBF-1FAB-D725-DA88-DA49B6E19A75}"/>
          </ac:spMkLst>
        </pc:spChg>
        <pc:spChg chg="add del mod">
          <ac:chgData name="Caio Lopes de Souza" userId="789867f68e027fd0" providerId="LiveId" clId="{E033AB76-9CCE-499E-8A0F-8D4A6BE31F94}" dt="2026-10-29T12:55:13.800" v="3715" actId="478"/>
          <ac:spMkLst>
            <pc:docMk/>
            <pc:sldMk cId="1510581457" sldId="629"/>
            <ac:spMk id="5" creationId="{D61DA3BA-568D-E50A-4E76-5A9856F34D10}"/>
          </ac:spMkLst>
        </pc:spChg>
        <pc:spChg chg="add mod">
          <ac:chgData name="Caio Lopes de Souza" userId="789867f68e027fd0" providerId="LiveId" clId="{E033AB76-9CCE-499E-8A0F-8D4A6BE31F94}" dt="2026-10-29T12:54:19.479" v="3695"/>
          <ac:spMkLst>
            <pc:docMk/>
            <pc:sldMk cId="1510581457" sldId="629"/>
            <ac:spMk id="6" creationId="{FBC955A7-DAC6-40F2-8DC6-B479DC04C9DF}"/>
          </ac:spMkLst>
        </pc:spChg>
        <pc:spChg chg="add del mod">
          <ac:chgData name="Caio Lopes de Souza" userId="789867f68e027fd0" providerId="LiveId" clId="{E033AB76-9CCE-499E-8A0F-8D4A6BE31F94}" dt="2026-10-29T12:55:14.682" v="3716" actId="478"/>
          <ac:spMkLst>
            <pc:docMk/>
            <pc:sldMk cId="1510581457" sldId="629"/>
            <ac:spMk id="7" creationId="{7E3713EF-5E39-CB81-1F86-7F02D0249BB9}"/>
          </ac:spMkLst>
        </pc:spChg>
        <pc:spChg chg="mod">
          <ac:chgData name="Caio Lopes de Souza" userId="789867f68e027fd0" providerId="LiveId" clId="{E033AB76-9CCE-499E-8A0F-8D4A6BE31F94}" dt="2026-10-29T13:01:42.843" v="3936" actId="20577"/>
          <ac:spMkLst>
            <pc:docMk/>
            <pc:sldMk cId="1510581457" sldId="629"/>
            <ac:spMk id="15" creationId="{00000000-0000-0000-0000-000000000000}"/>
          </ac:spMkLst>
        </pc:spChg>
        <pc:spChg chg="mod">
          <ac:chgData name="Caio Lopes de Souza" userId="789867f68e027fd0" providerId="LiveId" clId="{E033AB76-9CCE-499E-8A0F-8D4A6BE31F94}" dt="2026-10-29T12:54:07.615" v="3667"/>
          <ac:spMkLst>
            <pc:docMk/>
            <pc:sldMk cId="1510581457" sldId="629"/>
            <ac:spMk id="36" creationId="{F03016C5-25C3-487A-A063-9D5AE9126411}"/>
          </ac:spMkLst>
        </pc:spChg>
        <pc:spChg chg="mod">
          <ac:chgData name="Caio Lopes de Souza" userId="789867f68e027fd0" providerId="LiveId" clId="{E033AB76-9CCE-499E-8A0F-8D4A6BE31F94}" dt="2026-10-29T12:55:28.748" v="3718" actId="20577"/>
          <ac:spMkLst>
            <pc:docMk/>
            <pc:sldMk cId="1510581457" sldId="629"/>
            <ac:spMk id="37" creationId="{00000000-0000-0000-0000-000000000000}"/>
          </ac:spMkLst>
        </pc:spChg>
        <pc:spChg chg="mod">
          <ac:chgData name="Caio Lopes de Souza" userId="789867f68e027fd0" providerId="LiveId" clId="{E033AB76-9CCE-499E-8A0F-8D4A6BE31F94}" dt="2026-10-29T12:54:07.486" v="3665"/>
          <ac:spMkLst>
            <pc:docMk/>
            <pc:sldMk cId="1510581457" sldId="629"/>
            <ac:spMk id="87" creationId="{39F9587F-5AD1-E0CE-FD39-DDDEFE1E1C32}"/>
          </ac:spMkLst>
        </pc:spChg>
        <pc:spChg chg="mod">
          <ac:chgData name="Caio Lopes de Souza" userId="789867f68e027fd0" providerId="LiveId" clId="{E033AB76-9CCE-499E-8A0F-8D4A6BE31F94}" dt="2026-10-29T12:54:07.851" v="3673"/>
          <ac:spMkLst>
            <pc:docMk/>
            <pc:sldMk cId="1510581457" sldId="629"/>
            <ac:spMk id="88" creationId="{0251C255-CA32-6E7A-EF58-8328472739E7}"/>
          </ac:spMkLst>
        </pc:spChg>
        <pc:spChg chg="mod">
          <ac:chgData name="Caio Lopes de Souza" userId="789867f68e027fd0" providerId="LiveId" clId="{E033AB76-9CCE-499E-8A0F-8D4A6BE31F94}" dt="2026-10-29T12:54:07.427" v="3663"/>
          <ac:spMkLst>
            <pc:docMk/>
            <pc:sldMk cId="1510581457" sldId="629"/>
            <ac:spMk id="89" creationId="{E9F93A9B-13BF-28A4-829A-9CA7F86733C7}"/>
          </ac:spMkLst>
        </pc:spChg>
        <pc:spChg chg="mod">
          <ac:chgData name="Caio Lopes de Souza" userId="789867f68e027fd0" providerId="LiveId" clId="{E033AB76-9CCE-499E-8A0F-8D4A6BE31F94}" dt="2026-10-29T12:54:07.978" v="3675"/>
          <ac:spMkLst>
            <pc:docMk/>
            <pc:sldMk cId="1510581457" sldId="629"/>
            <ac:spMk id="90" creationId="{B68FA1FC-D252-5EFB-0A21-85E796D5D64F}"/>
          </ac:spMkLst>
        </pc:spChg>
        <pc:spChg chg="mod">
          <ac:chgData name="Caio Lopes de Souza" userId="789867f68e027fd0" providerId="LiveId" clId="{E033AB76-9CCE-499E-8A0F-8D4A6BE31F94}" dt="2026-10-29T12:54:07.347" v="3661"/>
          <ac:spMkLst>
            <pc:docMk/>
            <pc:sldMk cId="1510581457" sldId="629"/>
            <ac:spMk id="91" creationId="{F6D6ADA7-646F-06C3-CDC3-45BEFB8EE61C}"/>
          </ac:spMkLst>
        </pc:spChg>
        <pc:spChg chg="mod">
          <ac:chgData name="Caio Lopes de Souza" userId="789867f68e027fd0" providerId="LiveId" clId="{E033AB76-9CCE-499E-8A0F-8D4A6BE31F94}" dt="2026-10-29T12:54:08.058" v="3677"/>
          <ac:spMkLst>
            <pc:docMk/>
            <pc:sldMk cId="1510581457" sldId="629"/>
            <ac:spMk id="92" creationId="{EF7D2DE5-3A20-5183-6C12-56B54C5EB07D}"/>
          </ac:spMkLst>
        </pc:spChg>
        <pc:spChg chg="mod">
          <ac:chgData name="Caio Lopes de Souza" userId="789867f68e027fd0" providerId="LiveId" clId="{E033AB76-9CCE-499E-8A0F-8D4A6BE31F94}" dt="2026-10-29T12:54:07.167" v="3659"/>
          <ac:spMkLst>
            <pc:docMk/>
            <pc:sldMk cId="1510581457" sldId="629"/>
            <ac:spMk id="93" creationId="{631B5001-8DEC-544B-07F5-397497F5FB2A}"/>
          </ac:spMkLst>
        </pc:spChg>
        <pc:spChg chg="mod">
          <ac:chgData name="Caio Lopes de Souza" userId="789867f68e027fd0" providerId="LiveId" clId="{E033AB76-9CCE-499E-8A0F-8D4A6BE31F94}" dt="2026-10-29T12:54:08.149" v="3679"/>
          <ac:spMkLst>
            <pc:docMk/>
            <pc:sldMk cId="1510581457" sldId="629"/>
            <ac:spMk id="94" creationId="{915F9579-6405-F35D-CCF7-3E1B208242ED}"/>
          </ac:spMkLst>
        </pc:spChg>
        <pc:graphicFrameChg chg="add mod">
          <ac:chgData name="Caio Lopes de Souza" userId="789867f68e027fd0" providerId="LiveId" clId="{E033AB76-9CCE-499E-8A0F-8D4A6BE31F94}" dt="2026-10-29T12:54:53.886" v="3707"/>
          <ac:graphicFrameMkLst>
            <pc:docMk/>
            <pc:sldMk cId="1510581457" sldId="629"/>
            <ac:graphicFrameMk id="8" creationId="{9D40D6BB-1806-5688-4F20-034B308258AD}"/>
          </ac:graphicFrameMkLst>
        </pc:graphicFrameChg>
        <pc:graphicFrameChg chg="add mod">
          <ac:chgData name="Caio Lopes de Souza" userId="789867f68e027fd0" providerId="LiveId" clId="{E033AB76-9CCE-499E-8A0F-8D4A6BE31F94}" dt="2026-10-29T12:54:54.904" v="3714"/>
          <ac:graphicFrameMkLst>
            <pc:docMk/>
            <pc:sldMk cId="1510581457" sldId="629"/>
            <ac:graphicFrameMk id="9" creationId="{5B1E7D50-4A90-DA43-7CE6-F75BA440045E}"/>
          </ac:graphicFrameMkLst>
        </pc:graphicFrameChg>
        <pc:graphicFrameChg chg="mod">
          <ac:chgData name="Caio Lopes de Souza" userId="789867f68e027fd0" providerId="LiveId" clId="{E033AB76-9CCE-499E-8A0F-8D4A6BE31F94}" dt="2026-10-29T12:54:07.774" v="3671"/>
          <ac:graphicFrameMkLst>
            <pc:docMk/>
            <pc:sldMk cId="1510581457" sldId="629"/>
            <ac:graphicFrameMk id="76" creationId="{00000000-0008-0000-0100-000002000000}"/>
          </ac:graphicFrameMkLst>
        </pc:graphicFrameChg>
        <pc:graphicFrameChg chg="del">
          <ac:chgData name="Caio Lopes de Souza" userId="789867f68e027fd0" providerId="LiveId" clId="{E033AB76-9CCE-499E-8A0F-8D4A6BE31F94}" dt="2026-10-29T12:54:03.364" v="3657"/>
          <ac:graphicFrameMkLst>
            <pc:docMk/>
            <pc:sldMk cId="1510581457" sldId="629"/>
            <ac:graphicFrameMk id="86" creationId="{8E00FAC2-9AFE-03AE-B8CD-ACB47619C452}"/>
          </ac:graphicFrameMkLst>
        </pc:graphicFrameChg>
      </pc:sldChg>
      <pc:sldChg chg="addSp delSp modSp add mod ord">
        <pc:chgData name="Caio Lopes de Souza" userId="789867f68e027fd0" providerId="LiveId" clId="{E033AB76-9CCE-499E-8A0F-8D4A6BE31F94}" dt="2026-10-30T13:09:19.541" v="9908" actId="207"/>
        <pc:sldMkLst>
          <pc:docMk/>
          <pc:sldMk cId="1175071753" sldId="630"/>
        </pc:sldMkLst>
        <pc:spChg chg="mod">
          <ac:chgData name="Caio Lopes de Souza" userId="789867f68e027fd0" providerId="LiveId" clId="{E033AB76-9CCE-499E-8A0F-8D4A6BE31F94}" dt="2026-10-29T17:54:54.525" v="6489" actId="20577"/>
          <ac:spMkLst>
            <pc:docMk/>
            <pc:sldMk cId="1175071753" sldId="630"/>
            <ac:spMk id="2" creationId="{00000000-0000-0000-0000-000000000000}"/>
          </ac:spMkLst>
        </pc:spChg>
        <pc:spChg chg="del mod">
          <ac:chgData name="Caio Lopes de Souza" userId="789867f68e027fd0" providerId="LiveId" clId="{E033AB76-9CCE-499E-8A0F-8D4A6BE31F94}" dt="2026-10-29T15:55:36.839" v="5606" actId="478"/>
          <ac:spMkLst>
            <pc:docMk/>
            <pc:sldMk cId="1175071753" sldId="630"/>
            <ac:spMk id="3" creationId="{F03016C5-25C3-487A-A063-9D5AE9126411}"/>
          </ac:spMkLst>
        </pc:spChg>
        <pc:spChg chg="add del mod">
          <ac:chgData name="Caio Lopes de Souza" userId="789867f68e027fd0" providerId="LiveId" clId="{E033AB76-9CCE-499E-8A0F-8D4A6BE31F94}" dt="2026-10-29T13:56:48.871" v="4487"/>
          <ac:spMkLst>
            <pc:docMk/>
            <pc:sldMk cId="1175071753" sldId="630"/>
            <ac:spMk id="4" creationId="{86BC9EA8-5566-91FF-1C84-06E9254D6EE8}"/>
          </ac:spMkLst>
        </pc:spChg>
        <pc:spChg chg="add mod">
          <ac:chgData name="Caio Lopes de Souza" userId="789867f68e027fd0" providerId="LiveId" clId="{E033AB76-9CCE-499E-8A0F-8D4A6BE31F94}" dt="2026-10-30T13:09:19.541" v="9908" actId="207"/>
          <ac:spMkLst>
            <pc:docMk/>
            <pc:sldMk cId="1175071753" sldId="630"/>
            <ac:spMk id="4" creationId="{F3055B98-5B3B-ABA7-BC53-A4B09BDE0B0C}"/>
          </ac:spMkLst>
        </pc:spChg>
        <pc:spChg chg="add mod">
          <ac:chgData name="Caio Lopes de Souza" userId="789867f68e027fd0" providerId="LiveId" clId="{E033AB76-9CCE-499E-8A0F-8D4A6BE31F94}" dt="2026-10-29T17:48:27.227" v="5729" actId="1076"/>
          <ac:spMkLst>
            <pc:docMk/>
            <pc:sldMk cId="1175071753" sldId="630"/>
            <ac:spMk id="5" creationId="{F07071E5-D8C7-4EF1-ECF6-11F2DF52B51F}"/>
          </ac:spMkLst>
        </pc:spChg>
        <pc:spChg chg="add mod">
          <ac:chgData name="Caio Lopes de Souza" userId="789867f68e027fd0" providerId="LiveId" clId="{E033AB76-9CCE-499E-8A0F-8D4A6BE31F94}" dt="2026-10-29T17:49:19.037" v="5804" actId="20577"/>
          <ac:spMkLst>
            <pc:docMk/>
            <pc:sldMk cId="1175071753" sldId="630"/>
            <ac:spMk id="6" creationId="{BC77A021-12EA-2BD9-94E7-EF826B6FA7DB}"/>
          </ac:spMkLst>
        </pc:spChg>
        <pc:spChg chg="add del mod">
          <ac:chgData name="Caio Lopes de Souza" userId="789867f68e027fd0" providerId="LiveId" clId="{E033AB76-9CCE-499E-8A0F-8D4A6BE31F94}" dt="2026-10-29T13:56:49.314" v="4489"/>
          <ac:spMkLst>
            <pc:docMk/>
            <pc:sldMk cId="1175071753" sldId="630"/>
            <ac:spMk id="7" creationId="{134B3053-4A92-F160-84C4-B90EC73F7153}"/>
          </ac:spMkLst>
        </pc:spChg>
        <pc:spChg chg="add del mod">
          <ac:chgData name="Caio Lopes de Souza" userId="789867f68e027fd0" providerId="LiveId" clId="{E033AB76-9CCE-499E-8A0F-8D4A6BE31F94}" dt="2026-10-29T13:56:49.486" v="4491"/>
          <ac:spMkLst>
            <pc:docMk/>
            <pc:sldMk cId="1175071753" sldId="630"/>
            <ac:spMk id="8" creationId="{95A2C8DB-AFFC-3727-52DC-6646EB5A56E3}"/>
          </ac:spMkLst>
        </pc:spChg>
        <pc:spChg chg="mod">
          <ac:chgData name="Caio Lopes de Souza" userId="789867f68e027fd0" providerId="LiveId" clId="{E033AB76-9CCE-499E-8A0F-8D4A6BE31F94}" dt="2026-10-29T17:49:29.796" v="5807"/>
          <ac:spMkLst>
            <pc:docMk/>
            <pc:sldMk cId="1175071753" sldId="630"/>
            <ac:spMk id="14" creationId="{00000000-0000-0000-0000-000000000000}"/>
          </ac:spMkLst>
        </pc:spChg>
        <pc:spChg chg="mod">
          <ac:chgData name="Caio Lopes de Souza" userId="789867f68e027fd0" providerId="LiveId" clId="{E033AB76-9CCE-499E-8A0F-8D4A6BE31F94}" dt="2026-10-29T15:54:04.624" v="5581" actId="20577"/>
          <ac:spMkLst>
            <pc:docMk/>
            <pc:sldMk cId="1175071753" sldId="630"/>
            <ac:spMk id="15" creationId="{00000000-0000-0000-0000-000000000000}"/>
          </ac:spMkLst>
        </pc:spChg>
        <pc:spChg chg="add del mod ord">
          <ac:chgData name="Caio Lopes de Souza" userId="789867f68e027fd0" providerId="LiveId" clId="{E033AB76-9CCE-499E-8A0F-8D4A6BE31F94}" dt="2026-10-29T13:58:01.938" v="4558"/>
          <ac:spMkLst>
            <pc:docMk/>
            <pc:sldMk cId="1175071753" sldId="630"/>
            <ac:spMk id="19" creationId="{E17AE74B-129F-670D-E116-AAF8CA4AD014}"/>
          </ac:spMkLst>
        </pc:spChg>
        <pc:spChg chg="add del mod ord">
          <ac:chgData name="Caio Lopes de Souza" userId="789867f68e027fd0" providerId="LiveId" clId="{E033AB76-9CCE-499E-8A0F-8D4A6BE31F94}" dt="2026-10-29T14:04:23.319" v="4625"/>
          <ac:spMkLst>
            <pc:docMk/>
            <pc:sldMk cId="1175071753" sldId="630"/>
            <ac:spMk id="22" creationId="{12C50F8E-895F-C8A7-26F8-4DB97AAE3704}"/>
          </ac:spMkLst>
        </pc:spChg>
        <pc:spChg chg="add del mod ord">
          <ac:chgData name="Caio Lopes de Souza" userId="789867f68e027fd0" providerId="LiveId" clId="{E033AB76-9CCE-499E-8A0F-8D4A6BE31F94}" dt="2026-10-29T14:05:51.673" v="4692"/>
          <ac:spMkLst>
            <pc:docMk/>
            <pc:sldMk cId="1175071753" sldId="630"/>
            <ac:spMk id="26" creationId="{1403A3AE-E1A9-222E-5A9C-6C5C09792182}"/>
          </ac:spMkLst>
        </pc:spChg>
        <pc:spChg chg="add del mod ord">
          <ac:chgData name="Caio Lopes de Souza" userId="789867f68e027fd0" providerId="LiveId" clId="{E033AB76-9CCE-499E-8A0F-8D4A6BE31F94}" dt="2026-10-29T14:11:31.081" v="4760"/>
          <ac:spMkLst>
            <pc:docMk/>
            <pc:sldMk cId="1175071753" sldId="630"/>
            <ac:spMk id="29" creationId="{6B2CF9BD-6F53-5BD9-67AA-6AF6E2D3FBC9}"/>
          </ac:spMkLst>
        </pc:spChg>
        <pc:spChg chg="add del mod ord">
          <ac:chgData name="Caio Lopes de Souza" userId="789867f68e027fd0" providerId="LiveId" clId="{E033AB76-9CCE-499E-8A0F-8D4A6BE31F94}" dt="2026-10-29T14:32:24.135" v="5087"/>
          <ac:spMkLst>
            <pc:docMk/>
            <pc:sldMk cId="1175071753" sldId="630"/>
            <ac:spMk id="38" creationId="{D37D2BF3-C2D4-69F6-BA40-CFCF39309EEB}"/>
          </ac:spMkLst>
        </pc:spChg>
        <pc:spChg chg="add del mod">
          <ac:chgData name="Caio Lopes de Souza" userId="789867f68e027fd0" providerId="LiveId" clId="{E033AB76-9CCE-499E-8A0F-8D4A6BE31F94}" dt="2026-10-29T14:32:24.314" v="5089"/>
          <ac:spMkLst>
            <pc:docMk/>
            <pc:sldMk cId="1175071753" sldId="630"/>
            <ac:spMk id="39" creationId="{174F3A41-2848-20F3-3F6B-263A34831671}"/>
          </ac:spMkLst>
        </pc:spChg>
        <pc:spChg chg="add del mod ord">
          <ac:chgData name="Caio Lopes de Souza" userId="789867f68e027fd0" providerId="LiveId" clId="{E033AB76-9CCE-499E-8A0F-8D4A6BE31F94}" dt="2026-10-29T14:32:24.053" v="5085"/>
          <ac:spMkLst>
            <pc:docMk/>
            <pc:sldMk cId="1175071753" sldId="630"/>
            <ac:spMk id="40" creationId="{4B9B5149-9FFD-6B4F-178C-75A545707ABE}"/>
          </ac:spMkLst>
        </pc:spChg>
        <pc:spChg chg="add del mod">
          <ac:chgData name="Caio Lopes de Souza" userId="789867f68e027fd0" providerId="LiveId" clId="{E033AB76-9CCE-499E-8A0F-8D4A6BE31F94}" dt="2026-10-29T14:32:24.405" v="5091"/>
          <ac:spMkLst>
            <pc:docMk/>
            <pc:sldMk cId="1175071753" sldId="630"/>
            <ac:spMk id="41" creationId="{7F6465A9-B56B-6793-D60A-3AE0F61FA151}"/>
          </ac:spMkLst>
        </pc:spChg>
        <pc:spChg chg="add del mod ord">
          <ac:chgData name="Caio Lopes de Souza" userId="789867f68e027fd0" providerId="LiveId" clId="{E033AB76-9CCE-499E-8A0F-8D4A6BE31F94}" dt="2026-10-29T14:32:23.974" v="5083"/>
          <ac:spMkLst>
            <pc:docMk/>
            <pc:sldMk cId="1175071753" sldId="630"/>
            <ac:spMk id="42" creationId="{B8A29270-7703-A041-E169-3E7E9740C446}"/>
          </ac:spMkLst>
        </pc:spChg>
        <pc:spChg chg="add del mod">
          <ac:chgData name="Caio Lopes de Souza" userId="789867f68e027fd0" providerId="LiveId" clId="{E033AB76-9CCE-499E-8A0F-8D4A6BE31F94}" dt="2026-10-29T14:32:24.466" v="5093"/>
          <ac:spMkLst>
            <pc:docMk/>
            <pc:sldMk cId="1175071753" sldId="630"/>
            <ac:spMk id="43" creationId="{3F138195-2113-FDC6-6A55-977C7133926E}"/>
          </ac:spMkLst>
        </pc:spChg>
        <pc:spChg chg="add del mod ord">
          <ac:chgData name="Caio Lopes de Souza" userId="789867f68e027fd0" providerId="LiveId" clId="{E033AB76-9CCE-499E-8A0F-8D4A6BE31F94}" dt="2026-10-29T14:32:23.890" v="5081"/>
          <ac:spMkLst>
            <pc:docMk/>
            <pc:sldMk cId="1175071753" sldId="630"/>
            <ac:spMk id="44" creationId="{BC84325E-265A-856A-E842-879A1DFD9F2F}"/>
          </ac:spMkLst>
        </pc:spChg>
        <pc:spChg chg="add del mod">
          <ac:chgData name="Caio Lopes de Souza" userId="789867f68e027fd0" providerId="LiveId" clId="{E033AB76-9CCE-499E-8A0F-8D4A6BE31F94}" dt="2026-10-29T14:32:24.574" v="5095"/>
          <ac:spMkLst>
            <pc:docMk/>
            <pc:sldMk cId="1175071753" sldId="630"/>
            <ac:spMk id="45" creationId="{3154E67D-4B62-3B5A-4DB6-BCD6206F1B52}"/>
          </ac:spMkLst>
        </pc:spChg>
        <pc:spChg chg="add del mod ord">
          <ac:chgData name="Caio Lopes de Souza" userId="789867f68e027fd0" providerId="LiveId" clId="{E033AB76-9CCE-499E-8A0F-8D4A6BE31F94}" dt="2026-10-29T14:32:23.772" v="5079"/>
          <ac:spMkLst>
            <pc:docMk/>
            <pc:sldMk cId="1175071753" sldId="630"/>
            <ac:spMk id="46" creationId="{E41DEB47-476D-F1CE-D491-89BA4CC599F2}"/>
          </ac:spMkLst>
        </pc:spChg>
        <pc:spChg chg="add del mod ord">
          <ac:chgData name="Caio Lopes de Souza" userId="789867f68e027fd0" providerId="LiveId" clId="{E033AB76-9CCE-499E-8A0F-8D4A6BE31F94}" dt="2026-10-29T14:33:41.083" v="5250"/>
          <ac:spMkLst>
            <pc:docMk/>
            <pc:sldMk cId="1175071753" sldId="630"/>
            <ac:spMk id="49" creationId="{588C0BF0-3718-214B-C777-C0B0220E8CE6}"/>
          </ac:spMkLst>
        </pc:spChg>
        <pc:spChg chg="add del mod">
          <ac:chgData name="Caio Lopes de Souza" userId="789867f68e027fd0" providerId="LiveId" clId="{E033AB76-9CCE-499E-8A0F-8D4A6BE31F94}" dt="2026-10-29T14:33:41.172" v="5252"/>
          <ac:spMkLst>
            <pc:docMk/>
            <pc:sldMk cId="1175071753" sldId="630"/>
            <ac:spMk id="50" creationId="{26A50F75-E3B8-ACD1-27FF-7D0BD9C96D50}"/>
          </ac:spMkLst>
        </pc:spChg>
        <pc:spChg chg="add del mod ord">
          <ac:chgData name="Caio Lopes de Souza" userId="789867f68e027fd0" providerId="LiveId" clId="{E033AB76-9CCE-499E-8A0F-8D4A6BE31F94}" dt="2026-10-29T14:33:41.041" v="5248"/>
          <ac:spMkLst>
            <pc:docMk/>
            <pc:sldMk cId="1175071753" sldId="630"/>
            <ac:spMk id="51" creationId="{B97F8034-D405-E1EA-6FF6-E691A1227D4F}"/>
          </ac:spMkLst>
        </pc:spChg>
        <pc:spChg chg="add del mod">
          <ac:chgData name="Caio Lopes de Souza" userId="789867f68e027fd0" providerId="LiveId" clId="{E033AB76-9CCE-499E-8A0F-8D4A6BE31F94}" dt="2026-10-29T14:33:41.207" v="5254"/>
          <ac:spMkLst>
            <pc:docMk/>
            <pc:sldMk cId="1175071753" sldId="630"/>
            <ac:spMk id="52" creationId="{70471F3D-8D0F-E596-5E47-0F2BE7FC7B7C}"/>
          </ac:spMkLst>
        </pc:spChg>
        <pc:spChg chg="add del mod ord">
          <ac:chgData name="Caio Lopes de Souza" userId="789867f68e027fd0" providerId="LiveId" clId="{E033AB76-9CCE-499E-8A0F-8D4A6BE31F94}" dt="2026-10-29T14:33:40.996" v="5246"/>
          <ac:spMkLst>
            <pc:docMk/>
            <pc:sldMk cId="1175071753" sldId="630"/>
            <ac:spMk id="53" creationId="{84DDB80E-1409-8EE9-79C6-7F17554ECF00}"/>
          </ac:spMkLst>
        </pc:spChg>
        <pc:spChg chg="add del mod">
          <ac:chgData name="Caio Lopes de Souza" userId="789867f68e027fd0" providerId="LiveId" clId="{E033AB76-9CCE-499E-8A0F-8D4A6BE31F94}" dt="2026-10-29T14:33:41.248" v="5256"/>
          <ac:spMkLst>
            <pc:docMk/>
            <pc:sldMk cId="1175071753" sldId="630"/>
            <ac:spMk id="54" creationId="{60067CD2-D61D-CE07-59EE-8521FCD4FA1E}"/>
          </ac:spMkLst>
        </pc:spChg>
        <pc:spChg chg="add del mod ord">
          <ac:chgData name="Caio Lopes de Souza" userId="789867f68e027fd0" providerId="LiveId" clId="{E033AB76-9CCE-499E-8A0F-8D4A6BE31F94}" dt="2026-10-29T14:33:40.948" v="5244"/>
          <ac:spMkLst>
            <pc:docMk/>
            <pc:sldMk cId="1175071753" sldId="630"/>
            <ac:spMk id="55" creationId="{1C9BBFA6-1DEF-A082-9655-77839FC5B2A3}"/>
          </ac:spMkLst>
        </pc:spChg>
        <pc:spChg chg="add del mod">
          <ac:chgData name="Caio Lopes de Souza" userId="789867f68e027fd0" providerId="LiveId" clId="{E033AB76-9CCE-499E-8A0F-8D4A6BE31F94}" dt="2026-10-29T14:33:41.292" v="5258"/>
          <ac:spMkLst>
            <pc:docMk/>
            <pc:sldMk cId="1175071753" sldId="630"/>
            <ac:spMk id="56" creationId="{0CB901F0-AF88-CFC1-8ACA-902A9BA3D4FF}"/>
          </ac:spMkLst>
        </pc:spChg>
        <pc:spChg chg="add del mod ord">
          <ac:chgData name="Caio Lopes de Souza" userId="789867f68e027fd0" providerId="LiveId" clId="{E033AB76-9CCE-499E-8A0F-8D4A6BE31F94}" dt="2026-10-29T14:33:40.900" v="5242"/>
          <ac:spMkLst>
            <pc:docMk/>
            <pc:sldMk cId="1175071753" sldId="630"/>
            <ac:spMk id="57" creationId="{9A2E0B84-D714-77CF-BEE7-F4662E0E8942}"/>
          </ac:spMkLst>
        </pc:spChg>
        <pc:spChg chg="add del mod ord">
          <ac:chgData name="Caio Lopes de Souza" userId="789867f68e027fd0" providerId="LiveId" clId="{E033AB76-9CCE-499E-8A0F-8D4A6BE31F94}" dt="2026-10-29T14:34:48.178" v="5415"/>
          <ac:spMkLst>
            <pc:docMk/>
            <pc:sldMk cId="1175071753" sldId="630"/>
            <ac:spMk id="60" creationId="{E0CB4952-275A-5EDB-C5C5-41211DE2E4C0}"/>
          </ac:spMkLst>
        </pc:spChg>
        <pc:spChg chg="add del mod">
          <ac:chgData name="Caio Lopes de Souza" userId="789867f68e027fd0" providerId="LiveId" clId="{E033AB76-9CCE-499E-8A0F-8D4A6BE31F94}" dt="2026-10-29T14:34:48.353" v="5417"/>
          <ac:spMkLst>
            <pc:docMk/>
            <pc:sldMk cId="1175071753" sldId="630"/>
            <ac:spMk id="61" creationId="{643CFA07-B98A-7356-A57F-2E5A1790444E}"/>
          </ac:spMkLst>
        </pc:spChg>
        <pc:spChg chg="add del mod ord">
          <ac:chgData name="Caio Lopes de Souza" userId="789867f68e027fd0" providerId="LiveId" clId="{E033AB76-9CCE-499E-8A0F-8D4A6BE31F94}" dt="2026-10-29T14:34:48.089" v="5413"/>
          <ac:spMkLst>
            <pc:docMk/>
            <pc:sldMk cId="1175071753" sldId="630"/>
            <ac:spMk id="62" creationId="{DFE03EBF-24CB-E0E0-DED1-D4CD5EF921FF}"/>
          </ac:spMkLst>
        </pc:spChg>
        <pc:spChg chg="add del mod">
          <ac:chgData name="Caio Lopes de Souza" userId="789867f68e027fd0" providerId="LiveId" clId="{E033AB76-9CCE-499E-8A0F-8D4A6BE31F94}" dt="2026-10-29T14:34:48.428" v="5419"/>
          <ac:spMkLst>
            <pc:docMk/>
            <pc:sldMk cId="1175071753" sldId="630"/>
            <ac:spMk id="63" creationId="{41C366B6-F3E5-0A0E-65B0-D27D88679FA0}"/>
          </ac:spMkLst>
        </pc:spChg>
        <pc:spChg chg="add del mod ord">
          <ac:chgData name="Caio Lopes de Souza" userId="789867f68e027fd0" providerId="LiveId" clId="{E033AB76-9CCE-499E-8A0F-8D4A6BE31F94}" dt="2026-10-29T14:34:48" v="5411"/>
          <ac:spMkLst>
            <pc:docMk/>
            <pc:sldMk cId="1175071753" sldId="630"/>
            <ac:spMk id="64" creationId="{66B0A69F-14DC-CA4E-E239-3E4619E957C0}"/>
          </ac:spMkLst>
        </pc:spChg>
        <pc:spChg chg="add del mod">
          <ac:chgData name="Caio Lopes de Souza" userId="789867f68e027fd0" providerId="LiveId" clId="{E033AB76-9CCE-499E-8A0F-8D4A6BE31F94}" dt="2026-10-29T14:34:48.514" v="5421"/>
          <ac:spMkLst>
            <pc:docMk/>
            <pc:sldMk cId="1175071753" sldId="630"/>
            <ac:spMk id="65" creationId="{557569E5-D0CA-A3FC-B5B3-AEEFC218C2F5}"/>
          </ac:spMkLst>
        </pc:spChg>
        <pc:spChg chg="add del mod ord">
          <ac:chgData name="Caio Lopes de Souza" userId="789867f68e027fd0" providerId="LiveId" clId="{E033AB76-9CCE-499E-8A0F-8D4A6BE31F94}" dt="2026-10-29T14:34:47.868" v="5409"/>
          <ac:spMkLst>
            <pc:docMk/>
            <pc:sldMk cId="1175071753" sldId="630"/>
            <ac:spMk id="66" creationId="{16558F39-00C4-CF6D-4479-C0579EF3BA30}"/>
          </ac:spMkLst>
        </pc:spChg>
        <pc:spChg chg="add del mod">
          <ac:chgData name="Caio Lopes de Souza" userId="789867f68e027fd0" providerId="LiveId" clId="{E033AB76-9CCE-499E-8A0F-8D4A6BE31F94}" dt="2026-10-29T14:34:48.638" v="5423"/>
          <ac:spMkLst>
            <pc:docMk/>
            <pc:sldMk cId="1175071753" sldId="630"/>
            <ac:spMk id="67" creationId="{968C0885-8352-63AC-F474-2245E8D6ACE8}"/>
          </ac:spMkLst>
        </pc:spChg>
        <pc:spChg chg="add del mod ord">
          <ac:chgData name="Caio Lopes de Souza" userId="789867f68e027fd0" providerId="LiveId" clId="{E033AB76-9CCE-499E-8A0F-8D4A6BE31F94}" dt="2026-10-29T14:34:47.790" v="5407"/>
          <ac:spMkLst>
            <pc:docMk/>
            <pc:sldMk cId="1175071753" sldId="630"/>
            <ac:spMk id="68" creationId="{3932CA4E-1899-13FD-8B36-49F24C810BB0}"/>
          </ac:spMkLst>
        </pc:spChg>
        <pc:spChg chg="add del mod ord">
          <ac:chgData name="Caio Lopes de Souza" userId="789867f68e027fd0" providerId="LiveId" clId="{E033AB76-9CCE-499E-8A0F-8D4A6BE31F94}" dt="2026-10-29T15:55:37.881" v="5607" actId="478"/>
          <ac:spMkLst>
            <pc:docMk/>
            <pc:sldMk cId="1175071753" sldId="630"/>
            <ac:spMk id="71" creationId="{39BF0056-B986-9F35-E231-E0E9C1EB0864}"/>
          </ac:spMkLst>
        </pc:spChg>
        <pc:spChg chg="add del mod">
          <ac:chgData name="Caio Lopes de Souza" userId="789867f68e027fd0" providerId="LiveId" clId="{E033AB76-9CCE-499E-8A0F-8D4A6BE31F94}" dt="2026-10-29T15:55:37.881" v="5607" actId="478"/>
          <ac:spMkLst>
            <pc:docMk/>
            <pc:sldMk cId="1175071753" sldId="630"/>
            <ac:spMk id="72" creationId="{8727D927-0FCF-57A4-F39F-9BB8634F1251}"/>
          </ac:spMkLst>
        </pc:spChg>
        <pc:spChg chg="add del mod ord">
          <ac:chgData name="Caio Lopes de Souza" userId="789867f68e027fd0" providerId="LiveId" clId="{E033AB76-9CCE-499E-8A0F-8D4A6BE31F94}" dt="2026-10-29T15:55:37.881" v="5607" actId="478"/>
          <ac:spMkLst>
            <pc:docMk/>
            <pc:sldMk cId="1175071753" sldId="630"/>
            <ac:spMk id="73" creationId="{214D7411-6225-B701-32E0-F8AB94C3EBB0}"/>
          </ac:spMkLst>
        </pc:spChg>
        <pc:spChg chg="add del mod">
          <ac:chgData name="Caio Lopes de Souza" userId="789867f68e027fd0" providerId="LiveId" clId="{E033AB76-9CCE-499E-8A0F-8D4A6BE31F94}" dt="2026-10-29T15:55:37.881" v="5607" actId="478"/>
          <ac:spMkLst>
            <pc:docMk/>
            <pc:sldMk cId="1175071753" sldId="630"/>
            <ac:spMk id="74" creationId="{00D3EE78-74D9-AB11-44A4-7038AB3936C1}"/>
          </ac:spMkLst>
        </pc:spChg>
        <pc:spChg chg="add del mod ord">
          <ac:chgData name="Caio Lopes de Souza" userId="789867f68e027fd0" providerId="LiveId" clId="{E033AB76-9CCE-499E-8A0F-8D4A6BE31F94}" dt="2026-10-29T15:55:37.881" v="5607" actId="478"/>
          <ac:spMkLst>
            <pc:docMk/>
            <pc:sldMk cId="1175071753" sldId="630"/>
            <ac:spMk id="75" creationId="{FAD270AA-2C6B-33BA-C897-376F01A52521}"/>
          </ac:spMkLst>
        </pc:spChg>
        <pc:spChg chg="add del mod">
          <ac:chgData name="Caio Lopes de Souza" userId="789867f68e027fd0" providerId="LiveId" clId="{E033AB76-9CCE-499E-8A0F-8D4A6BE31F94}" dt="2026-10-29T15:55:37.881" v="5607" actId="478"/>
          <ac:spMkLst>
            <pc:docMk/>
            <pc:sldMk cId="1175071753" sldId="630"/>
            <ac:spMk id="76" creationId="{15C7163D-A7C1-0D4A-D697-8EA54AC346E7}"/>
          </ac:spMkLst>
        </pc:spChg>
        <pc:spChg chg="add del mod ord">
          <ac:chgData name="Caio Lopes de Souza" userId="789867f68e027fd0" providerId="LiveId" clId="{E033AB76-9CCE-499E-8A0F-8D4A6BE31F94}" dt="2026-10-29T15:55:37.881" v="5607" actId="478"/>
          <ac:spMkLst>
            <pc:docMk/>
            <pc:sldMk cId="1175071753" sldId="630"/>
            <ac:spMk id="77" creationId="{F97A4B75-6D0A-6A3E-D840-921482088642}"/>
          </ac:spMkLst>
        </pc:spChg>
        <pc:spChg chg="add del mod">
          <ac:chgData name="Caio Lopes de Souza" userId="789867f68e027fd0" providerId="LiveId" clId="{E033AB76-9CCE-499E-8A0F-8D4A6BE31F94}" dt="2026-10-29T15:55:37.881" v="5607" actId="478"/>
          <ac:spMkLst>
            <pc:docMk/>
            <pc:sldMk cId="1175071753" sldId="630"/>
            <ac:spMk id="78" creationId="{B2F24D95-77A1-104F-5967-CDAB56A8D93F}"/>
          </ac:spMkLst>
        </pc:spChg>
        <pc:spChg chg="add del mod ord">
          <ac:chgData name="Caio Lopes de Souza" userId="789867f68e027fd0" providerId="LiveId" clId="{E033AB76-9CCE-499E-8A0F-8D4A6BE31F94}" dt="2026-10-29T15:54:46.692" v="5602"/>
          <ac:spMkLst>
            <pc:docMk/>
            <pc:sldMk cId="1175071753" sldId="630"/>
            <ac:spMk id="79" creationId="{AB099841-436B-EC69-7F6D-547381CC5D69}"/>
          </ac:spMkLst>
        </pc:spChg>
        <pc:graphicFrameChg chg="add del mod">
          <ac:chgData name="Caio Lopes de Souza" userId="789867f68e027fd0" providerId="LiveId" clId="{E033AB76-9CCE-499E-8A0F-8D4A6BE31F94}" dt="2026-10-29T13:36:53.836" v="4322"/>
          <ac:graphicFrameMkLst>
            <pc:docMk/>
            <pc:sldMk cId="1175071753" sldId="630"/>
            <ac:graphicFrameMk id="9" creationId="{00000000-0008-0000-0000-000002000000}"/>
          </ac:graphicFrameMkLst>
        </pc:graphicFrameChg>
        <pc:graphicFrameChg chg="add del mod">
          <ac:chgData name="Caio Lopes de Souza" userId="789867f68e027fd0" providerId="LiveId" clId="{E033AB76-9CCE-499E-8A0F-8D4A6BE31F94}" dt="2026-10-29T13:56:49.606" v="4493"/>
          <ac:graphicFrameMkLst>
            <pc:docMk/>
            <pc:sldMk cId="1175071753" sldId="630"/>
            <ac:graphicFrameMk id="10" creationId="{00000000-0008-0000-0200-000002000000}"/>
          </ac:graphicFrameMkLst>
        </pc:graphicFrameChg>
        <pc:graphicFrameChg chg="add del mod">
          <ac:chgData name="Caio Lopes de Souza" userId="789867f68e027fd0" providerId="LiveId" clId="{E033AB76-9CCE-499E-8A0F-8D4A6BE31F94}" dt="2026-10-29T13:38:08.470" v="4361"/>
          <ac:graphicFrameMkLst>
            <pc:docMk/>
            <pc:sldMk cId="1175071753" sldId="630"/>
            <ac:graphicFrameMk id="11" creationId="{00000000-0008-0000-0000-000002000000}"/>
          </ac:graphicFrameMkLst>
        </pc:graphicFrameChg>
        <pc:graphicFrameChg chg="add del mod">
          <ac:chgData name="Caio Lopes de Souza" userId="789867f68e027fd0" providerId="LiveId" clId="{E033AB76-9CCE-499E-8A0F-8D4A6BE31F94}" dt="2026-10-29T13:39:08.947" v="4400"/>
          <ac:graphicFrameMkLst>
            <pc:docMk/>
            <pc:sldMk cId="1175071753" sldId="630"/>
            <ac:graphicFrameMk id="12" creationId="{00000000-0008-0000-0000-000002000000}"/>
          </ac:graphicFrameMkLst>
        </pc:graphicFrameChg>
        <pc:graphicFrameChg chg="add del mod">
          <ac:chgData name="Caio Lopes de Souza" userId="789867f68e027fd0" providerId="LiveId" clId="{E033AB76-9CCE-499E-8A0F-8D4A6BE31F94}" dt="2026-10-29T13:56:49.673" v="4495"/>
          <ac:graphicFrameMkLst>
            <pc:docMk/>
            <pc:sldMk cId="1175071753" sldId="630"/>
            <ac:graphicFrameMk id="16" creationId="{00000000-0008-0000-0000-000002000000}"/>
          </ac:graphicFrameMkLst>
        </pc:graphicFrameChg>
        <pc:graphicFrameChg chg="add del mod">
          <ac:chgData name="Caio Lopes de Souza" userId="789867f68e027fd0" providerId="LiveId" clId="{E033AB76-9CCE-499E-8A0F-8D4A6BE31F94}" dt="2026-10-29T13:58:02.394" v="4560"/>
          <ac:graphicFrameMkLst>
            <pc:docMk/>
            <pc:sldMk cId="1175071753" sldId="630"/>
            <ac:graphicFrameMk id="17" creationId="{00000000-0008-0000-0000-000002000000}"/>
          </ac:graphicFrameMkLst>
        </pc:graphicFrameChg>
        <pc:graphicFrameChg chg="add del mod ord">
          <ac:chgData name="Caio Lopes de Souza" userId="789867f68e027fd0" providerId="LiveId" clId="{E033AB76-9CCE-499E-8A0F-8D4A6BE31F94}" dt="2026-10-29T13:58:02.462" v="4562"/>
          <ac:graphicFrameMkLst>
            <pc:docMk/>
            <pc:sldMk cId="1175071753" sldId="630"/>
            <ac:graphicFrameMk id="18" creationId="{00000000-0008-0000-0200-000002000000}"/>
          </ac:graphicFrameMkLst>
        </pc:graphicFrameChg>
        <pc:graphicFrameChg chg="add del mod">
          <ac:chgData name="Caio Lopes de Souza" userId="789867f68e027fd0" providerId="LiveId" clId="{E033AB76-9CCE-499E-8A0F-8D4A6BE31F94}" dt="2026-10-29T14:04:23.418" v="4627"/>
          <ac:graphicFrameMkLst>
            <pc:docMk/>
            <pc:sldMk cId="1175071753" sldId="630"/>
            <ac:graphicFrameMk id="20" creationId="{00000000-0008-0000-0000-000002000000}"/>
          </ac:graphicFrameMkLst>
        </pc:graphicFrameChg>
        <pc:graphicFrameChg chg="add del mod ord">
          <ac:chgData name="Caio Lopes de Souza" userId="789867f68e027fd0" providerId="LiveId" clId="{E033AB76-9CCE-499E-8A0F-8D4A6BE31F94}" dt="2026-10-29T14:04:23.448" v="4629"/>
          <ac:graphicFrameMkLst>
            <pc:docMk/>
            <pc:sldMk cId="1175071753" sldId="630"/>
            <ac:graphicFrameMk id="21" creationId="{00000000-0008-0000-0200-000002000000}"/>
          </ac:graphicFrameMkLst>
        </pc:graphicFrameChg>
        <pc:graphicFrameChg chg="add del mod">
          <ac:chgData name="Caio Lopes de Souza" userId="789867f68e027fd0" providerId="LiveId" clId="{E033AB76-9CCE-499E-8A0F-8D4A6BE31F94}" dt="2026-10-29T14:05:51.799" v="4694"/>
          <ac:graphicFrameMkLst>
            <pc:docMk/>
            <pc:sldMk cId="1175071753" sldId="630"/>
            <ac:graphicFrameMk id="23" creationId="{00000000-0008-0000-0000-000002000000}"/>
          </ac:graphicFrameMkLst>
        </pc:graphicFrameChg>
        <pc:graphicFrameChg chg="add del mod ord">
          <ac:chgData name="Caio Lopes de Souza" userId="789867f68e027fd0" providerId="LiveId" clId="{E033AB76-9CCE-499E-8A0F-8D4A6BE31F94}" dt="2026-10-29T14:05:51.844" v="4696"/>
          <ac:graphicFrameMkLst>
            <pc:docMk/>
            <pc:sldMk cId="1175071753" sldId="630"/>
            <ac:graphicFrameMk id="25" creationId="{00000000-0008-0000-0300-000002000000}"/>
          </ac:graphicFrameMkLst>
        </pc:graphicFrameChg>
        <pc:graphicFrameChg chg="add del mod">
          <ac:chgData name="Caio Lopes de Souza" userId="789867f68e027fd0" providerId="LiveId" clId="{E033AB76-9CCE-499E-8A0F-8D4A6BE31F94}" dt="2026-10-29T14:11:31.335" v="4762"/>
          <ac:graphicFrameMkLst>
            <pc:docMk/>
            <pc:sldMk cId="1175071753" sldId="630"/>
            <ac:graphicFrameMk id="27" creationId="{00000000-0008-0000-0000-000002000000}"/>
          </ac:graphicFrameMkLst>
        </pc:graphicFrameChg>
        <pc:graphicFrameChg chg="add del mod ord">
          <ac:chgData name="Caio Lopes de Souza" userId="789867f68e027fd0" providerId="LiveId" clId="{E033AB76-9CCE-499E-8A0F-8D4A6BE31F94}" dt="2026-10-29T14:11:31.406" v="4764"/>
          <ac:graphicFrameMkLst>
            <pc:docMk/>
            <pc:sldMk cId="1175071753" sldId="630"/>
            <ac:graphicFrameMk id="28" creationId="{00000000-0008-0000-0300-000002000000}"/>
          </ac:graphicFrameMkLst>
        </pc:graphicFrameChg>
        <pc:graphicFrameChg chg="add del mod">
          <ac:chgData name="Caio Lopes de Souza" userId="789867f68e027fd0" providerId="LiveId" clId="{E033AB76-9CCE-499E-8A0F-8D4A6BE31F94}" dt="2026-10-29T14:20:26.612" v="4819"/>
          <ac:graphicFrameMkLst>
            <pc:docMk/>
            <pc:sldMk cId="1175071753" sldId="630"/>
            <ac:graphicFrameMk id="30" creationId="{00000000-0008-0000-0400-000002000000}"/>
          </ac:graphicFrameMkLst>
        </pc:graphicFrameChg>
        <pc:graphicFrameChg chg="add del mod">
          <ac:chgData name="Caio Lopes de Souza" userId="789867f68e027fd0" providerId="LiveId" clId="{E033AB76-9CCE-499E-8A0F-8D4A6BE31F94}" dt="2026-10-29T14:20:26.713" v="4821"/>
          <ac:graphicFrameMkLst>
            <pc:docMk/>
            <pc:sldMk cId="1175071753" sldId="630"/>
            <ac:graphicFrameMk id="31" creationId="{00000000-0008-0000-0500-000002000000}"/>
          </ac:graphicFrameMkLst>
        </pc:graphicFrameChg>
        <pc:graphicFrameChg chg="add del mod">
          <ac:chgData name="Caio Lopes de Souza" userId="789867f68e027fd0" providerId="LiveId" clId="{E033AB76-9CCE-499E-8A0F-8D4A6BE31F94}" dt="2026-10-29T14:22:07.304" v="4876"/>
          <ac:graphicFrameMkLst>
            <pc:docMk/>
            <pc:sldMk cId="1175071753" sldId="630"/>
            <ac:graphicFrameMk id="32" creationId="{00000000-0008-0000-0600-000002000000}"/>
          </ac:graphicFrameMkLst>
        </pc:graphicFrameChg>
        <pc:graphicFrameChg chg="add del mod">
          <ac:chgData name="Caio Lopes de Souza" userId="789867f68e027fd0" providerId="LiveId" clId="{E033AB76-9CCE-499E-8A0F-8D4A6BE31F94}" dt="2026-10-29T14:22:07.367" v="4878"/>
          <ac:graphicFrameMkLst>
            <pc:docMk/>
            <pc:sldMk cId="1175071753" sldId="630"/>
            <ac:graphicFrameMk id="33" creationId="{00000000-0008-0000-0700-000002000000}"/>
          </ac:graphicFrameMkLst>
        </pc:graphicFrameChg>
        <pc:graphicFrameChg chg="add del mod">
          <ac:chgData name="Caio Lopes de Souza" userId="789867f68e027fd0" providerId="LiveId" clId="{E033AB76-9CCE-499E-8A0F-8D4A6BE31F94}" dt="2026-10-29T14:31:04.737" v="4934"/>
          <ac:graphicFrameMkLst>
            <pc:docMk/>
            <pc:sldMk cId="1175071753" sldId="630"/>
            <ac:graphicFrameMk id="34" creationId="{00000000-0008-0000-0600-000002000000}"/>
          </ac:graphicFrameMkLst>
        </pc:graphicFrameChg>
        <pc:graphicFrameChg chg="add del mod">
          <ac:chgData name="Caio Lopes de Souza" userId="789867f68e027fd0" providerId="LiveId" clId="{E033AB76-9CCE-499E-8A0F-8D4A6BE31F94}" dt="2026-10-29T14:31:04.787" v="4936"/>
          <ac:graphicFrameMkLst>
            <pc:docMk/>
            <pc:sldMk cId="1175071753" sldId="630"/>
            <ac:graphicFrameMk id="35" creationId="{00000000-0008-0000-0700-000002000000}"/>
          </ac:graphicFrameMkLst>
        </pc:graphicFrameChg>
        <pc:graphicFrameChg chg="add del mod ord">
          <ac:chgData name="Caio Lopes de Souza" userId="789867f68e027fd0" providerId="LiveId" clId="{E033AB76-9CCE-499E-8A0F-8D4A6BE31F94}" dt="2026-10-29T14:32:24.650" v="5097"/>
          <ac:graphicFrameMkLst>
            <pc:docMk/>
            <pc:sldMk cId="1175071753" sldId="630"/>
            <ac:graphicFrameMk id="36" creationId="{00000000-0008-0000-0800-000002000000}"/>
          </ac:graphicFrameMkLst>
        </pc:graphicFrameChg>
        <pc:graphicFrameChg chg="add del mod ord">
          <ac:chgData name="Caio Lopes de Souza" userId="789867f68e027fd0" providerId="LiveId" clId="{E033AB76-9CCE-499E-8A0F-8D4A6BE31F94}" dt="2026-10-29T14:32:24.714" v="5099"/>
          <ac:graphicFrameMkLst>
            <pc:docMk/>
            <pc:sldMk cId="1175071753" sldId="630"/>
            <ac:graphicFrameMk id="37" creationId="{00000000-0008-0000-0900-000002000000}"/>
          </ac:graphicFrameMkLst>
        </pc:graphicFrameChg>
        <pc:graphicFrameChg chg="add del mod ord">
          <ac:chgData name="Caio Lopes de Souza" userId="789867f68e027fd0" providerId="LiveId" clId="{E033AB76-9CCE-499E-8A0F-8D4A6BE31F94}" dt="2026-10-29T14:33:41.329" v="5260"/>
          <ac:graphicFrameMkLst>
            <pc:docMk/>
            <pc:sldMk cId="1175071753" sldId="630"/>
            <ac:graphicFrameMk id="47" creationId="{00000000-0008-0000-0800-000002000000}"/>
          </ac:graphicFrameMkLst>
        </pc:graphicFrameChg>
        <pc:graphicFrameChg chg="add del mod ord">
          <ac:chgData name="Caio Lopes de Souza" userId="789867f68e027fd0" providerId="LiveId" clId="{E033AB76-9CCE-499E-8A0F-8D4A6BE31F94}" dt="2026-10-29T14:33:41.360" v="5262"/>
          <ac:graphicFrameMkLst>
            <pc:docMk/>
            <pc:sldMk cId="1175071753" sldId="630"/>
            <ac:graphicFrameMk id="48" creationId="{00000000-0008-0000-0900-000002000000}"/>
          </ac:graphicFrameMkLst>
        </pc:graphicFrameChg>
        <pc:graphicFrameChg chg="add del mod ord">
          <ac:chgData name="Caio Lopes de Souza" userId="789867f68e027fd0" providerId="LiveId" clId="{E033AB76-9CCE-499E-8A0F-8D4A6BE31F94}" dt="2026-10-29T14:34:48.709" v="5425"/>
          <ac:graphicFrameMkLst>
            <pc:docMk/>
            <pc:sldMk cId="1175071753" sldId="630"/>
            <ac:graphicFrameMk id="58" creationId="{00000000-0008-0000-0800-000002000000}"/>
          </ac:graphicFrameMkLst>
        </pc:graphicFrameChg>
        <pc:graphicFrameChg chg="add del mod ord">
          <ac:chgData name="Caio Lopes de Souza" userId="789867f68e027fd0" providerId="LiveId" clId="{E033AB76-9CCE-499E-8A0F-8D4A6BE31F94}" dt="2026-10-29T14:34:48.763" v="5427"/>
          <ac:graphicFrameMkLst>
            <pc:docMk/>
            <pc:sldMk cId="1175071753" sldId="630"/>
            <ac:graphicFrameMk id="59" creationId="{00000000-0008-0000-0900-000002000000}"/>
          </ac:graphicFrameMkLst>
        </pc:graphicFrameChg>
        <pc:graphicFrameChg chg="add del mod ord">
          <ac:chgData name="Caio Lopes de Souza" userId="789867f68e027fd0" providerId="LiveId" clId="{E033AB76-9CCE-499E-8A0F-8D4A6BE31F94}" dt="2026-10-29T15:55:36.117" v="5605" actId="478"/>
          <ac:graphicFrameMkLst>
            <pc:docMk/>
            <pc:sldMk cId="1175071753" sldId="630"/>
            <ac:graphicFrameMk id="69" creationId="{00000000-0008-0000-0800-000002000000}"/>
          </ac:graphicFrameMkLst>
        </pc:graphicFrameChg>
        <pc:graphicFrameChg chg="add mod ord">
          <ac:chgData name="Caio Lopes de Souza" userId="789867f68e027fd0" providerId="LiveId" clId="{E033AB76-9CCE-499E-8A0F-8D4A6BE31F94}" dt="2026-10-29T17:48:25.709" v="5728" actId="14100"/>
          <ac:graphicFrameMkLst>
            <pc:docMk/>
            <pc:sldMk cId="1175071753" sldId="630"/>
            <ac:graphicFrameMk id="70" creationId="{00000000-0008-0000-0900-000002000000}"/>
          </ac:graphicFrameMkLst>
        </pc:graphicFrameChg>
        <pc:graphicFrameChg chg="add del mod modGraphic">
          <ac:chgData name="Caio Lopes de Souza" userId="789867f68e027fd0" providerId="LiveId" clId="{E033AB76-9CCE-499E-8A0F-8D4A6BE31F94}" dt="2026-10-29T16:01:48.657" v="5644"/>
          <ac:graphicFrameMkLst>
            <pc:docMk/>
            <pc:sldMk cId="1175071753" sldId="630"/>
            <ac:graphicFrameMk id="80" creationId="{63B1C723-FF99-A8B2-EF3E-A0A4C3F16963}"/>
          </ac:graphicFrameMkLst>
        </pc:graphicFrameChg>
        <pc:graphicFrameChg chg="add del mod">
          <ac:chgData name="Caio Lopes de Souza" userId="789867f68e027fd0" providerId="LiveId" clId="{E033AB76-9CCE-499E-8A0F-8D4A6BE31F94}" dt="2026-10-29T16:02:40.165" v="5652"/>
          <ac:graphicFrameMkLst>
            <pc:docMk/>
            <pc:sldMk cId="1175071753" sldId="630"/>
            <ac:graphicFrameMk id="81" creationId="{D59F4FD2-6384-7E87-18EF-394058495ADF}"/>
          </ac:graphicFrameMkLst>
        </pc:graphicFrameChg>
        <pc:graphicFrameChg chg="add del mod">
          <ac:chgData name="Caio Lopes de Souza" userId="789867f68e027fd0" providerId="LiveId" clId="{E033AB76-9CCE-499E-8A0F-8D4A6BE31F94}" dt="2026-10-29T16:03:09.328" v="5660"/>
          <ac:graphicFrameMkLst>
            <pc:docMk/>
            <pc:sldMk cId="1175071753" sldId="630"/>
            <ac:graphicFrameMk id="82" creationId="{8C56F395-4D6D-2DAD-6D23-075CE11CE478}"/>
          </ac:graphicFrameMkLst>
        </pc:graphicFrameChg>
        <pc:graphicFrameChg chg="add mod modGraphic">
          <ac:chgData name="Caio Lopes de Souza" userId="789867f68e027fd0" providerId="LiveId" clId="{E033AB76-9CCE-499E-8A0F-8D4A6BE31F94}" dt="2026-10-29T17:54:54.477" v="6488" actId="948"/>
          <ac:graphicFrameMkLst>
            <pc:docMk/>
            <pc:sldMk cId="1175071753" sldId="630"/>
            <ac:graphicFrameMk id="83" creationId="{95BA109A-CF3E-F801-EE19-DE5B00995487}"/>
          </ac:graphicFrameMkLst>
        </pc:graphicFrameChg>
        <pc:graphicFrameChg chg="del">
          <ac:chgData name="Caio Lopes de Souza" userId="789867f68e027fd0" providerId="LiveId" clId="{E033AB76-9CCE-499E-8A0F-8D4A6BE31F94}" dt="2026-10-29T13:34:18.793" v="4220"/>
          <ac:graphicFrameMkLst>
            <pc:docMk/>
            <pc:sldMk cId="1175071753" sldId="630"/>
            <ac:graphicFrameMk id="86" creationId="{8E00FAC2-9AFE-03AE-B8CD-ACB47619C452}"/>
          </ac:graphicFrameMkLst>
        </pc:graphicFrameChg>
      </pc:sldChg>
      <pc:sldChg chg="addSp delSp modSp add mod">
        <pc:chgData name="Caio Lopes de Souza" userId="789867f68e027fd0" providerId="LiveId" clId="{E033AB76-9CCE-499E-8A0F-8D4A6BE31F94}" dt="2026-10-30T13:07:03.853" v="9839" actId="113"/>
        <pc:sldMkLst>
          <pc:docMk/>
          <pc:sldMk cId="1374051454" sldId="631"/>
        </pc:sldMkLst>
        <pc:spChg chg="mod">
          <ac:chgData name="Caio Lopes de Souza" userId="789867f68e027fd0" providerId="LiveId" clId="{E033AB76-9CCE-499E-8A0F-8D4A6BE31F94}" dt="2026-10-30T12:29:59.589" v="9651" actId="20577"/>
          <ac:spMkLst>
            <pc:docMk/>
            <pc:sldMk cId="1374051454" sldId="631"/>
            <ac:spMk id="2" creationId="{00000000-0000-0000-0000-000000000000}"/>
          </ac:spMkLst>
        </pc:spChg>
        <pc:spChg chg="mod">
          <ac:chgData name="Caio Lopes de Souza" userId="789867f68e027fd0" providerId="LiveId" clId="{E033AB76-9CCE-499E-8A0F-8D4A6BE31F94}" dt="2026-10-29T21:19:42.081" v="7422" actId="1076"/>
          <ac:spMkLst>
            <pc:docMk/>
            <pc:sldMk cId="1374051454" sldId="631"/>
            <ac:spMk id="3" creationId="{F03016C5-25C3-487A-A063-9D5AE9126411}"/>
          </ac:spMkLst>
        </pc:spChg>
        <pc:spChg chg="add mod">
          <ac:chgData name="Caio Lopes de Souza" userId="789867f68e027fd0" providerId="LiveId" clId="{E033AB76-9CCE-499E-8A0F-8D4A6BE31F94}" dt="2026-10-30T13:07:03.853" v="9839" actId="113"/>
          <ac:spMkLst>
            <pc:docMk/>
            <pc:sldMk cId="1374051454" sldId="631"/>
            <ac:spMk id="4" creationId="{4840C0B7-0A0C-FEF5-5B80-E6001DAB656F}"/>
          </ac:spMkLst>
        </pc:spChg>
        <pc:spChg chg="add del mod">
          <ac:chgData name="Caio Lopes de Souza" userId="789867f68e027fd0" providerId="LiveId" clId="{E033AB76-9CCE-499E-8A0F-8D4A6BE31F94}" dt="2026-10-29T18:52:05.677" v="6528"/>
          <ac:spMkLst>
            <pc:docMk/>
            <pc:sldMk cId="1374051454" sldId="631"/>
            <ac:spMk id="6" creationId="{C2B1D017-39A1-17C7-CFC4-31807184DF70}"/>
          </ac:spMkLst>
        </pc:spChg>
        <pc:spChg chg="mod">
          <ac:chgData name="Caio Lopes de Souza" userId="789867f68e027fd0" providerId="LiveId" clId="{E033AB76-9CCE-499E-8A0F-8D4A6BE31F94}" dt="2026-10-29T21:21:31.796" v="7526" actId="20577"/>
          <ac:spMkLst>
            <pc:docMk/>
            <pc:sldMk cId="1374051454" sldId="631"/>
            <ac:spMk id="14" creationId="{00000000-0000-0000-0000-000000000000}"/>
          </ac:spMkLst>
        </pc:spChg>
        <pc:spChg chg="mod">
          <ac:chgData name="Caio Lopes de Souza" userId="789867f68e027fd0" providerId="LiveId" clId="{E033AB76-9CCE-499E-8A0F-8D4A6BE31F94}" dt="2026-10-29T21:20:02.379" v="7426" actId="20577"/>
          <ac:spMkLst>
            <pc:docMk/>
            <pc:sldMk cId="1374051454" sldId="631"/>
            <ac:spMk id="15" creationId="{00000000-0000-0000-0000-000000000000}"/>
          </ac:spMkLst>
        </pc:spChg>
        <pc:spChg chg="mod">
          <ac:chgData name="Caio Lopes de Souza" userId="789867f68e027fd0" providerId="LiveId" clId="{E033AB76-9CCE-499E-8A0F-8D4A6BE31F94}" dt="2026-10-29T21:19:42.081" v="7422" actId="1076"/>
          <ac:spMkLst>
            <pc:docMk/>
            <pc:sldMk cId="1374051454" sldId="631"/>
            <ac:spMk id="36" creationId="{F03016C5-25C3-487A-A063-9D5AE9126411}"/>
          </ac:spMkLst>
        </pc:spChg>
        <pc:spChg chg="del mod">
          <ac:chgData name="Caio Lopes de Souza" userId="789867f68e027fd0" providerId="LiveId" clId="{E033AB76-9CCE-499E-8A0F-8D4A6BE31F94}" dt="2026-10-29T19:38:02.420" v="6870" actId="478"/>
          <ac:spMkLst>
            <pc:docMk/>
            <pc:sldMk cId="1374051454" sldId="631"/>
            <ac:spMk id="37" creationId="{00000000-0000-0000-0000-000000000000}"/>
          </ac:spMkLst>
        </pc:spChg>
        <pc:spChg chg="del mod">
          <ac:chgData name="Caio Lopes de Souza" userId="789867f68e027fd0" providerId="LiveId" clId="{E033AB76-9CCE-499E-8A0F-8D4A6BE31F94}" dt="2026-10-29T19:38:03.781" v="6871" actId="478"/>
          <ac:spMkLst>
            <pc:docMk/>
            <pc:sldMk cId="1374051454" sldId="631"/>
            <ac:spMk id="38" creationId="{00000000-0000-0000-0000-000000000000}"/>
          </ac:spMkLst>
        </pc:spChg>
        <pc:graphicFrameChg chg="del">
          <ac:chgData name="Caio Lopes de Souza" userId="789867f68e027fd0" providerId="LiveId" clId="{E033AB76-9CCE-499E-8A0F-8D4A6BE31F94}" dt="2026-10-29T19:33:18.080" v="6825"/>
          <ac:graphicFrameMkLst>
            <pc:docMk/>
            <pc:sldMk cId="1374051454" sldId="631"/>
            <ac:graphicFrameMk id="4" creationId="{00000000-0008-0000-0000-000002000000}"/>
          </ac:graphicFrameMkLst>
        </pc:graphicFrameChg>
        <pc:graphicFrameChg chg="del">
          <ac:chgData name="Caio Lopes de Souza" userId="789867f68e027fd0" providerId="LiveId" clId="{E033AB76-9CCE-499E-8A0F-8D4A6BE31F94}" dt="2026-10-29T19:33:29.355" v="6839"/>
          <ac:graphicFrameMkLst>
            <pc:docMk/>
            <pc:sldMk cId="1374051454" sldId="631"/>
            <ac:graphicFrameMk id="5" creationId="{00000000-0008-0000-0100-000002000000}"/>
          </ac:graphicFrameMkLst>
        </pc:graphicFrameChg>
        <pc:graphicFrameChg chg="add del mod">
          <ac:chgData name="Caio Lopes de Souza" userId="789867f68e027fd0" providerId="LiveId" clId="{E033AB76-9CCE-499E-8A0F-8D4A6BE31F94}" dt="2026-10-29T19:34:38.525" v="6857"/>
          <ac:graphicFrameMkLst>
            <pc:docMk/>
            <pc:sldMk cId="1374051454" sldId="631"/>
            <ac:graphicFrameMk id="7" creationId="{C73ADF8B-7146-17A7-CD67-85FA2AA6EA6C}"/>
          </ac:graphicFrameMkLst>
        </pc:graphicFrameChg>
        <pc:graphicFrameChg chg="add mod">
          <ac:chgData name="Caio Lopes de Souza" userId="789867f68e027fd0" providerId="LiveId" clId="{E033AB76-9CCE-499E-8A0F-8D4A6BE31F94}" dt="2026-10-29T21:19:45.372" v="7423" actId="14100"/>
          <ac:graphicFrameMkLst>
            <pc:docMk/>
            <pc:sldMk cId="1374051454" sldId="631"/>
            <ac:graphicFrameMk id="8" creationId="{00000000-0008-0000-0100-000002000000}"/>
          </ac:graphicFrameMkLst>
        </pc:graphicFrameChg>
        <pc:graphicFrameChg chg="add mod">
          <ac:chgData name="Caio Lopes de Souza" userId="789867f68e027fd0" providerId="LiveId" clId="{E033AB76-9CCE-499E-8A0F-8D4A6BE31F94}" dt="2026-10-29T21:19:47.472" v="7424"/>
          <ac:graphicFrameMkLst>
            <pc:docMk/>
            <pc:sldMk cId="1374051454" sldId="631"/>
            <ac:graphicFrameMk id="9" creationId="{E80FCF31-17C9-793B-EB72-F95D6FEE35BF}"/>
          </ac:graphicFrameMkLst>
        </pc:graphicFrameChg>
      </pc:sldChg>
      <pc:sldChg chg="addSp modSp add mod">
        <pc:chgData name="Caio Lopes de Souza" userId="789867f68e027fd0" providerId="LiveId" clId="{E033AB76-9CCE-499E-8A0F-8D4A6BE31F94}" dt="2026-10-30T12:39:14.775" v="9797" actId="1076"/>
        <pc:sldMkLst>
          <pc:docMk/>
          <pc:sldMk cId="719098059" sldId="632"/>
        </pc:sldMkLst>
        <pc:spChg chg="add mod">
          <ac:chgData name="Caio Lopes de Souza" userId="789867f68e027fd0" providerId="LiveId" clId="{E033AB76-9CCE-499E-8A0F-8D4A6BE31F94}" dt="2026-10-30T12:39:14.775" v="9797" actId="1076"/>
          <ac:spMkLst>
            <pc:docMk/>
            <pc:sldMk cId="719098059" sldId="632"/>
            <ac:spMk id="8" creationId="{98FAEEDA-55D3-6A1F-EF91-344C8F2B24CA}"/>
          </ac:spMkLst>
        </pc:spChg>
      </pc:sldChg>
      <pc:sldChg chg="addSp delSp modSp add mod">
        <pc:chgData name="Caio Lopes de Souza" userId="789867f68e027fd0" providerId="LiveId" clId="{E033AB76-9CCE-499E-8A0F-8D4A6BE31F94}" dt="2026-10-30T13:09:29.170" v="9909" actId="22"/>
        <pc:sldMkLst>
          <pc:docMk/>
          <pc:sldMk cId="200719781" sldId="633"/>
        </pc:sldMkLst>
        <pc:spChg chg="mod">
          <ac:chgData name="Caio Lopes de Souza" userId="789867f68e027fd0" providerId="LiveId" clId="{E033AB76-9CCE-499E-8A0F-8D4A6BE31F94}" dt="2026-10-29T23:32:36.735" v="7737" actId="20577"/>
          <ac:spMkLst>
            <pc:docMk/>
            <pc:sldMk cId="200719781" sldId="633"/>
            <ac:spMk id="8" creationId="{6CF4DE33-DFFC-F7E3-44FF-A2EA8E0F982C}"/>
          </ac:spMkLst>
        </pc:spChg>
        <pc:spChg chg="add">
          <ac:chgData name="Caio Lopes de Souza" userId="789867f68e027fd0" providerId="LiveId" clId="{E033AB76-9CCE-499E-8A0F-8D4A6BE31F94}" dt="2026-10-30T13:09:29.170" v="9909" actId="22"/>
          <ac:spMkLst>
            <pc:docMk/>
            <pc:sldMk cId="200719781" sldId="633"/>
            <ac:spMk id="15" creationId="{170EF70B-4BD6-A99F-D04B-ACFB4A83D423}"/>
          </ac:spMkLst>
        </pc:spChg>
        <pc:graphicFrameChg chg="del">
          <ac:chgData name="Caio Lopes de Souza" userId="789867f68e027fd0" providerId="LiveId" clId="{E033AB76-9CCE-499E-8A0F-8D4A6BE31F94}" dt="2026-10-29T23:32:30.648" v="7641"/>
          <ac:graphicFrameMkLst>
            <pc:docMk/>
            <pc:sldMk cId="200719781" sldId="633"/>
            <ac:graphicFrameMk id="4" creationId="{00000000-0000-0000-0000-000000000000}"/>
          </ac:graphicFrameMkLst>
        </pc:graphicFrameChg>
        <pc:graphicFrameChg chg="add mod ord">
          <ac:chgData name="Caio Lopes de Souza" userId="789867f68e027fd0" providerId="LiveId" clId="{E033AB76-9CCE-499E-8A0F-8D4A6BE31F94}" dt="2026-10-29T23:32:30.949" v="7658"/>
          <ac:graphicFrameMkLst>
            <pc:docMk/>
            <pc:sldMk cId="200719781" sldId="633"/>
            <ac:graphicFrameMk id="5" creationId="{526AF400-EE49-FD58-07FA-2031145FB572}"/>
          </ac:graphicFrameMkLst>
        </pc:graphicFrameChg>
        <pc:graphicFrameChg chg="add mod ord">
          <ac:chgData name="Caio Lopes de Souza" userId="789867f68e027fd0" providerId="LiveId" clId="{E033AB76-9CCE-499E-8A0F-8D4A6BE31F94}" dt="2026-10-29T23:32:32.559" v="7683"/>
          <ac:graphicFrameMkLst>
            <pc:docMk/>
            <pc:sldMk cId="200719781" sldId="633"/>
            <ac:graphicFrameMk id="6" creationId="{B5B5AF14-9D9F-1FDB-98E1-C494E3F4D475}"/>
          </ac:graphicFrameMkLst>
        </pc:graphicFrameChg>
        <pc:graphicFrameChg chg="add mod ord">
          <ac:chgData name="Caio Lopes de Souza" userId="789867f68e027fd0" providerId="LiveId" clId="{E033AB76-9CCE-499E-8A0F-8D4A6BE31F94}" dt="2026-10-29T23:32:33.913" v="7704"/>
          <ac:graphicFrameMkLst>
            <pc:docMk/>
            <pc:sldMk cId="200719781" sldId="633"/>
            <ac:graphicFrameMk id="7" creationId="{00025E05-795A-5408-F99A-794EE89D4192}"/>
          </ac:graphicFrameMkLst>
        </pc:graphicFrameChg>
        <pc:graphicFrameChg chg="add mod ord">
          <ac:chgData name="Caio Lopes de Souza" userId="789867f68e027fd0" providerId="LiveId" clId="{E033AB76-9CCE-499E-8A0F-8D4A6BE31F94}" dt="2026-10-29T23:32:35.102" v="7721"/>
          <ac:graphicFrameMkLst>
            <pc:docMk/>
            <pc:sldMk cId="200719781" sldId="633"/>
            <ac:graphicFrameMk id="10" creationId="{E4014CBB-85A2-998F-ECDE-D5CC0834B3A3}"/>
          </ac:graphicFrameMkLst>
        </pc:graphicFrameChg>
        <pc:graphicFrameChg chg="add mod ord">
          <ac:chgData name="Caio Lopes de Souza" userId="789867f68e027fd0" providerId="LiveId" clId="{E033AB76-9CCE-499E-8A0F-8D4A6BE31F94}" dt="2026-10-29T23:32:36.208" v="7736"/>
          <ac:graphicFrameMkLst>
            <pc:docMk/>
            <pc:sldMk cId="200719781" sldId="633"/>
            <ac:graphicFrameMk id="13" creationId="{1137CDBB-6B68-1DFB-261A-4B9FC433F687}"/>
          </ac:graphicFrameMkLst>
        </pc:graphicFrameChg>
        <pc:graphicFrameChg chg="del">
          <ac:chgData name="Caio Lopes de Souza" userId="789867f68e027fd0" providerId="LiveId" clId="{E033AB76-9CCE-499E-8A0F-8D4A6BE31F94}" dt="2026-10-29T23:32:32.380" v="7670"/>
          <ac:graphicFrameMkLst>
            <pc:docMk/>
            <pc:sldMk cId="200719781" sldId="633"/>
            <ac:graphicFrameMk id="32" creationId="{00000000-0000-0000-0000-000000000000}"/>
          </ac:graphicFrameMkLst>
        </pc:graphicFrameChg>
        <pc:graphicFrameChg chg="del">
          <ac:chgData name="Caio Lopes de Souza" userId="789867f68e027fd0" providerId="LiveId" clId="{E033AB76-9CCE-499E-8A0F-8D4A6BE31F94}" dt="2026-10-29T23:32:33.766" v="7695"/>
          <ac:graphicFrameMkLst>
            <pc:docMk/>
            <pc:sldMk cId="200719781" sldId="633"/>
            <ac:graphicFrameMk id="36" creationId="{00000000-0000-0000-0000-000000000000}"/>
          </ac:graphicFrameMkLst>
        </pc:graphicFrameChg>
        <pc:graphicFrameChg chg="del">
          <ac:chgData name="Caio Lopes de Souza" userId="789867f68e027fd0" providerId="LiveId" clId="{E033AB76-9CCE-499E-8A0F-8D4A6BE31F94}" dt="2026-10-29T23:32:35.027" v="7716"/>
          <ac:graphicFrameMkLst>
            <pc:docMk/>
            <pc:sldMk cId="200719781" sldId="633"/>
            <ac:graphicFrameMk id="41" creationId="{00000000-0000-0000-0000-000000000000}"/>
          </ac:graphicFrameMkLst>
        </pc:graphicFrameChg>
        <pc:graphicFrameChg chg="del">
          <ac:chgData name="Caio Lopes de Souza" userId="789867f68e027fd0" providerId="LiveId" clId="{E033AB76-9CCE-499E-8A0F-8D4A6BE31F94}" dt="2026-10-29T23:32:36.157" v="7733"/>
          <ac:graphicFrameMkLst>
            <pc:docMk/>
            <pc:sldMk cId="200719781" sldId="633"/>
            <ac:graphicFrameMk id="43" creationId="{00000000-0000-0000-0000-000000000000}"/>
          </ac:graphicFrameMkLst>
        </pc:graphicFrameChg>
      </pc:sldChg>
      <pc:sldChg chg="addSp delSp modSp add mod">
        <pc:chgData name="Caio Lopes de Souza" userId="789867f68e027fd0" providerId="LiveId" clId="{E033AB76-9CCE-499E-8A0F-8D4A6BE31F94}" dt="2026-10-30T13:09:34.684" v="9912" actId="22"/>
        <pc:sldMkLst>
          <pc:docMk/>
          <pc:sldMk cId="994294191" sldId="634"/>
        </pc:sldMkLst>
        <pc:spChg chg="mod">
          <ac:chgData name="Caio Lopes de Souza" userId="789867f68e027fd0" providerId="LiveId" clId="{E033AB76-9CCE-499E-8A0F-8D4A6BE31F94}" dt="2026-10-30T12:30:17.091" v="9685" actId="20577"/>
          <ac:spMkLst>
            <pc:docMk/>
            <pc:sldMk cId="994294191" sldId="634"/>
            <ac:spMk id="6" creationId="{DBFA33F1-E58E-8322-61DD-DA7CF952529A}"/>
          </ac:spMkLst>
        </pc:spChg>
        <pc:spChg chg="mod">
          <ac:chgData name="Caio Lopes de Souza" userId="789867f68e027fd0" providerId="LiveId" clId="{E033AB76-9CCE-499E-8A0F-8D4A6BE31F94}" dt="2026-10-30T00:06:29.542" v="8377" actId="20577"/>
          <ac:spMkLst>
            <pc:docMk/>
            <pc:sldMk cId="994294191" sldId="634"/>
            <ac:spMk id="11" creationId="{1FA37407-1935-0D30-24A3-8FA4B9CD68F7}"/>
          </ac:spMkLst>
        </pc:spChg>
        <pc:spChg chg="add">
          <ac:chgData name="Caio Lopes de Souza" userId="789867f68e027fd0" providerId="LiveId" clId="{E033AB76-9CCE-499E-8A0F-8D4A6BE31F94}" dt="2026-10-30T13:09:34.684" v="9912" actId="22"/>
          <ac:spMkLst>
            <pc:docMk/>
            <pc:sldMk cId="994294191" sldId="634"/>
            <ac:spMk id="17" creationId="{F3F7EE98-4FBE-A1F1-AEA3-C7328A464524}"/>
          </ac:spMkLst>
        </pc:spChg>
        <pc:graphicFrameChg chg="del">
          <ac:chgData name="Caio Lopes de Souza" userId="789867f68e027fd0" providerId="LiveId" clId="{E033AB76-9CCE-499E-8A0F-8D4A6BE31F94}" dt="2026-10-29T23:49:31.282" v="7749"/>
          <ac:graphicFrameMkLst>
            <pc:docMk/>
            <pc:sldMk cId="994294191" sldId="634"/>
            <ac:graphicFrameMk id="8" creationId="{00000000-0000-0000-0000-000000000000}"/>
          </ac:graphicFrameMkLst>
        </pc:graphicFrameChg>
        <pc:graphicFrameChg chg="add mod ord">
          <ac:chgData name="Caio Lopes de Souza" userId="789867f68e027fd0" providerId="LiveId" clId="{E033AB76-9CCE-499E-8A0F-8D4A6BE31F94}" dt="2026-10-30T12:29:37.040" v="9096"/>
          <ac:graphicFrameMkLst>
            <pc:docMk/>
            <pc:sldMk cId="994294191" sldId="634"/>
            <ac:graphicFrameMk id="8" creationId="{56C3C5E1-DB77-242D-1071-22E51947B072}"/>
          </ac:graphicFrameMkLst>
        </pc:graphicFrameChg>
        <pc:graphicFrameChg chg="del">
          <ac:chgData name="Caio Lopes de Souza" userId="789867f68e027fd0" providerId="LiveId" clId="{E033AB76-9CCE-499E-8A0F-8D4A6BE31F94}" dt="2026-10-29T23:49:33.739" v="7766"/>
          <ac:graphicFrameMkLst>
            <pc:docMk/>
            <pc:sldMk cId="994294191" sldId="634"/>
            <ac:graphicFrameMk id="10" creationId="{00000000-0000-0000-0000-000000000000}"/>
          </ac:graphicFrameMkLst>
        </pc:graphicFrameChg>
        <pc:graphicFrameChg chg="add mod ord">
          <ac:chgData name="Caio Lopes de Souza" userId="789867f68e027fd0" providerId="LiveId" clId="{E033AB76-9CCE-499E-8A0F-8D4A6BE31F94}" dt="2026-10-30T12:29:38.840" v="9111"/>
          <ac:graphicFrameMkLst>
            <pc:docMk/>
            <pc:sldMk cId="994294191" sldId="634"/>
            <ac:graphicFrameMk id="10" creationId="{321B726A-D2EB-10CF-4A97-A1DD63EC395C}"/>
          </ac:graphicFrameMkLst>
        </pc:graphicFrameChg>
        <pc:graphicFrameChg chg="add del mod ord">
          <ac:chgData name="Caio Lopes de Souza" userId="789867f68e027fd0" providerId="LiveId" clId="{E033AB76-9CCE-499E-8A0F-8D4A6BE31F94}" dt="2026-10-30T12:29:36.836" v="9091"/>
          <ac:graphicFrameMkLst>
            <pc:docMk/>
            <pc:sldMk cId="994294191" sldId="634"/>
            <ac:graphicFrameMk id="12" creationId="{60CD03EB-D08A-0C01-82AD-331CD0E80C2B}"/>
          </ac:graphicFrameMkLst>
        </pc:graphicFrameChg>
        <pc:graphicFrameChg chg="add del mod ord">
          <ac:chgData name="Caio Lopes de Souza" userId="789867f68e027fd0" providerId="LiveId" clId="{E033AB76-9CCE-499E-8A0F-8D4A6BE31F94}" dt="2026-10-30T12:29:38.774" v="9108"/>
          <ac:graphicFrameMkLst>
            <pc:docMk/>
            <pc:sldMk cId="994294191" sldId="634"/>
            <ac:graphicFrameMk id="13" creationId="{28D82929-BC9B-75D2-06C3-DA590EF1E5B0}"/>
          </ac:graphicFrameMkLst>
        </pc:graphicFrameChg>
        <pc:picChg chg="del">
          <ac:chgData name="Caio Lopes de Souza" userId="789867f68e027fd0" providerId="LiveId" clId="{E033AB76-9CCE-499E-8A0F-8D4A6BE31F94}" dt="2026-10-29T23:49:58.628" v="8320"/>
          <ac:picMkLst>
            <pc:docMk/>
            <pc:sldMk cId="994294191" sldId="634"/>
            <ac:picMk id="14" creationId="{00000000-0000-0000-0000-000000000000}"/>
          </ac:picMkLst>
        </pc:picChg>
        <pc:picChg chg="add mod ord">
          <ac:chgData name="Caio Lopes de Souza" userId="789867f68e027fd0" providerId="LiveId" clId="{E033AB76-9CCE-499E-8A0F-8D4A6BE31F94}" dt="2026-10-30T12:30:16.700" v="9684"/>
          <ac:picMkLst>
            <pc:docMk/>
            <pc:sldMk cId="994294191" sldId="634"/>
            <ac:picMk id="15" creationId="{3E02EDC6-A0CC-B62C-A221-A1A03D1BAC63}"/>
          </ac:picMkLst>
        </pc:picChg>
        <pc:picChg chg="add del mod ord">
          <ac:chgData name="Caio Lopes de Souza" userId="789867f68e027fd0" providerId="LiveId" clId="{E033AB76-9CCE-499E-8A0F-8D4A6BE31F94}" dt="2026-10-30T00:06:28.321" v="8355"/>
          <ac:picMkLst>
            <pc:docMk/>
            <pc:sldMk cId="994294191" sldId="634"/>
            <ac:picMk id="16" creationId="{3599A017-6476-F66F-2B62-A9D32679DEBD}"/>
          </ac:picMkLst>
        </pc:picChg>
        <pc:picChg chg="add del mod ord">
          <ac:chgData name="Caio Lopes de Souza" userId="789867f68e027fd0" providerId="LiveId" clId="{E033AB76-9CCE-499E-8A0F-8D4A6BE31F94}" dt="2026-10-30T12:30:16.398" v="9663"/>
          <ac:picMkLst>
            <pc:docMk/>
            <pc:sldMk cId="994294191" sldId="634"/>
            <ac:picMk id="18" creationId="{F3E85ABA-38FC-D50A-2B0A-D8156664A360}"/>
          </ac:picMkLst>
        </pc:picChg>
      </pc:sldChg>
      <pc:sldChg chg="addSp delSp modSp add mod">
        <pc:chgData name="Caio Lopes de Souza" userId="789867f68e027fd0" providerId="LiveId" clId="{E033AB76-9CCE-499E-8A0F-8D4A6BE31F94}" dt="2026-10-30T13:09:37.337" v="9913" actId="22"/>
        <pc:sldMkLst>
          <pc:docMk/>
          <pc:sldMk cId="2299634668" sldId="635"/>
        </pc:sldMkLst>
        <pc:spChg chg="mod">
          <ac:chgData name="Caio Lopes de Souza" userId="789867f68e027fd0" providerId="LiveId" clId="{E033AB76-9CCE-499E-8A0F-8D4A6BE31F94}" dt="2026-10-30T12:30:20.273" v="9686" actId="20577"/>
          <ac:spMkLst>
            <pc:docMk/>
            <pc:sldMk cId="2299634668" sldId="635"/>
            <ac:spMk id="8" creationId="{6CF4DE33-DFFC-F7E3-44FF-A2EA8E0F982C}"/>
          </ac:spMkLst>
        </pc:spChg>
        <pc:spChg chg="add">
          <ac:chgData name="Caio Lopes de Souza" userId="789867f68e027fd0" providerId="LiveId" clId="{E033AB76-9CCE-499E-8A0F-8D4A6BE31F94}" dt="2026-10-30T13:09:37.337" v="9913" actId="22"/>
          <ac:spMkLst>
            <pc:docMk/>
            <pc:sldMk cId="2299634668" sldId="635"/>
            <ac:spMk id="27" creationId="{1D0358DF-5D02-656E-AC93-87C30A5BC927}"/>
          </ac:spMkLst>
        </pc:spChg>
        <pc:graphicFrameChg chg="del">
          <ac:chgData name="Caio Lopes de Souza" userId="789867f68e027fd0" providerId="LiveId" clId="{E033AB76-9CCE-499E-8A0F-8D4A6BE31F94}" dt="2026-10-29T23:49:35.572" v="7781"/>
          <ac:graphicFrameMkLst>
            <pc:docMk/>
            <pc:sldMk cId="2299634668" sldId="635"/>
            <ac:graphicFrameMk id="2" creationId="{00000000-0000-0000-0000-000000000000}"/>
          </ac:graphicFrameMkLst>
        </pc:graphicFrameChg>
        <pc:graphicFrameChg chg="add mod ord">
          <ac:chgData name="Caio Lopes de Souza" userId="789867f68e027fd0" providerId="LiveId" clId="{E033AB76-9CCE-499E-8A0F-8D4A6BE31F94}" dt="2026-10-30T12:29:41.197" v="9182"/>
          <ac:graphicFrameMkLst>
            <pc:docMk/>
            <pc:sldMk cId="2299634668" sldId="635"/>
            <ac:graphicFrameMk id="2" creationId="{742C2C5D-8398-DBE2-2B09-9BDDCA59E339}"/>
          </ac:graphicFrameMkLst>
        </pc:graphicFrameChg>
        <pc:graphicFrameChg chg="del">
          <ac:chgData name="Caio Lopes de Souza" userId="789867f68e027fd0" providerId="LiveId" clId="{E033AB76-9CCE-499E-8A0F-8D4A6BE31F94}" dt="2026-10-29T23:49:39.813" v="7852"/>
          <ac:graphicFrameMkLst>
            <pc:docMk/>
            <pc:sldMk cId="2299634668" sldId="635"/>
            <ac:graphicFrameMk id="4" creationId="{00000000-0000-0000-0000-000000000000}"/>
          </ac:graphicFrameMkLst>
        </pc:graphicFrameChg>
        <pc:graphicFrameChg chg="add mod ord">
          <ac:chgData name="Caio Lopes de Souza" userId="789867f68e027fd0" providerId="LiveId" clId="{E033AB76-9CCE-499E-8A0F-8D4A6BE31F94}" dt="2026-10-30T12:29:43.805" v="9255"/>
          <ac:graphicFrameMkLst>
            <pc:docMk/>
            <pc:sldMk cId="2299634668" sldId="635"/>
            <ac:graphicFrameMk id="4" creationId="{661C094F-8DB7-7318-5687-B71B854A4D2E}"/>
          </ac:graphicFrameMkLst>
        </pc:graphicFrameChg>
        <pc:graphicFrameChg chg="add del mod ord">
          <ac:chgData name="Caio Lopes de Souza" userId="789867f68e027fd0" providerId="LiveId" clId="{E033AB76-9CCE-499E-8A0F-8D4A6BE31F94}" dt="2026-10-30T12:29:40.399" v="9123"/>
          <ac:graphicFrameMkLst>
            <pc:docMk/>
            <pc:sldMk cId="2299634668" sldId="635"/>
            <ac:graphicFrameMk id="5" creationId="{CCE22A83-8F5F-9D9F-449C-81F6D440B547}"/>
          </ac:graphicFrameMkLst>
        </pc:graphicFrameChg>
        <pc:graphicFrameChg chg="del">
          <ac:chgData name="Caio Lopes de Souza" userId="789867f68e027fd0" providerId="LiveId" clId="{E033AB76-9CCE-499E-8A0F-8D4A6BE31F94}" dt="2026-10-29T23:49:42.737" v="7925"/>
          <ac:graphicFrameMkLst>
            <pc:docMk/>
            <pc:sldMk cId="2299634668" sldId="635"/>
            <ac:graphicFrameMk id="7" creationId="{00000000-0000-0000-0000-000000000000}"/>
          </ac:graphicFrameMkLst>
        </pc:graphicFrameChg>
        <pc:graphicFrameChg chg="add mod ord">
          <ac:chgData name="Caio Lopes de Souza" userId="789867f68e027fd0" providerId="LiveId" clId="{E033AB76-9CCE-499E-8A0F-8D4A6BE31F94}" dt="2026-10-30T12:29:47.161" v="9330"/>
          <ac:graphicFrameMkLst>
            <pc:docMk/>
            <pc:sldMk cId="2299634668" sldId="635"/>
            <ac:graphicFrameMk id="7" creationId="{AEAB2433-C80D-3859-F92F-B8E5EDEBFA27}"/>
          </ac:graphicFrameMkLst>
        </pc:graphicFrameChg>
        <pc:graphicFrameChg chg="del">
          <ac:chgData name="Caio Lopes de Souza" userId="789867f68e027fd0" providerId="LiveId" clId="{E033AB76-9CCE-499E-8A0F-8D4A6BE31F94}" dt="2026-10-29T23:49:45.876" v="8000"/>
          <ac:graphicFrameMkLst>
            <pc:docMk/>
            <pc:sldMk cId="2299634668" sldId="635"/>
            <ac:graphicFrameMk id="13" creationId="{00000000-0000-0000-0000-000000000000}"/>
          </ac:graphicFrameMkLst>
        </pc:graphicFrameChg>
        <pc:graphicFrameChg chg="add mod ord">
          <ac:chgData name="Caio Lopes de Souza" userId="789867f68e027fd0" providerId="LiveId" clId="{E033AB76-9CCE-499E-8A0F-8D4A6BE31F94}" dt="2026-10-30T12:29:49.886" v="9407"/>
          <ac:graphicFrameMkLst>
            <pc:docMk/>
            <pc:sldMk cId="2299634668" sldId="635"/>
            <ac:graphicFrameMk id="13" creationId="{51733E38-E025-4B77-CECC-6982E36188D6}"/>
          </ac:graphicFrameMkLst>
        </pc:graphicFrameChg>
        <pc:graphicFrameChg chg="add del mod ord">
          <ac:chgData name="Caio Lopes de Souza" userId="789867f68e027fd0" providerId="LiveId" clId="{E033AB76-9CCE-499E-8A0F-8D4A6BE31F94}" dt="2026-10-30T12:29:43.024" v="9194"/>
          <ac:graphicFrameMkLst>
            <pc:docMk/>
            <pc:sldMk cId="2299634668" sldId="635"/>
            <ac:graphicFrameMk id="15" creationId="{1C016637-6B33-3C64-3F8A-2695EB97E466}"/>
          </ac:graphicFrameMkLst>
        </pc:graphicFrameChg>
        <pc:graphicFrameChg chg="add del mod ord">
          <ac:chgData name="Caio Lopes de Souza" userId="789867f68e027fd0" providerId="LiveId" clId="{E033AB76-9CCE-499E-8A0F-8D4A6BE31F94}" dt="2026-10-30T12:29:46.315" v="9267"/>
          <ac:graphicFrameMkLst>
            <pc:docMk/>
            <pc:sldMk cId="2299634668" sldId="635"/>
            <ac:graphicFrameMk id="16" creationId="{4F778F4F-6A24-DF95-AB5D-61E8D48A5E7F}"/>
          </ac:graphicFrameMkLst>
        </pc:graphicFrameChg>
        <pc:graphicFrameChg chg="add del mod ord">
          <ac:chgData name="Caio Lopes de Souza" userId="789867f68e027fd0" providerId="LiveId" clId="{E033AB76-9CCE-499E-8A0F-8D4A6BE31F94}" dt="2026-10-30T12:29:48.984" v="9342"/>
          <ac:graphicFrameMkLst>
            <pc:docMk/>
            <pc:sldMk cId="2299634668" sldId="635"/>
            <ac:graphicFrameMk id="18" creationId="{24E58D1E-808C-9E81-53A0-B3FA2F1B30E2}"/>
          </ac:graphicFrameMkLst>
        </pc:graphicFrameChg>
        <pc:graphicFrameChg chg="add del mod ord">
          <ac:chgData name="Caio Lopes de Souza" userId="789867f68e027fd0" providerId="LiveId" clId="{E033AB76-9CCE-499E-8A0F-8D4A6BE31F94}" dt="2026-10-30T12:29:51.584" v="9419"/>
          <ac:graphicFrameMkLst>
            <pc:docMk/>
            <pc:sldMk cId="2299634668" sldId="635"/>
            <ac:graphicFrameMk id="19" creationId="{B33D02B7-BBF7-D501-7290-35E5F5B6C6A6}"/>
          </ac:graphicFrameMkLst>
        </pc:graphicFrameChg>
        <pc:graphicFrameChg chg="del">
          <ac:chgData name="Caio Lopes de Souza" userId="789867f68e027fd0" providerId="LiveId" clId="{E033AB76-9CCE-499E-8A0F-8D4A6BE31F94}" dt="2026-10-29T23:49:48.564" v="8077"/>
          <ac:graphicFrameMkLst>
            <pc:docMk/>
            <pc:sldMk cId="2299634668" sldId="635"/>
            <ac:graphicFrameMk id="20" creationId="{00000000-0000-0000-0000-000000000000}"/>
          </ac:graphicFrameMkLst>
        </pc:graphicFrameChg>
        <pc:graphicFrameChg chg="add mod ord">
          <ac:chgData name="Caio Lopes de Souza" userId="789867f68e027fd0" providerId="LiveId" clId="{E033AB76-9CCE-499E-8A0F-8D4A6BE31F94}" dt="2026-10-30T12:29:52.477" v="9486"/>
          <ac:graphicFrameMkLst>
            <pc:docMk/>
            <pc:sldMk cId="2299634668" sldId="635"/>
            <ac:graphicFrameMk id="20" creationId="{D3829BD6-8783-88C7-4613-7BFE00320E5A}"/>
          </ac:graphicFrameMkLst>
        </pc:graphicFrameChg>
        <pc:graphicFrameChg chg="add del mod ord">
          <ac:chgData name="Caio Lopes de Souza" userId="789867f68e027fd0" providerId="LiveId" clId="{E033AB76-9CCE-499E-8A0F-8D4A6BE31F94}" dt="2026-10-30T12:29:54.373" v="9498"/>
          <ac:graphicFrameMkLst>
            <pc:docMk/>
            <pc:sldMk cId="2299634668" sldId="635"/>
            <ac:graphicFrameMk id="21" creationId="{771AA816-06C3-811E-B923-008F214E1004}"/>
          </ac:graphicFrameMkLst>
        </pc:graphicFrameChg>
        <pc:graphicFrameChg chg="add del mod ord">
          <ac:chgData name="Caio Lopes de Souza" userId="789867f68e027fd0" providerId="LiveId" clId="{E033AB76-9CCE-499E-8A0F-8D4A6BE31F94}" dt="2026-10-30T12:29:56.918" v="9579"/>
          <ac:graphicFrameMkLst>
            <pc:docMk/>
            <pc:sldMk cId="2299634668" sldId="635"/>
            <ac:graphicFrameMk id="22" creationId="{DB88B4D2-1F2D-6CB8-24B0-02893C3E7D48}"/>
          </ac:graphicFrameMkLst>
        </pc:graphicFrameChg>
        <pc:graphicFrameChg chg="add mod ord">
          <ac:chgData name="Caio Lopes de Souza" userId="789867f68e027fd0" providerId="LiveId" clId="{E033AB76-9CCE-499E-8A0F-8D4A6BE31F94}" dt="2026-10-30T12:29:55.219" v="9567"/>
          <ac:graphicFrameMkLst>
            <pc:docMk/>
            <pc:sldMk cId="2299634668" sldId="635"/>
            <ac:graphicFrameMk id="23" creationId="{513D123D-3E60-8561-F3E9-6F5A55D27072}"/>
          </ac:graphicFrameMkLst>
        </pc:graphicFrameChg>
        <pc:graphicFrameChg chg="del">
          <ac:chgData name="Caio Lopes de Souza" userId="789867f68e027fd0" providerId="LiveId" clId="{E033AB76-9CCE-499E-8A0F-8D4A6BE31F94}" dt="2026-10-29T23:49:51.950" v="8156"/>
          <ac:graphicFrameMkLst>
            <pc:docMk/>
            <pc:sldMk cId="2299634668" sldId="635"/>
            <ac:graphicFrameMk id="25" creationId="{00000000-0000-0000-0000-000000000000}"/>
          </ac:graphicFrameMkLst>
        </pc:graphicFrameChg>
        <pc:graphicFrameChg chg="add mod ord">
          <ac:chgData name="Caio Lopes de Souza" userId="789867f68e027fd0" providerId="LiveId" clId="{E033AB76-9CCE-499E-8A0F-8D4A6BE31F94}" dt="2026-10-30T12:29:57.443" v="9650"/>
          <ac:graphicFrameMkLst>
            <pc:docMk/>
            <pc:sldMk cId="2299634668" sldId="635"/>
            <ac:graphicFrameMk id="25" creationId="{1DB978EA-5BF2-D735-48D9-8F8385A51EFD}"/>
          </ac:graphicFrameMkLst>
        </pc:graphicFrameChg>
        <pc:graphicFrameChg chg="del">
          <ac:chgData name="Caio Lopes de Souza" userId="789867f68e027fd0" providerId="LiveId" clId="{E033AB76-9CCE-499E-8A0F-8D4A6BE31F94}" dt="2026-10-29T23:49:54.749" v="8237"/>
          <ac:graphicFrameMkLst>
            <pc:docMk/>
            <pc:sldMk cId="2299634668" sldId="635"/>
            <ac:graphicFrameMk id="31" creationId="{00000000-0000-0000-0000-000000000000}"/>
          </ac:graphicFrameMkLst>
        </pc:graphicFrameChg>
      </pc:sldChg>
      <pc:sldChg chg="addSp delSp modSp add del mod">
        <pc:chgData name="Caio Lopes de Souza" userId="789867f68e027fd0" providerId="LiveId" clId="{E033AB76-9CCE-499E-8A0F-8D4A6BE31F94}" dt="2026-10-30T12:39:38.420" v="9807" actId="47"/>
        <pc:sldMkLst>
          <pc:docMk/>
          <pc:sldMk cId="1351926343" sldId="636"/>
        </pc:sldMkLst>
        <pc:spChg chg="del">
          <ac:chgData name="Caio Lopes de Souza" userId="789867f68e027fd0" providerId="LiveId" clId="{E033AB76-9CCE-499E-8A0F-8D4A6BE31F94}" dt="2026-10-29T19:00:42.842" v="6716"/>
          <ac:spMkLst>
            <pc:docMk/>
            <pc:sldMk cId="1351926343" sldId="636"/>
            <ac:spMk id="2" creationId="{5023EAEC-C0C8-0C4D-2D9E-B8558E14598E}"/>
          </ac:spMkLst>
        </pc:spChg>
        <pc:spChg chg="del">
          <ac:chgData name="Caio Lopes de Souza" userId="789867f68e027fd0" providerId="LiveId" clId="{E033AB76-9CCE-499E-8A0F-8D4A6BE31F94}" dt="2026-10-29T19:00:42.759" v="6714"/>
          <ac:spMkLst>
            <pc:docMk/>
            <pc:sldMk cId="1351926343" sldId="636"/>
            <ac:spMk id="3" creationId="{94468EF5-0E4D-5917-804D-B835C9369D34}"/>
          </ac:spMkLst>
        </pc:spChg>
        <pc:spChg chg="del">
          <ac:chgData name="Caio Lopes de Souza" userId="789867f68e027fd0" providerId="LiveId" clId="{E033AB76-9CCE-499E-8A0F-8D4A6BE31F94}" dt="2026-10-29T19:00:42.705" v="6712"/>
          <ac:spMkLst>
            <pc:docMk/>
            <pc:sldMk cId="1351926343" sldId="636"/>
            <ac:spMk id="4" creationId="{E71235FF-84D4-9F22-85C5-4CA25C70E85C}"/>
          </ac:spMkLst>
        </pc:spChg>
        <pc:spChg chg="del">
          <ac:chgData name="Caio Lopes de Souza" userId="789867f68e027fd0" providerId="LiveId" clId="{E033AB76-9CCE-499E-8A0F-8D4A6BE31F94}" dt="2026-10-29T19:00:42.649" v="6710"/>
          <ac:spMkLst>
            <pc:docMk/>
            <pc:sldMk cId="1351926343" sldId="636"/>
            <ac:spMk id="5" creationId="{CA7CC1CE-4B03-9F79-2123-4EE30709CD7D}"/>
          </ac:spMkLst>
        </pc:spChg>
        <pc:spChg chg="del">
          <ac:chgData name="Caio Lopes de Souza" userId="789867f68e027fd0" providerId="LiveId" clId="{E033AB76-9CCE-499E-8A0F-8D4A6BE31F94}" dt="2026-10-29T19:00:42.599" v="6708"/>
          <ac:spMkLst>
            <pc:docMk/>
            <pc:sldMk cId="1351926343" sldId="636"/>
            <ac:spMk id="6" creationId="{C7BAA557-2622-30B1-6C55-8459E3D5B483}"/>
          </ac:spMkLst>
        </pc:spChg>
        <pc:spChg chg="del">
          <ac:chgData name="Caio Lopes de Souza" userId="789867f68e027fd0" providerId="LiveId" clId="{E033AB76-9CCE-499E-8A0F-8D4A6BE31F94}" dt="2026-10-29T19:00:42.500" v="6706"/>
          <ac:spMkLst>
            <pc:docMk/>
            <pc:sldMk cId="1351926343" sldId="636"/>
            <ac:spMk id="7" creationId="{FEC3A6DE-FEF1-FFC0-EE57-D0DB4F499AB3}"/>
          </ac:spMkLst>
        </pc:spChg>
        <pc:spChg chg="del">
          <ac:chgData name="Caio Lopes de Souza" userId="789867f68e027fd0" providerId="LiveId" clId="{E033AB76-9CCE-499E-8A0F-8D4A6BE31F94}" dt="2026-10-29T19:00:42.462" v="6704"/>
          <ac:spMkLst>
            <pc:docMk/>
            <pc:sldMk cId="1351926343" sldId="636"/>
            <ac:spMk id="8" creationId="{26DFD4FC-B112-EFBD-D5B9-6A085EE8D6EC}"/>
          </ac:spMkLst>
        </pc:spChg>
        <pc:spChg chg="del">
          <ac:chgData name="Caio Lopes de Souza" userId="789867f68e027fd0" providerId="LiveId" clId="{E033AB76-9CCE-499E-8A0F-8D4A6BE31F94}" dt="2026-10-29T19:00:42.414" v="6702"/>
          <ac:spMkLst>
            <pc:docMk/>
            <pc:sldMk cId="1351926343" sldId="636"/>
            <ac:spMk id="9" creationId="{BDCEB3EC-BF28-315C-34DB-0E3CC0053A6B}"/>
          </ac:spMkLst>
        </pc:spChg>
        <pc:spChg chg="del">
          <ac:chgData name="Caio Lopes de Souza" userId="789867f68e027fd0" providerId="LiveId" clId="{E033AB76-9CCE-499E-8A0F-8D4A6BE31F94}" dt="2026-10-29T19:00:42.355" v="6700"/>
          <ac:spMkLst>
            <pc:docMk/>
            <pc:sldMk cId="1351926343" sldId="636"/>
            <ac:spMk id="10" creationId="{6DDF003D-3D07-8F00-415F-06CB00AA1DE7}"/>
          </ac:spMkLst>
        </pc:spChg>
        <pc:spChg chg="del">
          <ac:chgData name="Caio Lopes de Souza" userId="789867f68e027fd0" providerId="LiveId" clId="{E033AB76-9CCE-499E-8A0F-8D4A6BE31F94}" dt="2026-10-29T19:00:42.317" v="6698"/>
          <ac:spMkLst>
            <pc:docMk/>
            <pc:sldMk cId="1351926343" sldId="636"/>
            <ac:spMk id="11" creationId="{A43DDE27-2F17-147B-16D7-4F7BC0E1F390}"/>
          </ac:spMkLst>
        </pc:spChg>
        <pc:spChg chg="del">
          <ac:chgData name="Caio Lopes de Souza" userId="789867f68e027fd0" providerId="LiveId" clId="{E033AB76-9CCE-499E-8A0F-8D4A6BE31F94}" dt="2026-10-29T19:00:42.224" v="6696"/>
          <ac:spMkLst>
            <pc:docMk/>
            <pc:sldMk cId="1351926343" sldId="636"/>
            <ac:spMk id="12" creationId="{6EA3C802-6A15-C04F-499B-28E296D9DE27}"/>
          </ac:spMkLst>
        </pc:spChg>
        <pc:spChg chg="del">
          <ac:chgData name="Caio Lopes de Souza" userId="789867f68e027fd0" providerId="LiveId" clId="{E033AB76-9CCE-499E-8A0F-8D4A6BE31F94}" dt="2026-10-29T19:00:42.175" v="6694"/>
          <ac:spMkLst>
            <pc:docMk/>
            <pc:sldMk cId="1351926343" sldId="636"/>
            <ac:spMk id="13" creationId="{A969F8A2-C0DC-320B-E56A-FD2A14AF4A44}"/>
          </ac:spMkLst>
        </pc:spChg>
        <pc:spChg chg="del">
          <ac:chgData name="Caio Lopes de Souza" userId="789867f68e027fd0" providerId="LiveId" clId="{E033AB76-9CCE-499E-8A0F-8D4A6BE31F94}" dt="2026-10-29T19:00:42.139" v="6692"/>
          <ac:spMkLst>
            <pc:docMk/>
            <pc:sldMk cId="1351926343" sldId="636"/>
            <ac:spMk id="14" creationId="{1CE4B54D-780C-DC59-DE3D-682DB52E71B9}"/>
          </ac:spMkLst>
        </pc:spChg>
        <pc:spChg chg="del">
          <ac:chgData name="Caio Lopes de Souza" userId="789867f68e027fd0" providerId="LiveId" clId="{E033AB76-9CCE-499E-8A0F-8D4A6BE31F94}" dt="2026-10-29T19:00:42.013" v="6690"/>
          <ac:spMkLst>
            <pc:docMk/>
            <pc:sldMk cId="1351926343" sldId="636"/>
            <ac:spMk id="15" creationId="{9DE29401-56D9-AB49-508D-667087B1B2A1}"/>
          </ac:spMkLst>
        </pc:spChg>
        <pc:spChg chg="del">
          <ac:chgData name="Caio Lopes de Souza" userId="789867f68e027fd0" providerId="LiveId" clId="{E033AB76-9CCE-499E-8A0F-8D4A6BE31F94}" dt="2026-10-29T19:00:41.923" v="6688"/>
          <ac:spMkLst>
            <pc:docMk/>
            <pc:sldMk cId="1351926343" sldId="636"/>
            <ac:spMk id="16" creationId="{FC5D3B9E-F5E4-D66E-D2EF-5C38B13A40BF}"/>
          </ac:spMkLst>
        </pc:spChg>
        <pc:picChg chg="add mod">
          <ac:chgData name="Caio Lopes de Souza" userId="789867f68e027fd0" providerId="LiveId" clId="{E033AB76-9CCE-499E-8A0F-8D4A6BE31F94}" dt="2026-10-29T19:00:43.685" v="6719"/>
          <ac:picMkLst>
            <pc:docMk/>
            <pc:sldMk cId="1351926343" sldId="636"/>
            <ac:picMk id="18" creationId="{05882BCB-3BD5-2A38-F167-19F88136EE0E}"/>
          </ac:picMkLst>
        </pc:picChg>
      </pc:sldChg>
      <pc:sldChg chg="add">
        <pc:chgData name="Caio Lopes de Souza" userId="789867f68e027fd0" providerId="LiveId" clId="{E033AB76-9CCE-499E-8A0F-8D4A6BE31F94}" dt="2026-10-29T19:00:46.902" v="6720"/>
        <pc:sldMkLst>
          <pc:docMk/>
          <pc:sldMk cId="2514777119" sldId="637"/>
        </pc:sldMkLst>
      </pc:sldChg>
      <pc:sldChg chg="add">
        <pc:chgData name="Caio Lopes de Souza" userId="789867f68e027fd0" providerId="LiveId" clId="{E033AB76-9CCE-499E-8A0F-8D4A6BE31F94}" dt="2026-10-29T19:00:46.902" v="6720"/>
        <pc:sldMkLst>
          <pc:docMk/>
          <pc:sldMk cId="1433229901" sldId="638"/>
        </pc:sldMkLst>
      </pc:sldChg>
      <pc:sldChg chg="addSp modSp add mod">
        <pc:chgData name="Caio Lopes de Souza" userId="789867f68e027fd0" providerId="LiveId" clId="{E033AB76-9CCE-499E-8A0F-8D4A6BE31F94}" dt="2026-10-30T12:39:24.991" v="9802" actId="1076"/>
        <pc:sldMkLst>
          <pc:docMk/>
          <pc:sldMk cId="1155632772" sldId="639"/>
        </pc:sldMkLst>
        <pc:spChg chg="add mod">
          <ac:chgData name="Caio Lopes de Souza" userId="789867f68e027fd0" providerId="LiveId" clId="{E033AB76-9CCE-499E-8A0F-8D4A6BE31F94}" dt="2026-10-30T12:39:24.991" v="9802" actId="1076"/>
          <ac:spMkLst>
            <pc:docMk/>
            <pc:sldMk cId="1155632772" sldId="639"/>
            <ac:spMk id="12" creationId="{3274CE5F-EF0E-C9F8-F253-AA968C7DAF40}"/>
          </ac:spMkLst>
        </pc:spChg>
      </pc:sldChg>
      <pc:sldChg chg="addSp modSp add mod">
        <pc:chgData name="Caio Lopes de Souza" userId="789867f68e027fd0" providerId="LiveId" clId="{E033AB76-9CCE-499E-8A0F-8D4A6BE31F94}" dt="2026-10-30T12:39:27.024" v="9804" actId="1076"/>
        <pc:sldMkLst>
          <pc:docMk/>
          <pc:sldMk cId="3855964373" sldId="640"/>
        </pc:sldMkLst>
        <pc:spChg chg="add mod">
          <ac:chgData name="Caio Lopes de Souza" userId="789867f68e027fd0" providerId="LiveId" clId="{E033AB76-9CCE-499E-8A0F-8D4A6BE31F94}" dt="2026-10-30T12:39:27.024" v="9804" actId="1076"/>
          <ac:spMkLst>
            <pc:docMk/>
            <pc:sldMk cId="3855964373" sldId="640"/>
            <ac:spMk id="14" creationId="{529131C8-ABFD-7AC2-2C67-190F7ACFA20A}"/>
          </ac:spMkLst>
        </pc:spChg>
      </pc:sldChg>
      <pc:sldChg chg="addSp modSp add mod">
        <pc:chgData name="Caio Lopes de Souza" userId="789867f68e027fd0" providerId="LiveId" clId="{E033AB76-9CCE-499E-8A0F-8D4A6BE31F94}" dt="2026-10-30T12:39:31.764" v="9806" actId="1076"/>
        <pc:sldMkLst>
          <pc:docMk/>
          <pc:sldMk cId="3404994476" sldId="641"/>
        </pc:sldMkLst>
        <pc:spChg chg="add mod">
          <ac:chgData name="Caio Lopes de Souza" userId="789867f68e027fd0" providerId="LiveId" clId="{E033AB76-9CCE-499E-8A0F-8D4A6BE31F94}" dt="2026-10-30T12:39:31.764" v="9806" actId="1076"/>
          <ac:spMkLst>
            <pc:docMk/>
            <pc:sldMk cId="3404994476" sldId="641"/>
            <ac:spMk id="4" creationId="{467913AF-B482-5038-B80D-427A52C18D2E}"/>
          </ac:spMkLst>
        </pc:sp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Comment%20-%20Ray%20charts%20XP.xlsx" TargetMode="Externa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3.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Key%20charts%20alt%20A%20-%20Ray%20charts%20XP.xlsx" TargetMode="External"/></Relationships>
</file>

<file path=ppt/charts/_rels/chart4.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Key%20charts%20alt%20A%20-%20Ray%20charts%20XP.xlsx" TargetMode="External"/></Relationships>
</file>

<file path=ppt/charts/_rels/chart5.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Key%20charts%20alt%20A%20-%20Ray%20charts%20XP.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Key%20charts%20alt%20A%20-%20Ray%20charts%20XP.xlsx" TargetMode="External"/></Relationships>
</file>

<file path=ppt/charts/_rels/chart7.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Key%20charts%20alt%20A%20-%20Ray%20charts%20XP.xlsx" TargetMode="External"/></Relationships>
</file>

<file path=ppt/charts/_rels/chart8.xml.rels><?xml version="1.0" encoding="UTF-8" standalone="yes"?>
<Relationships xmlns="http://schemas.openxmlformats.org/package/2006/relationships"><Relationship Id="rId1" Type="http://schemas.openxmlformats.org/officeDocument/2006/relationships/oleObject" Target="file:///C:\Users\Caio\Documents\Documentos\XP\Raio-XP\desempenho_nov26\charts\Key%20charts%20alt%20A%20-%20Ray%20charts%20XP.xlsx" TargetMode="External"/></Relationships>
</file>

<file path=ppt/charts/_rels/chart9.xml.rels><?xml version="1.0" encoding="UTF-8" standalone="yes"?>
<Relationships xmlns="http://schemas.openxmlformats.org/package/2006/relationships"><Relationship Id="rId3" Type="http://schemas.openxmlformats.org/officeDocument/2006/relationships/oleObject" Target="file:///\\xpdocs\Research\Equities\Estrategia\Banco%20de%20dados\Trackers\Baskets%20Consolidated.xlsx" TargetMode="External"/><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1" Type="http://schemas.openxmlformats.org/officeDocument/2006/relationships/oleObject" Target="file:///C:\Users\Caio\Documents\Documentos\XP\Estresse%20Fiscal\charts\Estresse%20fiscal%20-%20local%20stress%20-%20Ray%20charts%20XP.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Caio\Documents\Documentos\XP\Estresse%20Fiscal\charts\Estresse%20fiscal%20-%20sinal%20ate%20zero%20-%20Ray%20charts%20XP.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C:\Users\Caio\Documents\Documentos\XP\Estresse%20Fiscal\charts\Estresse%20fiscal%20-%20sinal%20ate%20zero%20-%20Ray%20charts%20XP.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Caio\Documents\Documentos\XP\regime-monitor\ray_nov26\charts\Regimes%20-%20Ray%20charts%20XP.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C:\Users\Caio\Documents\Documentos\XP\regime-monitor\ray_nov26\charts\Regimes%20-%20Ray%20charts%20XP.xlsx"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Caio\Documents\Documentos\XP\regime-monitor\ray_nov26\charts\Regimes%20-%20Ray%20charts%20XP.xlsx"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C:\Users\Caio\Documents\Documentos\XP\regime-monitor\ray_nov26\charts\Regimes%20-%20Ray%20charts%20XP.xlsx" TargetMode="External"/></Relationships>
</file>

<file path=ppt/charts/_rels/chart17.xml.rels><?xml version="1.0" encoding="UTF-8" standalone="yes"?>
<Relationships xmlns="http://schemas.openxmlformats.org/package/2006/relationships"><Relationship Id="rId1" Type="http://schemas.openxmlformats.org/officeDocument/2006/relationships/oleObject" Target="file:///C:\Users\Caio\Documents\Documentos\XP\Raio-XP\earnings_nov26\charts\Earnings%20-%20Ray%20charts%20XP.xlsx"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C:\Users\Caio\Documents\Documentos\XP\Raio-XP\earnings_nov26\charts\Earnings%20-%20Ray%20charts%20XP.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Caio\Documents\Documentos\XP\Raio-XP\earnings_nov26\charts\Earnings%20-%20Ray%20charts%20XP.xlsx" TargetMode="External"/></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22.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PE%20by%20segment%20-%20Ray%20charts%20XP.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PE%20by%20segment%20-%20Ray%20charts%20XP.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PE%20by%20segment%20-%20Ray%20charts%20XP.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PE%20by%20segment%20-%20Ray%20charts%20XP.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PE%20by%20segment%20-%20Ray%20charts%20XP.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ERP%20by%20segment%20-%20Ray%20charts%20XP.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ERP%20by%20segment%20-%20Ray%20charts%20XP.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ERP%20by%20segment%20-%20Ray%20charts%20XP.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ERP%20by%20segment%20-%20Ray%20charts%20XP.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C:\Users\Caio\Documents\Documentos\XP\Raio-XP\valuation_nov26\charts\ERP%20by%20segment%20-%20Ray%20charts%20XP.xlsx"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file:///C:\Users\Caio\Documents\Documentos\XP\Raio-XP\positioning_nov26\sensibilidade_jun26\charts\Positioning%20sensitivity%20map%20-%20Ray%20charts%20XP.xlsx"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C:\Users\Caio\Documents\Documentos\XP\Raio-XP\positioning_nov26\sensibilidade_jun26\charts\Positioning%20sensitivity%20map%20-%20Ray%20charts%20XP.xlsx"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C:\Users\Caio\Documents\Documentos\XP\Raio-XP\positioning_nov26\sensibilidade_jun26\charts\Positioning%20sensitivity%20map%20-%20Ray%20charts%20XP.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C:\Users\Caio\Documents\Documentos\XP\Raio-XP\positioning_nov26\lista_papeis\charts\Positioning%20quality%20-%20Ray%20charts%20XP.xlsx" TargetMode="External"/></Relationships>
</file>

<file path=ppt/charts/_rels/chart36.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3.xlsx"/></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1.xml"/></Relationships>
</file>

<file path=ppt/charts/_rels/chart38.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image" Target="../media/image15.png"/></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4.xml"/><Relationship Id="rId1" Type="http://schemas.microsoft.com/office/2011/relationships/chartStyle" Target="style4.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5.xml"/><Relationship Id="rId1" Type="http://schemas.microsoft.com/office/2011/relationships/chartStyle" Target="style5.xml"/></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10.xlsx"/></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7.xml"/><Relationship Id="rId1" Type="http://schemas.microsoft.com/office/2011/relationships/chartStyle" Target="style7.xml"/></Relationships>
</file>

<file path=ppt/charts/_rels/chart45.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12.xlsx"/></Relationships>
</file>

<file path=ppt/charts/_rels/chart46.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package" Target="../embeddings/Microsoft_Excel_Worksheet13.xlsx"/></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package" Target="../embeddings/Microsoft_Excel_Worksheet14.xlsx"/></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11.xml"/><Relationship Id="rId1" Type="http://schemas.microsoft.com/office/2011/relationships/chartStyle" Target="style11.xml"/><Relationship Id="rId4" Type="http://schemas.openxmlformats.org/officeDocument/2006/relationships/package" Target="../embeddings/Microsoft_Excel_Worksheet15.xlsx"/></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package" Target="../embeddings/Microsoft_Excel_Worksheet16.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51.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package" Target="../embeddings/Microsoft_Excel_Worksheet18.xlsx"/></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19.xlsx"/></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package" Target="../embeddings/Microsoft_Excel_Worksheet20.xlsx"/></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package" Target="../embeddings/Microsoft_Excel_Worksheet21.xlsx"/></Relationships>
</file>

<file path=ppt/charts/_rels/chart55.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package" Target="../embeddings/Microsoft_Excel_Worksheet22.xlsx"/></Relationships>
</file>

<file path=ppt/charts/_rels/chart56.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package" Target="../embeddings/Microsoft_Excel_Worksheet23.xlsx"/></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package" Target="../embeddings/Microsoft_Excel_Worksheet24.xlsx"/></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package" Target="../embeddings/Microsoft_Excel_Worksheet25.xlsx"/></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package" Target="../embeddings/Microsoft_Excel_Worksheet26.xlsx"/></Relationships>
</file>

<file path=ppt/charts/_rels/chart60.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package" Target="../embeddings/Microsoft_Excel_Worksheet27.xlsx"/></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package" Target="../embeddings/Microsoft_Excel_Worksheet28.xlsx"/></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package" Target="../embeddings/Microsoft_Excel_Worksheet29.xlsx"/></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package" Target="../embeddings/Microsoft_Excel_Worksheet30.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442441765091862"/>
          <c:y val="2.877992523661815E-2"/>
          <c:w val="0.6878325267935258"/>
          <c:h val="0.94244014952676369"/>
        </c:manualLayout>
      </c:layout>
      <c:barChart>
        <c:barDir val="bar"/>
        <c:grouping val="clustered"/>
        <c:varyColors val="0"/>
        <c:ser>
          <c:idx val="0"/>
          <c:order val="0"/>
          <c:tx>
            <c:v>Daily return (%)</c:v>
          </c:tx>
          <c:spPr>
            <a:solidFill>
              <a:srgbClr val="1F2F44"/>
            </a:solidFill>
            <a:ln>
              <a:noFill/>
            </a:ln>
          </c:spPr>
          <c:invertIfNegative val="0"/>
          <c:dPt>
            <c:idx val="0"/>
            <c:invertIfNegative val="0"/>
            <c:bubble3D val="0"/>
            <c:extLst>
              <c:ext xmlns:c16="http://schemas.microsoft.com/office/drawing/2014/chart" uri="{C3380CC4-5D6E-409C-BE32-E72D297353CC}">
                <c16:uniqueId val="{00000000-13D6-4029-94BC-5186352AF618}"/>
              </c:ext>
            </c:extLst>
          </c:dPt>
          <c:dPt>
            <c:idx val="1"/>
            <c:invertIfNegative val="0"/>
            <c:bubble3D val="0"/>
            <c:extLst>
              <c:ext xmlns:c16="http://schemas.microsoft.com/office/drawing/2014/chart" uri="{C3380CC4-5D6E-409C-BE32-E72D297353CC}">
                <c16:uniqueId val="{00000001-13D6-4029-94BC-5186352AF618}"/>
              </c:ext>
            </c:extLst>
          </c:dPt>
          <c:dPt>
            <c:idx val="2"/>
            <c:invertIfNegative val="0"/>
            <c:bubble3D val="0"/>
            <c:spPr>
              <a:solidFill>
                <a:srgbClr val="BBD1EC"/>
              </a:solidFill>
              <a:ln>
                <a:noFill/>
              </a:ln>
            </c:spPr>
            <c:extLst>
              <c:ext xmlns:c16="http://schemas.microsoft.com/office/drawing/2014/chart" uri="{C3380CC4-5D6E-409C-BE32-E72D297353CC}">
                <c16:uniqueId val="{00000003-13D6-4029-94BC-5186352AF618}"/>
              </c:ext>
            </c:extLst>
          </c:dPt>
          <c:dPt>
            <c:idx val="3"/>
            <c:invertIfNegative val="0"/>
            <c:bubble3D val="0"/>
            <c:extLst>
              <c:ext xmlns:c16="http://schemas.microsoft.com/office/drawing/2014/chart" uri="{C3380CC4-5D6E-409C-BE32-E72D297353CC}">
                <c16:uniqueId val="{00000004-13D6-4029-94BC-5186352AF618}"/>
              </c:ext>
            </c:extLst>
          </c:dPt>
          <c:dPt>
            <c:idx val="4"/>
            <c:invertIfNegative val="0"/>
            <c:bubble3D val="0"/>
            <c:extLst>
              <c:ext xmlns:c16="http://schemas.microsoft.com/office/drawing/2014/chart" uri="{C3380CC4-5D6E-409C-BE32-E72D297353CC}">
                <c16:uniqueId val="{00000005-13D6-4029-94BC-5186352AF618}"/>
              </c:ext>
            </c:extLst>
          </c:dPt>
          <c:dPt>
            <c:idx val="5"/>
            <c:invertIfNegative val="0"/>
            <c:bubble3D val="0"/>
            <c:extLst>
              <c:ext xmlns:c16="http://schemas.microsoft.com/office/drawing/2014/chart" uri="{C3380CC4-5D6E-409C-BE32-E72D297353CC}">
                <c16:uniqueId val="{00000006-13D6-4029-94BC-5186352AF618}"/>
              </c:ext>
            </c:extLst>
          </c:dPt>
          <c:dPt>
            <c:idx val="6"/>
            <c:invertIfNegative val="0"/>
            <c:bubble3D val="0"/>
            <c:extLst>
              <c:ext xmlns:c16="http://schemas.microsoft.com/office/drawing/2014/chart" uri="{C3380CC4-5D6E-409C-BE32-E72D297353CC}">
                <c16:uniqueId val="{00000007-13D6-4029-94BC-5186352AF618}"/>
              </c:ext>
            </c:extLst>
          </c:dPt>
          <c:dPt>
            <c:idx val="7"/>
            <c:invertIfNegative val="0"/>
            <c:bubble3D val="0"/>
            <c:extLst>
              <c:ext xmlns:c16="http://schemas.microsoft.com/office/drawing/2014/chart" uri="{C3380CC4-5D6E-409C-BE32-E72D297353CC}">
                <c16:uniqueId val="{00000008-13D6-4029-94BC-5186352AF618}"/>
              </c:ext>
            </c:extLst>
          </c:dPt>
          <c:dPt>
            <c:idx val="8"/>
            <c:invertIfNegative val="0"/>
            <c:bubble3D val="0"/>
            <c:extLst>
              <c:ext xmlns:c16="http://schemas.microsoft.com/office/drawing/2014/chart" uri="{C3380CC4-5D6E-409C-BE32-E72D297353CC}">
                <c16:uniqueId val="{00000009-13D6-4029-94BC-5186352AF618}"/>
              </c:ext>
            </c:extLst>
          </c:dPt>
          <c:dPt>
            <c:idx val="9"/>
            <c:invertIfNegative val="0"/>
            <c:bubble3D val="0"/>
            <c:extLst>
              <c:ext xmlns:c16="http://schemas.microsoft.com/office/drawing/2014/chart" uri="{C3380CC4-5D6E-409C-BE32-E72D297353CC}">
                <c16:uniqueId val="{0000000A-13D6-4029-94BC-5186352AF618}"/>
              </c:ext>
            </c:extLst>
          </c:dPt>
          <c:dPt>
            <c:idx val="10"/>
            <c:invertIfNegative val="0"/>
            <c:bubble3D val="0"/>
            <c:extLst>
              <c:ext xmlns:c16="http://schemas.microsoft.com/office/drawing/2014/chart" uri="{C3380CC4-5D6E-409C-BE32-E72D297353CC}">
                <c16:uniqueId val="{0000000B-13D6-4029-94BC-5186352AF618}"/>
              </c:ext>
            </c:extLst>
          </c:dPt>
          <c:dPt>
            <c:idx val="11"/>
            <c:invertIfNegative val="0"/>
            <c:bubble3D val="0"/>
            <c:spPr>
              <a:solidFill>
                <a:srgbClr val="BBD1EC"/>
              </a:solidFill>
              <a:ln>
                <a:noFill/>
              </a:ln>
            </c:spPr>
            <c:extLst>
              <c:ext xmlns:c16="http://schemas.microsoft.com/office/drawing/2014/chart" uri="{C3380CC4-5D6E-409C-BE32-E72D297353CC}">
                <c16:uniqueId val="{0000000D-13D6-4029-94BC-5186352AF618}"/>
              </c:ext>
            </c:extLst>
          </c:dPt>
          <c:dPt>
            <c:idx val="12"/>
            <c:invertIfNegative val="0"/>
            <c:bubble3D val="0"/>
            <c:extLst>
              <c:ext xmlns:c16="http://schemas.microsoft.com/office/drawing/2014/chart" uri="{C3380CC4-5D6E-409C-BE32-E72D297353CC}">
                <c16:uniqueId val="{0000000E-13D6-4029-94BC-5186352AF618}"/>
              </c:ext>
            </c:extLst>
          </c:dPt>
          <c:dPt>
            <c:idx val="13"/>
            <c:invertIfNegative val="0"/>
            <c:bubble3D val="0"/>
            <c:extLst>
              <c:ext xmlns:c16="http://schemas.microsoft.com/office/drawing/2014/chart" uri="{C3380CC4-5D6E-409C-BE32-E72D297353CC}">
                <c16:uniqueId val="{0000000F-13D6-4029-94BC-5186352AF618}"/>
              </c:ext>
            </c:extLst>
          </c:dPt>
          <c:dPt>
            <c:idx val="14"/>
            <c:invertIfNegative val="0"/>
            <c:bubble3D val="0"/>
            <c:extLst>
              <c:ext xmlns:c16="http://schemas.microsoft.com/office/drawing/2014/chart" uri="{C3380CC4-5D6E-409C-BE32-E72D297353CC}">
                <c16:uniqueId val="{00000010-13D6-4029-94BC-5186352AF618}"/>
              </c:ext>
            </c:extLst>
          </c:dPt>
          <c:dPt>
            <c:idx val="15"/>
            <c:invertIfNegative val="0"/>
            <c:bubble3D val="0"/>
            <c:extLst>
              <c:ext xmlns:c16="http://schemas.microsoft.com/office/drawing/2014/chart" uri="{C3380CC4-5D6E-409C-BE32-E72D297353CC}">
                <c16:uniqueId val="{00000011-13D6-4029-94BC-5186352AF618}"/>
              </c:ext>
            </c:extLst>
          </c:dPt>
          <c:dPt>
            <c:idx val="16"/>
            <c:invertIfNegative val="0"/>
            <c:bubble3D val="0"/>
            <c:extLst>
              <c:ext xmlns:c16="http://schemas.microsoft.com/office/drawing/2014/chart" uri="{C3380CC4-5D6E-409C-BE32-E72D297353CC}">
                <c16:uniqueId val="{00000012-13D6-4029-94BC-5186352AF618}"/>
              </c:ext>
            </c:extLst>
          </c:dPt>
          <c:dPt>
            <c:idx val="17"/>
            <c:invertIfNegative val="0"/>
            <c:bubble3D val="0"/>
            <c:extLst>
              <c:ext xmlns:c16="http://schemas.microsoft.com/office/drawing/2014/chart" uri="{C3380CC4-5D6E-409C-BE32-E72D297353CC}">
                <c16:uniqueId val="{00000013-13D6-4029-94BC-5186352AF618}"/>
              </c:ext>
            </c:extLst>
          </c:dPt>
          <c:dPt>
            <c:idx val="18"/>
            <c:invertIfNegative val="0"/>
            <c:bubble3D val="0"/>
            <c:extLst>
              <c:ext xmlns:c16="http://schemas.microsoft.com/office/drawing/2014/chart" uri="{C3380CC4-5D6E-409C-BE32-E72D297353CC}">
                <c16:uniqueId val="{00000014-13D6-4029-94BC-5186352AF618}"/>
              </c:ext>
            </c:extLst>
          </c:dPt>
          <c:dPt>
            <c:idx val="19"/>
            <c:invertIfNegative val="0"/>
            <c:bubble3D val="0"/>
            <c:extLst>
              <c:ext xmlns:c16="http://schemas.microsoft.com/office/drawing/2014/chart" uri="{C3380CC4-5D6E-409C-BE32-E72D297353CC}">
                <c16:uniqueId val="{00000015-13D6-4029-94BC-5186352AF618}"/>
              </c:ext>
            </c:extLst>
          </c:dPt>
          <c:dLbls>
            <c:dLbl>
              <c:idx val="0"/>
              <c:tx>
                <c:rich>
                  <a:bodyPr/>
                  <a:lstStyle/>
                  <a:p>
                    <a:r>
                      <a:rPr lang="en-US" sz="700" b="0" baseline="0">
                        <a:solidFill>
                          <a:srgbClr val="000000"/>
                        </a:solidFill>
                        <a:latin typeface="Roboto Light"/>
                      </a:rPr>
                      <a:t>-14.8%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13D6-4029-94BC-5186352AF618}"/>
                </c:ext>
              </c:extLst>
            </c:dLbl>
            <c:dLbl>
              <c:idx val="1"/>
              <c:tx>
                <c:rich>
                  <a:bodyPr/>
                  <a:lstStyle/>
                  <a:p>
                    <a:r>
                      <a:rPr lang="en-US" sz="700" b="0" baseline="0">
                        <a:solidFill>
                          <a:srgbClr val="000000"/>
                        </a:solidFill>
                        <a:latin typeface="Roboto Light"/>
                      </a:rPr>
                      <a:t>-13.9%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13D6-4029-94BC-5186352AF618}"/>
                </c:ext>
              </c:extLst>
            </c:dLbl>
            <c:dLbl>
              <c:idx val="2"/>
              <c:tx>
                <c:rich>
                  <a:bodyPr/>
                  <a:lstStyle/>
                  <a:p>
                    <a:r>
                      <a:rPr lang="en-US" sz="700" b="0" baseline="0">
                        <a:solidFill>
                          <a:srgbClr val="000000"/>
                        </a:solidFill>
                        <a:latin typeface="Roboto Light"/>
                      </a:rPr>
                      <a:t>-13.9%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13D6-4029-94BC-5186352AF618}"/>
                </c:ext>
              </c:extLst>
            </c:dLbl>
            <c:dLbl>
              <c:idx val="3"/>
              <c:tx>
                <c:rich>
                  <a:bodyPr/>
                  <a:lstStyle/>
                  <a:p>
                    <a:r>
                      <a:rPr lang="en-US" sz="700" b="0" baseline="0">
                        <a:solidFill>
                          <a:srgbClr val="000000"/>
                        </a:solidFill>
                        <a:latin typeface="Roboto Light"/>
                      </a:rPr>
                      <a:t>-12.2%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13D6-4029-94BC-5186352AF618}"/>
                </c:ext>
              </c:extLst>
            </c:dLbl>
            <c:dLbl>
              <c:idx val="4"/>
              <c:tx>
                <c:rich>
                  <a:bodyPr/>
                  <a:lstStyle/>
                  <a:p>
                    <a:r>
                      <a:rPr lang="en-US" sz="700" b="0" baseline="0">
                        <a:solidFill>
                          <a:srgbClr val="000000"/>
                        </a:solidFill>
                        <a:latin typeface="Roboto Light"/>
                      </a:rPr>
                      <a:t>-11.4%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13D6-4029-94BC-5186352AF618}"/>
                </c:ext>
              </c:extLst>
            </c:dLbl>
            <c:dLbl>
              <c:idx val="5"/>
              <c:tx>
                <c:rich>
                  <a:bodyPr/>
                  <a:lstStyle/>
                  <a:p>
                    <a:r>
                      <a:rPr lang="en-US" sz="700" b="0" baseline="0">
                        <a:solidFill>
                          <a:srgbClr val="000000"/>
                        </a:solidFill>
                        <a:latin typeface="Roboto Light"/>
                      </a:rPr>
                      <a:t>-10.3%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13D6-4029-94BC-5186352AF618}"/>
                </c:ext>
              </c:extLst>
            </c:dLbl>
            <c:dLbl>
              <c:idx val="6"/>
              <c:tx>
                <c:rich>
                  <a:bodyPr/>
                  <a:lstStyle/>
                  <a:p>
                    <a:r>
                      <a:rPr lang="en-US" sz="700" b="0" baseline="0">
                        <a:solidFill>
                          <a:srgbClr val="000000"/>
                        </a:solidFill>
                        <a:latin typeface="Roboto Light"/>
                      </a:rPr>
                      <a:t>-10.2%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13D6-4029-94BC-5186352AF618}"/>
                </c:ext>
              </c:extLst>
            </c:dLbl>
            <c:dLbl>
              <c:idx val="7"/>
              <c:tx>
                <c:rich>
                  <a:bodyPr/>
                  <a:lstStyle/>
                  <a:p>
                    <a:r>
                      <a:rPr lang="en-US" sz="700" b="0" baseline="0">
                        <a:solidFill>
                          <a:srgbClr val="000000"/>
                        </a:solidFill>
                        <a:latin typeface="Roboto Light"/>
                      </a:rPr>
                      <a:t>-9.4%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13D6-4029-94BC-5186352AF618}"/>
                </c:ext>
              </c:extLst>
            </c:dLbl>
            <c:dLbl>
              <c:idx val="8"/>
              <c:tx>
                <c:rich>
                  <a:bodyPr/>
                  <a:lstStyle/>
                  <a:p>
                    <a:r>
                      <a:rPr lang="en-US" sz="700" b="0" baseline="0">
                        <a:solidFill>
                          <a:srgbClr val="000000"/>
                        </a:solidFill>
                        <a:latin typeface="Roboto Light"/>
                      </a:rPr>
                      <a:t>-9.2%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13D6-4029-94BC-5186352AF618}"/>
                </c:ext>
              </c:extLst>
            </c:dLbl>
            <c:dLbl>
              <c:idx val="9"/>
              <c:tx>
                <c:rich>
                  <a:bodyPr/>
                  <a:lstStyle/>
                  <a:p>
                    <a:r>
                      <a:rPr lang="en-US" sz="700" b="0" baseline="0">
                        <a:solidFill>
                          <a:srgbClr val="000000"/>
                        </a:solidFill>
                        <a:latin typeface="Roboto Light"/>
                      </a:rPr>
                      <a:t>-8.8%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13D6-4029-94BC-5186352AF618}"/>
                </c:ext>
              </c:extLst>
            </c:dLbl>
            <c:dLbl>
              <c:idx val="10"/>
              <c:tx>
                <c:rich>
                  <a:bodyPr/>
                  <a:lstStyle/>
                  <a:p>
                    <a:r>
                      <a:rPr lang="en-US" sz="700" b="0" baseline="0">
                        <a:solidFill>
                          <a:srgbClr val="000000"/>
                        </a:solidFill>
                        <a:latin typeface="Roboto Light"/>
                      </a:rPr>
                      <a:t>+7.6%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13D6-4029-94BC-5186352AF618}"/>
                </c:ext>
              </c:extLst>
            </c:dLbl>
            <c:dLbl>
              <c:idx val="11"/>
              <c:tx>
                <c:rich>
                  <a:bodyPr/>
                  <a:lstStyle/>
                  <a:p>
                    <a:r>
                      <a:rPr lang="en-US" sz="700" b="0" baseline="0">
                        <a:solidFill>
                          <a:srgbClr val="000000"/>
                        </a:solidFill>
                        <a:latin typeface="Roboto Light"/>
                      </a:rPr>
                      <a:t>+7.7%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13D6-4029-94BC-5186352AF618}"/>
                </c:ext>
              </c:extLst>
            </c:dLbl>
            <c:dLbl>
              <c:idx val="12"/>
              <c:tx>
                <c:rich>
                  <a:bodyPr/>
                  <a:lstStyle/>
                  <a:p>
                    <a:r>
                      <a:rPr lang="en-US" sz="700" b="0" baseline="0">
                        <a:solidFill>
                          <a:srgbClr val="000000"/>
                        </a:solidFill>
                        <a:latin typeface="Roboto Light"/>
                      </a:rPr>
                      <a:t>+8.3%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13D6-4029-94BC-5186352AF618}"/>
                </c:ext>
              </c:extLst>
            </c:dLbl>
            <c:dLbl>
              <c:idx val="13"/>
              <c:tx>
                <c:rich>
                  <a:bodyPr/>
                  <a:lstStyle/>
                  <a:p>
                    <a:r>
                      <a:rPr lang="en-US" sz="700" b="0" baseline="0">
                        <a:solidFill>
                          <a:srgbClr val="000000"/>
                        </a:solidFill>
                        <a:latin typeface="Roboto Light"/>
                      </a:rPr>
                      <a:t>+8.4%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13D6-4029-94BC-5186352AF618}"/>
                </c:ext>
              </c:extLst>
            </c:dLbl>
            <c:dLbl>
              <c:idx val="14"/>
              <c:tx>
                <c:rich>
                  <a:bodyPr/>
                  <a:lstStyle/>
                  <a:p>
                    <a:r>
                      <a:rPr lang="en-US" sz="700" b="0" baseline="0">
                        <a:solidFill>
                          <a:srgbClr val="000000"/>
                        </a:solidFill>
                        <a:latin typeface="Roboto Light"/>
                      </a:rPr>
                      <a:t>+9.4%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13D6-4029-94BC-5186352AF618}"/>
                </c:ext>
              </c:extLst>
            </c:dLbl>
            <c:dLbl>
              <c:idx val="15"/>
              <c:tx>
                <c:rich>
                  <a:bodyPr/>
                  <a:lstStyle/>
                  <a:p>
                    <a:r>
                      <a:rPr lang="en-US" sz="700" b="0" baseline="0">
                        <a:solidFill>
                          <a:srgbClr val="000000"/>
                        </a:solidFill>
                        <a:latin typeface="Roboto Light"/>
                      </a:rPr>
                      <a:t>+9.6%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13D6-4029-94BC-5186352AF618}"/>
                </c:ext>
              </c:extLst>
            </c:dLbl>
            <c:dLbl>
              <c:idx val="16"/>
              <c:tx>
                <c:rich>
                  <a:bodyPr/>
                  <a:lstStyle/>
                  <a:p>
                    <a:r>
                      <a:rPr lang="en-US" sz="700" b="0" baseline="0">
                        <a:solidFill>
                          <a:srgbClr val="000000"/>
                        </a:solidFill>
                        <a:latin typeface="Roboto Light"/>
                      </a:rPr>
                      <a:t>+9.7%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13D6-4029-94BC-5186352AF618}"/>
                </c:ext>
              </c:extLst>
            </c:dLbl>
            <c:dLbl>
              <c:idx val="17"/>
              <c:tx>
                <c:rich>
                  <a:bodyPr/>
                  <a:lstStyle/>
                  <a:p>
                    <a:r>
                      <a:rPr lang="en-US" sz="700" b="0" baseline="0">
                        <a:solidFill>
                          <a:srgbClr val="000000"/>
                        </a:solidFill>
                        <a:latin typeface="Roboto Light"/>
                      </a:rPr>
                      <a:t>+13.4%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13D6-4029-94BC-5186352AF618}"/>
                </c:ext>
              </c:extLst>
            </c:dLbl>
            <c:dLbl>
              <c:idx val="18"/>
              <c:tx>
                <c:rich>
                  <a:bodyPr/>
                  <a:lstStyle/>
                  <a:p>
                    <a:r>
                      <a:rPr lang="en-US" sz="700" b="0" baseline="0">
                        <a:solidFill>
                          <a:srgbClr val="000000"/>
                        </a:solidFill>
                        <a:latin typeface="Roboto Light"/>
                      </a:rPr>
                      <a:t>+13.9%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4-13D6-4029-94BC-5186352AF618}"/>
                </c:ext>
              </c:extLst>
            </c:dLbl>
            <c:dLbl>
              <c:idx val="19"/>
              <c:tx>
                <c:rich>
                  <a:bodyPr/>
                  <a:lstStyle/>
                  <a:p>
                    <a:r>
                      <a:rPr lang="en-US" sz="700" b="0" baseline="0">
                        <a:solidFill>
                          <a:srgbClr val="000000"/>
                        </a:solidFill>
                        <a:latin typeface="Roboto Light"/>
                      </a:rPr>
                      <a:t>+14.7%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13D6-4029-94BC-5186352AF618}"/>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'T2'!$A$2:$A$21</c:f>
              <c:strCache>
                <c:ptCount val="20"/>
                <c:pt idx="0">
                  <c:v>Mar 12, 2020</c:v>
                </c:pt>
                <c:pt idx="1">
                  <c:v>Mar 16, 2020</c:v>
                </c:pt>
                <c:pt idx="2">
                  <c:v>Oct 26, 2026</c:v>
                </c:pt>
                <c:pt idx="3">
                  <c:v>Mar 9, 2020</c:v>
                </c:pt>
                <c:pt idx="4">
                  <c:v>Oct 15, 2008</c:v>
                </c:pt>
                <c:pt idx="5">
                  <c:v>Mar 18, 2020</c:v>
                </c:pt>
                <c:pt idx="6">
                  <c:v>Oct 22, 2008</c:v>
                </c:pt>
                <c:pt idx="7">
                  <c:v>Sep 29, 2008</c:v>
                </c:pt>
                <c:pt idx="8">
                  <c:v>Sep 11, 2001</c:v>
                </c:pt>
                <c:pt idx="9">
                  <c:v>May 18, 2017</c:v>
                </c:pt>
                <c:pt idx="10">
                  <c:v>Sep 30, 2008</c:v>
                </c:pt>
                <c:pt idx="11">
                  <c:v>Oct 5, 2026</c:v>
                </c:pt>
                <c:pt idx="12">
                  <c:v>Dec 8, 2008</c:v>
                </c:pt>
                <c:pt idx="13">
                  <c:v>Oct 20, 2008</c:v>
                </c:pt>
                <c:pt idx="14">
                  <c:v>Nov 24, 2008</c:v>
                </c:pt>
                <c:pt idx="15">
                  <c:v>Sep 19, 2008</c:v>
                </c:pt>
                <c:pt idx="16">
                  <c:v>Mar 24, 2020</c:v>
                </c:pt>
                <c:pt idx="17">
                  <c:v>Oct 28, 2008</c:v>
                </c:pt>
                <c:pt idx="18">
                  <c:v>Mar 13, 2020</c:v>
                </c:pt>
                <c:pt idx="19">
                  <c:v>Oct 13, 2008</c:v>
                </c:pt>
              </c:strCache>
            </c:strRef>
          </c:cat>
          <c:val>
            <c:numRef>
              <c:f>'T2'!$B$2:$B$21</c:f>
              <c:numCache>
                <c:formatCode>General</c:formatCode>
                <c:ptCount val="20"/>
                <c:pt idx="0">
                  <c:v>-14.78036043433967</c:v>
                </c:pt>
                <c:pt idx="1">
                  <c:v>-13.921324329557921</c:v>
                </c:pt>
                <c:pt idx="2">
                  <c:v>-13.884325415091361</c:v>
                </c:pt>
                <c:pt idx="3">
                  <c:v>-12.173431838620809</c:v>
                </c:pt>
                <c:pt idx="4">
                  <c:v>-11.39312127321711</c:v>
                </c:pt>
                <c:pt idx="5">
                  <c:v>-10.349203481661879</c:v>
                </c:pt>
                <c:pt idx="6">
                  <c:v>-10.17754861962549</c:v>
                </c:pt>
                <c:pt idx="7">
                  <c:v>-9.3632336339392381</c:v>
                </c:pt>
                <c:pt idx="8">
                  <c:v>-9.1796191870925252</c:v>
                </c:pt>
                <c:pt idx="9">
                  <c:v>-8.7994936352767343</c:v>
                </c:pt>
                <c:pt idx="10">
                  <c:v>7.6327570616706364</c:v>
                </c:pt>
                <c:pt idx="11">
                  <c:v>7.7023525807910156</c:v>
                </c:pt>
                <c:pt idx="12">
                  <c:v>8.310429709237388</c:v>
                </c:pt>
                <c:pt idx="13">
                  <c:v>8.3573243177233358</c:v>
                </c:pt>
                <c:pt idx="14">
                  <c:v>9.4021554786148265</c:v>
                </c:pt>
                <c:pt idx="15">
                  <c:v>9.5670526766860498</c:v>
                </c:pt>
                <c:pt idx="16">
                  <c:v>9.6896599350444479</c:v>
                </c:pt>
                <c:pt idx="17">
                  <c:v>13.42458037357428</c:v>
                </c:pt>
                <c:pt idx="18">
                  <c:v>13.90882902538671</c:v>
                </c:pt>
                <c:pt idx="19">
                  <c:v>14.65784169073792</c:v>
                </c:pt>
              </c:numCache>
            </c:numRef>
          </c:val>
          <c:extLst>
            <c:ext xmlns:c16="http://schemas.microsoft.com/office/drawing/2014/chart" uri="{C3380CC4-5D6E-409C-BE32-E72D297353CC}">
              <c16:uniqueId val="{00000016-13D6-4029-94BC-5186352AF618}"/>
            </c:ext>
          </c:extLst>
        </c:ser>
        <c:dLbls>
          <c:showLegendKey val="0"/>
          <c:showVal val="0"/>
          <c:showCatName val="0"/>
          <c:showSerName val="0"/>
          <c:showPercent val="0"/>
          <c:showBubbleSize val="0"/>
        </c:dLbls>
        <c:gapWidth val="40"/>
        <c:axId val="50020001"/>
        <c:axId val="50020002"/>
      </c:barChart>
      <c:catAx>
        <c:axId val="5002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800" b="0" baseline="0">
                <a:solidFill>
                  <a:srgbClr val="000000"/>
                </a:solidFill>
                <a:latin typeface="Roboto Light"/>
              </a:defRPr>
            </a:pPr>
            <a:endParaRPr lang="en-US"/>
          </a:p>
        </c:txPr>
        <c:crossAx val="50020002"/>
        <c:crosses val="autoZero"/>
        <c:auto val="1"/>
        <c:lblAlgn val="ctr"/>
        <c:lblOffset val="100"/>
        <c:tickLblSkip val="1"/>
        <c:noMultiLvlLbl val="0"/>
      </c:catAx>
      <c:valAx>
        <c:axId val="50020002"/>
        <c:scaling>
          <c:orientation val="minMax"/>
          <c:max val="19"/>
          <c:min val="-21"/>
        </c:scaling>
        <c:delete val="1"/>
        <c:axPos val="b"/>
        <c:numFmt formatCode="General" sourceLinked="1"/>
        <c:majorTickMark val="out"/>
        <c:minorTickMark val="none"/>
        <c:tickLblPos val="nextTo"/>
        <c:crossAx val="5002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905935586176728"/>
          <c:y val="9.959176137915704E-2"/>
          <c:w val="0.72094064413823267"/>
          <c:h val="0.87703420701798673"/>
        </c:manualLayout>
      </c:layout>
      <c:barChart>
        <c:barDir val="bar"/>
        <c:grouping val="clustered"/>
        <c:varyColors val="1"/>
        <c:ser>
          <c:idx val="0"/>
          <c:order val="0"/>
          <c:tx>
            <c:strRef>
              <c:f>Sheet1!$B$1</c:f>
              <c:strCache>
                <c:ptCount val="1"/>
                <c:pt idx="0">
                  <c:v>YTD</c:v>
                </c:pt>
              </c:strCache>
            </c:strRef>
          </c:tx>
          <c:spPr>
            <a:solidFill>
              <a:srgbClr val="7E7E7E"/>
            </a:solidFill>
            <a:ln>
              <a:noFill/>
            </a:ln>
          </c:spPr>
          <c:invertIfNegative val="0"/>
          <c:dLbls>
            <c:dLbl>
              <c:idx val="0"/>
              <c:tx>
                <c:rich>
                  <a:bodyPr/>
                  <a:lstStyle/>
                  <a:p>
                    <a:r>
                      <a:rPr lang="en-US" sz="900" b="0">
                        <a:solidFill>
                          <a:srgbClr val="000000"/>
                        </a:solidFill>
                        <a:latin typeface="Roboto Light"/>
                      </a:rPr>
                      <a:t>9.2%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A187-4ADD-B219-588FD9CB744B}"/>
                </c:ext>
              </c:extLst>
            </c:dLbl>
            <c:dLbl>
              <c:idx val="1"/>
              <c:tx>
                <c:rich>
                  <a:bodyPr/>
                  <a:lstStyle/>
                  <a:p>
                    <a:r>
                      <a:rPr lang="en-US" sz="900" b="0">
                        <a:solidFill>
                          <a:srgbClr val="000000"/>
                        </a:solidFill>
                        <a:latin typeface="Roboto Light"/>
                      </a:rPr>
                      <a:t>13.1%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A187-4ADD-B219-588FD9CB744B}"/>
                </c:ext>
              </c:extLst>
            </c:dLbl>
            <c:dLbl>
              <c:idx val="2"/>
              <c:tx>
                <c:rich>
                  <a:bodyPr/>
                  <a:lstStyle/>
                  <a:p>
                    <a:r>
                      <a:rPr lang="en-US" sz="900" b="0">
                        <a:solidFill>
                          <a:srgbClr val="000000"/>
                        </a:solidFill>
                        <a:latin typeface="Roboto Light"/>
                      </a:rPr>
                      <a:t>12.5%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A187-4ADD-B219-588FD9CB744B}"/>
                </c:ext>
              </c:extLst>
            </c:dLbl>
            <c:dLbl>
              <c:idx val="3"/>
              <c:tx>
                <c:rich>
                  <a:bodyPr/>
                  <a:lstStyle/>
                  <a:p>
                    <a:r>
                      <a:rPr lang="en-US" sz="900" b="0">
                        <a:solidFill>
                          <a:srgbClr val="000000"/>
                        </a:solidFill>
                        <a:latin typeface="Roboto Light"/>
                      </a:rPr>
                      <a:t>18.1%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A187-4ADD-B219-588FD9CB744B}"/>
                </c:ext>
              </c:extLst>
            </c:dLbl>
            <c:dLbl>
              <c:idx val="4"/>
              <c:tx>
                <c:rich>
                  <a:bodyPr/>
                  <a:lstStyle/>
                  <a:p>
                    <a:r>
                      <a:rPr lang="en-US" sz="900" b="0">
                        <a:solidFill>
                          <a:srgbClr val="000000"/>
                        </a:solidFill>
                        <a:latin typeface="Roboto Light"/>
                      </a:rPr>
                      <a:t>0.6%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A187-4ADD-B219-588FD9CB744B}"/>
                </c:ext>
              </c:extLst>
            </c:dLbl>
            <c:dLbl>
              <c:idx val="5"/>
              <c:tx>
                <c:rich>
                  <a:bodyPr/>
                  <a:lstStyle/>
                  <a:p>
                    <a:r>
                      <a:rPr lang="en-US" sz="900" b="0">
                        <a:solidFill>
                          <a:srgbClr val="000000"/>
                        </a:solidFill>
                        <a:latin typeface="Roboto Light"/>
                      </a:rPr>
                      <a:t>56.5%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A187-4ADD-B219-588FD9CB744B}"/>
                </c:ext>
              </c:extLst>
            </c:dLbl>
            <c:dLbl>
              <c:idx val="6"/>
              <c:tx>
                <c:rich>
                  <a:bodyPr/>
                  <a:lstStyle/>
                  <a:p>
                    <a:r>
                      <a:rPr lang="en-US" sz="900" b="0">
                        <a:solidFill>
                          <a:srgbClr val="000000"/>
                        </a:solidFill>
                        <a:latin typeface="Roboto Light"/>
                      </a:rPr>
                      <a:t>25.5%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A187-4ADD-B219-588FD9CB744B}"/>
                </c:ext>
              </c:extLst>
            </c:dLbl>
            <c:dLbl>
              <c:idx val="7"/>
              <c:tx>
                <c:rich>
                  <a:bodyPr/>
                  <a:lstStyle/>
                  <a:p>
                    <a:r>
                      <a:rPr lang="en-US" sz="900" b="0">
                        <a:solidFill>
                          <a:srgbClr val="000000"/>
                        </a:solidFill>
                        <a:latin typeface="Roboto Light"/>
                      </a:rPr>
                      <a:t>16.1%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A187-4ADD-B219-588FD9CB744B}"/>
                </c:ext>
              </c:extLst>
            </c:dLbl>
            <c:dLbl>
              <c:idx val="8"/>
              <c:tx>
                <c:rich>
                  <a:bodyPr/>
                  <a:lstStyle/>
                  <a:p>
                    <a:r>
                      <a:rPr lang="en-US" sz="900" b="0">
                        <a:solidFill>
                          <a:srgbClr val="000000"/>
                        </a:solidFill>
                        <a:latin typeface="Roboto Light"/>
                      </a:rPr>
                      <a:t>-8.3%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A187-4ADD-B219-588FD9CB744B}"/>
                </c:ext>
              </c:extLst>
            </c:dLbl>
            <c:dLbl>
              <c:idx val="9"/>
              <c:tx>
                <c:rich>
                  <a:bodyPr/>
                  <a:lstStyle/>
                  <a:p>
                    <a:r>
                      <a:rPr lang="en-US" sz="900" b="0">
                        <a:solidFill>
                          <a:srgbClr val="000000"/>
                        </a:solidFill>
                        <a:latin typeface="Roboto Light"/>
                      </a:rPr>
                      <a:t>-10.6%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A187-4ADD-B219-588FD9CB744B}"/>
                </c:ext>
              </c:extLst>
            </c:dLbl>
            <c:dLbl>
              <c:idx val="10"/>
              <c:tx>
                <c:rich>
                  <a:bodyPr/>
                  <a:lstStyle/>
                  <a:p>
                    <a:r>
                      <a:rPr lang="en-US" sz="900" b="0">
                        <a:solidFill>
                          <a:srgbClr val="000000"/>
                        </a:solidFill>
                        <a:latin typeface="Roboto Light"/>
                      </a:rPr>
                      <a:t>54.3%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A187-4ADD-B219-588FD9CB744B}"/>
                </c:ext>
              </c:extLst>
            </c:dLbl>
            <c:dLbl>
              <c:idx val="11"/>
              <c:tx>
                <c:rich>
                  <a:bodyPr/>
                  <a:lstStyle/>
                  <a:p>
                    <a:r>
                      <a:rPr lang="en-US" sz="900" b="0">
                        <a:solidFill>
                          <a:srgbClr val="000000"/>
                        </a:solidFill>
                        <a:latin typeface="Roboto Light"/>
                      </a:rPr>
                      <a:t>9.3%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A187-4ADD-B219-588FD9CB744B}"/>
                </c:ext>
              </c:extLst>
            </c:dLbl>
            <c:numFmt formatCode="0.0%" sourceLinked="0"/>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Sheet1!$A$2:$A$13</c:f>
              <c:strCache>
                <c:ptCount val="12"/>
                <c:pt idx="0">
                  <c:v>Dow Jones</c:v>
                </c:pt>
                <c:pt idx="1">
                  <c:v>S&amp;P 500</c:v>
                </c:pt>
                <c:pt idx="2">
                  <c:v>ACWI</c:v>
                </c:pt>
                <c:pt idx="3">
                  <c:v>Nasdaq 100</c:v>
                </c:pt>
                <c:pt idx="4">
                  <c:v>Euro Stoxx 50</c:v>
                </c:pt>
                <c:pt idx="5">
                  <c:v>Taiwan</c:v>
                </c:pt>
                <c:pt idx="6">
                  <c:v>Nikkei 225</c:v>
                </c:pt>
                <c:pt idx="7">
                  <c:v>MSCI EM</c:v>
                </c:pt>
                <c:pt idx="8">
                  <c:v>CSI 300</c:v>
                </c:pt>
                <c:pt idx="9">
                  <c:v>HSI</c:v>
                </c:pt>
                <c:pt idx="10">
                  <c:v>Korea</c:v>
                </c:pt>
                <c:pt idx="11">
                  <c:v>Ibovespa</c:v>
                </c:pt>
              </c:strCache>
            </c:strRef>
          </c:cat>
          <c:val>
            <c:numRef>
              <c:f>Sheet1!$B$2:$B$13</c:f>
              <c:numCache>
                <c:formatCode>General</c:formatCode>
                <c:ptCount val="12"/>
                <c:pt idx="0">
                  <c:v>9.1791730987511297E-2</c:v>
                </c:pt>
                <c:pt idx="1">
                  <c:v>0.13125118405795769</c:v>
                </c:pt>
                <c:pt idx="2">
                  <c:v>0.12530917407021849</c:v>
                </c:pt>
                <c:pt idx="3">
                  <c:v>0.18072624659042291</c:v>
                </c:pt>
                <c:pt idx="4">
                  <c:v>5.9708232938318001E-3</c:v>
                </c:pt>
                <c:pt idx="5">
                  <c:v>0.56476226485104042</c:v>
                </c:pt>
                <c:pt idx="6">
                  <c:v>0.25453631543555999</c:v>
                </c:pt>
                <c:pt idx="7">
                  <c:v>0.1610309179440545</c:v>
                </c:pt>
                <c:pt idx="8">
                  <c:v>-8.3463119941540306E-2</c:v>
                </c:pt>
                <c:pt idx="9">
                  <c:v>-0.1062547427750315</c:v>
                </c:pt>
                <c:pt idx="10">
                  <c:v>0.5427447118858042</c:v>
                </c:pt>
                <c:pt idx="11">
                  <c:v>9.3190753433058701E-2</c:v>
                </c:pt>
              </c:numCache>
            </c:numRef>
          </c:val>
          <c:extLst>
            <c:ext xmlns:c16="http://schemas.microsoft.com/office/drawing/2014/chart" uri="{C3380CC4-5D6E-409C-BE32-E72D297353CC}">
              <c16:uniqueId val="{0000000C-A187-4ADD-B219-588FD9CB744B}"/>
            </c:ext>
          </c:extLst>
        </c:ser>
        <c:ser>
          <c:idx val="1"/>
          <c:order val="1"/>
          <c:tx>
            <c:strRef>
              <c:f>Sheet1!$C$1</c:f>
              <c:strCache>
                <c:ptCount val="1"/>
                <c:pt idx="0">
                  <c:v>MTD</c:v>
                </c:pt>
              </c:strCache>
            </c:strRef>
          </c:tx>
          <c:spPr>
            <a:solidFill>
              <a:srgbClr val="8EB3DF"/>
            </a:solidFill>
            <a:ln>
              <a:noFill/>
            </a:ln>
          </c:spPr>
          <c:invertIfNegative val="0"/>
          <c:dLbls>
            <c:dLbl>
              <c:idx val="0"/>
              <c:tx>
                <c:rich>
                  <a:bodyPr/>
                  <a:lstStyle/>
                  <a:p>
                    <a:r>
                      <a:rPr lang="en-US" sz="900" b="0">
                        <a:solidFill>
                          <a:srgbClr val="000000"/>
                        </a:solidFill>
                        <a:latin typeface="Roboto Light"/>
                      </a:rPr>
                      <a:t>3.1%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A187-4ADD-B219-588FD9CB744B}"/>
                </c:ext>
              </c:extLst>
            </c:dLbl>
            <c:dLbl>
              <c:idx val="1"/>
              <c:tx>
                <c:rich>
                  <a:bodyPr/>
                  <a:lstStyle/>
                  <a:p>
                    <a:r>
                      <a:rPr lang="en-US" sz="900" b="0">
                        <a:solidFill>
                          <a:srgbClr val="000000"/>
                        </a:solidFill>
                        <a:latin typeface="Roboto Light"/>
                      </a:rPr>
                      <a:t>1.2%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A187-4ADD-B219-588FD9CB744B}"/>
                </c:ext>
              </c:extLst>
            </c:dLbl>
            <c:dLbl>
              <c:idx val="2"/>
              <c:tx>
                <c:rich>
                  <a:bodyPr/>
                  <a:lstStyle/>
                  <a:p>
                    <a:r>
                      <a:rPr lang="en-US" sz="900" b="0">
                        <a:solidFill>
                          <a:srgbClr val="000000"/>
                        </a:solidFill>
                        <a:latin typeface="Roboto Light"/>
                      </a:rPr>
                      <a:t>0.3%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A187-4ADD-B219-588FD9CB744B}"/>
                </c:ext>
              </c:extLst>
            </c:dLbl>
            <c:dLbl>
              <c:idx val="3"/>
              <c:tx>
                <c:rich>
                  <a:bodyPr/>
                  <a:lstStyle/>
                  <a:p>
                    <a:r>
                      <a:rPr lang="en-US" sz="900" b="0">
                        <a:solidFill>
                          <a:srgbClr val="000000"/>
                        </a:solidFill>
                        <a:latin typeface="Roboto Light"/>
                      </a:rPr>
                      <a:t>-2.0%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A187-4ADD-B219-588FD9CB744B}"/>
                </c:ext>
              </c:extLst>
            </c:dLbl>
            <c:dLbl>
              <c:idx val="4"/>
              <c:tx>
                <c:rich>
                  <a:bodyPr/>
                  <a:lstStyle/>
                  <a:p>
                    <a:r>
                      <a:rPr lang="en-US" sz="900" b="0">
                        <a:solidFill>
                          <a:srgbClr val="000000"/>
                        </a:solidFill>
                        <a:latin typeface="Roboto Light"/>
                      </a:rPr>
                      <a:t>-3.4%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A187-4ADD-B219-588FD9CB744B}"/>
                </c:ext>
              </c:extLst>
            </c:dLbl>
            <c:dLbl>
              <c:idx val="5"/>
              <c:tx>
                <c:rich>
                  <a:bodyPr/>
                  <a:lstStyle/>
                  <a:p>
                    <a:r>
                      <a:rPr lang="en-US" sz="900" b="0">
                        <a:solidFill>
                          <a:srgbClr val="000000"/>
                        </a:solidFill>
                        <a:latin typeface="Roboto Light"/>
                      </a:rPr>
                      <a:t>-3.6%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A187-4ADD-B219-588FD9CB744B}"/>
                </c:ext>
              </c:extLst>
            </c:dLbl>
            <c:dLbl>
              <c:idx val="6"/>
              <c:tx>
                <c:rich>
                  <a:bodyPr/>
                  <a:lstStyle/>
                  <a:p>
                    <a:r>
                      <a:rPr lang="en-US" sz="900" b="0">
                        <a:solidFill>
                          <a:srgbClr val="000000"/>
                        </a:solidFill>
                        <a:latin typeface="Roboto Light"/>
                      </a:rPr>
                      <a:t>-4.6%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A187-4ADD-B219-588FD9CB744B}"/>
                </c:ext>
              </c:extLst>
            </c:dLbl>
            <c:dLbl>
              <c:idx val="7"/>
              <c:tx>
                <c:rich>
                  <a:bodyPr/>
                  <a:lstStyle/>
                  <a:p>
                    <a:r>
                      <a:rPr lang="en-US" sz="900" b="0">
                        <a:solidFill>
                          <a:srgbClr val="000000"/>
                        </a:solidFill>
                        <a:latin typeface="Roboto Light"/>
                      </a:rPr>
                      <a:t>-4.9%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4-A187-4ADD-B219-588FD9CB744B}"/>
                </c:ext>
              </c:extLst>
            </c:dLbl>
            <c:dLbl>
              <c:idx val="8"/>
              <c:tx>
                <c:rich>
                  <a:bodyPr/>
                  <a:lstStyle/>
                  <a:p>
                    <a:r>
                      <a:rPr lang="en-US" sz="900" b="0">
                        <a:solidFill>
                          <a:srgbClr val="000000"/>
                        </a:solidFill>
                        <a:latin typeface="Roboto Light"/>
                      </a:rPr>
                      <a:t>-5.8%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A187-4ADD-B219-588FD9CB744B}"/>
                </c:ext>
              </c:extLst>
            </c:dLbl>
            <c:dLbl>
              <c:idx val="9"/>
              <c:tx>
                <c:rich>
                  <a:bodyPr/>
                  <a:lstStyle/>
                  <a:p>
                    <a:r>
                      <a:rPr lang="en-US" sz="900" b="0">
                        <a:solidFill>
                          <a:srgbClr val="000000"/>
                        </a:solidFill>
                        <a:latin typeface="Roboto Light"/>
                      </a:rPr>
                      <a:t>-6.1%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A187-4ADD-B219-588FD9CB744B}"/>
                </c:ext>
              </c:extLst>
            </c:dLbl>
            <c:dLbl>
              <c:idx val="10"/>
              <c:tx>
                <c:rich>
                  <a:bodyPr/>
                  <a:lstStyle/>
                  <a:p>
                    <a:r>
                      <a:rPr lang="en-US" sz="900" b="0">
                        <a:solidFill>
                          <a:srgbClr val="000000"/>
                        </a:solidFill>
                        <a:latin typeface="Roboto Light"/>
                      </a:rPr>
                      <a:t>-10.5%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A187-4ADD-B219-588FD9CB744B}"/>
                </c:ext>
              </c:extLst>
            </c:dLbl>
            <c:dLbl>
              <c:idx val="11"/>
              <c:tx>
                <c:rich>
                  <a:bodyPr/>
                  <a:lstStyle/>
                  <a:p>
                    <a:r>
                      <a:rPr lang="en-US" sz="900" b="0">
                        <a:solidFill>
                          <a:srgbClr val="000000"/>
                        </a:solidFill>
                        <a:latin typeface="Roboto Light"/>
                      </a:rPr>
                      <a:t>-11.0%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8-A187-4ADD-B219-588FD9CB744B}"/>
                </c:ext>
              </c:extLst>
            </c:dLbl>
            <c:numFmt formatCode="0.0%" sourceLinked="0"/>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Sheet1!$A$2:$A$13</c:f>
              <c:strCache>
                <c:ptCount val="12"/>
                <c:pt idx="0">
                  <c:v>Dow Jones</c:v>
                </c:pt>
                <c:pt idx="1">
                  <c:v>S&amp;P 500</c:v>
                </c:pt>
                <c:pt idx="2">
                  <c:v>ACWI</c:v>
                </c:pt>
                <c:pt idx="3">
                  <c:v>Nasdaq 100</c:v>
                </c:pt>
                <c:pt idx="4">
                  <c:v>Euro Stoxx 50</c:v>
                </c:pt>
                <c:pt idx="5">
                  <c:v>Taiwan</c:v>
                </c:pt>
                <c:pt idx="6">
                  <c:v>Nikkei 225</c:v>
                </c:pt>
                <c:pt idx="7">
                  <c:v>MSCI EM</c:v>
                </c:pt>
                <c:pt idx="8">
                  <c:v>CSI 300</c:v>
                </c:pt>
                <c:pt idx="9">
                  <c:v>HSI</c:v>
                </c:pt>
                <c:pt idx="10">
                  <c:v>Korea</c:v>
                </c:pt>
                <c:pt idx="11">
                  <c:v>Ibovespa</c:v>
                </c:pt>
              </c:strCache>
            </c:strRef>
          </c:cat>
          <c:val>
            <c:numRef>
              <c:f>Sheet1!$C$2:$C$13</c:f>
              <c:numCache>
                <c:formatCode>General</c:formatCode>
                <c:ptCount val="12"/>
                <c:pt idx="0">
                  <c:v>3.0822480965816999E-2</c:v>
                </c:pt>
                <c:pt idx="1">
                  <c:v>1.20812203731963E-2</c:v>
                </c:pt>
                <c:pt idx="2">
                  <c:v>2.8342692960438998E-3</c:v>
                </c:pt>
                <c:pt idx="3">
                  <c:v>-1.95780733594225E-2</c:v>
                </c:pt>
                <c:pt idx="4">
                  <c:v>-3.4463747083724898E-2</c:v>
                </c:pt>
                <c:pt idx="5">
                  <c:v>-3.6281794906717499E-2</c:v>
                </c:pt>
                <c:pt idx="6">
                  <c:v>-4.5509750348125898E-2</c:v>
                </c:pt>
                <c:pt idx="7">
                  <c:v>-4.89594312462939E-2</c:v>
                </c:pt>
                <c:pt idx="8">
                  <c:v>-5.82596243679099E-2</c:v>
                </c:pt>
                <c:pt idx="9">
                  <c:v>-6.1488567169658802E-2</c:v>
                </c:pt>
                <c:pt idx="10">
                  <c:v>-0.10503727986355341</c:v>
                </c:pt>
                <c:pt idx="11">
                  <c:v>-0.1099677051611981</c:v>
                </c:pt>
              </c:numCache>
            </c:numRef>
          </c:val>
          <c:extLst>
            <c:ext xmlns:c16="http://schemas.microsoft.com/office/drawing/2014/chart" uri="{C3380CC4-5D6E-409C-BE32-E72D297353CC}">
              <c16:uniqueId val="{00000019-A187-4ADD-B219-588FD9CB744B}"/>
            </c:ext>
          </c:extLst>
        </c:ser>
        <c:dLbls>
          <c:showLegendKey val="0"/>
          <c:showVal val="0"/>
          <c:showCatName val="0"/>
          <c:showSerName val="0"/>
          <c:showPercent val="0"/>
          <c:showBubbleSize val="0"/>
        </c:dLbls>
        <c:gapWidth val="60"/>
        <c:overlap val="-10"/>
        <c:axId val="50010001"/>
        <c:axId val="50010002"/>
      </c:barChart>
      <c:catAx>
        <c:axId val="50010001"/>
        <c:scaling>
          <c:orientation val="maxMin"/>
        </c:scaling>
        <c:delete val="0"/>
        <c:axPos val="l"/>
        <c:numFmt formatCode="General" sourceLinked="0"/>
        <c:majorTickMark val="none"/>
        <c:minorTickMark val="cross"/>
        <c:tickLblPos val="low"/>
        <c:spPr>
          <a:ln w="9525">
            <a:solidFill>
              <a:srgbClr val="D9D9D9"/>
            </a:solidFill>
          </a:ln>
        </c:spPr>
        <c:txPr>
          <a:bodyPr/>
          <a:lstStyle/>
          <a:p>
            <a:pPr>
              <a:defRPr sz="900" b="0" baseline="0">
                <a:solidFill>
                  <a:srgbClr val="000000"/>
                </a:solidFill>
                <a:latin typeface="Roboto Light"/>
              </a:defRPr>
            </a:pPr>
            <a:endParaRPr lang="en-US"/>
          </a:p>
        </c:txPr>
        <c:crossAx val="50010002"/>
        <c:crosses val="autoZero"/>
        <c:auto val="1"/>
        <c:lblAlgn val="ctr"/>
        <c:lblOffset val="100"/>
        <c:noMultiLvlLbl val="1"/>
      </c:catAx>
      <c:valAx>
        <c:axId val="50010002"/>
        <c:scaling>
          <c:orientation val="minMax"/>
          <c:max val="0.78500000000000003"/>
          <c:min val="-0.31"/>
        </c:scaling>
        <c:delete val="1"/>
        <c:axPos val="b"/>
        <c:numFmt formatCode="#,##0%" sourceLinked="0"/>
        <c:majorTickMark val="none"/>
        <c:minorTickMark val="cross"/>
        <c:tickLblPos val="nextTo"/>
        <c:crossAx val="50010001"/>
        <c:crosses val="max"/>
        <c:crossBetween val="between"/>
      </c:valAx>
      <c:spPr>
        <a:noFill/>
        <a:ln>
          <a:noFill/>
        </a:ln>
      </c:spPr>
    </c:plotArea>
    <c:legend>
      <c:legendPos val="t"/>
      <c:layout>
        <c:manualLayout>
          <c:xMode val="edge"/>
          <c:yMode val="edge"/>
          <c:x val="0.35636653816710412"/>
          <c:y val="0"/>
          <c:w val="0.28726658191163607"/>
          <c:h val="7.5822460957269841E-2"/>
        </c:manualLayout>
      </c:layout>
      <c:overlay val="0"/>
      <c:txPr>
        <a:bodyPr/>
        <a:lstStyle/>
        <a:p>
          <a:pPr>
            <a:defRPr sz="900" b="0" baseline="0">
              <a:solidFill>
                <a:srgbClr val="000000"/>
              </a:solidFill>
              <a:latin typeface="Roboto Light"/>
            </a:defRPr>
          </a:pPr>
          <a:endParaRPr lang="en-US"/>
        </a:p>
      </c:txPr>
    </c:legend>
    <c:plotVisOnly val="1"/>
    <c:dispBlanksAs val="zero"/>
    <c:showDLblsOverMax val="1"/>
  </c:chart>
  <c:spPr>
    <a:solidFill>
      <a:srgbClr val="FFFFFF"/>
    </a:solidFill>
    <a:ln>
      <a:noFill/>
    </a:ln>
  </c:sp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
          <c:y val="0.01"/>
          <c:w val="0.72"/>
          <c:h val="0.98"/>
        </c:manualLayout>
      </c:layout>
      <c:barChart>
        <c:barDir val="bar"/>
        <c:grouping val="clustered"/>
        <c:varyColors val="0"/>
        <c:ser>
          <c:idx val="0"/>
          <c:order val="0"/>
          <c:tx>
            <c:v>Sep 30 - Oct 23</c:v>
          </c:tx>
          <c:spPr>
            <a:solidFill>
              <a:srgbClr val="1F2F44"/>
            </a:solidFill>
            <a:ln>
              <a:noFill/>
            </a:ln>
          </c:spPr>
          <c:invertIfNegative val="0"/>
          <c:dPt>
            <c:idx val="0"/>
            <c:invertIfNegative val="0"/>
            <c:bubble3D val="0"/>
            <c:extLst>
              <c:ext xmlns:c16="http://schemas.microsoft.com/office/drawing/2014/chart" uri="{C3380CC4-5D6E-409C-BE32-E72D297353CC}">
                <c16:uniqueId val="{00000000-E40D-4052-AD08-867E2183DEE1}"/>
              </c:ext>
            </c:extLst>
          </c:dPt>
          <c:dPt>
            <c:idx val="1"/>
            <c:invertIfNegative val="0"/>
            <c:bubble3D val="0"/>
            <c:extLst>
              <c:ext xmlns:c16="http://schemas.microsoft.com/office/drawing/2014/chart" uri="{C3380CC4-5D6E-409C-BE32-E72D297353CC}">
                <c16:uniqueId val="{00000001-E40D-4052-AD08-867E2183DEE1}"/>
              </c:ext>
            </c:extLst>
          </c:dPt>
          <c:dPt>
            <c:idx val="2"/>
            <c:invertIfNegative val="0"/>
            <c:bubble3D val="0"/>
            <c:extLst>
              <c:ext xmlns:c16="http://schemas.microsoft.com/office/drawing/2014/chart" uri="{C3380CC4-5D6E-409C-BE32-E72D297353CC}">
                <c16:uniqueId val="{00000002-E40D-4052-AD08-867E2183DEE1}"/>
              </c:ext>
            </c:extLst>
          </c:dPt>
          <c:dPt>
            <c:idx val="3"/>
            <c:invertIfNegative val="0"/>
            <c:bubble3D val="0"/>
            <c:extLst>
              <c:ext xmlns:c16="http://schemas.microsoft.com/office/drawing/2014/chart" uri="{C3380CC4-5D6E-409C-BE32-E72D297353CC}">
                <c16:uniqueId val="{00000003-E40D-4052-AD08-867E2183DEE1}"/>
              </c:ext>
            </c:extLst>
          </c:dPt>
          <c:dPt>
            <c:idx val="4"/>
            <c:invertIfNegative val="0"/>
            <c:bubble3D val="0"/>
            <c:extLst>
              <c:ext xmlns:c16="http://schemas.microsoft.com/office/drawing/2014/chart" uri="{C3380CC4-5D6E-409C-BE32-E72D297353CC}">
                <c16:uniqueId val="{00000004-E40D-4052-AD08-867E2183DEE1}"/>
              </c:ext>
            </c:extLst>
          </c:dPt>
          <c:dPt>
            <c:idx val="5"/>
            <c:invertIfNegative val="0"/>
            <c:bubble3D val="0"/>
            <c:extLst>
              <c:ext xmlns:c16="http://schemas.microsoft.com/office/drawing/2014/chart" uri="{C3380CC4-5D6E-409C-BE32-E72D297353CC}">
                <c16:uniqueId val="{00000005-E40D-4052-AD08-867E2183DEE1}"/>
              </c:ext>
            </c:extLst>
          </c:dPt>
          <c:dPt>
            <c:idx val="6"/>
            <c:invertIfNegative val="0"/>
            <c:bubble3D val="0"/>
            <c:extLst>
              <c:ext xmlns:c16="http://schemas.microsoft.com/office/drawing/2014/chart" uri="{C3380CC4-5D6E-409C-BE32-E72D297353CC}">
                <c16:uniqueId val="{00000006-E40D-4052-AD08-867E2183DEE1}"/>
              </c:ext>
            </c:extLst>
          </c:dPt>
          <c:dPt>
            <c:idx val="7"/>
            <c:invertIfNegative val="0"/>
            <c:bubble3D val="0"/>
            <c:extLst>
              <c:ext xmlns:c16="http://schemas.microsoft.com/office/drawing/2014/chart" uri="{C3380CC4-5D6E-409C-BE32-E72D297353CC}">
                <c16:uniqueId val="{00000007-E40D-4052-AD08-867E2183DEE1}"/>
              </c:ext>
            </c:extLst>
          </c:dPt>
          <c:dPt>
            <c:idx val="8"/>
            <c:invertIfNegative val="0"/>
            <c:bubble3D val="0"/>
            <c:extLst>
              <c:ext xmlns:c16="http://schemas.microsoft.com/office/drawing/2014/chart" uri="{C3380CC4-5D6E-409C-BE32-E72D297353CC}">
                <c16:uniqueId val="{00000008-E40D-4052-AD08-867E2183DEE1}"/>
              </c:ext>
            </c:extLst>
          </c:dPt>
          <c:dPt>
            <c:idx val="9"/>
            <c:invertIfNegative val="0"/>
            <c:bubble3D val="0"/>
            <c:extLst>
              <c:ext xmlns:c16="http://schemas.microsoft.com/office/drawing/2014/chart" uri="{C3380CC4-5D6E-409C-BE32-E72D297353CC}">
                <c16:uniqueId val="{00000009-E40D-4052-AD08-867E2183DEE1}"/>
              </c:ext>
            </c:extLst>
          </c:dPt>
          <c:dPt>
            <c:idx val="10"/>
            <c:invertIfNegative val="0"/>
            <c:bubble3D val="0"/>
            <c:extLst>
              <c:ext xmlns:c16="http://schemas.microsoft.com/office/drawing/2014/chart" uri="{C3380CC4-5D6E-409C-BE32-E72D297353CC}">
                <c16:uniqueId val="{0000000A-E40D-4052-AD08-867E2183DEE1}"/>
              </c:ext>
            </c:extLst>
          </c:dPt>
          <c:dPt>
            <c:idx val="11"/>
            <c:invertIfNegative val="0"/>
            <c:bubble3D val="0"/>
            <c:spPr>
              <a:solidFill>
                <a:srgbClr val="8EB3DF"/>
              </a:solidFill>
              <a:ln>
                <a:noFill/>
              </a:ln>
            </c:spPr>
            <c:extLst>
              <c:ext xmlns:c16="http://schemas.microsoft.com/office/drawing/2014/chart" uri="{C3380CC4-5D6E-409C-BE32-E72D297353CC}">
                <c16:uniqueId val="{0000000C-E40D-4052-AD08-867E2183DEE1}"/>
              </c:ext>
            </c:extLst>
          </c:dPt>
          <c:dLbls>
            <c:dLbl>
              <c:idx val="0"/>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-17.3%</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0-E40D-4052-AD08-867E2183DEE1}"/>
                </c:ext>
              </c:extLst>
            </c:dLbl>
            <c:dLbl>
              <c:idx val="1"/>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-7.2%</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1-E40D-4052-AD08-867E2183DEE1}"/>
                </c:ext>
              </c:extLst>
            </c:dLbl>
            <c:dLbl>
              <c:idx val="2"/>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-6.1%</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2-E40D-4052-AD08-867E2183DEE1}"/>
                </c:ext>
              </c:extLst>
            </c:dLbl>
            <c:dLbl>
              <c:idx val="3"/>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-5.5%</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3-E40D-4052-AD08-867E2183DEE1}"/>
                </c:ext>
              </c:extLst>
            </c:dLbl>
            <c:dLbl>
              <c:idx val="4"/>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-5.5%</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4-E40D-4052-AD08-867E2183DEE1}"/>
                </c:ext>
              </c:extLst>
            </c:dLbl>
            <c:dLbl>
              <c:idx val="5"/>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-4.8%</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5-E40D-4052-AD08-867E2183DEE1}"/>
                </c:ext>
              </c:extLst>
            </c:dLbl>
            <c:dLbl>
              <c:idx val="6"/>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-4.2%</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6-E40D-4052-AD08-867E2183DEE1}"/>
                </c:ext>
              </c:extLst>
            </c:dLbl>
            <c:dLbl>
              <c:idx val="7"/>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-1.2%</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7-E40D-4052-AD08-867E2183DEE1}"/>
                </c:ext>
              </c:extLst>
            </c:dLbl>
            <c:dLbl>
              <c:idx val="8"/>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-0.4%</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8-E40D-4052-AD08-867E2183DEE1}"/>
                </c:ext>
              </c:extLst>
            </c:dLbl>
            <c:dLbl>
              <c:idx val="9"/>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+2.6%</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9-E40D-4052-AD08-867E2183DEE1}"/>
                </c:ext>
              </c:extLst>
            </c:dLbl>
            <c:dLbl>
              <c:idx val="10"/>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+4.9%</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A-E40D-4052-AD08-867E2183DEE1}"/>
                </c:ext>
              </c:extLst>
            </c:dLbl>
            <c:dLbl>
              <c:idx val="11"/>
              <c:tx>
                <c:rich>
                  <a:bodyPr wrap="none" lIns="38100" tIns="19050" rIns="38100" bIns="19050" anchor="ctr">
                    <a:spAutoFit/>
                  </a:bodyPr>
                  <a:lstStyle/>
                  <a:p>
                    <a:pPr>
                      <a:defRPr b="1">
                        <a:solidFill>
                          <a:srgbClr val="BBD1EC"/>
                        </a:solidFill>
                      </a:defRPr>
                    </a:pPr>
                    <a:r>
                      <a:rPr lang="en-US" sz="800" b="1" baseline="0">
                        <a:solidFill>
                          <a:srgbClr val="BBD1EC"/>
                        </a:solidFill>
                        <a:latin typeface="Roboto Light"/>
                      </a:rPr>
                      <a:t>+13.2%</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C-E40D-4052-AD08-867E2183DEE1}"/>
                </c:ext>
              </c:extLst>
            </c:dLbl>
            <c:spPr>
              <a:noFill/>
              <a:ln>
                <a:noFill/>
              </a:ln>
              <a:effectLst/>
            </c:spPr>
            <c:txPr>
              <a:bodyPr wrap="square" lIns="38100" tIns="19050" rIns="38100" bIns="19050" anchor="ctr">
                <a:spAutoFit/>
              </a:bodyPr>
              <a:lstStyle/>
              <a:p>
                <a:pPr>
                  <a:defRPr b="1">
                    <a:solidFill>
                      <a:schemeClr val="accent1"/>
                    </a:solidFill>
                  </a:defRPr>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'K1'!$A$2:$A$13</c:f>
              <c:strCache>
                <c:ptCount val="12"/>
                <c:pt idx="0">
                  <c:v>Korea</c:v>
                </c:pt>
                <c:pt idx="1">
                  <c:v>MSCI EM</c:v>
                </c:pt>
                <c:pt idx="2">
                  <c:v>HSI</c:v>
                </c:pt>
                <c:pt idx="3">
                  <c:v>Nikkei 225</c:v>
                </c:pt>
                <c:pt idx="4">
                  <c:v>Taiwan</c:v>
                </c:pt>
                <c:pt idx="5">
                  <c:v>Nasdaq 100</c:v>
                </c:pt>
                <c:pt idx="6">
                  <c:v>Euro Stoxx 50</c:v>
                </c:pt>
                <c:pt idx="7">
                  <c:v>ACWI</c:v>
                </c:pt>
                <c:pt idx="8">
                  <c:v>S&amp;P 500</c:v>
                </c:pt>
                <c:pt idx="9">
                  <c:v>Dow Jones</c:v>
                </c:pt>
                <c:pt idx="10">
                  <c:v>Mexico</c:v>
                </c:pt>
                <c:pt idx="11">
                  <c:v>Ibovespa</c:v>
                </c:pt>
              </c:strCache>
            </c:strRef>
          </c:cat>
          <c:val>
            <c:numRef>
              <c:f>'K1'!$B$2:$B$13</c:f>
              <c:numCache>
                <c:formatCode>General</c:formatCode>
                <c:ptCount val="12"/>
                <c:pt idx="0">
                  <c:v>-17.33167349935642</c:v>
                </c:pt>
                <c:pt idx="1">
                  <c:v>-7.156763779715547</c:v>
                </c:pt>
                <c:pt idx="2">
                  <c:v>-6.0565952430975178</c:v>
                </c:pt>
                <c:pt idx="3">
                  <c:v>-5.5367723760549321</c:v>
                </c:pt>
                <c:pt idx="4">
                  <c:v>-5.4913885425623139</c:v>
                </c:pt>
                <c:pt idx="5">
                  <c:v>-4.7715957811960479</c:v>
                </c:pt>
                <c:pt idx="6">
                  <c:v>-4.2219058154739253</c:v>
                </c:pt>
                <c:pt idx="7">
                  <c:v>-1.2407892975315751</c:v>
                </c:pt>
                <c:pt idx="8">
                  <c:v>-0.36410791996147612</c:v>
                </c:pt>
                <c:pt idx="9">
                  <c:v>2.5716184125643911</c:v>
                </c:pt>
                <c:pt idx="10">
                  <c:v>4.8861365802693726</c:v>
                </c:pt>
                <c:pt idx="11">
                  <c:v>13.18645948633235</c:v>
                </c:pt>
              </c:numCache>
            </c:numRef>
          </c:val>
          <c:extLst>
            <c:ext xmlns:c16="http://schemas.microsoft.com/office/drawing/2014/chart" uri="{C3380CC4-5D6E-409C-BE32-E72D297353CC}">
              <c16:uniqueId val="{0000000D-E40D-4052-AD08-867E2183DEE1}"/>
            </c:ext>
          </c:extLst>
        </c:ser>
        <c:dLbls>
          <c:showLegendKey val="0"/>
          <c:showVal val="0"/>
          <c:showCatName val="0"/>
          <c:showSerName val="0"/>
          <c:showPercent val="0"/>
          <c:showBubbleSize val="0"/>
        </c:dLbls>
        <c:gapWidth val="35"/>
        <c:axId val="50010001"/>
        <c:axId val="50010002"/>
      </c:barChart>
      <c:catAx>
        <c:axId val="5001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900" b="0" baseline="0">
                <a:solidFill>
                  <a:srgbClr val="262626"/>
                </a:solidFill>
                <a:latin typeface="Roboto Light"/>
              </a:defRPr>
            </a:pPr>
            <a:endParaRPr lang="en-US"/>
          </a:p>
        </c:txPr>
        <c:crossAx val="50010002"/>
        <c:crosses val="autoZero"/>
        <c:auto val="1"/>
        <c:lblAlgn val="ctr"/>
        <c:lblOffset val="100"/>
        <c:tickLblSkip val="1"/>
        <c:noMultiLvlLbl val="0"/>
      </c:catAx>
      <c:valAx>
        <c:axId val="50010002"/>
        <c:scaling>
          <c:orientation val="minMax"/>
          <c:max val="23"/>
          <c:min val="-27"/>
        </c:scaling>
        <c:delete val="1"/>
        <c:axPos val="b"/>
        <c:numFmt formatCode="General" sourceLinked="1"/>
        <c:majorTickMark val="out"/>
        <c:minorTickMark val="none"/>
        <c:tickLblPos val="nextTo"/>
        <c:crossAx val="5001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
          <c:y val="0.17562240865824461"/>
          <c:w val="0.75"/>
          <c:h val="0.81437720203219588"/>
        </c:manualLayout>
      </c:layout>
      <c:barChart>
        <c:barDir val="bar"/>
        <c:grouping val="clustered"/>
        <c:varyColors val="0"/>
        <c:ser>
          <c:idx val="0"/>
          <c:order val="0"/>
          <c:tx>
            <c:v>Oct 23 - Oct 28</c:v>
          </c:tx>
          <c:spPr>
            <a:solidFill>
              <a:srgbClr val="1F2F44"/>
            </a:solidFill>
            <a:ln>
              <a:noFill/>
            </a:ln>
          </c:spPr>
          <c:invertIfNegative val="0"/>
          <c:dLbls>
            <c:dLbl>
              <c:idx val="0"/>
              <c:tx>
                <c:rich>
                  <a:bodyPr wrap="none" lIns="38100" tIns="19050" rIns="38100" bIns="19050" anchor="ctr">
                    <a:spAutoFit/>
                  </a:bodyPr>
                  <a:lstStyle/>
                  <a:p>
                    <a:pPr>
                      <a:defRPr/>
                    </a:pPr>
                    <a:r>
                      <a:rPr lang="en-US" sz="800" b="0" baseline="0">
                        <a:solidFill>
                          <a:srgbClr val="262626"/>
                        </a:solidFill>
                        <a:latin typeface="Roboto Light"/>
                      </a:rPr>
                      <a:t>-7.5%</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0-9E90-47DE-B2FC-84E650822405}"/>
                </c:ext>
              </c:extLst>
            </c:dLbl>
            <c:dLbl>
              <c:idx val="1"/>
              <c:tx>
                <c:rich>
                  <a:bodyPr wrap="none" lIns="38100" tIns="19050" rIns="38100" bIns="19050" anchor="ctr">
                    <a:spAutoFit/>
                  </a:bodyPr>
                  <a:lstStyle/>
                  <a:p>
                    <a:pPr>
                      <a:defRPr/>
                    </a:pPr>
                    <a:r>
                      <a:rPr lang="en-US" sz="800" b="0" baseline="0">
                        <a:solidFill>
                          <a:srgbClr val="262626"/>
                        </a:solidFill>
                        <a:latin typeface="Roboto Light"/>
                      </a:rPr>
                      <a:t>-18.8%</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1-9E90-47DE-B2FC-84E650822405}"/>
                </c:ext>
              </c:extLst>
            </c:dLbl>
            <c:dLbl>
              <c:idx val="2"/>
              <c:tx>
                <c:rich>
                  <a:bodyPr wrap="none" lIns="38100" tIns="19050" rIns="38100" bIns="19050" anchor="ctr">
                    <a:spAutoFit/>
                  </a:bodyPr>
                  <a:lstStyle/>
                  <a:p>
                    <a:pPr>
                      <a:defRPr/>
                    </a:pPr>
                    <a:r>
                      <a:rPr lang="en-US" sz="800" b="0" baseline="0">
                        <a:solidFill>
                          <a:srgbClr val="262626"/>
                        </a:solidFill>
                        <a:latin typeface="Roboto Light"/>
                      </a:rPr>
                      <a:t>-18.9%</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2-9E90-47DE-B2FC-84E650822405}"/>
                </c:ext>
              </c:extLst>
            </c:dLbl>
            <c:dLbl>
              <c:idx val="3"/>
              <c:tx>
                <c:rich>
                  <a:bodyPr wrap="none" lIns="38100" tIns="19050" rIns="38100" bIns="19050" anchor="ctr">
                    <a:spAutoFit/>
                  </a:bodyPr>
                  <a:lstStyle/>
                  <a:p>
                    <a:pPr>
                      <a:defRPr/>
                    </a:pPr>
                    <a:r>
                      <a:rPr lang="en-US" sz="800" b="0" baseline="0">
                        <a:solidFill>
                          <a:srgbClr val="262626"/>
                        </a:solidFill>
                        <a:latin typeface="Roboto Light"/>
                      </a:rPr>
                      <a:t>-23.7%</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3-9E90-47DE-B2FC-84E650822405}"/>
                </c:ext>
              </c:extLst>
            </c:dLbl>
            <c:dLbl>
              <c:idx val="4"/>
              <c:tx>
                <c:rich>
                  <a:bodyPr wrap="none" lIns="38100" tIns="19050" rIns="38100" bIns="19050" anchor="ctr">
                    <a:spAutoFit/>
                  </a:bodyPr>
                  <a:lstStyle/>
                  <a:p>
                    <a:pPr>
                      <a:defRPr/>
                    </a:pPr>
                    <a:r>
                      <a:rPr lang="en-US" sz="800" b="0" baseline="0">
                        <a:solidFill>
                          <a:srgbClr val="262626"/>
                        </a:solidFill>
                        <a:latin typeface="Roboto Light"/>
                      </a:rPr>
                      <a:t>-16.6%</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4-9E90-47DE-B2FC-84E650822405}"/>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'K3'!$A$2:$A$6</c:f>
              <c:strCache>
                <c:ptCount val="5"/>
                <c:pt idx="0">
                  <c:v>Commodities</c:v>
                </c:pt>
                <c:pt idx="1">
                  <c:v>Defensives</c:v>
                </c:pt>
                <c:pt idx="2">
                  <c:v>Cyclicals</c:v>
                </c:pt>
                <c:pt idx="3">
                  <c:v>Financials</c:v>
                </c:pt>
                <c:pt idx="4">
                  <c:v>Ibovespa</c:v>
                </c:pt>
              </c:strCache>
            </c:strRef>
          </c:cat>
          <c:val>
            <c:numRef>
              <c:f>'K3'!$C$2:$C$6</c:f>
              <c:numCache>
                <c:formatCode>General</c:formatCode>
                <c:ptCount val="5"/>
                <c:pt idx="0">
                  <c:v>-7.51509594867502</c:v>
                </c:pt>
                <c:pt idx="1">
                  <c:v>-18.787297766512221</c:v>
                </c:pt>
                <c:pt idx="2">
                  <c:v>-18.94188534510732</c:v>
                </c:pt>
                <c:pt idx="3">
                  <c:v>-23.74625393738123</c:v>
                </c:pt>
                <c:pt idx="4">
                  <c:v>-16.641616574460699</c:v>
                </c:pt>
              </c:numCache>
            </c:numRef>
          </c:val>
          <c:extLst>
            <c:ext xmlns:c16="http://schemas.microsoft.com/office/drawing/2014/chart" uri="{C3380CC4-5D6E-409C-BE32-E72D297353CC}">
              <c16:uniqueId val="{00000005-9E90-47DE-B2FC-84E650822405}"/>
            </c:ext>
          </c:extLst>
        </c:ser>
        <c:ser>
          <c:idx val="1"/>
          <c:order val="1"/>
          <c:tx>
            <c:v>Sep 30 - Oct 23</c:v>
          </c:tx>
          <c:spPr>
            <a:solidFill>
              <a:srgbClr val="8EB3DF"/>
            </a:solidFill>
            <a:ln>
              <a:noFill/>
            </a:ln>
          </c:spPr>
          <c:invertIfNegative val="0"/>
          <c:dLbls>
            <c:dLbl>
              <c:idx val="0"/>
              <c:tx>
                <c:rich>
                  <a:bodyPr wrap="none" lIns="38100" tIns="19050" rIns="38100" bIns="19050" anchor="ctr">
                    <a:spAutoFit/>
                  </a:bodyPr>
                  <a:lstStyle/>
                  <a:p>
                    <a:pPr>
                      <a:defRPr/>
                    </a:pPr>
                    <a:r>
                      <a:rPr lang="en-US" sz="800" b="0" baseline="0">
                        <a:solidFill>
                          <a:srgbClr val="262626"/>
                        </a:solidFill>
                        <a:latin typeface="Roboto Light"/>
                      </a:rPr>
                      <a:t>+6.4%</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6-9E90-47DE-B2FC-84E650822405}"/>
                </c:ext>
              </c:extLst>
            </c:dLbl>
            <c:dLbl>
              <c:idx val="1"/>
              <c:tx>
                <c:rich>
                  <a:bodyPr wrap="none" lIns="38100" tIns="19050" rIns="38100" bIns="19050" anchor="ctr">
                    <a:spAutoFit/>
                  </a:bodyPr>
                  <a:lstStyle/>
                  <a:p>
                    <a:pPr>
                      <a:defRPr/>
                    </a:pPr>
                    <a:r>
                      <a:rPr lang="en-US" sz="800" b="0" baseline="0">
                        <a:solidFill>
                          <a:srgbClr val="262626"/>
                        </a:solidFill>
                        <a:latin typeface="Roboto Light"/>
                      </a:rPr>
                      <a:t>+11.7%</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7-9E90-47DE-B2FC-84E650822405}"/>
                </c:ext>
              </c:extLst>
            </c:dLbl>
            <c:dLbl>
              <c:idx val="2"/>
              <c:tx>
                <c:rich>
                  <a:bodyPr wrap="none" lIns="38100" tIns="19050" rIns="38100" bIns="19050" anchor="ctr">
                    <a:spAutoFit/>
                  </a:bodyPr>
                  <a:lstStyle/>
                  <a:p>
                    <a:pPr>
                      <a:defRPr/>
                    </a:pPr>
                    <a:r>
                      <a:rPr lang="en-US" sz="800" b="0" baseline="0">
                        <a:solidFill>
                          <a:srgbClr val="262626"/>
                        </a:solidFill>
                        <a:latin typeface="Roboto Light"/>
                      </a:rPr>
                      <a:t>+10.1%</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8-9E90-47DE-B2FC-84E650822405}"/>
                </c:ext>
              </c:extLst>
            </c:dLbl>
            <c:dLbl>
              <c:idx val="3"/>
              <c:tx>
                <c:rich>
                  <a:bodyPr wrap="none" lIns="38100" tIns="19050" rIns="38100" bIns="19050" anchor="ctr">
                    <a:spAutoFit/>
                  </a:bodyPr>
                  <a:lstStyle/>
                  <a:p>
                    <a:pPr>
                      <a:defRPr/>
                    </a:pPr>
                    <a:r>
                      <a:rPr lang="en-US" sz="800" b="0" baseline="0">
                        <a:solidFill>
                          <a:srgbClr val="262626"/>
                        </a:solidFill>
                        <a:latin typeface="Roboto Light"/>
                      </a:rPr>
                      <a:t>+13.0%</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9-9E90-47DE-B2FC-84E650822405}"/>
                </c:ext>
              </c:extLst>
            </c:dLbl>
            <c:dLbl>
              <c:idx val="4"/>
              <c:tx>
                <c:rich>
                  <a:bodyPr wrap="none" lIns="38100" tIns="19050" rIns="38100" bIns="19050" anchor="ctr">
                    <a:spAutoFit/>
                  </a:bodyPr>
                  <a:lstStyle/>
                  <a:p>
                    <a:pPr>
                      <a:defRPr/>
                    </a:pPr>
                    <a:r>
                      <a:rPr lang="en-US" sz="800" b="0" baseline="0">
                        <a:solidFill>
                          <a:srgbClr val="262626"/>
                        </a:solidFill>
                        <a:latin typeface="Roboto Light"/>
                      </a:rPr>
                      <a:t>+10.1%</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A-9E90-47DE-B2FC-84E650822405}"/>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'K3'!$A$2:$A$6</c:f>
              <c:strCache>
                <c:ptCount val="5"/>
                <c:pt idx="0">
                  <c:v>Commodities</c:v>
                </c:pt>
                <c:pt idx="1">
                  <c:v>Defensives</c:v>
                </c:pt>
                <c:pt idx="2">
                  <c:v>Cyclicals</c:v>
                </c:pt>
                <c:pt idx="3">
                  <c:v>Financials</c:v>
                </c:pt>
                <c:pt idx="4">
                  <c:v>Ibovespa</c:v>
                </c:pt>
              </c:strCache>
            </c:strRef>
          </c:cat>
          <c:val>
            <c:numRef>
              <c:f>'K3'!$B$2:$B$6</c:f>
              <c:numCache>
                <c:formatCode>General</c:formatCode>
                <c:ptCount val="5"/>
                <c:pt idx="0">
                  <c:v>6.4228076106244298</c:v>
                </c:pt>
                <c:pt idx="1">
                  <c:v>11.67039347560044</c:v>
                </c:pt>
                <c:pt idx="2">
                  <c:v>10.144760122537379</c:v>
                </c:pt>
                <c:pt idx="3">
                  <c:v>13.00336872571593</c:v>
                </c:pt>
                <c:pt idx="4">
                  <c:v>10.123040931562191</c:v>
                </c:pt>
              </c:numCache>
            </c:numRef>
          </c:val>
          <c:extLst>
            <c:ext xmlns:c16="http://schemas.microsoft.com/office/drawing/2014/chart" uri="{C3380CC4-5D6E-409C-BE32-E72D297353CC}">
              <c16:uniqueId val="{0000000B-9E90-47DE-B2FC-84E650822405}"/>
            </c:ext>
          </c:extLst>
        </c:ser>
        <c:dLbls>
          <c:showLegendKey val="0"/>
          <c:showVal val="0"/>
          <c:showCatName val="0"/>
          <c:showSerName val="0"/>
          <c:showPercent val="0"/>
          <c:showBubbleSize val="0"/>
        </c:dLbls>
        <c:gapWidth val="45"/>
        <c:axId val="50030001"/>
        <c:axId val="50030002"/>
      </c:barChart>
      <c:catAx>
        <c:axId val="5003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900" b="0" baseline="0">
                <a:solidFill>
                  <a:schemeClr val="tx1"/>
                </a:solidFill>
                <a:latin typeface="Roboto Light"/>
              </a:defRPr>
            </a:pPr>
            <a:endParaRPr lang="en-US"/>
          </a:p>
        </c:txPr>
        <c:crossAx val="50030002"/>
        <c:crosses val="autoZero"/>
        <c:auto val="1"/>
        <c:lblAlgn val="ctr"/>
        <c:lblOffset val="100"/>
        <c:tickLblSkip val="1"/>
        <c:noMultiLvlLbl val="0"/>
      </c:catAx>
      <c:valAx>
        <c:axId val="50030002"/>
        <c:scaling>
          <c:orientation val="minMax"/>
          <c:max val="25"/>
          <c:min val="-33"/>
        </c:scaling>
        <c:delete val="1"/>
        <c:axPos val="b"/>
        <c:numFmt formatCode="General" sourceLinked="1"/>
        <c:majorTickMark val="out"/>
        <c:minorTickMark val="none"/>
        <c:tickLblPos val="nextTo"/>
        <c:crossAx val="50030001"/>
        <c:crosses val="autoZero"/>
        <c:crossBetween val="between"/>
      </c:valAx>
      <c:spPr>
        <a:noFill/>
        <a:ln>
          <a:noFill/>
        </a:ln>
      </c:spPr>
    </c:plotArea>
    <c:legend>
      <c:legendPos val="t"/>
      <c:layout>
        <c:manualLayout>
          <c:xMode val="edge"/>
          <c:yMode val="edge"/>
          <c:x val="0.1407534995625547"/>
          <c:y val="0"/>
          <c:w val="0.7184926591207349"/>
          <c:h val="0.14260943577359686"/>
        </c:manualLayout>
      </c:layout>
      <c:overlay val="0"/>
      <c:txPr>
        <a:bodyPr/>
        <a:lstStyle/>
        <a:p>
          <a:pPr>
            <a:defRPr sz="900" b="0" baseline="0">
              <a:solidFill>
                <a:srgbClr val="262626"/>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
          <c:y val="0.14329648520953905"/>
          <c:w val="0.84"/>
          <c:h val="0.67974124375070044"/>
        </c:manualLayout>
      </c:layout>
      <c:lineChart>
        <c:grouping val="standard"/>
        <c:varyColors val="0"/>
        <c:ser>
          <c:idx val="0"/>
          <c:order val="0"/>
          <c:tx>
            <c:v>Oct 26</c:v>
          </c:tx>
          <c:spPr>
            <a:ln w="28575">
              <a:solidFill>
                <a:srgbClr val="1F2F44"/>
              </a:solidFill>
            </a:ln>
          </c:spPr>
          <c:marker>
            <c:symbol val="circle"/>
            <c:size val="4"/>
            <c:spPr>
              <a:solidFill>
                <a:srgbClr val="000000"/>
              </a:solidFill>
              <a:ln>
                <a:solidFill>
                  <a:srgbClr val="000000"/>
                </a:solidFill>
              </a:ln>
            </c:spPr>
          </c:marker>
          <c:cat>
            <c:strRef>
              <c:f>'K4'!$A$2:$A$12</c:f>
              <c:strCache>
                <c:ptCount val="11"/>
                <c:pt idx="0">
                  <c:v>Jan-27</c:v>
                </c:pt>
                <c:pt idx="1">
                  <c:v>Jan-28</c:v>
                </c:pt>
                <c:pt idx="2">
                  <c:v>Jan-29</c:v>
                </c:pt>
                <c:pt idx="3">
                  <c:v>Jan-30</c:v>
                </c:pt>
                <c:pt idx="4">
                  <c:v>Jan-31</c:v>
                </c:pt>
                <c:pt idx="5">
                  <c:v>Jan-32</c:v>
                </c:pt>
                <c:pt idx="6">
                  <c:v>Jan-33</c:v>
                </c:pt>
                <c:pt idx="7">
                  <c:v>Jan-34</c:v>
                </c:pt>
                <c:pt idx="8">
                  <c:v>Jan-35</c:v>
                </c:pt>
                <c:pt idx="9">
                  <c:v>Jan-36</c:v>
                </c:pt>
                <c:pt idx="10">
                  <c:v>Jan-37</c:v>
                </c:pt>
              </c:strCache>
            </c:strRef>
          </c:cat>
          <c:val>
            <c:numRef>
              <c:f>'K4'!$D$2:$D$12</c:f>
              <c:numCache>
                <c:formatCode>General</c:formatCode>
                <c:ptCount val="11"/>
                <c:pt idx="0">
                  <c:v>13.695</c:v>
                </c:pt>
                <c:pt idx="1">
                  <c:v>14.821999999999999</c:v>
                </c:pt>
                <c:pt idx="2">
                  <c:v>15.22</c:v>
                </c:pt>
                <c:pt idx="3">
                  <c:v>15.291</c:v>
                </c:pt>
                <c:pt idx="4">
                  <c:v>15.276999999999999</c:v>
                </c:pt>
                <c:pt idx="5">
                  <c:v>15.297000000000001</c:v>
                </c:pt>
                <c:pt idx="6">
                  <c:v>15.294</c:v>
                </c:pt>
                <c:pt idx="7">
                  <c:v>15.253</c:v>
                </c:pt>
                <c:pt idx="8">
                  <c:v>15.223000000000001</c:v>
                </c:pt>
                <c:pt idx="9">
                  <c:v>15.151999999999999</c:v>
                </c:pt>
                <c:pt idx="10">
                  <c:v>15.122</c:v>
                </c:pt>
              </c:numCache>
            </c:numRef>
          </c:val>
          <c:smooth val="0"/>
          <c:extLst>
            <c:ext xmlns:c16="http://schemas.microsoft.com/office/drawing/2014/chart" uri="{C3380CC4-5D6E-409C-BE32-E72D297353CC}">
              <c16:uniqueId val="{00000000-6A13-4CB9-AAF3-0F8F3A6DED9B}"/>
            </c:ext>
          </c:extLst>
        </c:ser>
        <c:ser>
          <c:idx val="1"/>
          <c:order val="1"/>
          <c:tx>
            <c:v>Oct 23</c:v>
          </c:tx>
          <c:spPr>
            <a:ln w="28575">
              <a:solidFill>
                <a:srgbClr val="F9C113"/>
              </a:solidFill>
            </a:ln>
          </c:spPr>
          <c:marker>
            <c:symbol val="circle"/>
            <c:size val="4"/>
            <c:spPr>
              <a:solidFill>
                <a:srgbClr val="F9C113"/>
              </a:solidFill>
              <a:ln>
                <a:solidFill>
                  <a:srgbClr val="F9C113"/>
                </a:solidFill>
              </a:ln>
            </c:spPr>
          </c:marker>
          <c:cat>
            <c:strRef>
              <c:f>'K4'!$A$2:$A$12</c:f>
              <c:strCache>
                <c:ptCount val="11"/>
                <c:pt idx="0">
                  <c:v>Jan-27</c:v>
                </c:pt>
                <c:pt idx="1">
                  <c:v>Jan-28</c:v>
                </c:pt>
                <c:pt idx="2">
                  <c:v>Jan-29</c:v>
                </c:pt>
                <c:pt idx="3">
                  <c:v>Jan-30</c:v>
                </c:pt>
                <c:pt idx="4">
                  <c:v>Jan-31</c:v>
                </c:pt>
                <c:pt idx="5">
                  <c:v>Jan-32</c:v>
                </c:pt>
                <c:pt idx="6">
                  <c:v>Jan-33</c:v>
                </c:pt>
                <c:pt idx="7">
                  <c:v>Jan-34</c:v>
                </c:pt>
                <c:pt idx="8">
                  <c:v>Jan-35</c:v>
                </c:pt>
                <c:pt idx="9">
                  <c:v>Jan-36</c:v>
                </c:pt>
                <c:pt idx="10">
                  <c:v>Jan-37</c:v>
                </c:pt>
              </c:strCache>
            </c:strRef>
          </c:cat>
          <c:val>
            <c:numRef>
              <c:f>'K4'!$C$2:$C$12</c:f>
              <c:numCache>
                <c:formatCode>General</c:formatCode>
                <c:ptCount val="11"/>
                <c:pt idx="0">
                  <c:v>13.468</c:v>
                </c:pt>
                <c:pt idx="1">
                  <c:v>12.859</c:v>
                </c:pt>
                <c:pt idx="2">
                  <c:v>12.641999999999999</c:v>
                </c:pt>
                <c:pt idx="3">
                  <c:v>12.645</c:v>
                </c:pt>
                <c:pt idx="4">
                  <c:v>12.641999999999999</c:v>
                </c:pt>
                <c:pt idx="5">
                  <c:v>12.695</c:v>
                </c:pt>
                <c:pt idx="6">
                  <c:v>12.738</c:v>
                </c:pt>
                <c:pt idx="7">
                  <c:v>12.749000000000001</c:v>
                </c:pt>
                <c:pt idx="8">
                  <c:v>12.744999999999999</c:v>
                </c:pt>
                <c:pt idx="9">
                  <c:v>12.723000000000001</c:v>
                </c:pt>
                <c:pt idx="10">
                  <c:v>12.743</c:v>
                </c:pt>
              </c:numCache>
            </c:numRef>
          </c:val>
          <c:smooth val="0"/>
          <c:extLst>
            <c:ext xmlns:c16="http://schemas.microsoft.com/office/drawing/2014/chart" uri="{C3380CC4-5D6E-409C-BE32-E72D297353CC}">
              <c16:uniqueId val="{00000001-6A13-4CB9-AAF3-0F8F3A6DED9B}"/>
            </c:ext>
          </c:extLst>
        </c:ser>
        <c:ser>
          <c:idx val="2"/>
          <c:order val="2"/>
          <c:tx>
            <c:v>Sep 30</c:v>
          </c:tx>
          <c:spPr>
            <a:ln w="28575">
              <a:solidFill>
                <a:srgbClr val="707971"/>
              </a:solidFill>
            </a:ln>
          </c:spPr>
          <c:marker>
            <c:symbol val="circle"/>
            <c:size val="4"/>
            <c:spPr>
              <a:solidFill>
                <a:srgbClr val="707971"/>
              </a:solidFill>
              <a:ln>
                <a:solidFill>
                  <a:srgbClr val="707971"/>
                </a:solidFill>
              </a:ln>
            </c:spPr>
          </c:marker>
          <c:cat>
            <c:strRef>
              <c:f>'K4'!$A$2:$A$12</c:f>
              <c:strCache>
                <c:ptCount val="11"/>
                <c:pt idx="0">
                  <c:v>Jan-27</c:v>
                </c:pt>
                <c:pt idx="1">
                  <c:v>Jan-28</c:v>
                </c:pt>
                <c:pt idx="2">
                  <c:v>Jan-29</c:v>
                </c:pt>
                <c:pt idx="3">
                  <c:v>Jan-30</c:v>
                </c:pt>
                <c:pt idx="4">
                  <c:v>Jan-31</c:v>
                </c:pt>
                <c:pt idx="5">
                  <c:v>Jan-32</c:v>
                </c:pt>
                <c:pt idx="6">
                  <c:v>Jan-33</c:v>
                </c:pt>
                <c:pt idx="7">
                  <c:v>Jan-34</c:v>
                </c:pt>
                <c:pt idx="8">
                  <c:v>Jan-35</c:v>
                </c:pt>
                <c:pt idx="9">
                  <c:v>Jan-36</c:v>
                </c:pt>
                <c:pt idx="10">
                  <c:v>Jan-37</c:v>
                </c:pt>
              </c:strCache>
            </c:strRef>
          </c:cat>
          <c:val>
            <c:numRef>
              <c:f>'K4'!$B$2:$B$12</c:f>
              <c:numCache>
                <c:formatCode>General</c:formatCode>
                <c:ptCount val="11"/>
                <c:pt idx="0">
                  <c:v>13.552</c:v>
                </c:pt>
                <c:pt idx="1">
                  <c:v>13.552</c:v>
                </c:pt>
                <c:pt idx="2">
                  <c:v>13.763999999999999</c:v>
                </c:pt>
                <c:pt idx="3">
                  <c:v>13.891999999999999</c:v>
                </c:pt>
                <c:pt idx="4">
                  <c:v>13.945</c:v>
                </c:pt>
                <c:pt idx="5">
                  <c:v>13.984</c:v>
                </c:pt>
                <c:pt idx="6">
                  <c:v>13.993</c:v>
                </c:pt>
                <c:pt idx="7">
                  <c:v>13.994999999999999</c:v>
                </c:pt>
                <c:pt idx="8">
                  <c:v>13.976000000000001</c:v>
                </c:pt>
                <c:pt idx="9">
                  <c:v>13.96</c:v>
                </c:pt>
                <c:pt idx="10">
                  <c:v>13.975</c:v>
                </c:pt>
              </c:numCache>
            </c:numRef>
          </c:val>
          <c:smooth val="0"/>
          <c:extLst>
            <c:ext xmlns:c16="http://schemas.microsoft.com/office/drawing/2014/chart" uri="{C3380CC4-5D6E-409C-BE32-E72D297353CC}">
              <c16:uniqueId val="{00000002-6A13-4CB9-AAF3-0F8F3A6DED9B}"/>
            </c:ext>
          </c:extLst>
        </c:ser>
        <c:dLbls>
          <c:showLegendKey val="0"/>
          <c:showVal val="0"/>
          <c:showCatName val="0"/>
          <c:showSerName val="0"/>
          <c:showPercent val="0"/>
          <c:showBubbleSize val="0"/>
        </c:dLbls>
        <c:marker val="1"/>
        <c:smooth val="0"/>
        <c:axId val="50040001"/>
        <c:axId val="50040002"/>
      </c:lineChart>
      <c:catAx>
        <c:axId val="50040001"/>
        <c:scaling>
          <c:orientation val="minMax"/>
        </c:scaling>
        <c:delete val="0"/>
        <c:axPos val="b"/>
        <c:numFmt formatCode="General" sourceLinked="0"/>
        <c:majorTickMark val="out"/>
        <c:minorTickMark val="none"/>
        <c:tickLblPos val="low"/>
        <c:spPr>
          <a:noFill/>
          <a:ln w="9525">
            <a:noFill/>
          </a:ln>
        </c:spPr>
        <c:txPr>
          <a:bodyPr rot="-5400000" vert="horz"/>
          <a:lstStyle/>
          <a:p>
            <a:pPr>
              <a:defRPr sz="800" b="0" baseline="0">
                <a:solidFill>
                  <a:srgbClr val="262626"/>
                </a:solidFill>
                <a:latin typeface="Roboto Light"/>
              </a:defRPr>
            </a:pPr>
            <a:endParaRPr lang="en-US"/>
          </a:p>
        </c:txPr>
        <c:crossAx val="50040002"/>
        <c:crosses val="autoZero"/>
        <c:auto val="1"/>
        <c:lblAlgn val="ctr"/>
        <c:lblOffset val="100"/>
        <c:tickLblSkip val="1"/>
        <c:noMultiLvlLbl val="0"/>
      </c:catAx>
      <c:valAx>
        <c:axId val="50040002"/>
        <c:scaling>
          <c:orientation val="minMax"/>
          <c:max val="16"/>
          <c:min val="12"/>
        </c:scaling>
        <c:delete val="0"/>
        <c:axPos val="l"/>
        <c:majorGridlines>
          <c:spPr>
            <a:ln w="6350">
              <a:solidFill>
                <a:srgbClr val="D9D9D9"/>
              </a:solidFill>
              <a:prstDash val="dash"/>
            </a:ln>
          </c:spPr>
        </c:majorGridlines>
        <c:numFmt formatCode="0&quot;.0%&quot;" sourceLinked="0"/>
        <c:majorTickMark val="none"/>
        <c:minorTickMark val="none"/>
        <c:tickLblPos val="nextTo"/>
        <c:spPr>
          <a:ln>
            <a:noFill/>
          </a:ln>
        </c:spPr>
        <c:txPr>
          <a:bodyPr/>
          <a:lstStyle/>
          <a:p>
            <a:pPr>
              <a:defRPr sz="800" b="0" baseline="0">
                <a:solidFill>
                  <a:srgbClr val="262626"/>
                </a:solidFill>
                <a:latin typeface="Roboto Light"/>
              </a:defRPr>
            </a:pPr>
            <a:endParaRPr lang="en-US"/>
          </a:p>
        </c:txPr>
        <c:crossAx val="50040001"/>
        <c:crosses val="autoZero"/>
        <c:crossBetween val="between"/>
        <c:majorUnit val="1"/>
        <c:minorUnit val="0.5"/>
      </c:valAx>
      <c:spPr>
        <a:noFill/>
        <a:ln>
          <a:noFill/>
        </a:ln>
      </c:spPr>
    </c:plotArea>
    <c:legend>
      <c:legendPos val="t"/>
      <c:overlay val="0"/>
      <c:txPr>
        <a:bodyPr/>
        <a:lstStyle/>
        <a:p>
          <a:pPr>
            <a:defRPr sz="800" b="0" baseline="0">
              <a:solidFill>
                <a:srgbClr val="262626"/>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000000000000001"/>
          <c:y val="0.01"/>
          <c:w val="0.85"/>
          <c:h val="0.98"/>
        </c:manualLayout>
      </c:layout>
      <c:barChart>
        <c:barDir val="bar"/>
        <c:grouping val="clustered"/>
        <c:varyColors val="0"/>
        <c:ser>
          <c:idx val="0"/>
          <c:order val="0"/>
          <c:tx>
            <c:v>Oct 23 - Oct 28</c:v>
          </c:tx>
          <c:spPr>
            <a:solidFill>
              <a:srgbClr val="1F2F44"/>
            </a:solidFill>
            <a:ln>
              <a:noFill/>
            </a:ln>
          </c:spPr>
          <c:invertIfNegative val="0"/>
          <c:dPt>
            <c:idx val="0"/>
            <c:invertIfNegative val="0"/>
            <c:bubble3D val="0"/>
            <c:extLst>
              <c:ext xmlns:c16="http://schemas.microsoft.com/office/drawing/2014/chart" uri="{C3380CC4-5D6E-409C-BE32-E72D297353CC}">
                <c16:uniqueId val="{00000000-3B41-428C-A32F-5B9691D749CC}"/>
              </c:ext>
            </c:extLst>
          </c:dPt>
          <c:dPt>
            <c:idx val="1"/>
            <c:invertIfNegative val="0"/>
            <c:bubble3D val="0"/>
            <c:extLst>
              <c:ext xmlns:c16="http://schemas.microsoft.com/office/drawing/2014/chart" uri="{C3380CC4-5D6E-409C-BE32-E72D297353CC}">
                <c16:uniqueId val="{00000001-3B41-428C-A32F-5B9691D749CC}"/>
              </c:ext>
            </c:extLst>
          </c:dPt>
          <c:dPt>
            <c:idx val="2"/>
            <c:invertIfNegative val="0"/>
            <c:bubble3D val="0"/>
            <c:extLst>
              <c:ext xmlns:c16="http://schemas.microsoft.com/office/drawing/2014/chart" uri="{C3380CC4-5D6E-409C-BE32-E72D297353CC}">
                <c16:uniqueId val="{00000002-3B41-428C-A32F-5B9691D749CC}"/>
              </c:ext>
            </c:extLst>
          </c:dPt>
          <c:dPt>
            <c:idx val="3"/>
            <c:invertIfNegative val="0"/>
            <c:bubble3D val="0"/>
            <c:extLst>
              <c:ext xmlns:c16="http://schemas.microsoft.com/office/drawing/2014/chart" uri="{C3380CC4-5D6E-409C-BE32-E72D297353CC}">
                <c16:uniqueId val="{00000003-3B41-428C-A32F-5B9691D749CC}"/>
              </c:ext>
            </c:extLst>
          </c:dPt>
          <c:dPt>
            <c:idx val="4"/>
            <c:invertIfNegative val="0"/>
            <c:bubble3D val="0"/>
            <c:extLst>
              <c:ext xmlns:c16="http://schemas.microsoft.com/office/drawing/2014/chart" uri="{C3380CC4-5D6E-409C-BE32-E72D297353CC}">
                <c16:uniqueId val="{00000004-3B41-428C-A32F-5B9691D749CC}"/>
              </c:ext>
            </c:extLst>
          </c:dPt>
          <c:dPt>
            <c:idx val="5"/>
            <c:invertIfNegative val="0"/>
            <c:bubble3D val="0"/>
            <c:extLst>
              <c:ext xmlns:c16="http://schemas.microsoft.com/office/drawing/2014/chart" uri="{C3380CC4-5D6E-409C-BE32-E72D297353CC}">
                <c16:uniqueId val="{00000005-3B41-428C-A32F-5B9691D749CC}"/>
              </c:ext>
            </c:extLst>
          </c:dPt>
          <c:dPt>
            <c:idx val="6"/>
            <c:invertIfNegative val="0"/>
            <c:bubble3D val="0"/>
            <c:extLst>
              <c:ext xmlns:c16="http://schemas.microsoft.com/office/drawing/2014/chart" uri="{C3380CC4-5D6E-409C-BE32-E72D297353CC}">
                <c16:uniqueId val="{00000006-3B41-428C-A32F-5B9691D749CC}"/>
              </c:ext>
            </c:extLst>
          </c:dPt>
          <c:dPt>
            <c:idx val="7"/>
            <c:invertIfNegative val="0"/>
            <c:bubble3D val="0"/>
            <c:extLst>
              <c:ext xmlns:c16="http://schemas.microsoft.com/office/drawing/2014/chart" uri="{C3380CC4-5D6E-409C-BE32-E72D297353CC}">
                <c16:uniqueId val="{00000007-3B41-428C-A32F-5B9691D749CC}"/>
              </c:ext>
            </c:extLst>
          </c:dPt>
          <c:dPt>
            <c:idx val="8"/>
            <c:invertIfNegative val="0"/>
            <c:bubble3D val="0"/>
            <c:extLst>
              <c:ext xmlns:c16="http://schemas.microsoft.com/office/drawing/2014/chart" uri="{C3380CC4-5D6E-409C-BE32-E72D297353CC}">
                <c16:uniqueId val="{00000008-3B41-428C-A32F-5B9691D749CC}"/>
              </c:ext>
            </c:extLst>
          </c:dPt>
          <c:dPt>
            <c:idx val="9"/>
            <c:invertIfNegative val="0"/>
            <c:bubble3D val="0"/>
            <c:spPr>
              <a:solidFill>
                <a:srgbClr val="8EB3DF"/>
              </a:solidFill>
              <a:ln>
                <a:noFill/>
              </a:ln>
            </c:spPr>
            <c:extLst>
              <c:ext xmlns:c16="http://schemas.microsoft.com/office/drawing/2014/chart" uri="{C3380CC4-5D6E-409C-BE32-E72D297353CC}">
                <c16:uniqueId val="{0000000A-3B41-428C-A32F-5B9691D749CC}"/>
              </c:ext>
            </c:extLst>
          </c:dPt>
          <c:dLbls>
            <c:dLbl>
              <c:idx val="0"/>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+1.2%</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0-3B41-428C-A32F-5B9691D749CC}"/>
                </c:ext>
              </c:extLst>
            </c:dLbl>
            <c:dLbl>
              <c:idx val="1"/>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+0.2%</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1-3B41-428C-A32F-5B9691D749CC}"/>
                </c:ext>
              </c:extLst>
            </c:dLbl>
            <c:dLbl>
              <c:idx val="2"/>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+0.1%</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2-3B41-428C-A32F-5B9691D749CC}"/>
                </c:ext>
              </c:extLst>
            </c:dLbl>
            <c:dLbl>
              <c:idx val="3"/>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0.0%</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3-3B41-428C-A32F-5B9691D749CC}"/>
                </c:ext>
              </c:extLst>
            </c:dLbl>
            <c:dLbl>
              <c:idx val="4"/>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-0.1%</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4-3B41-428C-A32F-5B9691D749CC}"/>
                </c:ext>
              </c:extLst>
            </c:dLbl>
            <c:dLbl>
              <c:idx val="5"/>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-0.1%</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5-3B41-428C-A32F-5B9691D749CC}"/>
                </c:ext>
              </c:extLst>
            </c:dLbl>
            <c:dLbl>
              <c:idx val="6"/>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-0.5%</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6-3B41-428C-A32F-5B9691D749CC}"/>
                </c:ext>
              </c:extLst>
            </c:dLbl>
            <c:dLbl>
              <c:idx val="7"/>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-0.5%</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7-3B41-428C-A32F-5B9691D749CC}"/>
                </c:ext>
              </c:extLst>
            </c:dLbl>
            <c:dLbl>
              <c:idx val="8"/>
              <c:tx>
                <c:rich>
                  <a:bodyPr wrap="none" lIns="38100" tIns="19050" rIns="38100" bIns="19050" anchor="ctr">
                    <a:spAutoFit/>
                  </a:bodyPr>
                  <a:lstStyle/>
                  <a:p>
                    <a:pPr>
                      <a:defRPr b="1">
                        <a:solidFill>
                          <a:schemeClr val="accent1"/>
                        </a:solidFill>
                      </a:defRPr>
                    </a:pPr>
                    <a:r>
                      <a:rPr lang="en-US" sz="800" b="1" baseline="0">
                        <a:solidFill>
                          <a:schemeClr val="accent1"/>
                        </a:solidFill>
                        <a:latin typeface="Roboto Light"/>
                      </a:rPr>
                      <a:t>-1.0%</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8-3B41-428C-A32F-5B9691D749CC}"/>
                </c:ext>
              </c:extLst>
            </c:dLbl>
            <c:dLbl>
              <c:idx val="9"/>
              <c:tx>
                <c:rich>
                  <a:bodyPr wrap="none" lIns="38100" tIns="19050" rIns="38100" bIns="19050" anchor="ctr">
                    <a:spAutoFit/>
                  </a:bodyPr>
                  <a:lstStyle/>
                  <a:p>
                    <a:pPr>
                      <a:defRPr b="1">
                        <a:solidFill>
                          <a:schemeClr val="accent3"/>
                        </a:solidFill>
                      </a:defRPr>
                    </a:pPr>
                    <a:r>
                      <a:rPr lang="en-US" sz="800" b="1" baseline="0">
                        <a:solidFill>
                          <a:schemeClr val="accent3"/>
                        </a:solidFill>
                        <a:latin typeface="Roboto Light"/>
                      </a:rPr>
                      <a:t>-5.7%</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A-3B41-428C-A32F-5B9691D749CC}"/>
                </c:ext>
              </c:extLst>
            </c:dLbl>
            <c:spPr>
              <a:noFill/>
              <a:ln>
                <a:noFill/>
              </a:ln>
              <a:effectLst/>
            </c:spPr>
            <c:txPr>
              <a:bodyPr wrap="square" lIns="38100" tIns="19050" rIns="38100" bIns="19050" anchor="ctr">
                <a:spAutoFit/>
              </a:bodyPr>
              <a:lstStyle/>
              <a:p>
                <a:pPr>
                  <a:defRPr b="1">
                    <a:solidFill>
                      <a:schemeClr val="accent1"/>
                    </a:solidFill>
                  </a:defRPr>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'K5'!$A$2:$A$11</c:f>
              <c:strCache>
                <c:ptCount val="10"/>
                <c:pt idx="0">
                  <c:v>COP</c:v>
                </c:pt>
                <c:pt idx="1">
                  <c:v>MXN</c:v>
                </c:pt>
                <c:pt idx="2">
                  <c:v>CNY</c:v>
                </c:pt>
                <c:pt idx="3">
                  <c:v>CLP</c:v>
                </c:pt>
                <c:pt idx="4">
                  <c:v>KRW</c:v>
                </c:pt>
                <c:pt idx="5">
                  <c:v>TRY</c:v>
                </c:pt>
                <c:pt idx="6">
                  <c:v>IDR</c:v>
                </c:pt>
                <c:pt idx="7">
                  <c:v>INR</c:v>
                </c:pt>
                <c:pt idx="8">
                  <c:v>ZAR</c:v>
                </c:pt>
                <c:pt idx="9">
                  <c:v>BRL</c:v>
                </c:pt>
              </c:strCache>
            </c:strRef>
          </c:cat>
          <c:val>
            <c:numRef>
              <c:f>'K5'!$B$2:$B$11</c:f>
              <c:numCache>
                <c:formatCode>General</c:formatCode>
                <c:ptCount val="10"/>
                <c:pt idx="0">
                  <c:v>1.1791905112858989</c:v>
                </c:pt>
                <c:pt idx="1">
                  <c:v>0.18054806631686571</c:v>
                </c:pt>
                <c:pt idx="2">
                  <c:v>0.1484645457854539</c:v>
                </c:pt>
                <c:pt idx="3">
                  <c:v>-4.9704832668140408E-2</c:v>
                </c:pt>
                <c:pt idx="4">
                  <c:v>-6.1807517516421218E-2</c:v>
                </c:pt>
                <c:pt idx="5">
                  <c:v>-0.1375457972121796</c:v>
                </c:pt>
                <c:pt idx="6">
                  <c:v>-0.47685989139723001</c:v>
                </c:pt>
                <c:pt idx="7">
                  <c:v>-0.4901345836060389</c:v>
                </c:pt>
                <c:pt idx="8">
                  <c:v>-0.95373219840894086</c:v>
                </c:pt>
                <c:pt idx="9">
                  <c:v>-5.6963684013478062</c:v>
                </c:pt>
              </c:numCache>
            </c:numRef>
          </c:val>
          <c:extLst>
            <c:ext xmlns:c16="http://schemas.microsoft.com/office/drawing/2014/chart" uri="{C3380CC4-5D6E-409C-BE32-E72D297353CC}">
              <c16:uniqueId val="{0000000B-3B41-428C-A32F-5B9691D749CC}"/>
            </c:ext>
          </c:extLst>
        </c:ser>
        <c:dLbls>
          <c:showLegendKey val="0"/>
          <c:showVal val="0"/>
          <c:showCatName val="0"/>
          <c:showSerName val="0"/>
          <c:showPercent val="0"/>
          <c:showBubbleSize val="0"/>
        </c:dLbls>
        <c:gapWidth val="35"/>
        <c:axId val="50050001"/>
        <c:axId val="50050002"/>
      </c:barChart>
      <c:catAx>
        <c:axId val="5005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900" b="0" baseline="0">
                <a:solidFill>
                  <a:srgbClr val="262626"/>
                </a:solidFill>
                <a:latin typeface="Roboto Light"/>
              </a:defRPr>
            </a:pPr>
            <a:endParaRPr lang="en-US"/>
          </a:p>
        </c:txPr>
        <c:crossAx val="50050002"/>
        <c:crosses val="autoZero"/>
        <c:auto val="1"/>
        <c:lblAlgn val="ctr"/>
        <c:lblOffset val="100"/>
        <c:tickLblSkip val="1"/>
        <c:noMultiLvlLbl val="0"/>
      </c:catAx>
      <c:valAx>
        <c:axId val="50050002"/>
        <c:scaling>
          <c:orientation val="minMax"/>
          <c:max val="3"/>
          <c:min val="-7.8"/>
        </c:scaling>
        <c:delete val="1"/>
        <c:axPos val="b"/>
        <c:numFmt formatCode="General" sourceLinked="1"/>
        <c:majorTickMark val="out"/>
        <c:minorTickMark val="none"/>
        <c:tickLblPos val="nextTo"/>
        <c:crossAx val="5005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8"/>
          <c:y val="0.04"/>
          <c:w val="0.71947007600612412"/>
          <c:h val="0.84636373578302715"/>
        </c:manualLayout>
      </c:layout>
      <c:lineChart>
        <c:grouping val="standard"/>
        <c:varyColors val="0"/>
        <c:ser>
          <c:idx val="0"/>
          <c:order val="0"/>
          <c:tx>
            <c:v>IPCA YoY</c:v>
          </c:tx>
          <c:spPr>
            <a:ln w="28575">
              <a:solidFill>
                <a:srgbClr val="1F2F44"/>
              </a:solidFill>
            </a:ln>
          </c:spPr>
          <c:marker>
            <c:symbol val="none"/>
          </c:marker>
          <c:cat>
            <c:numRef>
              <c:f>'K6'!$A$2:$A$28</c:f>
              <c:numCache>
                <c:formatCode>yyyy\-mm\-dd</c:formatCode>
                <c:ptCount val="27"/>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pt idx="23">
                  <c:v>46722</c:v>
                </c:pt>
                <c:pt idx="24">
                  <c:v>46753</c:v>
                </c:pt>
                <c:pt idx="25">
                  <c:v>46784</c:v>
                </c:pt>
                <c:pt idx="26">
                  <c:v>46813</c:v>
                </c:pt>
              </c:numCache>
            </c:numRef>
          </c:cat>
          <c:val>
            <c:numRef>
              <c:f>'K6'!$B$2:$B$28</c:f>
              <c:numCache>
                <c:formatCode>General</c:formatCode>
                <c:ptCount val="27"/>
                <c:pt idx="0">
                  <c:v>4.4413512128134824</c:v>
                </c:pt>
                <c:pt idx="1">
                  <c:v>3.8124969611125881</c:v>
                </c:pt>
                <c:pt idx="2">
                  <c:v>4.1428469912195398</c:v>
                </c:pt>
                <c:pt idx="3">
                  <c:v>4.3917196714733819</c:v>
                </c:pt>
                <c:pt idx="4">
                  <c:v>4.7249068876600084</c:v>
                </c:pt>
                <c:pt idx="5">
                  <c:v>4.6413275525541531</c:v>
                </c:pt>
                <c:pt idx="6">
                  <c:v>4.4430246178345678</c:v>
                </c:pt>
                <c:pt idx="7">
                  <c:v>4.2234527370682562</c:v>
                </c:pt>
                <c:pt idx="8">
                  <c:v>4.5761196750718991</c:v>
                </c:pt>
              </c:numCache>
            </c:numRef>
          </c:val>
          <c:smooth val="0"/>
          <c:extLst>
            <c:ext xmlns:c16="http://schemas.microsoft.com/office/drawing/2014/chart" uri="{C3380CC4-5D6E-409C-BE32-E72D297353CC}">
              <c16:uniqueId val="{0000001B-0573-461D-876B-0D98CB695CE9}"/>
            </c:ext>
          </c:extLst>
        </c:ser>
        <c:ser>
          <c:idx val="1"/>
          <c:order val="1"/>
          <c:tx>
            <c:v>Oct 23</c:v>
          </c:tx>
          <c:spPr>
            <a:ln w="31750">
              <a:solidFill>
                <a:srgbClr val="F9C113"/>
              </a:solidFill>
              <a:prstDash val="dash"/>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1C-0573-461D-876B-0D98CB695CE9}"/>
                </c:ext>
              </c:extLst>
            </c:dLbl>
            <c:dLbl>
              <c:idx val="1"/>
              <c:delete val="1"/>
              <c:extLst>
                <c:ext xmlns:c15="http://schemas.microsoft.com/office/drawing/2012/chart" uri="{CE6537A1-D6FC-4f65-9D91-7224C49458BB}"/>
                <c:ext xmlns:c16="http://schemas.microsoft.com/office/drawing/2014/chart" uri="{C3380CC4-5D6E-409C-BE32-E72D297353CC}">
                  <c16:uniqueId val="{0000001D-0573-461D-876B-0D98CB695CE9}"/>
                </c:ext>
              </c:extLst>
            </c:dLbl>
            <c:dLbl>
              <c:idx val="2"/>
              <c:delete val="1"/>
              <c:extLst>
                <c:ext xmlns:c15="http://schemas.microsoft.com/office/drawing/2012/chart" uri="{CE6537A1-D6FC-4f65-9D91-7224C49458BB}"/>
                <c:ext xmlns:c16="http://schemas.microsoft.com/office/drawing/2014/chart" uri="{C3380CC4-5D6E-409C-BE32-E72D297353CC}">
                  <c16:uniqueId val="{0000001E-0573-461D-876B-0D98CB695CE9}"/>
                </c:ext>
              </c:extLst>
            </c:dLbl>
            <c:dLbl>
              <c:idx val="3"/>
              <c:delete val="1"/>
              <c:extLst>
                <c:ext xmlns:c15="http://schemas.microsoft.com/office/drawing/2012/chart" uri="{CE6537A1-D6FC-4f65-9D91-7224C49458BB}"/>
                <c:ext xmlns:c16="http://schemas.microsoft.com/office/drawing/2014/chart" uri="{C3380CC4-5D6E-409C-BE32-E72D297353CC}">
                  <c16:uniqueId val="{0000001F-0573-461D-876B-0D98CB695CE9}"/>
                </c:ext>
              </c:extLst>
            </c:dLbl>
            <c:dLbl>
              <c:idx val="4"/>
              <c:delete val="1"/>
              <c:extLst>
                <c:ext xmlns:c15="http://schemas.microsoft.com/office/drawing/2012/chart" uri="{CE6537A1-D6FC-4f65-9D91-7224C49458BB}"/>
                <c:ext xmlns:c16="http://schemas.microsoft.com/office/drawing/2014/chart" uri="{C3380CC4-5D6E-409C-BE32-E72D297353CC}">
                  <c16:uniqueId val="{00000020-0573-461D-876B-0D98CB695CE9}"/>
                </c:ext>
              </c:extLst>
            </c:dLbl>
            <c:dLbl>
              <c:idx val="5"/>
              <c:delete val="1"/>
              <c:extLst>
                <c:ext xmlns:c15="http://schemas.microsoft.com/office/drawing/2012/chart" uri="{CE6537A1-D6FC-4f65-9D91-7224C49458BB}"/>
                <c:ext xmlns:c16="http://schemas.microsoft.com/office/drawing/2014/chart" uri="{C3380CC4-5D6E-409C-BE32-E72D297353CC}">
                  <c16:uniqueId val="{00000021-0573-461D-876B-0D98CB695CE9}"/>
                </c:ext>
              </c:extLst>
            </c:dLbl>
            <c:dLbl>
              <c:idx val="6"/>
              <c:delete val="1"/>
              <c:extLst>
                <c:ext xmlns:c15="http://schemas.microsoft.com/office/drawing/2012/chart" uri="{CE6537A1-D6FC-4f65-9D91-7224C49458BB}"/>
                <c:ext xmlns:c16="http://schemas.microsoft.com/office/drawing/2014/chart" uri="{C3380CC4-5D6E-409C-BE32-E72D297353CC}">
                  <c16:uniqueId val="{00000022-0573-461D-876B-0D98CB695CE9}"/>
                </c:ext>
              </c:extLst>
            </c:dLbl>
            <c:dLbl>
              <c:idx val="7"/>
              <c:delete val="1"/>
              <c:extLst>
                <c:ext xmlns:c15="http://schemas.microsoft.com/office/drawing/2012/chart" uri="{CE6537A1-D6FC-4f65-9D91-7224C49458BB}"/>
                <c:ext xmlns:c16="http://schemas.microsoft.com/office/drawing/2014/chart" uri="{C3380CC4-5D6E-409C-BE32-E72D297353CC}">
                  <c16:uniqueId val="{00000023-0573-461D-876B-0D98CB695CE9}"/>
                </c:ext>
              </c:extLst>
            </c:dLbl>
            <c:dLbl>
              <c:idx val="8"/>
              <c:delete val="1"/>
              <c:extLst>
                <c:ext xmlns:c15="http://schemas.microsoft.com/office/drawing/2012/chart" uri="{CE6537A1-D6FC-4f65-9D91-7224C49458BB}"/>
                <c:ext xmlns:c16="http://schemas.microsoft.com/office/drawing/2014/chart" uri="{C3380CC4-5D6E-409C-BE32-E72D297353CC}">
                  <c16:uniqueId val="{00000024-0573-461D-876B-0D98CB695CE9}"/>
                </c:ext>
              </c:extLst>
            </c:dLbl>
            <c:dLbl>
              <c:idx val="9"/>
              <c:delete val="1"/>
              <c:extLst>
                <c:ext xmlns:c15="http://schemas.microsoft.com/office/drawing/2012/chart" uri="{CE6537A1-D6FC-4f65-9D91-7224C49458BB}"/>
                <c:ext xmlns:c16="http://schemas.microsoft.com/office/drawing/2014/chart" uri="{C3380CC4-5D6E-409C-BE32-E72D297353CC}">
                  <c16:uniqueId val="{00000025-0573-461D-876B-0D98CB695CE9}"/>
                </c:ext>
              </c:extLst>
            </c:dLbl>
            <c:dLbl>
              <c:idx val="10"/>
              <c:delete val="1"/>
              <c:extLst>
                <c:ext xmlns:c15="http://schemas.microsoft.com/office/drawing/2012/chart" uri="{CE6537A1-D6FC-4f65-9D91-7224C49458BB}"/>
                <c:ext xmlns:c16="http://schemas.microsoft.com/office/drawing/2014/chart" uri="{C3380CC4-5D6E-409C-BE32-E72D297353CC}">
                  <c16:uniqueId val="{00000026-0573-461D-876B-0D98CB695CE9}"/>
                </c:ext>
              </c:extLst>
            </c:dLbl>
            <c:dLbl>
              <c:idx val="11"/>
              <c:delete val="1"/>
              <c:extLst>
                <c:ext xmlns:c15="http://schemas.microsoft.com/office/drawing/2012/chart" uri="{CE6537A1-D6FC-4f65-9D91-7224C49458BB}"/>
                <c:ext xmlns:c16="http://schemas.microsoft.com/office/drawing/2014/chart" uri="{C3380CC4-5D6E-409C-BE32-E72D297353CC}">
                  <c16:uniqueId val="{00000027-0573-461D-876B-0D98CB695CE9}"/>
                </c:ext>
              </c:extLst>
            </c:dLbl>
            <c:dLbl>
              <c:idx val="12"/>
              <c:delete val="1"/>
              <c:extLst>
                <c:ext xmlns:c15="http://schemas.microsoft.com/office/drawing/2012/chart" uri="{CE6537A1-D6FC-4f65-9D91-7224C49458BB}"/>
                <c:ext xmlns:c16="http://schemas.microsoft.com/office/drawing/2014/chart" uri="{C3380CC4-5D6E-409C-BE32-E72D297353CC}">
                  <c16:uniqueId val="{00000028-0573-461D-876B-0D98CB695CE9}"/>
                </c:ext>
              </c:extLst>
            </c:dLbl>
            <c:dLbl>
              <c:idx val="13"/>
              <c:delete val="1"/>
              <c:extLst>
                <c:ext xmlns:c15="http://schemas.microsoft.com/office/drawing/2012/chart" uri="{CE6537A1-D6FC-4f65-9D91-7224C49458BB}"/>
                <c:ext xmlns:c16="http://schemas.microsoft.com/office/drawing/2014/chart" uri="{C3380CC4-5D6E-409C-BE32-E72D297353CC}">
                  <c16:uniqueId val="{00000029-0573-461D-876B-0D98CB695CE9}"/>
                </c:ext>
              </c:extLst>
            </c:dLbl>
            <c:dLbl>
              <c:idx val="14"/>
              <c:delete val="1"/>
              <c:extLst>
                <c:ext xmlns:c15="http://schemas.microsoft.com/office/drawing/2012/chart" uri="{CE6537A1-D6FC-4f65-9D91-7224C49458BB}"/>
                <c:ext xmlns:c16="http://schemas.microsoft.com/office/drawing/2014/chart" uri="{C3380CC4-5D6E-409C-BE32-E72D297353CC}">
                  <c16:uniqueId val="{0000002A-0573-461D-876B-0D98CB695CE9}"/>
                </c:ext>
              </c:extLst>
            </c:dLbl>
            <c:dLbl>
              <c:idx val="15"/>
              <c:delete val="1"/>
              <c:extLst>
                <c:ext xmlns:c15="http://schemas.microsoft.com/office/drawing/2012/chart" uri="{CE6537A1-D6FC-4f65-9D91-7224C49458BB}"/>
                <c:ext xmlns:c16="http://schemas.microsoft.com/office/drawing/2014/chart" uri="{C3380CC4-5D6E-409C-BE32-E72D297353CC}">
                  <c16:uniqueId val="{0000002B-0573-461D-876B-0D98CB695CE9}"/>
                </c:ext>
              </c:extLst>
            </c:dLbl>
            <c:dLbl>
              <c:idx val="16"/>
              <c:delete val="1"/>
              <c:extLst>
                <c:ext xmlns:c15="http://schemas.microsoft.com/office/drawing/2012/chart" uri="{CE6537A1-D6FC-4f65-9D91-7224C49458BB}"/>
                <c:ext xmlns:c16="http://schemas.microsoft.com/office/drawing/2014/chart" uri="{C3380CC4-5D6E-409C-BE32-E72D297353CC}">
                  <c16:uniqueId val="{0000002C-0573-461D-876B-0D98CB695CE9}"/>
                </c:ext>
              </c:extLst>
            </c:dLbl>
            <c:dLbl>
              <c:idx val="17"/>
              <c:delete val="1"/>
              <c:extLst>
                <c:ext xmlns:c15="http://schemas.microsoft.com/office/drawing/2012/chart" uri="{CE6537A1-D6FC-4f65-9D91-7224C49458BB}"/>
                <c:ext xmlns:c16="http://schemas.microsoft.com/office/drawing/2014/chart" uri="{C3380CC4-5D6E-409C-BE32-E72D297353CC}">
                  <c16:uniqueId val="{0000002D-0573-461D-876B-0D98CB695CE9}"/>
                </c:ext>
              </c:extLst>
            </c:dLbl>
            <c:dLbl>
              <c:idx val="18"/>
              <c:delete val="1"/>
              <c:extLst>
                <c:ext xmlns:c15="http://schemas.microsoft.com/office/drawing/2012/chart" uri="{CE6537A1-D6FC-4f65-9D91-7224C49458BB}"/>
                <c:ext xmlns:c16="http://schemas.microsoft.com/office/drawing/2014/chart" uri="{C3380CC4-5D6E-409C-BE32-E72D297353CC}">
                  <c16:uniqueId val="{0000002E-0573-461D-876B-0D98CB695CE9}"/>
                </c:ext>
              </c:extLst>
            </c:dLbl>
            <c:dLbl>
              <c:idx val="19"/>
              <c:layout>
                <c:manualLayout>
                  <c:x val="-4.7743055555555636E-2"/>
                  <c:y val="-3.114406114633687E-2"/>
                </c:manualLayout>
              </c:layout>
              <c:tx>
                <c:rich>
                  <a:bodyPr wrap="none" lIns="38100" tIns="19050" rIns="38100" bIns="19050" anchor="ctr">
                    <a:spAutoFit/>
                  </a:bodyPr>
                  <a:lstStyle/>
                  <a:p>
                    <a:pPr>
                      <a:defRPr>
                        <a:solidFill>
                          <a:schemeClr val="accent2"/>
                        </a:solidFill>
                      </a:defRPr>
                    </a:pPr>
                    <a:r>
                      <a:rPr lang="en-US" sz="800" b="1" baseline="0">
                        <a:solidFill>
                          <a:schemeClr val="accent2"/>
                        </a:solidFill>
                        <a:latin typeface="Roboto Light"/>
                      </a:rPr>
                      <a:t>6.6%</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2F-0573-461D-876B-0D98CB695CE9}"/>
                </c:ext>
              </c:extLst>
            </c:dLbl>
            <c:dLbl>
              <c:idx val="20"/>
              <c:delete val="1"/>
              <c:extLst>
                <c:ext xmlns:c15="http://schemas.microsoft.com/office/drawing/2012/chart" uri="{CE6537A1-D6FC-4f65-9D91-7224C49458BB}"/>
                <c:ext xmlns:c16="http://schemas.microsoft.com/office/drawing/2014/chart" uri="{C3380CC4-5D6E-409C-BE32-E72D297353CC}">
                  <c16:uniqueId val="{00000030-0573-461D-876B-0D98CB695CE9}"/>
                </c:ext>
              </c:extLst>
            </c:dLbl>
            <c:dLbl>
              <c:idx val="21"/>
              <c:delete val="1"/>
              <c:extLst>
                <c:ext xmlns:c15="http://schemas.microsoft.com/office/drawing/2012/chart" uri="{CE6537A1-D6FC-4f65-9D91-7224C49458BB}"/>
                <c:ext xmlns:c16="http://schemas.microsoft.com/office/drawing/2014/chart" uri="{C3380CC4-5D6E-409C-BE32-E72D297353CC}">
                  <c16:uniqueId val="{00000031-0573-461D-876B-0D98CB695CE9}"/>
                </c:ext>
              </c:extLst>
            </c:dLbl>
            <c:dLbl>
              <c:idx val="22"/>
              <c:delete val="1"/>
              <c:extLst>
                <c:ext xmlns:c15="http://schemas.microsoft.com/office/drawing/2012/chart" uri="{CE6537A1-D6FC-4f65-9D91-7224C49458BB}"/>
                <c:ext xmlns:c16="http://schemas.microsoft.com/office/drawing/2014/chart" uri="{C3380CC4-5D6E-409C-BE32-E72D297353CC}">
                  <c16:uniqueId val="{00000032-0573-461D-876B-0D98CB695CE9}"/>
                </c:ext>
              </c:extLst>
            </c:dLbl>
            <c:dLbl>
              <c:idx val="23"/>
              <c:delete val="1"/>
              <c:extLst>
                <c:ext xmlns:c15="http://schemas.microsoft.com/office/drawing/2012/chart" uri="{CE6537A1-D6FC-4f65-9D91-7224C49458BB}"/>
                <c:ext xmlns:c16="http://schemas.microsoft.com/office/drawing/2014/chart" uri="{C3380CC4-5D6E-409C-BE32-E72D297353CC}">
                  <c16:uniqueId val="{00000033-0573-461D-876B-0D98CB695CE9}"/>
                </c:ext>
              </c:extLst>
            </c:dLbl>
            <c:dLbl>
              <c:idx val="24"/>
              <c:delete val="1"/>
              <c:extLst>
                <c:ext xmlns:c15="http://schemas.microsoft.com/office/drawing/2012/chart" uri="{CE6537A1-D6FC-4f65-9D91-7224C49458BB}"/>
                <c:ext xmlns:c16="http://schemas.microsoft.com/office/drawing/2014/chart" uri="{C3380CC4-5D6E-409C-BE32-E72D297353CC}">
                  <c16:uniqueId val="{00000034-0573-461D-876B-0D98CB695CE9}"/>
                </c:ext>
              </c:extLst>
            </c:dLbl>
            <c:dLbl>
              <c:idx val="25"/>
              <c:delete val="1"/>
              <c:extLst>
                <c:ext xmlns:c15="http://schemas.microsoft.com/office/drawing/2012/chart" uri="{CE6537A1-D6FC-4f65-9D91-7224C49458BB}"/>
                <c:ext xmlns:c16="http://schemas.microsoft.com/office/drawing/2014/chart" uri="{C3380CC4-5D6E-409C-BE32-E72D297353CC}">
                  <c16:uniqueId val="{00000035-0573-461D-876B-0D98CB695CE9}"/>
                </c:ext>
              </c:extLst>
            </c:dLbl>
            <c:dLbl>
              <c:idx val="26"/>
              <c:tx>
                <c:rich>
                  <a:bodyPr wrap="none" lIns="38100" tIns="19050" rIns="38100" bIns="19050" anchor="ctr">
                    <a:spAutoFit/>
                  </a:bodyPr>
                  <a:lstStyle/>
                  <a:p>
                    <a:pPr>
                      <a:defRPr>
                        <a:solidFill>
                          <a:schemeClr val="accent2"/>
                        </a:solidFill>
                      </a:defRPr>
                    </a:pPr>
                    <a:r>
                      <a:rPr lang="en-US" sz="800" b="1" baseline="0" dirty="0">
                        <a:solidFill>
                          <a:schemeClr val="accent2"/>
                        </a:solidFill>
                        <a:latin typeface="Roboto Light"/>
                      </a:rPr>
                      <a:t>Oct 23 </a:t>
                    </a:r>
                  </a:p>
                  <a:p>
                    <a:pPr>
                      <a:defRPr>
                        <a:solidFill>
                          <a:schemeClr val="accent2"/>
                        </a:solidFill>
                      </a:defRPr>
                    </a:pPr>
                    <a:r>
                      <a:rPr lang="en-US" sz="800" b="1" baseline="0" dirty="0">
                        <a:solidFill>
                          <a:schemeClr val="accent2"/>
                        </a:solidFill>
                        <a:latin typeface="Roboto Light"/>
                      </a:rPr>
                      <a:t>path</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36-0573-461D-876B-0D98CB695CE9}"/>
                </c:ext>
              </c:extLst>
            </c:dLbl>
            <c:spPr>
              <a:noFill/>
              <a:ln>
                <a:noFill/>
              </a:ln>
              <a:effectLst/>
            </c:spPr>
            <c:txPr>
              <a:bodyPr wrap="square" lIns="38100" tIns="19050" rIns="38100" bIns="19050" anchor="ctr">
                <a:spAutoFit/>
              </a:bodyPr>
              <a:lstStyle/>
              <a:p>
                <a:pPr>
                  <a:defRPr>
                    <a:solidFill>
                      <a:schemeClr val="accent2"/>
                    </a:solidFill>
                  </a:defRPr>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'K6'!$A$2:$A$28</c:f>
              <c:numCache>
                <c:formatCode>yyyy\-mm\-dd</c:formatCode>
                <c:ptCount val="27"/>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pt idx="23">
                  <c:v>46722</c:v>
                </c:pt>
                <c:pt idx="24">
                  <c:v>46753</c:v>
                </c:pt>
                <c:pt idx="25">
                  <c:v>46784</c:v>
                </c:pt>
                <c:pt idx="26">
                  <c:v>46813</c:v>
                </c:pt>
              </c:numCache>
            </c:numRef>
          </c:cat>
          <c:val>
            <c:numRef>
              <c:f>'K6'!$C$2:$C$28</c:f>
              <c:numCache>
                <c:formatCode>General</c:formatCode>
                <c:ptCount val="27"/>
                <c:pt idx="8">
                  <c:v>4.5761196750718991</c:v>
                </c:pt>
                <c:pt idx="9">
                  <c:v>4.9143658854233108</c:v>
                </c:pt>
                <c:pt idx="10">
                  <c:v>5.211510934947694</c:v>
                </c:pt>
                <c:pt idx="11">
                  <c:v>5.6139175224769522</c:v>
                </c:pt>
                <c:pt idx="12">
                  <c:v>5.9473346298211549</c:v>
                </c:pt>
                <c:pt idx="13">
                  <c:v>6.072257880577836</c:v>
                </c:pt>
                <c:pt idx="14">
                  <c:v>5.7284652448829521</c:v>
                </c:pt>
                <c:pt idx="15">
                  <c:v>5.6168617778917129</c:v>
                </c:pt>
                <c:pt idx="16">
                  <c:v>5.4737740123954159</c:v>
                </c:pt>
                <c:pt idx="17">
                  <c:v>5.6883188747179458</c:v>
                </c:pt>
                <c:pt idx="18">
                  <c:v>5.987985002925611</c:v>
                </c:pt>
                <c:pt idx="19">
                  <c:v>6.6037701786133773</c:v>
                </c:pt>
                <c:pt idx="20">
                  <c:v>6.1741999999999964</c:v>
                </c:pt>
                <c:pt idx="21">
                  <c:v>6.0761681949765611</c:v>
                </c:pt>
                <c:pt idx="22">
                  <c:v>5.8621304704770996</c:v>
                </c:pt>
                <c:pt idx="23">
                  <c:v>5.6175212832261456</c:v>
                </c:pt>
                <c:pt idx="24">
                  <c:v>5.3596727910505182</c:v>
                </c:pt>
                <c:pt idx="25">
                  <c:v>5.0688242954241236</c:v>
                </c:pt>
                <c:pt idx="26">
                  <c:v>4.8535592410887229</c:v>
                </c:pt>
              </c:numCache>
            </c:numRef>
          </c:val>
          <c:smooth val="0"/>
          <c:extLst>
            <c:ext xmlns:c16="http://schemas.microsoft.com/office/drawing/2014/chart" uri="{C3380CC4-5D6E-409C-BE32-E72D297353CC}">
              <c16:uniqueId val="{00000037-0573-461D-876B-0D98CB695CE9}"/>
            </c:ext>
          </c:extLst>
        </c:ser>
        <c:ser>
          <c:idx val="2"/>
          <c:order val="2"/>
          <c:tx>
            <c:v>Oct 26</c:v>
          </c:tx>
          <c:spPr>
            <a:ln w="31750">
              <a:solidFill>
                <a:srgbClr val="1F2F44"/>
              </a:solidFill>
              <a:prstDash val="dash"/>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38-0573-461D-876B-0D98CB695CE9}"/>
                </c:ext>
              </c:extLst>
            </c:dLbl>
            <c:dLbl>
              <c:idx val="1"/>
              <c:delete val="1"/>
              <c:extLst>
                <c:ext xmlns:c15="http://schemas.microsoft.com/office/drawing/2012/chart" uri="{CE6537A1-D6FC-4f65-9D91-7224C49458BB}"/>
                <c:ext xmlns:c16="http://schemas.microsoft.com/office/drawing/2014/chart" uri="{C3380CC4-5D6E-409C-BE32-E72D297353CC}">
                  <c16:uniqueId val="{00000039-0573-461D-876B-0D98CB695CE9}"/>
                </c:ext>
              </c:extLst>
            </c:dLbl>
            <c:dLbl>
              <c:idx val="2"/>
              <c:delete val="1"/>
              <c:extLst>
                <c:ext xmlns:c15="http://schemas.microsoft.com/office/drawing/2012/chart" uri="{CE6537A1-D6FC-4f65-9D91-7224C49458BB}"/>
                <c:ext xmlns:c16="http://schemas.microsoft.com/office/drawing/2014/chart" uri="{C3380CC4-5D6E-409C-BE32-E72D297353CC}">
                  <c16:uniqueId val="{0000003A-0573-461D-876B-0D98CB695CE9}"/>
                </c:ext>
              </c:extLst>
            </c:dLbl>
            <c:dLbl>
              <c:idx val="3"/>
              <c:delete val="1"/>
              <c:extLst>
                <c:ext xmlns:c15="http://schemas.microsoft.com/office/drawing/2012/chart" uri="{CE6537A1-D6FC-4f65-9D91-7224C49458BB}"/>
                <c:ext xmlns:c16="http://schemas.microsoft.com/office/drawing/2014/chart" uri="{C3380CC4-5D6E-409C-BE32-E72D297353CC}">
                  <c16:uniqueId val="{0000003B-0573-461D-876B-0D98CB695CE9}"/>
                </c:ext>
              </c:extLst>
            </c:dLbl>
            <c:dLbl>
              <c:idx val="4"/>
              <c:delete val="1"/>
              <c:extLst>
                <c:ext xmlns:c15="http://schemas.microsoft.com/office/drawing/2012/chart" uri="{CE6537A1-D6FC-4f65-9D91-7224C49458BB}"/>
                <c:ext xmlns:c16="http://schemas.microsoft.com/office/drawing/2014/chart" uri="{C3380CC4-5D6E-409C-BE32-E72D297353CC}">
                  <c16:uniqueId val="{0000003C-0573-461D-876B-0D98CB695CE9}"/>
                </c:ext>
              </c:extLst>
            </c:dLbl>
            <c:dLbl>
              <c:idx val="5"/>
              <c:delete val="1"/>
              <c:extLst>
                <c:ext xmlns:c15="http://schemas.microsoft.com/office/drawing/2012/chart" uri="{CE6537A1-D6FC-4f65-9D91-7224C49458BB}"/>
                <c:ext xmlns:c16="http://schemas.microsoft.com/office/drawing/2014/chart" uri="{C3380CC4-5D6E-409C-BE32-E72D297353CC}">
                  <c16:uniqueId val="{0000003D-0573-461D-876B-0D98CB695CE9}"/>
                </c:ext>
              </c:extLst>
            </c:dLbl>
            <c:dLbl>
              <c:idx val="6"/>
              <c:delete val="1"/>
              <c:extLst>
                <c:ext xmlns:c15="http://schemas.microsoft.com/office/drawing/2012/chart" uri="{CE6537A1-D6FC-4f65-9D91-7224C49458BB}"/>
                <c:ext xmlns:c16="http://schemas.microsoft.com/office/drawing/2014/chart" uri="{C3380CC4-5D6E-409C-BE32-E72D297353CC}">
                  <c16:uniqueId val="{0000003E-0573-461D-876B-0D98CB695CE9}"/>
                </c:ext>
              </c:extLst>
            </c:dLbl>
            <c:dLbl>
              <c:idx val="7"/>
              <c:delete val="1"/>
              <c:extLst>
                <c:ext xmlns:c15="http://schemas.microsoft.com/office/drawing/2012/chart" uri="{CE6537A1-D6FC-4f65-9D91-7224C49458BB}"/>
                <c:ext xmlns:c16="http://schemas.microsoft.com/office/drawing/2014/chart" uri="{C3380CC4-5D6E-409C-BE32-E72D297353CC}">
                  <c16:uniqueId val="{0000003F-0573-461D-876B-0D98CB695CE9}"/>
                </c:ext>
              </c:extLst>
            </c:dLbl>
            <c:dLbl>
              <c:idx val="8"/>
              <c:delete val="1"/>
              <c:extLst>
                <c:ext xmlns:c15="http://schemas.microsoft.com/office/drawing/2012/chart" uri="{CE6537A1-D6FC-4f65-9D91-7224C49458BB}"/>
                <c:ext xmlns:c16="http://schemas.microsoft.com/office/drawing/2014/chart" uri="{C3380CC4-5D6E-409C-BE32-E72D297353CC}">
                  <c16:uniqueId val="{00000040-0573-461D-876B-0D98CB695CE9}"/>
                </c:ext>
              </c:extLst>
            </c:dLbl>
            <c:dLbl>
              <c:idx val="9"/>
              <c:delete val="1"/>
              <c:extLst>
                <c:ext xmlns:c15="http://schemas.microsoft.com/office/drawing/2012/chart" uri="{CE6537A1-D6FC-4f65-9D91-7224C49458BB}"/>
                <c:ext xmlns:c16="http://schemas.microsoft.com/office/drawing/2014/chart" uri="{C3380CC4-5D6E-409C-BE32-E72D297353CC}">
                  <c16:uniqueId val="{00000041-0573-461D-876B-0D98CB695CE9}"/>
                </c:ext>
              </c:extLst>
            </c:dLbl>
            <c:dLbl>
              <c:idx val="10"/>
              <c:delete val="1"/>
              <c:extLst>
                <c:ext xmlns:c15="http://schemas.microsoft.com/office/drawing/2012/chart" uri="{CE6537A1-D6FC-4f65-9D91-7224C49458BB}"/>
                <c:ext xmlns:c16="http://schemas.microsoft.com/office/drawing/2014/chart" uri="{C3380CC4-5D6E-409C-BE32-E72D297353CC}">
                  <c16:uniqueId val="{00000042-0573-461D-876B-0D98CB695CE9}"/>
                </c:ext>
              </c:extLst>
            </c:dLbl>
            <c:dLbl>
              <c:idx val="11"/>
              <c:delete val="1"/>
              <c:extLst>
                <c:ext xmlns:c15="http://schemas.microsoft.com/office/drawing/2012/chart" uri="{CE6537A1-D6FC-4f65-9D91-7224C49458BB}"/>
                <c:ext xmlns:c16="http://schemas.microsoft.com/office/drawing/2014/chart" uri="{C3380CC4-5D6E-409C-BE32-E72D297353CC}">
                  <c16:uniqueId val="{00000043-0573-461D-876B-0D98CB695CE9}"/>
                </c:ext>
              </c:extLst>
            </c:dLbl>
            <c:dLbl>
              <c:idx val="12"/>
              <c:delete val="1"/>
              <c:extLst>
                <c:ext xmlns:c15="http://schemas.microsoft.com/office/drawing/2012/chart" uri="{CE6537A1-D6FC-4f65-9D91-7224C49458BB}"/>
                <c:ext xmlns:c16="http://schemas.microsoft.com/office/drawing/2014/chart" uri="{C3380CC4-5D6E-409C-BE32-E72D297353CC}">
                  <c16:uniqueId val="{00000044-0573-461D-876B-0D98CB695CE9}"/>
                </c:ext>
              </c:extLst>
            </c:dLbl>
            <c:dLbl>
              <c:idx val="13"/>
              <c:delete val="1"/>
              <c:extLst>
                <c:ext xmlns:c15="http://schemas.microsoft.com/office/drawing/2012/chart" uri="{CE6537A1-D6FC-4f65-9D91-7224C49458BB}"/>
                <c:ext xmlns:c16="http://schemas.microsoft.com/office/drawing/2014/chart" uri="{C3380CC4-5D6E-409C-BE32-E72D297353CC}">
                  <c16:uniqueId val="{00000045-0573-461D-876B-0D98CB695CE9}"/>
                </c:ext>
              </c:extLst>
            </c:dLbl>
            <c:dLbl>
              <c:idx val="14"/>
              <c:delete val="1"/>
              <c:extLst>
                <c:ext xmlns:c15="http://schemas.microsoft.com/office/drawing/2012/chart" uri="{CE6537A1-D6FC-4f65-9D91-7224C49458BB}"/>
                <c:ext xmlns:c16="http://schemas.microsoft.com/office/drawing/2014/chart" uri="{C3380CC4-5D6E-409C-BE32-E72D297353CC}">
                  <c16:uniqueId val="{00000046-0573-461D-876B-0D98CB695CE9}"/>
                </c:ext>
              </c:extLst>
            </c:dLbl>
            <c:dLbl>
              <c:idx val="15"/>
              <c:delete val="1"/>
              <c:extLst>
                <c:ext xmlns:c15="http://schemas.microsoft.com/office/drawing/2012/chart" uri="{CE6537A1-D6FC-4f65-9D91-7224C49458BB}"/>
                <c:ext xmlns:c16="http://schemas.microsoft.com/office/drawing/2014/chart" uri="{C3380CC4-5D6E-409C-BE32-E72D297353CC}">
                  <c16:uniqueId val="{00000047-0573-461D-876B-0D98CB695CE9}"/>
                </c:ext>
              </c:extLst>
            </c:dLbl>
            <c:dLbl>
              <c:idx val="16"/>
              <c:delete val="1"/>
              <c:extLst>
                <c:ext xmlns:c15="http://schemas.microsoft.com/office/drawing/2012/chart" uri="{CE6537A1-D6FC-4f65-9D91-7224C49458BB}"/>
                <c:ext xmlns:c16="http://schemas.microsoft.com/office/drawing/2014/chart" uri="{C3380CC4-5D6E-409C-BE32-E72D297353CC}">
                  <c16:uniqueId val="{00000048-0573-461D-876B-0D98CB695CE9}"/>
                </c:ext>
              </c:extLst>
            </c:dLbl>
            <c:dLbl>
              <c:idx val="17"/>
              <c:delete val="1"/>
              <c:extLst>
                <c:ext xmlns:c15="http://schemas.microsoft.com/office/drawing/2012/chart" uri="{CE6537A1-D6FC-4f65-9D91-7224C49458BB}"/>
                <c:ext xmlns:c16="http://schemas.microsoft.com/office/drawing/2014/chart" uri="{C3380CC4-5D6E-409C-BE32-E72D297353CC}">
                  <c16:uniqueId val="{00000049-0573-461D-876B-0D98CB695CE9}"/>
                </c:ext>
              </c:extLst>
            </c:dLbl>
            <c:dLbl>
              <c:idx val="18"/>
              <c:delete val="1"/>
              <c:extLst>
                <c:ext xmlns:c15="http://schemas.microsoft.com/office/drawing/2012/chart" uri="{CE6537A1-D6FC-4f65-9D91-7224C49458BB}"/>
                <c:ext xmlns:c16="http://schemas.microsoft.com/office/drawing/2014/chart" uri="{C3380CC4-5D6E-409C-BE32-E72D297353CC}">
                  <c16:uniqueId val="{0000004A-0573-461D-876B-0D98CB695CE9}"/>
                </c:ext>
              </c:extLst>
            </c:dLbl>
            <c:dLbl>
              <c:idx val="19"/>
              <c:layout>
                <c:manualLayout>
                  <c:x val="-7.2935463145231846E-2"/>
                  <c:y val="-4.2738970588235295E-2"/>
                </c:manualLayout>
              </c:layout>
              <c:tx>
                <c:rich>
                  <a:bodyPr wrap="none" lIns="38100" tIns="19050" rIns="38100" bIns="19050" anchor="ctr">
                    <a:spAutoFit/>
                  </a:bodyPr>
                  <a:lstStyle/>
                  <a:p>
                    <a:pPr>
                      <a:defRPr/>
                    </a:pPr>
                    <a:r>
                      <a:rPr lang="en-US" sz="800" b="1" baseline="0">
                        <a:solidFill>
                          <a:srgbClr val="1F2F44"/>
                        </a:solidFill>
                        <a:latin typeface="Roboto Light"/>
                      </a:rPr>
                      <a:t>7.5%</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4B-0573-461D-876B-0D98CB695CE9}"/>
                </c:ext>
              </c:extLst>
            </c:dLbl>
            <c:dLbl>
              <c:idx val="20"/>
              <c:delete val="1"/>
              <c:extLst>
                <c:ext xmlns:c15="http://schemas.microsoft.com/office/drawing/2012/chart" uri="{CE6537A1-D6FC-4f65-9D91-7224C49458BB}"/>
                <c:ext xmlns:c16="http://schemas.microsoft.com/office/drawing/2014/chart" uri="{C3380CC4-5D6E-409C-BE32-E72D297353CC}">
                  <c16:uniqueId val="{0000004C-0573-461D-876B-0D98CB695CE9}"/>
                </c:ext>
              </c:extLst>
            </c:dLbl>
            <c:dLbl>
              <c:idx val="21"/>
              <c:delete val="1"/>
              <c:extLst>
                <c:ext xmlns:c15="http://schemas.microsoft.com/office/drawing/2012/chart" uri="{CE6537A1-D6FC-4f65-9D91-7224C49458BB}"/>
                <c:ext xmlns:c16="http://schemas.microsoft.com/office/drawing/2014/chart" uri="{C3380CC4-5D6E-409C-BE32-E72D297353CC}">
                  <c16:uniqueId val="{0000004D-0573-461D-876B-0D98CB695CE9}"/>
                </c:ext>
              </c:extLst>
            </c:dLbl>
            <c:dLbl>
              <c:idx val="22"/>
              <c:delete val="1"/>
              <c:extLst>
                <c:ext xmlns:c15="http://schemas.microsoft.com/office/drawing/2012/chart" uri="{CE6537A1-D6FC-4f65-9D91-7224C49458BB}"/>
                <c:ext xmlns:c16="http://schemas.microsoft.com/office/drawing/2014/chart" uri="{C3380CC4-5D6E-409C-BE32-E72D297353CC}">
                  <c16:uniqueId val="{0000004E-0573-461D-876B-0D98CB695CE9}"/>
                </c:ext>
              </c:extLst>
            </c:dLbl>
            <c:dLbl>
              <c:idx val="23"/>
              <c:delete val="1"/>
              <c:extLst>
                <c:ext xmlns:c15="http://schemas.microsoft.com/office/drawing/2012/chart" uri="{CE6537A1-D6FC-4f65-9D91-7224C49458BB}"/>
                <c:ext xmlns:c16="http://schemas.microsoft.com/office/drawing/2014/chart" uri="{C3380CC4-5D6E-409C-BE32-E72D297353CC}">
                  <c16:uniqueId val="{0000004F-0573-461D-876B-0D98CB695CE9}"/>
                </c:ext>
              </c:extLst>
            </c:dLbl>
            <c:dLbl>
              <c:idx val="24"/>
              <c:delete val="1"/>
              <c:extLst>
                <c:ext xmlns:c15="http://schemas.microsoft.com/office/drawing/2012/chart" uri="{CE6537A1-D6FC-4f65-9D91-7224C49458BB}"/>
                <c:ext xmlns:c16="http://schemas.microsoft.com/office/drawing/2014/chart" uri="{C3380CC4-5D6E-409C-BE32-E72D297353CC}">
                  <c16:uniqueId val="{00000050-0573-461D-876B-0D98CB695CE9}"/>
                </c:ext>
              </c:extLst>
            </c:dLbl>
            <c:dLbl>
              <c:idx val="25"/>
              <c:delete val="1"/>
              <c:extLst>
                <c:ext xmlns:c15="http://schemas.microsoft.com/office/drawing/2012/chart" uri="{CE6537A1-D6FC-4f65-9D91-7224C49458BB}"/>
                <c:ext xmlns:c16="http://schemas.microsoft.com/office/drawing/2014/chart" uri="{C3380CC4-5D6E-409C-BE32-E72D297353CC}">
                  <c16:uniqueId val="{00000051-0573-461D-876B-0D98CB695CE9}"/>
                </c:ext>
              </c:extLst>
            </c:dLbl>
            <c:dLbl>
              <c:idx val="26"/>
              <c:tx>
                <c:rich>
                  <a:bodyPr wrap="none" lIns="38100" tIns="19050" rIns="38100" bIns="19050" anchor="ctr">
                    <a:spAutoFit/>
                  </a:bodyPr>
                  <a:lstStyle/>
                  <a:p>
                    <a:pPr>
                      <a:defRPr/>
                    </a:pPr>
                    <a:r>
                      <a:rPr lang="en-US" sz="800" b="1" baseline="0" dirty="0">
                        <a:solidFill>
                          <a:srgbClr val="1F2F44"/>
                        </a:solidFill>
                        <a:latin typeface="Roboto Light"/>
                      </a:rPr>
                      <a:t>Oct 26 </a:t>
                    </a:r>
                  </a:p>
                  <a:p>
                    <a:pPr>
                      <a:defRPr/>
                    </a:pPr>
                    <a:r>
                      <a:rPr lang="en-US" sz="800" b="1" baseline="0" dirty="0">
                        <a:solidFill>
                          <a:srgbClr val="1F2F44"/>
                        </a:solidFill>
                        <a:latin typeface="Roboto Light"/>
                      </a:rPr>
                      <a:t>path</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52-0573-461D-876B-0D98CB695CE9}"/>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'K6'!$A$2:$A$28</c:f>
              <c:numCache>
                <c:formatCode>yyyy\-mm\-dd</c:formatCode>
                <c:ptCount val="27"/>
                <c:pt idx="0">
                  <c:v>46023</c:v>
                </c:pt>
                <c:pt idx="1">
                  <c:v>46054</c:v>
                </c:pt>
                <c:pt idx="2">
                  <c:v>46082</c:v>
                </c:pt>
                <c:pt idx="3">
                  <c:v>46113</c:v>
                </c:pt>
                <c:pt idx="4">
                  <c:v>46143</c:v>
                </c:pt>
                <c:pt idx="5">
                  <c:v>46174</c:v>
                </c:pt>
                <c:pt idx="6">
                  <c:v>46204</c:v>
                </c:pt>
                <c:pt idx="7">
                  <c:v>46235</c:v>
                </c:pt>
                <c:pt idx="8">
                  <c:v>46266</c:v>
                </c:pt>
                <c:pt idx="9">
                  <c:v>46296</c:v>
                </c:pt>
                <c:pt idx="10">
                  <c:v>46327</c:v>
                </c:pt>
                <c:pt idx="11">
                  <c:v>46357</c:v>
                </c:pt>
                <c:pt idx="12">
                  <c:v>46388</c:v>
                </c:pt>
                <c:pt idx="13">
                  <c:v>46419</c:v>
                </c:pt>
                <c:pt idx="14">
                  <c:v>46447</c:v>
                </c:pt>
                <c:pt idx="15">
                  <c:v>46478</c:v>
                </c:pt>
                <c:pt idx="16">
                  <c:v>46508</c:v>
                </c:pt>
                <c:pt idx="17">
                  <c:v>46539</c:v>
                </c:pt>
                <c:pt idx="18">
                  <c:v>46569</c:v>
                </c:pt>
                <c:pt idx="19">
                  <c:v>46600</c:v>
                </c:pt>
                <c:pt idx="20">
                  <c:v>46631</c:v>
                </c:pt>
                <c:pt idx="21">
                  <c:v>46661</c:v>
                </c:pt>
                <c:pt idx="22">
                  <c:v>46692</c:v>
                </c:pt>
                <c:pt idx="23">
                  <c:v>46722</c:v>
                </c:pt>
                <c:pt idx="24">
                  <c:v>46753</c:v>
                </c:pt>
                <c:pt idx="25">
                  <c:v>46784</c:v>
                </c:pt>
                <c:pt idx="26">
                  <c:v>46813</c:v>
                </c:pt>
              </c:numCache>
            </c:numRef>
          </c:cat>
          <c:val>
            <c:numRef>
              <c:f>'K6'!$D$2:$D$28</c:f>
              <c:numCache>
                <c:formatCode>General</c:formatCode>
                <c:ptCount val="27"/>
                <c:pt idx="8">
                  <c:v>4.5761196750718991</c:v>
                </c:pt>
                <c:pt idx="9">
                  <c:v>4.9903302777188019</c:v>
                </c:pt>
                <c:pt idx="10">
                  <c:v>5.3638872390018522</c:v>
                </c:pt>
                <c:pt idx="11">
                  <c:v>5.8432301713235324</c:v>
                </c:pt>
                <c:pt idx="12">
                  <c:v>6.254072113934428</c:v>
                </c:pt>
                <c:pt idx="13">
                  <c:v>6.4560727576886467</c:v>
                </c:pt>
                <c:pt idx="14">
                  <c:v>6.1877605506445388</c:v>
                </c:pt>
                <c:pt idx="15">
                  <c:v>6.1523629535536806</c:v>
                </c:pt>
                <c:pt idx="16">
                  <c:v>6.0852834237653974</c:v>
                </c:pt>
                <c:pt idx="17">
                  <c:v>6.3780789580698114</c:v>
                </c:pt>
                <c:pt idx="18">
                  <c:v>6.7569896000263094</c:v>
                </c:pt>
                <c:pt idx="19">
                  <c:v>7.4551102083560314</c:v>
                </c:pt>
                <c:pt idx="20">
                  <c:v>7.0996000000000059</c:v>
                </c:pt>
                <c:pt idx="21">
                  <c:v>7.0455058546438298</c:v>
                </c:pt>
                <c:pt idx="22">
                  <c:v>6.874344154072265</c:v>
                </c:pt>
                <c:pt idx="23">
                  <c:v>6.6720679015325643</c:v>
                </c:pt>
                <c:pt idx="24">
                  <c:v>6.4562718719461287</c:v>
                </c:pt>
                <c:pt idx="25">
                  <c:v>6.2068814344193868</c:v>
                </c:pt>
                <c:pt idx="26">
                  <c:v>6.0337283370758046</c:v>
                </c:pt>
              </c:numCache>
            </c:numRef>
          </c:val>
          <c:smooth val="0"/>
          <c:extLst>
            <c:ext xmlns:c16="http://schemas.microsoft.com/office/drawing/2014/chart" uri="{C3380CC4-5D6E-409C-BE32-E72D297353CC}">
              <c16:uniqueId val="{00000053-0573-461D-876B-0D98CB695CE9}"/>
            </c:ext>
          </c:extLst>
        </c:ser>
        <c:dLbls>
          <c:showLegendKey val="0"/>
          <c:showVal val="0"/>
          <c:showCatName val="0"/>
          <c:showSerName val="0"/>
          <c:showPercent val="0"/>
          <c:showBubbleSize val="0"/>
        </c:dLbls>
        <c:smooth val="0"/>
        <c:axId val="50060001"/>
        <c:axId val="50060002"/>
      </c:lineChart>
      <c:dateAx>
        <c:axId val="50060001"/>
        <c:scaling>
          <c:orientation val="minMax"/>
          <c:max val="46813"/>
          <c:min val="46023"/>
        </c:scaling>
        <c:delete val="0"/>
        <c:axPos val="b"/>
        <c:numFmt formatCode="[$-409]mmm\-yy" sourceLinked="0"/>
        <c:majorTickMark val="none"/>
        <c:minorTickMark val="none"/>
        <c:tickLblPos val="low"/>
        <c:spPr>
          <a:ln w="9525">
            <a:solidFill>
              <a:srgbClr val="7E7E7E"/>
            </a:solidFill>
          </a:ln>
        </c:spPr>
        <c:txPr>
          <a:bodyPr rot="0" vert="horz"/>
          <a:lstStyle/>
          <a:p>
            <a:pPr>
              <a:defRPr sz="900" b="0" baseline="0">
                <a:solidFill>
                  <a:srgbClr val="262626"/>
                </a:solidFill>
                <a:latin typeface="Roboto Light"/>
              </a:defRPr>
            </a:pPr>
            <a:endParaRPr lang="en-US"/>
          </a:p>
        </c:txPr>
        <c:crossAx val="50060002"/>
        <c:crosses val="min"/>
        <c:auto val="1"/>
        <c:lblOffset val="100"/>
        <c:baseTimeUnit val="months"/>
        <c:majorUnit val="6"/>
        <c:majorTimeUnit val="months"/>
      </c:dateAx>
      <c:valAx>
        <c:axId val="50060002"/>
        <c:scaling>
          <c:orientation val="minMax"/>
          <c:max val="8"/>
          <c:min val="3"/>
        </c:scaling>
        <c:delete val="0"/>
        <c:axPos val="l"/>
        <c:majorGridlines>
          <c:spPr>
            <a:ln w="6350">
              <a:solidFill>
                <a:srgbClr val="D9D9D9"/>
              </a:solidFill>
              <a:prstDash val="dash"/>
            </a:ln>
          </c:spPr>
        </c:majorGridlines>
        <c:numFmt formatCode="0&quot;%&quot;" sourceLinked="0"/>
        <c:majorTickMark val="none"/>
        <c:minorTickMark val="none"/>
        <c:tickLblPos val="nextTo"/>
        <c:spPr>
          <a:ln>
            <a:noFill/>
          </a:ln>
        </c:spPr>
        <c:txPr>
          <a:bodyPr/>
          <a:lstStyle/>
          <a:p>
            <a:pPr>
              <a:defRPr sz="900" b="0" baseline="0">
                <a:solidFill>
                  <a:srgbClr val="262626"/>
                </a:solidFill>
                <a:latin typeface="Roboto Light"/>
              </a:defRPr>
            </a:pPr>
            <a:endParaRPr lang="en-US"/>
          </a:p>
        </c:txPr>
        <c:crossAx val="50060001"/>
        <c:crosses val="autoZero"/>
        <c:crossBetween val="between"/>
        <c:majorUnit val="1"/>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52027969160105E-2"/>
          <c:y val="3.4090909090909088E-2"/>
          <c:w val="0.90062916940069992"/>
          <c:h val="0.85227272727272729"/>
        </c:manualLayout>
      </c:layout>
      <c:barChart>
        <c:barDir val="col"/>
        <c:grouping val="clustered"/>
        <c:varyColors val="0"/>
        <c:ser>
          <c:idx val="1"/>
          <c:order val="0"/>
          <c:tx>
            <c:v>Daily</c:v>
          </c:tx>
          <c:spPr>
            <a:solidFill>
              <a:srgbClr val="1F2F44"/>
            </a:solidFill>
            <a:ln>
              <a:noFill/>
            </a:ln>
          </c:spPr>
          <c:invertIfNegative val="0"/>
          <c:dLbls>
            <c:dLbl>
              <c:idx val="0"/>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0.3</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EC83-4140-89B5-12B4D663DC03}"/>
                </c:ext>
              </c:extLst>
            </c:dLbl>
            <c:dLbl>
              <c:idx val="1"/>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2.3</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EC83-4140-89B5-12B4D663DC03}"/>
                </c:ext>
              </c:extLst>
            </c:dLbl>
            <c:dLbl>
              <c:idx val="2"/>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10.1</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EC83-4140-89B5-12B4D663DC03}"/>
                </c:ext>
              </c:extLst>
            </c:dLbl>
            <c:dLbl>
              <c:idx val="3"/>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1.1</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EC83-4140-89B5-12B4D663DC03}"/>
                </c:ext>
              </c:extLst>
            </c:dLbl>
            <c:dLbl>
              <c:idx val="4"/>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-0.6</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EC83-4140-89B5-12B4D663DC03}"/>
                </c:ext>
              </c:extLst>
            </c:dLbl>
            <c:dLbl>
              <c:idx val="5"/>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1.6</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EC83-4140-89B5-12B4D663DC03}"/>
                </c:ext>
              </c:extLst>
            </c:dLbl>
            <c:dLbl>
              <c:idx val="6"/>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1.0</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EC83-4140-89B5-12B4D663DC03}"/>
                </c:ext>
              </c:extLst>
            </c:dLbl>
            <c:dLbl>
              <c:idx val="7"/>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2.1</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EC83-4140-89B5-12B4D663DC03}"/>
                </c:ext>
              </c:extLst>
            </c:dLbl>
            <c:dLbl>
              <c:idx val="8"/>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0.7</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EC83-4140-89B5-12B4D663DC03}"/>
                </c:ext>
              </c:extLst>
            </c:dLbl>
            <c:dLbl>
              <c:idx val="9"/>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0.2</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EC83-4140-89B5-12B4D663DC03}"/>
                </c:ext>
              </c:extLst>
            </c:dLbl>
            <c:dLbl>
              <c:idx val="10"/>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2.2</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EC83-4140-89B5-12B4D663DC03}"/>
                </c:ext>
              </c:extLst>
            </c:dLbl>
            <c:dLbl>
              <c:idx val="11"/>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-1.0</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EC83-4140-89B5-12B4D663DC03}"/>
                </c:ext>
              </c:extLst>
            </c:dLbl>
            <c:dLbl>
              <c:idx val="12"/>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0.0</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EC83-4140-89B5-12B4D663DC03}"/>
                </c:ext>
              </c:extLst>
            </c:dLbl>
            <c:dLbl>
              <c:idx val="13"/>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0.2</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EC83-4140-89B5-12B4D663DC03}"/>
                </c:ext>
              </c:extLst>
            </c:dLbl>
            <c:dLbl>
              <c:idx val="14"/>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-1.0</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EC83-4140-89B5-12B4D663DC03}"/>
                </c:ext>
              </c:extLst>
            </c:dLbl>
            <c:dLbl>
              <c:idx val="15"/>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-2.9</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EC83-4140-89B5-12B4D663DC03}"/>
                </c:ext>
              </c:extLst>
            </c:dLbl>
            <c:dLbl>
              <c:idx val="16"/>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-2.8</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EC83-4140-89B5-12B4D663DC03}"/>
                </c:ext>
              </c:extLst>
            </c:dLbl>
            <c:dLbl>
              <c:idx val="17"/>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-2.0</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EC83-4140-89B5-12B4D663DC03}"/>
                </c:ext>
              </c:extLst>
            </c:dLbl>
            <c:dLbl>
              <c:idx val="18"/>
              <c:tx>
                <c:rich>
                  <a:bodyPr wrap="square" lIns="38100" tIns="19050" rIns="38100" bIns="19050" anchor="ctr">
                    <a:spAutoFit/>
                  </a:bodyPr>
                  <a:lstStyle/>
                  <a:p>
                    <a:pPr>
                      <a:defRPr sz="700" b="1">
                        <a:solidFill>
                          <a:schemeClr val="accent1"/>
                        </a:solidFill>
                      </a:defRPr>
                    </a:pPr>
                    <a:r>
                      <a:rPr lang="en-US" sz="700" b="0">
                        <a:solidFill>
                          <a:schemeClr val="accent1"/>
                        </a:solidFill>
                        <a:latin typeface="Roboto Light"/>
                      </a:rPr>
                      <a:t>-2.7</a:t>
                    </a:r>
                  </a:p>
                </c:rich>
              </c:tx>
              <c:numFmt formatCode="#,##0.0" sourceLinked="0"/>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EC83-4140-89B5-12B4D663DC03}"/>
                </c:ext>
              </c:extLst>
            </c:dLbl>
            <c:numFmt formatCode="#,##0.0" sourceLinked="0"/>
            <c:spPr>
              <a:noFill/>
              <a:ln>
                <a:noFill/>
              </a:ln>
              <a:effectLst/>
            </c:spPr>
            <c:txPr>
              <a:bodyPr wrap="square" lIns="38100" tIns="19050" rIns="38100" bIns="19050" anchor="ctr">
                <a:spAutoFit/>
              </a:bodyPr>
              <a:lstStyle/>
              <a:p>
                <a:pPr>
                  <a:defRPr sz="800" b="1">
                    <a:solidFill>
                      <a:schemeClr val="accent1"/>
                    </a:solidFill>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'K2'!$A$2:$A$20</c:f>
              <c:strCache>
                <c:ptCount val="19"/>
                <c:pt idx="0">
                  <c:v>1-Oct</c:v>
                </c:pt>
                <c:pt idx="1">
                  <c:v>2-Oct</c:v>
                </c:pt>
                <c:pt idx="2">
                  <c:v>5-Oct</c:v>
                </c:pt>
                <c:pt idx="3">
                  <c:v>6-Oct</c:v>
                </c:pt>
                <c:pt idx="4">
                  <c:v>7-Oct</c:v>
                </c:pt>
                <c:pt idx="5">
                  <c:v>8-Oct</c:v>
                </c:pt>
                <c:pt idx="6">
                  <c:v>9-Oct</c:v>
                </c:pt>
                <c:pt idx="7">
                  <c:v>13-Oct</c:v>
                </c:pt>
                <c:pt idx="8">
                  <c:v>14-Oct</c:v>
                </c:pt>
                <c:pt idx="9">
                  <c:v>15-Oct</c:v>
                </c:pt>
                <c:pt idx="10">
                  <c:v>16-Oct</c:v>
                </c:pt>
                <c:pt idx="11">
                  <c:v>19-Oct</c:v>
                </c:pt>
                <c:pt idx="12">
                  <c:v>20-Oct</c:v>
                </c:pt>
                <c:pt idx="13">
                  <c:v>21-Oct</c:v>
                </c:pt>
                <c:pt idx="14">
                  <c:v>22-Oct</c:v>
                </c:pt>
                <c:pt idx="15">
                  <c:v>23-Oct</c:v>
                </c:pt>
                <c:pt idx="16">
                  <c:v>26-Oct</c:v>
                </c:pt>
                <c:pt idx="17">
                  <c:v>27-Oct</c:v>
                </c:pt>
                <c:pt idx="18">
                  <c:v>28-Oct</c:v>
                </c:pt>
              </c:strCache>
            </c:strRef>
          </c:cat>
          <c:val>
            <c:numRef>
              <c:f>'K2'!$B$2:$B$20</c:f>
              <c:numCache>
                <c:formatCode>General</c:formatCode>
                <c:ptCount val="19"/>
                <c:pt idx="0">
                  <c:v>0.26800000000000002</c:v>
                </c:pt>
                <c:pt idx="1">
                  <c:v>2.2829999999999999</c:v>
                </c:pt>
                <c:pt idx="2">
                  <c:v>10.06</c:v>
                </c:pt>
                <c:pt idx="3">
                  <c:v>1.0920000000000001</c:v>
                </c:pt>
                <c:pt idx="4">
                  <c:v>-0.628</c:v>
                </c:pt>
                <c:pt idx="5">
                  <c:v>1.645</c:v>
                </c:pt>
                <c:pt idx="6">
                  <c:v>1.0309999999999999</c:v>
                </c:pt>
                <c:pt idx="7">
                  <c:v>2.0760000000000001</c:v>
                </c:pt>
                <c:pt idx="8">
                  <c:v>0.70799999999999996</c:v>
                </c:pt>
                <c:pt idx="9">
                  <c:v>0.21299999999999999</c:v>
                </c:pt>
                <c:pt idx="10">
                  <c:v>2.2440000000000002</c:v>
                </c:pt>
                <c:pt idx="11">
                  <c:v>-1.0089999999999999</c:v>
                </c:pt>
                <c:pt idx="12">
                  <c:v>1.7999999999999999E-2</c:v>
                </c:pt>
                <c:pt idx="13">
                  <c:v>0.157</c:v>
                </c:pt>
                <c:pt idx="14">
                  <c:v>-1.03</c:v>
                </c:pt>
                <c:pt idx="15">
                  <c:v>-2.9449999999999998</c:v>
                </c:pt>
                <c:pt idx="16">
                  <c:v>-2.8460000000000001</c:v>
                </c:pt>
                <c:pt idx="17">
                  <c:v>-2.0390000000000001</c:v>
                </c:pt>
                <c:pt idx="18">
                  <c:v>-2.7120000000000002</c:v>
                </c:pt>
              </c:numCache>
            </c:numRef>
          </c:val>
          <c:extLst>
            <c:ext xmlns:c16="http://schemas.microsoft.com/office/drawing/2014/chart" uri="{C3380CC4-5D6E-409C-BE32-E72D297353CC}">
              <c16:uniqueId val="{00000013-EC83-4140-89B5-12B4D663DC03}"/>
            </c:ext>
          </c:extLst>
        </c:ser>
        <c:dLbls>
          <c:dLblPos val="outEnd"/>
          <c:showLegendKey val="0"/>
          <c:showVal val="1"/>
          <c:showCatName val="0"/>
          <c:showSerName val="0"/>
          <c:showPercent val="0"/>
          <c:showBubbleSize val="0"/>
        </c:dLbls>
        <c:gapWidth val="70"/>
        <c:axId val="50020001"/>
        <c:axId val="50020002"/>
      </c:barChart>
      <c:catAx>
        <c:axId val="50020001"/>
        <c:scaling>
          <c:orientation val="minMax"/>
        </c:scaling>
        <c:delete val="0"/>
        <c:axPos val="b"/>
        <c:numFmt formatCode="General" sourceLinked="0"/>
        <c:majorTickMark val="none"/>
        <c:minorTickMark val="none"/>
        <c:tickLblPos val="low"/>
        <c:spPr>
          <a:ln w="9525">
            <a:solidFill>
              <a:srgbClr val="7E7E7E"/>
            </a:solidFill>
          </a:ln>
        </c:spPr>
        <c:txPr>
          <a:bodyPr rot="-5400000" vert="horz"/>
          <a:lstStyle/>
          <a:p>
            <a:pPr>
              <a:defRPr sz="900" b="0" baseline="0">
                <a:solidFill>
                  <a:srgbClr val="262626"/>
                </a:solidFill>
                <a:latin typeface="Roboto Light"/>
              </a:defRPr>
            </a:pPr>
            <a:endParaRPr lang="en-US"/>
          </a:p>
        </c:txPr>
        <c:crossAx val="50020002"/>
        <c:crosses val="autoZero"/>
        <c:auto val="1"/>
        <c:lblAlgn val="ctr"/>
        <c:lblOffset val="100"/>
        <c:tickLblSkip val="2"/>
        <c:noMultiLvlLbl val="0"/>
      </c:catAx>
      <c:valAx>
        <c:axId val="50020002"/>
        <c:scaling>
          <c:orientation val="minMax"/>
          <c:max val="15"/>
          <c:min val="-5"/>
        </c:scaling>
        <c:delete val="1"/>
        <c:axPos val="l"/>
        <c:numFmt formatCode="0" sourceLinked="0"/>
        <c:majorTickMark val="none"/>
        <c:minorTickMark val="none"/>
        <c:tickLblPos val="nextTo"/>
        <c:crossAx val="50020001"/>
        <c:crosses val="autoZero"/>
        <c:crossBetween val="between"/>
        <c:majorUnit val="5"/>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333728601730106"/>
          <c:y val="7.4293374978725887E-2"/>
          <c:w val="0.72666271398269899"/>
          <c:h val="0.9257066250212741"/>
        </c:manualLayout>
      </c:layout>
      <c:barChart>
        <c:barDir val="bar"/>
        <c:grouping val="clustered"/>
        <c:varyColors val="0"/>
        <c:ser>
          <c:idx val="0"/>
          <c:order val="0"/>
          <c:tx>
            <c:strRef>
              <c:f>'Factor Chart'!$J$4</c:f>
              <c:strCache>
                <c:ptCount val="1"/>
                <c:pt idx="0">
                  <c:v>MTD</c:v>
                </c:pt>
              </c:strCache>
            </c:strRef>
          </c:tx>
          <c:spPr>
            <a:solidFill>
              <a:srgbClr val="8EB3DF"/>
            </a:solidFill>
            <a:ln>
              <a:noFill/>
            </a:ln>
            <a:effectLst/>
          </c:spPr>
          <c:invertIfNegative val="0"/>
          <c:dLbls>
            <c:dLbl>
              <c:idx val="0"/>
              <c:tx>
                <c:rich>
                  <a:bodyPr/>
                  <a:lstStyle/>
                  <a:p>
                    <a:r>
                      <a:rPr lang="en-US" sz="900">
                        <a:solidFill>
                          <a:srgbClr val="404040"/>
                        </a:solidFill>
                        <a:latin typeface="Roboto Light"/>
                      </a:rPr>
                      <a:t>-3.1%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3344-4A1C-B770-FD9B18C10AF9}"/>
                </c:ext>
              </c:extLst>
            </c:dLbl>
            <c:dLbl>
              <c:idx val="1"/>
              <c:tx>
                <c:rich>
                  <a:bodyPr/>
                  <a:lstStyle/>
                  <a:p>
                    <a:r>
                      <a:rPr lang="en-US" sz="900">
                        <a:solidFill>
                          <a:srgbClr val="404040"/>
                        </a:solidFill>
                        <a:latin typeface="Roboto Light"/>
                      </a:rPr>
                      <a:t>0.8%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3344-4A1C-B770-FD9B18C10AF9}"/>
                </c:ext>
              </c:extLst>
            </c:dLbl>
            <c:dLbl>
              <c:idx val="2"/>
              <c:tx>
                <c:rich>
                  <a:bodyPr/>
                  <a:lstStyle/>
                  <a:p>
                    <a:r>
                      <a:rPr lang="en-US" sz="900">
                        <a:solidFill>
                          <a:srgbClr val="404040"/>
                        </a:solidFill>
                        <a:latin typeface="Roboto Light"/>
                      </a:rPr>
                      <a:t>1.4%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3344-4A1C-B770-FD9B18C10AF9}"/>
                </c:ext>
              </c:extLst>
            </c:dLbl>
            <c:dLbl>
              <c:idx val="3"/>
              <c:tx>
                <c:rich>
                  <a:bodyPr/>
                  <a:lstStyle/>
                  <a:p>
                    <a:r>
                      <a:rPr lang="en-US" sz="900">
                        <a:solidFill>
                          <a:srgbClr val="404040"/>
                        </a:solidFill>
                        <a:latin typeface="Roboto Light"/>
                      </a:rPr>
                      <a:t>1.9%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3344-4A1C-B770-FD9B18C10AF9}"/>
                </c:ext>
              </c:extLst>
            </c:dLbl>
            <c:dLbl>
              <c:idx val="4"/>
              <c:tx>
                <c:rich>
                  <a:bodyPr/>
                  <a:lstStyle/>
                  <a:p>
                    <a:r>
                      <a:rPr lang="en-US" sz="900">
                        <a:solidFill>
                          <a:srgbClr val="404040"/>
                        </a:solidFill>
                        <a:latin typeface="Roboto Light"/>
                      </a:rPr>
                      <a:t>3.5%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3344-4A1C-B770-FD9B18C10AF9}"/>
                </c:ext>
              </c:extLst>
            </c:dLbl>
            <c:dLbl>
              <c:idx val="5"/>
              <c:tx>
                <c:rich>
                  <a:bodyPr/>
                  <a:lstStyle/>
                  <a:p>
                    <a:r>
                      <a:rPr lang="en-US" sz="900">
                        <a:solidFill>
                          <a:srgbClr val="404040"/>
                        </a:solidFill>
                        <a:latin typeface="Roboto Light"/>
                      </a:rPr>
                      <a:t>4.8%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3344-4A1C-B770-FD9B18C10AF9}"/>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'Factor Chart'!$I$5:$I$10</c:f>
              <c:strCache>
                <c:ptCount val="6"/>
                <c:pt idx="0">
                  <c:v>Value</c:v>
                </c:pt>
                <c:pt idx="1">
                  <c:v>Quality</c:v>
                </c:pt>
                <c:pt idx="2">
                  <c:v>Momentum</c:v>
                </c:pt>
                <c:pt idx="3">
                  <c:v>Short Interest</c:v>
                </c:pt>
                <c:pt idx="4">
                  <c:v>Low Risk</c:v>
                </c:pt>
                <c:pt idx="5">
                  <c:v>Sell-Side Revisions</c:v>
                </c:pt>
              </c:strCache>
            </c:strRef>
          </c:cat>
          <c:val>
            <c:numRef>
              <c:f>'Factor Chart'!$J$5:$J$10</c:f>
              <c:numCache>
                <c:formatCode>0.0%</c:formatCode>
                <c:ptCount val="6"/>
                <c:pt idx="0">
                  <c:v>-3.0747613840697019E-2</c:v>
                </c:pt>
                <c:pt idx="1">
                  <c:v>7.9808384296797819E-3</c:v>
                </c:pt>
                <c:pt idx="2">
                  <c:v>1.3905137640995768E-2</c:v>
                </c:pt>
                <c:pt idx="3">
                  <c:v>1.8987062212176831E-2</c:v>
                </c:pt>
                <c:pt idx="4">
                  <c:v>3.4511103124949427E-2</c:v>
                </c:pt>
                <c:pt idx="5">
                  <c:v>4.810858119577377E-2</c:v>
                </c:pt>
              </c:numCache>
            </c:numRef>
          </c:val>
          <c:extLst>
            <c:ext xmlns:c16="http://schemas.microsoft.com/office/drawing/2014/chart" uri="{C3380CC4-5D6E-409C-BE32-E72D297353CC}">
              <c16:uniqueId val="{00000006-3344-4A1C-B770-FD9B18C10AF9}"/>
            </c:ext>
          </c:extLst>
        </c:ser>
        <c:ser>
          <c:idx val="1"/>
          <c:order val="1"/>
          <c:tx>
            <c:strRef>
              <c:f>'Factor Chart'!$K$4</c:f>
              <c:strCache>
                <c:ptCount val="1"/>
                <c:pt idx="0">
                  <c:v>YTD</c:v>
                </c:pt>
              </c:strCache>
            </c:strRef>
          </c:tx>
          <c:spPr>
            <a:solidFill>
              <a:srgbClr val="1F2F44"/>
            </a:solidFill>
            <a:ln>
              <a:noFill/>
            </a:ln>
            <a:effectLst/>
          </c:spPr>
          <c:invertIfNegative val="0"/>
          <c:dLbls>
            <c:dLbl>
              <c:idx val="0"/>
              <c:tx>
                <c:rich>
                  <a:bodyPr/>
                  <a:lstStyle/>
                  <a:p>
                    <a:r>
                      <a:rPr lang="en-US" sz="900">
                        <a:solidFill>
                          <a:srgbClr val="404040"/>
                        </a:solidFill>
                        <a:latin typeface="Roboto Light"/>
                      </a:rPr>
                      <a:t>24.3%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3344-4A1C-B770-FD9B18C10AF9}"/>
                </c:ext>
              </c:extLst>
            </c:dLbl>
            <c:dLbl>
              <c:idx val="1"/>
              <c:tx>
                <c:rich>
                  <a:bodyPr/>
                  <a:lstStyle/>
                  <a:p>
                    <a:r>
                      <a:rPr lang="en-US" sz="900">
                        <a:solidFill>
                          <a:srgbClr val="404040"/>
                        </a:solidFill>
                        <a:latin typeface="Roboto Light"/>
                      </a:rPr>
                      <a:t>26.0%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3344-4A1C-B770-FD9B18C10AF9}"/>
                </c:ext>
              </c:extLst>
            </c:dLbl>
            <c:dLbl>
              <c:idx val="2"/>
              <c:tx>
                <c:rich>
                  <a:bodyPr/>
                  <a:lstStyle/>
                  <a:p>
                    <a:r>
                      <a:rPr lang="en-US" sz="900">
                        <a:solidFill>
                          <a:srgbClr val="404040"/>
                        </a:solidFill>
                        <a:latin typeface="Roboto Light"/>
                      </a:rPr>
                      <a:t>9.6%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3344-4A1C-B770-FD9B18C10AF9}"/>
                </c:ext>
              </c:extLst>
            </c:dLbl>
            <c:dLbl>
              <c:idx val="3"/>
              <c:tx>
                <c:rich>
                  <a:bodyPr/>
                  <a:lstStyle/>
                  <a:p>
                    <a:r>
                      <a:rPr lang="en-US" sz="900">
                        <a:solidFill>
                          <a:srgbClr val="404040"/>
                        </a:solidFill>
                        <a:latin typeface="Roboto Light"/>
                      </a:rPr>
                      <a:t>18.1%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3344-4A1C-B770-FD9B18C10AF9}"/>
                </c:ext>
              </c:extLst>
            </c:dLbl>
            <c:dLbl>
              <c:idx val="4"/>
              <c:tx>
                <c:rich>
                  <a:bodyPr/>
                  <a:lstStyle/>
                  <a:p>
                    <a:r>
                      <a:rPr lang="en-US" sz="900">
                        <a:solidFill>
                          <a:srgbClr val="404040"/>
                        </a:solidFill>
                        <a:latin typeface="Roboto Light"/>
                      </a:rPr>
                      <a:t>38.8%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3344-4A1C-B770-FD9B18C10AF9}"/>
                </c:ext>
              </c:extLst>
            </c:dLbl>
            <c:dLbl>
              <c:idx val="5"/>
              <c:tx>
                <c:rich>
                  <a:bodyPr/>
                  <a:lstStyle/>
                  <a:p>
                    <a:r>
                      <a:rPr lang="en-US" sz="900">
                        <a:solidFill>
                          <a:srgbClr val="404040"/>
                        </a:solidFill>
                        <a:latin typeface="Roboto Light"/>
                      </a:rPr>
                      <a:t>10.8%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3344-4A1C-B770-FD9B18C10AF9}"/>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'Factor Chart'!$I$5:$I$10</c:f>
              <c:strCache>
                <c:ptCount val="6"/>
                <c:pt idx="0">
                  <c:v>Value</c:v>
                </c:pt>
                <c:pt idx="1">
                  <c:v>Quality</c:v>
                </c:pt>
                <c:pt idx="2">
                  <c:v>Momentum</c:v>
                </c:pt>
                <c:pt idx="3">
                  <c:v>Short Interest</c:v>
                </c:pt>
                <c:pt idx="4">
                  <c:v>Low Risk</c:v>
                </c:pt>
                <c:pt idx="5">
                  <c:v>Sell-Side Revisions</c:v>
                </c:pt>
              </c:strCache>
            </c:strRef>
          </c:cat>
          <c:val>
            <c:numRef>
              <c:f>'Factor Chart'!$K$5:$K$10</c:f>
              <c:numCache>
                <c:formatCode>0.0%</c:formatCode>
                <c:ptCount val="6"/>
                <c:pt idx="0">
                  <c:v>0.2432288816582846</c:v>
                </c:pt>
                <c:pt idx="1">
                  <c:v>0.26032531209749465</c:v>
                </c:pt>
                <c:pt idx="2">
                  <c:v>9.5674708903320971E-2</c:v>
                </c:pt>
                <c:pt idx="3">
                  <c:v>0.18125030327397074</c:v>
                </c:pt>
                <c:pt idx="4">
                  <c:v>0.38803084331290538</c:v>
                </c:pt>
                <c:pt idx="5">
                  <c:v>0.10815487134053581</c:v>
                </c:pt>
              </c:numCache>
            </c:numRef>
          </c:val>
          <c:extLst>
            <c:ext xmlns:c16="http://schemas.microsoft.com/office/drawing/2014/chart" uri="{C3380CC4-5D6E-409C-BE32-E72D297353CC}">
              <c16:uniqueId val="{0000000D-3344-4A1C-B770-FD9B18C10AF9}"/>
            </c:ext>
          </c:extLst>
        </c:ser>
        <c:dLbls>
          <c:dLblPos val="outEnd"/>
          <c:showLegendKey val="0"/>
          <c:showVal val="1"/>
          <c:showCatName val="0"/>
          <c:showSerName val="0"/>
          <c:showPercent val="0"/>
          <c:showBubbleSize val="0"/>
        </c:dLbls>
        <c:gapWidth val="100"/>
        <c:axId val="1955730671"/>
        <c:axId val="1955731151"/>
      </c:barChart>
      <c:catAx>
        <c:axId val="1955730671"/>
        <c:scaling>
          <c:orientation val="minMax"/>
        </c:scaling>
        <c:delete val="0"/>
        <c:axPos val="l"/>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955731151"/>
        <c:crosses val="autoZero"/>
        <c:auto val="1"/>
        <c:lblAlgn val="ctr"/>
        <c:lblOffset val="100"/>
        <c:noMultiLvlLbl val="0"/>
      </c:catAx>
      <c:valAx>
        <c:axId val="1955731151"/>
        <c:scaling>
          <c:orientation val="minMax"/>
          <c:max val="0.6"/>
          <c:min val="-0.45"/>
        </c:scaling>
        <c:delete val="1"/>
        <c:axPos val="b"/>
        <c:numFmt formatCode="0.0%" sourceLinked="1"/>
        <c:majorTickMark val="none"/>
        <c:minorTickMark val="none"/>
        <c:tickLblPos val="nextTo"/>
        <c:crossAx val="1955730671"/>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065300682991838E-2"/>
          <c:y val="0.17722196490144609"/>
          <c:w val="0.93065967016491757"/>
          <c:h val="0.68947081758350959"/>
        </c:manualLayout>
      </c:layout>
      <c:areaChart>
        <c:grouping val="stacked"/>
        <c:varyColors val="0"/>
        <c:ser>
          <c:idx val="0"/>
          <c:order val="0"/>
          <c:tx>
            <c:v>base</c:v>
          </c:tx>
          <c:spPr>
            <a:noFill/>
            <a:ln>
              <a:noFill/>
            </a:ln>
          </c:spPr>
          <c:cat>
            <c:numRef>
              <c:f>'L1'!$A$2:$A$6132</c:f>
              <c:numCache>
                <c:formatCode>yyyy\-mm\-dd</c:formatCode>
                <c:ptCount val="6131"/>
                <c:pt idx="0">
                  <c:v>37292</c:v>
                </c:pt>
                <c:pt idx="1">
                  <c:v>37293</c:v>
                </c:pt>
                <c:pt idx="2">
                  <c:v>37294</c:v>
                </c:pt>
                <c:pt idx="3">
                  <c:v>37295</c:v>
                </c:pt>
                <c:pt idx="4">
                  <c:v>37300</c:v>
                </c:pt>
                <c:pt idx="5">
                  <c:v>37301</c:v>
                </c:pt>
                <c:pt idx="6">
                  <c:v>37302</c:v>
                </c:pt>
                <c:pt idx="7">
                  <c:v>37305</c:v>
                </c:pt>
                <c:pt idx="8">
                  <c:v>37306</c:v>
                </c:pt>
                <c:pt idx="9">
                  <c:v>37307</c:v>
                </c:pt>
                <c:pt idx="10">
                  <c:v>37308</c:v>
                </c:pt>
                <c:pt idx="11">
                  <c:v>37309</c:v>
                </c:pt>
                <c:pt idx="12">
                  <c:v>37312</c:v>
                </c:pt>
                <c:pt idx="13">
                  <c:v>37313</c:v>
                </c:pt>
                <c:pt idx="14">
                  <c:v>37314</c:v>
                </c:pt>
                <c:pt idx="15">
                  <c:v>37315</c:v>
                </c:pt>
                <c:pt idx="16">
                  <c:v>37316</c:v>
                </c:pt>
                <c:pt idx="17">
                  <c:v>37319</c:v>
                </c:pt>
                <c:pt idx="18">
                  <c:v>37320</c:v>
                </c:pt>
                <c:pt idx="19">
                  <c:v>37321</c:v>
                </c:pt>
                <c:pt idx="20">
                  <c:v>37322</c:v>
                </c:pt>
                <c:pt idx="21">
                  <c:v>37323</c:v>
                </c:pt>
                <c:pt idx="22">
                  <c:v>37326</c:v>
                </c:pt>
                <c:pt idx="23">
                  <c:v>37327</c:v>
                </c:pt>
                <c:pt idx="24">
                  <c:v>37328</c:v>
                </c:pt>
                <c:pt idx="25">
                  <c:v>37329</c:v>
                </c:pt>
                <c:pt idx="26">
                  <c:v>37330</c:v>
                </c:pt>
                <c:pt idx="27">
                  <c:v>37333</c:v>
                </c:pt>
                <c:pt idx="28">
                  <c:v>37334</c:v>
                </c:pt>
                <c:pt idx="29">
                  <c:v>37335</c:v>
                </c:pt>
                <c:pt idx="30">
                  <c:v>37336</c:v>
                </c:pt>
                <c:pt idx="31">
                  <c:v>37337</c:v>
                </c:pt>
                <c:pt idx="32">
                  <c:v>37340</c:v>
                </c:pt>
                <c:pt idx="33">
                  <c:v>37341</c:v>
                </c:pt>
                <c:pt idx="34">
                  <c:v>37342</c:v>
                </c:pt>
                <c:pt idx="35">
                  <c:v>37343</c:v>
                </c:pt>
                <c:pt idx="36">
                  <c:v>37347</c:v>
                </c:pt>
                <c:pt idx="37">
                  <c:v>37348</c:v>
                </c:pt>
                <c:pt idx="38">
                  <c:v>37349</c:v>
                </c:pt>
                <c:pt idx="39">
                  <c:v>37350</c:v>
                </c:pt>
                <c:pt idx="40">
                  <c:v>37351</c:v>
                </c:pt>
                <c:pt idx="41">
                  <c:v>37354</c:v>
                </c:pt>
                <c:pt idx="42">
                  <c:v>37355</c:v>
                </c:pt>
                <c:pt idx="43">
                  <c:v>37356</c:v>
                </c:pt>
                <c:pt idx="44">
                  <c:v>37357</c:v>
                </c:pt>
                <c:pt idx="45">
                  <c:v>37358</c:v>
                </c:pt>
                <c:pt idx="46">
                  <c:v>37361</c:v>
                </c:pt>
                <c:pt idx="47">
                  <c:v>37362</c:v>
                </c:pt>
                <c:pt idx="48">
                  <c:v>37363</c:v>
                </c:pt>
                <c:pt idx="49">
                  <c:v>37364</c:v>
                </c:pt>
                <c:pt idx="50">
                  <c:v>37365</c:v>
                </c:pt>
                <c:pt idx="51">
                  <c:v>37368</c:v>
                </c:pt>
                <c:pt idx="52">
                  <c:v>37369</c:v>
                </c:pt>
                <c:pt idx="53">
                  <c:v>37370</c:v>
                </c:pt>
                <c:pt idx="54">
                  <c:v>37371</c:v>
                </c:pt>
                <c:pt idx="55">
                  <c:v>37372</c:v>
                </c:pt>
                <c:pt idx="56">
                  <c:v>37375</c:v>
                </c:pt>
                <c:pt idx="57">
                  <c:v>37376</c:v>
                </c:pt>
                <c:pt idx="58">
                  <c:v>37378</c:v>
                </c:pt>
                <c:pt idx="59">
                  <c:v>37379</c:v>
                </c:pt>
                <c:pt idx="60">
                  <c:v>37382</c:v>
                </c:pt>
                <c:pt idx="61">
                  <c:v>37383</c:v>
                </c:pt>
                <c:pt idx="62">
                  <c:v>37384</c:v>
                </c:pt>
                <c:pt idx="63">
                  <c:v>37385</c:v>
                </c:pt>
                <c:pt idx="64">
                  <c:v>37386</c:v>
                </c:pt>
                <c:pt idx="65">
                  <c:v>37389</c:v>
                </c:pt>
                <c:pt idx="66">
                  <c:v>37390</c:v>
                </c:pt>
                <c:pt idx="67">
                  <c:v>37391</c:v>
                </c:pt>
                <c:pt idx="68">
                  <c:v>37392</c:v>
                </c:pt>
                <c:pt idx="69">
                  <c:v>37393</c:v>
                </c:pt>
                <c:pt idx="70">
                  <c:v>37396</c:v>
                </c:pt>
                <c:pt idx="71">
                  <c:v>37397</c:v>
                </c:pt>
                <c:pt idx="72">
                  <c:v>37398</c:v>
                </c:pt>
                <c:pt idx="73">
                  <c:v>37399</c:v>
                </c:pt>
                <c:pt idx="74">
                  <c:v>37400</c:v>
                </c:pt>
                <c:pt idx="75">
                  <c:v>37403</c:v>
                </c:pt>
                <c:pt idx="76">
                  <c:v>37404</c:v>
                </c:pt>
                <c:pt idx="77">
                  <c:v>37405</c:v>
                </c:pt>
                <c:pt idx="78">
                  <c:v>37407</c:v>
                </c:pt>
                <c:pt idx="79">
                  <c:v>37410</c:v>
                </c:pt>
                <c:pt idx="80">
                  <c:v>37411</c:v>
                </c:pt>
                <c:pt idx="81">
                  <c:v>37412</c:v>
                </c:pt>
                <c:pt idx="82">
                  <c:v>37413</c:v>
                </c:pt>
                <c:pt idx="83">
                  <c:v>37414</c:v>
                </c:pt>
                <c:pt idx="84">
                  <c:v>37417</c:v>
                </c:pt>
                <c:pt idx="85">
                  <c:v>37418</c:v>
                </c:pt>
                <c:pt idx="86">
                  <c:v>37419</c:v>
                </c:pt>
                <c:pt idx="87">
                  <c:v>37420</c:v>
                </c:pt>
                <c:pt idx="88">
                  <c:v>37421</c:v>
                </c:pt>
                <c:pt idx="89">
                  <c:v>37424</c:v>
                </c:pt>
                <c:pt idx="90">
                  <c:v>37425</c:v>
                </c:pt>
                <c:pt idx="91">
                  <c:v>37426</c:v>
                </c:pt>
                <c:pt idx="92">
                  <c:v>37427</c:v>
                </c:pt>
                <c:pt idx="93">
                  <c:v>37428</c:v>
                </c:pt>
                <c:pt idx="94">
                  <c:v>37431</c:v>
                </c:pt>
                <c:pt idx="95">
                  <c:v>37432</c:v>
                </c:pt>
                <c:pt idx="96">
                  <c:v>37433</c:v>
                </c:pt>
                <c:pt idx="97">
                  <c:v>37434</c:v>
                </c:pt>
                <c:pt idx="98">
                  <c:v>37435</c:v>
                </c:pt>
                <c:pt idx="99">
                  <c:v>37438</c:v>
                </c:pt>
                <c:pt idx="100">
                  <c:v>37439</c:v>
                </c:pt>
                <c:pt idx="101">
                  <c:v>37440</c:v>
                </c:pt>
                <c:pt idx="102">
                  <c:v>37441</c:v>
                </c:pt>
                <c:pt idx="103">
                  <c:v>37442</c:v>
                </c:pt>
                <c:pt idx="104">
                  <c:v>37445</c:v>
                </c:pt>
                <c:pt idx="105">
                  <c:v>37447</c:v>
                </c:pt>
                <c:pt idx="106">
                  <c:v>37448</c:v>
                </c:pt>
                <c:pt idx="107">
                  <c:v>37449</c:v>
                </c:pt>
                <c:pt idx="108">
                  <c:v>37452</c:v>
                </c:pt>
                <c:pt idx="109">
                  <c:v>37453</c:v>
                </c:pt>
                <c:pt idx="110">
                  <c:v>37454</c:v>
                </c:pt>
                <c:pt idx="111">
                  <c:v>37455</c:v>
                </c:pt>
                <c:pt idx="112">
                  <c:v>37456</c:v>
                </c:pt>
                <c:pt idx="113">
                  <c:v>37459</c:v>
                </c:pt>
                <c:pt idx="114">
                  <c:v>37460</c:v>
                </c:pt>
                <c:pt idx="115">
                  <c:v>37461</c:v>
                </c:pt>
                <c:pt idx="116">
                  <c:v>37462</c:v>
                </c:pt>
                <c:pt idx="117">
                  <c:v>37463</c:v>
                </c:pt>
                <c:pt idx="118">
                  <c:v>37466</c:v>
                </c:pt>
                <c:pt idx="119">
                  <c:v>37467</c:v>
                </c:pt>
                <c:pt idx="120">
                  <c:v>37468</c:v>
                </c:pt>
                <c:pt idx="121">
                  <c:v>37469</c:v>
                </c:pt>
                <c:pt idx="122">
                  <c:v>37470</c:v>
                </c:pt>
                <c:pt idx="123">
                  <c:v>37473</c:v>
                </c:pt>
                <c:pt idx="124">
                  <c:v>37474</c:v>
                </c:pt>
                <c:pt idx="125">
                  <c:v>37475</c:v>
                </c:pt>
                <c:pt idx="126">
                  <c:v>37476</c:v>
                </c:pt>
                <c:pt idx="127">
                  <c:v>37477</c:v>
                </c:pt>
                <c:pt idx="128">
                  <c:v>37480</c:v>
                </c:pt>
                <c:pt idx="129">
                  <c:v>37481</c:v>
                </c:pt>
                <c:pt idx="130">
                  <c:v>37482</c:v>
                </c:pt>
                <c:pt idx="131">
                  <c:v>37483</c:v>
                </c:pt>
                <c:pt idx="132">
                  <c:v>37484</c:v>
                </c:pt>
                <c:pt idx="133">
                  <c:v>37487</c:v>
                </c:pt>
                <c:pt idx="134">
                  <c:v>37488</c:v>
                </c:pt>
                <c:pt idx="135">
                  <c:v>37489</c:v>
                </c:pt>
                <c:pt idx="136">
                  <c:v>37490</c:v>
                </c:pt>
                <c:pt idx="137">
                  <c:v>37491</c:v>
                </c:pt>
                <c:pt idx="138">
                  <c:v>37494</c:v>
                </c:pt>
                <c:pt idx="139">
                  <c:v>37495</c:v>
                </c:pt>
                <c:pt idx="140">
                  <c:v>37496</c:v>
                </c:pt>
                <c:pt idx="141">
                  <c:v>37497</c:v>
                </c:pt>
                <c:pt idx="142">
                  <c:v>37498</c:v>
                </c:pt>
                <c:pt idx="143">
                  <c:v>37501</c:v>
                </c:pt>
                <c:pt idx="144">
                  <c:v>37502</c:v>
                </c:pt>
                <c:pt idx="145">
                  <c:v>37503</c:v>
                </c:pt>
                <c:pt idx="146">
                  <c:v>37504</c:v>
                </c:pt>
                <c:pt idx="147">
                  <c:v>37505</c:v>
                </c:pt>
                <c:pt idx="148">
                  <c:v>37508</c:v>
                </c:pt>
                <c:pt idx="149">
                  <c:v>37509</c:v>
                </c:pt>
                <c:pt idx="150">
                  <c:v>37510</c:v>
                </c:pt>
                <c:pt idx="151">
                  <c:v>37511</c:v>
                </c:pt>
                <c:pt idx="152">
                  <c:v>37512</c:v>
                </c:pt>
                <c:pt idx="153">
                  <c:v>37515</c:v>
                </c:pt>
                <c:pt idx="154">
                  <c:v>37516</c:v>
                </c:pt>
                <c:pt idx="155">
                  <c:v>37517</c:v>
                </c:pt>
                <c:pt idx="156">
                  <c:v>37518</c:v>
                </c:pt>
                <c:pt idx="157">
                  <c:v>37519</c:v>
                </c:pt>
                <c:pt idx="158">
                  <c:v>37522</c:v>
                </c:pt>
                <c:pt idx="159">
                  <c:v>37523</c:v>
                </c:pt>
                <c:pt idx="160">
                  <c:v>37524</c:v>
                </c:pt>
                <c:pt idx="161">
                  <c:v>37525</c:v>
                </c:pt>
                <c:pt idx="162">
                  <c:v>37526</c:v>
                </c:pt>
                <c:pt idx="163">
                  <c:v>37529</c:v>
                </c:pt>
                <c:pt idx="164">
                  <c:v>37530</c:v>
                </c:pt>
                <c:pt idx="165">
                  <c:v>37531</c:v>
                </c:pt>
                <c:pt idx="166">
                  <c:v>37532</c:v>
                </c:pt>
                <c:pt idx="167">
                  <c:v>37533</c:v>
                </c:pt>
                <c:pt idx="168">
                  <c:v>37536</c:v>
                </c:pt>
                <c:pt idx="169">
                  <c:v>37537</c:v>
                </c:pt>
                <c:pt idx="170">
                  <c:v>37538</c:v>
                </c:pt>
                <c:pt idx="171">
                  <c:v>37539</c:v>
                </c:pt>
                <c:pt idx="172">
                  <c:v>37540</c:v>
                </c:pt>
                <c:pt idx="173">
                  <c:v>37543</c:v>
                </c:pt>
                <c:pt idx="174">
                  <c:v>37544</c:v>
                </c:pt>
                <c:pt idx="175">
                  <c:v>37545</c:v>
                </c:pt>
                <c:pt idx="176">
                  <c:v>37546</c:v>
                </c:pt>
                <c:pt idx="177">
                  <c:v>37547</c:v>
                </c:pt>
                <c:pt idx="178">
                  <c:v>37550</c:v>
                </c:pt>
                <c:pt idx="179">
                  <c:v>37551</c:v>
                </c:pt>
                <c:pt idx="180">
                  <c:v>37552</c:v>
                </c:pt>
                <c:pt idx="181">
                  <c:v>37553</c:v>
                </c:pt>
                <c:pt idx="182">
                  <c:v>37554</c:v>
                </c:pt>
                <c:pt idx="183">
                  <c:v>37557</c:v>
                </c:pt>
                <c:pt idx="184">
                  <c:v>37558</c:v>
                </c:pt>
                <c:pt idx="185">
                  <c:v>37559</c:v>
                </c:pt>
                <c:pt idx="186">
                  <c:v>37560</c:v>
                </c:pt>
                <c:pt idx="187">
                  <c:v>37561</c:v>
                </c:pt>
                <c:pt idx="188">
                  <c:v>37564</c:v>
                </c:pt>
                <c:pt idx="189">
                  <c:v>37565</c:v>
                </c:pt>
                <c:pt idx="190">
                  <c:v>37566</c:v>
                </c:pt>
                <c:pt idx="191">
                  <c:v>37567</c:v>
                </c:pt>
                <c:pt idx="192">
                  <c:v>37568</c:v>
                </c:pt>
                <c:pt idx="193">
                  <c:v>37571</c:v>
                </c:pt>
                <c:pt idx="194">
                  <c:v>37572</c:v>
                </c:pt>
                <c:pt idx="195">
                  <c:v>37573</c:v>
                </c:pt>
                <c:pt idx="196">
                  <c:v>37574</c:v>
                </c:pt>
                <c:pt idx="197">
                  <c:v>37578</c:v>
                </c:pt>
                <c:pt idx="198">
                  <c:v>37579</c:v>
                </c:pt>
                <c:pt idx="199">
                  <c:v>37580</c:v>
                </c:pt>
                <c:pt idx="200">
                  <c:v>37581</c:v>
                </c:pt>
                <c:pt idx="201">
                  <c:v>37582</c:v>
                </c:pt>
                <c:pt idx="202">
                  <c:v>37585</c:v>
                </c:pt>
                <c:pt idx="203">
                  <c:v>37586</c:v>
                </c:pt>
                <c:pt idx="204">
                  <c:v>37587</c:v>
                </c:pt>
                <c:pt idx="205">
                  <c:v>37588</c:v>
                </c:pt>
                <c:pt idx="206">
                  <c:v>37589</c:v>
                </c:pt>
                <c:pt idx="207">
                  <c:v>37592</c:v>
                </c:pt>
                <c:pt idx="208">
                  <c:v>37593</c:v>
                </c:pt>
                <c:pt idx="209">
                  <c:v>37594</c:v>
                </c:pt>
                <c:pt idx="210">
                  <c:v>37595</c:v>
                </c:pt>
                <c:pt idx="211">
                  <c:v>37596</c:v>
                </c:pt>
                <c:pt idx="212">
                  <c:v>37599</c:v>
                </c:pt>
                <c:pt idx="213">
                  <c:v>37600</c:v>
                </c:pt>
                <c:pt idx="214">
                  <c:v>37601</c:v>
                </c:pt>
                <c:pt idx="215">
                  <c:v>37602</c:v>
                </c:pt>
                <c:pt idx="216">
                  <c:v>37603</c:v>
                </c:pt>
                <c:pt idx="217">
                  <c:v>37606</c:v>
                </c:pt>
                <c:pt idx="218">
                  <c:v>37607</c:v>
                </c:pt>
                <c:pt idx="219">
                  <c:v>37608</c:v>
                </c:pt>
                <c:pt idx="220">
                  <c:v>37609</c:v>
                </c:pt>
                <c:pt idx="221">
                  <c:v>37610</c:v>
                </c:pt>
                <c:pt idx="222">
                  <c:v>37613</c:v>
                </c:pt>
                <c:pt idx="223">
                  <c:v>37616</c:v>
                </c:pt>
                <c:pt idx="224">
                  <c:v>37617</c:v>
                </c:pt>
                <c:pt idx="225">
                  <c:v>37620</c:v>
                </c:pt>
                <c:pt idx="226">
                  <c:v>37623</c:v>
                </c:pt>
                <c:pt idx="227">
                  <c:v>37624</c:v>
                </c:pt>
                <c:pt idx="228">
                  <c:v>37627</c:v>
                </c:pt>
                <c:pt idx="229">
                  <c:v>37628</c:v>
                </c:pt>
                <c:pt idx="230">
                  <c:v>37629</c:v>
                </c:pt>
                <c:pt idx="231">
                  <c:v>37630</c:v>
                </c:pt>
                <c:pt idx="232">
                  <c:v>37631</c:v>
                </c:pt>
                <c:pt idx="233">
                  <c:v>37634</c:v>
                </c:pt>
                <c:pt idx="234">
                  <c:v>37635</c:v>
                </c:pt>
                <c:pt idx="235">
                  <c:v>37636</c:v>
                </c:pt>
                <c:pt idx="236">
                  <c:v>37637</c:v>
                </c:pt>
                <c:pt idx="237">
                  <c:v>37638</c:v>
                </c:pt>
                <c:pt idx="238">
                  <c:v>37641</c:v>
                </c:pt>
                <c:pt idx="239">
                  <c:v>37642</c:v>
                </c:pt>
                <c:pt idx="240">
                  <c:v>37643</c:v>
                </c:pt>
                <c:pt idx="241">
                  <c:v>37644</c:v>
                </c:pt>
                <c:pt idx="242">
                  <c:v>37645</c:v>
                </c:pt>
                <c:pt idx="243">
                  <c:v>37648</c:v>
                </c:pt>
                <c:pt idx="244">
                  <c:v>37649</c:v>
                </c:pt>
                <c:pt idx="245">
                  <c:v>37650</c:v>
                </c:pt>
                <c:pt idx="246">
                  <c:v>37651</c:v>
                </c:pt>
                <c:pt idx="247">
                  <c:v>37652</c:v>
                </c:pt>
                <c:pt idx="248">
                  <c:v>37655</c:v>
                </c:pt>
                <c:pt idx="249">
                  <c:v>37656</c:v>
                </c:pt>
                <c:pt idx="250">
                  <c:v>37657</c:v>
                </c:pt>
                <c:pt idx="251">
                  <c:v>37658</c:v>
                </c:pt>
                <c:pt idx="252">
                  <c:v>37659</c:v>
                </c:pt>
                <c:pt idx="253">
                  <c:v>37662</c:v>
                </c:pt>
                <c:pt idx="254">
                  <c:v>37663</c:v>
                </c:pt>
                <c:pt idx="255">
                  <c:v>37664</c:v>
                </c:pt>
                <c:pt idx="256">
                  <c:v>37665</c:v>
                </c:pt>
                <c:pt idx="257">
                  <c:v>37666</c:v>
                </c:pt>
                <c:pt idx="258">
                  <c:v>37669</c:v>
                </c:pt>
                <c:pt idx="259">
                  <c:v>37670</c:v>
                </c:pt>
                <c:pt idx="260">
                  <c:v>37671</c:v>
                </c:pt>
                <c:pt idx="261">
                  <c:v>37672</c:v>
                </c:pt>
                <c:pt idx="262">
                  <c:v>37673</c:v>
                </c:pt>
                <c:pt idx="263">
                  <c:v>37676</c:v>
                </c:pt>
                <c:pt idx="264">
                  <c:v>37677</c:v>
                </c:pt>
                <c:pt idx="265">
                  <c:v>37678</c:v>
                </c:pt>
                <c:pt idx="266">
                  <c:v>37679</c:v>
                </c:pt>
                <c:pt idx="267">
                  <c:v>37680</c:v>
                </c:pt>
                <c:pt idx="268">
                  <c:v>37685</c:v>
                </c:pt>
                <c:pt idx="269">
                  <c:v>37686</c:v>
                </c:pt>
                <c:pt idx="270">
                  <c:v>37687</c:v>
                </c:pt>
                <c:pt idx="271">
                  <c:v>37690</c:v>
                </c:pt>
                <c:pt idx="272">
                  <c:v>37691</c:v>
                </c:pt>
                <c:pt idx="273">
                  <c:v>37692</c:v>
                </c:pt>
                <c:pt idx="274">
                  <c:v>37693</c:v>
                </c:pt>
                <c:pt idx="275">
                  <c:v>37694</c:v>
                </c:pt>
                <c:pt idx="276">
                  <c:v>37697</c:v>
                </c:pt>
                <c:pt idx="277">
                  <c:v>37698</c:v>
                </c:pt>
                <c:pt idx="278">
                  <c:v>37699</c:v>
                </c:pt>
                <c:pt idx="279">
                  <c:v>37700</c:v>
                </c:pt>
                <c:pt idx="280">
                  <c:v>37701</c:v>
                </c:pt>
                <c:pt idx="281">
                  <c:v>37704</c:v>
                </c:pt>
                <c:pt idx="282">
                  <c:v>37705</c:v>
                </c:pt>
                <c:pt idx="283">
                  <c:v>37706</c:v>
                </c:pt>
                <c:pt idx="284">
                  <c:v>37707</c:v>
                </c:pt>
                <c:pt idx="285">
                  <c:v>37708</c:v>
                </c:pt>
                <c:pt idx="286">
                  <c:v>37711</c:v>
                </c:pt>
                <c:pt idx="287">
                  <c:v>37712</c:v>
                </c:pt>
                <c:pt idx="288">
                  <c:v>37713</c:v>
                </c:pt>
                <c:pt idx="289">
                  <c:v>37714</c:v>
                </c:pt>
                <c:pt idx="290">
                  <c:v>37715</c:v>
                </c:pt>
                <c:pt idx="291">
                  <c:v>37718</c:v>
                </c:pt>
                <c:pt idx="292">
                  <c:v>37719</c:v>
                </c:pt>
                <c:pt idx="293">
                  <c:v>37720</c:v>
                </c:pt>
                <c:pt idx="294">
                  <c:v>37721</c:v>
                </c:pt>
                <c:pt idx="295">
                  <c:v>37722</c:v>
                </c:pt>
                <c:pt idx="296">
                  <c:v>37725</c:v>
                </c:pt>
                <c:pt idx="297">
                  <c:v>37726</c:v>
                </c:pt>
                <c:pt idx="298">
                  <c:v>37727</c:v>
                </c:pt>
                <c:pt idx="299">
                  <c:v>37728</c:v>
                </c:pt>
                <c:pt idx="300">
                  <c:v>37733</c:v>
                </c:pt>
                <c:pt idx="301">
                  <c:v>37734</c:v>
                </c:pt>
                <c:pt idx="302">
                  <c:v>37735</c:v>
                </c:pt>
                <c:pt idx="303">
                  <c:v>37736</c:v>
                </c:pt>
                <c:pt idx="304">
                  <c:v>37739</c:v>
                </c:pt>
                <c:pt idx="305">
                  <c:v>37740</c:v>
                </c:pt>
                <c:pt idx="306">
                  <c:v>37741</c:v>
                </c:pt>
                <c:pt idx="307">
                  <c:v>37743</c:v>
                </c:pt>
                <c:pt idx="308">
                  <c:v>37746</c:v>
                </c:pt>
                <c:pt idx="309">
                  <c:v>37747</c:v>
                </c:pt>
                <c:pt idx="310">
                  <c:v>37748</c:v>
                </c:pt>
                <c:pt idx="311">
                  <c:v>37749</c:v>
                </c:pt>
                <c:pt idx="312">
                  <c:v>37750</c:v>
                </c:pt>
                <c:pt idx="313">
                  <c:v>37753</c:v>
                </c:pt>
                <c:pt idx="314">
                  <c:v>37754</c:v>
                </c:pt>
                <c:pt idx="315">
                  <c:v>37755</c:v>
                </c:pt>
                <c:pt idx="316">
                  <c:v>37756</c:v>
                </c:pt>
                <c:pt idx="317">
                  <c:v>37757</c:v>
                </c:pt>
                <c:pt idx="318">
                  <c:v>37760</c:v>
                </c:pt>
                <c:pt idx="319">
                  <c:v>37761</c:v>
                </c:pt>
                <c:pt idx="320">
                  <c:v>37762</c:v>
                </c:pt>
                <c:pt idx="321">
                  <c:v>37763</c:v>
                </c:pt>
                <c:pt idx="322">
                  <c:v>37764</c:v>
                </c:pt>
                <c:pt idx="323">
                  <c:v>37767</c:v>
                </c:pt>
                <c:pt idx="324">
                  <c:v>37768</c:v>
                </c:pt>
                <c:pt idx="325">
                  <c:v>37769</c:v>
                </c:pt>
                <c:pt idx="326">
                  <c:v>37770</c:v>
                </c:pt>
                <c:pt idx="327">
                  <c:v>37771</c:v>
                </c:pt>
                <c:pt idx="328">
                  <c:v>37774</c:v>
                </c:pt>
                <c:pt idx="329">
                  <c:v>37775</c:v>
                </c:pt>
                <c:pt idx="330">
                  <c:v>37776</c:v>
                </c:pt>
                <c:pt idx="331">
                  <c:v>37777</c:v>
                </c:pt>
                <c:pt idx="332">
                  <c:v>37778</c:v>
                </c:pt>
                <c:pt idx="333">
                  <c:v>37781</c:v>
                </c:pt>
                <c:pt idx="334">
                  <c:v>37782</c:v>
                </c:pt>
                <c:pt idx="335">
                  <c:v>37783</c:v>
                </c:pt>
                <c:pt idx="336">
                  <c:v>37784</c:v>
                </c:pt>
                <c:pt idx="337">
                  <c:v>37785</c:v>
                </c:pt>
                <c:pt idx="338">
                  <c:v>37788</c:v>
                </c:pt>
                <c:pt idx="339">
                  <c:v>37789</c:v>
                </c:pt>
                <c:pt idx="340">
                  <c:v>37790</c:v>
                </c:pt>
                <c:pt idx="341">
                  <c:v>37792</c:v>
                </c:pt>
                <c:pt idx="342">
                  <c:v>37795</c:v>
                </c:pt>
                <c:pt idx="343">
                  <c:v>37796</c:v>
                </c:pt>
                <c:pt idx="344">
                  <c:v>37797</c:v>
                </c:pt>
                <c:pt idx="345">
                  <c:v>37798</c:v>
                </c:pt>
                <c:pt idx="346">
                  <c:v>37799</c:v>
                </c:pt>
                <c:pt idx="347">
                  <c:v>37802</c:v>
                </c:pt>
                <c:pt idx="348">
                  <c:v>37803</c:v>
                </c:pt>
                <c:pt idx="349">
                  <c:v>37804</c:v>
                </c:pt>
                <c:pt idx="350">
                  <c:v>37805</c:v>
                </c:pt>
                <c:pt idx="351">
                  <c:v>37806</c:v>
                </c:pt>
                <c:pt idx="352">
                  <c:v>37809</c:v>
                </c:pt>
                <c:pt idx="353">
                  <c:v>37810</c:v>
                </c:pt>
                <c:pt idx="354">
                  <c:v>37812</c:v>
                </c:pt>
                <c:pt idx="355">
                  <c:v>37813</c:v>
                </c:pt>
                <c:pt idx="356">
                  <c:v>37816</c:v>
                </c:pt>
                <c:pt idx="357">
                  <c:v>37817</c:v>
                </c:pt>
                <c:pt idx="358">
                  <c:v>37818</c:v>
                </c:pt>
                <c:pt idx="359">
                  <c:v>37819</c:v>
                </c:pt>
                <c:pt idx="360">
                  <c:v>37820</c:v>
                </c:pt>
                <c:pt idx="361">
                  <c:v>37823</c:v>
                </c:pt>
                <c:pt idx="362">
                  <c:v>37824</c:v>
                </c:pt>
                <c:pt idx="363">
                  <c:v>37825</c:v>
                </c:pt>
                <c:pt idx="364">
                  <c:v>37826</c:v>
                </c:pt>
                <c:pt idx="365">
                  <c:v>37827</c:v>
                </c:pt>
                <c:pt idx="366">
                  <c:v>37830</c:v>
                </c:pt>
                <c:pt idx="367">
                  <c:v>37831</c:v>
                </c:pt>
                <c:pt idx="368">
                  <c:v>37832</c:v>
                </c:pt>
                <c:pt idx="369">
                  <c:v>37833</c:v>
                </c:pt>
                <c:pt idx="370">
                  <c:v>37834</c:v>
                </c:pt>
                <c:pt idx="371">
                  <c:v>37837</c:v>
                </c:pt>
                <c:pt idx="372">
                  <c:v>37838</c:v>
                </c:pt>
                <c:pt idx="373">
                  <c:v>37839</c:v>
                </c:pt>
                <c:pt idx="374">
                  <c:v>37840</c:v>
                </c:pt>
                <c:pt idx="375">
                  <c:v>37841</c:v>
                </c:pt>
                <c:pt idx="376">
                  <c:v>37844</c:v>
                </c:pt>
                <c:pt idx="377">
                  <c:v>37845</c:v>
                </c:pt>
                <c:pt idx="378">
                  <c:v>37846</c:v>
                </c:pt>
                <c:pt idx="379">
                  <c:v>37847</c:v>
                </c:pt>
                <c:pt idx="380">
                  <c:v>37848</c:v>
                </c:pt>
                <c:pt idx="381">
                  <c:v>37851</c:v>
                </c:pt>
                <c:pt idx="382">
                  <c:v>37852</c:v>
                </c:pt>
                <c:pt idx="383">
                  <c:v>37853</c:v>
                </c:pt>
                <c:pt idx="384">
                  <c:v>37854</c:v>
                </c:pt>
                <c:pt idx="385">
                  <c:v>37855</c:v>
                </c:pt>
                <c:pt idx="386">
                  <c:v>37858</c:v>
                </c:pt>
                <c:pt idx="387">
                  <c:v>37859</c:v>
                </c:pt>
                <c:pt idx="388">
                  <c:v>37860</c:v>
                </c:pt>
                <c:pt idx="389">
                  <c:v>37861</c:v>
                </c:pt>
                <c:pt idx="390">
                  <c:v>37862</c:v>
                </c:pt>
                <c:pt idx="391">
                  <c:v>37865</c:v>
                </c:pt>
                <c:pt idx="392">
                  <c:v>37866</c:v>
                </c:pt>
                <c:pt idx="393">
                  <c:v>37867</c:v>
                </c:pt>
                <c:pt idx="394">
                  <c:v>37868</c:v>
                </c:pt>
                <c:pt idx="395">
                  <c:v>37869</c:v>
                </c:pt>
                <c:pt idx="396">
                  <c:v>37872</c:v>
                </c:pt>
                <c:pt idx="397">
                  <c:v>37873</c:v>
                </c:pt>
                <c:pt idx="398">
                  <c:v>37874</c:v>
                </c:pt>
                <c:pt idx="399">
                  <c:v>37875</c:v>
                </c:pt>
                <c:pt idx="400">
                  <c:v>37876</c:v>
                </c:pt>
                <c:pt idx="401">
                  <c:v>37879</c:v>
                </c:pt>
                <c:pt idx="402">
                  <c:v>37880</c:v>
                </c:pt>
                <c:pt idx="403">
                  <c:v>37881</c:v>
                </c:pt>
                <c:pt idx="404">
                  <c:v>37882</c:v>
                </c:pt>
                <c:pt idx="405">
                  <c:v>37883</c:v>
                </c:pt>
                <c:pt idx="406">
                  <c:v>37886</c:v>
                </c:pt>
                <c:pt idx="407">
                  <c:v>37887</c:v>
                </c:pt>
                <c:pt idx="408">
                  <c:v>37888</c:v>
                </c:pt>
                <c:pt idx="409">
                  <c:v>37889</c:v>
                </c:pt>
                <c:pt idx="410">
                  <c:v>37890</c:v>
                </c:pt>
                <c:pt idx="411">
                  <c:v>37893</c:v>
                </c:pt>
                <c:pt idx="412">
                  <c:v>37894</c:v>
                </c:pt>
                <c:pt idx="413">
                  <c:v>37895</c:v>
                </c:pt>
                <c:pt idx="414">
                  <c:v>37896</c:v>
                </c:pt>
                <c:pt idx="415">
                  <c:v>37897</c:v>
                </c:pt>
                <c:pt idx="416">
                  <c:v>37900</c:v>
                </c:pt>
                <c:pt idx="417">
                  <c:v>37901</c:v>
                </c:pt>
                <c:pt idx="418">
                  <c:v>37902</c:v>
                </c:pt>
                <c:pt idx="419">
                  <c:v>37903</c:v>
                </c:pt>
                <c:pt idx="420">
                  <c:v>37904</c:v>
                </c:pt>
                <c:pt idx="421">
                  <c:v>37907</c:v>
                </c:pt>
                <c:pt idx="422">
                  <c:v>37908</c:v>
                </c:pt>
                <c:pt idx="423">
                  <c:v>37909</c:v>
                </c:pt>
                <c:pt idx="424">
                  <c:v>37910</c:v>
                </c:pt>
                <c:pt idx="425">
                  <c:v>37911</c:v>
                </c:pt>
                <c:pt idx="426">
                  <c:v>37914</c:v>
                </c:pt>
                <c:pt idx="427">
                  <c:v>37915</c:v>
                </c:pt>
                <c:pt idx="428">
                  <c:v>37916</c:v>
                </c:pt>
                <c:pt idx="429">
                  <c:v>37917</c:v>
                </c:pt>
                <c:pt idx="430">
                  <c:v>37918</c:v>
                </c:pt>
                <c:pt idx="431">
                  <c:v>37921</c:v>
                </c:pt>
                <c:pt idx="432">
                  <c:v>37922</c:v>
                </c:pt>
                <c:pt idx="433">
                  <c:v>37923</c:v>
                </c:pt>
                <c:pt idx="434">
                  <c:v>37924</c:v>
                </c:pt>
                <c:pt idx="435">
                  <c:v>37925</c:v>
                </c:pt>
                <c:pt idx="436">
                  <c:v>37928</c:v>
                </c:pt>
                <c:pt idx="437">
                  <c:v>37929</c:v>
                </c:pt>
                <c:pt idx="438">
                  <c:v>37930</c:v>
                </c:pt>
                <c:pt idx="439">
                  <c:v>37931</c:v>
                </c:pt>
                <c:pt idx="440">
                  <c:v>37932</c:v>
                </c:pt>
                <c:pt idx="441">
                  <c:v>37935</c:v>
                </c:pt>
                <c:pt idx="442">
                  <c:v>37936</c:v>
                </c:pt>
                <c:pt idx="443">
                  <c:v>37937</c:v>
                </c:pt>
                <c:pt idx="444">
                  <c:v>37938</c:v>
                </c:pt>
                <c:pt idx="445">
                  <c:v>37939</c:v>
                </c:pt>
                <c:pt idx="446">
                  <c:v>37942</c:v>
                </c:pt>
                <c:pt idx="447">
                  <c:v>37943</c:v>
                </c:pt>
                <c:pt idx="448">
                  <c:v>37944</c:v>
                </c:pt>
                <c:pt idx="449">
                  <c:v>37945</c:v>
                </c:pt>
                <c:pt idx="450">
                  <c:v>37946</c:v>
                </c:pt>
                <c:pt idx="451">
                  <c:v>37949</c:v>
                </c:pt>
                <c:pt idx="452">
                  <c:v>37950</c:v>
                </c:pt>
                <c:pt idx="453">
                  <c:v>37951</c:v>
                </c:pt>
                <c:pt idx="454">
                  <c:v>37952</c:v>
                </c:pt>
                <c:pt idx="455">
                  <c:v>37953</c:v>
                </c:pt>
                <c:pt idx="456">
                  <c:v>37956</c:v>
                </c:pt>
                <c:pt idx="457">
                  <c:v>37957</c:v>
                </c:pt>
                <c:pt idx="458">
                  <c:v>37958</c:v>
                </c:pt>
                <c:pt idx="459">
                  <c:v>37959</c:v>
                </c:pt>
                <c:pt idx="460">
                  <c:v>37960</c:v>
                </c:pt>
                <c:pt idx="461">
                  <c:v>37963</c:v>
                </c:pt>
                <c:pt idx="462">
                  <c:v>37964</c:v>
                </c:pt>
                <c:pt idx="463">
                  <c:v>37965</c:v>
                </c:pt>
                <c:pt idx="464">
                  <c:v>37966</c:v>
                </c:pt>
                <c:pt idx="465">
                  <c:v>37967</c:v>
                </c:pt>
                <c:pt idx="466">
                  <c:v>37970</c:v>
                </c:pt>
                <c:pt idx="467">
                  <c:v>37971</c:v>
                </c:pt>
                <c:pt idx="468">
                  <c:v>37972</c:v>
                </c:pt>
                <c:pt idx="469">
                  <c:v>37973</c:v>
                </c:pt>
                <c:pt idx="470">
                  <c:v>37974</c:v>
                </c:pt>
                <c:pt idx="471">
                  <c:v>37977</c:v>
                </c:pt>
                <c:pt idx="472">
                  <c:v>37978</c:v>
                </c:pt>
                <c:pt idx="473">
                  <c:v>37981</c:v>
                </c:pt>
                <c:pt idx="474">
                  <c:v>37984</c:v>
                </c:pt>
                <c:pt idx="475">
                  <c:v>37985</c:v>
                </c:pt>
                <c:pt idx="476">
                  <c:v>37988</c:v>
                </c:pt>
                <c:pt idx="477">
                  <c:v>37991</c:v>
                </c:pt>
                <c:pt idx="478">
                  <c:v>37992</c:v>
                </c:pt>
                <c:pt idx="479">
                  <c:v>37993</c:v>
                </c:pt>
                <c:pt idx="480">
                  <c:v>37994</c:v>
                </c:pt>
                <c:pt idx="481">
                  <c:v>37995</c:v>
                </c:pt>
                <c:pt idx="482">
                  <c:v>37998</c:v>
                </c:pt>
                <c:pt idx="483">
                  <c:v>37999</c:v>
                </c:pt>
                <c:pt idx="484">
                  <c:v>38000</c:v>
                </c:pt>
                <c:pt idx="485">
                  <c:v>38001</c:v>
                </c:pt>
                <c:pt idx="486">
                  <c:v>38002</c:v>
                </c:pt>
                <c:pt idx="487">
                  <c:v>38005</c:v>
                </c:pt>
                <c:pt idx="488">
                  <c:v>38006</c:v>
                </c:pt>
                <c:pt idx="489">
                  <c:v>38007</c:v>
                </c:pt>
                <c:pt idx="490">
                  <c:v>38008</c:v>
                </c:pt>
                <c:pt idx="491">
                  <c:v>38009</c:v>
                </c:pt>
                <c:pt idx="492">
                  <c:v>38012</c:v>
                </c:pt>
                <c:pt idx="493">
                  <c:v>38013</c:v>
                </c:pt>
                <c:pt idx="494">
                  <c:v>38014</c:v>
                </c:pt>
                <c:pt idx="495">
                  <c:v>38015</c:v>
                </c:pt>
                <c:pt idx="496">
                  <c:v>38016</c:v>
                </c:pt>
                <c:pt idx="497">
                  <c:v>38019</c:v>
                </c:pt>
                <c:pt idx="498">
                  <c:v>38020</c:v>
                </c:pt>
                <c:pt idx="499">
                  <c:v>38021</c:v>
                </c:pt>
                <c:pt idx="500">
                  <c:v>38022</c:v>
                </c:pt>
                <c:pt idx="501">
                  <c:v>38023</c:v>
                </c:pt>
                <c:pt idx="502">
                  <c:v>38026</c:v>
                </c:pt>
                <c:pt idx="503">
                  <c:v>38027</c:v>
                </c:pt>
                <c:pt idx="504">
                  <c:v>38028</c:v>
                </c:pt>
                <c:pt idx="505">
                  <c:v>38029</c:v>
                </c:pt>
                <c:pt idx="506">
                  <c:v>38030</c:v>
                </c:pt>
                <c:pt idx="507">
                  <c:v>38033</c:v>
                </c:pt>
                <c:pt idx="508">
                  <c:v>38034</c:v>
                </c:pt>
                <c:pt idx="509">
                  <c:v>38035</c:v>
                </c:pt>
                <c:pt idx="510">
                  <c:v>38036</c:v>
                </c:pt>
                <c:pt idx="511">
                  <c:v>38037</c:v>
                </c:pt>
                <c:pt idx="512">
                  <c:v>38042</c:v>
                </c:pt>
                <c:pt idx="513">
                  <c:v>38043</c:v>
                </c:pt>
                <c:pt idx="514">
                  <c:v>38044</c:v>
                </c:pt>
                <c:pt idx="515">
                  <c:v>38047</c:v>
                </c:pt>
                <c:pt idx="516">
                  <c:v>38048</c:v>
                </c:pt>
                <c:pt idx="517">
                  <c:v>38049</c:v>
                </c:pt>
                <c:pt idx="518">
                  <c:v>38050</c:v>
                </c:pt>
                <c:pt idx="519">
                  <c:v>38051</c:v>
                </c:pt>
                <c:pt idx="520">
                  <c:v>38054</c:v>
                </c:pt>
                <c:pt idx="521">
                  <c:v>38055</c:v>
                </c:pt>
                <c:pt idx="522">
                  <c:v>38056</c:v>
                </c:pt>
                <c:pt idx="523">
                  <c:v>38057</c:v>
                </c:pt>
                <c:pt idx="524">
                  <c:v>38058</c:v>
                </c:pt>
                <c:pt idx="525">
                  <c:v>38061</c:v>
                </c:pt>
                <c:pt idx="526">
                  <c:v>38062</c:v>
                </c:pt>
                <c:pt idx="527">
                  <c:v>38063</c:v>
                </c:pt>
                <c:pt idx="528">
                  <c:v>38064</c:v>
                </c:pt>
                <c:pt idx="529">
                  <c:v>38065</c:v>
                </c:pt>
                <c:pt idx="530">
                  <c:v>38068</c:v>
                </c:pt>
                <c:pt idx="531">
                  <c:v>38069</c:v>
                </c:pt>
                <c:pt idx="532">
                  <c:v>38070</c:v>
                </c:pt>
                <c:pt idx="533">
                  <c:v>38071</c:v>
                </c:pt>
                <c:pt idx="534">
                  <c:v>38072</c:v>
                </c:pt>
                <c:pt idx="535">
                  <c:v>38075</c:v>
                </c:pt>
                <c:pt idx="536">
                  <c:v>38076</c:v>
                </c:pt>
                <c:pt idx="537">
                  <c:v>38077</c:v>
                </c:pt>
                <c:pt idx="538">
                  <c:v>38078</c:v>
                </c:pt>
                <c:pt idx="539">
                  <c:v>38079</c:v>
                </c:pt>
                <c:pt idx="540">
                  <c:v>38082</c:v>
                </c:pt>
                <c:pt idx="541">
                  <c:v>38083</c:v>
                </c:pt>
                <c:pt idx="542">
                  <c:v>38084</c:v>
                </c:pt>
                <c:pt idx="543">
                  <c:v>38085</c:v>
                </c:pt>
                <c:pt idx="544">
                  <c:v>38089</c:v>
                </c:pt>
                <c:pt idx="545">
                  <c:v>38090</c:v>
                </c:pt>
                <c:pt idx="546">
                  <c:v>38091</c:v>
                </c:pt>
                <c:pt idx="547">
                  <c:v>38092</c:v>
                </c:pt>
                <c:pt idx="548">
                  <c:v>38093</c:v>
                </c:pt>
                <c:pt idx="549">
                  <c:v>38096</c:v>
                </c:pt>
                <c:pt idx="550">
                  <c:v>38097</c:v>
                </c:pt>
                <c:pt idx="551">
                  <c:v>38099</c:v>
                </c:pt>
                <c:pt idx="552">
                  <c:v>38100</c:v>
                </c:pt>
                <c:pt idx="553">
                  <c:v>38103</c:v>
                </c:pt>
                <c:pt idx="554">
                  <c:v>38104</c:v>
                </c:pt>
                <c:pt idx="555">
                  <c:v>38105</c:v>
                </c:pt>
                <c:pt idx="556">
                  <c:v>38106</c:v>
                </c:pt>
                <c:pt idx="557">
                  <c:v>38107</c:v>
                </c:pt>
                <c:pt idx="558">
                  <c:v>38110</c:v>
                </c:pt>
                <c:pt idx="559">
                  <c:v>38111</c:v>
                </c:pt>
                <c:pt idx="560">
                  <c:v>38112</c:v>
                </c:pt>
                <c:pt idx="561">
                  <c:v>38113</c:v>
                </c:pt>
                <c:pt idx="562">
                  <c:v>38114</c:v>
                </c:pt>
                <c:pt idx="563">
                  <c:v>38117</c:v>
                </c:pt>
                <c:pt idx="564">
                  <c:v>38118</c:v>
                </c:pt>
                <c:pt idx="565">
                  <c:v>38119</c:v>
                </c:pt>
                <c:pt idx="566">
                  <c:v>38120</c:v>
                </c:pt>
                <c:pt idx="567">
                  <c:v>38121</c:v>
                </c:pt>
                <c:pt idx="568">
                  <c:v>38124</c:v>
                </c:pt>
                <c:pt idx="569">
                  <c:v>38125</c:v>
                </c:pt>
                <c:pt idx="570">
                  <c:v>38126</c:v>
                </c:pt>
                <c:pt idx="571">
                  <c:v>38127</c:v>
                </c:pt>
                <c:pt idx="572">
                  <c:v>38128</c:v>
                </c:pt>
                <c:pt idx="573">
                  <c:v>38131</c:v>
                </c:pt>
                <c:pt idx="574">
                  <c:v>38132</c:v>
                </c:pt>
                <c:pt idx="575">
                  <c:v>38133</c:v>
                </c:pt>
                <c:pt idx="576">
                  <c:v>38134</c:v>
                </c:pt>
                <c:pt idx="577">
                  <c:v>38135</c:v>
                </c:pt>
                <c:pt idx="578">
                  <c:v>38138</c:v>
                </c:pt>
                <c:pt idx="579">
                  <c:v>38139</c:v>
                </c:pt>
                <c:pt idx="580">
                  <c:v>38140</c:v>
                </c:pt>
                <c:pt idx="581">
                  <c:v>38141</c:v>
                </c:pt>
                <c:pt idx="582">
                  <c:v>38142</c:v>
                </c:pt>
                <c:pt idx="583">
                  <c:v>38145</c:v>
                </c:pt>
                <c:pt idx="584">
                  <c:v>38146</c:v>
                </c:pt>
                <c:pt idx="585">
                  <c:v>38147</c:v>
                </c:pt>
                <c:pt idx="586">
                  <c:v>38149</c:v>
                </c:pt>
                <c:pt idx="587">
                  <c:v>38152</c:v>
                </c:pt>
                <c:pt idx="588">
                  <c:v>38153</c:v>
                </c:pt>
                <c:pt idx="589">
                  <c:v>38154</c:v>
                </c:pt>
                <c:pt idx="590">
                  <c:v>38155</c:v>
                </c:pt>
                <c:pt idx="591">
                  <c:v>38156</c:v>
                </c:pt>
                <c:pt idx="592">
                  <c:v>38159</c:v>
                </c:pt>
                <c:pt idx="593">
                  <c:v>38160</c:v>
                </c:pt>
                <c:pt idx="594">
                  <c:v>38161</c:v>
                </c:pt>
                <c:pt idx="595">
                  <c:v>38162</c:v>
                </c:pt>
                <c:pt idx="596">
                  <c:v>38163</c:v>
                </c:pt>
                <c:pt idx="597">
                  <c:v>38166</c:v>
                </c:pt>
                <c:pt idx="598">
                  <c:v>38167</c:v>
                </c:pt>
                <c:pt idx="599">
                  <c:v>38168</c:v>
                </c:pt>
                <c:pt idx="600">
                  <c:v>38169</c:v>
                </c:pt>
                <c:pt idx="601">
                  <c:v>38170</c:v>
                </c:pt>
                <c:pt idx="602">
                  <c:v>38173</c:v>
                </c:pt>
                <c:pt idx="603">
                  <c:v>38174</c:v>
                </c:pt>
                <c:pt idx="604">
                  <c:v>38175</c:v>
                </c:pt>
                <c:pt idx="605">
                  <c:v>38176</c:v>
                </c:pt>
                <c:pt idx="606">
                  <c:v>38180</c:v>
                </c:pt>
                <c:pt idx="607">
                  <c:v>38181</c:v>
                </c:pt>
                <c:pt idx="608">
                  <c:v>38182</c:v>
                </c:pt>
                <c:pt idx="609">
                  <c:v>38183</c:v>
                </c:pt>
                <c:pt idx="610">
                  <c:v>38184</c:v>
                </c:pt>
                <c:pt idx="611">
                  <c:v>38187</c:v>
                </c:pt>
                <c:pt idx="612">
                  <c:v>38188</c:v>
                </c:pt>
                <c:pt idx="613">
                  <c:v>38189</c:v>
                </c:pt>
                <c:pt idx="614">
                  <c:v>38190</c:v>
                </c:pt>
                <c:pt idx="615">
                  <c:v>38191</c:v>
                </c:pt>
                <c:pt idx="616">
                  <c:v>38194</c:v>
                </c:pt>
                <c:pt idx="617">
                  <c:v>38195</c:v>
                </c:pt>
                <c:pt idx="618">
                  <c:v>38196</c:v>
                </c:pt>
                <c:pt idx="619">
                  <c:v>38197</c:v>
                </c:pt>
                <c:pt idx="620">
                  <c:v>38198</c:v>
                </c:pt>
                <c:pt idx="621">
                  <c:v>38201</c:v>
                </c:pt>
                <c:pt idx="622">
                  <c:v>38202</c:v>
                </c:pt>
                <c:pt idx="623">
                  <c:v>38203</c:v>
                </c:pt>
                <c:pt idx="624">
                  <c:v>38204</c:v>
                </c:pt>
                <c:pt idx="625">
                  <c:v>38205</c:v>
                </c:pt>
                <c:pt idx="626">
                  <c:v>38208</c:v>
                </c:pt>
                <c:pt idx="627">
                  <c:v>38209</c:v>
                </c:pt>
                <c:pt idx="628">
                  <c:v>38210</c:v>
                </c:pt>
                <c:pt idx="629">
                  <c:v>38211</c:v>
                </c:pt>
                <c:pt idx="630">
                  <c:v>38212</c:v>
                </c:pt>
                <c:pt idx="631">
                  <c:v>38215</c:v>
                </c:pt>
                <c:pt idx="632">
                  <c:v>38216</c:v>
                </c:pt>
                <c:pt idx="633">
                  <c:v>38217</c:v>
                </c:pt>
                <c:pt idx="634">
                  <c:v>38218</c:v>
                </c:pt>
                <c:pt idx="635">
                  <c:v>38219</c:v>
                </c:pt>
                <c:pt idx="636">
                  <c:v>38222</c:v>
                </c:pt>
                <c:pt idx="637">
                  <c:v>38223</c:v>
                </c:pt>
                <c:pt idx="638">
                  <c:v>38224</c:v>
                </c:pt>
                <c:pt idx="639">
                  <c:v>38225</c:v>
                </c:pt>
                <c:pt idx="640">
                  <c:v>38226</c:v>
                </c:pt>
                <c:pt idx="641">
                  <c:v>38229</c:v>
                </c:pt>
                <c:pt idx="642">
                  <c:v>38230</c:v>
                </c:pt>
                <c:pt idx="643">
                  <c:v>38231</c:v>
                </c:pt>
                <c:pt idx="644">
                  <c:v>38232</c:v>
                </c:pt>
                <c:pt idx="645">
                  <c:v>38233</c:v>
                </c:pt>
                <c:pt idx="646">
                  <c:v>38236</c:v>
                </c:pt>
                <c:pt idx="647">
                  <c:v>38238</c:v>
                </c:pt>
                <c:pt idx="648">
                  <c:v>38239</c:v>
                </c:pt>
                <c:pt idx="649">
                  <c:v>38240</c:v>
                </c:pt>
                <c:pt idx="650">
                  <c:v>38243</c:v>
                </c:pt>
                <c:pt idx="651">
                  <c:v>38244</c:v>
                </c:pt>
                <c:pt idx="652">
                  <c:v>38245</c:v>
                </c:pt>
                <c:pt idx="653">
                  <c:v>38246</c:v>
                </c:pt>
                <c:pt idx="654">
                  <c:v>38247</c:v>
                </c:pt>
                <c:pt idx="655">
                  <c:v>38250</c:v>
                </c:pt>
                <c:pt idx="656">
                  <c:v>38251</c:v>
                </c:pt>
                <c:pt idx="657">
                  <c:v>38252</c:v>
                </c:pt>
                <c:pt idx="658">
                  <c:v>38253</c:v>
                </c:pt>
                <c:pt idx="659">
                  <c:v>38254</c:v>
                </c:pt>
                <c:pt idx="660">
                  <c:v>38257</c:v>
                </c:pt>
                <c:pt idx="661">
                  <c:v>38258</c:v>
                </c:pt>
                <c:pt idx="662">
                  <c:v>38259</c:v>
                </c:pt>
                <c:pt idx="663">
                  <c:v>38260</c:v>
                </c:pt>
                <c:pt idx="664">
                  <c:v>38261</c:v>
                </c:pt>
                <c:pt idx="665">
                  <c:v>38264</c:v>
                </c:pt>
                <c:pt idx="666">
                  <c:v>38265</c:v>
                </c:pt>
                <c:pt idx="667">
                  <c:v>38266</c:v>
                </c:pt>
                <c:pt idx="668">
                  <c:v>38267</c:v>
                </c:pt>
                <c:pt idx="669">
                  <c:v>38268</c:v>
                </c:pt>
                <c:pt idx="670">
                  <c:v>38271</c:v>
                </c:pt>
                <c:pt idx="671">
                  <c:v>38273</c:v>
                </c:pt>
                <c:pt idx="672">
                  <c:v>38274</c:v>
                </c:pt>
                <c:pt idx="673">
                  <c:v>38275</c:v>
                </c:pt>
                <c:pt idx="674">
                  <c:v>38278</c:v>
                </c:pt>
                <c:pt idx="675">
                  <c:v>38279</c:v>
                </c:pt>
                <c:pt idx="676">
                  <c:v>38280</c:v>
                </c:pt>
                <c:pt idx="677">
                  <c:v>38281</c:v>
                </c:pt>
                <c:pt idx="678">
                  <c:v>38282</c:v>
                </c:pt>
                <c:pt idx="679">
                  <c:v>38285</c:v>
                </c:pt>
                <c:pt idx="680">
                  <c:v>38286</c:v>
                </c:pt>
                <c:pt idx="681">
                  <c:v>38287</c:v>
                </c:pt>
                <c:pt idx="682">
                  <c:v>38288</c:v>
                </c:pt>
                <c:pt idx="683">
                  <c:v>38289</c:v>
                </c:pt>
                <c:pt idx="684">
                  <c:v>38292</c:v>
                </c:pt>
                <c:pt idx="685">
                  <c:v>38294</c:v>
                </c:pt>
                <c:pt idx="686">
                  <c:v>38295</c:v>
                </c:pt>
                <c:pt idx="687">
                  <c:v>38296</c:v>
                </c:pt>
                <c:pt idx="688">
                  <c:v>38299</c:v>
                </c:pt>
                <c:pt idx="689">
                  <c:v>38300</c:v>
                </c:pt>
                <c:pt idx="690">
                  <c:v>38301</c:v>
                </c:pt>
                <c:pt idx="691">
                  <c:v>38302</c:v>
                </c:pt>
                <c:pt idx="692">
                  <c:v>38303</c:v>
                </c:pt>
                <c:pt idx="693">
                  <c:v>38307</c:v>
                </c:pt>
                <c:pt idx="694">
                  <c:v>38308</c:v>
                </c:pt>
                <c:pt idx="695">
                  <c:v>38309</c:v>
                </c:pt>
                <c:pt idx="696">
                  <c:v>38310</c:v>
                </c:pt>
                <c:pt idx="697">
                  <c:v>38313</c:v>
                </c:pt>
                <c:pt idx="698">
                  <c:v>38314</c:v>
                </c:pt>
                <c:pt idx="699">
                  <c:v>38315</c:v>
                </c:pt>
                <c:pt idx="700">
                  <c:v>38316</c:v>
                </c:pt>
                <c:pt idx="701">
                  <c:v>38317</c:v>
                </c:pt>
                <c:pt idx="702">
                  <c:v>38320</c:v>
                </c:pt>
                <c:pt idx="703">
                  <c:v>38321</c:v>
                </c:pt>
                <c:pt idx="704">
                  <c:v>38322</c:v>
                </c:pt>
                <c:pt idx="705">
                  <c:v>38323</c:v>
                </c:pt>
                <c:pt idx="706">
                  <c:v>38324</c:v>
                </c:pt>
                <c:pt idx="707">
                  <c:v>38327</c:v>
                </c:pt>
                <c:pt idx="708">
                  <c:v>38328</c:v>
                </c:pt>
                <c:pt idx="709">
                  <c:v>38329</c:v>
                </c:pt>
                <c:pt idx="710">
                  <c:v>38330</c:v>
                </c:pt>
                <c:pt idx="711">
                  <c:v>38331</c:v>
                </c:pt>
                <c:pt idx="712">
                  <c:v>38334</c:v>
                </c:pt>
                <c:pt idx="713">
                  <c:v>38335</c:v>
                </c:pt>
                <c:pt idx="714">
                  <c:v>38336</c:v>
                </c:pt>
                <c:pt idx="715">
                  <c:v>38337</c:v>
                </c:pt>
                <c:pt idx="716">
                  <c:v>38338</c:v>
                </c:pt>
                <c:pt idx="717">
                  <c:v>38341</c:v>
                </c:pt>
                <c:pt idx="718">
                  <c:v>38342</c:v>
                </c:pt>
                <c:pt idx="719">
                  <c:v>38343</c:v>
                </c:pt>
                <c:pt idx="720">
                  <c:v>38344</c:v>
                </c:pt>
                <c:pt idx="721">
                  <c:v>38348</c:v>
                </c:pt>
                <c:pt idx="722">
                  <c:v>38349</c:v>
                </c:pt>
                <c:pt idx="723">
                  <c:v>38350</c:v>
                </c:pt>
                <c:pt idx="724">
                  <c:v>38351</c:v>
                </c:pt>
                <c:pt idx="725">
                  <c:v>38355</c:v>
                </c:pt>
                <c:pt idx="726">
                  <c:v>38356</c:v>
                </c:pt>
                <c:pt idx="727">
                  <c:v>38357</c:v>
                </c:pt>
                <c:pt idx="728">
                  <c:v>38358</c:v>
                </c:pt>
                <c:pt idx="729">
                  <c:v>38359</c:v>
                </c:pt>
                <c:pt idx="730">
                  <c:v>38362</c:v>
                </c:pt>
                <c:pt idx="731">
                  <c:v>38363</c:v>
                </c:pt>
                <c:pt idx="732">
                  <c:v>38364</c:v>
                </c:pt>
                <c:pt idx="733">
                  <c:v>38365</c:v>
                </c:pt>
                <c:pt idx="734">
                  <c:v>38366</c:v>
                </c:pt>
                <c:pt idx="735">
                  <c:v>38369</c:v>
                </c:pt>
                <c:pt idx="736">
                  <c:v>38370</c:v>
                </c:pt>
                <c:pt idx="737">
                  <c:v>38371</c:v>
                </c:pt>
                <c:pt idx="738">
                  <c:v>38372</c:v>
                </c:pt>
                <c:pt idx="739">
                  <c:v>38373</c:v>
                </c:pt>
                <c:pt idx="740">
                  <c:v>38376</c:v>
                </c:pt>
                <c:pt idx="741">
                  <c:v>38378</c:v>
                </c:pt>
                <c:pt idx="742">
                  <c:v>38379</c:v>
                </c:pt>
                <c:pt idx="743">
                  <c:v>38380</c:v>
                </c:pt>
                <c:pt idx="744">
                  <c:v>38383</c:v>
                </c:pt>
                <c:pt idx="745">
                  <c:v>38384</c:v>
                </c:pt>
                <c:pt idx="746">
                  <c:v>38385</c:v>
                </c:pt>
                <c:pt idx="747">
                  <c:v>38386</c:v>
                </c:pt>
                <c:pt idx="748">
                  <c:v>38387</c:v>
                </c:pt>
                <c:pt idx="749">
                  <c:v>38392</c:v>
                </c:pt>
                <c:pt idx="750">
                  <c:v>38393</c:v>
                </c:pt>
                <c:pt idx="751">
                  <c:v>38394</c:v>
                </c:pt>
                <c:pt idx="752">
                  <c:v>38397</c:v>
                </c:pt>
                <c:pt idx="753">
                  <c:v>38398</c:v>
                </c:pt>
                <c:pt idx="754">
                  <c:v>38399</c:v>
                </c:pt>
                <c:pt idx="755">
                  <c:v>38400</c:v>
                </c:pt>
                <c:pt idx="756">
                  <c:v>38401</c:v>
                </c:pt>
                <c:pt idx="757">
                  <c:v>38404</c:v>
                </c:pt>
                <c:pt idx="758">
                  <c:v>38405</c:v>
                </c:pt>
                <c:pt idx="759">
                  <c:v>38406</c:v>
                </c:pt>
                <c:pt idx="760">
                  <c:v>38407</c:v>
                </c:pt>
                <c:pt idx="761">
                  <c:v>38408</c:v>
                </c:pt>
                <c:pt idx="762">
                  <c:v>38411</c:v>
                </c:pt>
                <c:pt idx="763">
                  <c:v>38412</c:v>
                </c:pt>
                <c:pt idx="764">
                  <c:v>38413</c:v>
                </c:pt>
                <c:pt idx="765">
                  <c:v>38414</c:v>
                </c:pt>
                <c:pt idx="766">
                  <c:v>38415</c:v>
                </c:pt>
                <c:pt idx="767">
                  <c:v>38418</c:v>
                </c:pt>
                <c:pt idx="768">
                  <c:v>38419</c:v>
                </c:pt>
                <c:pt idx="769">
                  <c:v>38420</c:v>
                </c:pt>
                <c:pt idx="770">
                  <c:v>38421</c:v>
                </c:pt>
                <c:pt idx="771">
                  <c:v>38422</c:v>
                </c:pt>
                <c:pt idx="772">
                  <c:v>38425</c:v>
                </c:pt>
                <c:pt idx="773">
                  <c:v>38426</c:v>
                </c:pt>
                <c:pt idx="774">
                  <c:v>38427</c:v>
                </c:pt>
                <c:pt idx="775">
                  <c:v>38428</c:v>
                </c:pt>
                <c:pt idx="776">
                  <c:v>38429</c:v>
                </c:pt>
                <c:pt idx="777">
                  <c:v>38432</c:v>
                </c:pt>
                <c:pt idx="778">
                  <c:v>38433</c:v>
                </c:pt>
                <c:pt idx="779">
                  <c:v>38434</c:v>
                </c:pt>
                <c:pt idx="780">
                  <c:v>38435</c:v>
                </c:pt>
                <c:pt idx="781">
                  <c:v>38439</c:v>
                </c:pt>
                <c:pt idx="782">
                  <c:v>38440</c:v>
                </c:pt>
                <c:pt idx="783">
                  <c:v>38441</c:v>
                </c:pt>
                <c:pt idx="784">
                  <c:v>38442</c:v>
                </c:pt>
                <c:pt idx="785">
                  <c:v>38443</c:v>
                </c:pt>
                <c:pt idx="786">
                  <c:v>38446</c:v>
                </c:pt>
                <c:pt idx="787">
                  <c:v>38447</c:v>
                </c:pt>
                <c:pt idx="788">
                  <c:v>38448</c:v>
                </c:pt>
                <c:pt idx="789">
                  <c:v>38449</c:v>
                </c:pt>
                <c:pt idx="790">
                  <c:v>38450</c:v>
                </c:pt>
                <c:pt idx="791">
                  <c:v>38453</c:v>
                </c:pt>
                <c:pt idx="792">
                  <c:v>38454</c:v>
                </c:pt>
                <c:pt idx="793">
                  <c:v>38455</c:v>
                </c:pt>
                <c:pt idx="794">
                  <c:v>38456</c:v>
                </c:pt>
                <c:pt idx="795">
                  <c:v>38457</c:v>
                </c:pt>
                <c:pt idx="796">
                  <c:v>38460</c:v>
                </c:pt>
                <c:pt idx="797">
                  <c:v>38461</c:v>
                </c:pt>
                <c:pt idx="798">
                  <c:v>38462</c:v>
                </c:pt>
                <c:pt idx="799">
                  <c:v>38464</c:v>
                </c:pt>
                <c:pt idx="800">
                  <c:v>38467</c:v>
                </c:pt>
                <c:pt idx="801">
                  <c:v>38468</c:v>
                </c:pt>
                <c:pt idx="802">
                  <c:v>38469</c:v>
                </c:pt>
                <c:pt idx="803">
                  <c:v>38470</c:v>
                </c:pt>
                <c:pt idx="804">
                  <c:v>38471</c:v>
                </c:pt>
                <c:pt idx="805">
                  <c:v>38474</c:v>
                </c:pt>
                <c:pt idx="806">
                  <c:v>38475</c:v>
                </c:pt>
                <c:pt idx="807">
                  <c:v>38476</c:v>
                </c:pt>
                <c:pt idx="808">
                  <c:v>38477</c:v>
                </c:pt>
                <c:pt idx="809">
                  <c:v>38478</c:v>
                </c:pt>
                <c:pt idx="810">
                  <c:v>38481</c:v>
                </c:pt>
                <c:pt idx="811">
                  <c:v>38482</c:v>
                </c:pt>
                <c:pt idx="812">
                  <c:v>38483</c:v>
                </c:pt>
                <c:pt idx="813">
                  <c:v>38484</c:v>
                </c:pt>
                <c:pt idx="814">
                  <c:v>38485</c:v>
                </c:pt>
                <c:pt idx="815">
                  <c:v>38488</c:v>
                </c:pt>
                <c:pt idx="816">
                  <c:v>38489</c:v>
                </c:pt>
                <c:pt idx="817">
                  <c:v>38490</c:v>
                </c:pt>
                <c:pt idx="818">
                  <c:v>38491</c:v>
                </c:pt>
                <c:pt idx="819">
                  <c:v>38492</c:v>
                </c:pt>
                <c:pt idx="820">
                  <c:v>38495</c:v>
                </c:pt>
                <c:pt idx="821">
                  <c:v>38496</c:v>
                </c:pt>
                <c:pt idx="822">
                  <c:v>38497</c:v>
                </c:pt>
                <c:pt idx="823">
                  <c:v>38499</c:v>
                </c:pt>
                <c:pt idx="824">
                  <c:v>38502</c:v>
                </c:pt>
                <c:pt idx="825">
                  <c:v>38503</c:v>
                </c:pt>
                <c:pt idx="826">
                  <c:v>38504</c:v>
                </c:pt>
                <c:pt idx="827">
                  <c:v>38505</c:v>
                </c:pt>
                <c:pt idx="828">
                  <c:v>38506</c:v>
                </c:pt>
                <c:pt idx="829">
                  <c:v>38509</c:v>
                </c:pt>
                <c:pt idx="830">
                  <c:v>38510</c:v>
                </c:pt>
                <c:pt idx="831">
                  <c:v>38511</c:v>
                </c:pt>
                <c:pt idx="832">
                  <c:v>38512</c:v>
                </c:pt>
                <c:pt idx="833">
                  <c:v>38513</c:v>
                </c:pt>
                <c:pt idx="834">
                  <c:v>38516</c:v>
                </c:pt>
                <c:pt idx="835">
                  <c:v>38517</c:v>
                </c:pt>
                <c:pt idx="836">
                  <c:v>38518</c:v>
                </c:pt>
                <c:pt idx="837">
                  <c:v>38519</c:v>
                </c:pt>
                <c:pt idx="838">
                  <c:v>38520</c:v>
                </c:pt>
                <c:pt idx="839">
                  <c:v>38523</c:v>
                </c:pt>
                <c:pt idx="840">
                  <c:v>38524</c:v>
                </c:pt>
                <c:pt idx="841">
                  <c:v>38525</c:v>
                </c:pt>
                <c:pt idx="842">
                  <c:v>38526</c:v>
                </c:pt>
                <c:pt idx="843">
                  <c:v>38527</c:v>
                </c:pt>
                <c:pt idx="844">
                  <c:v>38530</c:v>
                </c:pt>
                <c:pt idx="845">
                  <c:v>38531</c:v>
                </c:pt>
                <c:pt idx="846">
                  <c:v>38532</c:v>
                </c:pt>
                <c:pt idx="847">
                  <c:v>38533</c:v>
                </c:pt>
                <c:pt idx="848">
                  <c:v>38534</c:v>
                </c:pt>
                <c:pt idx="849">
                  <c:v>38537</c:v>
                </c:pt>
                <c:pt idx="850">
                  <c:v>38538</c:v>
                </c:pt>
                <c:pt idx="851">
                  <c:v>38539</c:v>
                </c:pt>
                <c:pt idx="852">
                  <c:v>38540</c:v>
                </c:pt>
                <c:pt idx="853">
                  <c:v>38541</c:v>
                </c:pt>
                <c:pt idx="854">
                  <c:v>38544</c:v>
                </c:pt>
                <c:pt idx="855">
                  <c:v>38545</c:v>
                </c:pt>
                <c:pt idx="856">
                  <c:v>38546</c:v>
                </c:pt>
                <c:pt idx="857">
                  <c:v>38547</c:v>
                </c:pt>
                <c:pt idx="858">
                  <c:v>38548</c:v>
                </c:pt>
                <c:pt idx="859">
                  <c:v>38551</c:v>
                </c:pt>
                <c:pt idx="860">
                  <c:v>38552</c:v>
                </c:pt>
                <c:pt idx="861">
                  <c:v>38553</c:v>
                </c:pt>
                <c:pt idx="862">
                  <c:v>38554</c:v>
                </c:pt>
                <c:pt idx="863">
                  <c:v>38555</c:v>
                </c:pt>
                <c:pt idx="864">
                  <c:v>38558</c:v>
                </c:pt>
                <c:pt idx="865">
                  <c:v>38559</c:v>
                </c:pt>
                <c:pt idx="866">
                  <c:v>38560</c:v>
                </c:pt>
                <c:pt idx="867">
                  <c:v>38561</c:v>
                </c:pt>
                <c:pt idx="868">
                  <c:v>38562</c:v>
                </c:pt>
                <c:pt idx="869">
                  <c:v>38565</c:v>
                </c:pt>
                <c:pt idx="870">
                  <c:v>38566</c:v>
                </c:pt>
                <c:pt idx="871">
                  <c:v>38567</c:v>
                </c:pt>
                <c:pt idx="872">
                  <c:v>38568</c:v>
                </c:pt>
                <c:pt idx="873">
                  <c:v>38569</c:v>
                </c:pt>
                <c:pt idx="874">
                  <c:v>38572</c:v>
                </c:pt>
                <c:pt idx="875">
                  <c:v>38573</c:v>
                </c:pt>
                <c:pt idx="876">
                  <c:v>38574</c:v>
                </c:pt>
                <c:pt idx="877">
                  <c:v>38575</c:v>
                </c:pt>
                <c:pt idx="878">
                  <c:v>38576</c:v>
                </c:pt>
                <c:pt idx="879">
                  <c:v>38579</c:v>
                </c:pt>
                <c:pt idx="880">
                  <c:v>38580</c:v>
                </c:pt>
                <c:pt idx="881">
                  <c:v>38581</c:v>
                </c:pt>
                <c:pt idx="882">
                  <c:v>38582</c:v>
                </c:pt>
                <c:pt idx="883">
                  <c:v>38583</c:v>
                </c:pt>
                <c:pt idx="884">
                  <c:v>38586</c:v>
                </c:pt>
                <c:pt idx="885">
                  <c:v>38587</c:v>
                </c:pt>
                <c:pt idx="886">
                  <c:v>38588</c:v>
                </c:pt>
                <c:pt idx="887">
                  <c:v>38589</c:v>
                </c:pt>
                <c:pt idx="888">
                  <c:v>38590</c:v>
                </c:pt>
                <c:pt idx="889">
                  <c:v>38593</c:v>
                </c:pt>
                <c:pt idx="890">
                  <c:v>38594</c:v>
                </c:pt>
                <c:pt idx="891">
                  <c:v>38595</c:v>
                </c:pt>
                <c:pt idx="892">
                  <c:v>38596</c:v>
                </c:pt>
                <c:pt idx="893">
                  <c:v>38597</c:v>
                </c:pt>
                <c:pt idx="894">
                  <c:v>38600</c:v>
                </c:pt>
                <c:pt idx="895">
                  <c:v>38601</c:v>
                </c:pt>
                <c:pt idx="896">
                  <c:v>38603</c:v>
                </c:pt>
                <c:pt idx="897">
                  <c:v>38604</c:v>
                </c:pt>
                <c:pt idx="898">
                  <c:v>38607</c:v>
                </c:pt>
                <c:pt idx="899">
                  <c:v>38608</c:v>
                </c:pt>
                <c:pt idx="900">
                  <c:v>38609</c:v>
                </c:pt>
                <c:pt idx="901">
                  <c:v>38610</c:v>
                </c:pt>
                <c:pt idx="902">
                  <c:v>38611</c:v>
                </c:pt>
                <c:pt idx="903">
                  <c:v>38614</c:v>
                </c:pt>
                <c:pt idx="904">
                  <c:v>38615</c:v>
                </c:pt>
                <c:pt idx="905">
                  <c:v>38616</c:v>
                </c:pt>
                <c:pt idx="906">
                  <c:v>38617</c:v>
                </c:pt>
                <c:pt idx="907">
                  <c:v>38618</c:v>
                </c:pt>
                <c:pt idx="908">
                  <c:v>38621</c:v>
                </c:pt>
                <c:pt idx="909">
                  <c:v>38622</c:v>
                </c:pt>
                <c:pt idx="910">
                  <c:v>38623</c:v>
                </c:pt>
                <c:pt idx="911">
                  <c:v>38624</c:v>
                </c:pt>
                <c:pt idx="912">
                  <c:v>38625</c:v>
                </c:pt>
                <c:pt idx="913">
                  <c:v>38628</c:v>
                </c:pt>
                <c:pt idx="914">
                  <c:v>38629</c:v>
                </c:pt>
                <c:pt idx="915">
                  <c:v>38630</c:v>
                </c:pt>
                <c:pt idx="916">
                  <c:v>38631</c:v>
                </c:pt>
                <c:pt idx="917">
                  <c:v>38632</c:v>
                </c:pt>
                <c:pt idx="918">
                  <c:v>38635</c:v>
                </c:pt>
                <c:pt idx="919">
                  <c:v>38636</c:v>
                </c:pt>
                <c:pt idx="920">
                  <c:v>38638</c:v>
                </c:pt>
                <c:pt idx="921">
                  <c:v>38639</c:v>
                </c:pt>
                <c:pt idx="922">
                  <c:v>38642</c:v>
                </c:pt>
                <c:pt idx="923">
                  <c:v>38643</c:v>
                </c:pt>
                <c:pt idx="924">
                  <c:v>38644</c:v>
                </c:pt>
                <c:pt idx="925">
                  <c:v>38645</c:v>
                </c:pt>
                <c:pt idx="926">
                  <c:v>38646</c:v>
                </c:pt>
                <c:pt idx="927">
                  <c:v>38649</c:v>
                </c:pt>
                <c:pt idx="928">
                  <c:v>38650</c:v>
                </c:pt>
                <c:pt idx="929">
                  <c:v>38651</c:v>
                </c:pt>
                <c:pt idx="930">
                  <c:v>38652</c:v>
                </c:pt>
                <c:pt idx="931">
                  <c:v>38653</c:v>
                </c:pt>
                <c:pt idx="932">
                  <c:v>38656</c:v>
                </c:pt>
                <c:pt idx="933">
                  <c:v>38657</c:v>
                </c:pt>
                <c:pt idx="934">
                  <c:v>38659</c:v>
                </c:pt>
                <c:pt idx="935">
                  <c:v>38660</c:v>
                </c:pt>
                <c:pt idx="936">
                  <c:v>38663</c:v>
                </c:pt>
                <c:pt idx="937">
                  <c:v>38664</c:v>
                </c:pt>
                <c:pt idx="938">
                  <c:v>38665</c:v>
                </c:pt>
                <c:pt idx="939">
                  <c:v>38666</c:v>
                </c:pt>
                <c:pt idx="940">
                  <c:v>38667</c:v>
                </c:pt>
                <c:pt idx="941">
                  <c:v>38670</c:v>
                </c:pt>
                <c:pt idx="942">
                  <c:v>38672</c:v>
                </c:pt>
                <c:pt idx="943">
                  <c:v>38673</c:v>
                </c:pt>
                <c:pt idx="944">
                  <c:v>38674</c:v>
                </c:pt>
                <c:pt idx="945">
                  <c:v>38677</c:v>
                </c:pt>
                <c:pt idx="946">
                  <c:v>38678</c:v>
                </c:pt>
                <c:pt idx="947">
                  <c:v>38679</c:v>
                </c:pt>
                <c:pt idx="948">
                  <c:v>38680</c:v>
                </c:pt>
                <c:pt idx="949">
                  <c:v>38681</c:v>
                </c:pt>
                <c:pt idx="950">
                  <c:v>38684</c:v>
                </c:pt>
                <c:pt idx="951">
                  <c:v>38685</c:v>
                </c:pt>
                <c:pt idx="952">
                  <c:v>38686</c:v>
                </c:pt>
                <c:pt idx="953">
                  <c:v>38687</c:v>
                </c:pt>
                <c:pt idx="954">
                  <c:v>38688</c:v>
                </c:pt>
                <c:pt idx="955">
                  <c:v>38691</c:v>
                </c:pt>
                <c:pt idx="956">
                  <c:v>38692</c:v>
                </c:pt>
                <c:pt idx="957">
                  <c:v>38693</c:v>
                </c:pt>
                <c:pt idx="958">
                  <c:v>38694</c:v>
                </c:pt>
                <c:pt idx="959">
                  <c:v>38695</c:v>
                </c:pt>
                <c:pt idx="960">
                  <c:v>38698</c:v>
                </c:pt>
                <c:pt idx="961">
                  <c:v>38699</c:v>
                </c:pt>
                <c:pt idx="962">
                  <c:v>38700</c:v>
                </c:pt>
                <c:pt idx="963">
                  <c:v>38701</c:v>
                </c:pt>
                <c:pt idx="964">
                  <c:v>38702</c:v>
                </c:pt>
                <c:pt idx="965">
                  <c:v>38705</c:v>
                </c:pt>
                <c:pt idx="966">
                  <c:v>38706</c:v>
                </c:pt>
                <c:pt idx="967">
                  <c:v>38707</c:v>
                </c:pt>
                <c:pt idx="968">
                  <c:v>38708</c:v>
                </c:pt>
                <c:pt idx="969">
                  <c:v>38709</c:v>
                </c:pt>
                <c:pt idx="970">
                  <c:v>38712</c:v>
                </c:pt>
                <c:pt idx="971">
                  <c:v>38713</c:v>
                </c:pt>
                <c:pt idx="972">
                  <c:v>38714</c:v>
                </c:pt>
                <c:pt idx="973">
                  <c:v>38715</c:v>
                </c:pt>
                <c:pt idx="974">
                  <c:v>38719</c:v>
                </c:pt>
                <c:pt idx="975">
                  <c:v>38720</c:v>
                </c:pt>
                <c:pt idx="976">
                  <c:v>38721</c:v>
                </c:pt>
                <c:pt idx="977">
                  <c:v>38722</c:v>
                </c:pt>
                <c:pt idx="978">
                  <c:v>38723</c:v>
                </c:pt>
                <c:pt idx="979">
                  <c:v>38726</c:v>
                </c:pt>
                <c:pt idx="980">
                  <c:v>38727</c:v>
                </c:pt>
                <c:pt idx="981">
                  <c:v>38728</c:v>
                </c:pt>
                <c:pt idx="982">
                  <c:v>38729</c:v>
                </c:pt>
                <c:pt idx="983">
                  <c:v>38730</c:v>
                </c:pt>
                <c:pt idx="984">
                  <c:v>38733</c:v>
                </c:pt>
                <c:pt idx="985">
                  <c:v>38734</c:v>
                </c:pt>
                <c:pt idx="986">
                  <c:v>38735</c:v>
                </c:pt>
                <c:pt idx="987">
                  <c:v>38736</c:v>
                </c:pt>
                <c:pt idx="988">
                  <c:v>38737</c:v>
                </c:pt>
                <c:pt idx="989">
                  <c:v>38740</c:v>
                </c:pt>
                <c:pt idx="990">
                  <c:v>38741</c:v>
                </c:pt>
                <c:pt idx="991">
                  <c:v>38743</c:v>
                </c:pt>
                <c:pt idx="992">
                  <c:v>38744</c:v>
                </c:pt>
                <c:pt idx="993">
                  <c:v>38747</c:v>
                </c:pt>
                <c:pt idx="994">
                  <c:v>38748</c:v>
                </c:pt>
                <c:pt idx="995">
                  <c:v>38749</c:v>
                </c:pt>
                <c:pt idx="996">
                  <c:v>38750</c:v>
                </c:pt>
                <c:pt idx="997">
                  <c:v>38751</c:v>
                </c:pt>
                <c:pt idx="998">
                  <c:v>38754</c:v>
                </c:pt>
                <c:pt idx="999">
                  <c:v>38755</c:v>
                </c:pt>
                <c:pt idx="1000">
                  <c:v>38756</c:v>
                </c:pt>
                <c:pt idx="1001">
                  <c:v>38757</c:v>
                </c:pt>
                <c:pt idx="1002">
                  <c:v>38758</c:v>
                </c:pt>
                <c:pt idx="1003">
                  <c:v>38761</c:v>
                </c:pt>
                <c:pt idx="1004">
                  <c:v>38762</c:v>
                </c:pt>
                <c:pt idx="1005">
                  <c:v>38763</c:v>
                </c:pt>
                <c:pt idx="1006">
                  <c:v>38764</c:v>
                </c:pt>
                <c:pt idx="1007">
                  <c:v>38765</c:v>
                </c:pt>
                <c:pt idx="1008">
                  <c:v>38768</c:v>
                </c:pt>
                <c:pt idx="1009">
                  <c:v>38769</c:v>
                </c:pt>
                <c:pt idx="1010">
                  <c:v>38770</c:v>
                </c:pt>
                <c:pt idx="1011">
                  <c:v>38771</c:v>
                </c:pt>
                <c:pt idx="1012">
                  <c:v>38772</c:v>
                </c:pt>
                <c:pt idx="1013">
                  <c:v>38777</c:v>
                </c:pt>
                <c:pt idx="1014">
                  <c:v>38778</c:v>
                </c:pt>
                <c:pt idx="1015">
                  <c:v>38779</c:v>
                </c:pt>
                <c:pt idx="1016">
                  <c:v>38782</c:v>
                </c:pt>
                <c:pt idx="1017">
                  <c:v>38783</c:v>
                </c:pt>
                <c:pt idx="1018">
                  <c:v>38784</c:v>
                </c:pt>
                <c:pt idx="1019">
                  <c:v>38785</c:v>
                </c:pt>
                <c:pt idx="1020">
                  <c:v>38786</c:v>
                </c:pt>
                <c:pt idx="1021">
                  <c:v>38789</c:v>
                </c:pt>
                <c:pt idx="1022">
                  <c:v>38790</c:v>
                </c:pt>
                <c:pt idx="1023">
                  <c:v>38791</c:v>
                </c:pt>
                <c:pt idx="1024">
                  <c:v>38792</c:v>
                </c:pt>
                <c:pt idx="1025">
                  <c:v>38793</c:v>
                </c:pt>
                <c:pt idx="1026">
                  <c:v>38796</c:v>
                </c:pt>
                <c:pt idx="1027">
                  <c:v>38797</c:v>
                </c:pt>
                <c:pt idx="1028">
                  <c:v>38798</c:v>
                </c:pt>
                <c:pt idx="1029">
                  <c:v>38799</c:v>
                </c:pt>
                <c:pt idx="1030">
                  <c:v>38800</c:v>
                </c:pt>
                <c:pt idx="1031">
                  <c:v>38803</c:v>
                </c:pt>
                <c:pt idx="1032">
                  <c:v>38804</c:v>
                </c:pt>
                <c:pt idx="1033">
                  <c:v>38805</c:v>
                </c:pt>
                <c:pt idx="1034">
                  <c:v>38806</c:v>
                </c:pt>
                <c:pt idx="1035">
                  <c:v>38807</c:v>
                </c:pt>
                <c:pt idx="1036">
                  <c:v>38810</c:v>
                </c:pt>
                <c:pt idx="1037">
                  <c:v>38811</c:v>
                </c:pt>
                <c:pt idx="1038">
                  <c:v>38812</c:v>
                </c:pt>
                <c:pt idx="1039">
                  <c:v>38813</c:v>
                </c:pt>
                <c:pt idx="1040">
                  <c:v>38814</c:v>
                </c:pt>
                <c:pt idx="1041">
                  <c:v>38817</c:v>
                </c:pt>
                <c:pt idx="1042">
                  <c:v>38818</c:v>
                </c:pt>
                <c:pt idx="1043">
                  <c:v>38819</c:v>
                </c:pt>
                <c:pt idx="1044">
                  <c:v>38820</c:v>
                </c:pt>
                <c:pt idx="1045">
                  <c:v>38824</c:v>
                </c:pt>
                <c:pt idx="1046">
                  <c:v>38825</c:v>
                </c:pt>
                <c:pt idx="1047">
                  <c:v>38826</c:v>
                </c:pt>
                <c:pt idx="1048">
                  <c:v>38827</c:v>
                </c:pt>
                <c:pt idx="1049">
                  <c:v>38831</c:v>
                </c:pt>
                <c:pt idx="1050">
                  <c:v>38832</c:v>
                </c:pt>
                <c:pt idx="1051">
                  <c:v>38833</c:v>
                </c:pt>
                <c:pt idx="1052">
                  <c:v>38834</c:v>
                </c:pt>
                <c:pt idx="1053">
                  <c:v>38835</c:v>
                </c:pt>
                <c:pt idx="1054">
                  <c:v>38839</c:v>
                </c:pt>
                <c:pt idx="1055">
                  <c:v>38840</c:v>
                </c:pt>
                <c:pt idx="1056">
                  <c:v>38841</c:v>
                </c:pt>
                <c:pt idx="1057">
                  <c:v>38842</c:v>
                </c:pt>
                <c:pt idx="1058">
                  <c:v>38845</c:v>
                </c:pt>
                <c:pt idx="1059">
                  <c:v>38846</c:v>
                </c:pt>
                <c:pt idx="1060">
                  <c:v>38847</c:v>
                </c:pt>
                <c:pt idx="1061">
                  <c:v>38848</c:v>
                </c:pt>
                <c:pt idx="1062">
                  <c:v>38849</c:v>
                </c:pt>
                <c:pt idx="1063">
                  <c:v>38852</c:v>
                </c:pt>
                <c:pt idx="1064">
                  <c:v>38853</c:v>
                </c:pt>
                <c:pt idx="1065">
                  <c:v>38854</c:v>
                </c:pt>
                <c:pt idx="1066">
                  <c:v>38855</c:v>
                </c:pt>
                <c:pt idx="1067">
                  <c:v>38856</c:v>
                </c:pt>
                <c:pt idx="1068">
                  <c:v>38859</c:v>
                </c:pt>
                <c:pt idx="1069">
                  <c:v>38860</c:v>
                </c:pt>
                <c:pt idx="1070">
                  <c:v>38861</c:v>
                </c:pt>
                <c:pt idx="1071">
                  <c:v>38862</c:v>
                </c:pt>
                <c:pt idx="1072">
                  <c:v>38863</c:v>
                </c:pt>
                <c:pt idx="1073">
                  <c:v>38866</c:v>
                </c:pt>
                <c:pt idx="1074">
                  <c:v>38867</c:v>
                </c:pt>
                <c:pt idx="1075">
                  <c:v>38868</c:v>
                </c:pt>
                <c:pt idx="1076">
                  <c:v>38869</c:v>
                </c:pt>
                <c:pt idx="1077">
                  <c:v>38870</c:v>
                </c:pt>
                <c:pt idx="1078">
                  <c:v>38873</c:v>
                </c:pt>
                <c:pt idx="1079">
                  <c:v>38874</c:v>
                </c:pt>
                <c:pt idx="1080">
                  <c:v>38875</c:v>
                </c:pt>
                <c:pt idx="1081">
                  <c:v>38876</c:v>
                </c:pt>
                <c:pt idx="1082">
                  <c:v>38877</c:v>
                </c:pt>
                <c:pt idx="1083">
                  <c:v>38880</c:v>
                </c:pt>
                <c:pt idx="1084">
                  <c:v>38881</c:v>
                </c:pt>
                <c:pt idx="1085">
                  <c:v>38882</c:v>
                </c:pt>
                <c:pt idx="1086">
                  <c:v>38884</c:v>
                </c:pt>
                <c:pt idx="1087">
                  <c:v>38887</c:v>
                </c:pt>
                <c:pt idx="1088">
                  <c:v>38888</c:v>
                </c:pt>
                <c:pt idx="1089">
                  <c:v>38889</c:v>
                </c:pt>
                <c:pt idx="1090">
                  <c:v>38890</c:v>
                </c:pt>
                <c:pt idx="1091">
                  <c:v>38891</c:v>
                </c:pt>
                <c:pt idx="1092">
                  <c:v>38894</c:v>
                </c:pt>
                <c:pt idx="1093">
                  <c:v>38895</c:v>
                </c:pt>
                <c:pt idx="1094">
                  <c:v>38896</c:v>
                </c:pt>
                <c:pt idx="1095">
                  <c:v>38897</c:v>
                </c:pt>
                <c:pt idx="1096">
                  <c:v>38898</c:v>
                </c:pt>
                <c:pt idx="1097">
                  <c:v>38901</c:v>
                </c:pt>
                <c:pt idx="1098">
                  <c:v>38902</c:v>
                </c:pt>
                <c:pt idx="1099">
                  <c:v>38903</c:v>
                </c:pt>
                <c:pt idx="1100">
                  <c:v>38904</c:v>
                </c:pt>
                <c:pt idx="1101">
                  <c:v>38905</c:v>
                </c:pt>
                <c:pt idx="1102">
                  <c:v>38908</c:v>
                </c:pt>
                <c:pt idx="1103">
                  <c:v>38909</c:v>
                </c:pt>
                <c:pt idx="1104">
                  <c:v>38910</c:v>
                </c:pt>
                <c:pt idx="1105">
                  <c:v>38911</c:v>
                </c:pt>
                <c:pt idx="1106">
                  <c:v>38912</c:v>
                </c:pt>
                <c:pt idx="1107">
                  <c:v>38915</c:v>
                </c:pt>
                <c:pt idx="1108">
                  <c:v>38916</c:v>
                </c:pt>
                <c:pt idx="1109">
                  <c:v>38917</c:v>
                </c:pt>
                <c:pt idx="1110">
                  <c:v>38918</c:v>
                </c:pt>
                <c:pt idx="1111">
                  <c:v>38919</c:v>
                </c:pt>
                <c:pt idx="1112">
                  <c:v>38922</c:v>
                </c:pt>
                <c:pt idx="1113">
                  <c:v>38923</c:v>
                </c:pt>
                <c:pt idx="1114">
                  <c:v>38924</c:v>
                </c:pt>
                <c:pt idx="1115">
                  <c:v>38925</c:v>
                </c:pt>
                <c:pt idx="1116">
                  <c:v>38926</c:v>
                </c:pt>
                <c:pt idx="1117">
                  <c:v>38929</c:v>
                </c:pt>
                <c:pt idx="1118">
                  <c:v>38930</c:v>
                </c:pt>
                <c:pt idx="1119">
                  <c:v>38931</c:v>
                </c:pt>
                <c:pt idx="1120">
                  <c:v>38932</c:v>
                </c:pt>
                <c:pt idx="1121">
                  <c:v>38933</c:v>
                </c:pt>
                <c:pt idx="1122">
                  <c:v>38936</c:v>
                </c:pt>
                <c:pt idx="1123">
                  <c:v>38937</c:v>
                </c:pt>
                <c:pt idx="1124">
                  <c:v>38938</c:v>
                </c:pt>
                <c:pt idx="1125">
                  <c:v>38939</c:v>
                </c:pt>
                <c:pt idx="1126">
                  <c:v>38940</c:v>
                </c:pt>
                <c:pt idx="1127">
                  <c:v>38943</c:v>
                </c:pt>
                <c:pt idx="1128">
                  <c:v>38944</c:v>
                </c:pt>
                <c:pt idx="1129">
                  <c:v>38945</c:v>
                </c:pt>
                <c:pt idx="1130">
                  <c:v>38946</c:v>
                </c:pt>
                <c:pt idx="1131">
                  <c:v>38947</c:v>
                </c:pt>
                <c:pt idx="1132">
                  <c:v>38950</c:v>
                </c:pt>
                <c:pt idx="1133">
                  <c:v>38951</c:v>
                </c:pt>
                <c:pt idx="1134">
                  <c:v>38952</c:v>
                </c:pt>
                <c:pt idx="1135">
                  <c:v>38953</c:v>
                </c:pt>
                <c:pt idx="1136">
                  <c:v>38954</c:v>
                </c:pt>
                <c:pt idx="1137">
                  <c:v>38957</c:v>
                </c:pt>
                <c:pt idx="1138">
                  <c:v>38958</c:v>
                </c:pt>
                <c:pt idx="1139">
                  <c:v>38959</c:v>
                </c:pt>
                <c:pt idx="1140">
                  <c:v>38960</c:v>
                </c:pt>
                <c:pt idx="1141">
                  <c:v>38961</c:v>
                </c:pt>
                <c:pt idx="1142">
                  <c:v>38964</c:v>
                </c:pt>
                <c:pt idx="1143">
                  <c:v>38965</c:v>
                </c:pt>
                <c:pt idx="1144">
                  <c:v>38966</c:v>
                </c:pt>
                <c:pt idx="1145">
                  <c:v>38968</c:v>
                </c:pt>
                <c:pt idx="1146">
                  <c:v>38971</c:v>
                </c:pt>
                <c:pt idx="1147">
                  <c:v>38972</c:v>
                </c:pt>
                <c:pt idx="1148">
                  <c:v>38973</c:v>
                </c:pt>
                <c:pt idx="1149">
                  <c:v>38974</c:v>
                </c:pt>
                <c:pt idx="1150">
                  <c:v>38975</c:v>
                </c:pt>
                <c:pt idx="1151">
                  <c:v>38978</c:v>
                </c:pt>
                <c:pt idx="1152">
                  <c:v>38979</c:v>
                </c:pt>
                <c:pt idx="1153">
                  <c:v>38980</c:v>
                </c:pt>
                <c:pt idx="1154">
                  <c:v>38981</c:v>
                </c:pt>
                <c:pt idx="1155">
                  <c:v>38982</c:v>
                </c:pt>
                <c:pt idx="1156">
                  <c:v>38985</c:v>
                </c:pt>
                <c:pt idx="1157">
                  <c:v>38986</c:v>
                </c:pt>
                <c:pt idx="1158">
                  <c:v>38987</c:v>
                </c:pt>
                <c:pt idx="1159">
                  <c:v>38988</c:v>
                </c:pt>
                <c:pt idx="1160">
                  <c:v>38989</c:v>
                </c:pt>
                <c:pt idx="1161">
                  <c:v>38992</c:v>
                </c:pt>
                <c:pt idx="1162">
                  <c:v>38993</c:v>
                </c:pt>
                <c:pt idx="1163">
                  <c:v>38994</c:v>
                </c:pt>
                <c:pt idx="1164">
                  <c:v>38995</c:v>
                </c:pt>
                <c:pt idx="1165">
                  <c:v>38996</c:v>
                </c:pt>
                <c:pt idx="1166">
                  <c:v>38999</c:v>
                </c:pt>
                <c:pt idx="1167">
                  <c:v>39000</c:v>
                </c:pt>
                <c:pt idx="1168">
                  <c:v>39001</c:v>
                </c:pt>
                <c:pt idx="1169">
                  <c:v>39003</c:v>
                </c:pt>
                <c:pt idx="1170">
                  <c:v>39006</c:v>
                </c:pt>
                <c:pt idx="1171">
                  <c:v>39007</c:v>
                </c:pt>
                <c:pt idx="1172">
                  <c:v>39008</c:v>
                </c:pt>
                <c:pt idx="1173">
                  <c:v>39009</c:v>
                </c:pt>
                <c:pt idx="1174">
                  <c:v>39010</c:v>
                </c:pt>
                <c:pt idx="1175">
                  <c:v>39013</c:v>
                </c:pt>
                <c:pt idx="1176">
                  <c:v>39014</c:v>
                </c:pt>
                <c:pt idx="1177">
                  <c:v>39015</c:v>
                </c:pt>
                <c:pt idx="1178">
                  <c:v>39016</c:v>
                </c:pt>
                <c:pt idx="1179">
                  <c:v>39017</c:v>
                </c:pt>
                <c:pt idx="1180">
                  <c:v>39020</c:v>
                </c:pt>
                <c:pt idx="1181">
                  <c:v>39021</c:v>
                </c:pt>
                <c:pt idx="1182">
                  <c:v>39022</c:v>
                </c:pt>
                <c:pt idx="1183">
                  <c:v>39024</c:v>
                </c:pt>
                <c:pt idx="1184">
                  <c:v>39027</c:v>
                </c:pt>
                <c:pt idx="1185">
                  <c:v>39028</c:v>
                </c:pt>
                <c:pt idx="1186">
                  <c:v>39029</c:v>
                </c:pt>
                <c:pt idx="1187">
                  <c:v>39030</c:v>
                </c:pt>
                <c:pt idx="1188">
                  <c:v>39031</c:v>
                </c:pt>
                <c:pt idx="1189">
                  <c:v>39034</c:v>
                </c:pt>
                <c:pt idx="1190">
                  <c:v>39035</c:v>
                </c:pt>
                <c:pt idx="1191">
                  <c:v>39037</c:v>
                </c:pt>
                <c:pt idx="1192">
                  <c:v>39038</c:v>
                </c:pt>
                <c:pt idx="1193">
                  <c:v>39042</c:v>
                </c:pt>
                <c:pt idx="1194">
                  <c:v>39043</c:v>
                </c:pt>
                <c:pt idx="1195">
                  <c:v>39044</c:v>
                </c:pt>
                <c:pt idx="1196">
                  <c:v>39045</c:v>
                </c:pt>
                <c:pt idx="1197">
                  <c:v>39048</c:v>
                </c:pt>
                <c:pt idx="1198">
                  <c:v>39049</c:v>
                </c:pt>
                <c:pt idx="1199">
                  <c:v>39050</c:v>
                </c:pt>
                <c:pt idx="1200">
                  <c:v>39051</c:v>
                </c:pt>
                <c:pt idx="1201">
                  <c:v>39052</c:v>
                </c:pt>
                <c:pt idx="1202">
                  <c:v>39055</c:v>
                </c:pt>
                <c:pt idx="1203">
                  <c:v>39056</c:v>
                </c:pt>
                <c:pt idx="1204">
                  <c:v>39057</c:v>
                </c:pt>
                <c:pt idx="1205">
                  <c:v>39058</c:v>
                </c:pt>
                <c:pt idx="1206">
                  <c:v>39059</c:v>
                </c:pt>
                <c:pt idx="1207">
                  <c:v>39062</c:v>
                </c:pt>
                <c:pt idx="1208">
                  <c:v>39063</c:v>
                </c:pt>
                <c:pt idx="1209">
                  <c:v>39064</c:v>
                </c:pt>
                <c:pt idx="1210">
                  <c:v>39065</c:v>
                </c:pt>
                <c:pt idx="1211">
                  <c:v>39066</c:v>
                </c:pt>
                <c:pt idx="1212">
                  <c:v>39069</c:v>
                </c:pt>
                <c:pt idx="1213">
                  <c:v>39070</c:v>
                </c:pt>
                <c:pt idx="1214">
                  <c:v>39071</c:v>
                </c:pt>
                <c:pt idx="1215">
                  <c:v>39072</c:v>
                </c:pt>
                <c:pt idx="1216">
                  <c:v>39073</c:v>
                </c:pt>
                <c:pt idx="1217">
                  <c:v>39077</c:v>
                </c:pt>
                <c:pt idx="1218">
                  <c:v>39078</c:v>
                </c:pt>
                <c:pt idx="1219">
                  <c:v>39079</c:v>
                </c:pt>
                <c:pt idx="1220">
                  <c:v>39084</c:v>
                </c:pt>
                <c:pt idx="1221">
                  <c:v>39085</c:v>
                </c:pt>
                <c:pt idx="1222">
                  <c:v>39086</c:v>
                </c:pt>
                <c:pt idx="1223">
                  <c:v>39087</c:v>
                </c:pt>
                <c:pt idx="1224">
                  <c:v>39090</c:v>
                </c:pt>
                <c:pt idx="1225">
                  <c:v>39091</c:v>
                </c:pt>
                <c:pt idx="1226">
                  <c:v>39092</c:v>
                </c:pt>
                <c:pt idx="1227">
                  <c:v>39093</c:v>
                </c:pt>
                <c:pt idx="1228">
                  <c:v>39094</c:v>
                </c:pt>
                <c:pt idx="1229">
                  <c:v>39097</c:v>
                </c:pt>
                <c:pt idx="1230">
                  <c:v>39098</c:v>
                </c:pt>
                <c:pt idx="1231">
                  <c:v>39099</c:v>
                </c:pt>
                <c:pt idx="1232">
                  <c:v>39100</c:v>
                </c:pt>
                <c:pt idx="1233">
                  <c:v>39101</c:v>
                </c:pt>
                <c:pt idx="1234">
                  <c:v>39104</c:v>
                </c:pt>
                <c:pt idx="1235">
                  <c:v>39105</c:v>
                </c:pt>
                <c:pt idx="1236">
                  <c:v>39106</c:v>
                </c:pt>
                <c:pt idx="1237">
                  <c:v>39108</c:v>
                </c:pt>
                <c:pt idx="1238">
                  <c:v>39111</c:v>
                </c:pt>
                <c:pt idx="1239">
                  <c:v>39112</c:v>
                </c:pt>
                <c:pt idx="1240">
                  <c:v>39113</c:v>
                </c:pt>
                <c:pt idx="1241">
                  <c:v>39114</c:v>
                </c:pt>
                <c:pt idx="1242">
                  <c:v>39115</c:v>
                </c:pt>
                <c:pt idx="1243">
                  <c:v>39118</c:v>
                </c:pt>
                <c:pt idx="1244">
                  <c:v>39119</c:v>
                </c:pt>
                <c:pt idx="1245">
                  <c:v>39120</c:v>
                </c:pt>
                <c:pt idx="1246">
                  <c:v>39121</c:v>
                </c:pt>
                <c:pt idx="1247">
                  <c:v>39122</c:v>
                </c:pt>
                <c:pt idx="1248">
                  <c:v>39125</c:v>
                </c:pt>
                <c:pt idx="1249">
                  <c:v>39126</c:v>
                </c:pt>
                <c:pt idx="1250">
                  <c:v>39127</c:v>
                </c:pt>
                <c:pt idx="1251">
                  <c:v>39128</c:v>
                </c:pt>
                <c:pt idx="1252">
                  <c:v>39129</c:v>
                </c:pt>
                <c:pt idx="1253">
                  <c:v>39134</c:v>
                </c:pt>
                <c:pt idx="1254">
                  <c:v>39135</c:v>
                </c:pt>
                <c:pt idx="1255">
                  <c:v>39136</c:v>
                </c:pt>
                <c:pt idx="1256">
                  <c:v>39139</c:v>
                </c:pt>
                <c:pt idx="1257">
                  <c:v>39140</c:v>
                </c:pt>
                <c:pt idx="1258">
                  <c:v>39141</c:v>
                </c:pt>
                <c:pt idx="1259">
                  <c:v>39142</c:v>
                </c:pt>
                <c:pt idx="1260">
                  <c:v>39143</c:v>
                </c:pt>
                <c:pt idx="1261">
                  <c:v>39146</c:v>
                </c:pt>
                <c:pt idx="1262">
                  <c:v>39147</c:v>
                </c:pt>
                <c:pt idx="1263">
                  <c:v>39148</c:v>
                </c:pt>
                <c:pt idx="1264">
                  <c:v>39149</c:v>
                </c:pt>
                <c:pt idx="1265">
                  <c:v>39150</c:v>
                </c:pt>
                <c:pt idx="1266">
                  <c:v>39153</c:v>
                </c:pt>
                <c:pt idx="1267">
                  <c:v>39154</c:v>
                </c:pt>
                <c:pt idx="1268">
                  <c:v>39155</c:v>
                </c:pt>
                <c:pt idx="1269">
                  <c:v>39156</c:v>
                </c:pt>
                <c:pt idx="1270">
                  <c:v>39157</c:v>
                </c:pt>
                <c:pt idx="1271">
                  <c:v>39160</c:v>
                </c:pt>
                <c:pt idx="1272">
                  <c:v>39161</c:v>
                </c:pt>
                <c:pt idx="1273">
                  <c:v>39162</c:v>
                </c:pt>
                <c:pt idx="1274">
                  <c:v>39163</c:v>
                </c:pt>
                <c:pt idx="1275">
                  <c:v>39164</c:v>
                </c:pt>
                <c:pt idx="1276">
                  <c:v>39167</c:v>
                </c:pt>
                <c:pt idx="1277">
                  <c:v>39168</c:v>
                </c:pt>
                <c:pt idx="1278">
                  <c:v>39169</c:v>
                </c:pt>
                <c:pt idx="1279">
                  <c:v>39170</c:v>
                </c:pt>
                <c:pt idx="1280">
                  <c:v>39171</c:v>
                </c:pt>
                <c:pt idx="1281">
                  <c:v>39174</c:v>
                </c:pt>
                <c:pt idx="1282">
                  <c:v>39175</c:v>
                </c:pt>
                <c:pt idx="1283">
                  <c:v>39176</c:v>
                </c:pt>
                <c:pt idx="1284">
                  <c:v>39177</c:v>
                </c:pt>
                <c:pt idx="1285">
                  <c:v>39181</c:v>
                </c:pt>
                <c:pt idx="1286">
                  <c:v>39182</c:v>
                </c:pt>
                <c:pt idx="1287">
                  <c:v>39183</c:v>
                </c:pt>
                <c:pt idx="1288">
                  <c:v>39184</c:v>
                </c:pt>
                <c:pt idx="1289">
                  <c:v>39185</c:v>
                </c:pt>
                <c:pt idx="1290">
                  <c:v>39188</c:v>
                </c:pt>
                <c:pt idx="1291">
                  <c:v>39189</c:v>
                </c:pt>
                <c:pt idx="1292">
                  <c:v>39190</c:v>
                </c:pt>
                <c:pt idx="1293">
                  <c:v>39191</c:v>
                </c:pt>
                <c:pt idx="1294">
                  <c:v>39192</c:v>
                </c:pt>
                <c:pt idx="1295">
                  <c:v>39195</c:v>
                </c:pt>
                <c:pt idx="1296">
                  <c:v>39196</c:v>
                </c:pt>
                <c:pt idx="1297">
                  <c:v>39197</c:v>
                </c:pt>
                <c:pt idx="1298">
                  <c:v>39198</c:v>
                </c:pt>
                <c:pt idx="1299">
                  <c:v>39199</c:v>
                </c:pt>
                <c:pt idx="1300">
                  <c:v>39202</c:v>
                </c:pt>
                <c:pt idx="1301">
                  <c:v>39204</c:v>
                </c:pt>
                <c:pt idx="1302">
                  <c:v>39205</c:v>
                </c:pt>
                <c:pt idx="1303">
                  <c:v>39206</c:v>
                </c:pt>
                <c:pt idx="1304">
                  <c:v>39209</c:v>
                </c:pt>
                <c:pt idx="1305">
                  <c:v>39210</c:v>
                </c:pt>
                <c:pt idx="1306">
                  <c:v>39211</c:v>
                </c:pt>
                <c:pt idx="1307">
                  <c:v>39212</c:v>
                </c:pt>
                <c:pt idx="1308">
                  <c:v>39213</c:v>
                </c:pt>
                <c:pt idx="1309">
                  <c:v>39216</c:v>
                </c:pt>
                <c:pt idx="1310">
                  <c:v>39217</c:v>
                </c:pt>
                <c:pt idx="1311">
                  <c:v>39218</c:v>
                </c:pt>
                <c:pt idx="1312">
                  <c:v>39219</c:v>
                </c:pt>
                <c:pt idx="1313">
                  <c:v>39220</c:v>
                </c:pt>
                <c:pt idx="1314">
                  <c:v>39223</c:v>
                </c:pt>
                <c:pt idx="1315">
                  <c:v>39224</c:v>
                </c:pt>
                <c:pt idx="1316">
                  <c:v>39225</c:v>
                </c:pt>
                <c:pt idx="1317">
                  <c:v>39226</c:v>
                </c:pt>
                <c:pt idx="1318">
                  <c:v>39227</c:v>
                </c:pt>
                <c:pt idx="1319">
                  <c:v>39230</c:v>
                </c:pt>
                <c:pt idx="1320">
                  <c:v>39231</c:v>
                </c:pt>
                <c:pt idx="1321">
                  <c:v>39232</c:v>
                </c:pt>
                <c:pt idx="1322">
                  <c:v>39233</c:v>
                </c:pt>
                <c:pt idx="1323">
                  <c:v>39234</c:v>
                </c:pt>
                <c:pt idx="1324">
                  <c:v>39237</c:v>
                </c:pt>
                <c:pt idx="1325">
                  <c:v>39238</c:v>
                </c:pt>
                <c:pt idx="1326">
                  <c:v>39239</c:v>
                </c:pt>
                <c:pt idx="1327">
                  <c:v>39241</c:v>
                </c:pt>
                <c:pt idx="1328">
                  <c:v>39244</c:v>
                </c:pt>
                <c:pt idx="1329">
                  <c:v>39245</c:v>
                </c:pt>
                <c:pt idx="1330">
                  <c:v>39246</c:v>
                </c:pt>
                <c:pt idx="1331">
                  <c:v>39247</c:v>
                </c:pt>
                <c:pt idx="1332">
                  <c:v>39248</c:v>
                </c:pt>
                <c:pt idx="1333">
                  <c:v>39251</c:v>
                </c:pt>
                <c:pt idx="1334">
                  <c:v>39252</c:v>
                </c:pt>
                <c:pt idx="1335">
                  <c:v>39253</c:v>
                </c:pt>
                <c:pt idx="1336">
                  <c:v>39254</c:v>
                </c:pt>
                <c:pt idx="1337">
                  <c:v>39255</c:v>
                </c:pt>
                <c:pt idx="1338">
                  <c:v>39258</c:v>
                </c:pt>
                <c:pt idx="1339">
                  <c:v>39259</c:v>
                </c:pt>
                <c:pt idx="1340">
                  <c:v>39260</c:v>
                </c:pt>
                <c:pt idx="1341">
                  <c:v>39261</c:v>
                </c:pt>
                <c:pt idx="1342">
                  <c:v>39262</c:v>
                </c:pt>
                <c:pt idx="1343">
                  <c:v>39265</c:v>
                </c:pt>
                <c:pt idx="1344">
                  <c:v>39266</c:v>
                </c:pt>
                <c:pt idx="1345">
                  <c:v>39267</c:v>
                </c:pt>
                <c:pt idx="1346">
                  <c:v>39268</c:v>
                </c:pt>
                <c:pt idx="1347">
                  <c:v>39269</c:v>
                </c:pt>
                <c:pt idx="1348">
                  <c:v>39273</c:v>
                </c:pt>
                <c:pt idx="1349">
                  <c:v>39274</c:v>
                </c:pt>
                <c:pt idx="1350">
                  <c:v>39275</c:v>
                </c:pt>
                <c:pt idx="1351">
                  <c:v>39276</c:v>
                </c:pt>
                <c:pt idx="1352">
                  <c:v>39279</c:v>
                </c:pt>
                <c:pt idx="1353">
                  <c:v>39280</c:v>
                </c:pt>
                <c:pt idx="1354">
                  <c:v>39281</c:v>
                </c:pt>
                <c:pt idx="1355">
                  <c:v>39282</c:v>
                </c:pt>
                <c:pt idx="1356">
                  <c:v>39283</c:v>
                </c:pt>
                <c:pt idx="1357">
                  <c:v>39286</c:v>
                </c:pt>
                <c:pt idx="1358">
                  <c:v>39287</c:v>
                </c:pt>
                <c:pt idx="1359">
                  <c:v>39288</c:v>
                </c:pt>
                <c:pt idx="1360">
                  <c:v>39289</c:v>
                </c:pt>
                <c:pt idx="1361">
                  <c:v>39290</c:v>
                </c:pt>
                <c:pt idx="1362">
                  <c:v>39293</c:v>
                </c:pt>
                <c:pt idx="1363">
                  <c:v>39294</c:v>
                </c:pt>
                <c:pt idx="1364">
                  <c:v>39295</c:v>
                </c:pt>
                <c:pt idx="1365">
                  <c:v>39296</c:v>
                </c:pt>
                <c:pt idx="1366">
                  <c:v>39297</c:v>
                </c:pt>
                <c:pt idx="1367">
                  <c:v>39300</c:v>
                </c:pt>
                <c:pt idx="1368">
                  <c:v>39301</c:v>
                </c:pt>
                <c:pt idx="1369">
                  <c:v>39302</c:v>
                </c:pt>
                <c:pt idx="1370">
                  <c:v>39303</c:v>
                </c:pt>
                <c:pt idx="1371">
                  <c:v>39304</c:v>
                </c:pt>
                <c:pt idx="1372">
                  <c:v>39307</c:v>
                </c:pt>
                <c:pt idx="1373">
                  <c:v>39308</c:v>
                </c:pt>
                <c:pt idx="1374">
                  <c:v>39309</c:v>
                </c:pt>
                <c:pt idx="1375">
                  <c:v>39310</c:v>
                </c:pt>
                <c:pt idx="1376">
                  <c:v>39311</c:v>
                </c:pt>
                <c:pt idx="1377">
                  <c:v>39314</c:v>
                </c:pt>
                <c:pt idx="1378">
                  <c:v>39315</c:v>
                </c:pt>
                <c:pt idx="1379">
                  <c:v>39316</c:v>
                </c:pt>
                <c:pt idx="1380">
                  <c:v>39317</c:v>
                </c:pt>
                <c:pt idx="1381">
                  <c:v>39318</c:v>
                </c:pt>
                <c:pt idx="1382">
                  <c:v>39321</c:v>
                </c:pt>
                <c:pt idx="1383">
                  <c:v>39322</c:v>
                </c:pt>
                <c:pt idx="1384">
                  <c:v>39323</c:v>
                </c:pt>
                <c:pt idx="1385">
                  <c:v>39324</c:v>
                </c:pt>
                <c:pt idx="1386">
                  <c:v>39325</c:v>
                </c:pt>
                <c:pt idx="1387">
                  <c:v>39328</c:v>
                </c:pt>
                <c:pt idx="1388">
                  <c:v>39329</c:v>
                </c:pt>
                <c:pt idx="1389">
                  <c:v>39330</c:v>
                </c:pt>
                <c:pt idx="1390">
                  <c:v>39331</c:v>
                </c:pt>
                <c:pt idx="1391">
                  <c:v>39335</c:v>
                </c:pt>
                <c:pt idx="1392">
                  <c:v>39336</c:v>
                </c:pt>
                <c:pt idx="1393">
                  <c:v>39337</c:v>
                </c:pt>
                <c:pt idx="1394">
                  <c:v>39338</c:v>
                </c:pt>
                <c:pt idx="1395">
                  <c:v>39339</c:v>
                </c:pt>
                <c:pt idx="1396">
                  <c:v>39342</c:v>
                </c:pt>
                <c:pt idx="1397">
                  <c:v>39343</c:v>
                </c:pt>
                <c:pt idx="1398">
                  <c:v>39344</c:v>
                </c:pt>
                <c:pt idx="1399">
                  <c:v>39345</c:v>
                </c:pt>
                <c:pt idx="1400">
                  <c:v>39346</c:v>
                </c:pt>
                <c:pt idx="1401">
                  <c:v>39349</c:v>
                </c:pt>
                <c:pt idx="1402">
                  <c:v>39350</c:v>
                </c:pt>
                <c:pt idx="1403">
                  <c:v>39351</c:v>
                </c:pt>
                <c:pt idx="1404">
                  <c:v>39352</c:v>
                </c:pt>
                <c:pt idx="1405">
                  <c:v>39353</c:v>
                </c:pt>
                <c:pt idx="1406">
                  <c:v>39356</c:v>
                </c:pt>
                <c:pt idx="1407">
                  <c:v>39357</c:v>
                </c:pt>
                <c:pt idx="1408">
                  <c:v>39358</c:v>
                </c:pt>
                <c:pt idx="1409">
                  <c:v>39359</c:v>
                </c:pt>
                <c:pt idx="1410">
                  <c:v>39360</c:v>
                </c:pt>
                <c:pt idx="1411">
                  <c:v>39363</c:v>
                </c:pt>
                <c:pt idx="1412">
                  <c:v>39364</c:v>
                </c:pt>
                <c:pt idx="1413">
                  <c:v>39365</c:v>
                </c:pt>
                <c:pt idx="1414">
                  <c:v>39366</c:v>
                </c:pt>
                <c:pt idx="1415">
                  <c:v>39370</c:v>
                </c:pt>
                <c:pt idx="1416">
                  <c:v>39371</c:v>
                </c:pt>
                <c:pt idx="1417">
                  <c:v>39372</c:v>
                </c:pt>
                <c:pt idx="1418">
                  <c:v>39373</c:v>
                </c:pt>
                <c:pt idx="1419">
                  <c:v>39374</c:v>
                </c:pt>
                <c:pt idx="1420">
                  <c:v>39377</c:v>
                </c:pt>
                <c:pt idx="1421">
                  <c:v>39378</c:v>
                </c:pt>
                <c:pt idx="1422">
                  <c:v>39379</c:v>
                </c:pt>
                <c:pt idx="1423">
                  <c:v>39380</c:v>
                </c:pt>
                <c:pt idx="1424">
                  <c:v>39381</c:v>
                </c:pt>
                <c:pt idx="1425">
                  <c:v>39384</c:v>
                </c:pt>
                <c:pt idx="1426">
                  <c:v>39385</c:v>
                </c:pt>
                <c:pt idx="1427">
                  <c:v>39386</c:v>
                </c:pt>
                <c:pt idx="1428">
                  <c:v>39387</c:v>
                </c:pt>
                <c:pt idx="1429">
                  <c:v>39391</c:v>
                </c:pt>
                <c:pt idx="1430">
                  <c:v>39392</c:v>
                </c:pt>
                <c:pt idx="1431">
                  <c:v>39393</c:v>
                </c:pt>
                <c:pt idx="1432">
                  <c:v>39394</c:v>
                </c:pt>
                <c:pt idx="1433">
                  <c:v>39395</c:v>
                </c:pt>
                <c:pt idx="1434">
                  <c:v>39398</c:v>
                </c:pt>
                <c:pt idx="1435">
                  <c:v>39399</c:v>
                </c:pt>
                <c:pt idx="1436">
                  <c:v>39400</c:v>
                </c:pt>
                <c:pt idx="1437">
                  <c:v>39402</c:v>
                </c:pt>
                <c:pt idx="1438">
                  <c:v>39405</c:v>
                </c:pt>
                <c:pt idx="1439">
                  <c:v>39407</c:v>
                </c:pt>
                <c:pt idx="1440">
                  <c:v>39408</c:v>
                </c:pt>
                <c:pt idx="1441">
                  <c:v>39409</c:v>
                </c:pt>
                <c:pt idx="1442">
                  <c:v>39412</c:v>
                </c:pt>
                <c:pt idx="1443">
                  <c:v>39413</c:v>
                </c:pt>
                <c:pt idx="1444">
                  <c:v>39414</c:v>
                </c:pt>
                <c:pt idx="1445">
                  <c:v>39415</c:v>
                </c:pt>
                <c:pt idx="1446">
                  <c:v>39416</c:v>
                </c:pt>
                <c:pt idx="1447">
                  <c:v>39419</c:v>
                </c:pt>
                <c:pt idx="1448">
                  <c:v>39420</c:v>
                </c:pt>
                <c:pt idx="1449">
                  <c:v>39421</c:v>
                </c:pt>
                <c:pt idx="1450">
                  <c:v>39422</c:v>
                </c:pt>
                <c:pt idx="1451">
                  <c:v>39423</c:v>
                </c:pt>
                <c:pt idx="1452">
                  <c:v>39426</c:v>
                </c:pt>
                <c:pt idx="1453">
                  <c:v>39427</c:v>
                </c:pt>
                <c:pt idx="1454">
                  <c:v>39428</c:v>
                </c:pt>
                <c:pt idx="1455">
                  <c:v>39429</c:v>
                </c:pt>
                <c:pt idx="1456">
                  <c:v>39430</c:v>
                </c:pt>
                <c:pt idx="1457">
                  <c:v>39433</c:v>
                </c:pt>
                <c:pt idx="1458">
                  <c:v>39434</c:v>
                </c:pt>
                <c:pt idx="1459">
                  <c:v>39435</c:v>
                </c:pt>
                <c:pt idx="1460">
                  <c:v>39436</c:v>
                </c:pt>
                <c:pt idx="1461">
                  <c:v>39437</c:v>
                </c:pt>
                <c:pt idx="1462">
                  <c:v>39442</c:v>
                </c:pt>
                <c:pt idx="1463">
                  <c:v>39443</c:v>
                </c:pt>
                <c:pt idx="1464">
                  <c:v>39444</c:v>
                </c:pt>
                <c:pt idx="1465">
                  <c:v>39449</c:v>
                </c:pt>
                <c:pt idx="1466">
                  <c:v>39450</c:v>
                </c:pt>
                <c:pt idx="1467">
                  <c:v>39451</c:v>
                </c:pt>
                <c:pt idx="1468">
                  <c:v>39454</c:v>
                </c:pt>
                <c:pt idx="1469">
                  <c:v>39455</c:v>
                </c:pt>
                <c:pt idx="1470">
                  <c:v>39456</c:v>
                </c:pt>
                <c:pt idx="1471">
                  <c:v>39457</c:v>
                </c:pt>
                <c:pt idx="1472">
                  <c:v>39458</c:v>
                </c:pt>
                <c:pt idx="1473">
                  <c:v>39461</c:v>
                </c:pt>
                <c:pt idx="1474">
                  <c:v>39462</c:v>
                </c:pt>
                <c:pt idx="1475">
                  <c:v>39463</c:v>
                </c:pt>
                <c:pt idx="1476">
                  <c:v>39464</c:v>
                </c:pt>
                <c:pt idx="1477">
                  <c:v>39465</c:v>
                </c:pt>
                <c:pt idx="1478">
                  <c:v>39468</c:v>
                </c:pt>
                <c:pt idx="1479">
                  <c:v>39469</c:v>
                </c:pt>
                <c:pt idx="1480">
                  <c:v>39470</c:v>
                </c:pt>
                <c:pt idx="1481">
                  <c:v>39471</c:v>
                </c:pt>
                <c:pt idx="1482">
                  <c:v>39475</c:v>
                </c:pt>
                <c:pt idx="1483">
                  <c:v>39476</c:v>
                </c:pt>
                <c:pt idx="1484">
                  <c:v>39477</c:v>
                </c:pt>
                <c:pt idx="1485">
                  <c:v>39478</c:v>
                </c:pt>
                <c:pt idx="1486">
                  <c:v>39479</c:v>
                </c:pt>
                <c:pt idx="1487">
                  <c:v>39484</c:v>
                </c:pt>
                <c:pt idx="1488">
                  <c:v>39485</c:v>
                </c:pt>
                <c:pt idx="1489">
                  <c:v>39486</c:v>
                </c:pt>
                <c:pt idx="1490">
                  <c:v>39489</c:v>
                </c:pt>
                <c:pt idx="1491">
                  <c:v>39490</c:v>
                </c:pt>
                <c:pt idx="1492">
                  <c:v>39491</c:v>
                </c:pt>
                <c:pt idx="1493">
                  <c:v>39492</c:v>
                </c:pt>
                <c:pt idx="1494">
                  <c:v>39493</c:v>
                </c:pt>
                <c:pt idx="1495">
                  <c:v>39496</c:v>
                </c:pt>
                <c:pt idx="1496">
                  <c:v>39497</c:v>
                </c:pt>
                <c:pt idx="1497">
                  <c:v>39498</c:v>
                </c:pt>
                <c:pt idx="1498">
                  <c:v>39499</c:v>
                </c:pt>
                <c:pt idx="1499">
                  <c:v>39500</c:v>
                </c:pt>
                <c:pt idx="1500">
                  <c:v>39503</c:v>
                </c:pt>
                <c:pt idx="1501">
                  <c:v>39504</c:v>
                </c:pt>
                <c:pt idx="1502">
                  <c:v>39505</c:v>
                </c:pt>
                <c:pt idx="1503">
                  <c:v>39506</c:v>
                </c:pt>
                <c:pt idx="1504">
                  <c:v>39507</c:v>
                </c:pt>
                <c:pt idx="1505">
                  <c:v>39510</c:v>
                </c:pt>
                <c:pt idx="1506">
                  <c:v>39511</c:v>
                </c:pt>
                <c:pt idx="1507">
                  <c:v>39512</c:v>
                </c:pt>
                <c:pt idx="1508">
                  <c:v>39513</c:v>
                </c:pt>
                <c:pt idx="1509">
                  <c:v>39514</c:v>
                </c:pt>
                <c:pt idx="1510">
                  <c:v>39517</c:v>
                </c:pt>
                <c:pt idx="1511">
                  <c:v>39518</c:v>
                </c:pt>
                <c:pt idx="1512">
                  <c:v>39519</c:v>
                </c:pt>
                <c:pt idx="1513">
                  <c:v>39520</c:v>
                </c:pt>
                <c:pt idx="1514">
                  <c:v>39521</c:v>
                </c:pt>
                <c:pt idx="1515">
                  <c:v>39524</c:v>
                </c:pt>
                <c:pt idx="1516">
                  <c:v>39525</c:v>
                </c:pt>
                <c:pt idx="1517">
                  <c:v>39526</c:v>
                </c:pt>
                <c:pt idx="1518">
                  <c:v>39527</c:v>
                </c:pt>
                <c:pt idx="1519">
                  <c:v>39531</c:v>
                </c:pt>
                <c:pt idx="1520">
                  <c:v>39532</c:v>
                </c:pt>
                <c:pt idx="1521">
                  <c:v>39533</c:v>
                </c:pt>
                <c:pt idx="1522">
                  <c:v>39534</c:v>
                </c:pt>
                <c:pt idx="1523">
                  <c:v>39535</c:v>
                </c:pt>
                <c:pt idx="1524">
                  <c:v>39538</c:v>
                </c:pt>
                <c:pt idx="1525">
                  <c:v>39539</c:v>
                </c:pt>
                <c:pt idx="1526">
                  <c:v>39540</c:v>
                </c:pt>
                <c:pt idx="1527">
                  <c:v>39541</c:v>
                </c:pt>
                <c:pt idx="1528">
                  <c:v>39542</c:v>
                </c:pt>
                <c:pt idx="1529">
                  <c:v>39545</c:v>
                </c:pt>
                <c:pt idx="1530">
                  <c:v>39546</c:v>
                </c:pt>
                <c:pt idx="1531">
                  <c:v>39547</c:v>
                </c:pt>
                <c:pt idx="1532">
                  <c:v>39548</c:v>
                </c:pt>
                <c:pt idx="1533">
                  <c:v>39549</c:v>
                </c:pt>
                <c:pt idx="1534">
                  <c:v>39552</c:v>
                </c:pt>
                <c:pt idx="1535">
                  <c:v>39553</c:v>
                </c:pt>
                <c:pt idx="1536">
                  <c:v>39554</c:v>
                </c:pt>
                <c:pt idx="1537">
                  <c:v>39555</c:v>
                </c:pt>
                <c:pt idx="1538">
                  <c:v>39556</c:v>
                </c:pt>
                <c:pt idx="1539">
                  <c:v>39560</c:v>
                </c:pt>
                <c:pt idx="1540">
                  <c:v>39561</c:v>
                </c:pt>
                <c:pt idx="1541">
                  <c:v>39562</c:v>
                </c:pt>
                <c:pt idx="1542">
                  <c:v>39563</c:v>
                </c:pt>
                <c:pt idx="1543">
                  <c:v>39566</c:v>
                </c:pt>
                <c:pt idx="1544">
                  <c:v>39567</c:v>
                </c:pt>
                <c:pt idx="1545">
                  <c:v>39568</c:v>
                </c:pt>
                <c:pt idx="1546">
                  <c:v>39570</c:v>
                </c:pt>
                <c:pt idx="1547">
                  <c:v>39573</c:v>
                </c:pt>
                <c:pt idx="1548">
                  <c:v>39574</c:v>
                </c:pt>
                <c:pt idx="1549">
                  <c:v>39575</c:v>
                </c:pt>
                <c:pt idx="1550">
                  <c:v>39576</c:v>
                </c:pt>
                <c:pt idx="1551">
                  <c:v>39577</c:v>
                </c:pt>
                <c:pt idx="1552">
                  <c:v>39580</c:v>
                </c:pt>
                <c:pt idx="1553">
                  <c:v>39581</c:v>
                </c:pt>
                <c:pt idx="1554">
                  <c:v>39582</c:v>
                </c:pt>
                <c:pt idx="1555">
                  <c:v>39583</c:v>
                </c:pt>
                <c:pt idx="1556">
                  <c:v>39584</c:v>
                </c:pt>
                <c:pt idx="1557">
                  <c:v>39587</c:v>
                </c:pt>
                <c:pt idx="1558">
                  <c:v>39588</c:v>
                </c:pt>
                <c:pt idx="1559">
                  <c:v>39589</c:v>
                </c:pt>
                <c:pt idx="1560">
                  <c:v>39591</c:v>
                </c:pt>
                <c:pt idx="1561">
                  <c:v>39594</c:v>
                </c:pt>
                <c:pt idx="1562">
                  <c:v>39595</c:v>
                </c:pt>
                <c:pt idx="1563">
                  <c:v>39596</c:v>
                </c:pt>
                <c:pt idx="1564">
                  <c:v>39597</c:v>
                </c:pt>
                <c:pt idx="1565">
                  <c:v>39598</c:v>
                </c:pt>
                <c:pt idx="1566">
                  <c:v>39601</c:v>
                </c:pt>
                <c:pt idx="1567">
                  <c:v>39602</c:v>
                </c:pt>
                <c:pt idx="1568">
                  <c:v>39603</c:v>
                </c:pt>
                <c:pt idx="1569">
                  <c:v>39604</c:v>
                </c:pt>
                <c:pt idx="1570">
                  <c:v>39605</c:v>
                </c:pt>
                <c:pt idx="1571">
                  <c:v>39608</c:v>
                </c:pt>
                <c:pt idx="1572">
                  <c:v>39609</c:v>
                </c:pt>
                <c:pt idx="1573">
                  <c:v>39610</c:v>
                </c:pt>
                <c:pt idx="1574">
                  <c:v>39611</c:v>
                </c:pt>
                <c:pt idx="1575">
                  <c:v>39612</c:v>
                </c:pt>
                <c:pt idx="1576">
                  <c:v>39615</c:v>
                </c:pt>
                <c:pt idx="1577">
                  <c:v>39616</c:v>
                </c:pt>
                <c:pt idx="1578">
                  <c:v>39617</c:v>
                </c:pt>
                <c:pt idx="1579">
                  <c:v>39618</c:v>
                </c:pt>
                <c:pt idx="1580">
                  <c:v>39619</c:v>
                </c:pt>
                <c:pt idx="1581">
                  <c:v>39622</c:v>
                </c:pt>
                <c:pt idx="1582">
                  <c:v>39623</c:v>
                </c:pt>
                <c:pt idx="1583">
                  <c:v>39624</c:v>
                </c:pt>
                <c:pt idx="1584">
                  <c:v>39625</c:v>
                </c:pt>
                <c:pt idx="1585">
                  <c:v>39626</c:v>
                </c:pt>
                <c:pt idx="1586">
                  <c:v>39629</c:v>
                </c:pt>
                <c:pt idx="1587">
                  <c:v>39630</c:v>
                </c:pt>
                <c:pt idx="1588">
                  <c:v>39631</c:v>
                </c:pt>
                <c:pt idx="1589">
                  <c:v>39632</c:v>
                </c:pt>
                <c:pt idx="1590">
                  <c:v>39633</c:v>
                </c:pt>
                <c:pt idx="1591">
                  <c:v>39636</c:v>
                </c:pt>
                <c:pt idx="1592">
                  <c:v>39637</c:v>
                </c:pt>
                <c:pt idx="1593">
                  <c:v>39639</c:v>
                </c:pt>
                <c:pt idx="1594">
                  <c:v>39640</c:v>
                </c:pt>
                <c:pt idx="1595">
                  <c:v>39643</c:v>
                </c:pt>
                <c:pt idx="1596">
                  <c:v>39644</c:v>
                </c:pt>
                <c:pt idx="1597">
                  <c:v>39645</c:v>
                </c:pt>
                <c:pt idx="1598">
                  <c:v>39646</c:v>
                </c:pt>
                <c:pt idx="1599">
                  <c:v>39647</c:v>
                </c:pt>
                <c:pt idx="1600">
                  <c:v>39650</c:v>
                </c:pt>
                <c:pt idx="1601">
                  <c:v>39651</c:v>
                </c:pt>
                <c:pt idx="1602">
                  <c:v>39652</c:v>
                </c:pt>
                <c:pt idx="1603">
                  <c:v>39653</c:v>
                </c:pt>
                <c:pt idx="1604">
                  <c:v>39654</c:v>
                </c:pt>
                <c:pt idx="1605">
                  <c:v>39657</c:v>
                </c:pt>
                <c:pt idx="1606">
                  <c:v>39658</c:v>
                </c:pt>
                <c:pt idx="1607">
                  <c:v>39659</c:v>
                </c:pt>
                <c:pt idx="1608">
                  <c:v>39660</c:v>
                </c:pt>
                <c:pt idx="1609">
                  <c:v>39661</c:v>
                </c:pt>
                <c:pt idx="1610">
                  <c:v>39664</c:v>
                </c:pt>
                <c:pt idx="1611">
                  <c:v>39665</c:v>
                </c:pt>
                <c:pt idx="1612">
                  <c:v>39666</c:v>
                </c:pt>
                <c:pt idx="1613">
                  <c:v>39667</c:v>
                </c:pt>
                <c:pt idx="1614">
                  <c:v>39668</c:v>
                </c:pt>
                <c:pt idx="1615">
                  <c:v>39671</c:v>
                </c:pt>
                <c:pt idx="1616">
                  <c:v>39672</c:v>
                </c:pt>
                <c:pt idx="1617">
                  <c:v>39673</c:v>
                </c:pt>
                <c:pt idx="1618">
                  <c:v>39674</c:v>
                </c:pt>
                <c:pt idx="1619">
                  <c:v>39675</c:v>
                </c:pt>
                <c:pt idx="1620">
                  <c:v>39678</c:v>
                </c:pt>
                <c:pt idx="1621">
                  <c:v>39679</c:v>
                </c:pt>
                <c:pt idx="1622">
                  <c:v>39680</c:v>
                </c:pt>
                <c:pt idx="1623">
                  <c:v>39681</c:v>
                </c:pt>
                <c:pt idx="1624">
                  <c:v>39682</c:v>
                </c:pt>
                <c:pt idx="1625">
                  <c:v>39685</c:v>
                </c:pt>
                <c:pt idx="1626">
                  <c:v>39686</c:v>
                </c:pt>
                <c:pt idx="1627">
                  <c:v>39687</c:v>
                </c:pt>
                <c:pt idx="1628">
                  <c:v>39688</c:v>
                </c:pt>
                <c:pt idx="1629">
                  <c:v>39689</c:v>
                </c:pt>
                <c:pt idx="1630">
                  <c:v>39692</c:v>
                </c:pt>
                <c:pt idx="1631">
                  <c:v>39693</c:v>
                </c:pt>
                <c:pt idx="1632">
                  <c:v>39694</c:v>
                </c:pt>
                <c:pt idx="1633">
                  <c:v>39695</c:v>
                </c:pt>
                <c:pt idx="1634">
                  <c:v>39696</c:v>
                </c:pt>
                <c:pt idx="1635">
                  <c:v>39699</c:v>
                </c:pt>
                <c:pt idx="1636">
                  <c:v>39700</c:v>
                </c:pt>
                <c:pt idx="1637">
                  <c:v>39701</c:v>
                </c:pt>
                <c:pt idx="1638">
                  <c:v>39702</c:v>
                </c:pt>
                <c:pt idx="1639">
                  <c:v>39703</c:v>
                </c:pt>
                <c:pt idx="1640">
                  <c:v>39706</c:v>
                </c:pt>
                <c:pt idx="1641">
                  <c:v>39707</c:v>
                </c:pt>
                <c:pt idx="1642">
                  <c:v>39708</c:v>
                </c:pt>
                <c:pt idx="1643">
                  <c:v>39709</c:v>
                </c:pt>
                <c:pt idx="1644">
                  <c:v>39710</c:v>
                </c:pt>
                <c:pt idx="1645">
                  <c:v>39713</c:v>
                </c:pt>
                <c:pt idx="1646">
                  <c:v>39714</c:v>
                </c:pt>
                <c:pt idx="1647">
                  <c:v>39715</c:v>
                </c:pt>
                <c:pt idx="1648">
                  <c:v>39716</c:v>
                </c:pt>
                <c:pt idx="1649">
                  <c:v>39717</c:v>
                </c:pt>
                <c:pt idx="1650">
                  <c:v>39720</c:v>
                </c:pt>
                <c:pt idx="1651">
                  <c:v>39721</c:v>
                </c:pt>
                <c:pt idx="1652">
                  <c:v>39722</c:v>
                </c:pt>
                <c:pt idx="1653">
                  <c:v>39723</c:v>
                </c:pt>
                <c:pt idx="1654">
                  <c:v>39724</c:v>
                </c:pt>
                <c:pt idx="1655">
                  <c:v>39727</c:v>
                </c:pt>
                <c:pt idx="1656">
                  <c:v>39728</c:v>
                </c:pt>
                <c:pt idx="1657">
                  <c:v>39729</c:v>
                </c:pt>
                <c:pt idx="1658">
                  <c:v>39730</c:v>
                </c:pt>
                <c:pt idx="1659">
                  <c:v>39731</c:v>
                </c:pt>
                <c:pt idx="1660">
                  <c:v>39734</c:v>
                </c:pt>
                <c:pt idx="1661">
                  <c:v>39735</c:v>
                </c:pt>
                <c:pt idx="1662">
                  <c:v>39736</c:v>
                </c:pt>
                <c:pt idx="1663">
                  <c:v>39737</c:v>
                </c:pt>
                <c:pt idx="1664">
                  <c:v>39738</c:v>
                </c:pt>
                <c:pt idx="1665">
                  <c:v>39741</c:v>
                </c:pt>
                <c:pt idx="1666">
                  <c:v>39742</c:v>
                </c:pt>
                <c:pt idx="1667">
                  <c:v>39743</c:v>
                </c:pt>
                <c:pt idx="1668">
                  <c:v>39744</c:v>
                </c:pt>
                <c:pt idx="1669">
                  <c:v>39745</c:v>
                </c:pt>
                <c:pt idx="1670">
                  <c:v>39748</c:v>
                </c:pt>
                <c:pt idx="1671">
                  <c:v>39749</c:v>
                </c:pt>
                <c:pt idx="1672">
                  <c:v>39750</c:v>
                </c:pt>
                <c:pt idx="1673">
                  <c:v>39751</c:v>
                </c:pt>
                <c:pt idx="1674">
                  <c:v>39752</c:v>
                </c:pt>
                <c:pt idx="1675">
                  <c:v>39755</c:v>
                </c:pt>
                <c:pt idx="1676">
                  <c:v>39756</c:v>
                </c:pt>
                <c:pt idx="1677">
                  <c:v>39757</c:v>
                </c:pt>
                <c:pt idx="1678">
                  <c:v>39758</c:v>
                </c:pt>
                <c:pt idx="1679">
                  <c:v>39759</c:v>
                </c:pt>
                <c:pt idx="1680">
                  <c:v>39762</c:v>
                </c:pt>
                <c:pt idx="1681">
                  <c:v>39763</c:v>
                </c:pt>
                <c:pt idx="1682">
                  <c:v>39764</c:v>
                </c:pt>
                <c:pt idx="1683">
                  <c:v>39765</c:v>
                </c:pt>
                <c:pt idx="1684">
                  <c:v>39766</c:v>
                </c:pt>
                <c:pt idx="1685">
                  <c:v>39769</c:v>
                </c:pt>
                <c:pt idx="1686">
                  <c:v>39770</c:v>
                </c:pt>
                <c:pt idx="1687">
                  <c:v>39771</c:v>
                </c:pt>
                <c:pt idx="1688">
                  <c:v>39773</c:v>
                </c:pt>
                <c:pt idx="1689">
                  <c:v>39776</c:v>
                </c:pt>
                <c:pt idx="1690">
                  <c:v>39777</c:v>
                </c:pt>
                <c:pt idx="1691">
                  <c:v>39778</c:v>
                </c:pt>
                <c:pt idx="1692">
                  <c:v>39779</c:v>
                </c:pt>
                <c:pt idx="1693">
                  <c:v>39780</c:v>
                </c:pt>
                <c:pt idx="1694">
                  <c:v>39783</c:v>
                </c:pt>
                <c:pt idx="1695">
                  <c:v>39784</c:v>
                </c:pt>
                <c:pt idx="1696">
                  <c:v>39785</c:v>
                </c:pt>
                <c:pt idx="1697">
                  <c:v>39786</c:v>
                </c:pt>
                <c:pt idx="1698">
                  <c:v>39787</c:v>
                </c:pt>
                <c:pt idx="1699">
                  <c:v>39790</c:v>
                </c:pt>
                <c:pt idx="1700">
                  <c:v>39791</c:v>
                </c:pt>
                <c:pt idx="1701">
                  <c:v>39792</c:v>
                </c:pt>
                <c:pt idx="1702">
                  <c:v>39793</c:v>
                </c:pt>
                <c:pt idx="1703">
                  <c:v>39794</c:v>
                </c:pt>
                <c:pt idx="1704">
                  <c:v>39797</c:v>
                </c:pt>
                <c:pt idx="1705">
                  <c:v>39798</c:v>
                </c:pt>
                <c:pt idx="1706">
                  <c:v>39799</c:v>
                </c:pt>
                <c:pt idx="1707">
                  <c:v>39800</c:v>
                </c:pt>
                <c:pt idx="1708">
                  <c:v>39801</c:v>
                </c:pt>
                <c:pt idx="1709">
                  <c:v>39804</c:v>
                </c:pt>
                <c:pt idx="1710">
                  <c:v>39805</c:v>
                </c:pt>
                <c:pt idx="1711">
                  <c:v>39808</c:v>
                </c:pt>
                <c:pt idx="1712">
                  <c:v>39811</c:v>
                </c:pt>
                <c:pt idx="1713">
                  <c:v>39812</c:v>
                </c:pt>
                <c:pt idx="1714">
                  <c:v>39815</c:v>
                </c:pt>
                <c:pt idx="1715">
                  <c:v>39818</c:v>
                </c:pt>
                <c:pt idx="1716">
                  <c:v>39819</c:v>
                </c:pt>
                <c:pt idx="1717">
                  <c:v>39820</c:v>
                </c:pt>
                <c:pt idx="1718">
                  <c:v>39821</c:v>
                </c:pt>
                <c:pt idx="1719">
                  <c:v>39822</c:v>
                </c:pt>
                <c:pt idx="1720">
                  <c:v>39825</c:v>
                </c:pt>
                <c:pt idx="1721">
                  <c:v>39826</c:v>
                </c:pt>
                <c:pt idx="1722">
                  <c:v>39827</c:v>
                </c:pt>
                <c:pt idx="1723">
                  <c:v>39828</c:v>
                </c:pt>
                <c:pt idx="1724">
                  <c:v>39829</c:v>
                </c:pt>
                <c:pt idx="1725">
                  <c:v>39832</c:v>
                </c:pt>
                <c:pt idx="1726">
                  <c:v>39833</c:v>
                </c:pt>
                <c:pt idx="1727">
                  <c:v>39834</c:v>
                </c:pt>
                <c:pt idx="1728">
                  <c:v>39835</c:v>
                </c:pt>
                <c:pt idx="1729">
                  <c:v>39836</c:v>
                </c:pt>
                <c:pt idx="1730">
                  <c:v>39839</c:v>
                </c:pt>
                <c:pt idx="1731">
                  <c:v>39840</c:v>
                </c:pt>
                <c:pt idx="1732">
                  <c:v>39841</c:v>
                </c:pt>
                <c:pt idx="1733">
                  <c:v>39842</c:v>
                </c:pt>
                <c:pt idx="1734">
                  <c:v>39843</c:v>
                </c:pt>
                <c:pt idx="1735">
                  <c:v>39846</c:v>
                </c:pt>
                <c:pt idx="1736">
                  <c:v>39847</c:v>
                </c:pt>
                <c:pt idx="1737">
                  <c:v>39848</c:v>
                </c:pt>
                <c:pt idx="1738">
                  <c:v>39849</c:v>
                </c:pt>
                <c:pt idx="1739">
                  <c:v>39850</c:v>
                </c:pt>
                <c:pt idx="1740">
                  <c:v>39853</c:v>
                </c:pt>
                <c:pt idx="1741">
                  <c:v>39854</c:v>
                </c:pt>
                <c:pt idx="1742">
                  <c:v>39855</c:v>
                </c:pt>
                <c:pt idx="1743">
                  <c:v>39856</c:v>
                </c:pt>
                <c:pt idx="1744">
                  <c:v>39857</c:v>
                </c:pt>
                <c:pt idx="1745">
                  <c:v>39860</c:v>
                </c:pt>
                <c:pt idx="1746">
                  <c:v>39861</c:v>
                </c:pt>
                <c:pt idx="1747">
                  <c:v>39862</c:v>
                </c:pt>
                <c:pt idx="1748">
                  <c:v>39863</c:v>
                </c:pt>
                <c:pt idx="1749">
                  <c:v>39864</c:v>
                </c:pt>
                <c:pt idx="1750">
                  <c:v>39869</c:v>
                </c:pt>
                <c:pt idx="1751">
                  <c:v>39870</c:v>
                </c:pt>
                <c:pt idx="1752">
                  <c:v>39871</c:v>
                </c:pt>
                <c:pt idx="1753">
                  <c:v>39874</c:v>
                </c:pt>
                <c:pt idx="1754">
                  <c:v>39875</c:v>
                </c:pt>
                <c:pt idx="1755">
                  <c:v>39876</c:v>
                </c:pt>
                <c:pt idx="1756">
                  <c:v>39877</c:v>
                </c:pt>
                <c:pt idx="1757">
                  <c:v>39878</c:v>
                </c:pt>
                <c:pt idx="1758">
                  <c:v>39881</c:v>
                </c:pt>
                <c:pt idx="1759">
                  <c:v>39882</c:v>
                </c:pt>
                <c:pt idx="1760">
                  <c:v>39883</c:v>
                </c:pt>
                <c:pt idx="1761">
                  <c:v>39884</c:v>
                </c:pt>
                <c:pt idx="1762">
                  <c:v>39885</c:v>
                </c:pt>
                <c:pt idx="1763">
                  <c:v>39888</c:v>
                </c:pt>
                <c:pt idx="1764">
                  <c:v>39889</c:v>
                </c:pt>
                <c:pt idx="1765">
                  <c:v>39890</c:v>
                </c:pt>
                <c:pt idx="1766">
                  <c:v>39891</c:v>
                </c:pt>
                <c:pt idx="1767">
                  <c:v>39892</c:v>
                </c:pt>
                <c:pt idx="1768">
                  <c:v>39895</c:v>
                </c:pt>
                <c:pt idx="1769">
                  <c:v>39896</c:v>
                </c:pt>
                <c:pt idx="1770">
                  <c:v>39897</c:v>
                </c:pt>
                <c:pt idx="1771">
                  <c:v>39898</c:v>
                </c:pt>
                <c:pt idx="1772">
                  <c:v>39899</c:v>
                </c:pt>
                <c:pt idx="1773">
                  <c:v>39902</c:v>
                </c:pt>
                <c:pt idx="1774">
                  <c:v>39903</c:v>
                </c:pt>
                <c:pt idx="1775">
                  <c:v>39904</c:v>
                </c:pt>
                <c:pt idx="1776">
                  <c:v>39905</c:v>
                </c:pt>
                <c:pt idx="1777">
                  <c:v>39906</c:v>
                </c:pt>
                <c:pt idx="1778">
                  <c:v>39909</c:v>
                </c:pt>
                <c:pt idx="1779">
                  <c:v>39910</c:v>
                </c:pt>
                <c:pt idx="1780">
                  <c:v>39911</c:v>
                </c:pt>
                <c:pt idx="1781">
                  <c:v>39912</c:v>
                </c:pt>
                <c:pt idx="1782">
                  <c:v>39916</c:v>
                </c:pt>
                <c:pt idx="1783">
                  <c:v>39917</c:v>
                </c:pt>
                <c:pt idx="1784">
                  <c:v>39918</c:v>
                </c:pt>
                <c:pt idx="1785">
                  <c:v>39919</c:v>
                </c:pt>
                <c:pt idx="1786">
                  <c:v>39920</c:v>
                </c:pt>
                <c:pt idx="1787">
                  <c:v>39923</c:v>
                </c:pt>
                <c:pt idx="1788">
                  <c:v>39925</c:v>
                </c:pt>
                <c:pt idx="1789">
                  <c:v>39926</c:v>
                </c:pt>
                <c:pt idx="1790">
                  <c:v>39927</c:v>
                </c:pt>
                <c:pt idx="1791">
                  <c:v>39930</c:v>
                </c:pt>
                <c:pt idx="1792">
                  <c:v>39931</c:v>
                </c:pt>
                <c:pt idx="1793">
                  <c:v>39932</c:v>
                </c:pt>
                <c:pt idx="1794">
                  <c:v>39933</c:v>
                </c:pt>
                <c:pt idx="1795">
                  <c:v>39937</c:v>
                </c:pt>
                <c:pt idx="1796">
                  <c:v>39938</c:v>
                </c:pt>
                <c:pt idx="1797">
                  <c:v>39939</c:v>
                </c:pt>
                <c:pt idx="1798">
                  <c:v>39940</c:v>
                </c:pt>
                <c:pt idx="1799">
                  <c:v>39941</c:v>
                </c:pt>
                <c:pt idx="1800">
                  <c:v>39944</c:v>
                </c:pt>
                <c:pt idx="1801">
                  <c:v>39945</c:v>
                </c:pt>
                <c:pt idx="1802">
                  <c:v>39946</c:v>
                </c:pt>
                <c:pt idx="1803">
                  <c:v>39947</c:v>
                </c:pt>
                <c:pt idx="1804">
                  <c:v>39948</c:v>
                </c:pt>
                <c:pt idx="1805">
                  <c:v>39951</c:v>
                </c:pt>
                <c:pt idx="1806">
                  <c:v>39952</c:v>
                </c:pt>
                <c:pt idx="1807">
                  <c:v>39953</c:v>
                </c:pt>
                <c:pt idx="1808">
                  <c:v>39954</c:v>
                </c:pt>
                <c:pt idx="1809">
                  <c:v>39955</c:v>
                </c:pt>
                <c:pt idx="1810">
                  <c:v>39958</c:v>
                </c:pt>
                <c:pt idx="1811">
                  <c:v>39959</c:v>
                </c:pt>
                <c:pt idx="1812">
                  <c:v>39960</c:v>
                </c:pt>
                <c:pt idx="1813">
                  <c:v>39961</c:v>
                </c:pt>
                <c:pt idx="1814">
                  <c:v>39962</c:v>
                </c:pt>
                <c:pt idx="1815">
                  <c:v>39965</c:v>
                </c:pt>
                <c:pt idx="1816">
                  <c:v>39966</c:v>
                </c:pt>
                <c:pt idx="1817">
                  <c:v>39967</c:v>
                </c:pt>
                <c:pt idx="1818">
                  <c:v>39968</c:v>
                </c:pt>
                <c:pt idx="1819">
                  <c:v>39969</c:v>
                </c:pt>
                <c:pt idx="1820">
                  <c:v>39972</c:v>
                </c:pt>
                <c:pt idx="1821">
                  <c:v>39973</c:v>
                </c:pt>
                <c:pt idx="1822">
                  <c:v>39974</c:v>
                </c:pt>
                <c:pt idx="1823">
                  <c:v>39976</c:v>
                </c:pt>
                <c:pt idx="1824">
                  <c:v>39979</c:v>
                </c:pt>
                <c:pt idx="1825">
                  <c:v>39980</c:v>
                </c:pt>
                <c:pt idx="1826">
                  <c:v>39981</c:v>
                </c:pt>
                <c:pt idx="1827">
                  <c:v>39982</c:v>
                </c:pt>
                <c:pt idx="1828">
                  <c:v>39983</c:v>
                </c:pt>
                <c:pt idx="1829">
                  <c:v>39986</c:v>
                </c:pt>
                <c:pt idx="1830">
                  <c:v>39987</c:v>
                </c:pt>
                <c:pt idx="1831">
                  <c:v>39988</c:v>
                </c:pt>
                <c:pt idx="1832">
                  <c:v>39989</c:v>
                </c:pt>
                <c:pt idx="1833">
                  <c:v>39990</c:v>
                </c:pt>
                <c:pt idx="1834">
                  <c:v>39993</c:v>
                </c:pt>
                <c:pt idx="1835">
                  <c:v>39994</c:v>
                </c:pt>
                <c:pt idx="1836">
                  <c:v>39995</c:v>
                </c:pt>
                <c:pt idx="1837">
                  <c:v>39996</c:v>
                </c:pt>
                <c:pt idx="1838">
                  <c:v>39997</c:v>
                </c:pt>
                <c:pt idx="1839">
                  <c:v>40000</c:v>
                </c:pt>
                <c:pt idx="1840">
                  <c:v>40001</c:v>
                </c:pt>
                <c:pt idx="1841">
                  <c:v>40002</c:v>
                </c:pt>
                <c:pt idx="1842">
                  <c:v>40004</c:v>
                </c:pt>
                <c:pt idx="1843">
                  <c:v>40007</c:v>
                </c:pt>
                <c:pt idx="1844">
                  <c:v>40008</c:v>
                </c:pt>
                <c:pt idx="1845">
                  <c:v>40009</c:v>
                </c:pt>
                <c:pt idx="1846">
                  <c:v>40010</c:v>
                </c:pt>
                <c:pt idx="1847">
                  <c:v>40011</c:v>
                </c:pt>
                <c:pt idx="1848">
                  <c:v>40014</c:v>
                </c:pt>
                <c:pt idx="1849">
                  <c:v>40015</c:v>
                </c:pt>
                <c:pt idx="1850">
                  <c:v>40016</c:v>
                </c:pt>
                <c:pt idx="1851">
                  <c:v>40017</c:v>
                </c:pt>
                <c:pt idx="1852">
                  <c:v>40018</c:v>
                </c:pt>
                <c:pt idx="1853">
                  <c:v>40021</c:v>
                </c:pt>
                <c:pt idx="1854">
                  <c:v>40022</c:v>
                </c:pt>
                <c:pt idx="1855">
                  <c:v>40023</c:v>
                </c:pt>
                <c:pt idx="1856">
                  <c:v>40024</c:v>
                </c:pt>
                <c:pt idx="1857">
                  <c:v>40025</c:v>
                </c:pt>
                <c:pt idx="1858">
                  <c:v>40028</c:v>
                </c:pt>
                <c:pt idx="1859">
                  <c:v>40029</c:v>
                </c:pt>
                <c:pt idx="1860">
                  <c:v>40030</c:v>
                </c:pt>
                <c:pt idx="1861">
                  <c:v>40031</c:v>
                </c:pt>
                <c:pt idx="1862">
                  <c:v>40032</c:v>
                </c:pt>
                <c:pt idx="1863">
                  <c:v>40035</c:v>
                </c:pt>
                <c:pt idx="1864">
                  <c:v>40036</c:v>
                </c:pt>
                <c:pt idx="1865">
                  <c:v>40037</c:v>
                </c:pt>
                <c:pt idx="1866">
                  <c:v>40038</c:v>
                </c:pt>
                <c:pt idx="1867">
                  <c:v>40039</c:v>
                </c:pt>
                <c:pt idx="1868">
                  <c:v>40042</c:v>
                </c:pt>
                <c:pt idx="1869">
                  <c:v>40043</c:v>
                </c:pt>
                <c:pt idx="1870">
                  <c:v>40044</c:v>
                </c:pt>
                <c:pt idx="1871">
                  <c:v>40045</c:v>
                </c:pt>
                <c:pt idx="1872">
                  <c:v>40046</c:v>
                </c:pt>
                <c:pt idx="1873">
                  <c:v>40049</c:v>
                </c:pt>
                <c:pt idx="1874">
                  <c:v>40050</c:v>
                </c:pt>
                <c:pt idx="1875">
                  <c:v>40051</c:v>
                </c:pt>
                <c:pt idx="1876">
                  <c:v>40052</c:v>
                </c:pt>
                <c:pt idx="1877">
                  <c:v>40053</c:v>
                </c:pt>
                <c:pt idx="1878">
                  <c:v>40056</c:v>
                </c:pt>
                <c:pt idx="1879">
                  <c:v>40057</c:v>
                </c:pt>
                <c:pt idx="1880">
                  <c:v>40058</c:v>
                </c:pt>
                <c:pt idx="1881">
                  <c:v>40059</c:v>
                </c:pt>
                <c:pt idx="1882">
                  <c:v>40060</c:v>
                </c:pt>
                <c:pt idx="1883">
                  <c:v>40064</c:v>
                </c:pt>
                <c:pt idx="1884">
                  <c:v>40065</c:v>
                </c:pt>
                <c:pt idx="1885">
                  <c:v>40066</c:v>
                </c:pt>
                <c:pt idx="1886">
                  <c:v>40067</c:v>
                </c:pt>
                <c:pt idx="1887">
                  <c:v>40070</c:v>
                </c:pt>
                <c:pt idx="1888">
                  <c:v>40071</c:v>
                </c:pt>
                <c:pt idx="1889">
                  <c:v>40072</c:v>
                </c:pt>
                <c:pt idx="1890">
                  <c:v>40073</c:v>
                </c:pt>
                <c:pt idx="1891">
                  <c:v>40074</c:v>
                </c:pt>
                <c:pt idx="1892">
                  <c:v>40077</c:v>
                </c:pt>
                <c:pt idx="1893">
                  <c:v>40078</c:v>
                </c:pt>
                <c:pt idx="1894">
                  <c:v>40079</c:v>
                </c:pt>
                <c:pt idx="1895">
                  <c:v>40080</c:v>
                </c:pt>
                <c:pt idx="1896">
                  <c:v>40081</c:v>
                </c:pt>
                <c:pt idx="1897">
                  <c:v>40084</c:v>
                </c:pt>
                <c:pt idx="1898">
                  <c:v>40085</c:v>
                </c:pt>
                <c:pt idx="1899">
                  <c:v>40086</c:v>
                </c:pt>
                <c:pt idx="1900">
                  <c:v>40087</c:v>
                </c:pt>
                <c:pt idx="1901">
                  <c:v>40088</c:v>
                </c:pt>
                <c:pt idx="1902">
                  <c:v>40091</c:v>
                </c:pt>
                <c:pt idx="1903">
                  <c:v>40092</c:v>
                </c:pt>
                <c:pt idx="1904">
                  <c:v>40093</c:v>
                </c:pt>
                <c:pt idx="1905">
                  <c:v>40094</c:v>
                </c:pt>
                <c:pt idx="1906">
                  <c:v>40095</c:v>
                </c:pt>
                <c:pt idx="1907">
                  <c:v>40099</c:v>
                </c:pt>
                <c:pt idx="1908">
                  <c:v>40100</c:v>
                </c:pt>
                <c:pt idx="1909">
                  <c:v>40101</c:v>
                </c:pt>
                <c:pt idx="1910">
                  <c:v>40102</c:v>
                </c:pt>
                <c:pt idx="1911">
                  <c:v>40105</c:v>
                </c:pt>
                <c:pt idx="1912">
                  <c:v>40106</c:v>
                </c:pt>
                <c:pt idx="1913">
                  <c:v>40107</c:v>
                </c:pt>
                <c:pt idx="1914">
                  <c:v>40108</c:v>
                </c:pt>
                <c:pt idx="1915">
                  <c:v>40109</c:v>
                </c:pt>
                <c:pt idx="1916">
                  <c:v>40112</c:v>
                </c:pt>
                <c:pt idx="1917">
                  <c:v>40113</c:v>
                </c:pt>
                <c:pt idx="1918">
                  <c:v>40114</c:v>
                </c:pt>
                <c:pt idx="1919">
                  <c:v>40115</c:v>
                </c:pt>
                <c:pt idx="1920">
                  <c:v>40116</c:v>
                </c:pt>
                <c:pt idx="1921">
                  <c:v>40120</c:v>
                </c:pt>
                <c:pt idx="1922">
                  <c:v>40121</c:v>
                </c:pt>
                <c:pt idx="1923">
                  <c:v>40122</c:v>
                </c:pt>
                <c:pt idx="1924">
                  <c:v>40123</c:v>
                </c:pt>
                <c:pt idx="1925">
                  <c:v>40126</c:v>
                </c:pt>
                <c:pt idx="1926">
                  <c:v>40127</c:v>
                </c:pt>
                <c:pt idx="1927">
                  <c:v>40128</c:v>
                </c:pt>
                <c:pt idx="1928">
                  <c:v>40129</c:v>
                </c:pt>
                <c:pt idx="1929">
                  <c:v>40130</c:v>
                </c:pt>
                <c:pt idx="1930">
                  <c:v>40133</c:v>
                </c:pt>
                <c:pt idx="1931">
                  <c:v>40134</c:v>
                </c:pt>
                <c:pt idx="1932">
                  <c:v>40135</c:v>
                </c:pt>
                <c:pt idx="1933">
                  <c:v>40136</c:v>
                </c:pt>
                <c:pt idx="1934">
                  <c:v>40140</c:v>
                </c:pt>
                <c:pt idx="1935">
                  <c:v>40141</c:v>
                </c:pt>
                <c:pt idx="1936">
                  <c:v>40142</c:v>
                </c:pt>
                <c:pt idx="1937">
                  <c:v>40143</c:v>
                </c:pt>
                <c:pt idx="1938">
                  <c:v>40144</c:v>
                </c:pt>
                <c:pt idx="1939">
                  <c:v>40147</c:v>
                </c:pt>
                <c:pt idx="1940">
                  <c:v>40148</c:v>
                </c:pt>
                <c:pt idx="1941">
                  <c:v>40149</c:v>
                </c:pt>
                <c:pt idx="1942">
                  <c:v>40150</c:v>
                </c:pt>
                <c:pt idx="1943">
                  <c:v>40151</c:v>
                </c:pt>
                <c:pt idx="1944">
                  <c:v>40154</c:v>
                </c:pt>
                <c:pt idx="1945">
                  <c:v>40155</c:v>
                </c:pt>
                <c:pt idx="1946">
                  <c:v>40156</c:v>
                </c:pt>
                <c:pt idx="1947">
                  <c:v>40157</c:v>
                </c:pt>
                <c:pt idx="1948">
                  <c:v>40158</c:v>
                </c:pt>
                <c:pt idx="1949">
                  <c:v>40161</c:v>
                </c:pt>
                <c:pt idx="1950">
                  <c:v>40162</c:v>
                </c:pt>
                <c:pt idx="1951">
                  <c:v>40163</c:v>
                </c:pt>
                <c:pt idx="1952">
                  <c:v>40164</c:v>
                </c:pt>
                <c:pt idx="1953">
                  <c:v>40165</c:v>
                </c:pt>
                <c:pt idx="1954">
                  <c:v>40168</c:v>
                </c:pt>
                <c:pt idx="1955">
                  <c:v>40169</c:v>
                </c:pt>
                <c:pt idx="1956">
                  <c:v>40170</c:v>
                </c:pt>
                <c:pt idx="1957">
                  <c:v>40175</c:v>
                </c:pt>
                <c:pt idx="1958">
                  <c:v>40176</c:v>
                </c:pt>
                <c:pt idx="1959">
                  <c:v>40177</c:v>
                </c:pt>
                <c:pt idx="1960">
                  <c:v>40182</c:v>
                </c:pt>
                <c:pt idx="1961">
                  <c:v>40183</c:v>
                </c:pt>
                <c:pt idx="1962">
                  <c:v>40184</c:v>
                </c:pt>
                <c:pt idx="1963">
                  <c:v>40185</c:v>
                </c:pt>
                <c:pt idx="1964">
                  <c:v>40186</c:v>
                </c:pt>
                <c:pt idx="1965">
                  <c:v>40189</c:v>
                </c:pt>
                <c:pt idx="1966">
                  <c:v>40190</c:v>
                </c:pt>
                <c:pt idx="1967">
                  <c:v>40191</c:v>
                </c:pt>
                <c:pt idx="1968">
                  <c:v>40192</c:v>
                </c:pt>
                <c:pt idx="1969">
                  <c:v>40193</c:v>
                </c:pt>
                <c:pt idx="1970">
                  <c:v>40196</c:v>
                </c:pt>
                <c:pt idx="1971">
                  <c:v>40197</c:v>
                </c:pt>
                <c:pt idx="1972">
                  <c:v>40198</c:v>
                </c:pt>
                <c:pt idx="1973">
                  <c:v>40199</c:v>
                </c:pt>
                <c:pt idx="1974">
                  <c:v>40200</c:v>
                </c:pt>
                <c:pt idx="1975">
                  <c:v>40204</c:v>
                </c:pt>
                <c:pt idx="1976">
                  <c:v>40205</c:v>
                </c:pt>
                <c:pt idx="1977">
                  <c:v>40206</c:v>
                </c:pt>
                <c:pt idx="1978">
                  <c:v>40207</c:v>
                </c:pt>
                <c:pt idx="1979">
                  <c:v>40210</c:v>
                </c:pt>
                <c:pt idx="1980">
                  <c:v>40211</c:v>
                </c:pt>
                <c:pt idx="1981">
                  <c:v>40212</c:v>
                </c:pt>
                <c:pt idx="1982">
                  <c:v>40213</c:v>
                </c:pt>
                <c:pt idx="1983">
                  <c:v>40214</c:v>
                </c:pt>
                <c:pt idx="1984">
                  <c:v>40217</c:v>
                </c:pt>
                <c:pt idx="1985">
                  <c:v>40218</c:v>
                </c:pt>
                <c:pt idx="1986">
                  <c:v>40219</c:v>
                </c:pt>
                <c:pt idx="1987">
                  <c:v>40220</c:v>
                </c:pt>
                <c:pt idx="1988">
                  <c:v>40221</c:v>
                </c:pt>
                <c:pt idx="1989">
                  <c:v>40226</c:v>
                </c:pt>
                <c:pt idx="1990">
                  <c:v>40227</c:v>
                </c:pt>
                <c:pt idx="1991">
                  <c:v>40228</c:v>
                </c:pt>
                <c:pt idx="1992">
                  <c:v>40231</c:v>
                </c:pt>
                <c:pt idx="1993">
                  <c:v>40232</c:v>
                </c:pt>
                <c:pt idx="1994">
                  <c:v>40233</c:v>
                </c:pt>
                <c:pt idx="1995">
                  <c:v>40234</c:v>
                </c:pt>
                <c:pt idx="1996">
                  <c:v>40235</c:v>
                </c:pt>
                <c:pt idx="1997">
                  <c:v>40238</c:v>
                </c:pt>
                <c:pt idx="1998">
                  <c:v>40239</c:v>
                </c:pt>
                <c:pt idx="1999">
                  <c:v>40240</c:v>
                </c:pt>
                <c:pt idx="2000">
                  <c:v>40241</c:v>
                </c:pt>
                <c:pt idx="2001">
                  <c:v>40242</c:v>
                </c:pt>
                <c:pt idx="2002">
                  <c:v>40245</c:v>
                </c:pt>
                <c:pt idx="2003">
                  <c:v>40246</c:v>
                </c:pt>
                <c:pt idx="2004">
                  <c:v>40247</c:v>
                </c:pt>
                <c:pt idx="2005">
                  <c:v>40248</c:v>
                </c:pt>
                <c:pt idx="2006">
                  <c:v>40249</c:v>
                </c:pt>
                <c:pt idx="2007">
                  <c:v>40252</c:v>
                </c:pt>
                <c:pt idx="2008">
                  <c:v>40253</c:v>
                </c:pt>
                <c:pt idx="2009">
                  <c:v>40254</c:v>
                </c:pt>
                <c:pt idx="2010">
                  <c:v>40255</c:v>
                </c:pt>
                <c:pt idx="2011">
                  <c:v>40256</c:v>
                </c:pt>
                <c:pt idx="2012">
                  <c:v>40259</c:v>
                </c:pt>
                <c:pt idx="2013">
                  <c:v>40260</c:v>
                </c:pt>
                <c:pt idx="2014">
                  <c:v>40261</c:v>
                </c:pt>
                <c:pt idx="2015">
                  <c:v>40262</c:v>
                </c:pt>
                <c:pt idx="2016">
                  <c:v>40263</c:v>
                </c:pt>
                <c:pt idx="2017">
                  <c:v>40266</c:v>
                </c:pt>
                <c:pt idx="2018">
                  <c:v>40267</c:v>
                </c:pt>
                <c:pt idx="2019">
                  <c:v>40268</c:v>
                </c:pt>
                <c:pt idx="2020">
                  <c:v>40269</c:v>
                </c:pt>
                <c:pt idx="2021">
                  <c:v>40273</c:v>
                </c:pt>
                <c:pt idx="2022">
                  <c:v>40274</c:v>
                </c:pt>
                <c:pt idx="2023">
                  <c:v>40275</c:v>
                </c:pt>
                <c:pt idx="2024">
                  <c:v>40276</c:v>
                </c:pt>
                <c:pt idx="2025">
                  <c:v>40277</c:v>
                </c:pt>
                <c:pt idx="2026">
                  <c:v>40280</c:v>
                </c:pt>
                <c:pt idx="2027">
                  <c:v>40281</c:v>
                </c:pt>
                <c:pt idx="2028">
                  <c:v>40282</c:v>
                </c:pt>
                <c:pt idx="2029">
                  <c:v>40283</c:v>
                </c:pt>
                <c:pt idx="2030">
                  <c:v>40284</c:v>
                </c:pt>
                <c:pt idx="2031">
                  <c:v>40287</c:v>
                </c:pt>
                <c:pt idx="2032">
                  <c:v>40288</c:v>
                </c:pt>
                <c:pt idx="2033">
                  <c:v>40290</c:v>
                </c:pt>
                <c:pt idx="2034">
                  <c:v>40291</c:v>
                </c:pt>
                <c:pt idx="2035">
                  <c:v>40294</c:v>
                </c:pt>
                <c:pt idx="2036">
                  <c:v>40295</c:v>
                </c:pt>
                <c:pt idx="2037">
                  <c:v>40296</c:v>
                </c:pt>
                <c:pt idx="2038">
                  <c:v>40297</c:v>
                </c:pt>
                <c:pt idx="2039">
                  <c:v>40298</c:v>
                </c:pt>
                <c:pt idx="2040">
                  <c:v>40301</c:v>
                </c:pt>
                <c:pt idx="2041">
                  <c:v>40302</c:v>
                </c:pt>
                <c:pt idx="2042">
                  <c:v>40303</c:v>
                </c:pt>
                <c:pt idx="2043">
                  <c:v>40304</c:v>
                </c:pt>
                <c:pt idx="2044">
                  <c:v>40305</c:v>
                </c:pt>
                <c:pt idx="2045">
                  <c:v>40308</c:v>
                </c:pt>
                <c:pt idx="2046">
                  <c:v>40309</c:v>
                </c:pt>
                <c:pt idx="2047">
                  <c:v>40310</c:v>
                </c:pt>
                <c:pt idx="2048">
                  <c:v>40311</c:v>
                </c:pt>
                <c:pt idx="2049">
                  <c:v>40312</c:v>
                </c:pt>
                <c:pt idx="2050">
                  <c:v>40315</c:v>
                </c:pt>
                <c:pt idx="2051">
                  <c:v>40316</c:v>
                </c:pt>
                <c:pt idx="2052">
                  <c:v>40317</c:v>
                </c:pt>
                <c:pt idx="2053">
                  <c:v>40318</c:v>
                </c:pt>
                <c:pt idx="2054">
                  <c:v>40319</c:v>
                </c:pt>
                <c:pt idx="2055">
                  <c:v>40322</c:v>
                </c:pt>
                <c:pt idx="2056">
                  <c:v>40323</c:v>
                </c:pt>
                <c:pt idx="2057">
                  <c:v>40324</c:v>
                </c:pt>
                <c:pt idx="2058">
                  <c:v>40325</c:v>
                </c:pt>
                <c:pt idx="2059">
                  <c:v>40326</c:v>
                </c:pt>
                <c:pt idx="2060">
                  <c:v>40329</c:v>
                </c:pt>
                <c:pt idx="2061">
                  <c:v>40330</c:v>
                </c:pt>
                <c:pt idx="2062">
                  <c:v>40331</c:v>
                </c:pt>
                <c:pt idx="2063">
                  <c:v>40333</c:v>
                </c:pt>
                <c:pt idx="2064">
                  <c:v>40336</c:v>
                </c:pt>
                <c:pt idx="2065">
                  <c:v>40337</c:v>
                </c:pt>
                <c:pt idx="2066">
                  <c:v>40338</c:v>
                </c:pt>
                <c:pt idx="2067">
                  <c:v>40339</c:v>
                </c:pt>
                <c:pt idx="2068">
                  <c:v>40340</c:v>
                </c:pt>
                <c:pt idx="2069">
                  <c:v>40343</c:v>
                </c:pt>
                <c:pt idx="2070">
                  <c:v>40344</c:v>
                </c:pt>
                <c:pt idx="2071">
                  <c:v>40345</c:v>
                </c:pt>
                <c:pt idx="2072">
                  <c:v>40346</c:v>
                </c:pt>
                <c:pt idx="2073">
                  <c:v>40347</c:v>
                </c:pt>
                <c:pt idx="2074">
                  <c:v>40350</c:v>
                </c:pt>
                <c:pt idx="2075">
                  <c:v>40351</c:v>
                </c:pt>
                <c:pt idx="2076">
                  <c:v>40352</c:v>
                </c:pt>
                <c:pt idx="2077">
                  <c:v>40353</c:v>
                </c:pt>
                <c:pt idx="2078">
                  <c:v>40354</c:v>
                </c:pt>
                <c:pt idx="2079">
                  <c:v>40357</c:v>
                </c:pt>
                <c:pt idx="2080">
                  <c:v>40358</c:v>
                </c:pt>
                <c:pt idx="2081">
                  <c:v>40359</c:v>
                </c:pt>
                <c:pt idx="2082">
                  <c:v>40360</c:v>
                </c:pt>
                <c:pt idx="2083">
                  <c:v>40361</c:v>
                </c:pt>
                <c:pt idx="2084">
                  <c:v>40364</c:v>
                </c:pt>
                <c:pt idx="2085">
                  <c:v>40365</c:v>
                </c:pt>
                <c:pt idx="2086">
                  <c:v>40366</c:v>
                </c:pt>
                <c:pt idx="2087">
                  <c:v>40367</c:v>
                </c:pt>
                <c:pt idx="2088">
                  <c:v>40371</c:v>
                </c:pt>
                <c:pt idx="2089">
                  <c:v>40372</c:v>
                </c:pt>
                <c:pt idx="2090">
                  <c:v>40373</c:v>
                </c:pt>
                <c:pt idx="2091">
                  <c:v>40374</c:v>
                </c:pt>
                <c:pt idx="2092">
                  <c:v>40375</c:v>
                </c:pt>
                <c:pt idx="2093">
                  <c:v>40378</c:v>
                </c:pt>
                <c:pt idx="2094">
                  <c:v>40379</c:v>
                </c:pt>
                <c:pt idx="2095">
                  <c:v>40380</c:v>
                </c:pt>
                <c:pt idx="2096">
                  <c:v>40381</c:v>
                </c:pt>
                <c:pt idx="2097">
                  <c:v>40382</c:v>
                </c:pt>
                <c:pt idx="2098">
                  <c:v>40385</c:v>
                </c:pt>
                <c:pt idx="2099">
                  <c:v>40386</c:v>
                </c:pt>
                <c:pt idx="2100">
                  <c:v>40387</c:v>
                </c:pt>
                <c:pt idx="2101">
                  <c:v>40388</c:v>
                </c:pt>
                <c:pt idx="2102">
                  <c:v>40389</c:v>
                </c:pt>
                <c:pt idx="2103">
                  <c:v>40392</c:v>
                </c:pt>
                <c:pt idx="2104">
                  <c:v>40393</c:v>
                </c:pt>
                <c:pt idx="2105">
                  <c:v>40394</c:v>
                </c:pt>
                <c:pt idx="2106">
                  <c:v>40395</c:v>
                </c:pt>
                <c:pt idx="2107">
                  <c:v>40396</c:v>
                </c:pt>
                <c:pt idx="2108">
                  <c:v>40399</c:v>
                </c:pt>
                <c:pt idx="2109">
                  <c:v>40400</c:v>
                </c:pt>
                <c:pt idx="2110">
                  <c:v>40401</c:v>
                </c:pt>
                <c:pt idx="2111">
                  <c:v>40402</c:v>
                </c:pt>
                <c:pt idx="2112">
                  <c:v>40403</c:v>
                </c:pt>
                <c:pt idx="2113">
                  <c:v>40406</c:v>
                </c:pt>
                <c:pt idx="2114">
                  <c:v>40407</c:v>
                </c:pt>
                <c:pt idx="2115">
                  <c:v>40408</c:v>
                </c:pt>
                <c:pt idx="2116">
                  <c:v>40409</c:v>
                </c:pt>
                <c:pt idx="2117">
                  <c:v>40410</c:v>
                </c:pt>
                <c:pt idx="2118">
                  <c:v>40413</c:v>
                </c:pt>
                <c:pt idx="2119">
                  <c:v>40414</c:v>
                </c:pt>
                <c:pt idx="2120">
                  <c:v>40415</c:v>
                </c:pt>
                <c:pt idx="2121">
                  <c:v>40416</c:v>
                </c:pt>
                <c:pt idx="2122">
                  <c:v>40417</c:v>
                </c:pt>
                <c:pt idx="2123">
                  <c:v>40420</c:v>
                </c:pt>
                <c:pt idx="2124">
                  <c:v>40421</c:v>
                </c:pt>
                <c:pt idx="2125">
                  <c:v>40422</c:v>
                </c:pt>
                <c:pt idx="2126">
                  <c:v>40423</c:v>
                </c:pt>
                <c:pt idx="2127">
                  <c:v>40424</c:v>
                </c:pt>
                <c:pt idx="2128">
                  <c:v>40427</c:v>
                </c:pt>
                <c:pt idx="2129">
                  <c:v>40429</c:v>
                </c:pt>
                <c:pt idx="2130">
                  <c:v>40430</c:v>
                </c:pt>
                <c:pt idx="2131">
                  <c:v>40431</c:v>
                </c:pt>
                <c:pt idx="2132">
                  <c:v>40434</c:v>
                </c:pt>
                <c:pt idx="2133">
                  <c:v>40435</c:v>
                </c:pt>
                <c:pt idx="2134">
                  <c:v>40436</c:v>
                </c:pt>
                <c:pt idx="2135">
                  <c:v>40437</c:v>
                </c:pt>
                <c:pt idx="2136">
                  <c:v>40438</c:v>
                </c:pt>
                <c:pt idx="2137">
                  <c:v>40441</c:v>
                </c:pt>
                <c:pt idx="2138">
                  <c:v>40442</c:v>
                </c:pt>
                <c:pt idx="2139">
                  <c:v>40443</c:v>
                </c:pt>
                <c:pt idx="2140">
                  <c:v>40444</c:v>
                </c:pt>
                <c:pt idx="2141">
                  <c:v>40445</c:v>
                </c:pt>
                <c:pt idx="2142">
                  <c:v>40448</c:v>
                </c:pt>
                <c:pt idx="2143">
                  <c:v>40449</c:v>
                </c:pt>
                <c:pt idx="2144">
                  <c:v>40450</c:v>
                </c:pt>
                <c:pt idx="2145">
                  <c:v>40451</c:v>
                </c:pt>
                <c:pt idx="2146">
                  <c:v>40452</c:v>
                </c:pt>
                <c:pt idx="2147">
                  <c:v>40455</c:v>
                </c:pt>
                <c:pt idx="2148">
                  <c:v>40456</c:v>
                </c:pt>
                <c:pt idx="2149">
                  <c:v>40457</c:v>
                </c:pt>
                <c:pt idx="2150">
                  <c:v>40458</c:v>
                </c:pt>
                <c:pt idx="2151">
                  <c:v>40459</c:v>
                </c:pt>
                <c:pt idx="2152">
                  <c:v>40462</c:v>
                </c:pt>
                <c:pt idx="2153">
                  <c:v>40464</c:v>
                </c:pt>
                <c:pt idx="2154">
                  <c:v>40465</c:v>
                </c:pt>
                <c:pt idx="2155">
                  <c:v>40466</c:v>
                </c:pt>
                <c:pt idx="2156">
                  <c:v>40469</c:v>
                </c:pt>
                <c:pt idx="2157">
                  <c:v>40470</c:v>
                </c:pt>
                <c:pt idx="2158">
                  <c:v>40471</c:v>
                </c:pt>
                <c:pt idx="2159">
                  <c:v>40472</c:v>
                </c:pt>
                <c:pt idx="2160">
                  <c:v>40473</c:v>
                </c:pt>
                <c:pt idx="2161">
                  <c:v>40476</c:v>
                </c:pt>
                <c:pt idx="2162">
                  <c:v>40477</c:v>
                </c:pt>
                <c:pt idx="2163">
                  <c:v>40478</c:v>
                </c:pt>
                <c:pt idx="2164">
                  <c:v>40479</c:v>
                </c:pt>
                <c:pt idx="2165">
                  <c:v>40480</c:v>
                </c:pt>
                <c:pt idx="2166">
                  <c:v>40483</c:v>
                </c:pt>
                <c:pt idx="2167">
                  <c:v>40485</c:v>
                </c:pt>
                <c:pt idx="2168">
                  <c:v>40486</c:v>
                </c:pt>
                <c:pt idx="2169">
                  <c:v>40487</c:v>
                </c:pt>
                <c:pt idx="2170">
                  <c:v>40490</c:v>
                </c:pt>
                <c:pt idx="2171">
                  <c:v>40491</c:v>
                </c:pt>
                <c:pt idx="2172">
                  <c:v>40492</c:v>
                </c:pt>
                <c:pt idx="2173">
                  <c:v>40493</c:v>
                </c:pt>
                <c:pt idx="2174">
                  <c:v>40494</c:v>
                </c:pt>
                <c:pt idx="2175">
                  <c:v>40498</c:v>
                </c:pt>
                <c:pt idx="2176">
                  <c:v>40499</c:v>
                </c:pt>
                <c:pt idx="2177">
                  <c:v>40500</c:v>
                </c:pt>
                <c:pt idx="2178">
                  <c:v>40501</c:v>
                </c:pt>
                <c:pt idx="2179">
                  <c:v>40504</c:v>
                </c:pt>
                <c:pt idx="2180">
                  <c:v>40505</c:v>
                </c:pt>
                <c:pt idx="2181">
                  <c:v>40506</c:v>
                </c:pt>
                <c:pt idx="2182">
                  <c:v>40507</c:v>
                </c:pt>
                <c:pt idx="2183">
                  <c:v>40508</c:v>
                </c:pt>
                <c:pt idx="2184">
                  <c:v>40511</c:v>
                </c:pt>
                <c:pt idx="2185">
                  <c:v>40512</c:v>
                </c:pt>
                <c:pt idx="2186">
                  <c:v>40513</c:v>
                </c:pt>
                <c:pt idx="2187">
                  <c:v>40514</c:v>
                </c:pt>
                <c:pt idx="2188">
                  <c:v>40515</c:v>
                </c:pt>
                <c:pt idx="2189">
                  <c:v>40518</c:v>
                </c:pt>
                <c:pt idx="2190">
                  <c:v>40519</c:v>
                </c:pt>
                <c:pt idx="2191">
                  <c:v>40520</c:v>
                </c:pt>
                <c:pt idx="2192">
                  <c:v>40521</c:v>
                </c:pt>
                <c:pt idx="2193">
                  <c:v>40522</c:v>
                </c:pt>
                <c:pt idx="2194">
                  <c:v>40525</c:v>
                </c:pt>
                <c:pt idx="2195">
                  <c:v>40526</c:v>
                </c:pt>
                <c:pt idx="2196">
                  <c:v>40527</c:v>
                </c:pt>
                <c:pt idx="2197">
                  <c:v>40528</c:v>
                </c:pt>
                <c:pt idx="2198">
                  <c:v>40529</c:v>
                </c:pt>
                <c:pt idx="2199">
                  <c:v>40532</c:v>
                </c:pt>
                <c:pt idx="2200">
                  <c:v>40533</c:v>
                </c:pt>
                <c:pt idx="2201">
                  <c:v>40534</c:v>
                </c:pt>
                <c:pt idx="2202">
                  <c:v>40535</c:v>
                </c:pt>
                <c:pt idx="2203">
                  <c:v>40539</c:v>
                </c:pt>
                <c:pt idx="2204">
                  <c:v>40540</c:v>
                </c:pt>
                <c:pt idx="2205">
                  <c:v>40541</c:v>
                </c:pt>
                <c:pt idx="2206">
                  <c:v>40542</c:v>
                </c:pt>
                <c:pt idx="2207">
                  <c:v>40546</c:v>
                </c:pt>
                <c:pt idx="2208">
                  <c:v>40547</c:v>
                </c:pt>
                <c:pt idx="2209">
                  <c:v>40548</c:v>
                </c:pt>
                <c:pt idx="2210">
                  <c:v>40549</c:v>
                </c:pt>
                <c:pt idx="2211">
                  <c:v>40550</c:v>
                </c:pt>
                <c:pt idx="2212">
                  <c:v>40553</c:v>
                </c:pt>
                <c:pt idx="2213">
                  <c:v>40554</c:v>
                </c:pt>
                <c:pt idx="2214">
                  <c:v>40555</c:v>
                </c:pt>
                <c:pt idx="2215">
                  <c:v>40556</c:v>
                </c:pt>
                <c:pt idx="2216">
                  <c:v>40557</c:v>
                </c:pt>
                <c:pt idx="2217">
                  <c:v>40560</c:v>
                </c:pt>
                <c:pt idx="2218">
                  <c:v>40561</c:v>
                </c:pt>
                <c:pt idx="2219">
                  <c:v>40562</c:v>
                </c:pt>
                <c:pt idx="2220">
                  <c:v>40563</c:v>
                </c:pt>
                <c:pt idx="2221">
                  <c:v>40564</c:v>
                </c:pt>
                <c:pt idx="2222">
                  <c:v>40567</c:v>
                </c:pt>
                <c:pt idx="2223">
                  <c:v>40569</c:v>
                </c:pt>
                <c:pt idx="2224">
                  <c:v>40570</c:v>
                </c:pt>
                <c:pt idx="2225">
                  <c:v>40571</c:v>
                </c:pt>
                <c:pt idx="2226">
                  <c:v>40574</c:v>
                </c:pt>
                <c:pt idx="2227">
                  <c:v>40575</c:v>
                </c:pt>
                <c:pt idx="2228">
                  <c:v>40576</c:v>
                </c:pt>
                <c:pt idx="2229">
                  <c:v>40577</c:v>
                </c:pt>
                <c:pt idx="2230">
                  <c:v>40578</c:v>
                </c:pt>
                <c:pt idx="2231">
                  <c:v>40581</c:v>
                </c:pt>
                <c:pt idx="2232">
                  <c:v>40582</c:v>
                </c:pt>
                <c:pt idx="2233">
                  <c:v>40583</c:v>
                </c:pt>
                <c:pt idx="2234">
                  <c:v>40584</c:v>
                </c:pt>
                <c:pt idx="2235">
                  <c:v>40585</c:v>
                </c:pt>
                <c:pt idx="2236">
                  <c:v>40588</c:v>
                </c:pt>
                <c:pt idx="2237">
                  <c:v>40589</c:v>
                </c:pt>
                <c:pt idx="2238">
                  <c:v>40590</c:v>
                </c:pt>
                <c:pt idx="2239">
                  <c:v>40591</c:v>
                </c:pt>
                <c:pt idx="2240">
                  <c:v>40592</c:v>
                </c:pt>
                <c:pt idx="2241">
                  <c:v>40595</c:v>
                </c:pt>
                <c:pt idx="2242">
                  <c:v>40596</c:v>
                </c:pt>
                <c:pt idx="2243">
                  <c:v>40597</c:v>
                </c:pt>
                <c:pt idx="2244">
                  <c:v>40598</c:v>
                </c:pt>
                <c:pt idx="2245">
                  <c:v>40599</c:v>
                </c:pt>
                <c:pt idx="2246">
                  <c:v>40602</c:v>
                </c:pt>
                <c:pt idx="2247">
                  <c:v>40603</c:v>
                </c:pt>
                <c:pt idx="2248">
                  <c:v>40604</c:v>
                </c:pt>
                <c:pt idx="2249">
                  <c:v>40605</c:v>
                </c:pt>
                <c:pt idx="2250">
                  <c:v>40606</c:v>
                </c:pt>
                <c:pt idx="2251">
                  <c:v>40611</c:v>
                </c:pt>
                <c:pt idx="2252">
                  <c:v>40612</c:v>
                </c:pt>
                <c:pt idx="2253">
                  <c:v>40613</c:v>
                </c:pt>
                <c:pt idx="2254">
                  <c:v>40616</c:v>
                </c:pt>
                <c:pt idx="2255">
                  <c:v>40617</c:v>
                </c:pt>
                <c:pt idx="2256">
                  <c:v>40618</c:v>
                </c:pt>
                <c:pt idx="2257">
                  <c:v>40619</c:v>
                </c:pt>
                <c:pt idx="2258">
                  <c:v>40620</c:v>
                </c:pt>
                <c:pt idx="2259">
                  <c:v>40623</c:v>
                </c:pt>
                <c:pt idx="2260">
                  <c:v>40624</c:v>
                </c:pt>
                <c:pt idx="2261">
                  <c:v>40625</c:v>
                </c:pt>
                <c:pt idx="2262">
                  <c:v>40626</c:v>
                </c:pt>
                <c:pt idx="2263">
                  <c:v>40627</c:v>
                </c:pt>
                <c:pt idx="2264">
                  <c:v>40630</c:v>
                </c:pt>
                <c:pt idx="2265">
                  <c:v>40631</c:v>
                </c:pt>
                <c:pt idx="2266">
                  <c:v>40632</c:v>
                </c:pt>
                <c:pt idx="2267">
                  <c:v>40633</c:v>
                </c:pt>
                <c:pt idx="2268">
                  <c:v>40634</c:v>
                </c:pt>
                <c:pt idx="2269">
                  <c:v>40637</c:v>
                </c:pt>
                <c:pt idx="2270">
                  <c:v>40638</c:v>
                </c:pt>
                <c:pt idx="2271">
                  <c:v>40639</c:v>
                </c:pt>
                <c:pt idx="2272">
                  <c:v>40640</c:v>
                </c:pt>
                <c:pt idx="2273">
                  <c:v>40641</c:v>
                </c:pt>
                <c:pt idx="2274">
                  <c:v>40644</c:v>
                </c:pt>
                <c:pt idx="2275">
                  <c:v>40645</c:v>
                </c:pt>
                <c:pt idx="2276">
                  <c:v>40646</c:v>
                </c:pt>
                <c:pt idx="2277">
                  <c:v>40647</c:v>
                </c:pt>
                <c:pt idx="2278">
                  <c:v>40648</c:v>
                </c:pt>
                <c:pt idx="2279">
                  <c:v>40651</c:v>
                </c:pt>
                <c:pt idx="2280">
                  <c:v>40652</c:v>
                </c:pt>
                <c:pt idx="2281">
                  <c:v>40653</c:v>
                </c:pt>
                <c:pt idx="2282">
                  <c:v>40658</c:v>
                </c:pt>
                <c:pt idx="2283">
                  <c:v>40659</c:v>
                </c:pt>
                <c:pt idx="2284">
                  <c:v>40660</c:v>
                </c:pt>
                <c:pt idx="2285">
                  <c:v>40661</c:v>
                </c:pt>
                <c:pt idx="2286">
                  <c:v>40662</c:v>
                </c:pt>
                <c:pt idx="2287">
                  <c:v>40665</c:v>
                </c:pt>
                <c:pt idx="2288">
                  <c:v>40666</c:v>
                </c:pt>
                <c:pt idx="2289">
                  <c:v>40667</c:v>
                </c:pt>
                <c:pt idx="2290">
                  <c:v>40668</c:v>
                </c:pt>
                <c:pt idx="2291">
                  <c:v>40669</c:v>
                </c:pt>
                <c:pt idx="2292">
                  <c:v>40672</c:v>
                </c:pt>
                <c:pt idx="2293">
                  <c:v>40673</c:v>
                </c:pt>
                <c:pt idx="2294">
                  <c:v>40674</c:v>
                </c:pt>
                <c:pt idx="2295">
                  <c:v>40675</c:v>
                </c:pt>
                <c:pt idx="2296">
                  <c:v>40676</c:v>
                </c:pt>
                <c:pt idx="2297">
                  <c:v>40679</c:v>
                </c:pt>
                <c:pt idx="2298">
                  <c:v>40680</c:v>
                </c:pt>
                <c:pt idx="2299">
                  <c:v>40681</c:v>
                </c:pt>
                <c:pt idx="2300">
                  <c:v>40682</c:v>
                </c:pt>
                <c:pt idx="2301">
                  <c:v>40683</c:v>
                </c:pt>
                <c:pt idx="2302">
                  <c:v>40686</c:v>
                </c:pt>
                <c:pt idx="2303">
                  <c:v>40687</c:v>
                </c:pt>
                <c:pt idx="2304">
                  <c:v>40688</c:v>
                </c:pt>
                <c:pt idx="2305">
                  <c:v>40689</c:v>
                </c:pt>
                <c:pt idx="2306">
                  <c:v>40690</c:v>
                </c:pt>
                <c:pt idx="2307">
                  <c:v>40693</c:v>
                </c:pt>
                <c:pt idx="2308">
                  <c:v>40694</c:v>
                </c:pt>
                <c:pt idx="2309">
                  <c:v>40695</c:v>
                </c:pt>
                <c:pt idx="2310">
                  <c:v>40696</c:v>
                </c:pt>
                <c:pt idx="2311">
                  <c:v>40697</c:v>
                </c:pt>
                <c:pt idx="2312">
                  <c:v>40700</c:v>
                </c:pt>
                <c:pt idx="2313">
                  <c:v>40701</c:v>
                </c:pt>
                <c:pt idx="2314">
                  <c:v>40702</c:v>
                </c:pt>
                <c:pt idx="2315">
                  <c:v>40703</c:v>
                </c:pt>
                <c:pt idx="2316">
                  <c:v>40704</c:v>
                </c:pt>
                <c:pt idx="2317">
                  <c:v>40707</c:v>
                </c:pt>
                <c:pt idx="2318">
                  <c:v>40708</c:v>
                </c:pt>
                <c:pt idx="2319">
                  <c:v>40709</c:v>
                </c:pt>
                <c:pt idx="2320">
                  <c:v>40710</c:v>
                </c:pt>
                <c:pt idx="2321">
                  <c:v>40711</c:v>
                </c:pt>
                <c:pt idx="2322">
                  <c:v>40714</c:v>
                </c:pt>
                <c:pt idx="2323">
                  <c:v>40715</c:v>
                </c:pt>
                <c:pt idx="2324">
                  <c:v>40716</c:v>
                </c:pt>
                <c:pt idx="2325">
                  <c:v>40718</c:v>
                </c:pt>
                <c:pt idx="2326">
                  <c:v>40721</c:v>
                </c:pt>
                <c:pt idx="2327">
                  <c:v>40722</c:v>
                </c:pt>
                <c:pt idx="2328">
                  <c:v>40723</c:v>
                </c:pt>
                <c:pt idx="2329">
                  <c:v>40724</c:v>
                </c:pt>
                <c:pt idx="2330">
                  <c:v>40725</c:v>
                </c:pt>
                <c:pt idx="2331">
                  <c:v>40728</c:v>
                </c:pt>
                <c:pt idx="2332">
                  <c:v>40729</c:v>
                </c:pt>
                <c:pt idx="2333">
                  <c:v>40730</c:v>
                </c:pt>
                <c:pt idx="2334">
                  <c:v>40731</c:v>
                </c:pt>
                <c:pt idx="2335">
                  <c:v>40732</c:v>
                </c:pt>
                <c:pt idx="2336">
                  <c:v>40735</c:v>
                </c:pt>
                <c:pt idx="2337">
                  <c:v>40736</c:v>
                </c:pt>
                <c:pt idx="2338">
                  <c:v>40737</c:v>
                </c:pt>
                <c:pt idx="2339">
                  <c:v>40738</c:v>
                </c:pt>
                <c:pt idx="2340">
                  <c:v>40739</c:v>
                </c:pt>
                <c:pt idx="2341">
                  <c:v>40742</c:v>
                </c:pt>
                <c:pt idx="2342">
                  <c:v>40743</c:v>
                </c:pt>
                <c:pt idx="2343">
                  <c:v>40744</c:v>
                </c:pt>
                <c:pt idx="2344">
                  <c:v>40745</c:v>
                </c:pt>
                <c:pt idx="2345">
                  <c:v>40746</c:v>
                </c:pt>
                <c:pt idx="2346">
                  <c:v>40749</c:v>
                </c:pt>
                <c:pt idx="2347">
                  <c:v>40750</c:v>
                </c:pt>
                <c:pt idx="2348">
                  <c:v>40751</c:v>
                </c:pt>
                <c:pt idx="2349">
                  <c:v>40752</c:v>
                </c:pt>
                <c:pt idx="2350">
                  <c:v>40753</c:v>
                </c:pt>
                <c:pt idx="2351">
                  <c:v>40756</c:v>
                </c:pt>
                <c:pt idx="2352">
                  <c:v>40757</c:v>
                </c:pt>
                <c:pt idx="2353">
                  <c:v>40758</c:v>
                </c:pt>
                <c:pt idx="2354">
                  <c:v>40759</c:v>
                </c:pt>
                <c:pt idx="2355">
                  <c:v>40760</c:v>
                </c:pt>
                <c:pt idx="2356">
                  <c:v>40763</c:v>
                </c:pt>
                <c:pt idx="2357">
                  <c:v>40764</c:v>
                </c:pt>
                <c:pt idx="2358">
                  <c:v>40765</c:v>
                </c:pt>
                <c:pt idx="2359">
                  <c:v>40766</c:v>
                </c:pt>
                <c:pt idx="2360">
                  <c:v>40767</c:v>
                </c:pt>
                <c:pt idx="2361">
                  <c:v>40770</c:v>
                </c:pt>
                <c:pt idx="2362">
                  <c:v>40771</c:v>
                </c:pt>
                <c:pt idx="2363">
                  <c:v>40772</c:v>
                </c:pt>
                <c:pt idx="2364">
                  <c:v>40773</c:v>
                </c:pt>
                <c:pt idx="2365">
                  <c:v>40774</c:v>
                </c:pt>
                <c:pt idx="2366">
                  <c:v>40777</c:v>
                </c:pt>
                <c:pt idx="2367">
                  <c:v>40778</c:v>
                </c:pt>
                <c:pt idx="2368">
                  <c:v>40779</c:v>
                </c:pt>
                <c:pt idx="2369">
                  <c:v>40780</c:v>
                </c:pt>
                <c:pt idx="2370">
                  <c:v>40781</c:v>
                </c:pt>
                <c:pt idx="2371">
                  <c:v>40784</c:v>
                </c:pt>
                <c:pt idx="2372">
                  <c:v>40785</c:v>
                </c:pt>
                <c:pt idx="2373">
                  <c:v>40786</c:v>
                </c:pt>
                <c:pt idx="2374">
                  <c:v>40787</c:v>
                </c:pt>
                <c:pt idx="2375">
                  <c:v>40788</c:v>
                </c:pt>
                <c:pt idx="2376">
                  <c:v>40791</c:v>
                </c:pt>
                <c:pt idx="2377">
                  <c:v>40792</c:v>
                </c:pt>
                <c:pt idx="2378">
                  <c:v>40794</c:v>
                </c:pt>
                <c:pt idx="2379">
                  <c:v>40795</c:v>
                </c:pt>
                <c:pt idx="2380">
                  <c:v>40798</c:v>
                </c:pt>
                <c:pt idx="2381">
                  <c:v>40799</c:v>
                </c:pt>
                <c:pt idx="2382">
                  <c:v>40800</c:v>
                </c:pt>
                <c:pt idx="2383">
                  <c:v>40801</c:v>
                </c:pt>
                <c:pt idx="2384">
                  <c:v>40802</c:v>
                </c:pt>
                <c:pt idx="2385">
                  <c:v>40805</c:v>
                </c:pt>
                <c:pt idx="2386">
                  <c:v>40806</c:v>
                </c:pt>
                <c:pt idx="2387">
                  <c:v>40807</c:v>
                </c:pt>
                <c:pt idx="2388">
                  <c:v>40808</c:v>
                </c:pt>
                <c:pt idx="2389">
                  <c:v>40809</c:v>
                </c:pt>
                <c:pt idx="2390">
                  <c:v>40812</c:v>
                </c:pt>
                <c:pt idx="2391">
                  <c:v>40813</c:v>
                </c:pt>
                <c:pt idx="2392">
                  <c:v>40814</c:v>
                </c:pt>
                <c:pt idx="2393">
                  <c:v>40815</c:v>
                </c:pt>
                <c:pt idx="2394">
                  <c:v>40816</c:v>
                </c:pt>
                <c:pt idx="2395">
                  <c:v>40819</c:v>
                </c:pt>
                <c:pt idx="2396">
                  <c:v>40820</c:v>
                </c:pt>
                <c:pt idx="2397">
                  <c:v>40821</c:v>
                </c:pt>
                <c:pt idx="2398">
                  <c:v>40822</c:v>
                </c:pt>
                <c:pt idx="2399">
                  <c:v>40823</c:v>
                </c:pt>
                <c:pt idx="2400">
                  <c:v>40826</c:v>
                </c:pt>
                <c:pt idx="2401">
                  <c:v>40827</c:v>
                </c:pt>
                <c:pt idx="2402">
                  <c:v>40829</c:v>
                </c:pt>
                <c:pt idx="2403">
                  <c:v>40830</c:v>
                </c:pt>
                <c:pt idx="2404">
                  <c:v>40833</c:v>
                </c:pt>
                <c:pt idx="2405">
                  <c:v>40834</c:v>
                </c:pt>
                <c:pt idx="2406">
                  <c:v>40835</c:v>
                </c:pt>
                <c:pt idx="2407">
                  <c:v>40836</c:v>
                </c:pt>
                <c:pt idx="2408">
                  <c:v>40837</c:v>
                </c:pt>
                <c:pt idx="2409">
                  <c:v>40840</c:v>
                </c:pt>
                <c:pt idx="2410">
                  <c:v>40841</c:v>
                </c:pt>
                <c:pt idx="2411">
                  <c:v>40842</c:v>
                </c:pt>
                <c:pt idx="2412">
                  <c:v>40843</c:v>
                </c:pt>
                <c:pt idx="2413">
                  <c:v>40844</c:v>
                </c:pt>
                <c:pt idx="2414">
                  <c:v>40847</c:v>
                </c:pt>
                <c:pt idx="2415">
                  <c:v>40848</c:v>
                </c:pt>
                <c:pt idx="2416">
                  <c:v>40850</c:v>
                </c:pt>
                <c:pt idx="2417">
                  <c:v>40851</c:v>
                </c:pt>
                <c:pt idx="2418">
                  <c:v>40854</c:v>
                </c:pt>
                <c:pt idx="2419">
                  <c:v>40855</c:v>
                </c:pt>
                <c:pt idx="2420">
                  <c:v>40856</c:v>
                </c:pt>
                <c:pt idx="2421">
                  <c:v>40857</c:v>
                </c:pt>
                <c:pt idx="2422">
                  <c:v>40858</c:v>
                </c:pt>
                <c:pt idx="2423">
                  <c:v>40861</c:v>
                </c:pt>
                <c:pt idx="2424">
                  <c:v>40863</c:v>
                </c:pt>
                <c:pt idx="2425">
                  <c:v>40864</c:v>
                </c:pt>
                <c:pt idx="2426">
                  <c:v>40865</c:v>
                </c:pt>
                <c:pt idx="2427">
                  <c:v>40868</c:v>
                </c:pt>
                <c:pt idx="2428">
                  <c:v>40869</c:v>
                </c:pt>
                <c:pt idx="2429">
                  <c:v>40870</c:v>
                </c:pt>
                <c:pt idx="2430">
                  <c:v>40871</c:v>
                </c:pt>
                <c:pt idx="2431">
                  <c:v>40872</c:v>
                </c:pt>
                <c:pt idx="2432">
                  <c:v>40875</c:v>
                </c:pt>
                <c:pt idx="2433">
                  <c:v>40876</c:v>
                </c:pt>
                <c:pt idx="2434">
                  <c:v>40877</c:v>
                </c:pt>
                <c:pt idx="2435">
                  <c:v>40878</c:v>
                </c:pt>
                <c:pt idx="2436">
                  <c:v>40879</c:v>
                </c:pt>
                <c:pt idx="2437">
                  <c:v>40882</c:v>
                </c:pt>
                <c:pt idx="2438">
                  <c:v>40883</c:v>
                </c:pt>
                <c:pt idx="2439">
                  <c:v>40884</c:v>
                </c:pt>
                <c:pt idx="2440">
                  <c:v>40885</c:v>
                </c:pt>
                <c:pt idx="2441">
                  <c:v>40886</c:v>
                </c:pt>
                <c:pt idx="2442">
                  <c:v>40889</c:v>
                </c:pt>
                <c:pt idx="2443">
                  <c:v>40890</c:v>
                </c:pt>
                <c:pt idx="2444">
                  <c:v>40891</c:v>
                </c:pt>
                <c:pt idx="2445">
                  <c:v>40892</c:v>
                </c:pt>
                <c:pt idx="2446">
                  <c:v>40893</c:v>
                </c:pt>
                <c:pt idx="2447">
                  <c:v>40896</c:v>
                </c:pt>
                <c:pt idx="2448">
                  <c:v>40897</c:v>
                </c:pt>
                <c:pt idx="2449">
                  <c:v>40898</c:v>
                </c:pt>
                <c:pt idx="2450">
                  <c:v>40899</c:v>
                </c:pt>
                <c:pt idx="2451">
                  <c:v>40900</c:v>
                </c:pt>
                <c:pt idx="2452">
                  <c:v>40903</c:v>
                </c:pt>
                <c:pt idx="2453">
                  <c:v>40904</c:v>
                </c:pt>
                <c:pt idx="2454">
                  <c:v>40905</c:v>
                </c:pt>
                <c:pt idx="2455">
                  <c:v>40906</c:v>
                </c:pt>
                <c:pt idx="2456">
                  <c:v>40910</c:v>
                </c:pt>
                <c:pt idx="2457">
                  <c:v>40911</c:v>
                </c:pt>
                <c:pt idx="2458">
                  <c:v>40912</c:v>
                </c:pt>
                <c:pt idx="2459">
                  <c:v>40913</c:v>
                </c:pt>
                <c:pt idx="2460">
                  <c:v>40914</c:v>
                </c:pt>
                <c:pt idx="2461">
                  <c:v>40917</c:v>
                </c:pt>
                <c:pt idx="2462">
                  <c:v>40918</c:v>
                </c:pt>
                <c:pt idx="2463">
                  <c:v>40919</c:v>
                </c:pt>
                <c:pt idx="2464">
                  <c:v>40920</c:v>
                </c:pt>
                <c:pt idx="2465">
                  <c:v>40921</c:v>
                </c:pt>
                <c:pt idx="2466">
                  <c:v>40924</c:v>
                </c:pt>
                <c:pt idx="2467">
                  <c:v>40925</c:v>
                </c:pt>
                <c:pt idx="2468">
                  <c:v>40926</c:v>
                </c:pt>
                <c:pt idx="2469">
                  <c:v>40927</c:v>
                </c:pt>
                <c:pt idx="2470">
                  <c:v>40928</c:v>
                </c:pt>
                <c:pt idx="2471">
                  <c:v>40931</c:v>
                </c:pt>
                <c:pt idx="2472">
                  <c:v>40932</c:v>
                </c:pt>
                <c:pt idx="2473">
                  <c:v>40934</c:v>
                </c:pt>
                <c:pt idx="2474">
                  <c:v>40935</c:v>
                </c:pt>
                <c:pt idx="2475">
                  <c:v>40938</c:v>
                </c:pt>
                <c:pt idx="2476">
                  <c:v>40939</c:v>
                </c:pt>
                <c:pt idx="2477">
                  <c:v>40940</c:v>
                </c:pt>
                <c:pt idx="2478">
                  <c:v>40941</c:v>
                </c:pt>
                <c:pt idx="2479">
                  <c:v>40942</c:v>
                </c:pt>
                <c:pt idx="2480">
                  <c:v>40945</c:v>
                </c:pt>
                <c:pt idx="2481">
                  <c:v>40946</c:v>
                </c:pt>
                <c:pt idx="2482">
                  <c:v>40947</c:v>
                </c:pt>
                <c:pt idx="2483">
                  <c:v>40948</c:v>
                </c:pt>
                <c:pt idx="2484">
                  <c:v>40949</c:v>
                </c:pt>
                <c:pt idx="2485">
                  <c:v>40952</c:v>
                </c:pt>
                <c:pt idx="2486">
                  <c:v>40953</c:v>
                </c:pt>
                <c:pt idx="2487">
                  <c:v>40954</c:v>
                </c:pt>
                <c:pt idx="2488">
                  <c:v>40955</c:v>
                </c:pt>
                <c:pt idx="2489">
                  <c:v>40956</c:v>
                </c:pt>
                <c:pt idx="2490">
                  <c:v>40961</c:v>
                </c:pt>
                <c:pt idx="2491">
                  <c:v>40962</c:v>
                </c:pt>
                <c:pt idx="2492">
                  <c:v>40963</c:v>
                </c:pt>
                <c:pt idx="2493">
                  <c:v>40966</c:v>
                </c:pt>
                <c:pt idx="2494">
                  <c:v>40967</c:v>
                </c:pt>
                <c:pt idx="2495">
                  <c:v>40968</c:v>
                </c:pt>
                <c:pt idx="2496">
                  <c:v>40969</c:v>
                </c:pt>
                <c:pt idx="2497">
                  <c:v>40970</c:v>
                </c:pt>
                <c:pt idx="2498">
                  <c:v>40973</c:v>
                </c:pt>
                <c:pt idx="2499">
                  <c:v>40974</c:v>
                </c:pt>
                <c:pt idx="2500">
                  <c:v>40975</c:v>
                </c:pt>
                <c:pt idx="2501">
                  <c:v>40976</c:v>
                </c:pt>
                <c:pt idx="2502">
                  <c:v>40977</c:v>
                </c:pt>
                <c:pt idx="2503">
                  <c:v>40980</c:v>
                </c:pt>
                <c:pt idx="2504">
                  <c:v>40981</c:v>
                </c:pt>
                <c:pt idx="2505">
                  <c:v>40982</c:v>
                </c:pt>
                <c:pt idx="2506">
                  <c:v>40983</c:v>
                </c:pt>
                <c:pt idx="2507">
                  <c:v>40984</c:v>
                </c:pt>
                <c:pt idx="2508">
                  <c:v>40987</c:v>
                </c:pt>
                <c:pt idx="2509">
                  <c:v>40988</c:v>
                </c:pt>
                <c:pt idx="2510">
                  <c:v>40989</c:v>
                </c:pt>
                <c:pt idx="2511">
                  <c:v>40990</c:v>
                </c:pt>
                <c:pt idx="2512">
                  <c:v>40991</c:v>
                </c:pt>
                <c:pt idx="2513">
                  <c:v>40994</c:v>
                </c:pt>
                <c:pt idx="2514">
                  <c:v>40995</c:v>
                </c:pt>
                <c:pt idx="2515">
                  <c:v>40996</c:v>
                </c:pt>
                <c:pt idx="2516">
                  <c:v>40997</c:v>
                </c:pt>
                <c:pt idx="2517">
                  <c:v>40998</c:v>
                </c:pt>
                <c:pt idx="2518">
                  <c:v>41001</c:v>
                </c:pt>
                <c:pt idx="2519">
                  <c:v>41002</c:v>
                </c:pt>
                <c:pt idx="2520">
                  <c:v>41003</c:v>
                </c:pt>
                <c:pt idx="2521">
                  <c:v>41004</c:v>
                </c:pt>
                <c:pt idx="2522">
                  <c:v>41008</c:v>
                </c:pt>
                <c:pt idx="2523">
                  <c:v>41009</c:v>
                </c:pt>
                <c:pt idx="2524">
                  <c:v>41010</c:v>
                </c:pt>
                <c:pt idx="2525">
                  <c:v>41011</c:v>
                </c:pt>
                <c:pt idx="2526">
                  <c:v>41012</c:v>
                </c:pt>
                <c:pt idx="2527">
                  <c:v>41015</c:v>
                </c:pt>
                <c:pt idx="2528">
                  <c:v>41016</c:v>
                </c:pt>
                <c:pt idx="2529">
                  <c:v>41017</c:v>
                </c:pt>
                <c:pt idx="2530">
                  <c:v>41018</c:v>
                </c:pt>
                <c:pt idx="2531">
                  <c:v>41019</c:v>
                </c:pt>
                <c:pt idx="2532">
                  <c:v>41022</c:v>
                </c:pt>
                <c:pt idx="2533">
                  <c:v>41023</c:v>
                </c:pt>
                <c:pt idx="2534">
                  <c:v>41024</c:v>
                </c:pt>
                <c:pt idx="2535">
                  <c:v>41025</c:v>
                </c:pt>
                <c:pt idx="2536">
                  <c:v>41026</c:v>
                </c:pt>
                <c:pt idx="2537">
                  <c:v>41029</c:v>
                </c:pt>
                <c:pt idx="2538">
                  <c:v>41031</c:v>
                </c:pt>
                <c:pt idx="2539">
                  <c:v>41032</c:v>
                </c:pt>
                <c:pt idx="2540">
                  <c:v>41033</c:v>
                </c:pt>
                <c:pt idx="2541">
                  <c:v>41036</c:v>
                </c:pt>
                <c:pt idx="2542">
                  <c:v>41037</c:v>
                </c:pt>
                <c:pt idx="2543">
                  <c:v>41038</c:v>
                </c:pt>
                <c:pt idx="2544">
                  <c:v>41039</c:v>
                </c:pt>
                <c:pt idx="2545">
                  <c:v>41040</c:v>
                </c:pt>
                <c:pt idx="2546">
                  <c:v>41043</c:v>
                </c:pt>
                <c:pt idx="2547">
                  <c:v>41044</c:v>
                </c:pt>
                <c:pt idx="2548">
                  <c:v>41045</c:v>
                </c:pt>
                <c:pt idx="2549">
                  <c:v>41046</c:v>
                </c:pt>
                <c:pt idx="2550">
                  <c:v>41047</c:v>
                </c:pt>
                <c:pt idx="2551">
                  <c:v>41050</c:v>
                </c:pt>
                <c:pt idx="2552">
                  <c:v>41051</c:v>
                </c:pt>
                <c:pt idx="2553">
                  <c:v>41052</c:v>
                </c:pt>
                <c:pt idx="2554">
                  <c:v>41053</c:v>
                </c:pt>
                <c:pt idx="2555">
                  <c:v>41054</c:v>
                </c:pt>
                <c:pt idx="2556">
                  <c:v>41057</c:v>
                </c:pt>
                <c:pt idx="2557">
                  <c:v>41058</c:v>
                </c:pt>
                <c:pt idx="2558">
                  <c:v>41059</c:v>
                </c:pt>
                <c:pt idx="2559">
                  <c:v>41060</c:v>
                </c:pt>
                <c:pt idx="2560">
                  <c:v>41061</c:v>
                </c:pt>
                <c:pt idx="2561">
                  <c:v>41064</c:v>
                </c:pt>
                <c:pt idx="2562">
                  <c:v>41065</c:v>
                </c:pt>
                <c:pt idx="2563">
                  <c:v>41066</c:v>
                </c:pt>
                <c:pt idx="2564">
                  <c:v>41068</c:v>
                </c:pt>
                <c:pt idx="2565">
                  <c:v>41071</c:v>
                </c:pt>
                <c:pt idx="2566">
                  <c:v>41072</c:v>
                </c:pt>
                <c:pt idx="2567">
                  <c:v>41073</c:v>
                </c:pt>
                <c:pt idx="2568">
                  <c:v>41074</c:v>
                </c:pt>
                <c:pt idx="2569">
                  <c:v>41075</c:v>
                </c:pt>
                <c:pt idx="2570">
                  <c:v>41078</c:v>
                </c:pt>
                <c:pt idx="2571">
                  <c:v>41079</c:v>
                </c:pt>
                <c:pt idx="2572">
                  <c:v>41080</c:v>
                </c:pt>
                <c:pt idx="2573">
                  <c:v>41081</c:v>
                </c:pt>
                <c:pt idx="2574">
                  <c:v>41082</c:v>
                </c:pt>
                <c:pt idx="2575">
                  <c:v>41085</c:v>
                </c:pt>
                <c:pt idx="2576">
                  <c:v>41086</c:v>
                </c:pt>
                <c:pt idx="2577">
                  <c:v>41087</c:v>
                </c:pt>
                <c:pt idx="2578">
                  <c:v>41088</c:v>
                </c:pt>
                <c:pt idx="2579">
                  <c:v>41089</c:v>
                </c:pt>
                <c:pt idx="2580">
                  <c:v>41092</c:v>
                </c:pt>
                <c:pt idx="2581">
                  <c:v>41093</c:v>
                </c:pt>
                <c:pt idx="2582">
                  <c:v>41094</c:v>
                </c:pt>
                <c:pt idx="2583">
                  <c:v>41095</c:v>
                </c:pt>
                <c:pt idx="2584">
                  <c:v>41096</c:v>
                </c:pt>
                <c:pt idx="2585">
                  <c:v>41100</c:v>
                </c:pt>
                <c:pt idx="2586">
                  <c:v>41101</c:v>
                </c:pt>
                <c:pt idx="2587">
                  <c:v>41102</c:v>
                </c:pt>
                <c:pt idx="2588">
                  <c:v>41103</c:v>
                </c:pt>
                <c:pt idx="2589">
                  <c:v>41106</c:v>
                </c:pt>
                <c:pt idx="2590">
                  <c:v>41107</c:v>
                </c:pt>
                <c:pt idx="2591">
                  <c:v>41108</c:v>
                </c:pt>
                <c:pt idx="2592">
                  <c:v>41109</c:v>
                </c:pt>
                <c:pt idx="2593">
                  <c:v>41110</c:v>
                </c:pt>
                <c:pt idx="2594">
                  <c:v>41113</c:v>
                </c:pt>
                <c:pt idx="2595">
                  <c:v>41114</c:v>
                </c:pt>
                <c:pt idx="2596">
                  <c:v>41115</c:v>
                </c:pt>
                <c:pt idx="2597">
                  <c:v>41116</c:v>
                </c:pt>
                <c:pt idx="2598">
                  <c:v>41117</c:v>
                </c:pt>
                <c:pt idx="2599">
                  <c:v>41120</c:v>
                </c:pt>
                <c:pt idx="2600">
                  <c:v>41121</c:v>
                </c:pt>
                <c:pt idx="2601">
                  <c:v>41122</c:v>
                </c:pt>
                <c:pt idx="2602">
                  <c:v>41123</c:v>
                </c:pt>
                <c:pt idx="2603">
                  <c:v>41124</c:v>
                </c:pt>
                <c:pt idx="2604">
                  <c:v>41127</c:v>
                </c:pt>
                <c:pt idx="2605">
                  <c:v>41128</c:v>
                </c:pt>
                <c:pt idx="2606">
                  <c:v>41129</c:v>
                </c:pt>
                <c:pt idx="2607">
                  <c:v>41130</c:v>
                </c:pt>
                <c:pt idx="2608">
                  <c:v>41131</c:v>
                </c:pt>
                <c:pt idx="2609">
                  <c:v>41134</c:v>
                </c:pt>
                <c:pt idx="2610">
                  <c:v>41135</c:v>
                </c:pt>
                <c:pt idx="2611">
                  <c:v>41136</c:v>
                </c:pt>
                <c:pt idx="2612">
                  <c:v>41137</c:v>
                </c:pt>
                <c:pt idx="2613">
                  <c:v>41138</c:v>
                </c:pt>
                <c:pt idx="2614">
                  <c:v>41141</c:v>
                </c:pt>
                <c:pt idx="2615">
                  <c:v>41142</c:v>
                </c:pt>
                <c:pt idx="2616">
                  <c:v>41143</c:v>
                </c:pt>
                <c:pt idx="2617">
                  <c:v>41144</c:v>
                </c:pt>
                <c:pt idx="2618">
                  <c:v>41145</c:v>
                </c:pt>
                <c:pt idx="2619">
                  <c:v>41148</c:v>
                </c:pt>
                <c:pt idx="2620">
                  <c:v>41149</c:v>
                </c:pt>
                <c:pt idx="2621">
                  <c:v>41150</c:v>
                </c:pt>
                <c:pt idx="2622">
                  <c:v>41151</c:v>
                </c:pt>
                <c:pt idx="2623">
                  <c:v>41152</c:v>
                </c:pt>
                <c:pt idx="2624">
                  <c:v>41155</c:v>
                </c:pt>
                <c:pt idx="2625">
                  <c:v>41156</c:v>
                </c:pt>
                <c:pt idx="2626">
                  <c:v>41157</c:v>
                </c:pt>
                <c:pt idx="2627">
                  <c:v>41158</c:v>
                </c:pt>
                <c:pt idx="2628">
                  <c:v>41162</c:v>
                </c:pt>
                <c:pt idx="2629">
                  <c:v>41163</c:v>
                </c:pt>
                <c:pt idx="2630">
                  <c:v>41164</c:v>
                </c:pt>
                <c:pt idx="2631">
                  <c:v>41165</c:v>
                </c:pt>
                <c:pt idx="2632">
                  <c:v>41166</c:v>
                </c:pt>
                <c:pt idx="2633">
                  <c:v>41169</c:v>
                </c:pt>
                <c:pt idx="2634">
                  <c:v>41170</c:v>
                </c:pt>
                <c:pt idx="2635">
                  <c:v>41171</c:v>
                </c:pt>
                <c:pt idx="2636">
                  <c:v>41172</c:v>
                </c:pt>
                <c:pt idx="2637">
                  <c:v>41173</c:v>
                </c:pt>
                <c:pt idx="2638">
                  <c:v>41176</c:v>
                </c:pt>
                <c:pt idx="2639">
                  <c:v>41177</c:v>
                </c:pt>
                <c:pt idx="2640">
                  <c:v>41178</c:v>
                </c:pt>
                <c:pt idx="2641">
                  <c:v>41179</c:v>
                </c:pt>
                <c:pt idx="2642">
                  <c:v>41180</c:v>
                </c:pt>
                <c:pt idx="2643">
                  <c:v>41183</c:v>
                </c:pt>
                <c:pt idx="2644">
                  <c:v>41184</c:v>
                </c:pt>
                <c:pt idx="2645">
                  <c:v>41185</c:v>
                </c:pt>
                <c:pt idx="2646">
                  <c:v>41186</c:v>
                </c:pt>
                <c:pt idx="2647">
                  <c:v>41187</c:v>
                </c:pt>
                <c:pt idx="2648">
                  <c:v>41190</c:v>
                </c:pt>
                <c:pt idx="2649">
                  <c:v>41191</c:v>
                </c:pt>
                <c:pt idx="2650">
                  <c:v>41192</c:v>
                </c:pt>
                <c:pt idx="2651">
                  <c:v>41193</c:v>
                </c:pt>
                <c:pt idx="2652">
                  <c:v>41197</c:v>
                </c:pt>
                <c:pt idx="2653">
                  <c:v>41198</c:v>
                </c:pt>
                <c:pt idx="2654">
                  <c:v>41199</c:v>
                </c:pt>
                <c:pt idx="2655">
                  <c:v>41200</c:v>
                </c:pt>
                <c:pt idx="2656">
                  <c:v>41201</c:v>
                </c:pt>
                <c:pt idx="2657">
                  <c:v>41204</c:v>
                </c:pt>
                <c:pt idx="2658">
                  <c:v>41205</c:v>
                </c:pt>
                <c:pt idx="2659">
                  <c:v>41206</c:v>
                </c:pt>
                <c:pt idx="2660">
                  <c:v>41207</c:v>
                </c:pt>
                <c:pt idx="2661">
                  <c:v>41208</c:v>
                </c:pt>
                <c:pt idx="2662">
                  <c:v>41211</c:v>
                </c:pt>
                <c:pt idx="2663">
                  <c:v>41212</c:v>
                </c:pt>
                <c:pt idx="2664">
                  <c:v>41213</c:v>
                </c:pt>
                <c:pt idx="2665">
                  <c:v>41214</c:v>
                </c:pt>
                <c:pt idx="2666">
                  <c:v>41218</c:v>
                </c:pt>
                <c:pt idx="2667">
                  <c:v>41219</c:v>
                </c:pt>
                <c:pt idx="2668">
                  <c:v>41220</c:v>
                </c:pt>
                <c:pt idx="2669">
                  <c:v>41221</c:v>
                </c:pt>
                <c:pt idx="2670">
                  <c:v>41222</c:v>
                </c:pt>
                <c:pt idx="2671">
                  <c:v>41225</c:v>
                </c:pt>
                <c:pt idx="2672">
                  <c:v>41226</c:v>
                </c:pt>
                <c:pt idx="2673">
                  <c:v>41227</c:v>
                </c:pt>
                <c:pt idx="2674">
                  <c:v>41229</c:v>
                </c:pt>
                <c:pt idx="2675">
                  <c:v>41232</c:v>
                </c:pt>
                <c:pt idx="2676">
                  <c:v>41234</c:v>
                </c:pt>
                <c:pt idx="2677">
                  <c:v>41235</c:v>
                </c:pt>
                <c:pt idx="2678">
                  <c:v>41236</c:v>
                </c:pt>
                <c:pt idx="2679">
                  <c:v>41239</c:v>
                </c:pt>
                <c:pt idx="2680">
                  <c:v>41240</c:v>
                </c:pt>
                <c:pt idx="2681">
                  <c:v>41241</c:v>
                </c:pt>
                <c:pt idx="2682">
                  <c:v>41242</c:v>
                </c:pt>
                <c:pt idx="2683">
                  <c:v>41243</c:v>
                </c:pt>
                <c:pt idx="2684">
                  <c:v>41246</c:v>
                </c:pt>
                <c:pt idx="2685">
                  <c:v>41247</c:v>
                </c:pt>
                <c:pt idx="2686">
                  <c:v>41248</c:v>
                </c:pt>
                <c:pt idx="2687">
                  <c:v>41249</c:v>
                </c:pt>
                <c:pt idx="2688">
                  <c:v>41250</c:v>
                </c:pt>
                <c:pt idx="2689">
                  <c:v>41253</c:v>
                </c:pt>
                <c:pt idx="2690">
                  <c:v>41254</c:v>
                </c:pt>
                <c:pt idx="2691">
                  <c:v>41255</c:v>
                </c:pt>
                <c:pt idx="2692">
                  <c:v>41256</c:v>
                </c:pt>
                <c:pt idx="2693">
                  <c:v>41257</c:v>
                </c:pt>
                <c:pt idx="2694">
                  <c:v>41260</c:v>
                </c:pt>
                <c:pt idx="2695">
                  <c:v>41261</c:v>
                </c:pt>
                <c:pt idx="2696">
                  <c:v>41262</c:v>
                </c:pt>
                <c:pt idx="2697">
                  <c:v>41263</c:v>
                </c:pt>
                <c:pt idx="2698">
                  <c:v>41264</c:v>
                </c:pt>
                <c:pt idx="2699">
                  <c:v>41269</c:v>
                </c:pt>
                <c:pt idx="2700">
                  <c:v>41270</c:v>
                </c:pt>
                <c:pt idx="2701">
                  <c:v>41271</c:v>
                </c:pt>
                <c:pt idx="2702">
                  <c:v>41276</c:v>
                </c:pt>
                <c:pt idx="2703">
                  <c:v>41277</c:v>
                </c:pt>
                <c:pt idx="2704">
                  <c:v>41278</c:v>
                </c:pt>
                <c:pt idx="2705">
                  <c:v>41281</c:v>
                </c:pt>
                <c:pt idx="2706">
                  <c:v>41282</c:v>
                </c:pt>
                <c:pt idx="2707">
                  <c:v>41283</c:v>
                </c:pt>
                <c:pt idx="2708">
                  <c:v>41284</c:v>
                </c:pt>
                <c:pt idx="2709">
                  <c:v>41285</c:v>
                </c:pt>
                <c:pt idx="2710">
                  <c:v>41288</c:v>
                </c:pt>
                <c:pt idx="2711">
                  <c:v>41289</c:v>
                </c:pt>
                <c:pt idx="2712">
                  <c:v>41290</c:v>
                </c:pt>
                <c:pt idx="2713">
                  <c:v>41291</c:v>
                </c:pt>
                <c:pt idx="2714">
                  <c:v>41292</c:v>
                </c:pt>
                <c:pt idx="2715">
                  <c:v>41295</c:v>
                </c:pt>
                <c:pt idx="2716">
                  <c:v>41296</c:v>
                </c:pt>
                <c:pt idx="2717">
                  <c:v>41297</c:v>
                </c:pt>
                <c:pt idx="2718">
                  <c:v>41298</c:v>
                </c:pt>
                <c:pt idx="2719">
                  <c:v>41302</c:v>
                </c:pt>
                <c:pt idx="2720">
                  <c:v>41303</c:v>
                </c:pt>
                <c:pt idx="2721">
                  <c:v>41304</c:v>
                </c:pt>
                <c:pt idx="2722">
                  <c:v>41305</c:v>
                </c:pt>
                <c:pt idx="2723">
                  <c:v>41306</c:v>
                </c:pt>
                <c:pt idx="2724">
                  <c:v>41309</c:v>
                </c:pt>
                <c:pt idx="2725">
                  <c:v>41310</c:v>
                </c:pt>
                <c:pt idx="2726">
                  <c:v>41311</c:v>
                </c:pt>
                <c:pt idx="2727">
                  <c:v>41312</c:v>
                </c:pt>
                <c:pt idx="2728">
                  <c:v>41313</c:v>
                </c:pt>
                <c:pt idx="2729">
                  <c:v>41318</c:v>
                </c:pt>
                <c:pt idx="2730">
                  <c:v>41319</c:v>
                </c:pt>
                <c:pt idx="2731">
                  <c:v>41320</c:v>
                </c:pt>
                <c:pt idx="2732">
                  <c:v>41323</c:v>
                </c:pt>
                <c:pt idx="2733">
                  <c:v>41324</c:v>
                </c:pt>
                <c:pt idx="2734">
                  <c:v>41325</c:v>
                </c:pt>
                <c:pt idx="2735">
                  <c:v>41326</c:v>
                </c:pt>
                <c:pt idx="2736">
                  <c:v>41327</c:v>
                </c:pt>
                <c:pt idx="2737">
                  <c:v>41330</c:v>
                </c:pt>
                <c:pt idx="2738">
                  <c:v>41331</c:v>
                </c:pt>
                <c:pt idx="2739">
                  <c:v>41332</c:v>
                </c:pt>
                <c:pt idx="2740">
                  <c:v>41333</c:v>
                </c:pt>
                <c:pt idx="2741">
                  <c:v>41334</c:v>
                </c:pt>
                <c:pt idx="2742">
                  <c:v>41337</c:v>
                </c:pt>
                <c:pt idx="2743">
                  <c:v>41338</c:v>
                </c:pt>
                <c:pt idx="2744">
                  <c:v>41339</c:v>
                </c:pt>
                <c:pt idx="2745">
                  <c:v>41340</c:v>
                </c:pt>
                <c:pt idx="2746">
                  <c:v>41341</c:v>
                </c:pt>
                <c:pt idx="2747">
                  <c:v>41344</c:v>
                </c:pt>
                <c:pt idx="2748">
                  <c:v>41345</c:v>
                </c:pt>
                <c:pt idx="2749">
                  <c:v>41346</c:v>
                </c:pt>
                <c:pt idx="2750">
                  <c:v>41347</c:v>
                </c:pt>
                <c:pt idx="2751">
                  <c:v>41348</c:v>
                </c:pt>
                <c:pt idx="2752">
                  <c:v>41351</c:v>
                </c:pt>
                <c:pt idx="2753">
                  <c:v>41352</c:v>
                </c:pt>
                <c:pt idx="2754">
                  <c:v>41353</c:v>
                </c:pt>
                <c:pt idx="2755">
                  <c:v>41354</c:v>
                </c:pt>
                <c:pt idx="2756">
                  <c:v>41355</c:v>
                </c:pt>
                <c:pt idx="2757">
                  <c:v>41358</c:v>
                </c:pt>
                <c:pt idx="2758">
                  <c:v>41359</c:v>
                </c:pt>
                <c:pt idx="2759">
                  <c:v>41360</c:v>
                </c:pt>
                <c:pt idx="2760">
                  <c:v>41361</c:v>
                </c:pt>
                <c:pt idx="2761">
                  <c:v>41365</c:v>
                </c:pt>
                <c:pt idx="2762">
                  <c:v>41366</c:v>
                </c:pt>
                <c:pt idx="2763">
                  <c:v>41367</c:v>
                </c:pt>
                <c:pt idx="2764">
                  <c:v>41368</c:v>
                </c:pt>
                <c:pt idx="2765">
                  <c:v>41369</c:v>
                </c:pt>
                <c:pt idx="2766">
                  <c:v>41372</c:v>
                </c:pt>
                <c:pt idx="2767">
                  <c:v>41373</c:v>
                </c:pt>
                <c:pt idx="2768">
                  <c:v>41374</c:v>
                </c:pt>
                <c:pt idx="2769">
                  <c:v>41375</c:v>
                </c:pt>
                <c:pt idx="2770">
                  <c:v>41376</c:v>
                </c:pt>
                <c:pt idx="2771">
                  <c:v>41379</c:v>
                </c:pt>
                <c:pt idx="2772">
                  <c:v>41380</c:v>
                </c:pt>
                <c:pt idx="2773">
                  <c:v>41381</c:v>
                </c:pt>
                <c:pt idx="2774">
                  <c:v>41382</c:v>
                </c:pt>
                <c:pt idx="2775">
                  <c:v>41383</c:v>
                </c:pt>
                <c:pt idx="2776">
                  <c:v>41386</c:v>
                </c:pt>
                <c:pt idx="2777">
                  <c:v>41387</c:v>
                </c:pt>
                <c:pt idx="2778">
                  <c:v>41388</c:v>
                </c:pt>
                <c:pt idx="2779">
                  <c:v>41389</c:v>
                </c:pt>
                <c:pt idx="2780">
                  <c:v>41390</c:v>
                </c:pt>
                <c:pt idx="2781">
                  <c:v>41393</c:v>
                </c:pt>
                <c:pt idx="2782">
                  <c:v>41394</c:v>
                </c:pt>
                <c:pt idx="2783">
                  <c:v>41396</c:v>
                </c:pt>
                <c:pt idx="2784">
                  <c:v>41397</c:v>
                </c:pt>
                <c:pt idx="2785">
                  <c:v>41400</c:v>
                </c:pt>
                <c:pt idx="2786">
                  <c:v>41401</c:v>
                </c:pt>
                <c:pt idx="2787">
                  <c:v>41402</c:v>
                </c:pt>
                <c:pt idx="2788">
                  <c:v>41403</c:v>
                </c:pt>
                <c:pt idx="2789">
                  <c:v>41404</c:v>
                </c:pt>
                <c:pt idx="2790">
                  <c:v>41407</c:v>
                </c:pt>
                <c:pt idx="2791">
                  <c:v>41408</c:v>
                </c:pt>
                <c:pt idx="2792">
                  <c:v>41409</c:v>
                </c:pt>
                <c:pt idx="2793">
                  <c:v>41410</c:v>
                </c:pt>
                <c:pt idx="2794">
                  <c:v>41411</c:v>
                </c:pt>
                <c:pt idx="2795">
                  <c:v>41414</c:v>
                </c:pt>
                <c:pt idx="2796">
                  <c:v>41415</c:v>
                </c:pt>
                <c:pt idx="2797">
                  <c:v>41416</c:v>
                </c:pt>
                <c:pt idx="2798">
                  <c:v>41417</c:v>
                </c:pt>
                <c:pt idx="2799">
                  <c:v>41418</c:v>
                </c:pt>
                <c:pt idx="2800">
                  <c:v>41421</c:v>
                </c:pt>
                <c:pt idx="2801">
                  <c:v>41422</c:v>
                </c:pt>
                <c:pt idx="2802">
                  <c:v>41423</c:v>
                </c:pt>
                <c:pt idx="2803">
                  <c:v>41425</c:v>
                </c:pt>
                <c:pt idx="2804">
                  <c:v>41428</c:v>
                </c:pt>
                <c:pt idx="2805">
                  <c:v>41429</c:v>
                </c:pt>
                <c:pt idx="2806">
                  <c:v>41430</c:v>
                </c:pt>
                <c:pt idx="2807">
                  <c:v>41431</c:v>
                </c:pt>
                <c:pt idx="2808">
                  <c:v>41432</c:v>
                </c:pt>
                <c:pt idx="2809">
                  <c:v>41435</c:v>
                </c:pt>
                <c:pt idx="2810">
                  <c:v>41436</c:v>
                </c:pt>
                <c:pt idx="2811">
                  <c:v>41437</c:v>
                </c:pt>
                <c:pt idx="2812">
                  <c:v>41438</c:v>
                </c:pt>
                <c:pt idx="2813">
                  <c:v>41439</c:v>
                </c:pt>
                <c:pt idx="2814">
                  <c:v>41442</c:v>
                </c:pt>
                <c:pt idx="2815">
                  <c:v>41443</c:v>
                </c:pt>
                <c:pt idx="2816">
                  <c:v>41444</c:v>
                </c:pt>
                <c:pt idx="2817">
                  <c:v>41445</c:v>
                </c:pt>
                <c:pt idx="2818">
                  <c:v>41446</c:v>
                </c:pt>
                <c:pt idx="2819">
                  <c:v>41449</c:v>
                </c:pt>
                <c:pt idx="2820">
                  <c:v>41450</c:v>
                </c:pt>
                <c:pt idx="2821">
                  <c:v>41451</c:v>
                </c:pt>
                <c:pt idx="2822">
                  <c:v>41452</c:v>
                </c:pt>
                <c:pt idx="2823">
                  <c:v>41453</c:v>
                </c:pt>
                <c:pt idx="2824">
                  <c:v>41456</c:v>
                </c:pt>
                <c:pt idx="2825">
                  <c:v>41457</c:v>
                </c:pt>
                <c:pt idx="2826">
                  <c:v>41458</c:v>
                </c:pt>
                <c:pt idx="2827">
                  <c:v>41459</c:v>
                </c:pt>
                <c:pt idx="2828">
                  <c:v>41460</c:v>
                </c:pt>
                <c:pt idx="2829">
                  <c:v>41463</c:v>
                </c:pt>
                <c:pt idx="2830">
                  <c:v>41465</c:v>
                </c:pt>
                <c:pt idx="2831">
                  <c:v>41466</c:v>
                </c:pt>
                <c:pt idx="2832">
                  <c:v>41467</c:v>
                </c:pt>
                <c:pt idx="2833">
                  <c:v>41470</c:v>
                </c:pt>
                <c:pt idx="2834">
                  <c:v>41471</c:v>
                </c:pt>
                <c:pt idx="2835">
                  <c:v>41472</c:v>
                </c:pt>
                <c:pt idx="2836">
                  <c:v>41473</c:v>
                </c:pt>
                <c:pt idx="2837">
                  <c:v>41474</c:v>
                </c:pt>
                <c:pt idx="2838">
                  <c:v>41477</c:v>
                </c:pt>
                <c:pt idx="2839">
                  <c:v>41478</c:v>
                </c:pt>
                <c:pt idx="2840">
                  <c:v>41479</c:v>
                </c:pt>
                <c:pt idx="2841">
                  <c:v>41480</c:v>
                </c:pt>
                <c:pt idx="2842">
                  <c:v>41481</c:v>
                </c:pt>
                <c:pt idx="2843">
                  <c:v>41484</c:v>
                </c:pt>
                <c:pt idx="2844">
                  <c:v>41485</c:v>
                </c:pt>
                <c:pt idx="2845">
                  <c:v>41486</c:v>
                </c:pt>
                <c:pt idx="2846">
                  <c:v>41487</c:v>
                </c:pt>
                <c:pt idx="2847">
                  <c:v>41488</c:v>
                </c:pt>
                <c:pt idx="2848">
                  <c:v>41491</c:v>
                </c:pt>
                <c:pt idx="2849">
                  <c:v>41492</c:v>
                </c:pt>
                <c:pt idx="2850">
                  <c:v>41493</c:v>
                </c:pt>
                <c:pt idx="2851">
                  <c:v>41494</c:v>
                </c:pt>
                <c:pt idx="2852">
                  <c:v>41495</c:v>
                </c:pt>
                <c:pt idx="2853">
                  <c:v>41498</c:v>
                </c:pt>
                <c:pt idx="2854">
                  <c:v>41499</c:v>
                </c:pt>
                <c:pt idx="2855">
                  <c:v>41500</c:v>
                </c:pt>
                <c:pt idx="2856">
                  <c:v>41501</c:v>
                </c:pt>
                <c:pt idx="2857">
                  <c:v>41502</c:v>
                </c:pt>
                <c:pt idx="2858">
                  <c:v>41505</c:v>
                </c:pt>
                <c:pt idx="2859">
                  <c:v>41506</c:v>
                </c:pt>
                <c:pt idx="2860">
                  <c:v>41507</c:v>
                </c:pt>
                <c:pt idx="2861">
                  <c:v>41508</c:v>
                </c:pt>
                <c:pt idx="2862">
                  <c:v>41509</c:v>
                </c:pt>
                <c:pt idx="2863">
                  <c:v>41512</c:v>
                </c:pt>
                <c:pt idx="2864">
                  <c:v>41513</c:v>
                </c:pt>
                <c:pt idx="2865">
                  <c:v>41514</c:v>
                </c:pt>
                <c:pt idx="2866">
                  <c:v>41515</c:v>
                </c:pt>
                <c:pt idx="2867">
                  <c:v>41516</c:v>
                </c:pt>
                <c:pt idx="2868">
                  <c:v>41519</c:v>
                </c:pt>
                <c:pt idx="2869">
                  <c:v>41520</c:v>
                </c:pt>
                <c:pt idx="2870">
                  <c:v>41521</c:v>
                </c:pt>
                <c:pt idx="2871">
                  <c:v>41522</c:v>
                </c:pt>
                <c:pt idx="2872">
                  <c:v>41523</c:v>
                </c:pt>
                <c:pt idx="2873">
                  <c:v>41526</c:v>
                </c:pt>
                <c:pt idx="2874">
                  <c:v>41527</c:v>
                </c:pt>
                <c:pt idx="2875">
                  <c:v>41528</c:v>
                </c:pt>
                <c:pt idx="2876">
                  <c:v>41529</c:v>
                </c:pt>
                <c:pt idx="2877">
                  <c:v>41530</c:v>
                </c:pt>
                <c:pt idx="2878">
                  <c:v>41533</c:v>
                </c:pt>
                <c:pt idx="2879">
                  <c:v>41534</c:v>
                </c:pt>
                <c:pt idx="2880">
                  <c:v>41535</c:v>
                </c:pt>
                <c:pt idx="2881">
                  <c:v>41536</c:v>
                </c:pt>
                <c:pt idx="2882">
                  <c:v>41537</c:v>
                </c:pt>
                <c:pt idx="2883">
                  <c:v>41540</c:v>
                </c:pt>
                <c:pt idx="2884">
                  <c:v>41541</c:v>
                </c:pt>
                <c:pt idx="2885">
                  <c:v>41542</c:v>
                </c:pt>
                <c:pt idx="2886">
                  <c:v>41543</c:v>
                </c:pt>
                <c:pt idx="2887">
                  <c:v>41544</c:v>
                </c:pt>
                <c:pt idx="2888">
                  <c:v>41547</c:v>
                </c:pt>
                <c:pt idx="2889">
                  <c:v>41548</c:v>
                </c:pt>
                <c:pt idx="2890">
                  <c:v>41549</c:v>
                </c:pt>
                <c:pt idx="2891">
                  <c:v>41550</c:v>
                </c:pt>
                <c:pt idx="2892">
                  <c:v>41551</c:v>
                </c:pt>
                <c:pt idx="2893">
                  <c:v>41554</c:v>
                </c:pt>
                <c:pt idx="2894">
                  <c:v>41555</c:v>
                </c:pt>
                <c:pt idx="2895">
                  <c:v>41556</c:v>
                </c:pt>
                <c:pt idx="2896">
                  <c:v>41557</c:v>
                </c:pt>
                <c:pt idx="2897">
                  <c:v>41558</c:v>
                </c:pt>
                <c:pt idx="2898">
                  <c:v>41561</c:v>
                </c:pt>
                <c:pt idx="2899">
                  <c:v>41562</c:v>
                </c:pt>
                <c:pt idx="2900">
                  <c:v>41563</c:v>
                </c:pt>
                <c:pt idx="2901">
                  <c:v>41564</c:v>
                </c:pt>
                <c:pt idx="2902">
                  <c:v>41565</c:v>
                </c:pt>
                <c:pt idx="2903">
                  <c:v>41568</c:v>
                </c:pt>
                <c:pt idx="2904">
                  <c:v>41569</c:v>
                </c:pt>
                <c:pt idx="2905">
                  <c:v>41570</c:v>
                </c:pt>
                <c:pt idx="2906">
                  <c:v>41571</c:v>
                </c:pt>
                <c:pt idx="2907">
                  <c:v>41572</c:v>
                </c:pt>
                <c:pt idx="2908">
                  <c:v>41575</c:v>
                </c:pt>
                <c:pt idx="2909">
                  <c:v>41576</c:v>
                </c:pt>
                <c:pt idx="2910">
                  <c:v>41577</c:v>
                </c:pt>
                <c:pt idx="2911">
                  <c:v>41578</c:v>
                </c:pt>
                <c:pt idx="2912">
                  <c:v>41579</c:v>
                </c:pt>
                <c:pt idx="2913">
                  <c:v>41582</c:v>
                </c:pt>
                <c:pt idx="2914">
                  <c:v>41583</c:v>
                </c:pt>
                <c:pt idx="2915">
                  <c:v>41584</c:v>
                </c:pt>
                <c:pt idx="2916">
                  <c:v>41585</c:v>
                </c:pt>
                <c:pt idx="2917">
                  <c:v>41586</c:v>
                </c:pt>
                <c:pt idx="2918">
                  <c:v>41589</c:v>
                </c:pt>
                <c:pt idx="2919">
                  <c:v>41590</c:v>
                </c:pt>
                <c:pt idx="2920">
                  <c:v>41591</c:v>
                </c:pt>
                <c:pt idx="2921">
                  <c:v>41592</c:v>
                </c:pt>
                <c:pt idx="2922">
                  <c:v>41596</c:v>
                </c:pt>
                <c:pt idx="2923">
                  <c:v>41597</c:v>
                </c:pt>
                <c:pt idx="2924">
                  <c:v>41599</c:v>
                </c:pt>
                <c:pt idx="2925">
                  <c:v>41600</c:v>
                </c:pt>
                <c:pt idx="2926">
                  <c:v>41603</c:v>
                </c:pt>
                <c:pt idx="2927">
                  <c:v>41604</c:v>
                </c:pt>
                <c:pt idx="2928">
                  <c:v>41605</c:v>
                </c:pt>
                <c:pt idx="2929">
                  <c:v>41606</c:v>
                </c:pt>
                <c:pt idx="2930">
                  <c:v>41607</c:v>
                </c:pt>
                <c:pt idx="2931">
                  <c:v>41610</c:v>
                </c:pt>
                <c:pt idx="2932">
                  <c:v>41611</c:v>
                </c:pt>
                <c:pt idx="2933">
                  <c:v>41612</c:v>
                </c:pt>
                <c:pt idx="2934">
                  <c:v>41613</c:v>
                </c:pt>
                <c:pt idx="2935">
                  <c:v>41614</c:v>
                </c:pt>
                <c:pt idx="2936">
                  <c:v>41617</c:v>
                </c:pt>
                <c:pt idx="2937">
                  <c:v>41618</c:v>
                </c:pt>
                <c:pt idx="2938">
                  <c:v>41619</c:v>
                </c:pt>
                <c:pt idx="2939">
                  <c:v>41620</c:v>
                </c:pt>
                <c:pt idx="2940">
                  <c:v>41621</c:v>
                </c:pt>
                <c:pt idx="2941">
                  <c:v>41624</c:v>
                </c:pt>
                <c:pt idx="2942">
                  <c:v>41625</c:v>
                </c:pt>
                <c:pt idx="2943">
                  <c:v>41626</c:v>
                </c:pt>
                <c:pt idx="2944">
                  <c:v>41627</c:v>
                </c:pt>
                <c:pt idx="2945">
                  <c:v>41628</c:v>
                </c:pt>
                <c:pt idx="2946">
                  <c:v>41631</c:v>
                </c:pt>
                <c:pt idx="2947">
                  <c:v>41634</c:v>
                </c:pt>
                <c:pt idx="2948">
                  <c:v>41635</c:v>
                </c:pt>
                <c:pt idx="2949">
                  <c:v>41638</c:v>
                </c:pt>
                <c:pt idx="2950">
                  <c:v>41641</c:v>
                </c:pt>
                <c:pt idx="2951">
                  <c:v>41642</c:v>
                </c:pt>
                <c:pt idx="2952">
                  <c:v>41645</c:v>
                </c:pt>
                <c:pt idx="2953">
                  <c:v>41646</c:v>
                </c:pt>
                <c:pt idx="2954">
                  <c:v>41647</c:v>
                </c:pt>
                <c:pt idx="2955">
                  <c:v>41648</c:v>
                </c:pt>
                <c:pt idx="2956">
                  <c:v>41649</c:v>
                </c:pt>
                <c:pt idx="2957">
                  <c:v>41652</c:v>
                </c:pt>
                <c:pt idx="2958">
                  <c:v>41653</c:v>
                </c:pt>
                <c:pt idx="2959">
                  <c:v>41654</c:v>
                </c:pt>
                <c:pt idx="2960">
                  <c:v>41655</c:v>
                </c:pt>
                <c:pt idx="2961">
                  <c:v>41656</c:v>
                </c:pt>
                <c:pt idx="2962">
                  <c:v>41659</c:v>
                </c:pt>
                <c:pt idx="2963">
                  <c:v>41660</c:v>
                </c:pt>
                <c:pt idx="2964">
                  <c:v>41661</c:v>
                </c:pt>
                <c:pt idx="2965">
                  <c:v>41662</c:v>
                </c:pt>
                <c:pt idx="2966">
                  <c:v>41663</c:v>
                </c:pt>
                <c:pt idx="2967">
                  <c:v>41666</c:v>
                </c:pt>
                <c:pt idx="2968">
                  <c:v>41667</c:v>
                </c:pt>
                <c:pt idx="2969">
                  <c:v>41668</c:v>
                </c:pt>
                <c:pt idx="2970">
                  <c:v>41669</c:v>
                </c:pt>
                <c:pt idx="2971">
                  <c:v>41670</c:v>
                </c:pt>
                <c:pt idx="2972">
                  <c:v>41673</c:v>
                </c:pt>
                <c:pt idx="2973">
                  <c:v>41674</c:v>
                </c:pt>
                <c:pt idx="2974">
                  <c:v>41675</c:v>
                </c:pt>
                <c:pt idx="2975">
                  <c:v>41676</c:v>
                </c:pt>
                <c:pt idx="2976">
                  <c:v>41677</c:v>
                </c:pt>
                <c:pt idx="2977">
                  <c:v>41680</c:v>
                </c:pt>
                <c:pt idx="2978">
                  <c:v>41681</c:v>
                </c:pt>
                <c:pt idx="2979">
                  <c:v>41682</c:v>
                </c:pt>
                <c:pt idx="2980">
                  <c:v>41683</c:v>
                </c:pt>
                <c:pt idx="2981">
                  <c:v>41684</c:v>
                </c:pt>
                <c:pt idx="2982">
                  <c:v>41687</c:v>
                </c:pt>
                <c:pt idx="2983">
                  <c:v>41688</c:v>
                </c:pt>
                <c:pt idx="2984">
                  <c:v>41689</c:v>
                </c:pt>
                <c:pt idx="2985">
                  <c:v>41690</c:v>
                </c:pt>
                <c:pt idx="2986">
                  <c:v>41691</c:v>
                </c:pt>
                <c:pt idx="2987">
                  <c:v>41694</c:v>
                </c:pt>
                <c:pt idx="2988">
                  <c:v>41695</c:v>
                </c:pt>
                <c:pt idx="2989">
                  <c:v>41696</c:v>
                </c:pt>
                <c:pt idx="2990">
                  <c:v>41697</c:v>
                </c:pt>
                <c:pt idx="2991">
                  <c:v>41698</c:v>
                </c:pt>
                <c:pt idx="2992">
                  <c:v>41703</c:v>
                </c:pt>
                <c:pt idx="2993">
                  <c:v>41704</c:v>
                </c:pt>
                <c:pt idx="2994">
                  <c:v>41705</c:v>
                </c:pt>
                <c:pt idx="2995">
                  <c:v>41708</c:v>
                </c:pt>
                <c:pt idx="2996">
                  <c:v>41709</c:v>
                </c:pt>
                <c:pt idx="2997">
                  <c:v>41710</c:v>
                </c:pt>
                <c:pt idx="2998">
                  <c:v>41711</c:v>
                </c:pt>
                <c:pt idx="2999">
                  <c:v>41712</c:v>
                </c:pt>
                <c:pt idx="3000">
                  <c:v>41715</c:v>
                </c:pt>
                <c:pt idx="3001">
                  <c:v>41716</c:v>
                </c:pt>
                <c:pt idx="3002">
                  <c:v>41717</c:v>
                </c:pt>
                <c:pt idx="3003">
                  <c:v>41718</c:v>
                </c:pt>
                <c:pt idx="3004">
                  <c:v>41719</c:v>
                </c:pt>
                <c:pt idx="3005">
                  <c:v>41722</c:v>
                </c:pt>
                <c:pt idx="3006">
                  <c:v>41723</c:v>
                </c:pt>
                <c:pt idx="3007">
                  <c:v>41724</c:v>
                </c:pt>
                <c:pt idx="3008">
                  <c:v>41725</c:v>
                </c:pt>
                <c:pt idx="3009">
                  <c:v>41726</c:v>
                </c:pt>
                <c:pt idx="3010">
                  <c:v>41729</c:v>
                </c:pt>
                <c:pt idx="3011">
                  <c:v>41730</c:v>
                </c:pt>
                <c:pt idx="3012">
                  <c:v>41731</c:v>
                </c:pt>
                <c:pt idx="3013">
                  <c:v>41732</c:v>
                </c:pt>
                <c:pt idx="3014">
                  <c:v>41733</c:v>
                </c:pt>
                <c:pt idx="3015">
                  <c:v>41736</c:v>
                </c:pt>
                <c:pt idx="3016">
                  <c:v>41737</c:v>
                </c:pt>
                <c:pt idx="3017">
                  <c:v>41738</c:v>
                </c:pt>
                <c:pt idx="3018">
                  <c:v>41739</c:v>
                </c:pt>
                <c:pt idx="3019">
                  <c:v>41740</c:v>
                </c:pt>
                <c:pt idx="3020">
                  <c:v>41743</c:v>
                </c:pt>
                <c:pt idx="3021">
                  <c:v>41744</c:v>
                </c:pt>
                <c:pt idx="3022">
                  <c:v>41745</c:v>
                </c:pt>
                <c:pt idx="3023">
                  <c:v>41746</c:v>
                </c:pt>
                <c:pt idx="3024">
                  <c:v>41751</c:v>
                </c:pt>
                <c:pt idx="3025">
                  <c:v>41752</c:v>
                </c:pt>
                <c:pt idx="3026">
                  <c:v>41753</c:v>
                </c:pt>
                <c:pt idx="3027">
                  <c:v>41754</c:v>
                </c:pt>
                <c:pt idx="3028">
                  <c:v>41757</c:v>
                </c:pt>
                <c:pt idx="3029">
                  <c:v>41758</c:v>
                </c:pt>
                <c:pt idx="3030">
                  <c:v>41759</c:v>
                </c:pt>
                <c:pt idx="3031">
                  <c:v>41761</c:v>
                </c:pt>
                <c:pt idx="3032">
                  <c:v>41764</c:v>
                </c:pt>
                <c:pt idx="3033">
                  <c:v>41765</c:v>
                </c:pt>
                <c:pt idx="3034">
                  <c:v>41766</c:v>
                </c:pt>
                <c:pt idx="3035">
                  <c:v>41767</c:v>
                </c:pt>
                <c:pt idx="3036">
                  <c:v>41768</c:v>
                </c:pt>
                <c:pt idx="3037">
                  <c:v>41771</c:v>
                </c:pt>
                <c:pt idx="3038">
                  <c:v>41772</c:v>
                </c:pt>
                <c:pt idx="3039">
                  <c:v>41773</c:v>
                </c:pt>
                <c:pt idx="3040">
                  <c:v>41774</c:v>
                </c:pt>
                <c:pt idx="3041">
                  <c:v>41775</c:v>
                </c:pt>
                <c:pt idx="3042">
                  <c:v>41778</c:v>
                </c:pt>
                <c:pt idx="3043">
                  <c:v>41779</c:v>
                </c:pt>
                <c:pt idx="3044">
                  <c:v>41780</c:v>
                </c:pt>
                <c:pt idx="3045">
                  <c:v>41781</c:v>
                </c:pt>
                <c:pt idx="3046">
                  <c:v>41782</c:v>
                </c:pt>
                <c:pt idx="3047">
                  <c:v>41785</c:v>
                </c:pt>
                <c:pt idx="3048">
                  <c:v>41786</c:v>
                </c:pt>
                <c:pt idx="3049">
                  <c:v>41787</c:v>
                </c:pt>
                <c:pt idx="3050">
                  <c:v>41788</c:v>
                </c:pt>
                <c:pt idx="3051">
                  <c:v>41789</c:v>
                </c:pt>
                <c:pt idx="3052">
                  <c:v>41792</c:v>
                </c:pt>
                <c:pt idx="3053">
                  <c:v>41793</c:v>
                </c:pt>
                <c:pt idx="3054">
                  <c:v>41794</c:v>
                </c:pt>
                <c:pt idx="3055">
                  <c:v>41795</c:v>
                </c:pt>
                <c:pt idx="3056">
                  <c:v>41796</c:v>
                </c:pt>
                <c:pt idx="3057">
                  <c:v>41799</c:v>
                </c:pt>
                <c:pt idx="3058">
                  <c:v>41800</c:v>
                </c:pt>
                <c:pt idx="3059">
                  <c:v>41801</c:v>
                </c:pt>
                <c:pt idx="3060">
                  <c:v>41803</c:v>
                </c:pt>
                <c:pt idx="3061">
                  <c:v>41806</c:v>
                </c:pt>
                <c:pt idx="3062">
                  <c:v>41807</c:v>
                </c:pt>
                <c:pt idx="3063">
                  <c:v>41808</c:v>
                </c:pt>
                <c:pt idx="3064">
                  <c:v>41810</c:v>
                </c:pt>
                <c:pt idx="3065">
                  <c:v>41813</c:v>
                </c:pt>
                <c:pt idx="3066">
                  <c:v>41814</c:v>
                </c:pt>
                <c:pt idx="3067">
                  <c:v>41815</c:v>
                </c:pt>
                <c:pt idx="3068">
                  <c:v>41816</c:v>
                </c:pt>
                <c:pt idx="3069">
                  <c:v>41817</c:v>
                </c:pt>
                <c:pt idx="3070">
                  <c:v>41820</c:v>
                </c:pt>
                <c:pt idx="3071">
                  <c:v>41821</c:v>
                </c:pt>
                <c:pt idx="3072">
                  <c:v>41822</c:v>
                </c:pt>
                <c:pt idx="3073">
                  <c:v>41823</c:v>
                </c:pt>
                <c:pt idx="3074">
                  <c:v>41824</c:v>
                </c:pt>
                <c:pt idx="3075">
                  <c:v>41827</c:v>
                </c:pt>
                <c:pt idx="3076">
                  <c:v>41828</c:v>
                </c:pt>
                <c:pt idx="3077">
                  <c:v>41830</c:v>
                </c:pt>
                <c:pt idx="3078">
                  <c:v>41831</c:v>
                </c:pt>
                <c:pt idx="3079">
                  <c:v>41834</c:v>
                </c:pt>
                <c:pt idx="3080">
                  <c:v>41835</c:v>
                </c:pt>
                <c:pt idx="3081">
                  <c:v>41836</c:v>
                </c:pt>
                <c:pt idx="3082">
                  <c:v>41837</c:v>
                </c:pt>
                <c:pt idx="3083">
                  <c:v>41838</c:v>
                </c:pt>
                <c:pt idx="3084">
                  <c:v>41841</c:v>
                </c:pt>
                <c:pt idx="3085">
                  <c:v>41842</c:v>
                </c:pt>
                <c:pt idx="3086">
                  <c:v>41843</c:v>
                </c:pt>
                <c:pt idx="3087">
                  <c:v>41844</c:v>
                </c:pt>
                <c:pt idx="3088">
                  <c:v>41845</c:v>
                </c:pt>
                <c:pt idx="3089">
                  <c:v>41848</c:v>
                </c:pt>
                <c:pt idx="3090">
                  <c:v>41849</c:v>
                </c:pt>
                <c:pt idx="3091">
                  <c:v>41850</c:v>
                </c:pt>
                <c:pt idx="3092">
                  <c:v>41851</c:v>
                </c:pt>
                <c:pt idx="3093">
                  <c:v>41852</c:v>
                </c:pt>
                <c:pt idx="3094">
                  <c:v>41855</c:v>
                </c:pt>
                <c:pt idx="3095">
                  <c:v>41856</c:v>
                </c:pt>
                <c:pt idx="3096">
                  <c:v>41857</c:v>
                </c:pt>
                <c:pt idx="3097">
                  <c:v>41858</c:v>
                </c:pt>
                <c:pt idx="3098">
                  <c:v>41859</c:v>
                </c:pt>
                <c:pt idx="3099">
                  <c:v>41862</c:v>
                </c:pt>
                <c:pt idx="3100">
                  <c:v>41863</c:v>
                </c:pt>
                <c:pt idx="3101">
                  <c:v>41864</c:v>
                </c:pt>
                <c:pt idx="3102">
                  <c:v>41865</c:v>
                </c:pt>
                <c:pt idx="3103">
                  <c:v>41866</c:v>
                </c:pt>
                <c:pt idx="3104">
                  <c:v>41869</c:v>
                </c:pt>
                <c:pt idx="3105">
                  <c:v>41870</c:v>
                </c:pt>
                <c:pt idx="3106">
                  <c:v>41871</c:v>
                </c:pt>
                <c:pt idx="3107">
                  <c:v>41872</c:v>
                </c:pt>
                <c:pt idx="3108">
                  <c:v>41873</c:v>
                </c:pt>
                <c:pt idx="3109">
                  <c:v>41876</c:v>
                </c:pt>
                <c:pt idx="3110">
                  <c:v>41877</c:v>
                </c:pt>
                <c:pt idx="3111">
                  <c:v>41878</c:v>
                </c:pt>
                <c:pt idx="3112">
                  <c:v>41879</c:v>
                </c:pt>
                <c:pt idx="3113">
                  <c:v>41880</c:v>
                </c:pt>
                <c:pt idx="3114">
                  <c:v>41883</c:v>
                </c:pt>
                <c:pt idx="3115">
                  <c:v>41884</c:v>
                </c:pt>
                <c:pt idx="3116">
                  <c:v>41885</c:v>
                </c:pt>
                <c:pt idx="3117">
                  <c:v>41886</c:v>
                </c:pt>
                <c:pt idx="3118">
                  <c:v>41887</c:v>
                </c:pt>
                <c:pt idx="3119">
                  <c:v>41890</c:v>
                </c:pt>
                <c:pt idx="3120">
                  <c:v>41891</c:v>
                </c:pt>
                <c:pt idx="3121">
                  <c:v>41892</c:v>
                </c:pt>
                <c:pt idx="3122">
                  <c:v>41893</c:v>
                </c:pt>
                <c:pt idx="3123">
                  <c:v>41894</c:v>
                </c:pt>
                <c:pt idx="3124">
                  <c:v>41897</c:v>
                </c:pt>
                <c:pt idx="3125">
                  <c:v>41898</c:v>
                </c:pt>
                <c:pt idx="3126">
                  <c:v>41899</c:v>
                </c:pt>
                <c:pt idx="3127">
                  <c:v>41900</c:v>
                </c:pt>
                <c:pt idx="3128">
                  <c:v>41901</c:v>
                </c:pt>
                <c:pt idx="3129">
                  <c:v>41904</c:v>
                </c:pt>
                <c:pt idx="3130">
                  <c:v>41905</c:v>
                </c:pt>
                <c:pt idx="3131">
                  <c:v>41906</c:v>
                </c:pt>
                <c:pt idx="3132">
                  <c:v>41907</c:v>
                </c:pt>
                <c:pt idx="3133">
                  <c:v>41908</c:v>
                </c:pt>
                <c:pt idx="3134">
                  <c:v>41911</c:v>
                </c:pt>
                <c:pt idx="3135">
                  <c:v>41912</c:v>
                </c:pt>
                <c:pt idx="3136">
                  <c:v>41913</c:v>
                </c:pt>
                <c:pt idx="3137">
                  <c:v>41914</c:v>
                </c:pt>
                <c:pt idx="3138">
                  <c:v>41915</c:v>
                </c:pt>
                <c:pt idx="3139">
                  <c:v>41918</c:v>
                </c:pt>
                <c:pt idx="3140">
                  <c:v>41919</c:v>
                </c:pt>
                <c:pt idx="3141">
                  <c:v>41920</c:v>
                </c:pt>
                <c:pt idx="3142">
                  <c:v>41921</c:v>
                </c:pt>
                <c:pt idx="3143">
                  <c:v>41922</c:v>
                </c:pt>
                <c:pt idx="3144">
                  <c:v>41925</c:v>
                </c:pt>
                <c:pt idx="3145">
                  <c:v>41926</c:v>
                </c:pt>
                <c:pt idx="3146">
                  <c:v>41927</c:v>
                </c:pt>
                <c:pt idx="3147">
                  <c:v>41928</c:v>
                </c:pt>
                <c:pt idx="3148">
                  <c:v>41929</c:v>
                </c:pt>
                <c:pt idx="3149">
                  <c:v>41932</c:v>
                </c:pt>
                <c:pt idx="3150">
                  <c:v>41933</c:v>
                </c:pt>
                <c:pt idx="3151">
                  <c:v>41934</c:v>
                </c:pt>
                <c:pt idx="3152">
                  <c:v>41935</c:v>
                </c:pt>
                <c:pt idx="3153">
                  <c:v>41936</c:v>
                </c:pt>
                <c:pt idx="3154">
                  <c:v>41939</c:v>
                </c:pt>
                <c:pt idx="3155">
                  <c:v>41940</c:v>
                </c:pt>
                <c:pt idx="3156">
                  <c:v>41941</c:v>
                </c:pt>
                <c:pt idx="3157">
                  <c:v>41942</c:v>
                </c:pt>
                <c:pt idx="3158">
                  <c:v>41943</c:v>
                </c:pt>
                <c:pt idx="3159">
                  <c:v>41946</c:v>
                </c:pt>
                <c:pt idx="3160">
                  <c:v>41947</c:v>
                </c:pt>
                <c:pt idx="3161">
                  <c:v>41948</c:v>
                </c:pt>
                <c:pt idx="3162">
                  <c:v>41949</c:v>
                </c:pt>
                <c:pt idx="3163">
                  <c:v>41950</c:v>
                </c:pt>
                <c:pt idx="3164">
                  <c:v>41953</c:v>
                </c:pt>
                <c:pt idx="3165">
                  <c:v>41954</c:v>
                </c:pt>
                <c:pt idx="3166">
                  <c:v>41955</c:v>
                </c:pt>
                <c:pt idx="3167">
                  <c:v>41956</c:v>
                </c:pt>
                <c:pt idx="3168">
                  <c:v>41957</c:v>
                </c:pt>
                <c:pt idx="3169">
                  <c:v>41960</c:v>
                </c:pt>
                <c:pt idx="3170">
                  <c:v>41961</c:v>
                </c:pt>
                <c:pt idx="3171">
                  <c:v>41962</c:v>
                </c:pt>
                <c:pt idx="3172">
                  <c:v>41964</c:v>
                </c:pt>
                <c:pt idx="3173">
                  <c:v>41967</c:v>
                </c:pt>
                <c:pt idx="3174">
                  <c:v>41968</c:v>
                </c:pt>
                <c:pt idx="3175">
                  <c:v>41969</c:v>
                </c:pt>
                <c:pt idx="3176">
                  <c:v>41970</c:v>
                </c:pt>
                <c:pt idx="3177">
                  <c:v>41971</c:v>
                </c:pt>
                <c:pt idx="3178">
                  <c:v>41974</c:v>
                </c:pt>
                <c:pt idx="3179">
                  <c:v>41975</c:v>
                </c:pt>
                <c:pt idx="3180">
                  <c:v>41976</c:v>
                </c:pt>
                <c:pt idx="3181">
                  <c:v>41977</c:v>
                </c:pt>
                <c:pt idx="3182">
                  <c:v>41978</c:v>
                </c:pt>
                <c:pt idx="3183">
                  <c:v>41981</c:v>
                </c:pt>
                <c:pt idx="3184">
                  <c:v>41982</c:v>
                </c:pt>
                <c:pt idx="3185">
                  <c:v>41983</c:v>
                </c:pt>
                <c:pt idx="3186">
                  <c:v>41984</c:v>
                </c:pt>
                <c:pt idx="3187">
                  <c:v>41985</c:v>
                </c:pt>
                <c:pt idx="3188">
                  <c:v>41988</c:v>
                </c:pt>
                <c:pt idx="3189">
                  <c:v>41989</c:v>
                </c:pt>
                <c:pt idx="3190">
                  <c:v>41990</c:v>
                </c:pt>
                <c:pt idx="3191">
                  <c:v>41991</c:v>
                </c:pt>
                <c:pt idx="3192">
                  <c:v>41992</c:v>
                </c:pt>
                <c:pt idx="3193">
                  <c:v>41995</c:v>
                </c:pt>
                <c:pt idx="3194">
                  <c:v>41996</c:v>
                </c:pt>
                <c:pt idx="3195">
                  <c:v>41999</c:v>
                </c:pt>
                <c:pt idx="3196">
                  <c:v>42002</c:v>
                </c:pt>
                <c:pt idx="3197">
                  <c:v>42003</c:v>
                </c:pt>
                <c:pt idx="3198">
                  <c:v>42006</c:v>
                </c:pt>
                <c:pt idx="3199">
                  <c:v>42009</c:v>
                </c:pt>
                <c:pt idx="3200">
                  <c:v>42010</c:v>
                </c:pt>
                <c:pt idx="3201">
                  <c:v>42011</c:v>
                </c:pt>
                <c:pt idx="3202">
                  <c:v>42012</c:v>
                </c:pt>
                <c:pt idx="3203">
                  <c:v>42013</c:v>
                </c:pt>
                <c:pt idx="3204">
                  <c:v>42016</c:v>
                </c:pt>
                <c:pt idx="3205">
                  <c:v>42017</c:v>
                </c:pt>
                <c:pt idx="3206">
                  <c:v>42018</c:v>
                </c:pt>
                <c:pt idx="3207">
                  <c:v>42019</c:v>
                </c:pt>
                <c:pt idx="3208">
                  <c:v>42020</c:v>
                </c:pt>
                <c:pt idx="3209">
                  <c:v>42023</c:v>
                </c:pt>
                <c:pt idx="3210">
                  <c:v>42024</c:v>
                </c:pt>
                <c:pt idx="3211">
                  <c:v>42025</c:v>
                </c:pt>
                <c:pt idx="3212">
                  <c:v>42026</c:v>
                </c:pt>
                <c:pt idx="3213">
                  <c:v>42027</c:v>
                </c:pt>
                <c:pt idx="3214">
                  <c:v>42030</c:v>
                </c:pt>
                <c:pt idx="3215">
                  <c:v>42031</c:v>
                </c:pt>
                <c:pt idx="3216">
                  <c:v>42032</c:v>
                </c:pt>
                <c:pt idx="3217">
                  <c:v>42033</c:v>
                </c:pt>
                <c:pt idx="3218">
                  <c:v>42034</c:v>
                </c:pt>
                <c:pt idx="3219">
                  <c:v>42037</c:v>
                </c:pt>
                <c:pt idx="3220">
                  <c:v>42038</c:v>
                </c:pt>
                <c:pt idx="3221">
                  <c:v>42039</c:v>
                </c:pt>
                <c:pt idx="3222">
                  <c:v>42040</c:v>
                </c:pt>
                <c:pt idx="3223">
                  <c:v>42041</c:v>
                </c:pt>
                <c:pt idx="3224">
                  <c:v>42044</c:v>
                </c:pt>
                <c:pt idx="3225">
                  <c:v>42045</c:v>
                </c:pt>
                <c:pt idx="3226">
                  <c:v>42046</c:v>
                </c:pt>
                <c:pt idx="3227">
                  <c:v>42047</c:v>
                </c:pt>
                <c:pt idx="3228">
                  <c:v>42048</c:v>
                </c:pt>
                <c:pt idx="3229">
                  <c:v>42053</c:v>
                </c:pt>
                <c:pt idx="3230">
                  <c:v>42054</c:v>
                </c:pt>
                <c:pt idx="3231">
                  <c:v>42055</c:v>
                </c:pt>
                <c:pt idx="3232">
                  <c:v>42058</c:v>
                </c:pt>
                <c:pt idx="3233">
                  <c:v>42059</c:v>
                </c:pt>
                <c:pt idx="3234">
                  <c:v>42060</c:v>
                </c:pt>
                <c:pt idx="3235">
                  <c:v>42061</c:v>
                </c:pt>
                <c:pt idx="3236">
                  <c:v>42062</c:v>
                </c:pt>
                <c:pt idx="3237">
                  <c:v>42065</c:v>
                </c:pt>
                <c:pt idx="3238">
                  <c:v>42066</c:v>
                </c:pt>
                <c:pt idx="3239">
                  <c:v>42067</c:v>
                </c:pt>
                <c:pt idx="3240">
                  <c:v>42068</c:v>
                </c:pt>
                <c:pt idx="3241">
                  <c:v>42069</c:v>
                </c:pt>
                <c:pt idx="3242">
                  <c:v>42072</c:v>
                </c:pt>
                <c:pt idx="3243">
                  <c:v>42073</c:v>
                </c:pt>
                <c:pt idx="3244">
                  <c:v>42074</c:v>
                </c:pt>
                <c:pt idx="3245">
                  <c:v>42075</c:v>
                </c:pt>
                <c:pt idx="3246">
                  <c:v>42076</c:v>
                </c:pt>
                <c:pt idx="3247">
                  <c:v>42079</c:v>
                </c:pt>
                <c:pt idx="3248">
                  <c:v>42080</c:v>
                </c:pt>
                <c:pt idx="3249">
                  <c:v>42081</c:v>
                </c:pt>
                <c:pt idx="3250">
                  <c:v>42082</c:v>
                </c:pt>
                <c:pt idx="3251">
                  <c:v>42083</c:v>
                </c:pt>
                <c:pt idx="3252">
                  <c:v>42086</c:v>
                </c:pt>
                <c:pt idx="3253">
                  <c:v>42087</c:v>
                </c:pt>
                <c:pt idx="3254">
                  <c:v>42088</c:v>
                </c:pt>
                <c:pt idx="3255">
                  <c:v>42089</c:v>
                </c:pt>
                <c:pt idx="3256">
                  <c:v>42090</c:v>
                </c:pt>
                <c:pt idx="3257">
                  <c:v>42093</c:v>
                </c:pt>
                <c:pt idx="3258">
                  <c:v>42094</c:v>
                </c:pt>
                <c:pt idx="3259">
                  <c:v>42095</c:v>
                </c:pt>
                <c:pt idx="3260">
                  <c:v>42096</c:v>
                </c:pt>
                <c:pt idx="3261">
                  <c:v>42100</c:v>
                </c:pt>
                <c:pt idx="3262">
                  <c:v>42101</c:v>
                </c:pt>
                <c:pt idx="3263">
                  <c:v>42102</c:v>
                </c:pt>
                <c:pt idx="3264">
                  <c:v>42103</c:v>
                </c:pt>
                <c:pt idx="3265">
                  <c:v>42104</c:v>
                </c:pt>
                <c:pt idx="3266">
                  <c:v>42107</c:v>
                </c:pt>
                <c:pt idx="3267">
                  <c:v>42108</c:v>
                </c:pt>
                <c:pt idx="3268">
                  <c:v>42109</c:v>
                </c:pt>
                <c:pt idx="3269">
                  <c:v>42110</c:v>
                </c:pt>
                <c:pt idx="3270">
                  <c:v>42111</c:v>
                </c:pt>
                <c:pt idx="3271">
                  <c:v>42114</c:v>
                </c:pt>
                <c:pt idx="3272">
                  <c:v>42116</c:v>
                </c:pt>
                <c:pt idx="3273">
                  <c:v>42117</c:v>
                </c:pt>
                <c:pt idx="3274">
                  <c:v>42118</c:v>
                </c:pt>
                <c:pt idx="3275">
                  <c:v>42121</c:v>
                </c:pt>
                <c:pt idx="3276">
                  <c:v>42122</c:v>
                </c:pt>
                <c:pt idx="3277">
                  <c:v>42123</c:v>
                </c:pt>
                <c:pt idx="3278">
                  <c:v>42124</c:v>
                </c:pt>
                <c:pt idx="3279">
                  <c:v>42128</c:v>
                </c:pt>
                <c:pt idx="3280">
                  <c:v>42129</c:v>
                </c:pt>
                <c:pt idx="3281">
                  <c:v>42130</c:v>
                </c:pt>
                <c:pt idx="3282">
                  <c:v>42131</c:v>
                </c:pt>
                <c:pt idx="3283">
                  <c:v>42132</c:v>
                </c:pt>
                <c:pt idx="3284">
                  <c:v>42135</c:v>
                </c:pt>
                <c:pt idx="3285">
                  <c:v>42136</c:v>
                </c:pt>
                <c:pt idx="3286">
                  <c:v>42137</c:v>
                </c:pt>
                <c:pt idx="3287">
                  <c:v>42138</c:v>
                </c:pt>
                <c:pt idx="3288">
                  <c:v>42139</c:v>
                </c:pt>
                <c:pt idx="3289">
                  <c:v>42142</c:v>
                </c:pt>
                <c:pt idx="3290">
                  <c:v>42143</c:v>
                </c:pt>
                <c:pt idx="3291">
                  <c:v>42144</c:v>
                </c:pt>
                <c:pt idx="3292">
                  <c:v>42145</c:v>
                </c:pt>
                <c:pt idx="3293">
                  <c:v>42146</c:v>
                </c:pt>
                <c:pt idx="3294">
                  <c:v>42149</c:v>
                </c:pt>
                <c:pt idx="3295">
                  <c:v>42150</c:v>
                </c:pt>
                <c:pt idx="3296">
                  <c:v>42151</c:v>
                </c:pt>
                <c:pt idx="3297">
                  <c:v>42152</c:v>
                </c:pt>
                <c:pt idx="3298">
                  <c:v>42153</c:v>
                </c:pt>
                <c:pt idx="3299">
                  <c:v>42156</c:v>
                </c:pt>
                <c:pt idx="3300">
                  <c:v>42157</c:v>
                </c:pt>
                <c:pt idx="3301">
                  <c:v>42158</c:v>
                </c:pt>
                <c:pt idx="3302">
                  <c:v>42160</c:v>
                </c:pt>
                <c:pt idx="3303">
                  <c:v>42163</c:v>
                </c:pt>
                <c:pt idx="3304">
                  <c:v>42164</c:v>
                </c:pt>
                <c:pt idx="3305">
                  <c:v>42165</c:v>
                </c:pt>
                <c:pt idx="3306">
                  <c:v>42166</c:v>
                </c:pt>
                <c:pt idx="3307">
                  <c:v>42167</c:v>
                </c:pt>
                <c:pt idx="3308">
                  <c:v>42170</c:v>
                </c:pt>
                <c:pt idx="3309">
                  <c:v>42171</c:v>
                </c:pt>
                <c:pt idx="3310">
                  <c:v>42172</c:v>
                </c:pt>
                <c:pt idx="3311">
                  <c:v>42173</c:v>
                </c:pt>
                <c:pt idx="3312">
                  <c:v>42174</c:v>
                </c:pt>
                <c:pt idx="3313">
                  <c:v>42177</c:v>
                </c:pt>
                <c:pt idx="3314">
                  <c:v>42178</c:v>
                </c:pt>
                <c:pt idx="3315">
                  <c:v>42179</c:v>
                </c:pt>
                <c:pt idx="3316">
                  <c:v>42180</c:v>
                </c:pt>
                <c:pt idx="3317">
                  <c:v>42181</c:v>
                </c:pt>
                <c:pt idx="3318">
                  <c:v>42184</c:v>
                </c:pt>
                <c:pt idx="3319">
                  <c:v>42185</c:v>
                </c:pt>
                <c:pt idx="3320">
                  <c:v>42186</c:v>
                </c:pt>
                <c:pt idx="3321">
                  <c:v>42187</c:v>
                </c:pt>
                <c:pt idx="3322">
                  <c:v>42188</c:v>
                </c:pt>
                <c:pt idx="3323">
                  <c:v>42191</c:v>
                </c:pt>
                <c:pt idx="3324">
                  <c:v>42192</c:v>
                </c:pt>
                <c:pt idx="3325">
                  <c:v>42193</c:v>
                </c:pt>
                <c:pt idx="3326">
                  <c:v>42195</c:v>
                </c:pt>
                <c:pt idx="3327">
                  <c:v>42198</c:v>
                </c:pt>
                <c:pt idx="3328">
                  <c:v>42199</c:v>
                </c:pt>
                <c:pt idx="3329">
                  <c:v>42200</c:v>
                </c:pt>
                <c:pt idx="3330">
                  <c:v>42201</c:v>
                </c:pt>
                <c:pt idx="3331">
                  <c:v>42202</c:v>
                </c:pt>
                <c:pt idx="3332">
                  <c:v>42205</c:v>
                </c:pt>
                <c:pt idx="3333">
                  <c:v>42206</c:v>
                </c:pt>
                <c:pt idx="3334">
                  <c:v>42207</c:v>
                </c:pt>
                <c:pt idx="3335">
                  <c:v>42208</c:v>
                </c:pt>
                <c:pt idx="3336">
                  <c:v>42209</c:v>
                </c:pt>
                <c:pt idx="3337">
                  <c:v>42212</c:v>
                </c:pt>
                <c:pt idx="3338">
                  <c:v>42213</c:v>
                </c:pt>
                <c:pt idx="3339">
                  <c:v>42214</c:v>
                </c:pt>
                <c:pt idx="3340">
                  <c:v>42215</c:v>
                </c:pt>
                <c:pt idx="3341">
                  <c:v>42216</c:v>
                </c:pt>
                <c:pt idx="3342">
                  <c:v>42219</c:v>
                </c:pt>
                <c:pt idx="3343">
                  <c:v>42220</c:v>
                </c:pt>
                <c:pt idx="3344">
                  <c:v>42221</c:v>
                </c:pt>
                <c:pt idx="3345">
                  <c:v>42222</c:v>
                </c:pt>
                <c:pt idx="3346">
                  <c:v>42223</c:v>
                </c:pt>
                <c:pt idx="3347">
                  <c:v>42226</c:v>
                </c:pt>
                <c:pt idx="3348">
                  <c:v>42227</c:v>
                </c:pt>
                <c:pt idx="3349">
                  <c:v>42228</c:v>
                </c:pt>
                <c:pt idx="3350">
                  <c:v>42229</c:v>
                </c:pt>
                <c:pt idx="3351">
                  <c:v>42230</c:v>
                </c:pt>
                <c:pt idx="3352">
                  <c:v>42233</c:v>
                </c:pt>
                <c:pt idx="3353">
                  <c:v>42234</c:v>
                </c:pt>
                <c:pt idx="3354">
                  <c:v>42235</c:v>
                </c:pt>
                <c:pt idx="3355">
                  <c:v>42236</c:v>
                </c:pt>
                <c:pt idx="3356">
                  <c:v>42237</c:v>
                </c:pt>
                <c:pt idx="3357">
                  <c:v>42240</c:v>
                </c:pt>
                <c:pt idx="3358">
                  <c:v>42241</c:v>
                </c:pt>
                <c:pt idx="3359">
                  <c:v>42242</c:v>
                </c:pt>
                <c:pt idx="3360">
                  <c:v>42243</c:v>
                </c:pt>
                <c:pt idx="3361">
                  <c:v>42244</c:v>
                </c:pt>
                <c:pt idx="3362">
                  <c:v>42247</c:v>
                </c:pt>
                <c:pt idx="3363">
                  <c:v>42248</c:v>
                </c:pt>
                <c:pt idx="3364">
                  <c:v>42249</c:v>
                </c:pt>
                <c:pt idx="3365">
                  <c:v>42250</c:v>
                </c:pt>
                <c:pt idx="3366">
                  <c:v>42251</c:v>
                </c:pt>
                <c:pt idx="3367">
                  <c:v>42255</c:v>
                </c:pt>
                <c:pt idx="3368">
                  <c:v>42256</c:v>
                </c:pt>
                <c:pt idx="3369">
                  <c:v>42257</c:v>
                </c:pt>
                <c:pt idx="3370">
                  <c:v>42258</c:v>
                </c:pt>
                <c:pt idx="3371">
                  <c:v>42261</c:v>
                </c:pt>
                <c:pt idx="3372">
                  <c:v>42262</c:v>
                </c:pt>
                <c:pt idx="3373">
                  <c:v>42263</c:v>
                </c:pt>
                <c:pt idx="3374">
                  <c:v>42264</c:v>
                </c:pt>
                <c:pt idx="3375">
                  <c:v>42265</c:v>
                </c:pt>
                <c:pt idx="3376">
                  <c:v>42268</c:v>
                </c:pt>
                <c:pt idx="3377">
                  <c:v>42269</c:v>
                </c:pt>
                <c:pt idx="3378">
                  <c:v>42270</c:v>
                </c:pt>
                <c:pt idx="3379">
                  <c:v>42271</c:v>
                </c:pt>
                <c:pt idx="3380">
                  <c:v>42272</c:v>
                </c:pt>
                <c:pt idx="3381">
                  <c:v>42275</c:v>
                </c:pt>
                <c:pt idx="3382">
                  <c:v>42276</c:v>
                </c:pt>
                <c:pt idx="3383">
                  <c:v>42277</c:v>
                </c:pt>
                <c:pt idx="3384">
                  <c:v>42278</c:v>
                </c:pt>
                <c:pt idx="3385">
                  <c:v>42279</c:v>
                </c:pt>
                <c:pt idx="3386">
                  <c:v>42282</c:v>
                </c:pt>
                <c:pt idx="3387">
                  <c:v>42283</c:v>
                </c:pt>
                <c:pt idx="3388">
                  <c:v>42284</c:v>
                </c:pt>
                <c:pt idx="3389">
                  <c:v>42285</c:v>
                </c:pt>
                <c:pt idx="3390">
                  <c:v>42286</c:v>
                </c:pt>
                <c:pt idx="3391">
                  <c:v>42290</c:v>
                </c:pt>
                <c:pt idx="3392">
                  <c:v>42291</c:v>
                </c:pt>
                <c:pt idx="3393">
                  <c:v>42292</c:v>
                </c:pt>
                <c:pt idx="3394">
                  <c:v>42293</c:v>
                </c:pt>
                <c:pt idx="3395">
                  <c:v>42296</c:v>
                </c:pt>
                <c:pt idx="3396">
                  <c:v>42297</c:v>
                </c:pt>
                <c:pt idx="3397">
                  <c:v>42298</c:v>
                </c:pt>
                <c:pt idx="3398">
                  <c:v>42299</c:v>
                </c:pt>
                <c:pt idx="3399">
                  <c:v>42300</c:v>
                </c:pt>
                <c:pt idx="3400">
                  <c:v>42303</c:v>
                </c:pt>
                <c:pt idx="3401">
                  <c:v>42304</c:v>
                </c:pt>
                <c:pt idx="3402">
                  <c:v>42305</c:v>
                </c:pt>
                <c:pt idx="3403">
                  <c:v>42306</c:v>
                </c:pt>
                <c:pt idx="3404">
                  <c:v>42307</c:v>
                </c:pt>
                <c:pt idx="3405">
                  <c:v>42311</c:v>
                </c:pt>
                <c:pt idx="3406">
                  <c:v>42312</c:v>
                </c:pt>
                <c:pt idx="3407">
                  <c:v>42313</c:v>
                </c:pt>
                <c:pt idx="3408">
                  <c:v>42314</c:v>
                </c:pt>
                <c:pt idx="3409">
                  <c:v>42317</c:v>
                </c:pt>
                <c:pt idx="3410">
                  <c:v>42318</c:v>
                </c:pt>
                <c:pt idx="3411">
                  <c:v>42319</c:v>
                </c:pt>
                <c:pt idx="3412">
                  <c:v>42320</c:v>
                </c:pt>
                <c:pt idx="3413">
                  <c:v>42321</c:v>
                </c:pt>
                <c:pt idx="3414">
                  <c:v>42324</c:v>
                </c:pt>
                <c:pt idx="3415">
                  <c:v>42325</c:v>
                </c:pt>
                <c:pt idx="3416">
                  <c:v>42326</c:v>
                </c:pt>
                <c:pt idx="3417">
                  <c:v>42327</c:v>
                </c:pt>
                <c:pt idx="3418">
                  <c:v>42331</c:v>
                </c:pt>
                <c:pt idx="3419">
                  <c:v>42332</c:v>
                </c:pt>
                <c:pt idx="3420">
                  <c:v>42333</c:v>
                </c:pt>
                <c:pt idx="3421">
                  <c:v>42334</c:v>
                </c:pt>
                <c:pt idx="3422">
                  <c:v>42335</c:v>
                </c:pt>
                <c:pt idx="3423">
                  <c:v>42338</c:v>
                </c:pt>
                <c:pt idx="3424">
                  <c:v>42339</c:v>
                </c:pt>
                <c:pt idx="3425">
                  <c:v>42340</c:v>
                </c:pt>
                <c:pt idx="3426">
                  <c:v>42341</c:v>
                </c:pt>
                <c:pt idx="3427">
                  <c:v>42342</c:v>
                </c:pt>
                <c:pt idx="3428">
                  <c:v>42345</c:v>
                </c:pt>
                <c:pt idx="3429">
                  <c:v>42346</c:v>
                </c:pt>
                <c:pt idx="3430">
                  <c:v>42347</c:v>
                </c:pt>
                <c:pt idx="3431">
                  <c:v>42348</c:v>
                </c:pt>
                <c:pt idx="3432">
                  <c:v>42349</c:v>
                </c:pt>
                <c:pt idx="3433">
                  <c:v>42352</c:v>
                </c:pt>
                <c:pt idx="3434">
                  <c:v>42353</c:v>
                </c:pt>
                <c:pt idx="3435">
                  <c:v>42354</c:v>
                </c:pt>
                <c:pt idx="3436">
                  <c:v>42355</c:v>
                </c:pt>
                <c:pt idx="3437">
                  <c:v>42356</c:v>
                </c:pt>
                <c:pt idx="3438">
                  <c:v>42359</c:v>
                </c:pt>
                <c:pt idx="3439">
                  <c:v>42360</c:v>
                </c:pt>
                <c:pt idx="3440">
                  <c:v>42361</c:v>
                </c:pt>
                <c:pt idx="3441">
                  <c:v>42366</c:v>
                </c:pt>
                <c:pt idx="3442">
                  <c:v>42367</c:v>
                </c:pt>
                <c:pt idx="3443">
                  <c:v>42368</c:v>
                </c:pt>
                <c:pt idx="3444">
                  <c:v>42373</c:v>
                </c:pt>
                <c:pt idx="3445">
                  <c:v>42374</c:v>
                </c:pt>
                <c:pt idx="3446">
                  <c:v>42375</c:v>
                </c:pt>
                <c:pt idx="3447">
                  <c:v>42376</c:v>
                </c:pt>
                <c:pt idx="3448">
                  <c:v>42377</c:v>
                </c:pt>
                <c:pt idx="3449">
                  <c:v>42380</c:v>
                </c:pt>
                <c:pt idx="3450">
                  <c:v>42381</c:v>
                </c:pt>
                <c:pt idx="3451">
                  <c:v>42382</c:v>
                </c:pt>
                <c:pt idx="3452">
                  <c:v>42383</c:v>
                </c:pt>
                <c:pt idx="3453">
                  <c:v>42384</c:v>
                </c:pt>
                <c:pt idx="3454">
                  <c:v>42387</c:v>
                </c:pt>
                <c:pt idx="3455">
                  <c:v>42388</c:v>
                </c:pt>
                <c:pt idx="3456">
                  <c:v>42389</c:v>
                </c:pt>
                <c:pt idx="3457">
                  <c:v>42390</c:v>
                </c:pt>
                <c:pt idx="3458">
                  <c:v>42391</c:v>
                </c:pt>
                <c:pt idx="3459">
                  <c:v>42395</c:v>
                </c:pt>
                <c:pt idx="3460">
                  <c:v>42396</c:v>
                </c:pt>
                <c:pt idx="3461">
                  <c:v>42397</c:v>
                </c:pt>
                <c:pt idx="3462">
                  <c:v>42398</c:v>
                </c:pt>
                <c:pt idx="3463">
                  <c:v>42401</c:v>
                </c:pt>
                <c:pt idx="3464">
                  <c:v>42402</c:v>
                </c:pt>
                <c:pt idx="3465">
                  <c:v>42403</c:v>
                </c:pt>
                <c:pt idx="3466">
                  <c:v>42404</c:v>
                </c:pt>
                <c:pt idx="3467">
                  <c:v>42405</c:v>
                </c:pt>
                <c:pt idx="3468">
                  <c:v>42410</c:v>
                </c:pt>
                <c:pt idx="3469">
                  <c:v>42411</c:v>
                </c:pt>
                <c:pt idx="3470">
                  <c:v>42412</c:v>
                </c:pt>
                <c:pt idx="3471">
                  <c:v>42415</c:v>
                </c:pt>
                <c:pt idx="3472">
                  <c:v>42416</c:v>
                </c:pt>
                <c:pt idx="3473">
                  <c:v>42417</c:v>
                </c:pt>
                <c:pt idx="3474">
                  <c:v>42418</c:v>
                </c:pt>
                <c:pt idx="3475">
                  <c:v>42419</c:v>
                </c:pt>
                <c:pt idx="3476">
                  <c:v>42422</c:v>
                </c:pt>
                <c:pt idx="3477">
                  <c:v>42423</c:v>
                </c:pt>
                <c:pt idx="3478">
                  <c:v>42424</c:v>
                </c:pt>
                <c:pt idx="3479">
                  <c:v>42425</c:v>
                </c:pt>
                <c:pt idx="3480">
                  <c:v>42426</c:v>
                </c:pt>
                <c:pt idx="3481">
                  <c:v>42429</c:v>
                </c:pt>
                <c:pt idx="3482">
                  <c:v>42430</c:v>
                </c:pt>
                <c:pt idx="3483">
                  <c:v>42431</c:v>
                </c:pt>
                <c:pt idx="3484">
                  <c:v>42432</c:v>
                </c:pt>
                <c:pt idx="3485">
                  <c:v>42433</c:v>
                </c:pt>
                <c:pt idx="3486">
                  <c:v>42436</c:v>
                </c:pt>
                <c:pt idx="3487">
                  <c:v>42437</c:v>
                </c:pt>
                <c:pt idx="3488">
                  <c:v>42438</c:v>
                </c:pt>
                <c:pt idx="3489">
                  <c:v>42439</c:v>
                </c:pt>
                <c:pt idx="3490">
                  <c:v>42440</c:v>
                </c:pt>
                <c:pt idx="3491">
                  <c:v>42443</c:v>
                </c:pt>
                <c:pt idx="3492">
                  <c:v>42444</c:v>
                </c:pt>
                <c:pt idx="3493">
                  <c:v>42445</c:v>
                </c:pt>
                <c:pt idx="3494">
                  <c:v>42446</c:v>
                </c:pt>
                <c:pt idx="3495">
                  <c:v>42447</c:v>
                </c:pt>
                <c:pt idx="3496">
                  <c:v>42450</c:v>
                </c:pt>
                <c:pt idx="3497">
                  <c:v>42451</c:v>
                </c:pt>
                <c:pt idx="3498">
                  <c:v>42452</c:v>
                </c:pt>
                <c:pt idx="3499">
                  <c:v>42453</c:v>
                </c:pt>
                <c:pt idx="3500">
                  <c:v>42457</c:v>
                </c:pt>
                <c:pt idx="3501">
                  <c:v>42458</c:v>
                </c:pt>
                <c:pt idx="3502">
                  <c:v>42459</c:v>
                </c:pt>
                <c:pt idx="3503">
                  <c:v>42460</c:v>
                </c:pt>
                <c:pt idx="3504">
                  <c:v>42461</c:v>
                </c:pt>
                <c:pt idx="3505">
                  <c:v>42464</c:v>
                </c:pt>
                <c:pt idx="3506">
                  <c:v>42465</c:v>
                </c:pt>
                <c:pt idx="3507">
                  <c:v>42466</c:v>
                </c:pt>
                <c:pt idx="3508">
                  <c:v>42467</c:v>
                </c:pt>
                <c:pt idx="3509">
                  <c:v>42468</c:v>
                </c:pt>
                <c:pt idx="3510">
                  <c:v>42471</c:v>
                </c:pt>
                <c:pt idx="3511">
                  <c:v>42472</c:v>
                </c:pt>
                <c:pt idx="3512">
                  <c:v>42473</c:v>
                </c:pt>
                <c:pt idx="3513">
                  <c:v>42474</c:v>
                </c:pt>
                <c:pt idx="3514">
                  <c:v>42475</c:v>
                </c:pt>
                <c:pt idx="3515">
                  <c:v>42478</c:v>
                </c:pt>
                <c:pt idx="3516">
                  <c:v>42479</c:v>
                </c:pt>
                <c:pt idx="3517">
                  <c:v>42480</c:v>
                </c:pt>
                <c:pt idx="3518">
                  <c:v>42482</c:v>
                </c:pt>
                <c:pt idx="3519">
                  <c:v>42485</c:v>
                </c:pt>
                <c:pt idx="3520">
                  <c:v>42486</c:v>
                </c:pt>
                <c:pt idx="3521">
                  <c:v>42487</c:v>
                </c:pt>
                <c:pt idx="3522">
                  <c:v>42488</c:v>
                </c:pt>
                <c:pt idx="3523">
                  <c:v>42489</c:v>
                </c:pt>
                <c:pt idx="3524">
                  <c:v>42492</c:v>
                </c:pt>
                <c:pt idx="3525">
                  <c:v>42493</c:v>
                </c:pt>
                <c:pt idx="3526">
                  <c:v>42494</c:v>
                </c:pt>
                <c:pt idx="3527">
                  <c:v>42495</c:v>
                </c:pt>
                <c:pt idx="3528">
                  <c:v>42496</c:v>
                </c:pt>
                <c:pt idx="3529">
                  <c:v>42499</c:v>
                </c:pt>
                <c:pt idx="3530">
                  <c:v>42500</c:v>
                </c:pt>
                <c:pt idx="3531">
                  <c:v>42501</c:v>
                </c:pt>
                <c:pt idx="3532">
                  <c:v>42502</c:v>
                </c:pt>
                <c:pt idx="3533">
                  <c:v>42503</c:v>
                </c:pt>
                <c:pt idx="3534">
                  <c:v>42506</c:v>
                </c:pt>
                <c:pt idx="3535">
                  <c:v>42507</c:v>
                </c:pt>
                <c:pt idx="3536">
                  <c:v>42508</c:v>
                </c:pt>
                <c:pt idx="3537">
                  <c:v>42509</c:v>
                </c:pt>
                <c:pt idx="3538">
                  <c:v>42510</c:v>
                </c:pt>
                <c:pt idx="3539">
                  <c:v>42513</c:v>
                </c:pt>
                <c:pt idx="3540">
                  <c:v>42514</c:v>
                </c:pt>
                <c:pt idx="3541">
                  <c:v>42515</c:v>
                </c:pt>
                <c:pt idx="3542">
                  <c:v>42517</c:v>
                </c:pt>
                <c:pt idx="3543">
                  <c:v>42520</c:v>
                </c:pt>
                <c:pt idx="3544">
                  <c:v>42521</c:v>
                </c:pt>
                <c:pt idx="3545">
                  <c:v>42522</c:v>
                </c:pt>
                <c:pt idx="3546">
                  <c:v>42523</c:v>
                </c:pt>
                <c:pt idx="3547">
                  <c:v>42524</c:v>
                </c:pt>
                <c:pt idx="3548">
                  <c:v>42527</c:v>
                </c:pt>
                <c:pt idx="3549">
                  <c:v>42528</c:v>
                </c:pt>
                <c:pt idx="3550">
                  <c:v>42529</c:v>
                </c:pt>
                <c:pt idx="3551">
                  <c:v>42530</c:v>
                </c:pt>
                <c:pt idx="3552">
                  <c:v>42531</c:v>
                </c:pt>
                <c:pt idx="3553">
                  <c:v>42534</c:v>
                </c:pt>
                <c:pt idx="3554">
                  <c:v>42535</c:v>
                </c:pt>
                <c:pt idx="3555">
                  <c:v>42536</c:v>
                </c:pt>
                <c:pt idx="3556">
                  <c:v>42537</c:v>
                </c:pt>
                <c:pt idx="3557">
                  <c:v>42538</c:v>
                </c:pt>
                <c:pt idx="3558">
                  <c:v>42541</c:v>
                </c:pt>
                <c:pt idx="3559">
                  <c:v>42542</c:v>
                </c:pt>
                <c:pt idx="3560">
                  <c:v>42543</c:v>
                </c:pt>
                <c:pt idx="3561">
                  <c:v>42544</c:v>
                </c:pt>
                <c:pt idx="3562">
                  <c:v>42545</c:v>
                </c:pt>
                <c:pt idx="3563">
                  <c:v>42548</c:v>
                </c:pt>
                <c:pt idx="3564">
                  <c:v>42549</c:v>
                </c:pt>
                <c:pt idx="3565">
                  <c:v>42550</c:v>
                </c:pt>
                <c:pt idx="3566">
                  <c:v>42551</c:v>
                </c:pt>
                <c:pt idx="3567">
                  <c:v>42552</c:v>
                </c:pt>
                <c:pt idx="3568">
                  <c:v>42555</c:v>
                </c:pt>
                <c:pt idx="3569">
                  <c:v>42556</c:v>
                </c:pt>
                <c:pt idx="3570">
                  <c:v>42557</c:v>
                </c:pt>
                <c:pt idx="3571">
                  <c:v>42558</c:v>
                </c:pt>
                <c:pt idx="3572">
                  <c:v>42559</c:v>
                </c:pt>
                <c:pt idx="3573">
                  <c:v>42562</c:v>
                </c:pt>
                <c:pt idx="3574">
                  <c:v>42563</c:v>
                </c:pt>
                <c:pt idx="3575">
                  <c:v>42564</c:v>
                </c:pt>
                <c:pt idx="3576">
                  <c:v>42565</c:v>
                </c:pt>
                <c:pt idx="3577">
                  <c:v>42566</c:v>
                </c:pt>
                <c:pt idx="3578">
                  <c:v>42569</c:v>
                </c:pt>
                <c:pt idx="3579">
                  <c:v>42570</c:v>
                </c:pt>
                <c:pt idx="3580">
                  <c:v>42571</c:v>
                </c:pt>
                <c:pt idx="3581">
                  <c:v>42572</c:v>
                </c:pt>
                <c:pt idx="3582">
                  <c:v>42573</c:v>
                </c:pt>
                <c:pt idx="3583">
                  <c:v>42576</c:v>
                </c:pt>
                <c:pt idx="3584">
                  <c:v>42577</c:v>
                </c:pt>
                <c:pt idx="3585">
                  <c:v>42578</c:v>
                </c:pt>
                <c:pt idx="3586">
                  <c:v>42579</c:v>
                </c:pt>
                <c:pt idx="3587">
                  <c:v>42580</c:v>
                </c:pt>
                <c:pt idx="3588">
                  <c:v>42583</c:v>
                </c:pt>
                <c:pt idx="3589">
                  <c:v>42584</c:v>
                </c:pt>
                <c:pt idx="3590">
                  <c:v>42585</c:v>
                </c:pt>
                <c:pt idx="3591">
                  <c:v>42586</c:v>
                </c:pt>
                <c:pt idx="3592">
                  <c:v>42587</c:v>
                </c:pt>
                <c:pt idx="3593">
                  <c:v>42590</c:v>
                </c:pt>
                <c:pt idx="3594">
                  <c:v>42591</c:v>
                </c:pt>
                <c:pt idx="3595">
                  <c:v>42592</c:v>
                </c:pt>
                <c:pt idx="3596">
                  <c:v>42593</c:v>
                </c:pt>
                <c:pt idx="3597">
                  <c:v>42594</c:v>
                </c:pt>
                <c:pt idx="3598">
                  <c:v>42597</c:v>
                </c:pt>
                <c:pt idx="3599">
                  <c:v>42598</c:v>
                </c:pt>
                <c:pt idx="3600">
                  <c:v>42599</c:v>
                </c:pt>
                <c:pt idx="3601">
                  <c:v>42600</c:v>
                </c:pt>
                <c:pt idx="3602">
                  <c:v>42601</c:v>
                </c:pt>
                <c:pt idx="3603">
                  <c:v>42604</c:v>
                </c:pt>
                <c:pt idx="3604">
                  <c:v>42605</c:v>
                </c:pt>
                <c:pt idx="3605">
                  <c:v>42606</c:v>
                </c:pt>
                <c:pt idx="3606">
                  <c:v>42607</c:v>
                </c:pt>
                <c:pt idx="3607">
                  <c:v>42608</c:v>
                </c:pt>
                <c:pt idx="3608">
                  <c:v>42611</c:v>
                </c:pt>
                <c:pt idx="3609">
                  <c:v>42612</c:v>
                </c:pt>
                <c:pt idx="3610">
                  <c:v>42613</c:v>
                </c:pt>
                <c:pt idx="3611">
                  <c:v>42614</c:v>
                </c:pt>
                <c:pt idx="3612">
                  <c:v>42615</c:v>
                </c:pt>
                <c:pt idx="3613">
                  <c:v>42618</c:v>
                </c:pt>
                <c:pt idx="3614">
                  <c:v>42619</c:v>
                </c:pt>
                <c:pt idx="3615">
                  <c:v>42621</c:v>
                </c:pt>
                <c:pt idx="3616">
                  <c:v>42622</c:v>
                </c:pt>
                <c:pt idx="3617">
                  <c:v>42625</c:v>
                </c:pt>
                <c:pt idx="3618">
                  <c:v>42626</c:v>
                </c:pt>
                <c:pt idx="3619">
                  <c:v>42627</c:v>
                </c:pt>
                <c:pt idx="3620">
                  <c:v>42628</c:v>
                </c:pt>
                <c:pt idx="3621">
                  <c:v>42629</c:v>
                </c:pt>
                <c:pt idx="3622">
                  <c:v>42632</c:v>
                </c:pt>
                <c:pt idx="3623">
                  <c:v>42633</c:v>
                </c:pt>
                <c:pt idx="3624">
                  <c:v>42634</c:v>
                </c:pt>
                <c:pt idx="3625">
                  <c:v>42635</c:v>
                </c:pt>
                <c:pt idx="3626">
                  <c:v>42636</c:v>
                </c:pt>
                <c:pt idx="3627">
                  <c:v>42639</c:v>
                </c:pt>
                <c:pt idx="3628">
                  <c:v>42640</c:v>
                </c:pt>
                <c:pt idx="3629">
                  <c:v>42641</c:v>
                </c:pt>
                <c:pt idx="3630">
                  <c:v>42642</c:v>
                </c:pt>
                <c:pt idx="3631">
                  <c:v>42643</c:v>
                </c:pt>
                <c:pt idx="3632">
                  <c:v>42646</c:v>
                </c:pt>
                <c:pt idx="3633">
                  <c:v>42647</c:v>
                </c:pt>
                <c:pt idx="3634">
                  <c:v>42648</c:v>
                </c:pt>
                <c:pt idx="3635">
                  <c:v>42649</c:v>
                </c:pt>
                <c:pt idx="3636">
                  <c:v>42650</c:v>
                </c:pt>
                <c:pt idx="3637">
                  <c:v>42653</c:v>
                </c:pt>
                <c:pt idx="3638">
                  <c:v>42654</c:v>
                </c:pt>
                <c:pt idx="3639">
                  <c:v>42656</c:v>
                </c:pt>
                <c:pt idx="3640">
                  <c:v>42657</c:v>
                </c:pt>
                <c:pt idx="3641">
                  <c:v>42660</c:v>
                </c:pt>
                <c:pt idx="3642">
                  <c:v>42661</c:v>
                </c:pt>
                <c:pt idx="3643">
                  <c:v>42662</c:v>
                </c:pt>
                <c:pt idx="3644">
                  <c:v>42663</c:v>
                </c:pt>
                <c:pt idx="3645">
                  <c:v>42664</c:v>
                </c:pt>
                <c:pt idx="3646">
                  <c:v>42667</c:v>
                </c:pt>
                <c:pt idx="3647">
                  <c:v>42668</c:v>
                </c:pt>
                <c:pt idx="3648">
                  <c:v>42669</c:v>
                </c:pt>
                <c:pt idx="3649">
                  <c:v>42670</c:v>
                </c:pt>
                <c:pt idx="3650">
                  <c:v>42671</c:v>
                </c:pt>
                <c:pt idx="3651">
                  <c:v>42674</c:v>
                </c:pt>
                <c:pt idx="3652">
                  <c:v>42675</c:v>
                </c:pt>
                <c:pt idx="3653">
                  <c:v>42677</c:v>
                </c:pt>
                <c:pt idx="3654">
                  <c:v>42678</c:v>
                </c:pt>
                <c:pt idx="3655">
                  <c:v>42681</c:v>
                </c:pt>
                <c:pt idx="3656">
                  <c:v>42682</c:v>
                </c:pt>
                <c:pt idx="3657">
                  <c:v>42683</c:v>
                </c:pt>
                <c:pt idx="3658">
                  <c:v>42684</c:v>
                </c:pt>
                <c:pt idx="3659">
                  <c:v>42685</c:v>
                </c:pt>
                <c:pt idx="3660">
                  <c:v>42688</c:v>
                </c:pt>
                <c:pt idx="3661">
                  <c:v>42690</c:v>
                </c:pt>
                <c:pt idx="3662">
                  <c:v>42691</c:v>
                </c:pt>
                <c:pt idx="3663">
                  <c:v>42692</c:v>
                </c:pt>
                <c:pt idx="3664">
                  <c:v>42695</c:v>
                </c:pt>
                <c:pt idx="3665">
                  <c:v>42696</c:v>
                </c:pt>
                <c:pt idx="3666">
                  <c:v>42697</c:v>
                </c:pt>
                <c:pt idx="3667">
                  <c:v>42698</c:v>
                </c:pt>
                <c:pt idx="3668">
                  <c:v>42699</c:v>
                </c:pt>
                <c:pt idx="3669">
                  <c:v>42702</c:v>
                </c:pt>
                <c:pt idx="3670">
                  <c:v>42703</c:v>
                </c:pt>
                <c:pt idx="3671">
                  <c:v>42704</c:v>
                </c:pt>
                <c:pt idx="3672">
                  <c:v>42705</c:v>
                </c:pt>
                <c:pt idx="3673">
                  <c:v>42706</c:v>
                </c:pt>
                <c:pt idx="3674">
                  <c:v>42709</c:v>
                </c:pt>
                <c:pt idx="3675">
                  <c:v>42710</c:v>
                </c:pt>
                <c:pt idx="3676">
                  <c:v>42711</c:v>
                </c:pt>
                <c:pt idx="3677">
                  <c:v>42712</c:v>
                </c:pt>
                <c:pt idx="3678">
                  <c:v>42713</c:v>
                </c:pt>
                <c:pt idx="3679">
                  <c:v>42716</c:v>
                </c:pt>
                <c:pt idx="3680">
                  <c:v>42717</c:v>
                </c:pt>
                <c:pt idx="3681">
                  <c:v>42718</c:v>
                </c:pt>
                <c:pt idx="3682">
                  <c:v>42719</c:v>
                </c:pt>
                <c:pt idx="3683">
                  <c:v>42720</c:v>
                </c:pt>
                <c:pt idx="3684">
                  <c:v>42723</c:v>
                </c:pt>
                <c:pt idx="3685">
                  <c:v>42724</c:v>
                </c:pt>
                <c:pt idx="3686">
                  <c:v>42725</c:v>
                </c:pt>
                <c:pt idx="3687">
                  <c:v>42726</c:v>
                </c:pt>
                <c:pt idx="3688">
                  <c:v>42727</c:v>
                </c:pt>
                <c:pt idx="3689">
                  <c:v>42730</c:v>
                </c:pt>
                <c:pt idx="3690">
                  <c:v>42731</c:v>
                </c:pt>
                <c:pt idx="3691">
                  <c:v>42732</c:v>
                </c:pt>
                <c:pt idx="3692">
                  <c:v>42733</c:v>
                </c:pt>
                <c:pt idx="3693">
                  <c:v>42737</c:v>
                </c:pt>
                <c:pt idx="3694">
                  <c:v>42738</c:v>
                </c:pt>
                <c:pt idx="3695">
                  <c:v>42739</c:v>
                </c:pt>
                <c:pt idx="3696">
                  <c:v>42740</c:v>
                </c:pt>
                <c:pt idx="3697">
                  <c:v>42741</c:v>
                </c:pt>
                <c:pt idx="3698">
                  <c:v>42744</c:v>
                </c:pt>
                <c:pt idx="3699">
                  <c:v>42745</c:v>
                </c:pt>
                <c:pt idx="3700">
                  <c:v>42746</c:v>
                </c:pt>
                <c:pt idx="3701">
                  <c:v>42747</c:v>
                </c:pt>
                <c:pt idx="3702">
                  <c:v>42748</c:v>
                </c:pt>
                <c:pt idx="3703">
                  <c:v>42751</c:v>
                </c:pt>
                <c:pt idx="3704">
                  <c:v>42752</c:v>
                </c:pt>
                <c:pt idx="3705">
                  <c:v>42753</c:v>
                </c:pt>
                <c:pt idx="3706">
                  <c:v>42754</c:v>
                </c:pt>
                <c:pt idx="3707">
                  <c:v>42755</c:v>
                </c:pt>
                <c:pt idx="3708">
                  <c:v>42758</c:v>
                </c:pt>
                <c:pt idx="3709">
                  <c:v>42759</c:v>
                </c:pt>
                <c:pt idx="3710">
                  <c:v>42761</c:v>
                </c:pt>
                <c:pt idx="3711">
                  <c:v>42762</c:v>
                </c:pt>
                <c:pt idx="3712">
                  <c:v>42765</c:v>
                </c:pt>
                <c:pt idx="3713">
                  <c:v>42766</c:v>
                </c:pt>
                <c:pt idx="3714">
                  <c:v>42767</c:v>
                </c:pt>
                <c:pt idx="3715">
                  <c:v>42768</c:v>
                </c:pt>
                <c:pt idx="3716">
                  <c:v>42769</c:v>
                </c:pt>
                <c:pt idx="3717">
                  <c:v>42772</c:v>
                </c:pt>
                <c:pt idx="3718">
                  <c:v>42773</c:v>
                </c:pt>
                <c:pt idx="3719">
                  <c:v>42774</c:v>
                </c:pt>
                <c:pt idx="3720">
                  <c:v>42775</c:v>
                </c:pt>
                <c:pt idx="3721">
                  <c:v>42776</c:v>
                </c:pt>
                <c:pt idx="3722">
                  <c:v>42779</c:v>
                </c:pt>
                <c:pt idx="3723">
                  <c:v>42780</c:v>
                </c:pt>
                <c:pt idx="3724">
                  <c:v>42781</c:v>
                </c:pt>
                <c:pt idx="3725">
                  <c:v>42782</c:v>
                </c:pt>
                <c:pt idx="3726">
                  <c:v>42783</c:v>
                </c:pt>
                <c:pt idx="3727">
                  <c:v>42786</c:v>
                </c:pt>
                <c:pt idx="3728">
                  <c:v>42787</c:v>
                </c:pt>
                <c:pt idx="3729">
                  <c:v>42788</c:v>
                </c:pt>
                <c:pt idx="3730">
                  <c:v>42789</c:v>
                </c:pt>
                <c:pt idx="3731">
                  <c:v>42790</c:v>
                </c:pt>
                <c:pt idx="3732">
                  <c:v>42795</c:v>
                </c:pt>
                <c:pt idx="3733">
                  <c:v>42796</c:v>
                </c:pt>
                <c:pt idx="3734">
                  <c:v>42797</c:v>
                </c:pt>
                <c:pt idx="3735">
                  <c:v>42800</c:v>
                </c:pt>
                <c:pt idx="3736">
                  <c:v>42801</c:v>
                </c:pt>
                <c:pt idx="3737">
                  <c:v>42802</c:v>
                </c:pt>
                <c:pt idx="3738">
                  <c:v>42803</c:v>
                </c:pt>
                <c:pt idx="3739">
                  <c:v>42804</c:v>
                </c:pt>
                <c:pt idx="3740">
                  <c:v>42807</c:v>
                </c:pt>
                <c:pt idx="3741">
                  <c:v>42808</c:v>
                </c:pt>
                <c:pt idx="3742">
                  <c:v>42809</c:v>
                </c:pt>
                <c:pt idx="3743">
                  <c:v>42810</c:v>
                </c:pt>
                <c:pt idx="3744">
                  <c:v>42811</c:v>
                </c:pt>
                <c:pt idx="3745">
                  <c:v>42814</c:v>
                </c:pt>
                <c:pt idx="3746">
                  <c:v>42815</c:v>
                </c:pt>
                <c:pt idx="3747">
                  <c:v>42816</c:v>
                </c:pt>
                <c:pt idx="3748">
                  <c:v>42817</c:v>
                </c:pt>
                <c:pt idx="3749">
                  <c:v>42818</c:v>
                </c:pt>
                <c:pt idx="3750">
                  <c:v>42821</c:v>
                </c:pt>
                <c:pt idx="3751">
                  <c:v>42822</c:v>
                </c:pt>
                <c:pt idx="3752">
                  <c:v>42823</c:v>
                </c:pt>
                <c:pt idx="3753">
                  <c:v>42824</c:v>
                </c:pt>
                <c:pt idx="3754">
                  <c:v>42825</c:v>
                </c:pt>
                <c:pt idx="3755">
                  <c:v>42828</c:v>
                </c:pt>
                <c:pt idx="3756">
                  <c:v>42829</c:v>
                </c:pt>
                <c:pt idx="3757">
                  <c:v>42830</c:v>
                </c:pt>
                <c:pt idx="3758">
                  <c:v>42831</c:v>
                </c:pt>
                <c:pt idx="3759">
                  <c:v>42832</c:v>
                </c:pt>
                <c:pt idx="3760">
                  <c:v>42835</c:v>
                </c:pt>
                <c:pt idx="3761">
                  <c:v>42836</c:v>
                </c:pt>
                <c:pt idx="3762">
                  <c:v>42837</c:v>
                </c:pt>
                <c:pt idx="3763">
                  <c:v>42838</c:v>
                </c:pt>
                <c:pt idx="3764">
                  <c:v>42842</c:v>
                </c:pt>
                <c:pt idx="3765">
                  <c:v>42843</c:v>
                </c:pt>
                <c:pt idx="3766">
                  <c:v>42844</c:v>
                </c:pt>
                <c:pt idx="3767">
                  <c:v>42845</c:v>
                </c:pt>
                <c:pt idx="3768">
                  <c:v>42849</c:v>
                </c:pt>
                <c:pt idx="3769">
                  <c:v>42850</c:v>
                </c:pt>
                <c:pt idx="3770">
                  <c:v>42851</c:v>
                </c:pt>
                <c:pt idx="3771">
                  <c:v>42852</c:v>
                </c:pt>
                <c:pt idx="3772">
                  <c:v>42853</c:v>
                </c:pt>
                <c:pt idx="3773">
                  <c:v>42857</c:v>
                </c:pt>
                <c:pt idx="3774">
                  <c:v>42858</c:v>
                </c:pt>
                <c:pt idx="3775">
                  <c:v>42859</c:v>
                </c:pt>
                <c:pt idx="3776">
                  <c:v>42860</c:v>
                </c:pt>
                <c:pt idx="3777">
                  <c:v>42863</c:v>
                </c:pt>
                <c:pt idx="3778">
                  <c:v>42864</c:v>
                </c:pt>
                <c:pt idx="3779">
                  <c:v>42865</c:v>
                </c:pt>
                <c:pt idx="3780">
                  <c:v>42866</c:v>
                </c:pt>
                <c:pt idx="3781">
                  <c:v>42867</c:v>
                </c:pt>
                <c:pt idx="3782">
                  <c:v>42870</c:v>
                </c:pt>
                <c:pt idx="3783">
                  <c:v>42871</c:v>
                </c:pt>
                <c:pt idx="3784">
                  <c:v>42872</c:v>
                </c:pt>
                <c:pt idx="3785">
                  <c:v>42873</c:v>
                </c:pt>
                <c:pt idx="3786">
                  <c:v>42874</c:v>
                </c:pt>
                <c:pt idx="3787">
                  <c:v>42877</c:v>
                </c:pt>
                <c:pt idx="3788">
                  <c:v>42878</c:v>
                </c:pt>
                <c:pt idx="3789">
                  <c:v>42879</c:v>
                </c:pt>
                <c:pt idx="3790">
                  <c:v>42880</c:v>
                </c:pt>
                <c:pt idx="3791">
                  <c:v>42881</c:v>
                </c:pt>
                <c:pt idx="3792">
                  <c:v>42884</c:v>
                </c:pt>
                <c:pt idx="3793">
                  <c:v>42885</c:v>
                </c:pt>
                <c:pt idx="3794">
                  <c:v>42886</c:v>
                </c:pt>
                <c:pt idx="3795">
                  <c:v>42887</c:v>
                </c:pt>
                <c:pt idx="3796">
                  <c:v>42888</c:v>
                </c:pt>
                <c:pt idx="3797">
                  <c:v>42891</c:v>
                </c:pt>
                <c:pt idx="3798">
                  <c:v>42892</c:v>
                </c:pt>
                <c:pt idx="3799">
                  <c:v>42893</c:v>
                </c:pt>
                <c:pt idx="3800">
                  <c:v>42894</c:v>
                </c:pt>
                <c:pt idx="3801">
                  <c:v>42895</c:v>
                </c:pt>
                <c:pt idx="3802">
                  <c:v>42898</c:v>
                </c:pt>
                <c:pt idx="3803">
                  <c:v>42899</c:v>
                </c:pt>
                <c:pt idx="3804">
                  <c:v>42900</c:v>
                </c:pt>
                <c:pt idx="3805">
                  <c:v>42902</c:v>
                </c:pt>
                <c:pt idx="3806">
                  <c:v>42905</c:v>
                </c:pt>
                <c:pt idx="3807">
                  <c:v>42906</c:v>
                </c:pt>
                <c:pt idx="3808">
                  <c:v>42907</c:v>
                </c:pt>
                <c:pt idx="3809">
                  <c:v>42908</c:v>
                </c:pt>
                <c:pt idx="3810">
                  <c:v>42909</c:v>
                </c:pt>
                <c:pt idx="3811">
                  <c:v>42912</c:v>
                </c:pt>
                <c:pt idx="3812">
                  <c:v>42913</c:v>
                </c:pt>
                <c:pt idx="3813">
                  <c:v>42914</c:v>
                </c:pt>
                <c:pt idx="3814">
                  <c:v>42915</c:v>
                </c:pt>
                <c:pt idx="3815">
                  <c:v>42916</c:v>
                </c:pt>
                <c:pt idx="3816">
                  <c:v>42919</c:v>
                </c:pt>
                <c:pt idx="3817">
                  <c:v>42920</c:v>
                </c:pt>
                <c:pt idx="3818">
                  <c:v>42921</c:v>
                </c:pt>
                <c:pt idx="3819">
                  <c:v>42922</c:v>
                </c:pt>
                <c:pt idx="3820">
                  <c:v>42923</c:v>
                </c:pt>
                <c:pt idx="3821">
                  <c:v>42926</c:v>
                </c:pt>
                <c:pt idx="3822">
                  <c:v>42927</c:v>
                </c:pt>
                <c:pt idx="3823">
                  <c:v>42928</c:v>
                </c:pt>
                <c:pt idx="3824">
                  <c:v>42929</c:v>
                </c:pt>
                <c:pt idx="3825">
                  <c:v>42930</c:v>
                </c:pt>
                <c:pt idx="3826">
                  <c:v>42933</c:v>
                </c:pt>
                <c:pt idx="3827">
                  <c:v>42934</c:v>
                </c:pt>
                <c:pt idx="3828">
                  <c:v>42935</c:v>
                </c:pt>
                <c:pt idx="3829">
                  <c:v>42936</c:v>
                </c:pt>
                <c:pt idx="3830">
                  <c:v>42937</c:v>
                </c:pt>
                <c:pt idx="3831">
                  <c:v>42940</c:v>
                </c:pt>
                <c:pt idx="3832">
                  <c:v>42941</c:v>
                </c:pt>
                <c:pt idx="3833">
                  <c:v>42942</c:v>
                </c:pt>
                <c:pt idx="3834">
                  <c:v>42943</c:v>
                </c:pt>
                <c:pt idx="3835">
                  <c:v>42944</c:v>
                </c:pt>
                <c:pt idx="3836">
                  <c:v>42947</c:v>
                </c:pt>
                <c:pt idx="3837">
                  <c:v>42948</c:v>
                </c:pt>
                <c:pt idx="3838">
                  <c:v>42949</c:v>
                </c:pt>
                <c:pt idx="3839">
                  <c:v>42950</c:v>
                </c:pt>
                <c:pt idx="3840">
                  <c:v>42951</c:v>
                </c:pt>
                <c:pt idx="3841">
                  <c:v>42954</c:v>
                </c:pt>
                <c:pt idx="3842">
                  <c:v>42955</c:v>
                </c:pt>
                <c:pt idx="3843">
                  <c:v>42956</c:v>
                </c:pt>
                <c:pt idx="3844">
                  <c:v>42957</c:v>
                </c:pt>
                <c:pt idx="3845">
                  <c:v>42958</c:v>
                </c:pt>
                <c:pt idx="3846">
                  <c:v>42961</c:v>
                </c:pt>
                <c:pt idx="3847">
                  <c:v>42962</c:v>
                </c:pt>
                <c:pt idx="3848">
                  <c:v>42963</c:v>
                </c:pt>
                <c:pt idx="3849">
                  <c:v>42964</c:v>
                </c:pt>
                <c:pt idx="3850">
                  <c:v>42965</c:v>
                </c:pt>
                <c:pt idx="3851">
                  <c:v>42968</c:v>
                </c:pt>
                <c:pt idx="3852">
                  <c:v>42969</c:v>
                </c:pt>
                <c:pt idx="3853">
                  <c:v>42970</c:v>
                </c:pt>
                <c:pt idx="3854">
                  <c:v>42971</c:v>
                </c:pt>
                <c:pt idx="3855">
                  <c:v>42972</c:v>
                </c:pt>
                <c:pt idx="3856">
                  <c:v>42975</c:v>
                </c:pt>
                <c:pt idx="3857">
                  <c:v>42976</c:v>
                </c:pt>
                <c:pt idx="3858">
                  <c:v>42977</c:v>
                </c:pt>
                <c:pt idx="3859">
                  <c:v>42978</c:v>
                </c:pt>
                <c:pt idx="3860">
                  <c:v>42979</c:v>
                </c:pt>
                <c:pt idx="3861">
                  <c:v>42982</c:v>
                </c:pt>
                <c:pt idx="3862">
                  <c:v>42983</c:v>
                </c:pt>
                <c:pt idx="3863">
                  <c:v>42984</c:v>
                </c:pt>
                <c:pt idx="3864">
                  <c:v>42986</c:v>
                </c:pt>
                <c:pt idx="3865">
                  <c:v>42989</c:v>
                </c:pt>
                <c:pt idx="3866">
                  <c:v>42990</c:v>
                </c:pt>
                <c:pt idx="3867">
                  <c:v>42991</c:v>
                </c:pt>
                <c:pt idx="3868">
                  <c:v>42992</c:v>
                </c:pt>
                <c:pt idx="3869">
                  <c:v>42993</c:v>
                </c:pt>
                <c:pt idx="3870">
                  <c:v>42996</c:v>
                </c:pt>
                <c:pt idx="3871">
                  <c:v>42997</c:v>
                </c:pt>
                <c:pt idx="3872">
                  <c:v>42998</c:v>
                </c:pt>
                <c:pt idx="3873">
                  <c:v>42999</c:v>
                </c:pt>
                <c:pt idx="3874">
                  <c:v>43000</c:v>
                </c:pt>
                <c:pt idx="3875">
                  <c:v>43003</c:v>
                </c:pt>
                <c:pt idx="3876">
                  <c:v>43004</c:v>
                </c:pt>
                <c:pt idx="3877">
                  <c:v>43005</c:v>
                </c:pt>
                <c:pt idx="3878">
                  <c:v>43006</c:v>
                </c:pt>
                <c:pt idx="3879">
                  <c:v>43007</c:v>
                </c:pt>
                <c:pt idx="3880">
                  <c:v>43010</c:v>
                </c:pt>
                <c:pt idx="3881">
                  <c:v>43011</c:v>
                </c:pt>
                <c:pt idx="3882">
                  <c:v>43012</c:v>
                </c:pt>
                <c:pt idx="3883">
                  <c:v>43013</c:v>
                </c:pt>
                <c:pt idx="3884">
                  <c:v>43014</c:v>
                </c:pt>
                <c:pt idx="3885">
                  <c:v>43017</c:v>
                </c:pt>
                <c:pt idx="3886">
                  <c:v>43018</c:v>
                </c:pt>
                <c:pt idx="3887">
                  <c:v>43019</c:v>
                </c:pt>
                <c:pt idx="3888">
                  <c:v>43021</c:v>
                </c:pt>
                <c:pt idx="3889">
                  <c:v>43024</c:v>
                </c:pt>
                <c:pt idx="3890">
                  <c:v>43025</c:v>
                </c:pt>
                <c:pt idx="3891">
                  <c:v>43026</c:v>
                </c:pt>
                <c:pt idx="3892">
                  <c:v>43027</c:v>
                </c:pt>
                <c:pt idx="3893">
                  <c:v>43028</c:v>
                </c:pt>
                <c:pt idx="3894">
                  <c:v>43031</c:v>
                </c:pt>
                <c:pt idx="3895">
                  <c:v>43032</c:v>
                </c:pt>
                <c:pt idx="3896">
                  <c:v>43033</c:v>
                </c:pt>
                <c:pt idx="3897">
                  <c:v>43034</c:v>
                </c:pt>
                <c:pt idx="3898">
                  <c:v>43035</c:v>
                </c:pt>
                <c:pt idx="3899">
                  <c:v>43038</c:v>
                </c:pt>
                <c:pt idx="3900">
                  <c:v>43039</c:v>
                </c:pt>
                <c:pt idx="3901">
                  <c:v>43040</c:v>
                </c:pt>
                <c:pt idx="3902">
                  <c:v>43042</c:v>
                </c:pt>
                <c:pt idx="3903">
                  <c:v>43045</c:v>
                </c:pt>
                <c:pt idx="3904">
                  <c:v>43046</c:v>
                </c:pt>
                <c:pt idx="3905">
                  <c:v>43047</c:v>
                </c:pt>
                <c:pt idx="3906">
                  <c:v>43048</c:v>
                </c:pt>
                <c:pt idx="3907">
                  <c:v>43049</c:v>
                </c:pt>
                <c:pt idx="3908">
                  <c:v>43052</c:v>
                </c:pt>
                <c:pt idx="3909">
                  <c:v>43053</c:v>
                </c:pt>
                <c:pt idx="3910">
                  <c:v>43055</c:v>
                </c:pt>
                <c:pt idx="3911">
                  <c:v>43056</c:v>
                </c:pt>
                <c:pt idx="3912">
                  <c:v>43060</c:v>
                </c:pt>
                <c:pt idx="3913">
                  <c:v>43061</c:v>
                </c:pt>
                <c:pt idx="3914">
                  <c:v>43062</c:v>
                </c:pt>
                <c:pt idx="3915">
                  <c:v>43063</c:v>
                </c:pt>
                <c:pt idx="3916">
                  <c:v>43066</c:v>
                </c:pt>
                <c:pt idx="3917">
                  <c:v>43067</c:v>
                </c:pt>
                <c:pt idx="3918">
                  <c:v>43068</c:v>
                </c:pt>
                <c:pt idx="3919">
                  <c:v>43069</c:v>
                </c:pt>
                <c:pt idx="3920">
                  <c:v>43070</c:v>
                </c:pt>
                <c:pt idx="3921">
                  <c:v>43073</c:v>
                </c:pt>
                <c:pt idx="3922">
                  <c:v>43074</c:v>
                </c:pt>
                <c:pt idx="3923">
                  <c:v>43075</c:v>
                </c:pt>
                <c:pt idx="3924">
                  <c:v>43076</c:v>
                </c:pt>
                <c:pt idx="3925">
                  <c:v>43077</c:v>
                </c:pt>
                <c:pt idx="3926">
                  <c:v>43080</c:v>
                </c:pt>
                <c:pt idx="3927">
                  <c:v>43081</c:v>
                </c:pt>
                <c:pt idx="3928">
                  <c:v>43082</c:v>
                </c:pt>
                <c:pt idx="3929">
                  <c:v>43083</c:v>
                </c:pt>
                <c:pt idx="3930">
                  <c:v>43084</c:v>
                </c:pt>
                <c:pt idx="3931">
                  <c:v>43087</c:v>
                </c:pt>
                <c:pt idx="3932">
                  <c:v>43088</c:v>
                </c:pt>
                <c:pt idx="3933">
                  <c:v>43089</c:v>
                </c:pt>
                <c:pt idx="3934">
                  <c:v>43090</c:v>
                </c:pt>
                <c:pt idx="3935">
                  <c:v>43091</c:v>
                </c:pt>
                <c:pt idx="3936">
                  <c:v>43095</c:v>
                </c:pt>
                <c:pt idx="3937">
                  <c:v>43096</c:v>
                </c:pt>
                <c:pt idx="3938">
                  <c:v>43097</c:v>
                </c:pt>
                <c:pt idx="3939">
                  <c:v>43102</c:v>
                </c:pt>
                <c:pt idx="3940">
                  <c:v>43103</c:v>
                </c:pt>
                <c:pt idx="3941">
                  <c:v>43104</c:v>
                </c:pt>
                <c:pt idx="3942">
                  <c:v>43105</c:v>
                </c:pt>
                <c:pt idx="3943">
                  <c:v>43108</c:v>
                </c:pt>
                <c:pt idx="3944">
                  <c:v>43109</c:v>
                </c:pt>
                <c:pt idx="3945">
                  <c:v>43110</c:v>
                </c:pt>
                <c:pt idx="3946">
                  <c:v>43111</c:v>
                </c:pt>
                <c:pt idx="3947">
                  <c:v>43112</c:v>
                </c:pt>
                <c:pt idx="3948">
                  <c:v>43115</c:v>
                </c:pt>
                <c:pt idx="3949">
                  <c:v>43116</c:v>
                </c:pt>
                <c:pt idx="3950">
                  <c:v>43117</c:v>
                </c:pt>
                <c:pt idx="3951">
                  <c:v>43118</c:v>
                </c:pt>
                <c:pt idx="3952">
                  <c:v>43119</c:v>
                </c:pt>
                <c:pt idx="3953">
                  <c:v>43122</c:v>
                </c:pt>
                <c:pt idx="3954">
                  <c:v>43123</c:v>
                </c:pt>
                <c:pt idx="3955">
                  <c:v>43124</c:v>
                </c:pt>
                <c:pt idx="3956">
                  <c:v>43126</c:v>
                </c:pt>
                <c:pt idx="3957">
                  <c:v>43129</c:v>
                </c:pt>
                <c:pt idx="3958">
                  <c:v>43130</c:v>
                </c:pt>
                <c:pt idx="3959">
                  <c:v>43131</c:v>
                </c:pt>
                <c:pt idx="3960">
                  <c:v>43132</c:v>
                </c:pt>
                <c:pt idx="3961">
                  <c:v>43133</c:v>
                </c:pt>
                <c:pt idx="3962">
                  <c:v>43136</c:v>
                </c:pt>
                <c:pt idx="3963">
                  <c:v>43137</c:v>
                </c:pt>
                <c:pt idx="3964">
                  <c:v>43138</c:v>
                </c:pt>
                <c:pt idx="3965">
                  <c:v>43139</c:v>
                </c:pt>
                <c:pt idx="3966">
                  <c:v>43140</c:v>
                </c:pt>
                <c:pt idx="3967">
                  <c:v>43145</c:v>
                </c:pt>
                <c:pt idx="3968">
                  <c:v>43146</c:v>
                </c:pt>
                <c:pt idx="3969">
                  <c:v>43147</c:v>
                </c:pt>
                <c:pt idx="3970">
                  <c:v>43150</c:v>
                </c:pt>
                <c:pt idx="3971">
                  <c:v>43151</c:v>
                </c:pt>
                <c:pt idx="3972">
                  <c:v>43152</c:v>
                </c:pt>
                <c:pt idx="3973">
                  <c:v>43153</c:v>
                </c:pt>
                <c:pt idx="3974">
                  <c:v>43154</c:v>
                </c:pt>
                <c:pt idx="3975">
                  <c:v>43157</c:v>
                </c:pt>
                <c:pt idx="3976">
                  <c:v>43158</c:v>
                </c:pt>
                <c:pt idx="3977">
                  <c:v>43159</c:v>
                </c:pt>
                <c:pt idx="3978">
                  <c:v>43160</c:v>
                </c:pt>
                <c:pt idx="3979">
                  <c:v>43161</c:v>
                </c:pt>
                <c:pt idx="3980">
                  <c:v>43164</c:v>
                </c:pt>
                <c:pt idx="3981">
                  <c:v>43165</c:v>
                </c:pt>
                <c:pt idx="3982">
                  <c:v>43166</c:v>
                </c:pt>
                <c:pt idx="3983">
                  <c:v>43167</c:v>
                </c:pt>
                <c:pt idx="3984">
                  <c:v>43168</c:v>
                </c:pt>
                <c:pt idx="3985">
                  <c:v>43171</c:v>
                </c:pt>
                <c:pt idx="3986">
                  <c:v>43172</c:v>
                </c:pt>
                <c:pt idx="3987">
                  <c:v>43173</c:v>
                </c:pt>
                <c:pt idx="3988">
                  <c:v>43174</c:v>
                </c:pt>
                <c:pt idx="3989">
                  <c:v>43175</c:v>
                </c:pt>
                <c:pt idx="3990">
                  <c:v>43178</c:v>
                </c:pt>
                <c:pt idx="3991">
                  <c:v>43179</c:v>
                </c:pt>
                <c:pt idx="3992">
                  <c:v>43180</c:v>
                </c:pt>
                <c:pt idx="3993">
                  <c:v>43181</c:v>
                </c:pt>
                <c:pt idx="3994">
                  <c:v>43182</c:v>
                </c:pt>
                <c:pt idx="3995">
                  <c:v>43185</c:v>
                </c:pt>
                <c:pt idx="3996">
                  <c:v>43186</c:v>
                </c:pt>
                <c:pt idx="3997">
                  <c:v>43187</c:v>
                </c:pt>
                <c:pt idx="3998">
                  <c:v>43188</c:v>
                </c:pt>
                <c:pt idx="3999">
                  <c:v>43192</c:v>
                </c:pt>
                <c:pt idx="4000">
                  <c:v>43193</c:v>
                </c:pt>
                <c:pt idx="4001">
                  <c:v>43194</c:v>
                </c:pt>
                <c:pt idx="4002">
                  <c:v>43195</c:v>
                </c:pt>
                <c:pt idx="4003">
                  <c:v>43196</c:v>
                </c:pt>
                <c:pt idx="4004">
                  <c:v>43199</c:v>
                </c:pt>
                <c:pt idx="4005">
                  <c:v>43200</c:v>
                </c:pt>
                <c:pt idx="4006">
                  <c:v>43201</c:v>
                </c:pt>
                <c:pt idx="4007">
                  <c:v>43202</c:v>
                </c:pt>
                <c:pt idx="4008">
                  <c:v>43203</c:v>
                </c:pt>
                <c:pt idx="4009">
                  <c:v>43206</c:v>
                </c:pt>
                <c:pt idx="4010">
                  <c:v>43207</c:v>
                </c:pt>
                <c:pt idx="4011">
                  <c:v>43208</c:v>
                </c:pt>
                <c:pt idx="4012">
                  <c:v>43209</c:v>
                </c:pt>
                <c:pt idx="4013">
                  <c:v>43210</c:v>
                </c:pt>
                <c:pt idx="4014">
                  <c:v>43213</c:v>
                </c:pt>
                <c:pt idx="4015">
                  <c:v>43214</c:v>
                </c:pt>
                <c:pt idx="4016">
                  <c:v>43215</c:v>
                </c:pt>
                <c:pt idx="4017">
                  <c:v>43216</c:v>
                </c:pt>
                <c:pt idx="4018">
                  <c:v>43217</c:v>
                </c:pt>
                <c:pt idx="4019">
                  <c:v>43220</c:v>
                </c:pt>
                <c:pt idx="4020">
                  <c:v>43222</c:v>
                </c:pt>
                <c:pt idx="4021">
                  <c:v>43223</c:v>
                </c:pt>
                <c:pt idx="4022">
                  <c:v>43224</c:v>
                </c:pt>
                <c:pt idx="4023">
                  <c:v>43227</c:v>
                </c:pt>
                <c:pt idx="4024">
                  <c:v>43228</c:v>
                </c:pt>
                <c:pt idx="4025">
                  <c:v>43229</c:v>
                </c:pt>
                <c:pt idx="4026">
                  <c:v>43230</c:v>
                </c:pt>
                <c:pt idx="4027">
                  <c:v>43231</c:v>
                </c:pt>
                <c:pt idx="4028">
                  <c:v>43234</c:v>
                </c:pt>
                <c:pt idx="4029">
                  <c:v>43235</c:v>
                </c:pt>
                <c:pt idx="4030">
                  <c:v>43236</c:v>
                </c:pt>
                <c:pt idx="4031">
                  <c:v>43237</c:v>
                </c:pt>
                <c:pt idx="4032">
                  <c:v>43238</c:v>
                </c:pt>
                <c:pt idx="4033">
                  <c:v>43241</c:v>
                </c:pt>
                <c:pt idx="4034">
                  <c:v>43242</c:v>
                </c:pt>
                <c:pt idx="4035">
                  <c:v>43243</c:v>
                </c:pt>
                <c:pt idx="4036">
                  <c:v>43244</c:v>
                </c:pt>
                <c:pt idx="4037">
                  <c:v>43245</c:v>
                </c:pt>
                <c:pt idx="4038">
                  <c:v>43248</c:v>
                </c:pt>
                <c:pt idx="4039">
                  <c:v>43249</c:v>
                </c:pt>
                <c:pt idx="4040">
                  <c:v>43250</c:v>
                </c:pt>
                <c:pt idx="4041">
                  <c:v>43252</c:v>
                </c:pt>
                <c:pt idx="4042">
                  <c:v>43255</c:v>
                </c:pt>
                <c:pt idx="4043">
                  <c:v>43256</c:v>
                </c:pt>
                <c:pt idx="4044">
                  <c:v>43257</c:v>
                </c:pt>
                <c:pt idx="4045">
                  <c:v>43258</c:v>
                </c:pt>
                <c:pt idx="4046">
                  <c:v>43259</c:v>
                </c:pt>
                <c:pt idx="4047">
                  <c:v>43262</c:v>
                </c:pt>
                <c:pt idx="4048">
                  <c:v>43263</c:v>
                </c:pt>
                <c:pt idx="4049">
                  <c:v>43264</c:v>
                </c:pt>
                <c:pt idx="4050">
                  <c:v>43265</c:v>
                </c:pt>
                <c:pt idx="4051">
                  <c:v>43266</c:v>
                </c:pt>
                <c:pt idx="4052">
                  <c:v>43269</c:v>
                </c:pt>
                <c:pt idx="4053">
                  <c:v>43270</c:v>
                </c:pt>
                <c:pt idx="4054">
                  <c:v>43271</c:v>
                </c:pt>
                <c:pt idx="4055">
                  <c:v>43272</c:v>
                </c:pt>
                <c:pt idx="4056">
                  <c:v>43273</c:v>
                </c:pt>
                <c:pt idx="4057">
                  <c:v>43276</c:v>
                </c:pt>
                <c:pt idx="4058">
                  <c:v>43277</c:v>
                </c:pt>
                <c:pt idx="4059">
                  <c:v>43278</c:v>
                </c:pt>
                <c:pt idx="4060">
                  <c:v>43279</c:v>
                </c:pt>
                <c:pt idx="4061">
                  <c:v>43280</c:v>
                </c:pt>
                <c:pt idx="4062">
                  <c:v>43283</c:v>
                </c:pt>
                <c:pt idx="4063">
                  <c:v>43284</c:v>
                </c:pt>
                <c:pt idx="4064">
                  <c:v>43285</c:v>
                </c:pt>
                <c:pt idx="4065">
                  <c:v>43286</c:v>
                </c:pt>
                <c:pt idx="4066">
                  <c:v>43287</c:v>
                </c:pt>
                <c:pt idx="4067">
                  <c:v>43291</c:v>
                </c:pt>
                <c:pt idx="4068">
                  <c:v>43292</c:v>
                </c:pt>
                <c:pt idx="4069">
                  <c:v>43293</c:v>
                </c:pt>
                <c:pt idx="4070">
                  <c:v>43294</c:v>
                </c:pt>
                <c:pt idx="4071">
                  <c:v>43297</c:v>
                </c:pt>
                <c:pt idx="4072">
                  <c:v>43298</c:v>
                </c:pt>
                <c:pt idx="4073">
                  <c:v>43299</c:v>
                </c:pt>
                <c:pt idx="4074">
                  <c:v>43300</c:v>
                </c:pt>
                <c:pt idx="4075">
                  <c:v>43301</c:v>
                </c:pt>
                <c:pt idx="4076">
                  <c:v>43304</c:v>
                </c:pt>
                <c:pt idx="4077">
                  <c:v>43305</c:v>
                </c:pt>
                <c:pt idx="4078">
                  <c:v>43306</c:v>
                </c:pt>
                <c:pt idx="4079">
                  <c:v>43307</c:v>
                </c:pt>
                <c:pt idx="4080">
                  <c:v>43308</c:v>
                </c:pt>
                <c:pt idx="4081">
                  <c:v>43311</c:v>
                </c:pt>
                <c:pt idx="4082">
                  <c:v>43312</c:v>
                </c:pt>
                <c:pt idx="4083">
                  <c:v>43313</c:v>
                </c:pt>
                <c:pt idx="4084">
                  <c:v>43314</c:v>
                </c:pt>
                <c:pt idx="4085">
                  <c:v>43315</c:v>
                </c:pt>
                <c:pt idx="4086">
                  <c:v>43318</c:v>
                </c:pt>
                <c:pt idx="4087">
                  <c:v>43319</c:v>
                </c:pt>
                <c:pt idx="4088">
                  <c:v>43320</c:v>
                </c:pt>
                <c:pt idx="4089">
                  <c:v>43321</c:v>
                </c:pt>
                <c:pt idx="4090">
                  <c:v>43322</c:v>
                </c:pt>
                <c:pt idx="4091">
                  <c:v>43325</c:v>
                </c:pt>
                <c:pt idx="4092">
                  <c:v>43326</c:v>
                </c:pt>
                <c:pt idx="4093">
                  <c:v>43327</c:v>
                </c:pt>
                <c:pt idx="4094">
                  <c:v>43328</c:v>
                </c:pt>
                <c:pt idx="4095">
                  <c:v>43329</c:v>
                </c:pt>
                <c:pt idx="4096">
                  <c:v>43332</c:v>
                </c:pt>
                <c:pt idx="4097">
                  <c:v>43333</c:v>
                </c:pt>
                <c:pt idx="4098">
                  <c:v>43334</c:v>
                </c:pt>
                <c:pt idx="4099">
                  <c:v>43335</c:v>
                </c:pt>
                <c:pt idx="4100">
                  <c:v>43336</c:v>
                </c:pt>
                <c:pt idx="4101">
                  <c:v>43339</c:v>
                </c:pt>
                <c:pt idx="4102">
                  <c:v>43340</c:v>
                </c:pt>
                <c:pt idx="4103">
                  <c:v>43341</c:v>
                </c:pt>
                <c:pt idx="4104">
                  <c:v>43342</c:v>
                </c:pt>
                <c:pt idx="4105">
                  <c:v>43343</c:v>
                </c:pt>
                <c:pt idx="4106">
                  <c:v>43346</c:v>
                </c:pt>
                <c:pt idx="4107">
                  <c:v>43347</c:v>
                </c:pt>
                <c:pt idx="4108">
                  <c:v>43348</c:v>
                </c:pt>
                <c:pt idx="4109">
                  <c:v>43349</c:v>
                </c:pt>
                <c:pt idx="4110">
                  <c:v>43353</c:v>
                </c:pt>
                <c:pt idx="4111">
                  <c:v>43354</c:v>
                </c:pt>
                <c:pt idx="4112">
                  <c:v>43355</c:v>
                </c:pt>
                <c:pt idx="4113">
                  <c:v>43356</c:v>
                </c:pt>
                <c:pt idx="4114">
                  <c:v>43357</c:v>
                </c:pt>
                <c:pt idx="4115">
                  <c:v>43360</c:v>
                </c:pt>
                <c:pt idx="4116">
                  <c:v>43361</c:v>
                </c:pt>
                <c:pt idx="4117">
                  <c:v>43362</c:v>
                </c:pt>
                <c:pt idx="4118">
                  <c:v>43363</c:v>
                </c:pt>
                <c:pt idx="4119">
                  <c:v>43364</c:v>
                </c:pt>
                <c:pt idx="4120">
                  <c:v>43367</c:v>
                </c:pt>
                <c:pt idx="4121">
                  <c:v>43368</c:v>
                </c:pt>
                <c:pt idx="4122">
                  <c:v>43369</c:v>
                </c:pt>
                <c:pt idx="4123">
                  <c:v>43370</c:v>
                </c:pt>
                <c:pt idx="4124">
                  <c:v>43371</c:v>
                </c:pt>
                <c:pt idx="4125">
                  <c:v>43374</c:v>
                </c:pt>
                <c:pt idx="4126">
                  <c:v>43375</c:v>
                </c:pt>
                <c:pt idx="4127">
                  <c:v>43376</c:v>
                </c:pt>
                <c:pt idx="4128">
                  <c:v>43377</c:v>
                </c:pt>
                <c:pt idx="4129">
                  <c:v>43378</c:v>
                </c:pt>
                <c:pt idx="4130">
                  <c:v>43381</c:v>
                </c:pt>
                <c:pt idx="4131">
                  <c:v>43382</c:v>
                </c:pt>
                <c:pt idx="4132">
                  <c:v>43383</c:v>
                </c:pt>
                <c:pt idx="4133">
                  <c:v>43384</c:v>
                </c:pt>
                <c:pt idx="4134">
                  <c:v>43388</c:v>
                </c:pt>
                <c:pt idx="4135">
                  <c:v>43389</c:v>
                </c:pt>
                <c:pt idx="4136">
                  <c:v>43390</c:v>
                </c:pt>
                <c:pt idx="4137">
                  <c:v>43391</c:v>
                </c:pt>
                <c:pt idx="4138">
                  <c:v>43392</c:v>
                </c:pt>
                <c:pt idx="4139">
                  <c:v>43395</c:v>
                </c:pt>
                <c:pt idx="4140">
                  <c:v>43396</c:v>
                </c:pt>
                <c:pt idx="4141">
                  <c:v>43397</c:v>
                </c:pt>
                <c:pt idx="4142">
                  <c:v>43398</c:v>
                </c:pt>
                <c:pt idx="4143">
                  <c:v>43399</c:v>
                </c:pt>
                <c:pt idx="4144">
                  <c:v>43402</c:v>
                </c:pt>
                <c:pt idx="4145">
                  <c:v>43403</c:v>
                </c:pt>
                <c:pt idx="4146">
                  <c:v>43404</c:v>
                </c:pt>
                <c:pt idx="4147">
                  <c:v>43405</c:v>
                </c:pt>
                <c:pt idx="4148">
                  <c:v>43409</c:v>
                </c:pt>
                <c:pt idx="4149">
                  <c:v>43410</c:v>
                </c:pt>
                <c:pt idx="4150">
                  <c:v>43411</c:v>
                </c:pt>
                <c:pt idx="4151">
                  <c:v>43412</c:v>
                </c:pt>
                <c:pt idx="4152">
                  <c:v>43413</c:v>
                </c:pt>
                <c:pt idx="4153">
                  <c:v>43416</c:v>
                </c:pt>
                <c:pt idx="4154">
                  <c:v>43417</c:v>
                </c:pt>
                <c:pt idx="4155">
                  <c:v>43418</c:v>
                </c:pt>
                <c:pt idx="4156">
                  <c:v>43420</c:v>
                </c:pt>
                <c:pt idx="4157">
                  <c:v>43423</c:v>
                </c:pt>
                <c:pt idx="4158">
                  <c:v>43425</c:v>
                </c:pt>
                <c:pt idx="4159">
                  <c:v>43426</c:v>
                </c:pt>
                <c:pt idx="4160">
                  <c:v>43427</c:v>
                </c:pt>
                <c:pt idx="4161">
                  <c:v>43430</c:v>
                </c:pt>
                <c:pt idx="4162">
                  <c:v>43431</c:v>
                </c:pt>
                <c:pt idx="4163">
                  <c:v>43432</c:v>
                </c:pt>
                <c:pt idx="4164">
                  <c:v>43433</c:v>
                </c:pt>
                <c:pt idx="4165">
                  <c:v>43434</c:v>
                </c:pt>
                <c:pt idx="4166">
                  <c:v>43437</c:v>
                </c:pt>
                <c:pt idx="4167">
                  <c:v>43438</c:v>
                </c:pt>
                <c:pt idx="4168">
                  <c:v>43439</c:v>
                </c:pt>
                <c:pt idx="4169">
                  <c:v>43440</c:v>
                </c:pt>
                <c:pt idx="4170">
                  <c:v>43441</c:v>
                </c:pt>
                <c:pt idx="4171">
                  <c:v>43444</c:v>
                </c:pt>
                <c:pt idx="4172">
                  <c:v>43445</c:v>
                </c:pt>
                <c:pt idx="4173">
                  <c:v>43446</c:v>
                </c:pt>
                <c:pt idx="4174">
                  <c:v>43447</c:v>
                </c:pt>
                <c:pt idx="4175">
                  <c:v>43448</c:v>
                </c:pt>
                <c:pt idx="4176">
                  <c:v>43451</c:v>
                </c:pt>
                <c:pt idx="4177">
                  <c:v>43452</c:v>
                </c:pt>
                <c:pt idx="4178">
                  <c:v>43453</c:v>
                </c:pt>
                <c:pt idx="4179">
                  <c:v>43454</c:v>
                </c:pt>
                <c:pt idx="4180">
                  <c:v>43455</c:v>
                </c:pt>
                <c:pt idx="4181">
                  <c:v>43460</c:v>
                </c:pt>
                <c:pt idx="4182">
                  <c:v>43461</c:v>
                </c:pt>
                <c:pt idx="4183">
                  <c:v>43462</c:v>
                </c:pt>
                <c:pt idx="4184">
                  <c:v>43467</c:v>
                </c:pt>
                <c:pt idx="4185">
                  <c:v>43468</c:v>
                </c:pt>
                <c:pt idx="4186">
                  <c:v>43469</c:v>
                </c:pt>
                <c:pt idx="4187">
                  <c:v>43472</c:v>
                </c:pt>
                <c:pt idx="4188">
                  <c:v>43473</c:v>
                </c:pt>
                <c:pt idx="4189">
                  <c:v>43474</c:v>
                </c:pt>
                <c:pt idx="4190">
                  <c:v>43475</c:v>
                </c:pt>
                <c:pt idx="4191">
                  <c:v>43476</c:v>
                </c:pt>
                <c:pt idx="4192">
                  <c:v>43479</c:v>
                </c:pt>
                <c:pt idx="4193">
                  <c:v>43480</c:v>
                </c:pt>
                <c:pt idx="4194">
                  <c:v>43481</c:v>
                </c:pt>
                <c:pt idx="4195">
                  <c:v>43482</c:v>
                </c:pt>
                <c:pt idx="4196">
                  <c:v>43483</c:v>
                </c:pt>
                <c:pt idx="4197">
                  <c:v>43486</c:v>
                </c:pt>
                <c:pt idx="4198">
                  <c:v>43487</c:v>
                </c:pt>
                <c:pt idx="4199">
                  <c:v>43488</c:v>
                </c:pt>
                <c:pt idx="4200">
                  <c:v>43489</c:v>
                </c:pt>
                <c:pt idx="4201">
                  <c:v>43493</c:v>
                </c:pt>
                <c:pt idx="4202">
                  <c:v>43494</c:v>
                </c:pt>
                <c:pt idx="4203">
                  <c:v>43495</c:v>
                </c:pt>
                <c:pt idx="4204">
                  <c:v>43496</c:v>
                </c:pt>
                <c:pt idx="4205">
                  <c:v>43497</c:v>
                </c:pt>
                <c:pt idx="4206">
                  <c:v>43500</c:v>
                </c:pt>
                <c:pt idx="4207">
                  <c:v>43501</c:v>
                </c:pt>
                <c:pt idx="4208">
                  <c:v>43502</c:v>
                </c:pt>
                <c:pt idx="4209">
                  <c:v>43503</c:v>
                </c:pt>
                <c:pt idx="4210">
                  <c:v>43504</c:v>
                </c:pt>
                <c:pt idx="4211">
                  <c:v>43507</c:v>
                </c:pt>
                <c:pt idx="4212">
                  <c:v>43508</c:v>
                </c:pt>
                <c:pt idx="4213">
                  <c:v>43509</c:v>
                </c:pt>
                <c:pt idx="4214">
                  <c:v>43510</c:v>
                </c:pt>
                <c:pt idx="4215">
                  <c:v>43511</c:v>
                </c:pt>
                <c:pt idx="4216">
                  <c:v>43514</c:v>
                </c:pt>
                <c:pt idx="4217">
                  <c:v>43515</c:v>
                </c:pt>
                <c:pt idx="4218">
                  <c:v>43516</c:v>
                </c:pt>
                <c:pt idx="4219">
                  <c:v>43517</c:v>
                </c:pt>
                <c:pt idx="4220">
                  <c:v>43518</c:v>
                </c:pt>
                <c:pt idx="4221">
                  <c:v>43521</c:v>
                </c:pt>
                <c:pt idx="4222">
                  <c:v>43522</c:v>
                </c:pt>
                <c:pt idx="4223">
                  <c:v>43523</c:v>
                </c:pt>
                <c:pt idx="4224">
                  <c:v>43524</c:v>
                </c:pt>
                <c:pt idx="4225">
                  <c:v>43525</c:v>
                </c:pt>
                <c:pt idx="4226">
                  <c:v>43530</c:v>
                </c:pt>
                <c:pt idx="4227">
                  <c:v>43531</c:v>
                </c:pt>
                <c:pt idx="4228">
                  <c:v>43532</c:v>
                </c:pt>
                <c:pt idx="4229">
                  <c:v>43535</c:v>
                </c:pt>
                <c:pt idx="4230">
                  <c:v>43536</c:v>
                </c:pt>
                <c:pt idx="4231">
                  <c:v>43537</c:v>
                </c:pt>
                <c:pt idx="4232">
                  <c:v>43538</c:v>
                </c:pt>
                <c:pt idx="4233">
                  <c:v>43539</c:v>
                </c:pt>
                <c:pt idx="4234">
                  <c:v>43542</c:v>
                </c:pt>
                <c:pt idx="4235">
                  <c:v>43543</c:v>
                </c:pt>
                <c:pt idx="4236">
                  <c:v>43544</c:v>
                </c:pt>
                <c:pt idx="4237">
                  <c:v>43545</c:v>
                </c:pt>
                <c:pt idx="4238">
                  <c:v>43546</c:v>
                </c:pt>
                <c:pt idx="4239">
                  <c:v>43549</c:v>
                </c:pt>
                <c:pt idx="4240">
                  <c:v>43550</c:v>
                </c:pt>
                <c:pt idx="4241">
                  <c:v>43551</c:v>
                </c:pt>
                <c:pt idx="4242">
                  <c:v>43552</c:v>
                </c:pt>
                <c:pt idx="4243">
                  <c:v>43553</c:v>
                </c:pt>
                <c:pt idx="4244">
                  <c:v>43556</c:v>
                </c:pt>
                <c:pt idx="4245">
                  <c:v>43557</c:v>
                </c:pt>
                <c:pt idx="4246">
                  <c:v>43558</c:v>
                </c:pt>
                <c:pt idx="4247">
                  <c:v>43559</c:v>
                </c:pt>
                <c:pt idx="4248">
                  <c:v>43560</c:v>
                </c:pt>
                <c:pt idx="4249">
                  <c:v>43563</c:v>
                </c:pt>
                <c:pt idx="4250">
                  <c:v>43564</c:v>
                </c:pt>
                <c:pt idx="4251">
                  <c:v>43565</c:v>
                </c:pt>
                <c:pt idx="4252">
                  <c:v>43566</c:v>
                </c:pt>
                <c:pt idx="4253">
                  <c:v>43567</c:v>
                </c:pt>
                <c:pt idx="4254">
                  <c:v>43570</c:v>
                </c:pt>
                <c:pt idx="4255">
                  <c:v>43571</c:v>
                </c:pt>
                <c:pt idx="4256">
                  <c:v>43572</c:v>
                </c:pt>
                <c:pt idx="4257">
                  <c:v>43573</c:v>
                </c:pt>
                <c:pt idx="4258">
                  <c:v>43577</c:v>
                </c:pt>
                <c:pt idx="4259">
                  <c:v>43578</c:v>
                </c:pt>
                <c:pt idx="4260">
                  <c:v>43579</c:v>
                </c:pt>
                <c:pt idx="4261">
                  <c:v>43580</c:v>
                </c:pt>
                <c:pt idx="4262">
                  <c:v>43581</c:v>
                </c:pt>
                <c:pt idx="4263">
                  <c:v>43584</c:v>
                </c:pt>
                <c:pt idx="4264">
                  <c:v>43585</c:v>
                </c:pt>
                <c:pt idx="4265">
                  <c:v>43587</c:v>
                </c:pt>
                <c:pt idx="4266">
                  <c:v>43588</c:v>
                </c:pt>
                <c:pt idx="4267">
                  <c:v>43591</c:v>
                </c:pt>
                <c:pt idx="4268">
                  <c:v>43592</c:v>
                </c:pt>
                <c:pt idx="4269">
                  <c:v>43593</c:v>
                </c:pt>
                <c:pt idx="4270">
                  <c:v>43594</c:v>
                </c:pt>
                <c:pt idx="4271">
                  <c:v>43595</c:v>
                </c:pt>
                <c:pt idx="4272">
                  <c:v>43598</c:v>
                </c:pt>
                <c:pt idx="4273">
                  <c:v>43599</c:v>
                </c:pt>
                <c:pt idx="4274">
                  <c:v>43600</c:v>
                </c:pt>
                <c:pt idx="4275">
                  <c:v>43601</c:v>
                </c:pt>
                <c:pt idx="4276">
                  <c:v>43602</c:v>
                </c:pt>
                <c:pt idx="4277">
                  <c:v>43605</c:v>
                </c:pt>
                <c:pt idx="4278">
                  <c:v>43606</c:v>
                </c:pt>
                <c:pt idx="4279">
                  <c:v>43607</c:v>
                </c:pt>
                <c:pt idx="4280">
                  <c:v>43608</c:v>
                </c:pt>
                <c:pt idx="4281">
                  <c:v>43609</c:v>
                </c:pt>
                <c:pt idx="4282">
                  <c:v>43612</c:v>
                </c:pt>
                <c:pt idx="4283">
                  <c:v>43613</c:v>
                </c:pt>
                <c:pt idx="4284">
                  <c:v>43614</c:v>
                </c:pt>
                <c:pt idx="4285">
                  <c:v>43615</c:v>
                </c:pt>
                <c:pt idx="4286">
                  <c:v>43616</c:v>
                </c:pt>
                <c:pt idx="4287">
                  <c:v>43619</c:v>
                </c:pt>
                <c:pt idx="4288">
                  <c:v>43620</c:v>
                </c:pt>
                <c:pt idx="4289">
                  <c:v>43621</c:v>
                </c:pt>
                <c:pt idx="4290">
                  <c:v>43622</c:v>
                </c:pt>
                <c:pt idx="4291">
                  <c:v>43623</c:v>
                </c:pt>
                <c:pt idx="4292">
                  <c:v>43626</c:v>
                </c:pt>
                <c:pt idx="4293">
                  <c:v>43627</c:v>
                </c:pt>
                <c:pt idx="4294">
                  <c:v>43628</c:v>
                </c:pt>
                <c:pt idx="4295">
                  <c:v>43629</c:v>
                </c:pt>
                <c:pt idx="4296">
                  <c:v>43630</c:v>
                </c:pt>
                <c:pt idx="4297">
                  <c:v>43633</c:v>
                </c:pt>
                <c:pt idx="4298">
                  <c:v>43634</c:v>
                </c:pt>
                <c:pt idx="4299">
                  <c:v>43635</c:v>
                </c:pt>
                <c:pt idx="4300">
                  <c:v>43637</c:v>
                </c:pt>
                <c:pt idx="4301">
                  <c:v>43640</c:v>
                </c:pt>
                <c:pt idx="4302">
                  <c:v>43641</c:v>
                </c:pt>
                <c:pt idx="4303">
                  <c:v>43642</c:v>
                </c:pt>
                <c:pt idx="4304">
                  <c:v>43643</c:v>
                </c:pt>
                <c:pt idx="4305">
                  <c:v>43644</c:v>
                </c:pt>
                <c:pt idx="4306">
                  <c:v>43647</c:v>
                </c:pt>
                <c:pt idx="4307">
                  <c:v>43648</c:v>
                </c:pt>
                <c:pt idx="4308">
                  <c:v>43649</c:v>
                </c:pt>
                <c:pt idx="4309">
                  <c:v>43650</c:v>
                </c:pt>
                <c:pt idx="4310">
                  <c:v>43651</c:v>
                </c:pt>
                <c:pt idx="4311">
                  <c:v>43654</c:v>
                </c:pt>
                <c:pt idx="4312">
                  <c:v>43656</c:v>
                </c:pt>
                <c:pt idx="4313">
                  <c:v>43657</c:v>
                </c:pt>
                <c:pt idx="4314">
                  <c:v>43658</c:v>
                </c:pt>
                <c:pt idx="4315">
                  <c:v>43661</c:v>
                </c:pt>
                <c:pt idx="4316">
                  <c:v>43662</c:v>
                </c:pt>
                <c:pt idx="4317">
                  <c:v>43663</c:v>
                </c:pt>
                <c:pt idx="4318">
                  <c:v>43664</c:v>
                </c:pt>
                <c:pt idx="4319">
                  <c:v>43665</c:v>
                </c:pt>
                <c:pt idx="4320">
                  <c:v>43668</c:v>
                </c:pt>
                <c:pt idx="4321">
                  <c:v>43669</c:v>
                </c:pt>
                <c:pt idx="4322">
                  <c:v>43670</c:v>
                </c:pt>
                <c:pt idx="4323">
                  <c:v>43671</c:v>
                </c:pt>
                <c:pt idx="4324">
                  <c:v>43672</c:v>
                </c:pt>
                <c:pt idx="4325">
                  <c:v>43675</c:v>
                </c:pt>
                <c:pt idx="4326">
                  <c:v>43676</c:v>
                </c:pt>
                <c:pt idx="4327">
                  <c:v>43677</c:v>
                </c:pt>
                <c:pt idx="4328">
                  <c:v>43678</c:v>
                </c:pt>
                <c:pt idx="4329">
                  <c:v>43679</c:v>
                </c:pt>
                <c:pt idx="4330">
                  <c:v>43682</c:v>
                </c:pt>
                <c:pt idx="4331">
                  <c:v>43683</c:v>
                </c:pt>
                <c:pt idx="4332">
                  <c:v>43684</c:v>
                </c:pt>
                <c:pt idx="4333">
                  <c:v>43685</c:v>
                </c:pt>
                <c:pt idx="4334">
                  <c:v>43686</c:v>
                </c:pt>
                <c:pt idx="4335">
                  <c:v>43689</c:v>
                </c:pt>
                <c:pt idx="4336">
                  <c:v>43690</c:v>
                </c:pt>
                <c:pt idx="4337">
                  <c:v>43691</c:v>
                </c:pt>
                <c:pt idx="4338">
                  <c:v>43692</c:v>
                </c:pt>
                <c:pt idx="4339">
                  <c:v>43693</c:v>
                </c:pt>
                <c:pt idx="4340">
                  <c:v>43696</c:v>
                </c:pt>
                <c:pt idx="4341">
                  <c:v>43697</c:v>
                </c:pt>
                <c:pt idx="4342">
                  <c:v>43698</c:v>
                </c:pt>
                <c:pt idx="4343">
                  <c:v>43699</c:v>
                </c:pt>
                <c:pt idx="4344">
                  <c:v>43700</c:v>
                </c:pt>
                <c:pt idx="4345">
                  <c:v>43703</c:v>
                </c:pt>
                <c:pt idx="4346">
                  <c:v>43704</c:v>
                </c:pt>
                <c:pt idx="4347">
                  <c:v>43705</c:v>
                </c:pt>
                <c:pt idx="4348">
                  <c:v>43706</c:v>
                </c:pt>
                <c:pt idx="4349">
                  <c:v>43707</c:v>
                </c:pt>
                <c:pt idx="4350">
                  <c:v>43710</c:v>
                </c:pt>
                <c:pt idx="4351">
                  <c:v>43711</c:v>
                </c:pt>
                <c:pt idx="4352">
                  <c:v>43712</c:v>
                </c:pt>
                <c:pt idx="4353">
                  <c:v>43713</c:v>
                </c:pt>
                <c:pt idx="4354">
                  <c:v>43714</c:v>
                </c:pt>
                <c:pt idx="4355">
                  <c:v>43717</c:v>
                </c:pt>
                <c:pt idx="4356">
                  <c:v>43718</c:v>
                </c:pt>
                <c:pt idx="4357">
                  <c:v>43719</c:v>
                </c:pt>
                <c:pt idx="4358">
                  <c:v>43720</c:v>
                </c:pt>
                <c:pt idx="4359">
                  <c:v>43721</c:v>
                </c:pt>
                <c:pt idx="4360">
                  <c:v>43724</c:v>
                </c:pt>
                <c:pt idx="4361">
                  <c:v>43725</c:v>
                </c:pt>
                <c:pt idx="4362">
                  <c:v>43726</c:v>
                </c:pt>
                <c:pt idx="4363">
                  <c:v>43727</c:v>
                </c:pt>
                <c:pt idx="4364">
                  <c:v>43728</c:v>
                </c:pt>
                <c:pt idx="4365">
                  <c:v>43731</c:v>
                </c:pt>
                <c:pt idx="4366">
                  <c:v>43732</c:v>
                </c:pt>
                <c:pt idx="4367">
                  <c:v>43733</c:v>
                </c:pt>
                <c:pt idx="4368">
                  <c:v>43734</c:v>
                </c:pt>
                <c:pt idx="4369">
                  <c:v>43735</c:v>
                </c:pt>
                <c:pt idx="4370">
                  <c:v>43738</c:v>
                </c:pt>
                <c:pt idx="4371">
                  <c:v>43739</c:v>
                </c:pt>
                <c:pt idx="4372">
                  <c:v>43740</c:v>
                </c:pt>
                <c:pt idx="4373">
                  <c:v>43741</c:v>
                </c:pt>
                <c:pt idx="4374">
                  <c:v>43742</c:v>
                </c:pt>
                <c:pt idx="4375">
                  <c:v>43745</c:v>
                </c:pt>
                <c:pt idx="4376">
                  <c:v>43746</c:v>
                </c:pt>
                <c:pt idx="4377">
                  <c:v>43747</c:v>
                </c:pt>
                <c:pt idx="4378">
                  <c:v>43748</c:v>
                </c:pt>
                <c:pt idx="4379">
                  <c:v>43749</c:v>
                </c:pt>
                <c:pt idx="4380">
                  <c:v>43752</c:v>
                </c:pt>
                <c:pt idx="4381">
                  <c:v>43753</c:v>
                </c:pt>
                <c:pt idx="4382">
                  <c:v>43754</c:v>
                </c:pt>
                <c:pt idx="4383">
                  <c:v>43755</c:v>
                </c:pt>
                <c:pt idx="4384">
                  <c:v>43756</c:v>
                </c:pt>
                <c:pt idx="4385">
                  <c:v>43759</c:v>
                </c:pt>
                <c:pt idx="4386">
                  <c:v>43760</c:v>
                </c:pt>
                <c:pt idx="4387">
                  <c:v>43761</c:v>
                </c:pt>
                <c:pt idx="4388">
                  <c:v>43762</c:v>
                </c:pt>
                <c:pt idx="4389">
                  <c:v>43763</c:v>
                </c:pt>
                <c:pt idx="4390">
                  <c:v>43766</c:v>
                </c:pt>
                <c:pt idx="4391">
                  <c:v>43767</c:v>
                </c:pt>
                <c:pt idx="4392">
                  <c:v>43768</c:v>
                </c:pt>
                <c:pt idx="4393">
                  <c:v>43769</c:v>
                </c:pt>
                <c:pt idx="4394">
                  <c:v>43770</c:v>
                </c:pt>
                <c:pt idx="4395">
                  <c:v>43773</c:v>
                </c:pt>
                <c:pt idx="4396">
                  <c:v>43774</c:v>
                </c:pt>
                <c:pt idx="4397">
                  <c:v>43775</c:v>
                </c:pt>
                <c:pt idx="4398">
                  <c:v>43776</c:v>
                </c:pt>
                <c:pt idx="4399">
                  <c:v>43777</c:v>
                </c:pt>
                <c:pt idx="4400">
                  <c:v>43780</c:v>
                </c:pt>
                <c:pt idx="4401">
                  <c:v>43781</c:v>
                </c:pt>
                <c:pt idx="4402">
                  <c:v>43782</c:v>
                </c:pt>
                <c:pt idx="4403">
                  <c:v>43783</c:v>
                </c:pt>
                <c:pt idx="4404">
                  <c:v>43787</c:v>
                </c:pt>
                <c:pt idx="4405">
                  <c:v>43788</c:v>
                </c:pt>
                <c:pt idx="4406">
                  <c:v>43790</c:v>
                </c:pt>
                <c:pt idx="4407">
                  <c:v>43791</c:v>
                </c:pt>
                <c:pt idx="4408">
                  <c:v>43794</c:v>
                </c:pt>
                <c:pt idx="4409">
                  <c:v>43795</c:v>
                </c:pt>
                <c:pt idx="4410">
                  <c:v>43796</c:v>
                </c:pt>
                <c:pt idx="4411">
                  <c:v>43797</c:v>
                </c:pt>
                <c:pt idx="4412">
                  <c:v>43798</c:v>
                </c:pt>
                <c:pt idx="4413">
                  <c:v>43801</c:v>
                </c:pt>
                <c:pt idx="4414">
                  <c:v>43802</c:v>
                </c:pt>
                <c:pt idx="4415">
                  <c:v>43803</c:v>
                </c:pt>
                <c:pt idx="4416">
                  <c:v>43804</c:v>
                </c:pt>
                <c:pt idx="4417">
                  <c:v>43805</c:v>
                </c:pt>
                <c:pt idx="4418">
                  <c:v>43808</c:v>
                </c:pt>
                <c:pt idx="4419">
                  <c:v>43809</c:v>
                </c:pt>
                <c:pt idx="4420">
                  <c:v>43810</c:v>
                </c:pt>
                <c:pt idx="4421">
                  <c:v>43811</c:v>
                </c:pt>
                <c:pt idx="4422">
                  <c:v>43812</c:v>
                </c:pt>
                <c:pt idx="4423">
                  <c:v>43815</c:v>
                </c:pt>
                <c:pt idx="4424">
                  <c:v>43816</c:v>
                </c:pt>
                <c:pt idx="4425">
                  <c:v>43817</c:v>
                </c:pt>
                <c:pt idx="4426">
                  <c:v>43818</c:v>
                </c:pt>
                <c:pt idx="4427">
                  <c:v>43819</c:v>
                </c:pt>
                <c:pt idx="4428">
                  <c:v>43822</c:v>
                </c:pt>
                <c:pt idx="4429">
                  <c:v>43825</c:v>
                </c:pt>
                <c:pt idx="4430">
                  <c:v>43826</c:v>
                </c:pt>
                <c:pt idx="4431">
                  <c:v>43829</c:v>
                </c:pt>
                <c:pt idx="4432">
                  <c:v>43832</c:v>
                </c:pt>
                <c:pt idx="4433">
                  <c:v>43833</c:v>
                </c:pt>
                <c:pt idx="4434">
                  <c:v>43836</c:v>
                </c:pt>
                <c:pt idx="4435">
                  <c:v>43837</c:v>
                </c:pt>
                <c:pt idx="4436">
                  <c:v>43838</c:v>
                </c:pt>
                <c:pt idx="4437">
                  <c:v>43839</c:v>
                </c:pt>
                <c:pt idx="4438">
                  <c:v>43840</c:v>
                </c:pt>
                <c:pt idx="4439">
                  <c:v>43843</c:v>
                </c:pt>
                <c:pt idx="4440">
                  <c:v>43844</c:v>
                </c:pt>
                <c:pt idx="4441">
                  <c:v>43845</c:v>
                </c:pt>
                <c:pt idx="4442">
                  <c:v>43846</c:v>
                </c:pt>
                <c:pt idx="4443">
                  <c:v>43847</c:v>
                </c:pt>
                <c:pt idx="4444">
                  <c:v>43850</c:v>
                </c:pt>
                <c:pt idx="4445">
                  <c:v>43851</c:v>
                </c:pt>
                <c:pt idx="4446">
                  <c:v>43852</c:v>
                </c:pt>
                <c:pt idx="4447">
                  <c:v>43853</c:v>
                </c:pt>
                <c:pt idx="4448">
                  <c:v>43854</c:v>
                </c:pt>
                <c:pt idx="4449">
                  <c:v>43857</c:v>
                </c:pt>
                <c:pt idx="4450">
                  <c:v>43858</c:v>
                </c:pt>
                <c:pt idx="4451">
                  <c:v>43859</c:v>
                </c:pt>
                <c:pt idx="4452">
                  <c:v>43860</c:v>
                </c:pt>
                <c:pt idx="4453">
                  <c:v>43861</c:v>
                </c:pt>
                <c:pt idx="4454">
                  <c:v>43864</c:v>
                </c:pt>
                <c:pt idx="4455">
                  <c:v>43865</c:v>
                </c:pt>
                <c:pt idx="4456">
                  <c:v>43866</c:v>
                </c:pt>
                <c:pt idx="4457">
                  <c:v>43867</c:v>
                </c:pt>
                <c:pt idx="4458">
                  <c:v>43868</c:v>
                </c:pt>
                <c:pt idx="4459">
                  <c:v>43871</c:v>
                </c:pt>
                <c:pt idx="4460">
                  <c:v>43872</c:v>
                </c:pt>
                <c:pt idx="4461">
                  <c:v>43873</c:v>
                </c:pt>
                <c:pt idx="4462">
                  <c:v>43874</c:v>
                </c:pt>
                <c:pt idx="4463">
                  <c:v>43875</c:v>
                </c:pt>
                <c:pt idx="4464">
                  <c:v>43878</c:v>
                </c:pt>
                <c:pt idx="4465">
                  <c:v>43879</c:v>
                </c:pt>
                <c:pt idx="4466">
                  <c:v>43880</c:v>
                </c:pt>
                <c:pt idx="4467">
                  <c:v>43881</c:v>
                </c:pt>
                <c:pt idx="4468">
                  <c:v>43882</c:v>
                </c:pt>
                <c:pt idx="4469">
                  <c:v>43887</c:v>
                </c:pt>
                <c:pt idx="4470">
                  <c:v>43888</c:v>
                </c:pt>
                <c:pt idx="4471">
                  <c:v>43889</c:v>
                </c:pt>
                <c:pt idx="4472">
                  <c:v>43892</c:v>
                </c:pt>
                <c:pt idx="4473">
                  <c:v>43893</c:v>
                </c:pt>
                <c:pt idx="4474">
                  <c:v>43894</c:v>
                </c:pt>
                <c:pt idx="4475">
                  <c:v>43895</c:v>
                </c:pt>
                <c:pt idx="4476">
                  <c:v>43896</c:v>
                </c:pt>
                <c:pt idx="4477">
                  <c:v>43899</c:v>
                </c:pt>
                <c:pt idx="4478">
                  <c:v>43900</c:v>
                </c:pt>
                <c:pt idx="4479">
                  <c:v>43901</c:v>
                </c:pt>
                <c:pt idx="4480">
                  <c:v>43902</c:v>
                </c:pt>
                <c:pt idx="4481">
                  <c:v>43903</c:v>
                </c:pt>
                <c:pt idx="4482">
                  <c:v>43906</c:v>
                </c:pt>
                <c:pt idx="4483">
                  <c:v>43907</c:v>
                </c:pt>
                <c:pt idx="4484">
                  <c:v>43908</c:v>
                </c:pt>
                <c:pt idx="4485">
                  <c:v>43909</c:v>
                </c:pt>
                <c:pt idx="4486">
                  <c:v>43910</c:v>
                </c:pt>
                <c:pt idx="4487">
                  <c:v>43913</c:v>
                </c:pt>
                <c:pt idx="4488">
                  <c:v>43914</c:v>
                </c:pt>
                <c:pt idx="4489">
                  <c:v>43915</c:v>
                </c:pt>
                <c:pt idx="4490">
                  <c:v>43916</c:v>
                </c:pt>
                <c:pt idx="4491">
                  <c:v>43917</c:v>
                </c:pt>
                <c:pt idx="4492">
                  <c:v>43920</c:v>
                </c:pt>
                <c:pt idx="4493">
                  <c:v>43921</c:v>
                </c:pt>
                <c:pt idx="4494">
                  <c:v>43922</c:v>
                </c:pt>
                <c:pt idx="4495">
                  <c:v>43923</c:v>
                </c:pt>
                <c:pt idx="4496">
                  <c:v>43924</c:v>
                </c:pt>
                <c:pt idx="4497">
                  <c:v>43927</c:v>
                </c:pt>
                <c:pt idx="4498">
                  <c:v>43928</c:v>
                </c:pt>
                <c:pt idx="4499">
                  <c:v>43929</c:v>
                </c:pt>
                <c:pt idx="4500">
                  <c:v>43930</c:v>
                </c:pt>
                <c:pt idx="4501">
                  <c:v>43934</c:v>
                </c:pt>
                <c:pt idx="4502">
                  <c:v>43935</c:v>
                </c:pt>
                <c:pt idx="4503">
                  <c:v>43936</c:v>
                </c:pt>
                <c:pt idx="4504">
                  <c:v>43937</c:v>
                </c:pt>
                <c:pt idx="4505">
                  <c:v>43938</c:v>
                </c:pt>
                <c:pt idx="4506">
                  <c:v>43941</c:v>
                </c:pt>
                <c:pt idx="4507">
                  <c:v>43943</c:v>
                </c:pt>
                <c:pt idx="4508">
                  <c:v>43944</c:v>
                </c:pt>
                <c:pt idx="4509">
                  <c:v>43945</c:v>
                </c:pt>
                <c:pt idx="4510">
                  <c:v>43948</c:v>
                </c:pt>
                <c:pt idx="4511">
                  <c:v>43949</c:v>
                </c:pt>
                <c:pt idx="4512">
                  <c:v>43950</c:v>
                </c:pt>
                <c:pt idx="4513">
                  <c:v>43951</c:v>
                </c:pt>
                <c:pt idx="4514">
                  <c:v>43955</c:v>
                </c:pt>
                <c:pt idx="4515">
                  <c:v>43956</c:v>
                </c:pt>
                <c:pt idx="4516">
                  <c:v>43957</c:v>
                </c:pt>
                <c:pt idx="4517">
                  <c:v>43958</c:v>
                </c:pt>
                <c:pt idx="4518">
                  <c:v>43959</c:v>
                </c:pt>
                <c:pt idx="4519">
                  <c:v>43962</c:v>
                </c:pt>
                <c:pt idx="4520">
                  <c:v>43963</c:v>
                </c:pt>
                <c:pt idx="4521">
                  <c:v>43964</c:v>
                </c:pt>
                <c:pt idx="4522">
                  <c:v>43965</c:v>
                </c:pt>
                <c:pt idx="4523">
                  <c:v>43966</c:v>
                </c:pt>
                <c:pt idx="4524">
                  <c:v>43969</c:v>
                </c:pt>
                <c:pt idx="4525">
                  <c:v>43970</c:v>
                </c:pt>
                <c:pt idx="4526">
                  <c:v>43971</c:v>
                </c:pt>
                <c:pt idx="4527">
                  <c:v>43972</c:v>
                </c:pt>
                <c:pt idx="4528">
                  <c:v>43973</c:v>
                </c:pt>
                <c:pt idx="4529">
                  <c:v>43976</c:v>
                </c:pt>
                <c:pt idx="4530">
                  <c:v>43977</c:v>
                </c:pt>
                <c:pt idx="4531">
                  <c:v>43978</c:v>
                </c:pt>
                <c:pt idx="4532">
                  <c:v>43979</c:v>
                </c:pt>
                <c:pt idx="4533">
                  <c:v>43980</c:v>
                </c:pt>
                <c:pt idx="4534">
                  <c:v>43983</c:v>
                </c:pt>
                <c:pt idx="4535">
                  <c:v>43984</c:v>
                </c:pt>
                <c:pt idx="4536">
                  <c:v>43985</c:v>
                </c:pt>
                <c:pt idx="4537">
                  <c:v>43986</c:v>
                </c:pt>
                <c:pt idx="4538">
                  <c:v>43987</c:v>
                </c:pt>
                <c:pt idx="4539">
                  <c:v>43990</c:v>
                </c:pt>
                <c:pt idx="4540">
                  <c:v>43991</c:v>
                </c:pt>
                <c:pt idx="4541">
                  <c:v>43992</c:v>
                </c:pt>
                <c:pt idx="4542">
                  <c:v>43994</c:v>
                </c:pt>
                <c:pt idx="4543">
                  <c:v>43997</c:v>
                </c:pt>
                <c:pt idx="4544">
                  <c:v>43998</c:v>
                </c:pt>
                <c:pt idx="4545">
                  <c:v>43999</c:v>
                </c:pt>
                <c:pt idx="4546">
                  <c:v>44000</c:v>
                </c:pt>
                <c:pt idx="4547">
                  <c:v>44001</c:v>
                </c:pt>
                <c:pt idx="4548">
                  <c:v>44004</c:v>
                </c:pt>
                <c:pt idx="4549">
                  <c:v>44005</c:v>
                </c:pt>
                <c:pt idx="4550">
                  <c:v>44006</c:v>
                </c:pt>
                <c:pt idx="4551">
                  <c:v>44007</c:v>
                </c:pt>
                <c:pt idx="4552">
                  <c:v>44008</c:v>
                </c:pt>
                <c:pt idx="4553">
                  <c:v>44011</c:v>
                </c:pt>
                <c:pt idx="4554">
                  <c:v>44012</c:v>
                </c:pt>
                <c:pt idx="4555">
                  <c:v>44013</c:v>
                </c:pt>
                <c:pt idx="4556">
                  <c:v>44014</c:v>
                </c:pt>
                <c:pt idx="4557">
                  <c:v>44015</c:v>
                </c:pt>
                <c:pt idx="4558">
                  <c:v>44018</c:v>
                </c:pt>
                <c:pt idx="4559">
                  <c:v>44019</c:v>
                </c:pt>
                <c:pt idx="4560">
                  <c:v>44020</c:v>
                </c:pt>
                <c:pt idx="4561">
                  <c:v>44021</c:v>
                </c:pt>
                <c:pt idx="4562">
                  <c:v>44022</c:v>
                </c:pt>
                <c:pt idx="4563">
                  <c:v>44025</c:v>
                </c:pt>
                <c:pt idx="4564">
                  <c:v>44026</c:v>
                </c:pt>
                <c:pt idx="4565">
                  <c:v>44027</c:v>
                </c:pt>
                <c:pt idx="4566">
                  <c:v>44028</c:v>
                </c:pt>
                <c:pt idx="4567">
                  <c:v>44029</c:v>
                </c:pt>
                <c:pt idx="4568">
                  <c:v>44032</c:v>
                </c:pt>
                <c:pt idx="4569">
                  <c:v>44033</c:v>
                </c:pt>
                <c:pt idx="4570">
                  <c:v>44034</c:v>
                </c:pt>
                <c:pt idx="4571">
                  <c:v>44035</c:v>
                </c:pt>
                <c:pt idx="4572">
                  <c:v>44036</c:v>
                </c:pt>
                <c:pt idx="4573">
                  <c:v>44039</c:v>
                </c:pt>
                <c:pt idx="4574">
                  <c:v>44040</c:v>
                </c:pt>
                <c:pt idx="4575">
                  <c:v>44041</c:v>
                </c:pt>
                <c:pt idx="4576">
                  <c:v>44042</c:v>
                </c:pt>
                <c:pt idx="4577">
                  <c:v>44043</c:v>
                </c:pt>
                <c:pt idx="4578">
                  <c:v>44046</c:v>
                </c:pt>
                <c:pt idx="4579">
                  <c:v>44047</c:v>
                </c:pt>
                <c:pt idx="4580">
                  <c:v>44048</c:v>
                </c:pt>
                <c:pt idx="4581">
                  <c:v>44049</c:v>
                </c:pt>
                <c:pt idx="4582">
                  <c:v>44050</c:v>
                </c:pt>
                <c:pt idx="4583">
                  <c:v>44053</c:v>
                </c:pt>
                <c:pt idx="4584">
                  <c:v>44054</c:v>
                </c:pt>
                <c:pt idx="4585">
                  <c:v>44055</c:v>
                </c:pt>
                <c:pt idx="4586">
                  <c:v>44056</c:v>
                </c:pt>
                <c:pt idx="4587">
                  <c:v>44057</c:v>
                </c:pt>
                <c:pt idx="4588">
                  <c:v>44060</c:v>
                </c:pt>
                <c:pt idx="4589">
                  <c:v>44061</c:v>
                </c:pt>
                <c:pt idx="4590">
                  <c:v>44062</c:v>
                </c:pt>
                <c:pt idx="4591">
                  <c:v>44063</c:v>
                </c:pt>
                <c:pt idx="4592">
                  <c:v>44064</c:v>
                </c:pt>
                <c:pt idx="4593">
                  <c:v>44067</c:v>
                </c:pt>
                <c:pt idx="4594">
                  <c:v>44068</c:v>
                </c:pt>
                <c:pt idx="4595">
                  <c:v>44069</c:v>
                </c:pt>
                <c:pt idx="4596">
                  <c:v>44070</c:v>
                </c:pt>
                <c:pt idx="4597">
                  <c:v>44071</c:v>
                </c:pt>
                <c:pt idx="4598">
                  <c:v>44074</c:v>
                </c:pt>
                <c:pt idx="4599">
                  <c:v>44075</c:v>
                </c:pt>
                <c:pt idx="4600">
                  <c:v>44076</c:v>
                </c:pt>
                <c:pt idx="4601">
                  <c:v>44077</c:v>
                </c:pt>
                <c:pt idx="4602">
                  <c:v>44078</c:v>
                </c:pt>
                <c:pt idx="4603">
                  <c:v>44082</c:v>
                </c:pt>
                <c:pt idx="4604">
                  <c:v>44083</c:v>
                </c:pt>
                <c:pt idx="4605">
                  <c:v>44084</c:v>
                </c:pt>
                <c:pt idx="4606">
                  <c:v>44085</c:v>
                </c:pt>
                <c:pt idx="4607">
                  <c:v>44088</c:v>
                </c:pt>
                <c:pt idx="4608">
                  <c:v>44089</c:v>
                </c:pt>
                <c:pt idx="4609">
                  <c:v>44090</c:v>
                </c:pt>
                <c:pt idx="4610">
                  <c:v>44091</c:v>
                </c:pt>
                <c:pt idx="4611">
                  <c:v>44092</c:v>
                </c:pt>
                <c:pt idx="4612">
                  <c:v>44095</c:v>
                </c:pt>
                <c:pt idx="4613">
                  <c:v>44096</c:v>
                </c:pt>
                <c:pt idx="4614">
                  <c:v>44097</c:v>
                </c:pt>
                <c:pt idx="4615">
                  <c:v>44098</c:v>
                </c:pt>
                <c:pt idx="4616">
                  <c:v>44099</c:v>
                </c:pt>
                <c:pt idx="4617">
                  <c:v>44102</c:v>
                </c:pt>
                <c:pt idx="4618">
                  <c:v>44103</c:v>
                </c:pt>
                <c:pt idx="4619">
                  <c:v>44104</c:v>
                </c:pt>
                <c:pt idx="4620">
                  <c:v>44105</c:v>
                </c:pt>
                <c:pt idx="4621">
                  <c:v>44106</c:v>
                </c:pt>
                <c:pt idx="4622">
                  <c:v>44109</c:v>
                </c:pt>
                <c:pt idx="4623">
                  <c:v>44110</c:v>
                </c:pt>
                <c:pt idx="4624">
                  <c:v>44111</c:v>
                </c:pt>
                <c:pt idx="4625">
                  <c:v>44112</c:v>
                </c:pt>
                <c:pt idx="4626">
                  <c:v>44113</c:v>
                </c:pt>
                <c:pt idx="4627">
                  <c:v>44117</c:v>
                </c:pt>
                <c:pt idx="4628">
                  <c:v>44118</c:v>
                </c:pt>
                <c:pt idx="4629">
                  <c:v>44119</c:v>
                </c:pt>
                <c:pt idx="4630">
                  <c:v>44120</c:v>
                </c:pt>
                <c:pt idx="4631">
                  <c:v>44123</c:v>
                </c:pt>
                <c:pt idx="4632">
                  <c:v>44124</c:v>
                </c:pt>
                <c:pt idx="4633">
                  <c:v>44125</c:v>
                </c:pt>
                <c:pt idx="4634">
                  <c:v>44126</c:v>
                </c:pt>
                <c:pt idx="4635">
                  <c:v>44127</c:v>
                </c:pt>
                <c:pt idx="4636">
                  <c:v>44130</c:v>
                </c:pt>
                <c:pt idx="4637">
                  <c:v>44131</c:v>
                </c:pt>
                <c:pt idx="4638">
                  <c:v>44132</c:v>
                </c:pt>
                <c:pt idx="4639">
                  <c:v>44133</c:v>
                </c:pt>
                <c:pt idx="4640">
                  <c:v>44134</c:v>
                </c:pt>
                <c:pt idx="4641">
                  <c:v>44138</c:v>
                </c:pt>
                <c:pt idx="4642">
                  <c:v>44139</c:v>
                </c:pt>
                <c:pt idx="4643">
                  <c:v>44140</c:v>
                </c:pt>
                <c:pt idx="4644">
                  <c:v>44141</c:v>
                </c:pt>
                <c:pt idx="4645">
                  <c:v>44144</c:v>
                </c:pt>
                <c:pt idx="4646">
                  <c:v>44145</c:v>
                </c:pt>
                <c:pt idx="4647">
                  <c:v>44146</c:v>
                </c:pt>
                <c:pt idx="4648">
                  <c:v>44147</c:v>
                </c:pt>
                <c:pt idx="4649">
                  <c:v>44148</c:v>
                </c:pt>
                <c:pt idx="4650">
                  <c:v>44151</c:v>
                </c:pt>
                <c:pt idx="4651">
                  <c:v>44152</c:v>
                </c:pt>
                <c:pt idx="4652">
                  <c:v>44153</c:v>
                </c:pt>
                <c:pt idx="4653">
                  <c:v>44154</c:v>
                </c:pt>
                <c:pt idx="4654">
                  <c:v>44155</c:v>
                </c:pt>
                <c:pt idx="4655">
                  <c:v>44158</c:v>
                </c:pt>
                <c:pt idx="4656">
                  <c:v>44159</c:v>
                </c:pt>
                <c:pt idx="4657">
                  <c:v>44160</c:v>
                </c:pt>
                <c:pt idx="4658">
                  <c:v>44161</c:v>
                </c:pt>
                <c:pt idx="4659">
                  <c:v>44162</c:v>
                </c:pt>
                <c:pt idx="4660">
                  <c:v>44165</c:v>
                </c:pt>
                <c:pt idx="4661">
                  <c:v>44166</c:v>
                </c:pt>
                <c:pt idx="4662">
                  <c:v>44167</c:v>
                </c:pt>
                <c:pt idx="4663">
                  <c:v>44168</c:v>
                </c:pt>
                <c:pt idx="4664">
                  <c:v>44169</c:v>
                </c:pt>
                <c:pt idx="4665">
                  <c:v>44172</c:v>
                </c:pt>
                <c:pt idx="4666">
                  <c:v>44173</c:v>
                </c:pt>
                <c:pt idx="4667">
                  <c:v>44174</c:v>
                </c:pt>
                <c:pt idx="4668">
                  <c:v>44175</c:v>
                </c:pt>
                <c:pt idx="4669">
                  <c:v>44176</c:v>
                </c:pt>
                <c:pt idx="4670">
                  <c:v>44179</c:v>
                </c:pt>
                <c:pt idx="4671">
                  <c:v>44180</c:v>
                </c:pt>
                <c:pt idx="4672">
                  <c:v>44181</c:v>
                </c:pt>
                <c:pt idx="4673">
                  <c:v>44182</c:v>
                </c:pt>
                <c:pt idx="4674">
                  <c:v>44183</c:v>
                </c:pt>
                <c:pt idx="4675">
                  <c:v>44186</c:v>
                </c:pt>
                <c:pt idx="4676">
                  <c:v>44187</c:v>
                </c:pt>
                <c:pt idx="4677">
                  <c:v>44188</c:v>
                </c:pt>
                <c:pt idx="4678">
                  <c:v>44193</c:v>
                </c:pt>
                <c:pt idx="4679">
                  <c:v>44194</c:v>
                </c:pt>
                <c:pt idx="4680">
                  <c:v>44195</c:v>
                </c:pt>
                <c:pt idx="4681">
                  <c:v>44200</c:v>
                </c:pt>
                <c:pt idx="4682">
                  <c:v>44201</c:v>
                </c:pt>
                <c:pt idx="4683">
                  <c:v>44202</c:v>
                </c:pt>
                <c:pt idx="4684">
                  <c:v>44203</c:v>
                </c:pt>
                <c:pt idx="4685">
                  <c:v>44204</c:v>
                </c:pt>
                <c:pt idx="4686">
                  <c:v>44207</c:v>
                </c:pt>
                <c:pt idx="4687">
                  <c:v>44208</c:v>
                </c:pt>
                <c:pt idx="4688">
                  <c:v>44209</c:v>
                </c:pt>
                <c:pt idx="4689">
                  <c:v>44210</c:v>
                </c:pt>
                <c:pt idx="4690">
                  <c:v>44211</c:v>
                </c:pt>
                <c:pt idx="4691">
                  <c:v>44214</c:v>
                </c:pt>
                <c:pt idx="4692">
                  <c:v>44215</c:v>
                </c:pt>
                <c:pt idx="4693">
                  <c:v>44216</c:v>
                </c:pt>
                <c:pt idx="4694">
                  <c:v>44217</c:v>
                </c:pt>
                <c:pt idx="4695">
                  <c:v>44218</c:v>
                </c:pt>
                <c:pt idx="4696">
                  <c:v>44222</c:v>
                </c:pt>
                <c:pt idx="4697">
                  <c:v>44223</c:v>
                </c:pt>
                <c:pt idx="4698">
                  <c:v>44224</c:v>
                </c:pt>
                <c:pt idx="4699">
                  <c:v>44225</c:v>
                </c:pt>
                <c:pt idx="4700">
                  <c:v>44228</c:v>
                </c:pt>
                <c:pt idx="4701">
                  <c:v>44229</c:v>
                </c:pt>
                <c:pt idx="4702">
                  <c:v>44230</c:v>
                </c:pt>
                <c:pt idx="4703">
                  <c:v>44231</c:v>
                </c:pt>
                <c:pt idx="4704">
                  <c:v>44232</c:v>
                </c:pt>
                <c:pt idx="4705">
                  <c:v>44235</c:v>
                </c:pt>
                <c:pt idx="4706">
                  <c:v>44236</c:v>
                </c:pt>
                <c:pt idx="4707">
                  <c:v>44237</c:v>
                </c:pt>
                <c:pt idx="4708">
                  <c:v>44238</c:v>
                </c:pt>
                <c:pt idx="4709">
                  <c:v>44239</c:v>
                </c:pt>
                <c:pt idx="4710">
                  <c:v>44244</c:v>
                </c:pt>
                <c:pt idx="4711">
                  <c:v>44245</c:v>
                </c:pt>
                <c:pt idx="4712">
                  <c:v>44246</c:v>
                </c:pt>
                <c:pt idx="4713">
                  <c:v>44249</c:v>
                </c:pt>
                <c:pt idx="4714">
                  <c:v>44250</c:v>
                </c:pt>
                <c:pt idx="4715">
                  <c:v>44251</c:v>
                </c:pt>
                <c:pt idx="4716">
                  <c:v>44252</c:v>
                </c:pt>
                <c:pt idx="4717">
                  <c:v>44253</c:v>
                </c:pt>
                <c:pt idx="4718">
                  <c:v>44256</c:v>
                </c:pt>
                <c:pt idx="4719">
                  <c:v>44257</c:v>
                </c:pt>
                <c:pt idx="4720">
                  <c:v>44258</c:v>
                </c:pt>
                <c:pt idx="4721">
                  <c:v>44259</c:v>
                </c:pt>
                <c:pt idx="4722">
                  <c:v>44260</c:v>
                </c:pt>
                <c:pt idx="4723">
                  <c:v>44263</c:v>
                </c:pt>
                <c:pt idx="4724">
                  <c:v>44264</c:v>
                </c:pt>
                <c:pt idx="4725">
                  <c:v>44265</c:v>
                </c:pt>
                <c:pt idx="4726">
                  <c:v>44266</c:v>
                </c:pt>
                <c:pt idx="4727">
                  <c:v>44267</c:v>
                </c:pt>
                <c:pt idx="4728">
                  <c:v>44270</c:v>
                </c:pt>
                <c:pt idx="4729">
                  <c:v>44271</c:v>
                </c:pt>
                <c:pt idx="4730">
                  <c:v>44272</c:v>
                </c:pt>
                <c:pt idx="4731">
                  <c:v>44273</c:v>
                </c:pt>
                <c:pt idx="4732">
                  <c:v>44274</c:v>
                </c:pt>
                <c:pt idx="4733">
                  <c:v>44277</c:v>
                </c:pt>
                <c:pt idx="4734">
                  <c:v>44278</c:v>
                </c:pt>
                <c:pt idx="4735">
                  <c:v>44279</c:v>
                </c:pt>
                <c:pt idx="4736">
                  <c:v>44280</c:v>
                </c:pt>
                <c:pt idx="4737">
                  <c:v>44281</c:v>
                </c:pt>
                <c:pt idx="4738">
                  <c:v>44284</c:v>
                </c:pt>
                <c:pt idx="4739">
                  <c:v>44285</c:v>
                </c:pt>
                <c:pt idx="4740">
                  <c:v>44286</c:v>
                </c:pt>
                <c:pt idx="4741">
                  <c:v>44287</c:v>
                </c:pt>
                <c:pt idx="4742">
                  <c:v>44291</c:v>
                </c:pt>
                <c:pt idx="4743">
                  <c:v>44292</c:v>
                </c:pt>
                <c:pt idx="4744">
                  <c:v>44293</c:v>
                </c:pt>
                <c:pt idx="4745">
                  <c:v>44294</c:v>
                </c:pt>
                <c:pt idx="4746">
                  <c:v>44295</c:v>
                </c:pt>
                <c:pt idx="4747">
                  <c:v>44298</c:v>
                </c:pt>
                <c:pt idx="4748">
                  <c:v>44299</c:v>
                </c:pt>
                <c:pt idx="4749">
                  <c:v>44300</c:v>
                </c:pt>
                <c:pt idx="4750">
                  <c:v>44301</c:v>
                </c:pt>
                <c:pt idx="4751">
                  <c:v>44302</c:v>
                </c:pt>
                <c:pt idx="4752">
                  <c:v>44305</c:v>
                </c:pt>
                <c:pt idx="4753">
                  <c:v>44306</c:v>
                </c:pt>
                <c:pt idx="4754">
                  <c:v>44308</c:v>
                </c:pt>
                <c:pt idx="4755">
                  <c:v>44309</c:v>
                </c:pt>
                <c:pt idx="4756">
                  <c:v>44312</c:v>
                </c:pt>
                <c:pt idx="4757">
                  <c:v>44313</c:v>
                </c:pt>
                <c:pt idx="4758">
                  <c:v>44314</c:v>
                </c:pt>
                <c:pt idx="4759">
                  <c:v>44315</c:v>
                </c:pt>
                <c:pt idx="4760">
                  <c:v>44316</c:v>
                </c:pt>
                <c:pt idx="4761">
                  <c:v>44319</c:v>
                </c:pt>
                <c:pt idx="4762">
                  <c:v>44320</c:v>
                </c:pt>
                <c:pt idx="4763">
                  <c:v>44321</c:v>
                </c:pt>
                <c:pt idx="4764">
                  <c:v>44322</c:v>
                </c:pt>
                <c:pt idx="4765">
                  <c:v>44323</c:v>
                </c:pt>
                <c:pt idx="4766">
                  <c:v>44326</c:v>
                </c:pt>
                <c:pt idx="4767">
                  <c:v>44327</c:v>
                </c:pt>
                <c:pt idx="4768">
                  <c:v>44328</c:v>
                </c:pt>
                <c:pt idx="4769">
                  <c:v>44329</c:v>
                </c:pt>
                <c:pt idx="4770">
                  <c:v>44330</c:v>
                </c:pt>
                <c:pt idx="4771">
                  <c:v>44333</c:v>
                </c:pt>
                <c:pt idx="4772">
                  <c:v>44334</c:v>
                </c:pt>
                <c:pt idx="4773">
                  <c:v>44335</c:v>
                </c:pt>
                <c:pt idx="4774">
                  <c:v>44336</c:v>
                </c:pt>
                <c:pt idx="4775">
                  <c:v>44337</c:v>
                </c:pt>
                <c:pt idx="4776">
                  <c:v>44340</c:v>
                </c:pt>
                <c:pt idx="4777">
                  <c:v>44341</c:v>
                </c:pt>
                <c:pt idx="4778">
                  <c:v>44342</c:v>
                </c:pt>
                <c:pt idx="4779">
                  <c:v>44343</c:v>
                </c:pt>
                <c:pt idx="4780">
                  <c:v>44344</c:v>
                </c:pt>
                <c:pt idx="4781">
                  <c:v>44347</c:v>
                </c:pt>
                <c:pt idx="4782">
                  <c:v>44348</c:v>
                </c:pt>
                <c:pt idx="4783">
                  <c:v>44349</c:v>
                </c:pt>
                <c:pt idx="4784">
                  <c:v>44351</c:v>
                </c:pt>
                <c:pt idx="4785">
                  <c:v>44354</c:v>
                </c:pt>
                <c:pt idx="4786">
                  <c:v>44355</c:v>
                </c:pt>
                <c:pt idx="4787">
                  <c:v>44356</c:v>
                </c:pt>
                <c:pt idx="4788">
                  <c:v>44357</c:v>
                </c:pt>
                <c:pt idx="4789">
                  <c:v>44358</c:v>
                </c:pt>
                <c:pt idx="4790">
                  <c:v>44361</c:v>
                </c:pt>
                <c:pt idx="4791">
                  <c:v>44362</c:v>
                </c:pt>
                <c:pt idx="4792">
                  <c:v>44363</c:v>
                </c:pt>
                <c:pt idx="4793">
                  <c:v>44364</c:v>
                </c:pt>
                <c:pt idx="4794">
                  <c:v>44365</c:v>
                </c:pt>
                <c:pt idx="4795">
                  <c:v>44368</c:v>
                </c:pt>
                <c:pt idx="4796">
                  <c:v>44369</c:v>
                </c:pt>
                <c:pt idx="4797">
                  <c:v>44370</c:v>
                </c:pt>
                <c:pt idx="4798">
                  <c:v>44371</c:v>
                </c:pt>
                <c:pt idx="4799">
                  <c:v>44372</c:v>
                </c:pt>
                <c:pt idx="4800">
                  <c:v>44375</c:v>
                </c:pt>
                <c:pt idx="4801">
                  <c:v>44376</c:v>
                </c:pt>
                <c:pt idx="4802">
                  <c:v>44377</c:v>
                </c:pt>
                <c:pt idx="4803">
                  <c:v>44378</c:v>
                </c:pt>
                <c:pt idx="4804">
                  <c:v>44379</c:v>
                </c:pt>
                <c:pt idx="4805">
                  <c:v>44382</c:v>
                </c:pt>
                <c:pt idx="4806">
                  <c:v>44383</c:v>
                </c:pt>
                <c:pt idx="4807">
                  <c:v>44384</c:v>
                </c:pt>
                <c:pt idx="4808">
                  <c:v>44385</c:v>
                </c:pt>
                <c:pt idx="4809">
                  <c:v>44389</c:v>
                </c:pt>
                <c:pt idx="4810">
                  <c:v>44390</c:v>
                </c:pt>
                <c:pt idx="4811">
                  <c:v>44391</c:v>
                </c:pt>
                <c:pt idx="4812">
                  <c:v>44392</c:v>
                </c:pt>
                <c:pt idx="4813">
                  <c:v>44393</c:v>
                </c:pt>
                <c:pt idx="4814">
                  <c:v>44396</c:v>
                </c:pt>
                <c:pt idx="4815">
                  <c:v>44397</c:v>
                </c:pt>
                <c:pt idx="4816">
                  <c:v>44398</c:v>
                </c:pt>
                <c:pt idx="4817">
                  <c:v>44399</c:v>
                </c:pt>
                <c:pt idx="4818">
                  <c:v>44400</c:v>
                </c:pt>
                <c:pt idx="4819">
                  <c:v>44403</c:v>
                </c:pt>
                <c:pt idx="4820">
                  <c:v>44404</c:v>
                </c:pt>
                <c:pt idx="4821">
                  <c:v>44405</c:v>
                </c:pt>
                <c:pt idx="4822">
                  <c:v>44406</c:v>
                </c:pt>
                <c:pt idx="4823">
                  <c:v>44407</c:v>
                </c:pt>
                <c:pt idx="4824">
                  <c:v>44410</c:v>
                </c:pt>
                <c:pt idx="4825">
                  <c:v>44411</c:v>
                </c:pt>
                <c:pt idx="4826">
                  <c:v>44412</c:v>
                </c:pt>
                <c:pt idx="4827">
                  <c:v>44413</c:v>
                </c:pt>
                <c:pt idx="4828">
                  <c:v>44414</c:v>
                </c:pt>
                <c:pt idx="4829">
                  <c:v>44417</c:v>
                </c:pt>
                <c:pt idx="4830">
                  <c:v>44418</c:v>
                </c:pt>
                <c:pt idx="4831">
                  <c:v>44419</c:v>
                </c:pt>
                <c:pt idx="4832">
                  <c:v>44420</c:v>
                </c:pt>
                <c:pt idx="4833">
                  <c:v>44421</c:v>
                </c:pt>
                <c:pt idx="4834">
                  <c:v>44424</c:v>
                </c:pt>
                <c:pt idx="4835">
                  <c:v>44425</c:v>
                </c:pt>
                <c:pt idx="4836">
                  <c:v>44426</c:v>
                </c:pt>
                <c:pt idx="4837">
                  <c:v>44427</c:v>
                </c:pt>
                <c:pt idx="4838">
                  <c:v>44428</c:v>
                </c:pt>
                <c:pt idx="4839">
                  <c:v>44431</c:v>
                </c:pt>
                <c:pt idx="4840">
                  <c:v>44432</c:v>
                </c:pt>
                <c:pt idx="4841">
                  <c:v>44433</c:v>
                </c:pt>
                <c:pt idx="4842">
                  <c:v>44434</c:v>
                </c:pt>
                <c:pt idx="4843">
                  <c:v>44435</c:v>
                </c:pt>
                <c:pt idx="4844">
                  <c:v>44438</c:v>
                </c:pt>
                <c:pt idx="4845">
                  <c:v>44439</c:v>
                </c:pt>
                <c:pt idx="4846">
                  <c:v>44440</c:v>
                </c:pt>
                <c:pt idx="4847">
                  <c:v>44441</c:v>
                </c:pt>
                <c:pt idx="4848">
                  <c:v>44442</c:v>
                </c:pt>
                <c:pt idx="4849">
                  <c:v>44445</c:v>
                </c:pt>
                <c:pt idx="4850">
                  <c:v>44447</c:v>
                </c:pt>
                <c:pt idx="4851">
                  <c:v>44448</c:v>
                </c:pt>
                <c:pt idx="4852">
                  <c:v>44449</c:v>
                </c:pt>
                <c:pt idx="4853">
                  <c:v>44452</c:v>
                </c:pt>
                <c:pt idx="4854">
                  <c:v>44453</c:v>
                </c:pt>
                <c:pt idx="4855">
                  <c:v>44454</c:v>
                </c:pt>
                <c:pt idx="4856">
                  <c:v>44455</c:v>
                </c:pt>
                <c:pt idx="4857">
                  <c:v>44456</c:v>
                </c:pt>
                <c:pt idx="4858">
                  <c:v>44459</c:v>
                </c:pt>
                <c:pt idx="4859">
                  <c:v>44460</c:v>
                </c:pt>
                <c:pt idx="4860">
                  <c:v>44461</c:v>
                </c:pt>
                <c:pt idx="4861">
                  <c:v>44462</c:v>
                </c:pt>
                <c:pt idx="4862">
                  <c:v>44463</c:v>
                </c:pt>
                <c:pt idx="4863">
                  <c:v>44466</c:v>
                </c:pt>
                <c:pt idx="4864">
                  <c:v>44467</c:v>
                </c:pt>
                <c:pt idx="4865">
                  <c:v>44468</c:v>
                </c:pt>
                <c:pt idx="4866">
                  <c:v>44469</c:v>
                </c:pt>
                <c:pt idx="4867">
                  <c:v>44470</c:v>
                </c:pt>
                <c:pt idx="4868">
                  <c:v>44473</c:v>
                </c:pt>
                <c:pt idx="4869">
                  <c:v>44474</c:v>
                </c:pt>
                <c:pt idx="4870">
                  <c:v>44475</c:v>
                </c:pt>
                <c:pt idx="4871">
                  <c:v>44476</c:v>
                </c:pt>
                <c:pt idx="4872">
                  <c:v>44477</c:v>
                </c:pt>
                <c:pt idx="4873">
                  <c:v>44480</c:v>
                </c:pt>
                <c:pt idx="4874">
                  <c:v>44482</c:v>
                </c:pt>
                <c:pt idx="4875">
                  <c:v>44483</c:v>
                </c:pt>
                <c:pt idx="4876">
                  <c:v>44484</c:v>
                </c:pt>
                <c:pt idx="4877">
                  <c:v>44487</c:v>
                </c:pt>
                <c:pt idx="4878">
                  <c:v>44488</c:v>
                </c:pt>
                <c:pt idx="4879">
                  <c:v>44489</c:v>
                </c:pt>
                <c:pt idx="4880">
                  <c:v>44490</c:v>
                </c:pt>
                <c:pt idx="4881">
                  <c:v>44491</c:v>
                </c:pt>
                <c:pt idx="4882">
                  <c:v>44494</c:v>
                </c:pt>
                <c:pt idx="4883">
                  <c:v>44495</c:v>
                </c:pt>
                <c:pt idx="4884">
                  <c:v>44496</c:v>
                </c:pt>
                <c:pt idx="4885">
                  <c:v>44497</c:v>
                </c:pt>
                <c:pt idx="4886">
                  <c:v>44498</c:v>
                </c:pt>
                <c:pt idx="4887">
                  <c:v>44501</c:v>
                </c:pt>
                <c:pt idx="4888">
                  <c:v>44503</c:v>
                </c:pt>
                <c:pt idx="4889">
                  <c:v>44504</c:v>
                </c:pt>
                <c:pt idx="4890">
                  <c:v>44505</c:v>
                </c:pt>
                <c:pt idx="4891">
                  <c:v>44508</c:v>
                </c:pt>
                <c:pt idx="4892">
                  <c:v>44509</c:v>
                </c:pt>
                <c:pt idx="4893">
                  <c:v>44510</c:v>
                </c:pt>
                <c:pt idx="4894">
                  <c:v>44511</c:v>
                </c:pt>
                <c:pt idx="4895">
                  <c:v>44512</c:v>
                </c:pt>
                <c:pt idx="4896">
                  <c:v>44516</c:v>
                </c:pt>
                <c:pt idx="4897">
                  <c:v>44517</c:v>
                </c:pt>
                <c:pt idx="4898">
                  <c:v>44518</c:v>
                </c:pt>
                <c:pt idx="4899">
                  <c:v>44519</c:v>
                </c:pt>
                <c:pt idx="4900">
                  <c:v>44522</c:v>
                </c:pt>
                <c:pt idx="4901">
                  <c:v>44523</c:v>
                </c:pt>
                <c:pt idx="4902">
                  <c:v>44524</c:v>
                </c:pt>
                <c:pt idx="4903">
                  <c:v>44525</c:v>
                </c:pt>
                <c:pt idx="4904">
                  <c:v>44526</c:v>
                </c:pt>
                <c:pt idx="4905">
                  <c:v>44529</c:v>
                </c:pt>
                <c:pt idx="4906">
                  <c:v>44530</c:v>
                </c:pt>
                <c:pt idx="4907">
                  <c:v>44531</c:v>
                </c:pt>
                <c:pt idx="4908">
                  <c:v>44532</c:v>
                </c:pt>
                <c:pt idx="4909">
                  <c:v>44533</c:v>
                </c:pt>
                <c:pt idx="4910">
                  <c:v>44536</c:v>
                </c:pt>
                <c:pt idx="4911">
                  <c:v>44537</c:v>
                </c:pt>
                <c:pt idx="4912">
                  <c:v>44538</c:v>
                </c:pt>
                <c:pt idx="4913">
                  <c:v>44539</c:v>
                </c:pt>
                <c:pt idx="4914">
                  <c:v>44540</c:v>
                </c:pt>
                <c:pt idx="4915">
                  <c:v>44543</c:v>
                </c:pt>
                <c:pt idx="4916">
                  <c:v>44544</c:v>
                </c:pt>
                <c:pt idx="4917">
                  <c:v>44545</c:v>
                </c:pt>
                <c:pt idx="4918">
                  <c:v>44546</c:v>
                </c:pt>
                <c:pt idx="4919">
                  <c:v>44547</c:v>
                </c:pt>
                <c:pt idx="4920">
                  <c:v>44550</c:v>
                </c:pt>
                <c:pt idx="4921">
                  <c:v>44551</c:v>
                </c:pt>
                <c:pt idx="4922">
                  <c:v>44552</c:v>
                </c:pt>
                <c:pt idx="4923">
                  <c:v>44553</c:v>
                </c:pt>
                <c:pt idx="4924">
                  <c:v>44557</c:v>
                </c:pt>
                <c:pt idx="4925">
                  <c:v>44558</c:v>
                </c:pt>
                <c:pt idx="4926">
                  <c:v>44559</c:v>
                </c:pt>
                <c:pt idx="4927">
                  <c:v>44560</c:v>
                </c:pt>
                <c:pt idx="4928">
                  <c:v>44564</c:v>
                </c:pt>
                <c:pt idx="4929">
                  <c:v>44565</c:v>
                </c:pt>
                <c:pt idx="4930">
                  <c:v>44566</c:v>
                </c:pt>
                <c:pt idx="4931">
                  <c:v>44567</c:v>
                </c:pt>
                <c:pt idx="4932">
                  <c:v>44568</c:v>
                </c:pt>
                <c:pt idx="4933">
                  <c:v>44571</c:v>
                </c:pt>
                <c:pt idx="4934">
                  <c:v>44572</c:v>
                </c:pt>
                <c:pt idx="4935">
                  <c:v>44573</c:v>
                </c:pt>
                <c:pt idx="4936">
                  <c:v>44574</c:v>
                </c:pt>
                <c:pt idx="4937">
                  <c:v>44575</c:v>
                </c:pt>
                <c:pt idx="4938">
                  <c:v>44578</c:v>
                </c:pt>
                <c:pt idx="4939">
                  <c:v>44579</c:v>
                </c:pt>
                <c:pt idx="4940">
                  <c:v>44580</c:v>
                </c:pt>
                <c:pt idx="4941">
                  <c:v>44581</c:v>
                </c:pt>
                <c:pt idx="4942">
                  <c:v>44582</c:v>
                </c:pt>
                <c:pt idx="4943">
                  <c:v>44585</c:v>
                </c:pt>
                <c:pt idx="4944">
                  <c:v>44586</c:v>
                </c:pt>
                <c:pt idx="4945">
                  <c:v>44587</c:v>
                </c:pt>
                <c:pt idx="4946">
                  <c:v>44588</c:v>
                </c:pt>
                <c:pt idx="4947">
                  <c:v>44589</c:v>
                </c:pt>
                <c:pt idx="4948">
                  <c:v>44592</c:v>
                </c:pt>
                <c:pt idx="4949">
                  <c:v>44593</c:v>
                </c:pt>
                <c:pt idx="4950">
                  <c:v>44594</c:v>
                </c:pt>
                <c:pt idx="4951">
                  <c:v>44595</c:v>
                </c:pt>
                <c:pt idx="4952">
                  <c:v>44596</c:v>
                </c:pt>
                <c:pt idx="4953">
                  <c:v>44599</c:v>
                </c:pt>
                <c:pt idx="4954">
                  <c:v>44600</c:v>
                </c:pt>
                <c:pt idx="4955">
                  <c:v>44601</c:v>
                </c:pt>
                <c:pt idx="4956">
                  <c:v>44602</c:v>
                </c:pt>
                <c:pt idx="4957">
                  <c:v>44603</c:v>
                </c:pt>
                <c:pt idx="4958">
                  <c:v>44606</c:v>
                </c:pt>
                <c:pt idx="4959">
                  <c:v>44607</c:v>
                </c:pt>
                <c:pt idx="4960">
                  <c:v>44608</c:v>
                </c:pt>
                <c:pt idx="4961">
                  <c:v>44609</c:v>
                </c:pt>
                <c:pt idx="4962">
                  <c:v>44610</c:v>
                </c:pt>
                <c:pt idx="4963">
                  <c:v>44613</c:v>
                </c:pt>
                <c:pt idx="4964">
                  <c:v>44614</c:v>
                </c:pt>
                <c:pt idx="4965">
                  <c:v>44615</c:v>
                </c:pt>
                <c:pt idx="4966">
                  <c:v>44616</c:v>
                </c:pt>
                <c:pt idx="4967">
                  <c:v>44617</c:v>
                </c:pt>
                <c:pt idx="4968">
                  <c:v>44622</c:v>
                </c:pt>
                <c:pt idx="4969">
                  <c:v>44623</c:v>
                </c:pt>
                <c:pt idx="4970">
                  <c:v>44624</c:v>
                </c:pt>
                <c:pt idx="4971">
                  <c:v>44627</c:v>
                </c:pt>
                <c:pt idx="4972">
                  <c:v>44628</c:v>
                </c:pt>
                <c:pt idx="4973">
                  <c:v>44629</c:v>
                </c:pt>
                <c:pt idx="4974">
                  <c:v>44630</c:v>
                </c:pt>
                <c:pt idx="4975">
                  <c:v>44631</c:v>
                </c:pt>
                <c:pt idx="4976">
                  <c:v>44634</c:v>
                </c:pt>
                <c:pt idx="4977">
                  <c:v>44635</c:v>
                </c:pt>
                <c:pt idx="4978">
                  <c:v>44636</c:v>
                </c:pt>
                <c:pt idx="4979">
                  <c:v>44637</c:v>
                </c:pt>
                <c:pt idx="4980">
                  <c:v>44638</c:v>
                </c:pt>
                <c:pt idx="4981">
                  <c:v>44641</c:v>
                </c:pt>
                <c:pt idx="4982">
                  <c:v>44642</c:v>
                </c:pt>
                <c:pt idx="4983">
                  <c:v>44643</c:v>
                </c:pt>
                <c:pt idx="4984">
                  <c:v>44644</c:v>
                </c:pt>
                <c:pt idx="4985">
                  <c:v>44645</c:v>
                </c:pt>
                <c:pt idx="4986">
                  <c:v>44648</c:v>
                </c:pt>
                <c:pt idx="4987">
                  <c:v>44649</c:v>
                </c:pt>
                <c:pt idx="4988">
                  <c:v>44650</c:v>
                </c:pt>
                <c:pt idx="4989">
                  <c:v>44651</c:v>
                </c:pt>
                <c:pt idx="4990">
                  <c:v>44652</c:v>
                </c:pt>
                <c:pt idx="4991">
                  <c:v>44655</c:v>
                </c:pt>
                <c:pt idx="4992">
                  <c:v>44656</c:v>
                </c:pt>
                <c:pt idx="4993">
                  <c:v>44657</c:v>
                </c:pt>
                <c:pt idx="4994">
                  <c:v>44658</c:v>
                </c:pt>
                <c:pt idx="4995">
                  <c:v>44659</c:v>
                </c:pt>
                <c:pt idx="4996">
                  <c:v>44662</c:v>
                </c:pt>
                <c:pt idx="4997">
                  <c:v>44663</c:v>
                </c:pt>
                <c:pt idx="4998">
                  <c:v>44664</c:v>
                </c:pt>
                <c:pt idx="4999">
                  <c:v>44665</c:v>
                </c:pt>
                <c:pt idx="5000">
                  <c:v>44669</c:v>
                </c:pt>
                <c:pt idx="5001">
                  <c:v>44670</c:v>
                </c:pt>
                <c:pt idx="5002">
                  <c:v>44671</c:v>
                </c:pt>
                <c:pt idx="5003">
                  <c:v>44673</c:v>
                </c:pt>
                <c:pt idx="5004">
                  <c:v>44676</c:v>
                </c:pt>
                <c:pt idx="5005">
                  <c:v>44677</c:v>
                </c:pt>
                <c:pt idx="5006">
                  <c:v>44678</c:v>
                </c:pt>
                <c:pt idx="5007">
                  <c:v>44679</c:v>
                </c:pt>
                <c:pt idx="5008">
                  <c:v>44680</c:v>
                </c:pt>
                <c:pt idx="5009">
                  <c:v>44683</c:v>
                </c:pt>
                <c:pt idx="5010">
                  <c:v>44684</c:v>
                </c:pt>
                <c:pt idx="5011">
                  <c:v>44685</c:v>
                </c:pt>
                <c:pt idx="5012">
                  <c:v>44686</c:v>
                </c:pt>
                <c:pt idx="5013">
                  <c:v>44687</c:v>
                </c:pt>
                <c:pt idx="5014">
                  <c:v>44690</c:v>
                </c:pt>
                <c:pt idx="5015">
                  <c:v>44691</c:v>
                </c:pt>
                <c:pt idx="5016">
                  <c:v>44692</c:v>
                </c:pt>
                <c:pt idx="5017">
                  <c:v>44693</c:v>
                </c:pt>
                <c:pt idx="5018">
                  <c:v>44694</c:v>
                </c:pt>
                <c:pt idx="5019">
                  <c:v>44697</c:v>
                </c:pt>
                <c:pt idx="5020">
                  <c:v>44698</c:v>
                </c:pt>
                <c:pt idx="5021">
                  <c:v>44699</c:v>
                </c:pt>
                <c:pt idx="5022">
                  <c:v>44700</c:v>
                </c:pt>
                <c:pt idx="5023">
                  <c:v>44701</c:v>
                </c:pt>
                <c:pt idx="5024">
                  <c:v>44704</c:v>
                </c:pt>
                <c:pt idx="5025">
                  <c:v>44705</c:v>
                </c:pt>
                <c:pt idx="5026">
                  <c:v>44706</c:v>
                </c:pt>
                <c:pt idx="5027">
                  <c:v>44707</c:v>
                </c:pt>
                <c:pt idx="5028">
                  <c:v>44708</c:v>
                </c:pt>
                <c:pt idx="5029">
                  <c:v>44711</c:v>
                </c:pt>
                <c:pt idx="5030">
                  <c:v>44712</c:v>
                </c:pt>
                <c:pt idx="5031">
                  <c:v>44713</c:v>
                </c:pt>
                <c:pt idx="5032">
                  <c:v>44714</c:v>
                </c:pt>
                <c:pt idx="5033">
                  <c:v>44715</c:v>
                </c:pt>
                <c:pt idx="5034">
                  <c:v>44718</c:v>
                </c:pt>
                <c:pt idx="5035">
                  <c:v>44719</c:v>
                </c:pt>
                <c:pt idx="5036">
                  <c:v>44720</c:v>
                </c:pt>
                <c:pt idx="5037">
                  <c:v>44721</c:v>
                </c:pt>
                <c:pt idx="5038">
                  <c:v>44722</c:v>
                </c:pt>
                <c:pt idx="5039">
                  <c:v>44725</c:v>
                </c:pt>
                <c:pt idx="5040">
                  <c:v>44726</c:v>
                </c:pt>
                <c:pt idx="5041">
                  <c:v>44727</c:v>
                </c:pt>
                <c:pt idx="5042">
                  <c:v>44729</c:v>
                </c:pt>
                <c:pt idx="5043">
                  <c:v>44732</c:v>
                </c:pt>
                <c:pt idx="5044">
                  <c:v>44733</c:v>
                </c:pt>
                <c:pt idx="5045">
                  <c:v>44734</c:v>
                </c:pt>
                <c:pt idx="5046">
                  <c:v>44735</c:v>
                </c:pt>
                <c:pt idx="5047">
                  <c:v>44736</c:v>
                </c:pt>
                <c:pt idx="5048">
                  <c:v>44739</c:v>
                </c:pt>
                <c:pt idx="5049">
                  <c:v>44740</c:v>
                </c:pt>
                <c:pt idx="5050">
                  <c:v>44741</c:v>
                </c:pt>
                <c:pt idx="5051">
                  <c:v>44742</c:v>
                </c:pt>
                <c:pt idx="5052">
                  <c:v>44743</c:v>
                </c:pt>
                <c:pt idx="5053">
                  <c:v>44746</c:v>
                </c:pt>
                <c:pt idx="5054">
                  <c:v>44747</c:v>
                </c:pt>
                <c:pt idx="5055">
                  <c:v>44748</c:v>
                </c:pt>
                <c:pt idx="5056">
                  <c:v>44749</c:v>
                </c:pt>
                <c:pt idx="5057">
                  <c:v>44750</c:v>
                </c:pt>
                <c:pt idx="5058">
                  <c:v>44753</c:v>
                </c:pt>
                <c:pt idx="5059">
                  <c:v>44754</c:v>
                </c:pt>
                <c:pt idx="5060">
                  <c:v>44755</c:v>
                </c:pt>
                <c:pt idx="5061">
                  <c:v>44756</c:v>
                </c:pt>
                <c:pt idx="5062">
                  <c:v>44757</c:v>
                </c:pt>
                <c:pt idx="5063">
                  <c:v>44760</c:v>
                </c:pt>
                <c:pt idx="5064">
                  <c:v>44761</c:v>
                </c:pt>
                <c:pt idx="5065">
                  <c:v>44762</c:v>
                </c:pt>
                <c:pt idx="5066">
                  <c:v>44763</c:v>
                </c:pt>
                <c:pt idx="5067">
                  <c:v>44764</c:v>
                </c:pt>
                <c:pt idx="5068">
                  <c:v>44767</c:v>
                </c:pt>
                <c:pt idx="5069">
                  <c:v>44768</c:v>
                </c:pt>
                <c:pt idx="5070">
                  <c:v>44769</c:v>
                </c:pt>
                <c:pt idx="5071">
                  <c:v>44770</c:v>
                </c:pt>
                <c:pt idx="5072">
                  <c:v>44771</c:v>
                </c:pt>
                <c:pt idx="5073">
                  <c:v>44774</c:v>
                </c:pt>
                <c:pt idx="5074">
                  <c:v>44775</c:v>
                </c:pt>
                <c:pt idx="5075">
                  <c:v>44776</c:v>
                </c:pt>
                <c:pt idx="5076">
                  <c:v>44777</c:v>
                </c:pt>
                <c:pt idx="5077">
                  <c:v>44778</c:v>
                </c:pt>
                <c:pt idx="5078">
                  <c:v>44781</c:v>
                </c:pt>
                <c:pt idx="5079">
                  <c:v>44782</c:v>
                </c:pt>
                <c:pt idx="5080">
                  <c:v>44783</c:v>
                </c:pt>
                <c:pt idx="5081">
                  <c:v>44784</c:v>
                </c:pt>
                <c:pt idx="5082">
                  <c:v>44785</c:v>
                </c:pt>
                <c:pt idx="5083">
                  <c:v>44788</c:v>
                </c:pt>
                <c:pt idx="5084">
                  <c:v>44789</c:v>
                </c:pt>
                <c:pt idx="5085">
                  <c:v>44790</c:v>
                </c:pt>
                <c:pt idx="5086">
                  <c:v>44791</c:v>
                </c:pt>
                <c:pt idx="5087">
                  <c:v>44792</c:v>
                </c:pt>
                <c:pt idx="5088">
                  <c:v>44795</c:v>
                </c:pt>
                <c:pt idx="5089">
                  <c:v>44796</c:v>
                </c:pt>
                <c:pt idx="5090">
                  <c:v>44797</c:v>
                </c:pt>
                <c:pt idx="5091">
                  <c:v>44798</c:v>
                </c:pt>
                <c:pt idx="5092">
                  <c:v>44799</c:v>
                </c:pt>
                <c:pt idx="5093">
                  <c:v>44802</c:v>
                </c:pt>
                <c:pt idx="5094">
                  <c:v>44803</c:v>
                </c:pt>
                <c:pt idx="5095">
                  <c:v>44804</c:v>
                </c:pt>
                <c:pt idx="5096">
                  <c:v>44805</c:v>
                </c:pt>
                <c:pt idx="5097">
                  <c:v>44806</c:v>
                </c:pt>
                <c:pt idx="5098">
                  <c:v>44809</c:v>
                </c:pt>
                <c:pt idx="5099">
                  <c:v>44810</c:v>
                </c:pt>
                <c:pt idx="5100">
                  <c:v>44812</c:v>
                </c:pt>
                <c:pt idx="5101">
                  <c:v>44813</c:v>
                </c:pt>
                <c:pt idx="5102">
                  <c:v>44816</c:v>
                </c:pt>
                <c:pt idx="5103">
                  <c:v>44817</c:v>
                </c:pt>
                <c:pt idx="5104">
                  <c:v>44818</c:v>
                </c:pt>
                <c:pt idx="5105">
                  <c:v>44819</c:v>
                </c:pt>
                <c:pt idx="5106">
                  <c:v>44820</c:v>
                </c:pt>
                <c:pt idx="5107">
                  <c:v>44823</c:v>
                </c:pt>
                <c:pt idx="5108">
                  <c:v>44824</c:v>
                </c:pt>
                <c:pt idx="5109">
                  <c:v>44825</c:v>
                </c:pt>
                <c:pt idx="5110">
                  <c:v>44826</c:v>
                </c:pt>
                <c:pt idx="5111">
                  <c:v>44827</c:v>
                </c:pt>
                <c:pt idx="5112">
                  <c:v>44830</c:v>
                </c:pt>
                <c:pt idx="5113">
                  <c:v>44831</c:v>
                </c:pt>
                <c:pt idx="5114">
                  <c:v>44832</c:v>
                </c:pt>
                <c:pt idx="5115">
                  <c:v>44833</c:v>
                </c:pt>
                <c:pt idx="5116">
                  <c:v>44834</c:v>
                </c:pt>
                <c:pt idx="5117">
                  <c:v>44837</c:v>
                </c:pt>
                <c:pt idx="5118">
                  <c:v>44838</c:v>
                </c:pt>
                <c:pt idx="5119">
                  <c:v>44839</c:v>
                </c:pt>
                <c:pt idx="5120">
                  <c:v>44840</c:v>
                </c:pt>
                <c:pt idx="5121">
                  <c:v>44841</c:v>
                </c:pt>
                <c:pt idx="5122">
                  <c:v>44844</c:v>
                </c:pt>
                <c:pt idx="5123">
                  <c:v>44845</c:v>
                </c:pt>
                <c:pt idx="5124">
                  <c:v>44847</c:v>
                </c:pt>
                <c:pt idx="5125">
                  <c:v>44848</c:v>
                </c:pt>
                <c:pt idx="5126">
                  <c:v>44851</c:v>
                </c:pt>
                <c:pt idx="5127">
                  <c:v>44852</c:v>
                </c:pt>
                <c:pt idx="5128">
                  <c:v>44853</c:v>
                </c:pt>
                <c:pt idx="5129">
                  <c:v>44854</c:v>
                </c:pt>
                <c:pt idx="5130">
                  <c:v>44855</c:v>
                </c:pt>
                <c:pt idx="5131">
                  <c:v>44858</c:v>
                </c:pt>
                <c:pt idx="5132">
                  <c:v>44859</c:v>
                </c:pt>
                <c:pt idx="5133">
                  <c:v>44860</c:v>
                </c:pt>
                <c:pt idx="5134">
                  <c:v>44861</c:v>
                </c:pt>
                <c:pt idx="5135">
                  <c:v>44862</c:v>
                </c:pt>
                <c:pt idx="5136">
                  <c:v>44865</c:v>
                </c:pt>
                <c:pt idx="5137">
                  <c:v>44866</c:v>
                </c:pt>
                <c:pt idx="5138">
                  <c:v>44868</c:v>
                </c:pt>
                <c:pt idx="5139">
                  <c:v>44869</c:v>
                </c:pt>
                <c:pt idx="5140">
                  <c:v>44872</c:v>
                </c:pt>
                <c:pt idx="5141">
                  <c:v>44873</c:v>
                </c:pt>
                <c:pt idx="5142">
                  <c:v>44874</c:v>
                </c:pt>
                <c:pt idx="5143">
                  <c:v>44875</c:v>
                </c:pt>
                <c:pt idx="5144">
                  <c:v>44876</c:v>
                </c:pt>
                <c:pt idx="5145">
                  <c:v>44879</c:v>
                </c:pt>
                <c:pt idx="5146">
                  <c:v>44881</c:v>
                </c:pt>
                <c:pt idx="5147">
                  <c:v>44882</c:v>
                </c:pt>
                <c:pt idx="5148">
                  <c:v>44883</c:v>
                </c:pt>
                <c:pt idx="5149">
                  <c:v>44886</c:v>
                </c:pt>
                <c:pt idx="5150">
                  <c:v>44887</c:v>
                </c:pt>
                <c:pt idx="5151">
                  <c:v>44888</c:v>
                </c:pt>
                <c:pt idx="5152">
                  <c:v>44889</c:v>
                </c:pt>
                <c:pt idx="5153">
                  <c:v>44890</c:v>
                </c:pt>
                <c:pt idx="5154">
                  <c:v>44893</c:v>
                </c:pt>
                <c:pt idx="5155">
                  <c:v>44894</c:v>
                </c:pt>
                <c:pt idx="5156">
                  <c:v>44895</c:v>
                </c:pt>
                <c:pt idx="5157">
                  <c:v>44896</c:v>
                </c:pt>
                <c:pt idx="5158">
                  <c:v>44897</c:v>
                </c:pt>
                <c:pt idx="5159">
                  <c:v>44900</c:v>
                </c:pt>
                <c:pt idx="5160">
                  <c:v>44901</c:v>
                </c:pt>
                <c:pt idx="5161">
                  <c:v>44902</c:v>
                </c:pt>
                <c:pt idx="5162">
                  <c:v>44903</c:v>
                </c:pt>
                <c:pt idx="5163">
                  <c:v>44904</c:v>
                </c:pt>
                <c:pt idx="5164">
                  <c:v>44907</c:v>
                </c:pt>
                <c:pt idx="5165">
                  <c:v>44908</c:v>
                </c:pt>
                <c:pt idx="5166">
                  <c:v>44909</c:v>
                </c:pt>
                <c:pt idx="5167">
                  <c:v>44910</c:v>
                </c:pt>
                <c:pt idx="5168">
                  <c:v>44911</c:v>
                </c:pt>
                <c:pt idx="5169">
                  <c:v>44914</c:v>
                </c:pt>
                <c:pt idx="5170">
                  <c:v>44915</c:v>
                </c:pt>
                <c:pt idx="5171">
                  <c:v>44916</c:v>
                </c:pt>
                <c:pt idx="5172">
                  <c:v>44917</c:v>
                </c:pt>
                <c:pt idx="5173">
                  <c:v>44918</c:v>
                </c:pt>
                <c:pt idx="5174">
                  <c:v>44921</c:v>
                </c:pt>
                <c:pt idx="5175">
                  <c:v>44922</c:v>
                </c:pt>
                <c:pt idx="5176">
                  <c:v>44923</c:v>
                </c:pt>
                <c:pt idx="5177">
                  <c:v>44924</c:v>
                </c:pt>
                <c:pt idx="5178">
                  <c:v>44928</c:v>
                </c:pt>
                <c:pt idx="5179">
                  <c:v>44929</c:v>
                </c:pt>
                <c:pt idx="5180">
                  <c:v>44930</c:v>
                </c:pt>
                <c:pt idx="5181">
                  <c:v>44931</c:v>
                </c:pt>
                <c:pt idx="5182">
                  <c:v>44932</c:v>
                </c:pt>
                <c:pt idx="5183">
                  <c:v>44935</c:v>
                </c:pt>
                <c:pt idx="5184">
                  <c:v>44936</c:v>
                </c:pt>
                <c:pt idx="5185">
                  <c:v>44937</c:v>
                </c:pt>
                <c:pt idx="5186">
                  <c:v>44938</c:v>
                </c:pt>
                <c:pt idx="5187">
                  <c:v>44939</c:v>
                </c:pt>
                <c:pt idx="5188">
                  <c:v>44942</c:v>
                </c:pt>
                <c:pt idx="5189">
                  <c:v>44943</c:v>
                </c:pt>
                <c:pt idx="5190">
                  <c:v>44944</c:v>
                </c:pt>
                <c:pt idx="5191">
                  <c:v>44945</c:v>
                </c:pt>
                <c:pt idx="5192">
                  <c:v>44946</c:v>
                </c:pt>
                <c:pt idx="5193">
                  <c:v>44949</c:v>
                </c:pt>
                <c:pt idx="5194">
                  <c:v>44950</c:v>
                </c:pt>
                <c:pt idx="5195">
                  <c:v>44951</c:v>
                </c:pt>
                <c:pt idx="5196">
                  <c:v>44952</c:v>
                </c:pt>
                <c:pt idx="5197">
                  <c:v>44953</c:v>
                </c:pt>
                <c:pt idx="5198">
                  <c:v>44956</c:v>
                </c:pt>
                <c:pt idx="5199">
                  <c:v>44957</c:v>
                </c:pt>
                <c:pt idx="5200">
                  <c:v>44958</c:v>
                </c:pt>
                <c:pt idx="5201">
                  <c:v>44959</c:v>
                </c:pt>
                <c:pt idx="5202">
                  <c:v>44960</c:v>
                </c:pt>
                <c:pt idx="5203">
                  <c:v>44963</c:v>
                </c:pt>
                <c:pt idx="5204">
                  <c:v>44964</c:v>
                </c:pt>
                <c:pt idx="5205">
                  <c:v>44965</c:v>
                </c:pt>
                <c:pt idx="5206">
                  <c:v>44966</c:v>
                </c:pt>
                <c:pt idx="5207">
                  <c:v>44967</c:v>
                </c:pt>
                <c:pt idx="5208">
                  <c:v>44970</c:v>
                </c:pt>
                <c:pt idx="5209">
                  <c:v>44971</c:v>
                </c:pt>
                <c:pt idx="5210">
                  <c:v>44972</c:v>
                </c:pt>
                <c:pt idx="5211">
                  <c:v>44973</c:v>
                </c:pt>
                <c:pt idx="5212">
                  <c:v>44974</c:v>
                </c:pt>
                <c:pt idx="5213">
                  <c:v>44979</c:v>
                </c:pt>
                <c:pt idx="5214">
                  <c:v>44980</c:v>
                </c:pt>
                <c:pt idx="5215">
                  <c:v>44981</c:v>
                </c:pt>
                <c:pt idx="5216">
                  <c:v>44984</c:v>
                </c:pt>
                <c:pt idx="5217">
                  <c:v>44985</c:v>
                </c:pt>
                <c:pt idx="5218">
                  <c:v>44986</c:v>
                </c:pt>
                <c:pt idx="5219">
                  <c:v>44987</c:v>
                </c:pt>
                <c:pt idx="5220">
                  <c:v>44988</c:v>
                </c:pt>
                <c:pt idx="5221">
                  <c:v>44991</c:v>
                </c:pt>
                <c:pt idx="5222">
                  <c:v>44992</c:v>
                </c:pt>
                <c:pt idx="5223">
                  <c:v>44993</c:v>
                </c:pt>
                <c:pt idx="5224">
                  <c:v>44994</c:v>
                </c:pt>
                <c:pt idx="5225">
                  <c:v>44995</c:v>
                </c:pt>
                <c:pt idx="5226">
                  <c:v>44998</c:v>
                </c:pt>
                <c:pt idx="5227">
                  <c:v>44999</c:v>
                </c:pt>
                <c:pt idx="5228">
                  <c:v>45000</c:v>
                </c:pt>
                <c:pt idx="5229">
                  <c:v>45001</c:v>
                </c:pt>
                <c:pt idx="5230">
                  <c:v>45002</c:v>
                </c:pt>
                <c:pt idx="5231">
                  <c:v>45005</c:v>
                </c:pt>
                <c:pt idx="5232">
                  <c:v>45006</c:v>
                </c:pt>
                <c:pt idx="5233">
                  <c:v>45007</c:v>
                </c:pt>
                <c:pt idx="5234">
                  <c:v>45008</c:v>
                </c:pt>
                <c:pt idx="5235">
                  <c:v>45009</c:v>
                </c:pt>
                <c:pt idx="5236">
                  <c:v>45012</c:v>
                </c:pt>
                <c:pt idx="5237">
                  <c:v>45013</c:v>
                </c:pt>
                <c:pt idx="5238">
                  <c:v>45014</c:v>
                </c:pt>
                <c:pt idx="5239">
                  <c:v>45015</c:v>
                </c:pt>
                <c:pt idx="5240">
                  <c:v>45016</c:v>
                </c:pt>
                <c:pt idx="5241">
                  <c:v>45019</c:v>
                </c:pt>
                <c:pt idx="5242">
                  <c:v>45020</c:v>
                </c:pt>
                <c:pt idx="5243">
                  <c:v>45021</c:v>
                </c:pt>
                <c:pt idx="5244">
                  <c:v>45022</c:v>
                </c:pt>
                <c:pt idx="5245">
                  <c:v>45026</c:v>
                </c:pt>
                <c:pt idx="5246">
                  <c:v>45027</c:v>
                </c:pt>
                <c:pt idx="5247">
                  <c:v>45028</c:v>
                </c:pt>
                <c:pt idx="5248">
                  <c:v>45029</c:v>
                </c:pt>
                <c:pt idx="5249">
                  <c:v>45030</c:v>
                </c:pt>
                <c:pt idx="5250">
                  <c:v>45033</c:v>
                </c:pt>
                <c:pt idx="5251">
                  <c:v>45034</c:v>
                </c:pt>
                <c:pt idx="5252">
                  <c:v>45035</c:v>
                </c:pt>
                <c:pt idx="5253">
                  <c:v>45036</c:v>
                </c:pt>
                <c:pt idx="5254">
                  <c:v>45040</c:v>
                </c:pt>
                <c:pt idx="5255">
                  <c:v>45041</c:v>
                </c:pt>
                <c:pt idx="5256">
                  <c:v>45042</c:v>
                </c:pt>
                <c:pt idx="5257">
                  <c:v>45043</c:v>
                </c:pt>
                <c:pt idx="5258">
                  <c:v>45044</c:v>
                </c:pt>
                <c:pt idx="5259">
                  <c:v>45048</c:v>
                </c:pt>
                <c:pt idx="5260">
                  <c:v>45049</c:v>
                </c:pt>
                <c:pt idx="5261">
                  <c:v>45050</c:v>
                </c:pt>
                <c:pt idx="5262">
                  <c:v>45051</c:v>
                </c:pt>
                <c:pt idx="5263">
                  <c:v>45054</c:v>
                </c:pt>
                <c:pt idx="5264">
                  <c:v>45055</c:v>
                </c:pt>
                <c:pt idx="5265">
                  <c:v>45056</c:v>
                </c:pt>
                <c:pt idx="5266">
                  <c:v>45057</c:v>
                </c:pt>
                <c:pt idx="5267">
                  <c:v>45058</c:v>
                </c:pt>
                <c:pt idx="5268">
                  <c:v>45061</c:v>
                </c:pt>
                <c:pt idx="5269">
                  <c:v>45062</c:v>
                </c:pt>
                <c:pt idx="5270">
                  <c:v>45063</c:v>
                </c:pt>
                <c:pt idx="5271">
                  <c:v>45064</c:v>
                </c:pt>
                <c:pt idx="5272">
                  <c:v>45065</c:v>
                </c:pt>
                <c:pt idx="5273">
                  <c:v>45068</c:v>
                </c:pt>
                <c:pt idx="5274">
                  <c:v>45069</c:v>
                </c:pt>
                <c:pt idx="5275">
                  <c:v>45070</c:v>
                </c:pt>
                <c:pt idx="5276">
                  <c:v>45071</c:v>
                </c:pt>
                <c:pt idx="5277">
                  <c:v>45072</c:v>
                </c:pt>
                <c:pt idx="5278">
                  <c:v>45075</c:v>
                </c:pt>
                <c:pt idx="5279">
                  <c:v>45076</c:v>
                </c:pt>
                <c:pt idx="5280">
                  <c:v>45077</c:v>
                </c:pt>
                <c:pt idx="5281">
                  <c:v>45078</c:v>
                </c:pt>
                <c:pt idx="5282">
                  <c:v>45079</c:v>
                </c:pt>
                <c:pt idx="5283">
                  <c:v>45082</c:v>
                </c:pt>
                <c:pt idx="5284">
                  <c:v>45083</c:v>
                </c:pt>
                <c:pt idx="5285">
                  <c:v>45084</c:v>
                </c:pt>
                <c:pt idx="5286">
                  <c:v>45086</c:v>
                </c:pt>
                <c:pt idx="5287">
                  <c:v>45089</c:v>
                </c:pt>
                <c:pt idx="5288">
                  <c:v>45090</c:v>
                </c:pt>
                <c:pt idx="5289">
                  <c:v>45091</c:v>
                </c:pt>
                <c:pt idx="5290">
                  <c:v>45092</c:v>
                </c:pt>
                <c:pt idx="5291">
                  <c:v>45093</c:v>
                </c:pt>
                <c:pt idx="5292">
                  <c:v>45096</c:v>
                </c:pt>
                <c:pt idx="5293">
                  <c:v>45097</c:v>
                </c:pt>
                <c:pt idx="5294">
                  <c:v>45098</c:v>
                </c:pt>
                <c:pt idx="5295">
                  <c:v>45099</c:v>
                </c:pt>
                <c:pt idx="5296">
                  <c:v>45100</c:v>
                </c:pt>
                <c:pt idx="5297">
                  <c:v>45103</c:v>
                </c:pt>
                <c:pt idx="5298">
                  <c:v>45104</c:v>
                </c:pt>
                <c:pt idx="5299">
                  <c:v>45105</c:v>
                </c:pt>
                <c:pt idx="5300">
                  <c:v>45106</c:v>
                </c:pt>
                <c:pt idx="5301">
                  <c:v>45107</c:v>
                </c:pt>
                <c:pt idx="5302">
                  <c:v>45110</c:v>
                </c:pt>
                <c:pt idx="5303">
                  <c:v>45111</c:v>
                </c:pt>
                <c:pt idx="5304">
                  <c:v>45112</c:v>
                </c:pt>
                <c:pt idx="5305">
                  <c:v>45113</c:v>
                </c:pt>
                <c:pt idx="5306">
                  <c:v>45114</c:v>
                </c:pt>
                <c:pt idx="5307">
                  <c:v>45117</c:v>
                </c:pt>
                <c:pt idx="5308">
                  <c:v>45118</c:v>
                </c:pt>
                <c:pt idx="5309">
                  <c:v>45119</c:v>
                </c:pt>
                <c:pt idx="5310">
                  <c:v>45120</c:v>
                </c:pt>
                <c:pt idx="5311">
                  <c:v>45121</c:v>
                </c:pt>
                <c:pt idx="5312">
                  <c:v>45124</c:v>
                </c:pt>
                <c:pt idx="5313">
                  <c:v>45125</c:v>
                </c:pt>
                <c:pt idx="5314">
                  <c:v>45126</c:v>
                </c:pt>
                <c:pt idx="5315">
                  <c:v>45127</c:v>
                </c:pt>
                <c:pt idx="5316">
                  <c:v>45128</c:v>
                </c:pt>
                <c:pt idx="5317">
                  <c:v>45131</c:v>
                </c:pt>
                <c:pt idx="5318">
                  <c:v>45132</c:v>
                </c:pt>
                <c:pt idx="5319">
                  <c:v>45133</c:v>
                </c:pt>
                <c:pt idx="5320">
                  <c:v>45134</c:v>
                </c:pt>
                <c:pt idx="5321">
                  <c:v>45135</c:v>
                </c:pt>
                <c:pt idx="5322">
                  <c:v>45138</c:v>
                </c:pt>
                <c:pt idx="5323">
                  <c:v>45139</c:v>
                </c:pt>
                <c:pt idx="5324">
                  <c:v>45140</c:v>
                </c:pt>
                <c:pt idx="5325">
                  <c:v>45141</c:v>
                </c:pt>
                <c:pt idx="5326">
                  <c:v>45142</c:v>
                </c:pt>
                <c:pt idx="5327">
                  <c:v>45145</c:v>
                </c:pt>
                <c:pt idx="5328">
                  <c:v>45146</c:v>
                </c:pt>
                <c:pt idx="5329">
                  <c:v>45147</c:v>
                </c:pt>
                <c:pt idx="5330">
                  <c:v>45148</c:v>
                </c:pt>
                <c:pt idx="5331">
                  <c:v>45149</c:v>
                </c:pt>
                <c:pt idx="5332">
                  <c:v>45152</c:v>
                </c:pt>
                <c:pt idx="5333">
                  <c:v>45153</c:v>
                </c:pt>
                <c:pt idx="5334">
                  <c:v>45154</c:v>
                </c:pt>
                <c:pt idx="5335">
                  <c:v>45155</c:v>
                </c:pt>
                <c:pt idx="5336">
                  <c:v>45156</c:v>
                </c:pt>
                <c:pt idx="5337">
                  <c:v>45159</c:v>
                </c:pt>
                <c:pt idx="5338">
                  <c:v>45160</c:v>
                </c:pt>
                <c:pt idx="5339">
                  <c:v>45161</c:v>
                </c:pt>
                <c:pt idx="5340">
                  <c:v>45162</c:v>
                </c:pt>
                <c:pt idx="5341">
                  <c:v>45163</c:v>
                </c:pt>
                <c:pt idx="5342">
                  <c:v>45166</c:v>
                </c:pt>
                <c:pt idx="5343">
                  <c:v>45167</c:v>
                </c:pt>
                <c:pt idx="5344">
                  <c:v>45168</c:v>
                </c:pt>
                <c:pt idx="5345">
                  <c:v>45169</c:v>
                </c:pt>
                <c:pt idx="5346">
                  <c:v>45170</c:v>
                </c:pt>
                <c:pt idx="5347">
                  <c:v>45173</c:v>
                </c:pt>
                <c:pt idx="5348">
                  <c:v>45174</c:v>
                </c:pt>
                <c:pt idx="5349">
                  <c:v>45175</c:v>
                </c:pt>
                <c:pt idx="5350">
                  <c:v>45177</c:v>
                </c:pt>
                <c:pt idx="5351">
                  <c:v>45180</c:v>
                </c:pt>
                <c:pt idx="5352">
                  <c:v>45181</c:v>
                </c:pt>
                <c:pt idx="5353">
                  <c:v>45182</c:v>
                </c:pt>
                <c:pt idx="5354">
                  <c:v>45183</c:v>
                </c:pt>
                <c:pt idx="5355">
                  <c:v>45184</c:v>
                </c:pt>
                <c:pt idx="5356">
                  <c:v>45187</c:v>
                </c:pt>
                <c:pt idx="5357">
                  <c:v>45188</c:v>
                </c:pt>
                <c:pt idx="5358">
                  <c:v>45189</c:v>
                </c:pt>
                <c:pt idx="5359">
                  <c:v>45190</c:v>
                </c:pt>
                <c:pt idx="5360">
                  <c:v>45191</c:v>
                </c:pt>
                <c:pt idx="5361">
                  <c:v>45194</c:v>
                </c:pt>
                <c:pt idx="5362">
                  <c:v>45195</c:v>
                </c:pt>
                <c:pt idx="5363">
                  <c:v>45196</c:v>
                </c:pt>
                <c:pt idx="5364">
                  <c:v>45197</c:v>
                </c:pt>
                <c:pt idx="5365">
                  <c:v>45198</c:v>
                </c:pt>
                <c:pt idx="5366">
                  <c:v>45201</c:v>
                </c:pt>
                <c:pt idx="5367">
                  <c:v>45202</c:v>
                </c:pt>
                <c:pt idx="5368">
                  <c:v>45203</c:v>
                </c:pt>
                <c:pt idx="5369">
                  <c:v>45204</c:v>
                </c:pt>
                <c:pt idx="5370">
                  <c:v>45205</c:v>
                </c:pt>
                <c:pt idx="5371">
                  <c:v>45208</c:v>
                </c:pt>
                <c:pt idx="5372">
                  <c:v>45209</c:v>
                </c:pt>
                <c:pt idx="5373">
                  <c:v>45210</c:v>
                </c:pt>
                <c:pt idx="5374">
                  <c:v>45212</c:v>
                </c:pt>
                <c:pt idx="5375">
                  <c:v>45215</c:v>
                </c:pt>
                <c:pt idx="5376">
                  <c:v>45216</c:v>
                </c:pt>
                <c:pt idx="5377">
                  <c:v>45217</c:v>
                </c:pt>
                <c:pt idx="5378">
                  <c:v>45218</c:v>
                </c:pt>
                <c:pt idx="5379">
                  <c:v>45219</c:v>
                </c:pt>
                <c:pt idx="5380">
                  <c:v>45222</c:v>
                </c:pt>
                <c:pt idx="5381">
                  <c:v>45223</c:v>
                </c:pt>
                <c:pt idx="5382">
                  <c:v>45224</c:v>
                </c:pt>
                <c:pt idx="5383">
                  <c:v>45225</c:v>
                </c:pt>
                <c:pt idx="5384">
                  <c:v>45226</c:v>
                </c:pt>
                <c:pt idx="5385">
                  <c:v>45229</c:v>
                </c:pt>
                <c:pt idx="5386">
                  <c:v>45230</c:v>
                </c:pt>
                <c:pt idx="5387">
                  <c:v>45231</c:v>
                </c:pt>
                <c:pt idx="5388">
                  <c:v>45233</c:v>
                </c:pt>
                <c:pt idx="5389">
                  <c:v>45236</c:v>
                </c:pt>
                <c:pt idx="5390">
                  <c:v>45237</c:v>
                </c:pt>
                <c:pt idx="5391">
                  <c:v>45238</c:v>
                </c:pt>
                <c:pt idx="5392">
                  <c:v>45239</c:v>
                </c:pt>
                <c:pt idx="5393">
                  <c:v>45240</c:v>
                </c:pt>
                <c:pt idx="5394">
                  <c:v>45243</c:v>
                </c:pt>
                <c:pt idx="5395">
                  <c:v>45244</c:v>
                </c:pt>
                <c:pt idx="5396">
                  <c:v>45246</c:v>
                </c:pt>
                <c:pt idx="5397">
                  <c:v>45247</c:v>
                </c:pt>
                <c:pt idx="5398">
                  <c:v>45250</c:v>
                </c:pt>
                <c:pt idx="5399">
                  <c:v>45251</c:v>
                </c:pt>
                <c:pt idx="5400">
                  <c:v>45252</c:v>
                </c:pt>
                <c:pt idx="5401">
                  <c:v>45253</c:v>
                </c:pt>
                <c:pt idx="5402">
                  <c:v>45254</c:v>
                </c:pt>
                <c:pt idx="5403">
                  <c:v>45257</c:v>
                </c:pt>
                <c:pt idx="5404">
                  <c:v>45258</c:v>
                </c:pt>
                <c:pt idx="5405">
                  <c:v>45259</c:v>
                </c:pt>
                <c:pt idx="5406">
                  <c:v>45260</c:v>
                </c:pt>
                <c:pt idx="5407">
                  <c:v>45261</c:v>
                </c:pt>
                <c:pt idx="5408">
                  <c:v>45264</c:v>
                </c:pt>
                <c:pt idx="5409">
                  <c:v>45265</c:v>
                </c:pt>
                <c:pt idx="5410">
                  <c:v>45266</c:v>
                </c:pt>
                <c:pt idx="5411">
                  <c:v>45267</c:v>
                </c:pt>
                <c:pt idx="5412">
                  <c:v>45268</c:v>
                </c:pt>
                <c:pt idx="5413">
                  <c:v>45271</c:v>
                </c:pt>
                <c:pt idx="5414">
                  <c:v>45272</c:v>
                </c:pt>
                <c:pt idx="5415">
                  <c:v>45273</c:v>
                </c:pt>
                <c:pt idx="5416">
                  <c:v>45274</c:v>
                </c:pt>
                <c:pt idx="5417">
                  <c:v>45275</c:v>
                </c:pt>
                <c:pt idx="5418">
                  <c:v>45278</c:v>
                </c:pt>
                <c:pt idx="5419">
                  <c:v>45279</c:v>
                </c:pt>
                <c:pt idx="5420">
                  <c:v>45280</c:v>
                </c:pt>
                <c:pt idx="5421">
                  <c:v>45281</c:v>
                </c:pt>
                <c:pt idx="5422">
                  <c:v>45282</c:v>
                </c:pt>
                <c:pt idx="5423">
                  <c:v>45286</c:v>
                </c:pt>
                <c:pt idx="5424">
                  <c:v>45287</c:v>
                </c:pt>
                <c:pt idx="5425">
                  <c:v>45288</c:v>
                </c:pt>
                <c:pt idx="5426">
                  <c:v>45293</c:v>
                </c:pt>
                <c:pt idx="5427">
                  <c:v>45294</c:v>
                </c:pt>
                <c:pt idx="5428">
                  <c:v>45295</c:v>
                </c:pt>
                <c:pt idx="5429">
                  <c:v>45296</c:v>
                </c:pt>
                <c:pt idx="5430">
                  <c:v>45299</c:v>
                </c:pt>
                <c:pt idx="5431">
                  <c:v>45300</c:v>
                </c:pt>
                <c:pt idx="5432">
                  <c:v>45301</c:v>
                </c:pt>
                <c:pt idx="5433">
                  <c:v>45302</c:v>
                </c:pt>
                <c:pt idx="5434">
                  <c:v>45303</c:v>
                </c:pt>
                <c:pt idx="5435">
                  <c:v>45306</c:v>
                </c:pt>
                <c:pt idx="5436">
                  <c:v>45307</c:v>
                </c:pt>
                <c:pt idx="5437">
                  <c:v>45308</c:v>
                </c:pt>
                <c:pt idx="5438">
                  <c:v>45309</c:v>
                </c:pt>
                <c:pt idx="5439">
                  <c:v>45310</c:v>
                </c:pt>
                <c:pt idx="5440">
                  <c:v>45313</c:v>
                </c:pt>
                <c:pt idx="5441">
                  <c:v>45314</c:v>
                </c:pt>
                <c:pt idx="5442">
                  <c:v>45315</c:v>
                </c:pt>
                <c:pt idx="5443">
                  <c:v>45316</c:v>
                </c:pt>
                <c:pt idx="5444">
                  <c:v>45317</c:v>
                </c:pt>
                <c:pt idx="5445">
                  <c:v>45320</c:v>
                </c:pt>
                <c:pt idx="5446">
                  <c:v>45321</c:v>
                </c:pt>
                <c:pt idx="5447">
                  <c:v>45322</c:v>
                </c:pt>
                <c:pt idx="5448">
                  <c:v>45323</c:v>
                </c:pt>
                <c:pt idx="5449">
                  <c:v>45324</c:v>
                </c:pt>
                <c:pt idx="5450">
                  <c:v>45327</c:v>
                </c:pt>
                <c:pt idx="5451">
                  <c:v>45328</c:v>
                </c:pt>
                <c:pt idx="5452">
                  <c:v>45329</c:v>
                </c:pt>
                <c:pt idx="5453">
                  <c:v>45330</c:v>
                </c:pt>
                <c:pt idx="5454">
                  <c:v>45331</c:v>
                </c:pt>
                <c:pt idx="5455">
                  <c:v>45336</c:v>
                </c:pt>
                <c:pt idx="5456">
                  <c:v>45337</c:v>
                </c:pt>
                <c:pt idx="5457">
                  <c:v>45338</c:v>
                </c:pt>
                <c:pt idx="5458">
                  <c:v>45341</c:v>
                </c:pt>
                <c:pt idx="5459">
                  <c:v>45342</c:v>
                </c:pt>
                <c:pt idx="5460">
                  <c:v>45343</c:v>
                </c:pt>
                <c:pt idx="5461">
                  <c:v>45344</c:v>
                </c:pt>
                <c:pt idx="5462">
                  <c:v>45345</c:v>
                </c:pt>
                <c:pt idx="5463">
                  <c:v>45348</c:v>
                </c:pt>
                <c:pt idx="5464">
                  <c:v>45349</c:v>
                </c:pt>
                <c:pt idx="5465">
                  <c:v>45350</c:v>
                </c:pt>
                <c:pt idx="5466">
                  <c:v>45351</c:v>
                </c:pt>
                <c:pt idx="5467">
                  <c:v>45352</c:v>
                </c:pt>
                <c:pt idx="5468">
                  <c:v>45355</c:v>
                </c:pt>
                <c:pt idx="5469">
                  <c:v>45356</c:v>
                </c:pt>
                <c:pt idx="5470">
                  <c:v>45357</c:v>
                </c:pt>
                <c:pt idx="5471">
                  <c:v>45358</c:v>
                </c:pt>
                <c:pt idx="5472">
                  <c:v>45359</c:v>
                </c:pt>
                <c:pt idx="5473">
                  <c:v>45362</c:v>
                </c:pt>
                <c:pt idx="5474">
                  <c:v>45363</c:v>
                </c:pt>
                <c:pt idx="5475">
                  <c:v>45364</c:v>
                </c:pt>
                <c:pt idx="5476">
                  <c:v>45365</c:v>
                </c:pt>
                <c:pt idx="5477">
                  <c:v>45366</c:v>
                </c:pt>
                <c:pt idx="5478">
                  <c:v>45369</c:v>
                </c:pt>
                <c:pt idx="5479">
                  <c:v>45370</c:v>
                </c:pt>
                <c:pt idx="5480">
                  <c:v>45371</c:v>
                </c:pt>
                <c:pt idx="5481">
                  <c:v>45372</c:v>
                </c:pt>
                <c:pt idx="5482">
                  <c:v>45373</c:v>
                </c:pt>
                <c:pt idx="5483">
                  <c:v>45376</c:v>
                </c:pt>
                <c:pt idx="5484">
                  <c:v>45377</c:v>
                </c:pt>
                <c:pt idx="5485">
                  <c:v>45378</c:v>
                </c:pt>
                <c:pt idx="5486">
                  <c:v>45379</c:v>
                </c:pt>
                <c:pt idx="5487">
                  <c:v>45383</c:v>
                </c:pt>
                <c:pt idx="5488">
                  <c:v>45384</c:v>
                </c:pt>
                <c:pt idx="5489">
                  <c:v>45385</c:v>
                </c:pt>
                <c:pt idx="5490">
                  <c:v>45386</c:v>
                </c:pt>
                <c:pt idx="5491">
                  <c:v>45387</c:v>
                </c:pt>
                <c:pt idx="5492">
                  <c:v>45390</c:v>
                </c:pt>
                <c:pt idx="5493">
                  <c:v>45391</c:v>
                </c:pt>
                <c:pt idx="5494">
                  <c:v>45392</c:v>
                </c:pt>
                <c:pt idx="5495">
                  <c:v>45393</c:v>
                </c:pt>
                <c:pt idx="5496">
                  <c:v>45394</c:v>
                </c:pt>
                <c:pt idx="5497">
                  <c:v>45397</c:v>
                </c:pt>
                <c:pt idx="5498">
                  <c:v>45398</c:v>
                </c:pt>
                <c:pt idx="5499">
                  <c:v>45399</c:v>
                </c:pt>
                <c:pt idx="5500">
                  <c:v>45400</c:v>
                </c:pt>
                <c:pt idx="5501">
                  <c:v>45401</c:v>
                </c:pt>
                <c:pt idx="5502">
                  <c:v>45404</c:v>
                </c:pt>
                <c:pt idx="5503">
                  <c:v>45405</c:v>
                </c:pt>
                <c:pt idx="5504">
                  <c:v>45406</c:v>
                </c:pt>
                <c:pt idx="5505">
                  <c:v>45407</c:v>
                </c:pt>
                <c:pt idx="5506">
                  <c:v>45408</c:v>
                </c:pt>
                <c:pt idx="5507">
                  <c:v>45411</c:v>
                </c:pt>
                <c:pt idx="5508">
                  <c:v>45412</c:v>
                </c:pt>
                <c:pt idx="5509">
                  <c:v>45414</c:v>
                </c:pt>
                <c:pt idx="5510">
                  <c:v>45415</c:v>
                </c:pt>
                <c:pt idx="5511">
                  <c:v>45418</c:v>
                </c:pt>
                <c:pt idx="5512">
                  <c:v>45419</c:v>
                </c:pt>
                <c:pt idx="5513">
                  <c:v>45420</c:v>
                </c:pt>
                <c:pt idx="5514">
                  <c:v>45421</c:v>
                </c:pt>
                <c:pt idx="5515">
                  <c:v>45422</c:v>
                </c:pt>
                <c:pt idx="5516">
                  <c:v>45425</c:v>
                </c:pt>
                <c:pt idx="5517">
                  <c:v>45426</c:v>
                </c:pt>
                <c:pt idx="5518">
                  <c:v>45427</c:v>
                </c:pt>
                <c:pt idx="5519">
                  <c:v>45428</c:v>
                </c:pt>
                <c:pt idx="5520">
                  <c:v>45429</c:v>
                </c:pt>
                <c:pt idx="5521">
                  <c:v>45432</c:v>
                </c:pt>
                <c:pt idx="5522">
                  <c:v>45433</c:v>
                </c:pt>
                <c:pt idx="5523">
                  <c:v>45434</c:v>
                </c:pt>
                <c:pt idx="5524">
                  <c:v>45435</c:v>
                </c:pt>
                <c:pt idx="5525">
                  <c:v>45436</c:v>
                </c:pt>
                <c:pt idx="5526">
                  <c:v>45439</c:v>
                </c:pt>
                <c:pt idx="5527">
                  <c:v>45440</c:v>
                </c:pt>
                <c:pt idx="5528">
                  <c:v>45441</c:v>
                </c:pt>
                <c:pt idx="5529">
                  <c:v>45443</c:v>
                </c:pt>
                <c:pt idx="5530">
                  <c:v>45446</c:v>
                </c:pt>
                <c:pt idx="5531">
                  <c:v>45447</c:v>
                </c:pt>
                <c:pt idx="5532">
                  <c:v>45448</c:v>
                </c:pt>
                <c:pt idx="5533">
                  <c:v>45449</c:v>
                </c:pt>
                <c:pt idx="5534">
                  <c:v>45450</c:v>
                </c:pt>
                <c:pt idx="5535">
                  <c:v>45453</c:v>
                </c:pt>
                <c:pt idx="5536">
                  <c:v>45454</c:v>
                </c:pt>
                <c:pt idx="5537">
                  <c:v>45455</c:v>
                </c:pt>
                <c:pt idx="5538">
                  <c:v>45456</c:v>
                </c:pt>
                <c:pt idx="5539">
                  <c:v>45457</c:v>
                </c:pt>
                <c:pt idx="5540">
                  <c:v>45460</c:v>
                </c:pt>
                <c:pt idx="5541">
                  <c:v>45461</c:v>
                </c:pt>
                <c:pt idx="5542">
                  <c:v>45462</c:v>
                </c:pt>
                <c:pt idx="5543">
                  <c:v>45463</c:v>
                </c:pt>
                <c:pt idx="5544">
                  <c:v>45464</c:v>
                </c:pt>
                <c:pt idx="5545">
                  <c:v>45467</c:v>
                </c:pt>
                <c:pt idx="5546">
                  <c:v>45468</c:v>
                </c:pt>
                <c:pt idx="5547">
                  <c:v>45469</c:v>
                </c:pt>
                <c:pt idx="5548">
                  <c:v>45470</c:v>
                </c:pt>
                <c:pt idx="5549">
                  <c:v>45471</c:v>
                </c:pt>
                <c:pt idx="5550">
                  <c:v>45474</c:v>
                </c:pt>
                <c:pt idx="5551">
                  <c:v>45475</c:v>
                </c:pt>
                <c:pt idx="5552">
                  <c:v>45476</c:v>
                </c:pt>
                <c:pt idx="5553">
                  <c:v>45477</c:v>
                </c:pt>
                <c:pt idx="5554">
                  <c:v>45478</c:v>
                </c:pt>
                <c:pt idx="5555">
                  <c:v>45481</c:v>
                </c:pt>
                <c:pt idx="5556">
                  <c:v>45482</c:v>
                </c:pt>
                <c:pt idx="5557">
                  <c:v>45483</c:v>
                </c:pt>
                <c:pt idx="5558">
                  <c:v>45484</c:v>
                </c:pt>
                <c:pt idx="5559">
                  <c:v>45485</c:v>
                </c:pt>
                <c:pt idx="5560">
                  <c:v>45488</c:v>
                </c:pt>
                <c:pt idx="5561">
                  <c:v>45489</c:v>
                </c:pt>
                <c:pt idx="5562">
                  <c:v>45490</c:v>
                </c:pt>
                <c:pt idx="5563">
                  <c:v>45491</c:v>
                </c:pt>
                <c:pt idx="5564">
                  <c:v>45492</c:v>
                </c:pt>
                <c:pt idx="5565">
                  <c:v>45495</c:v>
                </c:pt>
                <c:pt idx="5566">
                  <c:v>45496</c:v>
                </c:pt>
                <c:pt idx="5567">
                  <c:v>45497</c:v>
                </c:pt>
                <c:pt idx="5568">
                  <c:v>45498</c:v>
                </c:pt>
                <c:pt idx="5569">
                  <c:v>45499</c:v>
                </c:pt>
                <c:pt idx="5570">
                  <c:v>45502</c:v>
                </c:pt>
                <c:pt idx="5571">
                  <c:v>45503</c:v>
                </c:pt>
                <c:pt idx="5572">
                  <c:v>45504</c:v>
                </c:pt>
                <c:pt idx="5573">
                  <c:v>45505</c:v>
                </c:pt>
                <c:pt idx="5574">
                  <c:v>45506</c:v>
                </c:pt>
                <c:pt idx="5575">
                  <c:v>45509</c:v>
                </c:pt>
                <c:pt idx="5576">
                  <c:v>45510</c:v>
                </c:pt>
                <c:pt idx="5577">
                  <c:v>45511</c:v>
                </c:pt>
                <c:pt idx="5578">
                  <c:v>45512</c:v>
                </c:pt>
                <c:pt idx="5579">
                  <c:v>45513</c:v>
                </c:pt>
                <c:pt idx="5580">
                  <c:v>45516</c:v>
                </c:pt>
                <c:pt idx="5581">
                  <c:v>45517</c:v>
                </c:pt>
                <c:pt idx="5582">
                  <c:v>45518</c:v>
                </c:pt>
                <c:pt idx="5583">
                  <c:v>45519</c:v>
                </c:pt>
                <c:pt idx="5584">
                  <c:v>45520</c:v>
                </c:pt>
                <c:pt idx="5585">
                  <c:v>45523</c:v>
                </c:pt>
                <c:pt idx="5586">
                  <c:v>45524</c:v>
                </c:pt>
                <c:pt idx="5587">
                  <c:v>45525</c:v>
                </c:pt>
                <c:pt idx="5588">
                  <c:v>45526</c:v>
                </c:pt>
                <c:pt idx="5589">
                  <c:v>45527</c:v>
                </c:pt>
                <c:pt idx="5590">
                  <c:v>45530</c:v>
                </c:pt>
                <c:pt idx="5591">
                  <c:v>45531</c:v>
                </c:pt>
                <c:pt idx="5592">
                  <c:v>45532</c:v>
                </c:pt>
                <c:pt idx="5593">
                  <c:v>45533</c:v>
                </c:pt>
                <c:pt idx="5594">
                  <c:v>45534</c:v>
                </c:pt>
                <c:pt idx="5595">
                  <c:v>45537</c:v>
                </c:pt>
                <c:pt idx="5596">
                  <c:v>45538</c:v>
                </c:pt>
                <c:pt idx="5597">
                  <c:v>45539</c:v>
                </c:pt>
                <c:pt idx="5598">
                  <c:v>45540</c:v>
                </c:pt>
                <c:pt idx="5599">
                  <c:v>45541</c:v>
                </c:pt>
                <c:pt idx="5600">
                  <c:v>45544</c:v>
                </c:pt>
                <c:pt idx="5601">
                  <c:v>45545</c:v>
                </c:pt>
                <c:pt idx="5602">
                  <c:v>45546</c:v>
                </c:pt>
                <c:pt idx="5603">
                  <c:v>45547</c:v>
                </c:pt>
                <c:pt idx="5604">
                  <c:v>45548</c:v>
                </c:pt>
                <c:pt idx="5605">
                  <c:v>45551</c:v>
                </c:pt>
                <c:pt idx="5606">
                  <c:v>45552</c:v>
                </c:pt>
                <c:pt idx="5607">
                  <c:v>45553</c:v>
                </c:pt>
                <c:pt idx="5608">
                  <c:v>45554</c:v>
                </c:pt>
                <c:pt idx="5609">
                  <c:v>45555</c:v>
                </c:pt>
                <c:pt idx="5610">
                  <c:v>45558</c:v>
                </c:pt>
                <c:pt idx="5611">
                  <c:v>45559</c:v>
                </c:pt>
                <c:pt idx="5612">
                  <c:v>45560</c:v>
                </c:pt>
                <c:pt idx="5613">
                  <c:v>45561</c:v>
                </c:pt>
                <c:pt idx="5614">
                  <c:v>45562</c:v>
                </c:pt>
                <c:pt idx="5615">
                  <c:v>45565</c:v>
                </c:pt>
                <c:pt idx="5616">
                  <c:v>45566</c:v>
                </c:pt>
                <c:pt idx="5617">
                  <c:v>45567</c:v>
                </c:pt>
                <c:pt idx="5618">
                  <c:v>45568</c:v>
                </c:pt>
                <c:pt idx="5619">
                  <c:v>45569</c:v>
                </c:pt>
                <c:pt idx="5620">
                  <c:v>45572</c:v>
                </c:pt>
                <c:pt idx="5621">
                  <c:v>45573</c:v>
                </c:pt>
                <c:pt idx="5622">
                  <c:v>45574</c:v>
                </c:pt>
                <c:pt idx="5623">
                  <c:v>45575</c:v>
                </c:pt>
                <c:pt idx="5624">
                  <c:v>45576</c:v>
                </c:pt>
                <c:pt idx="5625">
                  <c:v>45579</c:v>
                </c:pt>
                <c:pt idx="5626">
                  <c:v>45580</c:v>
                </c:pt>
                <c:pt idx="5627">
                  <c:v>45581</c:v>
                </c:pt>
                <c:pt idx="5628">
                  <c:v>45582</c:v>
                </c:pt>
                <c:pt idx="5629">
                  <c:v>45583</c:v>
                </c:pt>
                <c:pt idx="5630">
                  <c:v>45586</c:v>
                </c:pt>
                <c:pt idx="5631">
                  <c:v>45587</c:v>
                </c:pt>
                <c:pt idx="5632">
                  <c:v>45588</c:v>
                </c:pt>
                <c:pt idx="5633">
                  <c:v>45589</c:v>
                </c:pt>
                <c:pt idx="5634">
                  <c:v>45590</c:v>
                </c:pt>
                <c:pt idx="5635">
                  <c:v>45593</c:v>
                </c:pt>
                <c:pt idx="5636">
                  <c:v>45594</c:v>
                </c:pt>
                <c:pt idx="5637">
                  <c:v>45595</c:v>
                </c:pt>
                <c:pt idx="5638">
                  <c:v>45596</c:v>
                </c:pt>
                <c:pt idx="5639">
                  <c:v>45597</c:v>
                </c:pt>
                <c:pt idx="5640">
                  <c:v>45600</c:v>
                </c:pt>
                <c:pt idx="5641">
                  <c:v>45601</c:v>
                </c:pt>
                <c:pt idx="5642">
                  <c:v>45602</c:v>
                </c:pt>
                <c:pt idx="5643">
                  <c:v>45603</c:v>
                </c:pt>
                <c:pt idx="5644">
                  <c:v>45604</c:v>
                </c:pt>
                <c:pt idx="5645">
                  <c:v>45607</c:v>
                </c:pt>
                <c:pt idx="5646">
                  <c:v>45608</c:v>
                </c:pt>
                <c:pt idx="5647">
                  <c:v>45609</c:v>
                </c:pt>
                <c:pt idx="5648">
                  <c:v>45610</c:v>
                </c:pt>
                <c:pt idx="5649">
                  <c:v>45614</c:v>
                </c:pt>
                <c:pt idx="5650">
                  <c:v>45615</c:v>
                </c:pt>
                <c:pt idx="5651">
                  <c:v>45617</c:v>
                </c:pt>
                <c:pt idx="5652">
                  <c:v>45618</c:v>
                </c:pt>
                <c:pt idx="5653">
                  <c:v>45621</c:v>
                </c:pt>
                <c:pt idx="5654">
                  <c:v>45622</c:v>
                </c:pt>
                <c:pt idx="5655">
                  <c:v>45623</c:v>
                </c:pt>
                <c:pt idx="5656">
                  <c:v>45624</c:v>
                </c:pt>
                <c:pt idx="5657">
                  <c:v>45625</c:v>
                </c:pt>
                <c:pt idx="5658">
                  <c:v>45628</c:v>
                </c:pt>
                <c:pt idx="5659">
                  <c:v>45629</c:v>
                </c:pt>
                <c:pt idx="5660">
                  <c:v>45630</c:v>
                </c:pt>
                <c:pt idx="5661">
                  <c:v>45631</c:v>
                </c:pt>
                <c:pt idx="5662">
                  <c:v>45632</c:v>
                </c:pt>
                <c:pt idx="5663">
                  <c:v>45635</c:v>
                </c:pt>
                <c:pt idx="5664">
                  <c:v>45636</c:v>
                </c:pt>
                <c:pt idx="5665">
                  <c:v>45637</c:v>
                </c:pt>
                <c:pt idx="5666">
                  <c:v>45638</c:v>
                </c:pt>
                <c:pt idx="5667">
                  <c:v>45639</c:v>
                </c:pt>
                <c:pt idx="5668">
                  <c:v>45642</c:v>
                </c:pt>
                <c:pt idx="5669">
                  <c:v>45643</c:v>
                </c:pt>
                <c:pt idx="5670">
                  <c:v>45644</c:v>
                </c:pt>
                <c:pt idx="5671">
                  <c:v>45645</c:v>
                </c:pt>
                <c:pt idx="5672">
                  <c:v>45646</c:v>
                </c:pt>
                <c:pt idx="5673">
                  <c:v>45649</c:v>
                </c:pt>
                <c:pt idx="5674">
                  <c:v>45652</c:v>
                </c:pt>
                <c:pt idx="5675">
                  <c:v>45653</c:v>
                </c:pt>
                <c:pt idx="5676">
                  <c:v>45656</c:v>
                </c:pt>
                <c:pt idx="5677">
                  <c:v>45659</c:v>
                </c:pt>
                <c:pt idx="5678">
                  <c:v>45660</c:v>
                </c:pt>
                <c:pt idx="5679">
                  <c:v>45663</c:v>
                </c:pt>
                <c:pt idx="5680">
                  <c:v>45664</c:v>
                </c:pt>
                <c:pt idx="5681">
                  <c:v>45665</c:v>
                </c:pt>
                <c:pt idx="5682">
                  <c:v>45666</c:v>
                </c:pt>
                <c:pt idx="5683">
                  <c:v>45667</c:v>
                </c:pt>
                <c:pt idx="5684">
                  <c:v>45670</c:v>
                </c:pt>
                <c:pt idx="5685">
                  <c:v>45671</c:v>
                </c:pt>
                <c:pt idx="5686">
                  <c:v>45672</c:v>
                </c:pt>
                <c:pt idx="5687">
                  <c:v>45673</c:v>
                </c:pt>
                <c:pt idx="5688">
                  <c:v>45674</c:v>
                </c:pt>
                <c:pt idx="5689">
                  <c:v>45677</c:v>
                </c:pt>
                <c:pt idx="5690">
                  <c:v>45678</c:v>
                </c:pt>
                <c:pt idx="5691">
                  <c:v>45679</c:v>
                </c:pt>
                <c:pt idx="5692">
                  <c:v>45680</c:v>
                </c:pt>
                <c:pt idx="5693">
                  <c:v>45681</c:v>
                </c:pt>
                <c:pt idx="5694">
                  <c:v>45684</c:v>
                </c:pt>
                <c:pt idx="5695">
                  <c:v>45685</c:v>
                </c:pt>
                <c:pt idx="5696">
                  <c:v>45686</c:v>
                </c:pt>
                <c:pt idx="5697">
                  <c:v>45687</c:v>
                </c:pt>
                <c:pt idx="5698">
                  <c:v>45688</c:v>
                </c:pt>
                <c:pt idx="5699">
                  <c:v>45691</c:v>
                </c:pt>
                <c:pt idx="5700">
                  <c:v>45692</c:v>
                </c:pt>
                <c:pt idx="5701">
                  <c:v>45693</c:v>
                </c:pt>
                <c:pt idx="5702">
                  <c:v>45694</c:v>
                </c:pt>
                <c:pt idx="5703">
                  <c:v>45695</c:v>
                </c:pt>
                <c:pt idx="5704">
                  <c:v>45698</c:v>
                </c:pt>
                <c:pt idx="5705">
                  <c:v>45699</c:v>
                </c:pt>
                <c:pt idx="5706">
                  <c:v>45700</c:v>
                </c:pt>
                <c:pt idx="5707">
                  <c:v>45701</c:v>
                </c:pt>
                <c:pt idx="5708">
                  <c:v>45702</c:v>
                </c:pt>
                <c:pt idx="5709">
                  <c:v>45705</c:v>
                </c:pt>
                <c:pt idx="5710">
                  <c:v>45706</c:v>
                </c:pt>
                <c:pt idx="5711">
                  <c:v>45707</c:v>
                </c:pt>
                <c:pt idx="5712">
                  <c:v>45708</c:v>
                </c:pt>
                <c:pt idx="5713">
                  <c:v>45709</c:v>
                </c:pt>
                <c:pt idx="5714">
                  <c:v>45712</c:v>
                </c:pt>
                <c:pt idx="5715">
                  <c:v>45713</c:v>
                </c:pt>
                <c:pt idx="5716">
                  <c:v>45714</c:v>
                </c:pt>
                <c:pt idx="5717">
                  <c:v>45715</c:v>
                </c:pt>
                <c:pt idx="5718">
                  <c:v>45716</c:v>
                </c:pt>
                <c:pt idx="5719">
                  <c:v>45721</c:v>
                </c:pt>
                <c:pt idx="5720">
                  <c:v>45722</c:v>
                </c:pt>
                <c:pt idx="5721">
                  <c:v>45723</c:v>
                </c:pt>
                <c:pt idx="5722">
                  <c:v>45726</c:v>
                </c:pt>
                <c:pt idx="5723">
                  <c:v>45727</c:v>
                </c:pt>
                <c:pt idx="5724">
                  <c:v>45728</c:v>
                </c:pt>
                <c:pt idx="5725">
                  <c:v>45729</c:v>
                </c:pt>
                <c:pt idx="5726">
                  <c:v>45730</c:v>
                </c:pt>
                <c:pt idx="5727">
                  <c:v>45733</c:v>
                </c:pt>
                <c:pt idx="5728">
                  <c:v>45734</c:v>
                </c:pt>
                <c:pt idx="5729">
                  <c:v>45735</c:v>
                </c:pt>
                <c:pt idx="5730">
                  <c:v>45736</c:v>
                </c:pt>
                <c:pt idx="5731">
                  <c:v>45737</c:v>
                </c:pt>
                <c:pt idx="5732">
                  <c:v>45740</c:v>
                </c:pt>
                <c:pt idx="5733">
                  <c:v>45741</c:v>
                </c:pt>
                <c:pt idx="5734">
                  <c:v>45742</c:v>
                </c:pt>
                <c:pt idx="5735">
                  <c:v>45743</c:v>
                </c:pt>
                <c:pt idx="5736">
                  <c:v>45744</c:v>
                </c:pt>
                <c:pt idx="5737">
                  <c:v>45747</c:v>
                </c:pt>
                <c:pt idx="5738">
                  <c:v>45748</c:v>
                </c:pt>
                <c:pt idx="5739">
                  <c:v>45749</c:v>
                </c:pt>
                <c:pt idx="5740">
                  <c:v>45750</c:v>
                </c:pt>
                <c:pt idx="5741">
                  <c:v>45751</c:v>
                </c:pt>
                <c:pt idx="5742">
                  <c:v>45754</c:v>
                </c:pt>
                <c:pt idx="5743">
                  <c:v>45755</c:v>
                </c:pt>
                <c:pt idx="5744">
                  <c:v>45756</c:v>
                </c:pt>
                <c:pt idx="5745">
                  <c:v>45757</c:v>
                </c:pt>
                <c:pt idx="5746">
                  <c:v>45758</c:v>
                </c:pt>
                <c:pt idx="5747">
                  <c:v>45761</c:v>
                </c:pt>
                <c:pt idx="5748">
                  <c:v>45762</c:v>
                </c:pt>
                <c:pt idx="5749">
                  <c:v>45763</c:v>
                </c:pt>
                <c:pt idx="5750">
                  <c:v>45764</c:v>
                </c:pt>
                <c:pt idx="5751">
                  <c:v>45769</c:v>
                </c:pt>
                <c:pt idx="5752">
                  <c:v>45770</c:v>
                </c:pt>
                <c:pt idx="5753">
                  <c:v>45771</c:v>
                </c:pt>
                <c:pt idx="5754">
                  <c:v>45772</c:v>
                </c:pt>
                <c:pt idx="5755">
                  <c:v>45775</c:v>
                </c:pt>
                <c:pt idx="5756">
                  <c:v>45776</c:v>
                </c:pt>
                <c:pt idx="5757">
                  <c:v>45777</c:v>
                </c:pt>
                <c:pt idx="5758">
                  <c:v>45779</c:v>
                </c:pt>
                <c:pt idx="5759">
                  <c:v>45782</c:v>
                </c:pt>
                <c:pt idx="5760">
                  <c:v>45783</c:v>
                </c:pt>
                <c:pt idx="5761">
                  <c:v>45784</c:v>
                </c:pt>
                <c:pt idx="5762">
                  <c:v>45785</c:v>
                </c:pt>
                <c:pt idx="5763">
                  <c:v>45786</c:v>
                </c:pt>
                <c:pt idx="5764">
                  <c:v>45789</c:v>
                </c:pt>
                <c:pt idx="5765">
                  <c:v>45790</c:v>
                </c:pt>
                <c:pt idx="5766">
                  <c:v>45791</c:v>
                </c:pt>
                <c:pt idx="5767">
                  <c:v>45792</c:v>
                </c:pt>
                <c:pt idx="5768">
                  <c:v>45793</c:v>
                </c:pt>
                <c:pt idx="5769">
                  <c:v>45796</c:v>
                </c:pt>
                <c:pt idx="5770">
                  <c:v>45797</c:v>
                </c:pt>
                <c:pt idx="5771">
                  <c:v>45798</c:v>
                </c:pt>
                <c:pt idx="5772">
                  <c:v>45799</c:v>
                </c:pt>
                <c:pt idx="5773">
                  <c:v>45800</c:v>
                </c:pt>
                <c:pt idx="5774">
                  <c:v>45803</c:v>
                </c:pt>
                <c:pt idx="5775">
                  <c:v>45804</c:v>
                </c:pt>
                <c:pt idx="5776">
                  <c:v>45805</c:v>
                </c:pt>
                <c:pt idx="5777">
                  <c:v>45806</c:v>
                </c:pt>
                <c:pt idx="5778">
                  <c:v>45807</c:v>
                </c:pt>
                <c:pt idx="5779">
                  <c:v>45810</c:v>
                </c:pt>
                <c:pt idx="5780">
                  <c:v>45811</c:v>
                </c:pt>
                <c:pt idx="5781">
                  <c:v>45812</c:v>
                </c:pt>
                <c:pt idx="5782">
                  <c:v>45813</c:v>
                </c:pt>
                <c:pt idx="5783">
                  <c:v>45814</c:v>
                </c:pt>
                <c:pt idx="5784">
                  <c:v>45817</c:v>
                </c:pt>
                <c:pt idx="5785">
                  <c:v>45818</c:v>
                </c:pt>
                <c:pt idx="5786">
                  <c:v>45819</c:v>
                </c:pt>
                <c:pt idx="5787">
                  <c:v>45820</c:v>
                </c:pt>
                <c:pt idx="5788">
                  <c:v>45821</c:v>
                </c:pt>
                <c:pt idx="5789">
                  <c:v>45824</c:v>
                </c:pt>
                <c:pt idx="5790">
                  <c:v>45825</c:v>
                </c:pt>
                <c:pt idx="5791">
                  <c:v>45826</c:v>
                </c:pt>
                <c:pt idx="5792">
                  <c:v>45828</c:v>
                </c:pt>
                <c:pt idx="5793">
                  <c:v>45831</c:v>
                </c:pt>
                <c:pt idx="5794">
                  <c:v>45832</c:v>
                </c:pt>
                <c:pt idx="5795">
                  <c:v>45833</c:v>
                </c:pt>
                <c:pt idx="5796">
                  <c:v>45834</c:v>
                </c:pt>
                <c:pt idx="5797">
                  <c:v>45835</c:v>
                </c:pt>
                <c:pt idx="5798">
                  <c:v>45838</c:v>
                </c:pt>
                <c:pt idx="5799">
                  <c:v>45839</c:v>
                </c:pt>
                <c:pt idx="5800">
                  <c:v>45840</c:v>
                </c:pt>
                <c:pt idx="5801">
                  <c:v>45841</c:v>
                </c:pt>
                <c:pt idx="5802">
                  <c:v>45842</c:v>
                </c:pt>
                <c:pt idx="5803">
                  <c:v>45845</c:v>
                </c:pt>
                <c:pt idx="5804">
                  <c:v>45846</c:v>
                </c:pt>
                <c:pt idx="5805">
                  <c:v>45847</c:v>
                </c:pt>
                <c:pt idx="5806">
                  <c:v>45848</c:v>
                </c:pt>
                <c:pt idx="5807">
                  <c:v>45849</c:v>
                </c:pt>
                <c:pt idx="5808">
                  <c:v>45852</c:v>
                </c:pt>
                <c:pt idx="5809">
                  <c:v>45853</c:v>
                </c:pt>
                <c:pt idx="5810">
                  <c:v>45854</c:v>
                </c:pt>
                <c:pt idx="5811">
                  <c:v>45855</c:v>
                </c:pt>
                <c:pt idx="5812">
                  <c:v>45856</c:v>
                </c:pt>
                <c:pt idx="5813">
                  <c:v>45859</c:v>
                </c:pt>
                <c:pt idx="5814">
                  <c:v>45860</c:v>
                </c:pt>
                <c:pt idx="5815">
                  <c:v>45861</c:v>
                </c:pt>
                <c:pt idx="5816">
                  <c:v>45862</c:v>
                </c:pt>
                <c:pt idx="5817">
                  <c:v>45863</c:v>
                </c:pt>
                <c:pt idx="5818">
                  <c:v>45866</c:v>
                </c:pt>
                <c:pt idx="5819">
                  <c:v>45867</c:v>
                </c:pt>
                <c:pt idx="5820">
                  <c:v>45868</c:v>
                </c:pt>
                <c:pt idx="5821">
                  <c:v>45869</c:v>
                </c:pt>
                <c:pt idx="5822">
                  <c:v>45870</c:v>
                </c:pt>
                <c:pt idx="5823">
                  <c:v>45873</c:v>
                </c:pt>
                <c:pt idx="5824">
                  <c:v>45874</c:v>
                </c:pt>
                <c:pt idx="5825">
                  <c:v>45875</c:v>
                </c:pt>
                <c:pt idx="5826">
                  <c:v>45876</c:v>
                </c:pt>
                <c:pt idx="5827">
                  <c:v>45877</c:v>
                </c:pt>
                <c:pt idx="5828">
                  <c:v>45880</c:v>
                </c:pt>
                <c:pt idx="5829">
                  <c:v>45881</c:v>
                </c:pt>
                <c:pt idx="5830">
                  <c:v>45882</c:v>
                </c:pt>
                <c:pt idx="5831">
                  <c:v>45883</c:v>
                </c:pt>
                <c:pt idx="5832">
                  <c:v>45884</c:v>
                </c:pt>
                <c:pt idx="5833">
                  <c:v>45887</c:v>
                </c:pt>
                <c:pt idx="5834">
                  <c:v>45888</c:v>
                </c:pt>
                <c:pt idx="5835">
                  <c:v>45889</c:v>
                </c:pt>
                <c:pt idx="5836">
                  <c:v>45890</c:v>
                </c:pt>
                <c:pt idx="5837">
                  <c:v>45891</c:v>
                </c:pt>
                <c:pt idx="5838">
                  <c:v>45894</c:v>
                </c:pt>
                <c:pt idx="5839">
                  <c:v>45895</c:v>
                </c:pt>
                <c:pt idx="5840">
                  <c:v>45896</c:v>
                </c:pt>
                <c:pt idx="5841">
                  <c:v>45897</c:v>
                </c:pt>
                <c:pt idx="5842">
                  <c:v>45898</c:v>
                </c:pt>
                <c:pt idx="5843">
                  <c:v>45901</c:v>
                </c:pt>
                <c:pt idx="5844">
                  <c:v>45902</c:v>
                </c:pt>
                <c:pt idx="5845">
                  <c:v>45903</c:v>
                </c:pt>
                <c:pt idx="5846">
                  <c:v>45904</c:v>
                </c:pt>
                <c:pt idx="5847">
                  <c:v>45905</c:v>
                </c:pt>
                <c:pt idx="5848">
                  <c:v>45908</c:v>
                </c:pt>
                <c:pt idx="5849">
                  <c:v>45909</c:v>
                </c:pt>
                <c:pt idx="5850">
                  <c:v>45910</c:v>
                </c:pt>
                <c:pt idx="5851">
                  <c:v>45911</c:v>
                </c:pt>
                <c:pt idx="5852">
                  <c:v>45912</c:v>
                </c:pt>
                <c:pt idx="5853">
                  <c:v>45915</c:v>
                </c:pt>
                <c:pt idx="5854">
                  <c:v>45916</c:v>
                </c:pt>
                <c:pt idx="5855">
                  <c:v>45917</c:v>
                </c:pt>
                <c:pt idx="5856">
                  <c:v>45918</c:v>
                </c:pt>
                <c:pt idx="5857">
                  <c:v>45919</c:v>
                </c:pt>
                <c:pt idx="5858">
                  <c:v>45922</c:v>
                </c:pt>
                <c:pt idx="5859">
                  <c:v>45923</c:v>
                </c:pt>
                <c:pt idx="5860">
                  <c:v>45924</c:v>
                </c:pt>
                <c:pt idx="5861">
                  <c:v>45925</c:v>
                </c:pt>
                <c:pt idx="5862">
                  <c:v>45926</c:v>
                </c:pt>
                <c:pt idx="5863">
                  <c:v>45929</c:v>
                </c:pt>
                <c:pt idx="5864">
                  <c:v>45930</c:v>
                </c:pt>
                <c:pt idx="5865">
                  <c:v>45931</c:v>
                </c:pt>
                <c:pt idx="5866">
                  <c:v>45932</c:v>
                </c:pt>
                <c:pt idx="5867">
                  <c:v>45933</c:v>
                </c:pt>
                <c:pt idx="5868">
                  <c:v>45936</c:v>
                </c:pt>
                <c:pt idx="5869">
                  <c:v>45937</c:v>
                </c:pt>
                <c:pt idx="5870">
                  <c:v>45938</c:v>
                </c:pt>
                <c:pt idx="5871">
                  <c:v>45939</c:v>
                </c:pt>
                <c:pt idx="5872">
                  <c:v>45940</c:v>
                </c:pt>
                <c:pt idx="5873">
                  <c:v>45943</c:v>
                </c:pt>
                <c:pt idx="5874">
                  <c:v>45944</c:v>
                </c:pt>
                <c:pt idx="5875">
                  <c:v>45945</c:v>
                </c:pt>
                <c:pt idx="5876">
                  <c:v>45946</c:v>
                </c:pt>
                <c:pt idx="5877">
                  <c:v>45947</c:v>
                </c:pt>
                <c:pt idx="5878">
                  <c:v>45950</c:v>
                </c:pt>
                <c:pt idx="5879">
                  <c:v>45951</c:v>
                </c:pt>
                <c:pt idx="5880">
                  <c:v>45952</c:v>
                </c:pt>
                <c:pt idx="5881">
                  <c:v>45953</c:v>
                </c:pt>
                <c:pt idx="5882">
                  <c:v>45954</c:v>
                </c:pt>
                <c:pt idx="5883">
                  <c:v>45957</c:v>
                </c:pt>
                <c:pt idx="5884">
                  <c:v>45958</c:v>
                </c:pt>
                <c:pt idx="5885">
                  <c:v>45959</c:v>
                </c:pt>
                <c:pt idx="5886">
                  <c:v>45960</c:v>
                </c:pt>
                <c:pt idx="5887">
                  <c:v>45961</c:v>
                </c:pt>
                <c:pt idx="5888">
                  <c:v>45964</c:v>
                </c:pt>
                <c:pt idx="5889">
                  <c:v>45965</c:v>
                </c:pt>
                <c:pt idx="5890">
                  <c:v>45966</c:v>
                </c:pt>
                <c:pt idx="5891">
                  <c:v>45967</c:v>
                </c:pt>
                <c:pt idx="5892">
                  <c:v>45968</c:v>
                </c:pt>
                <c:pt idx="5893">
                  <c:v>45971</c:v>
                </c:pt>
                <c:pt idx="5894">
                  <c:v>45972</c:v>
                </c:pt>
                <c:pt idx="5895">
                  <c:v>45973</c:v>
                </c:pt>
                <c:pt idx="5896">
                  <c:v>45974</c:v>
                </c:pt>
                <c:pt idx="5897">
                  <c:v>45975</c:v>
                </c:pt>
                <c:pt idx="5898">
                  <c:v>45978</c:v>
                </c:pt>
                <c:pt idx="5899">
                  <c:v>45979</c:v>
                </c:pt>
                <c:pt idx="5900">
                  <c:v>45980</c:v>
                </c:pt>
                <c:pt idx="5901">
                  <c:v>45982</c:v>
                </c:pt>
                <c:pt idx="5902">
                  <c:v>45985</c:v>
                </c:pt>
                <c:pt idx="5903">
                  <c:v>45986</c:v>
                </c:pt>
                <c:pt idx="5904">
                  <c:v>45987</c:v>
                </c:pt>
                <c:pt idx="5905">
                  <c:v>45988</c:v>
                </c:pt>
                <c:pt idx="5906">
                  <c:v>45989</c:v>
                </c:pt>
                <c:pt idx="5907">
                  <c:v>45992</c:v>
                </c:pt>
                <c:pt idx="5908">
                  <c:v>45993</c:v>
                </c:pt>
                <c:pt idx="5909">
                  <c:v>45994</c:v>
                </c:pt>
                <c:pt idx="5910">
                  <c:v>45995</c:v>
                </c:pt>
                <c:pt idx="5911">
                  <c:v>45996</c:v>
                </c:pt>
                <c:pt idx="5912">
                  <c:v>45999</c:v>
                </c:pt>
                <c:pt idx="5913">
                  <c:v>46000</c:v>
                </c:pt>
                <c:pt idx="5914">
                  <c:v>46001</c:v>
                </c:pt>
                <c:pt idx="5915">
                  <c:v>46002</c:v>
                </c:pt>
                <c:pt idx="5916">
                  <c:v>46003</c:v>
                </c:pt>
                <c:pt idx="5917">
                  <c:v>46006</c:v>
                </c:pt>
                <c:pt idx="5918">
                  <c:v>46007</c:v>
                </c:pt>
                <c:pt idx="5919">
                  <c:v>46008</c:v>
                </c:pt>
                <c:pt idx="5920">
                  <c:v>46009</c:v>
                </c:pt>
                <c:pt idx="5921">
                  <c:v>46010</c:v>
                </c:pt>
                <c:pt idx="5922">
                  <c:v>46013</c:v>
                </c:pt>
                <c:pt idx="5923">
                  <c:v>46014</c:v>
                </c:pt>
                <c:pt idx="5924">
                  <c:v>46017</c:v>
                </c:pt>
                <c:pt idx="5925">
                  <c:v>46020</c:v>
                </c:pt>
                <c:pt idx="5926">
                  <c:v>46021</c:v>
                </c:pt>
                <c:pt idx="5927">
                  <c:v>46024</c:v>
                </c:pt>
                <c:pt idx="5928">
                  <c:v>46027</c:v>
                </c:pt>
                <c:pt idx="5929">
                  <c:v>46028</c:v>
                </c:pt>
                <c:pt idx="5930">
                  <c:v>46029</c:v>
                </c:pt>
                <c:pt idx="5931">
                  <c:v>46030</c:v>
                </c:pt>
                <c:pt idx="5932">
                  <c:v>46031</c:v>
                </c:pt>
                <c:pt idx="5933">
                  <c:v>46034</c:v>
                </c:pt>
                <c:pt idx="5934">
                  <c:v>46035</c:v>
                </c:pt>
                <c:pt idx="5935">
                  <c:v>46036</c:v>
                </c:pt>
                <c:pt idx="5936">
                  <c:v>46037</c:v>
                </c:pt>
                <c:pt idx="5937">
                  <c:v>46038</c:v>
                </c:pt>
                <c:pt idx="5938">
                  <c:v>46041</c:v>
                </c:pt>
                <c:pt idx="5939">
                  <c:v>46042</c:v>
                </c:pt>
                <c:pt idx="5940">
                  <c:v>46043</c:v>
                </c:pt>
                <c:pt idx="5941">
                  <c:v>46044</c:v>
                </c:pt>
                <c:pt idx="5942">
                  <c:v>46045</c:v>
                </c:pt>
                <c:pt idx="5943">
                  <c:v>46048</c:v>
                </c:pt>
                <c:pt idx="5944">
                  <c:v>46049</c:v>
                </c:pt>
                <c:pt idx="5945">
                  <c:v>46050</c:v>
                </c:pt>
                <c:pt idx="5946">
                  <c:v>46051</c:v>
                </c:pt>
                <c:pt idx="5947">
                  <c:v>46052</c:v>
                </c:pt>
                <c:pt idx="5948">
                  <c:v>46055</c:v>
                </c:pt>
                <c:pt idx="5949">
                  <c:v>46056</c:v>
                </c:pt>
                <c:pt idx="5950">
                  <c:v>46057</c:v>
                </c:pt>
                <c:pt idx="5951">
                  <c:v>46058</c:v>
                </c:pt>
                <c:pt idx="5952">
                  <c:v>46059</c:v>
                </c:pt>
                <c:pt idx="5953">
                  <c:v>46062</c:v>
                </c:pt>
                <c:pt idx="5954">
                  <c:v>46063</c:v>
                </c:pt>
                <c:pt idx="5955">
                  <c:v>46064</c:v>
                </c:pt>
                <c:pt idx="5956">
                  <c:v>46065</c:v>
                </c:pt>
                <c:pt idx="5957">
                  <c:v>46066</c:v>
                </c:pt>
                <c:pt idx="5958">
                  <c:v>46071</c:v>
                </c:pt>
                <c:pt idx="5959">
                  <c:v>46072</c:v>
                </c:pt>
                <c:pt idx="5960">
                  <c:v>46073</c:v>
                </c:pt>
                <c:pt idx="5961">
                  <c:v>46076</c:v>
                </c:pt>
                <c:pt idx="5962">
                  <c:v>46077</c:v>
                </c:pt>
                <c:pt idx="5963">
                  <c:v>46078</c:v>
                </c:pt>
                <c:pt idx="5964">
                  <c:v>46079</c:v>
                </c:pt>
                <c:pt idx="5965">
                  <c:v>46080</c:v>
                </c:pt>
                <c:pt idx="5966">
                  <c:v>46083</c:v>
                </c:pt>
                <c:pt idx="5967">
                  <c:v>46084</c:v>
                </c:pt>
                <c:pt idx="5968">
                  <c:v>46085</c:v>
                </c:pt>
                <c:pt idx="5969">
                  <c:v>46086</c:v>
                </c:pt>
                <c:pt idx="5970">
                  <c:v>46087</c:v>
                </c:pt>
                <c:pt idx="5971">
                  <c:v>46090</c:v>
                </c:pt>
                <c:pt idx="5972">
                  <c:v>46091</c:v>
                </c:pt>
                <c:pt idx="5973">
                  <c:v>46092</c:v>
                </c:pt>
                <c:pt idx="5974">
                  <c:v>46093</c:v>
                </c:pt>
                <c:pt idx="5975">
                  <c:v>46094</c:v>
                </c:pt>
                <c:pt idx="5976">
                  <c:v>46097</c:v>
                </c:pt>
                <c:pt idx="5977">
                  <c:v>46098</c:v>
                </c:pt>
                <c:pt idx="5978">
                  <c:v>46099</c:v>
                </c:pt>
                <c:pt idx="5979">
                  <c:v>46100</c:v>
                </c:pt>
                <c:pt idx="5980">
                  <c:v>46101</c:v>
                </c:pt>
                <c:pt idx="5981">
                  <c:v>46104</c:v>
                </c:pt>
                <c:pt idx="5982">
                  <c:v>46105</c:v>
                </c:pt>
                <c:pt idx="5983">
                  <c:v>46106</c:v>
                </c:pt>
                <c:pt idx="5984">
                  <c:v>46107</c:v>
                </c:pt>
                <c:pt idx="5985">
                  <c:v>46108</c:v>
                </c:pt>
                <c:pt idx="5986">
                  <c:v>46111</c:v>
                </c:pt>
                <c:pt idx="5987">
                  <c:v>46112</c:v>
                </c:pt>
                <c:pt idx="5988">
                  <c:v>46113</c:v>
                </c:pt>
                <c:pt idx="5989">
                  <c:v>46114</c:v>
                </c:pt>
                <c:pt idx="5990">
                  <c:v>46118</c:v>
                </c:pt>
                <c:pt idx="5991">
                  <c:v>46119</c:v>
                </c:pt>
                <c:pt idx="5992">
                  <c:v>46120</c:v>
                </c:pt>
                <c:pt idx="5993">
                  <c:v>46121</c:v>
                </c:pt>
                <c:pt idx="5994">
                  <c:v>46122</c:v>
                </c:pt>
                <c:pt idx="5995">
                  <c:v>46125</c:v>
                </c:pt>
                <c:pt idx="5996">
                  <c:v>46126</c:v>
                </c:pt>
                <c:pt idx="5997">
                  <c:v>46127</c:v>
                </c:pt>
                <c:pt idx="5998">
                  <c:v>46128</c:v>
                </c:pt>
                <c:pt idx="5999">
                  <c:v>46129</c:v>
                </c:pt>
                <c:pt idx="6000">
                  <c:v>46132</c:v>
                </c:pt>
                <c:pt idx="6001">
                  <c:v>46134</c:v>
                </c:pt>
                <c:pt idx="6002">
                  <c:v>46135</c:v>
                </c:pt>
                <c:pt idx="6003">
                  <c:v>46136</c:v>
                </c:pt>
                <c:pt idx="6004">
                  <c:v>46139</c:v>
                </c:pt>
                <c:pt idx="6005">
                  <c:v>46140</c:v>
                </c:pt>
                <c:pt idx="6006">
                  <c:v>46141</c:v>
                </c:pt>
                <c:pt idx="6007">
                  <c:v>46142</c:v>
                </c:pt>
                <c:pt idx="6008">
                  <c:v>46146</c:v>
                </c:pt>
                <c:pt idx="6009">
                  <c:v>46147</c:v>
                </c:pt>
                <c:pt idx="6010">
                  <c:v>46148</c:v>
                </c:pt>
                <c:pt idx="6011">
                  <c:v>46149</c:v>
                </c:pt>
                <c:pt idx="6012">
                  <c:v>46150</c:v>
                </c:pt>
                <c:pt idx="6013">
                  <c:v>46153</c:v>
                </c:pt>
                <c:pt idx="6014">
                  <c:v>46154</c:v>
                </c:pt>
                <c:pt idx="6015">
                  <c:v>46155</c:v>
                </c:pt>
                <c:pt idx="6016">
                  <c:v>46156</c:v>
                </c:pt>
                <c:pt idx="6017">
                  <c:v>46157</c:v>
                </c:pt>
                <c:pt idx="6018">
                  <c:v>46160</c:v>
                </c:pt>
                <c:pt idx="6019">
                  <c:v>46161</c:v>
                </c:pt>
                <c:pt idx="6020">
                  <c:v>46162</c:v>
                </c:pt>
                <c:pt idx="6021">
                  <c:v>46163</c:v>
                </c:pt>
                <c:pt idx="6022">
                  <c:v>46164</c:v>
                </c:pt>
                <c:pt idx="6023">
                  <c:v>46167</c:v>
                </c:pt>
                <c:pt idx="6024">
                  <c:v>46168</c:v>
                </c:pt>
                <c:pt idx="6025">
                  <c:v>46169</c:v>
                </c:pt>
                <c:pt idx="6026">
                  <c:v>46170</c:v>
                </c:pt>
                <c:pt idx="6027">
                  <c:v>46171</c:v>
                </c:pt>
                <c:pt idx="6028">
                  <c:v>46174</c:v>
                </c:pt>
                <c:pt idx="6029">
                  <c:v>46175</c:v>
                </c:pt>
                <c:pt idx="6030">
                  <c:v>46176</c:v>
                </c:pt>
                <c:pt idx="6031">
                  <c:v>46178</c:v>
                </c:pt>
                <c:pt idx="6032">
                  <c:v>46181</c:v>
                </c:pt>
                <c:pt idx="6033">
                  <c:v>46182</c:v>
                </c:pt>
                <c:pt idx="6034">
                  <c:v>46183</c:v>
                </c:pt>
                <c:pt idx="6035">
                  <c:v>46184</c:v>
                </c:pt>
                <c:pt idx="6036">
                  <c:v>46185</c:v>
                </c:pt>
                <c:pt idx="6037">
                  <c:v>46188</c:v>
                </c:pt>
                <c:pt idx="6038">
                  <c:v>46189</c:v>
                </c:pt>
                <c:pt idx="6039">
                  <c:v>46190</c:v>
                </c:pt>
                <c:pt idx="6040">
                  <c:v>46191</c:v>
                </c:pt>
                <c:pt idx="6041">
                  <c:v>46192</c:v>
                </c:pt>
                <c:pt idx="6042">
                  <c:v>46195</c:v>
                </c:pt>
                <c:pt idx="6043">
                  <c:v>46196</c:v>
                </c:pt>
                <c:pt idx="6044">
                  <c:v>46197</c:v>
                </c:pt>
                <c:pt idx="6045">
                  <c:v>46198</c:v>
                </c:pt>
                <c:pt idx="6046">
                  <c:v>46199</c:v>
                </c:pt>
                <c:pt idx="6047">
                  <c:v>46202</c:v>
                </c:pt>
                <c:pt idx="6048">
                  <c:v>46203</c:v>
                </c:pt>
                <c:pt idx="6049">
                  <c:v>46204</c:v>
                </c:pt>
                <c:pt idx="6050">
                  <c:v>46205</c:v>
                </c:pt>
                <c:pt idx="6051">
                  <c:v>46206</c:v>
                </c:pt>
                <c:pt idx="6052">
                  <c:v>46209</c:v>
                </c:pt>
                <c:pt idx="6053">
                  <c:v>46210</c:v>
                </c:pt>
                <c:pt idx="6054">
                  <c:v>46211</c:v>
                </c:pt>
                <c:pt idx="6055">
                  <c:v>46212</c:v>
                </c:pt>
                <c:pt idx="6056">
                  <c:v>46213</c:v>
                </c:pt>
                <c:pt idx="6057">
                  <c:v>46216</c:v>
                </c:pt>
                <c:pt idx="6058">
                  <c:v>46217</c:v>
                </c:pt>
                <c:pt idx="6059">
                  <c:v>46218</c:v>
                </c:pt>
                <c:pt idx="6060">
                  <c:v>46219</c:v>
                </c:pt>
                <c:pt idx="6061">
                  <c:v>46220</c:v>
                </c:pt>
                <c:pt idx="6062">
                  <c:v>46223</c:v>
                </c:pt>
                <c:pt idx="6063">
                  <c:v>46224</c:v>
                </c:pt>
                <c:pt idx="6064">
                  <c:v>46225</c:v>
                </c:pt>
                <c:pt idx="6065">
                  <c:v>46226</c:v>
                </c:pt>
                <c:pt idx="6066">
                  <c:v>46227</c:v>
                </c:pt>
                <c:pt idx="6067">
                  <c:v>46230</c:v>
                </c:pt>
                <c:pt idx="6068">
                  <c:v>46231</c:v>
                </c:pt>
                <c:pt idx="6069">
                  <c:v>46232</c:v>
                </c:pt>
                <c:pt idx="6070">
                  <c:v>46233</c:v>
                </c:pt>
                <c:pt idx="6071">
                  <c:v>46234</c:v>
                </c:pt>
                <c:pt idx="6072">
                  <c:v>46237</c:v>
                </c:pt>
                <c:pt idx="6073">
                  <c:v>46238</c:v>
                </c:pt>
                <c:pt idx="6074">
                  <c:v>46239</c:v>
                </c:pt>
                <c:pt idx="6075">
                  <c:v>46240</c:v>
                </c:pt>
                <c:pt idx="6076">
                  <c:v>46241</c:v>
                </c:pt>
                <c:pt idx="6077">
                  <c:v>46244</c:v>
                </c:pt>
                <c:pt idx="6078">
                  <c:v>46245</c:v>
                </c:pt>
                <c:pt idx="6079">
                  <c:v>46246</c:v>
                </c:pt>
                <c:pt idx="6080">
                  <c:v>46247</c:v>
                </c:pt>
                <c:pt idx="6081">
                  <c:v>46248</c:v>
                </c:pt>
                <c:pt idx="6082">
                  <c:v>46251</c:v>
                </c:pt>
                <c:pt idx="6083">
                  <c:v>46252</c:v>
                </c:pt>
                <c:pt idx="6084">
                  <c:v>46253</c:v>
                </c:pt>
                <c:pt idx="6085">
                  <c:v>46254</c:v>
                </c:pt>
                <c:pt idx="6086">
                  <c:v>46255</c:v>
                </c:pt>
                <c:pt idx="6087">
                  <c:v>46258</c:v>
                </c:pt>
                <c:pt idx="6088">
                  <c:v>46259</c:v>
                </c:pt>
                <c:pt idx="6089">
                  <c:v>46260</c:v>
                </c:pt>
                <c:pt idx="6090">
                  <c:v>46261</c:v>
                </c:pt>
                <c:pt idx="6091">
                  <c:v>46262</c:v>
                </c:pt>
                <c:pt idx="6092">
                  <c:v>46265</c:v>
                </c:pt>
                <c:pt idx="6093">
                  <c:v>46266</c:v>
                </c:pt>
                <c:pt idx="6094">
                  <c:v>46267</c:v>
                </c:pt>
                <c:pt idx="6095">
                  <c:v>46268</c:v>
                </c:pt>
                <c:pt idx="6096">
                  <c:v>46269</c:v>
                </c:pt>
                <c:pt idx="6097">
                  <c:v>46273</c:v>
                </c:pt>
                <c:pt idx="6098">
                  <c:v>46274</c:v>
                </c:pt>
                <c:pt idx="6099">
                  <c:v>46275</c:v>
                </c:pt>
                <c:pt idx="6100">
                  <c:v>46276</c:v>
                </c:pt>
                <c:pt idx="6101">
                  <c:v>46279</c:v>
                </c:pt>
                <c:pt idx="6102">
                  <c:v>46280</c:v>
                </c:pt>
                <c:pt idx="6103">
                  <c:v>46281</c:v>
                </c:pt>
                <c:pt idx="6104">
                  <c:v>46282</c:v>
                </c:pt>
                <c:pt idx="6105">
                  <c:v>46283</c:v>
                </c:pt>
                <c:pt idx="6106">
                  <c:v>46286</c:v>
                </c:pt>
                <c:pt idx="6107">
                  <c:v>46287</c:v>
                </c:pt>
                <c:pt idx="6108">
                  <c:v>46288</c:v>
                </c:pt>
                <c:pt idx="6109">
                  <c:v>46289</c:v>
                </c:pt>
                <c:pt idx="6110">
                  <c:v>46290</c:v>
                </c:pt>
                <c:pt idx="6111">
                  <c:v>46293</c:v>
                </c:pt>
                <c:pt idx="6112">
                  <c:v>46294</c:v>
                </c:pt>
                <c:pt idx="6113">
                  <c:v>46295</c:v>
                </c:pt>
                <c:pt idx="6114">
                  <c:v>46296</c:v>
                </c:pt>
                <c:pt idx="6115">
                  <c:v>46297</c:v>
                </c:pt>
                <c:pt idx="6116">
                  <c:v>46300</c:v>
                </c:pt>
                <c:pt idx="6117">
                  <c:v>46301</c:v>
                </c:pt>
                <c:pt idx="6118">
                  <c:v>46302</c:v>
                </c:pt>
                <c:pt idx="6119">
                  <c:v>46303</c:v>
                </c:pt>
                <c:pt idx="6120">
                  <c:v>46304</c:v>
                </c:pt>
                <c:pt idx="6121">
                  <c:v>46308</c:v>
                </c:pt>
                <c:pt idx="6122">
                  <c:v>46309</c:v>
                </c:pt>
                <c:pt idx="6123">
                  <c:v>46310</c:v>
                </c:pt>
                <c:pt idx="6124">
                  <c:v>46311</c:v>
                </c:pt>
                <c:pt idx="6125">
                  <c:v>46314</c:v>
                </c:pt>
                <c:pt idx="6126">
                  <c:v>46315</c:v>
                </c:pt>
                <c:pt idx="6127">
                  <c:v>46316</c:v>
                </c:pt>
                <c:pt idx="6128">
                  <c:v>46317</c:v>
                </c:pt>
                <c:pt idx="6129">
                  <c:v>46318</c:v>
                </c:pt>
                <c:pt idx="6130">
                  <c:v>46321</c:v>
                </c:pt>
              </c:numCache>
            </c:numRef>
          </c:cat>
          <c:val>
            <c:numRef>
              <c:f>'L1'!$B$2:$B$6132</c:f>
              <c:numCache>
                <c:formatCode>General</c:formatCode>
                <c:ptCount val="6131"/>
                <c:pt idx="0">
                  <c:v>-3</c:v>
                </c:pt>
                <c:pt idx="1">
                  <c:v>-3</c:v>
                </c:pt>
                <c:pt idx="2">
                  <c:v>-3</c:v>
                </c:pt>
                <c:pt idx="3">
                  <c:v>-3</c:v>
                </c:pt>
                <c:pt idx="4">
                  <c:v>-3</c:v>
                </c:pt>
                <c:pt idx="5">
                  <c:v>-3</c:v>
                </c:pt>
                <c:pt idx="6">
                  <c:v>-3</c:v>
                </c:pt>
                <c:pt idx="7">
                  <c:v>-3</c:v>
                </c:pt>
                <c:pt idx="8">
                  <c:v>-3</c:v>
                </c:pt>
                <c:pt idx="9">
                  <c:v>-3</c:v>
                </c:pt>
                <c:pt idx="10">
                  <c:v>-3</c:v>
                </c:pt>
                <c:pt idx="11">
                  <c:v>-3</c:v>
                </c:pt>
                <c:pt idx="12">
                  <c:v>-3</c:v>
                </c:pt>
                <c:pt idx="13">
                  <c:v>-3</c:v>
                </c:pt>
                <c:pt idx="14">
                  <c:v>-3</c:v>
                </c:pt>
                <c:pt idx="15">
                  <c:v>-3</c:v>
                </c:pt>
                <c:pt idx="16">
                  <c:v>-3</c:v>
                </c:pt>
                <c:pt idx="17">
                  <c:v>-3</c:v>
                </c:pt>
                <c:pt idx="18">
                  <c:v>-3</c:v>
                </c:pt>
                <c:pt idx="19">
                  <c:v>-3</c:v>
                </c:pt>
                <c:pt idx="20">
                  <c:v>-3</c:v>
                </c:pt>
                <c:pt idx="21">
                  <c:v>-3</c:v>
                </c:pt>
                <c:pt idx="22">
                  <c:v>-3</c:v>
                </c:pt>
                <c:pt idx="23">
                  <c:v>-3</c:v>
                </c:pt>
                <c:pt idx="24">
                  <c:v>-3</c:v>
                </c:pt>
                <c:pt idx="25">
                  <c:v>-3</c:v>
                </c:pt>
                <c:pt idx="26">
                  <c:v>-3</c:v>
                </c:pt>
                <c:pt idx="27">
                  <c:v>-3</c:v>
                </c:pt>
                <c:pt idx="28">
                  <c:v>-3</c:v>
                </c:pt>
                <c:pt idx="29">
                  <c:v>-3</c:v>
                </c:pt>
                <c:pt idx="30">
                  <c:v>-3</c:v>
                </c:pt>
                <c:pt idx="31">
                  <c:v>-3</c:v>
                </c:pt>
                <c:pt idx="32">
                  <c:v>-3</c:v>
                </c:pt>
                <c:pt idx="33">
                  <c:v>-3</c:v>
                </c:pt>
                <c:pt idx="34">
                  <c:v>-3</c:v>
                </c:pt>
                <c:pt idx="35">
                  <c:v>-3</c:v>
                </c:pt>
                <c:pt idx="36">
                  <c:v>-3</c:v>
                </c:pt>
                <c:pt idx="37">
                  <c:v>-3</c:v>
                </c:pt>
                <c:pt idx="38">
                  <c:v>-3</c:v>
                </c:pt>
                <c:pt idx="39">
                  <c:v>-3</c:v>
                </c:pt>
                <c:pt idx="40">
                  <c:v>-3</c:v>
                </c:pt>
                <c:pt idx="41">
                  <c:v>-3</c:v>
                </c:pt>
                <c:pt idx="42">
                  <c:v>-3</c:v>
                </c:pt>
                <c:pt idx="43">
                  <c:v>-3</c:v>
                </c:pt>
                <c:pt idx="44">
                  <c:v>-3</c:v>
                </c:pt>
                <c:pt idx="45">
                  <c:v>-3</c:v>
                </c:pt>
                <c:pt idx="46">
                  <c:v>-3</c:v>
                </c:pt>
                <c:pt idx="47">
                  <c:v>-3</c:v>
                </c:pt>
                <c:pt idx="48">
                  <c:v>-3</c:v>
                </c:pt>
                <c:pt idx="49">
                  <c:v>-3</c:v>
                </c:pt>
                <c:pt idx="50">
                  <c:v>-3</c:v>
                </c:pt>
                <c:pt idx="51">
                  <c:v>-3</c:v>
                </c:pt>
                <c:pt idx="52">
                  <c:v>-3</c:v>
                </c:pt>
                <c:pt idx="53">
                  <c:v>-3</c:v>
                </c:pt>
                <c:pt idx="54">
                  <c:v>-3</c:v>
                </c:pt>
                <c:pt idx="55">
                  <c:v>-3</c:v>
                </c:pt>
                <c:pt idx="56">
                  <c:v>-3</c:v>
                </c:pt>
                <c:pt idx="57">
                  <c:v>-3</c:v>
                </c:pt>
                <c:pt idx="58">
                  <c:v>-3</c:v>
                </c:pt>
                <c:pt idx="59">
                  <c:v>-3</c:v>
                </c:pt>
                <c:pt idx="60">
                  <c:v>-3</c:v>
                </c:pt>
                <c:pt idx="61">
                  <c:v>-3</c:v>
                </c:pt>
                <c:pt idx="62">
                  <c:v>-3</c:v>
                </c:pt>
                <c:pt idx="63">
                  <c:v>-3</c:v>
                </c:pt>
                <c:pt idx="64">
                  <c:v>-3</c:v>
                </c:pt>
                <c:pt idx="65">
                  <c:v>-3</c:v>
                </c:pt>
                <c:pt idx="66">
                  <c:v>-3</c:v>
                </c:pt>
                <c:pt idx="67">
                  <c:v>-3</c:v>
                </c:pt>
                <c:pt idx="68">
                  <c:v>-3</c:v>
                </c:pt>
                <c:pt idx="69">
                  <c:v>-3</c:v>
                </c:pt>
                <c:pt idx="70">
                  <c:v>-3</c:v>
                </c:pt>
                <c:pt idx="71">
                  <c:v>-3</c:v>
                </c:pt>
                <c:pt idx="72">
                  <c:v>-3</c:v>
                </c:pt>
                <c:pt idx="73">
                  <c:v>-3</c:v>
                </c:pt>
                <c:pt idx="74">
                  <c:v>-3</c:v>
                </c:pt>
                <c:pt idx="75">
                  <c:v>-3</c:v>
                </c:pt>
                <c:pt idx="76">
                  <c:v>-3</c:v>
                </c:pt>
                <c:pt idx="77">
                  <c:v>-3</c:v>
                </c:pt>
                <c:pt idx="78">
                  <c:v>-3</c:v>
                </c:pt>
                <c:pt idx="79">
                  <c:v>-3</c:v>
                </c:pt>
                <c:pt idx="80">
                  <c:v>-3</c:v>
                </c:pt>
                <c:pt idx="81">
                  <c:v>-3</c:v>
                </c:pt>
                <c:pt idx="82">
                  <c:v>-3</c:v>
                </c:pt>
                <c:pt idx="83">
                  <c:v>-3</c:v>
                </c:pt>
                <c:pt idx="84">
                  <c:v>-3</c:v>
                </c:pt>
                <c:pt idx="85">
                  <c:v>-3</c:v>
                </c:pt>
                <c:pt idx="86">
                  <c:v>-3</c:v>
                </c:pt>
                <c:pt idx="87">
                  <c:v>-3</c:v>
                </c:pt>
                <c:pt idx="88">
                  <c:v>-3</c:v>
                </c:pt>
                <c:pt idx="89">
                  <c:v>-3</c:v>
                </c:pt>
                <c:pt idx="90">
                  <c:v>-3</c:v>
                </c:pt>
                <c:pt idx="91">
                  <c:v>-3</c:v>
                </c:pt>
                <c:pt idx="92">
                  <c:v>-3</c:v>
                </c:pt>
                <c:pt idx="93">
                  <c:v>-3</c:v>
                </c:pt>
                <c:pt idx="94">
                  <c:v>-3</c:v>
                </c:pt>
                <c:pt idx="95">
                  <c:v>-3</c:v>
                </c:pt>
                <c:pt idx="96">
                  <c:v>-3</c:v>
                </c:pt>
                <c:pt idx="97">
                  <c:v>-3</c:v>
                </c:pt>
                <c:pt idx="98">
                  <c:v>-3</c:v>
                </c:pt>
                <c:pt idx="99">
                  <c:v>-3</c:v>
                </c:pt>
                <c:pt idx="100">
                  <c:v>-3</c:v>
                </c:pt>
                <c:pt idx="101">
                  <c:v>-3</c:v>
                </c:pt>
                <c:pt idx="102">
                  <c:v>-3</c:v>
                </c:pt>
                <c:pt idx="103">
                  <c:v>-3</c:v>
                </c:pt>
                <c:pt idx="104">
                  <c:v>-3</c:v>
                </c:pt>
                <c:pt idx="105">
                  <c:v>-3</c:v>
                </c:pt>
                <c:pt idx="106">
                  <c:v>-3</c:v>
                </c:pt>
                <c:pt idx="107">
                  <c:v>-3</c:v>
                </c:pt>
                <c:pt idx="108">
                  <c:v>-3</c:v>
                </c:pt>
                <c:pt idx="109">
                  <c:v>-3</c:v>
                </c:pt>
                <c:pt idx="110">
                  <c:v>-3</c:v>
                </c:pt>
                <c:pt idx="111">
                  <c:v>-3</c:v>
                </c:pt>
                <c:pt idx="112">
                  <c:v>-3</c:v>
                </c:pt>
                <c:pt idx="113">
                  <c:v>-3</c:v>
                </c:pt>
                <c:pt idx="114">
                  <c:v>-3</c:v>
                </c:pt>
                <c:pt idx="115">
                  <c:v>-3</c:v>
                </c:pt>
                <c:pt idx="116">
                  <c:v>-3</c:v>
                </c:pt>
                <c:pt idx="117">
                  <c:v>-3</c:v>
                </c:pt>
                <c:pt idx="118">
                  <c:v>-3</c:v>
                </c:pt>
                <c:pt idx="119">
                  <c:v>-3</c:v>
                </c:pt>
                <c:pt idx="120">
                  <c:v>-3</c:v>
                </c:pt>
                <c:pt idx="121">
                  <c:v>-3</c:v>
                </c:pt>
                <c:pt idx="122">
                  <c:v>-3</c:v>
                </c:pt>
                <c:pt idx="123">
                  <c:v>-3</c:v>
                </c:pt>
                <c:pt idx="124">
                  <c:v>-3</c:v>
                </c:pt>
                <c:pt idx="125">
                  <c:v>-3</c:v>
                </c:pt>
                <c:pt idx="126">
                  <c:v>-3</c:v>
                </c:pt>
                <c:pt idx="127">
                  <c:v>-3</c:v>
                </c:pt>
                <c:pt idx="128">
                  <c:v>-3</c:v>
                </c:pt>
                <c:pt idx="129">
                  <c:v>-3</c:v>
                </c:pt>
                <c:pt idx="130">
                  <c:v>-3</c:v>
                </c:pt>
                <c:pt idx="131">
                  <c:v>-3</c:v>
                </c:pt>
                <c:pt idx="132">
                  <c:v>-3</c:v>
                </c:pt>
                <c:pt idx="133">
                  <c:v>-3</c:v>
                </c:pt>
                <c:pt idx="134">
                  <c:v>-3</c:v>
                </c:pt>
                <c:pt idx="135">
                  <c:v>-3</c:v>
                </c:pt>
                <c:pt idx="136">
                  <c:v>-3</c:v>
                </c:pt>
                <c:pt idx="137">
                  <c:v>-3</c:v>
                </c:pt>
                <c:pt idx="138">
                  <c:v>-3</c:v>
                </c:pt>
                <c:pt idx="139">
                  <c:v>-3</c:v>
                </c:pt>
                <c:pt idx="140">
                  <c:v>-3</c:v>
                </c:pt>
                <c:pt idx="141">
                  <c:v>-3</c:v>
                </c:pt>
                <c:pt idx="142">
                  <c:v>-3</c:v>
                </c:pt>
                <c:pt idx="143">
                  <c:v>-3</c:v>
                </c:pt>
                <c:pt idx="144">
                  <c:v>-3</c:v>
                </c:pt>
                <c:pt idx="145">
                  <c:v>-3</c:v>
                </c:pt>
                <c:pt idx="146">
                  <c:v>-3</c:v>
                </c:pt>
                <c:pt idx="147">
                  <c:v>-3</c:v>
                </c:pt>
                <c:pt idx="148">
                  <c:v>-3</c:v>
                </c:pt>
                <c:pt idx="149">
                  <c:v>-3</c:v>
                </c:pt>
                <c:pt idx="150">
                  <c:v>-3</c:v>
                </c:pt>
                <c:pt idx="151">
                  <c:v>-3</c:v>
                </c:pt>
                <c:pt idx="152">
                  <c:v>-3</c:v>
                </c:pt>
                <c:pt idx="153">
                  <c:v>-3</c:v>
                </c:pt>
                <c:pt idx="154">
                  <c:v>-3</c:v>
                </c:pt>
                <c:pt idx="155">
                  <c:v>-3</c:v>
                </c:pt>
                <c:pt idx="156">
                  <c:v>-3</c:v>
                </c:pt>
                <c:pt idx="157">
                  <c:v>-3</c:v>
                </c:pt>
                <c:pt idx="158">
                  <c:v>-3</c:v>
                </c:pt>
                <c:pt idx="159">
                  <c:v>-3</c:v>
                </c:pt>
                <c:pt idx="160">
                  <c:v>-3</c:v>
                </c:pt>
                <c:pt idx="161">
                  <c:v>-3</c:v>
                </c:pt>
                <c:pt idx="162">
                  <c:v>-3</c:v>
                </c:pt>
                <c:pt idx="163">
                  <c:v>-3</c:v>
                </c:pt>
                <c:pt idx="164">
                  <c:v>-3</c:v>
                </c:pt>
                <c:pt idx="165">
                  <c:v>-3</c:v>
                </c:pt>
                <c:pt idx="166">
                  <c:v>-3</c:v>
                </c:pt>
                <c:pt idx="167">
                  <c:v>-3</c:v>
                </c:pt>
                <c:pt idx="168">
                  <c:v>-3</c:v>
                </c:pt>
                <c:pt idx="169">
                  <c:v>-3</c:v>
                </c:pt>
                <c:pt idx="170">
                  <c:v>-3</c:v>
                </c:pt>
                <c:pt idx="171">
                  <c:v>-3</c:v>
                </c:pt>
                <c:pt idx="172">
                  <c:v>-3</c:v>
                </c:pt>
                <c:pt idx="173">
                  <c:v>-3</c:v>
                </c:pt>
                <c:pt idx="174">
                  <c:v>-3</c:v>
                </c:pt>
                <c:pt idx="175">
                  <c:v>-3</c:v>
                </c:pt>
                <c:pt idx="176">
                  <c:v>-3</c:v>
                </c:pt>
                <c:pt idx="177">
                  <c:v>-3</c:v>
                </c:pt>
                <c:pt idx="178">
                  <c:v>-3</c:v>
                </c:pt>
                <c:pt idx="179">
                  <c:v>-3</c:v>
                </c:pt>
                <c:pt idx="180">
                  <c:v>-3</c:v>
                </c:pt>
                <c:pt idx="181">
                  <c:v>-3</c:v>
                </c:pt>
                <c:pt idx="182">
                  <c:v>-3</c:v>
                </c:pt>
                <c:pt idx="183">
                  <c:v>-3</c:v>
                </c:pt>
                <c:pt idx="184">
                  <c:v>-3</c:v>
                </c:pt>
                <c:pt idx="185">
                  <c:v>-3</c:v>
                </c:pt>
                <c:pt idx="186">
                  <c:v>-3</c:v>
                </c:pt>
                <c:pt idx="187">
                  <c:v>-3</c:v>
                </c:pt>
                <c:pt idx="188">
                  <c:v>-3</c:v>
                </c:pt>
                <c:pt idx="189">
                  <c:v>-3</c:v>
                </c:pt>
                <c:pt idx="190">
                  <c:v>-3</c:v>
                </c:pt>
                <c:pt idx="191">
                  <c:v>-3</c:v>
                </c:pt>
                <c:pt idx="192">
                  <c:v>-3</c:v>
                </c:pt>
                <c:pt idx="193">
                  <c:v>-3</c:v>
                </c:pt>
                <c:pt idx="194">
                  <c:v>-3</c:v>
                </c:pt>
                <c:pt idx="195">
                  <c:v>-3</c:v>
                </c:pt>
                <c:pt idx="196">
                  <c:v>-3</c:v>
                </c:pt>
                <c:pt idx="197">
                  <c:v>-3</c:v>
                </c:pt>
                <c:pt idx="198">
                  <c:v>-3</c:v>
                </c:pt>
                <c:pt idx="199">
                  <c:v>-3</c:v>
                </c:pt>
                <c:pt idx="200">
                  <c:v>-3</c:v>
                </c:pt>
                <c:pt idx="201">
                  <c:v>-3</c:v>
                </c:pt>
                <c:pt idx="202">
                  <c:v>-3</c:v>
                </c:pt>
                <c:pt idx="203">
                  <c:v>-3</c:v>
                </c:pt>
                <c:pt idx="204">
                  <c:v>-3</c:v>
                </c:pt>
                <c:pt idx="205">
                  <c:v>-3</c:v>
                </c:pt>
                <c:pt idx="206">
                  <c:v>-3</c:v>
                </c:pt>
                <c:pt idx="207">
                  <c:v>-3</c:v>
                </c:pt>
                <c:pt idx="208">
                  <c:v>-3</c:v>
                </c:pt>
                <c:pt idx="209">
                  <c:v>-3</c:v>
                </c:pt>
                <c:pt idx="210">
                  <c:v>-3</c:v>
                </c:pt>
                <c:pt idx="211">
                  <c:v>-3</c:v>
                </c:pt>
                <c:pt idx="212">
                  <c:v>-3</c:v>
                </c:pt>
                <c:pt idx="213">
                  <c:v>-3</c:v>
                </c:pt>
                <c:pt idx="214">
                  <c:v>-3</c:v>
                </c:pt>
                <c:pt idx="215">
                  <c:v>-3</c:v>
                </c:pt>
                <c:pt idx="216">
                  <c:v>-3</c:v>
                </c:pt>
                <c:pt idx="217">
                  <c:v>-3</c:v>
                </c:pt>
                <c:pt idx="218">
                  <c:v>-3</c:v>
                </c:pt>
                <c:pt idx="219">
                  <c:v>-3</c:v>
                </c:pt>
                <c:pt idx="220">
                  <c:v>-3</c:v>
                </c:pt>
                <c:pt idx="221">
                  <c:v>-3</c:v>
                </c:pt>
                <c:pt idx="222">
                  <c:v>-3</c:v>
                </c:pt>
                <c:pt idx="223">
                  <c:v>-3</c:v>
                </c:pt>
                <c:pt idx="224">
                  <c:v>-3</c:v>
                </c:pt>
                <c:pt idx="225">
                  <c:v>-3</c:v>
                </c:pt>
                <c:pt idx="226">
                  <c:v>-3</c:v>
                </c:pt>
                <c:pt idx="227">
                  <c:v>-3</c:v>
                </c:pt>
                <c:pt idx="228">
                  <c:v>-3</c:v>
                </c:pt>
                <c:pt idx="229">
                  <c:v>-3</c:v>
                </c:pt>
                <c:pt idx="230">
                  <c:v>-3</c:v>
                </c:pt>
                <c:pt idx="231">
                  <c:v>-3</c:v>
                </c:pt>
                <c:pt idx="232">
                  <c:v>-3</c:v>
                </c:pt>
                <c:pt idx="233">
                  <c:v>-3</c:v>
                </c:pt>
                <c:pt idx="234">
                  <c:v>-3</c:v>
                </c:pt>
                <c:pt idx="235">
                  <c:v>-3</c:v>
                </c:pt>
                <c:pt idx="236">
                  <c:v>-3</c:v>
                </c:pt>
                <c:pt idx="237">
                  <c:v>-3</c:v>
                </c:pt>
                <c:pt idx="238">
                  <c:v>-3</c:v>
                </c:pt>
                <c:pt idx="239">
                  <c:v>-3</c:v>
                </c:pt>
                <c:pt idx="240">
                  <c:v>-3</c:v>
                </c:pt>
                <c:pt idx="241">
                  <c:v>-3</c:v>
                </c:pt>
                <c:pt idx="242">
                  <c:v>-3</c:v>
                </c:pt>
                <c:pt idx="243">
                  <c:v>-3</c:v>
                </c:pt>
                <c:pt idx="244">
                  <c:v>-3</c:v>
                </c:pt>
                <c:pt idx="245">
                  <c:v>-3</c:v>
                </c:pt>
                <c:pt idx="246">
                  <c:v>-3</c:v>
                </c:pt>
                <c:pt idx="247">
                  <c:v>-3</c:v>
                </c:pt>
                <c:pt idx="248">
                  <c:v>-3</c:v>
                </c:pt>
                <c:pt idx="249">
                  <c:v>-3</c:v>
                </c:pt>
                <c:pt idx="250">
                  <c:v>-3</c:v>
                </c:pt>
                <c:pt idx="251">
                  <c:v>-3</c:v>
                </c:pt>
                <c:pt idx="252">
                  <c:v>-3</c:v>
                </c:pt>
                <c:pt idx="253">
                  <c:v>-3</c:v>
                </c:pt>
                <c:pt idx="254">
                  <c:v>-3</c:v>
                </c:pt>
                <c:pt idx="255">
                  <c:v>-3</c:v>
                </c:pt>
                <c:pt idx="256">
                  <c:v>-3</c:v>
                </c:pt>
                <c:pt idx="257">
                  <c:v>-3</c:v>
                </c:pt>
                <c:pt idx="258">
                  <c:v>-3</c:v>
                </c:pt>
                <c:pt idx="259">
                  <c:v>-3</c:v>
                </c:pt>
                <c:pt idx="260">
                  <c:v>-3</c:v>
                </c:pt>
                <c:pt idx="261">
                  <c:v>-3</c:v>
                </c:pt>
                <c:pt idx="262">
                  <c:v>-3</c:v>
                </c:pt>
                <c:pt idx="263">
                  <c:v>-3</c:v>
                </c:pt>
                <c:pt idx="264">
                  <c:v>-3</c:v>
                </c:pt>
                <c:pt idx="265">
                  <c:v>-3</c:v>
                </c:pt>
                <c:pt idx="266">
                  <c:v>-3</c:v>
                </c:pt>
                <c:pt idx="267">
                  <c:v>-3</c:v>
                </c:pt>
                <c:pt idx="268">
                  <c:v>-3</c:v>
                </c:pt>
                <c:pt idx="269">
                  <c:v>-3</c:v>
                </c:pt>
                <c:pt idx="270">
                  <c:v>-3</c:v>
                </c:pt>
                <c:pt idx="271">
                  <c:v>-3</c:v>
                </c:pt>
                <c:pt idx="272">
                  <c:v>-3</c:v>
                </c:pt>
                <c:pt idx="273">
                  <c:v>-3</c:v>
                </c:pt>
                <c:pt idx="274">
                  <c:v>-3</c:v>
                </c:pt>
                <c:pt idx="275">
                  <c:v>-3</c:v>
                </c:pt>
                <c:pt idx="276">
                  <c:v>-3</c:v>
                </c:pt>
                <c:pt idx="277">
                  <c:v>-3</c:v>
                </c:pt>
                <c:pt idx="278">
                  <c:v>-3</c:v>
                </c:pt>
                <c:pt idx="279">
                  <c:v>-3</c:v>
                </c:pt>
                <c:pt idx="280">
                  <c:v>-3</c:v>
                </c:pt>
                <c:pt idx="281">
                  <c:v>-3</c:v>
                </c:pt>
                <c:pt idx="282">
                  <c:v>-3</c:v>
                </c:pt>
                <c:pt idx="283">
                  <c:v>-3</c:v>
                </c:pt>
                <c:pt idx="284">
                  <c:v>-3</c:v>
                </c:pt>
                <c:pt idx="285">
                  <c:v>-3</c:v>
                </c:pt>
                <c:pt idx="286">
                  <c:v>-3</c:v>
                </c:pt>
                <c:pt idx="287">
                  <c:v>-3</c:v>
                </c:pt>
                <c:pt idx="288">
                  <c:v>-3</c:v>
                </c:pt>
                <c:pt idx="289">
                  <c:v>-3</c:v>
                </c:pt>
                <c:pt idx="290">
                  <c:v>-3</c:v>
                </c:pt>
                <c:pt idx="291">
                  <c:v>-3</c:v>
                </c:pt>
                <c:pt idx="292">
                  <c:v>-3</c:v>
                </c:pt>
                <c:pt idx="293">
                  <c:v>-3</c:v>
                </c:pt>
                <c:pt idx="294">
                  <c:v>-3</c:v>
                </c:pt>
                <c:pt idx="295">
                  <c:v>-3</c:v>
                </c:pt>
                <c:pt idx="296">
                  <c:v>-3</c:v>
                </c:pt>
                <c:pt idx="297">
                  <c:v>-3</c:v>
                </c:pt>
                <c:pt idx="298">
                  <c:v>-3</c:v>
                </c:pt>
                <c:pt idx="299">
                  <c:v>-3</c:v>
                </c:pt>
                <c:pt idx="300">
                  <c:v>-3</c:v>
                </c:pt>
                <c:pt idx="301">
                  <c:v>-3</c:v>
                </c:pt>
                <c:pt idx="302">
                  <c:v>-3</c:v>
                </c:pt>
                <c:pt idx="303">
                  <c:v>-3</c:v>
                </c:pt>
                <c:pt idx="304">
                  <c:v>-3</c:v>
                </c:pt>
                <c:pt idx="305">
                  <c:v>-3</c:v>
                </c:pt>
                <c:pt idx="306">
                  <c:v>-3</c:v>
                </c:pt>
                <c:pt idx="307">
                  <c:v>-3</c:v>
                </c:pt>
                <c:pt idx="308">
                  <c:v>-3</c:v>
                </c:pt>
                <c:pt idx="309">
                  <c:v>-3</c:v>
                </c:pt>
                <c:pt idx="310">
                  <c:v>-3</c:v>
                </c:pt>
                <c:pt idx="311">
                  <c:v>-3</c:v>
                </c:pt>
                <c:pt idx="312">
                  <c:v>-3</c:v>
                </c:pt>
                <c:pt idx="313">
                  <c:v>-3</c:v>
                </c:pt>
                <c:pt idx="314">
                  <c:v>-3</c:v>
                </c:pt>
                <c:pt idx="315">
                  <c:v>-3</c:v>
                </c:pt>
                <c:pt idx="316">
                  <c:v>-3</c:v>
                </c:pt>
                <c:pt idx="317">
                  <c:v>-3</c:v>
                </c:pt>
                <c:pt idx="318">
                  <c:v>-3</c:v>
                </c:pt>
                <c:pt idx="319">
                  <c:v>-3</c:v>
                </c:pt>
                <c:pt idx="320">
                  <c:v>-3</c:v>
                </c:pt>
                <c:pt idx="321">
                  <c:v>-3</c:v>
                </c:pt>
                <c:pt idx="322">
                  <c:v>-3</c:v>
                </c:pt>
                <c:pt idx="323">
                  <c:v>-3</c:v>
                </c:pt>
                <c:pt idx="324">
                  <c:v>-3</c:v>
                </c:pt>
                <c:pt idx="325">
                  <c:v>-3</c:v>
                </c:pt>
                <c:pt idx="326">
                  <c:v>-3</c:v>
                </c:pt>
                <c:pt idx="327">
                  <c:v>-3</c:v>
                </c:pt>
                <c:pt idx="328">
                  <c:v>-3</c:v>
                </c:pt>
                <c:pt idx="329">
                  <c:v>-3</c:v>
                </c:pt>
                <c:pt idx="330">
                  <c:v>-3</c:v>
                </c:pt>
                <c:pt idx="331">
                  <c:v>-3</c:v>
                </c:pt>
                <c:pt idx="332">
                  <c:v>-3</c:v>
                </c:pt>
                <c:pt idx="333">
                  <c:v>-3</c:v>
                </c:pt>
                <c:pt idx="334">
                  <c:v>-3</c:v>
                </c:pt>
                <c:pt idx="335">
                  <c:v>-3</c:v>
                </c:pt>
                <c:pt idx="336">
                  <c:v>-3</c:v>
                </c:pt>
                <c:pt idx="337">
                  <c:v>-3</c:v>
                </c:pt>
                <c:pt idx="338">
                  <c:v>-3</c:v>
                </c:pt>
                <c:pt idx="339">
                  <c:v>-3</c:v>
                </c:pt>
                <c:pt idx="340">
                  <c:v>-3</c:v>
                </c:pt>
                <c:pt idx="341">
                  <c:v>-3</c:v>
                </c:pt>
                <c:pt idx="342">
                  <c:v>-3</c:v>
                </c:pt>
                <c:pt idx="343">
                  <c:v>-3</c:v>
                </c:pt>
                <c:pt idx="344">
                  <c:v>-3</c:v>
                </c:pt>
                <c:pt idx="345">
                  <c:v>-3</c:v>
                </c:pt>
                <c:pt idx="346">
                  <c:v>-3</c:v>
                </c:pt>
                <c:pt idx="347">
                  <c:v>-3</c:v>
                </c:pt>
                <c:pt idx="348">
                  <c:v>-3</c:v>
                </c:pt>
                <c:pt idx="349">
                  <c:v>-3</c:v>
                </c:pt>
                <c:pt idx="350">
                  <c:v>-3</c:v>
                </c:pt>
                <c:pt idx="351">
                  <c:v>-3</c:v>
                </c:pt>
                <c:pt idx="352">
                  <c:v>-3</c:v>
                </c:pt>
                <c:pt idx="353">
                  <c:v>-3</c:v>
                </c:pt>
                <c:pt idx="354">
                  <c:v>-3</c:v>
                </c:pt>
                <c:pt idx="355">
                  <c:v>-3</c:v>
                </c:pt>
                <c:pt idx="356">
                  <c:v>-3</c:v>
                </c:pt>
                <c:pt idx="357">
                  <c:v>-3</c:v>
                </c:pt>
                <c:pt idx="358">
                  <c:v>-3</c:v>
                </c:pt>
                <c:pt idx="359">
                  <c:v>-3</c:v>
                </c:pt>
                <c:pt idx="360">
                  <c:v>-3</c:v>
                </c:pt>
                <c:pt idx="361">
                  <c:v>-3</c:v>
                </c:pt>
                <c:pt idx="362">
                  <c:v>-3</c:v>
                </c:pt>
                <c:pt idx="363">
                  <c:v>-3</c:v>
                </c:pt>
                <c:pt idx="364">
                  <c:v>-3</c:v>
                </c:pt>
                <c:pt idx="365">
                  <c:v>-3</c:v>
                </c:pt>
                <c:pt idx="366">
                  <c:v>-3</c:v>
                </c:pt>
                <c:pt idx="367">
                  <c:v>-3</c:v>
                </c:pt>
                <c:pt idx="368">
                  <c:v>-3</c:v>
                </c:pt>
                <c:pt idx="369">
                  <c:v>-3</c:v>
                </c:pt>
                <c:pt idx="370">
                  <c:v>-3</c:v>
                </c:pt>
                <c:pt idx="371">
                  <c:v>-3</c:v>
                </c:pt>
                <c:pt idx="372">
                  <c:v>-3</c:v>
                </c:pt>
                <c:pt idx="373">
                  <c:v>-3</c:v>
                </c:pt>
                <c:pt idx="374">
                  <c:v>-3</c:v>
                </c:pt>
                <c:pt idx="375">
                  <c:v>-3</c:v>
                </c:pt>
                <c:pt idx="376">
                  <c:v>-3</c:v>
                </c:pt>
                <c:pt idx="377">
                  <c:v>-3</c:v>
                </c:pt>
                <c:pt idx="378">
                  <c:v>-3</c:v>
                </c:pt>
                <c:pt idx="379">
                  <c:v>-3</c:v>
                </c:pt>
                <c:pt idx="380">
                  <c:v>-3</c:v>
                </c:pt>
                <c:pt idx="381">
                  <c:v>-3</c:v>
                </c:pt>
                <c:pt idx="382">
                  <c:v>-3</c:v>
                </c:pt>
                <c:pt idx="383">
                  <c:v>-3</c:v>
                </c:pt>
                <c:pt idx="384">
                  <c:v>-3</c:v>
                </c:pt>
                <c:pt idx="385">
                  <c:v>-3</c:v>
                </c:pt>
                <c:pt idx="386">
                  <c:v>-3</c:v>
                </c:pt>
                <c:pt idx="387">
                  <c:v>-3</c:v>
                </c:pt>
                <c:pt idx="388">
                  <c:v>-3</c:v>
                </c:pt>
                <c:pt idx="389">
                  <c:v>-3</c:v>
                </c:pt>
                <c:pt idx="390">
                  <c:v>-3</c:v>
                </c:pt>
                <c:pt idx="391">
                  <c:v>-3</c:v>
                </c:pt>
                <c:pt idx="392">
                  <c:v>-3</c:v>
                </c:pt>
                <c:pt idx="393">
                  <c:v>-3</c:v>
                </c:pt>
                <c:pt idx="394">
                  <c:v>-3</c:v>
                </c:pt>
                <c:pt idx="395">
                  <c:v>-3</c:v>
                </c:pt>
                <c:pt idx="396">
                  <c:v>-3</c:v>
                </c:pt>
                <c:pt idx="397">
                  <c:v>-3</c:v>
                </c:pt>
                <c:pt idx="398">
                  <c:v>-3</c:v>
                </c:pt>
                <c:pt idx="399">
                  <c:v>-3</c:v>
                </c:pt>
                <c:pt idx="400">
                  <c:v>-3</c:v>
                </c:pt>
                <c:pt idx="401">
                  <c:v>-3</c:v>
                </c:pt>
                <c:pt idx="402">
                  <c:v>-3</c:v>
                </c:pt>
                <c:pt idx="403">
                  <c:v>-3</c:v>
                </c:pt>
                <c:pt idx="404">
                  <c:v>-3</c:v>
                </c:pt>
                <c:pt idx="405">
                  <c:v>-3</c:v>
                </c:pt>
                <c:pt idx="406">
                  <c:v>-3</c:v>
                </c:pt>
                <c:pt idx="407">
                  <c:v>-3</c:v>
                </c:pt>
                <c:pt idx="408">
                  <c:v>-3</c:v>
                </c:pt>
                <c:pt idx="409">
                  <c:v>-3</c:v>
                </c:pt>
                <c:pt idx="410">
                  <c:v>-3</c:v>
                </c:pt>
                <c:pt idx="411">
                  <c:v>-3</c:v>
                </c:pt>
                <c:pt idx="412">
                  <c:v>-3</c:v>
                </c:pt>
                <c:pt idx="413">
                  <c:v>-3</c:v>
                </c:pt>
                <c:pt idx="414">
                  <c:v>-3</c:v>
                </c:pt>
                <c:pt idx="415">
                  <c:v>-3</c:v>
                </c:pt>
                <c:pt idx="416">
                  <c:v>-3</c:v>
                </c:pt>
                <c:pt idx="417">
                  <c:v>-3</c:v>
                </c:pt>
                <c:pt idx="418">
                  <c:v>-3</c:v>
                </c:pt>
                <c:pt idx="419">
                  <c:v>-3</c:v>
                </c:pt>
                <c:pt idx="420">
                  <c:v>-3</c:v>
                </c:pt>
                <c:pt idx="421">
                  <c:v>-3</c:v>
                </c:pt>
                <c:pt idx="422">
                  <c:v>-3</c:v>
                </c:pt>
                <c:pt idx="423">
                  <c:v>-3</c:v>
                </c:pt>
                <c:pt idx="424">
                  <c:v>-3</c:v>
                </c:pt>
                <c:pt idx="425">
                  <c:v>-3</c:v>
                </c:pt>
                <c:pt idx="426">
                  <c:v>-3</c:v>
                </c:pt>
                <c:pt idx="427">
                  <c:v>-3</c:v>
                </c:pt>
                <c:pt idx="428">
                  <c:v>-3</c:v>
                </c:pt>
                <c:pt idx="429">
                  <c:v>-3</c:v>
                </c:pt>
                <c:pt idx="430">
                  <c:v>-3</c:v>
                </c:pt>
                <c:pt idx="431">
                  <c:v>-3</c:v>
                </c:pt>
                <c:pt idx="432">
                  <c:v>-3</c:v>
                </c:pt>
                <c:pt idx="433">
                  <c:v>-3</c:v>
                </c:pt>
                <c:pt idx="434">
                  <c:v>-3</c:v>
                </c:pt>
                <c:pt idx="435">
                  <c:v>-3</c:v>
                </c:pt>
                <c:pt idx="436">
                  <c:v>-3</c:v>
                </c:pt>
                <c:pt idx="437">
                  <c:v>-3</c:v>
                </c:pt>
                <c:pt idx="438">
                  <c:v>-3</c:v>
                </c:pt>
                <c:pt idx="439">
                  <c:v>-3</c:v>
                </c:pt>
                <c:pt idx="440">
                  <c:v>-3</c:v>
                </c:pt>
                <c:pt idx="441">
                  <c:v>-3</c:v>
                </c:pt>
                <c:pt idx="442">
                  <c:v>-3</c:v>
                </c:pt>
                <c:pt idx="443">
                  <c:v>-3</c:v>
                </c:pt>
                <c:pt idx="444">
                  <c:v>-3</c:v>
                </c:pt>
                <c:pt idx="445">
                  <c:v>-3</c:v>
                </c:pt>
                <c:pt idx="446">
                  <c:v>-3</c:v>
                </c:pt>
                <c:pt idx="447">
                  <c:v>-3</c:v>
                </c:pt>
                <c:pt idx="448">
                  <c:v>-3</c:v>
                </c:pt>
                <c:pt idx="449">
                  <c:v>-3</c:v>
                </c:pt>
                <c:pt idx="450">
                  <c:v>-3</c:v>
                </c:pt>
                <c:pt idx="451">
                  <c:v>-3</c:v>
                </c:pt>
                <c:pt idx="452">
                  <c:v>-3</c:v>
                </c:pt>
                <c:pt idx="453">
                  <c:v>-3</c:v>
                </c:pt>
                <c:pt idx="454">
                  <c:v>-3</c:v>
                </c:pt>
                <c:pt idx="455">
                  <c:v>-3</c:v>
                </c:pt>
                <c:pt idx="456">
                  <c:v>-3</c:v>
                </c:pt>
                <c:pt idx="457">
                  <c:v>-3</c:v>
                </c:pt>
                <c:pt idx="458">
                  <c:v>-3</c:v>
                </c:pt>
                <c:pt idx="459">
                  <c:v>-3</c:v>
                </c:pt>
                <c:pt idx="460">
                  <c:v>-3</c:v>
                </c:pt>
                <c:pt idx="461">
                  <c:v>-3</c:v>
                </c:pt>
                <c:pt idx="462">
                  <c:v>-3</c:v>
                </c:pt>
                <c:pt idx="463">
                  <c:v>-3</c:v>
                </c:pt>
                <c:pt idx="464">
                  <c:v>-3</c:v>
                </c:pt>
                <c:pt idx="465">
                  <c:v>-3</c:v>
                </c:pt>
                <c:pt idx="466">
                  <c:v>-3</c:v>
                </c:pt>
                <c:pt idx="467">
                  <c:v>-3</c:v>
                </c:pt>
                <c:pt idx="468">
                  <c:v>-3</c:v>
                </c:pt>
                <c:pt idx="469">
                  <c:v>-3</c:v>
                </c:pt>
                <c:pt idx="470">
                  <c:v>-3</c:v>
                </c:pt>
                <c:pt idx="471">
                  <c:v>-3</c:v>
                </c:pt>
                <c:pt idx="472">
                  <c:v>-3</c:v>
                </c:pt>
                <c:pt idx="473">
                  <c:v>-3</c:v>
                </c:pt>
                <c:pt idx="474">
                  <c:v>-3</c:v>
                </c:pt>
                <c:pt idx="475">
                  <c:v>-3</c:v>
                </c:pt>
                <c:pt idx="476">
                  <c:v>-3</c:v>
                </c:pt>
                <c:pt idx="477">
                  <c:v>-3</c:v>
                </c:pt>
                <c:pt idx="478">
                  <c:v>-3</c:v>
                </c:pt>
                <c:pt idx="479">
                  <c:v>-3</c:v>
                </c:pt>
                <c:pt idx="480">
                  <c:v>-3</c:v>
                </c:pt>
                <c:pt idx="481">
                  <c:v>-3</c:v>
                </c:pt>
                <c:pt idx="482">
                  <c:v>-3</c:v>
                </c:pt>
                <c:pt idx="483">
                  <c:v>-3</c:v>
                </c:pt>
                <c:pt idx="484">
                  <c:v>-3</c:v>
                </c:pt>
                <c:pt idx="485">
                  <c:v>-3</c:v>
                </c:pt>
                <c:pt idx="486">
                  <c:v>-3</c:v>
                </c:pt>
                <c:pt idx="487">
                  <c:v>-3</c:v>
                </c:pt>
                <c:pt idx="488">
                  <c:v>-3</c:v>
                </c:pt>
                <c:pt idx="489">
                  <c:v>-3</c:v>
                </c:pt>
                <c:pt idx="490">
                  <c:v>-3</c:v>
                </c:pt>
                <c:pt idx="491">
                  <c:v>-3</c:v>
                </c:pt>
                <c:pt idx="492">
                  <c:v>-3</c:v>
                </c:pt>
                <c:pt idx="493">
                  <c:v>-3</c:v>
                </c:pt>
                <c:pt idx="494">
                  <c:v>-3</c:v>
                </c:pt>
                <c:pt idx="495">
                  <c:v>-3</c:v>
                </c:pt>
                <c:pt idx="496">
                  <c:v>-3</c:v>
                </c:pt>
                <c:pt idx="497">
                  <c:v>-3</c:v>
                </c:pt>
                <c:pt idx="498">
                  <c:v>-3</c:v>
                </c:pt>
                <c:pt idx="499">
                  <c:v>-3</c:v>
                </c:pt>
                <c:pt idx="500">
                  <c:v>-3</c:v>
                </c:pt>
                <c:pt idx="501">
                  <c:v>-3</c:v>
                </c:pt>
                <c:pt idx="502">
                  <c:v>-3</c:v>
                </c:pt>
                <c:pt idx="503">
                  <c:v>-3</c:v>
                </c:pt>
                <c:pt idx="504">
                  <c:v>-3</c:v>
                </c:pt>
                <c:pt idx="505">
                  <c:v>-3</c:v>
                </c:pt>
                <c:pt idx="506">
                  <c:v>-3</c:v>
                </c:pt>
                <c:pt idx="507">
                  <c:v>-3</c:v>
                </c:pt>
                <c:pt idx="508">
                  <c:v>-3</c:v>
                </c:pt>
                <c:pt idx="509">
                  <c:v>-3</c:v>
                </c:pt>
                <c:pt idx="510">
                  <c:v>-3</c:v>
                </c:pt>
                <c:pt idx="511">
                  <c:v>-3</c:v>
                </c:pt>
                <c:pt idx="512">
                  <c:v>-3</c:v>
                </c:pt>
                <c:pt idx="513">
                  <c:v>-3</c:v>
                </c:pt>
                <c:pt idx="514">
                  <c:v>-3</c:v>
                </c:pt>
                <c:pt idx="515">
                  <c:v>-3</c:v>
                </c:pt>
                <c:pt idx="516">
                  <c:v>-3</c:v>
                </c:pt>
                <c:pt idx="517">
                  <c:v>-3</c:v>
                </c:pt>
                <c:pt idx="518">
                  <c:v>-3</c:v>
                </c:pt>
                <c:pt idx="519">
                  <c:v>-3</c:v>
                </c:pt>
                <c:pt idx="520">
                  <c:v>-3</c:v>
                </c:pt>
                <c:pt idx="521">
                  <c:v>-3</c:v>
                </c:pt>
                <c:pt idx="522">
                  <c:v>-3</c:v>
                </c:pt>
                <c:pt idx="523">
                  <c:v>-3</c:v>
                </c:pt>
                <c:pt idx="524">
                  <c:v>-3</c:v>
                </c:pt>
                <c:pt idx="525">
                  <c:v>-3</c:v>
                </c:pt>
                <c:pt idx="526">
                  <c:v>-3</c:v>
                </c:pt>
                <c:pt idx="527">
                  <c:v>-3</c:v>
                </c:pt>
                <c:pt idx="528">
                  <c:v>-3</c:v>
                </c:pt>
                <c:pt idx="529">
                  <c:v>-3</c:v>
                </c:pt>
                <c:pt idx="530">
                  <c:v>-3</c:v>
                </c:pt>
                <c:pt idx="531">
                  <c:v>-3</c:v>
                </c:pt>
                <c:pt idx="532">
                  <c:v>-3</c:v>
                </c:pt>
                <c:pt idx="533">
                  <c:v>-3</c:v>
                </c:pt>
                <c:pt idx="534">
                  <c:v>-3</c:v>
                </c:pt>
                <c:pt idx="535">
                  <c:v>-3</c:v>
                </c:pt>
                <c:pt idx="536">
                  <c:v>-3</c:v>
                </c:pt>
                <c:pt idx="537">
                  <c:v>-3</c:v>
                </c:pt>
                <c:pt idx="538">
                  <c:v>-3</c:v>
                </c:pt>
                <c:pt idx="539">
                  <c:v>-3</c:v>
                </c:pt>
                <c:pt idx="540">
                  <c:v>-3</c:v>
                </c:pt>
                <c:pt idx="541">
                  <c:v>-3</c:v>
                </c:pt>
                <c:pt idx="542">
                  <c:v>-3</c:v>
                </c:pt>
                <c:pt idx="543">
                  <c:v>-3</c:v>
                </c:pt>
                <c:pt idx="544">
                  <c:v>-3</c:v>
                </c:pt>
                <c:pt idx="545">
                  <c:v>-3</c:v>
                </c:pt>
                <c:pt idx="546">
                  <c:v>-3</c:v>
                </c:pt>
                <c:pt idx="547">
                  <c:v>-3</c:v>
                </c:pt>
                <c:pt idx="548">
                  <c:v>-3</c:v>
                </c:pt>
                <c:pt idx="549">
                  <c:v>-3</c:v>
                </c:pt>
                <c:pt idx="550">
                  <c:v>-3</c:v>
                </c:pt>
                <c:pt idx="551">
                  <c:v>-3</c:v>
                </c:pt>
                <c:pt idx="552">
                  <c:v>-3</c:v>
                </c:pt>
                <c:pt idx="553">
                  <c:v>-3</c:v>
                </c:pt>
                <c:pt idx="554">
                  <c:v>-3</c:v>
                </c:pt>
                <c:pt idx="555">
                  <c:v>-3</c:v>
                </c:pt>
                <c:pt idx="556">
                  <c:v>-3</c:v>
                </c:pt>
                <c:pt idx="557">
                  <c:v>-3</c:v>
                </c:pt>
                <c:pt idx="558">
                  <c:v>-3</c:v>
                </c:pt>
                <c:pt idx="559">
                  <c:v>-3</c:v>
                </c:pt>
                <c:pt idx="560">
                  <c:v>-3</c:v>
                </c:pt>
                <c:pt idx="561">
                  <c:v>-3</c:v>
                </c:pt>
                <c:pt idx="562">
                  <c:v>-3</c:v>
                </c:pt>
                <c:pt idx="563">
                  <c:v>-3</c:v>
                </c:pt>
                <c:pt idx="564">
                  <c:v>-3</c:v>
                </c:pt>
                <c:pt idx="565">
                  <c:v>-3</c:v>
                </c:pt>
                <c:pt idx="566">
                  <c:v>-3</c:v>
                </c:pt>
                <c:pt idx="567">
                  <c:v>-3</c:v>
                </c:pt>
                <c:pt idx="568">
                  <c:v>-3</c:v>
                </c:pt>
                <c:pt idx="569">
                  <c:v>-3</c:v>
                </c:pt>
                <c:pt idx="570">
                  <c:v>-3</c:v>
                </c:pt>
                <c:pt idx="571">
                  <c:v>-3</c:v>
                </c:pt>
                <c:pt idx="572">
                  <c:v>-3</c:v>
                </c:pt>
                <c:pt idx="573">
                  <c:v>-3</c:v>
                </c:pt>
                <c:pt idx="574">
                  <c:v>-3</c:v>
                </c:pt>
                <c:pt idx="575">
                  <c:v>-3</c:v>
                </c:pt>
                <c:pt idx="576">
                  <c:v>-3</c:v>
                </c:pt>
                <c:pt idx="577">
                  <c:v>-3</c:v>
                </c:pt>
                <c:pt idx="578">
                  <c:v>-3</c:v>
                </c:pt>
                <c:pt idx="579">
                  <c:v>-3</c:v>
                </c:pt>
                <c:pt idx="580">
                  <c:v>-3</c:v>
                </c:pt>
                <c:pt idx="581">
                  <c:v>-3</c:v>
                </c:pt>
                <c:pt idx="582">
                  <c:v>-3</c:v>
                </c:pt>
                <c:pt idx="583">
                  <c:v>-3</c:v>
                </c:pt>
                <c:pt idx="584">
                  <c:v>-3</c:v>
                </c:pt>
                <c:pt idx="585">
                  <c:v>-3</c:v>
                </c:pt>
                <c:pt idx="586">
                  <c:v>-3</c:v>
                </c:pt>
                <c:pt idx="587">
                  <c:v>-3</c:v>
                </c:pt>
                <c:pt idx="588">
                  <c:v>-3</c:v>
                </c:pt>
                <c:pt idx="589">
                  <c:v>-3</c:v>
                </c:pt>
                <c:pt idx="590">
                  <c:v>-3</c:v>
                </c:pt>
                <c:pt idx="591">
                  <c:v>-3</c:v>
                </c:pt>
                <c:pt idx="592">
                  <c:v>-3</c:v>
                </c:pt>
                <c:pt idx="593">
                  <c:v>-3</c:v>
                </c:pt>
                <c:pt idx="594">
                  <c:v>-3</c:v>
                </c:pt>
                <c:pt idx="595">
                  <c:v>-3</c:v>
                </c:pt>
                <c:pt idx="596">
                  <c:v>-3</c:v>
                </c:pt>
                <c:pt idx="597">
                  <c:v>-3</c:v>
                </c:pt>
                <c:pt idx="598">
                  <c:v>-3</c:v>
                </c:pt>
                <c:pt idx="599">
                  <c:v>-3</c:v>
                </c:pt>
                <c:pt idx="600">
                  <c:v>-3</c:v>
                </c:pt>
                <c:pt idx="601">
                  <c:v>-3</c:v>
                </c:pt>
                <c:pt idx="602">
                  <c:v>-3</c:v>
                </c:pt>
                <c:pt idx="603">
                  <c:v>-3</c:v>
                </c:pt>
                <c:pt idx="604">
                  <c:v>-3</c:v>
                </c:pt>
                <c:pt idx="605">
                  <c:v>-3</c:v>
                </c:pt>
                <c:pt idx="606">
                  <c:v>-3</c:v>
                </c:pt>
                <c:pt idx="607">
                  <c:v>-3</c:v>
                </c:pt>
                <c:pt idx="608">
                  <c:v>-3</c:v>
                </c:pt>
                <c:pt idx="609">
                  <c:v>-3</c:v>
                </c:pt>
                <c:pt idx="610">
                  <c:v>-3</c:v>
                </c:pt>
                <c:pt idx="611">
                  <c:v>-3</c:v>
                </c:pt>
                <c:pt idx="612">
                  <c:v>-3</c:v>
                </c:pt>
                <c:pt idx="613">
                  <c:v>-3</c:v>
                </c:pt>
                <c:pt idx="614">
                  <c:v>-3</c:v>
                </c:pt>
                <c:pt idx="615">
                  <c:v>-3</c:v>
                </c:pt>
                <c:pt idx="616">
                  <c:v>-3</c:v>
                </c:pt>
                <c:pt idx="617">
                  <c:v>-3</c:v>
                </c:pt>
                <c:pt idx="618">
                  <c:v>-3</c:v>
                </c:pt>
                <c:pt idx="619">
                  <c:v>-3</c:v>
                </c:pt>
                <c:pt idx="620">
                  <c:v>-3</c:v>
                </c:pt>
                <c:pt idx="621">
                  <c:v>-3</c:v>
                </c:pt>
                <c:pt idx="622">
                  <c:v>-3</c:v>
                </c:pt>
                <c:pt idx="623">
                  <c:v>-3</c:v>
                </c:pt>
                <c:pt idx="624">
                  <c:v>-3</c:v>
                </c:pt>
                <c:pt idx="625">
                  <c:v>-3</c:v>
                </c:pt>
                <c:pt idx="626">
                  <c:v>-3</c:v>
                </c:pt>
                <c:pt idx="627">
                  <c:v>-3</c:v>
                </c:pt>
                <c:pt idx="628">
                  <c:v>-3</c:v>
                </c:pt>
                <c:pt idx="629">
                  <c:v>-3</c:v>
                </c:pt>
                <c:pt idx="630">
                  <c:v>-3</c:v>
                </c:pt>
                <c:pt idx="631">
                  <c:v>-3</c:v>
                </c:pt>
                <c:pt idx="632">
                  <c:v>-3</c:v>
                </c:pt>
                <c:pt idx="633">
                  <c:v>-3</c:v>
                </c:pt>
                <c:pt idx="634">
                  <c:v>-3</c:v>
                </c:pt>
                <c:pt idx="635">
                  <c:v>-3</c:v>
                </c:pt>
                <c:pt idx="636">
                  <c:v>-3</c:v>
                </c:pt>
                <c:pt idx="637">
                  <c:v>-3</c:v>
                </c:pt>
                <c:pt idx="638">
                  <c:v>-3</c:v>
                </c:pt>
                <c:pt idx="639">
                  <c:v>-3</c:v>
                </c:pt>
                <c:pt idx="640">
                  <c:v>-3</c:v>
                </c:pt>
                <c:pt idx="641">
                  <c:v>-3</c:v>
                </c:pt>
                <c:pt idx="642">
                  <c:v>-3</c:v>
                </c:pt>
                <c:pt idx="643">
                  <c:v>-3</c:v>
                </c:pt>
                <c:pt idx="644">
                  <c:v>-3</c:v>
                </c:pt>
                <c:pt idx="645">
                  <c:v>-3</c:v>
                </c:pt>
                <c:pt idx="646">
                  <c:v>-3</c:v>
                </c:pt>
                <c:pt idx="647">
                  <c:v>-3</c:v>
                </c:pt>
                <c:pt idx="648">
                  <c:v>-3</c:v>
                </c:pt>
                <c:pt idx="649">
                  <c:v>-3</c:v>
                </c:pt>
                <c:pt idx="650">
                  <c:v>-3</c:v>
                </c:pt>
                <c:pt idx="651">
                  <c:v>-3</c:v>
                </c:pt>
                <c:pt idx="652">
                  <c:v>-3</c:v>
                </c:pt>
                <c:pt idx="653">
                  <c:v>-3</c:v>
                </c:pt>
                <c:pt idx="654">
                  <c:v>-3</c:v>
                </c:pt>
                <c:pt idx="655">
                  <c:v>-3</c:v>
                </c:pt>
                <c:pt idx="656">
                  <c:v>-3</c:v>
                </c:pt>
                <c:pt idx="657">
                  <c:v>-3</c:v>
                </c:pt>
                <c:pt idx="658">
                  <c:v>-3</c:v>
                </c:pt>
                <c:pt idx="659">
                  <c:v>-3</c:v>
                </c:pt>
                <c:pt idx="660">
                  <c:v>-3</c:v>
                </c:pt>
                <c:pt idx="661">
                  <c:v>-3</c:v>
                </c:pt>
                <c:pt idx="662">
                  <c:v>-3</c:v>
                </c:pt>
                <c:pt idx="663">
                  <c:v>-3</c:v>
                </c:pt>
                <c:pt idx="664">
                  <c:v>-3</c:v>
                </c:pt>
                <c:pt idx="665">
                  <c:v>-3</c:v>
                </c:pt>
                <c:pt idx="666">
                  <c:v>-3</c:v>
                </c:pt>
                <c:pt idx="667">
                  <c:v>-3</c:v>
                </c:pt>
                <c:pt idx="668">
                  <c:v>-3</c:v>
                </c:pt>
                <c:pt idx="669">
                  <c:v>-3</c:v>
                </c:pt>
                <c:pt idx="670">
                  <c:v>-3</c:v>
                </c:pt>
                <c:pt idx="671">
                  <c:v>-3</c:v>
                </c:pt>
                <c:pt idx="672">
                  <c:v>-3</c:v>
                </c:pt>
                <c:pt idx="673">
                  <c:v>-3</c:v>
                </c:pt>
                <c:pt idx="674">
                  <c:v>-3</c:v>
                </c:pt>
                <c:pt idx="675">
                  <c:v>-3</c:v>
                </c:pt>
                <c:pt idx="676">
                  <c:v>-3</c:v>
                </c:pt>
                <c:pt idx="677">
                  <c:v>-3</c:v>
                </c:pt>
                <c:pt idx="678">
                  <c:v>-3</c:v>
                </c:pt>
                <c:pt idx="679">
                  <c:v>-3</c:v>
                </c:pt>
                <c:pt idx="680">
                  <c:v>-3</c:v>
                </c:pt>
                <c:pt idx="681">
                  <c:v>-3</c:v>
                </c:pt>
                <c:pt idx="682">
                  <c:v>-3</c:v>
                </c:pt>
                <c:pt idx="683">
                  <c:v>-3</c:v>
                </c:pt>
                <c:pt idx="684">
                  <c:v>-3</c:v>
                </c:pt>
                <c:pt idx="685">
                  <c:v>-3</c:v>
                </c:pt>
                <c:pt idx="686">
                  <c:v>-3</c:v>
                </c:pt>
                <c:pt idx="687">
                  <c:v>-3</c:v>
                </c:pt>
                <c:pt idx="688">
                  <c:v>-3</c:v>
                </c:pt>
                <c:pt idx="689">
                  <c:v>-3</c:v>
                </c:pt>
                <c:pt idx="690">
                  <c:v>-3</c:v>
                </c:pt>
                <c:pt idx="691">
                  <c:v>-3</c:v>
                </c:pt>
                <c:pt idx="692">
                  <c:v>-3</c:v>
                </c:pt>
                <c:pt idx="693">
                  <c:v>-3</c:v>
                </c:pt>
                <c:pt idx="694">
                  <c:v>-3</c:v>
                </c:pt>
                <c:pt idx="695">
                  <c:v>-3</c:v>
                </c:pt>
                <c:pt idx="696">
                  <c:v>-3</c:v>
                </c:pt>
                <c:pt idx="697">
                  <c:v>-3</c:v>
                </c:pt>
                <c:pt idx="698">
                  <c:v>-3</c:v>
                </c:pt>
                <c:pt idx="699">
                  <c:v>-3</c:v>
                </c:pt>
                <c:pt idx="700">
                  <c:v>-3</c:v>
                </c:pt>
                <c:pt idx="701">
                  <c:v>-3</c:v>
                </c:pt>
                <c:pt idx="702">
                  <c:v>-3</c:v>
                </c:pt>
                <c:pt idx="703">
                  <c:v>-3</c:v>
                </c:pt>
                <c:pt idx="704">
                  <c:v>-3</c:v>
                </c:pt>
                <c:pt idx="705">
                  <c:v>-3</c:v>
                </c:pt>
                <c:pt idx="706">
                  <c:v>-3</c:v>
                </c:pt>
                <c:pt idx="707">
                  <c:v>-3</c:v>
                </c:pt>
                <c:pt idx="708">
                  <c:v>-3</c:v>
                </c:pt>
                <c:pt idx="709">
                  <c:v>-3</c:v>
                </c:pt>
                <c:pt idx="710">
                  <c:v>-3</c:v>
                </c:pt>
                <c:pt idx="711">
                  <c:v>-3</c:v>
                </c:pt>
                <c:pt idx="712">
                  <c:v>-3</c:v>
                </c:pt>
                <c:pt idx="713">
                  <c:v>-3</c:v>
                </c:pt>
                <c:pt idx="714">
                  <c:v>-3</c:v>
                </c:pt>
                <c:pt idx="715">
                  <c:v>-3</c:v>
                </c:pt>
                <c:pt idx="716">
                  <c:v>-3</c:v>
                </c:pt>
                <c:pt idx="717">
                  <c:v>-3</c:v>
                </c:pt>
                <c:pt idx="718">
                  <c:v>-3</c:v>
                </c:pt>
                <c:pt idx="719">
                  <c:v>-3</c:v>
                </c:pt>
                <c:pt idx="720">
                  <c:v>-3</c:v>
                </c:pt>
                <c:pt idx="721">
                  <c:v>-3</c:v>
                </c:pt>
                <c:pt idx="722">
                  <c:v>-3</c:v>
                </c:pt>
                <c:pt idx="723">
                  <c:v>-3</c:v>
                </c:pt>
                <c:pt idx="724">
                  <c:v>-3</c:v>
                </c:pt>
                <c:pt idx="725">
                  <c:v>-3</c:v>
                </c:pt>
                <c:pt idx="726">
                  <c:v>-3</c:v>
                </c:pt>
                <c:pt idx="727">
                  <c:v>-3</c:v>
                </c:pt>
                <c:pt idx="728">
                  <c:v>-3</c:v>
                </c:pt>
                <c:pt idx="729">
                  <c:v>-3</c:v>
                </c:pt>
                <c:pt idx="730">
                  <c:v>-3</c:v>
                </c:pt>
                <c:pt idx="731">
                  <c:v>-3</c:v>
                </c:pt>
                <c:pt idx="732">
                  <c:v>-3</c:v>
                </c:pt>
                <c:pt idx="733">
                  <c:v>-3</c:v>
                </c:pt>
                <c:pt idx="734">
                  <c:v>-3</c:v>
                </c:pt>
                <c:pt idx="735">
                  <c:v>-3</c:v>
                </c:pt>
                <c:pt idx="736">
                  <c:v>-3</c:v>
                </c:pt>
                <c:pt idx="737">
                  <c:v>-3</c:v>
                </c:pt>
                <c:pt idx="738">
                  <c:v>-3</c:v>
                </c:pt>
                <c:pt idx="739">
                  <c:v>-3</c:v>
                </c:pt>
                <c:pt idx="740">
                  <c:v>-3</c:v>
                </c:pt>
                <c:pt idx="741">
                  <c:v>-3</c:v>
                </c:pt>
                <c:pt idx="742">
                  <c:v>-3</c:v>
                </c:pt>
                <c:pt idx="743">
                  <c:v>-3</c:v>
                </c:pt>
                <c:pt idx="744">
                  <c:v>-3</c:v>
                </c:pt>
                <c:pt idx="745">
                  <c:v>-3</c:v>
                </c:pt>
                <c:pt idx="746">
                  <c:v>-3</c:v>
                </c:pt>
                <c:pt idx="747">
                  <c:v>-3</c:v>
                </c:pt>
                <c:pt idx="748">
                  <c:v>-3</c:v>
                </c:pt>
                <c:pt idx="749">
                  <c:v>-3</c:v>
                </c:pt>
                <c:pt idx="750">
                  <c:v>-3</c:v>
                </c:pt>
                <c:pt idx="751">
                  <c:v>-3</c:v>
                </c:pt>
                <c:pt idx="752">
                  <c:v>-3</c:v>
                </c:pt>
                <c:pt idx="753">
                  <c:v>-3</c:v>
                </c:pt>
                <c:pt idx="754">
                  <c:v>-3</c:v>
                </c:pt>
                <c:pt idx="755">
                  <c:v>-3</c:v>
                </c:pt>
                <c:pt idx="756">
                  <c:v>-3</c:v>
                </c:pt>
                <c:pt idx="757">
                  <c:v>-3</c:v>
                </c:pt>
                <c:pt idx="758">
                  <c:v>-3</c:v>
                </c:pt>
                <c:pt idx="759">
                  <c:v>-3</c:v>
                </c:pt>
                <c:pt idx="760">
                  <c:v>-3</c:v>
                </c:pt>
                <c:pt idx="761">
                  <c:v>-3</c:v>
                </c:pt>
                <c:pt idx="762">
                  <c:v>-3</c:v>
                </c:pt>
                <c:pt idx="763">
                  <c:v>-3</c:v>
                </c:pt>
                <c:pt idx="764">
                  <c:v>-3</c:v>
                </c:pt>
                <c:pt idx="765">
                  <c:v>-3</c:v>
                </c:pt>
                <c:pt idx="766">
                  <c:v>-3</c:v>
                </c:pt>
                <c:pt idx="767">
                  <c:v>-3</c:v>
                </c:pt>
                <c:pt idx="768">
                  <c:v>-3</c:v>
                </c:pt>
                <c:pt idx="769">
                  <c:v>-3</c:v>
                </c:pt>
                <c:pt idx="770">
                  <c:v>-3</c:v>
                </c:pt>
                <c:pt idx="771">
                  <c:v>-3</c:v>
                </c:pt>
                <c:pt idx="772">
                  <c:v>-3</c:v>
                </c:pt>
                <c:pt idx="773">
                  <c:v>-3</c:v>
                </c:pt>
                <c:pt idx="774">
                  <c:v>-3</c:v>
                </c:pt>
                <c:pt idx="775">
                  <c:v>-3</c:v>
                </c:pt>
                <c:pt idx="776">
                  <c:v>-3</c:v>
                </c:pt>
                <c:pt idx="777">
                  <c:v>-3</c:v>
                </c:pt>
                <c:pt idx="778">
                  <c:v>-3</c:v>
                </c:pt>
                <c:pt idx="779">
                  <c:v>-3</c:v>
                </c:pt>
                <c:pt idx="780">
                  <c:v>-3</c:v>
                </c:pt>
                <c:pt idx="781">
                  <c:v>-3</c:v>
                </c:pt>
                <c:pt idx="782">
                  <c:v>-3</c:v>
                </c:pt>
                <c:pt idx="783">
                  <c:v>-3</c:v>
                </c:pt>
                <c:pt idx="784">
                  <c:v>-3</c:v>
                </c:pt>
                <c:pt idx="785">
                  <c:v>-3</c:v>
                </c:pt>
                <c:pt idx="786">
                  <c:v>-3</c:v>
                </c:pt>
                <c:pt idx="787">
                  <c:v>-3</c:v>
                </c:pt>
                <c:pt idx="788">
                  <c:v>-3</c:v>
                </c:pt>
                <c:pt idx="789">
                  <c:v>-3</c:v>
                </c:pt>
                <c:pt idx="790">
                  <c:v>-3</c:v>
                </c:pt>
                <c:pt idx="791">
                  <c:v>-3</c:v>
                </c:pt>
                <c:pt idx="792">
                  <c:v>-3</c:v>
                </c:pt>
                <c:pt idx="793">
                  <c:v>-3</c:v>
                </c:pt>
                <c:pt idx="794">
                  <c:v>-3</c:v>
                </c:pt>
                <c:pt idx="795">
                  <c:v>-3</c:v>
                </c:pt>
                <c:pt idx="796">
                  <c:v>-3</c:v>
                </c:pt>
                <c:pt idx="797">
                  <c:v>-3</c:v>
                </c:pt>
                <c:pt idx="798">
                  <c:v>-3</c:v>
                </c:pt>
                <c:pt idx="799">
                  <c:v>-3</c:v>
                </c:pt>
                <c:pt idx="800">
                  <c:v>-3</c:v>
                </c:pt>
                <c:pt idx="801">
                  <c:v>-3</c:v>
                </c:pt>
                <c:pt idx="802">
                  <c:v>-3</c:v>
                </c:pt>
                <c:pt idx="803">
                  <c:v>-3</c:v>
                </c:pt>
                <c:pt idx="804">
                  <c:v>-3</c:v>
                </c:pt>
                <c:pt idx="805">
                  <c:v>-3</c:v>
                </c:pt>
                <c:pt idx="806">
                  <c:v>-3</c:v>
                </c:pt>
                <c:pt idx="807">
                  <c:v>-3</c:v>
                </c:pt>
                <c:pt idx="808">
                  <c:v>-3</c:v>
                </c:pt>
                <c:pt idx="809">
                  <c:v>-3</c:v>
                </c:pt>
                <c:pt idx="810">
                  <c:v>-3</c:v>
                </c:pt>
                <c:pt idx="811">
                  <c:v>-3</c:v>
                </c:pt>
                <c:pt idx="812">
                  <c:v>-3</c:v>
                </c:pt>
                <c:pt idx="813">
                  <c:v>-3</c:v>
                </c:pt>
                <c:pt idx="814">
                  <c:v>-3</c:v>
                </c:pt>
                <c:pt idx="815">
                  <c:v>-3</c:v>
                </c:pt>
                <c:pt idx="816">
                  <c:v>-3</c:v>
                </c:pt>
                <c:pt idx="817">
                  <c:v>-3</c:v>
                </c:pt>
                <c:pt idx="818">
                  <c:v>-3</c:v>
                </c:pt>
                <c:pt idx="819">
                  <c:v>-3</c:v>
                </c:pt>
                <c:pt idx="820">
                  <c:v>-3</c:v>
                </c:pt>
                <c:pt idx="821">
                  <c:v>-3</c:v>
                </c:pt>
                <c:pt idx="822">
                  <c:v>-3</c:v>
                </c:pt>
                <c:pt idx="823">
                  <c:v>-3</c:v>
                </c:pt>
                <c:pt idx="824">
                  <c:v>-3</c:v>
                </c:pt>
                <c:pt idx="825">
                  <c:v>-3</c:v>
                </c:pt>
                <c:pt idx="826">
                  <c:v>-3</c:v>
                </c:pt>
                <c:pt idx="827">
                  <c:v>-3</c:v>
                </c:pt>
                <c:pt idx="828">
                  <c:v>-3</c:v>
                </c:pt>
                <c:pt idx="829">
                  <c:v>-3</c:v>
                </c:pt>
                <c:pt idx="830">
                  <c:v>-3</c:v>
                </c:pt>
                <c:pt idx="831">
                  <c:v>-3</c:v>
                </c:pt>
                <c:pt idx="832">
                  <c:v>-3</c:v>
                </c:pt>
                <c:pt idx="833">
                  <c:v>-3</c:v>
                </c:pt>
                <c:pt idx="834">
                  <c:v>-3</c:v>
                </c:pt>
                <c:pt idx="835">
                  <c:v>-3</c:v>
                </c:pt>
                <c:pt idx="836">
                  <c:v>-3</c:v>
                </c:pt>
                <c:pt idx="837">
                  <c:v>-3</c:v>
                </c:pt>
                <c:pt idx="838">
                  <c:v>-3</c:v>
                </c:pt>
                <c:pt idx="839">
                  <c:v>-3</c:v>
                </c:pt>
                <c:pt idx="840">
                  <c:v>-3</c:v>
                </c:pt>
                <c:pt idx="841">
                  <c:v>-3</c:v>
                </c:pt>
                <c:pt idx="842">
                  <c:v>-3</c:v>
                </c:pt>
                <c:pt idx="843">
                  <c:v>-3</c:v>
                </c:pt>
                <c:pt idx="844">
                  <c:v>-3</c:v>
                </c:pt>
                <c:pt idx="845">
                  <c:v>-3</c:v>
                </c:pt>
                <c:pt idx="846">
                  <c:v>-3</c:v>
                </c:pt>
                <c:pt idx="847">
                  <c:v>-3</c:v>
                </c:pt>
                <c:pt idx="848">
                  <c:v>-3</c:v>
                </c:pt>
                <c:pt idx="849">
                  <c:v>-3</c:v>
                </c:pt>
                <c:pt idx="850">
                  <c:v>-3</c:v>
                </c:pt>
                <c:pt idx="851">
                  <c:v>-3</c:v>
                </c:pt>
                <c:pt idx="852">
                  <c:v>-3</c:v>
                </c:pt>
                <c:pt idx="853">
                  <c:v>-3</c:v>
                </c:pt>
                <c:pt idx="854">
                  <c:v>-3</c:v>
                </c:pt>
                <c:pt idx="855">
                  <c:v>-3</c:v>
                </c:pt>
                <c:pt idx="856">
                  <c:v>-3</c:v>
                </c:pt>
                <c:pt idx="857">
                  <c:v>-3</c:v>
                </c:pt>
                <c:pt idx="858">
                  <c:v>-3</c:v>
                </c:pt>
                <c:pt idx="859">
                  <c:v>-3</c:v>
                </c:pt>
                <c:pt idx="860">
                  <c:v>-3</c:v>
                </c:pt>
                <c:pt idx="861">
                  <c:v>-3</c:v>
                </c:pt>
                <c:pt idx="862">
                  <c:v>-3</c:v>
                </c:pt>
                <c:pt idx="863">
                  <c:v>-3</c:v>
                </c:pt>
                <c:pt idx="864">
                  <c:v>-3</c:v>
                </c:pt>
                <c:pt idx="865">
                  <c:v>-3</c:v>
                </c:pt>
                <c:pt idx="866">
                  <c:v>-3</c:v>
                </c:pt>
                <c:pt idx="867">
                  <c:v>-3</c:v>
                </c:pt>
                <c:pt idx="868">
                  <c:v>-3</c:v>
                </c:pt>
                <c:pt idx="869">
                  <c:v>-3</c:v>
                </c:pt>
                <c:pt idx="870">
                  <c:v>-3</c:v>
                </c:pt>
                <c:pt idx="871">
                  <c:v>-3</c:v>
                </c:pt>
                <c:pt idx="872">
                  <c:v>-3</c:v>
                </c:pt>
                <c:pt idx="873">
                  <c:v>-3</c:v>
                </c:pt>
                <c:pt idx="874">
                  <c:v>-3</c:v>
                </c:pt>
                <c:pt idx="875">
                  <c:v>-3</c:v>
                </c:pt>
                <c:pt idx="876">
                  <c:v>-3</c:v>
                </c:pt>
                <c:pt idx="877">
                  <c:v>-3</c:v>
                </c:pt>
                <c:pt idx="878">
                  <c:v>-3</c:v>
                </c:pt>
                <c:pt idx="879">
                  <c:v>-3</c:v>
                </c:pt>
                <c:pt idx="880">
                  <c:v>-3</c:v>
                </c:pt>
                <c:pt idx="881">
                  <c:v>-3</c:v>
                </c:pt>
                <c:pt idx="882">
                  <c:v>-3</c:v>
                </c:pt>
                <c:pt idx="883">
                  <c:v>-3</c:v>
                </c:pt>
                <c:pt idx="884">
                  <c:v>-3</c:v>
                </c:pt>
                <c:pt idx="885">
                  <c:v>-3</c:v>
                </c:pt>
                <c:pt idx="886">
                  <c:v>-3</c:v>
                </c:pt>
                <c:pt idx="887">
                  <c:v>-3</c:v>
                </c:pt>
                <c:pt idx="888">
                  <c:v>-3</c:v>
                </c:pt>
                <c:pt idx="889">
                  <c:v>-3</c:v>
                </c:pt>
                <c:pt idx="890">
                  <c:v>-3</c:v>
                </c:pt>
                <c:pt idx="891">
                  <c:v>-3</c:v>
                </c:pt>
                <c:pt idx="892">
                  <c:v>-3</c:v>
                </c:pt>
                <c:pt idx="893">
                  <c:v>-3</c:v>
                </c:pt>
                <c:pt idx="894">
                  <c:v>-3</c:v>
                </c:pt>
                <c:pt idx="895">
                  <c:v>-3</c:v>
                </c:pt>
                <c:pt idx="896">
                  <c:v>-3</c:v>
                </c:pt>
                <c:pt idx="897">
                  <c:v>-3</c:v>
                </c:pt>
                <c:pt idx="898">
                  <c:v>-3</c:v>
                </c:pt>
                <c:pt idx="899">
                  <c:v>-3</c:v>
                </c:pt>
                <c:pt idx="900">
                  <c:v>-3</c:v>
                </c:pt>
                <c:pt idx="901">
                  <c:v>-3</c:v>
                </c:pt>
                <c:pt idx="902">
                  <c:v>-3</c:v>
                </c:pt>
                <c:pt idx="903">
                  <c:v>-3</c:v>
                </c:pt>
                <c:pt idx="904">
                  <c:v>-3</c:v>
                </c:pt>
                <c:pt idx="905">
                  <c:v>-3</c:v>
                </c:pt>
                <c:pt idx="906">
                  <c:v>-3</c:v>
                </c:pt>
                <c:pt idx="907">
                  <c:v>-3</c:v>
                </c:pt>
                <c:pt idx="908">
                  <c:v>-3</c:v>
                </c:pt>
                <c:pt idx="909">
                  <c:v>-3</c:v>
                </c:pt>
                <c:pt idx="910">
                  <c:v>-3</c:v>
                </c:pt>
                <c:pt idx="911">
                  <c:v>-3</c:v>
                </c:pt>
                <c:pt idx="912">
                  <c:v>-3</c:v>
                </c:pt>
                <c:pt idx="913">
                  <c:v>-3</c:v>
                </c:pt>
                <c:pt idx="914">
                  <c:v>-3</c:v>
                </c:pt>
                <c:pt idx="915">
                  <c:v>-3</c:v>
                </c:pt>
                <c:pt idx="916">
                  <c:v>-3</c:v>
                </c:pt>
                <c:pt idx="917">
                  <c:v>-3</c:v>
                </c:pt>
                <c:pt idx="918">
                  <c:v>-3</c:v>
                </c:pt>
                <c:pt idx="919">
                  <c:v>-3</c:v>
                </c:pt>
                <c:pt idx="920">
                  <c:v>-3</c:v>
                </c:pt>
                <c:pt idx="921">
                  <c:v>-3</c:v>
                </c:pt>
                <c:pt idx="922">
                  <c:v>-3</c:v>
                </c:pt>
                <c:pt idx="923">
                  <c:v>-3</c:v>
                </c:pt>
                <c:pt idx="924">
                  <c:v>-3</c:v>
                </c:pt>
                <c:pt idx="925">
                  <c:v>-3</c:v>
                </c:pt>
                <c:pt idx="926">
                  <c:v>-3</c:v>
                </c:pt>
                <c:pt idx="927">
                  <c:v>-3</c:v>
                </c:pt>
                <c:pt idx="928">
                  <c:v>-3</c:v>
                </c:pt>
                <c:pt idx="929">
                  <c:v>-3</c:v>
                </c:pt>
                <c:pt idx="930">
                  <c:v>-3</c:v>
                </c:pt>
                <c:pt idx="931">
                  <c:v>-3</c:v>
                </c:pt>
                <c:pt idx="932">
                  <c:v>-3</c:v>
                </c:pt>
                <c:pt idx="933">
                  <c:v>-3</c:v>
                </c:pt>
                <c:pt idx="934">
                  <c:v>-3</c:v>
                </c:pt>
                <c:pt idx="935">
                  <c:v>-3</c:v>
                </c:pt>
                <c:pt idx="936">
                  <c:v>-3</c:v>
                </c:pt>
                <c:pt idx="937">
                  <c:v>-3</c:v>
                </c:pt>
                <c:pt idx="938">
                  <c:v>-3</c:v>
                </c:pt>
                <c:pt idx="939">
                  <c:v>-3</c:v>
                </c:pt>
                <c:pt idx="940">
                  <c:v>-3</c:v>
                </c:pt>
                <c:pt idx="941">
                  <c:v>-3</c:v>
                </c:pt>
                <c:pt idx="942">
                  <c:v>-3</c:v>
                </c:pt>
                <c:pt idx="943">
                  <c:v>-3</c:v>
                </c:pt>
                <c:pt idx="944">
                  <c:v>-3</c:v>
                </c:pt>
                <c:pt idx="945">
                  <c:v>-3</c:v>
                </c:pt>
                <c:pt idx="946">
                  <c:v>-3</c:v>
                </c:pt>
                <c:pt idx="947">
                  <c:v>-3</c:v>
                </c:pt>
                <c:pt idx="948">
                  <c:v>-3</c:v>
                </c:pt>
                <c:pt idx="949">
                  <c:v>-3</c:v>
                </c:pt>
                <c:pt idx="950">
                  <c:v>-3</c:v>
                </c:pt>
                <c:pt idx="951">
                  <c:v>-3</c:v>
                </c:pt>
                <c:pt idx="952">
                  <c:v>-3</c:v>
                </c:pt>
                <c:pt idx="953">
                  <c:v>-3</c:v>
                </c:pt>
                <c:pt idx="954">
                  <c:v>-3</c:v>
                </c:pt>
                <c:pt idx="955">
                  <c:v>-3</c:v>
                </c:pt>
                <c:pt idx="956">
                  <c:v>-3</c:v>
                </c:pt>
                <c:pt idx="957">
                  <c:v>-3</c:v>
                </c:pt>
                <c:pt idx="958">
                  <c:v>-3</c:v>
                </c:pt>
                <c:pt idx="959">
                  <c:v>-3</c:v>
                </c:pt>
                <c:pt idx="960">
                  <c:v>-3</c:v>
                </c:pt>
                <c:pt idx="961">
                  <c:v>-3</c:v>
                </c:pt>
                <c:pt idx="962">
                  <c:v>-3</c:v>
                </c:pt>
                <c:pt idx="963">
                  <c:v>-3</c:v>
                </c:pt>
                <c:pt idx="964">
                  <c:v>-3</c:v>
                </c:pt>
                <c:pt idx="965">
                  <c:v>-3</c:v>
                </c:pt>
                <c:pt idx="966">
                  <c:v>-3</c:v>
                </c:pt>
                <c:pt idx="967">
                  <c:v>-3</c:v>
                </c:pt>
                <c:pt idx="968">
                  <c:v>-3</c:v>
                </c:pt>
                <c:pt idx="969">
                  <c:v>-3</c:v>
                </c:pt>
                <c:pt idx="970">
                  <c:v>-3</c:v>
                </c:pt>
                <c:pt idx="971">
                  <c:v>-3</c:v>
                </c:pt>
                <c:pt idx="972">
                  <c:v>-3</c:v>
                </c:pt>
                <c:pt idx="973">
                  <c:v>-3</c:v>
                </c:pt>
                <c:pt idx="974">
                  <c:v>-3</c:v>
                </c:pt>
                <c:pt idx="975">
                  <c:v>-3</c:v>
                </c:pt>
                <c:pt idx="976">
                  <c:v>-3</c:v>
                </c:pt>
                <c:pt idx="977">
                  <c:v>-3</c:v>
                </c:pt>
                <c:pt idx="978">
                  <c:v>-3</c:v>
                </c:pt>
                <c:pt idx="979">
                  <c:v>-3</c:v>
                </c:pt>
                <c:pt idx="980">
                  <c:v>-3</c:v>
                </c:pt>
                <c:pt idx="981">
                  <c:v>-3</c:v>
                </c:pt>
                <c:pt idx="982">
                  <c:v>-3</c:v>
                </c:pt>
                <c:pt idx="983">
                  <c:v>-3</c:v>
                </c:pt>
                <c:pt idx="984">
                  <c:v>-3</c:v>
                </c:pt>
                <c:pt idx="985">
                  <c:v>-3</c:v>
                </c:pt>
                <c:pt idx="986">
                  <c:v>-3</c:v>
                </c:pt>
                <c:pt idx="987">
                  <c:v>-3</c:v>
                </c:pt>
                <c:pt idx="988">
                  <c:v>-3</c:v>
                </c:pt>
                <c:pt idx="989">
                  <c:v>-3</c:v>
                </c:pt>
                <c:pt idx="990">
                  <c:v>-3</c:v>
                </c:pt>
                <c:pt idx="991">
                  <c:v>-3</c:v>
                </c:pt>
                <c:pt idx="992">
                  <c:v>-3</c:v>
                </c:pt>
                <c:pt idx="993">
                  <c:v>-3</c:v>
                </c:pt>
                <c:pt idx="994">
                  <c:v>-3</c:v>
                </c:pt>
                <c:pt idx="995">
                  <c:v>-3</c:v>
                </c:pt>
                <c:pt idx="996">
                  <c:v>-3</c:v>
                </c:pt>
                <c:pt idx="997">
                  <c:v>-3</c:v>
                </c:pt>
                <c:pt idx="998">
                  <c:v>-3</c:v>
                </c:pt>
                <c:pt idx="999">
                  <c:v>-3</c:v>
                </c:pt>
                <c:pt idx="1000">
                  <c:v>-3</c:v>
                </c:pt>
                <c:pt idx="1001">
                  <c:v>-3</c:v>
                </c:pt>
                <c:pt idx="1002">
                  <c:v>-3</c:v>
                </c:pt>
                <c:pt idx="1003">
                  <c:v>-3</c:v>
                </c:pt>
                <c:pt idx="1004">
                  <c:v>-3</c:v>
                </c:pt>
                <c:pt idx="1005">
                  <c:v>-3</c:v>
                </c:pt>
                <c:pt idx="1006">
                  <c:v>-3</c:v>
                </c:pt>
                <c:pt idx="1007">
                  <c:v>-3</c:v>
                </c:pt>
                <c:pt idx="1008">
                  <c:v>-3</c:v>
                </c:pt>
                <c:pt idx="1009">
                  <c:v>-3</c:v>
                </c:pt>
                <c:pt idx="1010">
                  <c:v>-3</c:v>
                </c:pt>
                <c:pt idx="1011">
                  <c:v>-3</c:v>
                </c:pt>
                <c:pt idx="1012">
                  <c:v>-3</c:v>
                </c:pt>
                <c:pt idx="1013">
                  <c:v>-3</c:v>
                </c:pt>
                <c:pt idx="1014">
                  <c:v>-3</c:v>
                </c:pt>
                <c:pt idx="1015">
                  <c:v>-3</c:v>
                </c:pt>
                <c:pt idx="1016">
                  <c:v>-3</c:v>
                </c:pt>
                <c:pt idx="1017">
                  <c:v>-3</c:v>
                </c:pt>
                <c:pt idx="1018">
                  <c:v>-3</c:v>
                </c:pt>
                <c:pt idx="1019">
                  <c:v>-3</c:v>
                </c:pt>
                <c:pt idx="1020">
                  <c:v>-3</c:v>
                </c:pt>
                <c:pt idx="1021">
                  <c:v>-3</c:v>
                </c:pt>
                <c:pt idx="1022">
                  <c:v>-3</c:v>
                </c:pt>
                <c:pt idx="1023">
                  <c:v>-3</c:v>
                </c:pt>
                <c:pt idx="1024">
                  <c:v>-3</c:v>
                </c:pt>
                <c:pt idx="1025">
                  <c:v>-3</c:v>
                </c:pt>
                <c:pt idx="1026">
                  <c:v>-3</c:v>
                </c:pt>
                <c:pt idx="1027">
                  <c:v>-3</c:v>
                </c:pt>
                <c:pt idx="1028">
                  <c:v>-3</c:v>
                </c:pt>
                <c:pt idx="1029">
                  <c:v>-3</c:v>
                </c:pt>
                <c:pt idx="1030">
                  <c:v>-3</c:v>
                </c:pt>
                <c:pt idx="1031">
                  <c:v>-3</c:v>
                </c:pt>
                <c:pt idx="1032">
                  <c:v>-3</c:v>
                </c:pt>
                <c:pt idx="1033">
                  <c:v>-3</c:v>
                </c:pt>
                <c:pt idx="1034">
                  <c:v>-3</c:v>
                </c:pt>
                <c:pt idx="1035">
                  <c:v>-3</c:v>
                </c:pt>
                <c:pt idx="1036">
                  <c:v>-3</c:v>
                </c:pt>
                <c:pt idx="1037">
                  <c:v>-3</c:v>
                </c:pt>
                <c:pt idx="1038">
                  <c:v>-3</c:v>
                </c:pt>
                <c:pt idx="1039">
                  <c:v>-3</c:v>
                </c:pt>
                <c:pt idx="1040">
                  <c:v>-3</c:v>
                </c:pt>
                <c:pt idx="1041">
                  <c:v>-3</c:v>
                </c:pt>
                <c:pt idx="1042">
                  <c:v>-3</c:v>
                </c:pt>
                <c:pt idx="1043">
                  <c:v>-3</c:v>
                </c:pt>
                <c:pt idx="1044">
                  <c:v>-3</c:v>
                </c:pt>
                <c:pt idx="1045">
                  <c:v>-3</c:v>
                </c:pt>
                <c:pt idx="1046">
                  <c:v>-3</c:v>
                </c:pt>
                <c:pt idx="1047">
                  <c:v>-3</c:v>
                </c:pt>
                <c:pt idx="1048">
                  <c:v>-3</c:v>
                </c:pt>
                <c:pt idx="1049">
                  <c:v>-3</c:v>
                </c:pt>
                <c:pt idx="1050">
                  <c:v>-3</c:v>
                </c:pt>
                <c:pt idx="1051">
                  <c:v>-3</c:v>
                </c:pt>
                <c:pt idx="1052">
                  <c:v>-3</c:v>
                </c:pt>
                <c:pt idx="1053">
                  <c:v>-3</c:v>
                </c:pt>
                <c:pt idx="1054">
                  <c:v>-3</c:v>
                </c:pt>
                <c:pt idx="1055">
                  <c:v>-3</c:v>
                </c:pt>
                <c:pt idx="1056">
                  <c:v>-3</c:v>
                </c:pt>
                <c:pt idx="1057">
                  <c:v>-3</c:v>
                </c:pt>
                <c:pt idx="1058">
                  <c:v>-3</c:v>
                </c:pt>
                <c:pt idx="1059">
                  <c:v>-3</c:v>
                </c:pt>
                <c:pt idx="1060">
                  <c:v>-3</c:v>
                </c:pt>
                <c:pt idx="1061">
                  <c:v>-3</c:v>
                </c:pt>
                <c:pt idx="1062">
                  <c:v>-3</c:v>
                </c:pt>
                <c:pt idx="1063">
                  <c:v>-3</c:v>
                </c:pt>
                <c:pt idx="1064">
                  <c:v>-3</c:v>
                </c:pt>
                <c:pt idx="1065">
                  <c:v>-3</c:v>
                </c:pt>
                <c:pt idx="1066">
                  <c:v>-3</c:v>
                </c:pt>
                <c:pt idx="1067">
                  <c:v>-3</c:v>
                </c:pt>
                <c:pt idx="1068">
                  <c:v>-3</c:v>
                </c:pt>
                <c:pt idx="1069">
                  <c:v>-3</c:v>
                </c:pt>
                <c:pt idx="1070">
                  <c:v>-3</c:v>
                </c:pt>
                <c:pt idx="1071">
                  <c:v>-3</c:v>
                </c:pt>
                <c:pt idx="1072">
                  <c:v>-3</c:v>
                </c:pt>
                <c:pt idx="1073">
                  <c:v>-3</c:v>
                </c:pt>
                <c:pt idx="1074">
                  <c:v>-3</c:v>
                </c:pt>
                <c:pt idx="1075">
                  <c:v>-3</c:v>
                </c:pt>
                <c:pt idx="1076">
                  <c:v>-3</c:v>
                </c:pt>
                <c:pt idx="1077">
                  <c:v>-3</c:v>
                </c:pt>
                <c:pt idx="1078">
                  <c:v>-3</c:v>
                </c:pt>
                <c:pt idx="1079">
                  <c:v>-3</c:v>
                </c:pt>
                <c:pt idx="1080">
                  <c:v>-3</c:v>
                </c:pt>
                <c:pt idx="1081">
                  <c:v>-3</c:v>
                </c:pt>
                <c:pt idx="1082">
                  <c:v>-3</c:v>
                </c:pt>
                <c:pt idx="1083">
                  <c:v>-3</c:v>
                </c:pt>
                <c:pt idx="1084">
                  <c:v>-3</c:v>
                </c:pt>
                <c:pt idx="1085">
                  <c:v>-3</c:v>
                </c:pt>
                <c:pt idx="1086">
                  <c:v>-3</c:v>
                </c:pt>
                <c:pt idx="1087">
                  <c:v>-3</c:v>
                </c:pt>
                <c:pt idx="1088">
                  <c:v>-3</c:v>
                </c:pt>
                <c:pt idx="1089">
                  <c:v>-3</c:v>
                </c:pt>
                <c:pt idx="1090">
                  <c:v>-3</c:v>
                </c:pt>
                <c:pt idx="1091">
                  <c:v>-3</c:v>
                </c:pt>
                <c:pt idx="1092">
                  <c:v>-3</c:v>
                </c:pt>
                <c:pt idx="1093">
                  <c:v>-3</c:v>
                </c:pt>
                <c:pt idx="1094">
                  <c:v>-3</c:v>
                </c:pt>
                <c:pt idx="1095">
                  <c:v>-3</c:v>
                </c:pt>
                <c:pt idx="1096">
                  <c:v>-3</c:v>
                </c:pt>
                <c:pt idx="1097">
                  <c:v>-3</c:v>
                </c:pt>
                <c:pt idx="1098">
                  <c:v>-3</c:v>
                </c:pt>
                <c:pt idx="1099">
                  <c:v>-3</c:v>
                </c:pt>
                <c:pt idx="1100">
                  <c:v>-3</c:v>
                </c:pt>
                <c:pt idx="1101">
                  <c:v>-3</c:v>
                </c:pt>
                <c:pt idx="1102">
                  <c:v>-3</c:v>
                </c:pt>
                <c:pt idx="1103">
                  <c:v>-3</c:v>
                </c:pt>
                <c:pt idx="1104">
                  <c:v>-3</c:v>
                </c:pt>
                <c:pt idx="1105">
                  <c:v>-3</c:v>
                </c:pt>
                <c:pt idx="1106">
                  <c:v>-3</c:v>
                </c:pt>
                <c:pt idx="1107">
                  <c:v>-3</c:v>
                </c:pt>
                <c:pt idx="1108">
                  <c:v>-3</c:v>
                </c:pt>
                <c:pt idx="1109">
                  <c:v>-3</c:v>
                </c:pt>
                <c:pt idx="1110">
                  <c:v>-3</c:v>
                </c:pt>
                <c:pt idx="1111">
                  <c:v>-3</c:v>
                </c:pt>
                <c:pt idx="1112">
                  <c:v>-3</c:v>
                </c:pt>
                <c:pt idx="1113">
                  <c:v>-3</c:v>
                </c:pt>
                <c:pt idx="1114">
                  <c:v>-3</c:v>
                </c:pt>
                <c:pt idx="1115">
                  <c:v>-3</c:v>
                </c:pt>
                <c:pt idx="1116">
                  <c:v>-3</c:v>
                </c:pt>
                <c:pt idx="1117">
                  <c:v>-3</c:v>
                </c:pt>
                <c:pt idx="1118">
                  <c:v>-3</c:v>
                </c:pt>
                <c:pt idx="1119">
                  <c:v>-3</c:v>
                </c:pt>
                <c:pt idx="1120">
                  <c:v>-3</c:v>
                </c:pt>
                <c:pt idx="1121">
                  <c:v>-3</c:v>
                </c:pt>
                <c:pt idx="1122">
                  <c:v>-3</c:v>
                </c:pt>
                <c:pt idx="1123">
                  <c:v>-3</c:v>
                </c:pt>
                <c:pt idx="1124">
                  <c:v>-3</c:v>
                </c:pt>
                <c:pt idx="1125">
                  <c:v>-3</c:v>
                </c:pt>
                <c:pt idx="1126">
                  <c:v>-3</c:v>
                </c:pt>
                <c:pt idx="1127">
                  <c:v>-3</c:v>
                </c:pt>
                <c:pt idx="1128">
                  <c:v>-3</c:v>
                </c:pt>
                <c:pt idx="1129">
                  <c:v>-3</c:v>
                </c:pt>
                <c:pt idx="1130">
                  <c:v>-3</c:v>
                </c:pt>
                <c:pt idx="1131">
                  <c:v>-3</c:v>
                </c:pt>
                <c:pt idx="1132">
                  <c:v>-3</c:v>
                </c:pt>
                <c:pt idx="1133">
                  <c:v>-3</c:v>
                </c:pt>
                <c:pt idx="1134">
                  <c:v>-3</c:v>
                </c:pt>
                <c:pt idx="1135">
                  <c:v>-3</c:v>
                </c:pt>
                <c:pt idx="1136">
                  <c:v>-3</c:v>
                </c:pt>
                <c:pt idx="1137">
                  <c:v>-3</c:v>
                </c:pt>
                <c:pt idx="1138">
                  <c:v>-3</c:v>
                </c:pt>
                <c:pt idx="1139">
                  <c:v>-3</c:v>
                </c:pt>
                <c:pt idx="1140">
                  <c:v>-3</c:v>
                </c:pt>
                <c:pt idx="1141">
                  <c:v>-3</c:v>
                </c:pt>
                <c:pt idx="1142">
                  <c:v>-3</c:v>
                </c:pt>
                <c:pt idx="1143">
                  <c:v>-3</c:v>
                </c:pt>
                <c:pt idx="1144">
                  <c:v>-3</c:v>
                </c:pt>
                <c:pt idx="1145">
                  <c:v>-3</c:v>
                </c:pt>
                <c:pt idx="1146">
                  <c:v>-3</c:v>
                </c:pt>
                <c:pt idx="1147">
                  <c:v>-3</c:v>
                </c:pt>
                <c:pt idx="1148">
                  <c:v>-3</c:v>
                </c:pt>
                <c:pt idx="1149">
                  <c:v>-3</c:v>
                </c:pt>
                <c:pt idx="1150">
                  <c:v>-3</c:v>
                </c:pt>
                <c:pt idx="1151">
                  <c:v>-3</c:v>
                </c:pt>
                <c:pt idx="1152">
                  <c:v>-3</c:v>
                </c:pt>
                <c:pt idx="1153">
                  <c:v>-3</c:v>
                </c:pt>
                <c:pt idx="1154">
                  <c:v>-3</c:v>
                </c:pt>
                <c:pt idx="1155">
                  <c:v>-3</c:v>
                </c:pt>
                <c:pt idx="1156">
                  <c:v>-3</c:v>
                </c:pt>
                <c:pt idx="1157">
                  <c:v>-3</c:v>
                </c:pt>
                <c:pt idx="1158">
                  <c:v>-3</c:v>
                </c:pt>
                <c:pt idx="1159">
                  <c:v>-3</c:v>
                </c:pt>
                <c:pt idx="1160">
                  <c:v>-3</c:v>
                </c:pt>
                <c:pt idx="1161">
                  <c:v>-3</c:v>
                </c:pt>
                <c:pt idx="1162">
                  <c:v>-3</c:v>
                </c:pt>
                <c:pt idx="1163">
                  <c:v>-3</c:v>
                </c:pt>
                <c:pt idx="1164">
                  <c:v>-3</c:v>
                </c:pt>
                <c:pt idx="1165">
                  <c:v>-3</c:v>
                </c:pt>
                <c:pt idx="1166">
                  <c:v>-3</c:v>
                </c:pt>
                <c:pt idx="1167">
                  <c:v>-3</c:v>
                </c:pt>
                <c:pt idx="1168">
                  <c:v>-3</c:v>
                </c:pt>
                <c:pt idx="1169">
                  <c:v>-3</c:v>
                </c:pt>
                <c:pt idx="1170">
                  <c:v>-3</c:v>
                </c:pt>
                <c:pt idx="1171">
                  <c:v>-3</c:v>
                </c:pt>
                <c:pt idx="1172">
                  <c:v>-3</c:v>
                </c:pt>
                <c:pt idx="1173">
                  <c:v>-3</c:v>
                </c:pt>
                <c:pt idx="1174">
                  <c:v>-3</c:v>
                </c:pt>
                <c:pt idx="1175">
                  <c:v>-3</c:v>
                </c:pt>
                <c:pt idx="1176">
                  <c:v>-3</c:v>
                </c:pt>
                <c:pt idx="1177">
                  <c:v>-3</c:v>
                </c:pt>
                <c:pt idx="1178">
                  <c:v>-3</c:v>
                </c:pt>
                <c:pt idx="1179">
                  <c:v>-3</c:v>
                </c:pt>
                <c:pt idx="1180">
                  <c:v>-3</c:v>
                </c:pt>
                <c:pt idx="1181">
                  <c:v>-3</c:v>
                </c:pt>
                <c:pt idx="1182">
                  <c:v>-3</c:v>
                </c:pt>
                <c:pt idx="1183">
                  <c:v>-3</c:v>
                </c:pt>
                <c:pt idx="1184">
                  <c:v>-3</c:v>
                </c:pt>
                <c:pt idx="1185">
                  <c:v>-3</c:v>
                </c:pt>
                <c:pt idx="1186">
                  <c:v>-3</c:v>
                </c:pt>
                <c:pt idx="1187">
                  <c:v>-3</c:v>
                </c:pt>
                <c:pt idx="1188">
                  <c:v>-3</c:v>
                </c:pt>
                <c:pt idx="1189">
                  <c:v>-3</c:v>
                </c:pt>
                <c:pt idx="1190">
                  <c:v>-3</c:v>
                </c:pt>
                <c:pt idx="1191">
                  <c:v>-3</c:v>
                </c:pt>
                <c:pt idx="1192">
                  <c:v>-3</c:v>
                </c:pt>
                <c:pt idx="1193">
                  <c:v>-3</c:v>
                </c:pt>
                <c:pt idx="1194">
                  <c:v>-3</c:v>
                </c:pt>
                <c:pt idx="1195">
                  <c:v>-3</c:v>
                </c:pt>
                <c:pt idx="1196">
                  <c:v>-3</c:v>
                </c:pt>
                <c:pt idx="1197">
                  <c:v>-3</c:v>
                </c:pt>
                <c:pt idx="1198">
                  <c:v>-3</c:v>
                </c:pt>
                <c:pt idx="1199">
                  <c:v>-3</c:v>
                </c:pt>
                <c:pt idx="1200">
                  <c:v>-3</c:v>
                </c:pt>
                <c:pt idx="1201">
                  <c:v>-3</c:v>
                </c:pt>
                <c:pt idx="1202">
                  <c:v>-3</c:v>
                </c:pt>
                <c:pt idx="1203">
                  <c:v>-3</c:v>
                </c:pt>
                <c:pt idx="1204">
                  <c:v>-3</c:v>
                </c:pt>
                <c:pt idx="1205">
                  <c:v>-3</c:v>
                </c:pt>
                <c:pt idx="1206">
                  <c:v>-3</c:v>
                </c:pt>
                <c:pt idx="1207">
                  <c:v>-3</c:v>
                </c:pt>
                <c:pt idx="1208">
                  <c:v>-3</c:v>
                </c:pt>
                <c:pt idx="1209">
                  <c:v>-3</c:v>
                </c:pt>
                <c:pt idx="1210">
                  <c:v>-3</c:v>
                </c:pt>
                <c:pt idx="1211">
                  <c:v>-3</c:v>
                </c:pt>
                <c:pt idx="1212">
                  <c:v>-3</c:v>
                </c:pt>
                <c:pt idx="1213">
                  <c:v>-3</c:v>
                </c:pt>
                <c:pt idx="1214">
                  <c:v>-3</c:v>
                </c:pt>
                <c:pt idx="1215">
                  <c:v>-3</c:v>
                </c:pt>
                <c:pt idx="1216">
                  <c:v>-3</c:v>
                </c:pt>
                <c:pt idx="1217">
                  <c:v>-3</c:v>
                </c:pt>
                <c:pt idx="1218">
                  <c:v>-3</c:v>
                </c:pt>
                <c:pt idx="1219">
                  <c:v>-3</c:v>
                </c:pt>
                <c:pt idx="1220">
                  <c:v>-3</c:v>
                </c:pt>
                <c:pt idx="1221">
                  <c:v>-3</c:v>
                </c:pt>
                <c:pt idx="1222">
                  <c:v>-3</c:v>
                </c:pt>
                <c:pt idx="1223">
                  <c:v>-3</c:v>
                </c:pt>
                <c:pt idx="1224">
                  <c:v>-3</c:v>
                </c:pt>
                <c:pt idx="1225">
                  <c:v>-3</c:v>
                </c:pt>
                <c:pt idx="1226">
                  <c:v>-3</c:v>
                </c:pt>
                <c:pt idx="1227">
                  <c:v>-3</c:v>
                </c:pt>
                <c:pt idx="1228">
                  <c:v>-3</c:v>
                </c:pt>
                <c:pt idx="1229">
                  <c:v>-3</c:v>
                </c:pt>
                <c:pt idx="1230">
                  <c:v>-3</c:v>
                </c:pt>
                <c:pt idx="1231">
                  <c:v>-3</c:v>
                </c:pt>
                <c:pt idx="1232">
                  <c:v>-3</c:v>
                </c:pt>
                <c:pt idx="1233">
                  <c:v>-3</c:v>
                </c:pt>
                <c:pt idx="1234">
                  <c:v>-3</c:v>
                </c:pt>
                <c:pt idx="1235">
                  <c:v>-3</c:v>
                </c:pt>
                <c:pt idx="1236">
                  <c:v>-3</c:v>
                </c:pt>
                <c:pt idx="1237">
                  <c:v>-3</c:v>
                </c:pt>
                <c:pt idx="1238">
                  <c:v>-3</c:v>
                </c:pt>
                <c:pt idx="1239">
                  <c:v>-3</c:v>
                </c:pt>
                <c:pt idx="1240">
                  <c:v>-3</c:v>
                </c:pt>
                <c:pt idx="1241">
                  <c:v>-3</c:v>
                </c:pt>
                <c:pt idx="1242">
                  <c:v>-3</c:v>
                </c:pt>
                <c:pt idx="1243">
                  <c:v>-3</c:v>
                </c:pt>
                <c:pt idx="1244">
                  <c:v>-3</c:v>
                </c:pt>
                <c:pt idx="1245">
                  <c:v>-3</c:v>
                </c:pt>
                <c:pt idx="1246">
                  <c:v>-3</c:v>
                </c:pt>
                <c:pt idx="1247">
                  <c:v>-3</c:v>
                </c:pt>
                <c:pt idx="1248">
                  <c:v>-3</c:v>
                </c:pt>
                <c:pt idx="1249">
                  <c:v>-3</c:v>
                </c:pt>
                <c:pt idx="1250">
                  <c:v>-3</c:v>
                </c:pt>
                <c:pt idx="1251">
                  <c:v>-3</c:v>
                </c:pt>
                <c:pt idx="1252">
                  <c:v>-3</c:v>
                </c:pt>
                <c:pt idx="1253">
                  <c:v>-3</c:v>
                </c:pt>
                <c:pt idx="1254">
                  <c:v>-3</c:v>
                </c:pt>
                <c:pt idx="1255">
                  <c:v>-3</c:v>
                </c:pt>
                <c:pt idx="1256">
                  <c:v>-3</c:v>
                </c:pt>
                <c:pt idx="1257">
                  <c:v>-3</c:v>
                </c:pt>
                <c:pt idx="1258">
                  <c:v>-3</c:v>
                </c:pt>
                <c:pt idx="1259">
                  <c:v>-3</c:v>
                </c:pt>
                <c:pt idx="1260">
                  <c:v>-3</c:v>
                </c:pt>
                <c:pt idx="1261">
                  <c:v>-3</c:v>
                </c:pt>
                <c:pt idx="1262">
                  <c:v>-3</c:v>
                </c:pt>
                <c:pt idx="1263">
                  <c:v>-3</c:v>
                </c:pt>
                <c:pt idx="1264">
                  <c:v>-3</c:v>
                </c:pt>
                <c:pt idx="1265">
                  <c:v>-3</c:v>
                </c:pt>
                <c:pt idx="1266">
                  <c:v>-3</c:v>
                </c:pt>
                <c:pt idx="1267">
                  <c:v>-3</c:v>
                </c:pt>
                <c:pt idx="1268">
                  <c:v>-3</c:v>
                </c:pt>
                <c:pt idx="1269">
                  <c:v>-3</c:v>
                </c:pt>
                <c:pt idx="1270">
                  <c:v>-3</c:v>
                </c:pt>
                <c:pt idx="1271">
                  <c:v>-3</c:v>
                </c:pt>
                <c:pt idx="1272">
                  <c:v>-3</c:v>
                </c:pt>
                <c:pt idx="1273">
                  <c:v>-3</c:v>
                </c:pt>
                <c:pt idx="1274">
                  <c:v>-3</c:v>
                </c:pt>
                <c:pt idx="1275">
                  <c:v>-3</c:v>
                </c:pt>
                <c:pt idx="1276">
                  <c:v>-3</c:v>
                </c:pt>
                <c:pt idx="1277">
                  <c:v>-3</c:v>
                </c:pt>
                <c:pt idx="1278">
                  <c:v>-3</c:v>
                </c:pt>
                <c:pt idx="1279">
                  <c:v>-3</c:v>
                </c:pt>
                <c:pt idx="1280">
                  <c:v>-3</c:v>
                </c:pt>
                <c:pt idx="1281">
                  <c:v>-3</c:v>
                </c:pt>
                <c:pt idx="1282">
                  <c:v>-3</c:v>
                </c:pt>
                <c:pt idx="1283">
                  <c:v>-3</c:v>
                </c:pt>
                <c:pt idx="1284">
                  <c:v>-3</c:v>
                </c:pt>
                <c:pt idx="1285">
                  <c:v>-3</c:v>
                </c:pt>
                <c:pt idx="1286">
                  <c:v>-3</c:v>
                </c:pt>
                <c:pt idx="1287">
                  <c:v>-3</c:v>
                </c:pt>
                <c:pt idx="1288">
                  <c:v>-3</c:v>
                </c:pt>
                <c:pt idx="1289">
                  <c:v>-3</c:v>
                </c:pt>
                <c:pt idx="1290">
                  <c:v>-3</c:v>
                </c:pt>
                <c:pt idx="1291">
                  <c:v>-3</c:v>
                </c:pt>
                <c:pt idx="1292">
                  <c:v>-3</c:v>
                </c:pt>
                <c:pt idx="1293">
                  <c:v>-3</c:v>
                </c:pt>
                <c:pt idx="1294">
                  <c:v>-3</c:v>
                </c:pt>
                <c:pt idx="1295">
                  <c:v>-3</c:v>
                </c:pt>
                <c:pt idx="1296">
                  <c:v>-3</c:v>
                </c:pt>
                <c:pt idx="1297">
                  <c:v>-3</c:v>
                </c:pt>
                <c:pt idx="1298">
                  <c:v>-3</c:v>
                </c:pt>
                <c:pt idx="1299">
                  <c:v>-3</c:v>
                </c:pt>
                <c:pt idx="1300">
                  <c:v>-3</c:v>
                </c:pt>
                <c:pt idx="1301">
                  <c:v>-3</c:v>
                </c:pt>
                <c:pt idx="1302">
                  <c:v>-3</c:v>
                </c:pt>
                <c:pt idx="1303">
                  <c:v>-3</c:v>
                </c:pt>
                <c:pt idx="1304">
                  <c:v>-3</c:v>
                </c:pt>
                <c:pt idx="1305">
                  <c:v>-3</c:v>
                </c:pt>
                <c:pt idx="1306">
                  <c:v>-3</c:v>
                </c:pt>
                <c:pt idx="1307">
                  <c:v>-3</c:v>
                </c:pt>
                <c:pt idx="1308">
                  <c:v>-3</c:v>
                </c:pt>
                <c:pt idx="1309">
                  <c:v>-3</c:v>
                </c:pt>
                <c:pt idx="1310">
                  <c:v>-3</c:v>
                </c:pt>
                <c:pt idx="1311">
                  <c:v>-3</c:v>
                </c:pt>
                <c:pt idx="1312">
                  <c:v>-3</c:v>
                </c:pt>
                <c:pt idx="1313">
                  <c:v>-3</c:v>
                </c:pt>
                <c:pt idx="1314">
                  <c:v>-3</c:v>
                </c:pt>
                <c:pt idx="1315">
                  <c:v>-3</c:v>
                </c:pt>
                <c:pt idx="1316">
                  <c:v>-3</c:v>
                </c:pt>
                <c:pt idx="1317">
                  <c:v>-3</c:v>
                </c:pt>
                <c:pt idx="1318">
                  <c:v>-3</c:v>
                </c:pt>
                <c:pt idx="1319">
                  <c:v>-3</c:v>
                </c:pt>
                <c:pt idx="1320">
                  <c:v>-3</c:v>
                </c:pt>
                <c:pt idx="1321">
                  <c:v>-3</c:v>
                </c:pt>
                <c:pt idx="1322">
                  <c:v>-3</c:v>
                </c:pt>
                <c:pt idx="1323">
                  <c:v>-3</c:v>
                </c:pt>
                <c:pt idx="1324">
                  <c:v>-3</c:v>
                </c:pt>
                <c:pt idx="1325">
                  <c:v>-3</c:v>
                </c:pt>
                <c:pt idx="1326">
                  <c:v>-3</c:v>
                </c:pt>
                <c:pt idx="1327">
                  <c:v>-3</c:v>
                </c:pt>
                <c:pt idx="1328">
                  <c:v>-3</c:v>
                </c:pt>
                <c:pt idx="1329">
                  <c:v>-3</c:v>
                </c:pt>
                <c:pt idx="1330">
                  <c:v>-3</c:v>
                </c:pt>
                <c:pt idx="1331">
                  <c:v>-3</c:v>
                </c:pt>
                <c:pt idx="1332">
                  <c:v>-3</c:v>
                </c:pt>
                <c:pt idx="1333">
                  <c:v>-3</c:v>
                </c:pt>
                <c:pt idx="1334">
                  <c:v>-3</c:v>
                </c:pt>
                <c:pt idx="1335">
                  <c:v>-3</c:v>
                </c:pt>
                <c:pt idx="1336">
                  <c:v>-3</c:v>
                </c:pt>
                <c:pt idx="1337">
                  <c:v>-3</c:v>
                </c:pt>
                <c:pt idx="1338">
                  <c:v>-3</c:v>
                </c:pt>
                <c:pt idx="1339">
                  <c:v>-3</c:v>
                </c:pt>
                <c:pt idx="1340">
                  <c:v>-3</c:v>
                </c:pt>
                <c:pt idx="1341">
                  <c:v>-3</c:v>
                </c:pt>
                <c:pt idx="1342">
                  <c:v>-3</c:v>
                </c:pt>
                <c:pt idx="1343">
                  <c:v>-3</c:v>
                </c:pt>
                <c:pt idx="1344">
                  <c:v>-3</c:v>
                </c:pt>
                <c:pt idx="1345">
                  <c:v>-3</c:v>
                </c:pt>
                <c:pt idx="1346">
                  <c:v>-3</c:v>
                </c:pt>
                <c:pt idx="1347">
                  <c:v>-3</c:v>
                </c:pt>
                <c:pt idx="1348">
                  <c:v>-3</c:v>
                </c:pt>
                <c:pt idx="1349">
                  <c:v>-3</c:v>
                </c:pt>
                <c:pt idx="1350">
                  <c:v>-3</c:v>
                </c:pt>
                <c:pt idx="1351">
                  <c:v>-3</c:v>
                </c:pt>
                <c:pt idx="1352">
                  <c:v>-3</c:v>
                </c:pt>
                <c:pt idx="1353">
                  <c:v>-3</c:v>
                </c:pt>
                <c:pt idx="1354">
                  <c:v>-3</c:v>
                </c:pt>
                <c:pt idx="1355">
                  <c:v>-3</c:v>
                </c:pt>
                <c:pt idx="1356">
                  <c:v>-3</c:v>
                </c:pt>
                <c:pt idx="1357">
                  <c:v>-3</c:v>
                </c:pt>
                <c:pt idx="1358">
                  <c:v>-3</c:v>
                </c:pt>
                <c:pt idx="1359">
                  <c:v>-3</c:v>
                </c:pt>
                <c:pt idx="1360">
                  <c:v>-3</c:v>
                </c:pt>
                <c:pt idx="1361">
                  <c:v>-3</c:v>
                </c:pt>
                <c:pt idx="1362">
                  <c:v>-3</c:v>
                </c:pt>
                <c:pt idx="1363">
                  <c:v>-3</c:v>
                </c:pt>
                <c:pt idx="1364">
                  <c:v>-3</c:v>
                </c:pt>
                <c:pt idx="1365">
                  <c:v>-3</c:v>
                </c:pt>
                <c:pt idx="1366">
                  <c:v>-3</c:v>
                </c:pt>
                <c:pt idx="1367">
                  <c:v>-3</c:v>
                </c:pt>
                <c:pt idx="1368">
                  <c:v>-3</c:v>
                </c:pt>
                <c:pt idx="1369">
                  <c:v>-3</c:v>
                </c:pt>
                <c:pt idx="1370">
                  <c:v>-3</c:v>
                </c:pt>
                <c:pt idx="1371">
                  <c:v>-3</c:v>
                </c:pt>
                <c:pt idx="1372">
                  <c:v>-3</c:v>
                </c:pt>
                <c:pt idx="1373">
                  <c:v>-3</c:v>
                </c:pt>
                <c:pt idx="1374">
                  <c:v>-3</c:v>
                </c:pt>
                <c:pt idx="1375">
                  <c:v>-3</c:v>
                </c:pt>
                <c:pt idx="1376">
                  <c:v>-3</c:v>
                </c:pt>
                <c:pt idx="1377">
                  <c:v>-3</c:v>
                </c:pt>
                <c:pt idx="1378">
                  <c:v>-3</c:v>
                </c:pt>
                <c:pt idx="1379">
                  <c:v>-3</c:v>
                </c:pt>
                <c:pt idx="1380">
                  <c:v>-3</c:v>
                </c:pt>
                <c:pt idx="1381">
                  <c:v>-3</c:v>
                </c:pt>
                <c:pt idx="1382">
                  <c:v>-3</c:v>
                </c:pt>
                <c:pt idx="1383">
                  <c:v>-3</c:v>
                </c:pt>
                <c:pt idx="1384">
                  <c:v>-3</c:v>
                </c:pt>
                <c:pt idx="1385">
                  <c:v>-3</c:v>
                </c:pt>
                <c:pt idx="1386">
                  <c:v>-3</c:v>
                </c:pt>
                <c:pt idx="1387">
                  <c:v>-3</c:v>
                </c:pt>
                <c:pt idx="1388">
                  <c:v>-3</c:v>
                </c:pt>
                <c:pt idx="1389">
                  <c:v>-3</c:v>
                </c:pt>
                <c:pt idx="1390">
                  <c:v>-3</c:v>
                </c:pt>
                <c:pt idx="1391">
                  <c:v>-3</c:v>
                </c:pt>
                <c:pt idx="1392">
                  <c:v>-3</c:v>
                </c:pt>
                <c:pt idx="1393">
                  <c:v>-3</c:v>
                </c:pt>
                <c:pt idx="1394">
                  <c:v>-3</c:v>
                </c:pt>
                <c:pt idx="1395">
                  <c:v>-3</c:v>
                </c:pt>
                <c:pt idx="1396">
                  <c:v>-3</c:v>
                </c:pt>
                <c:pt idx="1397">
                  <c:v>-3</c:v>
                </c:pt>
                <c:pt idx="1398">
                  <c:v>-3</c:v>
                </c:pt>
                <c:pt idx="1399">
                  <c:v>-3</c:v>
                </c:pt>
                <c:pt idx="1400">
                  <c:v>-3</c:v>
                </c:pt>
                <c:pt idx="1401">
                  <c:v>-3</c:v>
                </c:pt>
                <c:pt idx="1402">
                  <c:v>-3</c:v>
                </c:pt>
                <c:pt idx="1403">
                  <c:v>-3</c:v>
                </c:pt>
                <c:pt idx="1404">
                  <c:v>-3</c:v>
                </c:pt>
                <c:pt idx="1405">
                  <c:v>-3</c:v>
                </c:pt>
                <c:pt idx="1406">
                  <c:v>-3</c:v>
                </c:pt>
                <c:pt idx="1407">
                  <c:v>-3</c:v>
                </c:pt>
                <c:pt idx="1408">
                  <c:v>-3</c:v>
                </c:pt>
                <c:pt idx="1409">
                  <c:v>-3</c:v>
                </c:pt>
                <c:pt idx="1410">
                  <c:v>-3</c:v>
                </c:pt>
                <c:pt idx="1411">
                  <c:v>-3</c:v>
                </c:pt>
                <c:pt idx="1412">
                  <c:v>-3</c:v>
                </c:pt>
                <c:pt idx="1413">
                  <c:v>-3</c:v>
                </c:pt>
                <c:pt idx="1414">
                  <c:v>-3</c:v>
                </c:pt>
                <c:pt idx="1415">
                  <c:v>-3</c:v>
                </c:pt>
                <c:pt idx="1416">
                  <c:v>-3</c:v>
                </c:pt>
                <c:pt idx="1417">
                  <c:v>-3</c:v>
                </c:pt>
                <c:pt idx="1418">
                  <c:v>-3</c:v>
                </c:pt>
                <c:pt idx="1419">
                  <c:v>-3</c:v>
                </c:pt>
                <c:pt idx="1420">
                  <c:v>-3</c:v>
                </c:pt>
                <c:pt idx="1421">
                  <c:v>-3</c:v>
                </c:pt>
                <c:pt idx="1422">
                  <c:v>-3</c:v>
                </c:pt>
                <c:pt idx="1423">
                  <c:v>-3</c:v>
                </c:pt>
                <c:pt idx="1424">
                  <c:v>-3</c:v>
                </c:pt>
                <c:pt idx="1425">
                  <c:v>-3</c:v>
                </c:pt>
                <c:pt idx="1426">
                  <c:v>-3</c:v>
                </c:pt>
                <c:pt idx="1427">
                  <c:v>-3</c:v>
                </c:pt>
                <c:pt idx="1428">
                  <c:v>-3</c:v>
                </c:pt>
                <c:pt idx="1429">
                  <c:v>-3</c:v>
                </c:pt>
                <c:pt idx="1430">
                  <c:v>-3</c:v>
                </c:pt>
                <c:pt idx="1431">
                  <c:v>-3</c:v>
                </c:pt>
                <c:pt idx="1432">
                  <c:v>-3</c:v>
                </c:pt>
                <c:pt idx="1433">
                  <c:v>-3</c:v>
                </c:pt>
                <c:pt idx="1434">
                  <c:v>-3</c:v>
                </c:pt>
                <c:pt idx="1435">
                  <c:v>-3</c:v>
                </c:pt>
                <c:pt idx="1436">
                  <c:v>-3</c:v>
                </c:pt>
                <c:pt idx="1437">
                  <c:v>-3</c:v>
                </c:pt>
                <c:pt idx="1438">
                  <c:v>-3</c:v>
                </c:pt>
                <c:pt idx="1439">
                  <c:v>-3</c:v>
                </c:pt>
                <c:pt idx="1440">
                  <c:v>-3</c:v>
                </c:pt>
                <c:pt idx="1441">
                  <c:v>-3</c:v>
                </c:pt>
                <c:pt idx="1442">
                  <c:v>-3</c:v>
                </c:pt>
                <c:pt idx="1443">
                  <c:v>-3</c:v>
                </c:pt>
                <c:pt idx="1444">
                  <c:v>-3</c:v>
                </c:pt>
                <c:pt idx="1445">
                  <c:v>-3</c:v>
                </c:pt>
                <c:pt idx="1446">
                  <c:v>-3</c:v>
                </c:pt>
                <c:pt idx="1447">
                  <c:v>-3</c:v>
                </c:pt>
                <c:pt idx="1448">
                  <c:v>-3</c:v>
                </c:pt>
                <c:pt idx="1449">
                  <c:v>-3</c:v>
                </c:pt>
                <c:pt idx="1450">
                  <c:v>-3</c:v>
                </c:pt>
                <c:pt idx="1451">
                  <c:v>-3</c:v>
                </c:pt>
                <c:pt idx="1452">
                  <c:v>-3</c:v>
                </c:pt>
                <c:pt idx="1453">
                  <c:v>-3</c:v>
                </c:pt>
                <c:pt idx="1454">
                  <c:v>-3</c:v>
                </c:pt>
                <c:pt idx="1455">
                  <c:v>-3</c:v>
                </c:pt>
                <c:pt idx="1456">
                  <c:v>-3</c:v>
                </c:pt>
                <c:pt idx="1457">
                  <c:v>-3</c:v>
                </c:pt>
                <c:pt idx="1458">
                  <c:v>-3</c:v>
                </c:pt>
                <c:pt idx="1459">
                  <c:v>-3</c:v>
                </c:pt>
                <c:pt idx="1460">
                  <c:v>-3</c:v>
                </c:pt>
                <c:pt idx="1461">
                  <c:v>-3</c:v>
                </c:pt>
                <c:pt idx="1462">
                  <c:v>-3</c:v>
                </c:pt>
                <c:pt idx="1463">
                  <c:v>-3</c:v>
                </c:pt>
                <c:pt idx="1464">
                  <c:v>-3</c:v>
                </c:pt>
                <c:pt idx="1465">
                  <c:v>-3</c:v>
                </c:pt>
                <c:pt idx="1466">
                  <c:v>-3</c:v>
                </c:pt>
                <c:pt idx="1467">
                  <c:v>-3</c:v>
                </c:pt>
                <c:pt idx="1468">
                  <c:v>-3</c:v>
                </c:pt>
                <c:pt idx="1469">
                  <c:v>-3</c:v>
                </c:pt>
                <c:pt idx="1470">
                  <c:v>-3</c:v>
                </c:pt>
                <c:pt idx="1471">
                  <c:v>-3</c:v>
                </c:pt>
                <c:pt idx="1472">
                  <c:v>-3</c:v>
                </c:pt>
                <c:pt idx="1473">
                  <c:v>-3</c:v>
                </c:pt>
                <c:pt idx="1474">
                  <c:v>-3</c:v>
                </c:pt>
                <c:pt idx="1475">
                  <c:v>-3</c:v>
                </c:pt>
                <c:pt idx="1476">
                  <c:v>-3</c:v>
                </c:pt>
                <c:pt idx="1477">
                  <c:v>-3</c:v>
                </c:pt>
                <c:pt idx="1478">
                  <c:v>-3</c:v>
                </c:pt>
                <c:pt idx="1479">
                  <c:v>-3</c:v>
                </c:pt>
                <c:pt idx="1480">
                  <c:v>-3</c:v>
                </c:pt>
                <c:pt idx="1481">
                  <c:v>-3</c:v>
                </c:pt>
                <c:pt idx="1482">
                  <c:v>-3</c:v>
                </c:pt>
                <c:pt idx="1483">
                  <c:v>-3</c:v>
                </c:pt>
                <c:pt idx="1484">
                  <c:v>-3</c:v>
                </c:pt>
                <c:pt idx="1485">
                  <c:v>-3</c:v>
                </c:pt>
                <c:pt idx="1486">
                  <c:v>-3</c:v>
                </c:pt>
                <c:pt idx="1487">
                  <c:v>-3</c:v>
                </c:pt>
                <c:pt idx="1488">
                  <c:v>-3</c:v>
                </c:pt>
                <c:pt idx="1489">
                  <c:v>-3</c:v>
                </c:pt>
                <c:pt idx="1490">
                  <c:v>-3</c:v>
                </c:pt>
                <c:pt idx="1491">
                  <c:v>-3</c:v>
                </c:pt>
                <c:pt idx="1492">
                  <c:v>-3</c:v>
                </c:pt>
                <c:pt idx="1493">
                  <c:v>-3</c:v>
                </c:pt>
                <c:pt idx="1494">
                  <c:v>-3</c:v>
                </c:pt>
                <c:pt idx="1495">
                  <c:v>-3</c:v>
                </c:pt>
                <c:pt idx="1496">
                  <c:v>-3</c:v>
                </c:pt>
                <c:pt idx="1497">
                  <c:v>-3</c:v>
                </c:pt>
                <c:pt idx="1498">
                  <c:v>-3</c:v>
                </c:pt>
                <c:pt idx="1499">
                  <c:v>-3</c:v>
                </c:pt>
                <c:pt idx="1500">
                  <c:v>-3</c:v>
                </c:pt>
                <c:pt idx="1501">
                  <c:v>-3</c:v>
                </c:pt>
                <c:pt idx="1502">
                  <c:v>-3</c:v>
                </c:pt>
                <c:pt idx="1503">
                  <c:v>-3</c:v>
                </c:pt>
                <c:pt idx="1504">
                  <c:v>-3</c:v>
                </c:pt>
                <c:pt idx="1505">
                  <c:v>-3</c:v>
                </c:pt>
                <c:pt idx="1506">
                  <c:v>-3</c:v>
                </c:pt>
                <c:pt idx="1507">
                  <c:v>-3</c:v>
                </c:pt>
                <c:pt idx="1508">
                  <c:v>-3</c:v>
                </c:pt>
                <c:pt idx="1509">
                  <c:v>-3</c:v>
                </c:pt>
                <c:pt idx="1510">
                  <c:v>-3</c:v>
                </c:pt>
                <c:pt idx="1511">
                  <c:v>-3</c:v>
                </c:pt>
                <c:pt idx="1512">
                  <c:v>-3</c:v>
                </c:pt>
                <c:pt idx="1513">
                  <c:v>-3</c:v>
                </c:pt>
                <c:pt idx="1514">
                  <c:v>-3</c:v>
                </c:pt>
                <c:pt idx="1515">
                  <c:v>-3</c:v>
                </c:pt>
                <c:pt idx="1516">
                  <c:v>-3</c:v>
                </c:pt>
                <c:pt idx="1517">
                  <c:v>-3</c:v>
                </c:pt>
                <c:pt idx="1518">
                  <c:v>-3</c:v>
                </c:pt>
                <c:pt idx="1519">
                  <c:v>-3</c:v>
                </c:pt>
                <c:pt idx="1520">
                  <c:v>-3</c:v>
                </c:pt>
                <c:pt idx="1521">
                  <c:v>-3</c:v>
                </c:pt>
                <c:pt idx="1522">
                  <c:v>-3</c:v>
                </c:pt>
                <c:pt idx="1523">
                  <c:v>-3</c:v>
                </c:pt>
                <c:pt idx="1524">
                  <c:v>-3</c:v>
                </c:pt>
                <c:pt idx="1525">
                  <c:v>-3</c:v>
                </c:pt>
                <c:pt idx="1526">
                  <c:v>-3</c:v>
                </c:pt>
                <c:pt idx="1527">
                  <c:v>-3</c:v>
                </c:pt>
                <c:pt idx="1528">
                  <c:v>-3</c:v>
                </c:pt>
                <c:pt idx="1529">
                  <c:v>-3</c:v>
                </c:pt>
                <c:pt idx="1530">
                  <c:v>-3</c:v>
                </c:pt>
                <c:pt idx="1531">
                  <c:v>-3</c:v>
                </c:pt>
                <c:pt idx="1532">
                  <c:v>-3</c:v>
                </c:pt>
                <c:pt idx="1533">
                  <c:v>-3</c:v>
                </c:pt>
                <c:pt idx="1534">
                  <c:v>-3</c:v>
                </c:pt>
                <c:pt idx="1535">
                  <c:v>-3</c:v>
                </c:pt>
                <c:pt idx="1536">
                  <c:v>-3</c:v>
                </c:pt>
                <c:pt idx="1537">
                  <c:v>-3</c:v>
                </c:pt>
                <c:pt idx="1538">
                  <c:v>-3</c:v>
                </c:pt>
                <c:pt idx="1539">
                  <c:v>-3</c:v>
                </c:pt>
                <c:pt idx="1540">
                  <c:v>-3</c:v>
                </c:pt>
                <c:pt idx="1541">
                  <c:v>-3</c:v>
                </c:pt>
                <c:pt idx="1542">
                  <c:v>-3</c:v>
                </c:pt>
                <c:pt idx="1543">
                  <c:v>-3</c:v>
                </c:pt>
                <c:pt idx="1544">
                  <c:v>-3</c:v>
                </c:pt>
                <c:pt idx="1545">
                  <c:v>-3</c:v>
                </c:pt>
                <c:pt idx="1546">
                  <c:v>-3</c:v>
                </c:pt>
                <c:pt idx="1547">
                  <c:v>-3</c:v>
                </c:pt>
                <c:pt idx="1548">
                  <c:v>-3</c:v>
                </c:pt>
                <c:pt idx="1549">
                  <c:v>-3</c:v>
                </c:pt>
                <c:pt idx="1550">
                  <c:v>-3</c:v>
                </c:pt>
                <c:pt idx="1551">
                  <c:v>-3</c:v>
                </c:pt>
                <c:pt idx="1552">
                  <c:v>-3</c:v>
                </c:pt>
                <c:pt idx="1553">
                  <c:v>-3</c:v>
                </c:pt>
                <c:pt idx="1554">
                  <c:v>-3</c:v>
                </c:pt>
                <c:pt idx="1555">
                  <c:v>-3</c:v>
                </c:pt>
                <c:pt idx="1556">
                  <c:v>-3</c:v>
                </c:pt>
                <c:pt idx="1557">
                  <c:v>-3</c:v>
                </c:pt>
                <c:pt idx="1558">
                  <c:v>-3</c:v>
                </c:pt>
                <c:pt idx="1559">
                  <c:v>-3</c:v>
                </c:pt>
                <c:pt idx="1560">
                  <c:v>-3</c:v>
                </c:pt>
                <c:pt idx="1561">
                  <c:v>-3</c:v>
                </c:pt>
                <c:pt idx="1562">
                  <c:v>-3</c:v>
                </c:pt>
                <c:pt idx="1563">
                  <c:v>-3</c:v>
                </c:pt>
                <c:pt idx="1564">
                  <c:v>-3</c:v>
                </c:pt>
                <c:pt idx="1565">
                  <c:v>-3</c:v>
                </c:pt>
                <c:pt idx="1566">
                  <c:v>-3</c:v>
                </c:pt>
                <c:pt idx="1567">
                  <c:v>-3</c:v>
                </c:pt>
                <c:pt idx="1568">
                  <c:v>-3</c:v>
                </c:pt>
                <c:pt idx="1569">
                  <c:v>-3</c:v>
                </c:pt>
                <c:pt idx="1570">
                  <c:v>-3</c:v>
                </c:pt>
                <c:pt idx="1571">
                  <c:v>-3</c:v>
                </c:pt>
                <c:pt idx="1572">
                  <c:v>-3</c:v>
                </c:pt>
                <c:pt idx="1573">
                  <c:v>-3</c:v>
                </c:pt>
                <c:pt idx="1574">
                  <c:v>-3</c:v>
                </c:pt>
                <c:pt idx="1575">
                  <c:v>-3</c:v>
                </c:pt>
                <c:pt idx="1576">
                  <c:v>-3</c:v>
                </c:pt>
                <c:pt idx="1577">
                  <c:v>-3</c:v>
                </c:pt>
                <c:pt idx="1578">
                  <c:v>-3</c:v>
                </c:pt>
                <c:pt idx="1579">
                  <c:v>-3</c:v>
                </c:pt>
                <c:pt idx="1580">
                  <c:v>-3</c:v>
                </c:pt>
                <c:pt idx="1581">
                  <c:v>-3</c:v>
                </c:pt>
                <c:pt idx="1582">
                  <c:v>-3</c:v>
                </c:pt>
                <c:pt idx="1583">
                  <c:v>-3</c:v>
                </c:pt>
                <c:pt idx="1584">
                  <c:v>-3</c:v>
                </c:pt>
                <c:pt idx="1585">
                  <c:v>-3</c:v>
                </c:pt>
                <c:pt idx="1586">
                  <c:v>-3</c:v>
                </c:pt>
                <c:pt idx="1587">
                  <c:v>-3</c:v>
                </c:pt>
                <c:pt idx="1588">
                  <c:v>-3</c:v>
                </c:pt>
                <c:pt idx="1589">
                  <c:v>-3</c:v>
                </c:pt>
                <c:pt idx="1590">
                  <c:v>-3</c:v>
                </c:pt>
                <c:pt idx="1591">
                  <c:v>-3</c:v>
                </c:pt>
                <c:pt idx="1592">
                  <c:v>-3</c:v>
                </c:pt>
                <c:pt idx="1593">
                  <c:v>-3</c:v>
                </c:pt>
                <c:pt idx="1594">
                  <c:v>-3</c:v>
                </c:pt>
                <c:pt idx="1595">
                  <c:v>-3</c:v>
                </c:pt>
                <c:pt idx="1596">
                  <c:v>-3</c:v>
                </c:pt>
                <c:pt idx="1597">
                  <c:v>-3</c:v>
                </c:pt>
                <c:pt idx="1598">
                  <c:v>-3</c:v>
                </c:pt>
                <c:pt idx="1599">
                  <c:v>-3</c:v>
                </c:pt>
                <c:pt idx="1600">
                  <c:v>-3</c:v>
                </c:pt>
                <c:pt idx="1601">
                  <c:v>-3</c:v>
                </c:pt>
                <c:pt idx="1602">
                  <c:v>-3</c:v>
                </c:pt>
                <c:pt idx="1603">
                  <c:v>-3</c:v>
                </c:pt>
                <c:pt idx="1604">
                  <c:v>-3</c:v>
                </c:pt>
                <c:pt idx="1605">
                  <c:v>-3</c:v>
                </c:pt>
                <c:pt idx="1606">
                  <c:v>-3</c:v>
                </c:pt>
                <c:pt idx="1607">
                  <c:v>-3</c:v>
                </c:pt>
                <c:pt idx="1608">
                  <c:v>-3</c:v>
                </c:pt>
                <c:pt idx="1609">
                  <c:v>-3</c:v>
                </c:pt>
                <c:pt idx="1610">
                  <c:v>-3</c:v>
                </c:pt>
                <c:pt idx="1611">
                  <c:v>-3</c:v>
                </c:pt>
                <c:pt idx="1612">
                  <c:v>-3</c:v>
                </c:pt>
                <c:pt idx="1613">
                  <c:v>-3</c:v>
                </c:pt>
                <c:pt idx="1614">
                  <c:v>-3</c:v>
                </c:pt>
                <c:pt idx="1615">
                  <c:v>-3</c:v>
                </c:pt>
                <c:pt idx="1616">
                  <c:v>-3</c:v>
                </c:pt>
                <c:pt idx="1617">
                  <c:v>-3</c:v>
                </c:pt>
                <c:pt idx="1618">
                  <c:v>-3</c:v>
                </c:pt>
                <c:pt idx="1619">
                  <c:v>-3</c:v>
                </c:pt>
                <c:pt idx="1620">
                  <c:v>-3</c:v>
                </c:pt>
                <c:pt idx="1621">
                  <c:v>-3</c:v>
                </c:pt>
                <c:pt idx="1622">
                  <c:v>-3</c:v>
                </c:pt>
                <c:pt idx="1623">
                  <c:v>-3</c:v>
                </c:pt>
                <c:pt idx="1624">
                  <c:v>-3</c:v>
                </c:pt>
                <c:pt idx="1625">
                  <c:v>-3</c:v>
                </c:pt>
                <c:pt idx="1626">
                  <c:v>-3</c:v>
                </c:pt>
                <c:pt idx="1627">
                  <c:v>-3</c:v>
                </c:pt>
                <c:pt idx="1628">
                  <c:v>-3</c:v>
                </c:pt>
                <c:pt idx="1629">
                  <c:v>-3</c:v>
                </c:pt>
                <c:pt idx="1630">
                  <c:v>-3</c:v>
                </c:pt>
                <c:pt idx="1631">
                  <c:v>-3</c:v>
                </c:pt>
                <c:pt idx="1632">
                  <c:v>-3</c:v>
                </c:pt>
                <c:pt idx="1633">
                  <c:v>-3</c:v>
                </c:pt>
                <c:pt idx="1634">
                  <c:v>-3</c:v>
                </c:pt>
                <c:pt idx="1635">
                  <c:v>-3</c:v>
                </c:pt>
                <c:pt idx="1636">
                  <c:v>-3</c:v>
                </c:pt>
                <c:pt idx="1637">
                  <c:v>-3</c:v>
                </c:pt>
                <c:pt idx="1638">
                  <c:v>-3</c:v>
                </c:pt>
                <c:pt idx="1639">
                  <c:v>-3</c:v>
                </c:pt>
                <c:pt idx="1640">
                  <c:v>-3</c:v>
                </c:pt>
                <c:pt idx="1641">
                  <c:v>-3</c:v>
                </c:pt>
                <c:pt idx="1642">
                  <c:v>-3</c:v>
                </c:pt>
                <c:pt idx="1643">
                  <c:v>-3</c:v>
                </c:pt>
                <c:pt idx="1644">
                  <c:v>-3</c:v>
                </c:pt>
                <c:pt idx="1645">
                  <c:v>-3</c:v>
                </c:pt>
                <c:pt idx="1646">
                  <c:v>-3</c:v>
                </c:pt>
                <c:pt idx="1647">
                  <c:v>-3</c:v>
                </c:pt>
                <c:pt idx="1648">
                  <c:v>-3</c:v>
                </c:pt>
                <c:pt idx="1649">
                  <c:v>-3</c:v>
                </c:pt>
                <c:pt idx="1650">
                  <c:v>-3</c:v>
                </c:pt>
                <c:pt idx="1651">
                  <c:v>-3</c:v>
                </c:pt>
                <c:pt idx="1652">
                  <c:v>-3</c:v>
                </c:pt>
                <c:pt idx="1653">
                  <c:v>-3</c:v>
                </c:pt>
                <c:pt idx="1654">
                  <c:v>-3</c:v>
                </c:pt>
                <c:pt idx="1655">
                  <c:v>-3</c:v>
                </c:pt>
                <c:pt idx="1656">
                  <c:v>-3</c:v>
                </c:pt>
                <c:pt idx="1657">
                  <c:v>-3</c:v>
                </c:pt>
                <c:pt idx="1658">
                  <c:v>-3</c:v>
                </c:pt>
                <c:pt idx="1659">
                  <c:v>-3</c:v>
                </c:pt>
                <c:pt idx="1660">
                  <c:v>-3</c:v>
                </c:pt>
                <c:pt idx="1661">
                  <c:v>-3</c:v>
                </c:pt>
                <c:pt idx="1662">
                  <c:v>-3</c:v>
                </c:pt>
                <c:pt idx="1663">
                  <c:v>-3</c:v>
                </c:pt>
                <c:pt idx="1664">
                  <c:v>-3</c:v>
                </c:pt>
                <c:pt idx="1665">
                  <c:v>-3</c:v>
                </c:pt>
                <c:pt idx="1666">
                  <c:v>-3</c:v>
                </c:pt>
                <c:pt idx="1667">
                  <c:v>-3</c:v>
                </c:pt>
                <c:pt idx="1668">
                  <c:v>-3</c:v>
                </c:pt>
                <c:pt idx="1669">
                  <c:v>-3</c:v>
                </c:pt>
                <c:pt idx="1670">
                  <c:v>-3</c:v>
                </c:pt>
                <c:pt idx="1671">
                  <c:v>-3</c:v>
                </c:pt>
                <c:pt idx="1672">
                  <c:v>-3</c:v>
                </c:pt>
                <c:pt idx="1673">
                  <c:v>-3</c:v>
                </c:pt>
                <c:pt idx="1674">
                  <c:v>-3</c:v>
                </c:pt>
                <c:pt idx="1675">
                  <c:v>-3</c:v>
                </c:pt>
                <c:pt idx="1676">
                  <c:v>-3</c:v>
                </c:pt>
                <c:pt idx="1677">
                  <c:v>-3</c:v>
                </c:pt>
                <c:pt idx="1678">
                  <c:v>-3</c:v>
                </c:pt>
                <c:pt idx="1679">
                  <c:v>-3</c:v>
                </c:pt>
                <c:pt idx="1680">
                  <c:v>-3</c:v>
                </c:pt>
                <c:pt idx="1681">
                  <c:v>-3</c:v>
                </c:pt>
                <c:pt idx="1682">
                  <c:v>-3</c:v>
                </c:pt>
                <c:pt idx="1683">
                  <c:v>-3</c:v>
                </c:pt>
                <c:pt idx="1684">
                  <c:v>-3</c:v>
                </c:pt>
                <c:pt idx="1685">
                  <c:v>-3</c:v>
                </c:pt>
                <c:pt idx="1686">
                  <c:v>-3</c:v>
                </c:pt>
                <c:pt idx="1687">
                  <c:v>-3</c:v>
                </c:pt>
                <c:pt idx="1688">
                  <c:v>-3</c:v>
                </c:pt>
                <c:pt idx="1689">
                  <c:v>-3</c:v>
                </c:pt>
                <c:pt idx="1690">
                  <c:v>-3</c:v>
                </c:pt>
                <c:pt idx="1691">
                  <c:v>-3</c:v>
                </c:pt>
                <c:pt idx="1692">
                  <c:v>-3</c:v>
                </c:pt>
                <c:pt idx="1693">
                  <c:v>-3</c:v>
                </c:pt>
                <c:pt idx="1694">
                  <c:v>-3</c:v>
                </c:pt>
                <c:pt idx="1695">
                  <c:v>-3</c:v>
                </c:pt>
                <c:pt idx="1696">
                  <c:v>-3</c:v>
                </c:pt>
                <c:pt idx="1697">
                  <c:v>-3</c:v>
                </c:pt>
                <c:pt idx="1698">
                  <c:v>-3</c:v>
                </c:pt>
                <c:pt idx="1699">
                  <c:v>-3</c:v>
                </c:pt>
                <c:pt idx="1700">
                  <c:v>-3</c:v>
                </c:pt>
                <c:pt idx="1701">
                  <c:v>-3</c:v>
                </c:pt>
                <c:pt idx="1702">
                  <c:v>-3</c:v>
                </c:pt>
                <c:pt idx="1703">
                  <c:v>-3</c:v>
                </c:pt>
                <c:pt idx="1704">
                  <c:v>-3</c:v>
                </c:pt>
                <c:pt idx="1705">
                  <c:v>-3</c:v>
                </c:pt>
                <c:pt idx="1706">
                  <c:v>-3</c:v>
                </c:pt>
                <c:pt idx="1707">
                  <c:v>-3</c:v>
                </c:pt>
                <c:pt idx="1708">
                  <c:v>-3</c:v>
                </c:pt>
                <c:pt idx="1709">
                  <c:v>-3</c:v>
                </c:pt>
                <c:pt idx="1710">
                  <c:v>-3</c:v>
                </c:pt>
                <c:pt idx="1711">
                  <c:v>-3</c:v>
                </c:pt>
                <c:pt idx="1712">
                  <c:v>-3</c:v>
                </c:pt>
                <c:pt idx="1713">
                  <c:v>-3</c:v>
                </c:pt>
                <c:pt idx="1714">
                  <c:v>-3</c:v>
                </c:pt>
                <c:pt idx="1715">
                  <c:v>-3</c:v>
                </c:pt>
                <c:pt idx="1716">
                  <c:v>-3</c:v>
                </c:pt>
                <c:pt idx="1717">
                  <c:v>-3</c:v>
                </c:pt>
                <c:pt idx="1718">
                  <c:v>-3</c:v>
                </c:pt>
                <c:pt idx="1719">
                  <c:v>-3</c:v>
                </c:pt>
                <c:pt idx="1720">
                  <c:v>-3</c:v>
                </c:pt>
                <c:pt idx="1721">
                  <c:v>-3</c:v>
                </c:pt>
                <c:pt idx="1722">
                  <c:v>-3</c:v>
                </c:pt>
                <c:pt idx="1723">
                  <c:v>-3</c:v>
                </c:pt>
                <c:pt idx="1724">
                  <c:v>-3</c:v>
                </c:pt>
                <c:pt idx="1725">
                  <c:v>-3</c:v>
                </c:pt>
                <c:pt idx="1726">
                  <c:v>-3</c:v>
                </c:pt>
                <c:pt idx="1727">
                  <c:v>-3</c:v>
                </c:pt>
                <c:pt idx="1728">
                  <c:v>-3</c:v>
                </c:pt>
                <c:pt idx="1729">
                  <c:v>-3</c:v>
                </c:pt>
                <c:pt idx="1730">
                  <c:v>-3</c:v>
                </c:pt>
                <c:pt idx="1731">
                  <c:v>-3</c:v>
                </c:pt>
                <c:pt idx="1732">
                  <c:v>-3</c:v>
                </c:pt>
                <c:pt idx="1733">
                  <c:v>-3</c:v>
                </c:pt>
                <c:pt idx="1734">
                  <c:v>-3</c:v>
                </c:pt>
                <c:pt idx="1735">
                  <c:v>-3</c:v>
                </c:pt>
                <c:pt idx="1736">
                  <c:v>-3</c:v>
                </c:pt>
                <c:pt idx="1737">
                  <c:v>-3</c:v>
                </c:pt>
                <c:pt idx="1738">
                  <c:v>-3</c:v>
                </c:pt>
                <c:pt idx="1739">
                  <c:v>-3</c:v>
                </c:pt>
                <c:pt idx="1740">
                  <c:v>-3</c:v>
                </c:pt>
                <c:pt idx="1741">
                  <c:v>-3</c:v>
                </c:pt>
                <c:pt idx="1742">
                  <c:v>-3</c:v>
                </c:pt>
                <c:pt idx="1743">
                  <c:v>-3</c:v>
                </c:pt>
                <c:pt idx="1744">
                  <c:v>-3</c:v>
                </c:pt>
                <c:pt idx="1745">
                  <c:v>-3</c:v>
                </c:pt>
                <c:pt idx="1746">
                  <c:v>-3</c:v>
                </c:pt>
                <c:pt idx="1747">
                  <c:v>-3</c:v>
                </c:pt>
                <c:pt idx="1748">
                  <c:v>-3</c:v>
                </c:pt>
                <c:pt idx="1749">
                  <c:v>-3</c:v>
                </c:pt>
                <c:pt idx="1750">
                  <c:v>-3</c:v>
                </c:pt>
                <c:pt idx="1751">
                  <c:v>-3</c:v>
                </c:pt>
                <c:pt idx="1752">
                  <c:v>-3</c:v>
                </c:pt>
                <c:pt idx="1753">
                  <c:v>-3</c:v>
                </c:pt>
                <c:pt idx="1754">
                  <c:v>-3</c:v>
                </c:pt>
                <c:pt idx="1755">
                  <c:v>-3</c:v>
                </c:pt>
                <c:pt idx="1756">
                  <c:v>-3</c:v>
                </c:pt>
                <c:pt idx="1757">
                  <c:v>-3</c:v>
                </c:pt>
                <c:pt idx="1758">
                  <c:v>-3</c:v>
                </c:pt>
                <c:pt idx="1759">
                  <c:v>-3</c:v>
                </c:pt>
                <c:pt idx="1760">
                  <c:v>-3</c:v>
                </c:pt>
                <c:pt idx="1761">
                  <c:v>-3</c:v>
                </c:pt>
                <c:pt idx="1762">
                  <c:v>-3</c:v>
                </c:pt>
                <c:pt idx="1763">
                  <c:v>-3</c:v>
                </c:pt>
                <c:pt idx="1764">
                  <c:v>-3</c:v>
                </c:pt>
                <c:pt idx="1765">
                  <c:v>-3</c:v>
                </c:pt>
                <c:pt idx="1766">
                  <c:v>-3</c:v>
                </c:pt>
                <c:pt idx="1767">
                  <c:v>-3</c:v>
                </c:pt>
                <c:pt idx="1768">
                  <c:v>-3</c:v>
                </c:pt>
                <c:pt idx="1769">
                  <c:v>-3</c:v>
                </c:pt>
                <c:pt idx="1770">
                  <c:v>-3</c:v>
                </c:pt>
                <c:pt idx="1771">
                  <c:v>-3</c:v>
                </c:pt>
                <c:pt idx="1772">
                  <c:v>-3</c:v>
                </c:pt>
                <c:pt idx="1773">
                  <c:v>-3</c:v>
                </c:pt>
                <c:pt idx="1774">
                  <c:v>-3</c:v>
                </c:pt>
                <c:pt idx="1775">
                  <c:v>-3</c:v>
                </c:pt>
                <c:pt idx="1776">
                  <c:v>-3</c:v>
                </c:pt>
                <c:pt idx="1777">
                  <c:v>-3</c:v>
                </c:pt>
                <c:pt idx="1778">
                  <c:v>-3</c:v>
                </c:pt>
                <c:pt idx="1779">
                  <c:v>-3</c:v>
                </c:pt>
                <c:pt idx="1780">
                  <c:v>-3</c:v>
                </c:pt>
                <c:pt idx="1781">
                  <c:v>-3</c:v>
                </c:pt>
                <c:pt idx="1782">
                  <c:v>-3</c:v>
                </c:pt>
                <c:pt idx="1783">
                  <c:v>-3</c:v>
                </c:pt>
                <c:pt idx="1784">
                  <c:v>-3</c:v>
                </c:pt>
                <c:pt idx="1785">
                  <c:v>-3</c:v>
                </c:pt>
                <c:pt idx="1786">
                  <c:v>-3</c:v>
                </c:pt>
                <c:pt idx="1787">
                  <c:v>-3</c:v>
                </c:pt>
                <c:pt idx="1788">
                  <c:v>-3</c:v>
                </c:pt>
                <c:pt idx="1789">
                  <c:v>-3</c:v>
                </c:pt>
                <c:pt idx="1790">
                  <c:v>-3</c:v>
                </c:pt>
                <c:pt idx="1791">
                  <c:v>-3</c:v>
                </c:pt>
                <c:pt idx="1792">
                  <c:v>-3</c:v>
                </c:pt>
                <c:pt idx="1793">
                  <c:v>-3</c:v>
                </c:pt>
                <c:pt idx="1794">
                  <c:v>-3</c:v>
                </c:pt>
                <c:pt idx="1795">
                  <c:v>-3</c:v>
                </c:pt>
                <c:pt idx="1796">
                  <c:v>-3</c:v>
                </c:pt>
                <c:pt idx="1797">
                  <c:v>-3</c:v>
                </c:pt>
                <c:pt idx="1798">
                  <c:v>-3</c:v>
                </c:pt>
                <c:pt idx="1799">
                  <c:v>-3</c:v>
                </c:pt>
                <c:pt idx="1800">
                  <c:v>-3</c:v>
                </c:pt>
                <c:pt idx="1801">
                  <c:v>-3</c:v>
                </c:pt>
                <c:pt idx="1802">
                  <c:v>-3</c:v>
                </c:pt>
                <c:pt idx="1803">
                  <c:v>-3</c:v>
                </c:pt>
                <c:pt idx="1804">
                  <c:v>-3</c:v>
                </c:pt>
                <c:pt idx="1805">
                  <c:v>-3</c:v>
                </c:pt>
                <c:pt idx="1806">
                  <c:v>-3</c:v>
                </c:pt>
                <c:pt idx="1807">
                  <c:v>-3</c:v>
                </c:pt>
                <c:pt idx="1808">
                  <c:v>-3</c:v>
                </c:pt>
                <c:pt idx="1809">
                  <c:v>-3</c:v>
                </c:pt>
                <c:pt idx="1810">
                  <c:v>-3</c:v>
                </c:pt>
                <c:pt idx="1811">
                  <c:v>-3</c:v>
                </c:pt>
                <c:pt idx="1812">
                  <c:v>-3</c:v>
                </c:pt>
                <c:pt idx="1813">
                  <c:v>-3</c:v>
                </c:pt>
                <c:pt idx="1814">
                  <c:v>-3</c:v>
                </c:pt>
                <c:pt idx="1815">
                  <c:v>-3</c:v>
                </c:pt>
                <c:pt idx="1816">
                  <c:v>-3</c:v>
                </c:pt>
                <c:pt idx="1817">
                  <c:v>-3</c:v>
                </c:pt>
                <c:pt idx="1818">
                  <c:v>-3</c:v>
                </c:pt>
                <c:pt idx="1819">
                  <c:v>-3</c:v>
                </c:pt>
                <c:pt idx="1820">
                  <c:v>-3</c:v>
                </c:pt>
                <c:pt idx="1821">
                  <c:v>-3</c:v>
                </c:pt>
                <c:pt idx="1822">
                  <c:v>-3</c:v>
                </c:pt>
                <c:pt idx="1823">
                  <c:v>-3</c:v>
                </c:pt>
                <c:pt idx="1824">
                  <c:v>-3</c:v>
                </c:pt>
                <c:pt idx="1825">
                  <c:v>-3</c:v>
                </c:pt>
                <c:pt idx="1826">
                  <c:v>-3</c:v>
                </c:pt>
                <c:pt idx="1827">
                  <c:v>-3</c:v>
                </c:pt>
                <c:pt idx="1828">
                  <c:v>-3</c:v>
                </c:pt>
                <c:pt idx="1829">
                  <c:v>-3</c:v>
                </c:pt>
                <c:pt idx="1830">
                  <c:v>-3</c:v>
                </c:pt>
                <c:pt idx="1831">
                  <c:v>-3</c:v>
                </c:pt>
                <c:pt idx="1832">
                  <c:v>-3</c:v>
                </c:pt>
                <c:pt idx="1833">
                  <c:v>-3</c:v>
                </c:pt>
                <c:pt idx="1834">
                  <c:v>-3</c:v>
                </c:pt>
                <c:pt idx="1835">
                  <c:v>-3</c:v>
                </c:pt>
                <c:pt idx="1836">
                  <c:v>-3</c:v>
                </c:pt>
                <c:pt idx="1837">
                  <c:v>-3</c:v>
                </c:pt>
                <c:pt idx="1838">
                  <c:v>-3</c:v>
                </c:pt>
                <c:pt idx="1839">
                  <c:v>-3</c:v>
                </c:pt>
                <c:pt idx="1840">
                  <c:v>-3</c:v>
                </c:pt>
                <c:pt idx="1841">
                  <c:v>-3</c:v>
                </c:pt>
                <c:pt idx="1842">
                  <c:v>-3</c:v>
                </c:pt>
                <c:pt idx="1843">
                  <c:v>-3</c:v>
                </c:pt>
                <c:pt idx="1844">
                  <c:v>-3</c:v>
                </c:pt>
                <c:pt idx="1845">
                  <c:v>-3</c:v>
                </c:pt>
                <c:pt idx="1846">
                  <c:v>-3</c:v>
                </c:pt>
                <c:pt idx="1847">
                  <c:v>-3</c:v>
                </c:pt>
                <c:pt idx="1848">
                  <c:v>-3</c:v>
                </c:pt>
                <c:pt idx="1849">
                  <c:v>-3</c:v>
                </c:pt>
                <c:pt idx="1850">
                  <c:v>-3</c:v>
                </c:pt>
                <c:pt idx="1851">
                  <c:v>-3</c:v>
                </c:pt>
                <c:pt idx="1852">
                  <c:v>-3</c:v>
                </c:pt>
                <c:pt idx="1853">
                  <c:v>-3</c:v>
                </c:pt>
                <c:pt idx="1854">
                  <c:v>-3</c:v>
                </c:pt>
                <c:pt idx="1855">
                  <c:v>-3</c:v>
                </c:pt>
                <c:pt idx="1856">
                  <c:v>-3</c:v>
                </c:pt>
                <c:pt idx="1857">
                  <c:v>-3</c:v>
                </c:pt>
                <c:pt idx="1858">
                  <c:v>-3</c:v>
                </c:pt>
                <c:pt idx="1859">
                  <c:v>-3</c:v>
                </c:pt>
                <c:pt idx="1860">
                  <c:v>-3</c:v>
                </c:pt>
                <c:pt idx="1861">
                  <c:v>-3</c:v>
                </c:pt>
                <c:pt idx="1862">
                  <c:v>-3</c:v>
                </c:pt>
                <c:pt idx="1863">
                  <c:v>-3</c:v>
                </c:pt>
                <c:pt idx="1864">
                  <c:v>-3</c:v>
                </c:pt>
                <c:pt idx="1865">
                  <c:v>-3</c:v>
                </c:pt>
                <c:pt idx="1866">
                  <c:v>-3</c:v>
                </c:pt>
                <c:pt idx="1867">
                  <c:v>-3</c:v>
                </c:pt>
                <c:pt idx="1868">
                  <c:v>-3</c:v>
                </c:pt>
                <c:pt idx="1869">
                  <c:v>-3</c:v>
                </c:pt>
                <c:pt idx="1870">
                  <c:v>-3</c:v>
                </c:pt>
                <c:pt idx="1871">
                  <c:v>-3</c:v>
                </c:pt>
                <c:pt idx="1872">
                  <c:v>-3</c:v>
                </c:pt>
                <c:pt idx="1873">
                  <c:v>-3</c:v>
                </c:pt>
                <c:pt idx="1874">
                  <c:v>-3</c:v>
                </c:pt>
                <c:pt idx="1875">
                  <c:v>-3</c:v>
                </c:pt>
                <c:pt idx="1876">
                  <c:v>-3</c:v>
                </c:pt>
                <c:pt idx="1877">
                  <c:v>-3</c:v>
                </c:pt>
                <c:pt idx="1878">
                  <c:v>-3</c:v>
                </c:pt>
                <c:pt idx="1879">
                  <c:v>-3</c:v>
                </c:pt>
                <c:pt idx="1880">
                  <c:v>-3</c:v>
                </c:pt>
                <c:pt idx="1881">
                  <c:v>-3</c:v>
                </c:pt>
                <c:pt idx="1882">
                  <c:v>-3</c:v>
                </c:pt>
                <c:pt idx="1883">
                  <c:v>-3</c:v>
                </c:pt>
                <c:pt idx="1884">
                  <c:v>-3</c:v>
                </c:pt>
                <c:pt idx="1885">
                  <c:v>-3</c:v>
                </c:pt>
                <c:pt idx="1886">
                  <c:v>-3</c:v>
                </c:pt>
                <c:pt idx="1887">
                  <c:v>-3</c:v>
                </c:pt>
                <c:pt idx="1888">
                  <c:v>-3</c:v>
                </c:pt>
                <c:pt idx="1889">
                  <c:v>-3</c:v>
                </c:pt>
                <c:pt idx="1890">
                  <c:v>-3</c:v>
                </c:pt>
                <c:pt idx="1891">
                  <c:v>-3</c:v>
                </c:pt>
                <c:pt idx="1892">
                  <c:v>-3</c:v>
                </c:pt>
                <c:pt idx="1893">
                  <c:v>-3</c:v>
                </c:pt>
                <c:pt idx="1894">
                  <c:v>-3</c:v>
                </c:pt>
                <c:pt idx="1895">
                  <c:v>-3</c:v>
                </c:pt>
                <c:pt idx="1896">
                  <c:v>-3</c:v>
                </c:pt>
                <c:pt idx="1897">
                  <c:v>-3</c:v>
                </c:pt>
                <c:pt idx="1898">
                  <c:v>-3</c:v>
                </c:pt>
                <c:pt idx="1899">
                  <c:v>-3</c:v>
                </c:pt>
                <c:pt idx="1900">
                  <c:v>-3</c:v>
                </c:pt>
                <c:pt idx="1901">
                  <c:v>-3</c:v>
                </c:pt>
                <c:pt idx="1902">
                  <c:v>-3</c:v>
                </c:pt>
                <c:pt idx="1903">
                  <c:v>-3</c:v>
                </c:pt>
                <c:pt idx="1904">
                  <c:v>-3</c:v>
                </c:pt>
                <c:pt idx="1905">
                  <c:v>-3</c:v>
                </c:pt>
                <c:pt idx="1906">
                  <c:v>-3</c:v>
                </c:pt>
                <c:pt idx="1907">
                  <c:v>-3</c:v>
                </c:pt>
                <c:pt idx="1908">
                  <c:v>-3</c:v>
                </c:pt>
                <c:pt idx="1909">
                  <c:v>-3</c:v>
                </c:pt>
                <c:pt idx="1910">
                  <c:v>-3</c:v>
                </c:pt>
                <c:pt idx="1911">
                  <c:v>-3</c:v>
                </c:pt>
                <c:pt idx="1912">
                  <c:v>-3</c:v>
                </c:pt>
                <c:pt idx="1913">
                  <c:v>-3</c:v>
                </c:pt>
                <c:pt idx="1914">
                  <c:v>-3</c:v>
                </c:pt>
                <c:pt idx="1915">
                  <c:v>-3</c:v>
                </c:pt>
                <c:pt idx="1916">
                  <c:v>-3</c:v>
                </c:pt>
                <c:pt idx="1917">
                  <c:v>-3</c:v>
                </c:pt>
                <c:pt idx="1918">
                  <c:v>-3</c:v>
                </c:pt>
                <c:pt idx="1919">
                  <c:v>-3</c:v>
                </c:pt>
                <c:pt idx="1920">
                  <c:v>-3</c:v>
                </c:pt>
                <c:pt idx="1921">
                  <c:v>-3</c:v>
                </c:pt>
                <c:pt idx="1922">
                  <c:v>-3</c:v>
                </c:pt>
                <c:pt idx="1923">
                  <c:v>-3</c:v>
                </c:pt>
                <c:pt idx="1924">
                  <c:v>-3</c:v>
                </c:pt>
                <c:pt idx="1925">
                  <c:v>-3</c:v>
                </c:pt>
                <c:pt idx="1926">
                  <c:v>-3</c:v>
                </c:pt>
                <c:pt idx="1927">
                  <c:v>-3</c:v>
                </c:pt>
                <c:pt idx="1928">
                  <c:v>-3</c:v>
                </c:pt>
                <c:pt idx="1929">
                  <c:v>-3</c:v>
                </c:pt>
                <c:pt idx="1930">
                  <c:v>-3</c:v>
                </c:pt>
                <c:pt idx="1931">
                  <c:v>-3</c:v>
                </c:pt>
                <c:pt idx="1932">
                  <c:v>-3</c:v>
                </c:pt>
                <c:pt idx="1933">
                  <c:v>-3</c:v>
                </c:pt>
                <c:pt idx="1934">
                  <c:v>-3</c:v>
                </c:pt>
                <c:pt idx="1935">
                  <c:v>-3</c:v>
                </c:pt>
                <c:pt idx="1936">
                  <c:v>-3</c:v>
                </c:pt>
                <c:pt idx="1937">
                  <c:v>-3</c:v>
                </c:pt>
                <c:pt idx="1938">
                  <c:v>-3</c:v>
                </c:pt>
                <c:pt idx="1939">
                  <c:v>-3</c:v>
                </c:pt>
                <c:pt idx="1940">
                  <c:v>-3</c:v>
                </c:pt>
                <c:pt idx="1941">
                  <c:v>-3</c:v>
                </c:pt>
                <c:pt idx="1942">
                  <c:v>-3</c:v>
                </c:pt>
                <c:pt idx="1943">
                  <c:v>-3</c:v>
                </c:pt>
                <c:pt idx="1944">
                  <c:v>-3</c:v>
                </c:pt>
                <c:pt idx="1945">
                  <c:v>-3</c:v>
                </c:pt>
                <c:pt idx="1946">
                  <c:v>-3</c:v>
                </c:pt>
                <c:pt idx="1947">
                  <c:v>-3</c:v>
                </c:pt>
                <c:pt idx="1948">
                  <c:v>-3</c:v>
                </c:pt>
                <c:pt idx="1949">
                  <c:v>-3</c:v>
                </c:pt>
                <c:pt idx="1950">
                  <c:v>-3</c:v>
                </c:pt>
                <c:pt idx="1951">
                  <c:v>-3</c:v>
                </c:pt>
                <c:pt idx="1952">
                  <c:v>-3</c:v>
                </c:pt>
                <c:pt idx="1953">
                  <c:v>-3</c:v>
                </c:pt>
                <c:pt idx="1954">
                  <c:v>-3</c:v>
                </c:pt>
                <c:pt idx="1955">
                  <c:v>-3</c:v>
                </c:pt>
                <c:pt idx="1956">
                  <c:v>-3</c:v>
                </c:pt>
                <c:pt idx="1957">
                  <c:v>-3</c:v>
                </c:pt>
                <c:pt idx="1958">
                  <c:v>-3</c:v>
                </c:pt>
                <c:pt idx="1959">
                  <c:v>-3</c:v>
                </c:pt>
                <c:pt idx="1960">
                  <c:v>-3</c:v>
                </c:pt>
                <c:pt idx="1961">
                  <c:v>-3</c:v>
                </c:pt>
                <c:pt idx="1962">
                  <c:v>-3</c:v>
                </c:pt>
                <c:pt idx="1963">
                  <c:v>-3</c:v>
                </c:pt>
                <c:pt idx="1964">
                  <c:v>-3</c:v>
                </c:pt>
                <c:pt idx="1965">
                  <c:v>-3</c:v>
                </c:pt>
                <c:pt idx="1966">
                  <c:v>-3</c:v>
                </c:pt>
                <c:pt idx="1967">
                  <c:v>-3</c:v>
                </c:pt>
                <c:pt idx="1968">
                  <c:v>-3</c:v>
                </c:pt>
                <c:pt idx="1969">
                  <c:v>-3</c:v>
                </c:pt>
                <c:pt idx="1970">
                  <c:v>-3</c:v>
                </c:pt>
                <c:pt idx="1971">
                  <c:v>-3</c:v>
                </c:pt>
                <c:pt idx="1972">
                  <c:v>-3</c:v>
                </c:pt>
                <c:pt idx="1973">
                  <c:v>-3</c:v>
                </c:pt>
                <c:pt idx="1974">
                  <c:v>-3</c:v>
                </c:pt>
                <c:pt idx="1975">
                  <c:v>-3</c:v>
                </c:pt>
                <c:pt idx="1976">
                  <c:v>-3</c:v>
                </c:pt>
                <c:pt idx="1977">
                  <c:v>-3</c:v>
                </c:pt>
                <c:pt idx="1978">
                  <c:v>-3</c:v>
                </c:pt>
                <c:pt idx="1979">
                  <c:v>-3</c:v>
                </c:pt>
                <c:pt idx="1980">
                  <c:v>-3</c:v>
                </c:pt>
                <c:pt idx="1981">
                  <c:v>-3</c:v>
                </c:pt>
                <c:pt idx="1982">
                  <c:v>-3</c:v>
                </c:pt>
                <c:pt idx="1983">
                  <c:v>-3</c:v>
                </c:pt>
                <c:pt idx="1984">
                  <c:v>-3</c:v>
                </c:pt>
                <c:pt idx="1985">
                  <c:v>-3</c:v>
                </c:pt>
                <c:pt idx="1986">
                  <c:v>-3</c:v>
                </c:pt>
                <c:pt idx="1987">
                  <c:v>-3</c:v>
                </c:pt>
                <c:pt idx="1988">
                  <c:v>-3</c:v>
                </c:pt>
                <c:pt idx="1989">
                  <c:v>-3</c:v>
                </c:pt>
                <c:pt idx="1990">
                  <c:v>-3</c:v>
                </c:pt>
                <c:pt idx="1991">
                  <c:v>-3</c:v>
                </c:pt>
                <c:pt idx="1992">
                  <c:v>-3</c:v>
                </c:pt>
                <c:pt idx="1993">
                  <c:v>-3</c:v>
                </c:pt>
                <c:pt idx="1994">
                  <c:v>-3</c:v>
                </c:pt>
                <c:pt idx="1995">
                  <c:v>-3</c:v>
                </c:pt>
                <c:pt idx="1996">
                  <c:v>-3</c:v>
                </c:pt>
                <c:pt idx="1997">
                  <c:v>-3</c:v>
                </c:pt>
                <c:pt idx="1998">
                  <c:v>-3</c:v>
                </c:pt>
                <c:pt idx="1999">
                  <c:v>-3</c:v>
                </c:pt>
                <c:pt idx="2000">
                  <c:v>-3</c:v>
                </c:pt>
                <c:pt idx="2001">
                  <c:v>-3</c:v>
                </c:pt>
                <c:pt idx="2002">
                  <c:v>-3</c:v>
                </c:pt>
                <c:pt idx="2003">
                  <c:v>-3</c:v>
                </c:pt>
                <c:pt idx="2004">
                  <c:v>-3</c:v>
                </c:pt>
                <c:pt idx="2005">
                  <c:v>-3</c:v>
                </c:pt>
                <c:pt idx="2006">
                  <c:v>-3</c:v>
                </c:pt>
                <c:pt idx="2007">
                  <c:v>-3</c:v>
                </c:pt>
                <c:pt idx="2008">
                  <c:v>-3</c:v>
                </c:pt>
                <c:pt idx="2009">
                  <c:v>-3</c:v>
                </c:pt>
                <c:pt idx="2010">
                  <c:v>-3</c:v>
                </c:pt>
                <c:pt idx="2011">
                  <c:v>-3</c:v>
                </c:pt>
                <c:pt idx="2012">
                  <c:v>-3</c:v>
                </c:pt>
                <c:pt idx="2013">
                  <c:v>-3</c:v>
                </c:pt>
                <c:pt idx="2014">
                  <c:v>-3</c:v>
                </c:pt>
                <c:pt idx="2015">
                  <c:v>-3</c:v>
                </c:pt>
                <c:pt idx="2016">
                  <c:v>-3</c:v>
                </c:pt>
                <c:pt idx="2017">
                  <c:v>-3</c:v>
                </c:pt>
                <c:pt idx="2018">
                  <c:v>-3</c:v>
                </c:pt>
                <c:pt idx="2019">
                  <c:v>-3</c:v>
                </c:pt>
                <c:pt idx="2020">
                  <c:v>-3</c:v>
                </c:pt>
                <c:pt idx="2021">
                  <c:v>-3</c:v>
                </c:pt>
                <c:pt idx="2022">
                  <c:v>-3</c:v>
                </c:pt>
                <c:pt idx="2023">
                  <c:v>-3</c:v>
                </c:pt>
                <c:pt idx="2024">
                  <c:v>-3</c:v>
                </c:pt>
                <c:pt idx="2025">
                  <c:v>-3</c:v>
                </c:pt>
                <c:pt idx="2026">
                  <c:v>-3</c:v>
                </c:pt>
                <c:pt idx="2027">
                  <c:v>-3</c:v>
                </c:pt>
                <c:pt idx="2028">
                  <c:v>-3</c:v>
                </c:pt>
                <c:pt idx="2029">
                  <c:v>-3</c:v>
                </c:pt>
                <c:pt idx="2030">
                  <c:v>-3</c:v>
                </c:pt>
                <c:pt idx="2031">
                  <c:v>-3</c:v>
                </c:pt>
                <c:pt idx="2032">
                  <c:v>-3</c:v>
                </c:pt>
                <c:pt idx="2033">
                  <c:v>-3</c:v>
                </c:pt>
                <c:pt idx="2034">
                  <c:v>-3</c:v>
                </c:pt>
                <c:pt idx="2035">
                  <c:v>-3</c:v>
                </c:pt>
                <c:pt idx="2036">
                  <c:v>-3</c:v>
                </c:pt>
                <c:pt idx="2037">
                  <c:v>-3</c:v>
                </c:pt>
                <c:pt idx="2038">
                  <c:v>-3</c:v>
                </c:pt>
                <c:pt idx="2039">
                  <c:v>-3</c:v>
                </c:pt>
                <c:pt idx="2040">
                  <c:v>-3</c:v>
                </c:pt>
                <c:pt idx="2041">
                  <c:v>-3</c:v>
                </c:pt>
                <c:pt idx="2042">
                  <c:v>-3</c:v>
                </c:pt>
                <c:pt idx="2043">
                  <c:v>-3</c:v>
                </c:pt>
                <c:pt idx="2044">
                  <c:v>-3</c:v>
                </c:pt>
                <c:pt idx="2045">
                  <c:v>-3</c:v>
                </c:pt>
                <c:pt idx="2046">
                  <c:v>-3</c:v>
                </c:pt>
                <c:pt idx="2047">
                  <c:v>-3</c:v>
                </c:pt>
                <c:pt idx="2048">
                  <c:v>-3</c:v>
                </c:pt>
                <c:pt idx="2049">
                  <c:v>-3</c:v>
                </c:pt>
                <c:pt idx="2050">
                  <c:v>-3</c:v>
                </c:pt>
                <c:pt idx="2051">
                  <c:v>-3</c:v>
                </c:pt>
                <c:pt idx="2052">
                  <c:v>-3</c:v>
                </c:pt>
                <c:pt idx="2053">
                  <c:v>-3</c:v>
                </c:pt>
                <c:pt idx="2054">
                  <c:v>-3</c:v>
                </c:pt>
                <c:pt idx="2055">
                  <c:v>-3</c:v>
                </c:pt>
                <c:pt idx="2056">
                  <c:v>-3</c:v>
                </c:pt>
                <c:pt idx="2057">
                  <c:v>-3</c:v>
                </c:pt>
                <c:pt idx="2058">
                  <c:v>-3</c:v>
                </c:pt>
                <c:pt idx="2059">
                  <c:v>-3</c:v>
                </c:pt>
                <c:pt idx="2060">
                  <c:v>-3</c:v>
                </c:pt>
                <c:pt idx="2061">
                  <c:v>-3</c:v>
                </c:pt>
                <c:pt idx="2062">
                  <c:v>-3</c:v>
                </c:pt>
                <c:pt idx="2063">
                  <c:v>-3</c:v>
                </c:pt>
                <c:pt idx="2064">
                  <c:v>-3</c:v>
                </c:pt>
                <c:pt idx="2065">
                  <c:v>-3</c:v>
                </c:pt>
                <c:pt idx="2066">
                  <c:v>-3</c:v>
                </c:pt>
                <c:pt idx="2067">
                  <c:v>-3</c:v>
                </c:pt>
                <c:pt idx="2068">
                  <c:v>-3</c:v>
                </c:pt>
                <c:pt idx="2069">
                  <c:v>-3</c:v>
                </c:pt>
                <c:pt idx="2070">
                  <c:v>-3</c:v>
                </c:pt>
                <c:pt idx="2071">
                  <c:v>-3</c:v>
                </c:pt>
                <c:pt idx="2072">
                  <c:v>-3</c:v>
                </c:pt>
                <c:pt idx="2073">
                  <c:v>-3</c:v>
                </c:pt>
                <c:pt idx="2074">
                  <c:v>-3</c:v>
                </c:pt>
                <c:pt idx="2075">
                  <c:v>-3</c:v>
                </c:pt>
                <c:pt idx="2076">
                  <c:v>-3</c:v>
                </c:pt>
                <c:pt idx="2077">
                  <c:v>-3</c:v>
                </c:pt>
                <c:pt idx="2078">
                  <c:v>-3</c:v>
                </c:pt>
                <c:pt idx="2079">
                  <c:v>-3</c:v>
                </c:pt>
                <c:pt idx="2080">
                  <c:v>-3</c:v>
                </c:pt>
                <c:pt idx="2081">
                  <c:v>-3</c:v>
                </c:pt>
                <c:pt idx="2082">
                  <c:v>-3</c:v>
                </c:pt>
                <c:pt idx="2083">
                  <c:v>-3</c:v>
                </c:pt>
                <c:pt idx="2084">
                  <c:v>-3</c:v>
                </c:pt>
                <c:pt idx="2085">
                  <c:v>-3</c:v>
                </c:pt>
                <c:pt idx="2086">
                  <c:v>-3</c:v>
                </c:pt>
                <c:pt idx="2087">
                  <c:v>-3</c:v>
                </c:pt>
                <c:pt idx="2088">
                  <c:v>-3</c:v>
                </c:pt>
                <c:pt idx="2089">
                  <c:v>-3</c:v>
                </c:pt>
                <c:pt idx="2090">
                  <c:v>-3</c:v>
                </c:pt>
                <c:pt idx="2091">
                  <c:v>-3</c:v>
                </c:pt>
                <c:pt idx="2092">
                  <c:v>-3</c:v>
                </c:pt>
                <c:pt idx="2093">
                  <c:v>-3</c:v>
                </c:pt>
                <c:pt idx="2094">
                  <c:v>-3</c:v>
                </c:pt>
                <c:pt idx="2095">
                  <c:v>-3</c:v>
                </c:pt>
                <c:pt idx="2096">
                  <c:v>-3</c:v>
                </c:pt>
                <c:pt idx="2097">
                  <c:v>-3</c:v>
                </c:pt>
                <c:pt idx="2098">
                  <c:v>-3</c:v>
                </c:pt>
                <c:pt idx="2099">
                  <c:v>-3</c:v>
                </c:pt>
                <c:pt idx="2100">
                  <c:v>-3</c:v>
                </c:pt>
                <c:pt idx="2101">
                  <c:v>-3</c:v>
                </c:pt>
                <c:pt idx="2102">
                  <c:v>-3</c:v>
                </c:pt>
                <c:pt idx="2103">
                  <c:v>-3</c:v>
                </c:pt>
                <c:pt idx="2104">
                  <c:v>-3</c:v>
                </c:pt>
                <c:pt idx="2105">
                  <c:v>-3</c:v>
                </c:pt>
                <c:pt idx="2106">
                  <c:v>-3</c:v>
                </c:pt>
                <c:pt idx="2107">
                  <c:v>-3</c:v>
                </c:pt>
                <c:pt idx="2108">
                  <c:v>-3</c:v>
                </c:pt>
                <c:pt idx="2109">
                  <c:v>-3</c:v>
                </c:pt>
                <c:pt idx="2110">
                  <c:v>-3</c:v>
                </c:pt>
                <c:pt idx="2111">
                  <c:v>-3</c:v>
                </c:pt>
                <c:pt idx="2112">
                  <c:v>-3</c:v>
                </c:pt>
                <c:pt idx="2113">
                  <c:v>-3</c:v>
                </c:pt>
                <c:pt idx="2114">
                  <c:v>-3</c:v>
                </c:pt>
                <c:pt idx="2115">
                  <c:v>-3</c:v>
                </c:pt>
                <c:pt idx="2116">
                  <c:v>-3</c:v>
                </c:pt>
                <c:pt idx="2117">
                  <c:v>-3</c:v>
                </c:pt>
                <c:pt idx="2118">
                  <c:v>-3</c:v>
                </c:pt>
                <c:pt idx="2119">
                  <c:v>-3</c:v>
                </c:pt>
                <c:pt idx="2120">
                  <c:v>-3</c:v>
                </c:pt>
                <c:pt idx="2121">
                  <c:v>-3</c:v>
                </c:pt>
                <c:pt idx="2122">
                  <c:v>-3</c:v>
                </c:pt>
                <c:pt idx="2123">
                  <c:v>-3</c:v>
                </c:pt>
                <c:pt idx="2124">
                  <c:v>-3</c:v>
                </c:pt>
                <c:pt idx="2125">
                  <c:v>-3</c:v>
                </c:pt>
                <c:pt idx="2126">
                  <c:v>-3</c:v>
                </c:pt>
                <c:pt idx="2127">
                  <c:v>-3</c:v>
                </c:pt>
                <c:pt idx="2128">
                  <c:v>-3</c:v>
                </c:pt>
                <c:pt idx="2129">
                  <c:v>-3</c:v>
                </c:pt>
                <c:pt idx="2130">
                  <c:v>-3</c:v>
                </c:pt>
                <c:pt idx="2131">
                  <c:v>-3</c:v>
                </c:pt>
                <c:pt idx="2132">
                  <c:v>-3</c:v>
                </c:pt>
                <c:pt idx="2133">
                  <c:v>-3</c:v>
                </c:pt>
                <c:pt idx="2134">
                  <c:v>-3</c:v>
                </c:pt>
                <c:pt idx="2135">
                  <c:v>-3</c:v>
                </c:pt>
                <c:pt idx="2136">
                  <c:v>-3</c:v>
                </c:pt>
                <c:pt idx="2137">
                  <c:v>-3</c:v>
                </c:pt>
                <c:pt idx="2138">
                  <c:v>-3</c:v>
                </c:pt>
                <c:pt idx="2139">
                  <c:v>-3</c:v>
                </c:pt>
                <c:pt idx="2140">
                  <c:v>-3</c:v>
                </c:pt>
                <c:pt idx="2141">
                  <c:v>-3</c:v>
                </c:pt>
                <c:pt idx="2142">
                  <c:v>-3</c:v>
                </c:pt>
                <c:pt idx="2143">
                  <c:v>-3</c:v>
                </c:pt>
                <c:pt idx="2144">
                  <c:v>-3</c:v>
                </c:pt>
                <c:pt idx="2145">
                  <c:v>-3</c:v>
                </c:pt>
                <c:pt idx="2146">
                  <c:v>-3</c:v>
                </c:pt>
                <c:pt idx="2147">
                  <c:v>-3</c:v>
                </c:pt>
                <c:pt idx="2148">
                  <c:v>-3</c:v>
                </c:pt>
                <c:pt idx="2149">
                  <c:v>-3</c:v>
                </c:pt>
                <c:pt idx="2150">
                  <c:v>-3</c:v>
                </c:pt>
                <c:pt idx="2151">
                  <c:v>-3</c:v>
                </c:pt>
                <c:pt idx="2152">
                  <c:v>-3</c:v>
                </c:pt>
                <c:pt idx="2153">
                  <c:v>-3</c:v>
                </c:pt>
                <c:pt idx="2154">
                  <c:v>-3</c:v>
                </c:pt>
                <c:pt idx="2155">
                  <c:v>-3</c:v>
                </c:pt>
                <c:pt idx="2156">
                  <c:v>-3</c:v>
                </c:pt>
                <c:pt idx="2157">
                  <c:v>-3</c:v>
                </c:pt>
                <c:pt idx="2158">
                  <c:v>-3</c:v>
                </c:pt>
                <c:pt idx="2159">
                  <c:v>-3</c:v>
                </c:pt>
                <c:pt idx="2160">
                  <c:v>-3</c:v>
                </c:pt>
                <c:pt idx="2161">
                  <c:v>-3</c:v>
                </c:pt>
                <c:pt idx="2162">
                  <c:v>-3</c:v>
                </c:pt>
                <c:pt idx="2163">
                  <c:v>-3</c:v>
                </c:pt>
                <c:pt idx="2164">
                  <c:v>-3</c:v>
                </c:pt>
                <c:pt idx="2165">
                  <c:v>-3</c:v>
                </c:pt>
                <c:pt idx="2166">
                  <c:v>-3</c:v>
                </c:pt>
                <c:pt idx="2167">
                  <c:v>-3</c:v>
                </c:pt>
                <c:pt idx="2168">
                  <c:v>-3</c:v>
                </c:pt>
                <c:pt idx="2169">
                  <c:v>-3</c:v>
                </c:pt>
                <c:pt idx="2170">
                  <c:v>-3</c:v>
                </c:pt>
                <c:pt idx="2171">
                  <c:v>-3</c:v>
                </c:pt>
                <c:pt idx="2172">
                  <c:v>-3</c:v>
                </c:pt>
                <c:pt idx="2173">
                  <c:v>-3</c:v>
                </c:pt>
                <c:pt idx="2174">
                  <c:v>-3</c:v>
                </c:pt>
                <c:pt idx="2175">
                  <c:v>-3</c:v>
                </c:pt>
                <c:pt idx="2176">
                  <c:v>-3</c:v>
                </c:pt>
                <c:pt idx="2177">
                  <c:v>-3</c:v>
                </c:pt>
                <c:pt idx="2178">
                  <c:v>-3</c:v>
                </c:pt>
                <c:pt idx="2179">
                  <c:v>-3</c:v>
                </c:pt>
                <c:pt idx="2180">
                  <c:v>-3</c:v>
                </c:pt>
                <c:pt idx="2181">
                  <c:v>-3</c:v>
                </c:pt>
                <c:pt idx="2182">
                  <c:v>-3</c:v>
                </c:pt>
                <c:pt idx="2183">
                  <c:v>-3</c:v>
                </c:pt>
                <c:pt idx="2184">
                  <c:v>-3</c:v>
                </c:pt>
                <c:pt idx="2185">
                  <c:v>-3</c:v>
                </c:pt>
                <c:pt idx="2186">
                  <c:v>-3</c:v>
                </c:pt>
                <c:pt idx="2187">
                  <c:v>-3</c:v>
                </c:pt>
                <c:pt idx="2188">
                  <c:v>-3</c:v>
                </c:pt>
                <c:pt idx="2189">
                  <c:v>-3</c:v>
                </c:pt>
                <c:pt idx="2190">
                  <c:v>-3</c:v>
                </c:pt>
                <c:pt idx="2191">
                  <c:v>-3</c:v>
                </c:pt>
                <c:pt idx="2192">
                  <c:v>-3</c:v>
                </c:pt>
                <c:pt idx="2193">
                  <c:v>-3</c:v>
                </c:pt>
                <c:pt idx="2194">
                  <c:v>-3</c:v>
                </c:pt>
                <c:pt idx="2195">
                  <c:v>-3</c:v>
                </c:pt>
                <c:pt idx="2196">
                  <c:v>-3</c:v>
                </c:pt>
                <c:pt idx="2197">
                  <c:v>-3</c:v>
                </c:pt>
                <c:pt idx="2198">
                  <c:v>-3</c:v>
                </c:pt>
                <c:pt idx="2199">
                  <c:v>-3</c:v>
                </c:pt>
                <c:pt idx="2200">
                  <c:v>-3</c:v>
                </c:pt>
                <c:pt idx="2201">
                  <c:v>-3</c:v>
                </c:pt>
                <c:pt idx="2202">
                  <c:v>-3</c:v>
                </c:pt>
                <c:pt idx="2203">
                  <c:v>-3</c:v>
                </c:pt>
                <c:pt idx="2204">
                  <c:v>-3</c:v>
                </c:pt>
                <c:pt idx="2205">
                  <c:v>-3</c:v>
                </c:pt>
                <c:pt idx="2206">
                  <c:v>-3</c:v>
                </c:pt>
                <c:pt idx="2207">
                  <c:v>-3</c:v>
                </c:pt>
                <c:pt idx="2208">
                  <c:v>-3</c:v>
                </c:pt>
                <c:pt idx="2209">
                  <c:v>-3</c:v>
                </c:pt>
                <c:pt idx="2210">
                  <c:v>-3</c:v>
                </c:pt>
                <c:pt idx="2211">
                  <c:v>-3</c:v>
                </c:pt>
                <c:pt idx="2212">
                  <c:v>-3</c:v>
                </c:pt>
                <c:pt idx="2213">
                  <c:v>-3</c:v>
                </c:pt>
                <c:pt idx="2214">
                  <c:v>-3</c:v>
                </c:pt>
                <c:pt idx="2215">
                  <c:v>-3</c:v>
                </c:pt>
                <c:pt idx="2216">
                  <c:v>-3</c:v>
                </c:pt>
                <c:pt idx="2217">
                  <c:v>-3</c:v>
                </c:pt>
                <c:pt idx="2218">
                  <c:v>-3</c:v>
                </c:pt>
                <c:pt idx="2219">
                  <c:v>-3</c:v>
                </c:pt>
                <c:pt idx="2220">
                  <c:v>-3</c:v>
                </c:pt>
                <c:pt idx="2221">
                  <c:v>-3</c:v>
                </c:pt>
                <c:pt idx="2222">
                  <c:v>-3</c:v>
                </c:pt>
                <c:pt idx="2223">
                  <c:v>-3</c:v>
                </c:pt>
                <c:pt idx="2224">
                  <c:v>-3</c:v>
                </c:pt>
                <c:pt idx="2225">
                  <c:v>-3</c:v>
                </c:pt>
                <c:pt idx="2226">
                  <c:v>-3</c:v>
                </c:pt>
                <c:pt idx="2227">
                  <c:v>-3</c:v>
                </c:pt>
                <c:pt idx="2228">
                  <c:v>-3</c:v>
                </c:pt>
                <c:pt idx="2229">
                  <c:v>-3</c:v>
                </c:pt>
                <c:pt idx="2230">
                  <c:v>-3</c:v>
                </c:pt>
                <c:pt idx="2231">
                  <c:v>-3</c:v>
                </c:pt>
                <c:pt idx="2232">
                  <c:v>-3</c:v>
                </c:pt>
                <c:pt idx="2233">
                  <c:v>-3</c:v>
                </c:pt>
                <c:pt idx="2234">
                  <c:v>-3</c:v>
                </c:pt>
                <c:pt idx="2235">
                  <c:v>-3</c:v>
                </c:pt>
                <c:pt idx="2236">
                  <c:v>-3</c:v>
                </c:pt>
                <c:pt idx="2237">
                  <c:v>-3</c:v>
                </c:pt>
                <c:pt idx="2238">
                  <c:v>-3</c:v>
                </c:pt>
                <c:pt idx="2239">
                  <c:v>-3</c:v>
                </c:pt>
                <c:pt idx="2240">
                  <c:v>-3</c:v>
                </c:pt>
                <c:pt idx="2241">
                  <c:v>-3</c:v>
                </c:pt>
                <c:pt idx="2242">
                  <c:v>-3</c:v>
                </c:pt>
                <c:pt idx="2243">
                  <c:v>-3</c:v>
                </c:pt>
                <c:pt idx="2244">
                  <c:v>-3</c:v>
                </c:pt>
                <c:pt idx="2245">
                  <c:v>-3</c:v>
                </c:pt>
                <c:pt idx="2246">
                  <c:v>-3</c:v>
                </c:pt>
                <c:pt idx="2247">
                  <c:v>-3</c:v>
                </c:pt>
                <c:pt idx="2248">
                  <c:v>-3</c:v>
                </c:pt>
                <c:pt idx="2249">
                  <c:v>-3</c:v>
                </c:pt>
                <c:pt idx="2250">
                  <c:v>-3</c:v>
                </c:pt>
                <c:pt idx="2251">
                  <c:v>-3</c:v>
                </c:pt>
                <c:pt idx="2252">
                  <c:v>-3</c:v>
                </c:pt>
                <c:pt idx="2253">
                  <c:v>-3</c:v>
                </c:pt>
                <c:pt idx="2254">
                  <c:v>-3</c:v>
                </c:pt>
                <c:pt idx="2255">
                  <c:v>-3</c:v>
                </c:pt>
                <c:pt idx="2256">
                  <c:v>-3</c:v>
                </c:pt>
                <c:pt idx="2257">
                  <c:v>-3</c:v>
                </c:pt>
                <c:pt idx="2258">
                  <c:v>-3</c:v>
                </c:pt>
                <c:pt idx="2259">
                  <c:v>-3</c:v>
                </c:pt>
                <c:pt idx="2260">
                  <c:v>-3</c:v>
                </c:pt>
                <c:pt idx="2261">
                  <c:v>-3</c:v>
                </c:pt>
                <c:pt idx="2262">
                  <c:v>-3</c:v>
                </c:pt>
                <c:pt idx="2263">
                  <c:v>-3</c:v>
                </c:pt>
                <c:pt idx="2264">
                  <c:v>-3</c:v>
                </c:pt>
                <c:pt idx="2265">
                  <c:v>-3</c:v>
                </c:pt>
                <c:pt idx="2266">
                  <c:v>-3</c:v>
                </c:pt>
                <c:pt idx="2267">
                  <c:v>-3</c:v>
                </c:pt>
                <c:pt idx="2268">
                  <c:v>-3</c:v>
                </c:pt>
                <c:pt idx="2269">
                  <c:v>-3</c:v>
                </c:pt>
                <c:pt idx="2270">
                  <c:v>-3</c:v>
                </c:pt>
                <c:pt idx="2271">
                  <c:v>-3</c:v>
                </c:pt>
                <c:pt idx="2272">
                  <c:v>-3</c:v>
                </c:pt>
                <c:pt idx="2273">
                  <c:v>-3</c:v>
                </c:pt>
                <c:pt idx="2274">
                  <c:v>-3</c:v>
                </c:pt>
                <c:pt idx="2275">
                  <c:v>-3</c:v>
                </c:pt>
                <c:pt idx="2276">
                  <c:v>-3</c:v>
                </c:pt>
                <c:pt idx="2277">
                  <c:v>-3</c:v>
                </c:pt>
                <c:pt idx="2278">
                  <c:v>-3</c:v>
                </c:pt>
                <c:pt idx="2279">
                  <c:v>-3</c:v>
                </c:pt>
                <c:pt idx="2280">
                  <c:v>-3</c:v>
                </c:pt>
                <c:pt idx="2281">
                  <c:v>-3</c:v>
                </c:pt>
                <c:pt idx="2282">
                  <c:v>-3</c:v>
                </c:pt>
                <c:pt idx="2283">
                  <c:v>-3</c:v>
                </c:pt>
                <c:pt idx="2284">
                  <c:v>-3</c:v>
                </c:pt>
                <c:pt idx="2285">
                  <c:v>-3</c:v>
                </c:pt>
                <c:pt idx="2286">
                  <c:v>-3</c:v>
                </c:pt>
                <c:pt idx="2287">
                  <c:v>-3</c:v>
                </c:pt>
                <c:pt idx="2288">
                  <c:v>-3</c:v>
                </c:pt>
                <c:pt idx="2289">
                  <c:v>-3</c:v>
                </c:pt>
                <c:pt idx="2290">
                  <c:v>-3</c:v>
                </c:pt>
                <c:pt idx="2291">
                  <c:v>-3</c:v>
                </c:pt>
                <c:pt idx="2292">
                  <c:v>-3</c:v>
                </c:pt>
                <c:pt idx="2293">
                  <c:v>-3</c:v>
                </c:pt>
                <c:pt idx="2294">
                  <c:v>-3</c:v>
                </c:pt>
                <c:pt idx="2295">
                  <c:v>-3</c:v>
                </c:pt>
                <c:pt idx="2296">
                  <c:v>-3</c:v>
                </c:pt>
                <c:pt idx="2297">
                  <c:v>-3</c:v>
                </c:pt>
                <c:pt idx="2298">
                  <c:v>-3</c:v>
                </c:pt>
                <c:pt idx="2299">
                  <c:v>-3</c:v>
                </c:pt>
                <c:pt idx="2300">
                  <c:v>-3</c:v>
                </c:pt>
                <c:pt idx="2301">
                  <c:v>-3</c:v>
                </c:pt>
                <c:pt idx="2302">
                  <c:v>-3</c:v>
                </c:pt>
                <c:pt idx="2303">
                  <c:v>-3</c:v>
                </c:pt>
                <c:pt idx="2304">
                  <c:v>-3</c:v>
                </c:pt>
                <c:pt idx="2305">
                  <c:v>-3</c:v>
                </c:pt>
                <c:pt idx="2306">
                  <c:v>-3</c:v>
                </c:pt>
                <c:pt idx="2307">
                  <c:v>-3</c:v>
                </c:pt>
                <c:pt idx="2308">
                  <c:v>-3</c:v>
                </c:pt>
                <c:pt idx="2309">
                  <c:v>-3</c:v>
                </c:pt>
                <c:pt idx="2310">
                  <c:v>-3</c:v>
                </c:pt>
                <c:pt idx="2311">
                  <c:v>-3</c:v>
                </c:pt>
                <c:pt idx="2312">
                  <c:v>-3</c:v>
                </c:pt>
                <c:pt idx="2313">
                  <c:v>-3</c:v>
                </c:pt>
                <c:pt idx="2314">
                  <c:v>-3</c:v>
                </c:pt>
                <c:pt idx="2315">
                  <c:v>-3</c:v>
                </c:pt>
                <c:pt idx="2316">
                  <c:v>-3</c:v>
                </c:pt>
                <c:pt idx="2317">
                  <c:v>-3</c:v>
                </c:pt>
                <c:pt idx="2318">
                  <c:v>-3</c:v>
                </c:pt>
                <c:pt idx="2319">
                  <c:v>-3</c:v>
                </c:pt>
                <c:pt idx="2320">
                  <c:v>-3</c:v>
                </c:pt>
                <c:pt idx="2321">
                  <c:v>-3</c:v>
                </c:pt>
                <c:pt idx="2322">
                  <c:v>-3</c:v>
                </c:pt>
                <c:pt idx="2323">
                  <c:v>-3</c:v>
                </c:pt>
                <c:pt idx="2324">
                  <c:v>-3</c:v>
                </c:pt>
                <c:pt idx="2325">
                  <c:v>-3</c:v>
                </c:pt>
                <c:pt idx="2326">
                  <c:v>-3</c:v>
                </c:pt>
                <c:pt idx="2327">
                  <c:v>-3</c:v>
                </c:pt>
                <c:pt idx="2328">
                  <c:v>-3</c:v>
                </c:pt>
                <c:pt idx="2329">
                  <c:v>-3</c:v>
                </c:pt>
                <c:pt idx="2330">
                  <c:v>-3</c:v>
                </c:pt>
                <c:pt idx="2331">
                  <c:v>-3</c:v>
                </c:pt>
                <c:pt idx="2332">
                  <c:v>-3</c:v>
                </c:pt>
                <c:pt idx="2333">
                  <c:v>-3</c:v>
                </c:pt>
                <c:pt idx="2334">
                  <c:v>-3</c:v>
                </c:pt>
                <c:pt idx="2335">
                  <c:v>-3</c:v>
                </c:pt>
                <c:pt idx="2336">
                  <c:v>-3</c:v>
                </c:pt>
                <c:pt idx="2337">
                  <c:v>-3</c:v>
                </c:pt>
                <c:pt idx="2338">
                  <c:v>-3</c:v>
                </c:pt>
                <c:pt idx="2339">
                  <c:v>-3</c:v>
                </c:pt>
                <c:pt idx="2340">
                  <c:v>-3</c:v>
                </c:pt>
                <c:pt idx="2341">
                  <c:v>-3</c:v>
                </c:pt>
                <c:pt idx="2342">
                  <c:v>-3</c:v>
                </c:pt>
                <c:pt idx="2343">
                  <c:v>-3</c:v>
                </c:pt>
                <c:pt idx="2344">
                  <c:v>-3</c:v>
                </c:pt>
                <c:pt idx="2345">
                  <c:v>-3</c:v>
                </c:pt>
                <c:pt idx="2346">
                  <c:v>-3</c:v>
                </c:pt>
                <c:pt idx="2347">
                  <c:v>-3</c:v>
                </c:pt>
                <c:pt idx="2348">
                  <c:v>-3</c:v>
                </c:pt>
                <c:pt idx="2349">
                  <c:v>-3</c:v>
                </c:pt>
                <c:pt idx="2350">
                  <c:v>-3</c:v>
                </c:pt>
                <c:pt idx="2351">
                  <c:v>-3</c:v>
                </c:pt>
                <c:pt idx="2352">
                  <c:v>-3</c:v>
                </c:pt>
                <c:pt idx="2353">
                  <c:v>-3</c:v>
                </c:pt>
                <c:pt idx="2354">
                  <c:v>-3</c:v>
                </c:pt>
                <c:pt idx="2355">
                  <c:v>-3</c:v>
                </c:pt>
                <c:pt idx="2356">
                  <c:v>-3</c:v>
                </c:pt>
                <c:pt idx="2357">
                  <c:v>-3</c:v>
                </c:pt>
                <c:pt idx="2358">
                  <c:v>-3</c:v>
                </c:pt>
                <c:pt idx="2359">
                  <c:v>-3</c:v>
                </c:pt>
                <c:pt idx="2360">
                  <c:v>-3</c:v>
                </c:pt>
                <c:pt idx="2361">
                  <c:v>-3</c:v>
                </c:pt>
                <c:pt idx="2362">
                  <c:v>-3</c:v>
                </c:pt>
                <c:pt idx="2363">
                  <c:v>-3</c:v>
                </c:pt>
                <c:pt idx="2364">
                  <c:v>-3</c:v>
                </c:pt>
                <c:pt idx="2365">
                  <c:v>-3</c:v>
                </c:pt>
                <c:pt idx="2366">
                  <c:v>-3</c:v>
                </c:pt>
                <c:pt idx="2367">
                  <c:v>-3</c:v>
                </c:pt>
                <c:pt idx="2368">
                  <c:v>-3</c:v>
                </c:pt>
                <c:pt idx="2369">
                  <c:v>-3</c:v>
                </c:pt>
                <c:pt idx="2370">
                  <c:v>-3</c:v>
                </c:pt>
                <c:pt idx="2371">
                  <c:v>-3</c:v>
                </c:pt>
                <c:pt idx="2372">
                  <c:v>-3</c:v>
                </c:pt>
                <c:pt idx="2373">
                  <c:v>-3</c:v>
                </c:pt>
                <c:pt idx="2374">
                  <c:v>-3</c:v>
                </c:pt>
                <c:pt idx="2375">
                  <c:v>-3</c:v>
                </c:pt>
                <c:pt idx="2376">
                  <c:v>-3</c:v>
                </c:pt>
                <c:pt idx="2377">
                  <c:v>-3</c:v>
                </c:pt>
                <c:pt idx="2378">
                  <c:v>-3</c:v>
                </c:pt>
                <c:pt idx="2379">
                  <c:v>-3</c:v>
                </c:pt>
                <c:pt idx="2380">
                  <c:v>-3</c:v>
                </c:pt>
                <c:pt idx="2381">
                  <c:v>-3</c:v>
                </c:pt>
                <c:pt idx="2382">
                  <c:v>-3</c:v>
                </c:pt>
                <c:pt idx="2383">
                  <c:v>-3</c:v>
                </c:pt>
                <c:pt idx="2384">
                  <c:v>-3</c:v>
                </c:pt>
                <c:pt idx="2385">
                  <c:v>-3</c:v>
                </c:pt>
                <c:pt idx="2386">
                  <c:v>-3</c:v>
                </c:pt>
                <c:pt idx="2387">
                  <c:v>-3</c:v>
                </c:pt>
                <c:pt idx="2388">
                  <c:v>-3</c:v>
                </c:pt>
                <c:pt idx="2389">
                  <c:v>-3</c:v>
                </c:pt>
                <c:pt idx="2390">
                  <c:v>-3</c:v>
                </c:pt>
                <c:pt idx="2391">
                  <c:v>-3</c:v>
                </c:pt>
                <c:pt idx="2392">
                  <c:v>-3</c:v>
                </c:pt>
                <c:pt idx="2393">
                  <c:v>-3</c:v>
                </c:pt>
                <c:pt idx="2394">
                  <c:v>-3</c:v>
                </c:pt>
                <c:pt idx="2395">
                  <c:v>-3</c:v>
                </c:pt>
                <c:pt idx="2396">
                  <c:v>-3</c:v>
                </c:pt>
                <c:pt idx="2397">
                  <c:v>-3</c:v>
                </c:pt>
                <c:pt idx="2398">
                  <c:v>-3</c:v>
                </c:pt>
                <c:pt idx="2399">
                  <c:v>-3</c:v>
                </c:pt>
                <c:pt idx="2400">
                  <c:v>-3</c:v>
                </c:pt>
                <c:pt idx="2401">
                  <c:v>-3</c:v>
                </c:pt>
                <c:pt idx="2402">
                  <c:v>-3</c:v>
                </c:pt>
                <c:pt idx="2403">
                  <c:v>-3</c:v>
                </c:pt>
                <c:pt idx="2404">
                  <c:v>-3</c:v>
                </c:pt>
                <c:pt idx="2405">
                  <c:v>-3</c:v>
                </c:pt>
                <c:pt idx="2406">
                  <c:v>-3</c:v>
                </c:pt>
                <c:pt idx="2407">
                  <c:v>-3</c:v>
                </c:pt>
                <c:pt idx="2408">
                  <c:v>-3</c:v>
                </c:pt>
                <c:pt idx="2409">
                  <c:v>-3</c:v>
                </c:pt>
                <c:pt idx="2410">
                  <c:v>-3</c:v>
                </c:pt>
                <c:pt idx="2411">
                  <c:v>-3</c:v>
                </c:pt>
                <c:pt idx="2412">
                  <c:v>-3</c:v>
                </c:pt>
                <c:pt idx="2413">
                  <c:v>-3</c:v>
                </c:pt>
                <c:pt idx="2414">
                  <c:v>-3</c:v>
                </c:pt>
                <c:pt idx="2415">
                  <c:v>-3</c:v>
                </c:pt>
                <c:pt idx="2416">
                  <c:v>-3</c:v>
                </c:pt>
                <c:pt idx="2417">
                  <c:v>-3</c:v>
                </c:pt>
                <c:pt idx="2418">
                  <c:v>-3</c:v>
                </c:pt>
                <c:pt idx="2419">
                  <c:v>-3</c:v>
                </c:pt>
                <c:pt idx="2420">
                  <c:v>-3</c:v>
                </c:pt>
                <c:pt idx="2421">
                  <c:v>-3</c:v>
                </c:pt>
                <c:pt idx="2422">
                  <c:v>-3</c:v>
                </c:pt>
                <c:pt idx="2423">
                  <c:v>-3</c:v>
                </c:pt>
                <c:pt idx="2424">
                  <c:v>-3</c:v>
                </c:pt>
                <c:pt idx="2425">
                  <c:v>-3</c:v>
                </c:pt>
                <c:pt idx="2426">
                  <c:v>-3</c:v>
                </c:pt>
                <c:pt idx="2427">
                  <c:v>-3</c:v>
                </c:pt>
                <c:pt idx="2428">
                  <c:v>-3</c:v>
                </c:pt>
                <c:pt idx="2429">
                  <c:v>-3</c:v>
                </c:pt>
                <c:pt idx="2430">
                  <c:v>-3</c:v>
                </c:pt>
                <c:pt idx="2431">
                  <c:v>-3</c:v>
                </c:pt>
                <c:pt idx="2432">
                  <c:v>-3</c:v>
                </c:pt>
                <c:pt idx="2433">
                  <c:v>-3</c:v>
                </c:pt>
                <c:pt idx="2434">
                  <c:v>-3</c:v>
                </c:pt>
                <c:pt idx="2435">
                  <c:v>-3</c:v>
                </c:pt>
                <c:pt idx="2436">
                  <c:v>-3</c:v>
                </c:pt>
                <c:pt idx="2437">
                  <c:v>-3</c:v>
                </c:pt>
                <c:pt idx="2438">
                  <c:v>-3</c:v>
                </c:pt>
                <c:pt idx="2439">
                  <c:v>-3</c:v>
                </c:pt>
                <c:pt idx="2440">
                  <c:v>-3</c:v>
                </c:pt>
                <c:pt idx="2441">
                  <c:v>-3</c:v>
                </c:pt>
                <c:pt idx="2442">
                  <c:v>-3</c:v>
                </c:pt>
                <c:pt idx="2443">
                  <c:v>-3</c:v>
                </c:pt>
                <c:pt idx="2444">
                  <c:v>-3</c:v>
                </c:pt>
                <c:pt idx="2445">
                  <c:v>-3</c:v>
                </c:pt>
                <c:pt idx="2446">
                  <c:v>-3</c:v>
                </c:pt>
                <c:pt idx="2447">
                  <c:v>-3</c:v>
                </c:pt>
                <c:pt idx="2448">
                  <c:v>-3</c:v>
                </c:pt>
                <c:pt idx="2449">
                  <c:v>-3</c:v>
                </c:pt>
                <c:pt idx="2450">
                  <c:v>-3</c:v>
                </c:pt>
                <c:pt idx="2451">
                  <c:v>-3</c:v>
                </c:pt>
                <c:pt idx="2452">
                  <c:v>-3</c:v>
                </c:pt>
                <c:pt idx="2453">
                  <c:v>-3</c:v>
                </c:pt>
                <c:pt idx="2454">
                  <c:v>-3</c:v>
                </c:pt>
                <c:pt idx="2455">
                  <c:v>-3</c:v>
                </c:pt>
                <c:pt idx="2456">
                  <c:v>-3</c:v>
                </c:pt>
                <c:pt idx="2457">
                  <c:v>-3</c:v>
                </c:pt>
                <c:pt idx="2458">
                  <c:v>-3</c:v>
                </c:pt>
                <c:pt idx="2459">
                  <c:v>-3</c:v>
                </c:pt>
                <c:pt idx="2460">
                  <c:v>-3</c:v>
                </c:pt>
                <c:pt idx="2461">
                  <c:v>-3</c:v>
                </c:pt>
                <c:pt idx="2462">
                  <c:v>-3</c:v>
                </c:pt>
                <c:pt idx="2463">
                  <c:v>-3</c:v>
                </c:pt>
                <c:pt idx="2464">
                  <c:v>-3</c:v>
                </c:pt>
                <c:pt idx="2465">
                  <c:v>-3</c:v>
                </c:pt>
                <c:pt idx="2466">
                  <c:v>-3</c:v>
                </c:pt>
                <c:pt idx="2467">
                  <c:v>-3</c:v>
                </c:pt>
                <c:pt idx="2468">
                  <c:v>-3</c:v>
                </c:pt>
                <c:pt idx="2469">
                  <c:v>-3</c:v>
                </c:pt>
                <c:pt idx="2470">
                  <c:v>-3</c:v>
                </c:pt>
                <c:pt idx="2471">
                  <c:v>-3</c:v>
                </c:pt>
                <c:pt idx="2472">
                  <c:v>-3</c:v>
                </c:pt>
                <c:pt idx="2473">
                  <c:v>-3</c:v>
                </c:pt>
                <c:pt idx="2474">
                  <c:v>-3</c:v>
                </c:pt>
                <c:pt idx="2475">
                  <c:v>-3</c:v>
                </c:pt>
                <c:pt idx="2476">
                  <c:v>-3</c:v>
                </c:pt>
                <c:pt idx="2477">
                  <c:v>-3</c:v>
                </c:pt>
                <c:pt idx="2478">
                  <c:v>-3</c:v>
                </c:pt>
                <c:pt idx="2479">
                  <c:v>-3</c:v>
                </c:pt>
                <c:pt idx="2480">
                  <c:v>-3</c:v>
                </c:pt>
                <c:pt idx="2481">
                  <c:v>-3</c:v>
                </c:pt>
                <c:pt idx="2482">
                  <c:v>-3</c:v>
                </c:pt>
                <c:pt idx="2483">
                  <c:v>-3</c:v>
                </c:pt>
                <c:pt idx="2484">
                  <c:v>-3</c:v>
                </c:pt>
                <c:pt idx="2485">
                  <c:v>-3</c:v>
                </c:pt>
                <c:pt idx="2486">
                  <c:v>-3</c:v>
                </c:pt>
                <c:pt idx="2487">
                  <c:v>-3</c:v>
                </c:pt>
                <c:pt idx="2488">
                  <c:v>-3</c:v>
                </c:pt>
                <c:pt idx="2489">
                  <c:v>-3</c:v>
                </c:pt>
                <c:pt idx="2490">
                  <c:v>-3</c:v>
                </c:pt>
                <c:pt idx="2491">
                  <c:v>-3</c:v>
                </c:pt>
                <c:pt idx="2492">
                  <c:v>-3</c:v>
                </c:pt>
                <c:pt idx="2493">
                  <c:v>-3</c:v>
                </c:pt>
                <c:pt idx="2494">
                  <c:v>-3</c:v>
                </c:pt>
                <c:pt idx="2495">
                  <c:v>-3</c:v>
                </c:pt>
                <c:pt idx="2496">
                  <c:v>-3</c:v>
                </c:pt>
                <c:pt idx="2497">
                  <c:v>-3</c:v>
                </c:pt>
                <c:pt idx="2498">
                  <c:v>-3</c:v>
                </c:pt>
                <c:pt idx="2499">
                  <c:v>-3</c:v>
                </c:pt>
                <c:pt idx="2500">
                  <c:v>-3</c:v>
                </c:pt>
                <c:pt idx="2501">
                  <c:v>-3</c:v>
                </c:pt>
                <c:pt idx="2502">
                  <c:v>-3</c:v>
                </c:pt>
                <c:pt idx="2503">
                  <c:v>-3</c:v>
                </c:pt>
                <c:pt idx="2504">
                  <c:v>-3</c:v>
                </c:pt>
                <c:pt idx="2505">
                  <c:v>-3</c:v>
                </c:pt>
                <c:pt idx="2506">
                  <c:v>-3</c:v>
                </c:pt>
                <c:pt idx="2507">
                  <c:v>-3</c:v>
                </c:pt>
                <c:pt idx="2508">
                  <c:v>-3</c:v>
                </c:pt>
                <c:pt idx="2509">
                  <c:v>-3</c:v>
                </c:pt>
                <c:pt idx="2510">
                  <c:v>-3</c:v>
                </c:pt>
                <c:pt idx="2511">
                  <c:v>-3</c:v>
                </c:pt>
                <c:pt idx="2512">
                  <c:v>-3</c:v>
                </c:pt>
                <c:pt idx="2513">
                  <c:v>-3</c:v>
                </c:pt>
                <c:pt idx="2514">
                  <c:v>-3</c:v>
                </c:pt>
                <c:pt idx="2515">
                  <c:v>-3</c:v>
                </c:pt>
                <c:pt idx="2516">
                  <c:v>-3</c:v>
                </c:pt>
                <c:pt idx="2517">
                  <c:v>-3</c:v>
                </c:pt>
                <c:pt idx="2518">
                  <c:v>-3</c:v>
                </c:pt>
                <c:pt idx="2519">
                  <c:v>-3</c:v>
                </c:pt>
                <c:pt idx="2520">
                  <c:v>-3</c:v>
                </c:pt>
                <c:pt idx="2521">
                  <c:v>-3</c:v>
                </c:pt>
                <c:pt idx="2522">
                  <c:v>-3</c:v>
                </c:pt>
                <c:pt idx="2523">
                  <c:v>-3</c:v>
                </c:pt>
                <c:pt idx="2524">
                  <c:v>-3</c:v>
                </c:pt>
                <c:pt idx="2525">
                  <c:v>-3</c:v>
                </c:pt>
                <c:pt idx="2526">
                  <c:v>-3</c:v>
                </c:pt>
                <c:pt idx="2527">
                  <c:v>-3</c:v>
                </c:pt>
                <c:pt idx="2528">
                  <c:v>-3</c:v>
                </c:pt>
                <c:pt idx="2529">
                  <c:v>-3</c:v>
                </c:pt>
                <c:pt idx="2530">
                  <c:v>-3</c:v>
                </c:pt>
                <c:pt idx="2531">
                  <c:v>-3</c:v>
                </c:pt>
                <c:pt idx="2532">
                  <c:v>-3</c:v>
                </c:pt>
                <c:pt idx="2533">
                  <c:v>-3</c:v>
                </c:pt>
                <c:pt idx="2534">
                  <c:v>-3</c:v>
                </c:pt>
                <c:pt idx="2535">
                  <c:v>-3</c:v>
                </c:pt>
                <c:pt idx="2536">
                  <c:v>-3</c:v>
                </c:pt>
                <c:pt idx="2537">
                  <c:v>-3</c:v>
                </c:pt>
                <c:pt idx="2538">
                  <c:v>-3</c:v>
                </c:pt>
                <c:pt idx="2539">
                  <c:v>-3</c:v>
                </c:pt>
                <c:pt idx="2540">
                  <c:v>-3</c:v>
                </c:pt>
                <c:pt idx="2541">
                  <c:v>-3</c:v>
                </c:pt>
                <c:pt idx="2542">
                  <c:v>-3</c:v>
                </c:pt>
                <c:pt idx="2543">
                  <c:v>-3</c:v>
                </c:pt>
                <c:pt idx="2544">
                  <c:v>-3</c:v>
                </c:pt>
                <c:pt idx="2545">
                  <c:v>-3</c:v>
                </c:pt>
                <c:pt idx="2546">
                  <c:v>-3</c:v>
                </c:pt>
                <c:pt idx="2547">
                  <c:v>-3</c:v>
                </c:pt>
                <c:pt idx="2548">
                  <c:v>-3</c:v>
                </c:pt>
                <c:pt idx="2549">
                  <c:v>-3</c:v>
                </c:pt>
                <c:pt idx="2550">
                  <c:v>-3</c:v>
                </c:pt>
                <c:pt idx="2551">
                  <c:v>-3</c:v>
                </c:pt>
                <c:pt idx="2552">
                  <c:v>-3</c:v>
                </c:pt>
                <c:pt idx="2553">
                  <c:v>-3</c:v>
                </c:pt>
                <c:pt idx="2554">
                  <c:v>-3</c:v>
                </c:pt>
                <c:pt idx="2555">
                  <c:v>-3</c:v>
                </c:pt>
                <c:pt idx="2556">
                  <c:v>-3</c:v>
                </c:pt>
                <c:pt idx="2557">
                  <c:v>-3</c:v>
                </c:pt>
                <c:pt idx="2558">
                  <c:v>-3</c:v>
                </c:pt>
                <c:pt idx="2559">
                  <c:v>-3</c:v>
                </c:pt>
                <c:pt idx="2560">
                  <c:v>-3</c:v>
                </c:pt>
                <c:pt idx="2561">
                  <c:v>-3</c:v>
                </c:pt>
                <c:pt idx="2562">
                  <c:v>-3</c:v>
                </c:pt>
                <c:pt idx="2563">
                  <c:v>-3</c:v>
                </c:pt>
                <c:pt idx="2564">
                  <c:v>-3</c:v>
                </c:pt>
                <c:pt idx="2565">
                  <c:v>-3</c:v>
                </c:pt>
                <c:pt idx="2566">
                  <c:v>-3</c:v>
                </c:pt>
                <c:pt idx="2567">
                  <c:v>-3</c:v>
                </c:pt>
                <c:pt idx="2568">
                  <c:v>-3</c:v>
                </c:pt>
                <c:pt idx="2569">
                  <c:v>-3</c:v>
                </c:pt>
                <c:pt idx="2570">
                  <c:v>-3</c:v>
                </c:pt>
                <c:pt idx="2571">
                  <c:v>-3</c:v>
                </c:pt>
                <c:pt idx="2572">
                  <c:v>-3</c:v>
                </c:pt>
                <c:pt idx="2573">
                  <c:v>-3</c:v>
                </c:pt>
                <c:pt idx="2574">
                  <c:v>-3</c:v>
                </c:pt>
                <c:pt idx="2575">
                  <c:v>-3</c:v>
                </c:pt>
                <c:pt idx="2576">
                  <c:v>-3</c:v>
                </c:pt>
                <c:pt idx="2577">
                  <c:v>-3</c:v>
                </c:pt>
                <c:pt idx="2578">
                  <c:v>-3</c:v>
                </c:pt>
                <c:pt idx="2579">
                  <c:v>-3</c:v>
                </c:pt>
                <c:pt idx="2580">
                  <c:v>-3</c:v>
                </c:pt>
                <c:pt idx="2581">
                  <c:v>-3</c:v>
                </c:pt>
                <c:pt idx="2582">
                  <c:v>-3</c:v>
                </c:pt>
                <c:pt idx="2583">
                  <c:v>-3</c:v>
                </c:pt>
                <c:pt idx="2584">
                  <c:v>-3</c:v>
                </c:pt>
                <c:pt idx="2585">
                  <c:v>-3</c:v>
                </c:pt>
                <c:pt idx="2586">
                  <c:v>-3</c:v>
                </c:pt>
                <c:pt idx="2587">
                  <c:v>-3</c:v>
                </c:pt>
                <c:pt idx="2588">
                  <c:v>-3</c:v>
                </c:pt>
                <c:pt idx="2589">
                  <c:v>-3</c:v>
                </c:pt>
                <c:pt idx="2590">
                  <c:v>-3</c:v>
                </c:pt>
                <c:pt idx="2591">
                  <c:v>-3</c:v>
                </c:pt>
                <c:pt idx="2592">
                  <c:v>-3</c:v>
                </c:pt>
                <c:pt idx="2593">
                  <c:v>-3</c:v>
                </c:pt>
                <c:pt idx="2594">
                  <c:v>-3</c:v>
                </c:pt>
                <c:pt idx="2595">
                  <c:v>-3</c:v>
                </c:pt>
                <c:pt idx="2596">
                  <c:v>-3</c:v>
                </c:pt>
                <c:pt idx="2597">
                  <c:v>-3</c:v>
                </c:pt>
                <c:pt idx="2598">
                  <c:v>-3</c:v>
                </c:pt>
                <c:pt idx="2599">
                  <c:v>-3</c:v>
                </c:pt>
                <c:pt idx="2600">
                  <c:v>-3</c:v>
                </c:pt>
                <c:pt idx="2601">
                  <c:v>-3</c:v>
                </c:pt>
                <c:pt idx="2602">
                  <c:v>-3</c:v>
                </c:pt>
                <c:pt idx="2603">
                  <c:v>-3</c:v>
                </c:pt>
                <c:pt idx="2604">
                  <c:v>-3</c:v>
                </c:pt>
                <c:pt idx="2605">
                  <c:v>-3</c:v>
                </c:pt>
                <c:pt idx="2606">
                  <c:v>-3</c:v>
                </c:pt>
                <c:pt idx="2607">
                  <c:v>-3</c:v>
                </c:pt>
                <c:pt idx="2608">
                  <c:v>-3</c:v>
                </c:pt>
                <c:pt idx="2609">
                  <c:v>-3</c:v>
                </c:pt>
                <c:pt idx="2610">
                  <c:v>-3</c:v>
                </c:pt>
                <c:pt idx="2611">
                  <c:v>-3</c:v>
                </c:pt>
                <c:pt idx="2612">
                  <c:v>-3</c:v>
                </c:pt>
                <c:pt idx="2613">
                  <c:v>-3</c:v>
                </c:pt>
                <c:pt idx="2614">
                  <c:v>-3</c:v>
                </c:pt>
                <c:pt idx="2615">
                  <c:v>-3</c:v>
                </c:pt>
                <c:pt idx="2616">
                  <c:v>-3</c:v>
                </c:pt>
                <c:pt idx="2617">
                  <c:v>-3</c:v>
                </c:pt>
                <c:pt idx="2618">
                  <c:v>-3</c:v>
                </c:pt>
                <c:pt idx="2619">
                  <c:v>-3</c:v>
                </c:pt>
                <c:pt idx="2620">
                  <c:v>-3</c:v>
                </c:pt>
                <c:pt idx="2621">
                  <c:v>-3</c:v>
                </c:pt>
                <c:pt idx="2622">
                  <c:v>-3</c:v>
                </c:pt>
                <c:pt idx="2623">
                  <c:v>-3</c:v>
                </c:pt>
                <c:pt idx="2624">
                  <c:v>-3</c:v>
                </c:pt>
                <c:pt idx="2625">
                  <c:v>-3</c:v>
                </c:pt>
                <c:pt idx="2626">
                  <c:v>-3</c:v>
                </c:pt>
                <c:pt idx="2627">
                  <c:v>-3</c:v>
                </c:pt>
                <c:pt idx="2628">
                  <c:v>-3</c:v>
                </c:pt>
                <c:pt idx="2629">
                  <c:v>-3</c:v>
                </c:pt>
                <c:pt idx="2630">
                  <c:v>-3</c:v>
                </c:pt>
                <c:pt idx="2631">
                  <c:v>-3</c:v>
                </c:pt>
                <c:pt idx="2632">
                  <c:v>-3</c:v>
                </c:pt>
                <c:pt idx="2633">
                  <c:v>-3</c:v>
                </c:pt>
                <c:pt idx="2634">
                  <c:v>-3</c:v>
                </c:pt>
                <c:pt idx="2635">
                  <c:v>-3</c:v>
                </c:pt>
                <c:pt idx="2636">
                  <c:v>-3</c:v>
                </c:pt>
                <c:pt idx="2637">
                  <c:v>-3</c:v>
                </c:pt>
                <c:pt idx="2638">
                  <c:v>-3</c:v>
                </c:pt>
                <c:pt idx="2639">
                  <c:v>-3</c:v>
                </c:pt>
                <c:pt idx="2640">
                  <c:v>-3</c:v>
                </c:pt>
                <c:pt idx="2641">
                  <c:v>-3</c:v>
                </c:pt>
                <c:pt idx="2642">
                  <c:v>-3</c:v>
                </c:pt>
                <c:pt idx="2643">
                  <c:v>-3</c:v>
                </c:pt>
                <c:pt idx="2644">
                  <c:v>-3</c:v>
                </c:pt>
                <c:pt idx="2645">
                  <c:v>-3</c:v>
                </c:pt>
                <c:pt idx="2646">
                  <c:v>-3</c:v>
                </c:pt>
                <c:pt idx="2647">
                  <c:v>-3</c:v>
                </c:pt>
                <c:pt idx="2648">
                  <c:v>-3</c:v>
                </c:pt>
                <c:pt idx="2649">
                  <c:v>-3</c:v>
                </c:pt>
                <c:pt idx="2650">
                  <c:v>-3</c:v>
                </c:pt>
                <c:pt idx="2651">
                  <c:v>-3</c:v>
                </c:pt>
                <c:pt idx="2652">
                  <c:v>-3</c:v>
                </c:pt>
                <c:pt idx="2653">
                  <c:v>-3</c:v>
                </c:pt>
                <c:pt idx="2654">
                  <c:v>-3</c:v>
                </c:pt>
                <c:pt idx="2655">
                  <c:v>-3</c:v>
                </c:pt>
                <c:pt idx="2656">
                  <c:v>-3</c:v>
                </c:pt>
                <c:pt idx="2657">
                  <c:v>-3</c:v>
                </c:pt>
                <c:pt idx="2658">
                  <c:v>-3</c:v>
                </c:pt>
                <c:pt idx="2659">
                  <c:v>-3</c:v>
                </c:pt>
                <c:pt idx="2660">
                  <c:v>-3</c:v>
                </c:pt>
                <c:pt idx="2661">
                  <c:v>-3</c:v>
                </c:pt>
                <c:pt idx="2662">
                  <c:v>-3</c:v>
                </c:pt>
                <c:pt idx="2663">
                  <c:v>-3</c:v>
                </c:pt>
                <c:pt idx="2664">
                  <c:v>-3</c:v>
                </c:pt>
                <c:pt idx="2665">
                  <c:v>-3</c:v>
                </c:pt>
                <c:pt idx="2666">
                  <c:v>-3</c:v>
                </c:pt>
                <c:pt idx="2667">
                  <c:v>-3</c:v>
                </c:pt>
                <c:pt idx="2668">
                  <c:v>-3</c:v>
                </c:pt>
                <c:pt idx="2669">
                  <c:v>-3</c:v>
                </c:pt>
                <c:pt idx="2670">
                  <c:v>-3</c:v>
                </c:pt>
                <c:pt idx="2671">
                  <c:v>-3</c:v>
                </c:pt>
                <c:pt idx="2672">
                  <c:v>-3</c:v>
                </c:pt>
                <c:pt idx="2673">
                  <c:v>-3</c:v>
                </c:pt>
                <c:pt idx="2674">
                  <c:v>-3</c:v>
                </c:pt>
                <c:pt idx="2675">
                  <c:v>-3</c:v>
                </c:pt>
                <c:pt idx="2676">
                  <c:v>-3</c:v>
                </c:pt>
                <c:pt idx="2677">
                  <c:v>-3</c:v>
                </c:pt>
                <c:pt idx="2678">
                  <c:v>-3</c:v>
                </c:pt>
                <c:pt idx="2679">
                  <c:v>-3</c:v>
                </c:pt>
                <c:pt idx="2680">
                  <c:v>-3</c:v>
                </c:pt>
                <c:pt idx="2681">
                  <c:v>-3</c:v>
                </c:pt>
                <c:pt idx="2682">
                  <c:v>-3</c:v>
                </c:pt>
                <c:pt idx="2683">
                  <c:v>-3</c:v>
                </c:pt>
                <c:pt idx="2684">
                  <c:v>-3</c:v>
                </c:pt>
                <c:pt idx="2685">
                  <c:v>-3</c:v>
                </c:pt>
                <c:pt idx="2686">
                  <c:v>-3</c:v>
                </c:pt>
                <c:pt idx="2687">
                  <c:v>-3</c:v>
                </c:pt>
                <c:pt idx="2688">
                  <c:v>-3</c:v>
                </c:pt>
                <c:pt idx="2689">
                  <c:v>-3</c:v>
                </c:pt>
                <c:pt idx="2690">
                  <c:v>-3</c:v>
                </c:pt>
                <c:pt idx="2691">
                  <c:v>-3</c:v>
                </c:pt>
                <c:pt idx="2692">
                  <c:v>-3</c:v>
                </c:pt>
                <c:pt idx="2693">
                  <c:v>-3</c:v>
                </c:pt>
                <c:pt idx="2694">
                  <c:v>-3</c:v>
                </c:pt>
                <c:pt idx="2695">
                  <c:v>-3</c:v>
                </c:pt>
                <c:pt idx="2696">
                  <c:v>-3</c:v>
                </c:pt>
                <c:pt idx="2697">
                  <c:v>-3</c:v>
                </c:pt>
                <c:pt idx="2698">
                  <c:v>-3</c:v>
                </c:pt>
                <c:pt idx="2699">
                  <c:v>-3</c:v>
                </c:pt>
                <c:pt idx="2700">
                  <c:v>-3</c:v>
                </c:pt>
                <c:pt idx="2701">
                  <c:v>-3</c:v>
                </c:pt>
                <c:pt idx="2702">
                  <c:v>-3</c:v>
                </c:pt>
                <c:pt idx="2703">
                  <c:v>-3</c:v>
                </c:pt>
                <c:pt idx="2704">
                  <c:v>-3</c:v>
                </c:pt>
                <c:pt idx="2705">
                  <c:v>-3</c:v>
                </c:pt>
                <c:pt idx="2706">
                  <c:v>-3</c:v>
                </c:pt>
                <c:pt idx="2707">
                  <c:v>-3</c:v>
                </c:pt>
                <c:pt idx="2708">
                  <c:v>-3</c:v>
                </c:pt>
                <c:pt idx="2709">
                  <c:v>-3</c:v>
                </c:pt>
                <c:pt idx="2710">
                  <c:v>-3</c:v>
                </c:pt>
                <c:pt idx="2711">
                  <c:v>-3</c:v>
                </c:pt>
                <c:pt idx="2712">
                  <c:v>-3</c:v>
                </c:pt>
                <c:pt idx="2713">
                  <c:v>-3</c:v>
                </c:pt>
                <c:pt idx="2714">
                  <c:v>-3</c:v>
                </c:pt>
                <c:pt idx="2715">
                  <c:v>-3</c:v>
                </c:pt>
                <c:pt idx="2716">
                  <c:v>-3</c:v>
                </c:pt>
                <c:pt idx="2717">
                  <c:v>-3</c:v>
                </c:pt>
                <c:pt idx="2718">
                  <c:v>-3</c:v>
                </c:pt>
                <c:pt idx="2719">
                  <c:v>-3</c:v>
                </c:pt>
                <c:pt idx="2720">
                  <c:v>-3</c:v>
                </c:pt>
                <c:pt idx="2721">
                  <c:v>-3</c:v>
                </c:pt>
                <c:pt idx="2722">
                  <c:v>-3</c:v>
                </c:pt>
                <c:pt idx="2723">
                  <c:v>-3</c:v>
                </c:pt>
                <c:pt idx="2724">
                  <c:v>-3</c:v>
                </c:pt>
                <c:pt idx="2725">
                  <c:v>-3</c:v>
                </c:pt>
                <c:pt idx="2726">
                  <c:v>-3</c:v>
                </c:pt>
                <c:pt idx="2727">
                  <c:v>-3</c:v>
                </c:pt>
                <c:pt idx="2728">
                  <c:v>-3</c:v>
                </c:pt>
                <c:pt idx="2729">
                  <c:v>-3</c:v>
                </c:pt>
                <c:pt idx="2730">
                  <c:v>-3</c:v>
                </c:pt>
                <c:pt idx="2731">
                  <c:v>-3</c:v>
                </c:pt>
                <c:pt idx="2732">
                  <c:v>-3</c:v>
                </c:pt>
                <c:pt idx="2733">
                  <c:v>-3</c:v>
                </c:pt>
                <c:pt idx="2734">
                  <c:v>-3</c:v>
                </c:pt>
                <c:pt idx="2735">
                  <c:v>-3</c:v>
                </c:pt>
                <c:pt idx="2736">
                  <c:v>-3</c:v>
                </c:pt>
                <c:pt idx="2737">
                  <c:v>-3</c:v>
                </c:pt>
                <c:pt idx="2738">
                  <c:v>-3</c:v>
                </c:pt>
                <c:pt idx="2739">
                  <c:v>-3</c:v>
                </c:pt>
                <c:pt idx="2740">
                  <c:v>-3</c:v>
                </c:pt>
                <c:pt idx="2741">
                  <c:v>-3</c:v>
                </c:pt>
                <c:pt idx="2742">
                  <c:v>-3</c:v>
                </c:pt>
                <c:pt idx="2743">
                  <c:v>-3</c:v>
                </c:pt>
                <c:pt idx="2744">
                  <c:v>-3</c:v>
                </c:pt>
                <c:pt idx="2745">
                  <c:v>-3</c:v>
                </c:pt>
                <c:pt idx="2746">
                  <c:v>-3</c:v>
                </c:pt>
                <c:pt idx="2747">
                  <c:v>-3</c:v>
                </c:pt>
                <c:pt idx="2748">
                  <c:v>-3</c:v>
                </c:pt>
                <c:pt idx="2749">
                  <c:v>-3</c:v>
                </c:pt>
                <c:pt idx="2750">
                  <c:v>-3</c:v>
                </c:pt>
                <c:pt idx="2751">
                  <c:v>-3</c:v>
                </c:pt>
                <c:pt idx="2752">
                  <c:v>-3</c:v>
                </c:pt>
                <c:pt idx="2753">
                  <c:v>-3</c:v>
                </c:pt>
                <c:pt idx="2754">
                  <c:v>-3</c:v>
                </c:pt>
                <c:pt idx="2755">
                  <c:v>-3</c:v>
                </c:pt>
                <c:pt idx="2756">
                  <c:v>-3</c:v>
                </c:pt>
                <c:pt idx="2757">
                  <c:v>-3</c:v>
                </c:pt>
                <c:pt idx="2758">
                  <c:v>-3</c:v>
                </c:pt>
                <c:pt idx="2759">
                  <c:v>-3</c:v>
                </c:pt>
                <c:pt idx="2760">
                  <c:v>-3</c:v>
                </c:pt>
                <c:pt idx="2761">
                  <c:v>-3</c:v>
                </c:pt>
                <c:pt idx="2762">
                  <c:v>-3</c:v>
                </c:pt>
                <c:pt idx="2763">
                  <c:v>-3</c:v>
                </c:pt>
                <c:pt idx="2764">
                  <c:v>-3</c:v>
                </c:pt>
                <c:pt idx="2765">
                  <c:v>-3</c:v>
                </c:pt>
                <c:pt idx="2766">
                  <c:v>-3</c:v>
                </c:pt>
                <c:pt idx="2767">
                  <c:v>-3</c:v>
                </c:pt>
                <c:pt idx="2768">
                  <c:v>-3</c:v>
                </c:pt>
                <c:pt idx="2769">
                  <c:v>-3</c:v>
                </c:pt>
                <c:pt idx="2770">
                  <c:v>-3</c:v>
                </c:pt>
                <c:pt idx="2771">
                  <c:v>-3</c:v>
                </c:pt>
                <c:pt idx="2772">
                  <c:v>-3</c:v>
                </c:pt>
                <c:pt idx="2773">
                  <c:v>-3</c:v>
                </c:pt>
                <c:pt idx="2774">
                  <c:v>-3</c:v>
                </c:pt>
                <c:pt idx="2775">
                  <c:v>-3</c:v>
                </c:pt>
                <c:pt idx="2776">
                  <c:v>-3</c:v>
                </c:pt>
                <c:pt idx="2777">
                  <c:v>-3</c:v>
                </c:pt>
                <c:pt idx="2778">
                  <c:v>-3</c:v>
                </c:pt>
                <c:pt idx="2779">
                  <c:v>-3</c:v>
                </c:pt>
                <c:pt idx="2780">
                  <c:v>-3</c:v>
                </c:pt>
                <c:pt idx="2781">
                  <c:v>-3</c:v>
                </c:pt>
                <c:pt idx="2782">
                  <c:v>-3</c:v>
                </c:pt>
                <c:pt idx="2783">
                  <c:v>-3</c:v>
                </c:pt>
                <c:pt idx="2784">
                  <c:v>-3</c:v>
                </c:pt>
                <c:pt idx="2785">
                  <c:v>-3</c:v>
                </c:pt>
                <c:pt idx="2786">
                  <c:v>-3</c:v>
                </c:pt>
                <c:pt idx="2787">
                  <c:v>-3</c:v>
                </c:pt>
                <c:pt idx="2788">
                  <c:v>-3</c:v>
                </c:pt>
                <c:pt idx="2789">
                  <c:v>-3</c:v>
                </c:pt>
                <c:pt idx="2790">
                  <c:v>-3</c:v>
                </c:pt>
                <c:pt idx="2791">
                  <c:v>-3</c:v>
                </c:pt>
                <c:pt idx="2792">
                  <c:v>-3</c:v>
                </c:pt>
                <c:pt idx="2793">
                  <c:v>-3</c:v>
                </c:pt>
                <c:pt idx="2794">
                  <c:v>-3</c:v>
                </c:pt>
                <c:pt idx="2795">
                  <c:v>-3</c:v>
                </c:pt>
                <c:pt idx="2796">
                  <c:v>-3</c:v>
                </c:pt>
                <c:pt idx="2797">
                  <c:v>-3</c:v>
                </c:pt>
                <c:pt idx="2798">
                  <c:v>-3</c:v>
                </c:pt>
                <c:pt idx="2799">
                  <c:v>-3</c:v>
                </c:pt>
                <c:pt idx="2800">
                  <c:v>-3</c:v>
                </c:pt>
                <c:pt idx="2801">
                  <c:v>-3</c:v>
                </c:pt>
                <c:pt idx="2802">
                  <c:v>-3</c:v>
                </c:pt>
                <c:pt idx="2803">
                  <c:v>-3</c:v>
                </c:pt>
                <c:pt idx="2804">
                  <c:v>-3</c:v>
                </c:pt>
                <c:pt idx="2805">
                  <c:v>-3</c:v>
                </c:pt>
                <c:pt idx="2806">
                  <c:v>-3</c:v>
                </c:pt>
                <c:pt idx="2807">
                  <c:v>-3</c:v>
                </c:pt>
                <c:pt idx="2808">
                  <c:v>-3</c:v>
                </c:pt>
                <c:pt idx="2809">
                  <c:v>-3</c:v>
                </c:pt>
                <c:pt idx="2810">
                  <c:v>-3</c:v>
                </c:pt>
                <c:pt idx="2811">
                  <c:v>-3</c:v>
                </c:pt>
                <c:pt idx="2812">
                  <c:v>-3</c:v>
                </c:pt>
                <c:pt idx="2813">
                  <c:v>-3</c:v>
                </c:pt>
                <c:pt idx="2814">
                  <c:v>-3</c:v>
                </c:pt>
                <c:pt idx="2815">
                  <c:v>-3</c:v>
                </c:pt>
                <c:pt idx="2816">
                  <c:v>-3</c:v>
                </c:pt>
                <c:pt idx="2817">
                  <c:v>-3</c:v>
                </c:pt>
                <c:pt idx="2818">
                  <c:v>-3</c:v>
                </c:pt>
                <c:pt idx="2819">
                  <c:v>-3</c:v>
                </c:pt>
                <c:pt idx="2820">
                  <c:v>-3</c:v>
                </c:pt>
                <c:pt idx="2821">
                  <c:v>-3</c:v>
                </c:pt>
                <c:pt idx="2822">
                  <c:v>-3</c:v>
                </c:pt>
                <c:pt idx="2823">
                  <c:v>-3</c:v>
                </c:pt>
                <c:pt idx="2824">
                  <c:v>-3</c:v>
                </c:pt>
                <c:pt idx="2825">
                  <c:v>-3</c:v>
                </c:pt>
                <c:pt idx="2826">
                  <c:v>-3</c:v>
                </c:pt>
                <c:pt idx="2827">
                  <c:v>-3</c:v>
                </c:pt>
                <c:pt idx="2828">
                  <c:v>-3</c:v>
                </c:pt>
                <c:pt idx="2829">
                  <c:v>-3</c:v>
                </c:pt>
                <c:pt idx="2830">
                  <c:v>-3</c:v>
                </c:pt>
                <c:pt idx="2831">
                  <c:v>-3</c:v>
                </c:pt>
                <c:pt idx="2832">
                  <c:v>-3</c:v>
                </c:pt>
                <c:pt idx="2833">
                  <c:v>-3</c:v>
                </c:pt>
                <c:pt idx="2834">
                  <c:v>-3</c:v>
                </c:pt>
                <c:pt idx="2835">
                  <c:v>-3</c:v>
                </c:pt>
                <c:pt idx="2836">
                  <c:v>-3</c:v>
                </c:pt>
                <c:pt idx="2837">
                  <c:v>-3</c:v>
                </c:pt>
                <c:pt idx="2838">
                  <c:v>-3</c:v>
                </c:pt>
                <c:pt idx="2839">
                  <c:v>-3</c:v>
                </c:pt>
                <c:pt idx="2840">
                  <c:v>-3</c:v>
                </c:pt>
                <c:pt idx="2841">
                  <c:v>-3</c:v>
                </c:pt>
                <c:pt idx="2842">
                  <c:v>-3</c:v>
                </c:pt>
                <c:pt idx="2843">
                  <c:v>-3</c:v>
                </c:pt>
                <c:pt idx="2844">
                  <c:v>-3</c:v>
                </c:pt>
                <c:pt idx="2845">
                  <c:v>-3</c:v>
                </c:pt>
                <c:pt idx="2846">
                  <c:v>-3</c:v>
                </c:pt>
                <c:pt idx="2847">
                  <c:v>-3</c:v>
                </c:pt>
                <c:pt idx="2848">
                  <c:v>-3</c:v>
                </c:pt>
                <c:pt idx="2849">
                  <c:v>-3</c:v>
                </c:pt>
                <c:pt idx="2850">
                  <c:v>-3</c:v>
                </c:pt>
                <c:pt idx="2851">
                  <c:v>-3</c:v>
                </c:pt>
                <c:pt idx="2852">
                  <c:v>-3</c:v>
                </c:pt>
                <c:pt idx="2853">
                  <c:v>-3</c:v>
                </c:pt>
                <c:pt idx="2854">
                  <c:v>-3</c:v>
                </c:pt>
                <c:pt idx="2855">
                  <c:v>-3</c:v>
                </c:pt>
                <c:pt idx="2856">
                  <c:v>-3</c:v>
                </c:pt>
                <c:pt idx="2857">
                  <c:v>-3</c:v>
                </c:pt>
                <c:pt idx="2858">
                  <c:v>-3</c:v>
                </c:pt>
                <c:pt idx="2859">
                  <c:v>-3</c:v>
                </c:pt>
                <c:pt idx="2860">
                  <c:v>-3</c:v>
                </c:pt>
                <c:pt idx="2861">
                  <c:v>-3</c:v>
                </c:pt>
                <c:pt idx="2862">
                  <c:v>-3</c:v>
                </c:pt>
                <c:pt idx="2863">
                  <c:v>-3</c:v>
                </c:pt>
                <c:pt idx="2864">
                  <c:v>-3</c:v>
                </c:pt>
                <c:pt idx="2865">
                  <c:v>-3</c:v>
                </c:pt>
                <c:pt idx="2866">
                  <c:v>-3</c:v>
                </c:pt>
                <c:pt idx="2867">
                  <c:v>-3</c:v>
                </c:pt>
                <c:pt idx="2868">
                  <c:v>-3</c:v>
                </c:pt>
                <c:pt idx="2869">
                  <c:v>-3</c:v>
                </c:pt>
                <c:pt idx="2870">
                  <c:v>-3</c:v>
                </c:pt>
                <c:pt idx="2871">
                  <c:v>-3</c:v>
                </c:pt>
                <c:pt idx="2872">
                  <c:v>-3</c:v>
                </c:pt>
                <c:pt idx="2873">
                  <c:v>-3</c:v>
                </c:pt>
                <c:pt idx="2874">
                  <c:v>-3</c:v>
                </c:pt>
                <c:pt idx="2875">
                  <c:v>-3</c:v>
                </c:pt>
                <c:pt idx="2876">
                  <c:v>-3</c:v>
                </c:pt>
                <c:pt idx="2877">
                  <c:v>-3</c:v>
                </c:pt>
                <c:pt idx="2878">
                  <c:v>-3</c:v>
                </c:pt>
                <c:pt idx="2879">
                  <c:v>-3</c:v>
                </c:pt>
                <c:pt idx="2880">
                  <c:v>-3</c:v>
                </c:pt>
                <c:pt idx="2881">
                  <c:v>-3</c:v>
                </c:pt>
                <c:pt idx="2882">
                  <c:v>-3</c:v>
                </c:pt>
                <c:pt idx="2883">
                  <c:v>-3</c:v>
                </c:pt>
                <c:pt idx="2884">
                  <c:v>-3</c:v>
                </c:pt>
                <c:pt idx="2885">
                  <c:v>-3</c:v>
                </c:pt>
                <c:pt idx="2886">
                  <c:v>-3</c:v>
                </c:pt>
                <c:pt idx="2887">
                  <c:v>-3</c:v>
                </c:pt>
                <c:pt idx="2888">
                  <c:v>-3</c:v>
                </c:pt>
                <c:pt idx="2889">
                  <c:v>-3</c:v>
                </c:pt>
                <c:pt idx="2890">
                  <c:v>-3</c:v>
                </c:pt>
                <c:pt idx="2891">
                  <c:v>-3</c:v>
                </c:pt>
                <c:pt idx="2892">
                  <c:v>-3</c:v>
                </c:pt>
                <c:pt idx="2893">
                  <c:v>-3</c:v>
                </c:pt>
                <c:pt idx="2894">
                  <c:v>-3</c:v>
                </c:pt>
                <c:pt idx="2895">
                  <c:v>-3</c:v>
                </c:pt>
                <c:pt idx="2896">
                  <c:v>-3</c:v>
                </c:pt>
                <c:pt idx="2897">
                  <c:v>-3</c:v>
                </c:pt>
                <c:pt idx="2898">
                  <c:v>-3</c:v>
                </c:pt>
                <c:pt idx="2899">
                  <c:v>-3</c:v>
                </c:pt>
                <c:pt idx="2900">
                  <c:v>-3</c:v>
                </c:pt>
                <c:pt idx="2901">
                  <c:v>-3</c:v>
                </c:pt>
                <c:pt idx="2902">
                  <c:v>-3</c:v>
                </c:pt>
                <c:pt idx="2903">
                  <c:v>-3</c:v>
                </c:pt>
                <c:pt idx="2904">
                  <c:v>-3</c:v>
                </c:pt>
                <c:pt idx="2905">
                  <c:v>-3</c:v>
                </c:pt>
                <c:pt idx="2906">
                  <c:v>-3</c:v>
                </c:pt>
                <c:pt idx="2907">
                  <c:v>-3</c:v>
                </c:pt>
                <c:pt idx="2908">
                  <c:v>-3</c:v>
                </c:pt>
                <c:pt idx="2909">
                  <c:v>-3</c:v>
                </c:pt>
                <c:pt idx="2910">
                  <c:v>-3</c:v>
                </c:pt>
                <c:pt idx="2911">
                  <c:v>-3</c:v>
                </c:pt>
                <c:pt idx="2912">
                  <c:v>-3</c:v>
                </c:pt>
                <c:pt idx="2913">
                  <c:v>-3</c:v>
                </c:pt>
                <c:pt idx="2914">
                  <c:v>-3</c:v>
                </c:pt>
                <c:pt idx="2915">
                  <c:v>-3</c:v>
                </c:pt>
                <c:pt idx="2916">
                  <c:v>-3</c:v>
                </c:pt>
                <c:pt idx="2917">
                  <c:v>-3</c:v>
                </c:pt>
                <c:pt idx="2918">
                  <c:v>-3</c:v>
                </c:pt>
                <c:pt idx="2919">
                  <c:v>-3</c:v>
                </c:pt>
                <c:pt idx="2920">
                  <c:v>-3</c:v>
                </c:pt>
                <c:pt idx="2921">
                  <c:v>-3</c:v>
                </c:pt>
                <c:pt idx="2922">
                  <c:v>-3</c:v>
                </c:pt>
                <c:pt idx="2923">
                  <c:v>-3</c:v>
                </c:pt>
                <c:pt idx="2924">
                  <c:v>-3</c:v>
                </c:pt>
                <c:pt idx="2925">
                  <c:v>-3</c:v>
                </c:pt>
                <c:pt idx="2926">
                  <c:v>-3</c:v>
                </c:pt>
                <c:pt idx="2927">
                  <c:v>-3</c:v>
                </c:pt>
                <c:pt idx="2928">
                  <c:v>-3</c:v>
                </c:pt>
                <c:pt idx="2929">
                  <c:v>-3</c:v>
                </c:pt>
                <c:pt idx="2930">
                  <c:v>-3</c:v>
                </c:pt>
                <c:pt idx="2931">
                  <c:v>-3</c:v>
                </c:pt>
                <c:pt idx="2932">
                  <c:v>-3</c:v>
                </c:pt>
                <c:pt idx="2933">
                  <c:v>-3</c:v>
                </c:pt>
                <c:pt idx="2934">
                  <c:v>-3</c:v>
                </c:pt>
                <c:pt idx="2935">
                  <c:v>-3</c:v>
                </c:pt>
                <c:pt idx="2936">
                  <c:v>-3</c:v>
                </c:pt>
                <c:pt idx="2937">
                  <c:v>-3</c:v>
                </c:pt>
                <c:pt idx="2938">
                  <c:v>-3</c:v>
                </c:pt>
                <c:pt idx="2939">
                  <c:v>-3</c:v>
                </c:pt>
                <c:pt idx="2940">
                  <c:v>-3</c:v>
                </c:pt>
                <c:pt idx="2941">
                  <c:v>-3</c:v>
                </c:pt>
                <c:pt idx="2942">
                  <c:v>-3</c:v>
                </c:pt>
                <c:pt idx="2943">
                  <c:v>-3</c:v>
                </c:pt>
                <c:pt idx="2944">
                  <c:v>-3</c:v>
                </c:pt>
                <c:pt idx="2945">
                  <c:v>-3</c:v>
                </c:pt>
                <c:pt idx="2946">
                  <c:v>-3</c:v>
                </c:pt>
                <c:pt idx="2947">
                  <c:v>-3</c:v>
                </c:pt>
                <c:pt idx="2948">
                  <c:v>-3</c:v>
                </c:pt>
                <c:pt idx="2949">
                  <c:v>-3</c:v>
                </c:pt>
                <c:pt idx="2950">
                  <c:v>-3</c:v>
                </c:pt>
                <c:pt idx="2951">
                  <c:v>-3</c:v>
                </c:pt>
                <c:pt idx="2952">
                  <c:v>-3</c:v>
                </c:pt>
                <c:pt idx="2953">
                  <c:v>-3</c:v>
                </c:pt>
                <c:pt idx="2954">
                  <c:v>-3</c:v>
                </c:pt>
                <c:pt idx="2955">
                  <c:v>-3</c:v>
                </c:pt>
                <c:pt idx="2956">
                  <c:v>-3</c:v>
                </c:pt>
                <c:pt idx="2957">
                  <c:v>-3</c:v>
                </c:pt>
                <c:pt idx="2958">
                  <c:v>-3</c:v>
                </c:pt>
                <c:pt idx="2959">
                  <c:v>-3</c:v>
                </c:pt>
                <c:pt idx="2960">
                  <c:v>-3</c:v>
                </c:pt>
                <c:pt idx="2961">
                  <c:v>-3</c:v>
                </c:pt>
                <c:pt idx="2962">
                  <c:v>-3</c:v>
                </c:pt>
                <c:pt idx="2963">
                  <c:v>-3</c:v>
                </c:pt>
                <c:pt idx="2964">
                  <c:v>-3</c:v>
                </c:pt>
                <c:pt idx="2965">
                  <c:v>-3</c:v>
                </c:pt>
                <c:pt idx="2966">
                  <c:v>-3</c:v>
                </c:pt>
                <c:pt idx="2967">
                  <c:v>-3</c:v>
                </c:pt>
                <c:pt idx="2968">
                  <c:v>-3</c:v>
                </c:pt>
                <c:pt idx="2969">
                  <c:v>-3</c:v>
                </c:pt>
                <c:pt idx="2970">
                  <c:v>-3</c:v>
                </c:pt>
                <c:pt idx="2971">
                  <c:v>-3</c:v>
                </c:pt>
                <c:pt idx="2972">
                  <c:v>-3</c:v>
                </c:pt>
                <c:pt idx="2973">
                  <c:v>-3</c:v>
                </c:pt>
                <c:pt idx="2974">
                  <c:v>-3</c:v>
                </c:pt>
                <c:pt idx="2975">
                  <c:v>-3</c:v>
                </c:pt>
                <c:pt idx="2976">
                  <c:v>-3</c:v>
                </c:pt>
                <c:pt idx="2977">
                  <c:v>-3</c:v>
                </c:pt>
                <c:pt idx="2978">
                  <c:v>-3</c:v>
                </c:pt>
                <c:pt idx="2979">
                  <c:v>-3</c:v>
                </c:pt>
                <c:pt idx="2980">
                  <c:v>-3</c:v>
                </c:pt>
                <c:pt idx="2981">
                  <c:v>-3</c:v>
                </c:pt>
                <c:pt idx="2982">
                  <c:v>-3</c:v>
                </c:pt>
                <c:pt idx="2983">
                  <c:v>-3</c:v>
                </c:pt>
                <c:pt idx="2984">
                  <c:v>-3</c:v>
                </c:pt>
                <c:pt idx="2985">
                  <c:v>-3</c:v>
                </c:pt>
                <c:pt idx="2986">
                  <c:v>-3</c:v>
                </c:pt>
                <c:pt idx="2987">
                  <c:v>-3</c:v>
                </c:pt>
                <c:pt idx="2988">
                  <c:v>-3</c:v>
                </c:pt>
                <c:pt idx="2989">
                  <c:v>-3</c:v>
                </c:pt>
                <c:pt idx="2990">
                  <c:v>-3</c:v>
                </c:pt>
                <c:pt idx="2991">
                  <c:v>-3</c:v>
                </c:pt>
                <c:pt idx="2992">
                  <c:v>-3</c:v>
                </c:pt>
                <c:pt idx="2993">
                  <c:v>-3</c:v>
                </c:pt>
                <c:pt idx="2994">
                  <c:v>-3</c:v>
                </c:pt>
                <c:pt idx="2995">
                  <c:v>-3</c:v>
                </c:pt>
                <c:pt idx="2996">
                  <c:v>-3</c:v>
                </c:pt>
                <c:pt idx="2997">
                  <c:v>-3</c:v>
                </c:pt>
                <c:pt idx="2998">
                  <c:v>-3</c:v>
                </c:pt>
                <c:pt idx="2999">
                  <c:v>-3</c:v>
                </c:pt>
                <c:pt idx="3000">
                  <c:v>-3</c:v>
                </c:pt>
                <c:pt idx="3001">
                  <c:v>-3</c:v>
                </c:pt>
                <c:pt idx="3002">
                  <c:v>-3</c:v>
                </c:pt>
                <c:pt idx="3003">
                  <c:v>-3</c:v>
                </c:pt>
                <c:pt idx="3004">
                  <c:v>-3</c:v>
                </c:pt>
                <c:pt idx="3005">
                  <c:v>-3</c:v>
                </c:pt>
                <c:pt idx="3006">
                  <c:v>-3</c:v>
                </c:pt>
                <c:pt idx="3007">
                  <c:v>-3</c:v>
                </c:pt>
                <c:pt idx="3008">
                  <c:v>-3</c:v>
                </c:pt>
                <c:pt idx="3009">
                  <c:v>-3</c:v>
                </c:pt>
                <c:pt idx="3010">
                  <c:v>-3</c:v>
                </c:pt>
                <c:pt idx="3011">
                  <c:v>-3</c:v>
                </c:pt>
                <c:pt idx="3012">
                  <c:v>-3</c:v>
                </c:pt>
                <c:pt idx="3013">
                  <c:v>-3</c:v>
                </c:pt>
                <c:pt idx="3014">
                  <c:v>-3</c:v>
                </c:pt>
                <c:pt idx="3015">
                  <c:v>-3</c:v>
                </c:pt>
                <c:pt idx="3016">
                  <c:v>-3</c:v>
                </c:pt>
                <c:pt idx="3017">
                  <c:v>-3</c:v>
                </c:pt>
                <c:pt idx="3018">
                  <c:v>-3</c:v>
                </c:pt>
                <c:pt idx="3019">
                  <c:v>-3</c:v>
                </c:pt>
                <c:pt idx="3020">
                  <c:v>-3</c:v>
                </c:pt>
                <c:pt idx="3021">
                  <c:v>-3</c:v>
                </c:pt>
                <c:pt idx="3022">
                  <c:v>-3</c:v>
                </c:pt>
                <c:pt idx="3023">
                  <c:v>-3</c:v>
                </c:pt>
                <c:pt idx="3024">
                  <c:v>-3</c:v>
                </c:pt>
                <c:pt idx="3025">
                  <c:v>-3</c:v>
                </c:pt>
                <c:pt idx="3026">
                  <c:v>-3</c:v>
                </c:pt>
                <c:pt idx="3027">
                  <c:v>-3</c:v>
                </c:pt>
                <c:pt idx="3028">
                  <c:v>-3</c:v>
                </c:pt>
                <c:pt idx="3029">
                  <c:v>-3</c:v>
                </c:pt>
                <c:pt idx="3030">
                  <c:v>-3</c:v>
                </c:pt>
                <c:pt idx="3031">
                  <c:v>-3</c:v>
                </c:pt>
                <c:pt idx="3032">
                  <c:v>-3</c:v>
                </c:pt>
                <c:pt idx="3033">
                  <c:v>-3</c:v>
                </c:pt>
                <c:pt idx="3034">
                  <c:v>-3</c:v>
                </c:pt>
                <c:pt idx="3035">
                  <c:v>-3</c:v>
                </c:pt>
                <c:pt idx="3036">
                  <c:v>-3</c:v>
                </c:pt>
                <c:pt idx="3037">
                  <c:v>-3</c:v>
                </c:pt>
                <c:pt idx="3038">
                  <c:v>-3</c:v>
                </c:pt>
                <c:pt idx="3039">
                  <c:v>-3</c:v>
                </c:pt>
                <c:pt idx="3040">
                  <c:v>-3</c:v>
                </c:pt>
                <c:pt idx="3041">
                  <c:v>-3</c:v>
                </c:pt>
                <c:pt idx="3042">
                  <c:v>-3</c:v>
                </c:pt>
                <c:pt idx="3043">
                  <c:v>-3</c:v>
                </c:pt>
                <c:pt idx="3044">
                  <c:v>-3</c:v>
                </c:pt>
                <c:pt idx="3045">
                  <c:v>-3</c:v>
                </c:pt>
                <c:pt idx="3046">
                  <c:v>-3</c:v>
                </c:pt>
                <c:pt idx="3047">
                  <c:v>-3</c:v>
                </c:pt>
                <c:pt idx="3048">
                  <c:v>-3</c:v>
                </c:pt>
                <c:pt idx="3049">
                  <c:v>-3</c:v>
                </c:pt>
                <c:pt idx="3050">
                  <c:v>-3</c:v>
                </c:pt>
                <c:pt idx="3051">
                  <c:v>-3</c:v>
                </c:pt>
                <c:pt idx="3052">
                  <c:v>-3</c:v>
                </c:pt>
                <c:pt idx="3053">
                  <c:v>-3</c:v>
                </c:pt>
                <c:pt idx="3054">
                  <c:v>-3</c:v>
                </c:pt>
                <c:pt idx="3055">
                  <c:v>-3</c:v>
                </c:pt>
                <c:pt idx="3056">
                  <c:v>-3</c:v>
                </c:pt>
                <c:pt idx="3057">
                  <c:v>-3</c:v>
                </c:pt>
                <c:pt idx="3058">
                  <c:v>-3</c:v>
                </c:pt>
                <c:pt idx="3059">
                  <c:v>-3</c:v>
                </c:pt>
                <c:pt idx="3060">
                  <c:v>-3</c:v>
                </c:pt>
                <c:pt idx="3061">
                  <c:v>-3</c:v>
                </c:pt>
                <c:pt idx="3062">
                  <c:v>-3</c:v>
                </c:pt>
                <c:pt idx="3063">
                  <c:v>-3</c:v>
                </c:pt>
                <c:pt idx="3064">
                  <c:v>-3</c:v>
                </c:pt>
                <c:pt idx="3065">
                  <c:v>-3</c:v>
                </c:pt>
                <c:pt idx="3066">
                  <c:v>-3</c:v>
                </c:pt>
                <c:pt idx="3067">
                  <c:v>-3</c:v>
                </c:pt>
                <c:pt idx="3068">
                  <c:v>-3</c:v>
                </c:pt>
                <c:pt idx="3069">
                  <c:v>-3</c:v>
                </c:pt>
                <c:pt idx="3070">
                  <c:v>-3</c:v>
                </c:pt>
                <c:pt idx="3071">
                  <c:v>-3</c:v>
                </c:pt>
                <c:pt idx="3072">
                  <c:v>-3</c:v>
                </c:pt>
                <c:pt idx="3073">
                  <c:v>-3</c:v>
                </c:pt>
                <c:pt idx="3074">
                  <c:v>-3</c:v>
                </c:pt>
                <c:pt idx="3075">
                  <c:v>-3</c:v>
                </c:pt>
                <c:pt idx="3076">
                  <c:v>-3</c:v>
                </c:pt>
                <c:pt idx="3077">
                  <c:v>-3</c:v>
                </c:pt>
                <c:pt idx="3078">
                  <c:v>-3</c:v>
                </c:pt>
                <c:pt idx="3079">
                  <c:v>-3</c:v>
                </c:pt>
                <c:pt idx="3080">
                  <c:v>-3</c:v>
                </c:pt>
                <c:pt idx="3081">
                  <c:v>-3</c:v>
                </c:pt>
                <c:pt idx="3082">
                  <c:v>-3</c:v>
                </c:pt>
                <c:pt idx="3083">
                  <c:v>-3</c:v>
                </c:pt>
                <c:pt idx="3084">
                  <c:v>-3</c:v>
                </c:pt>
                <c:pt idx="3085">
                  <c:v>-3</c:v>
                </c:pt>
                <c:pt idx="3086">
                  <c:v>-3</c:v>
                </c:pt>
                <c:pt idx="3087">
                  <c:v>-3</c:v>
                </c:pt>
                <c:pt idx="3088">
                  <c:v>-3</c:v>
                </c:pt>
                <c:pt idx="3089">
                  <c:v>-3</c:v>
                </c:pt>
                <c:pt idx="3090">
                  <c:v>-3</c:v>
                </c:pt>
                <c:pt idx="3091">
                  <c:v>-3</c:v>
                </c:pt>
                <c:pt idx="3092">
                  <c:v>-3</c:v>
                </c:pt>
                <c:pt idx="3093">
                  <c:v>-3</c:v>
                </c:pt>
                <c:pt idx="3094">
                  <c:v>-3</c:v>
                </c:pt>
                <c:pt idx="3095">
                  <c:v>-3</c:v>
                </c:pt>
                <c:pt idx="3096">
                  <c:v>-3</c:v>
                </c:pt>
                <c:pt idx="3097">
                  <c:v>-3</c:v>
                </c:pt>
                <c:pt idx="3098">
                  <c:v>-3</c:v>
                </c:pt>
                <c:pt idx="3099">
                  <c:v>-3</c:v>
                </c:pt>
                <c:pt idx="3100">
                  <c:v>-3</c:v>
                </c:pt>
                <c:pt idx="3101">
                  <c:v>-3</c:v>
                </c:pt>
                <c:pt idx="3102">
                  <c:v>-3</c:v>
                </c:pt>
                <c:pt idx="3103">
                  <c:v>-3</c:v>
                </c:pt>
                <c:pt idx="3104">
                  <c:v>-3</c:v>
                </c:pt>
                <c:pt idx="3105">
                  <c:v>-3</c:v>
                </c:pt>
                <c:pt idx="3106">
                  <c:v>-3</c:v>
                </c:pt>
                <c:pt idx="3107">
                  <c:v>-3</c:v>
                </c:pt>
                <c:pt idx="3108">
                  <c:v>-3</c:v>
                </c:pt>
                <c:pt idx="3109">
                  <c:v>-3</c:v>
                </c:pt>
                <c:pt idx="3110">
                  <c:v>-3</c:v>
                </c:pt>
                <c:pt idx="3111">
                  <c:v>-3</c:v>
                </c:pt>
                <c:pt idx="3112">
                  <c:v>-3</c:v>
                </c:pt>
                <c:pt idx="3113">
                  <c:v>-3</c:v>
                </c:pt>
                <c:pt idx="3114">
                  <c:v>-3</c:v>
                </c:pt>
                <c:pt idx="3115">
                  <c:v>-3</c:v>
                </c:pt>
                <c:pt idx="3116">
                  <c:v>-3</c:v>
                </c:pt>
                <c:pt idx="3117">
                  <c:v>-3</c:v>
                </c:pt>
                <c:pt idx="3118">
                  <c:v>-3</c:v>
                </c:pt>
                <c:pt idx="3119">
                  <c:v>-3</c:v>
                </c:pt>
                <c:pt idx="3120">
                  <c:v>-3</c:v>
                </c:pt>
                <c:pt idx="3121">
                  <c:v>-3</c:v>
                </c:pt>
                <c:pt idx="3122">
                  <c:v>-3</c:v>
                </c:pt>
                <c:pt idx="3123">
                  <c:v>-3</c:v>
                </c:pt>
                <c:pt idx="3124">
                  <c:v>-3</c:v>
                </c:pt>
                <c:pt idx="3125">
                  <c:v>-3</c:v>
                </c:pt>
                <c:pt idx="3126">
                  <c:v>-3</c:v>
                </c:pt>
                <c:pt idx="3127">
                  <c:v>-3</c:v>
                </c:pt>
                <c:pt idx="3128">
                  <c:v>-3</c:v>
                </c:pt>
                <c:pt idx="3129">
                  <c:v>-3</c:v>
                </c:pt>
                <c:pt idx="3130">
                  <c:v>-3</c:v>
                </c:pt>
                <c:pt idx="3131">
                  <c:v>-3</c:v>
                </c:pt>
                <c:pt idx="3132">
                  <c:v>-3</c:v>
                </c:pt>
                <c:pt idx="3133">
                  <c:v>-3</c:v>
                </c:pt>
                <c:pt idx="3134">
                  <c:v>-3</c:v>
                </c:pt>
                <c:pt idx="3135">
                  <c:v>-3</c:v>
                </c:pt>
                <c:pt idx="3136">
                  <c:v>-3</c:v>
                </c:pt>
                <c:pt idx="3137">
                  <c:v>-3</c:v>
                </c:pt>
                <c:pt idx="3138">
                  <c:v>-3</c:v>
                </c:pt>
                <c:pt idx="3139">
                  <c:v>-3</c:v>
                </c:pt>
                <c:pt idx="3140">
                  <c:v>-3</c:v>
                </c:pt>
                <c:pt idx="3141">
                  <c:v>-3</c:v>
                </c:pt>
                <c:pt idx="3142">
                  <c:v>-3</c:v>
                </c:pt>
                <c:pt idx="3143">
                  <c:v>-3</c:v>
                </c:pt>
                <c:pt idx="3144">
                  <c:v>-3</c:v>
                </c:pt>
                <c:pt idx="3145">
                  <c:v>-3</c:v>
                </c:pt>
                <c:pt idx="3146">
                  <c:v>-3</c:v>
                </c:pt>
                <c:pt idx="3147">
                  <c:v>-3</c:v>
                </c:pt>
                <c:pt idx="3148">
                  <c:v>-3</c:v>
                </c:pt>
                <c:pt idx="3149">
                  <c:v>-3</c:v>
                </c:pt>
                <c:pt idx="3150">
                  <c:v>-3</c:v>
                </c:pt>
                <c:pt idx="3151">
                  <c:v>-3</c:v>
                </c:pt>
                <c:pt idx="3152">
                  <c:v>-3</c:v>
                </c:pt>
                <c:pt idx="3153">
                  <c:v>-3</c:v>
                </c:pt>
                <c:pt idx="3154">
                  <c:v>-3</c:v>
                </c:pt>
                <c:pt idx="3155">
                  <c:v>-3</c:v>
                </c:pt>
                <c:pt idx="3156">
                  <c:v>-3</c:v>
                </c:pt>
                <c:pt idx="3157">
                  <c:v>-3</c:v>
                </c:pt>
                <c:pt idx="3158">
                  <c:v>-3</c:v>
                </c:pt>
                <c:pt idx="3159">
                  <c:v>-3</c:v>
                </c:pt>
                <c:pt idx="3160">
                  <c:v>-3</c:v>
                </c:pt>
                <c:pt idx="3161">
                  <c:v>-3</c:v>
                </c:pt>
                <c:pt idx="3162">
                  <c:v>-3</c:v>
                </c:pt>
                <c:pt idx="3163">
                  <c:v>-3</c:v>
                </c:pt>
                <c:pt idx="3164">
                  <c:v>-3</c:v>
                </c:pt>
                <c:pt idx="3165">
                  <c:v>-3</c:v>
                </c:pt>
                <c:pt idx="3166">
                  <c:v>-3</c:v>
                </c:pt>
                <c:pt idx="3167">
                  <c:v>-3</c:v>
                </c:pt>
                <c:pt idx="3168">
                  <c:v>-3</c:v>
                </c:pt>
                <c:pt idx="3169">
                  <c:v>-3</c:v>
                </c:pt>
                <c:pt idx="3170">
                  <c:v>-3</c:v>
                </c:pt>
                <c:pt idx="3171">
                  <c:v>-3</c:v>
                </c:pt>
                <c:pt idx="3172">
                  <c:v>-3</c:v>
                </c:pt>
                <c:pt idx="3173">
                  <c:v>-3</c:v>
                </c:pt>
                <c:pt idx="3174">
                  <c:v>-3</c:v>
                </c:pt>
                <c:pt idx="3175">
                  <c:v>-3</c:v>
                </c:pt>
                <c:pt idx="3176">
                  <c:v>-3</c:v>
                </c:pt>
                <c:pt idx="3177">
                  <c:v>-3</c:v>
                </c:pt>
                <c:pt idx="3178">
                  <c:v>-3</c:v>
                </c:pt>
                <c:pt idx="3179">
                  <c:v>-3</c:v>
                </c:pt>
                <c:pt idx="3180">
                  <c:v>-3</c:v>
                </c:pt>
                <c:pt idx="3181">
                  <c:v>-3</c:v>
                </c:pt>
                <c:pt idx="3182">
                  <c:v>-3</c:v>
                </c:pt>
                <c:pt idx="3183">
                  <c:v>-3</c:v>
                </c:pt>
                <c:pt idx="3184">
                  <c:v>-3</c:v>
                </c:pt>
                <c:pt idx="3185">
                  <c:v>-3</c:v>
                </c:pt>
                <c:pt idx="3186">
                  <c:v>-3</c:v>
                </c:pt>
                <c:pt idx="3187">
                  <c:v>-3</c:v>
                </c:pt>
                <c:pt idx="3188">
                  <c:v>-3</c:v>
                </c:pt>
                <c:pt idx="3189">
                  <c:v>-3</c:v>
                </c:pt>
                <c:pt idx="3190">
                  <c:v>-3</c:v>
                </c:pt>
                <c:pt idx="3191">
                  <c:v>-3</c:v>
                </c:pt>
                <c:pt idx="3192">
                  <c:v>-3</c:v>
                </c:pt>
                <c:pt idx="3193">
                  <c:v>-3</c:v>
                </c:pt>
                <c:pt idx="3194">
                  <c:v>-3</c:v>
                </c:pt>
                <c:pt idx="3195">
                  <c:v>-3</c:v>
                </c:pt>
                <c:pt idx="3196">
                  <c:v>-3</c:v>
                </c:pt>
                <c:pt idx="3197">
                  <c:v>-3</c:v>
                </c:pt>
                <c:pt idx="3198">
                  <c:v>-3</c:v>
                </c:pt>
                <c:pt idx="3199">
                  <c:v>-3</c:v>
                </c:pt>
                <c:pt idx="3200">
                  <c:v>-3</c:v>
                </c:pt>
                <c:pt idx="3201">
                  <c:v>-3</c:v>
                </c:pt>
                <c:pt idx="3202">
                  <c:v>-3</c:v>
                </c:pt>
                <c:pt idx="3203">
                  <c:v>-3</c:v>
                </c:pt>
                <c:pt idx="3204">
                  <c:v>-3</c:v>
                </c:pt>
                <c:pt idx="3205">
                  <c:v>-3</c:v>
                </c:pt>
                <c:pt idx="3206">
                  <c:v>-3</c:v>
                </c:pt>
                <c:pt idx="3207">
                  <c:v>-3</c:v>
                </c:pt>
                <c:pt idx="3208">
                  <c:v>-3</c:v>
                </c:pt>
                <c:pt idx="3209">
                  <c:v>-3</c:v>
                </c:pt>
                <c:pt idx="3210">
                  <c:v>-3</c:v>
                </c:pt>
                <c:pt idx="3211">
                  <c:v>-3</c:v>
                </c:pt>
                <c:pt idx="3212">
                  <c:v>-3</c:v>
                </c:pt>
                <c:pt idx="3213">
                  <c:v>-3</c:v>
                </c:pt>
                <c:pt idx="3214">
                  <c:v>-3</c:v>
                </c:pt>
                <c:pt idx="3215">
                  <c:v>-3</c:v>
                </c:pt>
                <c:pt idx="3216">
                  <c:v>-3</c:v>
                </c:pt>
                <c:pt idx="3217">
                  <c:v>-3</c:v>
                </c:pt>
                <c:pt idx="3218">
                  <c:v>-3</c:v>
                </c:pt>
                <c:pt idx="3219">
                  <c:v>-3</c:v>
                </c:pt>
                <c:pt idx="3220">
                  <c:v>-3</c:v>
                </c:pt>
                <c:pt idx="3221">
                  <c:v>-3</c:v>
                </c:pt>
                <c:pt idx="3222">
                  <c:v>-3</c:v>
                </c:pt>
                <c:pt idx="3223">
                  <c:v>-3</c:v>
                </c:pt>
                <c:pt idx="3224">
                  <c:v>-3</c:v>
                </c:pt>
                <c:pt idx="3225">
                  <c:v>-3</c:v>
                </c:pt>
                <c:pt idx="3226">
                  <c:v>-3</c:v>
                </c:pt>
                <c:pt idx="3227">
                  <c:v>-3</c:v>
                </c:pt>
                <c:pt idx="3228">
                  <c:v>-3</c:v>
                </c:pt>
                <c:pt idx="3229">
                  <c:v>-3</c:v>
                </c:pt>
                <c:pt idx="3230">
                  <c:v>-3</c:v>
                </c:pt>
                <c:pt idx="3231">
                  <c:v>-3</c:v>
                </c:pt>
                <c:pt idx="3232">
                  <c:v>-3</c:v>
                </c:pt>
                <c:pt idx="3233">
                  <c:v>-3</c:v>
                </c:pt>
                <c:pt idx="3234">
                  <c:v>-3</c:v>
                </c:pt>
                <c:pt idx="3235">
                  <c:v>-3</c:v>
                </c:pt>
                <c:pt idx="3236">
                  <c:v>-3</c:v>
                </c:pt>
                <c:pt idx="3237">
                  <c:v>-3</c:v>
                </c:pt>
                <c:pt idx="3238">
                  <c:v>-3</c:v>
                </c:pt>
                <c:pt idx="3239">
                  <c:v>-3</c:v>
                </c:pt>
                <c:pt idx="3240">
                  <c:v>-3</c:v>
                </c:pt>
                <c:pt idx="3241">
                  <c:v>-3</c:v>
                </c:pt>
                <c:pt idx="3242">
                  <c:v>-3</c:v>
                </c:pt>
                <c:pt idx="3243">
                  <c:v>-3</c:v>
                </c:pt>
                <c:pt idx="3244">
                  <c:v>-3</c:v>
                </c:pt>
                <c:pt idx="3245">
                  <c:v>-3</c:v>
                </c:pt>
                <c:pt idx="3246">
                  <c:v>-3</c:v>
                </c:pt>
                <c:pt idx="3247">
                  <c:v>-3</c:v>
                </c:pt>
                <c:pt idx="3248">
                  <c:v>-3</c:v>
                </c:pt>
                <c:pt idx="3249">
                  <c:v>-3</c:v>
                </c:pt>
                <c:pt idx="3250">
                  <c:v>-3</c:v>
                </c:pt>
                <c:pt idx="3251">
                  <c:v>-3</c:v>
                </c:pt>
                <c:pt idx="3252">
                  <c:v>-3</c:v>
                </c:pt>
                <c:pt idx="3253">
                  <c:v>-3</c:v>
                </c:pt>
                <c:pt idx="3254">
                  <c:v>-3</c:v>
                </c:pt>
                <c:pt idx="3255">
                  <c:v>-3</c:v>
                </c:pt>
                <c:pt idx="3256">
                  <c:v>-3</c:v>
                </c:pt>
                <c:pt idx="3257">
                  <c:v>-3</c:v>
                </c:pt>
                <c:pt idx="3258">
                  <c:v>-3</c:v>
                </c:pt>
                <c:pt idx="3259">
                  <c:v>-3</c:v>
                </c:pt>
                <c:pt idx="3260">
                  <c:v>-3</c:v>
                </c:pt>
                <c:pt idx="3261">
                  <c:v>-3</c:v>
                </c:pt>
                <c:pt idx="3262">
                  <c:v>-3</c:v>
                </c:pt>
                <c:pt idx="3263">
                  <c:v>-3</c:v>
                </c:pt>
                <c:pt idx="3264">
                  <c:v>-3</c:v>
                </c:pt>
                <c:pt idx="3265">
                  <c:v>-3</c:v>
                </c:pt>
                <c:pt idx="3266">
                  <c:v>-3</c:v>
                </c:pt>
                <c:pt idx="3267">
                  <c:v>-3</c:v>
                </c:pt>
                <c:pt idx="3268">
                  <c:v>-3</c:v>
                </c:pt>
                <c:pt idx="3269">
                  <c:v>-3</c:v>
                </c:pt>
                <c:pt idx="3270">
                  <c:v>-3</c:v>
                </c:pt>
                <c:pt idx="3271">
                  <c:v>-3</c:v>
                </c:pt>
                <c:pt idx="3272">
                  <c:v>-3</c:v>
                </c:pt>
                <c:pt idx="3273">
                  <c:v>-3</c:v>
                </c:pt>
                <c:pt idx="3274">
                  <c:v>-3</c:v>
                </c:pt>
                <c:pt idx="3275">
                  <c:v>-3</c:v>
                </c:pt>
                <c:pt idx="3276">
                  <c:v>-3</c:v>
                </c:pt>
                <c:pt idx="3277">
                  <c:v>-3</c:v>
                </c:pt>
                <c:pt idx="3278">
                  <c:v>-3</c:v>
                </c:pt>
                <c:pt idx="3279">
                  <c:v>-3</c:v>
                </c:pt>
                <c:pt idx="3280">
                  <c:v>-3</c:v>
                </c:pt>
                <c:pt idx="3281">
                  <c:v>-3</c:v>
                </c:pt>
                <c:pt idx="3282">
                  <c:v>-3</c:v>
                </c:pt>
                <c:pt idx="3283">
                  <c:v>-3</c:v>
                </c:pt>
                <c:pt idx="3284">
                  <c:v>-3</c:v>
                </c:pt>
                <c:pt idx="3285">
                  <c:v>-3</c:v>
                </c:pt>
                <c:pt idx="3286">
                  <c:v>-3</c:v>
                </c:pt>
                <c:pt idx="3287">
                  <c:v>-3</c:v>
                </c:pt>
                <c:pt idx="3288">
                  <c:v>-3</c:v>
                </c:pt>
                <c:pt idx="3289">
                  <c:v>-3</c:v>
                </c:pt>
                <c:pt idx="3290">
                  <c:v>-3</c:v>
                </c:pt>
                <c:pt idx="3291">
                  <c:v>-3</c:v>
                </c:pt>
                <c:pt idx="3292">
                  <c:v>-3</c:v>
                </c:pt>
                <c:pt idx="3293">
                  <c:v>-3</c:v>
                </c:pt>
                <c:pt idx="3294">
                  <c:v>-3</c:v>
                </c:pt>
                <c:pt idx="3295">
                  <c:v>-3</c:v>
                </c:pt>
                <c:pt idx="3296">
                  <c:v>-3</c:v>
                </c:pt>
                <c:pt idx="3297">
                  <c:v>-3</c:v>
                </c:pt>
                <c:pt idx="3298">
                  <c:v>-3</c:v>
                </c:pt>
                <c:pt idx="3299">
                  <c:v>-3</c:v>
                </c:pt>
                <c:pt idx="3300">
                  <c:v>-3</c:v>
                </c:pt>
                <c:pt idx="3301">
                  <c:v>-3</c:v>
                </c:pt>
                <c:pt idx="3302">
                  <c:v>-3</c:v>
                </c:pt>
                <c:pt idx="3303">
                  <c:v>-3</c:v>
                </c:pt>
                <c:pt idx="3304">
                  <c:v>-3</c:v>
                </c:pt>
                <c:pt idx="3305">
                  <c:v>-3</c:v>
                </c:pt>
                <c:pt idx="3306">
                  <c:v>-3</c:v>
                </c:pt>
                <c:pt idx="3307">
                  <c:v>-3</c:v>
                </c:pt>
                <c:pt idx="3308">
                  <c:v>-3</c:v>
                </c:pt>
                <c:pt idx="3309">
                  <c:v>-3</c:v>
                </c:pt>
                <c:pt idx="3310">
                  <c:v>-3</c:v>
                </c:pt>
                <c:pt idx="3311">
                  <c:v>-3</c:v>
                </c:pt>
                <c:pt idx="3312">
                  <c:v>-3</c:v>
                </c:pt>
                <c:pt idx="3313">
                  <c:v>-3</c:v>
                </c:pt>
                <c:pt idx="3314">
                  <c:v>-3</c:v>
                </c:pt>
                <c:pt idx="3315">
                  <c:v>-3</c:v>
                </c:pt>
                <c:pt idx="3316">
                  <c:v>-3</c:v>
                </c:pt>
                <c:pt idx="3317">
                  <c:v>-3</c:v>
                </c:pt>
                <c:pt idx="3318">
                  <c:v>-3</c:v>
                </c:pt>
                <c:pt idx="3319">
                  <c:v>-3</c:v>
                </c:pt>
                <c:pt idx="3320">
                  <c:v>-3</c:v>
                </c:pt>
                <c:pt idx="3321">
                  <c:v>-3</c:v>
                </c:pt>
                <c:pt idx="3322">
                  <c:v>-3</c:v>
                </c:pt>
                <c:pt idx="3323">
                  <c:v>-3</c:v>
                </c:pt>
                <c:pt idx="3324">
                  <c:v>-3</c:v>
                </c:pt>
                <c:pt idx="3325">
                  <c:v>-3</c:v>
                </c:pt>
                <c:pt idx="3326">
                  <c:v>-3</c:v>
                </c:pt>
                <c:pt idx="3327">
                  <c:v>-3</c:v>
                </c:pt>
                <c:pt idx="3328">
                  <c:v>-3</c:v>
                </c:pt>
                <c:pt idx="3329">
                  <c:v>-3</c:v>
                </c:pt>
                <c:pt idx="3330">
                  <c:v>-3</c:v>
                </c:pt>
                <c:pt idx="3331">
                  <c:v>-3</c:v>
                </c:pt>
                <c:pt idx="3332">
                  <c:v>-3</c:v>
                </c:pt>
                <c:pt idx="3333">
                  <c:v>-3</c:v>
                </c:pt>
                <c:pt idx="3334">
                  <c:v>-3</c:v>
                </c:pt>
                <c:pt idx="3335">
                  <c:v>-3</c:v>
                </c:pt>
                <c:pt idx="3336">
                  <c:v>-3</c:v>
                </c:pt>
                <c:pt idx="3337">
                  <c:v>-3</c:v>
                </c:pt>
                <c:pt idx="3338">
                  <c:v>-3</c:v>
                </c:pt>
                <c:pt idx="3339">
                  <c:v>-3</c:v>
                </c:pt>
                <c:pt idx="3340">
                  <c:v>-3</c:v>
                </c:pt>
                <c:pt idx="3341">
                  <c:v>-3</c:v>
                </c:pt>
                <c:pt idx="3342">
                  <c:v>-3</c:v>
                </c:pt>
                <c:pt idx="3343">
                  <c:v>-3</c:v>
                </c:pt>
                <c:pt idx="3344">
                  <c:v>-3</c:v>
                </c:pt>
                <c:pt idx="3345">
                  <c:v>-3</c:v>
                </c:pt>
                <c:pt idx="3346">
                  <c:v>-3</c:v>
                </c:pt>
                <c:pt idx="3347">
                  <c:v>-3</c:v>
                </c:pt>
                <c:pt idx="3348">
                  <c:v>-3</c:v>
                </c:pt>
                <c:pt idx="3349">
                  <c:v>-3</c:v>
                </c:pt>
                <c:pt idx="3350">
                  <c:v>-3</c:v>
                </c:pt>
                <c:pt idx="3351">
                  <c:v>-3</c:v>
                </c:pt>
                <c:pt idx="3352">
                  <c:v>-3</c:v>
                </c:pt>
                <c:pt idx="3353">
                  <c:v>-3</c:v>
                </c:pt>
                <c:pt idx="3354">
                  <c:v>-3</c:v>
                </c:pt>
                <c:pt idx="3355">
                  <c:v>-3</c:v>
                </c:pt>
                <c:pt idx="3356">
                  <c:v>-3</c:v>
                </c:pt>
                <c:pt idx="3357">
                  <c:v>-3</c:v>
                </c:pt>
                <c:pt idx="3358">
                  <c:v>-3</c:v>
                </c:pt>
                <c:pt idx="3359">
                  <c:v>-3</c:v>
                </c:pt>
                <c:pt idx="3360">
                  <c:v>-3</c:v>
                </c:pt>
                <c:pt idx="3361">
                  <c:v>-3</c:v>
                </c:pt>
                <c:pt idx="3362">
                  <c:v>-3</c:v>
                </c:pt>
                <c:pt idx="3363">
                  <c:v>-3</c:v>
                </c:pt>
                <c:pt idx="3364">
                  <c:v>-3</c:v>
                </c:pt>
                <c:pt idx="3365">
                  <c:v>-3</c:v>
                </c:pt>
                <c:pt idx="3366">
                  <c:v>-3</c:v>
                </c:pt>
                <c:pt idx="3367">
                  <c:v>-3</c:v>
                </c:pt>
                <c:pt idx="3368">
                  <c:v>-3</c:v>
                </c:pt>
                <c:pt idx="3369">
                  <c:v>-3</c:v>
                </c:pt>
                <c:pt idx="3370">
                  <c:v>-3</c:v>
                </c:pt>
                <c:pt idx="3371">
                  <c:v>-3</c:v>
                </c:pt>
                <c:pt idx="3372">
                  <c:v>-3</c:v>
                </c:pt>
                <c:pt idx="3373">
                  <c:v>-3</c:v>
                </c:pt>
                <c:pt idx="3374">
                  <c:v>-3</c:v>
                </c:pt>
                <c:pt idx="3375">
                  <c:v>-3</c:v>
                </c:pt>
                <c:pt idx="3376">
                  <c:v>-3</c:v>
                </c:pt>
                <c:pt idx="3377">
                  <c:v>-3</c:v>
                </c:pt>
                <c:pt idx="3378">
                  <c:v>-3</c:v>
                </c:pt>
                <c:pt idx="3379">
                  <c:v>-3</c:v>
                </c:pt>
                <c:pt idx="3380">
                  <c:v>-3</c:v>
                </c:pt>
                <c:pt idx="3381">
                  <c:v>-3</c:v>
                </c:pt>
                <c:pt idx="3382">
                  <c:v>-3</c:v>
                </c:pt>
                <c:pt idx="3383">
                  <c:v>-3</c:v>
                </c:pt>
                <c:pt idx="3384">
                  <c:v>-3</c:v>
                </c:pt>
                <c:pt idx="3385">
                  <c:v>-3</c:v>
                </c:pt>
                <c:pt idx="3386">
                  <c:v>-3</c:v>
                </c:pt>
                <c:pt idx="3387">
                  <c:v>-3</c:v>
                </c:pt>
                <c:pt idx="3388">
                  <c:v>-3</c:v>
                </c:pt>
                <c:pt idx="3389">
                  <c:v>-3</c:v>
                </c:pt>
                <c:pt idx="3390">
                  <c:v>-3</c:v>
                </c:pt>
                <c:pt idx="3391">
                  <c:v>-3</c:v>
                </c:pt>
                <c:pt idx="3392">
                  <c:v>-3</c:v>
                </c:pt>
                <c:pt idx="3393">
                  <c:v>-3</c:v>
                </c:pt>
                <c:pt idx="3394">
                  <c:v>-3</c:v>
                </c:pt>
                <c:pt idx="3395">
                  <c:v>-3</c:v>
                </c:pt>
                <c:pt idx="3396">
                  <c:v>-3</c:v>
                </c:pt>
                <c:pt idx="3397">
                  <c:v>-3</c:v>
                </c:pt>
                <c:pt idx="3398">
                  <c:v>-3</c:v>
                </c:pt>
                <c:pt idx="3399">
                  <c:v>-3</c:v>
                </c:pt>
                <c:pt idx="3400">
                  <c:v>-3</c:v>
                </c:pt>
                <c:pt idx="3401">
                  <c:v>-3</c:v>
                </c:pt>
                <c:pt idx="3402">
                  <c:v>-3</c:v>
                </c:pt>
                <c:pt idx="3403">
                  <c:v>-3</c:v>
                </c:pt>
                <c:pt idx="3404">
                  <c:v>-3</c:v>
                </c:pt>
                <c:pt idx="3405">
                  <c:v>-3</c:v>
                </c:pt>
                <c:pt idx="3406">
                  <c:v>-3</c:v>
                </c:pt>
                <c:pt idx="3407">
                  <c:v>-3</c:v>
                </c:pt>
                <c:pt idx="3408">
                  <c:v>-3</c:v>
                </c:pt>
                <c:pt idx="3409">
                  <c:v>-3</c:v>
                </c:pt>
                <c:pt idx="3410">
                  <c:v>-3</c:v>
                </c:pt>
                <c:pt idx="3411">
                  <c:v>-3</c:v>
                </c:pt>
                <c:pt idx="3412">
                  <c:v>-3</c:v>
                </c:pt>
                <c:pt idx="3413">
                  <c:v>-3</c:v>
                </c:pt>
                <c:pt idx="3414">
                  <c:v>-3</c:v>
                </c:pt>
                <c:pt idx="3415">
                  <c:v>-3</c:v>
                </c:pt>
                <c:pt idx="3416">
                  <c:v>-3</c:v>
                </c:pt>
                <c:pt idx="3417">
                  <c:v>-3</c:v>
                </c:pt>
                <c:pt idx="3418">
                  <c:v>-3</c:v>
                </c:pt>
                <c:pt idx="3419">
                  <c:v>-3</c:v>
                </c:pt>
                <c:pt idx="3420">
                  <c:v>-3</c:v>
                </c:pt>
                <c:pt idx="3421">
                  <c:v>-3</c:v>
                </c:pt>
                <c:pt idx="3422">
                  <c:v>-3</c:v>
                </c:pt>
                <c:pt idx="3423">
                  <c:v>-3</c:v>
                </c:pt>
                <c:pt idx="3424">
                  <c:v>-3</c:v>
                </c:pt>
                <c:pt idx="3425">
                  <c:v>-3</c:v>
                </c:pt>
                <c:pt idx="3426">
                  <c:v>-3</c:v>
                </c:pt>
                <c:pt idx="3427">
                  <c:v>-3</c:v>
                </c:pt>
                <c:pt idx="3428">
                  <c:v>-3</c:v>
                </c:pt>
                <c:pt idx="3429">
                  <c:v>-3</c:v>
                </c:pt>
                <c:pt idx="3430">
                  <c:v>-3</c:v>
                </c:pt>
                <c:pt idx="3431">
                  <c:v>-3</c:v>
                </c:pt>
                <c:pt idx="3432">
                  <c:v>-3</c:v>
                </c:pt>
                <c:pt idx="3433">
                  <c:v>-3</c:v>
                </c:pt>
                <c:pt idx="3434">
                  <c:v>-3</c:v>
                </c:pt>
                <c:pt idx="3435">
                  <c:v>-3</c:v>
                </c:pt>
                <c:pt idx="3436">
                  <c:v>-3</c:v>
                </c:pt>
                <c:pt idx="3437">
                  <c:v>-3</c:v>
                </c:pt>
                <c:pt idx="3438">
                  <c:v>-3</c:v>
                </c:pt>
                <c:pt idx="3439">
                  <c:v>-3</c:v>
                </c:pt>
                <c:pt idx="3440">
                  <c:v>-3</c:v>
                </c:pt>
                <c:pt idx="3441">
                  <c:v>-3</c:v>
                </c:pt>
                <c:pt idx="3442">
                  <c:v>-3</c:v>
                </c:pt>
                <c:pt idx="3443">
                  <c:v>-3</c:v>
                </c:pt>
                <c:pt idx="3444">
                  <c:v>-3</c:v>
                </c:pt>
                <c:pt idx="3445">
                  <c:v>-3</c:v>
                </c:pt>
                <c:pt idx="3446">
                  <c:v>-3</c:v>
                </c:pt>
                <c:pt idx="3447">
                  <c:v>-3</c:v>
                </c:pt>
                <c:pt idx="3448">
                  <c:v>-3</c:v>
                </c:pt>
                <c:pt idx="3449">
                  <c:v>-3</c:v>
                </c:pt>
                <c:pt idx="3450">
                  <c:v>-3</c:v>
                </c:pt>
                <c:pt idx="3451">
                  <c:v>-3</c:v>
                </c:pt>
                <c:pt idx="3452">
                  <c:v>-3</c:v>
                </c:pt>
                <c:pt idx="3453">
                  <c:v>-3</c:v>
                </c:pt>
                <c:pt idx="3454">
                  <c:v>-3</c:v>
                </c:pt>
                <c:pt idx="3455">
                  <c:v>-3</c:v>
                </c:pt>
                <c:pt idx="3456">
                  <c:v>-3</c:v>
                </c:pt>
                <c:pt idx="3457">
                  <c:v>-3</c:v>
                </c:pt>
                <c:pt idx="3458">
                  <c:v>-3</c:v>
                </c:pt>
                <c:pt idx="3459">
                  <c:v>-3</c:v>
                </c:pt>
                <c:pt idx="3460">
                  <c:v>-3</c:v>
                </c:pt>
                <c:pt idx="3461">
                  <c:v>-3</c:v>
                </c:pt>
                <c:pt idx="3462">
                  <c:v>-3</c:v>
                </c:pt>
                <c:pt idx="3463">
                  <c:v>-3</c:v>
                </c:pt>
                <c:pt idx="3464">
                  <c:v>-3</c:v>
                </c:pt>
                <c:pt idx="3465">
                  <c:v>-3</c:v>
                </c:pt>
                <c:pt idx="3466">
                  <c:v>-3</c:v>
                </c:pt>
                <c:pt idx="3467">
                  <c:v>-3</c:v>
                </c:pt>
                <c:pt idx="3468">
                  <c:v>-3</c:v>
                </c:pt>
                <c:pt idx="3469">
                  <c:v>-3</c:v>
                </c:pt>
                <c:pt idx="3470">
                  <c:v>-3</c:v>
                </c:pt>
                <c:pt idx="3471">
                  <c:v>-3</c:v>
                </c:pt>
                <c:pt idx="3472">
                  <c:v>-3</c:v>
                </c:pt>
                <c:pt idx="3473">
                  <c:v>-3</c:v>
                </c:pt>
                <c:pt idx="3474">
                  <c:v>-3</c:v>
                </c:pt>
                <c:pt idx="3475">
                  <c:v>-3</c:v>
                </c:pt>
                <c:pt idx="3476">
                  <c:v>-3</c:v>
                </c:pt>
                <c:pt idx="3477">
                  <c:v>-3</c:v>
                </c:pt>
                <c:pt idx="3478">
                  <c:v>-3</c:v>
                </c:pt>
                <c:pt idx="3479">
                  <c:v>-3</c:v>
                </c:pt>
                <c:pt idx="3480">
                  <c:v>-3</c:v>
                </c:pt>
                <c:pt idx="3481">
                  <c:v>-3</c:v>
                </c:pt>
                <c:pt idx="3482">
                  <c:v>-3</c:v>
                </c:pt>
                <c:pt idx="3483">
                  <c:v>-3</c:v>
                </c:pt>
                <c:pt idx="3484">
                  <c:v>-3</c:v>
                </c:pt>
                <c:pt idx="3485">
                  <c:v>-3</c:v>
                </c:pt>
                <c:pt idx="3486">
                  <c:v>-3</c:v>
                </c:pt>
                <c:pt idx="3487">
                  <c:v>-3</c:v>
                </c:pt>
                <c:pt idx="3488">
                  <c:v>-3</c:v>
                </c:pt>
                <c:pt idx="3489">
                  <c:v>-3</c:v>
                </c:pt>
                <c:pt idx="3490">
                  <c:v>-3</c:v>
                </c:pt>
                <c:pt idx="3491">
                  <c:v>-3</c:v>
                </c:pt>
                <c:pt idx="3492">
                  <c:v>-3</c:v>
                </c:pt>
                <c:pt idx="3493">
                  <c:v>-3</c:v>
                </c:pt>
                <c:pt idx="3494">
                  <c:v>-3</c:v>
                </c:pt>
                <c:pt idx="3495">
                  <c:v>-3</c:v>
                </c:pt>
                <c:pt idx="3496">
                  <c:v>-3</c:v>
                </c:pt>
                <c:pt idx="3497">
                  <c:v>-3</c:v>
                </c:pt>
                <c:pt idx="3498">
                  <c:v>-3</c:v>
                </c:pt>
                <c:pt idx="3499">
                  <c:v>-3</c:v>
                </c:pt>
                <c:pt idx="3500">
                  <c:v>-3</c:v>
                </c:pt>
                <c:pt idx="3501">
                  <c:v>-3</c:v>
                </c:pt>
                <c:pt idx="3502">
                  <c:v>-3</c:v>
                </c:pt>
                <c:pt idx="3503">
                  <c:v>-3</c:v>
                </c:pt>
                <c:pt idx="3504">
                  <c:v>-3</c:v>
                </c:pt>
                <c:pt idx="3505">
                  <c:v>-3</c:v>
                </c:pt>
                <c:pt idx="3506">
                  <c:v>-3</c:v>
                </c:pt>
                <c:pt idx="3507">
                  <c:v>-3</c:v>
                </c:pt>
                <c:pt idx="3508">
                  <c:v>-3</c:v>
                </c:pt>
                <c:pt idx="3509">
                  <c:v>-3</c:v>
                </c:pt>
                <c:pt idx="3510">
                  <c:v>-3</c:v>
                </c:pt>
                <c:pt idx="3511">
                  <c:v>-3</c:v>
                </c:pt>
                <c:pt idx="3512">
                  <c:v>-3</c:v>
                </c:pt>
                <c:pt idx="3513">
                  <c:v>-3</c:v>
                </c:pt>
                <c:pt idx="3514">
                  <c:v>-3</c:v>
                </c:pt>
                <c:pt idx="3515">
                  <c:v>-3</c:v>
                </c:pt>
                <c:pt idx="3516">
                  <c:v>-3</c:v>
                </c:pt>
                <c:pt idx="3517">
                  <c:v>-3</c:v>
                </c:pt>
                <c:pt idx="3518">
                  <c:v>-3</c:v>
                </c:pt>
                <c:pt idx="3519">
                  <c:v>-3</c:v>
                </c:pt>
                <c:pt idx="3520">
                  <c:v>-3</c:v>
                </c:pt>
                <c:pt idx="3521">
                  <c:v>-3</c:v>
                </c:pt>
                <c:pt idx="3522">
                  <c:v>-3</c:v>
                </c:pt>
                <c:pt idx="3523">
                  <c:v>-3</c:v>
                </c:pt>
                <c:pt idx="3524">
                  <c:v>-3</c:v>
                </c:pt>
                <c:pt idx="3525">
                  <c:v>-3</c:v>
                </c:pt>
                <c:pt idx="3526">
                  <c:v>-3</c:v>
                </c:pt>
                <c:pt idx="3527">
                  <c:v>-3</c:v>
                </c:pt>
                <c:pt idx="3528">
                  <c:v>-3</c:v>
                </c:pt>
                <c:pt idx="3529">
                  <c:v>-3</c:v>
                </c:pt>
                <c:pt idx="3530">
                  <c:v>-3</c:v>
                </c:pt>
                <c:pt idx="3531">
                  <c:v>-3</c:v>
                </c:pt>
                <c:pt idx="3532">
                  <c:v>-3</c:v>
                </c:pt>
                <c:pt idx="3533">
                  <c:v>-3</c:v>
                </c:pt>
                <c:pt idx="3534">
                  <c:v>-3</c:v>
                </c:pt>
                <c:pt idx="3535">
                  <c:v>-3</c:v>
                </c:pt>
                <c:pt idx="3536">
                  <c:v>-3</c:v>
                </c:pt>
                <c:pt idx="3537">
                  <c:v>-3</c:v>
                </c:pt>
                <c:pt idx="3538">
                  <c:v>-3</c:v>
                </c:pt>
                <c:pt idx="3539">
                  <c:v>-3</c:v>
                </c:pt>
                <c:pt idx="3540">
                  <c:v>-3</c:v>
                </c:pt>
                <c:pt idx="3541">
                  <c:v>-3</c:v>
                </c:pt>
                <c:pt idx="3542">
                  <c:v>-3</c:v>
                </c:pt>
                <c:pt idx="3543">
                  <c:v>-3</c:v>
                </c:pt>
                <c:pt idx="3544">
                  <c:v>-3</c:v>
                </c:pt>
                <c:pt idx="3545">
                  <c:v>-3</c:v>
                </c:pt>
                <c:pt idx="3546">
                  <c:v>-3</c:v>
                </c:pt>
                <c:pt idx="3547">
                  <c:v>-3</c:v>
                </c:pt>
                <c:pt idx="3548">
                  <c:v>-3</c:v>
                </c:pt>
                <c:pt idx="3549">
                  <c:v>-3</c:v>
                </c:pt>
                <c:pt idx="3550">
                  <c:v>-3</c:v>
                </c:pt>
                <c:pt idx="3551">
                  <c:v>-3</c:v>
                </c:pt>
                <c:pt idx="3552">
                  <c:v>-3</c:v>
                </c:pt>
                <c:pt idx="3553">
                  <c:v>-3</c:v>
                </c:pt>
                <c:pt idx="3554">
                  <c:v>-3</c:v>
                </c:pt>
                <c:pt idx="3555">
                  <c:v>-3</c:v>
                </c:pt>
                <c:pt idx="3556">
                  <c:v>-3</c:v>
                </c:pt>
                <c:pt idx="3557">
                  <c:v>-3</c:v>
                </c:pt>
                <c:pt idx="3558">
                  <c:v>-3</c:v>
                </c:pt>
                <c:pt idx="3559">
                  <c:v>-3</c:v>
                </c:pt>
                <c:pt idx="3560">
                  <c:v>-3</c:v>
                </c:pt>
                <c:pt idx="3561">
                  <c:v>-3</c:v>
                </c:pt>
                <c:pt idx="3562">
                  <c:v>-3</c:v>
                </c:pt>
                <c:pt idx="3563">
                  <c:v>-3</c:v>
                </c:pt>
                <c:pt idx="3564">
                  <c:v>-3</c:v>
                </c:pt>
                <c:pt idx="3565">
                  <c:v>-3</c:v>
                </c:pt>
                <c:pt idx="3566">
                  <c:v>-3</c:v>
                </c:pt>
                <c:pt idx="3567">
                  <c:v>-3</c:v>
                </c:pt>
                <c:pt idx="3568">
                  <c:v>-3</c:v>
                </c:pt>
                <c:pt idx="3569">
                  <c:v>-3</c:v>
                </c:pt>
                <c:pt idx="3570">
                  <c:v>-3</c:v>
                </c:pt>
                <c:pt idx="3571">
                  <c:v>-3</c:v>
                </c:pt>
                <c:pt idx="3572">
                  <c:v>-3</c:v>
                </c:pt>
                <c:pt idx="3573">
                  <c:v>-3</c:v>
                </c:pt>
                <c:pt idx="3574">
                  <c:v>-3</c:v>
                </c:pt>
                <c:pt idx="3575">
                  <c:v>-3</c:v>
                </c:pt>
                <c:pt idx="3576">
                  <c:v>-3</c:v>
                </c:pt>
                <c:pt idx="3577">
                  <c:v>-3</c:v>
                </c:pt>
                <c:pt idx="3578">
                  <c:v>-3</c:v>
                </c:pt>
                <c:pt idx="3579">
                  <c:v>-3</c:v>
                </c:pt>
                <c:pt idx="3580">
                  <c:v>-3</c:v>
                </c:pt>
                <c:pt idx="3581">
                  <c:v>-3</c:v>
                </c:pt>
                <c:pt idx="3582">
                  <c:v>-3</c:v>
                </c:pt>
                <c:pt idx="3583">
                  <c:v>-3</c:v>
                </c:pt>
                <c:pt idx="3584">
                  <c:v>-3</c:v>
                </c:pt>
                <c:pt idx="3585">
                  <c:v>-3</c:v>
                </c:pt>
                <c:pt idx="3586">
                  <c:v>-3</c:v>
                </c:pt>
                <c:pt idx="3587">
                  <c:v>-3</c:v>
                </c:pt>
                <c:pt idx="3588">
                  <c:v>-3</c:v>
                </c:pt>
                <c:pt idx="3589">
                  <c:v>-3</c:v>
                </c:pt>
                <c:pt idx="3590">
                  <c:v>-3</c:v>
                </c:pt>
                <c:pt idx="3591">
                  <c:v>-3</c:v>
                </c:pt>
                <c:pt idx="3592">
                  <c:v>-3</c:v>
                </c:pt>
                <c:pt idx="3593">
                  <c:v>-3</c:v>
                </c:pt>
                <c:pt idx="3594">
                  <c:v>-3</c:v>
                </c:pt>
                <c:pt idx="3595">
                  <c:v>-3</c:v>
                </c:pt>
                <c:pt idx="3596">
                  <c:v>-3</c:v>
                </c:pt>
                <c:pt idx="3597">
                  <c:v>-3</c:v>
                </c:pt>
                <c:pt idx="3598">
                  <c:v>-3</c:v>
                </c:pt>
                <c:pt idx="3599">
                  <c:v>-3</c:v>
                </c:pt>
                <c:pt idx="3600">
                  <c:v>-3</c:v>
                </c:pt>
                <c:pt idx="3601">
                  <c:v>-3</c:v>
                </c:pt>
                <c:pt idx="3602">
                  <c:v>-3</c:v>
                </c:pt>
                <c:pt idx="3603">
                  <c:v>-3</c:v>
                </c:pt>
                <c:pt idx="3604">
                  <c:v>-3</c:v>
                </c:pt>
                <c:pt idx="3605">
                  <c:v>-3</c:v>
                </c:pt>
                <c:pt idx="3606">
                  <c:v>-3</c:v>
                </c:pt>
                <c:pt idx="3607">
                  <c:v>-3</c:v>
                </c:pt>
                <c:pt idx="3608">
                  <c:v>-3</c:v>
                </c:pt>
                <c:pt idx="3609">
                  <c:v>-3</c:v>
                </c:pt>
                <c:pt idx="3610">
                  <c:v>-3</c:v>
                </c:pt>
                <c:pt idx="3611">
                  <c:v>-3</c:v>
                </c:pt>
                <c:pt idx="3612">
                  <c:v>-3</c:v>
                </c:pt>
                <c:pt idx="3613">
                  <c:v>-3</c:v>
                </c:pt>
                <c:pt idx="3614">
                  <c:v>-3</c:v>
                </c:pt>
                <c:pt idx="3615">
                  <c:v>-3</c:v>
                </c:pt>
                <c:pt idx="3616">
                  <c:v>-3</c:v>
                </c:pt>
                <c:pt idx="3617">
                  <c:v>-3</c:v>
                </c:pt>
                <c:pt idx="3618">
                  <c:v>-3</c:v>
                </c:pt>
                <c:pt idx="3619">
                  <c:v>-3</c:v>
                </c:pt>
                <c:pt idx="3620">
                  <c:v>-3</c:v>
                </c:pt>
                <c:pt idx="3621">
                  <c:v>-3</c:v>
                </c:pt>
                <c:pt idx="3622">
                  <c:v>-3</c:v>
                </c:pt>
                <c:pt idx="3623">
                  <c:v>-3</c:v>
                </c:pt>
                <c:pt idx="3624">
                  <c:v>-3</c:v>
                </c:pt>
                <c:pt idx="3625">
                  <c:v>-3</c:v>
                </c:pt>
                <c:pt idx="3626">
                  <c:v>-3</c:v>
                </c:pt>
                <c:pt idx="3627">
                  <c:v>-3</c:v>
                </c:pt>
                <c:pt idx="3628">
                  <c:v>-3</c:v>
                </c:pt>
                <c:pt idx="3629">
                  <c:v>-3</c:v>
                </c:pt>
                <c:pt idx="3630">
                  <c:v>-3</c:v>
                </c:pt>
                <c:pt idx="3631">
                  <c:v>-3</c:v>
                </c:pt>
                <c:pt idx="3632">
                  <c:v>-3</c:v>
                </c:pt>
                <c:pt idx="3633">
                  <c:v>-3</c:v>
                </c:pt>
                <c:pt idx="3634">
                  <c:v>-3</c:v>
                </c:pt>
                <c:pt idx="3635">
                  <c:v>-3</c:v>
                </c:pt>
                <c:pt idx="3636">
                  <c:v>-3</c:v>
                </c:pt>
                <c:pt idx="3637">
                  <c:v>-3</c:v>
                </c:pt>
                <c:pt idx="3638">
                  <c:v>-3</c:v>
                </c:pt>
                <c:pt idx="3639">
                  <c:v>-3</c:v>
                </c:pt>
                <c:pt idx="3640">
                  <c:v>-3</c:v>
                </c:pt>
                <c:pt idx="3641">
                  <c:v>-3</c:v>
                </c:pt>
                <c:pt idx="3642">
                  <c:v>-3</c:v>
                </c:pt>
                <c:pt idx="3643">
                  <c:v>-3</c:v>
                </c:pt>
                <c:pt idx="3644">
                  <c:v>-3</c:v>
                </c:pt>
                <c:pt idx="3645">
                  <c:v>-3</c:v>
                </c:pt>
                <c:pt idx="3646">
                  <c:v>-3</c:v>
                </c:pt>
                <c:pt idx="3647">
                  <c:v>-3</c:v>
                </c:pt>
                <c:pt idx="3648">
                  <c:v>-3</c:v>
                </c:pt>
                <c:pt idx="3649">
                  <c:v>-3</c:v>
                </c:pt>
                <c:pt idx="3650">
                  <c:v>-3</c:v>
                </c:pt>
                <c:pt idx="3651">
                  <c:v>-3</c:v>
                </c:pt>
                <c:pt idx="3652">
                  <c:v>-3</c:v>
                </c:pt>
                <c:pt idx="3653">
                  <c:v>-3</c:v>
                </c:pt>
                <c:pt idx="3654">
                  <c:v>-3</c:v>
                </c:pt>
                <c:pt idx="3655">
                  <c:v>-3</c:v>
                </c:pt>
                <c:pt idx="3656">
                  <c:v>-3</c:v>
                </c:pt>
                <c:pt idx="3657">
                  <c:v>-3</c:v>
                </c:pt>
                <c:pt idx="3658">
                  <c:v>-3</c:v>
                </c:pt>
                <c:pt idx="3659">
                  <c:v>-3</c:v>
                </c:pt>
                <c:pt idx="3660">
                  <c:v>-3</c:v>
                </c:pt>
                <c:pt idx="3661">
                  <c:v>-3</c:v>
                </c:pt>
                <c:pt idx="3662">
                  <c:v>-3</c:v>
                </c:pt>
                <c:pt idx="3663">
                  <c:v>-3</c:v>
                </c:pt>
                <c:pt idx="3664">
                  <c:v>-3</c:v>
                </c:pt>
                <c:pt idx="3665">
                  <c:v>-3</c:v>
                </c:pt>
                <c:pt idx="3666">
                  <c:v>-3</c:v>
                </c:pt>
                <c:pt idx="3667">
                  <c:v>-3</c:v>
                </c:pt>
                <c:pt idx="3668">
                  <c:v>-3</c:v>
                </c:pt>
                <c:pt idx="3669">
                  <c:v>-3</c:v>
                </c:pt>
                <c:pt idx="3670">
                  <c:v>-3</c:v>
                </c:pt>
                <c:pt idx="3671">
                  <c:v>-3</c:v>
                </c:pt>
                <c:pt idx="3672">
                  <c:v>-3</c:v>
                </c:pt>
                <c:pt idx="3673">
                  <c:v>-3</c:v>
                </c:pt>
                <c:pt idx="3674">
                  <c:v>-3</c:v>
                </c:pt>
                <c:pt idx="3675">
                  <c:v>-3</c:v>
                </c:pt>
                <c:pt idx="3676">
                  <c:v>-3</c:v>
                </c:pt>
                <c:pt idx="3677">
                  <c:v>-3</c:v>
                </c:pt>
                <c:pt idx="3678">
                  <c:v>-3</c:v>
                </c:pt>
                <c:pt idx="3679">
                  <c:v>-3</c:v>
                </c:pt>
                <c:pt idx="3680">
                  <c:v>-3</c:v>
                </c:pt>
                <c:pt idx="3681">
                  <c:v>-3</c:v>
                </c:pt>
                <c:pt idx="3682">
                  <c:v>-3</c:v>
                </c:pt>
                <c:pt idx="3683">
                  <c:v>-3</c:v>
                </c:pt>
                <c:pt idx="3684">
                  <c:v>-3</c:v>
                </c:pt>
                <c:pt idx="3685">
                  <c:v>-3</c:v>
                </c:pt>
                <c:pt idx="3686">
                  <c:v>-3</c:v>
                </c:pt>
                <c:pt idx="3687">
                  <c:v>-3</c:v>
                </c:pt>
                <c:pt idx="3688">
                  <c:v>-3</c:v>
                </c:pt>
                <c:pt idx="3689">
                  <c:v>-3</c:v>
                </c:pt>
                <c:pt idx="3690">
                  <c:v>-3</c:v>
                </c:pt>
                <c:pt idx="3691">
                  <c:v>-3</c:v>
                </c:pt>
                <c:pt idx="3692">
                  <c:v>-3</c:v>
                </c:pt>
                <c:pt idx="3693">
                  <c:v>-3</c:v>
                </c:pt>
                <c:pt idx="3694">
                  <c:v>-3</c:v>
                </c:pt>
                <c:pt idx="3695">
                  <c:v>-3</c:v>
                </c:pt>
                <c:pt idx="3696">
                  <c:v>-3</c:v>
                </c:pt>
                <c:pt idx="3697">
                  <c:v>-3</c:v>
                </c:pt>
                <c:pt idx="3698">
                  <c:v>-3</c:v>
                </c:pt>
                <c:pt idx="3699">
                  <c:v>-3</c:v>
                </c:pt>
                <c:pt idx="3700">
                  <c:v>-3</c:v>
                </c:pt>
                <c:pt idx="3701">
                  <c:v>-3</c:v>
                </c:pt>
                <c:pt idx="3702">
                  <c:v>-3</c:v>
                </c:pt>
                <c:pt idx="3703">
                  <c:v>-3</c:v>
                </c:pt>
                <c:pt idx="3704">
                  <c:v>-3</c:v>
                </c:pt>
                <c:pt idx="3705">
                  <c:v>-3</c:v>
                </c:pt>
                <c:pt idx="3706">
                  <c:v>-3</c:v>
                </c:pt>
                <c:pt idx="3707">
                  <c:v>-3</c:v>
                </c:pt>
                <c:pt idx="3708">
                  <c:v>-3</c:v>
                </c:pt>
                <c:pt idx="3709">
                  <c:v>-3</c:v>
                </c:pt>
                <c:pt idx="3710">
                  <c:v>-3</c:v>
                </c:pt>
                <c:pt idx="3711">
                  <c:v>-3</c:v>
                </c:pt>
                <c:pt idx="3712">
                  <c:v>-3</c:v>
                </c:pt>
                <c:pt idx="3713">
                  <c:v>-3</c:v>
                </c:pt>
                <c:pt idx="3714">
                  <c:v>-3</c:v>
                </c:pt>
                <c:pt idx="3715">
                  <c:v>-3</c:v>
                </c:pt>
                <c:pt idx="3716">
                  <c:v>-3</c:v>
                </c:pt>
                <c:pt idx="3717">
                  <c:v>-3</c:v>
                </c:pt>
                <c:pt idx="3718">
                  <c:v>-3</c:v>
                </c:pt>
                <c:pt idx="3719">
                  <c:v>-3</c:v>
                </c:pt>
                <c:pt idx="3720">
                  <c:v>-3</c:v>
                </c:pt>
                <c:pt idx="3721">
                  <c:v>-3</c:v>
                </c:pt>
                <c:pt idx="3722">
                  <c:v>-3</c:v>
                </c:pt>
                <c:pt idx="3723">
                  <c:v>-3</c:v>
                </c:pt>
                <c:pt idx="3724">
                  <c:v>-3</c:v>
                </c:pt>
                <c:pt idx="3725">
                  <c:v>-3</c:v>
                </c:pt>
                <c:pt idx="3726">
                  <c:v>-3</c:v>
                </c:pt>
                <c:pt idx="3727">
                  <c:v>-3</c:v>
                </c:pt>
                <c:pt idx="3728">
                  <c:v>-3</c:v>
                </c:pt>
                <c:pt idx="3729">
                  <c:v>-3</c:v>
                </c:pt>
                <c:pt idx="3730">
                  <c:v>-3</c:v>
                </c:pt>
                <c:pt idx="3731">
                  <c:v>-3</c:v>
                </c:pt>
                <c:pt idx="3732">
                  <c:v>-3</c:v>
                </c:pt>
                <c:pt idx="3733">
                  <c:v>-3</c:v>
                </c:pt>
                <c:pt idx="3734">
                  <c:v>-3</c:v>
                </c:pt>
                <c:pt idx="3735">
                  <c:v>-3</c:v>
                </c:pt>
                <c:pt idx="3736">
                  <c:v>-3</c:v>
                </c:pt>
                <c:pt idx="3737">
                  <c:v>-3</c:v>
                </c:pt>
                <c:pt idx="3738">
                  <c:v>-3</c:v>
                </c:pt>
                <c:pt idx="3739">
                  <c:v>-3</c:v>
                </c:pt>
                <c:pt idx="3740">
                  <c:v>-3</c:v>
                </c:pt>
                <c:pt idx="3741">
                  <c:v>-3</c:v>
                </c:pt>
                <c:pt idx="3742">
                  <c:v>-3</c:v>
                </c:pt>
                <c:pt idx="3743">
                  <c:v>-3</c:v>
                </c:pt>
                <c:pt idx="3744">
                  <c:v>-3</c:v>
                </c:pt>
                <c:pt idx="3745">
                  <c:v>-3</c:v>
                </c:pt>
                <c:pt idx="3746">
                  <c:v>-3</c:v>
                </c:pt>
                <c:pt idx="3747">
                  <c:v>-3</c:v>
                </c:pt>
                <c:pt idx="3748">
                  <c:v>-3</c:v>
                </c:pt>
                <c:pt idx="3749">
                  <c:v>-3</c:v>
                </c:pt>
                <c:pt idx="3750">
                  <c:v>-3</c:v>
                </c:pt>
                <c:pt idx="3751">
                  <c:v>-3</c:v>
                </c:pt>
                <c:pt idx="3752">
                  <c:v>-3</c:v>
                </c:pt>
                <c:pt idx="3753">
                  <c:v>-3</c:v>
                </c:pt>
                <c:pt idx="3754">
                  <c:v>-3</c:v>
                </c:pt>
                <c:pt idx="3755">
                  <c:v>-3</c:v>
                </c:pt>
                <c:pt idx="3756">
                  <c:v>-3</c:v>
                </c:pt>
                <c:pt idx="3757">
                  <c:v>-3</c:v>
                </c:pt>
                <c:pt idx="3758">
                  <c:v>-3</c:v>
                </c:pt>
                <c:pt idx="3759">
                  <c:v>-3</c:v>
                </c:pt>
                <c:pt idx="3760">
                  <c:v>-3</c:v>
                </c:pt>
                <c:pt idx="3761">
                  <c:v>-3</c:v>
                </c:pt>
                <c:pt idx="3762">
                  <c:v>-3</c:v>
                </c:pt>
                <c:pt idx="3763">
                  <c:v>-3</c:v>
                </c:pt>
                <c:pt idx="3764">
                  <c:v>-3</c:v>
                </c:pt>
                <c:pt idx="3765">
                  <c:v>-3</c:v>
                </c:pt>
                <c:pt idx="3766">
                  <c:v>-3</c:v>
                </c:pt>
                <c:pt idx="3767">
                  <c:v>-3</c:v>
                </c:pt>
                <c:pt idx="3768">
                  <c:v>-3</c:v>
                </c:pt>
                <c:pt idx="3769">
                  <c:v>-3</c:v>
                </c:pt>
                <c:pt idx="3770">
                  <c:v>-3</c:v>
                </c:pt>
                <c:pt idx="3771">
                  <c:v>-3</c:v>
                </c:pt>
                <c:pt idx="3772">
                  <c:v>-3</c:v>
                </c:pt>
                <c:pt idx="3773">
                  <c:v>-3</c:v>
                </c:pt>
                <c:pt idx="3774">
                  <c:v>-3</c:v>
                </c:pt>
                <c:pt idx="3775">
                  <c:v>-3</c:v>
                </c:pt>
                <c:pt idx="3776">
                  <c:v>-3</c:v>
                </c:pt>
                <c:pt idx="3777">
                  <c:v>-3</c:v>
                </c:pt>
                <c:pt idx="3778">
                  <c:v>-3</c:v>
                </c:pt>
                <c:pt idx="3779">
                  <c:v>-3</c:v>
                </c:pt>
                <c:pt idx="3780">
                  <c:v>-3</c:v>
                </c:pt>
                <c:pt idx="3781">
                  <c:v>-3</c:v>
                </c:pt>
                <c:pt idx="3782">
                  <c:v>-3</c:v>
                </c:pt>
                <c:pt idx="3783">
                  <c:v>-3</c:v>
                </c:pt>
                <c:pt idx="3784">
                  <c:v>-3</c:v>
                </c:pt>
                <c:pt idx="3785">
                  <c:v>-3</c:v>
                </c:pt>
                <c:pt idx="3786">
                  <c:v>-3</c:v>
                </c:pt>
                <c:pt idx="3787">
                  <c:v>-3</c:v>
                </c:pt>
                <c:pt idx="3788">
                  <c:v>-3</c:v>
                </c:pt>
                <c:pt idx="3789">
                  <c:v>-3</c:v>
                </c:pt>
                <c:pt idx="3790">
                  <c:v>-3</c:v>
                </c:pt>
                <c:pt idx="3791">
                  <c:v>-3</c:v>
                </c:pt>
                <c:pt idx="3792">
                  <c:v>-3</c:v>
                </c:pt>
                <c:pt idx="3793">
                  <c:v>-3</c:v>
                </c:pt>
                <c:pt idx="3794">
                  <c:v>-3</c:v>
                </c:pt>
                <c:pt idx="3795">
                  <c:v>-3</c:v>
                </c:pt>
                <c:pt idx="3796">
                  <c:v>-3</c:v>
                </c:pt>
                <c:pt idx="3797">
                  <c:v>-3</c:v>
                </c:pt>
                <c:pt idx="3798">
                  <c:v>-3</c:v>
                </c:pt>
                <c:pt idx="3799">
                  <c:v>-3</c:v>
                </c:pt>
                <c:pt idx="3800">
                  <c:v>-3</c:v>
                </c:pt>
                <c:pt idx="3801">
                  <c:v>-3</c:v>
                </c:pt>
                <c:pt idx="3802">
                  <c:v>-3</c:v>
                </c:pt>
                <c:pt idx="3803">
                  <c:v>-3</c:v>
                </c:pt>
                <c:pt idx="3804">
                  <c:v>-3</c:v>
                </c:pt>
                <c:pt idx="3805">
                  <c:v>-3</c:v>
                </c:pt>
                <c:pt idx="3806">
                  <c:v>-3</c:v>
                </c:pt>
                <c:pt idx="3807">
                  <c:v>-3</c:v>
                </c:pt>
                <c:pt idx="3808">
                  <c:v>-3</c:v>
                </c:pt>
                <c:pt idx="3809">
                  <c:v>-3</c:v>
                </c:pt>
                <c:pt idx="3810">
                  <c:v>-3</c:v>
                </c:pt>
                <c:pt idx="3811">
                  <c:v>-3</c:v>
                </c:pt>
                <c:pt idx="3812">
                  <c:v>-3</c:v>
                </c:pt>
                <c:pt idx="3813">
                  <c:v>-3</c:v>
                </c:pt>
                <c:pt idx="3814">
                  <c:v>-3</c:v>
                </c:pt>
                <c:pt idx="3815">
                  <c:v>-3</c:v>
                </c:pt>
                <c:pt idx="3816">
                  <c:v>-3</c:v>
                </c:pt>
                <c:pt idx="3817">
                  <c:v>-3</c:v>
                </c:pt>
                <c:pt idx="3818">
                  <c:v>-3</c:v>
                </c:pt>
                <c:pt idx="3819">
                  <c:v>-3</c:v>
                </c:pt>
                <c:pt idx="3820">
                  <c:v>-3</c:v>
                </c:pt>
                <c:pt idx="3821">
                  <c:v>-3</c:v>
                </c:pt>
                <c:pt idx="3822">
                  <c:v>-3</c:v>
                </c:pt>
                <c:pt idx="3823">
                  <c:v>-3</c:v>
                </c:pt>
                <c:pt idx="3824">
                  <c:v>-3</c:v>
                </c:pt>
                <c:pt idx="3825">
                  <c:v>-3</c:v>
                </c:pt>
                <c:pt idx="3826">
                  <c:v>-3</c:v>
                </c:pt>
                <c:pt idx="3827">
                  <c:v>-3</c:v>
                </c:pt>
                <c:pt idx="3828">
                  <c:v>-3</c:v>
                </c:pt>
                <c:pt idx="3829">
                  <c:v>-3</c:v>
                </c:pt>
                <c:pt idx="3830">
                  <c:v>-3</c:v>
                </c:pt>
                <c:pt idx="3831">
                  <c:v>-3</c:v>
                </c:pt>
                <c:pt idx="3832">
                  <c:v>-3</c:v>
                </c:pt>
                <c:pt idx="3833">
                  <c:v>-3</c:v>
                </c:pt>
                <c:pt idx="3834">
                  <c:v>-3</c:v>
                </c:pt>
                <c:pt idx="3835">
                  <c:v>-3</c:v>
                </c:pt>
                <c:pt idx="3836">
                  <c:v>-3</c:v>
                </c:pt>
                <c:pt idx="3837">
                  <c:v>-3</c:v>
                </c:pt>
                <c:pt idx="3838">
                  <c:v>-3</c:v>
                </c:pt>
                <c:pt idx="3839">
                  <c:v>-3</c:v>
                </c:pt>
                <c:pt idx="3840">
                  <c:v>-3</c:v>
                </c:pt>
                <c:pt idx="3841">
                  <c:v>-3</c:v>
                </c:pt>
                <c:pt idx="3842">
                  <c:v>-3</c:v>
                </c:pt>
                <c:pt idx="3843">
                  <c:v>-3</c:v>
                </c:pt>
                <c:pt idx="3844">
                  <c:v>-3</c:v>
                </c:pt>
                <c:pt idx="3845">
                  <c:v>-3</c:v>
                </c:pt>
                <c:pt idx="3846">
                  <c:v>-3</c:v>
                </c:pt>
                <c:pt idx="3847">
                  <c:v>-3</c:v>
                </c:pt>
                <c:pt idx="3848">
                  <c:v>-3</c:v>
                </c:pt>
                <c:pt idx="3849">
                  <c:v>-3</c:v>
                </c:pt>
                <c:pt idx="3850">
                  <c:v>-3</c:v>
                </c:pt>
                <c:pt idx="3851">
                  <c:v>-3</c:v>
                </c:pt>
                <c:pt idx="3852">
                  <c:v>-3</c:v>
                </c:pt>
                <c:pt idx="3853">
                  <c:v>-3</c:v>
                </c:pt>
                <c:pt idx="3854">
                  <c:v>-3</c:v>
                </c:pt>
                <c:pt idx="3855">
                  <c:v>-3</c:v>
                </c:pt>
                <c:pt idx="3856">
                  <c:v>-3</c:v>
                </c:pt>
                <c:pt idx="3857">
                  <c:v>-3</c:v>
                </c:pt>
                <c:pt idx="3858">
                  <c:v>-3</c:v>
                </c:pt>
                <c:pt idx="3859">
                  <c:v>-3</c:v>
                </c:pt>
                <c:pt idx="3860">
                  <c:v>-3</c:v>
                </c:pt>
                <c:pt idx="3861">
                  <c:v>-3</c:v>
                </c:pt>
                <c:pt idx="3862">
                  <c:v>-3</c:v>
                </c:pt>
                <c:pt idx="3863">
                  <c:v>-3</c:v>
                </c:pt>
                <c:pt idx="3864">
                  <c:v>-3</c:v>
                </c:pt>
                <c:pt idx="3865">
                  <c:v>-3</c:v>
                </c:pt>
                <c:pt idx="3866">
                  <c:v>-3</c:v>
                </c:pt>
                <c:pt idx="3867">
                  <c:v>-3</c:v>
                </c:pt>
                <c:pt idx="3868">
                  <c:v>-3</c:v>
                </c:pt>
                <c:pt idx="3869">
                  <c:v>-3</c:v>
                </c:pt>
                <c:pt idx="3870">
                  <c:v>-3</c:v>
                </c:pt>
                <c:pt idx="3871">
                  <c:v>-3</c:v>
                </c:pt>
                <c:pt idx="3872">
                  <c:v>-3</c:v>
                </c:pt>
                <c:pt idx="3873">
                  <c:v>-3</c:v>
                </c:pt>
                <c:pt idx="3874">
                  <c:v>-3</c:v>
                </c:pt>
                <c:pt idx="3875">
                  <c:v>-3</c:v>
                </c:pt>
                <c:pt idx="3876">
                  <c:v>-3</c:v>
                </c:pt>
                <c:pt idx="3877">
                  <c:v>-3</c:v>
                </c:pt>
                <c:pt idx="3878">
                  <c:v>-3</c:v>
                </c:pt>
                <c:pt idx="3879">
                  <c:v>-3</c:v>
                </c:pt>
                <c:pt idx="3880">
                  <c:v>-3</c:v>
                </c:pt>
                <c:pt idx="3881">
                  <c:v>-3</c:v>
                </c:pt>
                <c:pt idx="3882">
                  <c:v>-3</c:v>
                </c:pt>
                <c:pt idx="3883">
                  <c:v>-3</c:v>
                </c:pt>
                <c:pt idx="3884">
                  <c:v>-3</c:v>
                </c:pt>
                <c:pt idx="3885">
                  <c:v>-3</c:v>
                </c:pt>
                <c:pt idx="3886">
                  <c:v>-3</c:v>
                </c:pt>
                <c:pt idx="3887">
                  <c:v>-3</c:v>
                </c:pt>
                <c:pt idx="3888">
                  <c:v>-3</c:v>
                </c:pt>
                <c:pt idx="3889">
                  <c:v>-3</c:v>
                </c:pt>
                <c:pt idx="3890">
                  <c:v>-3</c:v>
                </c:pt>
                <c:pt idx="3891">
                  <c:v>-3</c:v>
                </c:pt>
                <c:pt idx="3892">
                  <c:v>-3</c:v>
                </c:pt>
                <c:pt idx="3893">
                  <c:v>-3</c:v>
                </c:pt>
                <c:pt idx="3894">
                  <c:v>-3</c:v>
                </c:pt>
                <c:pt idx="3895">
                  <c:v>-3</c:v>
                </c:pt>
                <c:pt idx="3896">
                  <c:v>-3</c:v>
                </c:pt>
                <c:pt idx="3897">
                  <c:v>-3</c:v>
                </c:pt>
                <c:pt idx="3898">
                  <c:v>-3</c:v>
                </c:pt>
                <c:pt idx="3899">
                  <c:v>-3</c:v>
                </c:pt>
                <c:pt idx="3900">
                  <c:v>-3</c:v>
                </c:pt>
                <c:pt idx="3901">
                  <c:v>-3</c:v>
                </c:pt>
                <c:pt idx="3902">
                  <c:v>-3</c:v>
                </c:pt>
                <c:pt idx="3903">
                  <c:v>-3</c:v>
                </c:pt>
                <c:pt idx="3904">
                  <c:v>-3</c:v>
                </c:pt>
                <c:pt idx="3905">
                  <c:v>-3</c:v>
                </c:pt>
                <c:pt idx="3906">
                  <c:v>-3</c:v>
                </c:pt>
                <c:pt idx="3907">
                  <c:v>-3</c:v>
                </c:pt>
                <c:pt idx="3908">
                  <c:v>-3</c:v>
                </c:pt>
                <c:pt idx="3909">
                  <c:v>-3</c:v>
                </c:pt>
                <c:pt idx="3910">
                  <c:v>-3</c:v>
                </c:pt>
                <c:pt idx="3911">
                  <c:v>-3</c:v>
                </c:pt>
                <c:pt idx="3912">
                  <c:v>-3</c:v>
                </c:pt>
                <c:pt idx="3913">
                  <c:v>-3</c:v>
                </c:pt>
                <c:pt idx="3914">
                  <c:v>-3</c:v>
                </c:pt>
                <c:pt idx="3915">
                  <c:v>-3</c:v>
                </c:pt>
                <c:pt idx="3916">
                  <c:v>-3</c:v>
                </c:pt>
                <c:pt idx="3917">
                  <c:v>-3</c:v>
                </c:pt>
                <c:pt idx="3918">
                  <c:v>-3</c:v>
                </c:pt>
                <c:pt idx="3919">
                  <c:v>-3</c:v>
                </c:pt>
                <c:pt idx="3920">
                  <c:v>-3</c:v>
                </c:pt>
                <c:pt idx="3921">
                  <c:v>-3</c:v>
                </c:pt>
                <c:pt idx="3922">
                  <c:v>-3</c:v>
                </c:pt>
                <c:pt idx="3923">
                  <c:v>-3</c:v>
                </c:pt>
                <c:pt idx="3924">
                  <c:v>-3</c:v>
                </c:pt>
                <c:pt idx="3925">
                  <c:v>-3</c:v>
                </c:pt>
                <c:pt idx="3926">
                  <c:v>-3</c:v>
                </c:pt>
                <c:pt idx="3927">
                  <c:v>-3</c:v>
                </c:pt>
                <c:pt idx="3928">
                  <c:v>-3</c:v>
                </c:pt>
                <c:pt idx="3929">
                  <c:v>-3</c:v>
                </c:pt>
                <c:pt idx="3930">
                  <c:v>-3</c:v>
                </c:pt>
                <c:pt idx="3931">
                  <c:v>-3</c:v>
                </c:pt>
                <c:pt idx="3932">
                  <c:v>-3</c:v>
                </c:pt>
                <c:pt idx="3933">
                  <c:v>-3</c:v>
                </c:pt>
                <c:pt idx="3934">
                  <c:v>-3</c:v>
                </c:pt>
                <c:pt idx="3935">
                  <c:v>-3</c:v>
                </c:pt>
                <c:pt idx="3936">
                  <c:v>-3</c:v>
                </c:pt>
                <c:pt idx="3937">
                  <c:v>-3</c:v>
                </c:pt>
                <c:pt idx="3938">
                  <c:v>-3</c:v>
                </c:pt>
                <c:pt idx="3939">
                  <c:v>-3</c:v>
                </c:pt>
                <c:pt idx="3940">
                  <c:v>-3</c:v>
                </c:pt>
                <c:pt idx="3941">
                  <c:v>-3</c:v>
                </c:pt>
                <c:pt idx="3942">
                  <c:v>-3</c:v>
                </c:pt>
                <c:pt idx="3943">
                  <c:v>-3</c:v>
                </c:pt>
                <c:pt idx="3944">
                  <c:v>-3</c:v>
                </c:pt>
                <c:pt idx="3945">
                  <c:v>-3</c:v>
                </c:pt>
                <c:pt idx="3946">
                  <c:v>-3</c:v>
                </c:pt>
                <c:pt idx="3947">
                  <c:v>-3</c:v>
                </c:pt>
                <c:pt idx="3948">
                  <c:v>-3</c:v>
                </c:pt>
                <c:pt idx="3949">
                  <c:v>-3</c:v>
                </c:pt>
                <c:pt idx="3950">
                  <c:v>-3</c:v>
                </c:pt>
                <c:pt idx="3951">
                  <c:v>-3</c:v>
                </c:pt>
                <c:pt idx="3952">
                  <c:v>-3</c:v>
                </c:pt>
                <c:pt idx="3953">
                  <c:v>-3</c:v>
                </c:pt>
                <c:pt idx="3954">
                  <c:v>-3</c:v>
                </c:pt>
                <c:pt idx="3955">
                  <c:v>-3</c:v>
                </c:pt>
                <c:pt idx="3956">
                  <c:v>-3</c:v>
                </c:pt>
                <c:pt idx="3957">
                  <c:v>-3</c:v>
                </c:pt>
                <c:pt idx="3958">
                  <c:v>-3</c:v>
                </c:pt>
                <c:pt idx="3959">
                  <c:v>-3</c:v>
                </c:pt>
                <c:pt idx="3960">
                  <c:v>-3</c:v>
                </c:pt>
                <c:pt idx="3961">
                  <c:v>-3</c:v>
                </c:pt>
                <c:pt idx="3962">
                  <c:v>-3</c:v>
                </c:pt>
                <c:pt idx="3963">
                  <c:v>-3</c:v>
                </c:pt>
                <c:pt idx="3964">
                  <c:v>-3</c:v>
                </c:pt>
                <c:pt idx="3965">
                  <c:v>-3</c:v>
                </c:pt>
                <c:pt idx="3966">
                  <c:v>-3</c:v>
                </c:pt>
                <c:pt idx="3967">
                  <c:v>-3</c:v>
                </c:pt>
                <c:pt idx="3968">
                  <c:v>-3</c:v>
                </c:pt>
                <c:pt idx="3969">
                  <c:v>-3</c:v>
                </c:pt>
                <c:pt idx="3970">
                  <c:v>-3</c:v>
                </c:pt>
                <c:pt idx="3971">
                  <c:v>-3</c:v>
                </c:pt>
                <c:pt idx="3972">
                  <c:v>-3</c:v>
                </c:pt>
                <c:pt idx="3973">
                  <c:v>-3</c:v>
                </c:pt>
                <c:pt idx="3974">
                  <c:v>-3</c:v>
                </c:pt>
                <c:pt idx="3975">
                  <c:v>-3</c:v>
                </c:pt>
                <c:pt idx="3976">
                  <c:v>-3</c:v>
                </c:pt>
                <c:pt idx="3977">
                  <c:v>-3</c:v>
                </c:pt>
                <c:pt idx="3978">
                  <c:v>-3</c:v>
                </c:pt>
                <c:pt idx="3979">
                  <c:v>-3</c:v>
                </c:pt>
                <c:pt idx="3980">
                  <c:v>-3</c:v>
                </c:pt>
                <c:pt idx="3981">
                  <c:v>-3</c:v>
                </c:pt>
                <c:pt idx="3982">
                  <c:v>-3</c:v>
                </c:pt>
                <c:pt idx="3983">
                  <c:v>-3</c:v>
                </c:pt>
                <c:pt idx="3984">
                  <c:v>-3</c:v>
                </c:pt>
                <c:pt idx="3985">
                  <c:v>-3</c:v>
                </c:pt>
                <c:pt idx="3986">
                  <c:v>-3</c:v>
                </c:pt>
                <c:pt idx="3987">
                  <c:v>-3</c:v>
                </c:pt>
                <c:pt idx="3988">
                  <c:v>-3</c:v>
                </c:pt>
                <c:pt idx="3989">
                  <c:v>-3</c:v>
                </c:pt>
                <c:pt idx="3990">
                  <c:v>-3</c:v>
                </c:pt>
                <c:pt idx="3991">
                  <c:v>-3</c:v>
                </c:pt>
                <c:pt idx="3992">
                  <c:v>-3</c:v>
                </c:pt>
                <c:pt idx="3993">
                  <c:v>-3</c:v>
                </c:pt>
                <c:pt idx="3994">
                  <c:v>-3</c:v>
                </c:pt>
                <c:pt idx="3995">
                  <c:v>-3</c:v>
                </c:pt>
                <c:pt idx="3996">
                  <c:v>-3</c:v>
                </c:pt>
                <c:pt idx="3997">
                  <c:v>-3</c:v>
                </c:pt>
                <c:pt idx="3998">
                  <c:v>-3</c:v>
                </c:pt>
                <c:pt idx="3999">
                  <c:v>-3</c:v>
                </c:pt>
                <c:pt idx="4000">
                  <c:v>-3</c:v>
                </c:pt>
                <c:pt idx="4001">
                  <c:v>-3</c:v>
                </c:pt>
                <c:pt idx="4002">
                  <c:v>-3</c:v>
                </c:pt>
                <c:pt idx="4003">
                  <c:v>-3</c:v>
                </c:pt>
                <c:pt idx="4004">
                  <c:v>-3</c:v>
                </c:pt>
                <c:pt idx="4005">
                  <c:v>-3</c:v>
                </c:pt>
                <c:pt idx="4006">
                  <c:v>-3</c:v>
                </c:pt>
                <c:pt idx="4007">
                  <c:v>-3</c:v>
                </c:pt>
                <c:pt idx="4008">
                  <c:v>-3</c:v>
                </c:pt>
                <c:pt idx="4009">
                  <c:v>-3</c:v>
                </c:pt>
                <c:pt idx="4010">
                  <c:v>-3</c:v>
                </c:pt>
                <c:pt idx="4011">
                  <c:v>-3</c:v>
                </c:pt>
                <c:pt idx="4012">
                  <c:v>-3</c:v>
                </c:pt>
                <c:pt idx="4013">
                  <c:v>-3</c:v>
                </c:pt>
                <c:pt idx="4014">
                  <c:v>-3</c:v>
                </c:pt>
                <c:pt idx="4015">
                  <c:v>-3</c:v>
                </c:pt>
                <c:pt idx="4016">
                  <c:v>-3</c:v>
                </c:pt>
                <c:pt idx="4017">
                  <c:v>-3</c:v>
                </c:pt>
                <c:pt idx="4018">
                  <c:v>-3</c:v>
                </c:pt>
                <c:pt idx="4019">
                  <c:v>-3</c:v>
                </c:pt>
                <c:pt idx="4020">
                  <c:v>-3</c:v>
                </c:pt>
                <c:pt idx="4021">
                  <c:v>-3</c:v>
                </c:pt>
                <c:pt idx="4022">
                  <c:v>-3</c:v>
                </c:pt>
                <c:pt idx="4023">
                  <c:v>-3</c:v>
                </c:pt>
                <c:pt idx="4024">
                  <c:v>-3</c:v>
                </c:pt>
                <c:pt idx="4025">
                  <c:v>-3</c:v>
                </c:pt>
                <c:pt idx="4026">
                  <c:v>-3</c:v>
                </c:pt>
                <c:pt idx="4027">
                  <c:v>-3</c:v>
                </c:pt>
                <c:pt idx="4028">
                  <c:v>-3</c:v>
                </c:pt>
                <c:pt idx="4029">
                  <c:v>-3</c:v>
                </c:pt>
                <c:pt idx="4030">
                  <c:v>-3</c:v>
                </c:pt>
                <c:pt idx="4031">
                  <c:v>-3</c:v>
                </c:pt>
                <c:pt idx="4032">
                  <c:v>-3</c:v>
                </c:pt>
                <c:pt idx="4033">
                  <c:v>-3</c:v>
                </c:pt>
                <c:pt idx="4034">
                  <c:v>-3</c:v>
                </c:pt>
                <c:pt idx="4035">
                  <c:v>-3</c:v>
                </c:pt>
                <c:pt idx="4036">
                  <c:v>-3</c:v>
                </c:pt>
                <c:pt idx="4037">
                  <c:v>-3</c:v>
                </c:pt>
                <c:pt idx="4038">
                  <c:v>-3</c:v>
                </c:pt>
                <c:pt idx="4039">
                  <c:v>-3</c:v>
                </c:pt>
                <c:pt idx="4040">
                  <c:v>-3</c:v>
                </c:pt>
                <c:pt idx="4041">
                  <c:v>-3</c:v>
                </c:pt>
                <c:pt idx="4042">
                  <c:v>-3</c:v>
                </c:pt>
                <c:pt idx="4043">
                  <c:v>-3</c:v>
                </c:pt>
                <c:pt idx="4044">
                  <c:v>-3</c:v>
                </c:pt>
                <c:pt idx="4045">
                  <c:v>-3</c:v>
                </c:pt>
                <c:pt idx="4046">
                  <c:v>-3</c:v>
                </c:pt>
                <c:pt idx="4047">
                  <c:v>-3</c:v>
                </c:pt>
                <c:pt idx="4048">
                  <c:v>-3</c:v>
                </c:pt>
                <c:pt idx="4049">
                  <c:v>-3</c:v>
                </c:pt>
                <c:pt idx="4050">
                  <c:v>-3</c:v>
                </c:pt>
                <c:pt idx="4051">
                  <c:v>-3</c:v>
                </c:pt>
                <c:pt idx="4052">
                  <c:v>-3</c:v>
                </c:pt>
                <c:pt idx="4053">
                  <c:v>-3</c:v>
                </c:pt>
                <c:pt idx="4054">
                  <c:v>-3</c:v>
                </c:pt>
                <c:pt idx="4055">
                  <c:v>-3</c:v>
                </c:pt>
                <c:pt idx="4056">
                  <c:v>-3</c:v>
                </c:pt>
                <c:pt idx="4057">
                  <c:v>-3</c:v>
                </c:pt>
                <c:pt idx="4058">
                  <c:v>-3</c:v>
                </c:pt>
                <c:pt idx="4059">
                  <c:v>-3</c:v>
                </c:pt>
                <c:pt idx="4060">
                  <c:v>-3</c:v>
                </c:pt>
                <c:pt idx="4061">
                  <c:v>-3</c:v>
                </c:pt>
                <c:pt idx="4062">
                  <c:v>-3</c:v>
                </c:pt>
                <c:pt idx="4063">
                  <c:v>-3</c:v>
                </c:pt>
                <c:pt idx="4064">
                  <c:v>-3</c:v>
                </c:pt>
                <c:pt idx="4065">
                  <c:v>-3</c:v>
                </c:pt>
                <c:pt idx="4066">
                  <c:v>-3</c:v>
                </c:pt>
                <c:pt idx="4067">
                  <c:v>-3</c:v>
                </c:pt>
                <c:pt idx="4068">
                  <c:v>-3</c:v>
                </c:pt>
                <c:pt idx="4069">
                  <c:v>-3</c:v>
                </c:pt>
                <c:pt idx="4070">
                  <c:v>-3</c:v>
                </c:pt>
                <c:pt idx="4071">
                  <c:v>-3</c:v>
                </c:pt>
                <c:pt idx="4072">
                  <c:v>-3</c:v>
                </c:pt>
                <c:pt idx="4073">
                  <c:v>-3</c:v>
                </c:pt>
                <c:pt idx="4074">
                  <c:v>-3</c:v>
                </c:pt>
                <c:pt idx="4075">
                  <c:v>-3</c:v>
                </c:pt>
                <c:pt idx="4076">
                  <c:v>-3</c:v>
                </c:pt>
                <c:pt idx="4077">
                  <c:v>-3</c:v>
                </c:pt>
                <c:pt idx="4078">
                  <c:v>-3</c:v>
                </c:pt>
                <c:pt idx="4079">
                  <c:v>-3</c:v>
                </c:pt>
                <c:pt idx="4080">
                  <c:v>-3</c:v>
                </c:pt>
                <c:pt idx="4081">
                  <c:v>-3</c:v>
                </c:pt>
                <c:pt idx="4082">
                  <c:v>-3</c:v>
                </c:pt>
                <c:pt idx="4083">
                  <c:v>-3</c:v>
                </c:pt>
                <c:pt idx="4084">
                  <c:v>-3</c:v>
                </c:pt>
                <c:pt idx="4085">
                  <c:v>-3</c:v>
                </c:pt>
                <c:pt idx="4086">
                  <c:v>-3</c:v>
                </c:pt>
                <c:pt idx="4087">
                  <c:v>-3</c:v>
                </c:pt>
                <c:pt idx="4088">
                  <c:v>-3</c:v>
                </c:pt>
                <c:pt idx="4089">
                  <c:v>-3</c:v>
                </c:pt>
                <c:pt idx="4090">
                  <c:v>-3</c:v>
                </c:pt>
                <c:pt idx="4091">
                  <c:v>-3</c:v>
                </c:pt>
                <c:pt idx="4092">
                  <c:v>-3</c:v>
                </c:pt>
                <c:pt idx="4093">
                  <c:v>-3</c:v>
                </c:pt>
                <c:pt idx="4094">
                  <c:v>-3</c:v>
                </c:pt>
                <c:pt idx="4095">
                  <c:v>-3</c:v>
                </c:pt>
                <c:pt idx="4096">
                  <c:v>-3</c:v>
                </c:pt>
                <c:pt idx="4097">
                  <c:v>-3</c:v>
                </c:pt>
                <c:pt idx="4098">
                  <c:v>-3</c:v>
                </c:pt>
                <c:pt idx="4099">
                  <c:v>-3</c:v>
                </c:pt>
                <c:pt idx="4100">
                  <c:v>-3</c:v>
                </c:pt>
                <c:pt idx="4101">
                  <c:v>-3</c:v>
                </c:pt>
                <c:pt idx="4102">
                  <c:v>-3</c:v>
                </c:pt>
                <c:pt idx="4103">
                  <c:v>-3</c:v>
                </c:pt>
                <c:pt idx="4104">
                  <c:v>-3</c:v>
                </c:pt>
                <c:pt idx="4105">
                  <c:v>-3</c:v>
                </c:pt>
                <c:pt idx="4106">
                  <c:v>-3</c:v>
                </c:pt>
                <c:pt idx="4107">
                  <c:v>-3</c:v>
                </c:pt>
                <c:pt idx="4108">
                  <c:v>-3</c:v>
                </c:pt>
                <c:pt idx="4109">
                  <c:v>-3</c:v>
                </c:pt>
                <c:pt idx="4110">
                  <c:v>-3</c:v>
                </c:pt>
                <c:pt idx="4111">
                  <c:v>-3</c:v>
                </c:pt>
                <c:pt idx="4112">
                  <c:v>-3</c:v>
                </c:pt>
                <c:pt idx="4113">
                  <c:v>-3</c:v>
                </c:pt>
                <c:pt idx="4114">
                  <c:v>-3</c:v>
                </c:pt>
                <c:pt idx="4115">
                  <c:v>-3</c:v>
                </c:pt>
                <c:pt idx="4116">
                  <c:v>-3</c:v>
                </c:pt>
                <c:pt idx="4117">
                  <c:v>-3</c:v>
                </c:pt>
                <c:pt idx="4118">
                  <c:v>-3</c:v>
                </c:pt>
                <c:pt idx="4119">
                  <c:v>-3</c:v>
                </c:pt>
                <c:pt idx="4120">
                  <c:v>-3</c:v>
                </c:pt>
                <c:pt idx="4121">
                  <c:v>-3</c:v>
                </c:pt>
                <c:pt idx="4122">
                  <c:v>-3</c:v>
                </c:pt>
                <c:pt idx="4123">
                  <c:v>-3</c:v>
                </c:pt>
                <c:pt idx="4124">
                  <c:v>-3</c:v>
                </c:pt>
                <c:pt idx="4125">
                  <c:v>-3</c:v>
                </c:pt>
                <c:pt idx="4126">
                  <c:v>-3</c:v>
                </c:pt>
                <c:pt idx="4127">
                  <c:v>-3</c:v>
                </c:pt>
                <c:pt idx="4128">
                  <c:v>-3</c:v>
                </c:pt>
                <c:pt idx="4129">
                  <c:v>-3</c:v>
                </c:pt>
                <c:pt idx="4130">
                  <c:v>-3</c:v>
                </c:pt>
                <c:pt idx="4131">
                  <c:v>-3</c:v>
                </c:pt>
                <c:pt idx="4132">
                  <c:v>-3</c:v>
                </c:pt>
                <c:pt idx="4133">
                  <c:v>-3</c:v>
                </c:pt>
                <c:pt idx="4134">
                  <c:v>-3</c:v>
                </c:pt>
                <c:pt idx="4135">
                  <c:v>-3</c:v>
                </c:pt>
                <c:pt idx="4136">
                  <c:v>-3</c:v>
                </c:pt>
                <c:pt idx="4137">
                  <c:v>-3</c:v>
                </c:pt>
                <c:pt idx="4138">
                  <c:v>-3</c:v>
                </c:pt>
                <c:pt idx="4139">
                  <c:v>-3</c:v>
                </c:pt>
                <c:pt idx="4140">
                  <c:v>-3</c:v>
                </c:pt>
                <c:pt idx="4141">
                  <c:v>-3</c:v>
                </c:pt>
                <c:pt idx="4142">
                  <c:v>-3</c:v>
                </c:pt>
                <c:pt idx="4143">
                  <c:v>-3</c:v>
                </c:pt>
                <c:pt idx="4144">
                  <c:v>-3</c:v>
                </c:pt>
                <c:pt idx="4145">
                  <c:v>-3</c:v>
                </c:pt>
                <c:pt idx="4146">
                  <c:v>-3</c:v>
                </c:pt>
                <c:pt idx="4147">
                  <c:v>-3</c:v>
                </c:pt>
                <c:pt idx="4148">
                  <c:v>-3</c:v>
                </c:pt>
                <c:pt idx="4149">
                  <c:v>-3</c:v>
                </c:pt>
                <c:pt idx="4150">
                  <c:v>-3</c:v>
                </c:pt>
                <c:pt idx="4151">
                  <c:v>-3</c:v>
                </c:pt>
                <c:pt idx="4152">
                  <c:v>-3</c:v>
                </c:pt>
                <c:pt idx="4153">
                  <c:v>-3</c:v>
                </c:pt>
                <c:pt idx="4154">
                  <c:v>-3</c:v>
                </c:pt>
                <c:pt idx="4155">
                  <c:v>-3</c:v>
                </c:pt>
                <c:pt idx="4156">
                  <c:v>-3</c:v>
                </c:pt>
                <c:pt idx="4157">
                  <c:v>-3</c:v>
                </c:pt>
                <c:pt idx="4158">
                  <c:v>-3</c:v>
                </c:pt>
                <c:pt idx="4159">
                  <c:v>-3</c:v>
                </c:pt>
                <c:pt idx="4160">
                  <c:v>-3</c:v>
                </c:pt>
                <c:pt idx="4161">
                  <c:v>-3</c:v>
                </c:pt>
                <c:pt idx="4162">
                  <c:v>-3</c:v>
                </c:pt>
                <c:pt idx="4163">
                  <c:v>-3</c:v>
                </c:pt>
                <c:pt idx="4164">
                  <c:v>-3</c:v>
                </c:pt>
                <c:pt idx="4165">
                  <c:v>-3</c:v>
                </c:pt>
                <c:pt idx="4166">
                  <c:v>-3</c:v>
                </c:pt>
                <c:pt idx="4167">
                  <c:v>-3</c:v>
                </c:pt>
                <c:pt idx="4168">
                  <c:v>-3</c:v>
                </c:pt>
                <c:pt idx="4169">
                  <c:v>-3</c:v>
                </c:pt>
                <c:pt idx="4170">
                  <c:v>-3</c:v>
                </c:pt>
                <c:pt idx="4171">
                  <c:v>-3</c:v>
                </c:pt>
                <c:pt idx="4172">
                  <c:v>-3</c:v>
                </c:pt>
                <c:pt idx="4173">
                  <c:v>-3</c:v>
                </c:pt>
                <c:pt idx="4174">
                  <c:v>-3</c:v>
                </c:pt>
                <c:pt idx="4175">
                  <c:v>-3</c:v>
                </c:pt>
                <c:pt idx="4176">
                  <c:v>-3</c:v>
                </c:pt>
                <c:pt idx="4177">
                  <c:v>-3</c:v>
                </c:pt>
                <c:pt idx="4178">
                  <c:v>-3</c:v>
                </c:pt>
                <c:pt idx="4179">
                  <c:v>-3</c:v>
                </c:pt>
                <c:pt idx="4180">
                  <c:v>-3</c:v>
                </c:pt>
                <c:pt idx="4181">
                  <c:v>-3</c:v>
                </c:pt>
                <c:pt idx="4182">
                  <c:v>-3</c:v>
                </c:pt>
                <c:pt idx="4183">
                  <c:v>-3</c:v>
                </c:pt>
                <c:pt idx="4184">
                  <c:v>-3</c:v>
                </c:pt>
                <c:pt idx="4185">
                  <c:v>-3</c:v>
                </c:pt>
                <c:pt idx="4186">
                  <c:v>-3</c:v>
                </c:pt>
                <c:pt idx="4187">
                  <c:v>-3</c:v>
                </c:pt>
                <c:pt idx="4188">
                  <c:v>-3</c:v>
                </c:pt>
                <c:pt idx="4189">
                  <c:v>-3</c:v>
                </c:pt>
                <c:pt idx="4190">
                  <c:v>-3</c:v>
                </c:pt>
                <c:pt idx="4191">
                  <c:v>-3</c:v>
                </c:pt>
                <c:pt idx="4192">
                  <c:v>-3</c:v>
                </c:pt>
                <c:pt idx="4193">
                  <c:v>-3</c:v>
                </c:pt>
                <c:pt idx="4194">
                  <c:v>-3</c:v>
                </c:pt>
                <c:pt idx="4195">
                  <c:v>-3</c:v>
                </c:pt>
                <c:pt idx="4196">
                  <c:v>-3</c:v>
                </c:pt>
                <c:pt idx="4197">
                  <c:v>-3</c:v>
                </c:pt>
                <c:pt idx="4198">
                  <c:v>-3</c:v>
                </c:pt>
                <c:pt idx="4199">
                  <c:v>-3</c:v>
                </c:pt>
                <c:pt idx="4200">
                  <c:v>-3</c:v>
                </c:pt>
                <c:pt idx="4201">
                  <c:v>-3</c:v>
                </c:pt>
                <c:pt idx="4202">
                  <c:v>-3</c:v>
                </c:pt>
                <c:pt idx="4203">
                  <c:v>-3</c:v>
                </c:pt>
                <c:pt idx="4204">
                  <c:v>-3</c:v>
                </c:pt>
                <c:pt idx="4205">
                  <c:v>-3</c:v>
                </c:pt>
                <c:pt idx="4206">
                  <c:v>-3</c:v>
                </c:pt>
                <c:pt idx="4207">
                  <c:v>-3</c:v>
                </c:pt>
                <c:pt idx="4208">
                  <c:v>-3</c:v>
                </c:pt>
                <c:pt idx="4209">
                  <c:v>-3</c:v>
                </c:pt>
                <c:pt idx="4210">
                  <c:v>-3</c:v>
                </c:pt>
                <c:pt idx="4211">
                  <c:v>-3</c:v>
                </c:pt>
                <c:pt idx="4212">
                  <c:v>-3</c:v>
                </c:pt>
                <c:pt idx="4213">
                  <c:v>-3</c:v>
                </c:pt>
                <c:pt idx="4214">
                  <c:v>-3</c:v>
                </c:pt>
                <c:pt idx="4215">
                  <c:v>-3</c:v>
                </c:pt>
                <c:pt idx="4216">
                  <c:v>-3</c:v>
                </c:pt>
                <c:pt idx="4217">
                  <c:v>-3</c:v>
                </c:pt>
                <c:pt idx="4218">
                  <c:v>-3</c:v>
                </c:pt>
                <c:pt idx="4219">
                  <c:v>-3</c:v>
                </c:pt>
                <c:pt idx="4220">
                  <c:v>-3</c:v>
                </c:pt>
                <c:pt idx="4221">
                  <c:v>-3</c:v>
                </c:pt>
                <c:pt idx="4222">
                  <c:v>-3</c:v>
                </c:pt>
                <c:pt idx="4223">
                  <c:v>-3</c:v>
                </c:pt>
                <c:pt idx="4224">
                  <c:v>-3</c:v>
                </c:pt>
                <c:pt idx="4225">
                  <c:v>-3</c:v>
                </c:pt>
                <c:pt idx="4226">
                  <c:v>-3</c:v>
                </c:pt>
                <c:pt idx="4227">
                  <c:v>-3</c:v>
                </c:pt>
                <c:pt idx="4228">
                  <c:v>-3</c:v>
                </c:pt>
                <c:pt idx="4229">
                  <c:v>-3</c:v>
                </c:pt>
                <c:pt idx="4230">
                  <c:v>-3</c:v>
                </c:pt>
                <c:pt idx="4231">
                  <c:v>-3</c:v>
                </c:pt>
                <c:pt idx="4232">
                  <c:v>-3</c:v>
                </c:pt>
                <c:pt idx="4233">
                  <c:v>-3</c:v>
                </c:pt>
                <c:pt idx="4234">
                  <c:v>-3</c:v>
                </c:pt>
                <c:pt idx="4235">
                  <c:v>-3</c:v>
                </c:pt>
                <c:pt idx="4236">
                  <c:v>-3</c:v>
                </c:pt>
                <c:pt idx="4237">
                  <c:v>-3</c:v>
                </c:pt>
                <c:pt idx="4238">
                  <c:v>-3</c:v>
                </c:pt>
                <c:pt idx="4239">
                  <c:v>-3</c:v>
                </c:pt>
                <c:pt idx="4240">
                  <c:v>-3</c:v>
                </c:pt>
                <c:pt idx="4241">
                  <c:v>-3</c:v>
                </c:pt>
                <c:pt idx="4242">
                  <c:v>-3</c:v>
                </c:pt>
                <c:pt idx="4243">
                  <c:v>-3</c:v>
                </c:pt>
                <c:pt idx="4244">
                  <c:v>-3</c:v>
                </c:pt>
                <c:pt idx="4245">
                  <c:v>-3</c:v>
                </c:pt>
                <c:pt idx="4246">
                  <c:v>-3</c:v>
                </c:pt>
                <c:pt idx="4247">
                  <c:v>-3</c:v>
                </c:pt>
                <c:pt idx="4248">
                  <c:v>-3</c:v>
                </c:pt>
                <c:pt idx="4249">
                  <c:v>-3</c:v>
                </c:pt>
                <c:pt idx="4250">
                  <c:v>-3</c:v>
                </c:pt>
                <c:pt idx="4251">
                  <c:v>-3</c:v>
                </c:pt>
                <c:pt idx="4252">
                  <c:v>-3</c:v>
                </c:pt>
                <c:pt idx="4253">
                  <c:v>-3</c:v>
                </c:pt>
                <c:pt idx="4254">
                  <c:v>-3</c:v>
                </c:pt>
                <c:pt idx="4255">
                  <c:v>-3</c:v>
                </c:pt>
                <c:pt idx="4256">
                  <c:v>-3</c:v>
                </c:pt>
                <c:pt idx="4257">
                  <c:v>-3</c:v>
                </c:pt>
                <c:pt idx="4258">
                  <c:v>-3</c:v>
                </c:pt>
                <c:pt idx="4259">
                  <c:v>-3</c:v>
                </c:pt>
                <c:pt idx="4260">
                  <c:v>-3</c:v>
                </c:pt>
                <c:pt idx="4261">
                  <c:v>-3</c:v>
                </c:pt>
                <c:pt idx="4262">
                  <c:v>-3</c:v>
                </c:pt>
                <c:pt idx="4263">
                  <c:v>-3</c:v>
                </c:pt>
                <c:pt idx="4264">
                  <c:v>-3</c:v>
                </c:pt>
                <c:pt idx="4265">
                  <c:v>-3</c:v>
                </c:pt>
                <c:pt idx="4266">
                  <c:v>-3</c:v>
                </c:pt>
                <c:pt idx="4267">
                  <c:v>-3</c:v>
                </c:pt>
                <c:pt idx="4268">
                  <c:v>-3</c:v>
                </c:pt>
                <c:pt idx="4269">
                  <c:v>-3</c:v>
                </c:pt>
                <c:pt idx="4270">
                  <c:v>-3</c:v>
                </c:pt>
                <c:pt idx="4271">
                  <c:v>-3</c:v>
                </c:pt>
                <c:pt idx="4272">
                  <c:v>-3</c:v>
                </c:pt>
                <c:pt idx="4273">
                  <c:v>-3</c:v>
                </c:pt>
                <c:pt idx="4274">
                  <c:v>-3</c:v>
                </c:pt>
                <c:pt idx="4275">
                  <c:v>-3</c:v>
                </c:pt>
                <c:pt idx="4276">
                  <c:v>-3</c:v>
                </c:pt>
                <c:pt idx="4277">
                  <c:v>-3</c:v>
                </c:pt>
                <c:pt idx="4278">
                  <c:v>-3</c:v>
                </c:pt>
                <c:pt idx="4279">
                  <c:v>-3</c:v>
                </c:pt>
                <c:pt idx="4280">
                  <c:v>-3</c:v>
                </c:pt>
                <c:pt idx="4281">
                  <c:v>-3</c:v>
                </c:pt>
                <c:pt idx="4282">
                  <c:v>-3</c:v>
                </c:pt>
                <c:pt idx="4283">
                  <c:v>-3</c:v>
                </c:pt>
                <c:pt idx="4284">
                  <c:v>-3</c:v>
                </c:pt>
                <c:pt idx="4285">
                  <c:v>-3</c:v>
                </c:pt>
                <c:pt idx="4286">
                  <c:v>-3</c:v>
                </c:pt>
                <c:pt idx="4287">
                  <c:v>-3</c:v>
                </c:pt>
                <c:pt idx="4288">
                  <c:v>-3</c:v>
                </c:pt>
                <c:pt idx="4289">
                  <c:v>-3</c:v>
                </c:pt>
                <c:pt idx="4290">
                  <c:v>-3</c:v>
                </c:pt>
                <c:pt idx="4291">
                  <c:v>-3</c:v>
                </c:pt>
                <c:pt idx="4292">
                  <c:v>-3</c:v>
                </c:pt>
                <c:pt idx="4293">
                  <c:v>-3</c:v>
                </c:pt>
                <c:pt idx="4294">
                  <c:v>-3</c:v>
                </c:pt>
                <c:pt idx="4295">
                  <c:v>-3</c:v>
                </c:pt>
                <c:pt idx="4296">
                  <c:v>-3</c:v>
                </c:pt>
                <c:pt idx="4297">
                  <c:v>-3</c:v>
                </c:pt>
                <c:pt idx="4298">
                  <c:v>-3</c:v>
                </c:pt>
                <c:pt idx="4299">
                  <c:v>-3</c:v>
                </c:pt>
                <c:pt idx="4300">
                  <c:v>-3</c:v>
                </c:pt>
                <c:pt idx="4301">
                  <c:v>-3</c:v>
                </c:pt>
                <c:pt idx="4302">
                  <c:v>-3</c:v>
                </c:pt>
                <c:pt idx="4303">
                  <c:v>-3</c:v>
                </c:pt>
                <c:pt idx="4304">
                  <c:v>-3</c:v>
                </c:pt>
                <c:pt idx="4305">
                  <c:v>-3</c:v>
                </c:pt>
                <c:pt idx="4306">
                  <c:v>-3</c:v>
                </c:pt>
                <c:pt idx="4307">
                  <c:v>-3</c:v>
                </c:pt>
                <c:pt idx="4308">
                  <c:v>-3</c:v>
                </c:pt>
                <c:pt idx="4309">
                  <c:v>-3</c:v>
                </c:pt>
                <c:pt idx="4310">
                  <c:v>-3</c:v>
                </c:pt>
                <c:pt idx="4311">
                  <c:v>-3</c:v>
                </c:pt>
                <c:pt idx="4312">
                  <c:v>-3</c:v>
                </c:pt>
                <c:pt idx="4313">
                  <c:v>-3</c:v>
                </c:pt>
                <c:pt idx="4314">
                  <c:v>-3</c:v>
                </c:pt>
                <c:pt idx="4315">
                  <c:v>-3</c:v>
                </c:pt>
                <c:pt idx="4316">
                  <c:v>-3</c:v>
                </c:pt>
                <c:pt idx="4317">
                  <c:v>-3</c:v>
                </c:pt>
                <c:pt idx="4318">
                  <c:v>-3</c:v>
                </c:pt>
                <c:pt idx="4319">
                  <c:v>-3</c:v>
                </c:pt>
                <c:pt idx="4320">
                  <c:v>-3</c:v>
                </c:pt>
                <c:pt idx="4321">
                  <c:v>-3</c:v>
                </c:pt>
                <c:pt idx="4322">
                  <c:v>-3</c:v>
                </c:pt>
                <c:pt idx="4323">
                  <c:v>-3</c:v>
                </c:pt>
                <c:pt idx="4324">
                  <c:v>-3</c:v>
                </c:pt>
                <c:pt idx="4325">
                  <c:v>-3</c:v>
                </c:pt>
                <c:pt idx="4326">
                  <c:v>-3</c:v>
                </c:pt>
                <c:pt idx="4327">
                  <c:v>-3</c:v>
                </c:pt>
                <c:pt idx="4328">
                  <c:v>-3</c:v>
                </c:pt>
                <c:pt idx="4329">
                  <c:v>-3</c:v>
                </c:pt>
                <c:pt idx="4330">
                  <c:v>-3</c:v>
                </c:pt>
                <c:pt idx="4331">
                  <c:v>-3</c:v>
                </c:pt>
                <c:pt idx="4332">
                  <c:v>-3</c:v>
                </c:pt>
                <c:pt idx="4333">
                  <c:v>-3</c:v>
                </c:pt>
                <c:pt idx="4334">
                  <c:v>-3</c:v>
                </c:pt>
                <c:pt idx="4335">
                  <c:v>-3</c:v>
                </c:pt>
                <c:pt idx="4336">
                  <c:v>-3</c:v>
                </c:pt>
                <c:pt idx="4337">
                  <c:v>-3</c:v>
                </c:pt>
                <c:pt idx="4338">
                  <c:v>-3</c:v>
                </c:pt>
                <c:pt idx="4339">
                  <c:v>-3</c:v>
                </c:pt>
                <c:pt idx="4340">
                  <c:v>-3</c:v>
                </c:pt>
                <c:pt idx="4341">
                  <c:v>-3</c:v>
                </c:pt>
                <c:pt idx="4342">
                  <c:v>-3</c:v>
                </c:pt>
                <c:pt idx="4343">
                  <c:v>-3</c:v>
                </c:pt>
                <c:pt idx="4344">
                  <c:v>-3</c:v>
                </c:pt>
                <c:pt idx="4345">
                  <c:v>-3</c:v>
                </c:pt>
                <c:pt idx="4346">
                  <c:v>-3</c:v>
                </c:pt>
                <c:pt idx="4347">
                  <c:v>-3</c:v>
                </c:pt>
                <c:pt idx="4348">
                  <c:v>-3</c:v>
                </c:pt>
                <c:pt idx="4349">
                  <c:v>-3</c:v>
                </c:pt>
                <c:pt idx="4350">
                  <c:v>-3</c:v>
                </c:pt>
                <c:pt idx="4351">
                  <c:v>-3</c:v>
                </c:pt>
                <c:pt idx="4352">
                  <c:v>-3</c:v>
                </c:pt>
                <c:pt idx="4353">
                  <c:v>-3</c:v>
                </c:pt>
                <c:pt idx="4354">
                  <c:v>-3</c:v>
                </c:pt>
                <c:pt idx="4355">
                  <c:v>-3</c:v>
                </c:pt>
                <c:pt idx="4356">
                  <c:v>-3</c:v>
                </c:pt>
                <c:pt idx="4357">
                  <c:v>-3</c:v>
                </c:pt>
                <c:pt idx="4358">
                  <c:v>-3</c:v>
                </c:pt>
                <c:pt idx="4359">
                  <c:v>-3</c:v>
                </c:pt>
                <c:pt idx="4360">
                  <c:v>-3</c:v>
                </c:pt>
                <c:pt idx="4361">
                  <c:v>-3</c:v>
                </c:pt>
                <c:pt idx="4362">
                  <c:v>-3</c:v>
                </c:pt>
                <c:pt idx="4363">
                  <c:v>-3</c:v>
                </c:pt>
                <c:pt idx="4364">
                  <c:v>-3</c:v>
                </c:pt>
                <c:pt idx="4365">
                  <c:v>-3</c:v>
                </c:pt>
                <c:pt idx="4366">
                  <c:v>-3</c:v>
                </c:pt>
                <c:pt idx="4367">
                  <c:v>-3</c:v>
                </c:pt>
                <c:pt idx="4368">
                  <c:v>-3</c:v>
                </c:pt>
                <c:pt idx="4369">
                  <c:v>-3</c:v>
                </c:pt>
                <c:pt idx="4370">
                  <c:v>-3</c:v>
                </c:pt>
                <c:pt idx="4371">
                  <c:v>-3</c:v>
                </c:pt>
                <c:pt idx="4372">
                  <c:v>-3</c:v>
                </c:pt>
                <c:pt idx="4373">
                  <c:v>-3</c:v>
                </c:pt>
                <c:pt idx="4374">
                  <c:v>-3</c:v>
                </c:pt>
                <c:pt idx="4375">
                  <c:v>-3</c:v>
                </c:pt>
                <c:pt idx="4376">
                  <c:v>-3</c:v>
                </c:pt>
                <c:pt idx="4377">
                  <c:v>-3</c:v>
                </c:pt>
                <c:pt idx="4378">
                  <c:v>-3</c:v>
                </c:pt>
                <c:pt idx="4379">
                  <c:v>-3</c:v>
                </c:pt>
                <c:pt idx="4380">
                  <c:v>-3</c:v>
                </c:pt>
                <c:pt idx="4381">
                  <c:v>-3</c:v>
                </c:pt>
                <c:pt idx="4382">
                  <c:v>-3</c:v>
                </c:pt>
                <c:pt idx="4383">
                  <c:v>-3</c:v>
                </c:pt>
                <c:pt idx="4384">
                  <c:v>-3</c:v>
                </c:pt>
                <c:pt idx="4385">
                  <c:v>-3</c:v>
                </c:pt>
                <c:pt idx="4386">
                  <c:v>-3</c:v>
                </c:pt>
                <c:pt idx="4387">
                  <c:v>-3</c:v>
                </c:pt>
                <c:pt idx="4388">
                  <c:v>-3</c:v>
                </c:pt>
                <c:pt idx="4389">
                  <c:v>-3</c:v>
                </c:pt>
                <c:pt idx="4390">
                  <c:v>-3</c:v>
                </c:pt>
                <c:pt idx="4391">
                  <c:v>-3</c:v>
                </c:pt>
                <c:pt idx="4392">
                  <c:v>-3</c:v>
                </c:pt>
                <c:pt idx="4393">
                  <c:v>-3</c:v>
                </c:pt>
                <c:pt idx="4394">
                  <c:v>-3</c:v>
                </c:pt>
                <c:pt idx="4395">
                  <c:v>-3</c:v>
                </c:pt>
                <c:pt idx="4396">
                  <c:v>-3</c:v>
                </c:pt>
                <c:pt idx="4397">
                  <c:v>-3</c:v>
                </c:pt>
                <c:pt idx="4398">
                  <c:v>-3</c:v>
                </c:pt>
                <c:pt idx="4399">
                  <c:v>-3</c:v>
                </c:pt>
                <c:pt idx="4400">
                  <c:v>-3</c:v>
                </c:pt>
                <c:pt idx="4401">
                  <c:v>-3</c:v>
                </c:pt>
                <c:pt idx="4402">
                  <c:v>-3</c:v>
                </c:pt>
                <c:pt idx="4403">
                  <c:v>-3</c:v>
                </c:pt>
                <c:pt idx="4404">
                  <c:v>-3</c:v>
                </c:pt>
                <c:pt idx="4405">
                  <c:v>-3</c:v>
                </c:pt>
                <c:pt idx="4406">
                  <c:v>-3</c:v>
                </c:pt>
                <c:pt idx="4407">
                  <c:v>-3</c:v>
                </c:pt>
                <c:pt idx="4408">
                  <c:v>-3</c:v>
                </c:pt>
                <c:pt idx="4409">
                  <c:v>-3</c:v>
                </c:pt>
                <c:pt idx="4410">
                  <c:v>-3</c:v>
                </c:pt>
                <c:pt idx="4411">
                  <c:v>-3</c:v>
                </c:pt>
                <c:pt idx="4412">
                  <c:v>-3</c:v>
                </c:pt>
                <c:pt idx="4413">
                  <c:v>-3</c:v>
                </c:pt>
                <c:pt idx="4414">
                  <c:v>-3</c:v>
                </c:pt>
                <c:pt idx="4415">
                  <c:v>-3</c:v>
                </c:pt>
                <c:pt idx="4416">
                  <c:v>-3</c:v>
                </c:pt>
                <c:pt idx="4417">
                  <c:v>-3</c:v>
                </c:pt>
                <c:pt idx="4418">
                  <c:v>-3</c:v>
                </c:pt>
                <c:pt idx="4419">
                  <c:v>-3</c:v>
                </c:pt>
                <c:pt idx="4420">
                  <c:v>-3</c:v>
                </c:pt>
                <c:pt idx="4421">
                  <c:v>-3</c:v>
                </c:pt>
                <c:pt idx="4422">
                  <c:v>-3</c:v>
                </c:pt>
                <c:pt idx="4423">
                  <c:v>-3</c:v>
                </c:pt>
                <c:pt idx="4424">
                  <c:v>-3</c:v>
                </c:pt>
                <c:pt idx="4425">
                  <c:v>-3</c:v>
                </c:pt>
                <c:pt idx="4426">
                  <c:v>-3</c:v>
                </c:pt>
                <c:pt idx="4427">
                  <c:v>-3</c:v>
                </c:pt>
                <c:pt idx="4428">
                  <c:v>-3</c:v>
                </c:pt>
                <c:pt idx="4429">
                  <c:v>-3</c:v>
                </c:pt>
                <c:pt idx="4430">
                  <c:v>-3</c:v>
                </c:pt>
                <c:pt idx="4431">
                  <c:v>-3</c:v>
                </c:pt>
                <c:pt idx="4432">
                  <c:v>-3</c:v>
                </c:pt>
                <c:pt idx="4433">
                  <c:v>-3</c:v>
                </c:pt>
                <c:pt idx="4434">
                  <c:v>-3</c:v>
                </c:pt>
                <c:pt idx="4435">
                  <c:v>-3</c:v>
                </c:pt>
                <c:pt idx="4436">
                  <c:v>-3</c:v>
                </c:pt>
                <c:pt idx="4437">
                  <c:v>-3</c:v>
                </c:pt>
                <c:pt idx="4438">
                  <c:v>-3</c:v>
                </c:pt>
                <c:pt idx="4439">
                  <c:v>-3</c:v>
                </c:pt>
                <c:pt idx="4440">
                  <c:v>-3</c:v>
                </c:pt>
                <c:pt idx="4441">
                  <c:v>-3</c:v>
                </c:pt>
                <c:pt idx="4442">
                  <c:v>-3</c:v>
                </c:pt>
                <c:pt idx="4443">
                  <c:v>-3</c:v>
                </c:pt>
                <c:pt idx="4444">
                  <c:v>-3</c:v>
                </c:pt>
                <c:pt idx="4445">
                  <c:v>-3</c:v>
                </c:pt>
                <c:pt idx="4446">
                  <c:v>-3</c:v>
                </c:pt>
                <c:pt idx="4447">
                  <c:v>-3</c:v>
                </c:pt>
                <c:pt idx="4448">
                  <c:v>-3</c:v>
                </c:pt>
                <c:pt idx="4449">
                  <c:v>-3</c:v>
                </c:pt>
                <c:pt idx="4450">
                  <c:v>-3</c:v>
                </c:pt>
                <c:pt idx="4451">
                  <c:v>-3</c:v>
                </c:pt>
                <c:pt idx="4452">
                  <c:v>-3</c:v>
                </c:pt>
                <c:pt idx="4453">
                  <c:v>-3</c:v>
                </c:pt>
                <c:pt idx="4454">
                  <c:v>-3</c:v>
                </c:pt>
                <c:pt idx="4455">
                  <c:v>-3</c:v>
                </c:pt>
                <c:pt idx="4456">
                  <c:v>-3</c:v>
                </c:pt>
                <c:pt idx="4457">
                  <c:v>-3</c:v>
                </c:pt>
                <c:pt idx="4458">
                  <c:v>-3</c:v>
                </c:pt>
                <c:pt idx="4459">
                  <c:v>-3</c:v>
                </c:pt>
                <c:pt idx="4460">
                  <c:v>-3</c:v>
                </c:pt>
                <c:pt idx="4461">
                  <c:v>-3</c:v>
                </c:pt>
                <c:pt idx="4462">
                  <c:v>-3</c:v>
                </c:pt>
                <c:pt idx="4463">
                  <c:v>-3</c:v>
                </c:pt>
                <c:pt idx="4464">
                  <c:v>-3</c:v>
                </c:pt>
                <c:pt idx="4465">
                  <c:v>-3</c:v>
                </c:pt>
                <c:pt idx="4466">
                  <c:v>-3</c:v>
                </c:pt>
                <c:pt idx="4467">
                  <c:v>-3</c:v>
                </c:pt>
                <c:pt idx="4468">
                  <c:v>-3</c:v>
                </c:pt>
                <c:pt idx="4469">
                  <c:v>-3</c:v>
                </c:pt>
                <c:pt idx="4470">
                  <c:v>-3</c:v>
                </c:pt>
                <c:pt idx="4471">
                  <c:v>-3</c:v>
                </c:pt>
                <c:pt idx="4472">
                  <c:v>-3</c:v>
                </c:pt>
                <c:pt idx="4473">
                  <c:v>-3</c:v>
                </c:pt>
                <c:pt idx="4474">
                  <c:v>-3</c:v>
                </c:pt>
                <c:pt idx="4475">
                  <c:v>-3</c:v>
                </c:pt>
                <c:pt idx="4476">
                  <c:v>-3</c:v>
                </c:pt>
                <c:pt idx="4477">
                  <c:v>-3</c:v>
                </c:pt>
                <c:pt idx="4478">
                  <c:v>-3</c:v>
                </c:pt>
                <c:pt idx="4479">
                  <c:v>-3</c:v>
                </c:pt>
                <c:pt idx="4480">
                  <c:v>-3</c:v>
                </c:pt>
                <c:pt idx="4481">
                  <c:v>-3</c:v>
                </c:pt>
                <c:pt idx="4482">
                  <c:v>-3</c:v>
                </c:pt>
                <c:pt idx="4483">
                  <c:v>-3</c:v>
                </c:pt>
                <c:pt idx="4484">
                  <c:v>-3</c:v>
                </c:pt>
                <c:pt idx="4485">
                  <c:v>-3</c:v>
                </c:pt>
                <c:pt idx="4486">
                  <c:v>-3</c:v>
                </c:pt>
                <c:pt idx="4487">
                  <c:v>-3</c:v>
                </c:pt>
                <c:pt idx="4488">
                  <c:v>-3</c:v>
                </c:pt>
                <c:pt idx="4489">
                  <c:v>-3</c:v>
                </c:pt>
                <c:pt idx="4490">
                  <c:v>-3</c:v>
                </c:pt>
                <c:pt idx="4491">
                  <c:v>-3</c:v>
                </c:pt>
                <c:pt idx="4492">
                  <c:v>-3</c:v>
                </c:pt>
                <c:pt idx="4493">
                  <c:v>-3</c:v>
                </c:pt>
                <c:pt idx="4494">
                  <c:v>-3</c:v>
                </c:pt>
                <c:pt idx="4495">
                  <c:v>-3</c:v>
                </c:pt>
                <c:pt idx="4496">
                  <c:v>-3</c:v>
                </c:pt>
                <c:pt idx="4497">
                  <c:v>-3</c:v>
                </c:pt>
                <c:pt idx="4498">
                  <c:v>-3</c:v>
                </c:pt>
                <c:pt idx="4499">
                  <c:v>-3</c:v>
                </c:pt>
                <c:pt idx="4500">
                  <c:v>-3</c:v>
                </c:pt>
                <c:pt idx="4501">
                  <c:v>-3</c:v>
                </c:pt>
                <c:pt idx="4502">
                  <c:v>-3</c:v>
                </c:pt>
                <c:pt idx="4503">
                  <c:v>-3</c:v>
                </c:pt>
                <c:pt idx="4504">
                  <c:v>-3</c:v>
                </c:pt>
                <c:pt idx="4505">
                  <c:v>-3</c:v>
                </c:pt>
                <c:pt idx="4506">
                  <c:v>-3</c:v>
                </c:pt>
                <c:pt idx="4507">
                  <c:v>-3</c:v>
                </c:pt>
                <c:pt idx="4508">
                  <c:v>-3</c:v>
                </c:pt>
                <c:pt idx="4509">
                  <c:v>-3</c:v>
                </c:pt>
                <c:pt idx="4510">
                  <c:v>-3</c:v>
                </c:pt>
                <c:pt idx="4511">
                  <c:v>-3</c:v>
                </c:pt>
                <c:pt idx="4512">
                  <c:v>-3</c:v>
                </c:pt>
                <c:pt idx="4513">
                  <c:v>-3</c:v>
                </c:pt>
                <c:pt idx="4514">
                  <c:v>-3</c:v>
                </c:pt>
                <c:pt idx="4515">
                  <c:v>-3</c:v>
                </c:pt>
                <c:pt idx="4516">
                  <c:v>-3</c:v>
                </c:pt>
                <c:pt idx="4517">
                  <c:v>-3</c:v>
                </c:pt>
                <c:pt idx="4518">
                  <c:v>-3</c:v>
                </c:pt>
                <c:pt idx="4519">
                  <c:v>-3</c:v>
                </c:pt>
                <c:pt idx="4520">
                  <c:v>-3</c:v>
                </c:pt>
                <c:pt idx="4521">
                  <c:v>-3</c:v>
                </c:pt>
                <c:pt idx="4522">
                  <c:v>-3</c:v>
                </c:pt>
                <c:pt idx="4523">
                  <c:v>-3</c:v>
                </c:pt>
                <c:pt idx="4524">
                  <c:v>-3</c:v>
                </c:pt>
                <c:pt idx="4525">
                  <c:v>-3</c:v>
                </c:pt>
                <c:pt idx="4526">
                  <c:v>-3</c:v>
                </c:pt>
                <c:pt idx="4527">
                  <c:v>-3</c:v>
                </c:pt>
                <c:pt idx="4528">
                  <c:v>-3</c:v>
                </c:pt>
                <c:pt idx="4529">
                  <c:v>-3</c:v>
                </c:pt>
                <c:pt idx="4530">
                  <c:v>-3</c:v>
                </c:pt>
                <c:pt idx="4531">
                  <c:v>-3</c:v>
                </c:pt>
                <c:pt idx="4532">
                  <c:v>-3</c:v>
                </c:pt>
                <c:pt idx="4533">
                  <c:v>-3</c:v>
                </c:pt>
                <c:pt idx="4534">
                  <c:v>-3</c:v>
                </c:pt>
                <c:pt idx="4535">
                  <c:v>-3</c:v>
                </c:pt>
                <c:pt idx="4536">
                  <c:v>-3</c:v>
                </c:pt>
                <c:pt idx="4537">
                  <c:v>-3</c:v>
                </c:pt>
                <c:pt idx="4538">
                  <c:v>-3</c:v>
                </c:pt>
                <c:pt idx="4539">
                  <c:v>-3</c:v>
                </c:pt>
                <c:pt idx="4540">
                  <c:v>-3</c:v>
                </c:pt>
                <c:pt idx="4541">
                  <c:v>-3</c:v>
                </c:pt>
                <c:pt idx="4542">
                  <c:v>-3</c:v>
                </c:pt>
                <c:pt idx="4543">
                  <c:v>-3</c:v>
                </c:pt>
                <c:pt idx="4544">
                  <c:v>-3</c:v>
                </c:pt>
                <c:pt idx="4545">
                  <c:v>-3</c:v>
                </c:pt>
                <c:pt idx="4546">
                  <c:v>-3</c:v>
                </c:pt>
                <c:pt idx="4547">
                  <c:v>-3</c:v>
                </c:pt>
                <c:pt idx="4548">
                  <c:v>-3</c:v>
                </c:pt>
                <c:pt idx="4549">
                  <c:v>-3</c:v>
                </c:pt>
                <c:pt idx="4550">
                  <c:v>-3</c:v>
                </c:pt>
                <c:pt idx="4551">
                  <c:v>-3</c:v>
                </c:pt>
                <c:pt idx="4552">
                  <c:v>-3</c:v>
                </c:pt>
                <c:pt idx="4553">
                  <c:v>-3</c:v>
                </c:pt>
                <c:pt idx="4554">
                  <c:v>-3</c:v>
                </c:pt>
                <c:pt idx="4555">
                  <c:v>-3</c:v>
                </c:pt>
                <c:pt idx="4556">
                  <c:v>-3</c:v>
                </c:pt>
                <c:pt idx="4557">
                  <c:v>-3</c:v>
                </c:pt>
                <c:pt idx="4558">
                  <c:v>-3</c:v>
                </c:pt>
                <c:pt idx="4559">
                  <c:v>-3</c:v>
                </c:pt>
                <c:pt idx="4560">
                  <c:v>-3</c:v>
                </c:pt>
                <c:pt idx="4561">
                  <c:v>-3</c:v>
                </c:pt>
                <c:pt idx="4562">
                  <c:v>-3</c:v>
                </c:pt>
                <c:pt idx="4563">
                  <c:v>-3</c:v>
                </c:pt>
                <c:pt idx="4564">
                  <c:v>-3</c:v>
                </c:pt>
                <c:pt idx="4565">
                  <c:v>-3</c:v>
                </c:pt>
                <c:pt idx="4566">
                  <c:v>-3</c:v>
                </c:pt>
                <c:pt idx="4567">
                  <c:v>-3</c:v>
                </c:pt>
                <c:pt idx="4568">
                  <c:v>-3</c:v>
                </c:pt>
                <c:pt idx="4569">
                  <c:v>-3</c:v>
                </c:pt>
                <c:pt idx="4570">
                  <c:v>-3</c:v>
                </c:pt>
                <c:pt idx="4571">
                  <c:v>-3</c:v>
                </c:pt>
                <c:pt idx="4572">
                  <c:v>-3</c:v>
                </c:pt>
                <c:pt idx="4573">
                  <c:v>-3</c:v>
                </c:pt>
                <c:pt idx="4574">
                  <c:v>-3</c:v>
                </c:pt>
                <c:pt idx="4575">
                  <c:v>-3</c:v>
                </c:pt>
                <c:pt idx="4576">
                  <c:v>-3</c:v>
                </c:pt>
                <c:pt idx="4577">
                  <c:v>-3</c:v>
                </c:pt>
                <c:pt idx="4578">
                  <c:v>-3</c:v>
                </c:pt>
                <c:pt idx="4579">
                  <c:v>-3</c:v>
                </c:pt>
                <c:pt idx="4580">
                  <c:v>-3</c:v>
                </c:pt>
                <c:pt idx="4581">
                  <c:v>-3</c:v>
                </c:pt>
                <c:pt idx="4582">
                  <c:v>-3</c:v>
                </c:pt>
                <c:pt idx="4583">
                  <c:v>-3</c:v>
                </c:pt>
                <c:pt idx="4584">
                  <c:v>-3</c:v>
                </c:pt>
                <c:pt idx="4585">
                  <c:v>-3</c:v>
                </c:pt>
                <c:pt idx="4586">
                  <c:v>-3</c:v>
                </c:pt>
                <c:pt idx="4587">
                  <c:v>-3</c:v>
                </c:pt>
                <c:pt idx="4588">
                  <c:v>-3</c:v>
                </c:pt>
                <c:pt idx="4589">
                  <c:v>-3</c:v>
                </c:pt>
                <c:pt idx="4590">
                  <c:v>-3</c:v>
                </c:pt>
                <c:pt idx="4591">
                  <c:v>-3</c:v>
                </c:pt>
                <c:pt idx="4592">
                  <c:v>-3</c:v>
                </c:pt>
                <c:pt idx="4593">
                  <c:v>-3</c:v>
                </c:pt>
                <c:pt idx="4594">
                  <c:v>-3</c:v>
                </c:pt>
                <c:pt idx="4595">
                  <c:v>-3</c:v>
                </c:pt>
                <c:pt idx="4596">
                  <c:v>-3</c:v>
                </c:pt>
                <c:pt idx="4597">
                  <c:v>-3</c:v>
                </c:pt>
                <c:pt idx="4598">
                  <c:v>-3</c:v>
                </c:pt>
                <c:pt idx="4599">
                  <c:v>-3</c:v>
                </c:pt>
                <c:pt idx="4600">
                  <c:v>-3</c:v>
                </c:pt>
                <c:pt idx="4601">
                  <c:v>-3</c:v>
                </c:pt>
                <c:pt idx="4602">
                  <c:v>-3</c:v>
                </c:pt>
                <c:pt idx="4603">
                  <c:v>-3</c:v>
                </c:pt>
                <c:pt idx="4604">
                  <c:v>-3</c:v>
                </c:pt>
                <c:pt idx="4605">
                  <c:v>-3</c:v>
                </c:pt>
                <c:pt idx="4606">
                  <c:v>-3</c:v>
                </c:pt>
                <c:pt idx="4607">
                  <c:v>-3</c:v>
                </c:pt>
                <c:pt idx="4608">
                  <c:v>-3</c:v>
                </c:pt>
                <c:pt idx="4609">
                  <c:v>-3</c:v>
                </c:pt>
                <c:pt idx="4610">
                  <c:v>-3</c:v>
                </c:pt>
                <c:pt idx="4611">
                  <c:v>-3</c:v>
                </c:pt>
                <c:pt idx="4612">
                  <c:v>-3</c:v>
                </c:pt>
                <c:pt idx="4613">
                  <c:v>-3</c:v>
                </c:pt>
                <c:pt idx="4614">
                  <c:v>-3</c:v>
                </c:pt>
                <c:pt idx="4615">
                  <c:v>-3</c:v>
                </c:pt>
                <c:pt idx="4616">
                  <c:v>-3</c:v>
                </c:pt>
                <c:pt idx="4617">
                  <c:v>-3</c:v>
                </c:pt>
                <c:pt idx="4618">
                  <c:v>-3</c:v>
                </c:pt>
                <c:pt idx="4619">
                  <c:v>-3</c:v>
                </c:pt>
                <c:pt idx="4620">
                  <c:v>-3</c:v>
                </c:pt>
                <c:pt idx="4621">
                  <c:v>-3</c:v>
                </c:pt>
                <c:pt idx="4622">
                  <c:v>-3</c:v>
                </c:pt>
                <c:pt idx="4623">
                  <c:v>-3</c:v>
                </c:pt>
                <c:pt idx="4624">
                  <c:v>-3</c:v>
                </c:pt>
                <c:pt idx="4625">
                  <c:v>-3</c:v>
                </c:pt>
                <c:pt idx="4626">
                  <c:v>-3</c:v>
                </c:pt>
                <c:pt idx="4627">
                  <c:v>-3</c:v>
                </c:pt>
                <c:pt idx="4628">
                  <c:v>-3</c:v>
                </c:pt>
                <c:pt idx="4629">
                  <c:v>-3</c:v>
                </c:pt>
                <c:pt idx="4630">
                  <c:v>-3</c:v>
                </c:pt>
                <c:pt idx="4631">
                  <c:v>-3</c:v>
                </c:pt>
                <c:pt idx="4632">
                  <c:v>-3</c:v>
                </c:pt>
                <c:pt idx="4633">
                  <c:v>-3</c:v>
                </c:pt>
                <c:pt idx="4634">
                  <c:v>-3</c:v>
                </c:pt>
                <c:pt idx="4635">
                  <c:v>-3</c:v>
                </c:pt>
                <c:pt idx="4636">
                  <c:v>-3</c:v>
                </c:pt>
                <c:pt idx="4637">
                  <c:v>-3</c:v>
                </c:pt>
                <c:pt idx="4638">
                  <c:v>-3</c:v>
                </c:pt>
                <c:pt idx="4639">
                  <c:v>-3</c:v>
                </c:pt>
                <c:pt idx="4640">
                  <c:v>-3</c:v>
                </c:pt>
                <c:pt idx="4641">
                  <c:v>-3</c:v>
                </c:pt>
                <c:pt idx="4642">
                  <c:v>-3</c:v>
                </c:pt>
                <c:pt idx="4643">
                  <c:v>-3</c:v>
                </c:pt>
                <c:pt idx="4644">
                  <c:v>-3</c:v>
                </c:pt>
                <c:pt idx="4645">
                  <c:v>-3</c:v>
                </c:pt>
                <c:pt idx="4646">
                  <c:v>-3</c:v>
                </c:pt>
                <c:pt idx="4647">
                  <c:v>-3</c:v>
                </c:pt>
                <c:pt idx="4648">
                  <c:v>-3</c:v>
                </c:pt>
                <c:pt idx="4649">
                  <c:v>-3</c:v>
                </c:pt>
                <c:pt idx="4650">
                  <c:v>-3</c:v>
                </c:pt>
                <c:pt idx="4651">
                  <c:v>-3</c:v>
                </c:pt>
                <c:pt idx="4652">
                  <c:v>-3</c:v>
                </c:pt>
                <c:pt idx="4653">
                  <c:v>-3</c:v>
                </c:pt>
                <c:pt idx="4654">
                  <c:v>-3</c:v>
                </c:pt>
                <c:pt idx="4655">
                  <c:v>-3</c:v>
                </c:pt>
                <c:pt idx="4656">
                  <c:v>-3</c:v>
                </c:pt>
                <c:pt idx="4657">
                  <c:v>-3</c:v>
                </c:pt>
                <c:pt idx="4658">
                  <c:v>-3</c:v>
                </c:pt>
                <c:pt idx="4659">
                  <c:v>-3</c:v>
                </c:pt>
                <c:pt idx="4660">
                  <c:v>-3</c:v>
                </c:pt>
                <c:pt idx="4661">
                  <c:v>-3</c:v>
                </c:pt>
                <c:pt idx="4662">
                  <c:v>-3</c:v>
                </c:pt>
                <c:pt idx="4663">
                  <c:v>-3</c:v>
                </c:pt>
                <c:pt idx="4664">
                  <c:v>-3</c:v>
                </c:pt>
                <c:pt idx="4665">
                  <c:v>-3</c:v>
                </c:pt>
                <c:pt idx="4666">
                  <c:v>-3</c:v>
                </c:pt>
                <c:pt idx="4667">
                  <c:v>-3</c:v>
                </c:pt>
                <c:pt idx="4668">
                  <c:v>-3</c:v>
                </c:pt>
                <c:pt idx="4669">
                  <c:v>-3</c:v>
                </c:pt>
                <c:pt idx="4670">
                  <c:v>-3</c:v>
                </c:pt>
                <c:pt idx="4671">
                  <c:v>-3</c:v>
                </c:pt>
                <c:pt idx="4672">
                  <c:v>-3</c:v>
                </c:pt>
                <c:pt idx="4673">
                  <c:v>-3</c:v>
                </c:pt>
                <c:pt idx="4674">
                  <c:v>-3</c:v>
                </c:pt>
                <c:pt idx="4675">
                  <c:v>-3</c:v>
                </c:pt>
                <c:pt idx="4676">
                  <c:v>-3</c:v>
                </c:pt>
                <c:pt idx="4677">
                  <c:v>-3</c:v>
                </c:pt>
                <c:pt idx="4678">
                  <c:v>-3</c:v>
                </c:pt>
                <c:pt idx="4679">
                  <c:v>-3</c:v>
                </c:pt>
                <c:pt idx="4680">
                  <c:v>-3</c:v>
                </c:pt>
                <c:pt idx="4681">
                  <c:v>-3</c:v>
                </c:pt>
                <c:pt idx="4682">
                  <c:v>-3</c:v>
                </c:pt>
                <c:pt idx="4683">
                  <c:v>-3</c:v>
                </c:pt>
                <c:pt idx="4684">
                  <c:v>-3</c:v>
                </c:pt>
                <c:pt idx="4685">
                  <c:v>-3</c:v>
                </c:pt>
                <c:pt idx="4686">
                  <c:v>-3</c:v>
                </c:pt>
                <c:pt idx="4687">
                  <c:v>-3</c:v>
                </c:pt>
                <c:pt idx="4688">
                  <c:v>-3</c:v>
                </c:pt>
                <c:pt idx="4689">
                  <c:v>-3</c:v>
                </c:pt>
                <c:pt idx="4690">
                  <c:v>-3</c:v>
                </c:pt>
                <c:pt idx="4691">
                  <c:v>-3</c:v>
                </c:pt>
                <c:pt idx="4692">
                  <c:v>-3</c:v>
                </c:pt>
                <c:pt idx="4693">
                  <c:v>-3</c:v>
                </c:pt>
                <c:pt idx="4694">
                  <c:v>-3</c:v>
                </c:pt>
                <c:pt idx="4695">
                  <c:v>-3</c:v>
                </c:pt>
                <c:pt idx="4696">
                  <c:v>-3</c:v>
                </c:pt>
                <c:pt idx="4697">
                  <c:v>-3</c:v>
                </c:pt>
                <c:pt idx="4698">
                  <c:v>-3</c:v>
                </c:pt>
                <c:pt idx="4699">
                  <c:v>-3</c:v>
                </c:pt>
                <c:pt idx="4700">
                  <c:v>-3</c:v>
                </c:pt>
                <c:pt idx="4701">
                  <c:v>-3</c:v>
                </c:pt>
                <c:pt idx="4702">
                  <c:v>-3</c:v>
                </c:pt>
                <c:pt idx="4703">
                  <c:v>-3</c:v>
                </c:pt>
                <c:pt idx="4704">
                  <c:v>-3</c:v>
                </c:pt>
                <c:pt idx="4705">
                  <c:v>-3</c:v>
                </c:pt>
                <c:pt idx="4706">
                  <c:v>-3</c:v>
                </c:pt>
                <c:pt idx="4707">
                  <c:v>-3</c:v>
                </c:pt>
                <c:pt idx="4708">
                  <c:v>-3</c:v>
                </c:pt>
                <c:pt idx="4709">
                  <c:v>-3</c:v>
                </c:pt>
                <c:pt idx="4710">
                  <c:v>-3</c:v>
                </c:pt>
                <c:pt idx="4711">
                  <c:v>-3</c:v>
                </c:pt>
                <c:pt idx="4712">
                  <c:v>-3</c:v>
                </c:pt>
                <c:pt idx="4713">
                  <c:v>-3</c:v>
                </c:pt>
                <c:pt idx="4714">
                  <c:v>-3</c:v>
                </c:pt>
                <c:pt idx="4715">
                  <c:v>-3</c:v>
                </c:pt>
                <c:pt idx="4716">
                  <c:v>-3</c:v>
                </c:pt>
                <c:pt idx="4717">
                  <c:v>-3</c:v>
                </c:pt>
                <c:pt idx="4718">
                  <c:v>-3</c:v>
                </c:pt>
                <c:pt idx="4719">
                  <c:v>-3</c:v>
                </c:pt>
                <c:pt idx="4720">
                  <c:v>-3</c:v>
                </c:pt>
                <c:pt idx="4721">
                  <c:v>-3</c:v>
                </c:pt>
                <c:pt idx="4722">
                  <c:v>-3</c:v>
                </c:pt>
                <c:pt idx="4723">
                  <c:v>-3</c:v>
                </c:pt>
                <c:pt idx="4724">
                  <c:v>-3</c:v>
                </c:pt>
                <c:pt idx="4725">
                  <c:v>-3</c:v>
                </c:pt>
                <c:pt idx="4726">
                  <c:v>-3</c:v>
                </c:pt>
                <c:pt idx="4727">
                  <c:v>-3</c:v>
                </c:pt>
                <c:pt idx="4728">
                  <c:v>-3</c:v>
                </c:pt>
                <c:pt idx="4729">
                  <c:v>-3</c:v>
                </c:pt>
                <c:pt idx="4730">
                  <c:v>-3</c:v>
                </c:pt>
                <c:pt idx="4731">
                  <c:v>-3</c:v>
                </c:pt>
                <c:pt idx="4732">
                  <c:v>-3</c:v>
                </c:pt>
                <c:pt idx="4733">
                  <c:v>-3</c:v>
                </c:pt>
                <c:pt idx="4734">
                  <c:v>-3</c:v>
                </c:pt>
                <c:pt idx="4735">
                  <c:v>-3</c:v>
                </c:pt>
                <c:pt idx="4736">
                  <c:v>-3</c:v>
                </c:pt>
                <c:pt idx="4737">
                  <c:v>-3</c:v>
                </c:pt>
                <c:pt idx="4738">
                  <c:v>-3</c:v>
                </c:pt>
                <c:pt idx="4739">
                  <c:v>-3</c:v>
                </c:pt>
                <c:pt idx="4740">
                  <c:v>-3</c:v>
                </c:pt>
                <c:pt idx="4741">
                  <c:v>-3</c:v>
                </c:pt>
                <c:pt idx="4742">
                  <c:v>-3</c:v>
                </c:pt>
                <c:pt idx="4743">
                  <c:v>-3</c:v>
                </c:pt>
                <c:pt idx="4744">
                  <c:v>-3</c:v>
                </c:pt>
                <c:pt idx="4745">
                  <c:v>-3</c:v>
                </c:pt>
                <c:pt idx="4746">
                  <c:v>-3</c:v>
                </c:pt>
                <c:pt idx="4747">
                  <c:v>-3</c:v>
                </c:pt>
                <c:pt idx="4748">
                  <c:v>-3</c:v>
                </c:pt>
                <c:pt idx="4749">
                  <c:v>-3</c:v>
                </c:pt>
                <c:pt idx="4750">
                  <c:v>-3</c:v>
                </c:pt>
                <c:pt idx="4751">
                  <c:v>-3</c:v>
                </c:pt>
                <c:pt idx="4752">
                  <c:v>-3</c:v>
                </c:pt>
                <c:pt idx="4753">
                  <c:v>-3</c:v>
                </c:pt>
                <c:pt idx="4754">
                  <c:v>-3</c:v>
                </c:pt>
                <c:pt idx="4755">
                  <c:v>-3</c:v>
                </c:pt>
                <c:pt idx="4756">
                  <c:v>-3</c:v>
                </c:pt>
                <c:pt idx="4757">
                  <c:v>-3</c:v>
                </c:pt>
                <c:pt idx="4758">
                  <c:v>-3</c:v>
                </c:pt>
                <c:pt idx="4759">
                  <c:v>-3</c:v>
                </c:pt>
                <c:pt idx="4760">
                  <c:v>-3</c:v>
                </c:pt>
                <c:pt idx="4761">
                  <c:v>-3</c:v>
                </c:pt>
                <c:pt idx="4762">
                  <c:v>-3</c:v>
                </c:pt>
                <c:pt idx="4763">
                  <c:v>-3</c:v>
                </c:pt>
                <c:pt idx="4764">
                  <c:v>-3</c:v>
                </c:pt>
                <c:pt idx="4765">
                  <c:v>-3</c:v>
                </c:pt>
                <c:pt idx="4766">
                  <c:v>-3</c:v>
                </c:pt>
                <c:pt idx="4767">
                  <c:v>-3</c:v>
                </c:pt>
                <c:pt idx="4768">
                  <c:v>-3</c:v>
                </c:pt>
                <c:pt idx="4769">
                  <c:v>-3</c:v>
                </c:pt>
                <c:pt idx="4770">
                  <c:v>-3</c:v>
                </c:pt>
                <c:pt idx="4771">
                  <c:v>-3</c:v>
                </c:pt>
                <c:pt idx="4772">
                  <c:v>-3</c:v>
                </c:pt>
                <c:pt idx="4773">
                  <c:v>-3</c:v>
                </c:pt>
                <c:pt idx="4774">
                  <c:v>-3</c:v>
                </c:pt>
                <c:pt idx="4775">
                  <c:v>-3</c:v>
                </c:pt>
                <c:pt idx="4776">
                  <c:v>-3</c:v>
                </c:pt>
                <c:pt idx="4777">
                  <c:v>-3</c:v>
                </c:pt>
                <c:pt idx="4778">
                  <c:v>-3</c:v>
                </c:pt>
                <c:pt idx="4779">
                  <c:v>-3</c:v>
                </c:pt>
                <c:pt idx="4780">
                  <c:v>-3</c:v>
                </c:pt>
                <c:pt idx="4781">
                  <c:v>-3</c:v>
                </c:pt>
                <c:pt idx="4782">
                  <c:v>-3</c:v>
                </c:pt>
                <c:pt idx="4783">
                  <c:v>-3</c:v>
                </c:pt>
                <c:pt idx="4784">
                  <c:v>-3</c:v>
                </c:pt>
                <c:pt idx="4785">
                  <c:v>-3</c:v>
                </c:pt>
                <c:pt idx="4786">
                  <c:v>-3</c:v>
                </c:pt>
                <c:pt idx="4787">
                  <c:v>-3</c:v>
                </c:pt>
                <c:pt idx="4788">
                  <c:v>-3</c:v>
                </c:pt>
                <c:pt idx="4789">
                  <c:v>-3</c:v>
                </c:pt>
                <c:pt idx="4790">
                  <c:v>-3</c:v>
                </c:pt>
                <c:pt idx="4791">
                  <c:v>-3</c:v>
                </c:pt>
                <c:pt idx="4792">
                  <c:v>-3</c:v>
                </c:pt>
                <c:pt idx="4793">
                  <c:v>-3</c:v>
                </c:pt>
                <c:pt idx="4794">
                  <c:v>-3</c:v>
                </c:pt>
                <c:pt idx="4795">
                  <c:v>-3</c:v>
                </c:pt>
                <c:pt idx="4796">
                  <c:v>-3</c:v>
                </c:pt>
                <c:pt idx="4797">
                  <c:v>-3</c:v>
                </c:pt>
                <c:pt idx="4798">
                  <c:v>-3</c:v>
                </c:pt>
                <c:pt idx="4799">
                  <c:v>-3</c:v>
                </c:pt>
                <c:pt idx="4800">
                  <c:v>-3</c:v>
                </c:pt>
                <c:pt idx="4801">
                  <c:v>-3</c:v>
                </c:pt>
                <c:pt idx="4802">
                  <c:v>-3</c:v>
                </c:pt>
                <c:pt idx="4803">
                  <c:v>-3</c:v>
                </c:pt>
                <c:pt idx="4804">
                  <c:v>-3</c:v>
                </c:pt>
                <c:pt idx="4805">
                  <c:v>-3</c:v>
                </c:pt>
                <c:pt idx="4806">
                  <c:v>-3</c:v>
                </c:pt>
                <c:pt idx="4807">
                  <c:v>-3</c:v>
                </c:pt>
                <c:pt idx="4808">
                  <c:v>-3</c:v>
                </c:pt>
                <c:pt idx="4809">
                  <c:v>-3</c:v>
                </c:pt>
                <c:pt idx="4810">
                  <c:v>-3</c:v>
                </c:pt>
                <c:pt idx="4811">
                  <c:v>-3</c:v>
                </c:pt>
                <c:pt idx="4812">
                  <c:v>-3</c:v>
                </c:pt>
                <c:pt idx="4813">
                  <c:v>-3</c:v>
                </c:pt>
                <c:pt idx="4814">
                  <c:v>-3</c:v>
                </c:pt>
                <c:pt idx="4815">
                  <c:v>-3</c:v>
                </c:pt>
                <c:pt idx="4816">
                  <c:v>-3</c:v>
                </c:pt>
                <c:pt idx="4817">
                  <c:v>-3</c:v>
                </c:pt>
                <c:pt idx="4818">
                  <c:v>-3</c:v>
                </c:pt>
                <c:pt idx="4819">
                  <c:v>-3</c:v>
                </c:pt>
                <c:pt idx="4820">
                  <c:v>-3</c:v>
                </c:pt>
                <c:pt idx="4821">
                  <c:v>-3</c:v>
                </c:pt>
                <c:pt idx="4822">
                  <c:v>-3</c:v>
                </c:pt>
                <c:pt idx="4823">
                  <c:v>-3</c:v>
                </c:pt>
                <c:pt idx="4824">
                  <c:v>-3</c:v>
                </c:pt>
                <c:pt idx="4825">
                  <c:v>-3</c:v>
                </c:pt>
                <c:pt idx="4826">
                  <c:v>-3</c:v>
                </c:pt>
                <c:pt idx="4827">
                  <c:v>-3</c:v>
                </c:pt>
                <c:pt idx="4828">
                  <c:v>-3</c:v>
                </c:pt>
                <c:pt idx="4829">
                  <c:v>-3</c:v>
                </c:pt>
                <c:pt idx="4830">
                  <c:v>-3</c:v>
                </c:pt>
                <c:pt idx="4831">
                  <c:v>-3</c:v>
                </c:pt>
                <c:pt idx="4832">
                  <c:v>-3</c:v>
                </c:pt>
                <c:pt idx="4833">
                  <c:v>-3</c:v>
                </c:pt>
                <c:pt idx="4834">
                  <c:v>-3</c:v>
                </c:pt>
                <c:pt idx="4835">
                  <c:v>-3</c:v>
                </c:pt>
                <c:pt idx="4836">
                  <c:v>-3</c:v>
                </c:pt>
                <c:pt idx="4837">
                  <c:v>-3</c:v>
                </c:pt>
                <c:pt idx="4838">
                  <c:v>-3</c:v>
                </c:pt>
                <c:pt idx="4839">
                  <c:v>-3</c:v>
                </c:pt>
                <c:pt idx="4840">
                  <c:v>-3</c:v>
                </c:pt>
                <c:pt idx="4841">
                  <c:v>-3</c:v>
                </c:pt>
                <c:pt idx="4842">
                  <c:v>-3</c:v>
                </c:pt>
                <c:pt idx="4843">
                  <c:v>-3</c:v>
                </c:pt>
                <c:pt idx="4844">
                  <c:v>-3</c:v>
                </c:pt>
                <c:pt idx="4845">
                  <c:v>-3</c:v>
                </c:pt>
                <c:pt idx="4846">
                  <c:v>-3</c:v>
                </c:pt>
                <c:pt idx="4847">
                  <c:v>-3</c:v>
                </c:pt>
                <c:pt idx="4848">
                  <c:v>-3</c:v>
                </c:pt>
                <c:pt idx="4849">
                  <c:v>-3</c:v>
                </c:pt>
                <c:pt idx="4850">
                  <c:v>-3</c:v>
                </c:pt>
                <c:pt idx="4851">
                  <c:v>-3</c:v>
                </c:pt>
                <c:pt idx="4852">
                  <c:v>-3</c:v>
                </c:pt>
                <c:pt idx="4853">
                  <c:v>-3</c:v>
                </c:pt>
                <c:pt idx="4854">
                  <c:v>-3</c:v>
                </c:pt>
                <c:pt idx="4855">
                  <c:v>-3</c:v>
                </c:pt>
                <c:pt idx="4856">
                  <c:v>-3</c:v>
                </c:pt>
                <c:pt idx="4857">
                  <c:v>-3</c:v>
                </c:pt>
                <c:pt idx="4858">
                  <c:v>-3</c:v>
                </c:pt>
                <c:pt idx="4859">
                  <c:v>-3</c:v>
                </c:pt>
                <c:pt idx="4860">
                  <c:v>-3</c:v>
                </c:pt>
                <c:pt idx="4861">
                  <c:v>-3</c:v>
                </c:pt>
                <c:pt idx="4862">
                  <c:v>-3</c:v>
                </c:pt>
                <c:pt idx="4863">
                  <c:v>-3</c:v>
                </c:pt>
                <c:pt idx="4864">
                  <c:v>-3</c:v>
                </c:pt>
                <c:pt idx="4865">
                  <c:v>-3</c:v>
                </c:pt>
                <c:pt idx="4866">
                  <c:v>-3</c:v>
                </c:pt>
                <c:pt idx="4867">
                  <c:v>-3</c:v>
                </c:pt>
                <c:pt idx="4868">
                  <c:v>-3</c:v>
                </c:pt>
                <c:pt idx="4869">
                  <c:v>-3</c:v>
                </c:pt>
                <c:pt idx="4870">
                  <c:v>-3</c:v>
                </c:pt>
                <c:pt idx="4871">
                  <c:v>-3</c:v>
                </c:pt>
                <c:pt idx="4872">
                  <c:v>-3</c:v>
                </c:pt>
                <c:pt idx="4873">
                  <c:v>-3</c:v>
                </c:pt>
                <c:pt idx="4874">
                  <c:v>-3</c:v>
                </c:pt>
                <c:pt idx="4875">
                  <c:v>-3</c:v>
                </c:pt>
                <c:pt idx="4876">
                  <c:v>-3</c:v>
                </c:pt>
                <c:pt idx="4877">
                  <c:v>-3</c:v>
                </c:pt>
                <c:pt idx="4878">
                  <c:v>-3</c:v>
                </c:pt>
                <c:pt idx="4879">
                  <c:v>-3</c:v>
                </c:pt>
                <c:pt idx="4880">
                  <c:v>-3</c:v>
                </c:pt>
                <c:pt idx="4881">
                  <c:v>-3</c:v>
                </c:pt>
                <c:pt idx="4882">
                  <c:v>-3</c:v>
                </c:pt>
                <c:pt idx="4883">
                  <c:v>-3</c:v>
                </c:pt>
                <c:pt idx="4884">
                  <c:v>-3</c:v>
                </c:pt>
                <c:pt idx="4885">
                  <c:v>-3</c:v>
                </c:pt>
                <c:pt idx="4886">
                  <c:v>-3</c:v>
                </c:pt>
                <c:pt idx="4887">
                  <c:v>-3</c:v>
                </c:pt>
                <c:pt idx="4888">
                  <c:v>-3</c:v>
                </c:pt>
                <c:pt idx="4889">
                  <c:v>-3</c:v>
                </c:pt>
                <c:pt idx="4890">
                  <c:v>-3</c:v>
                </c:pt>
                <c:pt idx="4891">
                  <c:v>-3</c:v>
                </c:pt>
                <c:pt idx="4892">
                  <c:v>-3</c:v>
                </c:pt>
                <c:pt idx="4893">
                  <c:v>-3</c:v>
                </c:pt>
                <c:pt idx="4894">
                  <c:v>-3</c:v>
                </c:pt>
                <c:pt idx="4895">
                  <c:v>-3</c:v>
                </c:pt>
                <c:pt idx="4896">
                  <c:v>-3</c:v>
                </c:pt>
                <c:pt idx="4897">
                  <c:v>-3</c:v>
                </c:pt>
                <c:pt idx="4898">
                  <c:v>-3</c:v>
                </c:pt>
                <c:pt idx="4899">
                  <c:v>-3</c:v>
                </c:pt>
                <c:pt idx="4900">
                  <c:v>-3</c:v>
                </c:pt>
                <c:pt idx="4901">
                  <c:v>-3</c:v>
                </c:pt>
                <c:pt idx="4902">
                  <c:v>-3</c:v>
                </c:pt>
                <c:pt idx="4903">
                  <c:v>-3</c:v>
                </c:pt>
                <c:pt idx="4904">
                  <c:v>-3</c:v>
                </c:pt>
                <c:pt idx="4905">
                  <c:v>-3</c:v>
                </c:pt>
                <c:pt idx="4906">
                  <c:v>-3</c:v>
                </c:pt>
                <c:pt idx="4907">
                  <c:v>-3</c:v>
                </c:pt>
                <c:pt idx="4908">
                  <c:v>-3</c:v>
                </c:pt>
                <c:pt idx="4909">
                  <c:v>-3</c:v>
                </c:pt>
                <c:pt idx="4910">
                  <c:v>-3</c:v>
                </c:pt>
                <c:pt idx="4911">
                  <c:v>-3</c:v>
                </c:pt>
                <c:pt idx="4912">
                  <c:v>-3</c:v>
                </c:pt>
                <c:pt idx="4913">
                  <c:v>-3</c:v>
                </c:pt>
                <c:pt idx="4914">
                  <c:v>-3</c:v>
                </c:pt>
                <c:pt idx="4915">
                  <c:v>-3</c:v>
                </c:pt>
                <c:pt idx="4916">
                  <c:v>-3</c:v>
                </c:pt>
                <c:pt idx="4917">
                  <c:v>-3</c:v>
                </c:pt>
                <c:pt idx="4918">
                  <c:v>-3</c:v>
                </c:pt>
                <c:pt idx="4919">
                  <c:v>-3</c:v>
                </c:pt>
                <c:pt idx="4920">
                  <c:v>-3</c:v>
                </c:pt>
                <c:pt idx="4921">
                  <c:v>-3</c:v>
                </c:pt>
                <c:pt idx="4922">
                  <c:v>-3</c:v>
                </c:pt>
                <c:pt idx="4923">
                  <c:v>-3</c:v>
                </c:pt>
                <c:pt idx="4924">
                  <c:v>-3</c:v>
                </c:pt>
                <c:pt idx="4925">
                  <c:v>-3</c:v>
                </c:pt>
                <c:pt idx="4926">
                  <c:v>-3</c:v>
                </c:pt>
                <c:pt idx="4927">
                  <c:v>-3</c:v>
                </c:pt>
                <c:pt idx="4928">
                  <c:v>-3</c:v>
                </c:pt>
                <c:pt idx="4929">
                  <c:v>-3</c:v>
                </c:pt>
                <c:pt idx="4930">
                  <c:v>-3</c:v>
                </c:pt>
                <c:pt idx="4931">
                  <c:v>-3</c:v>
                </c:pt>
                <c:pt idx="4932">
                  <c:v>-3</c:v>
                </c:pt>
                <c:pt idx="4933">
                  <c:v>-3</c:v>
                </c:pt>
                <c:pt idx="4934">
                  <c:v>-3</c:v>
                </c:pt>
                <c:pt idx="4935">
                  <c:v>-3</c:v>
                </c:pt>
                <c:pt idx="4936">
                  <c:v>-3</c:v>
                </c:pt>
                <c:pt idx="4937">
                  <c:v>-3</c:v>
                </c:pt>
                <c:pt idx="4938">
                  <c:v>-3</c:v>
                </c:pt>
                <c:pt idx="4939">
                  <c:v>-3</c:v>
                </c:pt>
                <c:pt idx="4940">
                  <c:v>-3</c:v>
                </c:pt>
                <c:pt idx="4941">
                  <c:v>-3</c:v>
                </c:pt>
                <c:pt idx="4942">
                  <c:v>-3</c:v>
                </c:pt>
                <c:pt idx="4943">
                  <c:v>-3</c:v>
                </c:pt>
                <c:pt idx="4944">
                  <c:v>-3</c:v>
                </c:pt>
                <c:pt idx="4945">
                  <c:v>-3</c:v>
                </c:pt>
                <c:pt idx="4946">
                  <c:v>-3</c:v>
                </c:pt>
                <c:pt idx="4947">
                  <c:v>-3</c:v>
                </c:pt>
                <c:pt idx="4948">
                  <c:v>-3</c:v>
                </c:pt>
                <c:pt idx="4949">
                  <c:v>-3</c:v>
                </c:pt>
                <c:pt idx="4950">
                  <c:v>-3</c:v>
                </c:pt>
                <c:pt idx="4951">
                  <c:v>-3</c:v>
                </c:pt>
                <c:pt idx="4952">
                  <c:v>-3</c:v>
                </c:pt>
                <c:pt idx="4953">
                  <c:v>-3</c:v>
                </c:pt>
                <c:pt idx="4954">
                  <c:v>-3</c:v>
                </c:pt>
                <c:pt idx="4955">
                  <c:v>-3</c:v>
                </c:pt>
                <c:pt idx="4956">
                  <c:v>-3</c:v>
                </c:pt>
                <c:pt idx="4957">
                  <c:v>-3</c:v>
                </c:pt>
                <c:pt idx="4958">
                  <c:v>-3</c:v>
                </c:pt>
                <c:pt idx="4959">
                  <c:v>-3</c:v>
                </c:pt>
                <c:pt idx="4960">
                  <c:v>-3</c:v>
                </c:pt>
                <c:pt idx="4961">
                  <c:v>-3</c:v>
                </c:pt>
                <c:pt idx="4962">
                  <c:v>-3</c:v>
                </c:pt>
                <c:pt idx="4963">
                  <c:v>-3</c:v>
                </c:pt>
                <c:pt idx="4964">
                  <c:v>-3</c:v>
                </c:pt>
                <c:pt idx="4965">
                  <c:v>-3</c:v>
                </c:pt>
                <c:pt idx="4966">
                  <c:v>-3</c:v>
                </c:pt>
                <c:pt idx="4967">
                  <c:v>-3</c:v>
                </c:pt>
                <c:pt idx="4968">
                  <c:v>-3</c:v>
                </c:pt>
                <c:pt idx="4969">
                  <c:v>-3</c:v>
                </c:pt>
                <c:pt idx="4970">
                  <c:v>-3</c:v>
                </c:pt>
                <c:pt idx="4971">
                  <c:v>-3</c:v>
                </c:pt>
                <c:pt idx="4972">
                  <c:v>-3</c:v>
                </c:pt>
                <c:pt idx="4973">
                  <c:v>-3</c:v>
                </c:pt>
                <c:pt idx="4974">
                  <c:v>-3</c:v>
                </c:pt>
                <c:pt idx="4975">
                  <c:v>-3</c:v>
                </c:pt>
                <c:pt idx="4976">
                  <c:v>-3</c:v>
                </c:pt>
                <c:pt idx="4977">
                  <c:v>-3</c:v>
                </c:pt>
                <c:pt idx="4978">
                  <c:v>-3</c:v>
                </c:pt>
                <c:pt idx="4979">
                  <c:v>-3</c:v>
                </c:pt>
                <c:pt idx="4980">
                  <c:v>-3</c:v>
                </c:pt>
                <c:pt idx="4981">
                  <c:v>-3</c:v>
                </c:pt>
                <c:pt idx="4982">
                  <c:v>-3</c:v>
                </c:pt>
                <c:pt idx="4983">
                  <c:v>-3</c:v>
                </c:pt>
                <c:pt idx="4984">
                  <c:v>-3</c:v>
                </c:pt>
                <c:pt idx="4985">
                  <c:v>-3</c:v>
                </c:pt>
                <c:pt idx="4986">
                  <c:v>-3</c:v>
                </c:pt>
                <c:pt idx="4987">
                  <c:v>-3</c:v>
                </c:pt>
                <c:pt idx="4988">
                  <c:v>-3</c:v>
                </c:pt>
                <c:pt idx="4989">
                  <c:v>-3</c:v>
                </c:pt>
                <c:pt idx="4990">
                  <c:v>-3</c:v>
                </c:pt>
                <c:pt idx="4991">
                  <c:v>-3</c:v>
                </c:pt>
                <c:pt idx="4992">
                  <c:v>-3</c:v>
                </c:pt>
                <c:pt idx="4993">
                  <c:v>-3</c:v>
                </c:pt>
                <c:pt idx="4994">
                  <c:v>-3</c:v>
                </c:pt>
                <c:pt idx="4995">
                  <c:v>-3</c:v>
                </c:pt>
                <c:pt idx="4996">
                  <c:v>-3</c:v>
                </c:pt>
                <c:pt idx="4997">
                  <c:v>-3</c:v>
                </c:pt>
                <c:pt idx="4998">
                  <c:v>-3</c:v>
                </c:pt>
                <c:pt idx="4999">
                  <c:v>-3</c:v>
                </c:pt>
                <c:pt idx="5000">
                  <c:v>-3</c:v>
                </c:pt>
                <c:pt idx="5001">
                  <c:v>-3</c:v>
                </c:pt>
                <c:pt idx="5002">
                  <c:v>-3</c:v>
                </c:pt>
                <c:pt idx="5003">
                  <c:v>-3</c:v>
                </c:pt>
                <c:pt idx="5004">
                  <c:v>-3</c:v>
                </c:pt>
                <c:pt idx="5005">
                  <c:v>-3</c:v>
                </c:pt>
                <c:pt idx="5006">
                  <c:v>-3</c:v>
                </c:pt>
                <c:pt idx="5007">
                  <c:v>-3</c:v>
                </c:pt>
                <c:pt idx="5008">
                  <c:v>-3</c:v>
                </c:pt>
                <c:pt idx="5009">
                  <c:v>-3</c:v>
                </c:pt>
                <c:pt idx="5010">
                  <c:v>-3</c:v>
                </c:pt>
                <c:pt idx="5011">
                  <c:v>-3</c:v>
                </c:pt>
                <c:pt idx="5012">
                  <c:v>-3</c:v>
                </c:pt>
                <c:pt idx="5013">
                  <c:v>-3</c:v>
                </c:pt>
                <c:pt idx="5014">
                  <c:v>-3</c:v>
                </c:pt>
                <c:pt idx="5015">
                  <c:v>-3</c:v>
                </c:pt>
                <c:pt idx="5016">
                  <c:v>-3</c:v>
                </c:pt>
                <c:pt idx="5017">
                  <c:v>-3</c:v>
                </c:pt>
                <c:pt idx="5018">
                  <c:v>-3</c:v>
                </c:pt>
                <c:pt idx="5019">
                  <c:v>-3</c:v>
                </c:pt>
                <c:pt idx="5020">
                  <c:v>-3</c:v>
                </c:pt>
                <c:pt idx="5021">
                  <c:v>-3</c:v>
                </c:pt>
                <c:pt idx="5022">
                  <c:v>-3</c:v>
                </c:pt>
                <c:pt idx="5023">
                  <c:v>-3</c:v>
                </c:pt>
                <c:pt idx="5024">
                  <c:v>-3</c:v>
                </c:pt>
                <c:pt idx="5025">
                  <c:v>-3</c:v>
                </c:pt>
                <c:pt idx="5026">
                  <c:v>-3</c:v>
                </c:pt>
                <c:pt idx="5027">
                  <c:v>-3</c:v>
                </c:pt>
                <c:pt idx="5028">
                  <c:v>-3</c:v>
                </c:pt>
                <c:pt idx="5029">
                  <c:v>-3</c:v>
                </c:pt>
                <c:pt idx="5030">
                  <c:v>-3</c:v>
                </c:pt>
                <c:pt idx="5031">
                  <c:v>-3</c:v>
                </c:pt>
                <c:pt idx="5032">
                  <c:v>-3</c:v>
                </c:pt>
                <c:pt idx="5033">
                  <c:v>-3</c:v>
                </c:pt>
                <c:pt idx="5034">
                  <c:v>-3</c:v>
                </c:pt>
                <c:pt idx="5035">
                  <c:v>-3</c:v>
                </c:pt>
                <c:pt idx="5036">
                  <c:v>-3</c:v>
                </c:pt>
                <c:pt idx="5037">
                  <c:v>-3</c:v>
                </c:pt>
                <c:pt idx="5038">
                  <c:v>-3</c:v>
                </c:pt>
                <c:pt idx="5039">
                  <c:v>-3</c:v>
                </c:pt>
                <c:pt idx="5040">
                  <c:v>-3</c:v>
                </c:pt>
                <c:pt idx="5041">
                  <c:v>-3</c:v>
                </c:pt>
                <c:pt idx="5042">
                  <c:v>-3</c:v>
                </c:pt>
                <c:pt idx="5043">
                  <c:v>-3</c:v>
                </c:pt>
                <c:pt idx="5044">
                  <c:v>-3</c:v>
                </c:pt>
                <c:pt idx="5045">
                  <c:v>-3</c:v>
                </c:pt>
                <c:pt idx="5046">
                  <c:v>-3</c:v>
                </c:pt>
                <c:pt idx="5047">
                  <c:v>-3</c:v>
                </c:pt>
                <c:pt idx="5048">
                  <c:v>-3</c:v>
                </c:pt>
                <c:pt idx="5049">
                  <c:v>-3</c:v>
                </c:pt>
                <c:pt idx="5050">
                  <c:v>-3</c:v>
                </c:pt>
                <c:pt idx="5051">
                  <c:v>-3</c:v>
                </c:pt>
                <c:pt idx="5052">
                  <c:v>-3</c:v>
                </c:pt>
                <c:pt idx="5053">
                  <c:v>-3</c:v>
                </c:pt>
                <c:pt idx="5054">
                  <c:v>-3</c:v>
                </c:pt>
                <c:pt idx="5055">
                  <c:v>-3</c:v>
                </c:pt>
                <c:pt idx="5056">
                  <c:v>-3</c:v>
                </c:pt>
                <c:pt idx="5057">
                  <c:v>-3</c:v>
                </c:pt>
                <c:pt idx="5058">
                  <c:v>-3</c:v>
                </c:pt>
                <c:pt idx="5059">
                  <c:v>-3</c:v>
                </c:pt>
                <c:pt idx="5060">
                  <c:v>-3</c:v>
                </c:pt>
                <c:pt idx="5061">
                  <c:v>-3</c:v>
                </c:pt>
                <c:pt idx="5062">
                  <c:v>-3</c:v>
                </c:pt>
                <c:pt idx="5063">
                  <c:v>-3</c:v>
                </c:pt>
                <c:pt idx="5064">
                  <c:v>-3</c:v>
                </c:pt>
                <c:pt idx="5065">
                  <c:v>-3</c:v>
                </c:pt>
                <c:pt idx="5066">
                  <c:v>-3</c:v>
                </c:pt>
                <c:pt idx="5067">
                  <c:v>-3</c:v>
                </c:pt>
                <c:pt idx="5068">
                  <c:v>-3</c:v>
                </c:pt>
                <c:pt idx="5069">
                  <c:v>-3</c:v>
                </c:pt>
                <c:pt idx="5070">
                  <c:v>-3</c:v>
                </c:pt>
                <c:pt idx="5071">
                  <c:v>-3</c:v>
                </c:pt>
                <c:pt idx="5072">
                  <c:v>-3</c:v>
                </c:pt>
                <c:pt idx="5073">
                  <c:v>-3</c:v>
                </c:pt>
                <c:pt idx="5074">
                  <c:v>-3</c:v>
                </c:pt>
                <c:pt idx="5075">
                  <c:v>-3</c:v>
                </c:pt>
                <c:pt idx="5076">
                  <c:v>-3</c:v>
                </c:pt>
                <c:pt idx="5077">
                  <c:v>-3</c:v>
                </c:pt>
                <c:pt idx="5078">
                  <c:v>-3</c:v>
                </c:pt>
                <c:pt idx="5079">
                  <c:v>-3</c:v>
                </c:pt>
                <c:pt idx="5080">
                  <c:v>-3</c:v>
                </c:pt>
                <c:pt idx="5081">
                  <c:v>-3</c:v>
                </c:pt>
                <c:pt idx="5082">
                  <c:v>-3</c:v>
                </c:pt>
                <c:pt idx="5083">
                  <c:v>-3</c:v>
                </c:pt>
                <c:pt idx="5084">
                  <c:v>-3</c:v>
                </c:pt>
                <c:pt idx="5085">
                  <c:v>-3</c:v>
                </c:pt>
                <c:pt idx="5086">
                  <c:v>-3</c:v>
                </c:pt>
                <c:pt idx="5087">
                  <c:v>-3</c:v>
                </c:pt>
                <c:pt idx="5088">
                  <c:v>-3</c:v>
                </c:pt>
                <c:pt idx="5089">
                  <c:v>-3</c:v>
                </c:pt>
                <c:pt idx="5090">
                  <c:v>-3</c:v>
                </c:pt>
                <c:pt idx="5091">
                  <c:v>-3</c:v>
                </c:pt>
                <c:pt idx="5092">
                  <c:v>-3</c:v>
                </c:pt>
                <c:pt idx="5093">
                  <c:v>-3</c:v>
                </c:pt>
                <c:pt idx="5094">
                  <c:v>-3</c:v>
                </c:pt>
                <c:pt idx="5095">
                  <c:v>-3</c:v>
                </c:pt>
                <c:pt idx="5096">
                  <c:v>-3</c:v>
                </c:pt>
                <c:pt idx="5097">
                  <c:v>-3</c:v>
                </c:pt>
                <c:pt idx="5098">
                  <c:v>-3</c:v>
                </c:pt>
                <c:pt idx="5099">
                  <c:v>-3</c:v>
                </c:pt>
                <c:pt idx="5100">
                  <c:v>-3</c:v>
                </c:pt>
                <c:pt idx="5101">
                  <c:v>-3</c:v>
                </c:pt>
                <c:pt idx="5102">
                  <c:v>-3</c:v>
                </c:pt>
                <c:pt idx="5103">
                  <c:v>-3</c:v>
                </c:pt>
                <c:pt idx="5104">
                  <c:v>-3</c:v>
                </c:pt>
                <c:pt idx="5105">
                  <c:v>-3</c:v>
                </c:pt>
                <c:pt idx="5106">
                  <c:v>-3</c:v>
                </c:pt>
                <c:pt idx="5107">
                  <c:v>-3</c:v>
                </c:pt>
                <c:pt idx="5108">
                  <c:v>-3</c:v>
                </c:pt>
                <c:pt idx="5109">
                  <c:v>-3</c:v>
                </c:pt>
                <c:pt idx="5110">
                  <c:v>-3</c:v>
                </c:pt>
                <c:pt idx="5111">
                  <c:v>-3</c:v>
                </c:pt>
                <c:pt idx="5112">
                  <c:v>-3</c:v>
                </c:pt>
                <c:pt idx="5113">
                  <c:v>-3</c:v>
                </c:pt>
                <c:pt idx="5114">
                  <c:v>-3</c:v>
                </c:pt>
                <c:pt idx="5115">
                  <c:v>-3</c:v>
                </c:pt>
                <c:pt idx="5116">
                  <c:v>-3</c:v>
                </c:pt>
                <c:pt idx="5117">
                  <c:v>-3</c:v>
                </c:pt>
                <c:pt idx="5118">
                  <c:v>-3</c:v>
                </c:pt>
                <c:pt idx="5119">
                  <c:v>-3</c:v>
                </c:pt>
                <c:pt idx="5120">
                  <c:v>-3</c:v>
                </c:pt>
                <c:pt idx="5121">
                  <c:v>-3</c:v>
                </c:pt>
                <c:pt idx="5122">
                  <c:v>-3</c:v>
                </c:pt>
                <c:pt idx="5123">
                  <c:v>-3</c:v>
                </c:pt>
                <c:pt idx="5124">
                  <c:v>-3</c:v>
                </c:pt>
                <c:pt idx="5125">
                  <c:v>-3</c:v>
                </c:pt>
                <c:pt idx="5126">
                  <c:v>-3</c:v>
                </c:pt>
                <c:pt idx="5127">
                  <c:v>-3</c:v>
                </c:pt>
                <c:pt idx="5128">
                  <c:v>-3</c:v>
                </c:pt>
                <c:pt idx="5129">
                  <c:v>-3</c:v>
                </c:pt>
                <c:pt idx="5130">
                  <c:v>-3</c:v>
                </c:pt>
                <c:pt idx="5131">
                  <c:v>-3</c:v>
                </c:pt>
                <c:pt idx="5132">
                  <c:v>-3</c:v>
                </c:pt>
                <c:pt idx="5133">
                  <c:v>-3</c:v>
                </c:pt>
                <c:pt idx="5134">
                  <c:v>-3</c:v>
                </c:pt>
                <c:pt idx="5135">
                  <c:v>-3</c:v>
                </c:pt>
                <c:pt idx="5136">
                  <c:v>-3</c:v>
                </c:pt>
                <c:pt idx="5137">
                  <c:v>-3</c:v>
                </c:pt>
                <c:pt idx="5138">
                  <c:v>-3</c:v>
                </c:pt>
                <c:pt idx="5139">
                  <c:v>-3</c:v>
                </c:pt>
                <c:pt idx="5140">
                  <c:v>-3</c:v>
                </c:pt>
                <c:pt idx="5141">
                  <c:v>-3</c:v>
                </c:pt>
                <c:pt idx="5142">
                  <c:v>-3</c:v>
                </c:pt>
                <c:pt idx="5143">
                  <c:v>-3</c:v>
                </c:pt>
                <c:pt idx="5144">
                  <c:v>-3</c:v>
                </c:pt>
                <c:pt idx="5145">
                  <c:v>-3</c:v>
                </c:pt>
                <c:pt idx="5146">
                  <c:v>-3</c:v>
                </c:pt>
                <c:pt idx="5147">
                  <c:v>-3</c:v>
                </c:pt>
                <c:pt idx="5148">
                  <c:v>-3</c:v>
                </c:pt>
                <c:pt idx="5149">
                  <c:v>-3</c:v>
                </c:pt>
                <c:pt idx="5150">
                  <c:v>-3</c:v>
                </c:pt>
                <c:pt idx="5151">
                  <c:v>-3</c:v>
                </c:pt>
                <c:pt idx="5152">
                  <c:v>-3</c:v>
                </c:pt>
                <c:pt idx="5153">
                  <c:v>-3</c:v>
                </c:pt>
                <c:pt idx="5154">
                  <c:v>-3</c:v>
                </c:pt>
                <c:pt idx="5155">
                  <c:v>-3</c:v>
                </c:pt>
                <c:pt idx="5156">
                  <c:v>-3</c:v>
                </c:pt>
                <c:pt idx="5157">
                  <c:v>-3</c:v>
                </c:pt>
                <c:pt idx="5158">
                  <c:v>-3</c:v>
                </c:pt>
                <c:pt idx="5159">
                  <c:v>-3</c:v>
                </c:pt>
                <c:pt idx="5160">
                  <c:v>-3</c:v>
                </c:pt>
                <c:pt idx="5161">
                  <c:v>-3</c:v>
                </c:pt>
                <c:pt idx="5162">
                  <c:v>-3</c:v>
                </c:pt>
                <c:pt idx="5163">
                  <c:v>-3</c:v>
                </c:pt>
                <c:pt idx="5164">
                  <c:v>-3</c:v>
                </c:pt>
                <c:pt idx="5165">
                  <c:v>-3</c:v>
                </c:pt>
                <c:pt idx="5166">
                  <c:v>-3</c:v>
                </c:pt>
                <c:pt idx="5167">
                  <c:v>-3</c:v>
                </c:pt>
                <c:pt idx="5168">
                  <c:v>-3</c:v>
                </c:pt>
                <c:pt idx="5169">
                  <c:v>-3</c:v>
                </c:pt>
                <c:pt idx="5170">
                  <c:v>-3</c:v>
                </c:pt>
                <c:pt idx="5171">
                  <c:v>-3</c:v>
                </c:pt>
                <c:pt idx="5172">
                  <c:v>-3</c:v>
                </c:pt>
                <c:pt idx="5173">
                  <c:v>-3</c:v>
                </c:pt>
                <c:pt idx="5174">
                  <c:v>-3</c:v>
                </c:pt>
                <c:pt idx="5175">
                  <c:v>-3</c:v>
                </c:pt>
                <c:pt idx="5176">
                  <c:v>-3</c:v>
                </c:pt>
                <c:pt idx="5177">
                  <c:v>-3</c:v>
                </c:pt>
                <c:pt idx="5178">
                  <c:v>-3</c:v>
                </c:pt>
                <c:pt idx="5179">
                  <c:v>-3</c:v>
                </c:pt>
                <c:pt idx="5180">
                  <c:v>-3</c:v>
                </c:pt>
                <c:pt idx="5181">
                  <c:v>-3</c:v>
                </c:pt>
                <c:pt idx="5182">
                  <c:v>-3</c:v>
                </c:pt>
                <c:pt idx="5183">
                  <c:v>-3</c:v>
                </c:pt>
                <c:pt idx="5184">
                  <c:v>-3</c:v>
                </c:pt>
                <c:pt idx="5185">
                  <c:v>-3</c:v>
                </c:pt>
                <c:pt idx="5186">
                  <c:v>-3</c:v>
                </c:pt>
                <c:pt idx="5187">
                  <c:v>-3</c:v>
                </c:pt>
                <c:pt idx="5188">
                  <c:v>-3</c:v>
                </c:pt>
                <c:pt idx="5189">
                  <c:v>-3</c:v>
                </c:pt>
                <c:pt idx="5190">
                  <c:v>-3</c:v>
                </c:pt>
                <c:pt idx="5191">
                  <c:v>-3</c:v>
                </c:pt>
                <c:pt idx="5192">
                  <c:v>-3</c:v>
                </c:pt>
                <c:pt idx="5193">
                  <c:v>-3</c:v>
                </c:pt>
                <c:pt idx="5194">
                  <c:v>-3</c:v>
                </c:pt>
                <c:pt idx="5195">
                  <c:v>-3</c:v>
                </c:pt>
                <c:pt idx="5196">
                  <c:v>-3</c:v>
                </c:pt>
                <c:pt idx="5197">
                  <c:v>-3</c:v>
                </c:pt>
                <c:pt idx="5198">
                  <c:v>-3</c:v>
                </c:pt>
                <c:pt idx="5199">
                  <c:v>-3</c:v>
                </c:pt>
                <c:pt idx="5200">
                  <c:v>-3</c:v>
                </c:pt>
                <c:pt idx="5201">
                  <c:v>-3</c:v>
                </c:pt>
                <c:pt idx="5202">
                  <c:v>-3</c:v>
                </c:pt>
                <c:pt idx="5203">
                  <c:v>-3</c:v>
                </c:pt>
                <c:pt idx="5204">
                  <c:v>-3</c:v>
                </c:pt>
                <c:pt idx="5205">
                  <c:v>-3</c:v>
                </c:pt>
                <c:pt idx="5206">
                  <c:v>-3</c:v>
                </c:pt>
                <c:pt idx="5207">
                  <c:v>-3</c:v>
                </c:pt>
                <c:pt idx="5208">
                  <c:v>-3</c:v>
                </c:pt>
                <c:pt idx="5209">
                  <c:v>-3</c:v>
                </c:pt>
                <c:pt idx="5210">
                  <c:v>-3</c:v>
                </c:pt>
                <c:pt idx="5211">
                  <c:v>-3</c:v>
                </c:pt>
                <c:pt idx="5212">
                  <c:v>-3</c:v>
                </c:pt>
                <c:pt idx="5213">
                  <c:v>-3</c:v>
                </c:pt>
                <c:pt idx="5214">
                  <c:v>-3</c:v>
                </c:pt>
                <c:pt idx="5215">
                  <c:v>-3</c:v>
                </c:pt>
                <c:pt idx="5216">
                  <c:v>-3</c:v>
                </c:pt>
                <c:pt idx="5217">
                  <c:v>-3</c:v>
                </c:pt>
                <c:pt idx="5218">
                  <c:v>-3</c:v>
                </c:pt>
                <c:pt idx="5219">
                  <c:v>-3</c:v>
                </c:pt>
                <c:pt idx="5220">
                  <c:v>-3</c:v>
                </c:pt>
                <c:pt idx="5221">
                  <c:v>-3</c:v>
                </c:pt>
                <c:pt idx="5222">
                  <c:v>-3</c:v>
                </c:pt>
                <c:pt idx="5223">
                  <c:v>-3</c:v>
                </c:pt>
                <c:pt idx="5224">
                  <c:v>-3</c:v>
                </c:pt>
                <c:pt idx="5225">
                  <c:v>-3</c:v>
                </c:pt>
                <c:pt idx="5226">
                  <c:v>-3</c:v>
                </c:pt>
                <c:pt idx="5227">
                  <c:v>-3</c:v>
                </c:pt>
                <c:pt idx="5228">
                  <c:v>-3</c:v>
                </c:pt>
                <c:pt idx="5229">
                  <c:v>-3</c:v>
                </c:pt>
                <c:pt idx="5230">
                  <c:v>-3</c:v>
                </c:pt>
                <c:pt idx="5231">
                  <c:v>-3</c:v>
                </c:pt>
                <c:pt idx="5232">
                  <c:v>-3</c:v>
                </c:pt>
                <c:pt idx="5233">
                  <c:v>-3</c:v>
                </c:pt>
                <c:pt idx="5234">
                  <c:v>-3</c:v>
                </c:pt>
                <c:pt idx="5235">
                  <c:v>-3</c:v>
                </c:pt>
                <c:pt idx="5236">
                  <c:v>-3</c:v>
                </c:pt>
                <c:pt idx="5237">
                  <c:v>-3</c:v>
                </c:pt>
                <c:pt idx="5238">
                  <c:v>-3</c:v>
                </c:pt>
                <c:pt idx="5239">
                  <c:v>-3</c:v>
                </c:pt>
                <c:pt idx="5240">
                  <c:v>-3</c:v>
                </c:pt>
                <c:pt idx="5241">
                  <c:v>-3</c:v>
                </c:pt>
                <c:pt idx="5242">
                  <c:v>-3</c:v>
                </c:pt>
                <c:pt idx="5243">
                  <c:v>-3</c:v>
                </c:pt>
                <c:pt idx="5244">
                  <c:v>-3</c:v>
                </c:pt>
                <c:pt idx="5245">
                  <c:v>-3</c:v>
                </c:pt>
                <c:pt idx="5246">
                  <c:v>-3</c:v>
                </c:pt>
                <c:pt idx="5247">
                  <c:v>-3</c:v>
                </c:pt>
                <c:pt idx="5248">
                  <c:v>-3</c:v>
                </c:pt>
                <c:pt idx="5249">
                  <c:v>-3</c:v>
                </c:pt>
                <c:pt idx="5250">
                  <c:v>-3</c:v>
                </c:pt>
                <c:pt idx="5251">
                  <c:v>-3</c:v>
                </c:pt>
                <c:pt idx="5252">
                  <c:v>-3</c:v>
                </c:pt>
                <c:pt idx="5253">
                  <c:v>-3</c:v>
                </c:pt>
                <c:pt idx="5254">
                  <c:v>-3</c:v>
                </c:pt>
                <c:pt idx="5255">
                  <c:v>-3</c:v>
                </c:pt>
                <c:pt idx="5256">
                  <c:v>-3</c:v>
                </c:pt>
                <c:pt idx="5257">
                  <c:v>-3</c:v>
                </c:pt>
                <c:pt idx="5258">
                  <c:v>-3</c:v>
                </c:pt>
                <c:pt idx="5259">
                  <c:v>-3</c:v>
                </c:pt>
                <c:pt idx="5260">
                  <c:v>-3</c:v>
                </c:pt>
                <c:pt idx="5261">
                  <c:v>-3</c:v>
                </c:pt>
                <c:pt idx="5262">
                  <c:v>-3</c:v>
                </c:pt>
                <c:pt idx="5263">
                  <c:v>-3</c:v>
                </c:pt>
                <c:pt idx="5264">
                  <c:v>-3</c:v>
                </c:pt>
                <c:pt idx="5265">
                  <c:v>-3</c:v>
                </c:pt>
                <c:pt idx="5266">
                  <c:v>-3</c:v>
                </c:pt>
                <c:pt idx="5267">
                  <c:v>-3</c:v>
                </c:pt>
                <c:pt idx="5268">
                  <c:v>-3</c:v>
                </c:pt>
                <c:pt idx="5269">
                  <c:v>-3</c:v>
                </c:pt>
                <c:pt idx="5270">
                  <c:v>-3</c:v>
                </c:pt>
                <c:pt idx="5271">
                  <c:v>-3</c:v>
                </c:pt>
                <c:pt idx="5272">
                  <c:v>-3</c:v>
                </c:pt>
                <c:pt idx="5273">
                  <c:v>-3</c:v>
                </c:pt>
                <c:pt idx="5274">
                  <c:v>-3</c:v>
                </c:pt>
                <c:pt idx="5275">
                  <c:v>-3</c:v>
                </c:pt>
                <c:pt idx="5276">
                  <c:v>-3</c:v>
                </c:pt>
                <c:pt idx="5277">
                  <c:v>-3</c:v>
                </c:pt>
                <c:pt idx="5278">
                  <c:v>-3</c:v>
                </c:pt>
                <c:pt idx="5279">
                  <c:v>-3</c:v>
                </c:pt>
                <c:pt idx="5280">
                  <c:v>-3</c:v>
                </c:pt>
                <c:pt idx="5281">
                  <c:v>-3</c:v>
                </c:pt>
                <c:pt idx="5282">
                  <c:v>-3</c:v>
                </c:pt>
                <c:pt idx="5283">
                  <c:v>-3</c:v>
                </c:pt>
                <c:pt idx="5284">
                  <c:v>-3</c:v>
                </c:pt>
                <c:pt idx="5285">
                  <c:v>-3</c:v>
                </c:pt>
                <c:pt idx="5286">
                  <c:v>-3</c:v>
                </c:pt>
                <c:pt idx="5287">
                  <c:v>-3</c:v>
                </c:pt>
                <c:pt idx="5288">
                  <c:v>-3</c:v>
                </c:pt>
                <c:pt idx="5289">
                  <c:v>-3</c:v>
                </c:pt>
                <c:pt idx="5290">
                  <c:v>-3</c:v>
                </c:pt>
                <c:pt idx="5291">
                  <c:v>-3</c:v>
                </c:pt>
                <c:pt idx="5292">
                  <c:v>-3</c:v>
                </c:pt>
                <c:pt idx="5293">
                  <c:v>-3</c:v>
                </c:pt>
                <c:pt idx="5294">
                  <c:v>-3</c:v>
                </c:pt>
                <c:pt idx="5295">
                  <c:v>-3</c:v>
                </c:pt>
                <c:pt idx="5296">
                  <c:v>-3</c:v>
                </c:pt>
                <c:pt idx="5297">
                  <c:v>-3</c:v>
                </c:pt>
                <c:pt idx="5298">
                  <c:v>-3</c:v>
                </c:pt>
                <c:pt idx="5299">
                  <c:v>-3</c:v>
                </c:pt>
                <c:pt idx="5300">
                  <c:v>-3</c:v>
                </c:pt>
                <c:pt idx="5301">
                  <c:v>-3</c:v>
                </c:pt>
                <c:pt idx="5302">
                  <c:v>-3</c:v>
                </c:pt>
                <c:pt idx="5303">
                  <c:v>-3</c:v>
                </c:pt>
                <c:pt idx="5304">
                  <c:v>-3</c:v>
                </c:pt>
                <c:pt idx="5305">
                  <c:v>-3</c:v>
                </c:pt>
                <c:pt idx="5306">
                  <c:v>-3</c:v>
                </c:pt>
                <c:pt idx="5307">
                  <c:v>-3</c:v>
                </c:pt>
                <c:pt idx="5308">
                  <c:v>-3</c:v>
                </c:pt>
                <c:pt idx="5309">
                  <c:v>-3</c:v>
                </c:pt>
                <c:pt idx="5310">
                  <c:v>-3</c:v>
                </c:pt>
                <c:pt idx="5311">
                  <c:v>-3</c:v>
                </c:pt>
                <c:pt idx="5312">
                  <c:v>-3</c:v>
                </c:pt>
                <c:pt idx="5313">
                  <c:v>-3</c:v>
                </c:pt>
                <c:pt idx="5314">
                  <c:v>-3</c:v>
                </c:pt>
                <c:pt idx="5315">
                  <c:v>-3</c:v>
                </c:pt>
                <c:pt idx="5316">
                  <c:v>-3</c:v>
                </c:pt>
                <c:pt idx="5317">
                  <c:v>-3</c:v>
                </c:pt>
                <c:pt idx="5318">
                  <c:v>-3</c:v>
                </c:pt>
                <c:pt idx="5319">
                  <c:v>-3</c:v>
                </c:pt>
                <c:pt idx="5320">
                  <c:v>-3</c:v>
                </c:pt>
                <c:pt idx="5321">
                  <c:v>-3</c:v>
                </c:pt>
                <c:pt idx="5322">
                  <c:v>-3</c:v>
                </c:pt>
                <c:pt idx="5323">
                  <c:v>-3</c:v>
                </c:pt>
                <c:pt idx="5324">
                  <c:v>-3</c:v>
                </c:pt>
                <c:pt idx="5325">
                  <c:v>-3</c:v>
                </c:pt>
                <c:pt idx="5326">
                  <c:v>-3</c:v>
                </c:pt>
                <c:pt idx="5327">
                  <c:v>-3</c:v>
                </c:pt>
                <c:pt idx="5328">
                  <c:v>-3</c:v>
                </c:pt>
                <c:pt idx="5329">
                  <c:v>-3</c:v>
                </c:pt>
                <c:pt idx="5330">
                  <c:v>-3</c:v>
                </c:pt>
                <c:pt idx="5331">
                  <c:v>-3</c:v>
                </c:pt>
                <c:pt idx="5332">
                  <c:v>-3</c:v>
                </c:pt>
                <c:pt idx="5333">
                  <c:v>-3</c:v>
                </c:pt>
                <c:pt idx="5334">
                  <c:v>-3</c:v>
                </c:pt>
                <c:pt idx="5335">
                  <c:v>-3</c:v>
                </c:pt>
                <c:pt idx="5336">
                  <c:v>-3</c:v>
                </c:pt>
                <c:pt idx="5337">
                  <c:v>-3</c:v>
                </c:pt>
                <c:pt idx="5338">
                  <c:v>-3</c:v>
                </c:pt>
                <c:pt idx="5339">
                  <c:v>-3</c:v>
                </c:pt>
                <c:pt idx="5340">
                  <c:v>-3</c:v>
                </c:pt>
                <c:pt idx="5341">
                  <c:v>-3</c:v>
                </c:pt>
                <c:pt idx="5342">
                  <c:v>-3</c:v>
                </c:pt>
                <c:pt idx="5343">
                  <c:v>-3</c:v>
                </c:pt>
                <c:pt idx="5344">
                  <c:v>-3</c:v>
                </c:pt>
                <c:pt idx="5345">
                  <c:v>-3</c:v>
                </c:pt>
                <c:pt idx="5346">
                  <c:v>-3</c:v>
                </c:pt>
                <c:pt idx="5347">
                  <c:v>-3</c:v>
                </c:pt>
                <c:pt idx="5348">
                  <c:v>-3</c:v>
                </c:pt>
                <c:pt idx="5349">
                  <c:v>-3</c:v>
                </c:pt>
                <c:pt idx="5350">
                  <c:v>-3</c:v>
                </c:pt>
                <c:pt idx="5351">
                  <c:v>-3</c:v>
                </c:pt>
                <c:pt idx="5352">
                  <c:v>-3</c:v>
                </c:pt>
                <c:pt idx="5353">
                  <c:v>-3</c:v>
                </c:pt>
                <c:pt idx="5354">
                  <c:v>-3</c:v>
                </c:pt>
                <c:pt idx="5355">
                  <c:v>-3</c:v>
                </c:pt>
                <c:pt idx="5356">
                  <c:v>-3</c:v>
                </c:pt>
                <c:pt idx="5357">
                  <c:v>-3</c:v>
                </c:pt>
                <c:pt idx="5358">
                  <c:v>-3</c:v>
                </c:pt>
                <c:pt idx="5359">
                  <c:v>-3</c:v>
                </c:pt>
                <c:pt idx="5360">
                  <c:v>-3</c:v>
                </c:pt>
                <c:pt idx="5361">
                  <c:v>-3</c:v>
                </c:pt>
                <c:pt idx="5362">
                  <c:v>-3</c:v>
                </c:pt>
                <c:pt idx="5363">
                  <c:v>-3</c:v>
                </c:pt>
                <c:pt idx="5364">
                  <c:v>-3</c:v>
                </c:pt>
                <c:pt idx="5365">
                  <c:v>-3</c:v>
                </c:pt>
                <c:pt idx="5366">
                  <c:v>-3</c:v>
                </c:pt>
                <c:pt idx="5367">
                  <c:v>-3</c:v>
                </c:pt>
                <c:pt idx="5368">
                  <c:v>-3</c:v>
                </c:pt>
                <c:pt idx="5369">
                  <c:v>-3</c:v>
                </c:pt>
                <c:pt idx="5370">
                  <c:v>-3</c:v>
                </c:pt>
                <c:pt idx="5371">
                  <c:v>-3</c:v>
                </c:pt>
                <c:pt idx="5372">
                  <c:v>-3</c:v>
                </c:pt>
                <c:pt idx="5373">
                  <c:v>-3</c:v>
                </c:pt>
                <c:pt idx="5374">
                  <c:v>-3</c:v>
                </c:pt>
                <c:pt idx="5375">
                  <c:v>-3</c:v>
                </c:pt>
                <c:pt idx="5376">
                  <c:v>-3</c:v>
                </c:pt>
                <c:pt idx="5377">
                  <c:v>-3</c:v>
                </c:pt>
                <c:pt idx="5378">
                  <c:v>-3</c:v>
                </c:pt>
                <c:pt idx="5379">
                  <c:v>-3</c:v>
                </c:pt>
                <c:pt idx="5380">
                  <c:v>-3</c:v>
                </c:pt>
                <c:pt idx="5381">
                  <c:v>-3</c:v>
                </c:pt>
                <c:pt idx="5382">
                  <c:v>-3</c:v>
                </c:pt>
                <c:pt idx="5383">
                  <c:v>-3</c:v>
                </c:pt>
                <c:pt idx="5384">
                  <c:v>-3</c:v>
                </c:pt>
                <c:pt idx="5385">
                  <c:v>-3</c:v>
                </c:pt>
                <c:pt idx="5386">
                  <c:v>-3</c:v>
                </c:pt>
                <c:pt idx="5387">
                  <c:v>-3</c:v>
                </c:pt>
                <c:pt idx="5388">
                  <c:v>-3</c:v>
                </c:pt>
                <c:pt idx="5389">
                  <c:v>-3</c:v>
                </c:pt>
                <c:pt idx="5390">
                  <c:v>-3</c:v>
                </c:pt>
                <c:pt idx="5391">
                  <c:v>-3</c:v>
                </c:pt>
                <c:pt idx="5392">
                  <c:v>-3</c:v>
                </c:pt>
                <c:pt idx="5393">
                  <c:v>-3</c:v>
                </c:pt>
                <c:pt idx="5394">
                  <c:v>-3</c:v>
                </c:pt>
                <c:pt idx="5395">
                  <c:v>-3</c:v>
                </c:pt>
                <c:pt idx="5396">
                  <c:v>-3</c:v>
                </c:pt>
                <c:pt idx="5397">
                  <c:v>-3</c:v>
                </c:pt>
                <c:pt idx="5398">
                  <c:v>-3</c:v>
                </c:pt>
                <c:pt idx="5399">
                  <c:v>-3</c:v>
                </c:pt>
                <c:pt idx="5400">
                  <c:v>-3</c:v>
                </c:pt>
                <c:pt idx="5401">
                  <c:v>-3</c:v>
                </c:pt>
                <c:pt idx="5402">
                  <c:v>-3</c:v>
                </c:pt>
                <c:pt idx="5403">
                  <c:v>-3</c:v>
                </c:pt>
                <c:pt idx="5404">
                  <c:v>-3</c:v>
                </c:pt>
                <c:pt idx="5405">
                  <c:v>-3</c:v>
                </c:pt>
                <c:pt idx="5406">
                  <c:v>-3</c:v>
                </c:pt>
                <c:pt idx="5407">
                  <c:v>-3</c:v>
                </c:pt>
                <c:pt idx="5408">
                  <c:v>-3</c:v>
                </c:pt>
                <c:pt idx="5409">
                  <c:v>-3</c:v>
                </c:pt>
                <c:pt idx="5410">
                  <c:v>-3</c:v>
                </c:pt>
                <c:pt idx="5411">
                  <c:v>-3</c:v>
                </c:pt>
                <c:pt idx="5412">
                  <c:v>-3</c:v>
                </c:pt>
                <c:pt idx="5413">
                  <c:v>-3</c:v>
                </c:pt>
                <c:pt idx="5414">
                  <c:v>-3</c:v>
                </c:pt>
                <c:pt idx="5415">
                  <c:v>-3</c:v>
                </c:pt>
                <c:pt idx="5416">
                  <c:v>-3</c:v>
                </c:pt>
                <c:pt idx="5417">
                  <c:v>-3</c:v>
                </c:pt>
                <c:pt idx="5418">
                  <c:v>-3</c:v>
                </c:pt>
                <c:pt idx="5419">
                  <c:v>-3</c:v>
                </c:pt>
                <c:pt idx="5420">
                  <c:v>-3</c:v>
                </c:pt>
                <c:pt idx="5421">
                  <c:v>-3</c:v>
                </c:pt>
                <c:pt idx="5422">
                  <c:v>-3</c:v>
                </c:pt>
                <c:pt idx="5423">
                  <c:v>-3</c:v>
                </c:pt>
                <c:pt idx="5424">
                  <c:v>-3</c:v>
                </c:pt>
                <c:pt idx="5425">
                  <c:v>-3</c:v>
                </c:pt>
                <c:pt idx="5426">
                  <c:v>-3</c:v>
                </c:pt>
                <c:pt idx="5427">
                  <c:v>-3</c:v>
                </c:pt>
                <c:pt idx="5428">
                  <c:v>-3</c:v>
                </c:pt>
                <c:pt idx="5429">
                  <c:v>-3</c:v>
                </c:pt>
                <c:pt idx="5430">
                  <c:v>-3</c:v>
                </c:pt>
                <c:pt idx="5431">
                  <c:v>-3</c:v>
                </c:pt>
                <c:pt idx="5432">
                  <c:v>-3</c:v>
                </c:pt>
                <c:pt idx="5433">
                  <c:v>-3</c:v>
                </c:pt>
                <c:pt idx="5434">
                  <c:v>-3</c:v>
                </c:pt>
                <c:pt idx="5435">
                  <c:v>-3</c:v>
                </c:pt>
                <c:pt idx="5436">
                  <c:v>-3</c:v>
                </c:pt>
                <c:pt idx="5437">
                  <c:v>-3</c:v>
                </c:pt>
                <c:pt idx="5438">
                  <c:v>-3</c:v>
                </c:pt>
                <c:pt idx="5439">
                  <c:v>-3</c:v>
                </c:pt>
                <c:pt idx="5440">
                  <c:v>-3</c:v>
                </c:pt>
                <c:pt idx="5441">
                  <c:v>-3</c:v>
                </c:pt>
                <c:pt idx="5442">
                  <c:v>-3</c:v>
                </c:pt>
                <c:pt idx="5443">
                  <c:v>-3</c:v>
                </c:pt>
                <c:pt idx="5444">
                  <c:v>-3</c:v>
                </c:pt>
                <c:pt idx="5445">
                  <c:v>-3</c:v>
                </c:pt>
                <c:pt idx="5446">
                  <c:v>-3</c:v>
                </c:pt>
                <c:pt idx="5447">
                  <c:v>-3</c:v>
                </c:pt>
                <c:pt idx="5448">
                  <c:v>-3</c:v>
                </c:pt>
                <c:pt idx="5449">
                  <c:v>-3</c:v>
                </c:pt>
                <c:pt idx="5450">
                  <c:v>-3</c:v>
                </c:pt>
                <c:pt idx="5451">
                  <c:v>-3</c:v>
                </c:pt>
                <c:pt idx="5452">
                  <c:v>-3</c:v>
                </c:pt>
                <c:pt idx="5453">
                  <c:v>-3</c:v>
                </c:pt>
                <c:pt idx="5454">
                  <c:v>-3</c:v>
                </c:pt>
                <c:pt idx="5455">
                  <c:v>-3</c:v>
                </c:pt>
                <c:pt idx="5456">
                  <c:v>-3</c:v>
                </c:pt>
                <c:pt idx="5457">
                  <c:v>-3</c:v>
                </c:pt>
                <c:pt idx="5458">
                  <c:v>-3</c:v>
                </c:pt>
                <c:pt idx="5459">
                  <c:v>-3</c:v>
                </c:pt>
                <c:pt idx="5460">
                  <c:v>-3</c:v>
                </c:pt>
                <c:pt idx="5461">
                  <c:v>-3</c:v>
                </c:pt>
                <c:pt idx="5462">
                  <c:v>-3</c:v>
                </c:pt>
                <c:pt idx="5463">
                  <c:v>-3</c:v>
                </c:pt>
                <c:pt idx="5464">
                  <c:v>-3</c:v>
                </c:pt>
                <c:pt idx="5465">
                  <c:v>-3</c:v>
                </c:pt>
                <c:pt idx="5466">
                  <c:v>-3</c:v>
                </c:pt>
                <c:pt idx="5467">
                  <c:v>-3</c:v>
                </c:pt>
                <c:pt idx="5468">
                  <c:v>-3</c:v>
                </c:pt>
                <c:pt idx="5469">
                  <c:v>-3</c:v>
                </c:pt>
                <c:pt idx="5470">
                  <c:v>-3</c:v>
                </c:pt>
                <c:pt idx="5471">
                  <c:v>-3</c:v>
                </c:pt>
                <c:pt idx="5472">
                  <c:v>-3</c:v>
                </c:pt>
                <c:pt idx="5473">
                  <c:v>-3</c:v>
                </c:pt>
                <c:pt idx="5474">
                  <c:v>-3</c:v>
                </c:pt>
                <c:pt idx="5475">
                  <c:v>-3</c:v>
                </c:pt>
                <c:pt idx="5476">
                  <c:v>-3</c:v>
                </c:pt>
                <c:pt idx="5477">
                  <c:v>-3</c:v>
                </c:pt>
                <c:pt idx="5478">
                  <c:v>-3</c:v>
                </c:pt>
                <c:pt idx="5479">
                  <c:v>-3</c:v>
                </c:pt>
                <c:pt idx="5480">
                  <c:v>-3</c:v>
                </c:pt>
                <c:pt idx="5481">
                  <c:v>-3</c:v>
                </c:pt>
                <c:pt idx="5482">
                  <c:v>-3</c:v>
                </c:pt>
                <c:pt idx="5483">
                  <c:v>-3</c:v>
                </c:pt>
                <c:pt idx="5484">
                  <c:v>-3</c:v>
                </c:pt>
                <c:pt idx="5485">
                  <c:v>-3</c:v>
                </c:pt>
                <c:pt idx="5486">
                  <c:v>-3</c:v>
                </c:pt>
                <c:pt idx="5487">
                  <c:v>-3</c:v>
                </c:pt>
                <c:pt idx="5488">
                  <c:v>-3</c:v>
                </c:pt>
                <c:pt idx="5489">
                  <c:v>-3</c:v>
                </c:pt>
                <c:pt idx="5490">
                  <c:v>-3</c:v>
                </c:pt>
                <c:pt idx="5491">
                  <c:v>-3</c:v>
                </c:pt>
                <c:pt idx="5492">
                  <c:v>-3</c:v>
                </c:pt>
                <c:pt idx="5493">
                  <c:v>-3</c:v>
                </c:pt>
                <c:pt idx="5494">
                  <c:v>-3</c:v>
                </c:pt>
                <c:pt idx="5495">
                  <c:v>-3</c:v>
                </c:pt>
                <c:pt idx="5496">
                  <c:v>-3</c:v>
                </c:pt>
                <c:pt idx="5497">
                  <c:v>-3</c:v>
                </c:pt>
                <c:pt idx="5498">
                  <c:v>-3</c:v>
                </c:pt>
                <c:pt idx="5499">
                  <c:v>-3</c:v>
                </c:pt>
                <c:pt idx="5500">
                  <c:v>-3</c:v>
                </c:pt>
                <c:pt idx="5501">
                  <c:v>-3</c:v>
                </c:pt>
                <c:pt idx="5502">
                  <c:v>-3</c:v>
                </c:pt>
                <c:pt idx="5503">
                  <c:v>-3</c:v>
                </c:pt>
                <c:pt idx="5504">
                  <c:v>-3</c:v>
                </c:pt>
                <c:pt idx="5505">
                  <c:v>-3</c:v>
                </c:pt>
                <c:pt idx="5506">
                  <c:v>-3</c:v>
                </c:pt>
                <c:pt idx="5507">
                  <c:v>-3</c:v>
                </c:pt>
                <c:pt idx="5508">
                  <c:v>-3</c:v>
                </c:pt>
                <c:pt idx="5509">
                  <c:v>-3</c:v>
                </c:pt>
                <c:pt idx="5510">
                  <c:v>-3</c:v>
                </c:pt>
                <c:pt idx="5511">
                  <c:v>-3</c:v>
                </c:pt>
                <c:pt idx="5512">
                  <c:v>-3</c:v>
                </c:pt>
                <c:pt idx="5513">
                  <c:v>-3</c:v>
                </c:pt>
                <c:pt idx="5514">
                  <c:v>-3</c:v>
                </c:pt>
                <c:pt idx="5515">
                  <c:v>-3</c:v>
                </c:pt>
                <c:pt idx="5516">
                  <c:v>-3</c:v>
                </c:pt>
                <c:pt idx="5517">
                  <c:v>-3</c:v>
                </c:pt>
                <c:pt idx="5518">
                  <c:v>-3</c:v>
                </c:pt>
                <c:pt idx="5519">
                  <c:v>-3</c:v>
                </c:pt>
                <c:pt idx="5520">
                  <c:v>-3</c:v>
                </c:pt>
                <c:pt idx="5521">
                  <c:v>-3</c:v>
                </c:pt>
                <c:pt idx="5522">
                  <c:v>-3</c:v>
                </c:pt>
                <c:pt idx="5523">
                  <c:v>-3</c:v>
                </c:pt>
                <c:pt idx="5524">
                  <c:v>-3</c:v>
                </c:pt>
                <c:pt idx="5525">
                  <c:v>-3</c:v>
                </c:pt>
                <c:pt idx="5526">
                  <c:v>-3</c:v>
                </c:pt>
                <c:pt idx="5527">
                  <c:v>-3</c:v>
                </c:pt>
                <c:pt idx="5528">
                  <c:v>-3</c:v>
                </c:pt>
                <c:pt idx="5529">
                  <c:v>-3</c:v>
                </c:pt>
                <c:pt idx="5530">
                  <c:v>-3</c:v>
                </c:pt>
                <c:pt idx="5531">
                  <c:v>-3</c:v>
                </c:pt>
                <c:pt idx="5532">
                  <c:v>-3</c:v>
                </c:pt>
                <c:pt idx="5533">
                  <c:v>-3</c:v>
                </c:pt>
                <c:pt idx="5534">
                  <c:v>-3</c:v>
                </c:pt>
                <c:pt idx="5535">
                  <c:v>-3</c:v>
                </c:pt>
                <c:pt idx="5536">
                  <c:v>-3</c:v>
                </c:pt>
                <c:pt idx="5537">
                  <c:v>-3</c:v>
                </c:pt>
                <c:pt idx="5538">
                  <c:v>-3</c:v>
                </c:pt>
                <c:pt idx="5539">
                  <c:v>-3</c:v>
                </c:pt>
                <c:pt idx="5540">
                  <c:v>-3</c:v>
                </c:pt>
                <c:pt idx="5541">
                  <c:v>-3</c:v>
                </c:pt>
                <c:pt idx="5542">
                  <c:v>-3</c:v>
                </c:pt>
                <c:pt idx="5543">
                  <c:v>-3</c:v>
                </c:pt>
                <c:pt idx="5544">
                  <c:v>-3</c:v>
                </c:pt>
                <c:pt idx="5545">
                  <c:v>-3</c:v>
                </c:pt>
                <c:pt idx="5546">
                  <c:v>-3</c:v>
                </c:pt>
                <c:pt idx="5547">
                  <c:v>-3</c:v>
                </c:pt>
                <c:pt idx="5548">
                  <c:v>-3</c:v>
                </c:pt>
                <c:pt idx="5549">
                  <c:v>-3</c:v>
                </c:pt>
                <c:pt idx="5550">
                  <c:v>-3</c:v>
                </c:pt>
                <c:pt idx="5551">
                  <c:v>-3</c:v>
                </c:pt>
                <c:pt idx="5552">
                  <c:v>-3</c:v>
                </c:pt>
                <c:pt idx="5553">
                  <c:v>-3</c:v>
                </c:pt>
                <c:pt idx="5554">
                  <c:v>-3</c:v>
                </c:pt>
                <c:pt idx="5555">
                  <c:v>-3</c:v>
                </c:pt>
                <c:pt idx="5556">
                  <c:v>-3</c:v>
                </c:pt>
                <c:pt idx="5557">
                  <c:v>-3</c:v>
                </c:pt>
                <c:pt idx="5558">
                  <c:v>-3</c:v>
                </c:pt>
                <c:pt idx="5559">
                  <c:v>-3</c:v>
                </c:pt>
                <c:pt idx="5560">
                  <c:v>-3</c:v>
                </c:pt>
                <c:pt idx="5561">
                  <c:v>-3</c:v>
                </c:pt>
                <c:pt idx="5562">
                  <c:v>-3</c:v>
                </c:pt>
                <c:pt idx="5563">
                  <c:v>-3</c:v>
                </c:pt>
                <c:pt idx="5564">
                  <c:v>-3</c:v>
                </c:pt>
                <c:pt idx="5565">
                  <c:v>-3</c:v>
                </c:pt>
                <c:pt idx="5566">
                  <c:v>-3</c:v>
                </c:pt>
                <c:pt idx="5567">
                  <c:v>-3</c:v>
                </c:pt>
                <c:pt idx="5568">
                  <c:v>-3</c:v>
                </c:pt>
                <c:pt idx="5569">
                  <c:v>-3</c:v>
                </c:pt>
                <c:pt idx="5570">
                  <c:v>-3</c:v>
                </c:pt>
                <c:pt idx="5571">
                  <c:v>-3</c:v>
                </c:pt>
                <c:pt idx="5572">
                  <c:v>-3</c:v>
                </c:pt>
                <c:pt idx="5573">
                  <c:v>-3</c:v>
                </c:pt>
                <c:pt idx="5574">
                  <c:v>-3</c:v>
                </c:pt>
                <c:pt idx="5575">
                  <c:v>-3</c:v>
                </c:pt>
                <c:pt idx="5576">
                  <c:v>-3</c:v>
                </c:pt>
                <c:pt idx="5577">
                  <c:v>-3</c:v>
                </c:pt>
                <c:pt idx="5578">
                  <c:v>-3</c:v>
                </c:pt>
                <c:pt idx="5579">
                  <c:v>-3</c:v>
                </c:pt>
                <c:pt idx="5580">
                  <c:v>-3</c:v>
                </c:pt>
                <c:pt idx="5581">
                  <c:v>-3</c:v>
                </c:pt>
                <c:pt idx="5582">
                  <c:v>-3</c:v>
                </c:pt>
                <c:pt idx="5583">
                  <c:v>-3</c:v>
                </c:pt>
                <c:pt idx="5584">
                  <c:v>-3</c:v>
                </c:pt>
                <c:pt idx="5585">
                  <c:v>-3</c:v>
                </c:pt>
                <c:pt idx="5586">
                  <c:v>-3</c:v>
                </c:pt>
                <c:pt idx="5587">
                  <c:v>-3</c:v>
                </c:pt>
                <c:pt idx="5588">
                  <c:v>-3</c:v>
                </c:pt>
                <c:pt idx="5589">
                  <c:v>-3</c:v>
                </c:pt>
                <c:pt idx="5590">
                  <c:v>-3</c:v>
                </c:pt>
                <c:pt idx="5591">
                  <c:v>-3</c:v>
                </c:pt>
                <c:pt idx="5592">
                  <c:v>-3</c:v>
                </c:pt>
                <c:pt idx="5593">
                  <c:v>-3</c:v>
                </c:pt>
                <c:pt idx="5594">
                  <c:v>-3</c:v>
                </c:pt>
                <c:pt idx="5595">
                  <c:v>-3</c:v>
                </c:pt>
                <c:pt idx="5596">
                  <c:v>-3</c:v>
                </c:pt>
                <c:pt idx="5597">
                  <c:v>-3</c:v>
                </c:pt>
                <c:pt idx="5598">
                  <c:v>-3</c:v>
                </c:pt>
                <c:pt idx="5599">
                  <c:v>-3</c:v>
                </c:pt>
                <c:pt idx="5600">
                  <c:v>-3</c:v>
                </c:pt>
                <c:pt idx="5601">
                  <c:v>-3</c:v>
                </c:pt>
                <c:pt idx="5602">
                  <c:v>-3</c:v>
                </c:pt>
                <c:pt idx="5603">
                  <c:v>-3</c:v>
                </c:pt>
                <c:pt idx="5604">
                  <c:v>-3</c:v>
                </c:pt>
                <c:pt idx="5605">
                  <c:v>-3</c:v>
                </c:pt>
                <c:pt idx="5606">
                  <c:v>-3</c:v>
                </c:pt>
                <c:pt idx="5607">
                  <c:v>-3</c:v>
                </c:pt>
                <c:pt idx="5608">
                  <c:v>-3</c:v>
                </c:pt>
                <c:pt idx="5609">
                  <c:v>-3</c:v>
                </c:pt>
                <c:pt idx="5610">
                  <c:v>-3</c:v>
                </c:pt>
                <c:pt idx="5611">
                  <c:v>-3</c:v>
                </c:pt>
                <c:pt idx="5612">
                  <c:v>-3</c:v>
                </c:pt>
                <c:pt idx="5613">
                  <c:v>-3</c:v>
                </c:pt>
                <c:pt idx="5614">
                  <c:v>-3</c:v>
                </c:pt>
                <c:pt idx="5615">
                  <c:v>-3</c:v>
                </c:pt>
                <c:pt idx="5616">
                  <c:v>-3</c:v>
                </c:pt>
                <c:pt idx="5617">
                  <c:v>-3</c:v>
                </c:pt>
                <c:pt idx="5618">
                  <c:v>-3</c:v>
                </c:pt>
                <c:pt idx="5619">
                  <c:v>-3</c:v>
                </c:pt>
                <c:pt idx="5620">
                  <c:v>-3</c:v>
                </c:pt>
                <c:pt idx="5621">
                  <c:v>-3</c:v>
                </c:pt>
                <c:pt idx="5622">
                  <c:v>-3</c:v>
                </c:pt>
                <c:pt idx="5623">
                  <c:v>-3</c:v>
                </c:pt>
                <c:pt idx="5624">
                  <c:v>-3</c:v>
                </c:pt>
                <c:pt idx="5625">
                  <c:v>-3</c:v>
                </c:pt>
                <c:pt idx="5626">
                  <c:v>-3</c:v>
                </c:pt>
                <c:pt idx="5627">
                  <c:v>-3</c:v>
                </c:pt>
                <c:pt idx="5628">
                  <c:v>-3</c:v>
                </c:pt>
                <c:pt idx="5629">
                  <c:v>-3</c:v>
                </c:pt>
                <c:pt idx="5630">
                  <c:v>-3</c:v>
                </c:pt>
                <c:pt idx="5631">
                  <c:v>-3</c:v>
                </c:pt>
                <c:pt idx="5632">
                  <c:v>-3</c:v>
                </c:pt>
                <c:pt idx="5633">
                  <c:v>-3</c:v>
                </c:pt>
                <c:pt idx="5634">
                  <c:v>-3</c:v>
                </c:pt>
                <c:pt idx="5635">
                  <c:v>-3</c:v>
                </c:pt>
                <c:pt idx="5636">
                  <c:v>-3</c:v>
                </c:pt>
                <c:pt idx="5637">
                  <c:v>-3</c:v>
                </c:pt>
                <c:pt idx="5638">
                  <c:v>-3</c:v>
                </c:pt>
                <c:pt idx="5639">
                  <c:v>-3</c:v>
                </c:pt>
                <c:pt idx="5640">
                  <c:v>-3</c:v>
                </c:pt>
                <c:pt idx="5641">
                  <c:v>-3</c:v>
                </c:pt>
                <c:pt idx="5642">
                  <c:v>-3</c:v>
                </c:pt>
                <c:pt idx="5643">
                  <c:v>-3</c:v>
                </c:pt>
                <c:pt idx="5644">
                  <c:v>-3</c:v>
                </c:pt>
                <c:pt idx="5645">
                  <c:v>-3</c:v>
                </c:pt>
                <c:pt idx="5646">
                  <c:v>-3</c:v>
                </c:pt>
                <c:pt idx="5647">
                  <c:v>-3</c:v>
                </c:pt>
                <c:pt idx="5648">
                  <c:v>-3</c:v>
                </c:pt>
                <c:pt idx="5649">
                  <c:v>-3</c:v>
                </c:pt>
                <c:pt idx="5650">
                  <c:v>-3</c:v>
                </c:pt>
                <c:pt idx="5651">
                  <c:v>-3</c:v>
                </c:pt>
                <c:pt idx="5652">
                  <c:v>-3</c:v>
                </c:pt>
                <c:pt idx="5653">
                  <c:v>-3</c:v>
                </c:pt>
                <c:pt idx="5654">
                  <c:v>-3</c:v>
                </c:pt>
                <c:pt idx="5655">
                  <c:v>-3</c:v>
                </c:pt>
                <c:pt idx="5656">
                  <c:v>-3</c:v>
                </c:pt>
                <c:pt idx="5657">
                  <c:v>-3</c:v>
                </c:pt>
                <c:pt idx="5658">
                  <c:v>-3</c:v>
                </c:pt>
                <c:pt idx="5659">
                  <c:v>-3</c:v>
                </c:pt>
                <c:pt idx="5660">
                  <c:v>-3</c:v>
                </c:pt>
                <c:pt idx="5661">
                  <c:v>-3</c:v>
                </c:pt>
                <c:pt idx="5662">
                  <c:v>-3</c:v>
                </c:pt>
                <c:pt idx="5663">
                  <c:v>-3</c:v>
                </c:pt>
                <c:pt idx="5664">
                  <c:v>-3</c:v>
                </c:pt>
                <c:pt idx="5665">
                  <c:v>-3</c:v>
                </c:pt>
                <c:pt idx="5666">
                  <c:v>-3</c:v>
                </c:pt>
                <c:pt idx="5667">
                  <c:v>-3</c:v>
                </c:pt>
                <c:pt idx="5668">
                  <c:v>-3</c:v>
                </c:pt>
                <c:pt idx="5669">
                  <c:v>-3</c:v>
                </c:pt>
                <c:pt idx="5670">
                  <c:v>-3</c:v>
                </c:pt>
                <c:pt idx="5671">
                  <c:v>-3</c:v>
                </c:pt>
                <c:pt idx="5672">
                  <c:v>-3</c:v>
                </c:pt>
                <c:pt idx="5673">
                  <c:v>-3</c:v>
                </c:pt>
                <c:pt idx="5674">
                  <c:v>-3</c:v>
                </c:pt>
                <c:pt idx="5675">
                  <c:v>-3</c:v>
                </c:pt>
                <c:pt idx="5676">
                  <c:v>-3</c:v>
                </c:pt>
                <c:pt idx="5677">
                  <c:v>-3</c:v>
                </c:pt>
                <c:pt idx="5678">
                  <c:v>-3</c:v>
                </c:pt>
                <c:pt idx="5679">
                  <c:v>-3</c:v>
                </c:pt>
                <c:pt idx="5680">
                  <c:v>-3</c:v>
                </c:pt>
                <c:pt idx="5681">
                  <c:v>-3</c:v>
                </c:pt>
                <c:pt idx="5682">
                  <c:v>-3</c:v>
                </c:pt>
                <c:pt idx="5683">
                  <c:v>-3</c:v>
                </c:pt>
                <c:pt idx="5684">
                  <c:v>-3</c:v>
                </c:pt>
                <c:pt idx="5685">
                  <c:v>-3</c:v>
                </c:pt>
                <c:pt idx="5686">
                  <c:v>-3</c:v>
                </c:pt>
                <c:pt idx="5687">
                  <c:v>-3</c:v>
                </c:pt>
                <c:pt idx="5688">
                  <c:v>-3</c:v>
                </c:pt>
                <c:pt idx="5689">
                  <c:v>-3</c:v>
                </c:pt>
                <c:pt idx="5690">
                  <c:v>-3</c:v>
                </c:pt>
                <c:pt idx="5691">
                  <c:v>-3</c:v>
                </c:pt>
                <c:pt idx="5692">
                  <c:v>-3</c:v>
                </c:pt>
                <c:pt idx="5693">
                  <c:v>-3</c:v>
                </c:pt>
                <c:pt idx="5694">
                  <c:v>-3</c:v>
                </c:pt>
                <c:pt idx="5695">
                  <c:v>-3</c:v>
                </c:pt>
                <c:pt idx="5696">
                  <c:v>-3</c:v>
                </c:pt>
                <c:pt idx="5697">
                  <c:v>-3</c:v>
                </c:pt>
                <c:pt idx="5698">
                  <c:v>-3</c:v>
                </c:pt>
                <c:pt idx="5699">
                  <c:v>-3</c:v>
                </c:pt>
                <c:pt idx="5700">
                  <c:v>-3</c:v>
                </c:pt>
                <c:pt idx="5701">
                  <c:v>-3</c:v>
                </c:pt>
                <c:pt idx="5702">
                  <c:v>-3</c:v>
                </c:pt>
                <c:pt idx="5703">
                  <c:v>-3</c:v>
                </c:pt>
                <c:pt idx="5704">
                  <c:v>-3</c:v>
                </c:pt>
                <c:pt idx="5705">
                  <c:v>-3</c:v>
                </c:pt>
                <c:pt idx="5706">
                  <c:v>-3</c:v>
                </c:pt>
                <c:pt idx="5707">
                  <c:v>-3</c:v>
                </c:pt>
                <c:pt idx="5708">
                  <c:v>-3</c:v>
                </c:pt>
                <c:pt idx="5709">
                  <c:v>-3</c:v>
                </c:pt>
                <c:pt idx="5710">
                  <c:v>-3</c:v>
                </c:pt>
                <c:pt idx="5711">
                  <c:v>-3</c:v>
                </c:pt>
                <c:pt idx="5712">
                  <c:v>-3</c:v>
                </c:pt>
                <c:pt idx="5713">
                  <c:v>-3</c:v>
                </c:pt>
                <c:pt idx="5714">
                  <c:v>-3</c:v>
                </c:pt>
                <c:pt idx="5715">
                  <c:v>-3</c:v>
                </c:pt>
                <c:pt idx="5716">
                  <c:v>-3</c:v>
                </c:pt>
                <c:pt idx="5717">
                  <c:v>-3</c:v>
                </c:pt>
                <c:pt idx="5718">
                  <c:v>-3</c:v>
                </c:pt>
                <c:pt idx="5719">
                  <c:v>-3</c:v>
                </c:pt>
                <c:pt idx="5720">
                  <c:v>-3</c:v>
                </c:pt>
                <c:pt idx="5721">
                  <c:v>-3</c:v>
                </c:pt>
                <c:pt idx="5722">
                  <c:v>-3</c:v>
                </c:pt>
                <c:pt idx="5723">
                  <c:v>-3</c:v>
                </c:pt>
                <c:pt idx="5724">
                  <c:v>-3</c:v>
                </c:pt>
                <c:pt idx="5725">
                  <c:v>-3</c:v>
                </c:pt>
                <c:pt idx="5726">
                  <c:v>-3</c:v>
                </c:pt>
                <c:pt idx="5727">
                  <c:v>-3</c:v>
                </c:pt>
                <c:pt idx="5728">
                  <c:v>-3</c:v>
                </c:pt>
                <c:pt idx="5729">
                  <c:v>-3</c:v>
                </c:pt>
                <c:pt idx="5730">
                  <c:v>-3</c:v>
                </c:pt>
                <c:pt idx="5731">
                  <c:v>-3</c:v>
                </c:pt>
                <c:pt idx="5732">
                  <c:v>-3</c:v>
                </c:pt>
                <c:pt idx="5733">
                  <c:v>-3</c:v>
                </c:pt>
                <c:pt idx="5734">
                  <c:v>-3</c:v>
                </c:pt>
                <c:pt idx="5735">
                  <c:v>-3</c:v>
                </c:pt>
                <c:pt idx="5736">
                  <c:v>-3</c:v>
                </c:pt>
                <c:pt idx="5737">
                  <c:v>-3</c:v>
                </c:pt>
                <c:pt idx="5738">
                  <c:v>-3</c:v>
                </c:pt>
                <c:pt idx="5739">
                  <c:v>-3</c:v>
                </c:pt>
                <c:pt idx="5740">
                  <c:v>-3</c:v>
                </c:pt>
                <c:pt idx="5741">
                  <c:v>-3</c:v>
                </c:pt>
                <c:pt idx="5742">
                  <c:v>-3</c:v>
                </c:pt>
                <c:pt idx="5743">
                  <c:v>-3</c:v>
                </c:pt>
                <c:pt idx="5744">
                  <c:v>-3</c:v>
                </c:pt>
                <c:pt idx="5745">
                  <c:v>-3</c:v>
                </c:pt>
                <c:pt idx="5746">
                  <c:v>-3</c:v>
                </c:pt>
                <c:pt idx="5747">
                  <c:v>-3</c:v>
                </c:pt>
                <c:pt idx="5748">
                  <c:v>-3</c:v>
                </c:pt>
                <c:pt idx="5749">
                  <c:v>-3</c:v>
                </c:pt>
                <c:pt idx="5750">
                  <c:v>-3</c:v>
                </c:pt>
                <c:pt idx="5751">
                  <c:v>-3</c:v>
                </c:pt>
                <c:pt idx="5752">
                  <c:v>-3</c:v>
                </c:pt>
                <c:pt idx="5753">
                  <c:v>-3</c:v>
                </c:pt>
                <c:pt idx="5754">
                  <c:v>-3</c:v>
                </c:pt>
                <c:pt idx="5755">
                  <c:v>-3</c:v>
                </c:pt>
                <c:pt idx="5756">
                  <c:v>-3</c:v>
                </c:pt>
                <c:pt idx="5757">
                  <c:v>-3</c:v>
                </c:pt>
                <c:pt idx="5758">
                  <c:v>-3</c:v>
                </c:pt>
                <c:pt idx="5759">
                  <c:v>-3</c:v>
                </c:pt>
                <c:pt idx="5760">
                  <c:v>-3</c:v>
                </c:pt>
                <c:pt idx="5761">
                  <c:v>-3</c:v>
                </c:pt>
                <c:pt idx="5762">
                  <c:v>-3</c:v>
                </c:pt>
                <c:pt idx="5763">
                  <c:v>-3</c:v>
                </c:pt>
                <c:pt idx="5764">
                  <c:v>-3</c:v>
                </c:pt>
                <c:pt idx="5765">
                  <c:v>-3</c:v>
                </c:pt>
                <c:pt idx="5766">
                  <c:v>-3</c:v>
                </c:pt>
                <c:pt idx="5767">
                  <c:v>-3</c:v>
                </c:pt>
                <c:pt idx="5768">
                  <c:v>-3</c:v>
                </c:pt>
                <c:pt idx="5769">
                  <c:v>-3</c:v>
                </c:pt>
                <c:pt idx="5770">
                  <c:v>-3</c:v>
                </c:pt>
                <c:pt idx="5771">
                  <c:v>-3</c:v>
                </c:pt>
                <c:pt idx="5772">
                  <c:v>-3</c:v>
                </c:pt>
                <c:pt idx="5773">
                  <c:v>-3</c:v>
                </c:pt>
                <c:pt idx="5774">
                  <c:v>-3</c:v>
                </c:pt>
                <c:pt idx="5775">
                  <c:v>-3</c:v>
                </c:pt>
                <c:pt idx="5776">
                  <c:v>-3</c:v>
                </c:pt>
                <c:pt idx="5777">
                  <c:v>-3</c:v>
                </c:pt>
                <c:pt idx="5778">
                  <c:v>-3</c:v>
                </c:pt>
                <c:pt idx="5779">
                  <c:v>-3</c:v>
                </c:pt>
                <c:pt idx="5780">
                  <c:v>-3</c:v>
                </c:pt>
                <c:pt idx="5781">
                  <c:v>-3</c:v>
                </c:pt>
                <c:pt idx="5782">
                  <c:v>-3</c:v>
                </c:pt>
                <c:pt idx="5783">
                  <c:v>-3</c:v>
                </c:pt>
                <c:pt idx="5784">
                  <c:v>-3</c:v>
                </c:pt>
                <c:pt idx="5785">
                  <c:v>-3</c:v>
                </c:pt>
                <c:pt idx="5786">
                  <c:v>-3</c:v>
                </c:pt>
                <c:pt idx="5787">
                  <c:v>-3</c:v>
                </c:pt>
                <c:pt idx="5788">
                  <c:v>-3</c:v>
                </c:pt>
                <c:pt idx="5789">
                  <c:v>-3</c:v>
                </c:pt>
                <c:pt idx="5790">
                  <c:v>-3</c:v>
                </c:pt>
                <c:pt idx="5791">
                  <c:v>-3</c:v>
                </c:pt>
                <c:pt idx="5792">
                  <c:v>-3</c:v>
                </c:pt>
                <c:pt idx="5793">
                  <c:v>-3</c:v>
                </c:pt>
                <c:pt idx="5794">
                  <c:v>-3</c:v>
                </c:pt>
                <c:pt idx="5795">
                  <c:v>-3</c:v>
                </c:pt>
                <c:pt idx="5796">
                  <c:v>-3</c:v>
                </c:pt>
                <c:pt idx="5797">
                  <c:v>-3</c:v>
                </c:pt>
                <c:pt idx="5798">
                  <c:v>-3</c:v>
                </c:pt>
                <c:pt idx="5799">
                  <c:v>-3</c:v>
                </c:pt>
                <c:pt idx="5800">
                  <c:v>-3</c:v>
                </c:pt>
                <c:pt idx="5801">
                  <c:v>-3</c:v>
                </c:pt>
                <c:pt idx="5802">
                  <c:v>-3</c:v>
                </c:pt>
                <c:pt idx="5803">
                  <c:v>-3</c:v>
                </c:pt>
                <c:pt idx="5804">
                  <c:v>-3</c:v>
                </c:pt>
                <c:pt idx="5805">
                  <c:v>-3</c:v>
                </c:pt>
                <c:pt idx="5806">
                  <c:v>-3</c:v>
                </c:pt>
                <c:pt idx="5807">
                  <c:v>-3</c:v>
                </c:pt>
                <c:pt idx="5808">
                  <c:v>-3</c:v>
                </c:pt>
                <c:pt idx="5809">
                  <c:v>-3</c:v>
                </c:pt>
                <c:pt idx="5810">
                  <c:v>-3</c:v>
                </c:pt>
                <c:pt idx="5811">
                  <c:v>-3</c:v>
                </c:pt>
                <c:pt idx="5812">
                  <c:v>-3</c:v>
                </c:pt>
                <c:pt idx="5813">
                  <c:v>-3</c:v>
                </c:pt>
                <c:pt idx="5814">
                  <c:v>-3</c:v>
                </c:pt>
                <c:pt idx="5815">
                  <c:v>-3</c:v>
                </c:pt>
                <c:pt idx="5816">
                  <c:v>-3</c:v>
                </c:pt>
                <c:pt idx="5817">
                  <c:v>-3</c:v>
                </c:pt>
                <c:pt idx="5818">
                  <c:v>-3</c:v>
                </c:pt>
                <c:pt idx="5819">
                  <c:v>-3</c:v>
                </c:pt>
                <c:pt idx="5820">
                  <c:v>-3</c:v>
                </c:pt>
                <c:pt idx="5821">
                  <c:v>-3</c:v>
                </c:pt>
                <c:pt idx="5822">
                  <c:v>-3</c:v>
                </c:pt>
                <c:pt idx="5823">
                  <c:v>-3</c:v>
                </c:pt>
                <c:pt idx="5824">
                  <c:v>-3</c:v>
                </c:pt>
                <c:pt idx="5825">
                  <c:v>-3</c:v>
                </c:pt>
                <c:pt idx="5826">
                  <c:v>-3</c:v>
                </c:pt>
                <c:pt idx="5827">
                  <c:v>-3</c:v>
                </c:pt>
                <c:pt idx="5828">
                  <c:v>-3</c:v>
                </c:pt>
                <c:pt idx="5829">
                  <c:v>-3</c:v>
                </c:pt>
                <c:pt idx="5830">
                  <c:v>-3</c:v>
                </c:pt>
                <c:pt idx="5831">
                  <c:v>-3</c:v>
                </c:pt>
                <c:pt idx="5832">
                  <c:v>-3</c:v>
                </c:pt>
                <c:pt idx="5833">
                  <c:v>-3</c:v>
                </c:pt>
                <c:pt idx="5834">
                  <c:v>-3</c:v>
                </c:pt>
                <c:pt idx="5835">
                  <c:v>-3</c:v>
                </c:pt>
                <c:pt idx="5836">
                  <c:v>-3</c:v>
                </c:pt>
                <c:pt idx="5837">
                  <c:v>-3</c:v>
                </c:pt>
                <c:pt idx="5838">
                  <c:v>-3</c:v>
                </c:pt>
                <c:pt idx="5839">
                  <c:v>-3</c:v>
                </c:pt>
                <c:pt idx="5840">
                  <c:v>-3</c:v>
                </c:pt>
                <c:pt idx="5841">
                  <c:v>-3</c:v>
                </c:pt>
                <c:pt idx="5842">
                  <c:v>-3</c:v>
                </c:pt>
                <c:pt idx="5843">
                  <c:v>-3</c:v>
                </c:pt>
                <c:pt idx="5844">
                  <c:v>-3</c:v>
                </c:pt>
                <c:pt idx="5845">
                  <c:v>-3</c:v>
                </c:pt>
                <c:pt idx="5846">
                  <c:v>-3</c:v>
                </c:pt>
                <c:pt idx="5847">
                  <c:v>-3</c:v>
                </c:pt>
                <c:pt idx="5848">
                  <c:v>-3</c:v>
                </c:pt>
                <c:pt idx="5849">
                  <c:v>-3</c:v>
                </c:pt>
                <c:pt idx="5850">
                  <c:v>-3</c:v>
                </c:pt>
                <c:pt idx="5851">
                  <c:v>-3</c:v>
                </c:pt>
                <c:pt idx="5852">
                  <c:v>-3</c:v>
                </c:pt>
                <c:pt idx="5853">
                  <c:v>-3</c:v>
                </c:pt>
                <c:pt idx="5854">
                  <c:v>-3</c:v>
                </c:pt>
                <c:pt idx="5855">
                  <c:v>-3</c:v>
                </c:pt>
                <c:pt idx="5856">
                  <c:v>-3</c:v>
                </c:pt>
                <c:pt idx="5857">
                  <c:v>-3</c:v>
                </c:pt>
                <c:pt idx="5858">
                  <c:v>-3</c:v>
                </c:pt>
                <c:pt idx="5859">
                  <c:v>-3</c:v>
                </c:pt>
                <c:pt idx="5860">
                  <c:v>-3</c:v>
                </c:pt>
                <c:pt idx="5861">
                  <c:v>-3</c:v>
                </c:pt>
                <c:pt idx="5862">
                  <c:v>-3</c:v>
                </c:pt>
                <c:pt idx="5863">
                  <c:v>-3</c:v>
                </c:pt>
                <c:pt idx="5864">
                  <c:v>-3</c:v>
                </c:pt>
                <c:pt idx="5865">
                  <c:v>-3</c:v>
                </c:pt>
                <c:pt idx="5866">
                  <c:v>-3</c:v>
                </c:pt>
                <c:pt idx="5867">
                  <c:v>-3</c:v>
                </c:pt>
                <c:pt idx="5868">
                  <c:v>-3</c:v>
                </c:pt>
                <c:pt idx="5869">
                  <c:v>-3</c:v>
                </c:pt>
                <c:pt idx="5870">
                  <c:v>-3</c:v>
                </c:pt>
                <c:pt idx="5871">
                  <c:v>-3</c:v>
                </c:pt>
                <c:pt idx="5872">
                  <c:v>-3</c:v>
                </c:pt>
                <c:pt idx="5873">
                  <c:v>-3</c:v>
                </c:pt>
                <c:pt idx="5874">
                  <c:v>-3</c:v>
                </c:pt>
                <c:pt idx="5875">
                  <c:v>-3</c:v>
                </c:pt>
                <c:pt idx="5876">
                  <c:v>-3</c:v>
                </c:pt>
                <c:pt idx="5877">
                  <c:v>-3</c:v>
                </c:pt>
                <c:pt idx="5878">
                  <c:v>-3</c:v>
                </c:pt>
                <c:pt idx="5879">
                  <c:v>-3</c:v>
                </c:pt>
                <c:pt idx="5880">
                  <c:v>-3</c:v>
                </c:pt>
                <c:pt idx="5881">
                  <c:v>-3</c:v>
                </c:pt>
                <c:pt idx="5882">
                  <c:v>-3</c:v>
                </c:pt>
                <c:pt idx="5883">
                  <c:v>-3</c:v>
                </c:pt>
                <c:pt idx="5884">
                  <c:v>-3</c:v>
                </c:pt>
                <c:pt idx="5885">
                  <c:v>-3</c:v>
                </c:pt>
                <c:pt idx="5886">
                  <c:v>-3</c:v>
                </c:pt>
                <c:pt idx="5887">
                  <c:v>-3</c:v>
                </c:pt>
                <c:pt idx="5888">
                  <c:v>-3</c:v>
                </c:pt>
                <c:pt idx="5889">
                  <c:v>-3</c:v>
                </c:pt>
                <c:pt idx="5890">
                  <c:v>-3</c:v>
                </c:pt>
                <c:pt idx="5891">
                  <c:v>-3</c:v>
                </c:pt>
                <c:pt idx="5892">
                  <c:v>-3</c:v>
                </c:pt>
                <c:pt idx="5893">
                  <c:v>-3</c:v>
                </c:pt>
                <c:pt idx="5894">
                  <c:v>-3</c:v>
                </c:pt>
                <c:pt idx="5895">
                  <c:v>-3</c:v>
                </c:pt>
                <c:pt idx="5896">
                  <c:v>-3</c:v>
                </c:pt>
                <c:pt idx="5897">
                  <c:v>-3</c:v>
                </c:pt>
                <c:pt idx="5898">
                  <c:v>-3</c:v>
                </c:pt>
                <c:pt idx="5899">
                  <c:v>-3</c:v>
                </c:pt>
                <c:pt idx="5900">
                  <c:v>-3</c:v>
                </c:pt>
                <c:pt idx="5901">
                  <c:v>-3</c:v>
                </c:pt>
                <c:pt idx="5902">
                  <c:v>-3</c:v>
                </c:pt>
                <c:pt idx="5903">
                  <c:v>-3</c:v>
                </c:pt>
                <c:pt idx="5904">
                  <c:v>-3</c:v>
                </c:pt>
                <c:pt idx="5905">
                  <c:v>-3</c:v>
                </c:pt>
                <c:pt idx="5906">
                  <c:v>-3</c:v>
                </c:pt>
                <c:pt idx="5907">
                  <c:v>-3</c:v>
                </c:pt>
                <c:pt idx="5908">
                  <c:v>-3</c:v>
                </c:pt>
                <c:pt idx="5909">
                  <c:v>-3</c:v>
                </c:pt>
                <c:pt idx="5910">
                  <c:v>-3</c:v>
                </c:pt>
                <c:pt idx="5911">
                  <c:v>-3</c:v>
                </c:pt>
                <c:pt idx="5912">
                  <c:v>-3</c:v>
                </c:pt>
                <c:pt idx="5913">
                  <c:v>-3</c:v>
                </c:pt>
                <c:pt idx="5914">
                  <c:v>-3</c:v>
                </c:pt>
                <c:pt idx="5915">
                  <c:v>-3</c:v>
                </c:pt>
                <c:pt idx="5916">
                  <c:v>-3</c:v>
                </c:pt>
                <c:pt idx="5917">
                  <c:v>-3</c:v>
                </c:pt>
                <c:pt idx="5918">
                  <c:v>-3</c:v>
                </c:pt>
                <c:pt idx="5919">
                  <c:v>-3</c:v>
                </c:pt>
                <c:pt idx="5920">
                  <c:v>-3</c:v>
                </c:pt>
                <c:pt idx="5921">
                  <c:v>-3</c:v>
                </c:pt>
                <c:pt idx="5922">
                  <c:v>-3</c:v>
                </c:pt>
                <c:pt idx="5923">
                  <c:v>-3</c:v>
                </c:pt>
                <c:pt idx="5924">
                  <c:v>-3</c:v>
                </c:pt>
                <c:pt idx="5925">
                  <c:v>-3</c:v>
                </c:pt>
                <c:pt idx="5926">
                  <c:v>-3</c:v>
                </c:pt>
                <c:pt idx="5927">
                  <c:v>-3</c:v>
                </c:pt>
                <c:pt idx="5928">
                  <c:v>-3</c:v>
                </c:pt>
                <c:pt idx="5929">
                  <c:v>-3</c:v>
                </c:pt>
                <c:pt idx="5930">
                  <c:v>-3</c:v>
                </c:pt>
                <c:pt idx="5931">
                  <c:v>-3</c:v>
                </c:pt>
                <c:pt idx="5932">
                  <c:v>-3</c:v>
                </c:pt>
                <c:pt idx="5933">
                  <c:v>-3</c:v>
                </c:pt>
                <c:pt idx="5934">
                  <c:v>-3</c:v>
                </c:pt>
                <c:pt idx="5935">
                  <c:v>-3</c:v>
                </c:pt>
                <c:pt idx="5936">
                  <c:v>-3</c:v>
                </c:pt>
                <c:pt idx="5937">
                  <c:v>-3</c:v>
                </c:pt>
                <c:pt idx="5938">
                  <c:v>-3</c:v>
                </c:pt>
                <c:pt idx="5939">
                  <c:v>-3</c:v>
                </c:pt>
                <c:pt idx="5940">
                  <c:v>-3</c:v>
                </c:pt>
                <c:pt idx="5941">
                  <c:v>-3</c:v>
                </c:pt>
                <c:pt idx="5942">
                  <c:v>-3</c:v>
                </c:pt>
                <c:pt idx="5943">
                  <c:v>-3</c:v>
                </c:pt>
                <c:pt idx="5944">
                  <c:v>-3</c:v>
                </c:pt>
                <c:pt idx="5945">
                  <c:v>-3</c:v>
                </c:pt>
                <c:pt idx="5946">
                  <c:v>-3</c:v>
                </c:pt>
                <c:pt idx="5947">
                  <c:v>-3</c:v>
                </c:pt>
                <c:pt idx="5948">
                  <c:v>-3</c:v>
                </c:pt>
                <c:pt idx="5949">
                  <c:v>-3</c:v>
                </c:pt>
                <c:pt idx="5950">
                  <c:v>-3</c:v>
                </c:pt>
                <c:pt idx="5951">
                  <c:v>-3</c:v>
                </c:pt>
                <c:pt idx="5952">
                  <c:v>-3</c:v>
                </c:pt>
                <c:pt idx="5953">
                  <c:v>-3</c:v>
                </c:pt>
                <c:pt idx="5954">
                  <c:v>-3</c:v>
                </c:pt>
                <c:pt idx="5955">
                  <c:v>-3</c:v>
                </c:pt>
                <c:pt idx="5956">
                  <c:v>-3</c:v>
                </c:pt>
                <c:pt idx="5957">
                  <c:v>-3</c:v>
                </c:pt>
                <c:pt idx="5958">
                  <c:v>-3</c:v>
                </c:pt>
                <c:pt idx="5959">
                  <c:v>-3</c:v>
                </c:pt>
                <c:pt idx="5960">
                  <c:v>-3</c:v>
                </c:pt>
                <c:pt idx="5961">
                  <c:v>-3</c:v>
                </c:pt>
                <c:pt idx="5962">
                  <c:v>-3</c:v>
                </c:pt>
                <c:pt idx="5963">
                  <c:v>-3</c:v>
                </c:pt>
                <c:pt idx="5964">
                  <c:v>-3</c:v>
                </c:pt>
                <c:pt idx="5965">
                  <c:v>-3</c:v>
                </c:pt>
                <c:pt idx="5966">
                  <c:v>-3</c:v>
                </c:pt>
                <c:pt idx="5967">
                  <c:v>-3</c:v>
                </c:pt>
                <c:pt idx="5968">
                  <c:v>-3</c:v>
                </c:pt>
                <c:pt idx="5969">
                  <c:v>-3</c:v>
                </c:pt>
                <c:pt idx="5970">
                  <c:v>-3</c:v>
                </c:pt>
                <c:pt idx="5971">
                  <c:v>-3</c:v>
                </c:pt>
                <c:pt idx="5972">
                  <c:v>-3</c:v>
                </c:pt>
                <c:pt idx="5973">
                  <c:v>-3</c:v>
                </c:pt>
                <c:pt idx="5974">
                  <c:v>-3</c:v>
                </c:pt>
                <c:pt idx="5975">
                  <c:v>-3</c:v>
                </c:pt>
                <c:pt idx="5976">
                  <c:v>-3</c:v>
                </c:pt>
                <c:pt idx="5977">
                  <c:v>-3</c:v>
                </c:pt>
                <c:pt idx="5978">
                  <c:v>-3</c:v>
                </c:pt>
                <c:pt idx="5979">
                  <c:v>-3</c:v>
                </c:pt>
                <c:pt idx="5980">
                  <c:v>-3</c:v>
                </c:pt>
                <c:pt idx="5981">
                  <c:v>-3</c:v>
                </c:pt>
                <c:pt idx="5982">
                  <c:v>-3</c:v>
                </c:pt>
                <c:pt idx="5983">
                  <c:v>-3</c:v>
                </c:pt>
                <c:pt idx="5984">
                  <c:v>-3</c:v>
                </c:pt>
                <c:pt idx="5985">
                  <c:v>-3</c:v>
                </c:pt>
                <c:pt idx="5986">
                  <c:v>-3</c:v>
                </c:pt>
                <c:pt idx="5987">
                  <c:v>-3</c:v>
                </c:pt>
                <c:pt idx="5988">
                  <c:v>-3</c:v>
                </c:pt>
                <c:pt idx="5989">
                  <c:v>-3</c:v>
                </c:pt>
                <c:pt idx="5990">
                  <c:v>-3</c:v>
                </c:pt>
                <c:pt idx="5991">
                  <c:v>-3</c:v>
                </c:pt>
                <c:pt idx="5992">
                  <c:v>-3</c:v>
                </c:pt>
                <c:pt idx="5993">
                  <c:v>-3</c:v>
                </c:pt>
                <c:pt idx="5994">
                  <c:v>-3</c:v>
                </c:pt>
                <c:pt idx="5995">
                  <c:v>-3</c:v>
                </c:pt>
                <c:pt idx="5996">
                  <c:v>-3</c:v>
                </c:pt>
                <c:pt idx="5997">
                  <c:v>-3</c:v>
                </c:pt>
                <c:pt idx="5998">
                  <c:v>-3</c:v>
                </c:pt>
                <c:pt idx="5999">
                  <c:v>-3</c:v>
                </c:pt>
                <c:pt idx="6000">
                  <c:v>-3</c:v>
                </c:pt>
                <c:pt idx="6001">
                  <c:v>-3</c:v>
                </c:pt>
                <c:pt idx="6002">
                  <c:v>-3</c:v>
                </c:pt>
                <c:pt idx="6003">
                  <c:v>-3</c:v>
                </c:pt>
                <c:pt idx="6004">
                  <c:v>-3</c:v>
                </c:pt>
                <c:pt idx="6005">
                  <c:v>-3</c:v>
                </c:pt>
                <c:pt idx="6006">
                  <c:v>-3</c:v>
                </c:pt>
                <c:pt idx="6007">
                  <c:v>-3</c:v>
                </c:pt>
                <c:pt idx="6008">
                  <c:v>-3</c:v>
                </c:pt>
                <c:pt idx="6009">
                  <c:v>-3</c:v>
                </c:pt>
                <c:pt idx="6010">
                  <c:v>-3</c:v>
                </c:pt>
                <c:pt idx="6011">
                  <c:v>-3</c:v>
                </c:pt>
                <c:pt idx="6012">
                  <c:v>-3</c:v>
                </c:pt>
                <c:pt idx="6013">
                  <c:v>-3</c:v>
                </c:pt>
                <c:pt idx="6014">
                  <c:v>-3</c:v>
                </c:pt>
                <c:pt idx="6015">
                  <c:v>-3</c:v>
                </c:pt>
                <c:pt idx="6016">
                  <c:v>-3</c:v>
                </c:pt>
                <c:pt idx="6017">
                  <c:v>-3</c:v>
                </c:pt>
                <c:pt idx="6018">
                  <c:v>-3</c:v>
                </c:pt>
                <c:pt idx="6019">
                  <c:v>-3</c:v>
                </c:pt>
                <c:pt idx="6020">
                  <c:v>-3</c:v>
                </c:pt>
                <c:pt idx="6021">
                  <c:v>-3</c:v>
                </c:pt>
                <c:pt idx="6022">
                  <c:v>-3</c:v>
                </c:pt>
                <c:pt idx="6023">
                  <c:v>-3</c:v>
                </c:pt>
                <c:pt idx="6024">
                  <c:v>-3</c:v>
                </c:pt>
                <c:pt idx="6025">
                  <c:v>-3</c:v>
                </c:pt>
                <c:pt idx="6026">
                  <c:v>-3</c:v>
                </c:pt>
                <c:pt idx="6027">
                  <c:v>-3</c:v>
                </c:pt>
                <c:pt idx="6028">
                  <c:v>-3</c:v>
                </c:pt>
                <c:pt idx="6029">
                  <c:v>-3</c:v>
                </c:pt>
                <c:pt idx="6030">
                  <c:v>-3</c:v>
                </c:pt>
                <c:pt idx="6031">
                  <c:v>-3</c:v>
                </c:pt>
                <c:pt idx="6032">
                  <c:v>-3</c:v>
                </c:pt>
                <c:pt idx="6033">
                  <c:v>-3</c:v>
                </c:pt>
                <c:pt idx="6034">
                  <c:v>-3</c:v>
                </c:pt>
                <c:pt idx="6035">
                  <c:v>-3</c:v>
                </c:pt>
                <c:pt idx="6036">
                  <c:v>-3</c:v>
                </c:pt>
                <c:pt idx="6037">
                  <c:v>-3</c:v>
                </c:pt>
                <c:pt idx="6038">
                  <c:v>-3</c:v>
                </c:pt>
                <c:pt idx="6039">
                  <c:v>-3</c:v>
                </c:pt>
                <c:pt idx="6040">
                  <c:v>-3</c:v>
                </c:pt>
                <c:pt idx="6041">
                  <c:v>-3</c:v>
                </c:pt>
                <c:pt idx="6042">
                  <c:v>-3</c:v>
                </c:pt>
                <c:pt idx="6043">
                  <c:v>-3</c:v>
                </c:pt>
                <c:pt idx="6044">
                  <c:v>-3</c:v>
                </c:pt>
                <c:pt idx="6045">
                  <c:v>-3</c:v>
                </c:pt>
                <c:pt idx="6046">
                  <c:v>-3</c:v>
                </c:pt>
                <c:pt idx="6047">
                  <c:v>-3</c:v>
                </c:pt>
                <c:pt idx="6048">
                  <c:v>-3</c:v>
                </c:pt>
                <c:pt idx="6049">
                  <c:v>-3</c:v>
                </c:pt>
                <c:pt idx="6050">
                  <c:v>-3</c:v>
                </c:pt>
                <c:pt idx="6051">
                  <c:v>-3</c:v>
                </c:pt>
                <c:pt idx="6052">
                  <c:v>-3</c:v>
                </c:pt>
                <c:pt idx="6053">
                  <c:v>-3</c:v>
                </c:pt>
                <c:pt idx="6054">
                  <c:v>-3</c:v>
                </c:pt>
                <c:pt idx="6055">
                  <c:v>-3</c:v>
                </c:pt>
                <c:pt idx="6056">
                  <c:v>-3</c:v>
                </c:pt>
                <c:pt idx="6057">
                  <c:v>-3</c:v>
                </c:pt>
                <c:pt idx="6058">
                  <c:v>-3</c:v>
                </c:pt>
                <c:pt idx="6059">
                  <c:v>-3</c:v>
                </c:pt>
                <c:pt idx="6060">
                  <c:v>-3</c:v>
                </c:pt>
                <c:pt idx="6061">
                  <c:v>-3</c:v>
                </c:pt>
                <c:pt idx="6062">
                  <c:v>-3</c:v>
                </c:pt>
                <c:pt idx="6063">
                  <c:v>-3</c:v>
                </c:pt>
                <c:pt idx="6064">
                  <c:v>-3</c:v>
                </c:pt>
                <c:pt idx="6065">
                  <c:v>-3</c:v>
                </c:pt>
                <c:pt idx="6066">
                  <c:v>-3</c:v>
                </c:pt>
                <c:pt idx="6067">
                  <c:v>-3</c:v>
                </c:pt>
                <c:pt idx="6068">
                  <c:v>-3</c:v>
                </c:pt>
                <c:pt idx="6069">
                  <c:v>-3</c:v>
                </c:pt>
                <c:pt idx="6070">
                  <c:v>-3</c:v>
                </c:pt>
                <c:pt idx="6071">
                  <c:v>-3</c:v>
                </c:pt>
                <c:pt idx="6072">
                  <c:v>-3</c:v>
                </c:pt>
                <c:pt idx="6073">
                  <c:v>-3</c:v>
                </c:pt>
                <c:pt idx="6074">
                  <c:v>-3</c:v>
                </c:pt>
                <c:pt idx="6075">
                  <c:v>-3</c:v>
                </c:pt>
                <c:pt idx="6076">
                  <c:v>-3</c:v>
                </c:pt>
                <c:pt idx="6077">
                  <c:v>-3</c:v>
                </c:pt>
                <c:pt idx="6078">
                  <c:v>-3</c:v>
                </c:pt>
                <c:pt idx="6079">
                  <c:v>-3</c:v>
                </c:pt>
                <c:pt idx="6080">
                  <c:v>-3</c:v>
                </c:pt>
                <c:pt idx="6081">
                  <c:v>-3</c:v>
                </c:pt>
                <c:pt idx="6082">
                  <c:v>-3</c:v>
                </c:pt>
                <c:pt idx="6083">
                  <c:v>-3</c:v>
                </c:pt>
                <c:pt idx="6084">
                  <c:v>-3</c:v>
                </c:pt>
                <c:pt idx="6085">
                  <c:v>-3</c:v>
                </c:pt>
                <c:pt idx="6086">
                  <c:v>-3</c:v>
                </c:pt>
                <c:pt idx="6087">
                  <c:v>-3</c:v>
                </c:pt>
                <c:pt idx="6088">
                  <c:v>-3</c:v>
                </c:pt>
                <c:pt idx="6089">
                  <c:v>-3</c:v>
                </c:pt>
                <c:pt idx="6090">
                  <c:v>-3</c:v>
                </c:pt>
                <c:pt idx="6091">
                  <c:v>-3</c:v>
                </c:pt>
                <c:pt idx="6092">
                  <c:v>-3</c:v>
                </c:pt>
                <c:pt idx="6093">
                  <c:v>-3</c:v>
                </c:pt>
                <c:pt idx="6094">
                  <c:v>-3</c:v>
                </c:pt>
                <c:pt idx="6095">
                  <c:v>-3</c:v>
                </c:pt>
                <c:pt idx="6096">
                  <c:v>-3</c:v>
                </c:pt>
                <c:pt idx="6097">
                  <c:v>-3</c:v>
                </c:pt>
                <c:pt idx="6098">
                  <c:v>-3</c:v>
                </c:pt>
                <c:pt idx="6099">
                  <c:v>-3</c:v>
                </c:pt>
                <c:pt idx="6100">
                  <c:v>-3</c:v>
                </c:pt>
                <c:pt idx="6101">
                  <c:v>-3</c:v>
                </c:pt>
                <c:pt idx="6102">
                  <c:v>-3</c:v>
                </c:pt>
                <c:pt idx="6103">
                  <c:v>-3</c:v>
                </c:pt>
                <c:pt idx="6104">
                  <c:v>-3</c:v>
                </c:pt>
                <c:pt idx="6105">
                  <c:v>-3</c:v>
                </c:pt>
                <c:pt idx="6106">
                  <c:v>-3</c:v>
                </c:pt>
                <c:pt idx="6107">
                  <c:v>-3</c:v>
                </c:pt>
                <c:pt idx="6108">
                  <c:v>-3</c:v>
                </c:pt>
                <c:pt idx="6109">
                  <c:v>-3</c:v>
                </c:pt>
                <c:pt idx="6110">
                  <c:v>-3</c:v>
                </c:pt>
                <c:pt idx="6111">
                  <c:v>-3</c:v>
                </c:pt>
                <c:pt idx="6112">
                  <c:v>-3</c:v>
                </c:pt>
                <c:pt idx="6113">
                  <c:v>-3</c:v>
                </c:pt>
                <c:pt idx="6114">
                  <c:v>-3</c:v>
                </c:pt>
                <c:pt idx="6115">
                  <c:v>-3</c:v>
                </c:pt>
                <c:pt idx="6116">
                  <c:v>-3</c:v>
                </c:pt>
                <c:pt idx="6117">
                  <c:v>-3</c:v>
                </c:pt>
                <c:pt idx="6118">
                  <c:v>-3</c:v>
                </c:pt>
                <c:pt idx="6119">
                  <c:v>-3</c:v>
                </c:pt>
                <c:pt idx="6120">
                  <c:v>-3</c:v>
                </c:pt>
                <c:pt idx="6121">
                  <c:v>-3</c:v>
                </c:pt>
                <c:pt idx="6122">
                  <c:v>-3</c:v>
                </c:pt>
                <c:pt idx="6123">
                  <c:v>-3</c:v>
                </c:pt>
                <c:pt idx="6124">
                  <c:v>-3</c:v>
                </c:pt>
                <c:pt idx="6125">
                  <c:v>-3</c:v>
                </c:pt>
                <c:pt idx="6126">
                  <c:v>-3</c:v>
                </c:pt>
                <c:pt idx="6127">
                  <c:v>-3</c:v>
                </c:pt>
                <c:pt idx="6128">
                  <c:v>-3</c:v>
                </c:pt>
                <c:pt idx="6129">
                  <c:v>-3</c:v>
                </c:pt>
                <c:pt idx="6130">
                  <c:v>-3</c:v>
                </c:pt>
              </c:numCache>
            </c:numRef>
          </c:val>
          <c:extLst>
            <c:ext xmlns:c16="http://schemas.microsoft.com/office/drawing/2014/chart" uri="{C3380CC4-5D6E-409C-BE32-E72D297353CC}">
              <c16:uniqueId val="{00000000-FE79-4F56-8C61-D5CCC4ABBB15}"/>
            </c:ext>
          </c:extLst>
        </c:ser>
        <c:ser>
          <c:idx val="1"/>
          <c:order val="1"/>
          <c:tx>
            <c:v>Domestic stress</c:v>
          </c:tx>
          <c:spPr>
            <a:solidFill>
              <a:srgbClr val="F9C113">
                <a:alpha val="65000"/>
              </a:srgbClr>
            </a:solidFill>
            <a:ln>
              <a:noFill/>
            </a:ln>
          </c:spPr>
          <c:cat>
            <c:numRef>
              <c:f>'L1'!$A$2:$A$6132</c:f>
              <c:numCache>
                <c:formatCode>yyyy\-mm\-dd</c:formatCode>
                <c:ptCount val="6131"/>
                <c:pt idx="0">
                  <c:v>37292</c:v>
                </c:pt>
                <c:pt idx="1">
                  <c:v>37293</c:v>
                </c:pt>
                <c:pt idx="2">
                  <c:v>37294</c:v>
                </c:pt>
                <c:pt idx="3">
                  <c:v>37295</c:v>
                </c:pt>
                <c:pt idx="4">
                  <c:v>37300</c:v>
                </c:pt>
                <c:pt idx="5">
                  <c:v>37301</c:v>
                </c:pt>
                <c:pt idx="6">
                  <c:v>37302</c:v>
                </c:pt>
                <c:pt idx="7">
                  <c:v>37305</c:v>
                </c:pt>
                <c:pt idx="8">
                  <c:v>37306</c:v>
                </c:pt>
                <c:pt idx="9">
                  <c:v>37307</c:v>
                </c:pt>
                <c:pt idx="10">
                  <c:v>37308</c:v>
                </c:pt>
                <c:pt idx="11">
                  <c:v>37309</c:v>
                </c:pt>
                <c:pt idx="12">
                  <c:v>37312</c:v>
                </c:pt>
                <c:pt idx="13">
                  <c:v>37313</c:v>
                </c:pt>
                <c:pt idx="14">
                  <c:v>37314</c:v>
                </c:pt>
                <c:pt idx="15">
                  <c:v>37315</c:v>
                </c:pt>
                <c:pt idx="16">
                  <c:v>37316</c:v>
                </c:pt>
                <c:pt idx="17">
                  <c:v>37319</c:v>
                </c:pt>
                <c:pt idx="18">
                  <c:v>37320</c:v>
                </c:pt>
                <c:pt idx="19">
                  <c:v>37321</c:v>
                </c:pt>
                <c:pt idx="20">
                  <c:v>37322</c:v>
                </c:pt>
                <c:pt idx="21">
                  <c:v>37323</c:v>
                </c:pt>
                <c:pt idx="22">
                  <c:v>37326</c:v>
                </c:pt>
                <c:pt idx="23">
                  <c:v>37327</c:v>
                </c:pt>
                <c:pt idx="24">
                  <c:v>37328</c:v>
                </c:pt>
                <c:pt idx="25">
                  <c:v>37329</c:v>
                </c:pt>
                <c:pt idx="26">
                  <c:v>37330</c:v>
                </c:pt>
                <c:pt idx="27">
                  <c:v>37333</c:v>
                </c:pt>
                <c:pt idx="28">
                  <c:v>37334</c:v>
                </c:pt>
                <c:pt idx="29">
                  <c:v>37335</c:v>
                </c:pt>
                <c:pt idx="30">
                  <c:v>37336</c:v>
                </c:pt>
                <c:pt idx="31">
                  <c:v>37337</c:v>
                </c:pt>
                <c:pt idx="32">
                  <c:v>37340</c:v>
                </c:pt>
                <c:pt idx="33">
                  <c:v>37341</c:v>
                </c:pt>
                <c:pt idx="34">
                  <c:v>37342</c:v>
                </c:pt>
                <c:pt idx="35">
                  <c:v>37343</c:v>
                </c:pt>
                <c:pt idx="36">
                  <c:v>37347</c:v>
                </c:pt>
                <c:pt idx="37">
                  <c:v>37348</c:v>
                </c:pt>
                <c:pt idx="38">
                  <c:v>37349</c:v>
                </c:pt>
                <c:pt idx="39">
                  <c:v>37350</c:v>
                </c:pt>
                <c:pt idx="40">
                  <c:v>37351</c:v>
                </c:pt>
                <c:pt idx="41">
                  <c:v>37354</c:v>
                </c:pt>
                <c:pt idx="42">
                  <c:v>37355</c:v>
                </c:pt>
                <c:pt idx="43">
                  <c:v>37356</c:v>
                </c:pt>
                <c:pt idx="44">
                  <c:v>37357</c:v>
                </c:pt>
                <c:pt idx="45">
                  <c:v>37358</c:v>
                </c:pt>
                <c:pt idx="46">
                  <c:v>37361</c:v>
                </c:pt>
                <c:pt idx="47">
                  <c:v>37362</c:v>
                </c:pt>
                <c:pt idx="48">
                  <c:v>37363</c:v>
                </c:pt>
                <c:pt idx="49">
                  <c:v>37364</c:v>
                </c:pt>
                <c:pt idx="50">
                  <c:v>37365</c:v>
                </c:pt>
                <c:pt idx="51">
                  <c:v>37368</c:v>
                </c:pt>
                <c:pt idx="52">
                  <c:v>37369</c:v>
                </c:pt>
                <c:pt idx="53">
                  <c:v>37370</c:v>
                </c:pt>
                <c:pt idx="54">
                  <c:v>37371</c:v>
                </c:pt>
                <c:pt idx="55">
                  <c:v>37372</c:v>
                </c:pt>
                <c:pt idx="56">
                  <c:v>37375</c:v>
                </c:pt>
                <c:pt idx="57">
                  <c:v>37376</c:v>
                </c:pt>
                <c:pt idx="58">
                  <c:v>37378</c:v>
                </c:pt>
                <c:pt idx="59">
                  <c:v>37379</c:v>
                </c:pt>
                <c:pt idx="60">
                  <c:v>37382</c:v>
                </c:pt>
                <c:pt idx="61">
                  <c:v>37383</c:v>
                </c:pt>
                <c:pt idx="62">
                  <c:v>37384</c:v>
                </c:pt>
                <c:pt idx="63">
                  <c:v>37385</c:v>
                </c:pt>
                <c:pt idx="64">
                  <c:v>37386</c:v>
                </c:pt>
                <c:pt idx="65">
                  <c:v>37389</c:v>
                </c:pt>
                <c:pt idx="66">
                  <c:v>37390</c:v>
                </c:pt>
                <c:pt idx="67">
                  <c:v>37391</c:v>
                </c:pt>
                <c:pt idx="68">
                  <c:v>37392</c:v>
                </c:pt>
                <c:pt idx="69">
                  <c:v>37393</c:v>
                </c:pt>
                <c:pt idx="70">
                  <c:v>37396</c:v>
                </c:pt>
                <c:pt idx="71">
                  <c:v>37397</c:v>
                </c:pt>
                <c:pt idx="72">
                  <c:v>37398</c:v>
                </c:pt>
                <c:pt idx="73">
                  <c:v>37399</c:v>
                </c:pt>
                <c:pt idx="74">
                  <c:v>37400</c:v>
                </c:pt>
                <c:pt idx="75">
                  <c:v>37403</c:v>
                </c:pt>
                <c:pt idx="76">
                  <c:v>37404</c:v>
                </c:pt>
                <c:pt idx="77">
                  <c:v>37405</c:v>
                </c:pt>
                <c:pt idx="78">
                  <c:v>37407</c:v>
                </c:pt>
                <c:pt idx="79">
                  <c:v>37410</c:v>
                </c:pt>
                <c:pt idx="80">
                  <c:v>37411</c:v>
                </c:pt>
                <c:pt idx="81">
                  <c:v>37412</c:v>
                </c:pt>
                <c:pt idx="82">
                  <c:v>37413</c:v>
                </c:pt>
                <c:pt idx="83">
                  <c:v>37414</c:v>
                </c:pt>
                <c:pt idx="84">
                  <c:v>37417</c:v>
                </c:pt>
                <c:pt idx="85">
                  <c:v>37418</c:v>
                </c:pt>
                <c:pt idx="86">
                  <c:v>37419</c:v>
                </c:pt>
                <c:pt idx="87">
                  <c:v>37420</c:v>
                </c:pt>
                <c:pt idx="88">
                  <c:v>37421</c:v>
                </c:pt>
                <c:pt idx="89">
                  <c:v>37424</c:v>
                </c:pt>
                <c:pt idx="90">
                  <c:v>37425</c:v>
                </c:pt>
                <c:pt idx="91">
                  <c:v>37426</c:v>
                </c:pt>
                <c:pt idx="92">
                  <c:v>37427</c:v>
                </c:pt>
                <c:pt idx="93">
                  <c:v>37428</c:v>
                </c:pt>
                <c:pt idx="94">
                  <c:v>37431</c:v>
                </c:pt>
                <c:pt idx="95">
                  <c:v>37432</c:v>
                </c:pt>
                <c:pt idx="96">
                  <c:v>37433</c:v>
                </c:pt>
                <c:pt idx="97">
                  <c:v>37434</c:v>
                </c:pt>
                <c:pt idx="98">
                  <c:v>37435</c:v>
                </c:pt>
                <c:pt idx="99">
                  <c:v>37438</c:v>
                </c:pt>
                <c:pt idx="100">
                  <c:v>37439</c:v>
                </c:pt>
                <c:pt idx="101">
                  <c:v>37440</c:v>
                </c:pt>
                <c:pt idx="102">
                  <c:v>37441</c:v>
                </c:pt>
                <c:pt idx="103">
                  <c:v>37442</c:v>
                </c:pt>
                <c:pt idx="104">
                  <c:v>37445</c:v>
                </c:pt>
                <c:pt idx="105">
                  <c:v>37447</c:v>
                </c:pt>
                <c:pt idx="106">
                  <c:v>37448</c:v>
                </c:pt>
                <c:pt idx="107">
                  <c:v>37449</c:v>
                </c:pt>
                <c:pt idx="108">
                  <c:v>37452</c:v>
                </c:pt>
                <c:pt idx="109">
                  <c:v>37453</c:v>
                </c:pt>
                <c:pt idx="110">
                  <c:v>37454</c:v>
                </c:pt>
                <c:pt idx="111">
                  <c:v>37455</c:v>
                </c:pt>
                <c:pt idx="112">
                  <c:v>37456</c:v>
                </c:pt>
                <c:pt idx="113">
                  <c:v>37459</c:v>
                </c:pt>
                <c:pt idx="114">
                  <c:v>37460</c:v>
                </c:pt>
                <c:pt idx="115">
                  <c:v>37461</c:v>
                </c:pt>
                <c:pt idx="116">
                  <c:v>37462</c:v>
                </c:pt>
                <c:pt idx="117">
                  <c:v>37463</c:v>
                </c:pt>
                <c:pt idx="118">
                  <c:v>37466</c:v>
                </c:pt>
                <c:pt idx="119">
                  <c:v>37467</c:v>
                </c:pt>
                <c:pt idx="120">
                  <c:v>37468</c:v>
                </c:pt>
                <c:pt idx="121">
                  <c:v>37469</c:v>
                </c:pt>
                <c:pt idx="122">
                  <c:v>37470</c:v>
                </c:pt>
                <c:pt idx="123">
                  <c:v>37473</c:v>
                </c:pt>
                <c:pt idx="124">
                  <c:v>37474</c:v>
                </c:pt>
                <c:pt idx="125">
                  <c:v>37475</c:v>
                </c:pt>
                <c:pt idx="126">
                  <c:v>37476</c:v>
                </c:pt>
                <c:pt idx="127">
                  <c:v>37477</c:v>
                </c:pt>
                <c:pt idx="128">
                  <c:v>37480</c:v>
                </c:pt>
                <c:pt idx="129">
                  <c:v>37481</c:v>
                </c:pt>
                <c:pt idx="130">
                  <c:v>37482</c:v>
                </c:pt>
                <c:pt idx="131">
                  <c:v>37483</c:v>
                </c:pt>
                <c:pt idx="132">
                  <c:v>37484</c:v>
                </c:pt>
                <c:pt idx="133">
                  <c:v>37487</c:v>
                </c:pt>
                <c:pt idx="134">
                  <c:v>37488</c:v>
                </c:pt>
                <c:pt idx="135">
                  <c:v>37489</c:v>
                </c:pt>
                <c:pt idx="136">
                  <c:v>37490</c:v>
                </c:pt>
                <c:pt idx="137">
                  <c:v>37491</c:v>
                </c:pt>
                <c:pt idx="138">
                  <c:v>37494</c:v>
                </c:pt>
                <c:pt idx="139">
                  <c:v>37495</c:v>
                </c:pt>
                <c:pt idx="140">
                  <c:v>37496</c:v>
                </c:pt>
                <c:pt idx="141">
                  <c:v>37497</c:v>
                </c:pt>
                <c:pt idx="142">
                  <c:v>37498</c:v>
                </c:pt>
                <c:pt idx="143">
                  <c:v>37501</c:v>
                </c:pt>
                <c:pt idx="144">
                  <c:v>37502</c:v>
                </c:pt>
                <c:pt idx="145">
                  <c:v>37503</c:v>
                </c:pt>
                <c:pt idx="146">
                  <c:v>37504</c:v>
                </c:pt>
                <c:pt idx="147">
                  <c:v>37505</c:v>
                </c:pt>
                <c:pt idx="148">
                  <c:v>37508</c:v>
                </c:pt>
                <c:pt idx="149">
                  <c:v>37509</c:v>
                </c:pt>
                <c:pt idx="150">
                  <c:v>37510</c:v>
                </c:pt>
                <c:pt idx="151">
                  <c:v>37511</c:v>
                </c:pt>
                <c:pt idx="152">
                  <c:v>37512</c:v>
                </c:pt>
                <c:pt idx="153">
                  <c:v>37515</c:v>
                </c:pt>
                <c:pt idx="154">
                  <c:v>37516</c:v>
                </c:pt>
                <c:pt idx="155">
                  <c:v>37517</c:v>
                </c:pt>
                <c:pt idx="156">
                  <c:v>37518</c:v>
                </c:pt>
                <c:pt idx="157">
                  <c:v>37519</c:v>
                </c:pt>
                <c:pt idx="158">
                  <c:v>37522</c:v>
                </c:pt>
                <c:pt idx="159">
                  <c:v>37523</c:v>
                </c:pt>
                <c:pt idx="160">
                  <c:v>37524</c:v>
                </c:pt>
                <c:pt idx="161">
                  <c:v>37525</c:v>
                </c:pt>
                <c:pt idx="162">
                  <c:v>37526</c:v>
                </c:pt>
                <c:pt idx="163">
                  <c:v>37529</c:v>
                </c:pt>
                <c:pt idx="164">
                  <c:v>37530</c:v>
                </c:pt>
                <c:pt idx="165">
                  <c:v>37531</c:v>
                </c:pt>
                <c:pt idx="166">
                  <c:v>37532</c:v>
                </c:pt>
                <c:pt idx="167">
                  <c:v>37533</c:v>
                </c:pt>
                <c:pt idx="168">
                  <c:v>37536</c:v>
                </c:pt>
                <c:pt idx="169">
                  <c:v>37537</c:v>
                </c:pt>
                <c:pt idx="170">
                  <c:v>37538</c:v>
                </c:pt>
                <c:pt idx="171">
                  <c:v>37539</c:v>
                </c:pt>
                <c:pt idx="172">
                  <c:v>37540</c:v>
                </c:pt>
                <c:pt idx="173">
                  <c:v>37543</c:v>
                </c:pt>
                <c:pt idx="174">
                  <c:v>37544</c:v>
                </c:pt>
                <c:pt idx="175">
                  <c:v>37545</c:v>
                </c:pt>
                <c:pt idx="176">
                  <c:v>37546</c:v>
                </c:pt>
                <c:pt idx="177">
                  <c:v>37547</c:v>
                </c:pt>
                <c:pt idx="178">
                  <c:v>37550</c:v>
                </c:pt>
                <c:pt idx="179">
                  <c:v>37551</c:v>
                </c:pt>
                <c:pt idx="180">
                  <c:v>37552</c:v>
                </c:pt>
                <c:pt idx="181">
                  <c:v>37553</c:v>
                </c:pt>
                <c:pt idx="182">
                  <c:v>37554</c:v>
                </c:pt>
                <c:pt idx="183">
                  <c:v>37557</c:v>
                </c:pt>
                <c:pt idx="184">
                  <c:v>37558</c:v>
                </c:pt>
                <c:pt idx="185">
                  <c:v>37559</c:v>
                </c:pt>
                <c:pt idx="186">
                  <c:v>37560</c:v>
                </c:pt>
                <c:pt idx="187">
                  <c:v>37561</c:v>
                </c:pt>
                <c:pt idx="188">
                  <c:v>37564</c:v>
                </c:pt>
                <c:pt idx="189">
                  <c:v>37565</c:v>
                </c:pt>
                <c:pt idx="190">
                  <c:v>37566</c:v>
                </c:pt>
                <c:pt idx="191">
                  <c:v>37567</c:v>
                </c:pt>
                <c:pt idx="192">
                  <c:v>37568</c:v>
                </c:pt>
                <c:pt idx="193">
                  <c:v>37571</c:v>
                </c:pt>
                <c:pt idx="194">
                  <c:v>37572</c:v>
                </c:pt>
                <c:pt idx="195">
                  <c:v>37573</c:v>
                </c:pt>
                <c:pt idx="196">
                  <c:v>37574</c:v>
                </c:pt>
                <c:pt idx="197">
                  <c:v>37578</c:v>
                </c:pt>
                <c:pt idx="198">
                  <c:v>37579</c:v>
                </c:pt>
                <c:pt idx="199">
                  <c:v>37580</c:v>
                </c:pt>
                <c:pt idx="200">
                  <c:v>37581</c:v>
                </c:pt>
                <c:pt idx="201">
                  <c:v>37582</c:v>
                </c:pt>
                <c:pt idx="202">
                  <c:v>37585</c:v>
                </c:pt>
                <c:pt idx="203">
                  <c:v>37586</c:v>
                </c:pt>
                <c:pt idx="204">
                  <c:v>37587</c:v>
                </c:pt>
                <c:pt idx="205">
                  <c:v>37588</c:v>
                </c:pt>
                <c:pt idx="206">
                  <c:v>37589</c:v>
                </c:pt>
                <c:pt idx="207">
                  <c:v>37592</c:v>
                </c:pt>
                <c:pt idx="208">
                  <c:v>37593</c:v>
                </c:pt>
                <c:pt idx="209">
                  <c:v>37594</c:v>
                </c:pt>
                <c:pt idx="210">
                  <c:v>37595</c:v>
                </c:pt>
                <c:pt idx="211">
                  <c:v>37596</c:v>
                </c:pt>
                <c:pt idx="212">
                  <c:v>37599</c:v>
                </c:pt>
                <c:pt idx="213">
                  <c:v>37600</c:v>
                </c:pt>
                <c:pt idx="214">
                  <c:v>37601</c:v>
                </c:pt>
                <c:pt idx="215">
                  <c:v>37602</c:v>
                </c:pt>
                <c:pt idx="216">
                  <c:v>37603</c:v>
                </c:pt>
                <c:pt idx="217">
                  <c:v>37606</c:v>
                </c:pt>
                <c:pt idx="218">
                  <c:v>37607</c:v>
                </c:pt>
                <c:pt idx="219">
                  <c:v>37608</c:v>
                </c:pt>
                <c:pt idx="220">
                  <c:v>37609</c:v>
                </c:pt>
                <c:pt idx="221">
                  <c:v>37610</c:v>
                </c:pt>
                <c:pt idx="222">
                  <c:v>37613</c:v>
                </c:pt>
                <c:pt idx="223">
                  <c:v>37616</c:v>
                </c:pt>
                <c:pt idx="224">
                  <c:v>37617</c:v>
                </c:pt>
                <c:pt idx="225">
                  <c:v>37620</c:v>
                </c:pt>
                <c:pt idx="226">
                  <c:v>37623</c:v>
                </c:pt>
                <c:pt idx="227">
                  <c:v>37624</c:v>
                </c:pt>
                <c:pt idx="228">
                  <c:v>37627</c:v>
                </c:pt>
                <c:pt idx="229">
                  <c:v>37628</c:v>
                </c:pt>
                <c:pt idx="230">
                  <c:v>37629</c:v>
                </c:pt>
                <c:pt idx="231">
                  <c:v>37630</c:v>
                </c:pt>
                <c:pt idx="232">
                  <c:v>37631</c:v>
                </c:pt>
                <c:pt idx="233">
                  <c:v>37634</c:v>
                </c:pt>
                <c:pt idx="234">
                  <c:v>37635</c:v>
                </c:pt>
                <c:pt idx="235">
                  <c:v>37636</c:v>
                </c:pt>
                <c:pt idx="236">
                  <c:v>37637</c:v>
                </c:pt>
                <c:pt idx="237">
                  <c:v>37638</c:v>
                </c:pt>
                <c:pt idx="238">
                  <c:v>37641</c:v>
                </c:pt>
                <c:pt idx="239">
                  <c:v>37642</c:v>
                </c:pt>
                <c:pt idx="240">
                  <c:v>37643</c:v>
                </c:pt>
                <c:pt idx="241">
                  <c:v>37644</c:v>
                </c:pt>
                <c:pt idx="242">
                  <c:v>37645</c:v>
                </c:pt>
                <c:pt idx="243">
                  <c:v>37648</c:v>
                </c:pt>
                <c:pt idx="244">
                  <c:v>37649</c:v>
                </c:pt>
                <c:pt idx="245">
                  <c:v>37650</c:v>
                </c:pt>
                <c:pt idx="246">
                  <c:v>37651</c:v>
                </c:pt>
                <c:pt idx="247">
                  <c:v>37652</c:v>
                </c:pt>
                <c:pt idx="248">
                  <c:v>37655</c:v>
                </c:pt>
                <c:pt idx="249">
                  <c:v>37656</c:v>
                </c:pt>
                <c:pt idx="250">
                  <c:v>37657</c:v>
                </c:pt>
                <c:pt idx="251">
                  <c:v>37658</c:v>
                </c:pt>
                <c:pt idx="252">
                  <c:v>37659</c:v>
                </c:pt>
                <c:pt idx="253">
                  <c:v>37662</c:v>
                </c:pt>
                <c:pt idx="254">
                  <c:v>37663</c:v>
                </c:pt>
                <c:pt idx="255">
                  <c:v>37664</c:v>
                </c:pt>
                <c:pt idx="256">
                  <c:v>37665</c:v>
                </c:pt>
                <c:pt idx="257">
                  <c:v>37666</c:v>
                </c:pt>
                <c:pt idx="258">
                  <c:v>37669</c:v>
                </c:pt>
                <c:pt idx="259">
                  <c:v>37670</c:v>
                </c:pt>
                <c:pt idx="260">
                  <c:v>37671</c:v>
                </c:pt>
                <c:pt idx="261">
                  <c:v>37672</c:v>
                </c:pt>
                <c:pt idx="262">
                  <c:v>37673</c:v>
                </c:pt>
                <c:pt idx="263">
                  <c:v>37676</c:v>
                </c:pt>
                <c:pt idx="264">
                  <c:v>37677</c:v>
                </c:pt>
                <c:pt idx="265">
                  <c:v>37678</c:v>
                </c:pt>
                <c:pt idx="266">
                  <c:v>37679</c:v>
                </c:pt>
                <c:pt idx="267">
                  <c:v>37680</c:v>
                </c:pt>
                <c:pt idx="268">
                  <c:v>37685</c:v>
                </c:pt>
                <c:pt idx="269">
                  <c:v>37686</c:v>
                </c:pt>
                <c:pt idx="270">
                  <c:v>37687</c:v>
                </c:pt>
                <c:pt idx="271">
                  <c:v>37690</c:v>
                </c:pt>
                <c:pt idx="272">
                  <c:v>37691</c:v>
                </c:pt>
                <c:pt idx="273">
                  <c:v>37692</c:v>
                </c:pt>
                <c:pt idx="274">
                  <c:v>37693</c:v>
                </c:pt>
                <c:pt idx="275">
                  <c:v>37694</c:v>
                </c:pt>
                <c:pt idx="276">
                  <c:v>37697</c:v>
                </c:pt>
                <c:pt idx="277">
                  <c:v>37698</c:v>
                </c:pt>
                <c:pt idx="278">
                  <c:v>37699</c:v>
                </c:pt>
                <c:pt idx="279">
                  <c:v>37700</c:v>
                </c:pt>
                <c:pt idx="280">
                  <c:v>37701</c:v>
                </c:pt>
                <c:pt idx="281">
                  <c:v>37704</c:v>
                </c:pt>
                <c:pt idx="282">
                  <c:v>37705</c:v>
                </c:pt>
                <c:pt idx="283">
                  <c:v>37706</c:v>
                </c:pt>
                <c:pt idx="284">
                  <c:v>37707</c:v>
                </c:pt>
                <c:pt idx="285">
                  <c:v>37708</c:v>
                </c:pt>
                <c:pt idx="286">
                  <c:v>37711</c:v>
                </c:pt>
                <c:pt idx="287">
                  <c:v>37712</c:v>
                </c:pt>
                <c:pt idx="288">
                  <c:v>37713</c:v>
                </c:pt>
                <c:pt idx="289">
                  <c:v>37714</c:v>
                </c:pt>
                <c:pt idx="290">
                  <c:v>37715</c:v>
                </c:pt>
                <c:pt idx="291">
                  <c:v>37718</c:v>
                </c:pt>
                <c:pt idx="292">
                  <c:v>37719</c:v>
                </c:pt>
                <c:pt idx="293">
                  <c:v>37720</c:v>
                </c:pt>
                <c:pt idx="294">
                  <c:v>37721</c:v>
                </c:pt>
                <c:pt idx="295">
                  <c:v>37722</c:v>
                </c:pt>
                <c:pt idx="296">
                  <c:v>37725</c:v>
                </c:pt>
                <c:pt idx="297">
                  <c:v>37726</c:v>
                </c:pt>
                <c:pt idx="298">
                  <c:v>37727</c:v>
                </c:pt>
                <c:pt idx="299">
                  <c:v>37728</c:v>
                </c:pt>
                <c:pt idx="300">
                  <c:v>37733</c:v>
                </c:pt>
                <c:pt idx="301">
                  <c:v>37734</c:v>
                </c:pt>
                <c:pt idx="302">
                  <c:v>37735</c:v>
                </c:pt>
                <c:pt idx="303">
                  <c:v>37736</c:v>
                </c:pt>
                <c:pt idx="304">
                  <c:v>37739</c:v>
                </c:pt>
                <c:pt idx="305">
                  <c:v>37740</c:v>
                </c:pt>
                <c:pt idx="306">
                  <c:v>37741</c:v>
                </c:pt>
                <c:pt idx="307">
                  <c:v>37743</c:v>
                </c:pt>
                <c:pt idx="308">
                  <c:v>37746</c:v>
                </c:pt>
                <c:pt idx="309">
                  <c:v>37747</c:v>
                </c:pt>
                <c:pt idx="310">
                  <c:v>37748</c:v>
                </c:pt>
                <c:pt idx="311">
                  <c:v>37749</c:v>
                </c:pt>
                <c:pt idx="312">
                  <c:v>37750</c:v>
                </c:pt>
                <c:pt idx="313">
                  <c:v>37753</c:v>
                </c:pt>
                <c:pt idx="314">
                  <c:v>37754</c:v>
                </c:pt>
                <c:pt idx="315">
                  <c:v>37755</c:v>
                </c:pt>
                <c:pt idx="316">
                  <c:v>37756</c:v>
                </c:pt>
                <c:pt idx="317">
                  <c:v>37757</c:v>
                </c:pt>
                <c:pt idx="318">
                  <c:v>37760</c:v>
                </c:pt>
                <c:pt idx="319">
                  <c:v>37761</c:v>
                </c:pt>
                <c:pt idx="320">
                  <c:v>37762</c:v>
                </c:pt>
                <c:pt idx="321">
                  <c:v>37763</c:v>
                </c:pt>
                <c:pt idx="322">
                  <c:v>37764</c:v>
                </c:pt>
                <c:pt idx="323">
                  <c:v>37767</c:v>
                </c:pt>
                <c:pt idx="324">
                  <c:v>37768</c:v>
                </c:pt>
                <c:pt idx="325">
                  <c:v>37769</c:v>
                </c:pt>
                <c:pt idx="326">
                  <c:v>37770</c:v>
                </c:pt>
                <c:pt idx="327">
                  <c:v>37771</c:v>
                </c:pt>
                <c:pt idx="328">
                  <c:v>37774</c:v>
                </c:pt>
                <c:pt idx="329">
                  <c:v>37775</c:v>
                </c:pt>
                <c:pt idx="330">
                  <c:v>37776</c:v>
                </c:pt>
                <c:pt idx="331">
                  <c:v>37777</c:v>
                </c:pt>
                <c:pt idx="332">
                  <c:v>37778</c:v>
                </c:pt>
                <c:pt idx="333">
                  <c:v>37781</c:v>
                </c:pt>
                <c:pt idx="334">
                  <c:v>37782</c:v>
                </c:pt>
                <c:pt idx="335">
                  <c:v>37783</c:v>
                </c:pt>
                <c:pt idx="336">
                  <c:v>37784</c:v>
                </c:pt>
                <c:pt idx="337">
                  <c:v>37785</c:v>
                </c:pt>
                <c:pt idx="338">
                  <c:v>37788</c:v>
                </c:pt>
                <c:pt idx="339">
                  <c:v>37789</c:v>
                </c:pt>
                <c:pt idx="340">
                  <c:v>37790</c:v>
                </c:pt>
                <c:pt idx="341">
                  <c:v>37792</c:v>
                </c:pt>
                <c:pt idx="342">
                  <c:v>37795</c:v>
                </c:pt>
                <c:pt idx="343">
                  <c:v>37796</c:v>
                </c:pt>
                <c:pt idx="344">
                  <c:v>37797</c:v>
                </c:pt>
                <c:pt idx="345">
                  <c:v>37798</c:v>
                </c:pt>
                <c:pt idx="346">
                  <c:v>37799</c:v>
                </c:pt>
                <c:pt idx="347">
                  <c:v>37802</c:v>
                </c:pt>
                <c:pt idx="348">
                  <c:v>37803</c:v>
                </c:pt>
                <c:pt idx="349">
                  <c:v>37804</c:v>
                </c:pt>
                <c:pt idx="350">
                  <c:v>37805</c:v>
                </c:pt>
                <c:pt idx="351">
                  <c:v>37806</c:v>
                </c:pt>
                <c:pt idx="352">
                  <c:v>37809</c:v>
                </c:pt>
                <c:pt idx="353">
                  <c:v>37810</c:v>
                </c:pt>
                <c:pt idx="354">
                  <c:v>37812</c:v>
                </c:pt>
                <c:pt idx="355">
                  <c:v>37813</c:v>
                </c:pt>
                <c:pt idx="356">
                  <c:v>37816</c:v>
                </c:pt>
                <c:pt idx="357">
                  <c:v>37817</c:v>
                </c:pt>
                <c:pt idx="358">
                  <c:v>37818</c:v>
                </c:pt>
                <c:pt idx="359">
                  <c:v>37819</c:v>
                </c:pt>
                <c:pt idx="360">
                  <c:v>37820</c:v>
                </c:pt>
                <c:pt idx="361">
                  <c:v>37823</c:v>
                </c:pt>
                <c:pt idx="362">
                  <c:v>37824</c:v>
                </c:pt>
                <c:pt idx="363">
                  <c:v>37825</c:v>
                </c:pt>
                <c:pt idx="364">
                  <c:v>37826</c:v>
                </c:pt>
                <c:pt idx="365">
                  <c:v>37827</c:v>
                </c:pt>
                <c:pt idx="366">
                  <c:v>37830</c:v>
                </c:pt>
                <c:pt idx="367">
                  <c:v>37831</c:v>
                </c:pt>
                <c:pt idx="368">
                  <c:v>37832</c:v>
                </c:pt>
                <c:pt idx="369">
                  <c:v>37833</c:v>
                </c:pt>
                <c:pt idx="370">
                  <c:v>37834</c:v>
                </c:pt>
                <c:pt idx="371">
                  <c:v>37837</c:v>
                </c:pt>
                <c:pt idx="372">
                  <c:v>37838</c:v>
                </c:pt>
                <c:pt idx="373">
                  <c:v>37839</c:v>
                </c:pt>
                <c:pt idx="374">
                  <c:v>37840</c:v>
                </c:pt>
                <c:pt idx="375">
                  <c:v>37841</c:v>
                </c:pt>
                <c:pt idx="376">
                  <c:v>37844</c:v>
                </c:pt>
                <c:pt idx="377">
                  <c:v>37845</c:v>
                </c:pt>
                <c:pt idx="378">
                  <c:v>37846</c:v>
                </c:pt>
                <c:pt idx="379">
                  <c:v>37847</c:v>
                </c:pt>
                <c:pt idx="380">
                  <c:v>37848</c:v>
                </c:pt>
                <c:pt idx="381">
                  <c:v>37851</c:v>
                </c:pt>
                <c:pt idx="382">
                  <c:v>37852</c:v>
                </c:pt>
                <c:pt idx="383">
                  <c:v>37853</c:v>
                </c:pt>
                <c:pt idx="384">
                  <c:v>37854</c:v>
                </c:pt>
                <c:pt idx="385">
                  <c:v>37855</c:v>
                </c:pt>
                <c:pt idx="386">
                  <c:v>37858</c:v>
                </c:pt>
                <c:pt idx="387">
                  <c:v>37859</c:v>
                </c:pt>
                <c:pt idx="388">
                  <c:v>37860</c:v>
                </c:pt>
                <c:pt idx="389">
                  <c:v>37861</c:v>
                </c:pt>
                <c:pt idx="390">
                  <c:v>37862</c:v>
                </c:pt>
                <c:pt idx="391">
                  <c:v>37865</c:v>
                </c:pt>
                <c:pt idx="392">
                  <c:v>37866</c:v>
                </c:pt>
                <c:pt idx="393">
                  <c:v>37867</c:v>
                </c:pt>
                <c:pt idx="394">
                  <c:v>37868</c:v>
                </c:pt>
                <c:pt idx="395">
                  <c:v>37869</c:v>
                </c:pt>
                <c:pt idx="396">
                  <c:v>37872</c:v>
                </c:pt>
                <c:pt idx="397">
                  <c:v>37873</c:v>
                </c:pt>
                <c:pt idx="398">
                  <c:v>37874</c:v>
                </c:pt>
                <c:pt idx="399">
                  <c:v>37875</c:v>
                </c:pt>
                <c:pt idx="400">
                  <c:v>37876</c:v>
                </c:pt>
                <c:pt idx="401">
                  <c:v>37879</c:v>
                </c:pt>
                <c:pt idx="402">
                  <c:v>37880</c:v>
                </c:pt>
                <c:pt idx="403">
                  <c:v>37881</c:v>
                </c:pt>
                <c:pt idx="404">
                  <c:v>37882</c:v>
                </c:pt>
                <c:pt idx="405">
                  <c:v>37883</c:v>
                </c:pt>
                <c:pt idx="406">
                  <c:v>37886</c:v>
                </c:pt>
                <c:pt idx="407">
                  <c:v>37887</c:v>
                </c:pt>
                <c:pt idx="408">
                  <c:v>37888</c:v>
                </c:pt>
                <c:pt idx="409">
                  <c:v>37889</c:v>
                </c:pt>
                <c:pt idx="410">
                  <c:v>37890</c:v>
                </c:pt>
                <c:pt idx="411">
                  <c:v>37893</c:v>
                </c:pt>
                <c:pt idx="412">
                  <c:v>37894</c:v>
                </c:pt>
                <c:pt idx="413">
                  <c:v>37895</c:v>
                </c:pt>
                <c:pt idx="414">
                  <c:v>37896</c:v>
                </c:pt>
                <c:pt idx="415">
                  <c:v>37897</c:v>
                </c:pt>
                <c:pt idx="416">
                  <c:v>37900</c:v>
                </c:pt>
                <c:pt idx="417">
                  <c:v>37901</c:v>
                </c:pt>
                <c:pt idx="418">
                  <c:v>37902</c:v>
                </c:pt>
                <c:pt idx="419">
                  <c:v>37903</c:v>
                </c:pt>
                <c:pt idx="420">
                  <c:v>37904</c:v>
                </c:pt>
                <c:pt idx="421">
                  <c:v>37907</c:v>
                </c:pt>
                <c:pt idx="422">
                  <c:v>37908</c:v>
                </c:pt>
                <c:pt idx="423">
                  <c:v>37909</c:v>
                </c:pt>
                <c:pt idx="424">
                  <c:v>37910</c:v>
                </c:pt>
                <c:pt idx="425">
                  <c:v>37911</c:v>
                </c:pt>
                <c:pt idx="426">
                  <c:v>37914</c:v>
                </c:pt>
                <c:pt idx="427">
                  <c:v>37915</c:v>
                </c:pt>
                <c:pt idx="428">
                  <c:v>37916</c:v>
                </c:pt>
                <c:pt idx="429">
                  <c:v>37917</c:v>
                </c:pt>
                <c:pt idx="430">
                  <c:v>37918</c:v>
                </c:pt>
                <c:pt idx="431">
                  <c:v>37921</c:v>
                </c:pt>
                <c:pt idx="432">
                  <c:v>37922</c:v>
                </c:pt>
                <c:pt idx="433">
                  <c:v>37923</c:v>
                </c:pt>
                <c:pt idx="434">
                  <c:v>37924</c:v>
                </c:pt>
                <c:pt idx="435">
                  <c:v>37925</c:v>
                </c:pt>
                <c:pt idx="436">
                  <c:v>37928</c:v>
                </c:pt>
                <c:pt idx="437">
                  <c:v>37929</c:v>
                </c:pt>
                <c:pt idx="438">
                  <c:v>37930</c:v>
                </c:pt>
                <c:pt idx="439">
                  <c:v>37931</c:v>
                </c:pt>
                <c:pt idx="440">
                  <c:v>37932</c:v>
                </c:pt>
                <c:pt idx="441">
                  <c:v>37935</c:v>
                </c:pt>
                <c:pt idx="442">
                  <c:v>37936</c:v>
                </c:pt>
                <c:pt idx="443">
                  <c:v>37937</c:v>
                </c:pt>
                <c:pt idx="444">
                  <c:v>37938</c:v>
                </c:pt>
                <c:pt idx="445">
                  <c:v>37939</c:v>
                </c:pt>
                <c:pt idx="446">
                  <c:v>37942</c:v>
                </c:pt>
                <c:pt idx="447">
                  <c:v>37943</c:v>
                </c:pt>
                <c:pt idx="448">
                  <c:v>37944</c:v>
                </c:pt>
                <c:pt idx="449">
                  <c:v>37945</c:v>
                </c:pt>
                <c:pt idx="450">
                  <c:v>37946</c:v>
                </c:pt>
                <c:pt idx="451">
                  <c:v>37949</c:v>
                </c:pt>
                <c:pt idx="452">
                  <c:v>37950</c:v>
                </c:pt>
                <c:pt idx="453">
                  <c:v>37951</c:v>
                </c:pt>
                <c:pt idx="454">
                  <c:v>37952</c:v>
                </c:pt>
                <c:pt idx="455">
                  <c:v>37953</c:v>
                </c:pt>
                <c:pt idx="456">
                  <c:v>37956</c:v>
                </c:pt>
                <c:pt idx="457">
                  <c:v>37957</c:v>
                </c:pt>
                <c:pt idx="458">
                  <c:v>37958</c:v>
                </c:pt>
                <c:pt idx="459">
                  <c:v>37959</c:v>
                </c:pt>
                <c:pt idx="460">
                  <c:v>37960</c:v>
                </c:pt>
                <c:pt idx="461">
                  <c:v>37963</c:v>
                </c:pt>
                <c:pt idx="462">
                  <c:v>37964</c:v>
                </c:pt>
                <c:pt idx="463">
                  <c:v>37965</c:v>
                </c:pt>
                <c:pt idx="464">
                  <c:v>37966</c:v>
                </c:pt>
                <c:pt idx="465">
                  <c:v>37967</c:v>
                </c:pt>
                <c:pt idx="466">
                  <c:v>37970</c:v>
                </c:pt>
                <c:pt idx="467">
                  <c:v>37971</c:v>
                </c:pt>
                <c:pt idx="468">
                  <c:v>37972</c:v>
                </c:pt>
                <c:pt idx="469">
                  <c:v>37973</c:v>
                </c:pt>
                <c:pt idx="470">
                  <c:v>37974</c:v>
                </c:pt>
                <c:pt idx="471">
                  <c:v>37977</c:v>
                </c:pt>
                <c:pt idx="472">
                  <c:v>37978</c:v>
                </c:pt>
                <c:pt idx="473">
                  <c:v>37981</c:v>
                </c:pt>
                <c:pt idx="474">
                  <c:v>37984</c:v>
                </c:pt>
                <c:pt idx="475">
                  <c:v>37985</c:v>
                </c:pt>
                <c:pt idx="476">
                  <c:v>37988</c:v>
                </c:pt>
                <c:pt idx="477">
                  <c:v>37991</c:v>
                </c:pt>
                <c:pt idx="478">
                  <c:v>37992</c:v>
                </c:pt>
                <c:pt idx="479">
                  <c:v>37993</c:v>
                </c:pt>
                <c:pt idx="480">
                  <c:v>37994</c:v>
                </c:pt>
                <c:pt idx="481">
                  <c:v>37995</c:v>
                </c:pt>
                <c:pt idx="482">
                  <c:v>37998</c:v>
                </c:pt>
                <c:pt idx="483">
                  <c:v>37999</c:v>
                </c:pt>
                <c:pt idx="484">
                  <c:v>38000</c:v>
                </c:pt>
                <c:pt idx="485">
                  <c:v>38001</c:v>
                </c:pt>
                <c:pt idx="486">
                  <c:v>38002</c:v>
                </c:pt>
                <c:pt idx="487">
                  <c:v>38005</c:v>
                </c:pt>
                <c:pt idx="488">
                  <c:v>38006</c:v>
                </c:pt>
                <c:pt idx="489">
                  <c:v>38007</c:v>
                </c:pt>
                <c:pt idx="490">
                  <c:v>38008</c:v>
                </c:pt>
                <c:pt idx="491">
                  <c:v>38009</c:v>
                </c:pt>
                <c:pt idx="492">
                  <c:v>38012</c:v>
                </c:pt>
                <c:pt idx="493">
                  <c:v>38013</c:v>
                </c:pt>
                <c:pt idx="494">
                  <c:v>38014</c:v>
                </c:pt>
                <c:pt idx="495">
                  <c:v>38015</c:v>
                </c:pt>
                <c:pt idx="496">
                  <c:v>38016</c:v>
                </c:pt>
                <c:pt idx="497">
                  <c:v>38019</c:v>
                </c:pt>
                <c:pt idx="498">
                  <c:v>38020</c:v>
                </c:pt>
                <c:pt idx="499">
                  <c:v>38021</c:v>
                </c:pt>
                <c:pt idx="500">
                  <c:v>38022</c:v>
                </c:pt>
                <c:pt idx="501">
                  <c:v>38023</c:v>
                </c:pt>
                <c:pt idx="502">
                  <c:v>38026</c:v>
                </c:pt>
                <c:pt idx="503">
                  <c:v>38027</c:v>
                </c:pt>
                <c:pt idx="504">
                  <c:v>38028</c:v>
                </c:pt>
                <c:pt idx="505">
                  <c:v>38029</c:v>
                </c:pt>
                <c:pt idx="506">
                  <c:v>38030</c:v>
                </c:pt>
                <c:pt idx="507">
                  <c:v>38033</c:v>
                </c:pt>
                <c:pt idx="508">
                  <c:v>38034</c:v>
                </c:pt>
                <c:pt idx="509">
                  <c:v>38035</c:v>
                </c:pt>
                <c:pt idx="510">
                  <c:v>38036</c:v>
                </c:pt>
                <c:pt idx="511">
                  <c:v>38037</c:v>
                </c:pt>
                <c:pt idx="512">
                  <c:v>38042</c:v>
                </c:pt>
                <c:pt idx="513">
                  <c:v>38043</c:v>
                </c:pt>
                <c:pt idx="514">
                  <c:v>38044</c:v>
                </c:pt>
                <c:pt idx="515">
                  <c:v>38047</c:v>
                </c:pt>
                <c:pt idx="516">
                  <c:v>38048</c:v>
                </c:pt>
                <c:pt idx="517">
                  <c:v>38049</c:v>
                </c:pt>
                <c:pt idx="518">
                  <c:v>38050</c:v>
                </c:pt>
                <c:pt idx="519">
                  <c:v>38051</c:v>
                </c:pt>
                <c:pt idx="520">
                  <c:v>38054</c:v>
                </c:pt>
                <c:pt idx="521">
                  <c:v>38055</c:v>
                </c:pt>
                <c:pt idx="522">
                  <c:v>38056</c:v>
                </c:pt>
                <c:pt idx="523">
                  <c:v>38057</c:v>
                </c:pt>
                <c:pt idx="524">
                  <c:v>38058</c:v>
                </c:pt>
                <c:pt idx="525">
                  <c:v>38061</c:v>
                </c:pt>
                <c:pt idx="526">
                  <c:v>38062</c:v>
                </c:pt>
                <c:pt idx="527">
                  <c:v>38063</c:v>
                </c:pt>
                <c:pt idx="528">
                  <c:v>38064</c:v>
                </c:pt>
                <c:pt idx="529">
                  <c:v>38065</c:v>
                </c:pt>
                <c:pt idx="530">
                  <c:v>38068</c:v>
                </c:pt>
                <c:pt idx="531">
                  <c:v>38069</c:v>
                </c:pt>
                <c:pt idx="532">
                  <c:v>38070</c:v>
                </c:pt>
                <c:pt idx="533">
                  <c:v>38071</c:v>
                </c:pt>
                <c:pt idx="534">
                  <c:v>38072</c:v>
                </c:pt>
                <c:pt idx="535">
                  <c:v>38075</c:v>
                </c:pt>
                <c:pt idx="536">
                  <c:v>38076</c:v>
                </c:pt>
                <c:pt idx="537">
                  <c:v>38077</c:v>
                </c:pt>
                <c:pt idx="538">
                  <c:v>38078</c:v>
                </c:pt>
                <c:pt idx="539">
                  <c:v>38079</c:v>
                </c:pt>
                <c:pt idx="540">
                  <c:v>38082</c:v>
                </c:pt>
                <c:pt idx="541">
                  <c:v>38083</c:v>
                </c:pt>
                <c:pt idx="542">
                  <c:v>38084</c:v>
                </c:pt>
                <c:pt idx="543">
                  <c:v>38085</c:v>
                </c:pt>
                <c:pt idx="544">
                  <c:v>38089</c:v>
                </c:pt>
                <c:pt idx="545">
                  <c:v>38090</c:v>
                </c:pt>
                <c:pt idx="546">
                  <c:v>38091</c:v>
                </c:pt>
                <c:pt idx="547">
                  <c:v>38092</c:v>
                </c:pt>
                <c:pt idx="548">
                  <c:v>38093</c:v>
                </c:pt>
                <c:pt idx="549">
                  <c:v>38096</c:v>
                </c:pt>
                <c:pt idx="550">
                  <c:v>38097</c:v>
                </c:pt>
                <c:pt idx="551">
                  <c:v>38099</c:v>
                </c:pt>
                <c:pt idx="552">
                  <c:v>38100</c:v>
                </c:pt>
                <c:pt idx="553">
                  <c:v>38103</c:v>
                </c:pt>
                <c:pt idx="554">
                  <c:v>38104</c:v>
                </c:pt>
                <c:pt idx="555">
                  <c:v>38105</c:v>
                </c:pt>
                <c:pt idx="556">
                  <c:v>38106</c:v>
                </c:pt>
                <c:pt idx="557">
                  <c:v>38107</c:v>
                </c:pt>
                <c:pt idx="558">
                  <c:v>38110</c:v>
                </c:pt>
                <c:pt idx="559">
                  <c:v>38111</c:v>
                </c:pt>
                <c:pt idx="560">
                  <c:v>38112</c:v>
                </c:pt>
                <c:pt idx="561">
                  <c:v>38113</c:v>
                </c:pt>
                <c:pt idx="562">
                  <c:v>38114</c:v>
                </c:pt>
                <c:pt idx="563">
                  <c:v>38117</c:v>
                </c:pt>
                <c:pt idx="564">
                  <c:v>38118</c:v>
                </c:pt>
                <c:pt idx="565">
                  <c:v>38119</c:v>
                </c:pt>
                <c:pt idx="566">
                  <c:v>38120</c:v>
                </c:pt>
                <c:pt idx="567">
                  <c:v>38121</c:v>
                </c:pt>
                <c:pt idx="568">
                  <c:v>38124</c:v>
                </c:pt>
                <c:pt idx="569">
                  <c:v>38125</c:v>
                </c:pt>
                <c:pt idx="570">
                  <c:v>38126</c:v>
                </c:pt>
                <c:pt idx="571">
                  <c:v>38127</c:v>
                </c:pt>
                <c:pt idx="572">
                  <c:v>38128</c:v>
                </c:pt>
                <c:pt idx="573">
                  <c:v>38131</c:v>
                </c:pt>
                <c:pt idx="574">
                  <c:v>38132</c:v>
                </c:pt>
                <c:pt idx="575">
                  <c:v>38133</c:v>
                </c:pt>
                <c:pt idx="576">
                  <c:v>38134</c:v>
                </c:pt>
                <c:pt idx="577">
                  <c:v>38135</c:v>
                </c:pt>
                <c:pt idx="578">
                  <c:v>38138</c:v>
                </c:pt>
                <c:pt idx="579">
                  <c:v>38139</c:v>
                </c:pt>
                <c:pt idx="580">
                  <c:v>38140</c:v>
                </c:pt>
                <c:pt idx="581">
                  <c:v>38141</c:v>
                </c:pt>
                <c:pt idx="582">
                  <c:v>38142</c:v>
                </c:pt>
                <c:pt idx="583">
                  <c:v>38145</c:v>
                </c:pt>
                <c:pt idx="584">
                  <c:v>38146</c:v>
                </c:pt>
                <c:pt idx="585">
                  <c:v>38147</c:v>
                </c:pt>
                <c:pt idx="586">
                  <c:v>38149</c:v>
                </c:pt>
                <c:pt idx="587">
                  <c:v>38152</c:v>
                </c:pt>
                <c:pt idx="588">
                  <c:v>38153</c:v>
                </c:pt>
                <c:pt idx="589">
                  <c:v>38154</c:v>
                </c:pt>
                <c:pt idx="590">
                  <c:v>38155</c:v>
                </c:pt>
                <c:pt idx="591">
                  <c:v>38156</c:v>
                </c:pt>
                <c:pt idx="592">
                  <c:v>38159</c:v>
                </c:pt>
                <c:pt idx="593">
                  <c:v>38160</c:v>
                </c:pt>
                <c:pt idx="594">
                  <c:v>38161</c:v>
                </c:pt>
                <c:pt idx="595">
                  <c:v>38162</c:v>
                </c:pt>
                <c:pt idx="596">
                  <c:v>38163</c:v>
                </c:pt>
                <c:pt idx="597">
                  <c:v>38166</c:v>
                </c:pt>
                <c:pt idx="598">
                  <c:v>38167</c:v>
                </c:pt>
                <c:pt idx="599">
                  <c:v>38168</c:v>
                </c:pt>
                <c:pt idx="600">
                  <c:v>38169</c:v>
                </c:pt>
                <c:pt idx="601">
                  <c:v>38170</c:v>
                </c:pt>
                <c:pt idx="602">
                  <c:v>38173</c:v>
                </c:pt>
                <c:pt idx="603">
                  <c:v>38174</c:v>
                </c:pt>
                <c:pt idx="604">
                  <c:v>38175</c:v>
                </c:pt>
                <c:pt idx="605">
                  <c:v>38176</c:v>
                </c:pt>
                <c:pt idx="606">
                  <c:v>38180</c:v>
                </c:pt>
                <c:pt idx="607">
                  <c:v>38181</c:v>
                </c:pt>
                <c:pt idx="608">
                  <c:v>38182</c:v>
                </c:pt>
                <c:pt idx="609">
                  <c:v>38183</c:v>
                </c:pt>
                <c:pt idx="610">
                  <c:v>38184</c:v>
                </c:pt>
                <c:pt idx="611">
                  <c:v>38187</c:v>
                </c:pt>
                <c:pt idx="612">
                  <c:v>38188</c:v>
                </c:pt>
                <c:pt idx="613">
                  <c:v>38189</c:v>
                </c:pt>
                <c:pt idx="614">
                  <c:v>38190</c:v>
                </c:pt>
                <c:pt idx="615">
                  <c:v>38191</c:v>
                </c:pt>
                <c:pt idx="616">
                  <c:v>38194</c:v>
                </c:pt>
                <c:pt idx="617">
                  <c:v>38195</c:v>
                </c:pt>
                <c:pt idx="618">
                  <c:v>38196</c:v>
                </c:pt>
                <c:pt idx="619">
                  <c:v>38197</c:v>
                </c:pt>
                <c:pt idx="620">
                  <c:v>38198</c:v>
                </c:pt>
                <c:pt idx="621">
                  <c:v>38201</c:v>
                </c:pt>
                <c:pt idx="622">
                  <c:v>38202</c:v>
                </c:pt>
                <c:pt idx="623">
                  <c:v>38203</c:v>
                </c:pt>
                <c:pt idx="624">
                  <c:v>38204</c:v>
                </c:pt>
                <c:pt idx="625">
                  <c:v>38205</c:v>
                </c:pt>
                <c:pt idx="626">
                  <c:v>38208</c:v>
                </c:pt>
                <c:pt idx="627">
                  <c:v>38209</c:v>
                </c:pt>
                <c:pt idx="628">
                  <c:v>38210</c:v>
                </c:pt>
                <c:pt idx="629">
                  <c:v>38211</c:v>
                </c:pt>
                <c:pt idx="630">
                  <c:v>38212</c:v>
                </c:pt>
                <c:pt idx="631">
                  <c:v>38215</c:v>
                </c:pt>
                <c:pt idx="632">
                  <c:v>38216</c:v>
                </c:pt>
                <c:pt idx="633">
                  <c:v>38217</c:v>
                </c:pt>
                <c:pt idx="634">
                  <c:v>38218</c:v>
                </c:pt>
                <c:pt idx="635">
                  <c:v>38219</c:v>
                </c:pt>
                <c:pt idx="636">
                  <c:v>38222</c:v>
                </c:pt>
                <c:pt idx="637">
                  <c:v>38223</c:v>
                </c:pt>
                <c:pt idx="638">
                  <c:v>38224</c:v>
                </c:pt>
                <c:pt idx="639">
                  <c:v>38225</c:v>
                </c:pt>
                <c:pt idx="640">
                  <c:v>38226</c:v>
                </c:pt>
                <c:pt idx="641">
                  <c:v>38229</c:v>
                </c:pt>
                <c:pt idx="642">
                  <c:v>38230</c:v>
                </c:pt>
                <c:pt idx="643">
                  <c:v>38231</c:v>
                </c:pt>
                <c:pt idx="644">
                  <c:v>38232</c:v>
                </c:pt>
                <c:pt idx="645">
                  <c:v>38233</c:v>
                </c:pt>
                <c:pt idx="646">
                  <c:v>38236</c:v>
                </c:pt>
                <c:pt idx="647">
                  <c:v>38238</c:v>
                </c:pt>
                <c:pt idx="648">
                  <c:v>38239</c:v>
                </c:pt>
                <c:pt idx="649">
                  <c:v>38240</c:v>
                </c:pt>
                <c:pt idx="650">
                  <c:v>38243</c:v>
                </c:pt>
                <c:pt idx="651">
                  <c:v>38244</c:v>
                </c:pt>
                <c:pt idx="652">
                  <c:v>38245</c:v>
                </c:pt>
                <c:pt idx="653">
                  <c:v>38246</c:v>
                </c:pt>
                <c:pt idx="654">
                  <c:v>38247</c:v>
                </c:pt>
                <c:pt idx="655">
                  <c:v>38250</c:v>
                </c:pt>
                <c:pt idx="656">
                  <c:v>38251</c:v>
                </c:pt>
                <c:pt idx="657">
                  <c:v>38252</c:v>
                </c:pt>
                <c:pt idx="658">
                  <c:v>38253</c:v>
                </c:pt>
                <c:pt idx="659">
                  <c:v>38254</c:v>
                </c:pt>
                <c:pt idx="660">
                  <c:v>38257</c:v>
                </c:pt>
                <c:pt idx="661">
                  <c:v>38258</c:v>
                </c:pt>
                <c:pt idx="662">
                  <c:v>38259</c:v>
                </c:pt>
                <c:pt idx="663">
                  <c:v>38260</c:v>
                </c:pt>
                <c:pt idx="664">
                  <c:v>38261</c:v>
                </c:pt>
                <c:pt idx="665">
                  <c:v>38264</c:v>
                </c:pt>
                <c:pt idx="666">
                  <c:v>38265</c:v>
                </c:pt>
                <c:pt idx="667">
                  <c:v>38266</c:v>
                </c:pt>
                <c:pt idx="668">
                  <c:v>38267</c:v>
                </c:pt>
                <c:pt idx="669">
                  <c:v>38268</c:v>
                </c:pt>
                <c:pt idx="670">
                  <c:v>38271</c:v>
                </c:pt>
                <c:pt idx="671">
                  <c:v>38273</c:v>
                </c:pt>
                <c:pt idx="672">
                  <c:v>38274</c:v>
                </c:pt>
                <c:pt idx="673">
                  <c:v>38275</c:v>
                </c:pt>
                <c:pt idx="674">
                  <c:v>38278</c:v>
                </c:pt>
                <c:pt idx="675">
                  <c:v>38279</c:v>
                </c:pt>
                <c:pt idx="676">
                  <c:v>38280</c:v>
                </c:pt>
                <c:pt idx="677">
                  <c:v>38281</c:v>
                </c:pt>
                <c:pt idx="678">
                  <c:v>38282</c:v>
                </c:pt>
                <c:pt idx="679">
                  <c:v>38285</c:v>
                </c:pt>
                <c:pt idx="680">
                  <c:v>38286</c:v>
                </c:pt>
                <c:pt idx="681">
                  <c:v>38287</c:v>
                </c:pt>
                <c:pt idx="682">
                  <c:v>38288</c:v>
                </c:pt>
                <c:pt idx="683">
                  <c:v>38289</c:v>
                </c:pt>
                <c:pt idx="684">
                  <c:v>38292</c:v>
                </c:pt>
                <c:pt idx="685">
                  <c:v>38294</c:v>
                </c:pt>
                <c:pt idx="686">
                  <c:v>38295</c:v>
                </c:pt>
                <c:pt idx="687">
                  <c:v>38296</c:v>
                </c:pt>
                <c:pt idx="688">
                  <c:v>38299</c:v>
                </c:pt>
                <c:pt idx="689">
                  <c:v>38300</c:v>
                </c:pt>
                <c:pt idx="690">
                  <c:v>38301</c:v>
                </c:pt>
                <c:pt idx="691">
                  <c:v>38302</c:v>
                </c:pt>
                <c:pt idx="692">
                  <c:v>38303</c:v>
                </c:pt>
                <c:pt idx="693">
                  <c:v>38307</c:v>
                </c:pt>
                <c:pt idx="694">
                  <c:v>38308</c:v>
                </c:pt>
                <c:pt idx="695">
                  <c:v>38309</c:v>
                </c:pt>
                <c:pt idx="696">
                  <c:v>38310</c:v>
                </c:pt>
                <c:pt idx="697">
                  <c:v>38313</c:v>
                </c:pt>
                <c:pt idx="698">
                  <c:v>38314</c:v>
                </c:pt>
                <c:pt idx="699">
                  <c:v>38315</c:v>
                </c:pt>
                <c:pt idx="700">
                  <c:v>38316</c:v>
                </c:pt>
                <c:pt idx="701">
                  <c:v>38317</c:v>
                </c:pt>
                <c:pt idx="702">
                  <c:v>38320</c:v>
                </c:pt>
                <c:pt idx="703">
                  <c:v>38321</c:v>
                </c:pt>
                <c:pt idx="704">
                  <c:v>38322</c:v>
                </c:pt>
                <c:pt idx="705">
                  <c:v>38323</c:v>
                </c:pt>
                <c:pt idx="706">
                  <c:v>38324</c:v>
                </c:pt>
                <c:pt idx="707">
                  <c:v>38327</c:v>
                </c:pt>
                <c:pt idx="708">
                  <c:v>38328</c:v>
                </c:pt>
                <c:pt idx="709">
                  <c:v>38329</c:v>
                </c:pt>
                <c:pt idx="710">
                  <c:v>38330</c:v>
                </c:pt>
                <c:pt idx="711">
                  <c:v>38331</c:v>
                </c:pt>
                <c:pt idx="712">
                  <c:v>38334</c:v>
                </c:pt>
                <c:pt idx="713">
                  <c:v>38335</c:v>
                </c:pt>
                <c:pt idx="714">
                  <c:v>38336</c:v>
                </c:pt>
                <c:pt idx="715">
                  <c:v>38337</c:v>
                </c:pt>
                <c:pt idx="716">
                  <c:v>38338</c:v>
                </c:pt>
                <c:pt idx="717">
                  <c:v>38341</c:v>
                </c:pt>
                <c:pt idx="718">
                  <c:v>38342</c:v>
                </c:pt>
                <c:pt idx="719">
                  <c:v>38343</c:v>
                </c:pt>
                <c:pt idx="720">
                  <c:v>38344</c:v>
                </c:pt>
                <c:pt idx="721">
                  <c:v>38348</c:v>
                </c:pt>
                <c:pt idx="722">
                  <c:v>38349</c:v>
                </c:pt>
                <c:pt idx="723">
                  <c:v>38350</c:v>
                </c:pt>
                <c:pt idx="724">
                  <c:v>38351</c:v>
                </c:pt>
                <c:pt idx="725">
                  <c:v>38355</c:v>
                </c:pt>
                <c:pt idx="726">
                  <c:v>38356</c:v>
                </c:pt>
                <c:pt idx="727">
                  <c:v>38357</c:v>
                </c:pt>
                <c:pt idx="728">
                  <c:v>38358</c:v>
                </c:pt>
                <c:pt idx="729">
                  <c:v>38359</c:v>
                </c:pt>
                <c:pt idx="730">
                  <c:v>38362</c:v>
                </c:pt>
                <c:pt idx="731">
                  <c:v>38363</c:v>
                </c:pt>
                <c:pt idx="732">
                  <c:v>38364</c:v>
                </c:pt>
                <c:pt idx="733">
                  <c:v>38365</c:v>
                </c:pt>
                <c:pt idx="734">
                  <c:v>38366</c:v>
                </c:pt>
                <c:pt idx="735">
                  <c:v>38369</c:v>
                </c:pt>
                <c:pt idx="736">
                  <c:v>38370</c:v>
                </c:pt>
                <c:pt idx="737">
                  <c:v>38371</c:v>
                </c:pt>
                <c:pt idx="738">
                  <c:v>38372</c:v>
                </c:pt>
                <c:pt idx="739">
                  <c:v>38373</c:v>
                </c:pt>
                <c:pt idx="740">
                  <c:v>38376</c:v>
                </c:pt>
                <c:pt idx="741">
                  <c:v>38378</c:v>
                </c:pt>
                <c:pt idx="742">
                  <c:v>38379</c:v>
                </c:pt>
                <c:pt idx="743">
                  <c:v>38380</c:v>
                </c:pt>
                <c:pt idx="744">
                  <c:v>38383</c:v>
                </c:pt>
                <c:pt idx="745">
                  <c:v>38384</c:v>
                </c:pt>
                <c:pt idx="746">
                  <c:v>38385</c:v>
                </c:pt>
                <c:pt idx="747">
                  <c:v>38386</c:v>
                </c:pt>
                <c:pt idx="748">
                  <c:v>38387</c:v>
                </c:pt>
                <c:pt idx="749">
                  <c:v>38392</c:v>
                </c:pt>
                <c:pt idx="750">
                  <c:v>38393</c:v>
                </c:pt>
                <c:pt idx="751">
                  <c:v>38394</c:v>
                </c:pt>
                <c:pt idx="752">
                  <c:v>38397</c:v>
                </c:pt>
                <c:pt idx="753">
                  <c:v>38398</c:v>
                </c:pt>
                <c:pt idx="754">
                  <c:v>38399</c:v>
                </c:pt>
                <c:pt idx="755">
                  <c:v>38400</c:v>
                </c:pt>
                <c:pt idx="756">
                  <c:v>38401</c:v>
                </c:pt>
                <c:pt idx="757">
                  <c:v>38404</c:v>
                </c:pt>
                <c:pt idx="758">
                  <c:v>38405</c:v>
                </c:pt>
                <c:pt idx="759">
                  <c:v>38406</c:v>
                </c:pt>
                <c:pt idx="760">
                  <c:v>38407</c:v>
                </c:pt>
                <c:pt idx="761">
                  <c:v>38408</c:v>
                </c:pt>
                <c:pt idx="762">
                  <c:v>38411</c:v>
                </c:pt>
                <c:pt idx="763">
                  <c:v>38412</c:v>
                </c:pt>
                <c:pt idx="764">
                  <c:v>38413</c:v>
                </c:pt>
                <c:pt idx="765">
                  <c:v>38414</c:v>
                </c:pt>
                <c:pt idx="766">
                  <c:v>38415</c:v>
                </c:pt>
                <c:pt idx="767">
                  <c:v>38418</c:v>
                </c:pt>
                <c:pt idx="768">
                  <c:v>38419</c:v>
                </c:pt>
                <c:pt idx="769">
                  <c:v>38420</c:v>
                </c:pt>
                <c:pt idx="770">
                  <c:v>38421</c:v>
                </c:pt>
                <c:pt idx="771">
                  <c:v>38422</c:v>
                </c:pt>
                <c:pt idx="772">
                  <c:v>38425</c:v>
                </c:pt>
                <c:pt idx="773">
                  <c:v>38426</c:v>
                </c:pt>
                <c:pt idx="774">
                  <c:v>38427</c:v>
                </c:pt>
                <c:pt idx="775">
                  <c:v>38428</c:v>
                </c:pt>
                <c:pt idx="776">
                  <c:v>38429</c:v>
                </c:pt>
                <c:pt idx="777">
                  <c:v>38432</c:v>
                </c:pt>
                <c:pt idx="778">
                  <c:v>38433</c:v>
                </c:pt>
                <c:pt idx="779">
                  <c:v>38434</c:v>
                </c:pt>
                <c:pt idx="780">
                  <c:v>38435</c:v>
                </c:pt>
                <c:pt idx="781">
                  <c:v>38439</c:v>
                </c:pt>
                <c:pt idx="782">
                  <c:v>38440</c:v>
                </c:pt>
                <c:pt idx="783">
                  <c:v>38441</c:v>
                </c:pt>
                <c:pt idx="784">
                  <c:v>38442</c:v>
                </c:pt>
                <c:pt idx="785">
                  <c:v>38443</c:v>
                </c:pt>
                <c:pt idx="786">
                  <c:v>38446</c:v>
                </c:pt>
                <c:pt idx="787">
                  <c:v>38447</c:v>
                </c:pt>
                <c:pt idx="788">
                  <c:v>38448</c:v>
                </c:pt>
                <c:pt idx="789">
                  <c:v>38449</c:v>
                </c:pt>
                <c:pt idx="790">
                  <c:v>38450</c:v>
                </c:pt>
                <c:pt idx="791">
                  <c:v>38453</c:v>
                </c:pt>
                <c:pt idx="792">
                  <c:v>38454</c:v>
                </c:pt>
                <c:pt idx="793">
                  <c:v>38455</c:v>
                </c:pt>
                <c:pt idx="794">
                  <c:v>38456</c:v>
                </c:pt>
                <c:pt idx="795">
                  <c:v>38457</c:v>
                </c:pt>
                <c:pt idx="796">
                  <c:v>38460</c:v>
                </c:pt>
                <c:pt idx="797">
                  <c:v>38461</c:v>
                </c:pt>
                <c:pt idx="798">
                  <c:v>38462</c:v>
                </c:pt>
                <c:pt idx="799">
                  <c:v>38464</c:v>
                </c:pt>
                <c:pt idx="800">
                  <c:v>38467</c:v>
                </c:pt>
                <c:pt idx="801">
                  <c:v>38468</c:v>
                </c:pt>
                <c:pt idx="802">
                  <c:v>38469</c:v>
                </c:pt>
                <c:pt idx="803">
                  <c:v>38470</c:v>
                </c:pt>
                <c:pt idx="804">
                  <c:v>38471</c:v>
                </c:pt>
                <c:pt idx="805">
                  <c:v>38474</c:v>
                </c:pt>
                <c:pt idx="806">
                  <c:v>38475</c:v>
                </c:pt>
                <c:pt idx="807">
                  <c:v>38476</c:v>
                </c:pt>
                <c:pt idx="808">
                  <c:v>38477</c:v>
                </c:pt>
                <c:pt idx="809">
                  <c:v>38478</c:v>
                </c:pt>
                <c:pt idx="810">
                  <c:v>38481</c:v>
                </c:pt>
                <c:pt idx="811">
                  <c:v>38482</c:v>
                </c:pt>
                <c:pt idx="812">
                  <c:v>38483</c:v>
                </c:pt>
                <c:pt idx="813">
                  <c:v>38484</c:v>
                </c:pt>
                <c:pt idx="814">
                  <c:v>38485</c:v>
                </c:pt>
                <c:pt idx="815">
                  <c:v>38488</c:v>
                </c:pt>
                <c:pt idx="816">
                  <c:v>38489</c:v>
                </c:pt>
                <c:pt idx="817">
                  <c:v>38490</c:v>
                </c:pt>
                <c:pt idx="818">
                  <c:v>38491</c:v>
                </c:pt>
                <c:pt idx="819">
                  <c:v>38492</c:v>
                </c:pt>
                <c:pt idx="820">
                  <c:v>38495</c:v>
                </c:pt>
                <c:pt idx="821">
                  <c:v>38496</c:v>
                </c:pt>
                <c:pt idx="822">
                  <c:v>38497</c:v>
                </c:pt>
                <c:pt idx="823">
                  <c:v>38499</c:v>
                </c:pt>
                <c:pt idx="824">
                  <c:v>38502</c:v>
                </c:pt>
                <c:pt idx="825">
                  <c:v>38503</c:v>
                </c:pt>
                <c:pt idx="826">
                  <c:v>38504</c:v>
                </c:pt>
                <c:pt idx="827">
                  <c:v>38505</c:v>
                </c:pt>
                <c:pt idx="828">
                  <c:v>38506</c:v>
                </c:pt>
                <c:pt idx="829">
                  <c:v>38509</c:v>
                </c:pt>
                <c:pt idx="830">
                  <c:v>38510</c:v>
                </c:pt>
                <c:pt idx="831">
                  <c:v>38511</c:v>
                </c:pt>
                <c:pt idx="832">
                  <c:v>38512</c:v>
                </c:pt>
                <c:pt idx="833">
                  <c:v>38513</c:v>
                </c:pt>
                <c:pt idx="834">
                  <c:v>38516</c:v>
                </c:pt>
                <c:pt idx="835">
                  <c:v>38517</c:v>
                </c:pt>
                <c:pt idx="836">
                  <c:v>38518</c:v>
                </c:pt>
                <c:pt idx="837">
                  <c:v>38519</c:v>
                </c:pt>
                <c:pt idx="838">
                  <c:v>38520</c:v>
                </c:pt>
                <c:pt idx="839">
                  <c:v>38523</c:v>
                </c:pt>
                <c:pt idx="840">
                  <c:v>38524</c:v>
                </c:pt>
                <c:pt idx="841">
                  <c:v>38525</c:v>
                </c:pt>
                <c:pt idx="842">
                  <c:v>38526</c:v>
                </c:pt>
                <c:pt idx="843">
                  <c:v>38527</c:v>
                </c:pt>
                <c:pt idx="844">
                  <c:v>38530</c:v>
                </c:pt>
                <c:pt idx="845">
                  <c:v>38531</c:v>
                </c:pt>
                <c:pt idx="846">
                  <c:v>38532</c:v>
                </c:pt>
                <c:pt idx="847">
                  <c:v>38533</c:v>
                </c:pt>
                <c:pt idx="848">
                  <c:v>38534</c:v>
                </c:pt>
                <c:pt idx="849">
                  <c:v>38537</c:v>
                </c:pt>
                <c:pt idx="850">
                  <c:v>38538</c:v>
                </c:pt>
                <c:pt idx="851">
                  <c:v>38539</c:v>
                </c:pt>
                <c:pt idx="852">
                  <c:v>38540</c:v>
                </c:pt>
                <c:pt idx="853">
                  <c:v>38541</c:v>
                </c:pt>
                <c:pt idx="854">
                  <c:v>38544</c:v>
                </c:pt>
                <c:pt idx="855">
                  <c:v>38545</c:v>
                </c:pt>
                <c:pt idx="856">
                  <c:v>38546</c:v>
                </c:pt>
                <c:pt idx="857">
                  <c:v>38547</c:v>
                </c:pt>
                <c:pt idx="858">
                  <c:v>38548</c:v>
                </c:pt>
                <c:pt idx="859">
                  <c:v>38551</c:v>
                </c:pt>
                <c:pt idx="860">
                  <c:v>38552</c:v>
                </c:pt>
                <c:pt idx="861">
                  <c:v>38553</c:v>
                </c:pt>
                <c:pt idx="862">
                  <c:v>38554</c:v>
                </c:pt>
                <c:pt idx="863">
                  <c:v>38555</c:v>
                </c:pt>
                <c:pt idx="864">
                  <c:v>38558</c:v>
                </c:pt>
                <c:pt idx="865">
                  <c:v>38559</c:v>
                </c:pt>
                <c:pt idx="866">
                  <c:v>38560</c:v>
                </c:pt>
                <c:pt idx="867">
                  <c:v>38561</c:v>
                </c:pt>
                <c:pt idx="868">
                  <c:v>38562</c:v>
                </c:pt>
                <c:pt idx="869">
                  <c:v>38565</c:v>
                </c:pt>
                <c:pt idx="870">
                  <c:v>38566</c:v>
                </c:pt>
                <c:pt idx="871">
                  <c:v>38567</c:v>
                </c:pt>
                <c:pt idx="872">
                  <c:v>38568</c:v>
                </c:pt>
                <c:pt idx="873">
                  <c:v>38569</c:v>
                </c:pt>
                <c:pt idx="874">
                  <c:v>38572</c:v>
                </c:pt>
                <c:pt idx="875">
                  <c:v>38573</c:v>
                </c:pt>
                <c:pt idx="876">
                  <c:v>38574</c:v>
                </c:pt>
                <c:pt idx="877">
                  <c:v>38575</c:v>
                </c:pt>
                <c:pt idx="878">
                  <c:v>38576</c:v>
                </c:pt>
                <c:pt idx="879">
                  <c:v>38579</c:v>
                </c:pt>
                <c:pt idx="880">
                  <c:v>38580</c:v>
                </c:pt>
                <c:pt idx="881">
                  <c:v>38581</c:v>
                </c:pt>
                <c:pt idx="882">
                  <c:v>38582</c:v>
                </c:pt>
                <c:pt idx="883">
                  <c:v>38583</c:v>
                </c:pt>
                <c:pt idx="884">
                  <c:v>38586</c:v>
                </c:pt>
                <c:pt idx="885">
                  <c:v>38587</c:v>
                </c:pt>
                <c:pt idx="886">
                  <c:v>38588</c:v>
                </c:pt>
                <c:pt idx="887">
                  <c:v>38589</c:v>
                </c:pt>
                <c:pt idx="888">
                  <c:v>38590</c:v>
                </c:pt>
                <c:pt idx="889">
                  <c:v>38593</c:v>
                </c:pt>
                <c:pt idx="890">
                  <c:v>38594</c:v>
                </c:pt>
                <c:pt idx="891">
                  <c:v>38595</c:v>
                </c:pt>
                <c:pt idx="892">
                  <c:v>38596</c:v>
                </c:pt>
                <c:pt idx="893">
                  <c:v>38597</c:v>
                </c:pt>
                <c:pt idx="894">
                  <c:v>38600</c:v>
                </c:pt>
                <c:pt idx="895">
                  <c:v>38601</c:v>
                </c:pt>
                <c:pt idx="896">
                  <c:v>38603</c:v>
                </c:pt>
                <c:pt idx="897">
                  <c:v>38604</c:v>
                </c:pt>
                <c:pt idx="898">
                  <c:v>38607</c:v>
                </c:pt>
                <c:pt idx="899">
                  <c:v>38608</c:v>
                </c:pt>
                <c:pt idx="900">
                  <c:v>38609</c:v>
                </c:pt>
                <c:pt idx="901">
                  <c:v>38610</c:v>
                </c:pt>
                <c:pt idx="902">
                  <c:v>38611</c:v>
                </c:pt>
                <c:pt idx="903">
                  <c:v>38614</c:v>
                </c:pt>
                <c:pt idx="904">
                  <c:v>38615</c:v>
                </c:pt>
                <c:pt idx="905">
                  <c:v>38616</c:v>
                </c:pt>
                <c:pt idx="906">
                  <c:v>38617</c:v>
                </c:pt>
                <c:pt idx="907">
                  <c:v>38618</c:v>
                </c:pt>
                <c:pt idx="908">
                  <c:v>38621</c:v>
                </c:pt>
                <c:pt idx="909">
                  <c:v>38622</c:v>
                </c:pt>
                <c:pt idx="910">
                  <c:v>38623</c:v>
                </c:pt>
                <c:pt idx="911">
                  <c:v>38624</c:v>
                </c:pt>
                <c:pt idx="912">
                  <c:v>38625</c:v>
                </c:pt>
                <c:pt idx="913">
                  <c:v>38628</c:v>
                </c:pt>
                <c:pt idx="914">
                  <c:v>38629</c:v>
                </c:pt>
                <c:pt idx="915">
                  <c:v>38630</c:v>
                </c:pt>
                <c:pt idx="916">
                  <c:v>38631</c:v>
                </c:pt>
                <c:pt idx="917">
                  <c:v>38632</c:v>
                </c:pt>
                <c:pt idx="918">
                  <c:v>38635</c:v>
                </c:pt>
                <c:pt idx="919">
                  <c:v>38636</c:v>
                </c:pt>
                <c:pt idx="920">
                  <c:v>38638</c:v>
                </c:pt>
                <c:pt idx="921">
                  <c:v>38639</c:v>
                </c:pt>
                <c:pt idx="922">
                  <c:v>38642</c:v>
                </c:pt>
                <c:pt idx="923">
                  <c:v>38643</c:v>
                </c:pt>
                <c:pt idx="924">
                  <c:v>38644</c:v>
                </c:pt>
                <c:pt idx="925">
                  <c:v>38645</c:v>
                </c:pt>
                <c:pt idx="926">
                  <c:v>38646</c:v>
                </c:pt>
                <c:pt idx="927">
                  <c:v>38649</c:v>
                </c:pt>
                <c:pt idx="928">
                  <c:v>38650</c:v>
                </c:pt>
                <c:pt idx="929">
                  <c:v>38651</c:v>
                </c:pt>
                <c:pt idx="930">
                  <c:v>38652</c:v>
                </c:pt>
                <c:pt idx="931">
                  <c:v>38653</c:v>
                </c:pt>
                <c:pt idx="932">
                  <c:v>38656</c:v>
                </c:pt>
                <c:pt idx="933">
                  <c:v>38657</c:v>
                </c:pt>
                <c:pt idx="934">
                  <c:v>38659</c:v>
                </c:pt>
                <c:pt idx="935">
                  <c:v>38660</c:v>
                </c:pt>
                <c:pt idx="936">
                  <c:v>38663</c:v>
                </c:pt>
                <c:pt idx="937">
                  <c:v>38664</c:v>
                </c:pt>
                <c:pt idx="938">
                  <c:v>38665</c:v>
                </c:pt>
                <c:pt idx="939">
                  <c:v>38666</c:v>
                </c:pt>
                <c:pt idx="940">
                  <c:v>38667</c:v>
                </c:pt>
                <c:pt idx="941">
                  <c:v>38670</c:v>
                </c:pt>
                <c:pt idx="942">
                  <c:v>38672</c:v>
                </c:pt>
                <c:pt idx="943">
                  <c:v>38673</c:v>
                </c:pt>
                <c:pt idx="944">
                  <c:v>38674</c:v>
                </c:pt>
                <c:pt idx="945">
                  <c:v>38677</c:v>
                </c:pt>
                <c:pt idx="946">
                  <c:v>38678</c:v>
                </c:pt>
                <c:pt idx="947">
                  <c:v>38679</c:v>
                </c:pt>
                <c:pt idx="948">
                  <c:v>38680</c:v>
                </c:pt>
                <c:pt idx="949">
                  <c:v>38681</c:v>
                </c:pt>
                <c:pt idx="950">
                  <c:v>38684</c:v>
                </c:pt>
                <c:pt idx="951">
                  <c:v>38685</c:v>
                </c:pt>
                <c:pt idx="952">
                  <c:v>38686</c:v>
                </c:pt>
                <c:pt idx="953">
                  <c:v>38687</c:v>
                </c:pt>
                <c:pt idx="954">
                  <c:v>38688</c:v>
                </c:pt>
                <c:pt idx="955">
                  <c:v>38691</c:v>
                </c:pt>
                <c:pt idx="956">
                  <c:v>38692</c:v>
                </c:pt>
                <c:pt idx="957">
                  <c:v>38693</c:v>
                </c:pt>
                <c:pt idx="958">
                  <c:v>38694</c:v>
                </c:pt>
                <c:pt idx="959">
                  <c:v>38695</c:v>
                </c:pt>
                <c:pt idx="960">
                  <c:v>38698</c:v>
                </c:pt>
                <c:pt idx="961">
                  <c:v>38699</c:v>
                </c:pt>
                <c:pt idx="962">
                  <c:v>38700</c:v>
                </c:pt>
                <c:pt idx="963">
                  <c:v>38701</c:v>
                </c:pt>
                <c:pt idx="964">
                  <c:v>38702</c:v>
                </c:pt>
                <c:pt idx="965">
                  <c:v>38705</c:v>
                </c:pt>
                <c:pt idx="966">
                  <c:v>38706</c:v>
                </c:pt>
                <c:pt idx="967">
                  <c:v>38707</c:v>
                </c:pt>
                <c:pt idx="968">
                  <c:v>38708</c:v>
                </c:pt>
                <c:pt idx="969">
                  <c:v>38709</c:v>
                </c:pt>
                <c:pt idx="970">
                  <c:v>38712</c:v>
                </c:pt>
                <c:pt idx="971">
                  <c:v>38713</c:v>
                </c:pt>
                <c:pt idx="972">
                  <c:v>38714</c:v>
                </c:pt>
                <c:pt idx="973">
                  <c:v>38715</c:v>
                </c:pt>
                <c:pt idx="974">
                  <c:v>38719</c:v>
                </c:pt>
                <c:pt idx="975">
                  <c:v>38720</c:v>
                </c:pt>
                <c:pt idx="976">
                  <c:v>38721</c:v>
                </c:pt>
                <c:pt idx="977">
                  <c:v>38722</c:v>
                </c:pt>
                <c:pt idx="978">
                  <c:v>38723</c:v>
                </c:pt>
                <c:pt idx="979">
                  <c:v>38726</c:v>
                </c:pt>
                <c:pt idx="980">
                  <c:v>38727</c:v>
                </c:pt>
                <c:pt idx="981">
                  <c:v>38728</c:v>
                </c:pt>
                <c:pt idx="982">
                  <c:v>38729</c:v>
                </c:pt>
                <c:pt idx="983">
                  <c:v>38730</c:v>
                </c:pt>
                <c:pt idx="984">
                  <c:v>38733</c:v>
                </c:pt>
                <c:pt idx="985">
                  <c:v>38734</c:v>
                </c:pt>
                <c:pt idx="986">
                  <c:v>38735</c:v>
                </c:pt>
                <c:pt idx="987">
                  <c:v>38736</c:v>
                </c:pt>
                <c:pt idx="988">
                  <c:v>38737</c:v>
                </c:pt>
                <c:pt idx="989">
                  <c:v>38740</c:v>
                </c:pt>
                <c:pt idx="990">
                  <c:v>38741</c:v>
                </c:pt>
                <c:pt idx="991">
                  <c:v>38743</c:v>
                </c:pt>
                <c:pt idx="992">
                  <c:v>38744</c:v>
                </c:pt>
                <c:pt idx="993">
                  <c:v>38747</c:v>
                </c:pt>
                <c:pt idx="994">
                  <c:v>38748</c:v>
                </c:pt>
                <c:pt idx="995">
                  <c:v>38749</c:v>
                </c:pt>
                <c:pt idx="996">
                  <c:v>38750</c:v>
                </c:pt>
                <c:pt idx="997">
                  <c:v>38751</c:v>
                </c:pt>
                <c:pt idx="998">
                  <c:v>38754</c:v>
                </c:pt>
                <c:pt idx="999">
                  <c:v>38755</c:v>
                </c:pt>
                <c:pt idx="1000">
                  <c:v>38756</c:v>
                </c:pt>
                <c:pt idx="1001">
                  <c:v>38757</c:v>
                </c:pt>
                <c:pt idx="1002">
                  <c:v>38758</c:v>
                </c:pt>
                <c:pt idx="1003">
                  <c:v>38761</c:v>
                </c:pt>
                <c:pt idx="1004">
                  <c:v>38762</c:v>
                </c:pt>
                <c:pt idx="1005">
                  <c:v>38763</c:v>
                </c:pt>
                <c:pt idx="1006">
                  <c:v>38764</c:v>
                </c:pt>
                <c:pt idx="1007">
                  <c:v>38765</c:v>
                </c:pt>
                <c:pt idx="1008">
                  <c:v>38768</c:v>
                </c:pt>
                <c:pt idx="1009">
                  <c:v>38769</c:v>
                </c:pt>
                <c:pt idx="1010">
                  <c:v>38770</c:v>
                </c:pt>
                <c:pt idx="1011">
                  <c:v>38771</c:v>
                </c:pt>
                <c:pt idx="1012">
                  <c:v>38772</c:v>
                </c:pt>
                <c:pt idx="1013">
                  <c:v>38777</c:v>
                </c:pt>
                <c:pt idx="1014">
                  <c:v>38778</c:v>
                </c:pt>
                <c:pt idx="1015">
                  <c:v>38779</c:v>
                </c:pt>
                <c:pt idx="1016">
                  <c:v>38782</c:v>
                </c:pt>
                <c:pt idx="1017">
                  <c:v>38783</c:v>
                </c:pt>
                <c:pt idx="1018">
                  <c:v>38784</c:v>
                </c:pt>
                <c:pt idx="1019">
                  <c:v>38785</c:v>
                </c:pt>
                <c:pt idx="1020">
                  <c:v>38786</c:v>
                </c:pt>
                <c:pt idx="1021">
                  <c:v>38789</c:v>
                </c:pt>
                <c:pt idx="1022">
                  <c:v>38790</c:v>
                </c:pt>
                <c:pt idx="1023">
                  <c:v>38791</c:v>
                </c:pt>
                <c:pt idx="1024">
                  <c:v>38792</c:v>
                </c:pt>
                <c:pt idx="1025">
                  <c:v>38793</c:v>
                </c:pt>
                <c:pt idx="1026">
                  <c:v>38796</c:v>
                </c:pt>
                <c:pt idx="1027">
                  <c:v>38797</c:v>
                </c:pt>
                <c:pt idx="1028">
                  <c:v>38798</c:v>
                </c:pt>
                <c:pt idx="1029">
                  <c:v>38799</c:v>
                </c:pt>
                <c:pt idx="1030">
                  <c:v>38800</c:v>
                </c:pt>
                <c:pt idx="1031">
                  <c:v>38803</c:v>
                </c:pt>
                <c:pt idx="1032">
                  <c:v>38804</c:v>
                </c:pt>
                <c:pt idx="1033">
                  <c:v>38805</c:v>
                </c:pt>
                <c:pt idx="1034">
                  <c:v>38806</c:v>
                </c:pt>
                <c:pt idx="1035">
                  <c:v>38807</c:v>
                </c:pt>
                <c:pt idx="1036">
                  <c:v>38810</c:v>
                </c:pt>
                <c:pt idx="1037">
                  <c:v>38811</c:v>
                </c:pt>
                <c:pt idx="1038">
                  <c:v>38812</c:v>
                </c:pt>
                <c:pt idx="1039">
                  <c:v>38813</c:v>
                </c:pt>
                <c:pt idx="1040">
                  <c:v>38814</c:v>
                </c:pt>
                <c:pt idx="1041">
                  <c:v>38817</c:v>
                </c:pt>
                <c:pt idx="1042">
                  <c:v>38818</c:v>
                </c:pt>
                <c:pt idx="1043">
                  <c:v>38819</c:v>
                </c:pt>
                <c:pt idx="1044">
                  <c:v>38820</c:v>
                </c:pt>
                <c:pt idx="1045">
                  <c:v>38824</c:v>
                </c:pt>
                <c:pt idx="1046">
                  <c:v>38825</c:v>
                </c:pt>
                <c:pt idx="1047">
                  <c:v>38826</c:v>
                </c:pt>
                <c:pt idx="1048">
                  <c:v>38827</c:v>
                </c:pt>
                <c:pt idx="1049">
                  <c:v>38831</c:v>
                </c:pt>
                <c:pt idx="1050">
                  <c:v>38832</c:v>
                </c:pt>
                <c:pt idx="1051">
                  <c:v>38833</c:v>
                </c:pt>
                <c:pt idx="1052">
                  <c:v>38834</c:v>
                </c:pt>
                <c:pt idx="1053">
                  <c:v>38835</c:v>
                </c:pt>
                <c:pt idx="1054">
                  <c:v>38839</c:v>
                </c:pt>
                <c:pt idx="1055">
                  <c:v>38840</c:v>
                </c:pt>
                <c:pt idx="1056">
                  <c:v>38841</c:v>
                </c:pt>
                <c:pt idx="1057">
                  <c:v>38842</c:v>
                </c:pt>
                <c:pt idx="1058">
                  <c:v>38845</c:v>
                </c:pt>
                <c:pt idx="1059">
                  <c:v>38846</c:v>
                </c:pt>
                <c:pt idx="1060">
                  <c:v>38847</c:v>
                </c:pt>
                <c:pt idx="1061">
                  <c:v>38848</c:v>
                </c:pt>
                <c:pt idx="1062">
                  <c:v>38849</c:v>
                </c:pt>
                <c:pt idx="1063">
                  <c:v>38852</c:v>
                </c:pt>
                <c:pt idx="1064">
                  <c:v>38853</c:v>
                </c:pt>
                <c:pt idx="1065">
                  <c:v>38854</c:v>
                </c:pt>
                <c:pt idx="1066">
                  <c:v>38855</c:v>
                </c:pt>
                <c:pt idx="1067">
                  <c:v>38856</c:v>
                </c:pt>
                <c:pt idx="1068">
                  <c:v>38859</c:v>
                </c:pt>
                <c:pt idx="1069">
                  <c:v>38860</c:v>
                </c:pt>
                <c:pt idx="1070">
                  <c:v>38861</c:v>
                </c:pt>
                <c:pt idx="1071">
                  <c:v>38862</c:v>
                </c:pt>
                <c:pt idx="1072">
                  <c:v>38863</c:v>
                </c:pt>
                <c:pt idx="1073">
                  <c:v>38866</c:v>
                </c:pt>
                <c:pt idx="1074">
                  <c:v>38867</c:v>
                </c:pt>
                <c:pt idx="1075">
                  <c:v>38868</c:v>
                </c:pt>
                <c:pt idx="1076">
                  <c:v>38869</c:v>
                </c:pt>
                <c:pt idx="1077">
                  <c:v>38870</c:v>
                </c:pt>
                <c:pt idx="1078">
                  <c:v>38873</c:v>
                </c:pt>
                <c:pt idx="1079">
                  <c:v>38874</c:v>
                </c:pt>
                <c:pt idx="1080">
                  <c:v>38875</c:v>
                </c:pt>
                <c:pt idx="1081">
                  <c:v>38876</c:v>
                </c:pt>
                <c:pt idx="1082">
                  <c:v>38877</c:v>
                </c:pt>
                <c:pt idx="1083">
                  <c:v>38880</c:v>
                </c:pt>
                <c:pt idx="1084">
                  <c:v>38881</c:v>
                </c:pt>
                <c:pt idx="1085">
                  <c:v>38882</c:v>
                </c:pt>
                <c:pt idx="1086">
                  <c:v>38884</c:v>
                </c:pt>
                <c:pt idx="1087">
                  <c:v>38887</c:v>
                </c:pt>
                <c:pt idx="1088">
                  <c:v>38888</c:v>
                </c:pt>
                <c:pt idx="1089">
                  <c:v>38889</c:v>
                </c:pt>
                <c:pt idx="1090">
                  <c:v>38890</c:v>
                </c:pt>
                <c:pt idx="1091">
                  <c:v>38891</c:v>
                </c:pt>
                <c:pt idx="1092">
                  <c:v>38894</c:v>
                </c:pt>
                <c:pt idx="1093">
                  <c:v>38895</c:v>
                </c:pt>
                <c:pt idx="1094">
                  <c:v>38896</c:v>
                </c:pt>
                <c:pt idx="1095">
                  <c:v>38897</c:v>
                </c:pt>
                <c:pt idx="1096">
                  <c:v>38898</c:v>
                </c:pt>
                <c:pt idx="1097">
                  <c:v>38901</c:v>
                </c:pt>
                <c:pt idx="1098">
                  <c:v>38902</c:v>
                </c:pt>
                <c:pt idx="1099">
                  <c:v>38903</c:v>
                </c:pt>
                <c:pt idx="1100">
                  <c:v>38904</c:v>
                </c:pt>
                <c:pt idx="1101">
                  <c:v>38905</c:v>
                </c:pt>
                <c:pt idx="1102">
                  <c:v>38908</c:v>
                </c:pt>
                <c:pt idx="1103">
                  <c:v>38909</c:v>
                </c:pt>
                <c:pt idx="1104">
                  <c:v>38910</c:v>
                </c:pt>
                <c:pt idx="1105">
                  <c:v>38911</c:v>
                </c:pt>
                <c:pt idx="1106">
                  <c:v>38912</c:v>
                </c:pt>
                <c:pt idx="1107">
                  <c:v>38915</c:v>
                </c:pt>
                <c:pt idx="1108">
                  <c:v>38916</c:v>
                </c:pt>
                <c:pt idx="1109">
                  <c:v>38917</c:v>
                </c:pt>
                <c:pt idx="1110">
                  <c:v>38918</c:v>
                </c:pt>
                <c:pt idx="1111">
                  <c:v>38919</c:v>
                </c:pt>
                <c:pt idx="1112">
                  <c:v>38922</c:v>
                </c:pt>
                <c:pt idx="1113">
                  <c:v>38923</c:v>
                </c:pt>
                <c:pt idx="1114">
                  <c:v>38924</c:v>
                </c:pt>
                <c:pt idx="1115">
                  <c:v>38925</c:v>
                </c:pt>
                <c:pt idx="1116">
                  <c:v>38926</c:v>
                </c:pt>
                <c:pt idx="1117">
                  <c:v>38929</c:v>
                </c:pt>
                <c:pt idx="1118">
                  <c:v>38930</c:v>
                </c:pt>
                <c:pt idx="1119">
                  <c:v>38931</c:v>
                </c:pt>
                <c:pt idx="1120">
                  <c:v>38932</c:v>
                </c:pt>
                <c:pt idx="1121">
                  <c:v>38933</c:v>
                </c:pt>
                <c:pt idx="1122">
                  <c:v>38936</c:v>
                </c:pt>
                <c:pt idx="1123">
                  <c:v>38937</c:v>
                </c:pt>
                <c:pt idx="1124">
                  <c:v>38938</c:v>
                </c:pt>
                <c:pt idx="1125">
                  <c:v>38939</c:v>
                </c:pt>
                <c:pt idx="1126">
                  <c:v>38940</c:v>
                </c:pt>
                <c:pt idx="1127">
                  <c:v>38943</c:v>
                </c:pt>
                <c:pt idx="1128">
                  <c:v>38944</c:v>
                </c:pt>
                <c:pt idx="1129">
                  <c:v>38945</c:v>
                </c:pt>
                <c:pt idx="1130">
                  <c:v>38946</c:v>
                </c:pt>
                <c:pt idx="1131">
                  <c:v>38947</c:v>
                </c:pt>
                <c:pt idx="1132">
                  <c:v>38950</c:v>
                </c:pt>
                <c:pt idx="1133">
                  <c:v>38951</c:v>
                </c:pt>
                <c:pt idx="1134">
                  <c:v>38952</c:v>
                </c:pt>
                <c:pt idx="1135">
                  <c:v>38953</c:v>
                </c:pt>
                <c:pt idx="1136">
                  <c:v>38954</c:v>
                </c:pt>
                <c:pt idx="1137">
                  <c:v>38957</c:v>
                </c:pt>
                <c:pt idx="1138">
                  <c:v>38958</c:v>
                </c:pt>
                <c:pt idx="1139">
                  <c:v>38959</c:v>
                </c:pt>
                <c:pt idx="1140">
                  <c:v>38960</c:v>
                </c:pt>
                <c:pt idx="1141">
                  <c:v>38961</c:v>
                </c:pt>
                <c:pt idx="1142">
                  <c:v>38964</c:v>
                </c:pt>
                <c:pt idx="1143">
                  <c:v>38965</c:v>
                </c:pt>
                <c:pt idx="1144">
                  <c:v>38966</c:v>
                </c:pt>
                <c:pt idx="1145">
                  <c:v>38968</c:v>
                </c:pt>
                <c:pt idx="1146">
                  <c:v>38971</c:v>
                </c:pt>
                <c:pt idx="1147">
                  <c:v>38972</c:v>
                </c:pt>
                <c:pt idx="1148">
                  <c:v>38973</c:v>
                </c:pt>
                <c:pt idx="1149">
                  <c:v>38974</c:v>
                </c:pt>
                <c:pt idx="1150">
                  <c:v>38975</c:v>
                </c:pt>
                <c:pt idx="1151">
                  <c:v>38978</c:v>
                </c:pt>
                <c:pt idx="1152">
                  <c:v>38979</c:v>
                </c:pt>
                <c:pt idx="1153">
                  <c:v>38980</c:v>
                </c:pt>
                <c:pt idx="1154">
                  <c:v>38981</c:v>
                </c:pt>
                <c:pt idx="1155">
                  <c:v>38982</c:v>
                </c:pt>
                <c:pt idx="1156">
                  <c:v>38985</c:v>
                </c:pt>
                <c:pt idx="1157">
                  <c:v>38986</c:v>
                </c:pt>
                <c:pt idx="1158">
                  <c:v>38987</c:v>
                </c:pt>
                <c:pt idx="1159">
                  <c:v>38988</c:v>
                </c:pt>
                <c:pt idx="1160">
                  <c:v>38989</c:v>
                </c:pt>
                <c:pt idx="1161">
                  <c:v>38992</c:v>
                </c:pt>
                <c:pt idx="1162">
                  <c:v>38993</c:v>
                </c:pt>
                <c:pt idx="1163">
                  <c:v>38994</c:v>
                </c:pt>
                <c:pt idx="1164">
                  <c:v>38995</c:v>
                </c:pt>
                <c:pt idx="1165">
                  <c:v>38996</c:v>
                </c:pt>
                <c:pt idx="1166">
                  <c:v>38999</c:v>
                </c:pt>
                <c:pt idx="1167">
                  <c:v>39000</c:v>
                </c:pt>
                <c:pt idx="1168">
                  <c:v>39001</c:v>
                </c:pt>
                <c:pt idx="1169">
                  <c:v>39003</c:v>
                </c:pt>
                <c:pt idx="1170">
                  <c:v>39006</c:v>
                </c:pt>
                <c:pt idx="1171">
                  <c:v>39007</c:v>
                </c:pt>
                <c:pt idx="1172">
                  <c:v>39008</c:v>
                </c:pt>
                <c:pt idx="1173">
                  <c:v>39009</c:v>
                </c:pt>
                <c:pt idx="1174">
                  <c:v>39010</c:v>
                </c:pt>
                <c:pt idx="1175">
                  <c:v>39013</c:v>
                </c:pt>
                <c:pt idx="1176">
                  <c:v>39014</c:v>
                </c:pt>
                <c:pt idx="1177">
                  <c:v>39015</c:v>
                </c:pt>
                <c:pt idx="1178">
                  <c:v>39016</c:v>
                </c:pt>
                <c:pt idx="1179">
                  <c:v>39017</c:v>
                </c:pt>
                <c:pt idx="1180">
                  <c:v>39020</c:v>
                </c:pt>
                <c:pt idx="1181">
                  <c:v>39021</c:v>
                </c:pt>
                <c:pt idx="1182">
                  <c:v>39022</c:v>
                </c:pt>
                <c:pt idx="1183">
                  <c:v>39024</c:v>
                </c:pt>
                <c:pt idx="1184">
                  <c:v>39027</c:v>
                </c:pt>
                <c:pt idx="1185">
                  <c:v>39028</c:v>
                </c:pt>
                <c:pt idx="1186">
                  <c:v>39029</c:v>
                </c:pt>
                <c:pt idx="1187">
                  <c:v>39030</c:v>
                </c:pt>
                <c:pt idx="1188">
                  <c:v>39031</c:v>
                </c:pt>
                <c:pt idx="1189">
                  <c:v>39034</c:v>
                </c:pt>
                <c:pt idx="1190">
                  <c:v>39035</c:v>
                </c:pt>
                <c:pt idx="1191">
                  <c:v>39037</c:v>
                </c:pt>
                <c:pt idx="1192">
                  <c:v>39038</c:v>
                </c:pt>
                <c:pt idx="1193">
                  <c:v>39042</c:v>
                </c:pt>
                <c:pt idx="1194">
                  <c:v>39043</c:v>
                </c:pt>
                <c:pt idx="1195">
                  <c:v>39044</c:v>
                </c:pt>
                <c:pt idx="1196">
                  <c:v>39045</c:v>
                </c:pt>
                <c:pt idx="1197">
                  <c:v>39048</c:v>
                </c:pt>
                <c:pt idx="1198">
                  <c:v>39049</c:v>
                </c:pt>
                <c:pt idx="1199">
                  <c:v>39050</c:v>
                </c:pt>
                <c:pt idx="1200">
                  <c:v>39051</c:v>
                </c:pt>
                <c:pt idx="1201">
                  <c:v>39052</c:v>
                </c:pt>
                <c:pt idx="1202">
                  <c:v>39055</c:v>
                </c:pt>
                <c:pt idx="1203">
                  <c:v>39056</c:v>
                </c:pt>
                <c:pt idx="1204">
                  <c:v>39057</c:v>
                </c:pt>
                <c:pt idx="1205">
                  <c:v>39058</c:v>
                </c:pt>
                <c:pt idx="1206">
                  <c:v>39059</c:v>
                </c:pt>
                <c:pt idx="1207">
                  <c:v>39062</c:v>
                </c:pt>
                <c:pt idx="1208">
                  <c:v>39063</c:v>
                </c:pt>
                <c:pt idx="1209">
                  <c:v>39064</c:v>
                </c:pt>
                <c:pt idx="1210">
                  <c:v>39065</c:v>
                </c:pt>
                <c:pt idx="1211">
                  <c:v>39066</c:v>
                </c:pt>
                <c:pt idx="1212">
                  <c:v>39069</c:v>
                </c:pt>
                <c:pt idx="1213">
                  <c:v>39070</c:v>
                </c:pt>
                <c:pt idx="1214">
                  <c:v>39071</c:v>
                </c:pt>
                <c:pt idx="1215">
                  <c:v>39072</c:v>
                </c:pt>
                <c:pt idx="1216">
                  <c:v>39073</c:v>
                </c:pt>
                <c:pt idx="1217">
                  <c:v>39077</c:v>
                </c:pt>
                <c:pt idx="1218">
                  <c:v>39078</c:v>
                </c:pt>
                <c:pt idx="1219">
                  <c:v>39079</c:v>
                </c:pt>
                <c:pt idx="1220">
                  <c:v>39084</c:v>
                </c:pt>
                <c:pt idx="1221">
                  <c:v>39085</c:v>
                </c:pt>
                <c:pt idx="1222">
                  <c:v>39086</c:v>
                </c:pt>
                <c:pt idx="1223">
                  <c:v>39087</c:v>
                </c:pt>
                <c:pt idx="1224">
                  <c:v>39090</c:v>
                </c:pt>
                <c:pt idx="1225">
                  <c:v>39091</c:v>
                </c:pt>
                <c:pt idx="1226">
                  <c:v>39092</c:v>
                </c:pt>
                <c:pt idx="1227">
                  <c:v>39093</c:v>
                </c:pt>
                <c:pt idx="1228">
                  <c:v>39094</c:v>
                </c:pt>
                <c:pt idx="1229">
                  <c:v>39097</c:v>
                </c:pt>
                <c:pt idx="1230">
                  <c:v>39098</c:v>
                </c:pt>
                <c:pt idx="1231">
                  <c:v>39099</c:v>
                </c:pt>
                <c:pt idx="1232">
                  <c:v>39100</c:v>
                </c:pt>
                <c:pt idx="1233">
                  <c:v>39101</c:v>
                </c:pt>
                <c:pt idx="1234">
                  <c:v>39104</c:v>
                </c:pt>
                <c:pt idx="1235">
                  <c:v>39105</c:v>
                </c:pt>
                <c:pt idx="1236">
                  <c:v>39106</c:v>
                </c:pt>
                <c:pt idx="1237">
                  <c:v>39108</c:v>
                </c:pt>
                <c:pt idx="1238">
                  <c:v>39111</c:v>
                </c:pt>
                <c:pt idx="1239">
                  <c:v>39112</c:v>
                </c:pt>
                <c:pt idx="1240">
                  <c:v>39113</c:v>
                </c:pt>
                <c:pt idx="1241">
                  <c:v>39114</c:v>
                </c:pt>
                <c:pt idx="1242">
                  <c:v>39115</c:v>
                </c:pt>
                <c:pt idx="1243">
                  <c:v>39118</c:v>
                </c:pt>
                <c:pt idx="1244">
                  <c:v>39119</c:v>
                </c:pt>
                <c:pt idx="1245">
                  <c:v>39120</c:v>
                </c:pt>
                <c:pt idx="1246">
                  <c:v>39121</c:v>
                </c:pt>
                <c:pt idx="1247">
                  <c:v>39122</c:v>
                </c:pt>
                <c:pt idx="1248">
                  <c:v>39125</c:v>
                </c:pt>
                <c:pt idx="1249">
                  <c:v>39126</c:v>
                </c:pt>
                <c:pt idx="1250">
                  <c:v>39127</c:v>
                </c:pt>
                <c:pt idx="1251">
                  <c:v>39128</c:v>
                </c:pt>
                <c:pt idx="1252">
                  <c:v>39129</c:v>
                </c:pt>
                <c:pt idx="1253">
                  <c:v>39134</c:v>
                </c:pt>
                <c:pt idx="1254">
                  <c:v>39135</c:v>
                </c:pt>
                <c:pt idx="1255">
                  <c:v>39136</c:v>
                </c:pt>
                <c:pt idx="1256">
                  <c:v>39139</c:v>
                </c:pt>
                <c:pt idx="1257">
                  <c:v>39140</c:v>
                </c:pt>
                <c:pt idx="1258">
                  <c:v>39141</c:v>
                </c:pt>
                <c:pt idx="1259">
                  <c:v>39142</c:v>
                </c:pt>
                <c:pt idx="1260">
                  <c:v>39143</c:v>
                </c:pt>
                <c:pt idx="1261">
                  <c:v>39146</c:v>
                </c:pt>
                <c:pt idx="1262">
                  <c:v>39147</c:v>
                </c:pt>
                <c:pt idx="1263">
                  <c:v>39148</c:v>
                </c:pt>
                <c:pt idx="1264">
                  <c:v>39149</c:v>
                </c:pt>
                <c:pt idx="1265">
                  <c:v>39150</c:v>
                </c:pt>
                <c:pt idx="1266">
                  <c:v>39153</c:v>
                </c:pt>
                <c:pt idx="1267">
                  <c:v>39154</c:v>
                </c:pt>
                <c:pt idx="1268">
                  <c:v>39155</c:v>
                </c:pt>
                <c:pt idx="1269">
                  <c:v>39156</c:v>
                </c:pt>
                <c:pt idx="1270">
                  <c:v>39157</c:v>
                </c:pt>
                <c:pt idx="1271">
                  <c:v>39160</c:v>
                </c:pt>
                <c:pt idx="1272">
                  <c:v>39161</c:v>
                </c:pt>
                <c:pt idx="1273">
                  <c:v>39162</c:v>
                </c:pt>
                <c:pt idx="1274">
                  <c:v>39163</c:v>
                </c:pt>
                <c:pt idx="1275">
                  <c:v>39164</c:v>
                </c:pt>
                <c:pt idx="1276">
                  <c:v>39167</c:v>
                </c:pt>
                <c:pt idx="1277">
                  <c:v>39168</c:v>
                </c:pt>
                <c:pt idx="1278">
                  <c:v>39169</c:v>
                </c:pt>
                <c:pt idx="1279">
                  <c:v>39170</c:v>
                </c:pt>
                <c:pt idx="1280">
                  <c:v>39171</c:v>
                </c:pt>
                <c:pt idx="1281">
                  <c:v>39174</c:v>
                </c:pt>
                <c:pt idx="1282">
                  <c:v>39175</c:v>
                </c:pt>
                <c:pt idx="1283">
                  <c:v>39176</c:v>
                </c:pt>
                <c:pt idx="1284">
                  <c:v>39177</c:v>
                </c:pt>
                <c:pt idx="1285">
                  <c:v>39181</c:v>
                </c:pt>
                <c:pt idx="1286">
                  <c:v>39182</c:v>
                </c:pt>
                <c:pt idx="1287">
                  <c:v>39183</c:v>
                </c:pt>
                <c:pt idx="1288">
                  <c:v>39184</c:v>
                </c:pt>
                <c:pt idx="1289">
                  <c:v>39185</c:v>
                </c:pt>
                <c:pt idx="1290">
                  <c:v>39188</c:v>
                </c:pt>
                <c:pt idx="1291">
                  <c:v>39189</c:v>
                </c:pt>
                <c:pt idx="1292">
                  <c:v>39190</c:v>
                </c:pt>
                <c:pt idx="1293">
                  <c:v>39191</c:v>
                </c:pt>
                <c:pt idx="1294">
                  <c:v>39192</c:v>
                </c:pt>
                <c:pt idx="1295">
                  <c:v>39195</c:v>
                </c:pt>
                <c:pt idx="1296">
                  <c:v>39196</c:v>
                </c:pt>
                <c:pt idx="1297">
                  <c:v>39197</c:v>
                </c:pt>
                <c:pt idx="1298">
                  <c:v>39198</c:v>
                </c:pt>
                <c:pt idx="1299">
                  <c:v>39199</c:v>
                </c:pt>
                <c:pt idx="1300">
                  <c:v>39202</c:v>
                </c:pt>
                <c:pt idx="1301">
                  <c:v>39204</c:v>
                </c:pt>
                <c:pt idx="1302">
                  <c:v>39205</c:v>
                </c:pt>
                <c:pt idx="1303">
                  <c:v>39206</c:v>
                </c:pt>
                <c:pt idx="1304">
                  <c:v>39209</c:v>
                </c:pt>
                <c:pt idx="1305">
                  <c:v>39210</c:v>
                </c:pt>
                <c:pt idx="1306">
                  <c:v>39211</c:v>
                </c:pt>
                <c:pt idx="1307">
                  <c:v>39212</c:v>
                </c:pt>
                <c:pt idx="1308">
                  <c:v>39213</c:v>
                </c:pt>
                <c:pt idx="1309">
                  <c:v>39216</c:v>
                </c:pt>
                <c:pt idx="1310">
                  <c:v>39217</c:v>
                </c:pt>
                <c:pt idx="1311">
                  <c:v>39218</c:v>
                </c:pt>
                <c:pt idx="1312">
                  <c:v>39219</c:v>
                </c:pt>
                <c:pt idx="1313">
                  <c:v>39220</c:v>
                </c:pt>
                <c:pt idx="1314">
                  <c:v>39223</c:v>
                </c:pt>
                <c:pt idx="1315">
                  <c:v>39224</c:v>
                </c:pt>
                <c:pt idx="1316">
                  <c:v>39225</c:v>
                </c:pt>
                <c:pt idx="1317">
                  <c:v>39226</c:v>
                </c:pt>
                <c:pt idx="1318">
                  <c:v>39227</c:v>
                </c:pt>
                <c:pt idx="1319">
                  <c:v>39230</c:v>
                </c:pt>
                <c:pt idx="1320">
                  <c:v>39231</c:v>
                </c:pt>
                <c:pt idx="1321">
                  <c:v>39232</c:v>
                </c:pt>
                <c:pt idx="1322">
                  <c:v>39233</c:v>
                </c:pt>
                <c:pt idx="1323">
                  <c:v>39234</c:v>
                </c:pt>
                <c:pt idx="1324">
                  <c:v>39237</c:v>
                </c:pt>
                <c:pt idx="1325">
                  <c:v>39238</c:v>
                </c:pt>
                <c:pt idx="1326">
                  <c:v>39239</c:v>
                </c:pt>
                <c:pt idx="1327">
                  <c:v>39241</c:v>
                </c:pt>
                <c:pt idx="1328">
                  <c:v>39244</c:v>
                </c:pt>
                <c:pt idx="1329">
                  <c:v>39245</c:v>
                </c:pt>
                <c:pt idx="1330">
                  <c:v>39246</c:v>
                </c:pt>
                <c:pt idx="1331">
                  <c:v>39247</c:v>
                </c:pt>
                <c:pt idx="1332">
                  <c:v>39248</c:v>
                </c:pt>
                <c:pt idx="1333">
                  <c:v>39251</c:v>
                </c:pt>
                <c:pt idx="1334">
                  <c:v>39252</c:v>
                </c:pt>
                <c:pt idx="1335">
                  <c:v>39253</c:v>
                </c:pt>
                <c:pt idx="1336">
                  <c:v>39254</c:v>
                </c:pt>
                <c:pt idx="1337">
                  <c:v>39255</c:v>
                </c:pt>
                <c:pt idx="1338">
                  <c:v>39258</c:v>
                </c:pt>
                <c:pt idx="1339">
                  <c:v>39259</c:v>
                </c:pt>
                <c:pt idx="1340">
                  <c:v>39260</c:v>
                </c:pt>
                <c:pt idx="1341">
                  <c:v>39261</c:v>
                </c:pt>
                <c:pt idx="1342">
                  <c:v>39262</c:v>
                </c:pt>
                <c:pt idx="1343">
                  <c:v>39265</c:v>
                </c:pt>
                <c:pt idx="1344">
                  <c:v>39266</c:v>
                </c:pt>
                <c:pt idx="1345">
                  <c:v>39267</c:v>
                </c:pt>
                <c:pt idx="1346">
                  <c:v>39268</c:v>
                </c:pt>
                <c:pt idx="1347">
                  <c:v>39269</c:v>
                </c:pt>
                <c:pt idx="1348">
                  <c:v>39273</c:v>
                </c:pt>
                <c:pt idx="1349">
                  <c:v>39274</c:v>
                </c:pt>
                <c:pt idx="1350">
                  <c:v>39275</c:v>
                </c:pt>
                <c:pt idx="1351">
                  <c:v>39276</c:v>
                </c:pt>
                <c:pt idx="1352">
                  <c:v>39279</c:v>
                </c:pt>
                <c:pt idx="1353">
                  <c:v>39280</c:v>
                </c:pt>
                <c:pt idx="1354">
                  <c:v>39281</c:v>
                </c:pt>
                <c:pt idx="1355">
                  <c:v>39282</c:v>
                </c:pt>
                <c:pt idx="1356">
                  <c:v>39283</c:v>
                </c:pt>
                <c:pt idx="1357">
                  <c:v>39286</c:v>
                </c:pt>
                <c:pt idx="1358">
                  <c:v>39287</c:v>
                </c:pt>
                <c:pt idx="1359">
                  <c:v>39288</c:v>
                </c:pt>
                <c:pt idx="1360">
                  <c:v>39289</c:v>
                </c:pt>
                <c:pt idx="1361">
                  <c:v>39290</c:v>
                </c:pt>
                <c:pt idx="1362">
                  <c:v>39293</c:v>
                </c:pt>
                <c:pt idx="1363">
                  <c:v>39294</c:v>
                </c:pt>
                <c:pt idx="1364">
                  <c:v>39295</c:v>
                </c:pt>
                <c:pt idx="1365">
                  <c:v>39296</c:v>
                </c:pt>
                <c:pt idx="1366">
                  <c:v>39297</c:v>
                </c:pt>
                <c:pt idx="1367">
                  <c:v>39300</c:v>
                </c:pt>
                <c:pt idx="1368">
                  <c:v>39301</c:v>
                </c:pt>
                <c:pt idx="1369">
                  <c:v>39302</c:v>
                </c:pt>
                <c:pt idx="1370">
                  <c:v>39303</c:v>
                </c:pt>
                <c:pt idx="1371">
                  <c:v>39304</c:v>
                </c:pt>
                <c:pt idx="1372">
                  <c:v>39307</c:v>
                </c:pt>
                <c:pt idx="1373">
                  <c:v>39308</c:v>
                </c:pt>
                <c:pt idx="1374">
                  <c:v>39309</c:v>
                </c:pt>
                <c:pt idx="1375">
                  <c:v>39310</c:v>
                </c:pt>
                <c:pt idx="1376">
                  <c:v>39311</c:v>
                </c:pt>
                <c:pt idx="1377">
                  <c:v>39314</c:v>
                </c:pt>
                <c:pt idx="1378">
                  <c:v>39315</c:v>
                </c:pt>
                <c:pt idx="1379">
                  <c:v>39316</c:v>
                </c:pt>
                <c:pt idx="1380">
                  <c:v>39317</c:v>
                </c:pt>
                <c:pt idx="1381">
                  <c:v>39318</c:v>
                </c:pt>
                <c:pt idx="1382">
                  <c:v>39321</c:v>
                </c:pt>
                <c:pt idx="1383">
                  <c:v>39322</c:v>
                </c:pt>
                <c:pt idx="1384">
                  <c:v>39323</c:v>
                </c:pt>
                <c:pt idx="1385">
                  <c:v>39324</c:v>
                </c:pt>
                <c:pt idx="1386">
                  <c:v>39325</c:v>
                </c:pt>
                <c:pt idx="1387">
                  <c:v>39328</c:v>
                </c:pt>
                <c:pt idx="1388">
                  <c:v>39329</c:v>
                </c:pt>
                <c:pt idx="1389">
                  <c:v>39330</c:v>
                </c:pt>
                <c:pt idx="1390">
                  <c:v>39331</c:v>
                </c:pt>
                <c:pt idx="1391">
                  <c:v>39335</c:v>
                </c:pt>
                <c:pt idx="1392">
                  <c:v>39336</c:v>
                </c:pt>
                <c:pt idx="1393">
                  <c:v>39337</c:v>
                </c:pt>
                <c:pt idx="1394">
                  <c:v>39338</c:v>
                </c:pt>
                <c:pt idx="1395">
                  <c:v>39339</c:v>
                </c:pt>
                <c:pt idx="1396">
                  <c:v>39342</c:v>
                </c:pt>
                <c:pt idx="1397">
                  <c:v>39343</c:v>
                </c:pt>
                <c:pt idx="1398">
                  <c:v>39344</c:v>
                </c:pt>
                <c:pt idx="1399">
                  <c:v>39345</c:v>
                </c:pt>
                <c:pt idx="1400">
                  <c:v>39346</c:v>
                </c:pt>
                <c:pt idx="1401">
                  <c:v>39349</c:v>
                </c:pt>
                <c:pt idx="1402">
                  <c:v>39350</c:v>
                </c:pt>
                <c:pt idx="1403">
                  <c:v>39351</c:v>
                </c:pt>
                <c:pt idx="1404">
                  <c:v>39352</c:v>
                </c:pt>
                <c:pt idx="1405">
                  <c:v>39353</c:v>
                </c:pt>
                <c:pt idx="1406">
                  <c:v>39356</c:v>
                </c:pt>
                <c:pt idx="1407">
                  <c:v>39357</c:v>
                </c:pt>
                <c:pt idx="1408">
                  <c:v>39358</c:v>
                </c:pt>
                <c:pt idx="1409">
                  <c:v>39359</c:v>
                </c:pt>
                <c:pt idx="1410">
                  <c:v>39360</c:v>
                </c:pt>
                <c:pt idx="1411">
                  <c:v>39363</c:v>
                </c:pt>
                <c:pt idx="1412">
                  <c:v>39364</c:v>
                </c:pt>
                <c:pt idx="1413">
                  <c:v>39365</c:v>
                </c:pt>
                <c:pt idx="1414">
                  <c:v>39366</c:v>
                </c:pt>
                <c:pt idx="1415">
                  <c:v>39370</c:v>
                </c:pt>
                <c:pt idx="1416">
                  <c:v>39371</c:v>
                </c:pt>
                <c:pt idx="1417">
                  <c:v>39372</c:v>
                </c:pt>
                <c:pt idx="1418">
                  <c:v>39373</c:v>
                </c:pt>
                <c:pt idx="1419">
                  <c:v>39374</c:v>
                </c:pt>
                <c:pt idx="1420">
                  <c:v>39377</c:v>
                </c:pt>
                <c:pt idx="1421">
                  <c:v>39378</c:v>
                </c:pt>
                <c:pt idx="1422">
                  <c:v>39379</c:v>
                </c:pt>
                <c:pt idx="1423">
                  <c:v>39380</c:v>
                </c:pt>
                <c:pt idx="1424">
                  <c:v>39381</c:v>
                </c:pt>
                <c:pt idx="1425">
                  <c:v>39384</c:v>
                </c:pt>
                <c:pt idx="1426">
                  <c:v>39385</c:v>
                </c:pt>
                <c:pt idx="1427">
                  <c:v>39386</c:v>
                </c:pt>
                <c:pt idx="1428">
                  <c:v>39387</c:v>
                </c:pt>
                <c:pt idx="1429">
                  <c:v>39391</c:v>
                </c:pt>
                <c:pt idx="1430">
                  <c:v>39392</c:v>
                </c:pt>
                <c:pt idx="1431">
                  <c:v>39393</c:v>
                </c:pt>
                <c:pt idx="1432">
                  <c:v>39394</c:v>
                </c:pt>
                <c:pt idx="1433">
                  <c:v>39395</c:v>
                </c:pt>
                <c:pt idx="1434">
                  <c:v>39398</c:v>
                </c:pt>
                <c:pt idx="1435">
                  <c:v>39399</c:v>
                </c:pt>
                <c:pt idx="1436">
                  <c:v>39400</c:v>
                </c:pt>
                <c:pt idx="1437">
                  <c:v>39402</c:v>
                </c:pt>
                <c:pt idx="1438">
                  <c:v>39405</c:v>
                </c:pt>
                <c:pt idx="1439">
                  <c:v>39407</c:v>
                </c:pt>
                <c:pt idx="1440">
                  <c:v>39408</c:v>
                </c:pt>
                <c:pt idx="1441">
                  <c:v>39409</c:v>
                </c:pt>
                <c:pt idx="1442">
                  <c:v>39412</c:v>
                </c:pt>
                <c:pt idx="1443">
                  <c:v>39413</c:v>
                </c:pt>
                <c:pt idx="1444">
                  <c:v>39414</c:v>
                </c:pt>
                <c:pt idx="1445">
                  <c:v>39415</c:v>
                </c:pt>
                <c:pt idx="1446">
                  <c:v>39416</c:v>
                </c:pt>
                <c:pt idx="1447">
                  <c:v>39419</c:v>
                </c:pt>
                <c:pt idx="1448">
                  <c:v>39420</c:v>
                </c:pt>
                <c:pt idx="1449">
                  <c:v>39421</c:v>
                </c:pt>
                <c:pt idx="1450">
                  <c:v>39422</c:v>
                </c:pt>
                <c:pt idx="1451">
                  <c:v>39423</c:v>
                </c:pt>
                <c:pt idx="1452">
                  <c:v>39426</c:v>
                </c:pt>
                <c:pt idx="1453">
                  <c:v>39427</c:v>
                </c:pt>
                <c:pt idx="1454">
                  <c:v>39428</c:v>
                </c:pt>
                <c:pt idx="1455">
                  <c:v>39429</c:v>
                </c:pt>
                <c:pt idx="1456">
                  <c:v>39430</c:v>
                </c:pt>
                <c:pt idx="1457">
                  <c:v>39433</c:v>
                </c:pt>
                <c:pt idx="1458">
                  <c:v>39434</c:v>
                </c:pt>
                <c:pt idx="1459">
                  <c:v>39435</c:v>
                </c:pt>
                <c:pt idx="1460">
                  <c:v>39436</c:v>
                </c:pt>
                <c:pt idx="1461">
                  <c:v>39437</c:v>
                </c:pt>
                <c:pt idx="1462">
                  <c:v>39442</c:v>
                </c:pt>
                <c:pt idx="1463">
                  <c:v>39443</c:v>
                </c:pt>
                <c:pt idx="1464">
                  <c:v>39444</c:v>
                </c:pt>
                <c:pt idx="1465">
                  <c:v>39449</c:v>
                </c:pt>
                <c:pt idx="1466">
                  <c:v>39450</c:v>
                </c:pt>
                <c:pt idx="1467">
                  <c:v>39451</c:v>
                </c:pt>
                <c:pt idx="1468">
                  <c:v>39454</c:v>
                </c:pt>
                <c:pt idx="1469">
                  <c:v>39455</c:v>
                </c:pt>
                <c:pt idx="1470">
                  <c:v>39456</c:v>
                </c:pt>
                <c:pt idx="1471">
                  <c:v>39457</c:v>
                </c:pt>
                <c:pt idx="1472">
                  <c:v>39458</c:v>
                </c:pt>
                <c:pt idx="1473">
                  <c:v>39461</c:v>
                </c:pt>
                <c:pt idx="1474">
                  <c:v>39462</c:v>
                </c:pt>
                <c:pt idx="1475">
                  <c:v>39463</c:v>
                </c:pt>
                <c:pt idx="1476">
                  <c:v>39464</c:v>
                </c:pt>
                <c:pt idx="1477">
                  <c:v>39465</c:v>
                </c:pt>
                <c:pt idx="1478">
                  <c:v>39468</c:v>
                </c:pt>
                <c:pt idx="1479">
                  <c:v>39469</c:v>
                </c:pt>
                <c:pt idx="1480">
                  <c:v>39470</c:v>
                </c:pt>
                <c:pt idx="1481">
                  <c:v>39471</c:v>
                </c:pt>
                <c:pt idx="1482">
                  <c:v>39475</c:v>
                </c:pt>
                <c:pt idx="1483">
                  <c:v>39476</c:v>
                </c:pt>
                <c:pt idx="1484">
                  <c:v>39477</c:v>
                </c:pt>
                <c:pt idx="1485">
                  <c:v>39478</c:v>
                </c:pt>
                <c:pt idx="1486">
                  <c:v>39479</c:v>
                </c:pt>
                <c:pt idx="1487">
                  <c:v>39484</c:v>
                </c:pt>
                <c:pt idx="1488">
                  <c:v>39485</c:v>
                </c:pt>
                <c:pt idx="1489">
                  <c:v>39486</c:v>
                </c:pt>
                <c:pt idx="1490">
                  <c:v>39489</c:v>
                </c:pt>
                <c:pt idx="1491">
                  <c:v>39490</c:v>
                </c:pt>
                <c:pt idx="1492">
                  <c:v>39491</c:v>
                </c:pt>
                <c:pt idx="1493">
                  <c:v>39492</c:v>
                </c:pt>
                <c:pt idx="1494">
                  <c:v>39493</c:v>
                </c:pt>
                <c:pt idx="1495">
                  <c:v>39496</c:v>
                </c:pt>
                <c:pt idx="1496">
                  <c:v>39497</c:v>
                </c:pt>
                <c:pt idx="1497">
                  <c:v>39498</c:v>
                </c:pt>
                <c:pt idx="1498">
                  <c:v>39499</c:v>
                </c:pt>
                <c:pt idx="1499">
                  <c:v>39500</c:v>
                </c:pt>
                <c:pt idx="1500">
                  <c:v>39503</c:v>
                </c:pt>
                <c:pt idx="1501">
                  <c:v>39504</c:v>
                </c:pt>
                <c:pt idx="1502">
                  <c:v>39505</c:v>
                </c:pt>
                <c:pt idx="1503">
                  <c:v>39506</c:v>
                </c:pt>
                <c:pt idx="1504">
                  <c:v>39507</c:v>
                </c:pt>
                <c:pt idx="1505">
                  <c:v>39510</c:v>
                </c:pt>
                <c:pt idx="1506">
                  <c:v>39511</c:v>
                </c:pt>
                <c:pt idx="1507">
                  <c:v>39512</c:v>
                </c:pt>
                <c:pt idx="1508">
                  <c:v>39513</c:v>
                </c:pt>
                <c:pt idx="1509">
                  <c:v>39514</c:v>
                </c:pt>
                <c:pt idx="1510">
                  <c:v>39517</c:v>
                </c:pt>
                <c:pt idx="1511">
                  <c:v>39518</c:v>
                </c:pt>
                <c:pt idx="1512">
                  <c:v>39519</c:v>
                </c:pt>
                <c:pt idx="1513">
                  <c:v>39520</c:v>
                </c:pt>
                <c:pt idx="1514">
                  <c:v>39521</c:v>
                </c:pt>
                <c:pt idx="1515">
                  <c:v>39524</c:v>
                </c:pt>
                <c:pt idx="1516">
                  <c:v>39525</c:v>
                </c:pt>
                <c:pt idx="1517">
                  <c:v>39526</c:v>
                </c:pt>
                <c:pt idx="1518">
                  <c:v>39527</c:v>
                </c:pt>
                <c:pt idx="1519">
                  <c:v>39531</c:v>
                </c:pt>
                <c:pt idx="1520">
                  <c:v>39532</c:v>
                </c:pt>
                <c:pt idx="1521">
                  <c:v>39533</c:v>
                </c:pt>
                <c:pt idx="1522">
                  <c:v>39534</c:v>
                </c:pt>
                <c:pt idx="1523">
                  <c:v>39535</c:v>
                </c:pt>
                <c:pt idx="1524">
                  <c:v>39538</c:v>
                </c:pt>
                <c:pt idx="1525">
                  <c:v>39539</c:v>
                </c:pt>
                <c:pt idx="1526">
                  <c:v>39540</c:v>
                </c:pt>
                <c:pt idx="1527">
                  <c:v>39541</c:v>
                </c:pt>
                <c:pt idx="1528">
                  <c:v>39542</c:v>
                </c:pt>
                <c:pt idx="1529">
                  <c:v>39545</c:v>
                </c:pt>
                <c:pt idx="1530">
                  <c:v>39546</c:v>
                </c:pt>
                <c:pt idx="1531">
                  <c:v>39547</c:v>
                </c:pt>
                <c:pt idx="1532">
                  <c:v>39548</c:v>
                </c:pt>
                <c:pt idx="1533">
                  <c:v>39549</c:v>
                </c:pt>
                <c:pt idx="1534">
                  <c:v>39552</c:v>
                </c:pt>
                <c:pt idx="1535">
                  <c:v>39553</c:v>
                </c:pt>
                <c:pt idx="1536">
                  <c:v>39554</c:v>
                </c:pt>
                <c:pt idx="1537">
                  <c:v>39555</c:v>
                </c:pt>
                <c:pt idx="1538">
                  <c:v>39556</c:v>
                </c:pt>
                <c:pt idx="1539">
                  <c:v>39560</c:v>
                </c:pt>
                <c:pt idx="1540">
                  <c:v>39561</c:v>
                </c:pt>
                <c:pt idx="1541">
                  <c:v>39562</c:v>
                </c:pt>
                <c:pt idx="1542">
                  <c:v>39563</c:v>
                </c:pt>
                <c:pt idx="1543">
                  <c:v>39566</c:v>
                </c:pt>
                <c:pt idx="1544">
                  <c:v>39567</c:v>
                </c:pt>
                <c:pt idx="1545">
                  <c:v>39568</c:v>
                </c:pt>
                <c:pt idx="1546">
                  <c:v>39570</c:v>
                </c:pt>
                <c:pt idx="1547">
                  <c:v>39573</c:v>
                </c:pt>
                <c:pt idx="1548">
                  <c:v>39574</c:v>
                </c:pt>
                <c:pt idx="1549">
                  <c:v>39575</c:v>
                </c:pt>
                <c:pt idx="1550">
                  <c:v>39576</c:v>
                </c:pt>
                <c:pt idx="1551">
                  <c:v>39577</c:v>
                </c:pt>
                <c:pt idx="1552">
                  <c:v>39580</c:v>
                </c:pt>
                <c:pt idx="1553">
                  <c:v>39581</c:v>
                </c:pt>
                <c:pt idx="1554">
                  <c:v>39582</c:v>
                </c:pt>
                <c:pt idx="1555">
                  <c:v>39583</c:v>
                </c:pt>
                <c:pt idx="1556">
                  <c:v>39584</c:v>
                </c:pt>
                <c:pt idx="1557">
                  <c:v>39587</c:v>
                </c:pt>
                <c:pt idx="1558">
                  <c:v>39588</c:v>
                </c:pt>
                <c:pt idx="1559">
                  <c:v>39589</c:v>
                </c:pt>
                <c:pt idx="1560">
                  <c:v>39591</c:v>
                </c:pt>
                <c:pt idx="1561">
                  <c:v>39594</c:v>
                </c:pt>
                <c:pt idx="1562">
                  <c:v>39595</c:v>
                </c:pt>
                <c:pt idx="1563">
                  <c:v>39596</c:v>
                </c:pt>
                <c:pt idx="1564">
                  <c:v>39597</c:v>
                </c:pt>
                <c:pt idx="1565">
                  <c:v>39598</c:v>
                </c:pt>
                <c:pt idx="1566">
                  <c:v>39601</c:v>
                </c:pt>
                <c:pt idx="1567">
                  <c:v>39602</c:v>
                </c:pt>
                <c:pt idx="1568">
                  <c:v>39603</c:v>
                </c:pt>
                <c:pt idx="1569">
                  <c:v>39604</c:v>
                </c:pt>
                <c:pt idx="1570">
                  <c:v>39605</c:v>
                </c:pt>
                <c:pt idx="1571">
                  <c:v>39608</c:v>
                </c:pt>
                <c:pt idx="1572">
                  <c:v>39609</c:v>
                </c:pt>
                <c:pt idx="1573">
                  <c:v>39610</c:v>
                </c:pt>
                <c:pt idx="1574">
                  <c:v>39611</c:v>
                </c:pt>
                <c:pt idx="1575">
                  <c:v>39612</c:v>
                </c:pt>
                <c:pt idx="1576">
                  <c:v>39615</c:v>
                </c:pt>
                <c:pt idx="1577">
                  <c:v>39616</c:v>
                </c:pt>
                <c:pt idx="1578">
                  <c:v>39617</c:v>
                </c:pt>
                <c:pt idx="1579">
                  <c:v>39618</c:v>
                </c:pt>
                <c:pt idx="1580">
                  <c:v>39619</c:v>
                </c:pt>
                <c:pt idx="1581">
                  <c:v>39622</c:v>
                </c:pt>
                <c:pt idx="1582">
                  <c:v>39623</c:v>
                </c:pt>
                <c:pt idx="1583">
                  <c:v>39624</c:v>
                </c:pt>
                <c:pt idx="1584">
                  <c:v>39625</c:v>
                </c:pt>
                <c:pt idx="1585">
                  <c:v>39626</c:v>
                </c:pt>
                <c:pt idx="1586">
                  <c:v>39629</c:v>
                </c:pt>
                <c:pt idx="1587">
                  <c:v>39630</c:v>
                </c:pt>
                <c:pt idx="1588">
                  <c:v>39631</c:v>
                </c:pt>
                <c:pt idx="1589">
                  <c:v>39632</c:v>
                </c:pt>
                <c:pt idx="1590">
                  <c:v>39633</c:v>
                </c:pt>
                <c:pt idx="1591">
                  <c:v>39636</c:v>
                </c:pt>
                <c:pt idx="1592">
                  <c:v>39637</c:v>
                </c:pt>
                <c:pt idx="1593">
                  <c:v>39639</c:v>
                </c:pt>
                <c:pt idx="1594">
                  <c:v>39640</c:v>
                </c:pt>
                <c:pt idx="1595">
                  <c:v>39643</c:v>
                </c:pt>
                <c:pt idx="1596">
                  <c:v>39644</c:v>
                </c:pt>
                <c:pt idx="1597">
                  <c:v>39645</c:v>
                </c:pt>
                <c:pt idx="1598">
                  <c:v>39646</c:v>
                </c:pt>
                <c:pt idx="1599">
                  <c:v>39647</c:v>
                </c:pt>
                <c:pt idx="1600">
                  <c:v>39650</c:v>
                </c:pt>
                <c:pt idx="1601">
                  <c:v>39651</c:v>
                </c:pt>
                <c:pt idx="1602">
                  <c:v>39652</c:v>
                </c:pt>
                <c:pt idx="1603">
                  <c:v>39653</c:v>
                </c:pt>
                <c:pt idx="1604">
                  <c:v>39654</c:v>
                </c:pt>
                <c:pt idx="1605">
                  <c:v>39657</c:v>
                </c:pt>
                <c:pt idx="1606">
                  <c:v>39658</c:v>
                </c:pt>
                <c:pt idx="1607">
                  <c:v>39659</c:v>
                </c:pt>
                <c:pt idx="1608">
                  <c:v>39660</c:v>
                </c:pt>
                <c:pt idx="1609">
                  <c:v>39661</c:v>
                </c:pt>
                <c:pt idx="1610">
                  <c:v>39664</c:v>
                </c:pt>
                <c:pt idx="1611">
                  <c:v>39665</c:v>
                </c:pt>
                <c:pt idx="1612">
                  <c:v>39666</c:v>
                </c:pt>
                <c:pt idx="1613">
                  <c:v>39667</c:v>
                </c:pt>
                <c:pt idx="1614">
                  <c:v>39668</c:v>
                </c:pt>
                <c:pt idx="1615">
                  <c:v>39671</c:v>
                </c:pt>
                <c:pt idx="1616">
                  <c:v>39672</c:v>
                </c:pt>
                <c:pt idx="1617">
                  <c:v>39673</c:v>
                </c:pt>
                <c:pt idx="1618">
                  <c:v>39674</c:v>
                </c:pt>
                <c:pt idx="1619">
                  <c:v>39675</c:v>
                </c:pt>
                <c:pt idx="1620">
                  <c:v>39678</c:v>
                </c:pt>
                <c:pt idx="1621">
                  <c:v>39679</c:v>
                </c:pt>
                <c:pt idx="1622">
                  <c:v>39680</c:v>
                </c:pt>
                <c:pt idx="1623">
                  <c:v>39681</c:v>
                </c:pt>
                <c:pt idx="1624">
                  <c:v>39682</c:v>
                </c:pt>
                <c:pt idx="1625">
                  <c:v>39685</c:v>
                </c:pt>
                <c:pt idx="1626">
                  <c:v>39686</c:v>
                </c:pt>
                <c:pt idx="1627">
                  <c:v>39687</c:v>
                </c:pt>
                <c:pt idx="1628">
                  <c:v>39688</c:v>
                </c:pt>
                <c:pt idx="1629">
                  <c:v>39689</c:v>
                </c:pt>
                <c:pt idx="1630">
                  <c:v>39692</c:v>
                </c:pt>
                <c:pt idx="1631">
                  <c:v>39693</c:v>
                </c:pt>
                <c:pt idx="1632">
                  <c:v>39694</c:v>
                </c:pt>
                <c:pt idx="1633">
                  <c:v>39695</c:v>
                </c:pt>
                <c:pt idx="1634">
                  <c:v>39696</c:v>
                </c:pt>
                <c:pt idx="1635">
                  <c:v>39699</c:v>
                </c:pt>
                <c:pt idx="1636">
                  <c:v>39700</c:v>
                </c:pt>
                <c:pt idx="1637">
                  <c:v>39701</c:v>
                </c:pt>
                <c:pt idx="1638">
                  <c:v>39702</c:v>
                </c:pt>
                <c:pt idx="1639">
                  <c:v>39703</c:v>
                </c:pt>
                <c:pt idx="1640">
                  <c:v>39706</c:v>
                </c:pt>
                <c:pt idx="1641">
                  <c:v>39707</c:v>
                </c:pt>
                <c:pt idx="1642">
                  <c:v>39708</c:v>
                </c:pt>
                <c:pt idx="1643">
                  <c:v>39709</c:v>
                </c:pt>
                <c:pt idx="1644">
                  <c:v>39710</c:v>
                </c:pt>
                <c:pt idx="1645">
                  <c:v>39713</c:v>
                </c:pt>
                <c:pt idx="1646">
                  <c:v>39714</c:v>
                </c:pt>
                <c:pt idx="1647">
                  <c:v>39715</c:v>
                </c:pt>
                <c:pt idx="1648">
                  <c:v>39716</c:v>
                </c:pt>
                <c:pt idx="1649">
                  <c:v>39717</c:v>
                </c:pt>
                <c:pt idx="1650">
                  <c:v>39720</c:v>
                </c:pt>
                <c:pt idx="1651">
                  <c:v>39721</c:v>
                </c:pt>
                <c:pt idx="1652">
                  <c:v>39722</c:v>
                </c:pt>
                <c:pt idx="1653">
                  <c:v>39723</c:v>
                </c:pt>
                <c:pt idx="1654">
                  <c:v>39724</c:v>
                </c:pt>
                <c:pt idx="1655">
                  <c:v>39727</c:v>
                </c:pt>
                <c:pt idx="1656">
                  <c:v>39728</c:v>
                </c:pt>
                <c:pt idx="1657">
                  <c:v>39729</c:v>
                </c:pt>
                <c:pt idx="1658">
                  <c:v>39730</c:v>
                </c:pt>
                <c:pt idx="1659">
                  <c:v>39731</c:v>
                </c:pt>
                <c:pt idx="1660">
                  <c:v>39734</c:v>
                </c:pt>
                <c:pt idx="1661">
                  <c:v>39735</c:v>
                </c:pt>
                <c:pt idx="1662">
                  <c:v>39736</c:v>
                </c:pt>
                <c:pt idx="1663">
                  <c:v>39737</c:v>
                </c:pt>
                <c:pt idx="1664">
                  <c:v>39738</c:v>
                </c:pt>
                <c:pt idx="1665">
                  <c:v>39741</c:v>
                </c:pt>
                <c:pt idx="1666">
                  <c:v>39742</c:v>
                </c:pt>
                <c:pt idx="1667">
                  <c:v>39743</c:v>
                </c:pt>
                <c:pt idx="1668">
                  <c:v>39744</c:v>
                </c:pt>
                <c:pt idx="1669">
                  <c:v>39745</c:v>
                </c:pt>
                <c:pt idx="1670">
                  <c:v>39748</c:v>
                </c:pt>
                <c:pt idx="1671">
                  <c:v>39749</c:v>
                </c:pt>
                <c:pt idx="1672">
                  <c:v>39750</c:v>
                </c:pt>
                <c:pt idx="1673">
                  <c:v>39751</c:v>
                </c:pt>
                <c:pt idx="1674">
                  <c:v>39752</c:v>
                </c:pt>
                <c:pt idx="1675">
                  <c:v>39755</c:v>
                </c:pt>
                <c:pt idx="1676">
                  <c:v>39756</c:v>
                </c:pt>
                <c:pt idx="1677">
                  <c:v>39757</c:v>
                </c:pt>
                <c:pt idx="1678">
                  <c:v>39758</c:v>
                </c:pt>
                <c:pt idx="1679">
                  <c:v>39759</c:v>
                </c:pt>
                <c:pt idx="1680">
                  <c:v>39762</c:v>
                </c:pt>
                <c:pt idx="1681">
                  <c:v>39763</c:v>
                </c:pt>
                <c:pt idx="1682">
                  <c:v>39764</c:v>
                </c:pt>
                <c:pt idx="1683">
                  <c:v>39765</c:v>
                </c:pt>
                <c:pt idx="1684">
                  <c:v>39766</c:v>
                </c:pt>
                <c:pt idx="1685">
                  <c:v>39769</c:v>
                </c:pt>
                <c:pt idx="1686">
                  <c:v>39770</c:v>
                </c:pt>
                <c:pt idx="1687">
                  <c:v>39771</c:v>
                </c:pt>
                <c:pt idx="1688">
                  <c:v>39773</c:v>
                </c:pt>
                <c:pt idx="1689">
                  <c:v>39776</c:v>
                </c:pt>
                <c:pt idx="1690">
                  <c:v>39777</c:v>
                </c:pt>
                <c:pt idx="1691">
                  <c:v>39778</c:v>
                </c:pt>
                <c:pt idx="1692">
                  <c:v>39779</c:v>
                </c:pt>
                <c:pt idx="1693">
                  <c:v>39780</c:v>
                </c:pt>
                <c:pt idx="1694">
                  <c:v>39783</c:v>
                </c:pt>
                <c:pt idx="1695">
                  <c:v>39784</c:v>
                </c:pt>
                <c:pt idx="1696">
                  <c:v>39785</c:v>
                </c:pt>
                <c:pt idx="1697">
                  <c:v>39786</c:v>
                </c:pt>
                <c:pt idx="1698">
                  <c:v>39787</c:v>
                </c:pt>
                <c:pt idx="1699">
                  <c:v>39790</c:v>
                </c:pt>
                <c:pt idx="1700">
                  <c:v>39791</c:v>
                </c:pt>
                <c:pt idx="1701">
                  <c:v>39792</c:v>
                </c:pt>
                <c:pt idx="1702">
                  <c:v>39793</c:v>
                </c:pt>
                <c:pt idx="1703">
                  <c:v>39794</c:v>
                </c:pt>
                <c:pt idx="1704">
                  <c:v>39797</c:v>
                </c:pt>
                <c:pt idx="1705">
                  <c:v>39798</c:v>
                </c:pt>
                <c:pt idx="1706">
                  <c:v>39799</c:v>
                </c:pt>
                <c:pt idx="1707">
                  <c:v>39800</c:v>
                </c:pt>
                <c:pt idx="1708">
                  <c:v>39801</c:v>
                </c:pt>
                <c:pt idx="1709">
                  <c:v>39804</c:v>
                </c:pt>
                <c:pt idx="1710">
                  <c:v>39805</c:v>
                </c:pt>
                <c:pt idx="1711">
                  <c:v>39808</c:v>
                </c:pt>
                <c:pt idx="1712">
                  <c:v>39811</c:v>
                </c:pt>
                <c:pt idx="1713">
                  <c:v>39812</c:v>
                </c:pt>
                <c:pt idx="1714">
                  <c:v>39815</c:v>
                </c:pt>
                <c:pt idx="1715">
                  <c:v>39818</c:v>
                </c:pt>
                <c:pt idx="1716">
                  <c:v>39819</c:v>
                </c:pt>
                <c:pt idx="1717">
                  <c:v>39820</c:v>
                </c:pt>
                <c:pt idx="1718">
                  <c:v>39821</c:v>
                </c:pt>
                <c:pt idx="1719">
                  <c:v>39822</c:v>
                </c:pt>
                <c:pt idx="1720">
                  <c:v>39825</c:v>
                </c:pt>
                <c:pt idx="1721">
                  <c:v>39826</c:v>
                </c:pt>
                <c:pt idx="1722">
                  <c:v>39827</c:v>
                </c:pt>
                <c:pt idx="1723">
                  <c:v>39828</c:v>
                </c:pt>
                <c:pt idx="1724">
                  <c:v>39829</c:v>
                </c:pt>
                <c:pt idx="1725">
                  <c:v>39832</c:v>
                </c:pt>
                <c:pt idx="1726">
                  <c:v>39833</c:v>
                </c:pt>
                <c:pt idx="1727">
                  <c:v>39834</c:v>
                </c:pt>
                <c:pt idx="1728">
                  <c:v>39835</c:v>
                </c:pt>
                <c:pt idx="1729">
                  <c:v>39836</c:v>
                </c:pt>
                <c:pt idx="1730">
                  <c:v>39839</c:v>
                </c:pt>
                <c:pt idx="1731">
                  <c:v>39840</c:v>
                </c:pt>
                <c:pt idx="1732">
                  <c:v>39841</c:v>
                </c:pt>
                <c:pt idx="1733">
                  <c:v>39842</c:v>
                </c:pt>
                <c:pt idx="1734">
                  <c:v>39843</c:v>
                </c:pt>
                <c:pt idx="1735">
                  <c:v>39846</c:v>
                </c:pt>
                <c:pt idx="1736">
                  <c:v>39847</c:v>
                </c:pt>
                <c:pt idx="1737">
                  <c:v>39848</c:v>
                </c:pt>
                <c:pt idx="1738">
                  <c:v>39849</c:v>
                </c:pt>
                <c:pt idx="1739">
                  <c:v>39850</c:v>
                </c:pt>
                <c:pt idx="1740">
                  <c:v>39853</c:v>
                </c:pt>
                <c:pt idx="1741">
                  <c:v>39854</c:v>
                </c:pt>
                <c:pt idx="1742">
                  <c:v>39855</c:v>
                </c:pt>
                <c:pt idx="1743">
                  <c:v>39856</c:v>
                </c:pt>
                <c:pt idx="1744">
                  <c:v>39857</c:v>
                </c:pt>
                <c:pt idx="1745">
                  <c:v>39860</c:v>
                </c:pt>
                <c:pt idx="1746">
                  <c:v>39861</c:v>
                </c:pt>
                <c:pt idx="1747">
                  <c:v>39862</c:v>
                </c:pt>
                <c:pt idx="1748">
                  <c:v>39863</c:v>
                </c:pt>
                <c:pt idx="1749">
                  <c:v>39864</c:v>
                </c:pt>
                <c:pt idx="1750">
                  <c:v>39869</c:v>
                </c:pt>
                <c:pt idx="1751">
                  <c:v>39870</c:v>
                </c:pt>
                <c:pt idx="1752">
                  <c:v>39871</c:v>
                </c:pt>
                <c:pt idx="1753">
                  <c:v>39874</c:v>
                </c:pt>
                <c:pt idx="1754">
                  <c:v>39875</c:v>
                </c:pt>
                <c:pt idx="1755">
                  <c:v>39876</c:v>
                </c:pt>
                <c:pt idx="1756">
                  <c:v>39877</c:v>
                </c:pt>
                <c:pt idx="1757">
                  <c:v>39878</c:v>
                </c:pt>
                <c:pt idx="1758">
                  <c:v>39881</c:v>
                </c:pt>
                <c:pt idx="1759">
                  <c:v>39882</c:v>
                </c:pt>
                <c:pt idx="1760">
                  <c:v>39883</c:v>
                </c:pt>
                <c:pt idx="1761">
                  <c:v>39884</c:v>
                </c:pt>
                <c:pt idx="1762">
                  <c:v>39885</c:v>
                </c:pt>
                <c:pt idx="1763">
                  <c:v>39888</c:v>
                </c:pt>
                <c:pt idx="1764">
                  <c:v>39889</c:v>
                </c:pt>
                <c:pt idx="1765">
                  <c:v>39890</c:v>
                </c:pt>
                <c:pt idx="1766">
                  <c:v>39891</c:v>
                </c:pt>
                <c:pt idx="1767">
                  <c:v>39892</c:v>
                </c:pt>
                <c:pt idx="1768">
                  <c:v>39895</c:v>
                </c:pt>
                <c:pt idx="1769">
                  <c:v>39896</c:v>
                </c:pt>
                <c:pt idx="1770">
                  <c:v>39897</c:v>
                </c:pt>
                <c:pt idx="1771">
                  <c:v>39898</c:v>
                </c:pt>
                <c:pt idx="1772">
                  <c:v>39899</c:v>
                </c:pt>
                <c:pt idx="1773">
                  <c:v>39902</c:v>
                </c:pt>
                <c:pt idx="1774">
                  <c:v>39903</c:v>
                </c:pt>
                <c:pt idx="1775">
                  <c:v>39904</c:v>
                </c:pt>
                <c:pt idx="1776">
                  <c:v>39905</c:v>
                </c:pt>
                <c:pt idx="1777">
                  <c:v>39906</c:v>
                </c:pt>
                <c:pt idx="1778">
                  <c:v>39909</c:v>
                </c:pt>
                <c:pt idx="1779">
                  <c:v>39910</c:v>
                </c:pt>
                <c:pt idx="1780">
                  <c:v>39911</c:v>
                </c:pt>
                <c:pt idx="1781">
                  <c:v>39912</c:v>
                </c:pt>
                <c:pt idx="1782">
                  <c:v>39916</c:v>
                </c:pt>
                <c:pt idx="1783">
                  <c:v>39917</c:v>
                </c:pt>
                <c:pt idx="1784">
                  <c:v>39918</c:v>
                </c:pt>
                <c:pt idx="1785">
                  <c:v>39919</c:v>
                </c:pt>
                <c:pt idx="1786">
                  <c:v>39920</c:v>
                </c:pt>
                <c:pt idx="1787">
                  <c:v>39923</c:v>
                </c:pt>
                <c:pt idx="1788">
                  <c:v>39925</c:v>
                </c:pt>
                <c:pt idx="1789">
                  <c:v>39926</c:v>
                </c:pt>
                <c:pt idx="1790">
                  <c:v>39927</c:v>
                </c:pt>
                <c:pt idx="1791">
                  <c:v>39930</c:v>
                </c:pt>
                <c:pt idx="1792">
                  <c:v>39931</c:v>
                </c:pt>
                <c:pt idx="1793">
                  <c:v>39932</c:v>
                </c:pt>
                <c:pt idx="1794">
                  <c:v>39933</c:v>
                </c:pt>
                <c:pt idx="1795">
                  <c:v>39937</c:v>
                </c:pt>
                <c:pt idx="1796">
                  <c:v>39938</c:v>
                </c:pt>
                <c:pt idx="1797">
                  <c:v>39939</c:v>
                </c:pt>
                <c:pt idx="1798">
                  <c:v>39940</c:v>
                </c:pt>
                <c:pt idx="1799">
                  <c:v>39941</c:v>
                </c:pt>
                <c:pt idx="1800">
                  <c:v>39944</c:v>
                </c:pt>
                <c:pt idx="1801">
                  <c:v>39945</c:v>
                </c:pt>
                <c:pt idx="1802">
                  <c:v>39946</c:v>
                </c:pt>
                <c:pt idx="1803">
                  <c:v>39947</c:v>
                </c:pt>
                <c:pt idx="1804">
                  <c:v>39948</c:v>
                </c:pt>
                <c:pt idx="1805">
                  <c:v>39951</c:v>
                </c:pt>
                <c:pt idx="1806">
                  <c:v>39952</c:v>
                </c:pt>
                <c:pt idx="1807">
                  <c:v>39953</c:v>
                </c:pt>
                <c:pt idx="1808">
                  <c:v>39954</c:v>
                </c:pt>
                <c:pt idx="1809">
                  <c:v>39955</c:v>
                </c:pt>
                <c:pt idx="1810">
                  <c:v>39958</c:v>
                </c:pt>
                <c:pt idx="1811">
                  <c:v>39959</c:v>
                </c:pt>
                <c:pt idx="1812">
                  <c:v>39960</c:v>
                </c:pt>
                <c:pt idx="1813">
                  <c:v>39961</c:v>
                </c:pt>
                <c:pt idx="1814">
                  <c:v>39962</c:v>
                </c:pt>
                <c:pt idx="1815">
                  <c:v>39965</c:v>
                </c:pt>
                <c:pt idx="1816">
                  <c:v>39966</c:v>
                </c:pt>
                <c:pt idx="1817">
                  <c:v>39967</c:v>
                </c:pt>
                <c:pt idx="1818">
                  <c:v>39968</c:v>
                </c:pt>
                <c:pt idx="1819">
                  <c:v>39969</c:v>
                </c:pt>
                <c:pt idx="1820">
                  <c:v>39972</c:v>
                </c:pt>
                <c:pt idx="1821">
                  <c:v>39973</c:v>
                </c:pt>
                <c:pt idx="1822">
                  <c:v>39974</c:v>
                </c:pt>
                <c:pt idx="1823">
                  <c:v>39976</c:v>
                </c:pt>
                <c:pt idx="1824">
                  <c:v>39979</c:v>
                </c:pt>
                <c:pt idx="1825">
                  <c:v>39980</c:v>
                </c:pt>
                <c:pt idx="1826">
                  <c:v>39981</c:v>
                </c:pt>
                <c:pt idx="1827">
                  <c:v>39982</c:v>
                </c:pt>
                <c:pt idx="1828">
                  <c:v>39983</c:v>
                </c:pt>
                <c:pt idx="1829">
                  <c:v>39986</c:v>
                </c:pt>
                <c:pt idx="1830">
                  <c:v>39987</c:v>
                </c:pt>
                <c:pt idx="1831">
                  <c:v>39988</c:v>
                </c:pt>
                <c:pt idx="1832">
                  <c:v>39989</c:v>
                </c:pt>
                <c:pt idx="1833">
                  <c:v>39990</c:v>
                </c:pt>
                <c:pt idx="1834">
                  <c:v>39993</c:v>
                </c:pt>
                <c:pt idx="1835">
                  <c:v>39994</c:v>
                </c:pt>
                <c:pt idx="1836">
                  <c:v>39995</c:v>
                </c:pt>
                <c:pt idx="1837">
                  <c:v>39996</c:v>
                </c:pt>
                <c:pt idx="1838">
                  <c:v>39997</c:v>
                </c:pt>
                <c:pt idx="1839">
                  <c:v>40000</c:v>
                </c:pt>
                <c:pt idx="1840">
                  <c:v>40001</c:v>
                </c:pt>
                <c:pt idx="1841">
                  <c:v>40002</c:v>
                </c:pt>
                <c:pt idx="1842">
                  <c:v>40004</c:v>
                </c:pt>
                <c:pt idx="1843">
                  <c:v>40007</c:v>
                </c:pt>
                <c:pt idx="1844">
                  <c:v>40008</c:v>
                </c:pt>
                <c:pt idx="1845">
                  <c:v>40009</c:v>
                </c:pt>
                <c:pt idx="1846">
                  <c:v>40010</c:v>
                </c:pt>
                <c:pt idx="1847">
                  <c:v>40011</c:v>
                </c:pt>
                <c:pt idx="1848">
                  <c:v>40014</c:v>
                </c:pt>
                <c:pt idx="1849">
                  <c:v>40015</c:v>
                </c:pt>
                <c:pt idx="1850">
                  <c:v>40016</c:v>
                </c:pt>
                <c:pt idx="1851">
                  <c:v>40017</c:v>
                </c:pt>
                <c:pt idx="1852">
                  <c:v>40018</c:v>
                </c:pt>
                <c:pt idx="1853">
                  <c:v>40021</c:v>
                </c:pt>
                <c:pt idx="1854">
                  <c:v>40022</c:v>
                </c:pt>
                <c:pt idx="1855">
                  <c:v>40023</c:v>
                </c:pt>
                <c:pt idx="1856">
                  <c:v>40024</c:v>
                </c:pt>
                <c:pt idx="1857">
                  <c:v>40025</c:v>
                </c:pt>
                <c:pt idx="1858">
                  <c:v>40028</c:v>
                </c:pt>
                <c:pt idx="1859">
                  <c:v>40029</c:v>
                </c:pt>
                <c:pt idx="1860">
                  <c:v>40030</c:v>
                </c:pt>
                <c:pt idx="1861">
                  <c:v>40031</c:v>
                </c:pt>
                <c:pt idx="1862">
                  <c:v>40032</c:v>
                </c:pt>
                <c:pt idx="1863">
                  <c:v>40035</c:v>
                </c:pt>
                <c:pt idx="1864">
                  <c:v>40036</c:v>
                </c:pt>
                <c:pt idx="1865">
                  <c:v>40037</c:v>
                </c:pt>
                <c:pt idx="1866">
                  <c:v>40038</c:v>
                </c:pt>
                <c:pt idx="1867">
                  <c:v>40039</c:v>
                </c:pt>
                <c:pt idx="1868">
                  <c:v>40042</c:v>
                </c:pt>
                <c:pt idx="1869">
                  <c:v>40043</c:v>
                </c:pt>
                <c:pt idx="1870">
                  <c:v>40044</c:v>
                </c:pt>
                <c:pt idx="1871">
                  <c:v>40045</c:v>
                </c:pt>
                <c:pt idx="1872">
                  <c:v>40046</c:v>
                </c:pt>
                <c:pt idx="1873">
                  <c:v>40049</c:v>
                </c:pt>
                <c:pt idx="1874">
                  <c:v>40050</c:v>
                </c:pt>
                <c:pt idx="1875">
                  <c:v>40051</c:v>
                </c:pt>
                <c:pt idx="1876">
                  <c:v>40052</c:v>
                </c:pt>
                <c:pt idx="1877">
                  <c:v>40053</c:v>
                </c:pt>
                <c:pt idx="1878">
                  <c:v>40056</c:v>
                </c:pt>
                <c:pt idx="1879">
                  <c:v>40057</c:v>
                </c:pt>
                <c:pt idx="1880">
                  <c:v>40058</c:v>
                </c:pt>
                <c:pt idx="1881">
                  <c:v>40059</c:v>
                </c:pt>
                <c:pt idx="1882">
                  <c:v>40060</c:v>
                </c:pt>
                <c:pt idx="1883">
                  <c:v>40064</c:v>
                </c:pt>
                <c:pt idx="1884">
                  <c:v>40065</c:v>
                </c:pt>
                <c:pt idx="1885">
                  <c:v>40066</c:v>
                </c:pt>
                <c:pt idx="1886">
                  <c:v>40067</c:v>
                </c:pt>
                <c:pt idx="1887">
                  <c:v>40070</c:v>
                </c:pt>
                <c:pt idx="1888">
                  <c:v>40071</c:v>
                </c:pt>
                <c:pt idx="1889">
                  <c:v>40072</c:v>
                </c:pt>
                <c:pt idx="1890">
                  <c:v>40073</c:v>
                </c:pt>
                <c:pt idx="1891">
                  <c:v>40074</c:v>
                </c:pt>
                <c:pt idx="1892">
                  <c:v>40077</c:v>
                </c:pt>
                <c:pt idx="1893">
                  <c:v>40078</c:v>
                </c:pt>
                <c:pt idx="1894">
                  <c:v>40079</c:v>
                </c:pt>
                <c:pt idx="1895">
                  <c:v>40080</c:v>
                </c:pt>
                <c:pt idx="1896">
                  <c:v>40081</c:v>
                </c:pt>
                <c:pt idx="1897">
                  <c:v>40084</c:v>
                </c:pt>
                <c:pt idx="1898">
                  <c:v>40085</c:v>
                </c:pt>
                <c:pt idx="1899">
                  <c:v>40086</c:v>
                </c:pt>
                <c:pt idx="1900">
                  <c:v>40087</c:v>
                </c:pt>
                <c:pt idx="1901">
                  <c:v>40088</c:v>
                </c:pt>
                <c:pt idx="1902">
                  <c:v>40091</c:v>
                </c:pt>
                <c:pt idx="1903">
                  <c:v>40092</c:v>
                </c:pt>
                <c:pt idx="1904">
                  <c:v>40093</c:v>
                </c:pt>
                <c:pt idx="1905">
                  <c:v>40094</c:v>
                </c:pt>
                <c:pt idx="1906">
                  <c:v>40095</c:v>
                </c:pt>
                <c:pt idx="1907">
                  <c:v>40099</c:v>
                </c:pt>
                <c:pt idx="1908">
                  <c:v>40100</c:v>
                </c:pt>
                <c:pt idx="1909">
                  <c:v>40101</c:v>
                </c:pt>
                <c:pt idx="1910">
                  <c:v>40102</c:v>
                </c:pt>
                <c:pt idx="1911">
                  <c:v>40105</c:v>
                </c:pt>
                <c:pt idx="1912">
                  <c:v>40106</c:v>
                </c:pt>
                <c:pt idx="1913">
                  <c:v>40107</c:v>
                </c:pt>
                <c:pt idx="1914">
                  <c:v>40108</c:v>
                </c:pt>
                <c:pt idx="1915">
                  <c:v>40109</c:v>
                </c:pt>
                <c:pt idx="1916">
                  <c:v>40112</c:v>
                </c:pt>
                <c:pt idx="1917">
                  <c:v>40113</c:v>
                </c:pt>
                <c:pt idx="1918">
                  <c:v>40114</c:v>
                </c:pt>
                <c:pt idx="1919">
                  <c:v>40115</c:v>
                </c:pt>
                <c:pt idx="1920">
                  <c:v>40116</c:v>
                </c:pt>
                <c:pt idx="1921">
                  <c:v>40120</c:v>
                </c:pt>
                <c:pt idx="1922">
                  <c:v>40121</c:v>
                </c:pt>
                <c:pt idx="1923">
                  <c:v>40122</c:v>
                </c:pt>
                <c:pt idx="1924">
                  <c:v>40123</c:v>
                </c:pt>
                <c:pt idx="1925">
                  <c:v>40126</c:v>
                </c:pt>
                <c:pt idx="1926">
                  <c:v>40127</c:v>
                </c:pt>
                <c:pt idx="1927">
                  <c:v>40128</c:v>
                </c:pt>
                <c:pt idx="1928">
                  <c:v>40129</c:v>
                </c:pt>
                <c:pt idx="1929">
                  <c:v>40130</c:v>
                </c:pt>
                <c:pt idx="1930">
                  <c:v>40133</c:v>
                </c:pt>
                <c:pt idx="1931">
                  <c:v>40134</c:v>
                </c:pt>
                <c:pt idx="1932">
                  <c:v>40135</c:v>
                </c:pt>
                <c:pt idx="1933">
                  <c:v>40136</c:v>
                </c:pt>
                <c:pt idx="1934">
                  <c:v>40140</c:v>
                </c:pt>
                <c:pt idx="1935">
                  <c:v>40141</c:v>
                </c:pt>
                <c:pt idx="1936">
                  <c:v>40142</c:v>
                </c:pt>
                <c:pt idx="1937">
                  <c:v>40143</c:v>
                </c:pt>
                <c:pt idx="1938">
                  <c:v>40144</c:v>
                </c:pt>
                <c:pt idx="1939">
                  <c:v>40147</c:v>
                </c:pt>
                <c:pt idx="1940">
                  <c:v>40148</c:v>
                </c:pt>
                <c:pt idx="1941">
                  <c:v>40149</c:v>
                </c:pt>
                <c:pt idx="1942">
                  <c:v>40150</c:v>
                </c:pt>
                <c:pt idx="1943">
                  <c:v>40151</c:v>
                </c:pt>
                <c:pt idx="1944">
                  <c:v>40154</c:v>
                </c:pt>
                <c:pt idx="1945">
                  <c:v>40155</c:v>
                </c:pt>
                <c:pt idx="1946">
                  <c:v>40156</c:v>
                </c:pt>
                <c:pt idx="1947">
                  <c:v>40157</c:v>
                </c:pt>
                <c:pt idx="1948">
                  <c:v>40158</c:v>
                </c:pt>
                <c:pt idx="1949">
                  <c:v>40161</c:v>
                </c:pt>
                <c:pt idx="1950">
                  <c:v>40162</c:v>
                </c:pt>
                <c:pt idx="1951">
                  <c:v>40163</c:v>
                </c:pt>
                <c:pt idx="1952">
                  <c:v>40164</c:v>
                </c:pt>
                <c:pt idx="1953">
                  <c:v>40165</c:v>
                </c:pt>
                <c:pt idx="1954">
                  <c:v>40168</c:v>
                </c:pt>
                <c:pt idx="1955">
                  <c:v>40169</c:v>
                </c:pt>
                <c:pt idx="1956">
                  <c:v>40170</c:v>
                </c:pt>
                <c:pt idx="1957">
                  <c:v>40175</c:v>
                </c:pt>
                <c:pt idx="1958">
                  <c:v>40176</c:v>
                </c:pt>
                <c:pt idx="1959">
                  <c:v>40177</c:v>
                </c:pt>
                <c:pt idx="1960">
                  <c:v>40182</c:v>
                </c:pt>
                <c:pt idx="1961">
                  <c:v>40183</c:v>
                </c:pt>
                <c:pt idx="1962">
                  <c:v>40184</c:v>
                </c:pt>
                <c:pt idx="1963">
                  <c:v>40185</c:v>
                </c:pt>
                <c:pt idx="1964">
                  <c:v>40186</c:v>
                </c:pt>
                <c:pt idx="1965">
                  <c:v>40189</c:v>
                </c:pt>
                <c:pt idx="1966">
                  <c:v>40190</c:v>
                </c:pt>
                <c:pt idx="1967">
                  <c:v>40191</c:v>
                </c:pt>
                <c:pt idx="1968">
                  <c:v>40192</c:v>
                </c:pt>
                <c:pt idx="1969">
                  <c:v>40193</c:v>
                </c:pt>
                <c:pt idx="1970">
                  <c:v>40196</c:v>
                </c:pt>
                <c:pt idx="1971">
                  <c:v>40197</c:v>
                </c:pt>
                <c:pt idx="1972">
                  <c:v>40198</c:v>
                </c:pt>
                <c:pt idx="1973">
                  <c:v>40199</c:v>
                </c:pt>
                <c:pt idx="1974">
                  <c:v>40200</c:v>
                </c:pt>
                <c:pt idx="1975">
                  <c:v>40204</c:v>
                </c:pt>
                <c:pt idx="1976">
                  <c:v>40205</c:v>
                </c:pt>
                <c:pt idx="1977">
                  <c:v>40206</c:v>
                </c:pt>
                <c:pt idx="1978">
                  <c:v>40207</c:v>
                </c:pt>
                <c:pt idx="1979">
                  <c:v>40210</c:v>
                </c:pt>
                <c:pt idx="1980">
                  <c:v>40211</c:v>
                </c:pt>
                <c:pt idx="1981">
                  <c:v>40212</c:v>
                </c:pt>
                <c:pt idx="1982">
                  <c:v>40213</c:v>
                </c:pt>
                <c:pt idx="1983">
                  <c:v>40214</c:v>
                </c:pt>
                <c:pt idx="1984">
                  <c:v>40217</c:v>
                </c:pt>
                <c:pt idx="1985">
                  <c:v>40218</c:v>
                </c:pt>
                <c:pt idx="1986">
                  <c:v>40219</c:v>
                </c:pt>
                <c:pt idx="1987">
                  <c:v>40220</c:v>
                </c:pt>
                <c:pt idx="1988">
                  <c:v>40221</c:v>
                </c:pt>
                <c:pt idx="1989">
                  <c:v>40226</c:v>
                </c:pt>
                <c:pt idx="1990">
                  <c:v>40227</c:v>
                </c:pt>
                <c:pt idx="1991">
                  <c:v>40228</c:v>
                </c:pt>
                <c:pt idx="1992">
                  <c:v>40231</c:v>
                </c:pt>
                <c:pt idx="1993">
                  <c:v>40232</c:v>
                </c:pt>
                <c:pt idx="1994">
                  <c:v>40233</c:v>
                </c:pt>
                <c:pt idx="1995">
                  <c:v>40234</c:v>
                </c:pt>
                <c:pt idx="1996">
                  <c:v>40235</c:v>
                </c:pt>
                <c:pt idx="1997">
                  <c:v>40238</c:v>
                </c:pt>
                <c:pt idx="1998">
                  <c:v>40239</c:v>
                </c:pt>
                <c:pt idx="1999">
                  <c:v>40240</c:v>
                </c:pt>
                <c:pt idx="2000">
                  <c:v>40241</c:v>
                </c:pt>
                <c:pt idx="2001">
                  <c:v>40242</c:v>
                </c:pt>
                <c:pt idx="2002">
                  <c:v>40245</c:v>
                </c:pt>
                <c:pt idx="2003">
                  <c:v>40246</c:v>
                </c:pt>
                <c:pt idx="2004">
                  <c:v>40247</c:v>
                </c:pt>
                <c:pt idx="2005">
                  <c:v>40248</c:v>
                </c:pt>
                <c:pt idx="2006">
                  <c:v>40249</c:v>
                </c:pt>
                <c:pt idx="2007">
                  <c:v>40252</c:v>
                </c:pt>
                <c:pt idx="2008">
                  <c:v>40253</c:v>
                </c:pt>
                <c:pt idx="2009">
                  <c:v>40254</c:v>
                </c:pt>
                <c:pt idx="2010">
                  <c:v>40255</c:v>
                </c:pt>
                <c:pt idx="2011">
                  <c:v>40256</c:v>
                </c:pt>
                <c:pt idx="2012">
                  <c:v>40259</c:v>
                </c:pt>
                <c:pt idx="2013">
                  <c:v>40260</c:v>
                </c:pt>
                <c:pt idx="2014">
                  <c:v>40261</c:v>
                </c:pt>
                <c:pt idx="2015">
                  <c:v>40262</c:v>
                </c:pt>
                <c:pt idx="2016">
                  <c:v>40263</c:v>
                </c:pt>
                <c:pt idx="2017">
                  <c:v>40266</c:v>
                </c:pt>
                <c:pt idx="2018">
                  <c:v>40267</c:v>
                </c:pt>
                <c:pt idx="2019">
                  <c:v>40268</c:v>
                </c:pt>
                <c:pt idx="2020">
                  <c:v>40269</c:v>
                </c:pt>
                <c:pt idx="2021">
                  <c:v>40273</c:v>
                </c:pt>
                <c:pt idx="2022">
                  <c:v>40274</c:v>
                </c:pt>
                <c:pt idx="2023">
                  <c:v>40275</c:v>
                </c:pt>
                <c:pt idx="2024">
                  <c:v>40276</c:v>
                </c:pt>
                <c:pt idx="2025">
                  <c:v>40277</c:v>
                </c:pt>
                <c:pt idx="2026">
                  <c:v>40280</c:v>
                </c:pt>
                <c:pt idx="2027">
                  <c:v>40281</c:v>
                </c:pt>
                <c:pt idx="2028">
                  <c:v>40282</c:v>
                </c:pt>
                <c:pt idx="2029">
                  <c:v>40283</c:v>
                </c:pt>
                <c:pt idx="2030">
                  <c:v>40284</c:v>
                </c:pt>
                <c:pt idx="2031">
                  <c:v>40287</c:v>
                </c:pt>
                <c:pt idx="2032">
                  <c:v>40288</c:v>
                </c:pt>
                <c:pt idx="2033">
                  <c:v>40290</c:v>
                </c:pt>
                <c:pt idx="2034">
                  <c:v>40291</c:v>
                </c:pt>
                <c:pt idx="2035">
                  <c:v>40294</c:v>
                </c:pt>
                <c:pt idx="2036">
                  <c:v>40295</c:v>
                </c:pt>
                <c:pt idx="2037">
                  <c:v>40296</c:v>
                </c:pt>
                <c:pt idx="2038">
                  <c:v>40297</c:v>
                </c:pt>
                <c:pt idx="2039">
                  <c:v>40298</c:v>
                </c:pt>
                <c:pt idx="2040">
                  <c:v>40301</c:v>
                </c:pt>
                <c:pt idx="2041">
                  <c:v>40302</c:v>
                </c:pt>
                <c:pt idx="2042">
                  <c:v>40303</c:v>
                </c:pt>
                <c:pt idx="2043">
                  <c:v>40304</c:v>
                </c:pt>
                <c:pt idx="2044">
                  <c:v>40305</c:v>
                </c:pt>
                <c:pt idx="2045">
                  <c:v>40308</c:v>
                </c:pt>
                <c:pt idx="2046">
                  <c:v>40309</c:v>
                </c:pt>
                <c:pt idx="2047">
                  <c:v>40310</c:v>
                </c:pt>
                <c:pt idx="2048">
                  <c:v>40311</c:v>
                </c:pt>
                <c:pt idx="2049">
                  <c:v>40312</c:v>
                </c:pt>
                <c:pt idx="2050">
                  <c:v>40315</c:v>
                </c:pt>
                <c:pt idx="2051">
                  <c:v>40316</c:v>
                </c:pt>
                <c:pt idx="2052">
                  <c:v>40317</c:v>
                </c:pt>
                <c:pt idx="2053">
                  <c:v>40318</c:v>
                </c:pt>
                <c:pt idx="2054">
                  <c:v>40319</c:v>
                </c:pt>
                <c:pt idx="2055">
                  <c:v>40322</c:v>
                </c:pt>
                <c:pt idx="2056">
                  <c:v>40323</c:v>
                </c:pt>
                <c:pt idx="2057">
                  <c:v>40324</c:v>
                </c:pt>
                <c:pt idx="2058">
                  <c:v>40325</c:v>
                </c:pt>
                <c:pt idx="2059">
                  <c:v>40326</c:v>
                </c:pt>
                <c:pt idx="2060">
                  <c:v>40329</c:v>
                </c:pt>
                <c:pt idx="2061">
                  <c:v>40330</c:v>
                </c:pt>
                <c:pt idx="2062">
                  <c:v>40331</c:v>
                </c:pt>
                <c:pt idx="2063">
                  <c:v>40333</c:v>
                </c:pt>
                <c:pt idx="2064">
                  <c:v>40336</c:v>
                </c:pt>
                <c:pt idx="2065">
                  <c:v>40337</c:v>
                </c:pt>
                <c:pt idx="2066">
                  <c:v>40338</c:v>
                </c:pt>
                <c:pt idx="2067">
                  <c:v>40339</c:v>
                </c:pt>
                <c:pt idx="2068">
                  <c:v>40340</c:v>
                </c:pt>
                <c:pt idx="2069">
                  <c:v>40343</c:v>
                </c:pt>
                <c:pt idx="2070">
                  <c:v>40344</c:v>
                </c:pt>
                <c:pt idx="2071">
                  <c:v>40345</c:v>
                </c:pt>
                <c:pt idx="2072">
                  <c:v>40346</c:v>
                </c:pt>
                <c:pt idx="2073">
                  <c:v>40347</c:v>
                </c:pt>
                <c:pt idx="2074">
                  <c:v>40350</c:v>
                </c:pt>
                <c:pt idx="2075">
                  <c:v>40351</c:v>
                </c:pt>
                <c:pt idx="2076">
                  <c:v>40352</c:v>
                </c:pt>
                <c:pt idx="2077">
                  <c:v>40353</c:v>
                </c:pt>
                <c:pt idx="2078">
                  <c:v>40354</c:v>
                </c:pt>
                <c:pt idx="2079">
                  <c:v>40357</c:v>
                </c:pt>
                <c:pt idx="2080">
                  <c:v>40358</c:v>
                </c:pt>
                <c:pt idx="2081">
                  <c:v>40359</c:v>
                </c:pt>
                <c:pt idx="2082">
                  <c:v>40360</c:v>
                </c:pt>
                <c:pt idx="2083">
                  <c:v>40361</c:v>
                </c:pt>
                <c:pt idx="2084">
                  <c:v>40364</c:v>
                </c:pt>
                <c:pt idx="2085">
                  <c:v>40365</c:v>
                </c:pt>
                <c:pt idx="2086">
                  <c:v>40366</c:v>
                </c:pt>
                <c:pt idx="2087">
                  <c:v>40367</c:v>
                </c:pt>
                <c:pt idx="2088">
                  <c:v>40371</c:v>
                </c:pt>
                <c:pt idx="2089">
                  <c:v>40372</c:v>
                </c:pt>
                <c:pt idx="2090">
                  <c:v>40373</c:v>
                </c:pt>
                <c:pt idx="2091">
                  <c:v>40374</c:v>
                </c:pt>
                <c:pt idx="2092">
                  <c:v>40375</c:v>
                </c:pt>
                <c:pt idx="2093">
                  <c:v>40378</c:v>
                </c:pt>
                <c:pt idx="2094">
                  <c:v>40379</c:v>
                </c:pt>
                <c:pt idx="2095">
                  <c:v>40380</c:v>
                </c:pt>
                <c:pt idx="2096">
                  <c:v>40381</c:v>
                </c:pt>
                <c:pt idx="2097">
                  <c:v>40382</c:v>
                </c:pt>
                <c:pt idx="2098">
                  <c:v>40385</c:v>
                </c:pt>
                <c:pt idx="2099">
                  <c:v>40386</c:v>
                </c:pt>
                <c:pt idx="2100">
                  <c:v>40387</c:v>
                </c:pt>
                <c:pt idx="2101">
                  <c:v>40388</c:v>
                </c:pt>
                <c:pt idx="2102">
                  <c:v>40389</c:v>
                </c:pt>
                <c:pt idx="2103">
                  <c:v>40392</c:v>
                </c:pt>
                <c:pt idx="2104">
                  <c:v>40393</c:v>
                </c:pt>
                <c:pt idx="2105">
                  <c:v>40394</c:v>
                </c:pt>
                <c:pt idx="2106">
                  <c:v>40395</c:v>
                </c:pt>
                <c:pt idx="2107">
                  <c:v>40396</c:v>
                </c:pt>
                <c:pt idx="2108">
                  <c:v>40399</c:v>
                </c:pt>
                <c:pt idx="2109">
                  <c:v>40400</c:v>
                </c:pt>
                <c:pt idx="2110">
                  <c:v>40401</c:v>
                </c:pt>
                <c:pt idx="2111">
                  <c:v>40402</c:v>
                </c:pt>
                <c:pt idx="2112">
                  <c:v>40403</c:v>
                </c:pt>
                <c:pt idx="2113">
                  <c:v>40406</c:v>
                </c:pt>
                <c:pt idx="2114">
                  <c:v>40407</c:v>
                </c:pt>
                <c:pt idx="2115">
                  <c:v>40408</c:v>
                </c:pt>
                <c:pt idx="2116">
                  <c:v>40409</c:v>
                </c:pt>
                <c:pt idx="2117">
                  <c:v>40410</c:v>
                </c:pt>
                <c:pt idx="2118">
                  <c:v>40413</c:v>
                </c:pt>
                <c:pt idx="2119">
                  <c:v>40414</c:v>
                </c:pt>
                <c:pt idx="2120">
                  <c:v>40415</c:v>
                </c:pt>
                <c:pt idx="2121">
                  <c:v>40416</c:v>
                </c:pt>
                <c:pt idx="2122">
                  <c:v>40417</c:v>
                </c:pt>
                <c:pt idx="2123">
                  <c:v>40420</c:v>
                </c:pt>
                <c:pt idx="2124">
                  <c:v>40421</c:v>
                </c:pt>
                <c:pt idx="2125">
                  <c:v>40422</c:v>
                </c:pt>
                <c:pt idx="2126">
                  <c:v>40423</c:v>
                </c:pt>
                <c:pt idx="2127">
                  <c:v>40424</c:v>
                </c:pt>
                <c:pt idx="2128">
                  <c:v>40427</c:v>
                </c:pt>
                <c:pt idx="2129">
                  <c:v>40429</c:v>
                </c:pt>
                <c:pt idx="2130">
                  <c:v>40430</c:v>
                </c:pt>
                <c:pt idx="2131">
                  <c:v>40431</c:v>
                </c:pt>
                <c:pt idx="2132">
                  <c:v>40434</c:v>
                </c:pt>
                <c:pt idx="2133">
                  <c:v>40435</c:v>
                </c:pt>
                <c:pt idx="2134">
                  <c:v>40436</c:v>
                </c:pt>
                <c:pt idx="2135">
                  <c:v>40437</c:v>
                </c:pt>
                <c:pt idx="2136">
                  <c:v>40438</c:v>
                </c:pt>
                <c:pt idx="2137">
                  <c:v>40441</c:v>
                </c:pt>
                <c:pt idx="2138">
                  <c:v>40442</c:v>
                </c:pt>
                <c:pt idx="2139">
                  <c:v>40443</c:v>
                </c:pt>
                <c:pt idx="2140">
                  <c:v>40444</c:v>
                </c:pt>
                <c:pt idx="2141">
                  <c:v>40445</c:v>
                </c:pt>
                <c:pt idx="2142">
                  <c:v>40448</c:v>
                </c:pt>
                <c:pt idx="2143">
                  <c:v>40449</c:v>
                </c:pt>
                <c:pt idx="2144">
                  <c:v>40450</c:v>
                </c:pt>
                <c:pt idx="2145">
                  <c:v>40451</c:v>
                </c:pt>
                <c:pt idx="2146">
                  <c:v>40452</c:v>
                </c:pt>
                <c:pt idx="2147">
                  <c:v>40455</c:v>
                </c:pt>
                <c:pt idx="2148">
                  <c:v>40456</c:v>
                </c:pt>
                <c:pt idx="2149">
                  <c:v>40457</c:v>
                </c:pt>
                <c:pt idx="2150">
                  <c:v>40458</c:v>
                </c:pt>
                <c:pt idx="2151">
                  <c:v>40459</c:v>
                </c:pt>
                <c:pt idx="2152">
                  <c:v>40462</c:v>
                </c:pt>
                <c:pt idx="2153">
                  <c:v>40464</c:v>
                </c:pt>
                <c:pt idx="2154">
                  <c:v>40465</c:v>
                </c:pt>
                <c:pt idx="2155">
                  <c:v>40466</c:v>
                </c:pt>
                <c:pt idx="2156">
                  <c:v>40469</c:v>
                </c:pt>
                <c:pt idx="2157">
                  <c:v>40470</c:v>
                </c:pt>
                <c:pt idx="2158">
                  <c:v>40471</c:v>
                </c:pt>
                <c:pt idx="2159">
                  <c:v>40472</c:v>
                </c:pt>
                <c:pt idx="2160">
                  <c:v>40473</c:v>
                </c:pt>
                <c:pt idx="2161">
                  <c:v>40476</c:v>
                </c:pt>
                <c:pt idx="2162">
                  <c:v>40477</c:v>
                </c:pt>
                <c:pt idx="2163">
                  <c:v>40478</c:v>
                </c:pt>
                <c:pt idx="2164">
                  <c:v>40479</c:v>
                </c:pt>
                <c:pt idx="2165">
                  <c:v>40480</c:v>
                </c:pt>
                <c:pt idx="2166">
                  <c:v>40483</c:v>
                </c:pt>
                <c:pt idx="2167">
                  <c:v>40485</c:v>
                </c:pt>
                <c:pt idx="2168">
                  <c:v>40486</c:v>
                </c:pt>
                <c:pt idx="2169">
                  <c:v>40487</c:v>
                </c:pt>
                <c:pt idx="2170">
                  <c:v>40490</c:v>
                </c:pt>
                <c:pt idx="2171">
                  <c:v>40491</c:v>
                </c:pt>
                <c:pt idx="2172">
                  <c:v>40492</c:v>
                </c:pt>
                <c:pt idx="2173">
                  <c:v>40493</c:v>
                </c:pt>
                <c:pt idx="2174">
                  <c:v>40494</c:v>
                </c:pt>
                <c:pt idx="2175">
                  <c:v>40498</c:v>
                </c:pt>
                <c:pt idx="2176">
                  <c:v>40499</c:v>
                </c:pt>
                <c:pt idx="2177">
                  <c:v>40500</c:v>
                </c:pt>
                <c:pt idx="2178">
                  <c:v>40501</c:v>
                </c:pt>
                <c:pt idx="2179">
                  <c:v>40504</c:v>
                </c:pt>
                <c:pt idx="2180">
                  <c:v>40505</c:v>
                </c:pt>
                <c:pt idx="2181">
                  <c:v>40506</c:v>
                </c:pt>
                <c:pt idx="2182">
                  <c:v>40507</c:v>
                </c:pt>
                <c:pt idx="2183">
                  <c:v>40508</c:v>
                </c:pt>
                <c:pt idx="2184">
                  <c:v>40511</c:v>
                </c:pt>
                <c:pt idx="2185">
                  <c:v>40512</c:v>
                </c:pt>
                <c:pt idx="2186">
                  <c:v>40513</c:v>
                </c:pt>
                <c:pt idx="2187">
                  <c:v>40514</c:v>
                </c:pt>
                <c:pt idx="2188">
                  <c:v>40515</c:v>
                </c:pt>
                <c:pt idx="2189">
                  <c:v>40518</c:v>
                </c:pt>
                <c:pt idx="2190">
                  <c:v>40519</c:v>
                </c:pt>
                <c:pt idx="2191">
                  <c:v>40520</c:v>
                </c:pt>
                <c:pt idx="2192">
                  <c:v>40521</c:v>
                </c:pt>
                <c:pt idx="2193">
                  <c:v>40522</c:v>
                </c:pt>
                <c:pt idx="2194">
                  <c:v>40525</c:v>
                </c:pt>
                <c:pt idx="2195">
                  <c:v>40526</c:v>
                </c:pt>
                <c:pt idx="2196">
                  <c:v>40527</c:v>
                </c:pt>
                <c:pt idx="2197">
                  <c:v>40528</c:v>
                </c:pt>
                <c:pt idx="2198">
                  <c:v>40529</c:v>
                </c:pt>
                <c:pt idx="2199">
                  <c:v>40532</c:v>
                </c:pt>
                <c:pt idx="2200">
                  <c:v>40533</c:v>
                </c:pt>
                <c:pt idx="2201">
                  <c:v>40534</c:v>
                </c:pt>
                <c:pt idx="2202">
                  <c:v>40535</c:v>
                </c:pt>
                <c:pt idx="2203">
                  <c:v>40539</c:v>
                </c:pt>
                <c:pt idx="2204">
                  <c:v>40540</c:v>
                </c:pt>
                <c:pt idx="2205">
                  <c:v>40541</c:v>
                </c:pt>
                <c:pt idx="2206">
                  <c:v>40542</c:v>
                </c:pt>
                <c:pt idx="2207">
                  <c:v>40546</c:v>
                </c:pt>
                <c:pt idx="2208">
                  <c:v>40547</c:v>
                </c:pt>
                <c:pt idx="2209">
                  <c:v>40548</c:v>
                </c:pt>
                <c:pt idx="2210">
                  <c:v>40549</c:v>
                </c:pt>
                <c:pt idx="2211">
                  <c:v>40550</c:v>
                </c:pt>
                <c:pt idx="2212">
                  <c:v>40553</c:v>
                </c:pt>
                <c:pt idx="2213">
                  <c:v>40554</c:v>
                </c:pt>
                <c:pt idx="2214">
                  <c:v>40555</c:v>
                </c:pt>
                <c:pt idx="2215">
                  <c:v>40556</c:v>
                </c:pt>
                <c:pt idx="2216">
                  <c:v>40557</c:v>
                </c:pt>
                <c:pt idx="2217">
                  <c:v>40560</c:v>
                </c:pt>
                <c:pt idx="2218">
                  <c:v>40561</c:v>
                </c:pt>
                <c:pt idx="2219">
                  <c:v>40562</c:v>
                </c:pt>
                <c:pt idx="2220">
                  <c:v>40563</c:v>
                </c:pt>
                <c:pt idx="2221">
                  <c:v>40564</c:v>
                </c:pt>
                <c:pt idx="2222">
                  <c:v>40567</c:v>
                </c:pt>
                <c:pt idx="2223">
                  <c:v>40569</c:v>
                </c:pt>
                <c:pt idx="2224">
                  <c:v>40570</c:v>
                </c:pt>
                <c:pt idx="2225">
                  <c:v>40571</c:v>
                </c:pt>
                <c:pt idx="2226">
                  <c:v>40574</c:v>
                </c:pt>
                <c:pt idx="2227">
                  <c:v>40575</c:v>
                </c:pt>
                <c:pt idx="2228">
                  <c:v>40576</c:v>
                </c:pt>
                <c:pt idx="2229">
                  <c:v>40577</c:v>
                </c:pt>
                <c:pt idx="2230">
                  <c:v>40578</c:v>
                </c:pt>
                <c:pt idx="2231">
                  <c:v>40581</c:v>
                </c:pt>
                <c:pt idx="2232">
                  <c:v>40582</c:v>
                </c:pt>
                <c:pt idx="2233">
                  <c:v>40583</c:v>
                </c:pt>
                <c:pt idx="2234">
                  <c:v>40584</c:v>
                </c:pt>
                <c:pt idx="2235">
                  <c:v>40585</c:v>
                </c:pt>
                <c:pt idx="2236">
                  <c:v>40588</c:v>
                </c:pt>
                <c:pt idx="2237">
                  <c:v>40589</c:v>
                </c:pt>
                <c:pt idx="2238">
                  <c:v>40590</c:v>
                </c:pt>
                <c:pt idx="2239">
                  <c:v>40591</c:v>
                </c:pt>
                <c:pt idx="2240">
                  <c:v>40592</c:v>
                </c:pt>
                <c:pt idx="2241">
                  <c:v>40595</c:v>
                </c:pt>
                <c:pt idx="2242">
                  <c:v>40596</c:v>
                </c:pt>
                <c:pt idx="2243">
                  <c:v>40597</c:v>
                </c:pt>
                <c:pt idx="2244">
                  <c:v>40598</c:v>
                </c:pt>
                <c:pt idx="2245">
                  <c:v>40599</c:v>
                </c:pt>
                <c:pt idx="2246">
                  <c:v>40602</c:v>
                </c:pt>
                <c:pt idx="2247">
                  <c:v>40603</c:v>
                </c:pt>
                <c:pt idx="2248">
                  <c:v>40604</c:v>
                </c:pt>
                <c:pt idx="2249">
                  <c:v>40605</c:v>
                </c:pt>
                <c:pt idx="2250">
                  <c:v>40606</c:v>
                </c:pt>
                <c:pt idx="2251">
                  <c:v>40611</c:v>
                </c:pt>
                <c:pt idx="2252">
                  <c:v>40612</c:v>
                </c:pt>
                <c:pt idx="2253">
                  <c:v>40613</c:v>
                </c:pt>
                <c:pt idx="2254">
                  <c:v>40616</c:v>
                </c:pt>
                <c:pt idx="2255">
                  <c:v>40617</c:v>
                </c:pt>
                <c:pt idx="2256">
                  <c:v>40618</c:v>
                </c:pt>
                <c:pt idx="2257">
                  <c:v>40619</c:v>
                </c:pt>
                <c:pt idx="2258">
                  <c:v>40620</c:v>
                </c:pt>
                <c:pt idx="2259">
                  <c:v>40623</c:v>
                </c:pt>
                <c:pt idx="2260">
                  <c:v>40624</c:v>
                </c:pt>
                <c:pt idx="2261">
                  <c:v>40625</c:v>
                </c:pt>
                <c:pt idx="2262">
                  <c:v>40626</c:v>
                </c:pt>
                <c:pt idx="2263">
                  <c:v>40627</c:v>
                </c:pt>
                <c:pt idx="2264">
                  <c:v>40630</c:v>
                </c:pt>
                <c:pt idx="2265">
                  <c:v>40631</c:v>
                </c:pt>
                <c:pt idx="2266">
                  <c:v>40632</c:v>
                </c:pt>
                <c:pt idx="2267">
                  <c:v>40633</c:v>
                </c:pt>
                <c:pt idx="2268">
                  <c:v>40634</c:v>
                </c:pt>
                <c:pt idx="2269">
                  <c:v>40637</c:v>
                </c:pt>
                <c:pt idx="2270">
                  <c:v>40638</c:v>
                </c:pt>
                <c:pt idx="2271">
                  <c:v>40639</c:v>
                </c:pt>
                <c:pt idx="2272">
                  <c:v>40640</c:v>
                </c:pt>
                <c:pt idx="2273">
                  <c:v>40641</c:v>
                </c:pt>
                <c:pt idx="2274">
                  <c:v>40644</c:v>
                </c:pt>
                <c:pt idx="2275">
                  <c:v>40645</c:v>
                </c:pt>
                <c:pt idx="2276">
                  <c:v>40646</c:v>
                </c:pt>
                <c:pt idx="2277">
                  <c:v>40647</c:v>
                </c:pt>
                <c:pt idx="2278">
                  <c:v>40648</c:v>
                </c:pt>
                <c:pt idx="2279">
                  <c:v>40651</c:v>
                </c:pt>
                <c:pt idx="2280">
                  <c:v>40652</c:v>
                </c:pt>
                <c:pt idx="2281">
                  <c:v>40653</c:v>
                </c:pt>
                <c:pt idx="2282">
                  <c:v>40658</c:v>
                </c:pt>
                <c:pt idx="2283">
                  <c:v>40659</c:v>
                </c:pt>
                <c:pt idx="2284">
                  <c:v>40660</c:v>
                </c:pt>
                <c:pt idx="2285">
                  <c:v>40661</c:v>
                </c:pt>
                <c:pt idx="2286">
                  <c:v>40662</c:v>
                </c:pt>
                <c:pt idx="2287">
                  <c:v>40665</c:v>
                </c:pt>
                <c:pt idx="2288">
                  <c:v>40666</c:v>
                </c:pt>
                <c:pt idx="2289">
                  <c:v>40667</c:v>
                </c:pt>
                <c:pt idx="2290">
                  <c:v>40668</c:v>
                </c:pt>
                <c:pt idx="2291">
                  <c:v>40669</c:v>
                </c:pt>
                <c:pt idx="2292">
                  <c:v>40672</c:v>
                </c:pt>
                <c:pt idx="2293">
                  <c:v>40673</c:v>
                </c:pt>
                <c:pt idx="2294">
                  <c:v>40674</c:v>
                </c:pt>
                <c:pt idx="2295">
                  <c:v>40675</c:v>
                </c:pt>
                <c:pt idx="2296">
                  <c:v>40676</c:v>
                </c:pt>
                <c:pt idx="2297">
                  <c:v>40679</c:v>
                </c:pt>
                <c:pt idx="2298">
                  <c:v>40680</c:v>
                </c:pt>
                <c:pt idx="2299">
                  <c:v>40681</c:v>
                </c:pt>
                <c:pt idx="2300">
                  <c:v>40682</c:v>
                </c:pt>
                <c:pt idx="2301">
                  <c:v>40683</c:v>
                </c:pt>
                <c:pt idx="2302">
                  <c:v>40686</c:v>
                </c:pt>
                <c:pt idx="2303">
                  <c:v>40687</c:v>
                </c:pt>
                <c:pt idx="2304">
                  <c:v>40688</c:v>
                </c:pt>
                <c:pt idx="2305">
                  <c:v>40689</c:v>
                </c:pt>
                <c:pt idx="2306">
                  <c:v>40690</c:v>
                </c:pt>
                <c:pt idx="2307">
                  <c:v>40693</c:v>
                </c:pt>
                <c:pt idx="2308">
                  <c:v>40694</c:v>
                </c:pt>
                <c:pt idx="2309">
                  <c:v>40695</c:v>
                </c:pt>
                <c:pt idx="2310">
                  <c:v>40696</c:v>
                </c:pt>
                <c:pt idx="2311">
                  <c:v>40697</c:v>
                </c:pt>
                <c:pt idx="2312">
                  <c:v>40700</c:v>
                </c:pt>
                <c:pt idx="2313">
                  <c:v>40701</c:v>
                </c:pt>
                <c:pt idx="2314">
                  <c:v>40702</c:v>
                </c:pt>
                <c:pt idx="2315">
                  <c:v>40703</c:v>
                </c:pt>
                <c:pt idx="2316">
                  <c:v>40704</c:v>
                </c:pt>
                <c:pt idx="2317">
                  <c:v>40707</c:v>
                </c:pt>
                <c:pt idx="2318">
                  <c:v>40708</c:v>
                </c:pt>
                <c:pt idx="2319">
                  <c:v>40709</c:v>
                </c:pt>
                <c:pt idx="2320">
                  <c:v>40710</c:v>
                </c:pt>
                <c:pt idx="2321">
                  <c:v>40711</c:v>
                </c:pt>
                <c:pt idx="2322">
                  <c:v>40714</c:v>
                </c:pt>
                <c:pt idx="2323">
                  <c:v>40715</c:v>
                </c:pt>
                <c:pt idx="2324">
                  <c:v>40716</c:v>
                </c:pt>
                <c:pt idx="2325">
                  <c:v>40718</c:v>
                </c:pt>
                <c:pt idx="2326">
                  <c:v>40721</c:v>
                </c:pt>
                <c:pt idx="2327">
                  <c:v>40722</c:v>
                </c:pt>
                <c:pt idx="2328">
                  <c:v>40723</c:v>
                </c:pt>
                <c:pt idx="2329">
                  <c:v>40724</c:v>
                </c:pt>
                <c:pt idx="2330">
                  <c:v>40725</c:v>
                </c:pt>
                <c:pt idx="2331">
                  <c:v>40728</c:v>
                </c:pt>
                <c:pt idx="2332">
                  <c:v>40729</c:v>
                </c:pt>
                <c:pt idx="2333">
                  <c:v>40730</c:v>
                </c:pt>
                <c:pt idx="2334">
                  <c:v>40731</c:v>
                </c:pt>
                <c:pt idx="2335">
                  <c:v>40732</c:v>
                </c:pt>
                <c:pt idx="2336">
                  <c:v>40735</c:v>
                </c:pt>
                <c:pt idx="2337">
                  <c:v>40736</c:v>
                </c:pt>
                <c:pt idx="2338">
                  <c:v>40737</c:v>
                </c:pt>
                <c:pt idx="2339">
                  <c:v>40738</c:v>
                </c:pt>
                <c:pt idx="2340">
                  <c:v>40739</c:v>
                </c:pt>
                <c:pt idx="2341">
                  <c:v>40742</c:v>
                </c:pt>
                <c:pt idx="2342">
                  <c:v>40743</c:v>
                </c:pt>
                <c:pt idx="2343">
                  <c:v>40744</c:v>
                </c:pt>
                <c:pt idx="2344">
                  <c:v>40745</c:v>
                </c:pt>
                <c:pt idx="2345">
                  <c:v>40746</c:v>
                </c:pt>
                <c:pt idx="2346">
                  <c:v>40749</c:v>
                </c:pt>
                <c:pt idx="2347">
                  <c:v>40750</c:v>
                </c:pt>
                <c:pt idx="2348">
                  <c:v>40751</c:v>
                </c:pt>
                <c:pt idx="2349">
                  <c:v>40752</c:v>
                </c:pt>
                <c:pt idx="2350">
                  <c:v>40753</c:v>
                </c:pt>
                <c:pt idx="2351">
                  <c:v>40756</c:v>
                </c:pt>
                <c:pt idx="2352">
                  <c:v>40757</c:v>
                </c:pt>
                <c:pt idx="2353">
                  <c:v>40758</c:v>
                </c:pt>
                <c:pt idx="2354">
                  <c:v>40759</c:v>
                </c:pt>
                <c:pt idx="2355">
                  <c:v>40760</c:v>
                </c:pt>
                <c:pt idx="2356">
                  <c:v>40763</c:v>
                </c:pt>
                <c:pt idx="2357">
                  <c:v>40764</c:v>
                </c:pt>
                <c:pt idx="2358">
                  <c:v>40765</c:v>
                </c:pt>
                <c:pt idx="2359">
                  <c:v>40766</c:v>
                </c:pt>
                <c:pt idx="2360">
                  <c:v>40767</c:v>
                </c:pt>
                <c:pt idx="2361">
                  <c:v>40770</c:v>
                </c:pt>
                <c:pt idx="2362">
                  <c:v>40771</c:v>
                </c:pt>
                <c:pt idx="2363">
                  <c:v>40772</c:v>
                </c:pt>
                <c:pt idx="2364">
                  <c:v>40773</c:v>
                </c:pt>
                <c:pt idx="2365">
                  <c:v>40774</c:v>
                </c:pt>
                <c:pt idx="2366">
                  <c:v>40777</c:v>
                </c:pt>
                <c:pt idx="2367">
                  <c:v>40778</c:v>
                </c:pt>
                <c:pt idx="2368">
                  <c:v>40779</c:v>
                </c:pt>
                <c:pt idx="2369">
                  <c:v>40780</c:v>
                </c:pt>
                <c:pt idx="2370">
                  <c:v>40781</c:v>
                </c:pt>
                <c:pt idx="2371">
                  <c:v>40784</c:v>
                </c:pt>
                <c:pt idx="2372">
                  <c:v>40785</c:v>
                </c:pt>
                <c:pt idx="2373">
                  <c:v>40786</c:v>
                </c:pt>
                <c:pt idx="2374">
                  <c:v>40787</c:v>
                </c:pt>
                <c:pt idx="2375">
                  <c:v>40788</c:v>
                </c:pt>
                <c:pt idx="2376">
                  <c:v>40791</c:v>
                </c:pt>
                <c:pt idx="2377">
                  <c:v>40792</c:v>
                </c:pt>
                <c:pt idx="2378">
                  <c:v>40794</c:v>
                </c:pt>
                <c:pt idx="2379">
                  <c:v>40795</c:v>
                </c:pt>
                <c:pt idx="2380">
                  <c:v>40798</c:v>
                </c:pt>
                <c:pt idx="2381">
                  <c:v>40799</c:v>
                </c:pt>
                <c:pt idx="2382">
                  <c:v>40800</c:v>
                </c:pt>
                <c:pt idx="2383">
                  <c:v>40801</c:v>
                </c:pt>
                <c:pt idx="2384">
                  <c:v>40802</c:v>
                </c:pt>
                <c:pt idx="2385">
                  <c:v>40805</c:v>
                </c:pt>
                <c:pt idx="2386">
                  <c:v>40806</c:v>
                </c:pt>
                <c:pt idx="2387">
                  <c:v>40807</c:v>
                </c:pt>
                <c:pt idx="2388">
                  <c:v>40808</c:v>
                </c:pt>
                <c:pt idx="2389">
                  <c:v>40809</c:v>
                </c:pt>
                <c:pt idx="2390">
                  <c:v>40812</c:v>
                </c:pt>
                <c:pt idx="2391">
                  <c:v>40813</c:v>
                </c:pt>
                <c:pt idx="2392">
                  <c:v>40814</c:v>
                </c:pt>
                <c:pt idx="2393">
                  <c:v>40815</c:v>
                </c:pt>
                <c:pt idx="2394">
                  <c:v>40816</c:v>
                </c:pt>
                <c:pt idx="2395">
                  <c:v>40819</c:v>
                </c:pt>
                <c:pt idx="2396">
                  <c:v>40820</c:v>
                </c:pt>
                <c:pt idx="2397">
                  <c:v>40821</c:v>
                </c:pt>
                <c:pt idx="2398">
                  <c:v>40822</c:v>
                </c:pt>
                <c:pt idx="2399">
                  <c:v>40823</c:v>
                </c:pt>
                <c:pt idx="2400">
                  <c:v>40826</c:v>
                </c:pt>
                <c:pt idx="2401">
                  <c:v>40827</c:v>
                </c:pt>
                <c:pt idx="2402">
                  <c:v>40829</c:v>
                </c:pt>
                <c:pt idx="2403">
                  <c:v>40830</c:v>
                </c:pt>
                <c:pt idx="2404">
                  <c:v>40833</c:v>
                </c:pt>
                <c:pt idx="2405">
                  <c:v>40834</c:v>
                </c:pt>
                <c:pt idx="2406">
                  <c:v>40835</c:v>
                </c:pt>
                <c:pt idx="2407">
                  <c:v>40836</c:v>
                </c:pt>
                <c:pt idx="2408">
                  <c:v>40837</c:v>
                </c:pt>
                <c:pt idx="2409">
                  <c:v>40840</c:v>
                </c:pt>
                <c:pt idx="2410">
                  <c:v>40841</c:v>
                </c:pt>
                <c:pt idx="2411">
                  <c:v>40842</c:v>
                </c:pt>
                <c:pt idx="2412">
                  <c:v>40843</c:v>
                </c:pt>
                <c:pt idx="2413">
                  <c:v>40844</c:v>
                </c:pt>
                <c:pt idx="2414">
                  <c:v>40847</c:v>
                </c:pt>
                <c:pt idx="2415">
                  <c:v>40848</c:v>
                </c:pt>
                <c:pt idx="2416">
                  <c:v>40850</c:v>
                </c:pt>
                <c:pt idx="2417">
                  <c:v>40851</c:v>
                </c:pt>
                <c:pt idx="2418">
                  <c:v>40854</c:v>
                </c:pt>
                <c:pt idx="2419">
                  <c:v>40855</c:v>
                </c:pt>
                <c:pt idx="2420">
                  <c:v>40856</c:v>
                </c:pt>
                <c:pt idx="2421">
                  <c:v>40857</c:v>
                </c:pt>
                <c:pt idx="2422">
                  <c:v>40858</c:v>
                </c:pt>
                <c:pt idx="2423">
                  <c:v>40861</c:v>
                </c:pt>
                <c:pt idx="2424">
                  <c:v>40863</c:v>
                </c:pt>
                <c:pt idx="2425">
                  <c:v>40864</c:v>
                </c:pt>
                <c:pt idx="2426">
                  <c:v>40865</c:v>
                </c:pt>
                <c:pt idx="2427">
                  <c:v>40868</c:v>
                </c:pt>
                <c:pt idx="2428">
                  <c:v>40869</c:v>
                </c:pt>
                <c:pt idx="2429">
                  <c:v>40870</c:v>
                </c:pt>
                <c:pt idx="2430">
                  <c:v>40871</c:v>
                </c:pt>
                <c:pt idx="2431">
                  <c:v>40872</c:v>
                </c:pt>
                <c:pt idx="2432">
                  <c:v>40875</c:v>
                </c:pt>
                <c:pt idx="2433">
                  <c:v>40876</c:v>
                </c:pt>
                <c:pt idx="2434">
                  <c:v>40877</c:v>
                </c:pt>
                <c:pt idx="2435">
                  <c:v>40878</c:v>
                </c:pt>
                <c:pt idx="2436">
                  <c:v>40879</c:v>
                </c:pt>
                <c:pt idx="2437">
                  <c:v>40882</c:v>
                </c:pt>
                <c:pt idx="2438">
                  <c:v>40883</c:v>
                </c:pt>
                <c:pt idx="2439">
                  <c:v>40884</c:v>
                </c:pt>
                <c:pt idx="2440">
                  <c:v>40885</c:v>
                </c:pt>
                <c:pt idx="2441">
                  <c:v>40886</c:v>
                </c:pt>
                <c:pt idx="2442">
                  <c:v>40889</c:v>
                </c:pt>
                <c:pt idx="2443">
                  <c:v>40890</c:v>
                </c:pt>
                <c:pt idx="2444">
                  <c:v>40891</c:v>
                </c:pt>
                <c:pt idx="2445">
                  <c:v>40892</c:v>
                </c:pt>
                <c:pt idx="2446">
                  <c:v>40893</c:v>
                </c:pt>
                <c:pt idx="2447">
                  <c:v>40896</c:v>
                </c:pt>
                <c:pt idx="2448">
                  <c:v>40897</c:v>
                </c:pt>
                <c:pt idx="2449">
                  <c:v>40898</c:v>
                </c:pt>
                <c:pt idx="2450">
                  <c:v>40899</c:v>
                </c:pt>
                <c:pt idx="2451">
                  <c:v>40900</c:v>
                </c:pt>
                <c:pt idx="2452">
                  <c:v>40903</c:v>
                </c:pt>
                <c:pt idx="2453">
                  <c:v>40904</c:v>
                </c:pt>
                <c:pt idx="2454">
                  <c:v>40905</c:v>
                </c:pt>
                <c:pt idx="2455">
                  <c:v>40906</c:v>
                </c:pt>
                <c:pt idx="2456">
                  <c:v>40910</c:v>
                </c:pt>
                <c:pt idx="2457">
                  <c:v>40911</c:v>
                </c:pt>
                <c:pt idx="2458">
                  <c:v>40912</c:v>
                </c:pt>
                <c:pt idx="2459">
                  <c:v>40913</c:v>
                </c:pt>
                <c:pt idx="2460">
                  <c:v>40914</c:v>
                </c:pt>
                <c:pt idx="2461">
                  <c:v>40917</c:v>
                </c:pt>
                <c:pt idx="2462">
                  <c:v>40918</c:v>
                </c:pt>
                <c:pt idx="2463">
                  <c:v>40919</c:v>
                </c:pt>
                <c:pt idx="2464">
                  <c:v>40920</c:v>
                </c:pt>
                <c:pt idx="2465">
                  <c:v>40921</c:v>
                </c:pt>
                <c:pt idx="2466">
                  <c:v>40924</c:v>
                </c:pt>
                <c:pt idx="2467">
                  <c:v>40925</c:v>
                </c:pt>
                <c:pt idx="2468">
                  <c:v>40926</c:v>
                </c:pt>
                <c:pt idx="2469">
                  <c:v>40927</c:v>
                </c:pt>
                <c:pt idx="2470">
                  <c:v>40928</c:v>
                </c:pt>
                <c:pt idx="2471">
                  <c:v>40931</c:v>
                </c:pt>
                <c:pt idx="2472">
                  <c:v>40932</c:v>
                </c:pt>
                <c:pt idx="2473">
                  <c:v>40934</c:v>
                </c:pt>
                <c:pt idx="2474">
                  <c:v>40935</c:v>
                </c:pt>
                <c:pt idx="2475">
                  <c:v>40938</c:v>
                </c:pt>
                <c:pt idx="2476">
                  <c:v>40939</c:v>
                </c:pt>
                <c:pt idx="2477">
                  <c:v>40940</c:v>
                </c:pt>
                <c:pt idx="2478">
                  <c:v>40941</c:v>
                </c:pt>
                <c:pt idx="2479">
                  <c:v>40942</c:v>
                </c:pt>
                <c:pt idx="2480">
                  <c:v>40945</c:v>
                </c:pt>
                <c:pt idx="2481">
                  <c:v>40946</c:v>
                </c:pt>
                <c:pt idx="2482">
                  <c:v>40947</c:v>
                </c:pt>
                <c:pt idx="2483">
                  <c:v>40948</c:v>
                </c:pt>
                <c:pt idx="2484">
                  <c:v>40949</c:v>
                </c:pt>
                <c:pt idx="2485">
                  <c:v>40952</c:v>
                </c:pt>
                <c:pt idx="2486">
                  <c:v>40953</c:v>
                </c:pt>
                <c:pt idx="2487">
                  <c:v>40954</c:v>
                </c:pt>
                <c:pt idx="2488">
                  <c:v>40955</c:v>
                </c:pt>
                <c:pt idx="2489">
                  <c:v>40956</c:v>
                </c:pt>
                <c:pt idx="2490">
                  <c:v>40961</c:v>
                </c:pt>
                <c:pt idx="2491">
                  <c:v>40962</c:v>
                </c:pt>
                <c:pt idx="2492">
                  <c:v>40963</c:v>
                </c:pt>
                <c:pt idx="2493">
                  <c:v>40966</c:v>
                </c:pt>
                <c:pt idx="2494">
                  <c:v>40967</c:v>
                </c:pt>
                <c:pt idx="2495">
                  <c:v>40968</c:v>
                </c:pt>
                <c:pt idx="2496">
                  <c:v>40969</c:v>
                </c:pt>
                <c:pt idx="2497">
                  <c:v>40970</c:v>
                </c:pt>
                <c:pt idx="2498">
                  <c:v>40973</c:v>
                </c:pt>
                <c:pt idx="2499">
                  <c:v>40974</c:v>
                </c:pt>
                <c:pt idx="2500">
                  <c:v>40975</c:v>
                </c:pt>
                <c:pt idx="2501">
                  <c:v>40976</c:v>
                </c:pt>
                <c:pt idx="2502">
                  <c:v>40977</c:v>
                </c:pt>
                <c:pt idx="2503">
                  <c:v>40980</c:v>
                </c:pt>
                <c:pt idx="2504">
                  <c:v>40981</c:v>
                </c:pt>
                <c:pt idx="2505">
                  <c:v>40982</c:v>
                </c:pt>
                <c:pt idx="2506">
                  <c:v>40983</c:v>
                </c:pt>
                <c:pt idx="2507">
                  <c:v>40984</c:v>
                </c:pt>
                <c:pt idx="2508">
                  <c:v>40987</c:v>
                </c:pt>
                <c:pt idx="2509">
                  <c:v>40988</c:v>
                </c:pt>
                <c:pt idx="2510">
                  <c:v>40989</c:v>
                </c:pt>
                <c:pt idx="2511">
                  <c:v>40990</c:v>
                </c:pt>
                <c:pt idx="2512">
                  <c:v>40991</c:v>
                </c:pt>
                <c:pt idx="2513">
                  <c:v>40994</c:v>
                </c:pt>
                <c:pt idx="2514">
                  <c:v>40995</c:v>
                </c:pt>
                <c:pt idx="2515">
                  <c:v>40996</c:v>
                </c:pt>
                <c:pt idx="2516">
                  <c:v>40997</c:v>
                </c:pt>
                <c:pt idx="2517">
                  <c:v>40998</c:v>
                </c:pt>
                <c:pt idx="2518">
                  <c:v>41001</c:v>
                </c:pt>
                <c:pt idx="2519">
                  <c:v>41002</c:v>
                </c:pt>
                <c:pt idx="2520">
                  <c:v>41003</c:v>
                </c:pt>
                <c:pt idx="2521">
                  <c:v>41004</c:v>
                </c:pt>
                <c:pt idx="2522">
                  <c:v>41008</c:v>
                </c:pt>
                <c:pt idx="2523">
                  <c:v>41009</c:v>
                </c:pt>
                <c:pt idx="2524">
                  <c:v>41010</c:v>
                </c:pt>
                <c:pt idx="2525">
                  <c:v>41011</c:v>
                </c:pt>
                <c:pt idx="2526">
                  <c:v>41012</c:v>
                </c:pt>
                <c:pt idx="2527">
                  <c:v>41015</c:v>
                </c:pt>
                <c:pt idx="2528">
                  <c:v>41016</c:v>
                </c:pt>
                <c:pt idx="2529">
                  <c:v>41017</c:v>
                </c:pt>
                <c:pt idx="2530">
                  <c:v>41018</c:v>
                </c:pt>
                <c:pt idx="2531">
                  <c:v>41019</c:v>
                </c:pt>
                <c:pt idx="2532">
                  <c:v>41022</c:v>
                </c:pt>
                <c:pt idx="2533">
                  <c:v>41023</c:v>
                </c:pt>
                <c:pt idx="2534">
                  <c:v>41024</c:v>
                </c:pt>
                <c:pt idx="2535">
                  <c:v>41025</c:v>
                </c:pt>
                <c:pt idx="2536">
                  <c:v>41026</c:v>
                </c:pt>
                <c:pt idx="2537">
                  <c:v>41029</c:v>
                </c:pt>
                <c:pt idx="2538">
                  <c:v>41031</c:v>
                </c:pt>
                <c:pt idx="2539">
                  <c:v>41032</c:v>
                </c:pt>
                <c:pt idx="2540">
                  <c:v>41033</c:v>
                </c:pt>
                <c:pt idx="2541">
                  <c:v>41036</c:v>
                </c:pt>
                <c:pt idx="2542">
                  <c:v>41037</c:v>
                </c:pt>
                <c:pt idx="2543">
                  <c:v>41038</c:v>
                </c:pt>
                <c:pt idx="2544">
                  <c:v>41039</c:v>
                </c:pt>
                <c:pt idx="2545">
                  <c:v>41040</c:v>
                </c:pt>
                <c:pt idx="2546">
                  <c:v>41043</c:v>
                </c:pt>
                <c:pt idx="2547">
                  <c:v>41044</c:v>
                </c:pt>
                <c:pt idx="2548">
                  <c:v>41045</c:v>
                </c:pt>
                <c:pt idx="2549">
                  <c:v>41046</c:v>
                </c:pt>
                <c:pt idx="2550">
                  <c:v>41047</c:v>
                </c:pt>
                <c:pt idx="2551">
                  <c:v>41050</c:v>
                </c:pt>
                <c:pt idx="2552">
                  <c:v>41051</c:v>
                </c:pt>
                <c:pt idx="2553">
                  <c:v>41052</c:v>
                </c:pt>
                <c:pt idx="2554">
                  <c:v>41053</c:v>
                </c:pt>
                <c:pt idx="2555">
                  <c:v>41054</c:v>
                </c:pt>
                <c:pt idx="2556">
                  <c:v>41057</c:v>
                </c:pt>
                <c:pt idx="2557">
                  <c:v>41058</c:v>
                </c:pt>
                <c:pt idx="2558">
                  <c:v>41059</c:v>
                </c:pt>
                <c:pt idx="2559">
                  <c:v>41060</c:v>
                </c:pt>
                <c:pt idx="2560">
                  <c:v>41061</c:v>
                </c:pt>
                <c:pt idx="2561">
                  <c:v>41064</c:v>
                </c:pt>
                <c:pt idx="2562">
                  <c:v>41065</c:v>
                </c:pt>
                <c:pt idx="2563">
                  <c:v>41066</c:v>
                </c:pt>
                <c:pt idx="2564">
                  <c:v>41068</c:v>
                </c:pt>
                <c:pt idx="2565">
                  <c:v>41071</c:v>
                </c:pt>
                <c:pt idx="2566">
                  <c:v>41072</c:v>
                </c:pt>
                <c:pt idx="2567">
                  <c:v>41073</c:v>
                </c:pt>
                <c:pt idx="2568">
                  <c:v>41074</c:v>
                </c:pt>
                <c:pt idx="2569">
                  <c:v>41075</c:v>
                </c:pt>
                <c:pt idx="2570">
                  <c:v>41078</c:v>
                </c:pt>
                <c:pt idx="2571">
                  <c:v>41079</c:v>
                </c:pt>
                <c:pt idx="2572">
                  <c:v>41080</c:v>
                </c:pt>
                <c:pt idx="2573">
                  <c:v>41081</c:v>
                </c:pt>
                <c:pt idx="2574">
                  <c:v>41082</c:v>
                </c:pt>
                <c:pt idx="2575">
                  <c:v>41085</c:v>
                </c:pt>
                <c:pt idx="2576">
                  <c:v>41086</c:v>
                </c:pt>
                <c:pt idx="2577">
                  <c:v>41087</c:v>
                </c:pt>
                <c:pt idx="2578">
                  <c:v>41088</c:v>
                </c:pt>
                <c:pt idx="2579">
                  <c:v>41089</c:v>
                </c:pt>
                <c:pt idx="2580">
                  <c:v>41092</c:v>
                </c:pt>
                <c:pt idx="2581">
                  <c:v>41093</c:v>
                </c:pt>
                <c:pt idx="2582">
                  <c:v>41094</c:v>
                </c:pt>
                <c:pt idx="2583">
                  <c:v>41095</c:v>
                </c:pt>
                <c:pt idx="2584">
                  <c:v>41096</c:v>
                </c:pt>
                <c:pt idx="2585">
                  <c:v>41100</c:v>
                </c:pt>
                <c:pt idx="2586">
                  <c:v>41101</c:v>
                </c:pt>
                <c:pt idx="2587">
                  <c:v>41102</c:v>
                </c:pt>
                <c:pt idx="2588">
                  <c:v>41103</c:v>
                </c:pt>
                <c:pt idx="2589">
                  <c:v>41106</c:v>
                </c:pt>
                <c:pt idx="2590">
                  <c:v>41107</c:v>
                </c:pt>
                <c:pt idx="2591">
                  <c:v>41108</c:v>
                </c:pt>
                <c:pt idx="2592">
                  <c:v>41109</c:v>
                </c:pt>
                <c:pt idx="2593">
                  <c:v>41110</c:v>
                </c:pt>
                <c:pt idx="2594">
                  <c:v>41113</c:v>
                </c:pt>
                <c:pt idx="2595">
                  <c:v>41114</c:v>
                </c:pt>
                <c:pt idx="2596">
                  <c:v>41115</c:v>
                </c:pt>
                <c:pt idx="2597">
                  <c:v>41116</c:v>
                </c:pt>
                <c:pt idx="2598">
                  <c:v>41117</c:v>
                </c:pt>
                <c:pt idx="2599">
                  <c:v>41120</c:v>
                </c:pt>
                <c:pt idx="2600">
                  <c:v>41121</c:v>
                </c:pt>
                <c:pt idx="2601">
                  <c:v>41122</c:v>
                </c:pt>
                <c:pt idx="2602">
                  <c:v>41123</c:v>
                </c:pt>
                <c:pt idx="2603">
                  <c:v>41124</c:v>
                </c:pt>
                <c:pt idx="2604">
                  <c:v>41127</c:v>
                </c:pt>
                <c:pt idx="2605">
                  <c:v>41128</c:v>
                </c:pt>
                <c:pt idx="2606">
                  <c:v>41129</c:v>
                </c:pt>
                <c:pt idx="2607">
                  <c:v>41130</c:v>
                </c:pt>
                <c:pt idx="2608">
                  <c:v>41131</c:v>
                </c:pt>
                <c:pt idx="2609">
                  <c:v>41134</c:v>
                </c:pt>
                <c:pt idx="2610">
                  <c:v>41135</c:v>
                </c:pt>
                <c:pt idx="2611">
                  <c:v>41136</c:v>
                </c:pt>
                <c:pt idx="2612">
                  <c:v>41137</c:v>
                </c:pt>
                <c:pt idx="2613">
                  <c:v>41138</c:v>
                </c:pt>
                <c:pt idx="2614">
                  <c:v>41141</c:v>
                </c:pt>
                <c:pt idx="2615">
                  <c:v>41142</c:v>
                </c:pt>
                <c:pt idx="2616">
                  <c:v>41143</c:v>
                </c:pt>
                <c:pt idx="2617">
                  <c:v>41144</c:v>
                </c:pt>
                <c:pt idx="2618">
                  <c:v>41145</c:v>
                </c:pt>
                <c:pt idx="2619">
                  <c:v>41148</c:v>
                </c:pt>
                <c:pt idx="2620">
                  <c:v>41149</c:v>
                </c:pt>
                <c:pt idx="2621">
                  <c:v>41150</c:v>
                </c:pt>
                <c:pt idx="2622">
                  <c:v>41151</c:v>
                </c:pt>
                <c:pt idx="2623">
                  <c:v>41152</c:v>
                </c:pt>
                <c:pt idx="2624">
                  <c:v>41155</c:v>
                </c:pt>
                <c:pt idx="2625">
                  <c:v>41156</c:v>
                </c:pt>
                <c:pt idx="2626">
                  <c:v>41157</c:v>
                </c:pt>
                <c:pt idx="2627">
                  <c:v>41158</c:v>
                </c:pt>
                <c:pt idx="2628">
                  <c:v>41162</c:v>
                </c:pt>
                <c:pt idx="2629">
                  <c:v>41163</c:v>
                </c:pt>
                <c:pt idx="2630">
                  <c:v>41164</c:v>
                </c:pt>
                <c:pt idx="2631">
                  <c:v>41165</c:v>
                </c:pt>
                <c:pt idx="2632">
                  <c:v>41166</c:v>
                </c:pt>
                <c:pt idx="2633">
                  <c:v>41169</c:v>
                </c:pt>
                <c:pt idx="2634">
                  <c:v>41170</c:v>
                </c:pt>
                <c:pt idx="2635">
                  <c:v>41171</c:v>
                </c:pt>
                <c:pt idx="2636">
                  <c:v>41172</c:v>
                </c:pt>
                <c:pt idx="2637">
                  <c:v>41173</c:v>
                </c:pt>
                <c:pt idx="2638">
                  <c:v>41176</c:v>
                </c:pt>
                <c:pt idx="2639">
                  <c:v>41177</c:v>
                </c:pt>
                <c:pt idx="2640">
                  <c:v>41178</c:v>
                </c:pt>
                <c:pt idx="2641">
                  <c:v>41179</c:v>
                </c:pt>
                <c:pt idx="2642">
                  <c:v>41180</c:v>
                </c:pt>
                <c:pt idx="2643">
                  <c:v>41183</c:v>
                </c:pt>
                <c:pt idx="2644">
                  <c:v>41184</c:v>
                </c:pt>
                <c:pt idx="2645">
                  <c:v>41185</c:v>
                </c:pt>
                <c:pt idx="2646">
                  <c:v>41186</c:v>
                </c:pt>
                <c:pt idx="2647">
                  <c:v>41187</c:v>
                </c:pt>
                <c:pt idx="2648">
                  <c:v>41190</c:v>
                </c:pt>
                <c:pt idx="2649">
                  <c:v>41191</c:v>
                </c:pt>
                <c:pt idx="2650">
                  <c:v>41192</c:v>
                </c:pt>
                <c:pt idx="2651">
                  <c:v>41193</c:v>
                </c:pt>
                <c:pt idx="2652">
                  <c:v>41197</c:v>
                </c:pt>
                <c:pt idx="2653">
                  <c:v>41198</c:v>
                </c:pt>
                <c:pt idx="2654">
                  <c:v>41199</c:v>
                </c:pt>
                <c:pt idx="2655">
                  <c:v>41200</c:v>
                </c:pt>
                <c:pt idx="2656">
                  <c:v>41201</c:v>
                </c:pt>
                <c:pt idx="2657">
                  <c:v>41204</c:v>
                </c:pt>
                <c:pt idx="2658">
                  <c:v>41205</c:v>
                </c:pt>
                <c:pt idx="2659">
                  <c:v>41206</c:v>
                </c:pt>
                <c:pt idx="2660">
                  <c:v>41207</c:v>
                </c:pt>
                <c:pt idx="2661">
                  <c:v>41208</c:v>
                </c:pt>
                <c:pt idx="2662">
                  <c:v>41211</c:v>
                </c:pt>
                <c:pt idx="2663">
                  <c:v>41212</c:v>
                </c:pt>
                <c:pt idx="2664">
                  <c:v>41213</c:v>
                </c:pt>
                <c:pt idx="2665">
                  <c:v>41214</c:v>
                </c:pt>
                <c:pt idx="2666">
                  <c:v>41218</c:v>
                </c:pt>
                <c:pt idx="2667">
                  <c:v>41219</c:v>
                </c:pt>
                <c:pt idx="2668">
                  <c:v>41220</c:v>
                </c:pt>
                <c:pt idx="2669">
                  <c:v>41221</c:v>
                </c:pt>
                <c:pt idx="2670">
                  <c:v>41222</c:v>
                </c:pt>
                <c:pt idx="2671">
                  <c:v>41225</c:v>
                </c:pt>
                <c:pt idx="2672">
                  <c:v>41226</c:v>
                </c:pt>
                <c:pt idx="2673">
                  <c:v>41227</c:v>
                </c:pt>
                <c:pt idx="2674">
                  <c:v>41229</c:v>
                </c:pt>
                <c:pt idx="2675">
                  <c:v>41232</c:v>
                </c:pt>
                <c:pt idx="2676">
                  <c:v>41234</c:v>
                </c:pt>
                <c:pt idx="2677">
                  <c:v>41235</c:v>
                </c:pt>
                <c:pt idx="2678">
                  <c:v>41236</c:v>
                </c:pt>
                <c:pt idx="2679">
                  <c:v>41239</c:v>
                </c:pt>
                <c:pt idx="2680">
                  <c:v>41240</c:v>
                </c:pt>
                <c:pt idx="2681">
                  <c:v>41241</c:v>
                </c:pt>
                <c:pt idx="2682">
                  <c:v>41242</c:v>
                </c:pt>
                <c:pt idx="2683">
                  <c:v>41243</c:v>
                </c:pt>
                <c:pt idx="2684">
                  <c:v>41246</c:v>
                </c:pt>
                <c:pt idx="2685">
                  <c:v>41247</c:v>
                </c:pt>
                <c:pt idx="2686">
                  <c:v>41248</c:v>
                </c:pt>
                <c:pt idx="2687">
                  <c:v>41249</c:v>
                </c:pt>
                <c:pt idx="2688">
                  <c:v>41250</c:v>
                </c:pt>
                <c:pt idx="2689">
                  <c:v>41253</c:v>
                </c:pt>
                <c:pt idx="2690">
                  <c:v>41254</c:v>
                </c:pt>
                <c:pt idx="2691">
                  <c:v>41255</c:v>
                </c:pt>
                <c:pt idx="2692">
                  <c:v>41256</c:v>
                </c:pt>
                <c:pt idx="2693">
                  <c:v>41257</c:v>
                </c:pt>
                <c:pt idx="2694">
                  <c:v>41260</c:v>
                </c:pt>
                <c:pt idx="2695">
                  <c:v>41261</c:v>
                </c:pt>
                <c:pt idx="2696">
                  <c:v>41262</c:v>
                </c:pt>
                <c:pt idx="2697">
                  <c:v>41263</c:v>
                </c:pt>
                <c:pt idx="2698">
                  <c:v>41264</c:v>
                </c:pt>
                <c:pt idx="2699">
                  <c:v>41269</c:v>
                </c:pt>
                <c:pt idx="2700">
                  <c:v>41270</c:v>
                </c:pt>
                <c:pt idx="2701">
                  <c:v>41271</c:v>
                </c:pt>
                <c:pt idx="2702">
                  <c:v>41276</c:v>
                </c:pt>
                <c:pt idx="2703">
                  <c:v>41277</c:v>
                </c:pt>
                <c:pt idx="2704">
                  <c:v>41278</c:v>
                </c:pt>
                <c:pt idx="2705">
                  <c:v>41281</c:v>
                </c:pt>
                <c:pt idx="2706">
                  <c:v>41282</c:v>
                </c:pt>
                <c:pt idx="2707">
                  <c:v>41283</c:v>
                </c:pt>
                <c:pt idx="2708">
                  <c:v>41284</c:v>
                </c:pt>
                <c:pt idx="2709">
                  <c:v>41285</c:v>
                </c:pt>
                <c:pt idx="2710">
                  <c:v>41288</c:v>
                </c:pt>
                <c:pt idx="2711">
                  <c:v>41289</c:v>
                </c:pt>
                <c:pt idx="2712">
                  <c:v>41290</c:v>
                </c:pt>
                <c:pt idx="2713">
                  <c:v>41291</c:v>
                </c:pt>
                <c:pt idx="2714">
                  <c:v>41292</c:v>
                </c:pt>
                <c:pt idx="2715">
                  <c:v>41295</c:v>
                </c:pt>
                <c:pt idx="2716">
                  <c:v>41296</c:v>
                </c:pt>
                <c:pt idx="2717">
                  <c:v>41297</c:v>
                </c:pt>
                <c:pt idx="2718">
                  <c:v>41298</c:v>
                </c:pt>
                <c:pt idx="2719">
                  <c:v>41302</c:v>
                </c:pt>
                <c:pt idx="2720">
                  <c:v>41303</c:v>
                </c:pt>
                <c:pt idx="2721">
                  <c:v>41304</c:v>
                </c:pt>
                <c:pt idx="2722">
                  <c:v>41305</c:v>
                </c:pt>
                <c:pt idx="2723">
                  <c:v>41306</c:v>
                </c:pt>
                <c:pt idx="2724">
                  <c:v>41309</c:v>
                </c:pt>
                <c:pt idx="2725">
                  <c:v>41310</c:v>
                </c:pt>
                <c:pt idx="2726">
                  <c:v>41311</c:v>
                </c:pt>
                <c:pt idx="2727">
                  <c:v>41312</c:v>
                </c:pt>
                <c:pt idx="2728">
                  <c:v>41313</c:v>
                </c:pt>
                <c:pt idx="2729">
                  <c:v>41318</c:v>
                </c:pt>
                <c:pt idx="2730">
                  <c:v>41319</c:v>
                </c:pt>
                <c:pt idx="2731">
                  <c:v>41320</c:v>
                </c:pt>
                <c:pt idx="2732">
                  <c:v>41323</c:v>
                </c:pt>
                <c:pt idx="2733">
                  <c:v>41324</c:v>
                </c:pt>
                <c:pt idx="2734">
                  <c:v>41325</c:v>
                </c:pt>
                <c:pt idx="2735">
                  <c:v>41326</c:v>
                </c:pt>
                <c:pt idx="2736">
                  <c:v>41327</c:v>
                </c:pt>
                <c:pt idx="2737">
                  <c:v>41330</c:v>
                </c:pt>
                <c:pt idx="2738">
                  <c:v>41331</c:v>
                </c:pt>
                <c:pt idx="2739">
                  <c:v>41332</c:v>
                </c:pt>
                <c:pt idx="2740">
                  <c:v>41333</c:v>
                </c:pt>
                <c:pt idx="2741">
                  <c:v>41334</c:v>
                </c:pt>
                <c:pt idx="2742">
                  <c:v>41337</c:v>
                </c:pt>
                <c:pt idx="2743">
                  <c:v>41338</c:v>
                </c:pt>
                <c:pt idx="2744">
                  <c:v>41339</c:v>
                </c:pt>
                <c:pt idx="2745">
                  <c:v>41340</c:v>
                </c:pt>
                <c:pt idx="2746">
                  <c:v>41341</c:v>
                </c:pt>
                <c:pt idx="2747">
                  <c:v>41344</c:v>
                </c:pt>
                <c:pt idx="2748">
                  <c:v>41345</c:v>
                </c:pt>
                <c:pt idx="2749">
                  <c:v>41346</c:v>
                </c:pt>
                <c:pt idx="2750">
                  <c:v>41347</c:v>
                </c:pt>
                <c:pt idx="2751">
                  <c:v>41348</c:v>
                </c:pt>
                <c:pt idx="2752">
                  <c:v>41351</c:v>
                </c:pt>
                <c:pt idx="2753">
                  <c:v>41352</c:v>
                </c:pt>
                <c:pt idx="2754">
                  <c:v>41353</c:v>
                </c:pt>
                <c:pt idx="2755">
                  <c:v>41354</c:v>
                </c:pt>
                <c:pt idx="2756">
                  <c:v>41355</c:v>
                </c:pt>
                <c:pt idx="2757">
                  <c:v>41358</c:v>
                </c:pt>
                <c:pt idx="2758">
                  <c:v>41359</c:v>
                </c:pt>
                <c:pt idx="2759">
                  <c:v>41360</c:v>
                </c:pt>
                <c:pt idx="2760">
                  <c:v>41361</c:v>
                </c:pt>
                <c:pt idx="2761">
                  <c:v>41365</c:v>
                </c:pt>
                <c:pt idx="2762">
                  <c:v>41366</c:v>
                </c:pt>
                <c:pt idx="2763">
                  <c:v>41367</c:v>
                </c:pt>
                <c:pt idx="2764">
                  <c:v>41368</c:v>
                </c:pt>
                <c:pt idx="2765">
                  <c:v>41369</c:v>
                </c:pt>
                <c:pt idx="2766">
                  <c:v>41372</c:v>
                </c:pt>
                <c:pt idx="2767">
                  <c:v>41373</c:v>
                </c:pt>
                <c:pt idx="2768">
                  <c:v>41374</c:v>
                </c:pt>
                <c:pt idx="2769">
                  <c:v>41375</c:v>
                </c:pt>
                <c:pt idx="2770">
                  <c:v>41376</c:v>
                </c:pt>
                <c:pt idx="2771">
                  <c:v>41379</c:v>
                </c:pt>
                <c:pt idx="2772">
                  <c:v>41380</c:v>
                </c:pt>
                <c:pt idx="2773">
                  <c:v>41381</c:v>
                </c:pt>
                <c:pt idx="2774">
                  <c:v>41382</c:v>
                </c:pt>
                <c:pt idx="2775">
                  <c:v>41383</c:v>
                </c:pt>
                <c:pt idx="2776">
                  <c:v>41386</c:v>
                </c:pt>
                <c:pt idx="2777">
                  <c:v>41387</c:v>
                </c:pt>
                <c:pt idx="2778">
                  <c:v>41388</c:v>
                </c:pt>
                <c:pt idx="2779">
                  <c:v>41389</c:v>
                </c:pt>
                <c:pt idx="2780">
                  <c:v>41390</c:v>
                </c:pt>
                <c:pt idx="2781">
                  <c:v>41393</c:v>
                </c:pt>
                <c:pt idx="2782">
                  <c:v>41394</c:v>
                </c:pt>
                <c:pt idx="2783">
                  <c:v>41396</c:v>
                </c:pt>
                <c:pt idx="2784">
                  <c:v>41397</c:v>
                </c:pt>
                <c:pt idx="2785">
                  <c:v>41400</c:v>
                </c:pt>
                <c:pt idx="2786">
                  <c:v>41401</c:v>
                </c:pt>
                <c:pt idx="2787">
                  <c:v>41402</c:v>
                </c:pt>
                <c:pt idx="2788">
                  <c:v>41403</c:v>
                </c:pt>
                <c:pt idx="2789">
                  <c:v>41404</c:v>
                </c:pt>
                <c:pt idx="2790">
                  <c:v>41407</c:v>
                </c:pt>
                <c:pt idx="2791">
                  <c:v>41408</c:v>
                </c:pt>
                <c:pt idx="2792">
                  <c:v>41409</c:v>
                </c:pt>
                <c:pt idx="2793">
                  <c:v>41410</c:v>
                </c:pt>
                <c:pt idx="2794">
                  <c:v>41411</c:v>
                </c:pt>
                <c:pt idx="2795">
                  <c:v>41414</c:v>
                </c:pt>
                <c:pt idx="2796">
                  <c:v>41415</c:v>
                </c:pt>
                <c:pt idx="2797">
                  <c:v>41416</c:v>
                </c:pt>
                <c:pt idx="2798">
                  <c:v>41417</c:v>
                </c:pt>
                <c:pt idx="2799">
                  <c:v>41418</c:v>
                </c:pt>
                <c:pt idx="2800">
                  <c:v>41421</c:v>
                </c:pt>
                <c:pt idx="2801">
                  <c:v>41422</c:v>
                </c:pt>
                <c:pt idx="2802">
                  <c:v>41423</c:v>
                </c:pt>
                <c:pt idx="2803">
                  <c:v>41425</c:v>
                </c:pt>
                <c:pt idx="2804">
                  <c:v>41428</c:v>
                </c:pt>
                <c:pt idx="2805">
                  <c:v>41429</c:v>
                </c:pt>
                <c:pt idx="2806">
                  <c:v>41430</c:v>
                </c:pt>
                <c:pt idx="2807">
                  <c:v>41431</c:v>
                </c:pt>
                <c:pt idx="2808">
                  <c:v>41432</c:v>
                </c:pt>
                <c:pt idx="2809">
                  <c:v>41435</c:v>
                </c:pt>
                <c:pt idx="2810">
                  <c:v>41436</c:v>
                </c:pt>
                <c:pt idx="2811">
                  <c:v>41437</c:v>
                </c:pt>
                <c:pt idx="2812">
                  <c:v>41438</c:v>
                </c:pt>
                <c:pt idx="2813">
                  <c:v>41439</c:v>
                </c:pt>
                <c:pt idx="2814">
                  <c:v>41442</c:v>
                </c:pt>
                <c:pt idx="2815">
                  <c:v>41443</c:v>
                </c:pt>
                <c:pt idx="2816">
                  <c:v>41444</c:v>
                </c:pt>
                <c:pt idx="2817">
                  <c:v>41445</c:v>
                </c:pt>
                <c:pt idx="2818">
                  <c:v>41446</c:v>
                </c:pt>
                <c:pt idx="2819">
                  <c:v>41449</c:v>
                </c:pt>
                <c:pt idx="2820">
                  <c:v>41450</c:v>
                </c:pt>
                <c:pt idx="2821">
                  <c:v>41451</c:v>
                </c:pt>
                <c:pt idx="2822">
                  <c:v>41452</c:v>
                </c:pt>
                <c:pt idx="2823">
                  <c:v>41453</c:v>
                </c:pt>
                <c:pt idx="2824">
                  <c:v>41456</c:v>
                </c:pt>
                <c:pt idx="2825">
                  <c:v>41457</c:v>
                </c:pt>
                <c:pt idx="2826">
                  <c:v>41458</c:v>
                </c:pt>
                <c:pt idx="2827">
                  <c:v>41459</c:v>
                </c:pt>
                <c:pt idx="2828">
                  <c:v>41460</c:v>
                </c:pt>
                <c:pt idx="2829">
                  <c:v>41463</c:v>
                </c:pt>
                <c:pt idx="2830">
                  <c:v>41465</c:v>
                </c:pt>
                <c:pt idx="2831">
                  <c:v>41466</c:v>
                </c:pt>
                <c:pt idx="2832">
                  <c:v>41467</c:v>
                </c:pt>
                <c:pt idx="2833">
                  <c:v>41470</c:v>
                </c:pt>
                <c:pt idx="2834">
                  <c:v>41471</c:v>
                </c:pt>
                <c:pt idx="2835">
                  <c:v>41472</c:v>
                </c:pt>
                <c:pt idx="2836">
                  <c:v>41473</c:v>
                </c:pt>
                <c:pt idx="2837">
                  <c:v>41474</c:v>
                </c:pt>
                <c:pt idx="2838">
                  <c:v>41477</c:v>
                </c:pt>
                <c:pt idx="2839">
                  <c:v>41478</c:v>
                </c:pt>
                <c:pt idx="2840">
                  <c:v>41479</c:v>
                </c:pt>
                <c:pt idx="2841">
                  <c:v>41480</c:v>
                </c:pt>
                <c:pt idx="2842">
                  <c:v>41481</c:v>
                </c:pt>
                <c:pt idx="2843">
                  <c:v>41484</c:v>
                </c:pt>
                <c:pt idx="2844">
                  <c:v>41485</c:v>
                </c:pt>
                <c:pt idx="2845">
                  <c:v>41486</c:v>
                </c:pt>
                <c:pt idx="2846">
                  <c:v>41487</c:v>
                </c:pt>
                <c:pt idx="2847">
                  <c:v>41488</c:v>
                </c:pt>
                <c:pt idx="2848">
                  <c:v>41491</c:v>
                </c:pt>
                <c:pt idx="2849">
                  <c:v>41492</c:v>
                </c:pt>
                <c:pt idx="2850">
                  <c:v>41493</c:v>
                </c:pt>
                <c:pt idx="2851">
                  <c:v>41494</c:v>
                </c:pt>
                <c:pt idx="2852">
                  <c:v>41495</c:v>
                </c:pt>
                <c:pt idx="2853">
                  <c:v>41498</c:v>
                </c:pt>
                <c:pt idx="2854">
                  <c:v>41499</c:v>
                </c:pt>
                <c:pt idx="2855">
                  <c:v>41500</c:v>
                </c:pt>
                <c:pt idx="2856">
                  <c:v>41501</c:v>
                </c:pt>
                <c:pt idx="2857">
                  <c:v>41502</c:v>
                </c:pt>
                <c:pt idx="2858">
                  <c:v>41505</c:v>
                </c:pt>
                <c:pt idx="2859">
                  <c:v>41506</c:v>
                </c:pt>
                <c:pt idx="2860">
                  <c:v>41507</c:v>
                </c:pt>
                <c:pt idx="2861">
                  <c:v>41508</c:v>
                </c:pt>
                <c:pt idx="2862">
                  <c:v>41509</c:v>
                </c:pt>
                <c:pt idx="2863">
                  <c:v>41512</c:v>
                </c:pt>
                <c:pt idx="2864">
                  <c:v>41513</c:v>
                </c:pt>
                <c:pt idx="2865">
                  <c:v>41514</c:v>
                </c:pt>
                <c:pt idx="2866">
                  <c:v>41515</c:v>
                </c:pt>
                <c:pt idx="2867">
                  <c:v>41516</c:v>
                </c:pt>
                <c:pt idx="2868">
                  <c:v>41519</c:v>
                </c:pt>
                <c:pt idx="2869">
                  <c:v>41520</c:v>
                </c:pt>
                <c:pt idx="2870">
                  <c:v>41521</c:v>
                </c:pt>
                <c:pt idx="2871">
                  <c:v>41522</c:v>
                </c:pt>
                <c:pt idx="2872">
                  <c:v>41523</c:v>
                </c:pt>
                <c:pt idx="2873">
                  <c:v>41526</c:v>
                </c:pt>
                <c:pt idx="2874">
                  <c:v>41527</c:v>
                </c:pt>
                <c:pt idx="2875">
                  <c:v>41528</c:v>
                </c:pt>
                <c:pt idx="2876">
                  <c:v>41529</c:v>
                </c:pt>
                <c:pt idx="2877">
                  <c:v>41530</c:v>
                </c:pt>
                <c:pt idx="2878">
                  <c:v>41533</c:v>
                </c:pt>
                <c:pt idx="2879">
                  <c:v>41534</c:v>
                </c:pt>
                <c:pt idx="2880">
                  <c:v>41535</c:v>
                </c:pt>
                <c:pt idx="2881">
                  <c:v>41536</c:v>
                </c:pt>
                <c:pt idx="2882">
                  <c:v>41537</c:v>
                </c:pt>
                <c:pt idx="2883">
                  <c:v>41540</c:v>
                </c:pt>
                <c:pt idx="2884">
                  <c:v>41541</c:v>
                </c:pt>
                <c:pt idx="2885">
                  <c:v>41542</c:v>
                </c:pt>
                <c:pt idx="2886">
                  <c:v>41543</c:v>
                </c:pt>
                <c:pt idx="2887">
                  <c:v>41544</c:v>
                </c:pt>
                <c:pt idx="2888">
                  <c:v>41547</c:v>
                </c:pt>
                <c:pt idx="2889">
                  <c:v>41548</c:v>
                </c:pt>
                <c:pt idx="2890">
                  <c:v>41549</c:v>
                </c:pt>
                <c:pt idx="2891">
                  <c:v>41550</c:v>
                </c:pt>
                <c:pt idx="2892">
                  <c:v>41551</c:v>
                </c:pt>
                <c:pt idx="2893">
                  <c:v>41554</c:v>
                </c:pt>
                <c:pt idx="2894">
                  <c:v>41555</c:v>
                </c:pt>
                <c:pt idx="2895">
                  <c:v>41556</c:v>
                </c:pt>
                <c:pt idx="2896">
                  <c:v>41557</c:v>
                </c:pt>
                <c:pt idx="2897">
                  <c:v>41558</c:v>
                </c:pt>
                <c:pt idx="2898">
                  <c:v>41561</c:v>
                </c:pt>
                <c:pt idx="2899">
                  <c:v>41562</c:v>
                </c:pt>
                <c:pt idx="2900">
                  <c:v>41563</c:v>
                </c:pt>
                <c:pt idx="2901">
                  <c:v>41564</c:v>
                </c:pt>
                <c:pt idx="2902">
                  <c:v>41565</c:v>
                </c:pt>
                <c:pt idx="2903">
                  <c:v>41568</c:v>
                </c:pt>
                <c:pt idx="2904">
                  <c:v>41569</c:v>
                </c:pt>
                <c:pt idx="2905">
                  <c:v>41570</c:v>
                </c:pt>
                <c:pt idx="2906">
                  <c:v>41571</c:v>
                </c:pt>
                <c:pt idx="2907">
                  <c:v>41572</c:v>
                </c:pt>
                <c:pt idx="2908">
                  <c:v>41575</c:v>
                </c:pt>
                <c:pt idx="2909">
                  <c:v>41576</c:v>
                </c:pt>
                <c:pt idx="2910">
                  <c:v>41577</c:v>
                </c:pt>
                <c:pt idx="2911">
                  <c:v>41578</c:v>
                </c:pt>
                <c:pt idx="2912">
                  <c:v>41579</c:v>
                </c:pt>
                <c:pt idx="2913">
                  <c:v>41582</c:v>
                </c:pt>
                <c:pt idx="2914">
                  <c:v>41583</c:v>
                </c:pt>
                <c:pt idx="2915">
                  <c:v>41584</c:v>
                </c:pt>
                <c:pt idx="2916">
                  <c:v>41585</c:v>
                </c:pt>
                <c:pt idx="2917">
                  <c:v>41586</c:v>
                </c:pt>
                <c:pt idx="2918">
                  <c:v>41589</c:v>
                </c:pt>
                <c:pt idx="2919">
                  <c:v>41590</c:v>
                </c:pt>
                <c:pt idx="2920">
                  <c:v>41591</c:v>
                </c:pt>
                <c:pt idx="2921">
                  <c:v>41592</c:v>
                </c:pt>
                <c:pt idx="2922">
                  <c:v>41596</c:v>
                </c:pt>
                <c:pt idx="2923">
                  <c:v>41597</c:v>
                </c:pt>
                <c:pt idx="2924">
                  <c:v>41599</c:v>
                </c:pt>
                <c:pt idx="2925">
                  <c:v>41600</c:v>
                </c:pt>
                <c:pt idx="2926">
                  <c:v>41603</c:v>
                </c:pt>
                <c:pt idx="2927">
                  <c:v>41604</c:v>
                </c:pt>
                <c:pt idx="2928">
                  <c:v>41605</c:v>
                </c:pt>
                <c:pt idx="2929">
                  <c:v>41606</c:v>
                </c:pt>
                <c:pt idx="2930">
                  <c:v>41607</c:v>
                </c:pt>
                <c:pt idx="2931">
                  <c:v>41610</c:v>
                </c:pt>
                <c:pt idx="2932">
                  <c:v>41611</c:v>
                </c:pt>
                <c:pt idx="2933">
                  <c:v>41612</c:v>
                </c:pt>
                <c:pt idx="2934">
                  <c:v>41613</c:v>
                </c:pt>
                <c:pt idx="2935">
                  <c:v>41614</c:v>
                </c:pt>
                <c:pt idx="2936">
                  <c:v>41617</c:v>
                </c:pt>
                <c:pt idx="2937">
                  <c:v>41618</c:v>
                </c:pt>
                <c:pt idx="2938">
                  <c:v>41619</c:v>
                </c:pt>
                <c:pt idx="2939">
                  <c:v>41620</c:v>
                </c:pt>
                <c:pt idx="2940">
                  <c:v>41621</c:v>
                </c:pt>
                <c:pt idx="2941">
                  <c:v>41624</c:v>
                </c:pt>
                <c:pt idx="2942">
                  <c:v>41625</c:v>
                </c:pt>
                <c:pt idx="2943">
                  <c:v>41626</c:v>
                </c:pt>
                <c:pt idx="2944">
                  <c:v>41627</c:v>
                </c:pt>
                <c:pt idx="2945">
                  <c:v>41628</c:v>
                </c:pt>
                <c:pt idx="2946">
                  <c:v>41631</c:v>
                </c:pt>
                <c:pt idx="2947">
                  <c:v>41634</c:v>
                </c:pt>
                <c:pt idx="2948">
                  <c:v>41635</c:v>
                </c:pt>
                <c:pt idx="2949">
                  <c:v>41638</c:v>
                </c:pt>
                <c:pt idx="2950">
                  <c:v>41641</c:v>
                </c:pt>
                <c:pt idx="2951">
                  <c:v>41642</c:v>
                </c:pt>
                <c:pt idx="2952">
                  <c:v>41645</c:v>
                </c:pt>
                <c:pt idx="2953">
                  <c:v>41646</c:v>
                </c:pt>
                <c:pt idx="2954">
                  <c:v>41647</c:v>
                </c:pt>
                <c:pt idx="2955">
                  <c:v>41648</c:v>
                </c:pt>
                <c:pt idx="2956">
                  <c:v>41649</c:v>
                </c:pt>
                <c:pt idx="2957">
                  <c:v>41652</c:v>
                </c:pt>
                <c:pt idx="2958">
                  <c:v>41653</c:v>
                </c:pt>
                <c:pt idx="2959">
                  <c:v>41654</c:v>
                </c:pt>
                <c:pt idx="2960">
                  <c:v>41655</c:v>
                </c:pt>
                <c:pt idx="2961">
                  <c:v>41656</c:v>
                </c:pt>
                <c:pt idx="2962">
                  <c:v>41659</c:v>
                </c:pt>
                <c:pt idx="2963">
                  <c:v>41660</c:v>
                </c:pt>
                <c:pt idx="2964">
                  <c:v>41661</c:v>
                </c:pt>
                <c:pt idx="2965">
                  <c:v>41662</c:v>
                </c:pt>
                <c:pt idx="2966">
                  <c:v>41663</c:v>
                </c:pt>
                <c:pt idx="2967">
                  <c:v>41666</c:v>
                </c:pt>
                <c:pt idx="2968">
                  <c:v>41667</c:v>
                </c:pt>
                <c:pt idx="2969">
                  <c:v>41668</c:v>
                </c:pt>
                <c:pt idx="2970">
                  <c:v>41669</c:v>
                </c:pt>
                <c:pt idx="2971">
                  <c:v>41670</c:v>
                </c:pt>
                <c:pt idx="2972">
                  <c:v>41673</c:v>
                </c:pt>
                <c:pt idx="2973">
                  <c:v>41674</c:v>
                </c:pt>
                <c:pt idx="2974">
                  <c:v>41675</c:v>
                </c:pt>
                <c:pt idx="2975">
                  <c:v>41676</c:v>
                </c:pt>
                <c:pt idx="2976">
                  <c:v>41677</c:v>
                </c:pt>
                <c:pt idx="2977">
                  <c:v>41680</c:v>
                </c:pt>
                <c:pt idx="2978">
                  <c:v>41681</c:v>
                </c:pt>
                <c:pt idx="2979">
                  <c:v>41682</c:v>
                </c:pt>
                <c:pt idx="2980">
                  <c:v>41683</c:v>
                </c:pt>
                <c:pt idx="2981">
                  <c:v>41684</c:v>
                </c:pt>
                <c:pt idx="2982">
                  <c:v>41687</c:v>
                </c:pt>
                <c:pt idx="2983">
                  <c:v>41688</c:v>
                </c:pt>
                <c:pt idx="2984">
                  <c:v>41689</c:v>
                </c:pt>
                <c:pt idx="2985">
                  <c:v>41690</c:v>
                </c:pt>
                <c:pt idx="2986">
                  <c:v>41691</c:v>
                </c:pt>
                <c:pt idx="2987">
                  <c:v>41694</c:v>
                </c:pt>
                <c:pt idx="2988">
                  <c:v>41695</c:v>
                </c:pt>
                <c:pt idx="2989">
                  <c:v>41696</c:v>
                </c:pt>
                <c:pt idx="2990">
                  <c:v>41697</c:v>
                </c:pt>
                <c:pt idx="2991">
                  <c:v>41698</c:v>
                </c:pt>
                <c:pt idx="2992">
                  <c:v>41703</c:v>
                </c:pt>
                <c:pt idx="2993">
                  <c:v>41704</c:v>
                </c:pt>
                <c:pt idx="2994">
                  <c:v>41705</c:v>
                </c:pt>
                <c:pt idx="2995">
                  <c:v>41708</c:v>
                </c:pt>
                <c:pt idx="2996">
                  <c:v>41709</c:v>
                </c:pt>
                <c:pt idx="2997">
                  <c:v>41710</c:v>
                </c:pt>
                <c:pt idx="2998">
                  <c:v>41711</c:v>
                </c:pt>
                <c:pt idx="2999">
                  <c:v>41712</c:v>
                </c:pt>
                <c:pt idx="3000">
                  <c:v>41715</c:v>
                </c:pt>
                <c:pt idx="3001">
                  <c:v>41716</c:v>
                </c:pt>
                <c:pt idx="3002">
                  <c:v>41717</c:v>
                </c:pt>
                <c:pt idx="3003">
                  <c:v>41718</c:v>
                </c:pt>
                <c:pt idx="3004">
                  <c:v>41719</c:v>
                </c:pt>
                <c:pt idx="3005">
                  <c:v>41722</c:v>
                </c:pt>
                <c:pt idx="3006">
                  <c:v>41723</c:v>
                </c:pt>
                <c:pt idx="3007">
                  <c:v>41724</c:v>
                </c:pt>
                <c:pt idx="3008">
                  <c:v>41725</c:v>
                </c:pt>
                <c:pt idx="3009">
                  <c:v>41726</c:v>
                </c:pt>
                <c:pt idx="3010">
                  <c:v>41729</c:v>
                </c:pt>
                <c:pt idx="3011">
                  <c:v>41730</c:v>
                </c:pt>
                <c:pt idx="3012">
                  <c:v>41731</c:v>
                </c:pt>
                <c:pt idx="3013">
                  <c:v>41732</c:v>
                </c:pt>
                <c:pt idx="3014">
                  <c:v>41733</c:v>
                </c:pt>
                <c:pt idx="3015">
                  <c:v>41736</c:v>
                </c:pt>
                <c:pt idx="3016">
                  <c:v>41737</c:v>
                </c:pt>
                <c:pt idx="3017">
                  <c:v>41738</c:v>
                </c:pt>
                <c:pt idx="3018">
                  <c:v>41739</c:v>
                </c:pt>
                <c:pt idx="3019">
                  <c:v>41740</c:v>
                </c:pt>
                <c:pt idx="3020">
                  <c:v>41743</c:v>
                </c:pt>
                <c:pt idx="3021">
                  <c:v>41744</c:v>
                </c:pt>
                <c:pt idx="3022">
                  <c:v>41745</c:v>
                </c:pt>
                <c:pt idx="3023">
                  <c:v>41746</c:v>
                </c:pt>
                <c:pt idx="3024">
                  <c:v>41751</c:v>
                </c:pt>
                <c:pt idx="3025">
                  <c:v>41752</c:v>
                </c:pt>
                <c:pt idx="3026">
                  <c:v>41753</c:v>
                </c:pt>
                <c:pt idx="3027">
                  <c:v>41754</c:v>
                </c:pt>
                <c:pt idx="3028">
                  <c:v>41757</c:v>
                </c:pt>
                <c:pt idx="3029">
                  <c:v>41758</c:v>
                </c:pt>
                <c:pt idx="3030">
                  <c:v>41759</c:v>
                </c:pt>
                <c:pt idx="3031">
                  <c:v>41761</c:v>
                </c:pt>
                <c:pt idx="3032">
                  <c:v>41764</c:v>
                </c:pt>
                <c:pt idx="3033">
                  <c:v>41765</c:v>
                </c:pt>
                <c:pt idx="3034">
                  <c:v>41766</c:v>
                </c:pt>
                <c:pt idx="3035">
                  <c:v>41767</c:v>
                </c:pt>
                <c:pt idx="3036">
                  <c:v>41768</c:v>
                </c:pt>
                <c:pt idx="3037">
                  <c:v>41771</c:v>
                </c:pt>
                <c:pt idx="3038">
                  <c:v>41772</c:v>
                </c:pt>
                <c:pt idx="3039">
                  <c:v>41773</c:v>
                </c:pt>
                <c:pt idx="3040">
                  <c:v>41774</c:v>
                </c:pt>
                <c:pt idx="3041">
                  <c:v>41775</c:v>
                </c:pt>
                <c:pt idx="3042">
                  <c:v>41778</c:v>
                </c:pt>
                <c:pt idx="3043">
                  <c:v>41779</c:v>
                </c:pt>
                <c:pt idx="3044">
                  <c:v>41780</c:v>
                </c:pt>
                <c:pt idx="3045">
                  <c:v>41781</c:v>
                </c:pt>
                <c:pt idx="3046">
                  <c:v>41782</c:v>
                </c:pt>
                <c:pt idx="3047">
                  <c:v>41785</c:v>
                </c:pt>
                <c:pt idx="3048">
                  <c:v>41786</c:v>
                </c:pt>
                <c:pt idx="3049">
                  <c:v>41787</c:v>
                </c:pt>
                <c:pt idx="3050">
                  <c:v>41788</c:v>
                </c:pt>
                <c:pt idx="3051">
                  <c:v>41789</c:v>
                </c:pt>
                <c:pt idx="3052">
                  <c:v>41792</c:v>
                </c:pt>
                <c:pt idx="3053">
                  <c:v>41793</c:v>
                </c:pt>
                <c:pt idx="3054">
                  <c:v>41794</c:v>
                </c:pt>
                <c:pt idx="3055">
                  <c:v>41795</c:v>
                </c:pt>
                <c:pt idx="3056">
                  <c:v>41796</c:v>
                </c:pt>
                <c:pt idx="3057">
                  <c:v>41799</c:v>
                </c:pt>
                <c:pt idx="3058">
                  <c:v>41800</c:v>
                </c:pt>
                <c:pt idx="3059">
                  <c:v>41801</c:v>
                </c:pt>
                <c:pt idx="3060">
                  <c:v>41803</c:v>
                </c:pt>
                <c:pt idx="3061">
                  <c:v>41806</c:v>
                </c:pt>
                <c:pt idx="3062">
                  <c:v>41807</c:v>
                </c:pt>
                <c:pt idx="3063">
                  <c:v>41808</c:v>
                </c:pt>
                <c:pt idx="3064">
                  <c:v>41810</c:v>
                </c:pt>
                <c:pt idx="3065">
                  <c:v>41813</c:v>
                </c:pt>
                <c:pt idx="3066">
                  <c:v>41814</c:v>
                </c:pt>
                <c:pt idx="3067">
                  <c:v>41815</c:v>
                </c:pt>
                <c:pt idx="3068">
                  <c:v>41816</c:v>
                </c:pt>
                <c:pt idx="3069">
                  <c:v>41817</c:v>
                </c:pt>
                <c:pt idx="3070">
                  <c:v>41820</c:v>
                </c:pt>
                <c:pt idx="3071">
                  <c:v>41821</c:v>
                </c:pt>
                <c:pt idx="3072">
                  <c:v>41822</c:v>
                </c:pt>
                <c:pt idx="3073">
                  <c:v>41823</c:v>
                </c:pt>
                <c:pt idx="3074">
                  <c:v>41824</c:v>
                </c:pt>
                <c:pt idx="3075">
                  <c:v>41827</c:v>
                </c:pt>
                <c:pt idx="3076">
                  <c:v>41828</c:v>
                </c:pt>
                <c:pt idx="3077">
                  <c:v>41830</c:v>
                </c:pt>
                <c:pt idx="3078">
                  <c:v>41831</c:v>
                </c:pt>
                <c:pt idx="3079">
                  <c:v>41834</c:v>
                </c:pt>
                <c:pt idx="3080">
                  <c:v>41835</c:v>
                </c:pt>
                <c:pt idx="3081">
                  <c:v>41836</c:v>
                </c:pt>
                <c:pt idx="3082">
                  <c:v>41837</c:v>
                </c:pt>
                <c:pt idx="3083">
                  <c:v>41838</c:v>
                </c:pt>
                <c:pt idx="3084">
                  <c:v>41841</c:v>
                </c:pt>
                <c:pt idx="3085">
                  <c:v>41842</c:v>
                </c:pt>
                <c:pt idx="3086">
                  <c:v>41843</c:v>
                </c:pt>
                <c:pt idx="3087">
                  <c:v>41844</c:v>
                </c:pt>
                <c:pt idx="3088">
                  <c:v>41845</c:v>
                </c:pt>
                <c:pt idx="3089">
                  <c:v>41848</c:v>
                </c:pt>
                <c:pt idx="3090">
                  <c:v>41849</c:v>
                </c:pt>
                <c:pt idx="3091">
                  <c:v>41850</c:v>
                </c:pt>
                <c:pt idx="3092">
                  <c:v>41851</c:v>
                </c:pt>
                <c:pt idx="3093">
                  <c:v>41852</c:v>
                </c:pt>
                <c:pt idx="3094">
                  <c:v>41855</c:v>
                </c:pt>
                <c:pt idx="3095">
                  <c:v>41856</c:v>
                </c:pt>
                <c:pt idx="3096">
                  <c:v>41857</c:v>
                </c:pt>
                <c:pt idx="3097">
                  <c:v>41858</c:v>
                </c:pt>
                <c:pt idx="3098">
                  <c:v>41859</c:v>
                </c:pt>
                <c:pt idx="3099">
                  <c:v>41862</c:v>
                </c:pt>
                <c:pt idx="3100">
                  <c:v>41863</c:v>
                </c:pt>
                <c:pt idx="3101">
                  <c:v>41864</c:v>
                </c:pt>
                <c:pt idx="3102">
                  <c:v>41865</c:v>
                </c:pt>
                <c:pt idx="3103">
                  <c:v>41866</c:v>
                </c:pt>
                <c:pt idx="3104">
                  <c:v>41869</c:v>
                </c:pt>
                <c:pt idx="3105">
                  <c:v>41870</c:v>
                </c:pt>
                <c:pt idx="3106">
                  <c:v>41871</c:v>
                </c:pt>
                <c:pt idx="3107">
                  <c:v>41872</c:v>
                </c:pt>
                <c:pt idx="3108">
                  <c:v>41873</c:v>
                </c:pt>
                <c:pt idx="3109">
                  <c:v>41876</c:v>
                </c:pt>
                <c:pt idx="3110">
                  <c:v>41877</c:v>
                </c:pt>
                <c:pt idx="3111">
                  <c:v>41878</c:v>
                </c:pt>
                <c:pt idx="3112">
                  <c:v>41879</c:v>
                </c:pt>
                <c:pt idx="3113">
                  <c:v>41880</c:v>
                </c:pt>
                <c:pt idx="3114">
                  <c:v>41883</c:v>
                </c:pt>
                <c:pt idx="3115">
                  <c:v>41884</c:v>
                </c:pt>
                <c:pt idx="3116">
                  <c:v>41885</c:v>
                </c:pt>
                <c:pt idx="3117">
                  <c:v>41886</c:v>
                </c:pt>
                <c:pt idx="3118">
                  <c:v>41887</c:v>
                </c:pt>
                <c:pt idx="3119">
                  <c:v>41890</c:v>
                </c:pt>
                <c:pt idx="3120">
                  <c:v>41891</c:v>
                </c:pt>
                <c:pt idx="3121">
                  <c:v>41892</c:v>
                </c:pt>
                <c:pt idx="3122">
                  <c:v>41893</c:v>
                </c:pt>
                <c:pt idx="3123">
                  <c:v>41894</c:v>
                </c:pt>
                <c:pt idx="3124">
                  <c:v>41897</c:v>
                </c:pt>
                <c:pt idx="3125">
                  <c:v>41898</c:v>
                </c:pt>
                <c:pt idx="3126">
                  <c:v>41899</c:v>
                </c:pt>
                <c:pt idx="3127">
                  <c:v>41900</c:v>
                </c:pt>
                <c:pt idx="3128">
                  <c:v>41901</c:v>
                </c:pt>
                <c:pt idx="3129">
                  <c:v>41904</c:v>
                </c:pt>
                <c:pt idx="3130">
                  <c:v>41905</c:v>
                </c:pt>
                <c:pt idx="3131">
                  <c:v>41906</c:v>
                </c:pt>
                <c:pt idx="3132">
                  <c:v>41907</c:v>
                </c:pt>
                <c:pt idx="3133">
                  <c:v>41908</c:v>
                </c:pt>
                <c:pt idx="3134">
                  <c:v>41911</c:v>
                </c:pt>
                <c:pt idx="3135">
                  <c:v>41912</c:v>
                </c:pt>
                <c:pt idx="3136">
                  <c:v>41913</c:v>
                </c:pt>
                <c:pt idx="3137">
                  <c:v>41914</c:v>
                </c:pt>
                <c:pt idx="3138">
                  <c:v>41915</c:v>
                </c:pt>
                <c:pt idx="3139">
                  <c:v>41918</c:v>
                </c:pt>
                <c:pt idx="3140">
                  <c:v>41919</c:v>
                </c:pt>
                <c:pt idx="3141">
                  <c:v>41920</c:v>
                </c:pt>
                <c:pt idx="3142">
                  <c:v>41921</c:v>
                </c:pt>
                <c:pt idx="3143">
                  <c:v>41922</c:v>
                </c:pt>
                <c:pt idx="3144">
                  <c:v>41925</c:v>
                </c:pt>
                <c:pt idx="3145">
                  <c:v>41926</c:v>
                </c:pt>
                <c:pt idx="3146">
                  <c:v>41927</c:v>
                </c:pt>
                <c:pt idx="3147">
                  <c:v>41928</c:v>
                </c:pt>
                <c:pt idx="3148">
                  <c:v>41929</c:v>
                </c:pt>
                <c:pt idx="3149">
                  <c:v>41932</c:v>
                </c:pt>
                <c:pt idx="3150">
                  <c:v>41933</c:v>
                </c:pt>
                <c:pt idx="3151">
                  <c:v>41934</c:v>
                </c:pt>
                <c:pt idx="3152">
                  <c:v>41935</c:v>
                </c:pt>
                <c:pt idx="3153">
                  <c:v>41936</c:v>
                </c:pt>
                <c:pt idx="3154">
                  <c:v>41939</c:v>
                </c:pt>
                <c:pt idx="3155">
                  <c:v>41940</c:v>
                </c:pt>
                <c:pt idx="3156">
                  <c:v>41941</c:v>
                </c:pt>
                <c:pt idx="3157">
                  <c:v>41942</c:v>
                </c:pt>
                <c:pt idx="3158">
                  <c:v>41943</c:v>
                </c:pt>
                <c:pt idx="3159">
                  <c:v>41946</c:v>
                </c:pt>
                <c:pt idx="3160">
                  <c:v>41947</c:v>
                </c:pt>
                <c:pt idx="3161">
                  <c:v>41948</c:v>
                </c:pt>
                <c:pt idx="3162">
                  <c:v>41949</c:v>
                </c:pt>
                <c:pt idx="3163">
                  <c:v>41950</c:v>
                </c:pt>
                <c:pt idx="3164">
                  <c:v>41953</c:v>
                </c:pt>
                <c:pt idx="3165">
                  <c:v>41954</c:v>
                </c:pt>
                <c:pt idx="3166">
                  <c:v>41955</c:v>
                </c:pt>
                <c:pt idx="3167">
                  <c:v>41956</c:v>
                </c:pt>
                <c:pt idx="3168">
                  <c:v>41957</c:v>
                </c:pt>
                <c:pt idx="3169">
                  <c:v>41960</c:v>
                </c:pt>
                <c:pt idx="3170">
                  <c:v>41961</c:v>
                </c:pt>
                <c:pt idx="3171">
                  <c:v>41962</c:v>
                </c:pt>
                <c:pt idx="3172">
                  <c:v>41964</c:v>
                </c:pt>
                <c:pt idx="3173">
                  <c:v>41967</c:v>
                </c:pt>
                <c:pt idx="3174">
                  <c:v>41968</c:v>
                </c:pt>
                <c:pt idx="3175">
                  <c:v>41969</c:v>
                </c:pt>
                <c:pt idx="3176">
                  <c:v>41970</c:v>
                </c:pt>
                <c:pt idx="3177">
                  <c:v>41971</c:v>
                </c:pt>
                <c:pt idx="3178">
                  <c:v>41974</c:v>
                </c:pt>
                <c:pt idx="3179">
                  <c:v>41975</c:v>
                </c:pt>
                <c:pt idx="3180">
                  <c:v>41976</c:v>
                </c:pt>
                <c:pt idx="3181">
                  <c:v>41977</c:v>
                </c:pt>
                <c:pt idx="3182">
                  <c:v>41978</c:v>
                </c:pt>
                <c:pt idx="3183">
                  <c:v>41981</c:v>
                </c:pt>
                <c:pt idx="3184">
                  <c:v>41982</c:v>
                </c:pt>
                <c:pt idx="3185">
                  <c:v>41983</c:v>
                </c:pt>
                <c:pt idx="3186">
                  <c:v>41984</c:v>
                </c:pt>
                <c:pt idx="3187">
                  <c:v>41985</c:v>
                </c:pt>
                <c:pt idx="3188">
                  <c:v>41988</c:v>
                </c:pt>
                <c:pt idx="3189">
                  <c:v>41989</c:v>
                </c:pt>
                <c:pt idx="3190">
                  <c:v>41990</c:v>
                </c:pt>
                <c:pt idx="3191">
                  <c:v>41991</c:v>
                </c:pt>
                <c:pt idx="3192">
                  <c:v>41992</c:v>
                </c:pt>
                <c:pt idx="3193">
                  <c:v>41995</c:v>
                </c:pt>
                <c:pt idx="3194">
                  <c:v>41996</c:v>
                </c:pt>
                <c:pt idx="3195">
                  <c:v>41999</c:v>
                </c:pt>
                <c:pt idx="3196">
                  <c:v>42002</c:v>
                </c:pt>
                <c:pt idx="3197">
                  <c:v>42003</c:v>
                </c:pt>
                <c:pt idx="3198">
                  <c:v>42006</c:v>
                </c:pt>
                <c:pt idx="3199">
                  <c:v>42009</c:v>
                </c:pt>
                <c:pt idx="3200">
                  <c:v>42010</c:v>
                </c:pt>
                <c:pt idx="3201">
                  <c:v>42011</c:v>
                </c:pt>
                <c:pt idx="3202">
                  <c:v>42012</c:v>
                </c:pt>
                <c:pt idx="3203">
                  <c:v>42013</c:v>
                </c:pt>
                <c:pt idx="3204">
                  <c:v>42016</c:v>
                </c:pt>
                <c:pt idx="3205">
                  <c:v>42017</c:v>
                </c:pt>
                <c:pt idx="3206">
                  <c:v>42018</c:v>
                </c:pt>
                <c:pt idx="3207">
                  <c:v>42019</c:v>
                </c:pt>
                <c:pt idx="3208">
                  <c:v>42020</c:v>
                </c:pt>
                <c:pt idx="3209">
                  <c:v>42023</c:v>
                </c:pt>
                <c:pt idx="3210">
                  <c:v>42024</c:v>
                </c:pt>
                <c:pt idx="3211">
                  <c:v>42025</c:v>
                </c:pt>
                <c:pt idx="3212">
                  <c:v>42026</c:v>
                </c:pt>
                <c:pt idx="3213">
                  <c:v>42027</c:v>
                </c:pt>
                <c:pt idx="3214">
                  <c:v>42030</c:v>
                </c:pt>
                <c:pt idx="3215">
                  <c:v>42031</c:v>
                </c:pt>
                <c:pt idx="3216">
                  <c:v>42032</c:v>
                </c:pt>
                <c:pt idx="3217">
                  <c:v>42033</c:v>
                </c:pt>
                <c:pt idx="3218">
                  <c:v>42034</c:v>
                </c:pt>
                <c:pt idx="3219">
                  <c:v>42037</c:v>
                </c:pt>
                <c:pt idx="3220">
                  <c:v>42038</c:v>
                </c:pt>
                <c:pt idx="3221">
                  <c:v>42039</c:v>
                </c:pt>
                <c:pt idx="3222">
                  <c:v>42040</c:v>
                </c:pt>
                <c:pt idx="3223">
                  <c:v>42041</c:v>
                </c:pt>
                <c:pt idx="3224">
                  <c:v>42044</c:v>
                </c:pt>
                <c:pt idx="3225">
                  <c:v>42045</c:v>
                </c:pt>
                <c:pt idx="3226">
                  <c:v>42046</c:v>
                </c:pt>
                <c:pt idx="3227">
                  <c:v>42047</c:v>
                </c:pt>
                <c:pt idx="3228">
                  <c:v>42048</c:v>
                </c:pt>
                <c:pt idx="3229">
                  <c:v>42053</c:v>
                </c:pt>
                <c:pt idx="3230">
                  <c:v>42054</c:v>
                </c:pt>
                <c:pt idx="3231">
                  <c:v>42055</c:v>
                </c:pt>
                <c:pt idx="3232">
                  <c:v>42058</c:v>
                </c:pt>
                <c:pt idx="3233">
                  <c:v>42059</c:v>
                </c:pt>
                <c:pt idx="3234">
                  <c:v>42060</c:v>
                </c:pt>
                <c:pt idx="3235">
                  <c:v>42061</c:v>
                </c:pt>
                <c:pt idx="3236">
                  <c:v>42062</c:v>
                </c:pt>
                <c:pt idx="3237">
                  <c:v>42065</c:v>
                </c:pt>
                <c:pt idx="3238">
                  <c:v>42066</c:v>
                </c:pt>
                <c:pt idx="3239">
                  <c:v>42067</c:v>
                </c:pt>
                <c:pt idx="3240">
                  <c:v>42068</c:v>
                </c:pt>
                <c:pt idx="3241">
                  <c:v>42069</c:v>
                </c:pt>
                <c:pt idx="3242">
                  <c:v>42072</c:v>
                </c:pt>
                <c:pt idx="3243">
                  <c:v>42073</c:v>
                </c:pt>
                <c:pt idx="3244">
                  <c:v>42074</c:v>
                </c:pt>
                <c:pt idx="3245">
                  <c:v>42075</c:v>
                </c:pt>
                <c:pt idx="3246">
                  <c:v>42076</c:v>
                </c:pt>
                <c:pt idx="3247">
                  <c:v>42079</c:v>
                </c:pt>
                <c:pt idx="3248">
                  <c:v>42080</c:v>
                </c:pt>
                <c:pt idx="3249">
                  <c:v>42081</c:v>
                </c:pt>
                <c:pt idx="3250">
                  <c:v>42082</c:v>
                </c:pt>
                <c:pt idx="3251">
                  <c:v>42083</c:v>
                </c:pt>
                <c:pt idx="3252">
                  <c:v>42086</c:v>
                </c:pt>
                <c:pt idx="3253">
                  <c:v>42087</c:v>
                </c:pt>
                <c:pt idx="3254">
                  <c:v>42088</c:v>
                </c:pt>
                <c:pt idx="3255">
                  <c:v>42089</c:v>
                </c:pt>
                <c:pt idx="3256">
                  <c:v>42090</c:v>
                </c:pt>
                <c:pt idx="3257">
                  <c:v>42093</c:v>
                </c:pt>
                <c:pt idx="3258">
                  <c:v>42094</c:v>
                </c:pt>
                <c:pt idx="3259">
                  <c:v>42095</c:v>
                </c:pt>
                <c:pt idx="3260">
                  <c:v>42096</c:v>
                </c:pt>
                <c:pt idx="3261">
                  <c:v>42100</c:v>
                </c:pt>
                <c:pt idx="3262">
                  <c:v>42101</c:v>
                </c:pt>
                <c:pt idx="3263">
                  <c:v>42102</c:v>
                </c:pt>
                <c:pt idx="3264">
                  <c:v>42103</c:v>
                </c:pt>
                <c:pt idx="3265">
                  <c:v>42104</c:v>
                </c:pt>
                <c:pt idx="3266">
                  <c:v>42107</c:v>
                </c:pt>
                <c:pt idx="3267">
                  <c:v>42108</c:v>
                </c:pt>
                <c:pt idx="3268">
                  <c:v>42109</c:v>
                </c:pt>
                <c:pt idx="3269">
                  <c:v>42110</c:v>
                </c:pt>
                <c:pt idx="3270">
                  <c:v>42111</c:v>
                </c:pt>
                <c:pt idx="3271">
                  <c:v>42114</c:v>
                </c:pt>
                <c:pt idx="3272">
                  <c:v>42116</c:v>
                </c:pt>
                <c:pt idx="3273">
                  <c:v>42117</c:v>
                </c:pt>
                <c:pt idx="3274">
                  <c:v>42118</c:v>
                </c:pt>
                <c:pt idx="3275">
                  <c:v>42121</c:v>
                </c:pt>
                <c:pt idx="3276">
                  <c:v>42122</c:v>
                </c:pt>
                <c:pt idx="3277">
                  <c:v>42123</c:v>
                </c:pt>
                <c:pt idx="3278">
                  <c:v>42124</c:v>
                </c:pt>
                <c:pt idx="3279">
                  <c:v>42128</c:v>
                </c:pt>
                <c:pt idx="3280">
                  <c:v>42129</c:v>
                </c:pt>
                <c:pt idx="3281">
                  <c:v>42130</c:v>
                </c:pt>
                <c:pt idx="3282">
                  <c:v>42131</c:v>
                </c:pt>
                <c:pt idx="3283">
                  <c:v>42132</c:v>
                </c:pt>
                <c:pt idx="3284">
                  <c:v>42135</c:v>
                </c:pt>
                <c:pt idx="3285">
                  <c:v>42136</c:v>
                </c:pt>
                <c:pt idx="3286">
                  <c:v>42137</c:v>
                </c:pt>
                <c:pt idx="3287">
                  <c:v>42138</c:v>
                </c:pt>
                <c:pt idx="3288">
                  <c:v>42139</c:v>
                </c:pt>
                <c:pt idx="3289">
                  <c:v>42142</c:v>
                </c:pt>
                <c:pt idx="3290">
                  <c:v>42143</c:v>
                </c:pt>
                <c:pt idx="3291">
                  <c:v>42144</c:v>
                </c:pt>
                <c:pt idx="3292">
                  <c:v>42145</c:v>
                </c:pt>
                <c:pt idx="3293">
                  <c:v>42146</c:v>
                </c:pt>
                <c:pt idx="3294">
                  <c:v>42149</c:v>
                </c:pt>
                <c:pt idx="3295">
                  <c:v>42150</c:v>
                </c:pt>
                <c:pt idx="3296">
                  <c:v>42151</c:v>
                </c:pt>
                <c:pt idx="3297">
                  <c:v>42152</c:v>
                </c:pt>
                <c:pt idx="3298">
                  <c:v>42153</c:v>
                </c:pt>
                <c:pt idx="3299">
                  <c:v>42156</c:v>
                </c:pt>
                <c:pt idx="3300">
                  <c:v>42157</c:v>
                </c:pt>
                <c:pt idx="3301">
                  <c:v>42158</c:v>
                </c:pt>
                <c:pt idx="3302">
                  <c:v>42160</c:v>
                </c:pt>
                <c:pt idx="3303">
                  <c:v>42163</c:v>
                </c:pt>
                <c:pt idx="3304">
                  <c:v>42164</c:v>
                </c:pt>
                <c:pt idx="3305">
                  <c:v>42165</c:v>
                </c:pt>
                <c:pt idx="3306">
                  <c:v>42166</c:v>
                </c:pt>
                <c:pt idx="3307">
                  <c:v>42167</c:v>
                </c:pt>
                <c:pt idx="3308">
                  <c:v>42170</c:v>
                </c:pt>
                <c:pt idx="3309">
                  <c:v>42171</c:v>
                </c:pt>
                <c:pt idx="3310">
                  <c:v>42172</c:v>
                </c:pt>
                <c:pt idx="3311">
                  <c:v>42173</c:v>
                </c:pt>
                <c:pt idx="3312">
                  <c:v>42174</c:v>
                </c:pt>
                <c:pt idx="3313">
                  <c:v>42177</c:v>
                </c:pt>
                <c:pt idx="3314">
                  <c:v>42178</c:v>
                </c:pt>
                <c:pt idx="3315">
                  <c:v>42179</c:v>
                </c:pt>
                <c:pt idx="3316">
                  <c:v>42180</c:v>
                </c:pt>
                <c:pt idx="3317">
                  <c:v>42181</c:v>
                </c:pt>
                <c:pt idx="3318">
                  <c:v>42184</c:v>
                </c:pt>
                <c:pt idx="3319">
                  <c:v>42185</c:v>
                </c:pt>
                <c:pt idx="3320">
                  <c:v>42186</c:v>
                </c:pt>
                <c:pt idx="3321">
                  <c:v>42187</c:v>
                </c:pt>
                <c:pt idx="3322">
                  <c:v>42188</c:v>
                </c:pt>
                <c:pt idx="3323">
                  <c:v>42191</c:v>
                </c:pt>
                <c:pt idx="3324">
                  <c:v>42192</c:v>
                </c:pt>
                <c:pt idx="3325">
                  <c:v>42193</c:v>
                </c:pt>
                <c:pt idx="3326">
                  <c:v>42195</c:v>
                </c:pt>
                <c:pt idx="3327">
                  <c:v>42198</c:v>
                </c:pt>
                <c:pt idx="3328">
                  <c:v>42199</c:v>
                </c:pt>
                <c:pt idx="3329">
                  <c:v>42200</c:v>
                </c:pt>
                <c:pt idx="3330">
                  <c:v>42201</c:v>
                </c:pt>
                <c:pt idx="3331">
                  <c:v>42202</c:v>
                </c:pt>
                <c:pt idx="3332">
                  <c:v>42205</c:v>
                </c:pt>
                <c:pt idx="3333">
                  <c:v>42206</c:v>
                </c:pt>
                <c:pt idx="3334">
                  <c:v>42207</c:v>
                </c:pt>
                <c:pt idx="3335">
                  <c:v>42208</c:v>
                </c:pt>
                <c:pt idx="3336">
                  <c:v>42209</c:v>
                </c:pt>
                <c:pt idx="3337">
                  <c:v>42212</c:v>
                </c:pt>
                <c:pt idx="3338">
                  <c:v>42213</c:v>
                </c:pt>
                <c:pt idx="3339">
                  <c:v>42214</c:v>
                </c:pt>
                <c:pt idx="3340">
                  <c:v>42215</c:v>
                </c:pt>
                <c:pt idx="3341">
                  <c:v>42216</c:v>
                </c:pt>
                <c:pt idx="3342">
                  <c:v>42219</c:v>
                </c:pt>
                <c:pt idx="3343">
                  <c:v>42220</c:v>
                </c:pt>
                <c:pt idx="3344">
                  <c:v>42221</c:v>
                </c:pt>
                <c:pt idx="3345">
                  <c:v>42222</c:v>
                </c:pt>
                <c:pt idx="3346">
                  <c:v>42223</c:v>
                </c:pt>
                <c:pt idx="3347">
                  <c:v>42226</c:v>
                </c:pt>
                <c:pt idx="3348">
                  <c:v>42227</c:v>
                </c:pt>
                <c:pt idx="3349">
                  <c:v>42228</c:v>
                </c:pt>
                <c:pt idx="3350">
                  <c:v>42229</c:v>
                </c:pt>
                <c:pt idx="3351">
                  <c:v>42230</c:v>
                </c:pt>
                <c:pt idx="3352">
                  <c:v>42233</c:v>
                </c:pt>
                <c:pt idx="3353">
                  <c:v>42234</c:v>
                </c:pt>
                <c:pt idx="3354">
                  <c:v>42235</c:v>
                </c:pt>
                <c:pt idx="3355">
                  <c:v>42236</c:v>
                </c:pt>
                <c:pt idx="3356">
                  <c:v>42237</c:v>
                </c:pt>
                <c:pt idx="3357">
                  <c:v>42240</c:v>
                </c:pt>
                <c:pt idx="3358">
                  <c:v>42241</c:v>
                </c:pt>
                <c:pt idx="3359">
                  <c:v>42242</c:v>
                </c:pt>
                <c:pt idx="3360">
                  <c:v>42243</c:v>
                </c:pt>
                <c:pt idx="3361">
                  <c:v>42244</c:v>
                </c:pt>
                <c:pt idx="3362">
                  <c:v>42247</c:v>
                </c:pt>
                <c:pt idx="3363">
                  <c:v>42248</c:v>
                </c:pt>
                <c:pt idx="3364">
                  <c:v>42249</c:v>
                </c:pt>
                <c:pt idx="3365">
                  <c:v>42250</c:v>
                </c:pt>
                <c:pt idx="3366">
                  <c:v>42251</c:v>
                </c:pt>
                <c:pt idx="3367">
                  <c:v>42255</c:v>
                </c:pt>
                <c:pt idx="3368">
                  <c:v>42256</c:v>
                </c:pt>
                <c:pt idx="3369">
                  <c:v>42257</c:v>
                </c:pt>
                <c:pt idx="3370">
                  <c:v>42258</c:v>
                </c:pt>
                <c:pt idx="3371">
                  <c:v>42261</c:v>
                </c:pt>
                <c:pt idx="3372">
                  <c:v>42262</c:v>
                </c:pt>
                <c:pt idx="3373">
                  <c:v>42263</c:v>
                </c:pt>
                <c:pt idx="3374">
                  <c:v>42264</c:v>
                </c:pt>
                <c:pt idx="3375">
                  <c:v>42265</c:v>
                </c:pt>
                <c:pt idx="3376">
                  <c:v>42268</c:v>
                </c:pt>
                <c:pt idx="3377">
                  <c:v>42269</c:v>
                </c:pt>
                <c:pt idx="3378">
                  <c:v>42270</c:v>
                </c:pt>
                <c:pt idx="3379">
                  <c:v>42271</c:v>
                </c:pt>
                <c:pt idx="3380">
                  <c:v>42272</c:v>
                </c:pt>
                <c:pt idx="3381">
                  <c:v>42275</c:v>
                </c:pt>
                <c:pt idx="3382">
                  <c:v>42276</c:v>
                </c:pt>
                <c:pt idx="3383">
                  <c:v>42277</c:v>
                </c:pt>
                <c:pt idx="3384">
                  <c:v>42278</c:v>
                </c:pt>
                <c:pt idx="3385">
                  <c:v>42279</c:v>
                </c:pt>
                <c:pt idx="3386">
                  <c:v>42282</c:v>
                </c:pt>
                <c:pt idx="3387">
                  <c:v>42283</c:v>
                </c:pt>
                <c:pt idx="3388">
                  <c:v>42284</c:v>
                </c:pt>
                <c:pt idx="3389">
                  <c:v>42285</c:v>
                </c:pt>
                <c:pt idx="3390">
                  <c:v>42286</c:v>
                </c:pt>
                <c:pt idx="3391">
                  <c:v>42290</c:v>
                </c:pt>
                <c:pt idx="3392">
                  <c:v>42291</c:v>
                </c:pt>
                <c:pt idx="3393">
                  <c:v>42292</c:v>
                </c:pt>
                <c:pt idx="3394">
                  <c:v>42293</c:v>
                </c:pt>
                <c:pt idx="3395">
                  <c:v>42296</c:v>
                </c:pt>
                <c:pt idx="3396">
                  <c:v>42297</c:v>
                </c:pt>
                <c:pt idx="3397">
                  <c:v>42298</c:v>
                </c:pt>
                <c:pt idx="3398">
                  <c:v>42299</c:v>
                </c:pt>
                <c:pt idx="3399">
                  <c:v>42300</c:v>
                </c:pt>
                <c:pt idx="3400">
                  <c:v>42303</c:v>
                </c:pt>
                <c:pt idx="3401">
                  <c:v>42304</c:v>
                </c:pt>
                <c:pt idx="3402">
                  <c:v>42305</c:v>
                </c:pt>
                <c:pt idx="3403">
                  <c:v>42306</c:v>
                </c:pt>
                <c:pt idx="3404">
                  <c:v>42307</c:v>
                </c:pt>
                <c:pt idx="3405">
                  <c:v>42311</c:v>
                </c:pt>
                <c:pt idx="3406">
                  <c:v>42312</c:v>
                </c:pt>
                <c:pt idx="3407">
                  <c:v>42313</c:v>
                </c:pt>
                <c:pt idx="3408">
                  <c:v>42314</c:v>
                </c:pt>
                <c:pt idx="3409">
                  <c:v>42317</c:v>
                </c:pt>
                <c:pt idx="3410">
                  <c:v>42318</c:v>
                </c:pt>
                <c:pt idx="3411">
                  <c:v>42319</c:v>
                </c:pt>
                <c:pt idx="3412">
                  <c:v>42320</c:v>
                </c:pt>
                <c:pt idx="3413">
                  <c:v>42321</c:v>
                </c:pt>
                <c:pt idx="3414">
                  <c:v>42324</c:v>
                </c:pt>
                <c:pt idx="3415">
                  <c:v>42325</c:v>
                </c:pt>
                <c:pt idx="3416">
                  <c:v>42326</c:v>
                </c:pt>
                <c:pt idx="3417">
                  <c:v>42327</c:v>
                </c:pt>
                <c:pt idx="3418">
                  <c:v>42331</c:v>
                </c:pt>
                <c:pt idx="3419">
                  <c:v>42332</c:v>
                </c:pt>
                <c:pt idx="3420">
                  <c:v>42333</c:v>
                </c:pt>
                <c:pt idx="3421">
                  <c:v>42334</c:v>
                </c:pt>
                <c:pt idx="3422">
                  <c:v>42335</c:v>
                </c:pt>
                <c:pt idx="3423">
                  <c:v>42338</c:v>
                </c:pt>
                <c:pt idx="3424">
                  <c:v>42339</c:v>
                </c:pt>
                <c:pt idx="3425">
                  <c:v>42340</c:v>
                </c:pt>
                <c:pt idx="3426">
                  <c:v>42341</c:v>
                </c:pt>
                <c:pt idx="3427">
                  <c:v>42342</c:v>
                </c:pt>
                <c:pt idx="3428">
                  <c:v>42345</c:v>
                </c:pt>
                <c:pt idx="3429">
                  <c:v>42346</c:v>
                </c:pt>
                <c:pt idx="3430">
                  <c:v>42347</c:v>
                </c:pt>
                <c:pt idx="3431">
                  <c:v>42348</c:v>
                </c:pt>
                <c:pt idx="3432">
                  <c:v>42349</c:v>
                </c:pt>
                <c:pt idx="3433">
                  <c:v>42352</c:v>
                </c:pt>
                <c:pt idx="3434">
                  <c:v>42353</c:v>
                </c:pt>
                <c:pt idx="3435">
                  <c:v>42354</c:v>
                </c:pt>
                <c:pt idx="3436">
                  <c:v>42355</c:v>
                </c:pt>
                <c:pt idx="3437">
                  <c:v>42356</c:v>
                </c:pt>
                <c:pt idx="3438">
                  <c:v>42359</c:v>
                </c:pt>
                <c:pt idx="3439">
                  <c:v>42360</c:v>
                </c:pt>
                <c:pt idx="3440">
                  <c:v>42361</c:v>
                </c:pt>
                <c:pt idx="3441">
                  <c:v>42366</c:v>
                </c:pt>
                <c:pt idx="3442">
                  <c:v>42367</c:v>
                </c:pt>
                <c:pt idx="3443">
                  <c:v>42368</c:v>
                </c:pt>
                <c:pt idx="3444">
                  <c:v>42373</c:v>
                </c:pt>
                <c:pt idx="3445">
                  <c:v>42374</c:v>
                </c:pt>
                <c:pt idx="3446">
                  <c:v>42375</c:v>
                </c:pt>
                <c:pt idx="3447">
                  <c:v>42376</c:v>
                </c:pt>
                <c:pt idx="3448">
                  <c:v>42377</c:v>
                </c:pt>
                <c:pt idx="3449">
                  <c:v>42380</c:v>
                </c:pt>
                <c:pt idx="3450">
                  <c:v>42381</c:v>
                </c:pt>
                <c:pt idx="3451">
                  <c:v>42382</c:v>
                </c:pt>
                <c:pt idx="3452">
                  <c:v>42383</c:v>
                </c:pt>
                <c:pt idx="3453">
                  <c:v>42384</c:v>
                </c:pt>
                <c:pt idx="3454">
                  <c:v>42387</c:v>
                </c:pt>
                <c:pt idx="3455">
                  <c:v>42388</c:v>
                </c:pt>
                <c:pt idx="3456">
                  <c:v>42389</c:v>
                </c:pt>
                <c:pt idx="3457">
                  <c:v>42390</c:v>
                </c:pt>
                <c:pt idx="3458">
                  <c:v>42391</c:v>
                </c:pt>
                <c:pt idx="3459">
                  <c:v>42395</c:v>
                </c:pt>
                <c:pt idx="3460">
                  <c:v>42396</c:v>
                </c:pt>
                <c:pt idx="3461">
                  <c:v>42397</c:v>
                </c:pt>
                <c:pt idx="3462">
                  <c:v>42398</c:v>
                </c:pt>
                <c:pt idx="3463">
                  <c:v>42401</c:v>
                </c:pt>
                <c:pt idx="3464">
                  <c:v>42402</c:v>
                </c:pt>
                <c:pt idx="3465">
                  <c:v>42403</c:v>
                </c:pt>
                <c:pt idx="3466">
                  <c:v>42404</c:v>
                </c:pt>
                <c:pt idx="3467">
                  <c:v>42405</c:v>
                </c:pt>
                <c:pt idx="3468">
                  <c:v>42410</c:v>
                </c:pt>
                <c:pt idx="3469">
                  <c:v>42411</c:v>
                </c:pt>
                <c:pt idx="3470">
                  <c:v>42412</c:v>
                </c:pt>
                <c:pt idx="3471">
                  <c:v>42415</c:v>
                </c:pt>
                <c:pt idx="3472">
                  <c:v>42416</c:v>
                </c:pt>
                <c:pt idx="3473">
                  <c:v>42417</c:v>
                </c:pt>
                <c:pt idx="3474">
                  <c:v>42418</c:v>
                </c:pt>
                <c:pt idx="3475">
                  <c:v>42419</c:v>
                </c:pt>
                <c:pt idx="3476">
                  <c:v>42422</c:v>
                </c:pt>
                <c:pt idx="3477">
                  <c:v>42423</c:v>
                </c:pt>
                <c:pt idx="3478">
                  <c:v>42424</c:v>
                </c:pt>
                <c:pt idx="3479">
                  <c:v>42425</c:v>
                </c:pt>
                <c:pt idx="3480">
                  <c:v>42426</c:v>
                </c:pt>
                <c:pt idx="3481">
                  <c:v>42429</c:v>
                </c:pt>
                <c:pt idx="3482">
                  <c:v>42430</c:v>
                </c:pt>
                <c:pt idx="3483">
                  <c:v>42431</c:v>
                </c:pt>
                <c:pt idx="3484">
                  <c:v>42432</c:v>
                </c:pt>
                <c:pt idx="3485">
                  <c:v>42433</c:v>
                </c:pt>
                <c:pt idx="3486">
                  <c:v>42436</c:v>
                </c:pt>
                <c:pt idx="3487">
                  <c:v>42437</c:v>
                </c:pt>
                <c:pt idx="3488">
                  <c:v>42438</c:v>
                </c:pt>
                <c:pt idx="3489">
                  <c:v>42439</c:v>
                </c:pt>
                <c:pt idx="3490">
                  <c:v>42440</c:v>
                </c:pt>
                <c:pt idx="3491">
                  <c:v>42443</c:v>
                </c:pt>
                <c:pt idx="3492">
                  <c:v>42444</c:v>
                </c:pt>
                <c:pt idx="3493">
                  <c:v>42445</c:v>
                </c:pt>
                <c:pt idx="3494">
                  <c:v>42446</c:v>
                </c:pt>
                <c:pt idx="3495">
                  <c:v>42447</c:v>
                </c:pt>
                <c:pt idx="3496">
                  <c:v>42450</c:v>
                </c:pt>
                <c:pt idx="3497">
                  <c:v>42451</c:v>
                </c:pt>
                <c:pt idx="3498">
                  <c:v>42452</c:v>
                </c:pt>
                <c:pt idx="3499">
                  <c:v>42453</c:v>
                </c:pt>
                <c:pt idx="3500">
                  <c:v>42457</c:v>
                </c:pt>
                <c:pt idx="3501">
                  <c:v>42458</c:v>
                </c:pt>
                <c:pt idx="3502">
                  <c:v>42459</c:v>
                </c:pt>
                <c:pt idx="3503">
                  <c:v>42460</c:v>
                </c:pt>
                <c:pt idx="3504">
                  <c:v>42461</c:v>
                </c:pt>
                <c:pt idx="3505">
                  <c:v>42464</c:v>
                </c:pt>
                <c:pt idx="3506">
                  <c:v>42465</c:v>
                </c:pt>
                <c:pt idx="3507">
                  <c:v>42466</c:v>
                </c:pt>
                <c:pt idx="3508">
                  <c:v>42467</c:v>
                </c:pt>
                <c:pt idx="3509">
                  <c:v>42468</c:v>
                </c:pt>
                <c:pt idx="3510">
                  <c:v>42471</c:v>
                </c:pt>
                <c:pt idx="3511">
                  <c:v>42472</c:v>
                </c:pt>
                <c:pt idx="3512">
                  <c:v>42473</c:v>
                </c:pt>
                <c:pt idx="3513">
                  <c:v>42474</c:v>
                </c:pt>
                <c:pt idx="3514">
                  <c:v>42475</c:v>
                </c:pt>
                <c:pt idx="3515">
                  <c:v>42478</c:v>
                </c:pt>
                <c:pt idx="3516">
                  <c:v>42479</c:v>
                </c:pt>
                <c:pt idx="3517">
                  <c:v>42480</c:v>
                </c:pt>
                <c:pt idx="3518">
                  <c:v>42482</c:v>
                </c:pt>
                <c:pt idx="3519">
                  <c:v>42485</c:v>
                </c:pt>
                <c:pt idx="3520">
                  <c:v>42486</c:v>
                </c:pt>
                <c:pt idx="3521">
                  <c:v>42487</c:v>
                </c:pt>
                <c:pt idx="3522">
                  <c:v>42488</c:v>
                </c:pt>
                <c:pt idx="3523">
                  <c:v>42489</c:v>
                </c:pt>
                <c:pt idx="3524">
                  <c:v>42492</c:v>
                </c:pt>
                <c:pt idx="3525">
                  <c:v>42493</c:v>
                </c:pt>
                <c:pt idx="3526">
                  <c:v>42494</c:v>
                </c:pt>
                <c:pt idx="3527">
                  <c:v>42495</c:v>
                </c:pt>
                <c:pt idx="3528">
                  <c:v>42496</c:v>
                </c:pt>
                <c:pt idx="3529">
                  <c:v>42499</c:v>
                </c:pt>
                <c:pt idx="3530">
                  <c:v>42500</c:v>
                </c:pt>
                <c:pt idx="3531">
                  <c:v>42501</c:v>
                </c:pt>
                <c:pt idx="3532">
                  <c:v>42502</c:v>
                </c:pt>
                <c:pt idx="3533">
                  <c:v>42503</c:v>
                </c:pt>
                <c:pt idx="3534">
                  <c:v>42506</c:v>
                </c:pt>
                <c:pt idx="3535">
                  <c:v>42507</c:v>
                </c:pt>
                <c:pt idx="3536">
                  <c:v>42508</c:v>
                </c:pt>
                <c:pt idx="3537">
                  <c:v>42509</c:v>
                </c:pt>
                <c:pt idx="3538">
                  <c:v>42510</c:v>
                </c:pt>
                <c:pt idx="3539">
                  <c:v>42513</c:v>
                </c:pt>
                <c:pt idx="3540">
                  <c:v>42514</c:v>
                </c:pt>
                <c:pt idx="3541">
                  <c:v>42515</c:v>
                </c:pt>
                <c:pt idx="3542">
                  <c:v>42517</c:v>
                </c:pt>
                <c:pt idx="3543">
                  <c:v>42520</c:v>
                </c:pt>
                <c:pt idx="3544">
                  <c:v>42521</c:v>
                </c:pt>
                <c:pt idx="3545">
                  <c:v>42522</c:v>
                </c:pt>
                <c:pt idx="3546">
                  <c:v>42523</c:v>
                </c:pt>
                <c:pt idx="3547">
                  <c:v>42524</c:v>
                </c:pt>
                <c:pt idx="3548">
                  <c:v>42527</c:v>
                </c:pt>
                <c:pt idx="3549">
                  <c:v>42528</c:v>
                </c:pt>
                <c:pt idx="3550">
                  <c:v>42529</c:v>
                </c:pt>
                <c:pt idx="3551">
                  <c:v>42530</c:v>
                </c:pt>
                <c:pt idx="3552">
                  <c:v>42531</c:v>
                </c:pt>
                <c:pt idx="3553">
                  <c:v>42534</c:v>
                </c:pt>
                <c:pt idx="3554">
                  <c:v>42535</c:v>
                </c:pt>
                <c:pt idx="3555">
                  <c:v>42536</c:v>
                </c:pt>
                <c:pt idx="3556">
                  <c:v>42537</c:v>
                </c:pt>
                <c:pt idx="3557">
                  <c:v>42538</c:v>
                </c:pt>
                <c:pt idx="3558">
                  <c:v>42541</c:v>
                </c:pt>
                <c:pt idx="3559">
                  <c:v>42542</c:v>
                </c:pt>
                <c:pt idx="3560">
                  <c:v>42543</c:v>
                </c:pt>
                <c:pt idx="3561">
                  <c:v>42544</c:v>
                </c:pt>
                <c:pt idx="3562">
                  <c:v>42545</c:v>
                </c:pt>
                <c:pt idx="3563">
                  <c:v>42548</c:v>
                </c:pt>
                <c:pt idx="3564">
                  <c:v>42549</c:v>
                </c:pt>
                <c:pt idx="3565">
                  <c:v>42550</c:v>
                </c:pt>
                <c:pt idx="3566">
                  <c:v>42551</c:v>
                </c:pt>
                <c:pt idx="3567">
                  <c:v>42552</c:v>
                </c:pt>
                <c:pt idx="3568">
                  <c:v>42555</c:v>
                </c:pt>
                <c:pt idx="3569">
                  <c:v>42556</c:v>
                </c:pt>
                <c:pt idx="3570">
                  <c:v>42557</c:v>
                </c:pt>
                <c:pt idx="3571">
                  <c:v>42558</c:v>
                </c:pt>
                <c:pt idx="3572">
                  <c:v>42559</c:v>
                </c:pt>
                <c:pt idx="3573">
                  <c:v>42562</c:v>
                </c:pt>
                <c:pt idx="3574">
                  <c:v>42563</c:v>
                </c:pt>
                <c:pt idx="3575">
                  <c:v>42564</c:v>
                </c:pt>
                <c:pt idx="3576">
                  <c:v>42565</c:v>
                </c:pt>
                <c:pt idx="3577">
                  <c:v>42566</c:v>
                </c:pt>
                <c:pt idx="3578">
                  <c:v>42569</c:v>
                </c:pt>
                <c:pt idx="3579">
                  <c:v>42570</c:v>
                </c:pt>
                <c:pt idx="3580">
                  <c:v>42571</c:v>
                </c:pt>
                <c:pt idx="3581">
                  <c:v>42572</c:v>
                </c:pt>
                <c:pt idx="3582">
                  <c:v>42573</c:v>
                </c:pt>
                <c:pt idx="3583">
                  <c:v>42576</c:v>
                </c:pt>
                <c:pt idx="3584">
                  <c:v>42577</c:v>
                </c:pt>
                <c:pt idx="3585">
                  <c:v>42578</c:v>
                </c:pt>
                <c:pt idx="3586">
                  <c:v>42579</c:v>
                </c:pt>
                <c:pt idx="3587">
                  <c:v>42580</c:v>
                </c:pt>
                <c:pt idx="3588">
                  <c:v>42583</c:v>
                </c:pt>
                <c:pt idx="3589">
                  <c:v>42584</c:v>
                </c:pt>
                <c:pt idx="3590">
                  <c:v>42585</c:v>
                </c:pt>
                <c:pt idx="3591">
                  <c:v>42586</c:v>
                </c:pt>
                <c:pt idx="3592">
                  <c:v>42587</c:v>
                </c:pt>
                <c:pt idx="3593">
                  <c:v>42590</c:v>
                </c:pt>
                <c:pt idx="3594">
                  <c:v>42591</c:v>
                </c:pt>
                <c:pt idx="3595">
                  <c:v>42592</c:v>
                </c:pt>
                <c:pt idx="3596">
                  <c:v>42593</c:v>
                </c:pt>
                <c:pt idx="3597">
                  <c:v>42594</c:v>
                </c:pt>
                <c:pt idx="3598">
                  <c:v>42597</c:v>
                </c:pt>
                <c:pt idx="3599">
                  <c:v>42598</c:v>
                </c:pt>
                <c:pt idx="3600">
                  <c:v>42599</c:v>
                </c:pt>
                <c:pt idx="3601">
                  <c:v>42600</c:v>
                </c:pt>
                <c:pt idx="3602">
                  <c:v>42601</c:v>
                </c:pt>
                <c:pt idx="3603">
                  <c:v>42604</c:v>
                </c:pt>
                <c:pt idx="3604">
                  <c:v>42605</c:v>
                </c:pt>
                <c:pt idx="3605">
                  <c:v>42606</c:v>
                </c:pt>
                <c:pt idx="3606">
                  <c:v>42607</c:v>
                </c:pt>
                <c:pt idx="3607">
                  <c:v>42608</c:v>
                </c:pt>
                <c:pt idx="3608">
                  <c:v>42611</c:v>
                </c:pt>
                <c:pt idx="3609">
                  <c:v>42612</c:v>
                </c:pt>
                <c:pt idx="3610">
                  <c:v>42613</c:v>
                </c:pt>
                <c:pt idx="3611">
                  <c:v>42614</c:v>
                </c:pt>
                <c:pt idx="3612">
                  <c:v>42615</c:v>
                </c:pt>
                <c:pt idx="3613">
                  <c:v>42618</c:v>
                </c:pt>
                <c:pt idx="3614">
                  <c:v>42619</c:v>
                </c:pt>
                <c:pt idx="3615">
                  <c:v>42621</c:v>
                </c:pt>
                <c:pt idx="3616">
                  <c:v>42622</c:v>
                </c:pt>
                <c:pt idx="3617">
                  <c:v>42625</c:v>
                </c:pt>
                <c:pt idx="3618">
                  <c:v>42626</c:v>
                </c:pt>
                <c:pt idx="3619">
                  <c:v>42627</c:v>
                </c:pt>
                <c:pt idx="3620">
                  <c:v>42628</c:v>
                </c:pt>
                <c:pt idx="3621">
                  <c:v>42629</c:v>
                </c:pt>
                <c:pt idx="3622">
                  <c:v>42632</c:v>
                </c:pt>
                <c:pt idx="3623">
                  <c:v>42633</c:v>
                </c:pt>
                <c:pt idx="3624">
                  <c:v>42634</c:v>
                </c:pt>
                <c:pt idx="3625">
                  <c:v>42635</c:v>
                </c:pt>
                <c:pt idx="3626">
                  <c:v>42636</c:v>
                </c:pt>
                <c:pt idx="3627">
                  <c:v>42639</c:v>
                </c:pt>
                <c:pt idx="3628">
                  <c:v>42640</c:v>
                </c:pt>
                <c:pt idx="3629">
                  <c:v>42641</c:v>
                </c:pt>
                <c:pt idx="3630">
                  <c:v>42642</c:v>
                </c:pt>
                <c:pt idx="3631">
                  <c:v>42643</c:v>
                </c:pt>
                <c:pt idx="3632">
                  <c:v>42646</c:v>
                </c:pt>
                <c:pt idx="3633">
                  <c:v>42647</c:v>
                </c:pt>
                <c:pt idx="3634">
                  <c:v>42648</c:v>
                </c:pt>
                <c:pt idx="3635">
                  <c:v>42649</c:v>
                </c:pt>
                <c:pt idx="3636">
                  <c:v>42650</c:v>
                </c:pt>
                <c:pt idx="3637">
                  <c:v>42653</c:v>
                </c:pt>
                <c:pt idx="3638">
                  <c:v>42654</c:v>
                </c:pt>
                <c:pt idx="3639">
                  <c:v>42656</c:v>
                </c:pt>
                <c:pt idx="3640">
                  <c:v>42657</c:v>
                </c:pt>
                <c:pt idx="3641">
                  <c:v>42660</c:v>
                </c:pt>
                <c:pt idx="3642">
                  <c:v>42661</c:v>
                </c:pt>
                <c:pt idx="3643">
                  <c:v>42662</c:v>
                </c:pt>
                <c:pt idx="3644">
                  <c:v>42663</c:v>
                </c:pt>
                <c:pt idx="3645">
                  <c:v>42664</c:v>
                </c:pt>
                <c:pt idx="3646">
                  <c:v>42667</c:v>
                </c:pt>
                <c:pt idx="3647">
                  <c:v>42668</c:v>
                </c:pt>
                <c:pt idx="3648">
                  <c:v>42669</c:v>
                </c:pt>
                <c:pt idx="3649">
                  <c:v>42670</c:v>
                </c:pt>
                <c:pt idx="3650">
                  <c:v>42671</c:v>
                </c:pt>
                <c:pt idx="3651">
                  <c:v>42674</c:v>
                </c:pt>
                <c:pt idx="3652">
                  <c:v>42675</c:v>
                </c:pt>
                <c:pt idx="3653">
                  <c:v>42677</c:v>
                </c:pt>
                <c:pt idx="3654">
                  <c:v>42678</c:v>
                </c:pt>
                <c:pt idx="3655">
                  <c:v>42681</c:v>
                </c:pt>
                <c:pt idx="3656">
                  <c:v>42682</c:v>
                </c:pt>
                <c:pt idx="3657">
                  <c:v>42683</c:v>
                </c:pt>
                <c:pt idx="3658">
                  <c:v>42684</c:v>
                </c:pt>
                <c:pt idx="3659">
                  <c:v>42685</c:v>
                </c:pt>
                <c:pt idx="3660">
                  <c:v>42688</c:v>
                </c:pt>
                <c:pt idx="3661">
                  <c:v>42690</c:v>
                </c:pt>
                <c:pt idx="3662">
                  <c:v>42691</c:v>
                </c:pt>
                <c:pt idx="3663">
                  <c:v>42692</c:v>
                </c:pt>
                <c:pt idx="3664">
                  <c:v>42695</c:v>
                </c:pt>
                <c:pt idx="3665">
                  <c:v>42696</c:v>
                </c:pt>
                <c:pt idx="3666">
                  <c:v>42697</c:v>
                </c:pt>
                <c:pt idx="3667">
                  <c:v>42698</c:v>
                </c:pt>
                <c:pt idx="3668">
                  <c:v>42699</c:v>
                </c:pt>
                <c:pt idx="3669">
                  <c:v>42702</c:v>
                </c:pt>
                <c:pt idx="3670">
                  <c:v>42703</c:v>
                </c:pt>
                <c:pt idx="3671">
                  <c:v>42704</c:v>
                </c:pt>
                <c:pt idx="3672">
                  <c:v>42705</c:v>
                </c:pt>
                <c:pt idx="3673">
                  <c:v>42706</c:v>
                </c:pt>
                <c:pt idx="3674">
                  <c:v>42709</c:v>
                </c:pt>
                <c:pt idx="3675">
                  <c:v>42710</c:v>
                </c:pt>
                <c:pt idx="3676">
                  <c:v>42711</c:v>
                </c:pt>
                <c:pt idx="3677">
                  <c:v>42712</c:v>
                </c:pt>
                <c:pt idx="3678">
                  <c:v>42713</c:v>
                </c:pt>
                <c:pt idx="3679">
                  <c:v>42716</c:v>
                </c:pt>
                <c:pt idx="3680">
                  <c:v>42717</c:v>
                </c:pt>
                <c:pt idx="3681">
                  <c:v>42718</c:v>
                </c:pt>
                <c:pt idx="3682">
                  <c:v>42719</c:v>
                </c:pt>
                <c:pt idx="3683">
                  <c:v>42720</c:v>
                </c:pt>
                <c:pt idx="3684">
                  <c:v>42723</c:v>
                </c:pt>
                <c:pt idx="3685">
                  <c:v>42724</c:v>
                </c:pt>
                <c:pt idx="3686">
                  <c:v>42725</c:v>
                </c:pt>
                <c:pt idx="3687">
                  <c:v>42726</c:v>
                </c:pt>
                <c:pt idx="3688">
                  <c:v>42727</c:v>
                </c:pt>
                <c:pt idx="3689">
                  <c:v>42730</c:v>
                </c:pt>
                <c:pt idx="3690">
                  <c:v>42731</c:v>
                </c:pt>
                <c:pt idx="3691">
                  <c:v>42732</c:v>
                </c:pt>
                <c:pt idx="3692">
                  <c:v>42733</c:v>
                </c:pt>
                <c:pt idx="3693">
                  <c:v>42737</c:v>
                </c:pt>
                <c:pt idx="3694">
                  <c:v>42738</c:v>
                </c:pt>
                <c:pt idx="3695">
                  <c:v>42739</c:v>
                </c:pt>
                <c:pt idx="3696">
                  <c:v>42740</c:v>
                </c:pt>
                <c:pt idx="3697">
                  <c:v>42741</c:v>
                </c:pt>
                <c:pt idx="3698">
                  <c:v>42744</c:v>
                </c:pt>
                <c:pt idx="3699">
                  <c:v>42745</c:v>
                </c:pt>
                <c:pt idx="3700">
                  <c:v>42746</c:v>
                </c:pt>
                <c:pt idx="3701">
                  <c:v>42747</c:v>
                </c:pt>
                <c:pt idx="3702">
                  <c:v>42748</c:v>
                </c:pt>
                <c:pt idx="3703">
                  <c:v>42751</c:v>
                </c:pt>
                <c:pt idx="3704">
                  <c:v>42752</c:v>
                </c:pt>
                <c:pt idx="3705">
                  <c:v>42753</c:v>
                </c:pt>
                <c:pt idx="3706">
                  <c:v>42754</c:v>
                </c:pt>
                <c:pt idx="3707">
                  <c:v>42755</c:v>
                </c:pt>
                <c:pt idx="3708">
                  <c:v>42758</c:v>
                </c:pt>
                <c:pt idx="3709">
                  <c:v>42759</c:v>
                </c:pt>
                <c:pt idx="3710">
                  <c:v>42761</c:v>
                </c:pt>
                <c:pt idx="3711">
                  <c:v>42762</c:v>
                </c:pt>
                <c:pt idx="3712">
                  <c:v>42765</c:v>
                </c:pt>
                <c:pt idx="3713">
                  <c:v>42766</c:v>
                </c:pt>
                <c:pt idx="3714">
                  <c:v>42767</c:v>
                </c:pt>
                <c:pt idx="3715">
                  <c:v>42768</c:v>
                </c:pt>
                <c:pt idx="3716">
                  <c:v>42769</c:v>
                </c:pt>
                <c:pt idx="3717">
                  <c:v>42772</c:v>
                </c:pt>
                <c:pt idx="3718">
                  <c:v>42773</c:v>
                </c:pt>
                <c:pt idx="3719">
                  <c:v>42774</c:v>
                </c:pt>
                <c:pt idx="3720">
                  <c:v>42775</c:v>
                </c:pt>
                <c:pt idx="3721">
                  <c:v>42776</c:v>
                </c:pt>
                <c:pt idx="3722">
                  <c:v>42779</c:v>
                </c:pt>
                <c:pt idx="3723">
                  <c:v>42780</c:v>
                </c:pt>
                <c:pt idx="3724">
                  <c:v>42781</c:v>
                </c:pt>
                <c:pt idx="3725">
                  <c:v>42782</c:v>
                </c:pt>
                <c:pt idx="3726">
                  <c:v>42783</c:v>
                </c:pt>
                <c:pt idx="3727">
                  <c:v>42786</c:v>
                </c:pt>
                <c:pt idx="3728">
                  <c:v>42787</c:v>
                </c:pt>
                <c:pt idx="3729">
                  <c:v>42788</c:v>
                </c:pt>
                <c:pt idx="3730">
                  <c:v>42789</c:v>
                </c:pt>
                <c:pt idx="3731">
                  <c:v>42790</c:v>
                </c:pt>
                <c:pt idx="3732">
                  <c:v>42795</c:v>
                </c:pt>
                <c:pt idx="3733">
                  <c:v>42796</c:v>
                </c:pt>
                <c:pt idx="3734">
                  <c:v>42797</c:v>
                </c:pt>
                <c:pt idx="3735">
                  <c:v>42800</c:v>
                </c:pt>
                <c:pt idx="3736">
                  <c:v>42801</c:v>
                </c:pt>
                <c:pt idx="3737">
                  <c:v>42802</c:v>
                </c:pt>
                <c:pt idx="3738">
                  <c:v>42803</c:v>
                </c:pt>
                <c:pt idx="3739">
                  <c:v>42804</c:v>
                </c:pt>
                <c:pt idx="3740">
                  <c:v>42807</c:v>
                </c:pt>
                <c:pt idx="3741">
                  <c:v>42808</c:v>
                </c:pt>
                <c:pt idx="3742">
                  <c:v>42809</c:v>
                </c:pt>
                <c:pt idx="3743">
                  <c:v>42810</c:v>
                </c:pt>
                <c:pt idx="3744">
                  <c:v>42811</c:v>
                </c:pt>
                <c:pt idx="3745">
                  <c:v>42814</c:v>
                </c:pt>
                <c:pt idx="3746">
                  <c:v>42815</c:v>
                </c:pt>
                <c:pt idx="3747">
                  <c:v>42816</c:v>
                </c:pt>
                <c:pt idx="3748">
                  <c:v>42817</c:v>
                </c:pt>
                <c:pt idx="3749">
                  <c:v>42818</c:v>
                </c:pt>
                <c:pt idx="3750">
                  <c:v>42821</c:v>
                </c:pt>
                <c:pt idx="3751">
                  <c:v>42822</c:v>
                </c:pt>
                <c:pt idx="3752">
                  <c:v>42823</c:v>
                </c:pt>
                <c:pt idx="3753">
                  <c:v>42824</c:v>
                </c:pt>
                <c:pt idx="3754">
                  <c:v>42825</c:v>
                </c:pt>
                <c:pt idx="3755">
                  <c:v>42828</c:v>
                </c:pt>
                <c:pt idx="3756">
                  <c:v>42829</c:v>
                </c:pt>
                <c:pt idx="3757">
                  <c:v>42830</c:v>
                </c:pt>
                <c:pt idx="3758">
                  <c:v>42831</c:v>
                </c:pt>
                <c:pt idx="3759">
                  <c:v>42832</c:v>
                </c:pt>
                <c:pt idx="3760">
                  <c:v>42835</c:v>
                </c:pt>
                <c:pt idx="3761">
                  <c:v>42836</c:v>
                </c:pt>
                <c:pt idx="3762">
                  <c:v>42837</c:v>
                </c:pt>
                <c:pt idx="3763">
                  <c:v>42838</c:v>
                </c:pt>
                <c:pt idx="3764">
                  <c:v>42842</c:v>
                </c:pt>
                <c:pt idx="3765">
                  <c:v>42843</c:v>
                </c:pt>
                <c:pt idx="3766">
                  <c:v>42844</c:v>
                </c:pt>
                <c:pt idx="3767">
                  <c:v>42845</c:v>
                </c:pt>
                <c:pt idx="3768">
                  <c:v>42849</c:v>
                </c:pt>
                <c:pt idx="3769">
                  <c:v>42850</c:v>
                </c:pt>
                <c:pt idx="3770">
                  <c:v>42851</c:v>
                </c:pt>
                <c:pt idx="3771">
                  <c:v>42852</c:v>
                </c:pt>
                <c:pt idx="3772">
                  <c:v>42853</c:v>
                </c:pt>
                <c:pt idx="3773">
                  <c:v>42857</c:v>
                </c:pt>
                <c:pt idx="3774">
                  <c:v>42858</c:v>
                </c:pt>
                <c:pt idx="3775">
                  <c:v>42859</c:v>
                </c:pt>
                <c:pt idx="3776">
                  <c:v>42860</c:v>
                </c:pt>
                <c:pt idx="3777">
                  <c:v>42863</c:v>
                </c:pt>
                <c:pt idx="3778">
                  <c:v>42864</c:v>
                </c:pt>
                <c:pt idx="3779">
                  <c:v>42865</c:v>
                </c:pt>
                <c:pt idx="3780">
                  <c:v>42866</c:v>
                </c:pt>
                <c:pt idx="3781">
                  <c:v>42867</c:v>
                </c:pt>
                <c:pt idx="3782">
                  <c:v>42870</c:v>
                </c:pt>
                <c:pt idx="3783">
                  <c:v>42871</c:v>
                </c:pt>
                <c:pt idx="3784">
                  <c:v>42872</c:v>
                </c:pt>
                <c:pt idx="3785">
                  <c:v>42873</c:v>
                </c:pt>
                <c:pt idx="3786">
                  <c:v>42874</c:v>
                </c:pt>
                <c:pt idx="3787">
                  <c:v>42877</c:v>
                </c:pt>
                <c:pt idx="3788">
                  <c:v>42878</c:v>
                </c:pt>
                <c:pt idx="3789">
                  <c:v>42879</c:v>
                </c:pt>
                <c:pt idx="3790">
                  <c:v>42880</c:v>
                </c:pt>
                <c:pt idx="3791">
                  <c:v>42881</c:v>
                </c:pt>
                <c:pt idx="3792">
                  <c:v>42884</c:v>
                </c:pt>
                <c:pt idx="3793">
                  <c:v>42885</c:v>
                </c:pt>
                <c:pt idx="3794">
                  <c:v>42886</c:v>
                </c:pt>
                <c:pt idx="3795">
                  <c:v>42887</c:v>
                </c:pt>
                <c:pt idx="3796">
                  <c:v>42888</c:v>
                </c:pt>
                <c:pt idx="3797">
                  <c:v>42891</c:v>
                </c:pt>
                <c:pt idx="3798">
                  <c:v>42892</c:v>
                </c:pt>
                <c:pt idx="3799">
                  <c:v>42893</c:v>
                </c:pt>
                <c:pt idx="3800">
                  <c:v>42894</c:v>
                </c:pt>
                <c:pt idx="3801">
                  <c:v>42895</c:v>
                </c:pt>
                <c:pt idx="3802">
                  <c:v>42898</c:v>
                </c:pt>
                <c:pt idx="3803">
                  <c:v>42899</c:v>
                </c:pt>
                <c:pt idx="3804">
                  <c:v>42900</c:v>
                </c:pt>
                <c:pt idx="3805">
                  <c:v>42902</c:v>
                </c:pt>
                <c:pt idx="3806">
                  <c:v>42905</c:v>
                </c:pt>
                <c:pt idx="3807">
                  <c:v>42906</c:v>
                </c:pt>
                <c:pt idx="3808">
                  <c:v>42907</c:v>
                </c:pt>
                <c:pt idx="3809">
                  <c:v>42908</c:v>
                </c:pt>
                <c:pt idx="3810">
                  <c:v>42909</c:v>
                </c:pt>
                <c:pt idx="3811">
                  <c:v>42912</c:v>
                </c:pt>
                <c:pt idx="3812">
                  <c:v>42913</c:v>
                </c:pt>
                <c:pt idx="3813">
                  <c:v>42914</c:v>
                </c:pt>
                <c:pt idx="3814">
                  <c:v>42915</c:v>
                </c:pt>
                <c:pt idx="3815">
                  <c:v>42916</c:v>
                </c:pt>
                <c:pt idx="3816">
                  <c:v>42919</c:v>
                </c:pt>
                <c:pt idx="3817">
                  <c:v>42920</c:v>
                </c:pt>
                <c:pt idx="3818">
                  <c:v>42921</c:v>
                </c:pt>
                <c:pt idx="3819">
                  <c:v>42922</c:v>
                </c:pt>
                <c:pt idx="3820">
                  <c:v>42923</c:v>
                </c:pt>
                <c:pt idx="3821">
                  <c:v>42926</c:v>
                </c:pt>
                <c:pt idx="3822">
                  <c:v>42927</c:v>
                </c:pt>
                <c:pt idx="3823">
                  <c:v>42928</c:v>
                </c:pt>
                <c:pt idx="3824">
                  <c:v>42929</c:v>
                </c:pt>
                <c:pt idx="3825">
                  <c:v>42930</c:v>
                </c:pt>
                <c:pt idx="3826">
                  <c:v>42933</c:v>
                </c:pt>
                <c:pt idx="3827">
                  <c:v>42934</c:v>
                </c:pt>
                <c:pt idx="3828">
                  <c:v>42935</c:v>
                </c:pt>
                <c:pt idx="3829">
                  <c:v>42936</c:v>
                </c:pt>
                <c:pt idx="3830">
                  <c:v>42937</c:v>
                </c:pt>
                <c:pt idx="3831">
                  <c:v>42940</c:v>
                </c:pt>
                <c:pt idx="3832">
                  <c:v>42941</c:v>
                </c:pt>
                <c:pt idx="3833">
                  <c:v>42942</c:v>
                </c:pt>
                <c:pt idx="3834">
                  <c:v>42943</c:v>
                </c:pt>
                <c:pt idx="3835">
                  <c:v>42944</c:v>
                </c:pt>
                <c:pt idx="3836">
                  <c:v>42947</c:v>
                </c:pt>
                <c:pt idx="3837">
                  <c:v>42948</c:v>
                </c:pt>
                <c:pt idx="3838">
                  <c:v>42949</c:v>
                </c:pt>
                <c:pt idx="3839">
                  <c:v>42950</c:v>
                </c:pt>
                <c:pt idx="3840">
                  <c:v>42951</c:v>
                </c:pt>
                <c:pt idx="3841">
                  <c:v>42954</c:v>
                </c:pt>
                <c:pt idx="3842">
                  <c:v>42955</c:v>
                </c:pt>
                <c:pt idx="3843">
                  <c:v>42956</c:v>
                </c:pt>
                <c:pt idx="3844">
                  <c:v>42957</c:v>
                </c:pt>
                <c:pt idx="3845">
                  <c:v>42958</c:v>
                </c:pt>
                <c:pt idx="3846">
                  <c:v>42961</c:v>
                </c:pt>
                <c:pt idx="3847">
                  <c:v>42962</c:v>
                </c:pt>
                <c:pt idx="3848">
                  <c:v>42963</c:v>
                </c:pt>
                <c:pt idx="3849">
                  <c:v>42964</c:v>
                </c:pt>
                <c:pt idx="3850">
                  <c:v>42965</c:v>
                </c:pt>
                <c:pt idx="3851">
                  <c:v>42968</c:v>
                </c:pt>
                <c:pt idx="3852">
                  <c:v>42969</c:v>
                </c:pt>
                <c:pt idx="3853">
                  <c:v>42970</c:v>
                </c:pt>
                <c:pt idx="3854">
                  <c:v>42971</c:v>
                </c:pt>
                <c:pt idx="3855">
                  <c:v>42972</c:v>
                </c:pt>
                <c:pt idx="3856">
                  <c:v>42975</c:v>
                </c:pt>
                <c:pt idx="3857">
                  <c:v>42976</c:v>
                </c:pt>
                <c:pt idx="3858">
                  <c:v>42977</c:v>
                </c:pt>
                <c:pt idx="3859">
                  <c:v>42978</c:v>
                </c:pt>
                <c:pt idx="3860">
                  <c:v>42979</c:v>
                </c:pt>
                <c:pt idx="3861">
                  <c:v>42982</c:v>
                </c:pt>
                <c:pt idx="3862">
                  <c:v>42983</c:v>
                </c:pt>
                <c:pt idx="3863">
                  <c:v>42984</c:v>
                </c:pt>
                <c:pt idx="3864">
                  <c:v>42986</c:v>
                </c:pt>
                <c:pt idx="3865">
                  <c:v>42989</c:v>
                </c:pt>
                <c:pt idx="3866">
                  <c:v>42990</c:v>
                </c:pt>
                <c:pt idx="3867">
                  <c:v>42991</c:v>
                </c:pt>
                <c:pt idx="3868">
                  <c:v>42992</c:v>
                </c:pt>
                <c:pt idx="3869">
                  <c:v>42993</c:v>
                </c:pt>
                <c:pt idx="3870">
                  <c:v>42996</c:v>
                </c:pt>
                <c:pt idx="3871">
                  <c:v>42997</c:v>
                </c:pt>
                <c:pt idx="3872">
                  <c:v>42998</c:v>
                </c:pt>
                <c:pt idx="3873">
                  <c:v>42999</c:v>
                </c:pt>
                <c:pt idx="3874">
                  <c:v>43000</c:v>
                </c:pt>
                <c:pt idx="3875">
                  <c:v>43003</c:v>
                </c:pt>
                <c:pt idx="3876">
                  <c:v>43004</c:v>
                </c:pt>
                <c:pt idx="3877">
                  <c:v>43005</c:v>
                </c:pt>
                <c:pt idx="3878">
                  <c:v>43006</c:v>
                </c:pt>
                <c:pt idx="3879">
                  <c:v>43007</c:v>
                </c:pt>
                <c:pt idx="3880">
                  <c:v>43010</c:v>
                </c:pt>
                <c:pt idx="3881">
                  <c:v>43011</c:v>
                </c:pt>
                <c:pt idx="3882">
                  <c:v>43012</c:v>
                </c:pt>
                <c:pt idx="3883">
                  <c:v>43013</c:v>
                </c:pt>
                <c:pt idx="3884">
                  <c:v>43014</c:v>
                </c:pt>
                <c:pt idx="3885">
                  <c:v>43017</c:v>
                </c:pt>
                <c:pt idx="3886">
                  <c:v>43018</c:v>
                </c:pt>
                <c:pt idx="3887">
                  <c:v>43019</c:v>
                </c:pt>
                <c:pt idx="3888">
                  <c:v>43021</c:v>
                </c:pt>
                <c:pt idx="3889">
                  <c:v>43024</c:v>
                </c:pt>
                <c:pt idx="3890">
                  <c:v>43025</c:v>
                </c:pt>
                <c:pt idx="3891">
                  <c:v>43026</c:v>
                </c:pt>
                <c:pt idx="3892">
                  <c:v>43027</c:v>
                </c:pt>
                <c:pt idx="3893">
                  <c:v>43028</c:v>
                </c:pt>
                <c:pt idx="3894">
                  <c:v>43031</c:v>
                </c:pt>
                <c:pt idx="3895">
                  <c:v>43032</c:v>
                </c:pt>
                <c:pt idx="3896">
                  <c:v>43033</c:v>
                </c:pt>
                <c:pt idx="3897">
                  <c:v>43034</c:v>
                </c:pt>
                <c:pt idx="3898">
                  <c:v>43035</c:v>
                </c:pt>
                <c:pt idx="3899">
                  <c:v>43038</c:v>
                </c:pt>
                <c:pt idx="3900">
                  <c:v>43039</c:v>
                </c:pt>
                <c:pt idx="3901">
                  <c:v>43040</c:v>
                </c:pt>
                <c:pt idx="3902">
                  <c:v>43042</c:v>
                </c:pt>
                <c:pt idx="3903">
                  <c:v>43045</c:v>
                </c:pt>
                <c:pt idx="3904">
                  <c:v>43046</c:v>
                </c:pt>
                <c:pt idx="3905">
                  <c:v>43047</c:v>
                </c:pt>
                <c:pt idx="3906">
                  <c:v>43048</c:v>
                </c:pt>
                <c:pt idx="3907">
                  <c:v>43049</c:v>
                </c:pt>
                <c:pt idx="3908">
                  <c:v>43052</c:v>
                </c:pt>
                <c:pt idx="3909">
                  <c:v>43053</c:v>
                </c:pt>
                <c:pt idx="3910">
                  <c:v>43055</c:v>
                </c:pt>
                <c:pt idx="3911">
                  <c:v>43056</c:v>
                </c:pt>
                <c:pt idx="3912">
                  <c:v>43060</c:v>
                </c:pt>
                <c:pt idx="3913">
                  <c:v>43061</c:v>
                </c:pt>
                <c:pt idx="3914">
                  <c:v>43062</c:v>
                </c:pt>
                <c:pt idx="3915">
                  <c:v>43063</c:v>
                </c:pt>
                <c:pt idx="3916">
                  <c:v>43066</c:v>
                </c:pt>
                <c:pt idx="3917">
                  <c:v>43067</c:v>
                </c:pt>
                <c:pt idx="3918">
                  <c:v>43068</c:v>
                </c:pt>
                <c:pt idx="3919">
                  <c:v>43069</c:v>
                </c:pt>
                <c:pt idx="3920">
                  <c:v>43070</c:v>
                </c:pt>
                <c:pt idx="3921">
                  <c:v>43073</c:v>
                </c:pt>
                <c:pt idx="3922">
                  <c:v>43074</c:v>
                </c:pt>
                <c:pt idx="3923">
                  <c:v>43075</c:v>
                </c:pt>
                <c:pt idx="3924">
                  <c:v>43076</c:v>
                </c:pt>
                <c:pt idx="3925">
                  <c:v>43077</c:v>
                </c:pt>
                <c:pt idx="3926">
                  <c:v>43080</c:v>
                </c:pt>
                <c:pt idx="3927">
                  <c:v>43081</c:v>
                </c:pt>
                <c:pt idx="3928">
                  <c:v>43082</c:v>
                </c:pt>
                <c:pt idx="3929">
                  <c:v>43083</c:v>
                </c:pt>
                <c:pt idx="3930">
                  <c:v>43084</c:v>
                </c:pt>
                <c:pt idx="3931">
                  <c:v>43087</c:v>
                </c:pt>
                <c:pt idx="3932">
                  <c:v>43088</c:v>
                </c:pt>
                <c:pt idx="3933">
                  <c:v>43089</c:v>
                </c:pt>
                <c:pt idx="3934">
                  <c:v>43090</c:v>
                </c:pt>
                <c:pt idx="3935">
                  <c:v>43091</c:v>
                </c:pt>
                <c:pt idx="3936">
                  <c:v>43095</c:v>
                </c:pt>
                <c:pt idx="3937">
                  <c:v>43096</c:v>
                </c:pt>
                <c:pt idx="3938">
                  <c:v>43097</c:v>
                </c:pt>
                <c:pt idx="3939">
                  <c:v>43102</c:v>
                </c:pt>
                <c:pt idx="3940">
                  <c:v>43103</c:v>
                </c:pt>
                <c:pt idx="3941">
                  <c:v>43104</c:v>
                </c:pt>
                <c:pt idx="3942">
                  <c:v>43105</c:v>
                </c:pt>
                <c:pt idx="3943">
                  <c:v>43108</c:v>
                </c:pt>
                <c:pt idx="3944">
                  <c:v>43109</c:v>
                </c:pt>
                <c:pt idx="3945">
                  <c:v>43110</c:v>
                </c:pt>
                <c:pt idx="3946">
                  <c:v>43111</c:v>
                </c:pt>
                <c:pt idx="3947">
                  <c:v>43112</c:v>
                </c:pt>
                <c:pt idx="3948">
                  <c:v>43115</c:v>
                </c:pt>
                <c:pt idx="3949">
                  <c:v>43116</c:v>
                </c:pt>
                <c:pt idx="3950">
                  <c:v>43117</c:v>
                </c:pt>
                <c:pt idx="3951">
                  <c:v>43118</c:v>
                </c:pt>
                <c:pt idx="3952">
                  <c:v>43119</c:v>
                </c:pt>
                <c:pt idx="3953">
                  <c:v>43122</c:v>
                </c:pt>
                <c:pt idx="3954">
                  <c:v>43123</c:v>
                </c:pt>
                <c:pt idx="3955">
                  <c:v>43124</c:v>
                </c:pt>
                <c:pt idx="3956">
                  <c:v>43126</c:v>
                </c:pt>
                <c:pt idx="3957">
                  <c:v>43129</c:v>
                </c:pt>
                <c:pt idx="3958">
                  <c:v>43130</c:v>
                </c:pt>
                <c:pt idx="3959">
                  <c:v>43131</c:v>
                </c:pt>
                <c:pt idx="3960">
                  <c:v>43132</c:v>
                </c:pt>
                <c:pt idx="3961">
                  <c:v>43133</c:v>
                </c:pt>
                <c:pt idx="3962">
                  <c:v>43136</c:v>
                </c:pt>
                <c:pt idx="3963">
                  <c:v>43137</c:v>
                </c:pt>
                <c:pt idx="3964">
                  <c:v>43138</c:v>
                </c:pt>
                <c:pt idx="3965">
                  <c:v>43139</c:v>
                </c:pt>
                <c:pt idx="3966">
                  <c:v>43140</c:v>
                </c:pt>
                <c:pt idx="3967">
                  <c:v>43145</c:v>
                </c:pt>
                <c:pt idx="3968">
                  <c:v>43146</c:v>
                </c:pt>
                <c:pt idx="3969">
                  <c:v>43147</c:v>
                </c:pt>
                <c:pt idx="3970">
                  <c:v>43150</c:v>
                </c:pt>
                <c:pt idx="3971">
                  <c:v>43151</c:v>
                </c:pt>
                <c:pt idx="3972">
                  <c:v>43152</c:v>
                </c:pt>
                <c:pt idx="3973">
                  <c:v>43153</c:v>
                </c:pt>
                <c:pt idx="3974">
                  <c:v>43154</c:v>
                </c:pt>
                <c:pt idx="3975">
                  <c:v>43157</c:v>
                </c:pt>
                <c:pt idx="3976">
                  <c:v>43158</c:v>
                </c:pt>
                <c:pt idx="3977">
                  <c:v>43159</c:v>
                </c:pt>
                <c:pt idx="3978">
                  <c:v>43160</c:v>
                </c:pt>
                <c:pt idx="3979">
                  <c:v>43161</c:v>
                </c:pt>
                <c:pt idx="3980">
                  <c:v>43164</c:v>
                </c:pt>
                <c:pt idx="3981">
                  <c:v>43165</c:v>
                </c:pt>
                <c:pt idx="3982">
                  <c:v>43166</c:v>
                </c:pt>
                <c:pt idx="3983">
                  <c:v>43167</c:v>
                </c:pt>
                <c:pt idx="3984">
                  <c:v>43168</c:v>
                </c:pt>
                <c:pt idx="3985">
                  <c:v>43171</c:v>
                </c:pt>
                <c:pt idx="3986">
                  <c:v>43172</c:v>
                </c:pt>
                <c:pt idx="3987">
                  <c:v>43173</c:v>
                </c:pt>
                <c:pt idx="3988">
                  <c:v>43174</c:v>
                </c:pt>
                <c:pt idx="3989">
                  <c:v>43175</c:v>
                </c:pt>
                <c:pt idx="3990">
                  <c:v>43178</c:v>
                </c:pt>
                <c:pt idx="3991">
                  <c:v>43179</c:v>
                </c:pt>
                <c:pt idx="3992">
                  <c:v>43180</c:v>
                </c:pt>
                <c:pt idx="3993">
                  <c:v>43181</c:v>
                </c:pt>
                <c:pt idx="3994">
                  <c:v>43182</c:v>
                </c:pt>
                <c:pt idx="3995">
                  <c:v>43185</c:v>
                </c:pt>
                <c:pt idx="3996">
                  <c:v>43186</c:v>
                </c:pt>
                <c:pt idx="3997">
                  <c:v>43187</c:v>
                </c:pt>
                <c:pt idx="3998">
                  <c:v>43188</c:v>
                </c:pt>
                <c:pt idx="3999">
                  <c:v>43192</c:v>
                </c:pt>
                <c:pt idx="4000">
                  <c:v>43193</c:v>
                </c:pt>
                <c:pt idx="4001">
                  <c:v>43194</c:v>
                </c:pt>
                <c:pt idx="4002">
                  <c:v>43195</c:v>
                </c:pt>
                <c:pt idx="4003">
                  <c:v>43196</c:v>
                </c:pt>
                <c:pt idx="4004">
                  <c:v>43199</c:v>
                </c:pt>
                <c:pt idx="4005">
                  <c:v>43200</c:v>
                </c:pt>
                <c:pt idx="4006">
                  <c:v>43201</c:v>
                </c:pt>
                <c:pt idx="4007">
                  <c:v>43202</c:v>
                </c:pt>
                <c:pt idx="4008">
                  <c:v>43203</c:v>
                </c:pt>
                <c:pt idx="4009">
                  <c:v>43206</c:v>
                </c:pt>
                <c:pt idx="4010">
                  <c:v>43207</c:v>
                </c:pt>
                <c:pt idx="4011">
                  <c:v>43208</c:v>
                </c:pt>
                <c:pt idx="4012">
                  <c:v>43209</c:v>
                </c:pt>
                <c:pt idx="4013">
                  <c:v>43210</c:v>
                </c:pt>
                <c:pt idx="4014">
                  <c:v>43213</c:v>
                </c:pt>
                <c:pt idx="4015">
                  <c:v>43214</c:v>
                </c:pt>
                <c:pt idx="4016">
                  <c:v>43215</c:v>
                </c:pt>
                <c:pt idx="4017">
                  <c:v>43216</c:v>
                </c:pt>
                <c:pt idx="4018">
                  <c:v>43217</c:v>
                </c:pt>
                <c:pt idx="4019">
                  <c:v>43220</c:v>
                </c:pt>
                <c:pt idx="4020">
                  <c:v>43222</c:v>
                </c:pt>
                <c:pt idx="4021">
                  <c:v>43223</c:v>
                </c:pt>
                <c:pt idx="4022">
                  <c:v>43224</c:v>
                </c:pt>
                <c:pt idx="4023">
                  <c:v>43227</c:v>
                </c:pt>
                <c:pt idx="4024">
                  <c:v>43228</c:v>
                </c:pt>
                <c:pt idx="4025">
                  <c:v>43229</c:v>
                </c:pt>
                <c:pt idx="4026">
                  <c:v>43230</c:v>
                </c:pt>
                <c:pt idx="4027">
                  <c:v>43231</c:v>
                </c:pt>
                <c:pt idx="4028">
                  <c:v>43234</c:v>
                </c:pt>
                <c:pt idx="4029">
                  <c:v>43235</c:v>
                </c:pt>
                <c:pt idx="4030">
                  <c:v>43236</c:v>
                </c:pt>
                <c:pt idx="4031">
                  <c:v>43237</c:v>
                </c:pt>
                <c:pt idx="4032">
                  <c:v>43238</c:v>
                </c:pt>
                <c:pt idx="4033">
                  <c:v>43241</c:v>
                </c:pt>
                <c:pt idx="4034">
                  <c:v>43242</c:v>
                </c:pt>
                <c:pt idx="4035">
                  <c:v>43243</c:v>
                </c:pt>
                <c:pt idx="4036">
                  <c:v>43244</c:v>
                </c:pt>
                <c:pt idx="4037">
                  <c:v>43245</c:v>
                </c:pt>
                <c:pt idx="4038">
                  <c:v>43248</c:v>
                </c:pt>
                <c:pt idx="4039">
                  <c:v>43249</c:v>
                </c:pt>
                <c:pt idx="4040">
                  <c:v>43250</c:v>
                </c:pt>
                <c:pt idx="4041">
                  <c:v>43252</c:v>
                </c:pt>
                <c:pt idx="4042">
                  <c:v>43255</c:v>
                </c:pt>
                <c:pt idx="4043">
                  <c:v>43256</c:v>
                </c:pt>
                <c:pt idx="4044">
                  <c:v>43257</c:v>
                </c:pt>
                <c:pt idx="4045">
                  <c:v>43258</c:v>
                </c:pt>
                <c:pt idx="4046">
                  <c:v>43259</c:v>
                </c:pt>
                <c:pt idx="4047">
                  <c:v>43262</c:v>
                </c:pt>
                <c:pt idx="4048">
                  <c:v>43263</c:v>
                </c:pt>
                <c:pt idx="4049">
                  <c:v>43264</c:v>
                </c:pt>
                <c:pt idx="4050">
                  <c:v>43265</c:v>
                </c:pt>
                <c:pt idx="4051">
                  <c:v>43266</c:v>
                </c:pt>
                <c:pt idx="4052">
                  <c:v>43269</c:v>
                </c:pt>
                <c:pt idx="4053">
                  <c:v>43270</c:v>
                </c:pt>
                <c:pt idx="4054">
                  <c:v>43271</c:v>
                </c:pt>
                <c:pt idx="4055">
                  <c:v>43272</c:v>
                </c:pt>
                <c:pt idx="4056">
                  <c:v>43273</c:v>
                </c:pt>
                <c:pt idx="4057">
                  <c:v>43276</c:v>
                </c:pt>
                <c:pt idx="4058">
                  <c:v>43277</c:v>
                </c:pt>
                <c:pt idx="4059">
                  <c:v>43278</c:v>
                </c:pt>
                <c:pt idx="4060">
                  <c:v>43279</c:v>
                </c:pt>
                <c:pt idx="4061">
                  <c:v>43280</c:v>
                </c:pt>
                <c:pt idx="4062">
                  <c:v>43283</c:v>
                </c:pt>
                <c:pt idx="4063">
                  <c:v>43284</c:v>
                </c:pt>
                <c:pt idx="4064">
                  <c:v>43285</c:v>
                </c:pt>
                <c:pt idx="4065">
                  <c:v>43286</c:v>
                </c:pt>
                <c:pt idx="4066">
                  <c:v>43287</c:v>
                </c:pt>
                <c:pt idx="4067">
                  <c:v>43291</c:v>
                </c:pt>
                <c:pt idx="4068">
                  <c:v>43292</c:v>
                </c:pt>
                <c:pt idx="4069">
                  <c:v>43293</c:v>
                </c:pt>
                <c:pt idx="4070">
                  <c:v>43294</c:v>
                </c:pt>
                <c:pt idx="4071">
                  <c:v>43297</c:v>
                </c:pt>
                <c:pt idx="4072">
                  <c:v>43298</c:v>
                </c:pt>
                <c:pt idx="4073">
                  <c:v>43299</c:v>
                </c:pt>
                <c:pt idx="4074">
                  <c:v>43300</c:v>
                </c:pt>
                <c:pt idx="4075">
                  <c:v>43301</c:v>
                </c:pt>
                <c:pt idx="4076">
                  <c:v>43304</c:v>
                </c:pt>
                <c:pt idx="4077">
                  <c:v>43305</c:v>
                </c:pt>
                <c:pt idx="4078">
                  <c:v>43306</c:v>
                </c:pt>
                <c:pt idx="4079">
                  <c:v>43307</c:v>
                </c:pt>
                <c:pt idx="4080">
                  <c:v>43308</c:v>
                </c:pt>
                <c:pt idx="4081">
                  <c:v>43311</c:v>
                </c:pt>
                <c:pt idx="4082">
                  <c:v>43312</c:v>
                </c:pt>
                <c:pt idx="4083">
                  <c:v>43313</c:v>
                </c:pt>
                <c:pt idx="4084">
                  <c:v>43314</c:v>
                </c:pt>
                <c:pt idx="4085">
                  <c:v>43315</c:v>
                </c:pt>
                <c:pt idx="4086">
                  <c:v>43318</c:v>
                </c:pt>
                <c:pt idx="4087">
                  <c:v>43319</c:v>
                </c:pt>
                <c:pt idx="4088">
                  <c:v>43320</c:v>
                </c:pt>
                <c:pt idx="4089">
                  <c:v>43321</c:v>
                </c:pt>
                <c:pt idx="4090">
                  <c:v>43322</c:v>
                </c:pt>
                <c:pt idx="4091">
                  <c:v>43325</c:v>
                </c:pt>
                <c:pt idx="4092">
                  <c:v>43326</c:v>
                </c:pt>
                <c:pt idx="4093">
                  <c:v>43327</c:v>
                </c:pt>
                <c:pt idx="4094">
                  <c:v>43328</c:v>
                </c:pt>
                <c:pt idx="4095">
                  <c:v>43329</c:v>
                </c:pt>
                <c:pt idx="4096">
                  <c:v>43332</c:v>
                </c:pt>
                <c:pt idx="4097">
                  <c:v>43333</c:v>
                </c:pt>
                <c:pt idx="4098">
                  <c:v>43334</c:v>
                </c:pt>
                <c:pt idx="4099">
                  <c:v>43335</c:v>
                </c:pt>
                <c:pt idx="4100">
                  <c:v>43336</c:v>
                </c:pt>
                <c:pt idx="4101">
                  <c:v>43339</c:v>
                </c:pt>
                <c:pt idx="4102">
                  <c:v>43340</c:v>
                </c:pt>
                <c:pt idx="4103">
                  <c:v>43341</c:v>
                </c:pt>
                <c:pt idx="4104">
                  <c:v>43342</c:v>
                </c:pt>
                <c:pt idx="4105">
                  <c:v>43343</c:v>
                </c:pt>
                <c:pt idx="4106">
                  <c:v>43346</c:v>
                </c:pt>
                <c:pt idx="4107">
                  <c:v>43347</c:v>
                </c:pt>
                <c:pt idx="4108">
                  <c:v>43348</c:v>
                </c:pt>
                <c:pt idx="4109">
                  <c:v>43349</c:v>
                </c:pt>
                <c:pt idx="4110">
                  <c:v>43353</c:v>
                </c:pt>
                <c:pt idx="4111">
                  <c:v>43354</c:v>
                </c:pt>
                <c:pt idx="4112">
                  <c:v>43355</c:v>
                </c:pt>
                <c:pt idx="4113">
                  <c:v>43356</c:v>
                </c:pt>
                <c:pt idx="4114">
                  <c:v>43357</c:v>
                </c:pt>
                <c:pt idx="4115">
                  <c:v>43360</c:v>
                </c:pt>
                <c:pt idx="4116">
                  <c:v>43361</c:v>
                </c:pt>
                <c:pt idx="4117">
                  <c:v>43362</c:v>
                </c:pt>
                <c:pt idx="4118">
                  <c:v>43363</c:v>
                </c:pt>
                <c:pt idx="4119">
                  <c:v>43364</c:v>
                </c:pt>
                <c:pt idx="4120">
                  <c:v>43367</c:v>
                </c:pt>
                <c:pt idx="4121">
                  <c:v>43368</c:v>
                </c:pt>
                <c:pt idx="4122">
                  <c:v>43369</c:v>
                </c:pt>
                <c:pt idx="4123">
                  <c:v>43370</c:v>
                </c:pt>
                <c:pt idx="4124">
                  <c:v>43371</c:v>
                </c:pt>
                <c:pt idx="4125">
                  <c:v>43374</c:v>
                </c:pt>
                <c:pt idx="4126">
                  <c:v>43375</c:v>
                </c:pt>
                <c:pt idx="4127">
                  <c:v>43376</c:v>
                </c:pt>
                <c:pt idx="4128">
                  <c:v>43377</c:v>
                </c:pt>
                <c:pt idx="4129">
                  <c:v>43378</c:v>
                </c:pt>
                <c:pt idx="4130">
                  <c:v>43381</c:v>
                </c:pt>
                <c:pt idx="4131">
                  <c:v>43382</c:v>
                </c:pt>
                <c:pt idx="4132">
                  <c:v>43383</c:v>
                </c:pt>
                <c:pt idx="4133">
                  <c:v>43384</c:v>
                </c:pt>
                <c:pt idx="4134">
                  <c:v>43388</c:v>
                </c:pt>
                <c:pt idx="4135">
                  <c:v>43389</c:v>
                </c:pt>
                <c:pt idx="4136">
                  <c:v>43390</c:v>
                </c:pt>
                <c:pt idx="4137">
                  <c:v>43391</c:v>
                </c:pt>
                <c:pt idx="4138">
                  <c:v>43392</c:v>
                </c:pt>
                <c:pt idx="4139">
                  <c:v>43395</c:v>
                </c:pt>
                <c:pt idx="4140">
                  <c:v>43396</c:v>
                </c:pt>
                <c:pt idx="4141">
                  <c:v>43397</c:v>
                </c:pt>
                <c:pt idx="4142">
                  <c:v>43398</c:v>
                </c:pt>
                <c:pt idx="4143">
                  <c:v>43399</c:v>
                </c:pt>
                <c:pt idx="4144">
                  <c:v>43402</c:v>
                </c:pt>
                <c:pt idx="4145">
                  <c:v>43403</c:v>
                </c:pt>
                <c:pt idx="4146">
                  <c:v>43404</c:v>
                </c:pt>
                <c:pt idx="4147">
                  <c:v>43405</c:v>
                </c:pt>
                <c:pt idx="4148">
                  <c:v>43409</c:v>
                </c:pt>
                <c:pt idx="4149">
                  <c:v>43410</c:v>
                </c:pt>
                <c:pt idx="4150">
                  <c:v>43411</c:v>
                </c:pt>
                <c:pt idx="4151">
                  <c:v>43412</c:v>
                </c:pt>
                <c:pt idx="4152">
                  <c:v>43413</c:v>
                </c:pt>
                <c:pt idx="4153">
                  <c:v>43416</c:v>
                </c:pt>
                <c:pt idx="4154">
                  <c:v>43417</c:v>
                </c:pt>
                <c:pt idx="4155">
                  <c:v>43418</c:v>
                </c:pt>
                <c:pt idx="4156">
                  <c:v>43420</c:v>
                </c:pt>
                <c:pt idx="4157">
                  <c:v>43423</c:v>
                </c:pt>
                <c:pt idx="4158">
                  <c:v>43425</c:v>
                </c:pt>
                <c:pt idx="4159">
                  <c:v>43426</c:v>
                </c:pt>
                <c:pt idx="4160">
                  <c:v>43427</c:v>
                </c:pt>
                <c:pt idx="4161">
                  <c:v>43430</c:v>
                </c:pt>
                <c:pt idx="4162">
                  <c:v>43431</c:v>
                </c:pt>
                <c:pt idx="4163">
                  <c:v>43432</c:v>
                </c:pt>
                <c:pt idx="4164">
                  <c:v>43433</c:v>
                </c:pt>
                <c:pt idx="4165">
                  <c:v>43434</c:v>
                </c:pt>
                <c:pt idx="4166">
                  <c:v>43437</c:v>
                </c:pt>
                <c:pt idx="4167">
                  <c:v>43438</c:v>
                </c:pt>
                <c:pt idx="4168">
                  <c:v>43439</c:v>
                </c:pt>
                <c:pt idx="4169">
                  <c:v>43440</c:v>
                </c:pt>
                <c:pt idx="4170">
                  <c:v>43441</c:v>
                </c:pt>
                <c:pt idx="4171">
                  <c:v>43444</c:v>
                </c:pt>
                <c:pt idx="4172">
                  <c:v>43445</c:v>
                </c:pt>
                <c:pt idx="4173">
                  <c:v>43446</c:v>
                </c:pt>
                <c:pt idx="4174">
                  <c:v>43447</c:v>
                </c:pt>
                <c:pt idx="4175">
                  <c:v>43448</c:v>
                </c:pt>
                <c:pt idx="4176">
                  <c:v>43451</c:v>
                </c:pt>
                <c:pt idx="4177">
                  <c:v>43452</c:v>
                </c:pt>
                <c:pt idx="4178">
                  <c:v>43453</c:v>
                </c:pt>
                <c:pt idx="4179">
                  <c:v>43454</c:v>
                </c:pt>
                <c:pt idx="4180">
                  <c:v>43455</c:v>
                </c:pt>
                <c:pt idx="4181">
                  <c:v>43460</c:v>
                </c:pt>
                <c:pt idx="4182">
                  <c:v>43461</c:v>
                </c:pt>
                <c:pt idx="4183">
                  <c:v>43462</c:v>
                </c:pt>
                <c:pt idx="4184">
                  <c:v>43467</c:v>
                </c:pt>
                <c:pt idx="4185">
                  <c:v>43468</c:v>
                </c:pt>
                <c:pt idx="4186">
                  <c:v>43469</c:v>
                </c:pt>
                <c:pt idx="4187">
                  <c:v>43472</c:v>
                </c:pt>
                <c:pt idx="4188">
                  <c:v>43473</c:v>
                </c:pt>
                <c:pt idx="4189">
                  <c:v>43474</c:v>
                </c:pt>
                <c:pt idx="4190">
                  <c:v>43475</c:v>
                </c:pt>
                <c:pt idx="4191">
                  <c:v>43476</c:v>
                </c:pt>
                <c:pt idx="4192">
                  <c:v>43479</c:v>
                </c:pt>
                <c:pt idx="4193">
                  <c:v>43480</c:v>
                </c:pt>
                <c:pt idx="4194">
                  <c:v>43481</c:v>
                </c:pt>
                <c:pt idx="4195">
                  <c:v>43482</c:v>
                </c:pt>
                <c:pt idx="4196">
                  <c:v>43483</c:v>
                </c:pt>
                <c:pt idx="4197">
                  <c:v>43486</c:v>
                </c:pt>
                <c:pt idx="4198">
                  <c:v>43487</c:v>
                </c:pt>
                <c:pt idx="4199">
                  <c:v>43488</c:v>
                </c:pt>
                <c:pt idx="4200">
                  <c:v>43489</c:v>
                </c:pt>
                <c:pt idx="4201">
                  <c:v>43493</c:v>
                </c:pt>
                <c:pt idx="4202">
                  <c:v>43494</c:v>
                </c:pt>
                <c:pt idx="4203">
                  <c:v>43495</c:v>
                </c:pt>
                <c:pt idx="4204">
                  <c:v>43496</c:v>
                </c:pt>
                <c:pt idx="4205">
                  <c:v>43497</c:v>
                </c:pt>
                <c:pt idx="4206">
                  <c:v>43500</c:v>
                </c:pt>
                <c:pt idx="4207">
                  <c:v>43501</c:v>
                </c:pt>
                <c:pt idx="4208">
                  <c:v>43502</c:v>
                </c:pt>
                <c:pt idx="4209">
                  <c:v>43503</c:v>
                </c:pt>
                <c:pt idx="4210">
                  <c:v>43504</c:v>
                </c:pt>
                <c:pt idx="4211">
                  <c:v>43507</c:v>
                </c:pt>
                <c:pt idx="4212">
                  <c:v>43508</c:v>
                </c:pt>
                <c:pt idx="4213">
                  <c:v>43509</c:v>
                </c:pt>
                <c:pt idx="4214">
                  <c:v>43510</c:v>
                </c:pt>
                <c:pt idx="4215">
                  <c:v>43511</c:v>
                </c:pt>
                <c:pt idx="4216">
                  <c:v>43514</c:v>
                </c:pt>
                <c:pt idx="4217">
                  <c:v>43515</c:v>
                </c:pt>
                <c:pt idx="4218">
                  <c:v>43516</c:v>
                </c:pt>
                <c:pt idx="4219">
                  <c:v>43517</c:v>
                </c:pt>
                <c:pt idx="4220">
                  <c:v>43518</c:v>
                </c:pt>
                <c:pt idx="4221">
                  <c:v>43521</c:v>
                </c:pt>
                <c:pt idx="4222">
                  <c:v>43522</c:v>
                </c:pt>
                <c:pt idx="4223">
                  <c:v>43523</c:v>
                </c:pt>
                <c:pt idx="4224">
                  <c:v>43524</c:v>
                </c:pt>
                <c:pt idx="4225">
                  <c:v>43525</c:v>
                </c:pt>
                <c:pt idx="4226">
                  <c:v>43530</c:v>
                </c:pt>
                <c:pt idx="4227">
                  <c:v>43531</c:v>
                </c:pt>
                <c:pt idx="4228">
                  <c:v>43532</c:v>
                </c:pt>
                <c:pt idx="4229">
                  <c:v>43535</c:v>
                </c:pt>
                <c:pt idx="4230">
                  <c:v>43536</c:v>
                </c:pt>
                <c:pt idx="4231">
                  <c:v>43537</c:v>
                </c:pt>
                <c:pt idx="4232">
                  <c:v>43538</c:v>
                </c:pt>
                <c:pt idx="4233">
                  <c:v>43539</c:v>
                </c:pt>
                <c:pt idx="4234">
                  <c:v>43542</c:v>
                </c:pt>
                <c:pt idx="4235">
                  <c:v>43543</c:v>
                </c:pt>
                <c:pt idx="4236">
                  <c:v>43544</c:v>
                </c:pt>
                <c:pt idx="4237">
                  <c:v>43545</c:v>
                </c:pt>
                <c:pt idx="4238">
                  <c:v>43546</c:v>
                </c:pt>
                <c:pt idx="4239">
                  <c:v>43549</c:v>
                </c:pt>
                <c:pt idx="4240">
                  <c:v>43550</c:v>
                </c:pt>
                <c:pt idx="4241">
                  <c:v>43551</c:v>
                </c:pt>
                <c:pt idx="4242">
                  <c:v>43552</c:v>
                </c:pt>
                <c:pt idx="4243">
                  <c:v>43553</c:v>
                </c:pt>
                <c:pt idx="4244">
                  <c:v>43556</c:v>
                </c:pt>
                <c:pt idx="4245">
                  <c:v>43557</c:v>
                </c:pt>
                <c:pt idx="4246">
                  <c:v>43558</c:v>
                </c:pt>
                <c:pt idx="4247">
                  <c:v>43559</c:v>
                </c:pt>
                <c:pt idx="4248">
                  <c:v>43560</c:v>
                </c:pt>
                <c:pt idx="4249">
                  <c:v>43563</c:v>
                </c:pt>
                <c:pt idx="4250">
                  <c:v>43564</c:v>
                </c:pt>
                <c:pt idx="4251">
                  <c:v>43565</c:v>
                </c:pt>
                <c:pt idx="4252">
                  <c:v>43566</c:v>
                </c:pt>
                <c:pt idx="4253">
                  <c:v>43567</c:v>
                </c:pt>
                <c:pt idx="4254">
                  <c:v>43570</c:v>
                </c:pt>
                <c:pt idx="4255">
                  <c:v>43571</c:v>
                </c:pt>
                <c:pt idx="4256">
                  <c:v>43572</c:v>
                </c:pt>
                <c:pt idx="4257">
                  <c:v>43573</c:v>
                </c:pt>
                <c:pt idx="4258">
                  <c:v>43577</c:v>
                </c:pt>
                <c:pt idx="4259">
                  <c:v>43578</c:v>
                </c:pt>
                <c:pt idx="4260">
                  <c:v>43579</c:v>
                </c:pt>
                <c:pt idx="4261">
                  <c:v>43580</c:v>
                </c:pt>
                <c:pt idx="4262">
                  <c:v>43581</c:v>
                </c:pt>
                <c:pt idx="4263">
                  <c:v>43584</c:v>
                </c:pt>
                <c:pt idx="4264">
                  <c:v>43585</c:v>
                </c:pt>
                <c:pt idx="4265">
                  <c:v>43587</c:v>
                </c:pt>
                <c:pt idx="4266">
                  <c:v>43588</c:v>
                </c:pt>
                <c:pt idx="4267">
                  <c:v>43591</c:v>
                </c:pt>
                <c:pt idx="4268">
                  <c:v>43592</c:v>
                </c:pt>
                <c:pt idx="4269">
                  <c:v>43593</c:v>
                </c:pt>
                <c:pt idx="4270">
                  <c:v>43594</c:v>
                </c:pt>
                <c:pt idx="4271">
                  <c:v>43595</c:v>
                </c:pt>
                <c:pt idx="4272">
                  <c:v>43598</c:v>
                </c:pt>
                <c:pt idx="4273">
                  <c:v>43599</c:v>
                </c:pt>
                <c:pt idx="4274">
                  <c:v>43600</c:v>
                </c:pt>
                <c:pt idx="4275">
                  <c:v>43601</c:v>
                </c:pt>
                <c:pt idx="4276">
                  <c:v>43602</c:v>
                </c:pt>
                <c:pt idx="4277">
                  <c:v>43605</c:v>
                </c:pt>
                <c:pt idx="4278">
                  <c:v>43606</c:v>
                </c:pt>
                <c:pt idx="4279">
                  <c:v>43607</c:v>
                </c:pt>
                <c:pt idx="4280">
                  <c:v>43608</c:v>
                </c:pt>
                <c:pt idx="4281">
                  <c:v>43609</c:v>
                </c:pt>
                <c:pt idx="4282">
                  <c:v>43612</c:v>
                </c:pt>
                <c:pt idx="4283">
                  <c:v>43613</c:v>
                </c:pt>
                <c:pt idx="4284">
                  <c:v>43614</c:v>
                </c:pt>
                <c:pt idx="4285">
                  <c:v>43615</c:v>
                </c:pt>
                <c:pt idx="4286">
                  <c:v>43616</c:v>
                </c:pt>
                <c:pt idx="4287">
                  <c:v>43619</c:v>
                </c:pt>
                <c:pt idx="4288">
                  <c:v>43620</c:v>
                </c:pt>
                <c:pt idx="4289">
                  <c:v>43621</c:v>
                </c:pt>
                <c:pt idx="4290">
                  <c:v>43622</c:v>
                </c:pt>
                <c:pt idx="4291">
                  <c:v>43623</c:v>
                </c:pt>
                <c:pt idx="4292">
                  <c:v>43626</c:v>
                </c:pt>
                <c:pt idx="4293">
                  <c:v>43627</c:v>
                </c:pt>
                <c:pt idx="4294">
                  <c:v>43628</c:v>
                </c:pt>
                <c:pt idx="4295">
                  <c:v>43629</c:v>
                </c:pt>
                <c:pt idx="4296">
                  <c:v>43630</c:v>
                </c:pt>
                <c:pt idx="4297">
                  <c:v>43633</c:v>
                </c:pt>
                <c:pt idx="4298">
                  <c:v>43634</c:v>
                </c:pt>
                <c:pt idx="4299">
                  <c:v>43635</c:v>
                </c:pt>
                <c:pt idx="4300">
                  <c:v>43637</c:v>
                </c:pt>
                <c:pt idx="4301">
                  <c:v>43640</c:v>
                </c:pt>
                <c:pt idx="4302">
                  <c:v>43641</c:v>
                </c:pt>
                <c:pt idx="4303">
                  <c:v>43642</c:v>
                </c:pt>
                <c:pt idx="4304">
                  <c:v>43643</c:v>
                </c:pt>
                <c:pt idx="4305">
                  <c:v>43644</c:v>
                </c:pt>
                <c:pt idx="4306">
                  <c:v>43647</c:v>
                </c:pt>
                <c:pt idx="4307">
                  <c:v>43648</c:v>
                </c:pt>
                <c:pt idx="4308">
                  <c:v>43649</c:v>
                </c:pt>
                <c:pt idx="4309">
                  <c:v>43650</c:v>
                </c:pt>
                <c:pt idx="4310">
                  <c:v>43651</c:v>
                </c:pt>
                <c:pt idx="4311">
                  <c:v>43654</c:v>
                </c:pt>
                <c:pt idx="4312">
                  <c:v>43656</c:v>
                </c:pt>
                <c:pt idx="4313">
                  <c:v>43657</c:v>
                </c:pt>
                <c:pt idx="4314">
                  <c:v>43658</c:v>
                </c:pt>
                <c:pt idx="4315">
                  <c:v>43661</c:v>
                </c:pt>
                <c:pt idx="4316">
                  <c:v>43662</c:v>
                </c:pt>
                <c:pt idx="4317">
                  <c:v>43663</c:v>
                </c:pt>
                <c:pt idx="4318">
                  <c:v>43664</c:v>
                </c:pt>
                <c:pt idx="4319">
                  <c:v>43665</c:v>
                </c:pt>
                <c:pt idx="4320">
                  <c:v>43668</c:v>
                </c:pt>
                <c:pt idx="4321">
                  <c:v>43669</c:v>
                </c:pt>
                <c:pt idx="4322">
                  <c:v>43670</c:v>
                </c:pt>
                <c:pt idx="4323">
                  <c:v>43671</c:v>
                </c:pt>
                <c:pt idx="4324">
                  <c:v>43672</c:v>
                </c:pt>
                <c:pt idx="4325">
                  <c:v>43675</c:v>
                </c:pt>
                <c:pt idx="4326">
                  <c:v>43676</c:v>
                </c:pt>
                <c:pt idx="4327">
                  <c:v>43677</c:v>
                </c:pt>
                <c:pt idx="4328">
                  <c:v>43678</c:v>
                </c:pt>
                <c:pt idx="4329">
                  <c:v>43679</c:v>
                </c:pt>
                <c:pt idx="4330">
                  <c:v>43682</c:v>
                </c:pt>
                <c:pt idx="4331">
                  <c:v>43683</c:v>
                </c:pt>
                <c:pt idx="4332">
                  <c:v>43684</c:v>
                </c:pt>
                <c:pt idx="4333">
                  <c:v>43685</c:v>
                </c:pt>
                <c:pt idx="4334">
                  <c:v>43686</c:v>
                </c:pt>
                <c:pt idx="4335">
                  <c:v>43689</c:v>
                </c:pt>
                <c:pt idx="4336">
                  <c:v>43690</c:v>
                </c:pt>
                <c:pt idx="4337">
                  <c:v>43691</c:v>
                </c:pt>
                <c:pt idx="4338">
                  <c:v>43692</c:v>
                </c:pt>
                <c:pt idx="4339">
                  <c:v>43693</c:v>
                </c:pt>
                <c:pt idx="4340">
                  <c:v>43696</c:v>
                </c:pt>
                <c:pt idx="4341">
                  <c:v>43697</c:v>
                </c:pt>
                <c:pt idx="4342">
                  <c:v>43698</c:v>
                </c:pt>
                <c:pt idx="4343">
                  <c:v>43699</c:v>
                </c:pt>
                <c:pt idx="4344">
                  <c:v>43700</c:v>
                </c:pt>
                <c:pt idx="4345">
                  <c:v>43703</c:v>
                </c:pt>
                <c:pt idx="4346">
                  <c:v>43704</c:v>
                </c:pt>
                <c:pt idx="4347">
                  <c:v>43705</c:v>
                </c:pt>
                <c:pt idx="4348">
                  <c:v>43706</c:v>
                </c:pt>
                <c:pt idx="4349">
                  <c:v>43707</c:v>
                </c:pt>
                <c:pt idx="4350">
                  <c:v>43710</c:v>
                </c:pt>
                <c:pt idx="4351">
                  <c:v>43711</c:v>
                </c:pt>
                <c:pt idx="4352">
                  <c:v>43712</c:v>
                </c:pt>
                <c:pt idx="4353">
                  <c:v>43713</c:v>
                </c:pt>
                <c:pt idx="4354">
                  <c:v>43714</c:v>
                </c:pt>
                <c:pt idx="4355">
                  <c:v>43717</c:v>
                </c:pt>
                <c:pt idx="4356">
                  <c:v>43718</c:v>
                </c:pt>
                <c:pt idx="4357">
                  <c:v>43719</c:v>
                </c:pt>
                <c:pt idx="4358">
                  <c:v>43720</c:v>
                </c:pt>
                <c:pt idx="4359">
                  <c:v>43721</c:v>
                </c:pt>
                <c:pt idx="4360">
                  <c:v>43724</c:v>
                </c:pt>
                <c:pt idx="4361">
                  <c:v>43725</c:v>
                </c:pt>
                <c:pt idx="4362">
                  <c:v>43726</c:v>
                </c:pt>
                <c:pt idx="4363">
                  <c:v>43727</c:v>
                </c:pt>
                <c:pt idx="4364">
                  <c:v>43728</c:v>
                </c:pt>
                <c:pt idx="4365">
                  <c:v>43731</c:v>
                </c:pt>
                <c:pt idx="4366">
                  <c:v>43732</c:v>
                </c:pt>
                <c:pt idx="4367">
                  <c:v>43733</c:v>
                </c:pt>
                <c:pt idx="4368">
                  <c:v>43734</c:v>
                </c:pt>
                <c:pt idx="4369">
                  <c:v>43735</c:v>
                </c:pt>
                <c:pt idx="4370">
                  <c:v>43738</c:v>
                </c:pt>
                <c:pt idx="4371">
                  <c:v>43739</c:v>
                </c:pt>
                <c:pt idx="4372">
                  <c:v>43740</c:v>
                </c:pt>
                <c:pt idx="4373">
                  <c:v>43741</c:v>
                </c:pt>
                <c:pt idx="4374">
                  <c:v>43742</c:v>
                </c:pt>
                <c:pt idx="4375">
                  <c:v>43745</c:v>
                </c:pt>
                <c:pt idx="4376">
                  <c:v>43746</c:v>
                </c:pt>
                <c:pt idx="4377">
                  <c:v>43747</c:v>
                </c:pt>
                <c:pt idx="4378">
                  <c:v>43748</c:v>
                </c:pt>
                <c:pt idx="4379">
                  <c:v>43749</c:v>
                </c:pt>
                <c:pt idx="4380">
                  <c:v>43752</c:v>
                </c:pt>
                <c:pt idx="4381">
                  <c:v>43753</c:v>
                </c:pt>
                <c:pt idx="4382">
                  <c:v>43754</c:v>
                </c:pt>
                <c:pt idx="4383">
                  <c:v>43755</c:v>
                </c:pt>
                <c:pt idx="4384">
                  <c:v>43756</c:v>
                </c:pt>
                <c:pt idx="4385">
                  <c:v>43759</c:v>
                </c:pt>
                <c:pt idx="4386">
                  <c:v>43760</c:v>
                </c:pt>
                <c:pt idx="4387">
                  <c:v>43761</c:v>
                </c:pt>
                <c:pt idx="4388">
                  <c:v>43762</c:v>
                </c:pt>
                <c:pt idx="4389">
                  <c:v>43763</c:v>
                </c:pt>
                <c:pt idx="4390">
                  <c:v>43766</c:v>
                </c:pt>
                <c:pt idx="4391">
                  <c:v>43767</c:v>
                </c:pt>
                <c:pt idx="4392">
                  <c:v>43768</c:v>
                </c:pt>
                <c:pt idx="4393">
                  <c:v>43769</c:v>
                </c:pt>
                <c:pt idx="4394">
                  <c:v>43770</c:v>
                </c:pt>
                <c:pt idx="4395">
                  <c:v>43773</c:v>
                </c:pt>
                <c:pt idx="4396">
                  <c:v>43774</c:v>
                </c:pt>
                <c:pt idx="4397">
                  <c:v>43775</c:v>
                </c:pt>
                <c:pt idx="4398">
                  <c:v>43776</c:v>
                </c:pt>
                <c:pt idx="4399">
                  <c:v>43777</c:v>
                </c:pt>
                <c:pt idx="4400">
                  <c:v>43780</c:v>
                </c:pt>
                <c:pt idx="4401">
                  <c:v>43781</c:v>
                </c:pt>
                <c:pt idx="4402">
                  <c:v>43782</c:v>
                </c:pt>
                <c:pt idx="4403">
                  <c:v>43783</c:v>
                </c:pt>
                <c:pt idx="4404">
                  <c:v>43787</c:v>
                </c:pt>
                <c:pt idx="4405">
                  <c:v>43788</c:v>
                </c:pt>
                <c:pt idx="4406">
                  <c:v>43790</c:v>
                </c:pt>
                <c:pt idx="4407">
                  <c:v>43791</c:v>
                </c:pt>
                <c:pt idx="4408">
                  <c:v>43794</c:v>
                </c:pt>
                <c:pt idx="4409">
                  <c:v>43795</c:v>
                </c:pt>
                <c:pt idx="4410">
                  <c:v>43796</c:v>
                </c:pt>
                <c:pt idx="4411">
                  <c:v>43797</c:v>
                </c:pt>
                <c:pt idx="4412">
                  <c:v>43798</c:v>
                </c:pt>
                <c:pt idx="4413">
                  <c:v>43801</c:v>
                </c:pt>
                <c:pt idx="4414">
                  <c:v>43802</c:v>
                </c:pt>
                <c:pt idx="4415">
                  <c:v>43803</c:v>
                </c:pt>
                <c:pt idx="4416">
                  <c:v>43804</c:v>
                </c:pt>
                <c:pt idx="4417">
                  <c:v>43805</c:v>
                </c:pt>
                <c:pt idx="4418">
                  <c:v>43808</c:v>
                </c:pt>
                <c:pt idx="4419">
                  <c:v>43809</c:v>
                </c:pt>
                <c:pt idx="4420">
                  <c:v>43810</c:v>
                </c:pt>
                <c:pt idx="4421">
                  <c:v>43811</c:v>
                </c:pt>
                <c:pt idx="4422">
                  <c:v>43812</c:v>
                </c:pt>
                <c:pt idx="4423">
                  <c:v>43815</c:v>
                </c:pt>
                <c:pt idx="4424">
                  <c:v>43816</c:v>
                </c:pt>
                <c:pt idx="4425">
                  <c:v>43817</c:v>
                </c:pt>
                <c:pt idx="4426">
                  <c:v>43818</c:v>
                </c:pt>
                <c:pt idx="4427">
                  <c:v>43819</c:v>
                </c:pt>
                <c:pt idx="4428">
                  <c:v>43822</c:v>
                </c:pt>
                <c:pt idx="4429">
                  <c:v>43825</c:v>
                </c:pt>
                <c:pt idx="4430">
                  <c:v>43826</c:v>
                </c:pt>
                <c:pt idx="4431">
                  <c:v>43829</c:v>
                </c:pt>
                <c:pt idx="4432">
                  <c:v>43832</c:v>
                </c:pt>
                <c:pt idx="4433">
                  <c:v>43833</c:v>
                </c:pt>
                <c:pt idx="4434">
                  <c:v>43836</c:v>
                </c:pt>
                <c:pt idx="4435">
                  <c:v>43837</c:v>
                </c:pt>
                <c:pt idx="4436">
                  <c:v>43838</c:v>
                </c:pt>
                <c:pt idx="4437">
                  <c:v>43839</c:v>
                </c:pt>
                <c:pt idx="4438">
                  <c:v>43840</c:v>
                </c:pt>
                <c:pt idx="4439">
                  <c:v>43843</c:v>
                </c:pt>
                <c:pt idx="4440">
                  <c:v>43844</c:v>
                </c:pt>
                <c:pt idx="4441">
                  <c:v>43845</c:v>
                </c:pt>
                <c:pt idx="4442">
                  <c:v>43846</c:v>
                </c:pt>
                <c:pt idx="4443">
                  <c:v>43847</c:v>
                </c:pt>
                <c:pt idx="4444">
                  <c:v>43850</c:v>
                </c:pt>
                <c:pt idx="4445">
                  <c:v>43851</c:v>
                </c:pt>
                <c:pt idx="4446">
                  <c:v>43852</c:v>
                </c:pt>
                <c:pt idx="4447">
                  <c:v>43853</c:v>
                </c:pt>
                <c:pt idx="4448">
                  <c:v>43854</c:v>
                </c:pt>
                <c:pt idx="4449">
                  <c:v>43857</c:v>
                </c:pt>
                <c:pt idx="4450">
                  <c:v>43858</c:v>
                </c:pt>
                <c:pt idx="4451">
                  <c:v>43859</c:v>
                </c:pt>
                <c:pt idx="4452">
                  <c:v>43860</c:v>
                </c:pt>
                <c:pt idx="4453">
                  <c:v>43861</c:v>
                </c:pt>
                <c:pt idx="4454">
                  <c:v>43864</c:v>
                </c:pt>
                <c:pt idx="4455">
                  <c:v>43865</c:v>
                </c:pt>
                <c:pt idx="4456">
                  <c:v>43866</c:v>
                </c:pt>
                <c:pt idx="4457">
                  <c:v>43867</c:v>
                </c:pt>
                <c:pt idx="4458">
                  <c:v>43868</c:v>
                </c:pt>
                <c:pt idx="4459">
                  <c:v>43871</c:v>
                </c:pt>
                <c:pt idx="4460">
                  <c:v>43872</c:v>
                </c:pt>
                <c:pt idx="4461">
                  <c:v>43873</c:v>
                </c:pt>
                <c:pt idx="4462">
                  <c:v>43874</c:v>
                </c:pt>
                <c:pt idx="4463">
                  <c:v>43875</c:v>
                </c:pt>
                <c:pt idx="4464">
                  <c:v>43878</c:v>
                </c:pt>
                <c:pt idx="4465">
                  <c:v>43879</c:v>
                </c:pt>
                <c:pt idx="4466">
                  <c:v>43880</c:v>
                </c:pt>
                <c:pt idx="4467">
                  <c:v>43881</c:v>
                </c:pt>
                <c:pt idx="4468">
                  <c:v>43882</c:v>
                </c:pt>
                <c:pt idx="4469">
                  <c:v>43887</c:v>
                </c:pt>
                <c:pt idx="4470">
                  <c:v>43888</c:v>
                </c:pt>
                <c:pt idx="4471">
                  <c:v>43889</c:v>
                </c:pt>
                <c:pt idx="4472">
                  <c:v>43892</c:v>
                </c:pt>
                <c:pt idx="4473">
                  <c:v>43893</c:v>
                </c:pt>
                <c:pt idx="4474">
                  <c:v>43894</c:v>
                </c:pt>
                <c:pt idx="4475">
                  <c:v>43895</c:v>
                </c:pt>
                <c:pt idx="4476">
                  <c:v>43896</c:v>
                </c:pt>
                <c:pt idx="4477">
                  <c:v>43899</c:v>
                </c:pt>
                <c:pt idx="4478">
                  <c:v>43900</c:v>
                </c:pt>
                <c:pt idx="4479">
                  <c:v>43901</c:v>
                </c:pt>
                <c:pt idx="4480">
                  <c:v>43902</c:v>
                </c:pt>
                <c:pt idx="4481">
                  <c:v>43903</c:v>
                </c:pt>
                <c:pt idx="4482">
                  <c:v>43906</c:v>
                </c:pt>
                <c:pt idx="4483">
                  <c:v>43907</c:v>
                </c:pt>
                <c:pt idx="4484">
                  <c:v>43908</c:v>
                </c:pt>
                <c:pt idx="4485">
                  <c:v>43909</c:v>
                </c:pt>
                <c:pt idx="4486">
                  <c:v>43910</c:v>
                </c:pt>
                <c:pt idx="4487">
                  <c:v>43913</c:v>
                </c:pt>
                <c:pt idx="4488">
                  <c:v>43914</c:v>
                </c:pt>
                <c:pt idx="4489">
                  <c:v>43915</c:v>
                </c:pt>
                <c:pt idx="4490">
                  <c:v>43916</c:v>
                </c:pt>
                <c:pt idx="4491">
                  <c:v>43917</c:v>
                </c:pt>
                <c:pt idx="4492">
                  <c:v>43920</c:v>
                </c:pt>
                <c:pt idx="4493">
                  <c:v>43921</c:v>
                </c:pt>
                <c:pt idx="4494">
                  <c:v>43922</c:v>
                </c:pt>
                <c:pt idx="4495">
                  <c:v>43923</c:v>
                </c:pt>
                <c:pt idx="4496">
                  <c:v>43924</c:v>
                </c:pt>
                <c:pt idx="4497">
                  <c:v>43927</c:v>
                </c:pt>
                <c:pt idx="4498">
                  <c:v>43928</c:v>
                </c:pt>
                <c:pt idx="4499">
                  <c:v>43929</c:v>
                </c:pt>
                <c:pt idx="4500">
                  <c:v>43930</c:v>
                </c:pt>
                <c:pt idx="4501">
                  <c:v>43934</c:v>
                </c:pt>
                <c:pt idx="4502">
                  <c:v>43935</c:v>
                </c:pt>
                <c:pt idx="4503">
                  <c:v>43936</c:v>
                </c:pt>
                <c:pt idx="4504">
                  <c:v>43937</c:v>
                </c:pt>
                <c:pt idx="4505">
                  <c:v>43938</c:v>
                </c:pt>
                <c:pt idx="4506">
                  <c:v>43941</c:v>
                </c:pt>
                <c:pt idx="4507">
                  <c:v>43943</c:v>
                </c:pt>
                <c:pt idx="4508">
                  <c:v>43944</c:v>
                </c:pt>
                <c:pt idx="4509">
                  <c:v>43945</c:v>
                </c:pt>
                <c:pt idx="4510">
                  <c:v>43948</c:v>
                </c:pt>
                <c:pt idx="4511">
                  <c:v>43949</c:v>
                </c:pt>
                <c:pt idx="4512">
                  <c:v>43950</c:v>
                </c:pt>
                <c:pt idx="4513">
                  <c:v>43951</c:v>
                </c:pt>
                <c:pt idx="4514">
                  <c:v>43955</c:v>
                </c:pt>
                <c:pt idx="4515">
                  <c:v>43956</c:v>
                </c:pt>
                <c:pt idx="4516">
                  <c:v>43957</c:v>
                </c:pt>
                <c:pt idx="4517">
                  <c:v>43958</c:v>
                </c:pt>
                <c:pt idx="4518">
                  <c:v>43959</c:v>
                </c:pt>
                <c:pt idx="4519">
                  <c:v>43962</c:v>
                </c:pt>
                <c:pt idx="4520">
                  <c:v>43963</c:v>
                </c:pt>
                <c:pt idx="4521">
                  <c:v>43964</c:v>
                </c:pt>
                <c:pt idx="4522">
                  <c:v>43965</c:v>
                </c:pt>
                <c:pt idx="4523">
                  <c:v>43966</c:v>
                </c:pt>
                <c:pt idx="4524">
                  <c:v>43969</c:v>
                </c:pt>
                <c:pt idx="4525">
                  <c:v>43970</c:v>
                </c:pt>
                <c:pt idx="4526">
                  <c:v>43971</c:v>
                </c:pt>
                <c:pt idx="4527">
                  <c:v>43972</c:v>
                </c:pt>
                <c:pt idx="4528">
                  <c:v>43973</c:v>
                </c:pt>
                <c:pt idx="4529">
                  <c:v>43976</c:v>
                </c:pt>
                <c:pt idx="4530">
                  <c:v>43977</c:v>
                </c:pt>
                <c:pt idx="4531">
                  <c:v>43978</c:v>
                </c:pt>
                <c:pt idx="4532">
                  <c:v>43979</c:v>
                </c:pt>
                <c:pt idx="4533">
                  <c:v>43980</c:v>
                </c:pt>
                <c:pt idx="4534">
                  <c:v>43983</c:v>
                </c:pt>
                <c:pt idx="4535">
                  <c:v>43984</c:v>
                </c:pt>
                <c:pt idx="4536">
                  <c:v>43985</c:v>
                </c:pt>
                <c:pt idx="4537">
                  <c:v>43986</c:v>
                </c:pt>
                <c:pt idx="4538">
                  <c:v>43987</c:v>
                </c:pt>
                <c:pt idx="4539">
                  <c:v>43990</c:v>
                </c:pt>
                <c:pt idx="4540">
                  <c:v>43991</c:v>
                </c:pt>
                <c:pt idx="4541">
                  <c:v>43992</c:v>
                </c:pt>
                <c:pt idx="4542">
                  <c:v>43994</c:v>
                </c:pt>
                <c:pt idx="4543">
                  <c:v>43997</c:v>
                </c:pt>
                <c:pt idx="4544">
                  <c:v>43998</c:v>
                </c:pt>
                <c:pt idx="4545">
                  <c:v>43999</c:v>
                </c:pt>
                <c:pt idx="4546">
                  <c:v>44000</c:v>
                </c:pt>
                <c:pt idx="4547">
                  <c:v>44001</c:v>
                </c:pt>
                <c:pt idx="4548">
                  <c:v>44004</c:v>
                </c:pt>
                <c:pt idx="4549">
                  <c:v>44005</c:v>
                </c:pt>
                <c:pt idx="4550">
                  <c:v>44006</c:v>
                </c:pt>
                <c:pt idx="4551">
                  <c:v>44007</c:v>
                </c:pt>
                <c:pt idx="4552">
                  <c:v>44008</c:v>
                </c:pt>
                <c:pt idx="4553">
                  <c:v>44011</c:v>
                </c:pt>
                <c:pt idx="4554">
                  <c:v>44012</c:v>
                </c:pt>
                <c:pt idx="4555">
                  <c:v>44013</c:v>
                </c:pt>
                <c:pt idx="4556">
                  <c:v>44014</c:v>
                </c:pt>
                <c:pt idx="4557">
                  <c:v>44015</c:v>
                </c:pt>
                <c:pt idx="4558">
                  <c:v>44018</c:v>
                </c:pt>
                <c:pt idx="4559">
                  <c:v>44019</c:v>
                </c:pt>
                <c:pt idx="4560">
                  <c:v>44020</c:v>
                </c:pt>
                <c:pt idx="4561">
                  <c:v>44021</c:v>
                </c:pt>
                <c:pt idx="4562">
                  <c:v>44022</c:v>
                </c:pt>
                <c:pt idx="4563">
                  <c:v>44025</c:v>
                </c:pt>
                <c:pt idx="4564">
                  <c:v>44026</c:v>
                </c:pt>
                <c:pt idx="4565">
                  <c:v>44027</c:v>
                </c:pt>
                <c:pt idx="4566">
                  <c:v>44028</c:v>
                </c:pt>
                <c:pt idx="4567">
                  <c:v>44029</c:v>
                </c:pt>
                <c:pt idx="4568">
                  <c:v>44032</c:v>
                </c:pt>
                <c:pt idx="4569">
                  <c:v>44033</c:v>
                </c:pt>
                <c:pt idx="4570">
                  <c:v>44034</c:v>
                </c:pt>
                <c:pt idx="4571">
                  <c:v>44035</c:v>
                </c:pt>
                <c:pt idx="4572">
                  <c:v>44036</c:v>
                </c:pt>
                <c:pt idx="4573">
                  <c:v>44039</c:v>
                </c:pt>
                <c:pt idx="4574">
                  <c:v>44040</c:v>
                </c:pt>
                <c:pt idx="4575">
                  <c:v>44041</c:v>
                </c:pt>
                <c:pt idx="4576">
                  <c:v>44042</c:v>
                </c:pt>
                <c:pt idx="4577">
                  <c:v>44043</c:v>
                </c:pt>
                <c:pt idx="4578">
                  <c:v>44046</c:v>
                </c:pt>
                <c:pt idx="4579">
                  <c:v>44047</c:v>
                </c:pt>
                <c:pt idx="4580">
                  <c:v>44048</c:v>
                </c:pt>
                <c:pt idx="4581">
                  <c:v>44049</c:v>
                </c:pt>
                <c:pt idx="4582">
                  <c:v>44050</c:v>
                </c:pt>
                <c:pt idx="4583">
                  <c:v>44053</c:v>
                </c:pt>
                <c:pt idx="4584">
                  <c:v>44054</c:v>
                </c:pt>
                <c:pt idx="4585">
                  <c:v>44055</c:v>
                </c:pt>
                <c:pt idx="4586">
                  <c:v>44056</c:v>
                </c:pt>
                <c:pt idx="4587">
                  <c:v>44057</c:v>
                </c:pt>
                <c:pt idx="4588">
                  <c:v>44060</c:v>
                </c:pt>
                <c:pt idx="4589">
                  <c:v>44061</c:v>
                </c:pt>
                <c:pt idx="4590">
                  <c:v>44062</c:v>
                </c:pt>
                <c:pt idx="4591">
                  <c:v>44063</c:v>
                </c:pt>
                <c:pt idx="4592">
                  <c:v>44064</c:v>
                </c:pt>
                <c:pt idx="4593">
                  <c:v>44067</c:v>
                </c:pt>
                <c:pt idx="4594">
                  <c:v>44068</c:v>
                </c:pt>
                <c:pt idx="4595">
                  <c:v>44069</c:v>
                </c:pt>
                <c:pt idx="4596">
                  <c:v>44070</c:v>
                </c:pt>
                <c:pt idx="4597">
                  <c:v>44071</c:v>
                </c:pt>
                <c:pt idx="4598">
                  <c:v>44074</c:v>
                </c:pt>
                <c:pt idx="4599">
                  <c:v>44075</c:v>
                </c:pt>
                <c:pt idx="4600">
                  <c:v>44076</c:v>
                </c:pt>
                <c:pt idx="4601">
                  <c:v>44077</c:v>
                </c:pt>
                <c:pt idx="4602">
                  <c:v>44078</c:v>
                </c:pt>
                <c:pt idx="4603">
                  <c:v>44082</c:v>
                </c:pt>
                <c:pt idx="4604">
                  <c:v>44083</c:v>
                </c:pt>
                <c:pt idx="4605">
                  <c:v>44084</c:v>
                </c:pt>
                <c:pt idx="4606">
                  <c:v>44085</c:v>
                </c:pt>
                <c:pt idx="4607">
                  <c:v>44088</c:v>
                </c:pt>
                <c:pt idx="4608">
                  <c:v>44089</c:v>
                </c:pt>
                <c:pt idx="4609">
                  <c:v>44090</c:v>
                </c:pt>
                <c:pt idx="4610">
                  <c:v>44091</c:v>
                </c:pt>
                <c:pt idx="4611">
                  <c:v>44092</c:v>
                </c:pt>
                <c:pt idx="4612">
                  <c:v>44095</c:v>
                </c:pt>
                <c:pt idx="4613">
                  <c:v>44096</c:v>
                </c:pt>
                <c:pt idx="4614">
                  <c:v>44097</c:v>
                </c:pt>
                <c:pt idx="4615">
                  <c:v>44098</c:v>
                </c:pt>
                <c:pt idx="4616">
                  <c:v>44099</c:v>
                </c:pt>
                <c:pt idx="4617">
                  <c:v>44102</c:v>
                </c:pt>
                <c:pt idx="4618">
                  <c:v>44103</c:v>
                </c:pt>
                <c:pt idx="4619">
                  <c:v>44104</c:v>
                </c:pt>
                <c:pt idx="4620">
                  <c:v>44105</c:v>
                </c:pt>
                <c:pt idx="4621">
                  <c:v>44106</c:v>
                </c:pt>
                <c:pt idx="4622">
                  <c:v>44109</c:v>
                </c:pt>
                <c:pt idx="4623">
                  <c:v>44110</c:v>
                </c:pt>
                <c:pt idx="4624">
                  <c:v>44111</c:v>
                </c:pt>
                <c:pt idx="4625">
                  <c:v>44112</c:v>
                </c:pt>
                <c:pt idx="4626">
                  <c:v>44113</c:v>
                </c:pt>
                <c:pt idx="4627">
                  <c:v>44117</c:v>
                </c:pt>
                <c:pt idx="4628">
                  <c:v>44118</c:v>
                </c:pt>
                <c:pt idx="4629">
                  <c:v>44119</c:v>
                </c:pt>
                <c:pt idx="4630">
                  <c:v>44120</c:v>
                </c:pt>
                <c:pt idx="4631">
                  <c:v>44123</c:v>
                </c:pt>
                <c:pt idx="4632">
                  <c:v>44124</c:v>
                </c:pt>
                <c:pt idx="4633">
                  <c:v>44125</c:v>
                </c:pt>
                <c:pt idx="4634">
                  <c:v>44126</c:v>
                </c:pt>
                <c:pt idx="4635">
                  <c:v>44127</c:v>
                </c:pt>
                <c:pt idx="4636">
                  <c:v>44130</c:v>
                </c:pt>
                <c:pt idx="4637">
                  <c:v>44131</c:v>
                </c:pt>
                <c:pt idx="4638">
                  <c:v>44132</c:v>
                </c:pt>
                <c:pt idx="4639">
                  <c:v>44133</c:v>
                </c:pt>
                <c:pt idx="4640">
                  <c:v>44134</c:v>
                </c:pt>
                <c:pt idx="4641">
                  <c:v>44138</c:v>
                </c:pt>
                <c:pt idx="4642">
                  <c:v>44139</c:v>
                </c:pt>
                <c:pt idx="4643">
                  <c:v>44140</c:v>
                </c:pt>
                <c:pt idx="4644">
                  <c:v>44141</c:v>
                </c:pt>
                <c:pt idx="4645">
                  <c:v>44144</c:v>
                </c:pt>
                <c:pt idx="4646">
                  <c:v>44145</c:v>
                </c:pt>
                <c:pt idx="4647">
                  <c:v>44146</c:v>
                </c:pt>
                <c:pt idx="4648">
                  <c:v>44147</c:v>
                </c:pt>
                <c:pt idx="4649">
                  <c:v>44148</c:v>
                </c:pt>
                <c:pt idx="4650">
                  <c:v>44151</c:v>
                </c:pt>
                <c:pt idx="4651">
                  <c:v>44152</c:v>
                </c:pt>
                <c:pt idx="4652">
                  <c:v>44153</c:v>
                </c:pt>
                <c:pt idx="4653">
                  <c:v>44154</c:v>
                </c:pt>
                <c:pt idx="4654">
                  <c:v>44155</c:v>
                </c:pt>
                <c:pt idx="4655">
                  <c:v>44158</c:v>
                </c:pt>
                <c:pt idx="4656">
                  <c:v>44159</c:v>
                </c:pt>
                <c:pt idx="4657">
                  <c:v>44160</c:v>
                </c:pt>
                <c:pt idx="4658">
                  <c:v>44161</c:v>
                </c:pt>
                <c:pt idx="4659">
                  <c:v>44162</c:v>
                </c:pt>
                <c:pt idx="4660">
                  <c:v>44165</c:v>
                </c:pt>
                <c:pt idx="4661">
                  <c:v>44166</c:v>
                </c:pt>
                <c:pt idx="4662">
                  <c:v>44167</c:v>
                </c:pt>
                <c:pt idx="4663">
                  <c:v>44168</c:v>
                </c:pt>
                <c:pt idx="4664">
                  <c:v>44169</c:v>
                </c:pt>
                <c:pt idx="4665">
                  <c:v>44172</c:v>
                </c:pt>
                <c:pt idx="4666">
                  <c:v>44173</c:v>
                </c:pt>
                <c:pt idx="4667">
                  <c:v>44174</c:v>
                </c:pt>
                <c:pt idx="4668">
                  <c:v>44175</c:v>
                </c:pt>
                <c:pt idx="4669">
                  <c:v>44176</c:v>
                </c:pt>
                <c:pt idx="4670">
                  <c:v>44179</c:v>
                </c:pt>
                <c:pt idx="4671">
                  <c:v>44180</c:v>
                </c:pt>
                <c:pt idx="4672">
                  <c:v>44181</c:v>
                </c:pt>
                <c:pt idx="4673">
                  <c:v>44182</c:v>
                </c:pt>
                <c:pt idx="4674">
                  <c:v>44183</c:v>
                </c:pt>
                <c:pt idx="4675">
                  <c:v>44186</c:v>
                </c:pt>
                <c:pt idx="4676">
                  <c:v>44187</c:v>
                </c:pt>
                <c:pt idx="4677">
                  <c:v>44188</c:v>
                </c:pt>
                <c:pt idx="4678">
                  <c:v>44193</c:v>
                </c:pt>
                <c:pt idx="4679">
                  <c:v>44194</c:v>
                </c:pt>
                <c:pt idx="4680">
                  <c:v>44195</c:v>
                </c:pt>
                <c:pt idx="4681">
                  <c:v>44200</c:v>
                </c:pt>
                <c:pt idx="4682">
                  <c:v>44201</c:v>
                </c:pt>
                <c:pt idx="4683">
                  <c:v>44202</c:v>
                </c:pt>
                <c:pt idx="4684">
                  <c:v>44203</c:v>
                </c:pt>
                <c:pt idx="4685">
                  <c:v>44204</c:v>
                </c:pt>
                <c:pt idx="4686">
                  <c:v>44207</c:v>
                </c:pt>
                <c:pt idx="4687">
                  <c:v>44208</c:v>
                </c:pt>
                <c:pt idx="4688">
                  <c:v>44209</c:v>
                </c:pt>
                <c:pt idx="4689">
                  <c:v>44210</c:v>
                </c:pt>
                <c:pt idx="4690">
                  <c:v>44211</c:v>
                </c:pt>
                <c:pt idx="4691">
                  <c:v>44214</c:v>
                </c:pt>
                <c:pt idx="4692">
                  <c:v>44215</c:v>
                </c:pt>
                <c:pt idx="4693">
                  <c:v>44216</c:v>
                </c:pt>
                <c:pt idx="4694">
                  <c:v>44217</c:v>
                </c:pt>
                <c:pt idx="4695">
                  <c:v>44218</c:v>
                </c:pt>
                <c:pt idx="4696">
                  <c:v>44222</c:v>
                </c:pt>
                <c:pt idx="4697">
                  <c:v>44223</c:v>
                </c:pt>
                <c:pt idx="4698">
                  <c:v>44224</c:v>
                </c:pt>
                <c:pt idx="4699">
                  <c:v>44225</c:v>
                </c:pt>
                <c:pt idx="4700">
                  <c:v>44228</c:v>
                </c:pt>
                <c:pt idx="4701">
                  <c:v>44229</c:v>
                </c:pt>
                <c:pt idx="4702">
                  <c:v>44230</c:v>
                </c:pt>
                <c:pt idx="4703">
                  <c:v>44231</c:v>
                </c:pt>
                <c:pt idx="4704">
                  <c:v>44232</c:v>
                </c:pt>
                <c:pt idx="4705">
                  <c:v>44235</c:v>
                </c:pt>
                <c:pt idx="4706">
                  <c:v>44236</c:v>
                </c:pt>
                <c:pt idx="4707">
                  <c:v>44237</c:v>
                </c:pt>
                <c:pt idx="4708">
                  <c:v>44238</c:v>
                </c:pt>
                <c:pt idx="4709">
                  <c:v>44239</c:v>
                </c:pt>
                <c:pt idx="4710">
                  <c:v>44244</c:v>
                </c:pt>
                <c:pt idx="4711">
                  <c:v>44245</c:v>
                </c:pt>
                <c:pt idx="4712">
                  <c:v>44246</c:v>
                </c:pt>
                <c:pt idx="4713">
                  <c:v>44249</c:v>
                </c:pt>
                <c:pt idx="4714">
                  <c:v>44250</c:v>
                </c:pt>
                <c:pt idx="4715">
                  <c:v>44251</c:v>
                </c:pt>
                <c:pt idx="4716">
                  <c:v>44252</c:v>
                </c:pt>
                <c:pt idx="4717">
                  <c:v>44253</c:v>
                </c:pt>
                <c:pt idx="4718">
                  <c:v>44256</c:v>
                </c:pt>
                <c:pt idx="4719">
                  <c:v>44257</c:v>
                </c:pt>
                <c:pt idx="4720">
                  <c:v>44258</c:v>
                </c:pt>
                <c:pt idx="4721">
                  <c:v>44259</c:v>
                </c:pt>
                <c:pt idx="4722">
                  <c:v>44260</c:v>
                </c:pt>
                <c:pt idx="4723">
                  <c:v>44263</c:v>
                </c:pt>
                <c:pt idx="4724">
                  <c:v>44264</c:v>
                </c:pt>
                <c:pt idx="4725">
                  <c:v>44265</c:v>
                </c:pt>
                <c:pt idx="4726">
                  <c:v>44266</c:v>
                </c:pt>
                <c:pt idx="4727">
                  <c:v>44267</c:v>
                </c:pt>
                <c:pt idx="4728">
                  <c:v>44270</c:v>
                </c:pt>
                <c:pt idx="4729">
                  <c:v>44271</c:v>
                </c:pt>
                <c:pt idx="4730">
                  <c:v>44272</c:v>
                </c:pt>
                <c:pt idx="4731">
                  <c:v>44273</c:v>
                </c:pt>
                <c:pt idx="4732">
                  <c:v>44274</c:v>
                </c:pt>
                <c:pt idx="4733">
                  <c:v>44277</c:v>
                </c:pt>
                <c:pt idx="4734">
                  <c:v>44278</c:v>
                </c:pt>
                <c:pt idx="4735">
                  <c:v>44279</c:v>
                </c:pt>
                <c:pt idx="4736">
                  <c:v>44280</c:v>
                </c:pt>
                <c:pt idx="4737">
                  <c:v>44281</c:v>
                </c:pt>
                <c:pt idx="4738">
                  <c:v>44284</c:v>
                </c:pt>
                <c:pt idx="4739">
                  <c:v>44285</c:v>
                </c:pt>
                <c:pt idx="4740">
                  <c:v>44286</c:v>
                </c:pt>
                <c:pt idx="4741">
                  <c:v>44287</c:v>
                </c:pt>
                <c:pt idx="4742">
                  <c:v>44291</c:v>
                </c:pt>
                <c:pt idx="4743">
                  <c:v>44292</c:v>
                </c:pt>
                <c:pt idx="4744">
                  <c:v>44293</c:v>
                </c:pt>
                <c:pt idx="4745">
                  <c:v>44294</c:v>
                </c:pt>
                <c:pt idx="4746">
                  <c:v>44295</c:v>
                </c:pt>
                <c:pt idx="4747">
                  <c:v>44298</c:v>
                </c:pt>
                <c:pt idx="4748">
                  <c:v>44299</c:v>
                </c:pt>
                <c:pt idx="4749">
                  <c:v>44300</c:v>
                </c:pt>
                <c:pt idx="4750">
                  <c:v>44301</c:v>
                </c:pt>
                <c:pt idx="4751">
                  <c:v>44302</c:v>
                </c:pt>
                <c:pt idx="4752">
                  <c:v>44305</c:v>
                </c:pt>
                <c:pt idx="4753">
                  <c:v>44306</c:v>
                </c:pt>
                <c:pt idx="4754">
                  <c:v>44308</c:v>
                </c:pt>
                <c:pt idx="4755">
                  <c:v>44309</c:v>
                </c:pt>
                <c:pt idx="4756">
                  <c:v>44312</c:v>
                </c:pt>
                <c:pt idx="4757">
                  <c:v>44313</c:v>
                </c:pt>
                <c:pt idx="4758">
                  <c:v>44314</c:v>
                </c:pt>
                <c:pt idx="4759">
                  <c:v>44315</c:v>
                </c:pt>
                <c:pt idx="4760">
                  <c:v>44316</c:v>
                </c:pt>
                <c:pt idx="4761">
                  <c:v>44319</c:v>
                </c:pt>
                <c:pt idx="4762">
                  <c:v>44320</c:v>
                </c:pt>
                <c:pt idx="4763">
                  <c:v>44321</c:v>
                </c:pt>
                <c:pt idx="4764">
                  <c:v>44322</c:v>
                </c:pt>
                <c:pt idx="4765">
                  <c:v>44323</c:v>
                </c:pt>
                <c:pt idx="4766">
                  <c:v>44326</c:v>
                </c:pt>
                <c:pt idx="4767">
                  <c:v>44327</c:v>
                </c:pt>
                <c:pt idx="4768">
                  <c:v>44328</c:v>
                </c:pt>
                <c:pt idx="4769">
                  <c:v>44329</c:v>
                </c:pt>
                <c:pt idx="4770">
                  <c:v>44330</c:v>
                </c:pt>
                <c:pt idx="4771">
                  <c:v>44333</c:v>
                </c:pt>
                <c:pt idx="4772">
                  <c:v>44334</c:v>
                </c:pt>
                <c:pt idx="4773">
                  <c:v>44335</c:v>
                </c:pt>
                <c:pt idx="4774">
                  <c:v>44336</c:v>
                </c:pt>
                <c:pt idx="4775">
                  <c:v>44337</c:v>
                </c:pt>
                <c:pt idx="4776">
                  <c:v>44340</c:v>
                </c:pt>
                <c:pt idx="4777">
                  <c:v>44341</c:v>
                </c:pt>
                <c:pt idx="4778">
                  <c:v>44342</c:v>
                </c:pt>
                <c:pt idx="4779">
                  <c:v>44343</c:v>
                </c:pt>
                <c:pt idx="4780">
                  <c:v>44344</c:v>
                </c:pt>
                <c:pt idx="4781">
                  <c:v>44347</c:v>
                </c:pt>
                <c:pt idx="4782">
                  <c:v>44348</c:v>
                </c:pt>
                <c:pt idx="4783">
                  <c:v>44349</c:v>
                </c:pt>
                <c:pt idx="4784">
                  <c:v>44351</c:v>
                </c:pt>
                <c:pt idx="4785">
                  <c:v>44354</c:v>
                </c:pt>
                <c:pt idx="4786">
                  <c:v>44355</c:v>
                </c:pt>
                <c:pt idx="4787">
                  <c:v>44356</c:v>
                </c:pt>
                <c:pt idx="4788">
                  <c:v>44357</c:v>
                </c:pt>
                <c:pt idx="4789">
                  <c:v>44358</c:v>
                </c:pt>
                <c:pt idx="4790">
                  <c:v>44361</c:v>
                </c:pt>
                <c:pt idx="4791">
                  <c:v>44362</c:v>
                </c:pt>
                <c:pt idx="4792">
                  <c:v>44363</c:v>
                </c:pt>
                <c:pt idx="4793">
                  <c:v>44364</c:v>
                </c:pt>
                <c:pt idx="4794">
                  <c:v>44365</c:v>
                </c:pt>
                <c:pt idx="4795">
                  <c:v>44368</c:v>
                </c:pt>
                <c:pt idx="4796">
                  <c:v>44369</c:v>
                </c:pt>
                <c:pt idx="4797">
                  <c:v>44370</c:v>
                </c:pt>
                <c:pt idx="4798">
                  <c:v>44371</c:v>
                </c:pt>
                <c:pt idx="4799">
                  <c:v>44372</c:v>
                </c:pt>
                <c:pt idx="4800">
                  <c:v>44375</c:v>
                </c:pt>
                <c:pt idx="4801">
                  <c:v>44376</c:v>
                </c:pt>
                <c:pt idx="4802">
                  <c:v>44377</c:v>
                </c:pt>
                <c:pt idx="4803">
                  <c:v>44378</c:v>
                </c:pt>
                <c:pt idx="4804">
                  <c:v>44379</c:v>
                </c:pt>
                <c:pt idx="4805">
                  <c:v>44382</c:v>
                </c:pt>
                <c:pt idx="4806">
                  <c:v>44383</c:v>
                </c:pt>
                <c:pt idx="4807">
                  <c:v>44384</c:v>
                </c:pt>
                <c:pt idx="4808">
                  <c:v>44385</c:v>
                </c:pt>
                <c:pt idx="4809">
                  <c:v>44389</c:v>
                </c:pt>
                <c:pt idx="4810">
                  <c:v>44390</c:v>
                </c:pt>
                <c:pt idx="4811">
                  <c:v>44391</c:v>
                </c:pt>
                <c:pt idx="4812">
                  <c:v>44392</c:v>
                </c:pt>
                <c:pt idx="4813">
                  <c:v>44393</c:v>
                </c:pt>
                <c:pt idx="4814">
                  <c:v>44396</c:v>
                </c:pt>
                <c:pt idx="4815">
                  <c:v>44397</c:v>
                </c:pt>
                <c:pt idx="4816">
                  <c:v>44398</c:v>
                </c:pt>
                <c:pt idx="4817">
                  <c:v>44399</c:v>
                </c:pt>
                <c:pt idx="4818">
                  <c:v>44400</c:v>
                </c:pt>
                <c:pt idx="4819">
                  <c:v>44403</c:v>
                </c:pt>
                <c:pt idx="4820">
                  <c:v>44404</c:v>
                </c:pt>
                <c:pt idx="4821">
                  <c:v>44405</c:v>
                </c:pt>
                <c:pt idx="4822">
                  <c:v>44406</c:v>
                </c:pt>
                <c:pt idx="4823">
                  <c:v>44407</c:v>
                </c:pt>
                <c:pt idx="4824">
                  <c:v>44410</c:v>
                </c:pt>
                <c:pt idx="4825">
                  <c:v>44411</c:v>
                </c:pt>
                <c:pt idx="4826">
                  <c:v>44412</c:v>
                </c:pt>
                <c:pt idx="4827">
                  <c:v>44413</c:v>
                </c:pt>
                <c:pt idx="4828">
                  <c:v>44414</c:v>
                </c:pt>
                <c:pt idx="4829">
                  <c:v>44417</c:v>
                </c:pt>
                <c:pt idx="4830">
                  <c:v>44418</c:v>
                </c:pt>
                <c:pt idx="4831">
                  <c:v>44419</c:v>
                </c:pt>
                <c:pt idx="4832">
                  <c:v>44420</c:v>
                </c:pt>
                <c:pt idx="4833">
                  <c:v>44421</c:v>
                </c:pt>
                <c:pt idx="4834">
                  <c:v>44424</c:v>
                </c:pt>
                <c:pt idx="4835">
                  <c:v>44425</c:v>
                </c:pt>
                <c:pt idx="4836">
                  <c:v>44426</c:v>
                </c:pt>
                <c:pt idx="4837">
                  <c:v>44427</c:v>
                </c:pt>
                <c:pt idx="4838">
                  <c:v>44428</c:v>
                </c:pt>
                <c:pt idx="4839">
                  <c:v>44431</c:v>
                </c:pt>
                <c:pt idx="4840">
                  <c:v>44432</c:v>
                </c:pt>
                <c:pt idx="4841">
                  <c:v>44433</c:v>
                </c:pt>
                <c:pt idx="4842">
                  <c:v>44434</c:v>
                </c:pt>
                <c:pt idx="4843">
                  <c:v>44435</c:v>
                </c:pt>
                <c:pt idx="4844">
                  <c:v>44438</c:v>
                </c:pt>
                <c:pt idx="4845">
                  <c:v>44439</c:v>
                </c:pt>
                <c:pt idx="4846">
                  <c:v>44440</c:v>
                </c:pt>
                <c:pt idx="4847">
                  <c:v>44441</c:v>
                </c:pt>
                <c:pt idx="4848">
                  <c:v>44442</c:v>
                </c:pt>
                <c:pt idx="4849">
                  <c:v>44445</c:v>
                </c:pt>
                <c:pt idx="4850">
                  <c:v>44447</c:v>
                </c:pt>
                <c:pt idx="4851">
                  <c:v>44448</c:v>
                </c:pt>
                <c:pt idx="4852">
                  <c:v>44449</c:v>
                </c:pt>
                <c:pt idx="4853">
                  <c:v>44452</c:v>
                </c:pt>
                <c:pt idx="4854">
                  <c:v>44453</c:v>
                </c:pt>
                <c:pt idx="4855">
                  <c:v>44454</c:v>
                </c:pt>
                <c:pt idx="4856">
                  <c:v>44455</c:v>
                </c:pt>
                <c:pt idx="4857">
                  <c:v>44456</c:v>
                </c:pt>
                <c:pt idx="4858">
                  <c:v>44459</c:v>
                </c:pt>
                <c:pt idx="4859">
                  <c:v>44460</c:v>
                </c:pt>
                <c:pt idx="4860">
                  <c:v>44461</c:v>
                </c:pt>
                <c:pt idx="4861">
                  <c:v>44462</c:v>
                </c:pt>
                <c:pt idx="4862">
                  <c:v>44463</c:v>
                </c:pt>
                <c:pt idx="4863">
                  <c:v>44466</c:v>
                </c:pt>
                <c:pt idx="4864">
                  <c:v>44467</c:v>
                </c:pt>
                <c:pt idx="4865">
                  <c:v>44468</c:v>
                </c:pt>
                <c:pt idx="4866">
                  <c:v>44469</c:v>
                </c:pt>
                <c:pt idx="4867">
                  <c:v>44470</c:v>
                </c:pt>
                <c:pt idx="4868">
                  <c:v>44473</c:v>
                </c:pt>
                <c:pt idx="4869">
                  <c:v>44474</c:v>
                </c:pt>
                <c:pt idx="4870">
                  <c:v>44475</c:v>
                </c:pt>
                <c:pt idx="4871">
                  <c:v>44476</c:v>
                </c:pt>
                <c:pt idx="4872">
                  <c:v>44477</c:v>
                </c:pt>
                <c:pt idx="4873">
                  <c:v>44480</c:v>
                </c:pt>
                <c:pt idx="4874">
                  <c:v>44482</c:v>
                </c:pt>
                <c:pt idx="4875">
                  <c:v>44483</c:v>
                </c:pt>
                <c:pt idx="4876">
                  <c:v>44484</c:v>
                </c:pt>
                <c:pt idx="4877">
                  <c:v>44487</c:v>
                </c:pt>
                <c:pt idx="4878">
                  <c:v>44488</c:v>
                </c:pt>
                <c:pt idx="4879">
                  <c:v>44489</c:v>
                </c:pt>
                <c:pt idx="4880">
                  <c:v>44490</c:v>
                </c:pt>
                <c:pt idx="4881">
                  <c:v>44491</c:v>
                </c:pt>
                <c:pt idx="4882">
                  <c:v>44494</c:v>
                </c:pt>
                <c:pt idx="4883">
                  <c:v>44495</c:v>
                </c:pt>
                <c:pt idx="4884">
                  <c:v>44496</c:v>
                </c:pt>
                <c:pt idx="4885">
                  <c:v>44497</c:v>
                </c:pt>
                <c:pt idx="4886">
                  <c:v>44498</c:v>
                </c:pt>
                <c:pt idx="4887">
                  <c:v>44501</c:v>
                </c:pt>
                <c:pt idx="4888">
                  <c:v>44503</c:v>
                </c:pt>
                <c:pt idx="4889">
                  <c:v>44504</c:v>
                </c:pt>
                <c:pt idx="4890">
                  <c:v>44505</c:v>
                </c:pt>
                <c:pt idx="4891">
                  <c:v>44508</c:v>
                </c:pt>
                <c:pt idx="4892">
                  <c:v>44509</c:v>
                </c:pt>
                <c:pt idx="4893">
                  <c:v>44510</c:v>
                </c:pt>
                <c:pt idx="4894">
                  <c:v>44511</c:v>
                </c:pt>
                <c:pt idx="4895">
                  <c:v>44512</c:v>
                </c:pt>
                <c:pt idx="4896">
                  <c:v>44516</c:v>
                </c:pt>
                <c:pt idx="4897">
                  <c:v>44517</c:v>
                </c:pt>
                <c:pt idx="4898">
                  <c:v>44518</c:v>
                </c:pt>
                <c:pt idx="4899">
                  <c:v>44519</c:v>
                </c:pt>
                <c:pt idx="4900">
                  <c:v>44522</c:v>
                </c:pt>
                <c:pt idx="4901">
                  <c:v>44523</c:v>
                </c:pt>
                <c:pt idx="4902">
                  <c:v>44524</c:v>
                </c:pt>
                <c:pt idx="4903">
                  <c:v>44525</c:v>
                </c:pt>
                <c:pt idx="4904">
                  <c:v>44526</c:v>
                </c:pt>
                <c:pt idx="4905">
                  <c:v>44529</c:v>
                </c:pt>
                <c:pt idx="4906">
                  <c:v>44530</c:v>
                </c:pt>
                <c:pt idx="4907">
                  <c:v>44531</c:v>
                </c:pt>
                <c:pt idx="4908">
                  <c:v>44532</c:v>
                </c:pt>
                <c:pt idx="4909">
                  <c:v>44533</c:v>
                </c:pt>
                <c:pt idx="4910">
                  <c:v>44536</c:v>
                </c:pt>
                <c:pt idx="4911">
                  <c:v>44537</c:v>
                </c:pt>
                <c:pt idx="4912">
                  <c:v>44538</c:v>
                </c:pt>
                <c:pt idx="4913">
                  <c:v>44539</c:v>
                </c:pt>
                <c:pt idx="4914">
                  <c:v>44540</c:v>
                </c:pt>
                <c:pt idx="4915">
                  <c:v>44543</c:v>
                </c:pt>
                <c:pt idx="4916">
                  <c:v>44544</c:v>
                </c:pt>
                <c:pt idx="4917">
                  <c:v>44545</c:v>
                </c:pt>
                <c:pt idx="4918">
                  <c:v>44546</c:v>
                </c:pt>
                <c:pt idx="4919">
                  <c:v>44547</c:v>
                </c:pt>
                <c:pt idx="4920">
                  <c:v>44550</c:v>
                </c:pt>
                <c:pt idx="4921">
                  <c:v>44551</c:v>
                </c:pt>
                <c:pt idx="4922">
                  <c:v>44552</c:v>
                </c:pt>
                <c:pt idx="4923">
                  <c:v>44553</c:v>
                </c:pt>
                <c:pt idx="4924">
                  <c:v>44557</c:v>
                </c:pt>
                <c:pt idx="4925">
                  <c:v>44558</c:v>
                </c:pt>
                <c:pt idx="4926">
                  <c:v>44559</c:v>
                </c:pt>
                <c:pt idx="4927">
                  <c:v>44560</c:v>
                </c:pt>
                <c:pt idx="4928">
                  <c:v>44564</c:v>
                </c:pt>
                <c:pt idx="4929">
                  <c:v>44565</c:v>
                </c:pt>
                <c:pt idx="4930">
                  <c:v>44566</c:v>
                </c:pt>
                <c:pt idx="4931">
                  <c:v>44567</c:v>
                </c:pt>
                <c:pt idx="4932">
                  <c:v>44568</c:v>
                </c:pt>
                <c:pt idx="4933">
                  <c:v>44571</c:v>
                </c:pt>
                <c:pt idx="4934">
                  <c:v>44572</c:v>
                </c:pt>
                <c:pt idx="4935">
                  <c:v>44573</c:v>
                </c:pt>
                <c:pt idx="4936">
                  <c:v>44574</c:v>
                </c:pt>
                <c:pt idx="4937">
                  <c:v>44575</c:v>
                </c:pt>
                <c:pt idx="4938">
                  <c:v>44578</c:v>
                </c:pt>
                <c:pt idx="4939">
                  <c:v>44579</c:v>
                </c:pt>
                <c:pt idx="4940">
                  <c:v>44580</c:v>
                </c:pt>
                <c:pt idx="4941">
                  <c:v>44581</c:v>
                </c:pt>
                <c:pt idx="4942">
                  <c:v>44582</c:v>
                </c:pt>
                <c:pt idx="4943">
                  <c:v>44585</c:v>
                </c:pt>
                <c:pt idx="4944">
                  <c:v>44586</c:v>
                </c:pt>
                <c:pt idx="4945">
                  <c:v>44587</c:v>
                </c:pt>
                <c:pt idx="4946">
                  <c:v>44588</c:v>
                </c:pt>
                <c:pt idx="4947">
                  <c:v>44589</c:v>
                </c:pt>
                <c:pt idx="4948">
                  <c:v>44592</c:v>
                </c:pt>
                <c:pt idx="4949">
                  <c:v>44593</c:v>
                </c:pt>
                <c:pt idx="4950">
                  <c:v>44594</c:v>
                </c:pt>
                <c:pt idx="4951">
                  <c:v>44595</c:v>
                </c:pt>
                <c:pt idx="4952">
                  <c:v>44596</c:v>
                </c:pt>
                <c:pt idx="4953">
                  <c:v>44599</c:v>
                </c:pt>
                <c:pt idx="4954">
                  <c:v>44600</c:v>
                </c:pt>
                <c:pt idx="4955">
                  <c:v>44601</c:v>
                </c:pt>
                <c:pt idx="4956">
                  <c:v>44602</c:v>
                </c:pt>
                <c:pt idx="4957">
                  <c:v>44603</c:v>
                </c:pt>
                <c:pt idx="4958">
                  <c:v>44606</c:v>
                </c:pt>
                <c:pt idx="4959">
                  <c:v>44607</c:v>
                </c:pt>
                <c:pt idx="4960">
                  <c:v>44608</c:v>
                </c:pt>
                <c:pt idx="4961">
                  <c:v>44609</c:v>
                </c:pt>
                <c:pt idx="4962">
                  <c:v>44610</c:v>
                </c:pt>
                <c:pt idx="4963">
                  <c:v>44613</c:v>
                </c:pt>
                <c:pt idx="4964">
                  <c:v>44614</c:v>
                </c:pt>
                <c:pt idx="4965">
                  <c:v>44615</c:v>
                </c:pt>
                <c:pt idx="4966">
                  <c:v>44616</c:v>
                </c:pt>
                <c:pt idx="4967">
                  <c:v>44617</c:v>
                </c:pt>
                <c:pt idx="4968">
                  <c:v>44622</c:v>
                </c:pt>
                <c:pt idx="4969">
                  <c:v>44623</c:v>
                </c:pt>
                <c:pt idx="4970">
                  <c:v>44624</c:v>
                </c:pt>
                <c:pt idx="4971">
                  <c:v>44627</c:v>
                </c:pt>
                <c:pt idx="4972">
                  <c:v>44628</c:v>
                </c:pt>
                <c:pt idx="4973">
                  <c:v>44629</c:v>
                </c:pt>
                <c:pt idx="4974">
                  <c:v>44630</c:v>
                </c:pt>
                <c:pt idx="4975">
                  <c:v>44631</c:v>
                </c:pt>
                <c:pt idx="4976">
                  <c:v>44634</c:v>
                </c:pt>
                <c:pt idx="4977">
                  <c:v>44635</c:v>
                </c:pt>
                <c:pt idx="4978">
                  <c:v>44636</c:v>
                </c:pt>
                <c:pt idx="4979">
                  <c:v>44637</c:v>
                </c:pt>
                <c:pt idx="4980">
                  <c:v>44638</c:v>
                </c:pt>
                <c:pt idx="4981">
                  <c:v>44641</c:v>
                </c:pt>
                <c:pt idx="4982">
                  <c:v>44642</c:v>
                </c:pt>
                <c:pt idx="4983">
                  <c:v>44643</c:v>
                </c:pt>
                <c:pt idx="4984">
                  <c:v>44644</c:v>
                </c:pt>
                <c:pt idx="4985">
                  <c:v>44645</c:v>
                </c:pt>
                <c:pt idx="4986">
                  <c:v>44648</c:v>
                </c:pt>
                <c:pt idx="4987">
                  <c:v>44649</c:v>
                </c:pt>
                <c:pt idx="4988">
                  <c:v>44650</c:v>
                </c:pt>
                <c:pt idx="4989">
                  <c:v>44651</c:v>
                </c:pt>
                <c:pt idx="4990">
                  <c:v>44652</c:v>
                </c:pt>
                <c:pt idx="4991">
                  <c:v>44655</c:v>
                </c:pt>
                <c:pt idx="4992">
                  <c:v>44656</c:v>
                </c:pt>
                <c:pt idx="4993">
                  <c:v>44657</c:v>
                </c:pt>
                <c:pt idx="4994">
                  <c:v>44658</c:v>
                </c:pt>
                <c:pt idx="4995">
                  <c:v>44659</c:v>
                </c:pt>
                <c:pt idx="4996">
                  <c:v>44662</c:v>
                </c:pt>
                <c:pt idx="4997">
                  <c:v>44663</c:v>
                </c:pt>
                <c:pt idx="4998">
                  <c:v>44664</c:v>
                </c:pt>
                <c:pt idx="4999">
                  <c:v>44665</c:v>
                </c:pt>
                <c:pt idx="5000">
                  <c:v>44669</c:v>
                </c:pt>
                <c:pt idx="5001">
                  <c:v>44670</c:v>
                </c:pt>
                <c:pt idx="5002">
                  <c:v>44671</c:v>
                </c:pt>
                <c:pt idx="5003">
                  <c:v>44673</c:v>
                </c:pt>
                <c:pt idx="5004">
                  <c:v>44676</c:v>
                </c:pt>
                <c:pt idx="5005">
                  <c:v>44677</c:v>
                </c:pt>
                <c:pt idx="5006">
                  <c:v>44678</c:v>
                </c:pt>
                <c:pt idx="5007">
                  <c:v>44679</c:v>
                </c:pt>
                <c:pt idx="5008">
                  <c:v>44680</c:v>
                </c:pt>
                <c:pt idx="5009">
                  <c:v>44683</c:v>
                </c:pt>
                <c:pt idx="5010">
                  <c:v>44684</c:v>
                </c:pt>
                <c:pt idx="5011">
                  <c:v>44685</c:v>
                </c:pt>
                <c:pt idx="5012">
                  <c:v>44686</c:v>
                </c:pt>
                <c:pt idx="5013">
                  <c:v>44687</c:v>
                </c:pt>
                <c:pt idx="5014">
                  <c:v>44690</c:v>
                </c:pt>
                <c:pt idx="5015">
                  <c:v>44691</c:v>
                </c:pt>
                <c:pt idx="5016">
                  <c:v>44692</c:v>
                </c:pt>
                <c:pt idx="5017">
                  <c:v>44693</c:v>
                </c:pt>
                <c:pt idx="5018">
                  <c:v>44694</c:v>
                </c:pt>
                <c:pt idx="5019">
                  <c:v>44697</c:v>
                </c:pt>
                <c:pt idx="5020">
                  <c:v>44698</c:v>
                </c:pt>
                <c:pt idx="5021">
                  <c:v>44699</c:v>
                </c:pt>
                <c:pt idx="5022">
                  <c:v>44700</c:v>
                </c:pt>
                <c:pt idx="5023">
                  <c:v>44701</c:v>
                </c:pt>
                <c:pt idx="5024">
                  <c:v>44704</c:v>
                </c:pt>
                <c:pt idx="5025">
                  <c:v>44705</c:v>
                </c:pt>
                <c:pt idx="5026">
                  <c:v>44706</c:v>
                </c:pt>
                <c:pt idx="5027">
                  <c:v>44707</c:v>
                </c:pt>
                <c:pt idx="5028">
                  <c:v>44708</c:v>
                </c:pt>
                <c:pt idx="5029">
                  <c:v>44711</c:v>
                </c:pt>
                <c:pt idx="5030">
                  <c:v>44712</c:v>
                </c:pt>
                <c:pt idx="5031">
                  <c:v>44713</c:v>
                </c:pt>
                <c:pt idx="5032">
                  <c:v>44714</c:v>
                </c:pt>
                <c:pt idx="5033">
                  <c:v>44715</c:v>
                </c:pt>
                <c:pt idx="5034">
                  <c:v>44718</c:v>
                </c:pt>
                <c:pt idx="5035">
                  <c:v>44719</c:v>
                </c:pt>
                <c:pt idx="5036">
                  <c:v>44720</c:v>
                </c:pt>
                <c:pt idx="5037">
                  <c:v>44721</c:v>
                </c:pt>
                <c:pt idx="5038">
                  <c:v>44722</c:v>
                </c:pt>
                <c:pt idx="5039">
                  <c:v>44725</c:v>
                </c:pt>
                <c:pt idx="5040">
                  <c:v>44726</c:v>
                </c:pt>
                <c:pt idx="5041">
                  <c:v>44727</c:v>
                </c:pt>
                <c:pt idx="5042">
                  <c:v>44729</c:v>
                </c:pt>
                <c:pt idx="5043">
                  <c:v>44732</c:v>
                </c:pt>
                <c:pt idx="5044">
                  <c:v>44733</c:v>
                </c:pt>
                <c:pt idx="5045">
                  <c:v>44734</c:v>
                </c:pt>
                <c:pt idx="5046">
                  <c:v>44735</c:v>
                </c:pt>
                <c:pt idx="5047">
                  <c:v>44736</c:v>
                </c:pt>
                <c:pt idx="5048">
                  <c:v>44739</c:v>
                </c:pt>
                <c:pt idx="5049">
                  <c:v>44740</c:v>
                </c:pt>
                <c:pt idx="5050">
                  <c:v>44741</c:v>
                </c:pt>
                <c:pt idx="5051">
                  <c:v>44742</c:v>
                </c:pt>
                <c:pt idx="5052">
                  <c:v>44743</c:v>
                </c:pt>
                <c:pt idx="5053">
                  <c:v>44746</c:v>
                </c:pt>
                <c:pt idx="5054">
                  <c:v>44747</c:v>
                </c:pt>
                <c:pt idx="5055">
                  <c:v>44748</c:v>
                </c:pt>
                <c:pt idx="5056">
                  <c:v>44749</c:v>
                </c:pt>
                <c:pt idx="5057">
                  <c:v>44750</c:v>
                </c:pt>
                <c:pt idx="5058">
                  <c:v>44753</c:v>
                </c:pt>
                <c:pt idx="5059">
                  <c:v>44754</c:v>
                </c:pt>
                <c:pt idx="5060">
                  <c:v>44755</c:v>
                </c:pt>
                <c:pt idx="5061">
                  <c:v>44756</c:v>
                </c:pt>
                <c:pt idx="5062">
                  <c:v>44757</c:v>
                </c:pt>
                <c:pt idx="5063">
                  <c:v>44760</c:v>
                </c:pt>
                <c:pt idx="5064">
                  <c:v>44761</c:v>
                </c:pt>
                <c:pt idx="5065">
                  <c:v>44762</c:v>
                </c:pt>
                <c:pt idx="5066">
                  <c:v>44763</c:v>
                </c:pt>
                <c:pt idx="5067">
                  <c:v>44764</c:v>
                </c:pt>
                <c:pt idx="5068">
                  <c:v>44767</c:v>
                </c:pt>
                <c:pt idx="5069">
                  <c:v>44768</c:v>
                </c:pt>
                <c:pt idx="5070">
                  <c:v>44769</c:v>
                </c:pt>
                <c:pt idx="5071">
                  <c:v>44770</c:v>
                </c:pt>
                <c:pt idx="5072">
                  <c:v>44771</c:v>
                </c:pt>
                <c:pt idx="5073">
                  <c:v>44774</c:v>
                </c:pt>
                <c:pt idx="5074">
                  <c:v>44775</c:v>
                </c:pt>
                <c:pt idx="5075">
                  <c:v>44776</c:v>
                </c:pt>
                <c:pt idx="5076">
                  <c:v>44777</c:v>
                </c:pt>
                <c:pt idx="5077">
                  <c:v>44778</c:v>
                </c:pt>
                <c:pt idx="5078">
                  <c:v>44781</c:v>
                </c:pt>
                <c:pt idx="5079">
                  <c:v>44782</c:v>
                </c:pt>
                <c:pt idx="5080">
                  <c:v>44783</c:v>
                </c:pt>
                <c:pt idx="5081">
                  <c:v>44784</c:v>
                </c:pt>
                <c:pt idx="5082">
                  <c:v>44785</c:v>
                </c:pt>
                <c:pt idx="5083">
                  <c:v>44788</c:v>
                </c:pt>
                <c:pt idx="5084">
                  <c:v>44789</c:v>
                </c:pt>
                <c:pt idx="5085">
                  <c:v>44790</c:v>
                </c:pt>
                <c:pt idx="5086">
                  <c:v>44791</c:v>
                </c:pt>
                <c:pt idx="5087">
                  <c:v>44792</c:v>
                </c:pt>
                <c:pt idx="5088">
                  <c:v>44795</c:v>
                </c:pt>
                <c:pt idx="5089">
                  <c:v>44796</c:v>
                </c:pt>
                <c:pt idx="5090">
                  <c:v>44797</c:v>
                </c:pt>
                <c:pt idx="5091">
                  <c:v>44798</c:v>
                </c:pt>
                <c:pt idx="5092">
                  <c:v>44799</c:v>
                </c:pt>
                <c:pt idx="5093">
                  <c:v>44802</c:v>
                </c:pt>
                <c:pt idx="5094">
                  <c:v>44803</c:v>
                </c:pt>
                <c:pt idx="5095">
                  <c:v>44804</c:v>
                </c:pt>
                <c:pt idx="5096">
                  <c:v>44805</c:v>
                </c:pt>
                <c:pt idx="5097">
                  <c:v>44806</c:v>
                </c:pt>
                <c:pt idx="5098">
                  <c:v>44809</c:v>
                </c:pt>
                <c:pt idx="5099">
                  <c:v>44810</c:v>
                </c:pt>
                <c:pt idx="5100">
                  <c:v>44812</c:v>
                </c:pt>
                <c:pt idx="5101">
                  <c:v>44813</c:v>
                </c:pt>
                <c:pt idx="5102">
                  <c:v>44816</c:v>
                </c:pt>
                <c:pt idx="5103">
                  <c:v>44817</c:v>
                </c:pt>
                <c:pt idx="5104">
                  <c:v>44818</c:v>
                </c:pt>
                <c:pt idx="5105">
                  <c:v>44819</c:v>
                </c:pt>
                <c:pt idx="5106">
                  <c:v>44820</c:v>
                </c:pt>
                <c:pt idx="5107">
                  <c:v>44823</c:v>
                </c:pt>
                <c:pt idx="5108">
                  <c:v>44824</c:v>
                </c:pt>
                <c:pt idx="5109">
                  <c:v>44825</c:v>
                </c:pt>
                <c:pt idx="5110">
                  <c:v>44826</c:v>
                </c:pt>
                <c:pt idx="5111">
                  <c:v>44827</c:v>
                </c:pt>
                <c:pt idx="5112">
                  <c:v>44830</c:v>
                </c:pt>
                <c:pt idx="5113">
                  <c:v>44831</c:v>
                </c:pt>
                <c:pt idx="5114">
                  <c:v>44832</c:v>
                </c:pt>
                <c:pt idx="5115">
                  <c:v>44833</c:v>
                </c:pt>
                <c:pt idx="5116">
                  <c:v>44834</c:v>
                </c:pt>
                <c:pt idx="5117">
                  <c:v>44837</c:v>
                </c:pt>
                <c:pt idx="5118">
                  <c:v>44838</c:v>
                </c:pt>
                <c:pt idx="5119">
                  <c:v>44839</c:v>
                </c:pt>
                <c:pt idx="5120">
                  <c:v>44840</c:v>
                </c:pt>
                <c:pt idx="5121">
                  <c:v>44841</c:v>
                </c:pt>
                <c:pt idx="5122">
                  <c:v>44844</c:v>
                </c:pt>
                <c:pt idx="5123">
                  <c:v>44845</c:v>
                </c:pt>
                <c:pt idx="5124">
                  <c:v>44847</c:v>
                </c:pt>
                <c:pt idx="5125">
                  <c:v>44848</c:v>
                </c:pt>
                <c:pt idx="5126">
                  <c:v>44851</c:v>
                </c:pt>
                <c:pt idx="5127">
                  <c:v>44852</c:v>
                </c:pt>
                <c:pt idx="5128">
                  <c:v>44853</c:v>
                </c:pt>
                <c:pt idx="5129">
                  <c:v>44854</c:v>
                </c:pt>
                <c:pt idx="5130">
                  <c:v>44855</c:v>
                </c:pt>
                <c:pt idx="5131">
                  <c:v>44858</c:v>
                </c:pt>
                <c:pt idx="5132">
                  <c:v>44859</c:v>
                </c:pt>
                <c:pt idx="5133">
                  <c:v>44860</c:v>
                </c:pt>
                <c:pt idx="5134">
                  <c:v>44861</c:v>
                </c:pt>
                <c:pt idx="5135">
                  <c:v>44862</c:v>
                </c:pt>
                <c:pt idx="5136">
                  <c:v>44865</c:v>
                </c:pt>
                <c:pt idx="5137">
                  <c:v>44866</c:v>
                </c:pt>
                <c:pt idx="5138">
                  <c:v>44868</c:v>
                </c:pt>
                <c:pt idx="5139">
                  <c:v>44869</c:v>
                </c:pt>
                <c:pt idx="5140">
                  <c:v>44872</c:v>
                </c:pt>
                <c:pt idx="5141">
                  <c:v>44873</c:v>
                </c:pt>
                <c:pt idx="5142">
                  <c:v>44874</c:v>
                </c:pt>
                <c:pt idx="5143">
                  <c:v>44875</c:v>
                </c:pt>
                <c:pt idx="5144">
                  <c:v>44876</c:v>
                </c:pt>
                <c:pt idx="5145">
                  <c:v>44879</c:v>
                </c:pt>
                <c:pt idx="5146">
                  <c:v>44881</c:v>
                </c:pt>
                <c:pt idx="5147">
                  <c:v>44882</c:v>
                </c:pt>
                <c:pt idx="5148">
                  <c:v>44883</c:v>
                </c:pt>
                <c:pt idx="5149">
                  <c:v>44886</c:v>
                </c:pt>
                <c:pt idx="5150">
                  <c:v>44887</c:v>
                </c:pt>
                <c:pt idx="5151">
                  <c:v>44888</c:v>
                </c:pt>
                <c:pt idx="5152">
                  <c:v>44889</c:v>
                </c:pt>
                <c:pt idx="5153">
                  <c:v>44890</c:v>
                </c:pt>
                <c:pt idx="5154">
                  <c:v>44893</c:v>
                </c:pt>
                <c:pt idx="5155">
                  <c:v>44894</c:v>
                </c:pt>
                <c:pt idx="5156">
                  <c:v>44895</c:v>
                </c:pt>
                <c:pt idx="5157">
                  <c:v>44896</c:v>
                </c:pt>
                <c:pt idx="5158">
                  <c:v>44897</c:v>
                </c:pt>
                <c:pt idx="5159">
                  <c:v>44900</c:v>
                </c:pt>
                <c:pt idx="5160">
                  <c:v>44901</c:v>
                </c:pt>
                <c:pt idx="5161">
                  <c:v>44902</c:v>
                </c:pt>
                <c:pt idx="5162">
                  <c:v>44903</c:v>
                </c:pt>
                <c:pt idx="5163">
                  <c:v>44904</c:v>
                </c:pt>
                <c:pt idx="5164">
                  <c:v>44907</c:v>
                </c:pt>
                <c:pt idx="5165">
                  <c:v>44908</c:v>
                </c:pt>
                <c:pt idx="5166">
                  <c:v>44909</c:v>
                </c:pt>
                <c:pt idx="5167">
                  <c:v>44910</c:v>
                </c:pt>
                <c:pt idx="5168">
                  <c:v>44911</c:v>
                </c:pt>
                <c:pt idx="5169">
                  <c:v>44914</c:v>
                </c:pt>
                <c:pt idx="5170">
                  <c:v>44915</c:v>
                </c:pt>
                <c:pt idx="5171">
                  <c:v>44916</c:v>
                </c:pt>
                <c:pt idx="5172">
                  <c:v>44917</c:v>
                </c:pt>
                <c:pt idx="5173">
                  <c:v>44918</c:v>
                </c:pt>
                <c:pt idx="5174">
                  <c:v>44921</c:v>
                </c:pt>
                <c:pt idx="5175">
                  <c:v>44922</c:v>
                </c:pt>
                <c:pt idx="5176">
                  <c:v>44923</c:v>
                </c:pt>
                <c:pt idx="5177">
                  <c:v>44924</c:v>
                </c:pt>
                <c:pt idx="5178">
                  <c:v>44928</c:v>
                </c:pt>
                <c:pt idx="5179">
                  <c:v>44929</c:v>
                </c:pt>
                <c:pt idx="5180">
                  <c:v>44930</c:v>
                </c:pt>
                <c:pt idx="5181">
                  <c:v>44931</c:v>
                </c:pt>
                <c:pt idx="5182">
                  <c:v>44932</c:v>
                </c:pt>
                <c:pt idx="5183">
                  <c:v>44935</c:v>
                </c:pt>
                <c:pt idx="5184">
                  <c:v>44936</c:v>
                </c:pt>
                <c:pt idx="5185">
                  <c:v>44937</c:v>
                </c:pt>
                <c:pt idx="5186">
                  <c:v>44938</c:v>
                </c:pt>
                <c:pt idx="5187">
                  <c:v>44939</c:v>
                </c:pt>
                <c:pt idx="5188">
                  <c:v>44942</c:v>
                </c:pt>
                <c:pt idx="5189">
                  <c:v>44943</c:v>
                </c:pt>
                <c:pt idx="5190">
                  <c:v>44944</c:v>
                </c:pt>
                <c:pt idx="5191">
                  <c:v>44945</c:v>
                </c:pt>
                <c:pt idx="5192">
                  <c:v>44946</c:v>
                </c:pt>
                <c:pt idx="5193">
                  <c:v>44949</c:v>
                </c:pt>
                <c:pt idx="5194">
                  <c:v>44950</c:v>
                </c:pt>
                <c:pt idx="5195">
                  <c:v>44951</c:v>
                </c:pt>
                <c:pt idx="5196">
                  <c:v>44952</c:v>
                </c:pt>
                <c:pt idx="5197">
                  <c:v>44953</c:v>
                </c:pt>
                <c:pt idx="5198">
                  <c:v>44956</c:v>
                </c:pt>
                <c:pt idx="5199">
                  <c:v>44957</c:v>
                </c:pt>
                <c:pt idx="5200">
                  <c:v>44958</c:v>
                </c:pt>
                <c:pt idx="5201">
                  <c:v>44959</c:v>
                </c:pt>
                <c:pt idx="5202">
                  <c:v>44960</c:v>
                </c:pt>
                <c:pt idx="5203">
                  <c:v>44963</c:v>
                </c:pt>
                <c:pt idx="5204">
                  <c:v>44964</c:v>
                </c:pt>
                <c:pt idx="5205">
                  <c:v>44965</c:v>
                </c:pt>
                <c:pt idx="5206">
                  <c:v>44966</c:v>
                </c:pt>
                <c:pt idx="5207">
                  <c:v>44967</c:v>
                </c:pt>
                <c:pt idx="5208">
                  <c:v>44970</c:v>
                </c:pt>
                <c:pt idx="5209">
                  <c:v>44971</c:v>
                </c:pt>
                <c:pt idx="5210">
                  <c:v>44972</c:v>
                </c:pt>
                <c:pt idx="5211">
                  <c:v>44973</c:v>
                </c:pt>
                <c:pt idx="5212">
                  <c:v>44974</c:v>
                </c:pt>
                <c:pt idx="5213">
                  <c:v>44979</c:v>
                </c:pt>
                <c:pt idx="5214">
                  <c:v>44980</c:v>
                </c:pt>
                <c:pt idx="5215">
                  <c:v>44981</c:v>
                </c:pt>
                <c:pt idx="5216">
                  <c:v>44984</c:v>
                </c:pt>
                <c:pt idx="5217">
                  <c:v>44985</c:v>
                </c:pt>
                <c:pt idx="5218">
                  <c:v>44986</c:v>
                </c:pt>
                <c:pt idx="5219">
                  <c:v>44987</c:v>
                </c:pt>
                <c:pt idx="5220">
                  <c:v>44988</c:v>
                </c:pt>
                <c:pt idx="5221">
                  <c:v>44991</c:v>
                </c:pt>
                <c:pt idx="5222">
                  <c:v>44992</c:v>
                </c:pt>
                <c:pt idx="5223">
                  <c:v>44993</c:v>
                </c:pt>
                <c:pt idx="5224">
                  <c:v>44994</c:v>
                </c:pt>
                <c:pt idx="5225">
                  <c:v>44995</c:v>
                </c:pt>
                <c:pt idx="5226">
                  <c:v>44998</c:v>
                </c:pt>
                <c:pt idx="5227">
                  <c:v>44999</c:v>
                </c:pt>
                <c:pt idx="5228">
                  <c:v>45000</c:v>
                </c:pt>
                <c:pt idx="5229">
                  <c:v>45001</c:v>
                </c:pt>
                <c:pt idx="5230">
                  <c:v>45002</c:v>
                </c:pt>
                <c:pt idx="5231">
                  <c:v>45005</c:v>
                </c:pt>
                <c:pt idx="5232">
                  <c:v>45006</c:v>
                </c:pt>
                <c:pt idx="5233">
                  <c:v>45007</c:v>
                </c:pt>
                <c:pt idx="5234">
                  <c:v>45008</c:v>
                </c:pt>
                <c:pt idx="5235">
                  <c:v>45009</c:v>
                </c:pt>
                <c:pt idx="5236">
                  <c:v>45012</c:v>
                </c:pt>
                <c:pt idx="5237">
                  <c:v>45013</c:v>
                </c:pt>
                <c:pt idx="5238">
                  <c:v>45014</c:v>
                </c:pt>
                <c:pt idx="5239">
                  <c:v>45015</c:v>
                </c:pt>
                <c:pt idx="5240">
                  <c:v>45016</c:v>
                </c:pt>
                <c:pt idx="5241">
                  <c:v>45019</c:v>
                </c:pt>
                <c:pt idx="5242">
                  <c:v>45020</c:v>
                </c:pt>
                <c:pt idx="5243">
                  <c:v>45021</c:v>
                </c:pt>
                <c:pt idx="5244">
                  <c:v>45022</c:v>
                </c:pt>
                <c:pt idx="5245">
                  <c:v>45026</c:v>
                </c:pt>
                <c:pt idx="5246">
                  <c:v>45027</c:v>
                </c:pt>
                <c:pt idx="5247">
                  <c:v>45028</c:v>
                </c:pt>
                <c:pt idx="5248">
                  <c:v>45029</c:v>
                </c:pt>
                <c:pt idx="5249">
                  <c:v>45030</c:v>
                </c:pt>
                <c:pt idx="5250">
                  <c:v>45033</c:v>
                </c:pt>
                <c:pt idx="5251">
                  <c:v>45034</c:v>
                </c:pt>
                <c:pt idx="5252">
                  <c:v>45035</c:v>
                </c:pt>
                <c:pt idx="5253">
                  <c:v>45036</c:v>
                </c:pt>
                <c:pt idx="5254">
                  <c:v>45040</c:v>
                </c:pt>
                <c:pt idx="5255">
                  <c:v>45041</c:v>
                </c:pt>
                <c:pt idx="5256">
                  <c:v>45042</c:v>
                </c:pt>
                <c:pt idx="5257">
                  <c:v>45043</c:v>
                </c:pt>
                <c:pt idx="5258">
                  <c:v>45044</c:v>
                </c:pt>
                <c:pt idx="5259">
                  <c:v>45048</c:v>
                </c:pt>
                <c:pt idx="5260">
                  <c:v>45049</c:v>
                </c:pt>
                <c:pt idx="5261">
                  <c:v>45050</c:v>
                </c:pt>
                <c:pt idx="5262">
                  <c:v>45051</c:v>
                </c:pt>
                <c:pt idx="5263">
                  <c:v>45054</c:v>
                </c:pt>
                <c:pt idx="5264">
                  <c:v>45055</c:v>
                </c:pt>
                <c:pt idx="5265">
                  <c:v>45056</c:v>
                </c:pt>
                <c:pt idx="5266">
                  <c:v>45057</c:v>
                </c:pt>
                <c:pt idx="5267">
                  <c:v>45058</c:v>
                </c:pt>
                <c:pt idx="5268">
                  <c:v>45061</c:v>
                </c:pt>
                <c:pt idx="5269">
                  <c:v>45062</c:v>
                </c:pt>
                <c:pt idx="5270">
                  <c:v>45063</c:v>
                </c:pt>
                <c:pt idx="5271">
                  <c:v>45064</c:v>
                </c:pt>
                <c:pt idx="5272">
                  <c:v>45065</c:v>
                </c:pt>
                <c:pt idx="5273">
                  <c:v>45068</c:v>
                </c:pt>
                <c:pt idx="5274">
                  <c:v>45069</c:v>
                </c:pt>
                <c:pt idx="5275">
                  <c:v>45070</c:v>
                </c:pt>
                <c:pt idx="5276">
                  <c:v>45071</c:v>
                </c:pt>
                <c:pt idx="5277">
                  <c:v>45072</c:v>
                </c:pt>
                <c:pt idx="5278">
                  <c:v>45075</c:v>
                </c:pt>
                <c:pt idx="5279">
                  <c:v>45076</c:v>
                </c:pt>
                <c:pt idx="5280">
                  <c:v>45077</c:v>
                </c:pt>
                <c:pt idx="5281">
                  <c:v>45078</c:v>
                </c:pt>
                <c:pt idx="5282">
                  <c:v>45079</c:v>
                </c:pt>
                <c:pt idx="5283">
                  <c:v>45082</c:v>
                </c:pt>
                <c:pt idx="5284">
                  <c:v>45083</c:v>
                </c:pt>
                <c:pt idx="5285">
                  <c:v>45084</c:v>
                </c:pt>
                <c:pt idx="5286">
                  <c:v>45086</c:v>
                </c:pt>
                <c:pt idx="5287">
                  <c:v>45089</c:v>
                </c:pt>
                <c:pt idx="5288">
                  <c:v>45090</c:v>
                </c:pt>
                <c:pt idx="5289">
                  <c:v>45091</c:v>
                </c:pt>
                <c:pt idx="5290">
                  <c:v>45092</c:v>
                </c:pt>
                <c:pt idx="5291">
                  <c:v>45093</c:v>
                </c:pt>
                <c:pt idx="5292">
                  <c:v>45096</c:v>
                </c:pt>
                <c:pt idx="5293">
                  <c:v>45097</c:v>
                </c:pt>
                <c:pt idx="5294">
                  <c:v>45098</c:v>
                </c:pt>
                <c:pt idx="5295">
                  <c:v>45099</c:v>
                </c:pt>
                <c:pt idx="5296">
                  <c:v>45100</c:v>
                </c:pt>
                <c:pt idx="5297">
                  <c:v>45103</c:v>
                </c:pt>
                <c:pt idx="5298">
                  <c:v>45104</c:v>
                </c:pt>
                <c:pt idx="5299">
                  <c:v>45105</c:v>
                </c:pt>
                <c:pt idx="5300">
                  <c:v>45106</c:v>
                </c:pt>
                <c:pt idx="5301">
                  <c:v>45107</c:v>
                </c:pt>
                <c:pt idx="5302">
                  <c:v>45110</c:v>
                </c:pt>
                <c:pt idx="5303">
                  <c:v>45111</c:v>
                </c:pt>
                <c:pt idx="5304">
                  <c:v>45112</c:v>
                </c:pt>
                <c:pt idx="5305">
                  <c:v>45113</c:v>
                </c:pt>
                <c:pt idx="5306">
                  <c:v>45114</c:v>
                </c:pt>
                <c:pt idx="5307">
                  <c:v>45117</c:v>
                </c:pt>
                <c:pt idx="5308">
                  <c:v>45118</c:v>
                </c:pt>
                <c:pt idx="5309">
                  <c:v>45119</c:v>
                </c:pt>
                <c:pt idx="5310">
                  <c:v>45120</c:v>
                </c:pt>
                <c:pt idx="5311">
                  <c:v>45121</c:v>
                </c:pt>
                <c:pt idx="5312">
                  <c:v>45124</c:v>
                </c:pt>
                <c:pt idx="5313">
                  <c:v>45125</c:v>
                </c:pt>
                <c:pt idx="5314">
                  <c:v>45126</c:v>
                </c:pt>
                <c:pt idx="5315">
                  <c:v>45127</c:v>
                </c:pt>
                <c:pt idx="5316">
                  <c:v>45128</c:v>
                </c:pt>
                <c:pt idx="5317">
                  <c:v>45131</c:v>
                </c:pt>
                <c:pt idx="5318">
                  <c:v>45132</c:v>
                </c:pt>
                <c:pt idx="5319">
                  <c:v>45133</c:v>
                </c:pt>
                <c:pt idx="5320">
                  <c:v>45134</c:v>
                </c:pt>
                <c:pt idx="5321">
                  <c:v>45135</c:v>
                </c:pt>
                <c:pt idx="5322">
                  <c:v>45138</c:v>
                </c:pt>
                <c:pt idx="5323">
                  <c:v>45139</c:v>
                </c:pt>
                <c:pt idx="5324">
                  <c:v>45140</c:v>
                </c:pt>
                <c:pt idx="5325">
                  <c:v>45141</c:v>
                </c:pt>
                <c:pt idx="5326">
                  <c:v>45142</c:v>
                </c:pt>
                <c:pt idx="5327">
                  <c:v>45145</c:v>
                </c:pt>
                <c:pt idx="5328">
                  <c:v>45146</c:v>
                </c:pt>
                <c:pt idx="5329">
                  <c:v>45147</c:v>
                </c:pt>
                <c:pt idx="5330">
                  <c:v>45148</c:v>
                </c:pt>
                <c:pt idx="5331">
                  <c:v>45149</c:v>
                </c:pt>
                <c:pt idx="5332">
                  <c:v>45152</c:v>
                </c:pt>
                <c:pt idx="5333">
                  <c:v>45153</c:v>
                </c:pt>
                <c:pt idx="5334">
                  <c:v>45154</c:v>
                </c:pt>
                <c:pt idx="5335">
                  <c:v>45155</c:v>
                </c:pt>
                <c:pt idx="5336">
                  <c:v>45156</c:v>
                </c:pt>
                <c:pt idx="5337">
                  <c:v>45159</c:v>
                </c:pt>
                <c:pt idx="5338">
                  <c:v>45160</c:v>
                </c:pt>
                <c:pt idx="5339">
                  <c:v>45161</c:v>
                </c:pt>
                <c:pt idx="5340">
                  <c:v>45162</c:v>
                </c:pt>
                <c:pt idx="5341">
                  <c:v>45163</c:v>
                </c:pt>
                <c:pt idx="5342">
                  <c:v>45166</c:v>
                </c:pt>
                <c:pt idx="5343">
                  <c:v>45167</c:v>
                </c:pt>
                <c:pt idx="5344">
                  <c:v>45168</c:v>
                </c:pt>
                <c:pt idx="5345">
                  <c:v>45169</c:v>
                </c:pt>
                <c:pt idx="5346">
                  <c:v>45170</c:v>
                </c:pt>
                <c:pt idx="5347">
                  <c:v>45173</c:v>
                </c:pt>
                <c:pt idx="5348">
                  <c:v>45174</c:v>
                </c:pt>
                <c:pt idx="5349">
                  <c:v>45175</c:v>
                </c:pt>
                <c:pt idx="5350">
                  <c:v>45177</c:v>
                </c:pt>
                <c:pt idx="5351">
                  <c:v>45180</c:v>
                </c:pt>
                <c:pt idx="5352">
                  <c:v>45181</c:v>
                </c:pt>
                <c:pt idx="5353">
                  <c:v>45182</c:v>
                </c:pt>
                <c:pt idx="5354">
                  <c:v>45183</c:v>
                </c:pt>
                <c:pt idx="5355">
                  <c:v>45184</c:v>
                </c:pt>
                <c:pt idx="5356">
                  <c:v>45187</c:v>
                </c:pt>
                <c:pt idx="5357">
                  <c:v>45188</c:v>
                </c:pt>
                <c:pt idx="5358">
                  <c:v>45189</c:v>
                </c:pt>
                <c:pt idx="5359">
                  <c:v>45190</c:v>
                </c:pt>
                <c:pt idx="5360">
                  <c:v>45191</c:v>
                </c:pt>
                <c:pt idx="5361">
                  <c:v>45194</c:v>
                </c:pt>
                <c:pt idx="5362">
                  <c:v>45195</c:v>
                </c:pt>
                <c:pt idx="5363">
                  <c:v>45196</c:v>
                </c:pt>
                <c:pt idx="5364">
                  <c:v>45197</c:v>
                </c:pt>
                <c:pt idx="5365">
                  <c:v>45198</c:v>
                </c:pt>
                <c:pt idx="5366">
                  <c:v>45201</c:v>
                </c:pt>
                <c:pt idx="5367">
                  <c:v>45202</c:v>
                </c:pt>
                <c:pt idx="5368">
                  <c:v>45203</c:v>
                </c:pt>
                <c:pt idx="5369">
                  <c:v>45204</c:v>
                </c:pt>
                <c:pt idx="5370">
                  <c:v>45205</c:v>
                </c:pt>
                <c:pt idx="5371">
                  <c:v>45208</c:v>
                </c:pt>
                <c:pt idx="5372">
                  <c:v>45209</c:v>
                </c:pt>
                <c:pt idx="5373">
                  <c:v>45210</c:v>
                </c:pt>
                <c:pt idx="5374">
                  <c:v>45212</c:v>
                </c:pt>
                <c:pt idx="5375">
                  <c:v>45215</c:v>
                </c:pt>
                <c:pt idx="5376">
                  <c:v>45216</c:v>
                </c:pt>
                <c:pt idx="5377">
                  <c:v>45217</c:v>
                </c:pt>
                <c:pt idx="5378">
                  <c:v>45218</c:v>
                </c:pt>
                <c:pt idx="5379">
                  <c:v>45219</c:v>
                </c:pt>
                <c:pt idx="5380">
                  <c:v>45222</c:v>
                </c:pt>
                <c:pt idx="5381">
                  <c:v>45223</c:v>
                </c:pt>
                <c:pt idx="5382">
                  <c:v>45224</c:v>
                </c:pt>
                <c:pt idx="5383">
                  <c:v>45225</c:v>
                </c:pt>
                <c:pt idx="5384">
                  <c:v>45226</c:v>
                </c:pt>
                <c:pt idx="5385">
                  <c:v>45229</c:v>
                </c:pt>
                <c:pt idx="5386">
                  <c:v>45230</c:v>
                </c:pt>
                <c:pt idx="5387">
                  <c:v>45231</c:v>
                </c:pt>
                <c:pt idx="5388">
                  <c:v>45233</c:v>
                </c:pt>
                <c:pt idx="5389">
                  <c:v>45236</c:v>
                </c:pt>
                <c:pt idx="5390">
                  <c:v>45237</c:v>
                </c:pt>
                <c:pt idx="5391">
                  <c:v>45238</c:v>
                </c:pt>
                <c:pt idx="5392">
                  <c:v>45239</c:v>
                </c:pt>
                <c:pt idx="5393">
                  <c:v>45240</c:v>
                </c:pt>
                <c:pt idx="5394">
                  <c:v>45243</c:v>
                </c:pt>
                <c:pt idx="5395">
                  <c:v>45244</c:v>
                </c:pt>
                <c:pt idx="5396">
                  <c:v>45246</c:v>
                </c:pt>
                <c:pt idx="5397">
                  <c:v>45247</c:v>
                </c:pt>
                <c:pt idx="5398">
                  <c:v>45250</c:v>
                </c:pt>
                <c:pt idx="5399">
                  <c:v>45251</c:v>
                </c:pt>
                <c:pt idx="5400">
                  <c:v>45252</c:v>
                </c:pt>
                <c:pt idx="5401">
                  <c:v>45253</c:v>
                </c:pt>
                <c:pt idx="5402">
                  <c:v>45254</c:v>
                </c:pt>
                <c:pt idx="5403">
                  <c:v>45257</c:v>
                </c:pt>
                <c:pt idx="5404">
                  <c:v>45258</c:v>
                </c:pt>
                <c:pt idx="5405">
                  <c:v>45259</c:v>
                </c:pt>
                <c:pt idx="5406">
                  <c:v>45260</c:v>
                </c:pt>
                <c:pt idx="5407">
                  <c:v>45261</c:v>
                </c:pt>
                <c:pt idx="5408">
                  <c:v>45264</c:v>
                </c:pt>
                <c:pt idx="5409">
                  <c:v>45265</c:v>
                </c:pt>
                <c:pt idx="5410">
                  <c:v>45266</c:v>
                </c:pt>
                <c:pt idx="5411">
                  <c:v>45267</c:v>
                </c:pt>
                <c:pt idx="5412">
                  <c:v>45268</c:v>
                </c:pt>
                <c:pt idx="5413">
                  <c:v>45271</c:v>
                </c:pt>
                <c:pt idx="5414">
                  <c:v>45272</c:v>
                </c:pt>
                <c:pt idx="5415">
                  <c:v>45273</c:v>
                </c:pt>
                <c:pt idx="5416">
                  <c:v>45274</c:v>
                </c:pt>
                <c:pt idx="5417">
                  <c:v>45275</c:v>
                </c:pt>
                <c:pt idx="5418">
                  <c:v>45278</c:v>
                </c:pt>
                <c:pt idx="5419">
                  <c:v>45279</c:v>
                </c:pt>
                <c:pt idx="5420">
                  <c:v>45280</c:v>
                </c:pt>
                <c:pt idx="5421">
                  <c:v>45281</c:v>
                </c:pt>
                <c:pt idx="5422">
                  <c:v>45282</c:v>
                </c:pt>
                <c:pt idx="5423">
                  <c:v>45286</c:v>
                </c:pt>
                <c:pt idx="5424">
                  <c:v>45287</c:v>
                </c:pt>
                <c:pt idx="5425">
                  <c:v>45288</c:v>
                </c:pt>
                <c:pt idx="5426">
                  <c:v>45293</c:v>
                </c:pt>
                <c:pt idx="5427">
                  <c:v>45294</c:v>
                </c:pt>
                <c:pt idx="5428">
                  <c:v>45295</c:v>
                </c:pt>
                <c:pt idx="5429">
                  <c:v>45296</c:v>
                </c:pt>
                <c:pt idx="5430">
                  <c:v>45299</c:v>
                </c:pt>
                <c:pt idx="5431">
                  <c:v>45300</c:v>
                </c:pt>
                <c:pt idx="5432">
                  <c:v>45301</c:v>
                </c:pt>
                <c:pt idx="5433">
                  <c:v>45302</c:v>
                </c:pt>
                <c:pt idx="5434">
                  <c:v>45303</c:v>
                </c:pt>
                <c:pt idx="5435">
                  <c:v>45306</c:v>
                </c:pt>
                <c:pt idx="5436">
                  <c:v>45307</c:v>
                </c:pt>
                <c:pt idx="5437">
                  <c:v>45308</c:v>
                </c:pt>
                <c:pt idx="5438">
                  <c:v>45309</c:v>
                </c:pt>
                <c:pt idx="5439">
                  <c:v>45310</c:v>
                </c:pt>
                <c:pt idx="5440">
                  <c:v>45313</c:v>
                </c:pt>
                <c:pt idx="5441">
                  <c:v>45314</c:v>
                </c:pt>
                <c:pt idx="5442">
                  <c:v>45315</c:v>
                </c:pt>
                <c:pt idx="5443">
                  <c:v>45316</c:v>
                </c:pt>
                <c:pt idx="5444">
                  <c:v>45317</c:v>
                </c:pt>
                <c:pt idx="5445">
                  <c:v>45320</c:v>
                </c:pt>
                <c:pt idx="5446">
                  <c:v>45321</c:v>
                </c:pt>
                <c:pt idx="5447">
                  <c:v>45322</c:v>
                </c:pt>
                <c:pt idx="5448">
                  <c:v>45323</c:v>
                </c:pt>
                <c:pt idx="5449">
                  <c:v>45324</c:v>
                </c:pt>
                <c:pt idx="5450">
                  <c:v>45327</c:v>
                </c:pt>
                <c:pt idx="5451">
                  <c:v>45328</c:v>
                </c:pt>
                <c:pt idx="5452">
                  <c:v>45329</c:v>
                </c:pt>
                <c:pt idx="5453">
                  <c:v>45330</c:v>
                </c:pt>
                <c:pt idx="5454">
                  <c:v>45331</c:v>
                </c:pt>
                <c:pt idx="5455">
                  <c:v>45336</c:v>
                </c:pt>
                <c:pt idx="5456">
                  <c:v>45337</c:v>
                </c:pt>
                <c:pt idx="5457">
                  <c:v>45338</c:v>
                </c:pt>
                <c:pt idx="5458">
                  <c:v>45341</c:v>
                </c:pt>
                <c:pt idx="5459">
                  <c:v>45342</c:v>
                </c:pt>
                <c:pt idx="5460">
                  <c:v>45343</c:v>
                </c:pt>
                <c:pt idx="5461">
                  <c:v>45344</c:v>
                </c:pt>
                <c:pt idx="5462">
                  <c:v>45345</c:v>
                </c:pt>
                <c:pt idx="5463">
                  <c:v>45348</c:v>
                </c:pt>
                <c:pt idx="5464">
                  <c:v>45349</c:v>
                </c:pt>
                <c:pt idx="5465">
                  <c:v>45350</c:v>
                </c:pt>
                <c:pt idx="5466">
                  <c:v>45351</c:v>
                </c:pt>
                <c:pt idx="5467">
                  <c:v>45352</c:v>
                </c:pt>
                <c:pt idx="5468">
                  <c:v>45355</c:v>
                </c:pt>
                <c:pt idx="5469">
                  <c:v>45356</c:v>
                </c:pt>
                <c:pt idx="5470">
                  <c:v>45357</c:v>
                </c:pt>
                <c:pt idx="5471">
                  <c:v>45358</c:v>
                </c:pt>
                <c:pt idx="5472">
                  <c:v>45359</c:v>
                </c:pt>
                <c:pt idx="5473">
                  <c:v>45362</c:v>
                </c:pt>
                <c:pt idx="5474">
                  <c:v>45363</c:v>
                </c:pt>
                <c:pt idx="5475">
                  <c:v>45364</c:v>
                </c:pt>
                <c:pt idx="5476">
                  <c:v>45365</c:v>
                </c:pt>
                <c:pt idx="5477">
                  <c:v>45366</c:v>
                </c:pt>
                <c:pt idx="5478">
                  <c:v>45369</c:v>
                </c:pt>
                <c:pt idx="5479">
                  <c:v>45370</c:v>
                </c:pt>
                <c:pt idx="5480">
                  <c:v>45371</c:v>
                </c:pt>
                <c:pt idx="5481">
                  <c:v>45372</c:v>
                </c:pt>
                <c:pt idx="5482">
                  <c:v>45373</c:v>
                </c:pt>
                <c:pt idx="5483">
                  <c:v>45376</c:v>
                </c:pt>
                <c:pt idx="5484">
                  <c:v>45377</c:v>
                </c:pt>
                <c:pt idx="5485">
                  <c:v>45378</c:v>
                </c:pt>
                <c:pt idx="5486">
                  <c:v>45379</c:v>
                </c:pt>
                <c:pt idx="5487">
                  <c:v>45383</c:v>
                </c:pt>
                <c:pt idx="5488">
                  <c:v>45384</c:v>
                </c:pt>
                <c:pt idx="5489">
                  <c:v>45385</c:v>
                </c:pt>
                <c:pt idx="5490">
                  <c:v>45386</c:v>
                </c:pt>
                <c:pt idx="5491">
                  <c:v>45387</c:v>
                </c:pt>
                <c:pt idx="5492">
                  <c:v>45390</c:v>
                </c:pt>
                <c:pt idx="5493">
                  <c:v>45391</c:v>
                </c:pt>
                <c:pt idx="5494">
                  <c:v>45392</c:v>
                </c:pt>
                <c:pt idx="5495">
                  <c:v>45393</c:v>
                </c:pt>
                <c:pt idx="5496">
                  <c:v>45394</c:v>
                </c:pt>
                <c:pt idx="5497">
                  <c:v>45397</c:v>
                </c:pt>
                <c:pt idx="5498">
                  <c:v>45398</c:v>
                </c:pt>
                <c:pt idx="5499">
                  <c:v>45399</c:v>
                </c:pt>
                <c:pt idx="5500">
                  <c:v>45400</c:v>
                </c:pt>
                <c:pt idx="5501">
                  <c:v>45401</c:v>
                </c:pt>
                <c:pt idx="5502">
                  <c:v>45404</c:v>
                </c:pt>
                <c:pt idx="5503">
                  <c:v>45405</c:v>
                </c:pt>
                <c:pt idx="5504">
                  <c:v>45406</c:v>
                </c:pt>
                <c:pt idx="5505">
                  <c:v>45407</c:v>
                </c:pt>
                <c:pt idx="5506">
                  <c:v>45408</c:v>
                </c:pt>
                <c:pt idx="5507">
                  <c:v>45411</c:v>
                </c:pt>
                <c:pt idx="5508">
                  <c:v>45412</c:v>
                </c:pt>
                <c:pt idx="5509">
                  <c:v>45414</c:v>
                </c:pt>
                <c:pt idx="5510">
                  <c:v>45415</c:v>
                </c:pt>
                <c:pt idx="5511">
                  <c:v>45418</c:v>
                </c:pt>
                <c:pt idx="5512">
                  <c:v>45419</c:v>
                </c:pt>
                <c:pt idx="5513">
                  <c:v>45420</c:v>
                </c:pt>
                <c:pt idx="5514">
                  <c:v>45421</c:v>
                </c:pt>
                <c:pt idx="5515">
                  <c:v>45422</c:v>
                </c:pt>
                <c:pt idx="5516">
                  <c:v>45425</c:v>
                </c:pt>
                <c:pt idx="5517">
                  <c:v>45426</c:v>
                </c:pt>
                <c:pt idx="5518">
                  <c:v>45427</c:v>
                </c:pt>
                <c:pt idx="5519">
                  <c:v>45428</c:v>
                </c:pt>
                <c:pt idx="5520">
                  <c:v>45429</c:v>
                </c:pt>
                <c:pt idx="5521">
                  <c:v>45432</c:v>
                </c:pt>
                <c:pt idx="5522">
                  <c:v>45433</c:v>
                </c:pt>
                <c:pt idx="5523">
                  <c:v>45434</c:v>
                </c:pt>
                <c:pt idx="5524">
                  <c:v>45435</c:v>
                </c:pt>
                <c:pt idx="5525">
                  <c:v>45436</c:v>
                </c:pt>
                <c:pt idx="5526">
                  <c:v>45439</c:v>
                </c:pt>
                <c:pt idx="5527">
                  <c:v>45440</c:v>
                </c:pt>
                <c:pt idx="5528">
                  <c:v>45441</c:v>
                </c:pt>
                <c:pt idx="5529">
                  <c:v>45443</c:v>
                </c:pt>
                <c:pt idx="5530">
                  <c:v>45446</c:v>
                </c:pt>
                <c:pt idx="5531">
                  <c:v>45447</c:v>
                </c:pt>
                <c:pt idx="5532">
                  <c:v>45448</c:v>
                </c:pt>
                <c:pt idx="5533">
                  <c:v>45449</c:v>
                </c:pt>
                <c:pt idx="5534">
                  <c:v>45450</c:v>
                </c:pt>
                <c:pt idx="5535">
                  <c:v>45453</c:v>
                </c:pt>
                <c:pt idx="5536">
                  <c:v>45454</c:v>
                </c:pt>
                <c:pt idx="5537">
                  <c:v>45455</c:v>
                </c:pt>
                <c:pt idx="5538">
                  <c:v>45456</c:v>
                </c:pt>
                <c:pt idx="5539">
                  <c:v>45457</c:v>
                </c:pt>
                <c:pt idx="5540">
                  <c:v>45460</c:v>
                </c:pt>
                <c:pt idx="5541">
                  <c:v>45461</c:v>
                </c:pt>
                <c:pt idx="5542">
                  <c:v>45462</c:v>
                </c:pt>
                <c:pt idx="5543">
                  <c:v>45463</c:v>
                </c:pt>
                <c:pt idx="5544">
                  <c:v>45464</c:v>
                </c:pt>
                <c:pt idx="5545">
                  <c:v>45467</c:v>
                </c:pt>
                <c:pt idx="5546">
                  <c:v>45468</c:v>
                </c:pt>
                <c:pt idx="5547">
                  <c:v>45469</c:v>
                </c:pt>
                <c:pt idx="5548">
                  <c:v>45470</c:v>
                </c:pt>
                <c:pt idx="5549">
                  <c:v>45471</c:v>
                </c:pt>
                <c:pt idx="5550">
                  <c:v>45474</c:v>
                </c:pt>
                <c:pt idx="5551">
                  <c:v>45475</c:v>
                </c:pt>
                <c:pt idx="5552">
                  <c:v>45476</c:v>
                </c:pt>
                <c:pt idx="5553">
                  <c:v>45477</c:v>
                </c:pt>
                <c:pt idx="5554">
                  <c:v>45478</c:v>
                </c:pt>
                <c:pt idx="5555">
                  <c:v>45481</c:v>
                </c:pt>
                <c:pt idx="5556">
                  <c:v>45482</c:v>
                </c:pt>
                <c:pt idx="5557">
                  <c:v>45483</c:v>
                </c:pt>
                <c:pt idx="5558">
                  <c:v>45484</c:v>
                </c:pt>
                <c:pt idx="5559">
                  <c:v>45485</c:v>
                </c:pt>
                <c:pt idx="5560">
                  <c:v>45488</c:v>
                </c:pt>
                <c:pt idx="5561">
                  <c:v>45489</c:v>
                </c:pt>
                <c:pt idx="5562">
                  <c:v>45490</c:v>
                </c:pt>
                <c:pt idx="5563">
                  <c:v>45491</c:v>
                </c:pt>
                <c:pt idx="5564">
                  <c:v>45492</c:v>
                </c:pt>
                <c:pt idx="5565">
                  <c:v>45495</c:v>
                </c:pt>
                <c:pt idx="5566">
                  <c:v>45496</c:v>
                </c:pt>
                <c:pt idx="5567">
                  <c:v>45497</c:v>
                </c:pt>
                <c:pt idx="5568">
                  <c:v>45498</c:v>
                </c:pt>
                <c:pt idx="5569">
                  <c:v>45499</c:v>
                </c:pt>
                <c:pt idx="5570">
                  <c:v>45502</c:v>
                </c:pt>
                <c:pt idx="5571">
                  <c:v>45503</c:v>
                </c:pt>
                <c:pt idx="5572">
                  <c:v>45504</c:v>
                </c:pt>
                <c:pt idx="5573">
                  <c:v>45505</c:v>
                </c:pt>
                <c:pt idx="5574">
                  <c:v>45506</c:v>
                </c:pt>
                <c:pt idx="5575">
                  <c:v>45509</c:v>
                </c:pt>
                <c:pt idx="5576">
                  <c:v>45510</c:v>
                </c:pt>
                <c:pt idx="5577">
                  <c:v>45511</c:v>
                </c:pt>
                <c:pt idx="5578">
                  <c:v>45512</c:v>
                </c:pt>
                <c:pt idx="5579">
                  <c:v>45513</c:v>
                </c:pt>
                <c:pt idx="5580">
                  <c:v>45516</c:v>
                </c:pt>
                <c:pt idx="5581">
                  <c:v>45517</c:v>
                </c:pt>
                <c:pt idx="5582">
                  <c:v>45518</c:v>
                </c:pt>
                <c:pt idx="5583">
                  <c:v>45519</c:v>
                </c:pt>
                <c:pt idx="5584">
                  <c:v>45520</c:v>
                </c:pt>
                <c:pt idx="5585">
                  <c:v>45523</c:v>
                </c:pt>
                <c:pt idx="5586">
                  <c:v>45524</c:v>
                </c:pt>
                <c:pt idx="5587">
                  <c:v>45525</c:v>
                </c:pt>
                <c:pt idx="5588">
                  <c:v>45526</c:v>
                </c:pt>
                <c:pt idx="5589">
                  <c:v>45527</c:v>
                </c:pt>
                <c:pt idx="5590">
                  <c:v>45530</c:v>
                </c:pt>
                <c:pt idx="5591">
                  <c:v>45531</c:v>
                </c:pt>
                <c:pt idx="5592">
                  <c:v>45532</c:v>
                </c:pt>
                <c:pt idx="5593">
                  <c:v>45533</c:v>
                </c:pt>
                <c:pt idx="5594">
                  <c:v>45534</c:v>
                </c:pt>
                <c:pt idx="5595">
                  <c:v>45537</c:v>
                </c:pt>
                <c:pt idx="5596">
                  <c:v>45538</c:v>
                </c:pt>
                <c:pt idx="5597">
                  <c:v>45539</c:v>
                </c:pt>
                <c:pt idx="5598">
                  <c:v>45540</c:v>
                </c:pt>
                <c:pt idx="5599">
                  <c:v>45541</c:v>
                </c:pt>
                <c:pt idx="5600">
                  <c:v>45544</c:v>
                </c:pt>
                <c:pt idx="5601">
                  <c:v>45545</c:v>
                </c:pt>
                <c:pt idx="5602">
                  <c:v>45546</c:v>
                </c:pt>
                <c:pt idx="5603">
                  <c:v>45547</c:v>
                </c:pt>
                <c:pt idx="5604">
                  <c:v>45548</c:v>
                </c:pt>
                <c:pt idx="5605">
                  <c:v>45551</c:v>
                </c:pt>
                <c:pt idx="5606">
                  <c:v>45552</c:v>
                </c:pt>
                <c:pt idx="5607">
                  <c:v>45553</c:v>
                </c:pt>
                <c:pt idx="5608">
                  <c:v>45554</c:v>
                </c:pt>
                <c:pt idx="5609">
                  <c:v>45555</c:v>
                </c:pt>
                <c:pt idx="5610">
                  <c:v>45558</c:v>
                </c:pt>
                <c:pt idx="5611">
                  <c:v>45559</c:v>
                </c:pt>
                <c:pt idx="5612">
                  <c:v>45560</c:v>
                </c:pt>
                <c:pt idx="5613">
                  <c:v>45561</c:v>
                </c:pt>
                <c:pt idx="5614">
                  <c:v>45562</c:v>
                </c:pt>
                <c:pt idx="5615">
                  <c:v>45565</c:v>
                </c:pt>
                <c:pt idx="5616">
                  <c:v>45566</c:v>
                </c:pt>
                <c:pt idx="5617">
                  <c:v>45567</c:v>
                </c:pt>
                <c:pt idx="5618">
                  <c:v>45568</c:v>
                </c:pt>
                <c:pt idx="5619">
                  <c:v>45569</c:v>
                </c:pt>
                <c:pt idx="5620">
                  <c:v>45572</c:v>
                </c:pt>
                <c:pt idx="5621">
                  <c:v>45573</c:v>
                </c:pt>
                <c:pt idx="5622">
                  <c:v>45574</c:v>
                </c:pt>
                <c:pt idx="5623">
                  <c:v>45575</c:v>
                </c:pt>
                <c:pt idx="5624">
                  <c:v>45576</c:v>
                </c:pt>
                <c:pt idx="5625">
                  <c:v>45579</c:v>
                </c:pt>
                <c:pt idx="5626">
                  <c:v>45580</c:v>
                </c:pt>
                <c:pt idx="5627">
                  <c:v>45581</c:v>
                </c:pt>
                <c:pt idx="5628">
                  <c:v>45582</c:v>
                </c:pt>
                <c:pt idx="5629">
                  <c:v>45583</c:v>
                </c:pt>
                <c:pt idx="5630">
                  <c:v>45586</c:v>
                </c:pt>
                <c:pt idx="5631">
                  <c:v>45587</c:v>
                </c:pt>
                <c:pt idx="5632">
                  <c:v>45588</c:v>
                </c:pt>
                <c:pt idx="5633">
                  <c:v>45589</c:v>
                </c:pt>
                <c:pt idx="5634">
                  <c:v>45590</c:v>
                </c:pt>
                <c:pt idx="5635">
                  <c:v>45593</c:v>
                </c:pt>
                <c:pt idx="5636">
                  <c:v>45594</c:v>
                </c:pt>
                <c:pt idx="5637">
                  <c:v>45595</c:v>
                </c:pt>
                <c:pt idx="5638">
                  <c:v>45596</c:v>
                </c:pt>
                <c:pt idx="5639">
                  <c:v>45597</c:v>
                </c:pt>
                <c:pt idx="5640">
                  <c:v>45600</c:v>
                </c:pt>
                <c:pt idx="5641">
                  <c:v>45601</c:v>
                </c:pt>
                <c:pt idx="5642">
                  <c:v>45602</c:v>
                </c:pt>
                <c:pt idx="5643">
                  <c:v>45603</c:v>
                </c:pt>
                <c:pt idx="5644">
                  <c:v>45604</c:v>
                </c:pt>
                <c:pt idx="5645">
                  <c:v>45607</c:v>
                </c:pt>
                <c:pt idx="5646">
                  <c:v>45608</c:v>
                </c:pt>
                <c:pt idx="5647">
                  <c:v>45609</c:v>
                </c:pt>
                <c:pt idx="5648">
                  <c:v>45610</c:v>
                </c:pt>
                <c:pt idx="5649">
                  <c:v>45614</c:v>
                </c:pt>
                <c:pt idx="5650">
                  <c:v>45615</c:v>
                </c:pt>
                <c:pt idx="5651">
                  <c:v>45617</c:v>
                </c:pt>
                <c:pt idx="5652">
                  <c:v>45618</c:v>
                </c:pt>
                <c:pt idx="5653">
                  <c:v>45621</c:v>
                </c:pt>
                <c:pt idx="5654">
                  <c:v>45622</c:v>
                </c:pt>
                <c:pt idx="5655">
                  <c:v>45623</c:v>
                </c:pt>
                <c:pt idx="5656">
                  <c:v>45624</c:v>
                </c:pt>
                <c:pt idx="5657">
                  <c:v>45625</c:v>
                </c:pt>
                <c:pt idx="5658">
                  <c:v>45628</c:v>
                </c:pt>
                <c:pt idx="5659">
                  <c:v>45629</c:v>
                </c:pt>
                <c:pt idx="5660">
                  <c:v>45630</c:v>
                </c:pt>
                <c:pt idx="5661">
                  <c:v>45631</c:v>
                </c:pt>
                <c:pt idx="5662">
                  <c:v>45632</c:v>
                </c:pt>
                <c:pt idx="5663">
                  <c:v>45635</c:v>
                </c:pt>
                <c:pt idx="5664">
                  <c:v>45636</c:v>
                </c:pt>
                <c:pt idx="5665">
                  <c:v>45637</c:v>
                </c:pt>
                <c:pt idx="5666">
                  <c:v>45638</c:v>
                </c:pt>
                <c:pt idx="5667">
                  <c:v>45639</c:v>
                </c:pt>
                <c:pt idx="5668">
                  <c:v>45642</c:v>
                </c:pt>
                <c:pt idx="5669">
                  <c:v>45643</c:v>
                </c:pt>
                <c:pt idx="5670">
                  <c:v>45644</c:v>
                </c:pt>
                <c:pt idx="5671">
                  <c:v>45645</c:v>
                </c:pt>
                <c:pt idx="5672">
                  <c:v>45646</c:v>
                </c:pt>
                <c:pt idx="5673">
                  <c:v>45649</c:v>
                </c:pt>
                <c:pt idx="5674">
                  <c:v>45652</c:v>
                </c:pt>
                <c:pt idx="5675">
                  <c:v>45653</c:v>
                </c:pt>
                <c:pt idx="5676">
                  <c:v>45656</c:v>
                </c:pt>
                <c:pt idx="5677">
                  <c:v>45659</c:v>
                </c:pt>
                <c:pt idx="5678">
                  <c:v>45660</c:v>
                </c:pt>
                <c:pt idx="5679">
                  <c:v>45663</c:v>
                </c:pt>
                <c:pt idx="5680">
                  <c:v>45664</c:v>
                </c:pt>
                <c:pt idx="5681">
                  <c:v>45665</c:v>
                </c:pt>
                <c:pt idx="5682">
                  <c:v>45666</c:v>
                </c:pt>
                <c:pt idx="5683">
                  <c:v>45667</c:v>
                </c:pt>
                <c:pt idx="5684">
                  <c:v>45670</c:v>
                </c:pt>
                <c:pt idx="5685">
                  <c:v>45671</c:v>
                </c:pt>
                <c:pt idx="5686">
                  <c:v>45672</c:v>
                </c:pt>
                <c:pt idx="5687">
                  <c:v>45673</c:v>
                </c:pt>
                <c:pt idx="5688">
                  <c:v>45674</c:v>
                </c:pt>
                <c:pt idx="5689">
                  <c:v>45677</c:v>
                </c:pt>
                <c:pt idx="5690">
                  <c:v>45678</c:v>
                </c:pt>
                <c:pt idx="5691">
                  <c:v>45679</c:v>
                </c:pt>
                <c:pt idx="5692">
                  <c:v>45680</c:v>
                </c:pt>
                <c:pt idx="5693">
                  <c:v>45681</c:v>
                </c:pt>
                <c:pt idx="5694">
                  <c:v>45684</c:v>
                </c:pt>
                <c:pt idx="5695">
                  <c:v>45685</c:v>
                </c:pt>
                <c:pt idx="5696">
                  <c:v>45686</c:v>
                </c:pt>
                <c:pt idx="5697">
                  <c:v>45687</c:v>
                </c:pt>
                <c:pt idx="5698">
                  <c:v>45688</c:v>
                </c:pt>
                <c:pt idx="5699">
                  <c:v>45691</c:v>
                </c:pt>
                <c:pt idx="5700">
                  <c:v>45692</c:v>
                </c:pt>
                <c:pt idx="5701">
                  <c:v>45693</c:v>
                </c:pt>
                <c:pt idx="5702">
                  <c:v>45694</c:v>
                </c:pt>
                <c:pt idx="5703">
                  <c:v>45695</c:v>
                </c:pt>
                <c:pt idx="5704">
                  <c:v>45698</c:v>
                </c:pt>
                <c:pt idx="5705">
                  <c:v>45699</c:v>
                </c:pt>
                <c:pt idx="5706">
                  <c:v>45700</c:v>
                </c:pt>
                <c:pt idx="5707">
                  <c:v>45701</c:v>
                </c:pt>
                <c:pt idx="5708">
                  <c:v>45702</c:v>
                </c:pt>
                <c:pt idx="5709">
                  <c:v>45705</c:v>
                </c:pt>
                <c:pt idx="5710">
                  <c:v>45706</c:v>
                </c:pt>
                <c:pt idx="5711">
                  <c:v>45707</c:v>
                </c:pt>
                <c:pt idx="5712">
                  <c:v>45708</c:v>
                </c:pt>
                <c:pt idx="5713">
                  <c:v>45709</c:v>
                </c:pt>
                <c:pt idx="5714">
                  <c:v>45712</c:v>
                </c:pt>
                <c:pt idx="5715">
                  <c:v>45713</c:v>
                </c:pt>
                <c:pt idx="5716">
                  <c:v>45714</c:v>
                </c:pt>
                <c:pt idx="5717">
                  <c:v>45715</c:v>
                </c:pt>
                <c:pt idx="5718">
                  <c:v>45716</c:v>
                </c:pt>
                <c:pt idx="5719">
                  <c:v>45721</c:v>
                </c:pt>
                <c:pt idx="5720">
                  <c:v>45722</c:v>
                </c:pt>
                <c:pt idx="5721">
                  <c:v>45723</c:v>
                </c:pt>
                <c:pt idx="5722">
                  <c:v>45726</c:v>
                </c:pt>
                <c:pt idx="5723">
                  <c:v>45727</c:v>
                </c:pt>
                <c:pt idx="5724">
                  <c:v>45728</c:v>
                </c:pt>
                <c:pt idx="5725">
                  <c:v>45729</c:v>
                </c:pt>
                <c:pt idx="5726">
                  <c:v>45730</c:v>
                </c:pt>
                <c:pt idx="5727">
                  <c:v>45733</c:v>
                </c:pt>
                <c:pt idx="5728">
                  <c:v>45734</c:v>
                </c:pt>
                <c:pt idx="5729">
                  <c:v>45735</c:v>
                </c:pt>
                <c:pt idx="5730">
                  <c:v>45736</c:v>
                </c:pt>
                <c:pt idx="5731">
                  <c:v>45737</c:v>
                </c:pt>
                <c:pt idx="5732">
                  <c:v>45740</c:v>
                </c:pt>
                <c:pt idx="5733">
                  <c:v>45741</c:v>
                </c:pt>
                <c:pt idx="5734">
                  <c:v>45742</c:v>
                </c:pt>
                <c:pt idx="5735">
                  <c:v>45743</c:v>
                </c:pt>
                <c:pt idx="5736">
                  <c:v>45744</c:v>
                </c:pt>
                <c:pt idx="5737">
                  <c:v>45747</c:v>
                </c:pt>
                <c:pt idx="5738">
                  <c:v>45748</c:v>
                </c:pt>
                <c:pt idx="5739">
                  <c:v>45749</c:v>
                </c:pt>
                <c:pt idx="5740">
                  <c:v>45750</c:v>
                </c:pt>
                <c:pt idx="5741">
                  <c:v>45751</c:v>
                </c:pt>
                <c:pt idx="5742">
                  <c:v>45754</c:v>
                </c:pt>
                <c:pt idx="5743">
                  <c:v>45755</c:v>
                </c:pt>
                <c:pt idx="5744">
                  <c:v>45756</c:v>
                </c:pt>
                <c:pt idx="5745">
                  <c:v>45757</c:v>
                </c:pt>
                <c:pt idx="5746">
                  <c:v>45758</c:v>
                </c:pt>
                <c:pt idx="5747">
                  <c:v>45761</c:v>
                </c:pt>
                <c:pt idx="5748">
                  <c:v>45762</c:v>
                </c:pt>
                <c:pt idx="5749">
                  <c:v>45763</c:v>
                </c:pt>
                <c:pt idx="5750">
                  <c:v>45764</c:v>
                </c:pt>
                <c:pt idx="5751">
                  <c:v>45769</c:v>
                </c:pt>
                <c:pt idx="5752">
                  <c:v>45770</c:v>
                </c:pt>
                <c:pt idx="5753">
                  <c:v>45771</c:v>
                </c:pt>
                <c:pt idx="5754">
                  <c:v>45772</c:v>
                </c:pt>
                <c:pt idx="5755">
                  <c:v>45775</c:v>
                </c:pt>
                <c:pt idx="5756">
                  <c:v>45776</c:v>
                </c:pt>
                <c:pt idx="5757">
                  <c:v>45777</c:v>
                </c:pt>
                <c:pt idx="5758">
                  <c:v>45779</c:v>
                </c:pt>
                <c:pt idx="5759">
                  <c:v>45782</c:v>
                </c:pt>
                <c:pt idx="5760">
                  <c:v>45783</c:v>
                </c:pt>
                <c:pt idx="5761">
                  <c:v>45784</c:v>
                </c:pt>
                <c:pt idx="5762">
                  <c:v>45785</c:v>
                </c:pt>
                <c:pt idx="5763">
                  <c:v>45786</c:v>
                </c:pt>
                <c:pt idx="5764">
                  <c:v>45789</c:v>
                </c:pt>
                <c:pt idx="5765">
                  <c:v>45790</c:v>
                </c:pt>
                <c:pt idx="5766">
                  <c:v>45791</c:v>
                </c:pt>
                <c:pt idx="5767">
                  <c:v>45792</c:v>
                </c:pt>
                <c:pt idx="5768">
                  <c:v>45793</c:v>
                </c:pt>
                <c:pt idx="5769">
                  <c:v>45796</c:v>
                </c:pt>
                <c:pt idx="5770">
                  <c:v>45797</c:v>
                </c:pt>
                <c:pt idx="5771">
                  <c:v>45798</c:v>
                </c:pt>
                <c:pt idx="5772">
                  <c:v>45799</c:v>
                </c:pt>
                <c:pt idx="5773">
                  <c:v>45800</c:v>
                </c:pt>
                <c:pt idx="5774">
                  <c:v>45803</c:v>
                </c:pt>
                <c:pt idx="5775">
                  <c:v>45804</c:v>
                </c:pt>
                <c:pt idx="5776">
                  <c:v>45805</c:v>
                </c:pt>
                <c:pt idx="5777">
                  <c:v>45806</c:v>
                </c:pt>
                <c:pt idx="5778">
                  <c:v>45807</c:v>
                </c:pt>
                <c:pt idx="5779">
                  <c:v>45810</c:v>
                </c:pt>
                <c:pt idx="5780">
                  <c:v>45811</c:v>
                </c:pt>
                <c:pt idx="5781">
                  <c:v>45812</c:v>
                </c:pt>
                <c:pt idx="5782">
                  <c:v>45813</c:v>
                </c:pt>
                <c:pt idx="5783">
                  <c:v>45814</c:v>
                </c:pt>
                <c:pt idx="5784">
                  <c:v>45817</c:v>
                </c:pt>
                <c:pt idx="5785">
                  <c:v>45818</c:v>
                </c:pt>
                <c:pt idx="5786">
                  <c:v>45819</c:v>
                </c:pt>
                <c:pt idx="5787">
                  <c:v>45820</c:v>
                </c:pt>
                <c:pt idx="5788">
                  <c:v>45821</c:v>
                </c:pt>
                <c:pt idx="5789">
                  <c:v>45824</c:v>
                </c:pt>
                <c:pt idx="5790">
                  <c:v>45825</c:v>
                </c:pt>
                <c:pt idx="5791">
                  <c:v>45826</c:v>
                </c:pt>
                <c:pt idx="5792">
                  <c:v>45828</c:v>
                </c:pt>
                <c:pt idx="5793">
                  <c:v>45831</c:v>
                </c:pt>
                <c:pt idx="5794">
                  <c:v>45832</c:v>
                </c:pt>
                <c:pt idx="5795">
                  <c:v>45833</c:v>
                </c:pt>
                <c:pt idx="5796">
                  <c:v>45834</c:v>
                </c:pt>
                <c:pt idx="5797">
                  <c:v>45835</c:v>
                </c:pt>
                <c:pt idx="5798">
                  <c:v>45838</c:v>
                </c:pt>
                <c:pt idx="5799">
                  <c:v>45839</c:v>
                </c:pt>
                <c:pt idx="5800">
                  <c:v>45840</c:v>
                </c:pt>
                <c:pt idx="5801">
                  <c:v>45841</c:v>
                </c:pt>
                <c:pt idx="5802">
                  <c:v>45842</c:v>
                </c:pt>
                <c:pt idx="5803">
                  <c:v>45845</c:v>
                </c:pt>
                <c:pt idx="5804">
                  <c:v>45846</c:v>
                </c:pt>
                <c:pt idx="5805">
                  <c:v>45847</c:v>
                </c:pt>
                <c:pt idx="5806">
                  <c:v>45848</c:v>
                </c:pt>
                <c:pt idx="5807">
                  <c:v>45849</c:v>
                </c:pt>
                <c:pt idx="5808">
                  <c:v>45852</c:v>
                </c:pt>
                <c:pt idx="5809">
                  <c:v>45853</c:v>
                </c:pt>
                <c:pt idx="5810">
                  <c:v>45854</c:v>
                </c:pt>
                <c:pt idx="5811">
                  <c:v>45855</c:v>
                </c:pt>
                <c:pt idx="5812">
                  <c:v>45856</c:v>
                </c:pt>
                <c:pt idx="5813">
                  <c:v>45859</c:v>
                </c:pt>
                <c:pt idx="5814">
                  <c:v>45860</c:v>
                </c:pt>
                <c:pt idx="5815">
                  <c:v>45861</c:v>
                </c:pt>
                <c:pt idx="5816">
                  <c:v>45862</c:v>
                </c:pt>
                <c:pt idx="5817">
                  <c:v>45863</c:v>
                </c:pt>
                <c:pt idx="5818">
                  <c:v>45866</c:v>
                </c:pt>
                <c:pt idx="5819">
                  <c:v>45867</c:v>
                </c:pt>
                <c:pt idx="5820">
                  <c:v>45868</c:v>
                </c:pt>
                <c:pt idx="5821">
                  <c:v>45869</c:v>
                </c:pt>
                <c:pt idx="5822">
                  <c:v>45870</c:v>
                </c:pt>
                <c:pt idx="5823">
                  <c:v>45873</c:v>
                </c:pt>
                <c:pt idx="5824">
                  <c:v>45874</c:v>
                </c:pt>
                <c:pt idx="5825">
                  <c:v>45875</c:v>
                </c:pt>
                <c:pt idx="5826">
                  <c:v>45876</c:v>
                </c:pt>
                <c:pt idx="5827">
                  <c:v>45877</c:v>
                </c:pt>
                <c:pt idx="5828">
                  <c:v>45880</c:v>
                </c:pt>
                <c:pt idx="5829">
                  <c:v>45881</c:v>
                </c:pt>
                <c:pt idx="5830">
                  <c:v>45882</c:v>
                </c:pt>
                <c:pt idx="5831">
                  <c:v>45883</c:v>
                </c:pt>
                <c:pt idx="5832">
                  <c:v>45884</c:v>
                </c:pt>
                <c:pt idx="5833">
                  <c:v>45887</c:v>
                </c:pt>
                <c:pt idx="5834">
                  <c:v>45888</c:v>
                </c:pt>
                <c:pt idx="5835">
                  <c:v>45889</c:v>
                </c:pt>
                <c:pt idx="5836">
                  <c:v>45890</c:v>
                </c:pt>
                <c:pt idx="5837">
                  <c:v>45891</c:v>
                </c:pt>
                <c:pt idx="5838">
                  <c:v>45894</c:v>
                </c:pt>
                <c:pt idx="5839">
                  <c:v>45895</c:v>
                </c:pt>
                <c:pt idx="5840">
                  <c:v>45896</c:v>
                </c:pt>
                <c:pt idx="5841">
                  <c:v>45897</c:v>
                </c:pt>
                <c:pt idx="5842">
                  <c:v>45898</c:v>
                </c:pt>
                <c:pt idx="5843">
                  <c:v>45901</c:v>
                </c:pt>
                <c:pt idx="5844">
                  <c:v>45902</c:v>
                </c:pt>
                <c:pt idx="5845">
                  <c:v>45903</c:v>
                </c:pt>
                <c:pt idx="5846">
                  <c:v>45904</c:v>
                </c:pt>
                <c:pt idx="5847">
                  <c:v>45905</c:v>
                </c:pt>
                <c:pt idx="5848">
                  <c:v>45908</c:v>
                </c:pt>
                <c:pt idx="5849">
                  <c:v>45909</c:v>
                </c:pt>
                <c:pt idx="5850">
                  <c:v>45910</c:v>
                </c:pt>
                <c:pt idx="5851">
                  <c:v>45911</c:v>
                </c:pt>
                <c:pt idx="5852">
                  <c:v>45912</c:v>
                </c:pt>
                <c:pt idx="5853">
                  <c:v>45915</c:v>
                </c:pt>
                <c:pt idx="5854">
                  <c:v>45916</c:v>
                </c:pt>
                <c:pt idx="5855">
                  <c:v>45917</c:v>
                </c:pt>
                <c:pt idx="5856">
                  <c:v>45918</c:v>
                </c:pt>
                <c:pt idx="5857">
                  <c:v>45919</c:v>
                </c:pt>
                <c:pt idx="5858">
                  <c:v>45922</c:v>
                </c:pt>
                <c:pt idx="5859">
                  <c:v>45923</c:v>
                </c:pt>
                <c:pt idx="5860">
                  <c:v>45924</c:v>
                </c:pt>
                <c:pt idx="5861">
                  <c:v>45925</c:v>
                </c:pt>
                <c:pt idx="5862">
                  <c:v>45926</c:v>
                </c:pt>
                <c:pt idx="5863">
                  <c:v>45929</c:v>
                </c:pt>
                <c:pt idx="5864">
                  <c:v>45930</c:v>
                </c:pt>
                <c:pt idx="5865">
                  <c:v>45931</c:v>
                </c:pt>
                <c:pt idx="5866">
                  <c:v>45932</c:v>
                </c:pt>
                <c:pt idx="5867">
                  <c:v>45933</c:v>
                </c:pt>
                <c:pt idx="5868">
                  <c:v>45936</c:v>
                </c:pt>
                <c:pt idx="5869">
                  <c:v>45937</c:v>
                </c:pt>
                <c:pt idx="5870">
                  <c:v>45938</c:v>
                </c:pt>
                <c:pt idx="5871">
                  <c:v>45939</c:v>
                </c:pt>
                <c:pt idx="5872">
                  <c:v>45940</c:v>
                </c:pt>
                <c:pt idx="5873">
                  <c:v>45943</c:v>
                </c:pt>
                <c:pt idx="5874">
                  <c:v>45944</c:v>
                </c:pt>
                <c:pt idx="5875">
                  <c:v>45945</c:v>
                </c:pt>
                <c:pt idx="5876">
                  <c:v>45946</c:v>
                </c:pt>
                <c:pt idx="5877">
                  <c:v>45947</c:v>
                </c:pt>
                <c:pt idx="5878">
                  <c:v>45950</c:v>
                </c:pt>
                <c:pt idx="5879">
                  <c:v>45951</c:v>
                </c:pt>
                <c:pt idx="5880">
                  <c:v>45952</c:v>
                </c:pt>
                <c:pt idx="5881">
                  <c:v>45953</c:v>
                </c:pt>
                <c:pt idx="5882">
                  <c:v>45954</c:v>
                </c:pt>
                <c:pt idx="5883">
                  <c:v>45957</c:v>
                </c:pt>
                <c:pt idx="5884">
                  <c:v>45958</c:v>
                </c:pt>
                <c:pt idx="5885">
                  <c:v>45959</c:v>
                </c:pt>
                <c:pt idx="5886">
                  <c:v>45960</c:v>
                </c:pt>
                <c:pt idx="5887">
                  <c:v>45961</c:v>
                </c:pt>
                <c:pt idx="5888">
                  <c:v>45964</c:v>
                </c:pt>
                <c:pt idx="5889">
                  <c:v>45965</c:v>
                </c:pt>
                <c:pt idx="5890">
                  <c:v>45966</c:v>
                </c:pt>
                <c:pt idx="5891">
                  <c:v>45967</c:v>
                </c:pt>
                <c:pt idx="5892">
                  <c:v>45968</c:v>
                </c:pt>
                <c:pt idx="5893">
                  <c:v>45971</c:v>
                </c:pt>
                <c:pt idx="5894">
                  <c:v>45972</c:v>
                </c:pt>
                <c:pt idx="5895">
                  <c:v>45973</c:v>
                </c:pt>
                <c:pt idx="5896">
                  <c:v>45974</c:v>
                </c:pt>
                <c:pt idx="5897">
                  <c:v>45975</c:v>
                </c:pt>
                <c:pt idx="5898">
                  <c:v>45978</c:v>
                </c:pt>
                <c:pt idx="5899">
                  <c:v>45979</c:v>
                </c:pt>
                <c:pt idx="5900">
                  <c:v>45980</c:v>
                </c:pt>
                <c:pt idx="5901">
                  <c:v>45982</c:v>
                </c:pt>
                <c:pt idx="5902">
                  <c:v>45985</c:v>
                </c:pt>
                <c:pt idx="5903">
                  <c:v>45986</c:v>
                </c:pt>
                <c:pt idx="5904">
                  <c:v>45987</c:v>
                </c:pt>
                <c:pt idx="5905">
                  <c:v>45988</c:v>
                </c:pt>
                <c:pt idx="5906">
                  <c:v>45989</c:v>
                </c:pt>
                <c:pt idx="5907">
                  <c:v>45992</c:v>
                </c:pt>
                <c:pt idx="5908">
                  <c:v>45993</c:v>
                </c:pt>
                <c:pt idx="5909">
                  <c:v>45994</c:v>
                </c:pt>
                <c:pt idx="5910">
                  <c:v>45995</c:v>
                </c:pt>
                <c:pt idx="5911">
                  <c:v>45996</c:v>
                </c:pt>
                <c:pt idx="5912">
                  <c:v>45999</c:v>
                </c:pt>
                <c:pt idx="5913">
                  <c:v>46000</c:v>
                </c:pt>
                <c:pt idx="5914">
                  <c:v>46001</c:v>
                </c:pt>
                <c:pt idx="5915">
                  <c:v>46002</c:v>
                </c:pt>
                <c:pt idx="5916">
                  <c:v>46003</c:v>
                </c:pt>
                <c:pt idx="5917">
                  <c:v>46006</c:v>
                </c:pt>
                <c:pt idx="5918">
                  <c:v>46007</c:v>
                </c:pt>
                <c:pt idx="5919">
                  <c:v>46008</c:v>
                </c:pt>
                <c:pt idx="5920">
                  <c:v>46009</c:v>
                </c:pt>
                <c:pt idx="5921">
                  <c:v>46010</c:v>
                </c:pt>
                <c:pt idx="5922">
                  <c:v>46013</c:v>
                </c:pt>
                <c:pt idx="5923">
                  <c:v>46014</c:v>
                </c:pt>
                <c:pt idx="5924">
                  <c:v>46017</c:v>
                </c:pt>
                <c:pt idx="5925">
                  <c:v>46020</c:v>
                </c:pt>
                <c:pt idx="5926">
                  <c:v>46021</c:v>
                </c:pt>
                <c:pt idx="5927">
                  <c:v>46024</c:v>
                </c:pt>
                <c:pt idx="5928">
                  <c:v>46027</c:v>
                </c:pt>
                <c:pt idx="5929">
                  <c:v>46028</c:v>
                </c:pt>
                <c:pt idx="5930">
                  <c:v>46029</c:v>
                </c:pt>
                <c:pt idx="5931">
                  <c:v>46030</c:v>
                </c:pt>
                <c:pt idx="5932">
                  <c:v>46031</c:v>
                </c:pt>
                <c:pt idx="5933">
                  <c:v>46034</c:v>
                </c:pt>
                <c:pt idx="5934">
                  <c:v>46035</c:v>
                </c:pt>
                <c:pt idx="5935">
                  <c:v>46036</c:v>
                </c:pt>
                <c:pt idx="5936">
                  <c:v>46037</c:v>
                </c:pt>
                <c:pt idx="5937">
                  <c:v>46038</c:v>
                </c:pt>
                <c:pt idx="5938">
                  <c:v>46041</c:v>
                </c:pt>
                <c:pt idx="5939">
                  <c:v>46042</c:v>
                </c:pt>
                <c:pt idx="5940">
                  <c:v>46043</c:v>
                </c:pt>
                <c:pt idx="5941">
                  <c:v>46044</c:v>
                </c:pt>
                <c:pt idx="5942">
                  <c:v>46045</c:v>
                </c:pt>
                <c:pt idx="5943">
                  <c:v>46048</c:v>
                </c:pt>
                <c:pt idx="5944">
                  <c:v>46049</c:v>
                </c:pt>
                <c:pt idx="5945">
                  <c:v>46050</c:v>
                </c:pt>
                <c:pt idx="5946">
                  <c:v>46051</c:v>
                </c:pt>
                <c:pt idx="5947">
                  <c:v>46052</c:v>
                </c:pt>
                <c:pt idx="5948">
                  <c:v>46055</c:v>
                </c:pt>
                <c:pt idx="5949">
                  <c:v>46056</c:v>
                </c:pt>
                <c:pt idx="5950">
                  <c:v>46057</c:v>
                </c:pt>
                <c:pt idx="5951">
                  <c:v>46058</c:v>
                </c:pt>
                <c:pt idx="5952">
                  <c:v>46059</c:v>
                </c:pt>
                <c:pt idx="5953">
                  <c:v>46062</c:v>
                </c:pt>
                <c:pt idx="5954">
                  <c:v>46063</c:v>
                </c:pt>
                <c:pt idx="5955">
                  <c:v>46064</c:v>
                </c:pt>
                <c:pt idx="5956">
                  <c:v>46065</c:v>
                </c:pt>
                <c:pt idx="5957">
                  <c:v>46066</c:v>
                </c:pt>
                <c:pt idx="5958">
                  <c:v>46071</c:v>
                </c:pt>
                <c:pt idx="5959">
                  <c:v>46072</c:v>
                </c:pt>
                <c:pt idx="5960">
                  <c:v>46073</c:v>
                </c:pt>
                <c:pt idx="5961">
                  <c:v>46076</c:v>
                </c:pt>
                <c:pt idx="5962">
                  <c:v>46077</c:v>
                </c:pt>
                <c:pt idx="5963">
                  <c:v>46078</c:v>
                </c:pt>
                <c:pt idx="5964">
                  <c:v>46079</c:v>
                </c:pt>
                <c:pt idx="5965">
                  <c:v>46080</c:v>
                </c:pt>
                <c:pt idx="5966">
                  <c:v>46083</c:v>
                </c:pt>
                <c:pt idx="5967">
                  <c:v>46084</c:v>
                </c:pt>
                <c:pt idx="5968">
                  <c:v>46085</c:v>
                </c:pt>
                <c:pt idx="5969">
                  <c:v>46086</c:v>
                </c:pt>
                <c:pt idx="5970">
                  <c:v>46087</c:v>
                </c:pt>
                <c:pt idx="5971">
                  <c:v>46090</c:v>
                </c:pt>
                <c:pt idx="5972">
                  <c:v>46091</c:v>
                </c:pt>
                <c:pt idx="5973">
                  <c:v>46092</c:v>
                </c:pt>
                <c:pt idx="5974">
                  <c:v>46093</c:v>
                </c:pt>
                <c:pt idx="5975">
                  <c:v>46094</c:v>
                </c:pt>
                <c:pt idx="5976">
                  <c:v>46097</c:v>
                </c:pt>
                <c:pt idx="5977">
                  <c:v>46098</c:v>
                </c:pt>
                <c:pt idx="5978">
                  <c:v>46099</c:v>
                </c:pt>
                <c:pt idx="5979">
                  <c:v>46100</c:v>
                </c:pt>
                <c:pt idx="5980">
                  <c:v>46101</c:v>
                </c:pt>
                <c:pt idx="5981">
                  <c:v>46104</c:v>
                </c:pt>
                <c:pt idx="5982">
                  <c:v>46105</c:v>
                </c:pt>
                <c:pt idx="5983">
                  <c:v>46106</c:v>
                </c:pt>
                <c:pt idx="5984">
                  <c:v>46107</c:v>
                </c:pt>
                <c:pt idx="5985">
                  <c:v>46108</c:v>
                </c:pt>
                <c:pt idx="5986">
                  <c:v>46111</c:v>
                </c:pt>
                <c:pt idx="5987">
                  <c:v>46112</c:v>
                </c:pt>
                <c:pt idx="5988">
                  <c:v>46113</c:v>
                </c:pt>
                <c:pt idx="5989">
                  <c:v>46114</c:v>
                </c:pt>
                <c:pt idx="5990">
                  <c:v>46118</c:v>
                </c:pt>
                <c:pt idx="5991">
                  <c:v>46119</c:v>
                </c:pt>
                <c:pt idx="5992">
                  <c:v>46120</c:v>
                </c:pt>
                <c:pt idx="5993">
                  <c:v>46121</c:v>
                </c:pt>
                <c:pt idx="5994">
                  <c:v>46122</c:v>
                </c:pt>
                <c:pt idx="5995">
                  <c:v>46125</c:v>
                </c:pt>
                <c:pt idx="5996">
                  <c:v>46126</c:v>
                </c:pt>
                <c:pt idx="5997">
                  <c:v>46127</c:v>
                </c:pt>
                <c:pt idx="5998">
                  <c:v>46128</c:v>
                </c:pt>
                <c:pt idx="5999">
                  <c:v>46129</c:v>
                </c:pt>
                <c:pt idx="6000">
                  <c:v>46132</c:v>
                </c:pt>
                <c:pt idx="6001">
                  <c:v>46134</c:v>
                </c:pt>
                <c:pt idx="6002">
                  <c:v>46135</c:v>
                </c:pt>
                <c:pt idx="6003">
                  <c:v>46136</c:v>
                </c:pt>
                <c:pt idx="6004">
                  <c:v>46139</c:v>
                </c:pt>
                <c:pt idx="6005">
                  <c:v>46140</c:v>
                </c:pt>
                <c:pt idx="6006">
                  <c:v>46141</c:v>
                </c:pt>
                <c:pt idx="6007">
                  <c:v>46142</c:v>
                </c:pt>
                <c:pt idx="6008">
                  <c:v>46146</c:v>
                </c:pt>
                <c:pt idx="6009">
                  <c:v>46147</c:v>
                </c:pt>
                <c:pt idx="6010">
                  <c:v>46148</c:v>
                </c:pt>
                <c:pt idx="6011">
                  <c:v>46149</c:v>
                </c:pt>
                <c:pt idx="6012">
                  <c:v>46150</c:v>
                </c:pt>
                <c:pt idx="6013">
                  <c:v>46153</c:v>
                </c:pt>
                <c:pt idx="6014">
                  <c:v>46154</c:v>
                </c:pt>
                <c:pt idx="6015">
                  <c:v>46155</c:v>
                </c:pt>
                <c:pt idx="6016">
                  <c:v>46156</c:v>
                </c:pt>
                <c:pt idx="6017">
                  <c:v>46157</c:v>
                </c:pt>
                <c:pt idx="6018">
                  <c:v>46160</c:v>
                </c:pt>
                <c:pt idx="6019">
                  <c:v>46161</c:v>
                </c:pt>
                <c:pt idx="6020">
                  <c:v>46162</c:v>
                </c:pt>
                <c:pt idx="6021">
                  <c:v>46163</c:v>
                </c:pt>
                <c:pt idx="6022">
                  <c:v>46164</c:v>
                </c:pt>
                <c:pt idx="6023">
                  <c:v>46167</c:v>
                </c:pt>
                <c:pt idx="6024">
                  <c:v>46168</c:v>
                </c:pt>
                <c:pt idx="6025">
                  <c:v>46169</c:v>
                </c:pt>
                <c:pt idx="6026">
                  <c:v>46170</c:v>
                </c:pt>
                <c:pt idx="6027">
                  <c:v>46171</c:v>
                </c:pt>
                <c:pt idx="6028">
                  <c:v>46174</c:v>
                </c:pt>
                <c:pt idx="6029">
                  <c:v>46175</c:v>
                </c:pt>
                <c:pt idx="6030">
                  <c:v>46176</c:v>
                </c:pt>
                <c:pt idx="6031">
                  <c:v>46178</c:v>
                </c:pt>
                <c:pt idx="6032">
                  <c:v>46181</c:v>
                </c:pt>
                <c:pt idx="6033">
                  <c:v>46182</c:v>
                </c:pt>
                <c:pt idx="6034">
                  <c:v>46183</c:v>
                </c:pt>
                <c:pt idx="6035">
                  <c:v>46184</c:v>
                </c:pt>
                <c:pt idx="6036">
                  <c:v>46185</c:v>
                </c:pt>
                <c:pt idx="6037">
                  <c:v>46188</c:v>
                </c:pt>
                <c:pt idx="6038">
                  <c:v>46189</c:v>
                </c:pt>
                <c:pt idx="6039">
                  <c:v>46190</c:v>
                </c:pt>
                <c:pt idx="6040">
                  <c:v>46191</c:v>
                </c:pt>
                <c:pt idx="6041">
                  <c:v>46192</c:v>
                </c:pt>
                <c:pt idx="6042">
                  <c:v>46195</c:v>
                </c:pt>
                <c:pt idx="6043">
                  <c:v>46196</c:v>
                </c:pt>
                <c:pt idx="6044">
                  <c:v>46197</c:v>
                </c:pt>
                <c:pt idx="6045">
                  <c:v>46198</c:v>
                </c:pt>
                <c:pt idx="6046">
                  <c:v>46199</c:v>
                </c:pt>
                <c:pt idx="6047">
                  <c:v>46202</c:v>
                </c:pt>
                <c:pt idx="6048">
                  <c:v>46203</c:v>
                </c:pt>
                <c:pt idx="6049">
                  <c:v>46204</c:v>
                </c:pt>
                <c:pt idx="6050">
                  <c:v>46205</c:v>
                </c:pt>
                <c:pt idx="6051">
                  <c:v>46206</c:v>
                </c:pt>
                <c:pt idx="6052">
                  <c:v>46209</c:v>
                </c:pt>
                <c:pt idx="6053">
                  <c:v>46210</c:v>
                </c:pt>
                <c:pt idx="6054">
                  <c:v>46211</c:v>
                </c:pt>
                <c:pt idx="6055">
                  <c:v>46212</c:v>
                </c:pt>
                <c:pt idx="6056">
                  <c:v>46213</c:v>
                </c:pt>
                <c:pt idx="6057">
                  <c:v>46216</c:v>
                </c:pt>
                <c:pt idx="6058">
                  <c:v>46217</c:v>
                </c:pt>
                <c:pt idx="6059">
                  <c:v>46218</c:v>
                </c:pt>
                <c:pt idx="6060">
                  <c:v>46219</c:v>
                </c:pt>
                <c:pt idx="6061">
                  <c:v>46220</c:v>
                </c:pt>
                <c:pt idx="6062">
                  <c:v>46223</c:v>
                </c:pt>
                <c:pt idx="6063">
                  <c:v>46224</c:v>
                </c:pt>
                <c:pt idx="6064">
                  <c:v>46225</c:v>
                </c:pt>
                <c:pt idx="6065">
                  <c:v>46226</c:v>
                </c:pt>
                <c:pt idx="6066">
                  <c:v>46227</c:v>
                </c:pt>
                <c:pt idx="6067">
                  <c:v>46230</c:v>
                </c:pt>
                <c:pt idx="6068">
                  <c:v>46231</c:v>
                </c:pt>
                <c:pt idx="6069">
                  <c:v>46232</c:v>
                </c:pt>
                <c:pt idx="6070">
                  <c:v>46233</c:v>
                </c:pt>
                <c:pt idx="6071">
                  <c:v>46234</c:v>
                </c:pt>
                <c:pt idx="6072">
                  <c:v>46237</c:v>
                </c:pt>
                <c:pt idx="6073">
                  <c:v>46238</c:v>
                </c:pt>
                <c:pt idx="6074">
                  <c:v>46239</c:v>
                </c:pt>
                <c:pt idx="6075">
                  <c:v>46240</c:v>
                </c:pt>
                <c:pt idx="6076">
                  <c:v>46241</c:v>
                </c:pt>
                <c:pt idx="6077">
                  <c:v>46244</c:v>
                </c:pt>
                <c:pt idx="6078">
                  <c:v>46245</c:v>
                </c:pt>
                <c:pt idx="6079">
                  <c:v>46246</c:v>
                </c:pt>
                <c:pt idx="6080">
                  <c:v>46247</c:v>
                </c:pt>
                <c:pt idx="6081">
                  <c:v>46248</c:v>
                </c:pt>
                <c:pt idx="6082">
                  <c:v>46251</c:v>
                </c:pt>
                <c:pt idx="6083">
                  <c:v>46252</c:v>
                </c:pt>
                <c:pt idx="6084">
                  <c:v>46253</c:v>
                </c:pt>
                <c:pt idx="6085">
                  <c:v>46254</c:v>
                </c:pt>
                <c:pt idx="6086">
                  <c:v>46255</c:v>
                </c:pt>
                <c:pt idx="6087">
                  <c:v>46258</c:v>
                </c:pt>
                <c:pt idx="6088">
                  <c:v>46259</c:v>
                </c:pt>
                <c:pt idx="6089">
                  <c:v>46260</c:v>
                </c:pt>
                <c:pt idx="6090">
                  <c:v>46261</c:v>
                </c:pt>
                <c:pt idx="6091">
                  <c:v>46262</c:v>
                </c:pt>
                <c:pt idx="6092">
                  <c:v>46265</c:v>
                </c:pt>
                <c:pt idx="6093">
                  <c:v>46266</c:v>
                </c:pt>
                <c:pt idx="6094">
                  <c:v>46267</c:v>
                </c:pt>
                <c:pt idx="6095">
                  <c:v>46268</c:v>
                </c:pt>
                <c:pt idx="6096">
                  <c:v>46269</c:v>
                </c:pt>
                <c:pt idx="6097">
                  <c:v>46273</c:v>
                </c:pt>
                <c:pt idx="6098">
                  <c:v>46274</c:v>
                </c:pt>
                <c:pt idx="6099">
                  <c:v>46275</c:v>
                </c:pt>
                <c:pt idx="6100">
                  <c:v>46276</c:v>
                </c:pt>
                <c:pt idx="6101">
                  <c:v>46279</c:v>
                </c:pt>
                <c:pt idx="6102">
                  <c:v>46280</c:v>
                </c:pt>
                <c:pt idx="6103">
                  <c:v>46281</c:v>
                </c:pt>
                <c:pt idx="6104">
                  <c:v>46282</c:v>
                </c:pt>
                <c:pt idx="6105">
                  <c:v>46283</c:v>
                </c:pt>
                <c:pt idx="6106">
                  <c:v>46286</c:v>
                </c:pt>
                <c:pt idx="6107">
                  <c:v>46287</c:v>
                </c:pt>
                <c:pt idx="6108">
                  <c:v>46288</c:v>
                </c:pt>
                <c:pt idx="6109">
                  <c:v>46289</c:v>
                </c:pt>
                <c:pt idx="6110">
                  <c:v>46290</c:v>
                </c:pt>
                <c:pt idx="6111">
                  <c:v>46293</c:v>
                </c:pt>
                <c:pt idx="6112">
                  <c:v>46294</c:v>
                </c:pt>
                <c:pt idx="6113">
                  <c:v>46295</c:v>
                </c:pt>
                <c:pt idx="6114">
                  <c:v>46296</c:v>
                </c:pt>
                <c:pt idx="6115">
                  <c:v>46297</c:v>
                </c:pt>
                <c:pt idx="6116">
                  <c:v>46300</c:v>
                </c:pt>
                <c:pt idx="6117">
                  <c:v>46301</c:v>
                </c:pt>
                <c:pt idx="6118">
                  <c:v>46302</c:v>
                </c:pt>
                <c:pt idx="6119">
                  <c:v>46303</c:v>
                </c:pt>
                <c:pt idx="6120">
                  <c:v>46304</c:v>
                </c:pt>
                <c:pt idx="6121">
                  <c:v>46308</c:v>
                </c:pt>
                <c:pt idx="6122">
                  <c:v>46309</c:v>
                </c:pt>
                <c:pt idx="6123">
                  <c:v>46310</c:v>
                </c:pt>
                <c:pt idx="6124">
                  <c:v>46311</c:v>
                </c:pt>
                <c:pt idx="6125">
                  <c:v>46314</c:v>
                </c:pt>
                <c:pt idx="6126">
                  <c:v>46315</c:v>
                </c:pt>
                <c:pt idx="6127">
                  <c:v>46316</c:v>
                </c:pt>
                <c:pt idx="6128">
                  <c:v>46317</c:v>
                </c:pt>
                <c:pt idx="6129">
                  <c:v>46318</c:v>
                </c:pt>
                <c:pt idx="6130">
                  <c:v>46321</c:v>
                </c:pt>
              </c:numCache>
            </c:numRef>
          </c:cat>
          <c:val>
            <c:numRef>
              <c:f>'L1'!$C$2:$C$6132</c:f>
              <c:numCache>
                <c:formatCode>General</c:formatCode>
                <c:ptCount val="6131"/>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9</c:v>
                </c:pt>
                <c:pt idx="74">
                  <c:v>9</c:v>
                </c:pt>
                <c:pt idx="75">
                  <c:v>9</c:v>
                </c:pt>
                <c:pt idx="76">
                  <c:v>9</c:v>
                </c:pt>
                <c:pt idx="77">
                  <c:v>9</c:v>
                </c:pt>
                <c:pt idx="78">
                  <c:v>9</c:v>
                </c:pt>
                <c:pt idx="79">
                  <c:v>9</c:v>
                </c:pt>
                <c:pt idx="80">
                  <c:v>9</c:v>
                </c:pt>
                <c:pt idx="81">
                  <c:v>9</c:v>
                </c:pt>
                <c:pt idx="82">
                  <c:v>9</c:v>
                </c:pt>
                <c:pt idx="83">
                  <c:v>9</c:v>
                </c:pt>
                <c:pt idx="84">
                  <c:v>9</c:v>
                </c:pt>
                <c:pt idx="85">
                  <c:v>9</c:v>
                </c:pt>
                <c:pt idx="86">
                  <c:v>9</c:v>
                </c:pt>
                <c:pt idx="87">
                  <c:v>9</c:v>
                </c:pt>
                <c:pt idx="88">
                  <c:v>9</c:v>
                </c:pt>
                <c:pt idx="89">
                  <c:v>9</c:v>
                </c:pt>
                <c:pt idx="90">
                  <c:v>9</c:v>
                </c:pt>
                <c:pt idx="91">
                  <c:v>9</c:v>
                </c:pt>
                <c:pt idx="92">
                  <c:v>9</c:v>
                </c:pt>
                <c:pt idx="93">
                  <c:v>9</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9</c:v>
                </c:pt>
                <c:pt idx="2900">
                  <c:v>9</c:v>
                </c:pt>
                <c:pt idx="2901">
                  <c:v>9</c:v>
                </c:pt>
                <c:pt idx="2902">
                  <c:v>9</c:v>
                </c:pt>
                <c:pt idx="2903">
                  <c:v>9</c:v>
                </c:pt>
                <c:pt idx="2904">
                  <c:v>9</c:v>
                </c:pt>
                <c:pt idx="2905">
                  <c:v>9</c:v>
                </c:pt>
                <c:pt idx="2906">
                  <c:v>9</c:v>
                </c:pt>
                <c:pt idx="2907">
                  <c:v>9</c:v>
                </c:pt>
                <c:pt idx="2908">
                  <c:v>9</c:v>
                </c:pt>
                <c:pt idx="2909">
                  <c:v>9</c:v>
                </c:pt>
                <c:pt idx="2910">
                  <c:v>9</c:v>
                </c:pt>
                <c:pt idx="2911">
                  <c:v>9</c:v>
                </c:pt>
                <c:pt idx="2912">
                  <c:v>9</c:v>
                </c:pt>
                <c:pt idx="2913">
                  <c:v>9</c:v>
                </c:pt>
                <c:pt idx="2914">
                  <c:v>9</c:v>
                </c:pt>
                <c:pt idx="2915">
                  <c:v>9</c:v>
                </c:pt>
                <c:pt idx="2916">
                  <c:v>9</c:v>
                </c:pt>
                <c:pt idx="2917">
                  <c:v>9</c:v>
                </c:pt>
                <c:pt idx="2918">
                  <c:v>9</c:v>
                </c:pt>
                <c:pt idx="2919">
                  <c:v>9</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9</c:v>
                </c:pt>
                <c:pt idx="3117">
                  <c:v>9</c:v>
                </c:pt>
                <c:pt idx="3118">
                  <c:v>9</c:v>
                </c:pt>
                <c:pt idx="3119">
                  <c:v>9</c:v>
                </c:pt>
                <c:pt idx="3120">
                  <c:v>9</c:v>
                </c:pt>
                <c:pt idx="3121">
                  <c:v>9</c:v>
                </c:pt>
                <c:pt idx="3122">
                  <c:v>9</c:v>
                </c:pt>
                <c:pt idx="3123">
                  <c:v>9</c:v>
                </c:pt>
                <c:pt idx="3124">
                  <c:v>9</c:v>
                </c:pt>
                <c:pt idx="3125">
                  <c:v>9</c:v>
                </c:pt>
                <c:pt idx="3126">
                  <c:v>9</c:v>
                </c:pt>
                <c:pt idx="3127">
                  <c:v>9</c:v>
                </c:pt>
                <c:pt idx="3128">
                  <c:v>9</c:v>
                </c:pt>
                <c:pt idx="3129">
                  <c:v>9</c:v>
                </c:pt>
                <c:pt idx="3130">
                  <c:v>9</c:v>
                </c:pt>
                <c:pt idx="3131">
                  <c:v>9</c:v>
                </c:pt>
                <c:pt idx="3132">
                  <c:v>9</c:v>
                </c:pt>
                <c:pt idx="3133">
                  <c:v>9</c:v>
                </c:pt>
                <c:pt idx="3134">
                  <c:v>9</c:v>
                </c:pt>
                <c:pt idx="3135">
                  <c:v>9</c:v>
                </c:pt>
                <c:pt idx="3136">
                  <c:v>9</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9</c:v>
                </c:pt>
                <c:pt idx="3223">
                  <c:v>9</c:v>
                </c:pt>
                <c:pt idx="3224">
                  <c:v>9</c:v>
                </c:pt>
                <c:pt idx="3225">
                  <c:v>9</c:v>
                </c:pt>
                <c:pt idx="3226">
                  <c:v>9</c:v>
                </c:pt>
                <c:pt idx="3227">
                  <c:v>9</c:v>
                </c:pt>
                <c:pt idx="3228">
                  <c:v>9</c:v>
                </c:pt>
                <c:pt idx="3229">
                  <c:v>9</c:v>
                </c:pt>
                <c:pt idx="3230">
                  <c:v>9</c:v>
                </c:pt>
                <c:pt idx="3231">
                  <c:v>9</c:v>
                </c:pt>
                <c:pt idx="3232">
                  <c:v>9</c:v>
                </c:pt>
                <c:pt idx="3233">
                  <c:v>9</c:v>
                </c:pt>
                <c:pt idx="3234">
                  <c:v>9</c:v>
                </c:pt>
                <c:pt idx="3235">
                  <c:v>9</c:v>
                </c:pt>
                <c:pt idx="3236">
                  <c:v>9</c:v>
                </c:pt>
                <c:pt idx="3237">
                  <c:v>9</c:v>
                </c:pt>
                <c:pt idx="3238">
                  <c:v>9</c:v>
                </c:pt>
                <c:pt idx="3239">
                  <c:v>9</c:v>
                </c:pt>
                <c:pt idx="3240">
                  <c:v>9</c:v>
                </c:pt>
                <c:pt idx="3241">
                  <c:v>9</c:v>
                </c:pt>
                <c:pt idx="3242">
                  <c:v>9</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9</c:v>
                </c:pt>
                <c:pt idx="3359">
                  <c:v>9</c:v>
                </c:pt>
                <c:pt idx="3360">
                  <c:v>9</c:v>
                </c:pt>
                <c:pt idx="3361">
                  <c:v>9</c:v>
                </c:pt>
                <c:pt idx="3362">
                  <c:v>9</c:v>
                </c:pt>
                <c:pt idx="3363">
                  <c:v>9</c:v>
                </c:pt>
                <c:pt idx="3364">
                  <c:v>9</c:v>
                </c:pt>
                <c:pt idx="3365">
                  <c:v>9</c:v>
                </c:pt>
                <c:pt idx="3366">
                  <c:v>9</c:v>
                </c:pt>
                <c:pt idx="3367">
                  <c:v>9</c:v>
                </c:pt>
                <c:pt idx="3368">
                  <c:v>9</c:v>
                </c:pt>
                <c:pt idx="3369">
                  <c:v>9</c:v>
                </c:pt>
                <c:pt idx="3370">
                  <c:v>9</c:v>
                </c:pt>
                <c:pt idx="3371">
                  <c:v>9</c:v>
                </c:pt>
                <c:pt idx="3372">
                  <c:v>9</c:v>
                </c:pt>
                <c:pt idx="3373">
                  <c:v>9</c:v>
                </c:pt>
                <c:pt idx="3374">
                  <c:v>9</c:v>
                </c:pt>
                <c:pt idx="3375">
                  <c:v>9</c:v>
                </c:pt>
                <c:pt idx="3376">
                  <c:v>9</c:v>
                </c:pt>
                <c:pt idx="3377">
                  <c:v>9</c:v>
                </c:pt>
                <c:pt idx="3378">
                  <c:v>9</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9</c:v>
                </c:pt>
                <c:pt idx="3766">
                  <c:v>9</c:v>
                </c:pt>
                <c:pt idx="3767">
                  <c:v>9</c:v>
                </c:pt>
                <c:pt idx="3768">
                  <c:v>9</c:v>
                </c:pt>
                <c:pt idx="3769">
                  <c:v>9</c:v>
                </c:pt>
                <c:pt idx="3770">
                  <c:v>9</c:v>
                </c:pt>
                <c:pt idx="3771">
                  <c:v>9</c:v>
                </c:pt>
                <c:pt idx="3772">
                  <c:v>9</c:v>
                </c:pt>
                <c:pt idx="3773">
                  <c:v>9</c:v>
                </c:pt>
                <c:pt idx="3774">
                  <c:v>9</c:v>
                </c:pt>
                <c:pt idx="3775">
                  <c:v>9</c:v>
                </c:pt>
                <c:pt idx="3776">
                  <c:v>9</c:v>
                </c:pt>
                <c:pt idx="3777">
                  <c:v>9</c:v>
                </c:pt>
                <c:pt idx="3778">
                  <c:v>9</c:v>
                </c:pt>
                <c:pt idx="3779">
                  <c:v>9</c:v>
                </c:pt>
                <c:pt idx="3780">
                  <c:v>9</c:v>
                </c:pt>
                <c:pt idx="3781">
                  <c:v>9</c:v>
                </c:pt>
                <c:pt idx="3782">
                  <c:v>9</c:v>
                </c:pt>
                <c:pt idx="3783">
                  <c:v>9</c:v>
                </c:pt>
                <c:pt idx="3784">
                  <c:v>9</c:v>
                </c:pt>
                <c:pt idx="3785">
                  <c:v>9</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9</c:v>
                </c:pt>
                <c:pt idx="4088">
                  <c:v>9</c:v>
                </c:pt>
                <c:pt idx="4089">
                  <c:v>9</c:v>
                </c:pt>
                <c:pt idx="4090">
                  <c:v>9</c:v>
                </c:pt>
                <c:pt idx="4091">
                  <c:v>9</c:v>
                </c:pt>
                <c:pt idx="4092">
                  <c:v>9</c:v>
                </c:pt>
                <c:pt idx="4093">
                  <c:v>9</c:v>
                </c:pt>
                <c:pt idx="4094">
                  <c:v>9</c:v>
                </c:pt>
                <c:pt idx="4095">
                  <c:v>9</c:v>
                </c:pt>
                <c:pt idx="4096">
                  <c:v>9</c:v>
                </c:pt>
                <c:pt idx="4097">
                  <c:v>9</c:v>
                </c:pt>
                <c:pt idx="4098">
                  <c:v>9</c:v>
                </c:pt>
                <c:pt idx="4099">
                  <c:v>9</c:v>
                </c:pt>
                <c:pt idx="4100">
                  <c:v>9</c:v>
                </c:pt>
                <c:pt idx="4101">
                  <c:v>9</c:v>
                </c:pt>
                <c:pt idx="4102">
                  <c:v>9</c:v>
                </c:pt>
                <c:pt idx="4103">
                  <c:v>9</c:v>
                </c:pt>
                <c:pt idx="4104">
                  <c:v>9</c:v>
                </c:pt>
                <c:pt idx="4105">
                  <c:v>9</c:v>
                </c:pt>
                <c:pt idx="4106">
                  <c:v>9</c:v>
                </c:pt>
                <c:pt idx="4107">
                  <c:v>9</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9</c:v>
                </c:pt>
                <c:pt idx="4705">
                  <c:v>9</c:v>
                </c:pt>
                <c:pt idx="4706">
                  <c:v>9</c:v>
                </c:pt>
                <c:pt idx="4707">
                  <c:v>9</c:v>
                </c:pt>
                <c:pt idx="4708">
                  <c:v>9</c:v>
                </c:pt>
                <c:pt idx="4709">
                  <c:v>9</c:v>
                </c:pt>
                <c:pt idx="4710">
                  <c:v>9</c:v>
                </c:pt>
                <c:pt idx="4711">
                  <c:v>9</c:v>
                </c:pt>
                <c:pt idx="4712">
                  <c:v>9</c:v>
                </c:pt>
                <c:pt idx="4713">
                  <c:v>9</c:v>
                </c:pt>
                <c:pt idx="4714">
                  <c:v>9</c:v>
                </c:pt>
                <c:pt idx="4715">
                  <c:v>9</c:v>
                </c:pt>
                <c:pt idx="4716">
                  <c:v>9</c:v>
                </c:pt>
                <c:pt idx="4717">
                  <c:v>9</c:v>
                </c:pt>
                <c:pt idx="4718">
                  <c:v>9</c:v>
                </c:pt>
                <c:pt idx="4719">
                  <c:v>9</c:v>
                </c:pt>
                <c:pt idx="4720">
                  <c:v>9</c:v>
                </c:pt>
                <c:pt idx="4721">
                  <c:v>9</c:v>
                </c:pt>
                <c:pt idx="4722">
                  <c:v>9</c:v>
                </c:pt>
                <c:pt idx="4723">
                  <c:v>9</c:v>
                </c:pt>
                <c:pt idx="4724">
                  <c:v>9</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9</c:v>
                </c:pt>
                <c:pt idx="4868">
                  <c:v>9</c:v>
                </c:pt>
                <c:pt idx="4869">
                  <c:v>9</c:v>
                </c:pt>
                <c:pt idx="4870">
                  <c:v>9</c:v>
                </c:pt>
                <c:pt idx="4871">
                  <c:v>9</c:v>
                </c:pt>
                <c:pt idx="4872">
                  <c:v>9</c:v>
                </c:pt>
                <c:pt idx="4873">
                  <c:v>9</c:v>
                </c:pt>
                <c:pt idx="4874">
                  <c:v>9</c:v>
                </c:pt>
                <c:pt idx="4875">
                  <c:v>9</c:v>
                </c:pt>
                <c:pt idx="4876">
                  <c:v>9</c:v>
                </c:pt>
                <c:pt idx="4877">
                  <c:v>9</c:v>
                </c:pt>
                <c:pt idx="4878">
                  <c:v>9</c:v>
                </c:pt>
                <c:pt idx="4879">
                  <c:v>9</c:v>
                </c:pt>
                <c:pt idx="4880">
                  <c:v>9</c:v>
                </c:pt>
                <c:pt idx="4881">
                  <c:v>9</c:v>
                </c:pt>
                <c:pt idx="4882">
                  <c:v>9</c:v>
                </c:pt>
                <c:pt idx="4883">
                  <c:v>9</c:v>
                </c:pt>
                <c:pt idx="4884">
                  <c:v>9</c:v>
                </c:pt>
                <c:pt idx="4885">
                  <c:v>9</c:v>
                </c:pt>
                <c:pt idx="4886">
                  <c:v>9</c:v>
                </c:pt>
                <c:pt idx="4887">
                  <c:v>9</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9</c:v>
                </c:pt>
                <c:pt idx="5479">
                  <c:v>9</c:v>
                </c:pt>
                <c:pt idx="5480">
                  <c:v>9</c:v>
                </c:pt>
                <c:pt idx="5481">
                  <c:v>9</c:v>
                </c:pt>
                <c:pt idx="5482">
                  <c:v>9</c:v>
                </c:pt>
                <c:pt idx="5483">
                  <c:v>9</c:v>
                </c:pt>
                <c:pt idx="5484">
                  <c:v>9</c:v>
                </c:pt>
                <c:pt idx="5485">
                  <c:v>9</c:v>
                </c:pt>
                <c:pt idx="5486">
                  <c:v>9</c:v>
                </c:pt>
                <c:pt idx="5487">
                  <c:v>9</c:v>
                </c:pt>
                <c:pt idx="5488">
                  <c:v>9</c:v>
                </c:pt>
                <c:pt idx="5489">
                  <c:v>9</c:v>
                </c:pt>
                <c:pt idx="5490">
                  <c:v>9</c:v>
                </c:pt>
                <c:pt idx="5491">
                  <c:v>9</c:v>
                </c:pt>
                <c:pt idx="5492">
                  <c:v>9</c:v>
                </c:pt>
                <c:pt idx="5493">
                  <c:v>9</c:v>
                </c:pt>
                <c:pt idx="5494">
                  <c:v>9</c:v>
                </c:pt>
                <c:pt idx="5495">
                  <c:v>9</c:v>
                </c:pt>
                <c:pt idx="5496">
                  <c:v>9</c:v>
                </c:pt>
                <c:pt idx="5497">
                  <c:v>9</c:v>
                </c:pt>
                <c:pt idx="5498">
                  <c:v>9</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9</c:v>
                </c:pt>
                <c:pt idx="5651">
                  <c:v>9</c:v>
                </c:pt>
                <c:pt idx="5652">
                  <c:v>9</c:v>
                </c:pt>
                <c:pt idx="5653">
                  <c:v>9</c:v>
                </c:pt>
                <c:pt idx="5654">
                  <c:v>9</c:v>
                </c:pt>
                <c:pt idx="5655">
                  <c:v>9</c:v>
                </c:pt>
                <c:pt idx="5656">
                  <c:v>9</c:v>
                </c:pt>
                <c:pt idx="5657">
                  <c:v>9</c:v>
                </c:pt>
                <c:pt idx="5658">
                  <c:v>9</c:v>
                </c:pt>
                <c:pt idx="5659">
                  <c:v>9</c:v>
                </c:pt>
                <c:pt idx="5660">
                  <c:v>9</c:v>
                </c:pt>
                <c:pt idx="5661">
                  <c:v>9</c:v>
                </c:pt>
                <c:pt idx="5662">
                  <c:v>9</c:v>
                </c:pt>
                <c:pt idx="5663">
                  <c:v>9</c:v>
                </c:pt>
                <c:pt idx="5664">
                  <c:v>9</c:v>
                </c:pt>
                <c:pt idx="5665">
                  <c:v>9</c:v>
                </c:pt>
                <c:pt idx="5666">
                  <c:v>9</c:v>
                </c:pt>
                <c:pt idx="5667">
                  <c:v>9</c:v>
                </c:pt>
                <c:pt idx="5668">
                  <c:v>9</c:v>
                </c:pt>
                <c:pt idx="5669">
                  <c:v>9</c:v>
                </c:pt>
                <c:pt idx="5670">
                  <c:v>9</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numCache>
            </c:numRef>
          </c:val>
          <c:extLst>
            <c:ext xmlns:c16="http://schemas.microsoft.com/office/drawing/2014/chart" uri="{C3380CC4-5D6E-409C-BE32-E72D297353CC}">
              <c16:uniqueId val="{00000001-FE79-4F56-8C61-D5CCC4ABBB15}"/>
            </c:ext>
          </c:extLst>
        </c:ser>
        <c:ser>
          <c:idx val="2"/>
          <c:order val="2"/>
          <c:tx>
            <c:v>Global stress</c:v>
          </c:tx>
          <c:spPr>
            <a:solidFill>
              <a:srgbClr val="8EB3DF">
                <a:alpha val="65000"/>
              </a:srgbClr>
            </a:solidFill>
            <a:ln>
              <a:noFill/>
            </a:ln>
          </c:spPr>
          <c:cat>
            <c:numRef>
              <c:f>'L1'!$A$2:$A$6132</c:f>
              <c:numCache>
                <c:formatCode>yyyy\-mm\-dd</c:formatCode>
                <c:ptCount val="6131"/>
                <c:pt idx="0">
                  <c:v>37292</c:v>
                </c:pt>
                <c:pt idx="1">
                  <c:v>37293</c:v>
                </c:pt>
                <c:pt idx="2">
                  <c:v>37294</c:v>
                </c:pt>
                <c:pt idx="3">
                  <c:v>37295</c:v>
                </c:pt>
                <c:pt idx="4">
                  <c:v>37300</c:v>
                </c:pt>
                <c:pt idx="5">
                  <c:v>37301</c:v>
                </c:pt>
                <c:pt idx="6">
                  <c:v>37302</c:v>
                </c:pt>
                <c:pt idx="7">
                  <c:v>37305</c:v>
                </c:pt>
                <c:pt idx="8">
                  <c:v>37306</c:v>
                </c:pt>
                <c:pt idx="9">
                  <c:v>37307</c:v>
                </c:pt>
                <c:pt idx="10">
                  <c:v>37308</c:v>
                </c:pt>
                <c:pt idx="11">
                  <c:v>37309</c:v>
                </c:pt>
                <c:pt idx="12">
                  <c:v>37312</c:v>
                </c:pt>
                <c:pt idx="13">
                  <c:v>37313</c:v>
                </c:pt>
                <c:pt idx="14">
                  <c:v>37314</c:v>
                </c:pt>
                <c:pt idx="15">
                  <c:v>37315</c:v>
                </c:pt>
                <c:pt idx="16">
                  <c:v>37316</c:v>
                </c:pt>
                <c:pt idx="17">
                  <c:v>37319</c:v>
                </c:pt>
                <c:pt idx="18">
                  <c:v>37320</c:v>
                </c:pt>
                <c:pt idx="19">
                  <c:v>37321</c:v>
                </c:pt>
                <c:pt idx="20">
                  <c:v>37322</c:v>
                </c:pt>
                <c:pt idx="21">
                  <c:v>37323</c:v>
                </c:pt>
                <c:pt idx="22">
                  <c:v>37326</c:v>
                </c:pt>
                <c:pt idx="23">
                  <c:v>37327</c:v>
                </c:pt>
                <c:pt idx="24">
                  <c:v>37328</c:v>
                </c:pt>
                <c:pt idx="25">
                  <c:v>37329</c:v>
                </c:pt>
                <c:pt idx="26">
                  <c:v>37330</c:v>
                </c:pt>
                <c:pt idx="27">
                  <c:v>37333</c:v>
                </c:pt>
                <c:pt idx="28">
                  <c:v>37334</c:v>
                </c:pt>
                <c:pt idx="29">
                  <c:v>37335</c:v>
                </c:pt>
                <c:pt idx="30">
                  <c:v>37336</c:v>
                </c:pt>
                <c:pt idx="31">
                  <c:v>37337</c:v>
                </c:pt>
                <c:pt idx="32">
                  <c:v>37340</c:v>
                </c:pt>
                <c:pt idx="33">
                  <c:v>37341</c:v>
                </c:pt>
                <c:pt idx="34">
                  <c:v>37342</c:v>
                </c:pt>
                <c:pt idx="35">
                  <c:v>37343</c:v>
                </c:pt>
                <c:pt idx="36">
                  <c:v>37347</c:v>
                </c:pt>
                <c:pt idx="37">
                  <c:v>37348</c:v>
                </c:pt>
                <c:pt idx="38">
                  <c:v>37349</c:v>
                </c:pt>
                <c:pt idx="39">
                  <c:v>37350</c:v>
                </c:pt>
                <c:pt idx="40">
                  <c:v>37351</c:v>
                </c:pt>
                <c:pt idx="41">
                  <c:v>37354</c:v>
                </c:pt>
                <c:pt idx="42">
                  <c:v>37355</c:v>
                </c:pt>
                <c:pt idx="43">
                  <c:v>37356</c:v>
                </c:pt>
                <c:pt idx="44">
                  <c:v>37357</c:v>
                </c:pt>
                <c:pt idx="45">
                  <c:v>37358</c:v>
                </c:pt>
                <c:pt idx="46">
                  <c:v>37361</c:v>
                </c:pt>
                <c:pt idx="47">
                  <c:v>37362</c:v>
                </c:pt>
                <c:pt idx="48">
                  <c:v>37363</c:v>
                </c:pt>
                <c:pt idx="49">
                  <c:v>37364</c:v>
                </c:pt>
                <c:pt idx="50">
                  <c:v>37365</c:v>
                </c:pt>
                <c:pt idx="51">
                  <c:v>37368</c:v>
                </c:pt>
                <c:pt idx="52">
                  <c:v>37369</c:v>
                </c:pt>
                <c:pt idx="53">
                  <c:v>37370</c:v>
                </c:pt>
                <c:pt idx="54">
                  <c:v>37371</c:v>
                </c:pt>
                <c:pt idx="55">
                  <c:v>37372</c:v>
                </c:pt>
                <c:pt idx="56">
                  <c:v>37375</c:v>
                </c:pt>
                <c:pt idx="57">
                  <c:v>37376</c:v>
                </c:pt>
                <c:pt idx="58">
                  <c:v>37378</c:v>
                </c:pt>
                <c:pt idx="59">
                  <c:v>37379</c:v>
                </c:pt>
                <c:pt idx="60">
                  <c:v>37382</c:v>
                </c:pt>
                <c:pt idx="61">
                  <c:v>37383</c:v>
                </c:pt>
                <c:pt idx="62">
                  <c:v>37384</c:v>
                </c:pt>
                <c:pt idx="63">
                  <c:v>37385</c:v>
                </c:pt>
                <c:pt idx="64">
                  <c:v>37386</c:v>
                </c:pt>
                <c:pt idx="65">
                  <c:v>37389</c:v>
                </c:pt>
                <c:pt idx="66">
                  <c:v>37390</c:v>
                </c:pt>
                <c:pt idx="67">
                  <c:v>37391</c:v>
                </c:pt>
                <c:pt idx="68">
                  <c:v>37392</c:v>
                </c:pt>
                <c:pt idx="69">
                  <c:v>37393</c:v>
                </c:pt>
                <c:pt idx="70">
                  <c:v>37396</c:v>
                </c:pt>
                <c:pt idx="71">
                  <c:v>37397</c:v>
                </c:pt>
                <c:pt idx="72">
                  <c:v>37398</c:v>
                </c:pt>
                <c:pt idx="73">
                  <c:v>37399</c:v>
                </c:pt>
                <c:pt idx="74">
                  <c:v>37400</c:v>
                </c:pt>
                <c:pt idx="75">
                  <c:v>37403</c:v>
                </c:pt>
                <c:pt idx="76">
                  <c:v>37404</c:v>
                </c:pt>
                <c:pt idx="77">
                  <c:v>37405</c:v>
                </c:pt>
                <c:pt idx="78">
                  <c:v>37407</c:v>
                </c:pt>
                <c:pt idx="79">
                  <c:v>37410</c:v>
                </c:pt>
                <c:pt idx="80">
                  <c:v>37411</c:v>
                </c:pt>
                <c:pt idx="81">
                  <c:v>37412</c:v>
                </c:pt>
                <c:pt idx="82">
                  <c:v>37413</c:v>
                </c:pt>
                <c:pt idx="83">
                  <c:v>37414</c:v>
                </c:pt>
                <c:pt idx="84">
                  <c:v>37417</c:v>
                </c:pt>
                <c:pt idx="85">
                  <c:v>37418</c:v>
                </c:pt>
                <c:pt idx="86">
                  <c:v>37419</c:v>
                </c:pt>
                <c:pt idx="87">
                  <c:v>37420</c:v>
                </c:pt>
                <c:pt idx="88">
                  <c:v>37421</c:v>
                </c:pt>
                <c:pt idx="89">
                  <c:v>37424</c:v>
                </c:pt>
                <c:pt idx="90">
                  <c:v>37425</c:v>
                </c:pt>
                <c:pt idx="91">
                  <c:v>37426</c:v>
                </c:pt>
                <c:pt idx="92">
                  <c:v>37427</c:v>
                </c:pt>
                <c:pt idx="93">
                  <c:v>37428</c:v>
                </c:pt>
                <c:pt idx="94">
                  <c:v>37431</c:v>
                </c:pt>
                <c:pt idx="95">
                  <c:v>37432</c:v>
                </c:pt>
                <c:pt idx="96">
                  <c:v>37433</c:v>
                </c:pt>
                <c:pt idx="97">
                  <c:v>37434</c:v>
                </c:pt>
                <c:pt idx="98">
                  <c:v>37435</c:v>
                </c:pt>
                <c:pt idx="99">
                  <c:v>37438</c:v>
                </c:pt>
                <c:pt idx="100">
                  <c:v>37439</c:v>
                </c:pt>
                <c:pt idx="101">
                  <c:v>37440</c:v>
                </c:pt>
                <c:pt idx="102">
                  <c:v>37441</c:v>
                </c:pt>
                <c:pt idx="103">
                  <c:v>37442</c:v>
                </c:pt>
                <c:pt idx="104">
                  <c:v>37445</c:v>
                </c:pt>
                <c:pt idx="105">
                  <c:v>37447</c:v>
                </c:pt>
                <c:pt idx="106">
                  <c:v>37448</c:v>
                </c:pt>
                <c:pt idx="107">
                  <c:v>37449</c:v>
                </c:pt>
                <c:pt idx="108">
                  <c:v>37452</c:v>
                </c:pt>
                <c:pt idx="109">
                  <c:v>37453</c:v>
                </c:pt>
                <c:pt idx="110">
                  <c:v>37454</c:v>
                </c:pt>
                <c:pt idx="111">
                  <c:v>37455</c:v>
                </c:pt>
                <c:pt idx="112">
                  <c:v>37456</c:v>
                </c:pt>
                <c:pt idx="113">
                  <c:v>37459</c:v>
                </c:pt>
                <c:pt idx="114">
                  <c:v>37460</c:v>
                </c:pt>
                <c:pt idx="115">
                  <c:v>37461</c:v>
                </c:pt>
                <c:pt idx="116">
                  <c:v>37462</c:v>
                </c:pt>
                <c:pt idx="117">
                  <c:v>37463</c:v>
                </c:pt>
                <c:pt idx="118">
                  <c:v>37466</c:v>
                </c:pt>
                <c:pt idx="119">
                  <c:v>37467</c:v>
                </c:pt>
                <c:pt idx="120">
                  <c:v>37468</c:v>
                </c:pt>
                <c:pt idx="121">
                  <c:v>37469</c:v>
                </c:pt>
                <c:pt idx="122">
                  <c:v>37470</c:v>
                </c:pt>
                <c:pt idx="123">
                  <c:v>37473</c:v>
                </c:pt>
                <c:pt idx="124">
                  <c:v>37474</c:v>
                </c:pt>
                <c:pt idx="125">
                  <c:v>37475</c:v>
                </c:pt>
                <c:pt idx="126">
                  <c:v>37476</c:v>
                </c:pt>
                <c:pt idx="127">
                  <c:v>37477</c:v>
                </c:pt>
                <c:pt idx="128">
                  <c:v>37480</c:v>
                </c:pt>
                <c:pt idx="129">
                  <c:v>37481</c:v>
                </c:pt>
                <c:pt idx="130">
                  <c:v>37482</c:v>
                </c:pt>
                <c:pt idx="131">
                  <c:v>37483</c:v>
                </c:pt>
                <c:pt idx="132">
                  <c:v>37484</c:v>
                </c:pt>
                <c:pt idx="133">
                  <c:v>37487</c:v>
                </c:pt>
                <c:pt idx="134">
                  <c:v>37488</c:v>
                </c:pt>
                <c:pt idx="135">
                  <c:v>37489</c:v>
                </c:pt>
                <c:pt idx="136">
                  <c:v>37490</c:v>
                </c:pt>
                <c:pt idx="137">
                  <c:v>37491</c:v>
                </c:pt>
                <c:pt idx="138">
                  <c:v>37494</c:v>
                </c:pt>
                <c:pt idx="139">
                  <c:v>37495</c:v>
                </c:pt>
                <c:pt idx="140">
                  <c:v>37496</c:v>
                </c:pt>
                <c:pt idx="141">
                  <c:v>37497</c:v>
                </c:pt>
                <c:pt idx="142">
                  <c:v>37498</c:v>
                </c:pt>
                <c:pt idx="143">
                  <c:v>37501</c:v>
                </c:pt>
                <c:pt idx="144">
                  <c:v>37502</c:v>
                </c:pt>
                <c:pt idx="145">
                  <c:v>37503</c:v>
                </c:pt>
                <c:pt idx="146">
                  <c:v>37504</c:v>
                </c:pt>
                <c:pt idx="147">
                  <c:v>37505</c:v>
                </c:pt>
                <c:pt idx="148">
                  <c:v>37508</c:v>
                </c:pt>
                <c:pt idx="149">
                  <c:v>37509</c:v>
                </c:pt>
                <c:pt idx="150">
                  <c:v>37510</c:v>
                </c:pt>
                <c:pt idx="151">
                  <c:v>37511</c:v>
                </c:pt>
                <c:pt idx="152">
                  <c:v>37512</c:v>
                </c:pt>
                <c:pt idx="153">
                  <c:v>37515</c:v>
                </c:pt>
                <c:pt idx="154">
                  <c:v>37516</c:v>
                </c:pt>
                <c:pt idx="155">
                  <c:v>37517</c:v>
                </c:pt>
                <c:pt idx="156">
                  <c:v>37518</c:v>
                </c:pt>
                <c:pt idx="157">
                  <c:v>37519</c:v>
                </c:pt>
                <c:pt idx="158">
                  <c:v>37522</c:v>
                </c:pt>
                <c:pt idx="159">
                  <c:v>37523</c:v>
                </c:pt>
                <c:pt idx="160">
                  <c:v>37524</c:v>
                </c:pt>
                <c:pt idx="161">
                  <c:v>37525</c:v>
                </c:pt>
                <c:pt idx="162">
                  <c:v>37526</c:v>
                </c:pt>
                <c:pt idx="163">
                  <c:v>37529</c:v>
                </c:pt>
                <c:pt idx="164">
                  <c:v>37530</c:v>
                </c:pt>
                <c:pt idx="165">
                  <c:v>37531</c:v>
                </c:pt>
                <c:pt idx="166">
                  <c:v>37532</c:v>
                </c:pt>
                <c:pt idx="167">
                  <c:v>37533</c:v>
                </c:pt>
                <c:pt idx="168">
                  <c:v>37536</c:v>
                </c:pt>
                <c:pt idx="169">
                  <c:v>37537</c:v>
                </c:pt>
                <c:pt idx="170">
                  <c:v>37538</c:v>
                </c:pt>
                <c:pt idx="171">
                  <c:v>37539</c:v>
                </c:pt>
                <c:pt idx="172">
                  <c:v>37540</c:v>
                </c:pt>
                <c:pt idx="173">
                  <c:v>37543</c:v>
                </c:pt>
                <c:pt idx="174">
                  <c:v>37544</c:v>
                </c:pt>
                <c:pt idx="175">
                  <c:v>37545</c:v>
                </c:pt>
                <c:pt idx="176">
                  <c:v>37546</c:v>
                </c:pt>
                <c:pt idx="177">
                  <c:v>37547</c:v>
                </c:pt>
                <c:pt idx="178">
                  <c:v>37550</c:v>
                </c:pt>
                <c:pt idx="179">
                  <c:v>37551</c:v>
                </c:pt>
                <c:pt idx="180">
                  <c:v>37552</c:v>
                </c:pt>
                <c:pt idx="181">
                  <c:v>37553</c:v>
                </c:pt>
                <c:pt idx="182">
                  <c:v>37554</c:v>
                </c:pt>
                <c:pt idx="183">
                  <c:v>37557</c:v>
                </c:pt>
                <c:pt idx="184">
                  <c:v>37558</c:v>
                </c:pt>
                <c:pt idx="185">
                  <c:v>37559</c:v>
                </c:pt>
                <c:pt idx="186">
                  <c:v>37560</c:v>
                </c:pt>
                <c:pt idx="187">
                  <c:v>37561</c:v>
                </c:pt>
                <c:pt idx="188">
                  <c:v>37564</c:v>
                </c:pt>
                <c:pt idx="189">
                  <c:v>37565</c:v>
                </c:pt>
                <c:pt idx="190">
                  <c:v>37566</c:v>
                </c:pt>
                <c:pt idx="191">
                  <c:v>37567</c:v>
                </c:pt>
                <c:pt idx="192">
                  <c:v>37568</c:v>
                </c:pt>
                <c:pt idx="193">
                  <c:v>37571</c:v>
                </c:pt>
                <c:pt idx="194">
                  <c:v>37572</c:v>
                </c:pt>
                <c:pt idx="195">
                  <c:v>37573</c:v>
                </c:pt>
                <c:pt idx="196">
                  <c:v>37574</c:v>
                </c:pt>
                <c:pt idx="197">
                  <c:v>37578</c:v>
                </c:pt>
                <c:pt idx="198">
                  <c:v>37579</c:v>
                </c:pt>
                <c:pt idx="199">
                  <c:v>37580</c:v>
                </c:pt>
                <c:pt idx="200">
                  <c:v>37581</c:v>
                </c:pt>
                <c:pt idx="201">
                  <c:v>37582</c:v>
                </c:pt>
                <c:pt idx="202">
                  <c:v>37585</c:v>
                </c:pt>
                <c:pt idx="203">
                  <c:v>37586</c:v>
                </c:pt>
                <c:pt idx="204">
                  <c:v>37587</c:v>
                </c:pt>
                <c:pt idx="205">
                  <c:v>37588</c:v>
                </c:pt>
                <c:pt idx="206">
                  <c:v>37589</c:v>
                </c:pt>
                <c:pt idx="207">
                  <c:v>37592</c:v>
                </c:pt>
                <c:pt idx="208">
                  <c:v>37593</c:v>
                </c:pt>
                <c:pt idx="209">
                  <c:v>37594</c:v>
                </c:pt>
                <c:pt idx="210">
                  <c:v>37595</c:v>
                </c:pt>
                <c:pt idx="211">
                  <c:v>37596</c:v>
                </c:pt>
                <c:pt idx="212">
                  <c:v>37599</c:v>
                </c:pt>
                <c:pt idx="213">
                  <c:v>37600</c:v>
                </c:pt>
                <c:pt idx="214">
                  <c:v>37601</c:v>
                </c:pt>
                <c:pt idx="215">
                  <c:v>37602</c:v>
                </c:pt>
                <c:pt idx="216">
                  <c:v>37603</c:v>
                </c:pt>
                <c:pt idx="217">
                  <c:v>37606</c:v>
                </c:pt>
                <c:pt idx="218">
                  <c:v>37607</c:v>
                </c:pt>
                <c:pt idx="219">
                  <c:v>37608</c:v>
                </c:pt>
                <c:pt idx="220">
                  <c:v>37609</c:v>
                </c:pt>
                <c:pt idx="221">
                  <c:v>37610</c:v>
                </c:pt>
                <c:pt idx="222">
                  <c:v>37613</c:v>
                </c:pt>
                <c:pt idx="223">
                  <c:v>37616</c:v>
                </c:pt>
                <c:pt idx="224">
                  <c:v>37617</c:v>
                </c:pt>
                <c:pt idx="225">
                  <c:v>37620</c:v>
                </c:pt>
                <c:pt idx="226">
                  <c:v>37623</c:v>
                </c:pt>
                <c:pt idx="227">
                  <c:v>37624</c:v>
                </c:pt>
                <c:pt idx="228">
                  <c:v>37627</c:v>
                </c:pt>
                <c:pt idx="229">
                  <c:v>37628</c:v>
                </c:pt>
                <c:pt idx="230">
                  <c:v>37629</c:v>
                </c:pt>
                <c:pt idx="231">
                  <c:v>37630</c:v>
                </c:pt>
                <c:pt idx="232">
                  <c:v>37631</c:v>
                </c:pt>
                <c:pt idx="233">
                  <c:v>37634</c:v>
                </c:pt>
                <c:pt idx="234">
                  <c:v>37635</c:v>
                </c:pt>
                <c:pt idx="235">
                  <c:v>37636</c:v>
                </c:pt>
                <c:pt idx="236">
                  <c:v>37637</c:v>
                </c:pt>
                <c:pt idx="237">
                  <c:v>37638</c:v>
                </c:pt>
                <c:pt idx="238">
                  <c:v>37641</c:v>
                </c:pt>
                <c:pt idx="239">
                  <c:v>37642</c:v>
                </c:pt>
                <c:pt idx="240">
                  <c:v>37643</c:v>
                </c:pt>
                <c:pt idx="241">
                  <c:v>37644</c:v>
                </c:pt>
                <c:pt idx="242">
                  <c:v>37645</c:v>
                </c:pt>
                <c:pt idx="243">
                  <c:v>37648</c:v>
                </c:pt>
                <c:pt idx="244">
                  <c:v>37649</c:v>
                </c:pt>
                <c:pt idx="245">
                  <c:v>37650</c:v>
                </c:pt>
                <c:pt idx="246">
                  <c:v>37651</c:v>
                </c:pt>
                <c:pt idx="247">
                  <c:v>37652</c:v>
                </c:pt>
                <c:pt idx="248">
                  <c:v>37655</c:v>
                </c:pt>
                <c:pt idx="249">
                  <c:v>37656</c:v>
                </c:pt>
                <c:pt idx="250">
                  <c:v>37657</c:v>
                </c:pt>
                <c:pt idx="251">
                  <c:v>37658</c:v>
                </c:pt>
                <c:pt idx="252">
                  <c:v>37659</c:v>
                </c:pt>
                <c:pt idx="253">
                  <c:v>37662</c:v>
                </c:pt>
                <c:pt idx="254">
                  <c:v>37663</c:v>
                </c:pt>
                <c:pt idx="255">
                  <c:v>37664</c:v>
                </c:pt>
                <c:pt idx="256">
                  <c:v>37665</c:v>
                </c:pt>
                <c:pt idx="257">
                  <c:v>37666</c:v>
                </c:pt>
                <c:pt idx="258">
                  <c:v>37669</c:v>
                </c:pt>
                <c:pt idx="259">
                  <c:v>37670</c:v>
                </c:pt>
                <c:pt idx="260">
                  <c:v>37671</c:v>
                </c:pt>
                <c:pt idx="261">
                  <c:v>37672</c:v>
                </c:pt>
                <c:pt idx="262">
                  <c:v>37673</c:v>
                </c:pt>
                <c:pt idx="263">
                  <c:v>37676</c:v>
                </c:pt>
                <c:pt idx="264">
                  <c:v>37677</c:v>
                </c:pt>
                <c:pt idx="265">
                  <c:v>37678</c:v>
                </c:pt>
                <c:pt idx="266">
                  <c:v>37679</c:v>
                </c:pt>
                <c:pt idx="267">
                  <c:v>37680</c:v>
                </c:pt>
                <c:pt idx="268">
                  <c:v>37685</c:v>
                </c:pt>
                <c:pt idx="269">
                  <c:v>37686</c:v>
                </c:pt>
                <c:pt idx="270">
                  <c:v>37687</c:v>
                </c:pt>
                <c:pt idx="271">
                  <c:v>37690</c:v>
                </c:pt>
                <c:pt idx="272">
                  <c:v>37691</c:v>
                </c:pt>
                <c:pt idx="273">
                  <c:v>37692</c:v>
                </c:pt>
                <c:pt idx="274">
                  <c:v>37693</c:v>
                </c:pt>
                <c:pt idx="275">
                  <c:v>37694</c:v>
                </c:pt>
                <c:pt idx="276">
                  <c:v>37697</c:v>
                </c:pt>
                <c:pt idx="277">
                  <c:v>37698</c:v>
                </c:pt>
                <c:pt idx="278">
                  <c:v>37699</c:v>
                </c:pt>
                <c:pt idx="279">
                  <c:v>37700</c:v>
                </c:pt>
                <c:pt idx="280">
                  <c:v>37701</c:v>
                </c:pt>
                <c:pt idx="281">
                  <c:v>37704</c:v>
                </c:pt>
                <c:pt idx="282">
                  <c:v>37705</c:v>
                </c:pt>
                <c:pt idx="283">
                  <c:v>37706</c:v>
                </c:pt>
                <c:pt idx="284">
                  <c:v>37707</c:v>
                </c:pt>
                <c:pt idx="285">
                  <c:v>37708</c:v>
                </c:pt>
                <c:pt idx="286">
                  <c:v>37711</c:v>
                </c:pt>
                <c:pt idx="287">
                  <c:v>37712</c:v>
                </c:pt>
                <c:pt idx="288">
                  <c:v>37713</c:v>
                </c:pt>
                <c:pt idx="289">
                  <c:v>37714</c:v>
                </c:pt>
                <c:pt idx="290">
                  <c:v>37715</c:v>
                </c:pt>
                <c:pt idx="291">
                  <c:v>37718</c:v>
                </c:pt>
                <c:pt idx="292">
                  <c:v>37719</c:v>
                </c:pt>
                <c:pt idx="293">
                  <c:v>37720</c:v>
                </c:pt>
                <c:pt idx="294">
                  <c:v>37721</c:v>
                </c:pt>
                <c:pt idx="295">
                  <c:v>37722</c:v>
                </c:pt>
                <c:pt idx="296">
                  <c:v>37725</c:v>
                </c:pt>
                <c:pt idx="297">
                  <c:v>37726</c:v>
                </c:pt>
                <c:pt idx="298">
                  <c:v>37727</c:v>
                </c:pt>
                <c:pt idx="299">
                  <c:v>37728</c:v>
                </c:pt>
                <c:pt idx="300">
                  <c:v>37733</c:v>
                </c:pt>
                <c:pt idx="301">
                  <c:v>37734</c:v>
                </c:pt>
                <c:pt idx="302">
                  <c:v>37735</c:v>
                </c:pt>
                <c:pt idx="303">
                  <c:v>37736</c:v>
                </c:pt>
                <c:pt idx="304">
                  <c:v>37739</c:v>
                </c:pt>
                <c:pt idx="305">
                  <c:v>37740</c:v>
                </c:pt>
                <c:pt idx="306">
                  <c:v>37741</c:v>
                </c:pt>
                <c:pt idx="307">
                  <c:v>37743</c:v>
                </c:pt>
                <c:pt idx="308">
                  <c:v>37746</c:v>
                </c:pt>
                <c:pt idx="309">
                  <c:v>37747</c:v>
                </c:pt>
                <c:pt idx="310">
                  <c:v>37748</c:v>
                </c:pt>
                <c:pt idx="311">
                  <c:v>37749</c:v>
                </c:pt>
                <c:pt idx="312">
                  <c:v>37750</c:v>
                </c:pt>
                <c:pt idx="313">
                  <c:v>37753</c:v>
                </c:pt>
                <c:pt idx="314">
                  <c:v>37754</c:v>
                </c:pt>
                <c:pt idx="315">
                  <c:v>37755</c:v>
                </c:pt>
                <c:pt idx="316">
                  <c:v>37756</c:v>
                </c:pt>
                <c:pt idx="317">
                  <c:v>37757</c:v>
                </c:pt>
                <c:pt idx="318">
                  <c:v>37760</c:v>
                </c:pt>
                <c:pt idx="319">
                  <c:v>37761</c:v>
                </c:pt>
                <c:pt idx="320">
                  <c:v>37762</c:v>
                </c:pt>
                <c:pt idx="321">
                  <c:v>37763</c:v>
                </c:pt>
                <c:pt idx="322">
                  <c:v>37764</c:v>
                </c:pt>
                <c:pt idx="323">
                  <c:v>37767</c:v>
                </c:pt>
                <c:pt idx="324">
                  <c:v>37768</c:v>
                </c:pt>
                <c:pt idx="325">
                  <c:v>37769</c:v>
                </c:pt>
                <c:pt idx="326">
                  <c:v>37770</c:v>
                </c:pt>
                <c:pt idx="327">
                  <c:v>37771</c:v>
                </c:pt>
                <c:pt idx="328">
                  <c:v>37774</c:v>
                </c:pt>
                <c:pt idx="329">
                  <c:v>37775</c:v>
                </c:pt>
                <c:pt idx="330">
                  <c:v>37776</c:v>
                </c:pt>
                <c:pt idx="331">
                  <c:v>37777</c:v>
                </c:pt>
                <c:pt idx="332">
                  <c:v>37778</c:v>
                </c:pt>
                <c:pt idx="333">
                  <c:v>37781</c:v>
                </c:pt>
                <c:pt idx="334">
                  <c:v>37782</c:v>
                </c:pt>
                <c:pt idx="335">
                  <c:v>37783</c:v>
                </c:pt>
                <c:pt idx="336">
                  <c:v>37784</c:v>
                </c:pt>
                <c:pt idx="337">
                  <c:v>37785</c:v>
                </c:pt>
                <c:pt idx="338">
                  <c:v>37788</c:v>
                </c:pt>
                <c:pt idx="339">
                  <c:v>37789</c:v>
                </c:pt>
                <c:pt idx="340">
                  <c:v>37790</c:v>
                </c:pt>
                <c:pt idx="341">
                  <c:v>37792</c:v>
                </c:pt>
                <c:pt idx="342">
                  <c:v>37795</c:v>
                </c:pt>
                <c:pt idx="343">
                  <c:v>37796</c:v>
                </c:pt>
                <c:pt idx="344">
                  <c:v>37797</c:v>
                </c:pt>
                <c:pt idx="345">
                  <c:v>37798</c:v>
                </c:pt>
                <c:pt idx="346">
                  <c:v>37799</c:v>
                </c:pt>
                <c:pt idx="347">
                  <c:v>37802</c:v>
                </c:pt>
                <c:pt idx="348">
                  <c:v>37803</c:v>
                </c:pt>
                <c:pt idx="349">
                  <c:v>37804</c:v>
                </c:pt>
                <c:pt idx="350">
                  <c:v>37805</c:v>
                </c:pt>
                <c:pt idx="351">
                  <c:v>37806</c:v>
                </c:pt>
                <c:pt idx="352">
                  <c:v>37809</c:v>
                </c:pt>
                <c:pt idx="353">
                  <c:v>37810</c:v>
                </c:pt>
                <c:pt idx="354">
                  <c:v>37812</c:v>
                </c:pt>
                <c:pt idx="355">
                  <c:v>37813</c:v>
                </c:pt>
                <c:pt idx="356">
                  <c:v>37816</c:v>
                </c:pt>
                <c:pt idx="357">
                  <c:v>37817</c:v>
                </c:pt>
                <c:pt idx="358">
                  <c:v>37818</c:v>
                </c:pt>
                <c:pt idx="359">
                  <c:v>37819</c:v>
                </c:pt>
                <c:pt idx="360">
                  <c:v>37820</c:v>
                </c:pt>
                <c:pt idx="361">
                  <c:v>37823</c:v>
                </c:pt>
                <c:pt idx="362">
                  <c:v>37824</c:v>
                </c:pt>
                <c:pt idx="363">
                  <c:v>37825</c:v>
                </c:pt>
                <c:pt idx="364">
                  <c:v>37826</c:v>
                </c:pt>
                <c:pt idx="365">
                  <c:v>37827</c:v>
                </c:pt>
                <c:pt idx="366">
                  <c:v>37830</c:v>
                </c:pt>
                <c:pt idx="367">
                  <c:v>37831</c:v>
                </c:pt>
                <c:pt idx="368">
                  <c:v>37832</c:v>
                </c:pt>
                <c:pt idx="369">
                  <c:v>37833</c:v>
                </c:pt>
                <c:pt idx="370">
                  <c:v>37834</c:v>
                </c:pt>
                <c:pt idx="371">
                  <c:v>37837</c:v>
                </c:pt>
                <c:pt idx="372">
                  <c:v>37838</c:v>
                </c:pt>
                <c:pt idx="373">
                  <c:v>37839</c:v>
                </c:pt>
                <c:pt idx="374">
                  <c:v>37840</c:v>
                </c:pt>
                <c:pt idx="375">
                  <c:v>37841</c:v>
                </c:pt>
                <c:pt idx="376">
                  <c:v>37844</c:v>
                </c:pt>
                <c:pt idx="377">
                  <c:v>37845</c:v>
                </c:pt>
                <c:pt idx="378">
                  <c:v>37846</c:v>
                </c:pt>
                <c:pt idx="379">
                  <c:v>37847</c:v>
                </c:pt>
                <c:pt idx="380">
                  <c:v>37848</c:v>
                </c:pt>
                <c:pt idx="381">
                  <c:v>37851</c:v>
                </c:pt>
                <c:pt idx="382">
                  <c:v>37852</c:v>
                </c:pt>
                <c:pt idx="383">
                  <c:v>37853</c:v>
                </c:pt>
                <c:pt idx="384">
                  <c:v>37854</c:v>
                </c:pt>
                <c:pt idx="385">
                  <c:v>37855</c:v>
                </c:pt>
                <c:pt idx="386">
                  <c:v>37858</c:v>
                </c:pt>
                <c:pt idx="387">
                  <c:v>37859</c:v>
                </c:pt>
                <c:pt idx="388">
                  <c:v>37860</c:v>
                </c:pt>
                <c:pt idx="389">
                  <c:v>37861</c:v>
                </c:pt>
                <c:pt idx="390">
                  <c:v>37862</c:v>
                </c:pt>
                <c:pt idx="391">
                  <c:v>37865</c:v>
                </c:pt>
                <c:pt idx="392">
                  <c:v>37866</c:v>
                </c:pt>
                <c:pt idx="393">
                  <c:v>37867</c:v>
                </c:pt>
                <c:pt idx="394">
                  <c:v>37868</c:v>
                </c:pt>
                <c:pt idx="395">
                  <c:v>37869</c:v>
                </c:pt>
                <c:pt idx="396">
                  <c:v>37872</c:v>
                </c:pt>
                <c:pt idx="397">
                  <c:v>37873</c:v>
                </c:pt>
                <c:pt idx="398">
                  <c:v>37874</c:v>
                </c:pt>
                <c:pt idx="399">
                  <c:v>37875</c:v>
                </c:pt>
                <c:pt idx="400">
                  <c:v>37876</c:v>
                </c:pt>
                <c:pt idx="401">
                  <c:v>37879</c:v>
                </c:pt>
                <c:pt idx="402">
                  <c:v>37880</c:v>
                </c:pt>
                <c:pt idx="403">
                  <c:v>37881</c:v>
                </c:pt>
                <c:pt idx="404">
                  <c:v>37882</c:v>
                </c:pt>
                <c:pt idx="405">
                  <c:v>37883</c:v>
                </c:pt>
                <c:pt idx="406">
                  <c:v>37886</c:v>
                </c:pt>
                <c:pt idx="407">
                  <c:v>37887</c:v>
                </c:pt>
                <c:pt idx="408">
                  <c:v>37888</c:v>
                </c:pt>
                <c:pt idx="409">
                  <c:v>37889</c:v>
                </c:pt>
                <c:pt idx="410">
                  <c:v>37890</c:v>
                </c:pt>
                <c:pt idx="411">
                  <c:v>37893</c:v>
                </c:pt>
                <c:pt idx="412">
                  <c:v>37894</c:v>
                </c:pt>
                <c:pt idx="413">
                  <c:v>37895</c:v>
                </c:pt>
                <c:pt idx="414">
                  <c:v>37896</c:v>
                </c:pt>
                <c:pt idx="415">
                  <c:v>37897</c:v>
                </c:pt>
                <c:pt idx="416">
                  <c:v>37900</c:v>
                </c:pt>
                <c:pt idx="417">
                  <c:v>37901</c:v>
                </c:pt>
                <c:pt idx="418">
                  <c:v>37902</c:v>
                </c:pt>
                <c:pt idx="419">
                  <c:v>37903</c:v>
                </c:pt>
                <c:pt idx="420">
                  <c:v>37904</c:v>
                </c:pt>
                <c:pt idx="421">
                  <c:v>37907</c:v>
                </c:pt>
                <c:pt idx="422">
                  <c:v>37908</c:v>
                </c:pt>
                <c:pt idx="423">
                  <c:v>37909</c:v>
                </c:pt>
                <c:pt idx="424">
                  <c:v>37910</c:v>
                </c:pt>
                <c:pt idx="425">
                  <c:v>37911</c:v>
                </c:pt>
                <c:pt idx="426">
                  <c:v>37914</c:v>
                </c:pt>
                <c:pt idx="427">
                  <c:v>37915</c:v>
                </c:pt>
                <c:pt idx="428">
                  <c:v>37916</c:v>
                </c:pt>
                <c:pt idx="429">
                  <c:v>37917</c:v>
                </c:pt>
                <c:pt idx="430">
                  <c:v>37918</c:v>
                </c:pt>
                <c:pt idx="431">
                  <c:v>37921</c:v>
                </c:pt>
                <c:pt idx="432">
                  <c:v>37922</c:v>
                </c:pt>
                <c:pt idx="433">
                  <c:v>37923</c:v>
                </c:pt>
                <c:pt idx="434">
                  <c:v>37924</c:v>
                </c:pt>
                <c:pt idx="435">
                  <c:v>37925</c:v>
                </c:pt>
                <c:pt idx="436">
                  <c:v>37928</c:v>
                </c:pt>
                <c:pt idx="437">
                  <c:v>37929</c:v>
                </c:pt>
                <c:pt idx="438">
                  <c:v>37930</c:v>
                </c:pt>
                <c:pt idx="439">
                  <c:v>37931</c:v>
                </c:pt>
                <c:pt idx="440">
                  <c:v>37932</c:v>
                </c:pt>
                <c:pt idx="441">
                  <c:v>37935</c:v>
                </c:pt>
                <c:pt idx="442">
                  <c:v>37936</c:v>
                </c:pt>
                <c:pt idx="443">
                  <c:v>37937</c:v>
                </c:pt>
                <c:pt idx="444">
                  <c:v>37938</c:v>
                </c:pt>
                <c:pt idx="445">
                  <c:v>37939</c:v>
                </c:pt>
                <c:pt idx="446">
                  <c:v>37942</c:v>
                </c:pt>
                <c:pt idx="447">
                  <c:v>37943</c:v>
                </c:pt>
                <c:pt idx="448">
                  <c:v>37944</c:v>
                </c:pt>
                <c:pt idx="449">
                  <c:v>37945</c:v>
                </c:pt>
                <c:pt idx="450">
                  <c:v>37946</c:v>
                </c:pt>
                <c:pt idx="451">
                  <c:v>37949</c:v>
                </c:pt>
                <c:pt idx="452">
                  <c:v>37950</c:v>
                </c:pt>
                <c:pt idx="453">
                  <c:v>37951</c:v>
                </c:pt>
                <c:pt idx="454">
                  <c:v>37952</c:v>
                </c:pt>
                <c:pt idx="455">
                  <c:v>37953</c:v>
                </c:pt>
                <c:pt idx="456">
                  <c:v>37956</c:v>
                </c:pt>
                <c:pt idx="457">
                  <c:v>37957</c:v>
                </c:pt>
                <c:pt idx="458">
                  <c:v>37958</c:v>
                </c:pt>
                <c:pt idx="459">
                  <c:v>37959</c:v>
                </c:pt>
                <c:pt idx="460">
                  <c:v>37960</c:v>
                </c:pt>
                <c:pt idx="461">
                  <c:v>37963</c:v>
                </c:pt>
                <c:pt idx="462">
                  <c:v>37964</c:v>
                </c:pt>
                <c:pt idx="463">
                  <c:v>37965</c:v>
                </c:pt>
                <c:pt idx="464">
                  <c:v>37966</c:v>
                </c:pt>
                <c:pt idx="465">
                  <c:v>37967</c:v>
                </c:pt>
                <c:pt idx="466">
                  <c:v>37970</c:v>
                </c:pt>
                <c:pt idx="467">
                  <c:v>37971</c:v>
                </c:pt>
                <c:pt idx="468">
                  <c:v>37972</c:v>
                </c:pt>
                <c:pt idx="469">
                  <c:v>37973</c:v>
                </c:pt>
                <c:pt idx="470">
                  <c:v>37974</c:v>
                </c:pt>
                <c:pt idx="471">
                  <c:v>37977</c:v>
                </c:pt>
                <c:pt idx="472">
                  <c:v>37978</c:v>
                </c:pt>
                <c:pt idx="473">
                  <c:v>37981</c:v>
                </c:pt>
                <c:pt idx="474">
                  <c:v>37984</c:v>
                </c:pt>
                <c:pt idx="475">
                  <c:v>37985</c:v>
                </c:pt>
                <c:pt idx="476">
                  <c:v>37988</c:v>
                </c:pt>
                <c:pt idx="477">
                  <c:v>37991</c:v>
                </c:pt>
                <c:pt idx="478">
                  <c:v>37992</c:v>
                </c:pt>
                <c:pt idx="479">
                  <c:v>37993</c:v>
                </c:pt>
                <c:pt idx="480">
                  <c:v>37994</c:v>
                </c:pt>
                <c:pt idx="481">
                  <c:v>37995</c:v>
                </c:pt>
                <c:pt idx="482">
                  <c:v>37998</c:v>
                </c:pt>
                <c:pt idx="483">
                  <c:v>37999</c:v>
                </c:pt>
                <c:pt idx="484">
                  <c:v>38000</c:v>
                </c:pt>
                <c:pt idx="485">
                  <c:v>38001</c:v>
                </c:pt>
                <c:pt idx="486">
                  <c:v>38002</c:v>
                </c:pt>
                <c:pt idx="487">
                  <c:v>38005</c:v>
                </c:pt>
                <c:pt idx="488">
                  <c:v>38006</c:v>
                </c:pt>
                <c:pt idx="489">
                  <c:v>38007</c:v>
                </c:pt>
                <c:pt idx="490">
                  <c:v>38008</c:v>
                </c:pt>
                <c:pt idx="491">
                  <c:v>38009</c:v>
                </c:pt>
                <c:pt idx="492">
                  <c:v>38012</c:v>
                </c:pt>
                <c:pt idx="493">
                  <c:v>38013</c:v>
                </c:pt>
                <c:pt idx="494">
                  <c:v>38014</c:v>
                </c:pt>
                <c:pt idx="495">
                  <c:v>38015</c:v>
                </c:pt>
                <c:pt idx="496">
                  <c:v>38016</c:v>
                </c:pt>
                <c:pt idx="497">
                  <c:v>38019</c:v>
                </c:pt>
                <c:pt idx="498">
                  <c:v>38020</c:v>
                </c:pt>
                <c:pt idx="499">
                  <c:v>38021</c:v>
                </c:pt>
                <c:pt idx="500">
                  <c:v>38022</c:v>
                </c:pt>
                <c:pt idx="501">
                  <c:v>38023</c:v>
                </c:pt>
                <c:pt idx="502">
                  <c:v>38026</c:v>
                </c:pt>
                <c:pt idx="503">
                  <c:v>38027</c:v>
                </c:pt>
                <c:pt idx="504">
                  <c:v>38028</c:v>
                </c:pt>
                <c:pt idx="505">
                  <c:v>38029</c:v>
                </c:pt>
                <c:pt idx="506">
                  <c:v>38030</c:v>
                </c:pt>
                <c:pt idx="507">
                  <c:v>38033</c:v>
                </c:pt>
                <c:pt idx="508">
                  <c:v>38034</c:v>
                </c:pt>
                <c:pt idx="509">
                  <c:v>38035</c:v>
                </c:pt>
                <c:pt idx="510">
                  <c:v>38036</c:v>
                </c:pt>
                <c:pt idx="511">
                  <c:v>38037</c:v>
                </c:pt>
                <c:pt idx="512">
                  <c:v>38042</c:v>
                </c:pt>
                <c:pt idx="513">
                  <c:v>38043</c:v>
                </c:pt>
                <c:pt idx="514">
                  <c:v>38044</c:v>
                </c:pt>
                <c:pt idx="515">
                  <c:v>38047</c:v>
                </c:pt>
                <c:pt idx="516">
                  <c:v>38048</c:v>
                </c:pt>
                <c:pt idx="517">
                  <c:v>38049</c:v>
                </c:pt>
                <c:pt idx="518">
                  <c:v>38050</c:v>
                </c:pt>
                <c:pt idx="519">
                  <c:v>38051</c:v>
                </c:pt>
                <c:pt idx="520">
                  <c:v>38054</c:v>
                </c:pt>
                <c:pt idx="521">
                  <c:v>38055</c:v>
                </c:pt>
                <c:pt idx="522">
                  <c:v>38056</c:v>
                </c:pt>
                <c:pt idx="523">
                  <c:v>38057</c:v>
                </c:pt>
                <c:pt idx="524">
                  <c:v>38058</c:v>
                </c:pt>
                <c:pt idx="525">
                  <c:v>38061</c:v>
                </c:pt>
                <c:pt idx="526">
                  <c:v>38062</c:v>
                </c:pt>
                <c:pt idx="527">
                  <c:v>38063</c:v>
                </c:pt>
                <c:pt idx="528">
                  <c:v>38064</c:v>
                </c:pt>
                <c:pt idx="529">
                  <c:v>38065</c:v>
                </c:pt>
                <c:pt idx="530">
                  <c:v>38068</c:v>
                </c:pt>
                <c:pt idx="531">
                  <c:v>38069</c:v>
                </c:pt>
                <c:pt idx="532">
                  <c:v>38070</c:v>
                </c:pt>
                <c:pt idx="533">
                  <c:v>38071</c:v>
                </c:pt>
                <c:pt idx="534">
                  <c:v>38072</c:v>
                </c:pt>
                <c:pt idx="535">
                  <c:v>38075</c:v>
                </c:pt>
                <c:pt idx="536">
                  <c:v>38076</c:v>
                </c:pt>
                <c:pt idx="537">
                  <c:v>38077</c:v>
                </c:pt>
                <c:pt idx="538">
                  <c:v>38078</c:v>
                </c:pt>
                <c:pt idx="539">
                  <c:v>38079</c:v>
                </c:pt>
                <c:pt idx="540">
                  <c:v>38082</c:v>
                </c:pt>
                <c:pt idx="541">
                  <c:v>38083</c:v>
                </c:pt>
                <c:pt idx="542">
                  <c:v>38084</c:v>
                </c:pt>
                <c:pt idx="543">
                  <c:v>38085</c:v>
                </c:pt>
                <c:pt idx="544">
                  <c:v>38089</c:v>
                </c:pt>
                <c:pt idx="545">
                  <c:v>38090</c:v>
                </c:pt>
                <c:pt idx="546">
                  <c:v>38091</c:v>
                </c:pt>
                <c:pt idx="547">
                  <c:v>38092</c:v>
                </c:pt>
                <c:pt idx="548">
                  <c:v>38093</c:v>
                </c:pt>
                <c:pt idx="549">
                  <c:v>38096</c:v>
                </c:pt>
                <c:pt idx="550">
                  <c:v>38097</c:v>
                </c:pt>
                <c:pt idx="551">
                  <c:v>38099</c:v>
                </c:pt>
                <c:pt idx="552">
                  <c:v>38100</c:v>
                </c:pt>
                <c:pt idx="553">
                  <c:v>38103</c:v>
                </c:pt>
                <c:pt idx="554">
                  <c:v>38104</c:v>
                </c:pt>
                <c:pt idx="555">
                  <c:v>38105</c:v>
                </c:pt>
                <c:pt idx="556">
                  <c:v>38106</c:v>
                </c:pt>
                <c:pt idx="557">
                  <c:v>38107</c:v>
                </c:pt>
                <c:pt idx="558">
                  <c:v>38110</c:v>
                </c:pt>
                <c:pt idx="559">
                  <c:v>38111</c:v>
                </c:pt>
                <c:pt idx="560">
                  <c:v>38112</c:v>
                </c:pt>
                <c:pt idx="561">
                  <c:v>38113</c:v>
                </c:pt>
                <c:pt idx="562">
                  <c:v>38114</c:v>
                </c:pt>
                <c:pt idx="563">
                  <c:v>38117</c:v>
                </c:pt>
                <c:pt idx="564">
                  <c:v>38118</c:v>
                </c:pt>
                <c:pt idx="565">
                  <c:v>38119</c:v>
                </c:pt>
                <c:pt idx="566">
                  <c:v>38120</c:v>
                </c:pt>
                <c:pt idx="567">
                  <c:v>38121</c:v>
                </c:pt>
                <c:pt idx="568">
                  <c:v>38124</c:v>
                </c:pt>
                <c:pt idx="569">
                  <c:v>38125</c:v>
                </c:pt>
                <c:pt idx="570">
                  <c:v>38126</c:v>
                </c:pt>
                <c:pt idx="571">
                  <c:v>38127</c:v>
                </c:pt>
                <c:pt idx="572">
                  <c:v>38128</c:v>
                </c:pt>
                <c:pt idx="573">
                  <c:v>38131</c:v>
                </c:pt>
                <c:pt idx="574">
                  <c:v>38132</c:v>
                </c:pt>
                <c:pt idx="575">
                  <c:v>38133</c:v>
                </c:pt>
                <c:pt idx="576">
                  <c:v>38134</c:v>
                </c:pt>
                <c:pt idx="577">
                  <c:v>38135</c:v>
                </c:pt>
                <c:pt idx="578">
                  <c:v>38138</c:v>
                </c:pt>
                <c:pt idx="579">
                  <c:v>38139</c:v>
                </c:pt>
                <c:pt idx="580">
                  <c:v>38140</c:v>
                </c:pt>
                <c:pt idx="581">
                  <c:v>38141</c:v>
                </c:pt>
                <c:pt idx="582">
                  <c:v>38142</c:v>
                </c:pt>
                <c:pt idx="583">
                  <c:v>38145</c:v>
                </c:pt>
                <c:pt idx="584">
                  <c:v>38146</c:v>
                </c:pt>
                <c:pt idx="585">
                  <c:v>38147</c:v>
                </c:pt>
                <c:pt idx="586">
                  <c:v>38149</c:v>
                </c:pt>
                <c:pt idx="587">
                  <c:v>38152</c:v>
                </c:pt>
                <c:pt idx="588">
                  <c:v>38153</c:v>
                </c:pt>
                <c:pt idx="589">
                  <c:v>38154</c:v>
                </c:pt>
                <c:pt idx="590">
                  <c:v>38155</c:v>
                </c:pt>
                <c:pt idx="591">
                  <c:v>38156</c:v>
                </c:pt>
                <c:pt idx="592">
                  <c:v>38159</c:v>
                </c:pt>
                <c:pt idx="593">
                  <c:v>38160</c:v>
                </c:pt>
                <c:pt idx="594">
                  <c:v>38161</c:v>
                </c:pt>
                <c:pt idx="595">
                  <c:v>38162</c:v>
                </c:pt>
                <c:pt idx="596">
                  <c:v>38163</c:v>
                </c:pt>
                <c:pt idx="597">
                  <c:v>38166</c:v>
                </c:pt>
                <c:pt idx="598">
                  <c:v>38167</c:v>
                </c:pt>
                <c:pt idx="599">
                  <c:v>38168</c:v>
                </c:pt>
                <c:pt idx="600">
                  <c:v>38169</c:v>
                </c:pt>
                <c:pt idx="601">
                  <c:v>38170</c:v>
                </c:pt>
                <c:pt idx="602">
                  <c:v>38173</c:v>
                </c:pt>
                <c:pt idx="603">
                  <c:v>38174</c:v>
                </c:pt>
                <c:pt idx="604">
                  <c:v>38175</c:v>
                </c:pt>
                <c:pt idx="605">
                  <c:v>38176</c:v>
                </c:pt>
                <c:pt idx="606">
                  <c:v>38180</c:v>
                </c:pt>
                <c:pt idx="607">
                  <c:v>38181</c:v>
                </c:pt>
                <c:pt idx="608">
                  <c:v>38182</c:v>
                </c:pt>
                <c:pt idx="609">
                  <c:v>38183</c:v>
                </c:pt>
                <c:pt idx="610">
                  <c:v>38184</c:v>
                </c:pt>
                <c:pt idx="611">
                  <c:v>38187</c:v>
                </c:pt>
                <c:pt idx="612">
                  <c:v>38188</c:v>
                </c:pt>
                <c:pt idx="613">
                  <c:v>38189</c:v>
                </c:pt>
                <c:pt idx="614">
                  <c:v>38190</c:v>
                </c:pt>
                <c:pt idx="615">
                  <c:v>38191</c:v>
                </c:pt>
                <c:pt idx="616">
                  <c:v>38194</c:v>
                </c:pt>
                <c:pt idx="617">
                  <c:v>38195</c:v>
                </c:pt>
                <c:pt idx="618">
                  <c:v>38196</c:v>
                </c:pt>
                <c:pt idx="619">
                  <c:v>38197</c:v>
                </c:pt>
                <c:pt idx="620">
                  <c:v>38198</c:v>
                </c:pt>
                <c:pt idx="621">
                  <c:v>38201</c:v>
                </c:pt>
                <c:pt idx="622">
                  <c:v>38202</c:v>
                </c:pt>
                <c:pt idx="623">
                  <c:v>38203</c:v>
                </c:pt>
                <c:pt idx="624">
                  <c:v>38204</c:v>
                </c:pt>
                <c:pt idx="625">
                  <c:v>38205</c:v>
                </c:pt>
                <c:pt idx="626">
                  <c:v>38208</c:v>
                </c:pt>
                <c:pt idx="627">
                  <c:v>38209</c:v>
                </c:pt>
                <c:pt idx="628">
                  <c:v>38210</c:v>
                </c:pt>
                <c:pt idx="629">
                  <c:v>38211</c:v>
                </c:pt>
                <c:pt idx="630">
                  <c:v>38212</c:v>
                </c:pt>
                <c:pt idx="631">
                  <c:v>38215</c:v>
                </c:pt>
                <c:pt idx="632">
                  <c:v>38216</c:v>
                </c:pt>
                <c:pt idx="633">
                  <c:v>38217</c:v>
                </c:pt>
                <c:pt idx="634">
                  <c:v>38218</c:v>
                </c:pt>
                <c:pt idx="635">
                  <c:v>38219</c:v>
                </c:pt>
                <c:pt idx="636">
                  <c:v>38222</c:v>
                </c:pt>
                <c:pt idx="637">
                  <c:v>38223</c:v>
                </c:pt>
                <c:pt idx="638">
                  <c:v>38224</c:v>
                </c:pt>
                <c:pt idx="639">
                  <c:v>38225</c:v>
                </c:pt>
                <c:pt idx="640">
                  <c:v>38226</c:v>
                </c:pt>
                <c:pt idx="641">
                  <c:v>38229</c:v>
                </c:pt>
                <c:pt idx="642">
                  <c:v>38230</c:v>
                </c:pt>
                <c:pt idx="643">
                  <c:v>38231</c:v>
                </c:pt>
                <c:pt idx="644">
                  <c:v>38232</c:v>
                </c:pt>
                <c:pt idx="645">
                  <c:v>38233</c:v>
                </c:pt>
                <c:pt idx="646">
                  <c:v>38236</c:v>
                </c:pt>
                <c:pt idx="647">
                  <c:v>38238</c:v>
                </c:pt>
                <c:pt idx="648">
                  <c:v>38239</c:v>
                </c:pt>
                <c:pt idx="649">
                  <c:v>38240</c:v>
                </c:pt>
                <c:pt idx="650">
                  <c:v>38243</c:v>
                </c:pt>
                <c:pt idx="651">
                  <c:v>38244</c:v>
                </c:pt>
                <c:pt idx="652">
                  <c:v>38245</c:v>
                </c:pt>
                <c:pt idx="653">
                  <c:v>38246</c:v>
                </c:pt>
                <c:pt idx="654">
                  <c:v>38247</c:v>
                </c:pt>
                <c:pt idx="655">
                  <c:v>38250</c:v>
                </c:pt>
                <c:pt idx="656">
                  <c:v>38251</c:v>
                </c:pt>
                <c:pt idx="657">
                  <c:v>38252</c:v>
                </c:pt>
                <c:pt idx="658">
                  <c:v>38253</c:v>
                </c:pt>
                <c:pt idx="659">
                  <c:v>38254</c:v>
                </c:pt>
                <c:pt idx="660">
                  <c:v>38257</c:v>
                </c:pt>
                <c:pt idx="661">
                  <c:v>38258</c:v>
                </c:pt>
                <c:pt idx="662">
                  <c:v>38259</c:v>
                </c:pt>
                <c:pt idx="663">
                  <c:v>38260</c:v>
                </c:pt>
                <c:pt idx="664">
                  <c:v>38261</c:v>
                </c:pt>
                <c:pt idx="665">
                  <c:v>38264</c:v>
                </c:pt>
                <c:pt idx="666">
                  <c:v>38265</c:v>
                </c:pt>
                <c:pt idx="667">
                  <c:v>38266</c:v>
                </c:pt>
                <c:pt idx="668">
                  <c:v>38267</c:v>
                </c:pt>
                <c:pt idx="669">
                  <c:v>38268</c:v>
                </c:pt>
                <c:pt idx="670">
                  <c:v>38271</c:v>
                </c:pt>
                <c:pt idx="671">
                  <c:v>38273</c:v>
                </c:pt>
                <c:pt idx="672">
                  <c:v>38274</c:v>
                </c:pt>
                <c:pt idx="673">
                  <c:v>38275</c:v>
                </c:pt>
                <c:pt idx="674">
                  <c:v>38278</c:v>
                </c:pt>
                <c:pt idx="675">
                  <c:v>38279</c:v>
                </c:pt>
                <c:pt idx="676">
                  <c:v>38280</c:v>
                </c:pt>
                <c:pt idx="677">
                  <c:v>38281</c:v>
                </c:pt>
                <c:pt idx="678">
                  <c:v>38282</c:v>
                </c:pt>
                <c:pt idx="679">
                  <c:v>38285</c:v>
                </c:pt>
                <c:pt idx="680">
                  <c:v>38286</c:v>
                </c:pt>
                <c:pt idx="681">
                  <c:v>38287</c:v>
                </c:pt>
                <c:pt idx="682">
                  <c:v>38288</c:v>
                </c:pt>
                <c:pt idx="683">
                  <c:v>38289</c:v>
                </c:pt>
                <c:pt idx="684">
                  <c:v>38292</c:v>
                </c:pt>
                <c:pt idx="685">
                  <c:v>38294</c:v>
                </c:pt>
                <c:pt idx="686">
                  <c:v>38295</c:v>
                </c:pt>
                <c:pt idx="687">
                  <c:v>38296</c:v>
                </c:pt>
                <c:pt idx="688">
                  <c:v>38299</c:v>
                </c:pt>
                <c:pt idx="689">
                  <c:v>38300</c:v>
                </c:pt>
                <c:pt idx="690">
                  <c:v>38301</c:v>
                </c:pt>
                <c:pt idx="691">
                  <c:v>38302</c:v>
                </c:pt>
                <c:pt idx="692">
                  <c:v>38303</c:v>
                </c:pt>
                <c:pt idx="693">
                  <c:v>38307</c:v>
                </c:pt>
                <c:pt idx="694">
                  <c:v>38308</c:v>
                </c:pt>
                <c:pt idx="695">
                  <c:v>38309</c:v>
                </c:pt>
                <c:pt idx="696">
                  <c:v>38310</c:v>
                </c:pt>
                <c:pt idx="697">
                  <c:v>38313</c:v>
                </c:pt>
                <c:pt idx="698">
                  <c:v>38314</c:v>
                </c:pt>
                <c:pt idx="699">
                  <c:v>38315</c:v>
                </c:pt>
                <c:pt idx="700">
                  <c:v>38316</c:v>
                </c:pt>
                <c:pt idx="701">
                  <c:v>38317</c:v>
                </c:pt>
                <c:pt idx="702">
                  <c:v>38320</c:v>
                </c:pt>
                <c:pt idx="703">
                  <c:v>38321</c:v>
                </c:pt>
                <c:pt idx="704">
                  <c:v>38322</c:v>
                </c:pt>
                <c:pt idx="705">
                  <c:v>38323</c:v>
                </c:pt>
                <c:pt idx="706">
                  <c:v>38324</c:v>
                </c:pt>
                <c:pt idx="707">
                  <c:v>38327</c:v>
                </c:pt>
                <c:pt idx="708">
                  <c:v>38328</c:v>
                </c:pt>
                <c:pt idx="709">
                  <c:v>38329</c:v>
                </c:pt>
                <c:pt idx="710">
                  <c:v>38330</c:v>
                </c:pt>
                <c:pt idx="711">
                  <c:v>38331</c:v>
                </c:pt>
                <c:pt idx="712">
                  <c:v>38334</c:v>
                </c:pt>
                <c:pt idx="713">
                  <c:v>38335</c:v>
                </c:pt>
                <c:pt idx="714">
                  <c:v>38336</c:v>
                </c:pt>
                <c:pt idx="715">
                  <c:v>38337</c:v>
                </c:pt>
                <c:pt idx="716">
                  <c:v>38338</c:v>
                </c:pt>
                <c:pt idx="717">
                  <c:v>38341</c:v>
                </c:pt>
                <c:pt idx="718">
                  <c:v>38342</c:v>
                </c:pt>
                <c:pt idx="719">
                  <c:v>38343</c:v>
                </c:pt>
                <c:pt idx="720">
                  <c:v>38344</c:v>
                </c:pt>
                <c:pt idx="721">
                  <c:v>38348</c:v>
                </c:pt>
                <c:pt idx="722">
                  <c:v>38349</c:v>
                </c:pt>
                <c:pt idx="723">
                  <c:v>38350</c:v>
                </c:pt>
                <c:pt idx="724">
                  <c:v>38351</c:v>
                </c:pt>
                <c:pt idx="725">
                  <c:v>38355</c:v>
                </c:pt>
                <c:pt idx="726">
                  <c:v>38356</c:v>
                </c:pt>
                <c:pt idx="727">
                  <c:v>38357</c:v>
                </c:pt>
                <c:pt idx="728">
                  <c:v>38358</c:v>
                </c:pt>
                <c:pt idx="729">
                  <c:v>38359</c:v>
                </c:pt>
                <c:pt idx="730">
                  <c:v>38362</c:v>
                </c:pt>
                <c:pt idx="731">
                  <c:v>38363</c:v>
                </c:pt>
                <c:pt idx="732">
                  <c:v>38364</c:v>
                </c:pt>
                <c:pt idx="733">
                  <c:v>38365</c:v>
                </c:pt>
                <c:pt idx="734">
                  <c:v>38366</c:v>
                </c:pt>
                <c:pt idx="735">
                  <c:v>38369</c:v>
                </c:pt>
                <c:pt idx="736">
                  <c:v>38370</c:v>
                </c:pt>
                <c:pt idx="737">
                  <c:v>38371</c:v>
                </c:pt>
                <c:pt idx="738">
                  <c:v>38372</c:v>
                </c:pt>
                <c:pt idx="739">
                  <c:v>38373</c:v>
                </c:pt>
                <c:pt idx="740">
                  <c:v>38376</c:v>
                </c:pt>
                <c:pt idx="741">
                  <c:v>38378</c:v>
                </c:pt>
                <c:pt idx="742">
                  <c:v>38379</c:v>
                </c:pt>
                <c:pt idx="743">
                  <c:v>38380</c:v>
                </c:pt>
                <c:pt idx="744">
                  <c:v>38383</c:v>
                </c:pt>
                <c:pt idx="745">
                  <c:v>38384</c:v>
                </c:pt>
                <c:pt idx="746">
                  <c:v>38385</c:v>
                </c:pt>
                <c:pt idx="747">
                  <c:v>38386</c:v>
                </c:pt>
                <c:pt idx="748">
                  <c:v>38387</c:v>
                </c:pt>
                <c:pt idx="749">
                  <c:v>38392</c:v>
                </c:pt>
                <c:pt idx="750">
                  <c:v>38393</c:v>
                </c:pt>
                <c:pt idx="751">
                  <c:v>38394</c:v>
                </c:pt>
                <c:pt idx="752">
                  <c:v>38397</c:v>
                </c:pt>
                <c:pt idx="753">
                  <c:v>38398</c:v>
                </c:pt>
                <c:pt idx="754">
                  <c:v>38399</c:v>
                </c:pt>
                <c:pt idx="755">
                  <c:v>38400</c:v>
                </c:pt>
                <c:pt idx="756">
                  <c:v>38401</c:v>
                </c:pt>
                <c:pt idx="757">
                  <c:v>38404</c:v>
                </c:pt>
                <c:pt idx="758">
                  <c:v>38405</c:v>
                </c:pt>
                <c:pt idx="759">
                  <c:v>38406</c:v>
                </c:pt>
                <c:pt idx="760">
                  <c:v>38407</c:v>
                </c:pt>
                <c:pt idx="761">
                  <c:v>38408</c:v>
                </c:pt>
                <c:pt idx="762">
                  <c:v>38411</c:v>
                </c:pt>
                <c:pt idx="763">
                  <c:v>38412</c:v>
                </c:pt>
                <c:pt idx="764">
                  <c:v>38413</c:v>
                </c:pt>
                <c:pt idx="765">
                  <c:v>38414</c:v>
                </c:pt>
                <c:pt idx="766">
                  <c:v>38415</c:v>
                </c:pt>
                <c:pt idx="767">
                  <c:v>38418</c:v>
                </c:pt>
                <c:pt idx="768">
                  <c:v>38419</c:v>
                </c:pt>
                <c:pt idx="769">
                  <c:v>38420</c:v>
                </c:pt>
                <c:pt idx="770">
                  <c:v>38421</c:v>
                </c:pt>
                <c:pt idx="771">
                  <c:v>38422</c:v>
                </c:pt>
                <c:pt idx="772">
                  <c:v>38425</c:v>
                </c:pt>
                <c:pt idx="773">
                  <c:v>38426</c:v>
                </c:pt>
                <c:pt idx="774">
                  <c:v>38427</c:v>
                </c:pt>
                <c:pt idx="775">
                  <c:v>38428</c:v>
                </c:pt>
                <c:pt idx="776">
                  <c:v>38429</c:v>
                </c:pt>
                <c:pt idx="777">
                  <c:v>38432</c:v>
                </c:pt>
                <c:pt idx="778">
                  <c:v>38433</c:v>
                </c:pt>
                <c:pt idx="779">
                  <c:v>38434</c:v>
                </c:pt>
                <c:pt idx="780">
                  <c:v>38435</c:v>
                </c:pt>
                <c:pt idx="781">
                  <c:v>38439</c:v>
                </c:pt>
                <c:pt idx="782">
                  <c:v>38440</c:v>
                </c:pt>
                <c:pt idx="783">
                  <c:v>38441</c:v>
                </c:pt>
                <c:pt idx="784">
                  <c:v>38442</c:v>
                </c:pt>
                <c:pt idx="785">
                  <c:v>38443</c:v>
                </c:pt>
                <c:pt idx="786">
                  <c:v>38446</c:v>
                </c:pt>
                <c:pt idx="787">
                  <c:v>38447</c:v>
                </c:pt>
                <c:pt idx="788">
                  <c:v>38448</c:v>
                </c:pt>
                <c:pt idx="789">
                  <c:v>38449</c:v>
                </c:pt>
                <c:pt idx="790">
                  <c:v>38450</c:v>
                </c:pt>
                <c:pt idx="791">
                  <c:v>38453</c:v>
                </c:pt>
                <c:pt idx="792">
                  <c:v>38454</c:v>
                </c:pt>
                <c:pt idx="793">
                  <c:v>38455</c:v>
                </c:pt>
                <c:pt idx="794">
                  <c:v>38456</c:v>
                </c:pt>
                <c:pt idx="795">
                  <c:v>38457</c:v>
                </c:pt>
                <c:pt idx="796">
                  <c:v>38460</c:v>
                </c:pt>
                <c:pt idx="797">
                  <c:v>38461</c:v>
                </c:pt>
                <c:pt idx="798">
                  <c:v>38462</c:v>
                </c:pt>
                <c:pt idx="799">
                  <c:v>38464</c:v>
                </c:pt>
                <c:pt idx="800">
                  <c:v>38467</c:v>
                </c:pt>
                <c:pt idx="801">
                  <c:v>38468</c:v>
                </c:pt>
                <c:pt idx="802">
                  <c:v>38469</c:v>
                </c:pt>
                <c:pt idx="803">
                  <c:v>38470</c:v>
                </c:pt>
                <c:pt idx="804">
                  <c:v>38471</c:v>
                </c:pt>
                <c:pt idx="805">
                  <c:v>38474</c:v>
                </c:pt>
                <c:pt idx="806">
                  <c:v>38475</c:v>
                </c:pt>
                <c:pt idx="807">
                  <c:v>38476</c:v>
                </c:pt>
                <c:pt idx="808">
                  <c:v>38477</c:v>
                </c:pt>
                <c:pt idx="809">
                  <c:v>38478</c:v>
                </c:pt>
                <c:pt idx="810">
                  <c:v>38481</c:v>
                </c:pt>
                <c:pt idx="811">
                  <c:v>38482</c:v>
                </c:pt>
                <c:pt idx="812">
                  <c:v>38483</c:v>
                </c:pt>
                <c:pt idx="813">
                  <c:v>38484</c:v>
                </c:pt>
                <c:pt idx="814">
                  <c:v>38485</c:v>
                </c:pt>
                <c:pt idx="815">
                  <c:v>38488</c:v>
                </c:pt>
                <c:pt idx="816">
                  <c:v>38489</c:v>
                </c:pt>
                <c:pt idx="817">
                  <c:v>38490</c:v>
                </c:pt>
                <c:pt idx="818">
                  <c:v>38491</c:v>
                </c:pt>
                <c:pt idx="819">
                  <c:v>38492</c:v>
                </c:pt>
                <c:pt idx="820">
                  <c:v>38495</c:v>
                </c:pt>
                <c:pt idx="821">
                  <c:v>38496</c:v>
                </c:pt>
                <c:pt idx="822">
                  <c:v>38497</c:v>
                </c:pt>
                <c:pt idx="823">
                  <c:v>38499</c:v>
                </c:pt>
                <c:pt idx="824">
                  <c:v>38502</c:v>
                </c:pt>
                <c:pt idx="825">
                  <c:v>38503</c:v>
                </c:pt>
                <c:pt idx="826">
                  <c:v>38504</c:v>
                </c:pt>
                <c:pt idx="827">
                  <c:v>38505</c:v>
                </c:pt>
                <c:pt idx="828">
                  <c:v>38506</c:v>
                </c:pt>
                <c:pt idx="829">
                  <c:v>38509</c:v>
                </c:pt>
                <c:pt idx="830">
                  <c:v>38510</c:v>
                </c:pt>
                <c:pt idx="831">
                  <c:v>38511</c:v>
                </c:pt>
                <c:pt idx="832">
                  <c:v>38512</c:v>
                </c:pt>
                <c:pt idx="833">
                  <c:v>38513</c:v>
                </c:pt>
                <c:pt idx="834">
                  <c:v>38516</c:v>
                </c:pt>
                <c:pt idx="835">
                  <c:v>38517</c:v>
                </c:pt>
                <c:pt idx="836">
                  <c:v>38518</c:v>
                </c:pt>
                <c:pt idx="837">
                  <c:v>38519</c:v>
                </c:pt>
                <c:pt idx="838">
                  <c:v>38520</c:v>
                </c:pt>
                <c:pt idx="839">
                  <c:v>38523</c:v>
                </c:pt>
                <c:pt idx="840">
                  <c:v>38524</c:v>
                </c:pt>
                <c:pt idx="841">
                  <c:v>38525</c:v>
                </c:pt>
                <c:pt idx="842">
                  <c:v>38526</c:v>
                </c:pt>
                <c:pt idx="843">
                  <c:v>38527</c:v>
                </c:pt>
                <c:pt idx="844">
                  <c:v>38530</c:v>
                </c:pt>
                <c:pt idx="845">
                  <c:v>38531</c:v>
                </c:pt>
                <c:pt idx="846">
                  <c:v>38532</c:v>
                </c:pt>
                <c:pt idx="847">
                  <c:v>38533</c:v>
                </c:pt>
                <c:pt idx="848">
                  <c:v>38534</c:v>
                </c:pt>
                <c:pt idx="849">
                  <c:v>38537</c:v>
                </c:pt>
                <c:pt idx="850">
                  <c:v>38538</c:v>
                </c:pt>
                <c:pt idx="851">
                  <c:v>38539</c:v>
                </c:pt>
                <c:pt idx="852">
                  <c:v>38540</c:v>
                </c:pt>
                <c:pt idx="853">
                  <c:v>38541</c:v>
                </c:pt>
                <c:pt idx="854">
                  <c:v>38544</c:v>
                </c:pt>
                <c:pt idx="855">
                  <c:v>38545</c:v>
                </c:pt>
                <c:pt idx="856">
                  <c:v>38546</c:v>
                </c:pt>
                <c:pt idx="857">
                  <c:v>38547</c:v>
                </c:pt>
                <c:pt idx="858">
                  <c:v>38548</c:v>
                </c:pt>
                <c:pt idx="859">
                  <c:v>38551</c:v>
                </c:pt>
                <c:pt idx="860">
                  <c:v>38552</c:v>
                </c:pt>
                <c:pt idx="861">
                  <c:v>38553</c:v>
                </c:pt>
                <c:pt idx="862">
                  <c:v>38554</c:v>
                </c:pt>
                <c:pt idx="863">
                  <c:v>38555</c:v>
                </c:pt>
                <c:pt idx="864">
                  <c:v>38558</c:v>
                </c:pt>
                <c:pt idx="865">
                  <c:v>38559</c:v>
                </c:pt>
                <c:pt idx="866">
                  <c:v>38560</c:v>
                </c:pt>
                <c:pt idx="867">
                  <c:v>38561</c:v>
                </c:pt>
                <c:pt idx="868">
                  <c:v>38562</c:v>
                </c:pt>
                <c:pt idx="869">
                  <c:v>38565</c:v>
                </c:pt>
                <c:pt idx="870">
                  <c:v>38566</c:v>
                </c:pt>
                <c:pt idx="871">
                  <c:v>38567</c:v>
                </c:pt>
                <c:pt idx="872">
                  <c:v>38568</c:v>
                </c:pt>
                <c:pt idx="873">
                  <c:v>38569</c:v>
                </c:pt>
                <c:pt idx="874">
                  <c:v>38572</c:v>
                </c:pt>
                <c:pt idx="875">
                  <c:v>38573</c:v>
                </c:pt>
                <c:pt idx="876">
                  <c:v>38574</c:v>
                </c:pt>
                <c:pt idx="877">
                  <c:v>38575</c:v>
                </c:pt>
                <c:pt idx="878">
                  <c:v>38576</c:v>
                </c:pt>
                <c:pt idx="879">
                  <c:v>38579</c:v>
                </c:pt>
                <c:pt idx="880">
                  <c:v>38580</c:v>
                </c:pt>
                <c:pt idx="881">
                  <c:v>38581</c:v>
                </c:pt>
                <c:pt idx="882">
                  <c:v>38582</c:v>
                </c:pt>
                <c:pt idx="883">
                  <c:v>38583</c:v>
                </c:pt>
                <c:pt idx="884">
                  <c:v>38586</c:v>
                </c:pt>
                <c:pt idx="885">
                  <c:v>38587</c:v>
                </c:pt>
                <c:pt idx="886">
                  <c:v>38588</c:v>
                </c:pt>
                <c:pt idx="887">
                  <c:v>38589</c:v>
                </c:pt>
                <c:pt idx="888">
                  <c:v>38590</c:v>
                </c:pt>
                <c:pt idx="889">
                  <c:v>38593</c:v>
                </c:pt>
                <c:pt idx="890">
                  <c:v>38594</c:v>
                </c:pt>
                <c:pt idx="891">
                  <c:v>38595</c:v>
                </c:pt>
                <c:pt idx="892">
                  <c:v>38596</c:v>
                </c:pt>
                <c:pt idx="893">
                  <c:v>38597</c:v>
                </c:pt>
                <c:pt idx="894">
                  <c:v>38600</c:v>
                </c:pt>
                <c:pt idx="895">
                  <c:v>38601</c:v>
                </c:pt>
                <c:pt idx="896">
                  <c:v>38603</c:v>
                </c:pt>
                <c:pt idx="897">
                  <c:v>38604</c:v>
                </c:pt>
                <c:pt idx="898">
                  <c:v>38607</c:v>
                </c:pt>
                <c:pt idx="899">
                  <c:v>38608</c:v>
                </c:pt>
                <c:pt idx="900">
                  <c:v>38609</c:v>
                </c:pt>
                <c:pt idx="901">
                  <c:v>38610</c:v>
                </c:pt>
                <c:pt idx="902">
                  <c:v>38611</c:v>
                </c:pt>
                <c:pt idx="903">
                  <c:v>38614</c:v>
                </c:pt>
                <c:pt idx="904">
                  <c:v>38615</c:v>
                </c:pt>
                <c:pt idx="905">
                  <c:v>38616</c:v>
                </c:pt>
                <c:pt idx="906">
                  <c:v>38617</c:v>
                </c:pt>
                <c:pt idx="907">
                  <c:v>38618</c:v>
                </c:pt>
                <c:pt idx="908">
                  <c:v>38621</c:v>
                </c:pt>
                <c:pt idx="909">
                  <c:v>38622</c:v>
                </c:pt>
                <c:pt idx="910">
                  <c:v>38623</c:v>
                </c:pt>
                <c:pt idx="911">
                  <c:v>38624</c:v>
                </c:pt>
                <c:pt idx="912">
                  <c:v>38625</c:v>
                </c:pt>
                <c:pt idx="913">
                  <c:v>38628</c:v>
                </c:pt>
                <c:pt idx="914">
                  <c:v>38629</c:v>
                </c:pt>
                <c:pt idx="915">
                  <c:v>38630</c:v>
                </c:pt>
                <c:pt idx="916">
                  <c:v>38631</c:v>
                </c:pt>
                <c:pt idx="917">
                  <c:v>38632</c:v>
                </c:pt>
                <c:pt idx="918">
                  <c:v>38635</c:v>
                </c:pt>
                <c:pt idx="919">
                  <c:v>38636</c:v>
                </c:pt>
                <c:pt idx="920">
                  <c:v>38638</c:v>
                </c:pt>
                <c:pt idx="921">
                  <c:v>38639</c:v>
                </c:pt>
                <c:pt idx="922">
                  <c:v>38642</c:v>
                </c:pt>
                <c:pt idx="923">
                  <c:v>38643</c:v>
                </c:pt>
                <c:pt idx="924">
                  <c:v>38644</c:v>
                </c:pt>
                <c:pt idx="925">
                  <c:v>38645</c:v>
                </c:pt>
                <c:pt idx="926">
                  <c:v>38646</c:v>
                </c:pt>
                <c:pt idx="927">
                  <c:v>38649</c:v>
                </c:pt>
                <c:pt idx="928">
                  <c:v>38650</c:v>
                </c:pt>
                <c:pt idx="929">
                  <c:v>38651</c:v>
                </c:pt>
                <c:pt idx="930">
                  <c:v>38652</c:v>
                </c:pt>
                <c:pt idx="931">
                  <c:v>38653</c:v>
                </c:pt>
                <c:pt idx="932">
                  <c:v>38656</c:v>
                </c:pt>
                <c:pt idx="933">
                  <c:v>38657</c:v>
                </c:pt>
                <c:pt idx="934">
                  <c:v>38659</c:v>
                </c:pt>
                <c:pt idx="935">
                  <c:v>38660</c:v>
                </c:pt>
                <c:pt idx="936">
                  <c:v>38663</c:v>
                </c:pt>
                <c:pt idx="937">
                  <c:v>38664</c:v>
                </c:pt>
                <c:pt idx="938">
                  <c:v>38665</c:v>
                </c:pt>
                <c:pt idx="939">
                  <c:v>38666</c:v>
                </c:pt>
                <c:pt idx="940">
                  <c:v>38667</c:v>
                </c:pt>
                <c:pt idx="941">
                  <c:v>38670</c:v>
                </c:pt>
                <c:pt idx="942">
                  <c:v>38672</c:v>
                </c:pt>
                <c:pt idx="943">
                  <c:v>38673</c:v>
                </c:pt>
                <c:pt idx="944">
                  <c:v>38674</c:v>
                </c:pt>
                <c:pt idx="945">
                  <c:v>38677</c:v>
                </c:pt>
                <c:pt idx="946">
                  <c:v>38678</c:v>
                </c:pt>
                <c:pt idx="947">
                  <c:v>38679</c:v>
                </c:pt>
                <c:pt idx="948">
                  <c:v>38680</c:v>
                </c:pt>
                <c:pt idx="949">
                  <c:v>38681</c:v>
                </c:pt>
                <c:pt idx="950">
                  <c:v>38684</c:v>
                </c:pt>
                <c:pt idx="951">
                  <c:v>38685</c:v>
                </c:pt>
                <c:pt idx="952">
                  <c:v>38686</c:v>
                </c:pt>
                <c:pt idx="953">
                  <c:v>38687</c:v>
                </c:pt>
                <c:pt idx="954">
                  <c:v>38688</c:v>
                </c:pt>
                <c:pt idx="955">
                  <c:v>38691</c:v>
                </c:pt>
                <c:pt idx="956">
                  <c:v>38692</c:v>
                </c:pt>
                <c:pt idx="957">
                  <c:v>38693</c:v>
                </c:pt>
                <c:pt idx="958">
                  <c:v>38694</c:v>
                </c:pt>
                <c:pt idx="959">
                  <c:v>38695</c:v>
                </c:pt>
                <c:pt idx="960">
                  <c:v>38698</c:v>
                </c:pt>
                <c:pt idx="961">
                  <c:v>38699</c:v>
                </c:pt>
                <c:pt idx="962">
                  <c:v>38700</c:v>
                </c:pt>
                <c:pt idx="963">
                  <c:v>38701</c:v>
                </c:pt>
                <c:pt idx="964">
                  <c:v>38702</c:v>
                </c:pt>
                <c:pt idx="965">
                  <c:v>38705</c:v>
                </c:pt>
                <c:pt idx="966">
                  <c:v>38706</c:v>
                </c:pt>
                <c:pt idx="967">
                  <c:v>38707</c:v>
                </c:pt>
                <c:pt idx="968">
                  <c:v>38708</c:v>
                </c:pt>
                <c:pt idx="969">
                  <c:v>38709</c:v>
                </c:pt>
                <c:pt idx="970">
                  <c:v>38712</c:v>
                </c:pt>
                <c:pt idx="971">
                  <c:v>38713</c:v>
                </c:pt>
                <c:pt idx="972">
                  <c:v>38714</c:v>
                </c:pt>
                <c:pt idx="973">
                  <c:v>38715</c:v>
                </c:pt>
                <c:pt idx="974">
                  <c:v>38719</c:v>
                </c:pt>
                <c:pt idx="975">
                  <c:v>38720</c:v>
                </c:pt>
                <c:pt idx="976">
                  <c:v>38721</c:v>
                </c:pt>
                <c:pt idx="977">
                  <c:v>38722</c:v>
                </c:pt>
                <c:pt idx="978">
                  <c:v>38723</c:v>
                </c:pt>
                <c:pt idx="979">
                  <c:v>38726</c:v>
                </c:pt>
                <c:pt idx="980">
                  <c:v>38727</c:v>
                </c:pt>
                <c:pt idx="981">
                  <c:v>38728</c:v>
                </c:pt>
                <c:pt idx="982">
                  <c:v>38729</c:v>
                </c:pt>
                <c:pt idx="983">
                  <c:v>38730</c:v>
                </c:pt>
                <c:pt idx="984">
                  <c:v>38733</c:v>
                </c:pt>
                <c:pt idx="985">
                  <c:v>38734</c:v>
                </c:pt>
                <c:pt idx="986">
                  <c:v>38735</c:v>
                </c:pt>
                <c:pt idx="987">
                  <c:v>38736</c:v>
                </c:pt>
                <c:pt idx="988">
                  <c:v>38737</c:v>
                </c:pt>
                <c:pt idx="989">
                  <c:v>38740</c:v>
                </c:pt>
                <c:pt idx="990">
                  <c:v>38741</c:v>
                </c:pt>
                <c:pt idx="991">
                  <c:v>38743</c:v>
                </c:pt>
                <c:pt idx="992">
                  <c:v>38744</c:v>
                </c:pt>
                <c:pt idx="993">
                  <c:v>38747</c:v>
                </c:pt>
                <c:pt idx="994">
                  <c:v>38748</c:v>
                </c:pt>
                <c:pt idx="995">
                  <c:v>38749</c:v>
                </c:pt>
                <c:pt idx="996">
                  <c:v>38750</c:v>
                </c:pt>
                <c:pt idx="997">
                  <c:v>38751</c:v>
                </c:pt>
                <c:pt idx="998">
                  <c:v>38754</c:v>
                </c:pt>
                <c:pt idx="999">
                  <c:v>38755</c:v>
                </c:pt>
                <c:pt idx="1000">
                  <c:v>38756</c:v>
                </c:pt>
                <c:pt idx="1001">
                  <c:v>38757</c:v>
                </c:pt>
                <c:pt idx="1002">
                  <c:v>38758</c:v>
                </c:pt>
                <c:pt idx="1003">
                  <c:v>38761</c:v>
                </c:pt>
                <c:pt idx="1004">
                  <c:v>38762</c:v>
                </c:pt>
                <c:pt idx="1005">
                  <c:v>38763</c:v>
                </c:pt>
                <c:pt idx="1006">
                  <c:v>38764</c:v>
                </c:pt>
                <c:pt idx="1007">
                  <c:v>38765</c:v>
                </c:pt>
                <c:pt idx="1008">
                  <c:v>38768</c:v>
                </c:pt>
                <c:pt idx="1009">
                  <c:v>38769</c:v>
                </c:pt>
                <c:pt idx="1010">
                  <c:v>38770</c:v>
                </c:pt>
                <c:pt idx="1011">
                  <c:v>38771</c:v>
                </c:pt>
                <c:pt idx="1012">
                  <c:v>38772</c:v>
                </c:pt>
                <c:pt idx="1013">
                  <c:v>38777</c:v>
                </c:pt>
                <c:pt idx="1014">
                  <c:v>38778</c:v>
                </c:pt>
                <c:pt idx="1015">
                  <c:v>38779</c:v>
                </c:pt>
                <c:pt idx="1016">
                  <c:v>38782</c:v>
                </c:pt>
                <c:pt idx="1017">
                  <c:v>38783</c:v>
                </c:pt>
                <c:pt idx="1018">
                  <c:v>38784</c:v>
                </c:pt>
                <c:pt idx="1019">
                  <c:v>38785</c:v>
                </c:pt>
                <c:pt idx="1020">
                  <c:v>38786</c:v>
                </c:pt>
                <c:pt idx="1021">
                  <c:v>38789</c:v>
                </c:pt>
                <c:pt idx="1022">
                  <c:v>38790</c:v>
                </c:pt>
                <c:pt idx="1023">
                  <c:v>38791</c:v>
                </c:pt>
                <c:pt idx="1024">
                  <c:v>38792</c:v>
                </c:pt>
                <c:pt idx="1025">
                  <c:v>38793</c:v>
                </c:pt>
                <c:pt idx="1026">
                  <c:v>38796</c:v>
                </c:pt>
                <c:pt idx="1027">
                  <c:v>38797</c:v>
                </c:pt>
                <c:pt idx="1028">
                  <c:v>38798</c:v>
                </c:pt>
                <c:pt idx="1029">
                  <c:v>38799</c:v>
                </c:pt>
                <c:pt idx="1030">
                  <c:v>38800</c:v>
                </c:pt>
                <c:pt idx="1031">
                  <c:v>38803</c:v>
                </c:pt>
                <c:pt idx="1032">
                  <c:v>38804</c:v>
                </c:pt>
                <c:pt idx="1033">
                  <c:v>38805</c:v>
                </c:pt>
                <c:pt idx="1034">
                  <c:v>38806</c:v>
                </c:pt>
                <c:pt idx="1035">
                  <c:v>38807</c:v>
                </c:pt>
                <c:pt idx="1036">
                  <c:v>38810</c:v>
                </c:pt>
                <c:pt idx="1037">
                  <c:v>38811</c:v>
                </c:pt>
                <c:pt idx="1038">
                  <c:v>38812</c:v>
                </c:pt>
                <c:pt idx="1039">
                  <c:v>38813</c:v>
                </c:pt>
                <c:pt idx="1040">
                  <c:v>38814</c:v>
                </c:pt>
                <c:pt idx="1041">
                  <c:v>38817</c:v>
                </c:pt>
                <c:pt idx="1042">
                  <c:v>38818</c:v>
                </c:pt>
                <c:pt idx="1043">
                  <c:v>38819</c:v>
                </c:pt>
                <c:pt idx="1044">
                  <c:v>38820</c:v>
                </c:pt>
                <c:pt idx="1045">
                  <c:v>38824</c:v>
                </c:pt>
                <c:pt idx="1046">
                  <c:v>38825</c:v>
                </c:pt>
                <c:pt idx="1047">
                  <c:v>38826</c:v>
                </c:pt>
                <c:pt idx="1048">
                  <c:v>38827</c:v>
                </c:pt>
                <c:pt idx="1049">
                  <c:v>38831</c:v>
                </c:pt>
                <c:pt idx="1050">
                  <c:v>38832</c:v>
                </c:pt>
                <c:pt idx="1051">
                  <c:v>38833</c:v>
                </c:pt>
                <c:pt idx="1052">
                  <c:v>38834</c:v>
                </c:pt>
                <c:pt idx="1053">
                  <c:v>38835</c:v>
                </c:pt>
                <c:pt idx="1054">
                  <c:v>38839</c:v>
                </c:pt>
                <c:pt idx="1055">
                  <c:v>38840</c:v>
                </c:pt>
                <c:pt idx="1056">
                  <c:v>38841</c:v>
                </c:pt>
                <c:pt idx="1057">
                  <c:v>38842</c:v>
                </c:pt>
                <c:pt idx="1058">
                  <c:v>38845</c:v>
                </c:pt>
                <c:pt idx="1059">
                  <c:v>38846</c:v>
                </c:pt>
                <c:pt idx="1060">
                  <c:v>38847</c:v>
                </c:pt>
                <c:pt idx="1061">
                  <c:v>38848</c:v>
                </c:pt>
                <c:pt idx="1062">
                  <c:v>38849</c:v>
                </c:pt>
                <c:pt idx="1063">
                  <c:v>38852</c:v>
                </c:pt>
                <c:pt idx="1064">
                  <c:v>38853</c:v>
                </c:pt>
                <c:pt idx="1065">
                  <c:v>38854</c:v>
                </c:pt>
                <c:pt idx="1066">
                  <c:v>38855</c:v>
                </c:pt>
                <c:pt idx="1067">
                  <c:v>38856</c:v>
                </c:pt>
                <c:pt idx="1068">
                  <c:v>38859</c:v>
                </c:pt>
                <c:pt idx="1069">
                  <c:v>38860</c:v>
                </c:pt>
                <c:pt idx="1070">
                  <c:v>38861</c:v>
                </c:pt>
                <c:pt idx="1071">
                  <c:v>38862</c:v>
                </c:pt>
                <c:pt idx="1072">
                  <c:v>38863</c:v>
                </c:pt>
                <c:pt idx="1073">
                  <c:v>38866</c:v>
                </c:pt>
                <c:pt idx="1074">
                  <c:v>38867</c:v>
                </c:pt>
                <c:pt idx="1075">
                  <c:v>38868</c:v>
                </c:pt>
                <c:pt idx="1076">
                  <c:v>38869</c:v>
                </c:pt>
                <c:pt idx="1077">
                  <c:v>38870</c:v>
                </c:pt>
                <c:pt idx="1078">
                  <c:v>38873</c:v>
                </c:pt>
                <c:pt idx="1079">
                  <c:v>38874</c:v>
                </c:pt>
                <c:pt idx="1080">
                  <c:v>38875</c:v>
                </c:pt>
                <c:pt idx="1081">
                  <c:v>38876</c:v>
                </c:pt>
                <c:pt idx="1082">
                  <c:v>38877</c:v>
                </c:pt>
                <c:pt idx="1083">
                  <c:v>38880</c:v>
                </c:pt>
                <c:pt idx="1084">
                  <c:v>38881</c:v>
                </c:pt>
                <c:pt idx="1085">
                  <c:v>38882</c:v>
                </c:pt>
                <c:pt idx="1086">
                  <c:v>38884</c:v>
                </c:pt>
                <c:pt idx="1087">
                  <c:v>38887</c:v>
                </c:pt>
                <c:pt idx="1088">
                  <c:v>38888</c:v>
                </c:pt>
                <c:pt idx="1089">
                  <c:v>38889</c:v>
                </c:pt>
                <c:pt idx="1090">
                  <c:v>38890</c:v>
                </c:pt>
                <c:pt idx="1091">
                  <c:v>38891</c:v>
                </c:pt>
                <c:pt idx="1092">
                  <c:v>38894</c:v>
                </c:pt>
                <c:pt idx="1093">
                  <c:v>38895</c:v>
                </c:pt>
                <c:pt idx="1094">
                  <c:v>38896</c:v>
                </c:pt>
                <c:pt idx="1095">
                  <c:v>38897</c:v>
                </c:pt>
                <c:pt idx="1096">
                  <c:v>38898</c:v>
                </c:pt>
                <c:pt idx="1097">
                  <c:v>38901</c:v>
                </c:pt>
                <c:pt idx="1098">
                  <c:v>38902</c:v>
                </c:pt>
                <c:pt idx="1099">
                  <c:v>38903</c:v>
                </c:pt>
                <c:pt idx="1100">
                  <c:v>38904</c:v>
                </c:pt>
                <c:pt idx="1101">
                  <c:v>38905</c:v>
                </c:pt>
                <c:pt idx="1102">
                  <c:v>38908</c:v>
                </c:pt>
                <c:pt idx="1103">
                  <c:v>38909</c:v>
                </c:pt>
                <c:pt idx="1104">
                  <c:v>38910</c:v>
                </c:pt>
                <c:pt idx="1105">
                  <c:v>38911</c:v>
                </c:pt>
                <c:pt idx="1106">
                  <c:v>38912</c:v>
                </c:pt>
                <c:pt idx="1107">
                  <c:v>38915</c:v>
                </c:pt>
                <c:pt idx="1108">
                  <c:v>38916</c:v>
                </c:pt>
                <c:pt idx="1109">
                  <c:v>38917</c:v>
                </c:pt>
                <c:pt idx="1110">
                  <c:v>38918</c:v>
                </c:pt>
                <c:pt idx="1111">
                  <c:v>38919</c:v>
                </c:pt>
                <c:pt idx="1112">
                  <c:v>38922</c:v>
                </c:pt>
                <c:pt idx="1113">
                  <c:v>38923</c:v>
                </c:pt>
                <c:pt idx="1114">
                  <c:v>38924</c:v>
                </c:pt>
                <c:pt idx="1115">
                  <c:v>38925</c:v>
                </c:pt>
                <c:pt idx="1116">
                  <c:v>38926</c:v>
                </c:pt>
                <c:pt idx="1117">
                  <c:v>38929</c:v>
                </c:pt>
                <c:pt idx="1118">
                  <c:v>38930</c:v>
                </c:pt>
                <c:pt idx="1119">
                  <c:v>38931</c:v>
                </c:pt>
                <c:pt idx="1120">
                  <c:v>38932</c:v>
                </c:pt>
                <c:pt idx="1121">
                  <c:v>38933</c:v>
                </c:pt>
                <c:pt idx="1122">
                  <c:v>38936</c:v>
                </c:pt>
                <c:pt idx="1123">
                  <c:v>38937</c:v>
                </c:pt>
                <c:pt idx="1124">
                  <c:v>38938</c:v>
                </c:pt>
                <c:pt idx="1125">
                  <c:v>38939</c:v>
                </c:pt>
                <c:pt idx="1126">
                  <c:v>38940</c:v>
                </c:pt>
                <c:pt idx="1127">
                  <c:v>38943</c:v>
                </c:pt>
                <c:pt idx="1128">
                  <c:v>38944</c:v>
                </c:pt>
                <c:pt idx="1129">
                  <c:v>38945</c:v>
                </c:pt>
                <c:pt idx="1130">
                  <c:v>38946</c:v>
                </c:pt>
                <c:pt idx="1131">
                  <c:v>38947</c:v>
                </c:pt>
                <c:pt idx="1132">
                  <c:v>38950</c:v>
                </c:pt>
                <c:pt idx="1133">
                  <c:v>38951</c:v>
                </c:pt>
                <c:pt idx="1134">
                  <c:v>38952</c:v>
                </c:pt>
                <c:pt idx="1135">
                  <c:v>38953</c:v>
                </c:pt>
                <c:pt idx="1136">
                  <c:v>38954</c:v>
                </c:pt>
                <c:pt idx="1137">
                  <c:v>38957</c:v>
                </c:pt>
                <c:pt idx="1138">
                  <c:v>38958</c:v>
                </c:pt>
                <c:pt idx="1139">
                  <c:v>38959</c:v>
                </c:pt>
                <c:pt idx="1140">
                  <c:v>38960</c:v>
                </c:pt>
                <c:pt idx="1141">
                  <c:v>38961</c:v>
                </c:pt>
                <c:pt idx="1142">
                  <c:v>38964</c:v>
                </c:pt>
                <c:pt idx="1143">
                  <c:v>38965</c:v>
                </c:pt>
                <c:pt idx="1144">
                  <c:v>38966</c:v>
                </c:pt>
                <c:pt idx="1145">
                  <c:v>38968</c:v>
                </c:pt>
                <c:pt idx="1146">
                  <c:v>38971</c:v>
                </c:pt>
                <c:pt idx="1147">
                  <c:v>38972</c:v>
                </c:pt>
                <c:pt idx="1148">
                  <c:v>38973</c:v>
                </c:pt>
                <c:pt idx="1149">
                  <c:v>38974</c:v>
                </c:pt>
                <c:pt idx="1150">
                  <c:v>38975</c:v>
                </c:pt>
                <c:pt idx="1151">
                  <c:v>38978</c:v>
                </c:pt>
                <c:pt idx="1152">
                  <c:v>38979</c:v>
                </c:pt>
                <c:pt idx="1153">
                  <c:v>38980</c:v>
                </c:pt>
                <c:pt idx="1154">
                  <c:v>38981</c:v>
                </c:pt>
                <c:pt idx="1155">
                  <c:v>38982</c:v>
                </c:pt>
                <c:pt idx="1156">
                  <c:v>38985</c:v>
                </c:pt>
                <c:pt idx="1157">
                  <c:v>38986</c:v>
                </c:pt>
                <c:pt idx="1158">
                  <c:v>38987</c:v>
                </c:pt>
                <c:pt idx="1159">
                  <c:v>38988</c:v>
                </c:pt>
                <c:pt idx="1160">
                  <c:v>38989</c:v>
                </c:pt>
                <c:pt idx="1161">
                  <c:v>38992</c:v>
                </c:pt>
                <c:pt idx="1162">
                  <c:v>38993</c:v>
                </c:pt>
                <c:pt idx="1163">
                  <c:v>38994</c:v>
                </c:pt>
                <c:pt idx="1164">
                  <c:v>38995</c:v>
                </c:pt>
                <c:pt idx="1165">
                  <c:v>38996</c:v>
                </c:pt>
                <c:pt idx="1166">
                  <c:v>38999</c:v>
                </c:pt>
                <c:pt idx="1167">
                  <c:v>39000</c:v>
                </c:pt>
                <c:pt idx="1168">
                  <c:v>39001</c:v>
                </c:pt>
                <c:pt idx="1169">
                  <c:v>39003</c:v>
                </c:pt>
                <c:pt idx="1170">
                  <c:v>39006</c:v>
                </c:pt>
                <c:pt idx="1171">
                  <c:v>39007</c:v>
                </c:pt>
                <c:pt idx="1172">
                  <c:v>39008</c:v>
                </c:pt>
                <c:pt idx="1173">
                  <c:v>39009</c:v>
                </c:pt>
                <c:pt idx="1174">
                  <c:v>39010</c:v>
                </c:pt>
                <c:pt idx="1175">
                  <c:v>39013</c:v>
                </c:pt>
                <c:pt idx="1176">
                  <c:v>39014</c:v>
                </c:pt>
                <c:pt idx="1177">
                  <c:v>39015</c:v>
                </c:pt>
                <c:pt idx="1178">
                  <c:v>39016</c:v>
                </c:pt>
                <c:pt idx="1179">
                  <c:v>39017</c:v>
                </c:pt>
                <c:pt idx="1180">
                  <c:v>39020</c:v>
                </c:pt>
                <c:pt idx="1181">
                  <c:v>39021</c:v>
                </c:pt>
                <c:pt idx="1182">
                  <c:v>39022</c:v>
                </c:pt>
                <c:pt idx="1183">
                  <c:v>39024</c:v>
                </c:pt>
                <c:pt idx="1184">
                  <c:v>39027</c:v>
                </c:pt>
                <c:pt idx="1185">
                  <c:v>39028</c:v>
                </c:pt>
                <c:pt idx="1186">
                  <c:v>39029</c:v>
                </c:pt>
                <c:pt idx="1187">
                  <c:v>39030</c:v>
                </c:pt>
                <c:pt idx="1188">
                  <c:v>39031</c:v>
                </c:pt>
                <c:pt idx="1189">
                  <c:v>39034</c:v>
                </c:pt>
                <c:pt idx="1190">
                  <c:v>39035</c:v>
                </c:pt>
                <c:pt idx="1191">
                  <c:v>39037</c:v>
                </c:pt>
                <c:pt idx="1192">
                  <c:v>39038</c:v>
                </c:pt>
                <c:pt idx="1193">
                  <c:v>39042</c:v>
                </c:pt>
                <c:pt idx="1194">
                  <c:v>39043</c:v>
                </c:pt>
                <c:pt idx="1195">
                  <c:v>39044</c:v>
                </c:pt>
                <c:pt idx="1196">
                  <c:v>39045</c:v>
                </c:pt>
                <c:pt idx="1197">
                  <c:v>39048</c:v>
                </c:pt>
                <c:pt idx="1198">
                  <c:v>39049</c:v>
                </c:pt>
                <c:pt idx="1199">
                  <c:v>39050</c:v>
                </c:pt>
                <c:pt idx="1200">
                  <c:v>39051</c:v>
                </c:pt>
                <c:pt idx="1201">
                  <c:v>39052</c:v>
                </c:pt>
                <c:pt idx="1202">
                  <c:v>39055</c:v>
                </c:pt>
                <c:pt idx="1203">
                  <c:v>39056</c:v>
                </c:pt>
                <c:pt idx="1204">
                  <c:v>39057</c:v>
                </c:pt>
                <c:pt idx="1205">
                  <c:v>39058</c:v>
                </c:pt>
                <c:pt idx="1206">
                  <c:v>39059</c:v>
                </c:pt>
                <c:pt idx="1207">
                  <c:v>39062</c:v>
                </c:pt>
                <c:pt idx="1208">
                  <c:v>39063</c:v>
                </c:pt>
                <c:pt idx="1209">
                  <c:v>39064</c:v>
                </c:pt>
                <c:pt idx="1210">
                  <c:v>39065</c:v>
                </c:pt>
                <c:pt idx="1211">
                  <c:v>39066</c:v>
                </c:pt>
                <c:pt idx="1212">
                  <c:v>39069</c:v>
                </c:pt>
                <c:pt idx="1213">
                  <c:v>39070</c:v>
                </c:pt>
                <c:pt idx="1214">
                  <c:v>39071</c:v>
                </c:pt>
                <c:pt idx="1215">
                  <c:v>39072</c:v>
                </c:pt>
                <c:pt idx="1216">
                  <c:v>39073</c:v>
                </c:pt>
                <c:pt idx="1217">
                  <c:v>39077</c:v>
                </c:pt>
                <c:pt idx="1218">
                  <c:v>39078</c:v>
                </c:pt>
                <c:pt idx="1219">
                  <c:v>39079</c:v>
                </c:pt>
                <c:pt idx="1220">
                  <c:v>39084</c:v>
                </c:pt>
                <c:pt idx="1221">
                  <c:v>39085</c:v>
                </c:pt>
                <c:pt idx="1222">
                  <c:v>39086</c:v>
                </c:pt>
                <c:pt idx="1223">
                  <c:v>39087</c:v>
                </c:pt>
                <c:pt idx="1224">
                  <c:v>39090</c:v>
                </c:pt>
                <c:pt idx="1225">
                  <c:v>39091</c:v>
                </c:pt>
                <c:pt idx="1226">
                  <c:v>39092</c:v>
                </c:pt>
                <c:pt idx="1227">
                  <c:v>39093</c:v>
                </c:pt>
                <c:pt idx="1228">
                  <c:v>39094</c:v>
                </c:pt>
                <c:pt idx="1229">
                  <c:v>39097</c:v>
                </c:pt>
                <c:pt idx="1230">
                  <c:v>39098</c:v>
                </c:pt>
                <c:pt idx="1231">
                  <c:v>39099</c:v>
                </c:pt>
                <c:pt idx="1232">
                  <c:v>39100</c:v>
                </c:pt>
                <c:pt idx="1233">
                  <c:v>39101</c:v>
                </c:pt>
                <c:pt idx="1234">
                  <c:v>39104</c:v>
                </c:pt>
                <c:pt idx="1235">
                  <c:v>39105</c:v>
                </c:pt>
                <c:pt idx="1236">
                  <c:v>39106</c:v>
                </c:pt>
                <c:pt idx="1237">
                  <c:v>39108</c:v>
                </c:pt>
                <c:pt idx="1238">
                  <c:v>39111</c:v>
                </c:pt>
                <c:pt idx="1239">
                  <c:v>39112</c:v>
                </c:pt>
                <c:pt idx="1240">
                  <c:v>39113</c:v>
                </c:pt>
                <c:pt idx="1241">
                  <c:v>39114</c:v>
                </c:pt>
                <c:pt idx="1242">
                  <c:v>39115</c:v>
                </c:pt>
                <c:pt idx="1243">
                  <c:v>39118</c:v>
                </c:pt>
                <c:pt idx="1244">
                  <c:v>39119</c:v>
                </c:pt>
                <c:pt idx="1245">
                  <c:v>39120</c:v>
                </c:pt>
                <c:pt idx="1246">
                  <c:v>39121</c:v>
                </c:pt>
                <c:pt idx="1247">
                  <c:v>39122</c:v>
                </c:pt>
                <c:pt idx="1248">
                  <c:v>39125</c:v>
                </c:pt>
                <c:pt idx="1249">
                  <c:v>39126</c:v>
                </c:pt>
                <c:pt idx="1250">
                  <c:v>39127</c:v>
                </c:pt>
                <c:pt idx="1251">
                  <c:v>39128</c:v>
                </c:pt>
                <c:pt idx="1252">
                  <c:v>39129</c:v>
                </c:pt>
                <c:pt idx="1253">
                  <c:v>39134</c:v>
                </c:pt>
                <c:pt idx="1254">
                  <c:v>39135</c:v>
                </c:pt>
                <c:pt idx="1255">
                  <c:v>39136</c:v>
                </c:pt>
                <c:pt idx="1256">
                  <c:v>39139</c:v>
                </c:pt>
                <c:pt idx="1257">
                  <c:v>39140</c:v>
                </c:pt>
                <c:pt idx="1258">
                  <c:v>39141</c:v>
                </c:pt>
                <c:pt idx="1259">
                  <c:v>39142</c:v>
                </c:pt>
                <c:pt idx="1260">
                  <c:v>39143</c:v>
                </c:pt>
                <c:pt idx="1261">
                  <c:v>39146</c:v>
                </c:pt>
                <c:pt idx="1262">
                  <c:v>39147</c:v>
                </c:pt>
                <c:pt idx="1263">
                  <c:v>39148</c:v>
                </c:pt>
                <c:pt idx="1264">
                  <c:v>39149</c:v>
                </c:pt>
                <c:pt idx="1265">
                  <c:v>39150</c:v>
                </c:pt>
                <c:pt idx="1266">
                  <c:v>39153</c:v>
                </c:pt>
                <c:pt idx="1267">
                  <c:v>39154</c:v>
                </c:pt>
                <c:pt idx="1268">
                  <c:v>39155</c:v>
                </c:pt>
                <c:pt idx="1269">
                  <c:v>39156</c:v>
                </c:pt>
                <c:pt idx="1270">
                  <c:v>39157</c:v>
                </c:pt>
                <c:pt idx="1271">
                  <c:v>39160</c:v>
                </c:pt>
                <c:pt idx="1272">
                  <c:v>39161</c:v>
                </c:pt>
                <c:pt idx="1273">
                  <c:v>39162</c:v>
                </c:pt>
                <c:pt idx="1274">
                  <c:v>39163</c:v>
                </c:pt>
                <c:pt idx="1275">
                  <c:v>39164</c:v>
                </c:pt>
                <c:pt idx="1276">
                  <c:v>39167</c:v>
                </c:pt>
                <c:pt idx="1277">
                  <c:v>39168</c:v>
                </c:pt>
                <c:pt idx="1278">
                  <c:v>39169</c:v>
                </c:pt>
                <c:pt idx="1279">
                  <c:v>39170</c:v>
                </c:pt>
                <c:pt idx="1280">
                  <c:v>39171</c:v>
                </c:pt>
                <c:pt idx="1281">
                  <c:v>39174</c:v>
                </c:pt>
                <c:pt idx="1282">
                  <c:v>39175</c:v>
                </c:pt>
                <c:pt idx="1283">
                  <c:v>39176</c:v>
                </c:pt>
                <c:pt idx="1284">
                  <c:v>39177</c:v>
                </c:pt>
                <c:pt idx="1285">
                  <c:v>39181</c:v>
                </c:pt>
                <c:pt idx="1286">
                  <c:v>39182</c:v>
                </c:pt>
                <c:pt idx="1287">
                  <c:v>39183</c:v>
                </c:pt>
                <c:pt idx="1288">
                  <c:v>39184</c:v>
                </c:pt>
                <c:pt idx="1289">
                  <c:v>39185</c:v>
                </c:pt>
                <c:pt idx="1290">
                  <c:v>39188</c:v>
                </c:pt>
                <c:pt idx="1291">
                  <c:v>39189</c:v>
                </c:pt>
                <c:pt idx="1292">
                  <c:v>39190</c:v>
                </c:pt>
                <c:pt idx="1293">
                  <c:v>39191</c:v>
                </c:pt>
                <c:pt idx="1294">
                  <c:v>39192</c:v>
                </c:pt>
                <c:pt idx="1295">
                  <c:v>39195</c:v>
                </c:pt>
                <c:pt idx="1296">
                  <c:v>39196</c:v>
                </c:pt>
                <c:pt idx="1297">
                  <c:v>39197</c:v>
                </c:pt>
                <c:pt idx="1298">
                  <c:v>39198</c:v>
                </c:pt>
                <c:pt idx="1299">
                  <c:v>39199</c:v>
                </c:pt>
                <c:pt idx="1300">
                  <c:v>39202</c:v>
                </c:pt>
                <c:pt idx="1301">
                  <c:v>39204</c:v>
                </c:pt>
                <c:pt idx="1302">
                  <c:v>39205</c:v>
                </c:pt>
                <c:pt idx="1303">
                  <c:v>39206</c:v>
                </c:pt>
                <c:pt idx="1304">
                  <c:v>39209</c:v>
                </c:pt>
                <c:pt idx="1305">
                  <c:v>39210</c:v>
                </c:pt>
                <c:pt idx="1306">
                  <c:v>39211</c:v>
                </c:pt>
                <c:pt idx="1307">
                  <c:v>39212</c:v>
                </c:pt>
                <c:pt idx="1308">
                  <c:v>39213</c:v>
                </c:pt>
                <c:pt idx="1309">
                  <c:v>39216</c:v>
                </c:pt>
                <c:pt idx="1310">
                  <c:v>39217</c:v>
                </c:pt>
                <c:pt idx="1311">
                  <c:v>39218</c:v>
                </c:pt>
                <c:pt idx="1312">
                  <c:v>39219</c:v>
                </c:pt>
                <c:pt idx="1313">
                  <c:v>39220</c:v>
                </c:pt>
                <c:pt idx="1314">
                  <c:v>39223</c:v>
                </c:pt>
                <c:pt idx="1315">
                  <c:v>39224</c:v>
                </c:pt>
                <c:pt idx="1316">
                  <c:v>39225</c:v>
                </c:pt>
                <c:pt idx="1317">
                  <c:v>39226</c:v>
                </c:pt>
                <c:pt idx="1318">
                  <c:v>39227</c:v>
                </c:pt>
                <c:pt idx="1319">
                  <c:v>39230</c:v>
                </c:pt>
                <c:pt idx="1320">
                  <c:v>39231</c:v>
                </c:pt>
                <c:pt idx="1321">
                  <c:v>39232</c:v>
                </c:pt>
                <c:pt idx="1322">
                  <c:v>39233</c:v>
                </c:pt>
                <c:pt idx="1323">
                  <c:v>39234</c:v>
                </c:pt>
                <c:pt idx="1324">
                  <c:v>39237</c:v>
                </c:pt>
                <c:pt idx="1325">
                  <c:v>39238</c:v>
                </c:pt>
                <c:pt idx="1326">
                  <c:v>39239</c:v>
                </c:pt>
                <c:pt idx="1327">
                  <c:v>39241</c:v>
                </c:pt>
                <c:pt idx="1328">
                  <c:v>39244</c:v>
                </c:pt>
                <c:pt idx="1329">
                  <c:v>39245</c:v>
                </c:pt>
                <c:pt idx="1330">
                  <c:v>39246</c:v>
                </c:pt>
                <c:pt idx="1331">
                  <c:v>39247</c:v>
                </c:pt>
                <c:pt idx="1332">
                  <c:v>39248</c:v>
                </c:pt>
                <c:pt idx="1333">
                  <c:v>39251</c:v>
                </c:pt>
                <c:pt idx="1334">
                  <c:v>39252</c:v>
                </c:pt>
                <c:pt idx="1335">
                  <c:v>39253</c:v>
                </c:pt>
                <c:pt idx="1336">
                  <c:v>39254</c:v>
                </c:pt>
                <c:pt idx="1337">
                  <c:v>39255</c:v>
                </c:pt>
                <c:pt idx="1338">
                  <c:v>39258</c:v>
                </c:pt>
                <c:pt idx="1339">
                  <c:v>39259</c:v>
                </c:pt>
                <c:pt idx="1340">
                  <c:v>39260</c:v>
                </c:pt>
                <c:pt idx="1341">
                  <c:v>39261</c:v>
                </c:pt>
                <c:pt idx="1342">
                  <c:v>39262</c:v>
                </c:pt>
                <c:pt idx="1343">
                  <c:v>39265</c:v>
                </c:pt>
                <c:pt idx="1344">
                  <c:v>39266</c:v>
                </c:pt>
                <c:pt idx="1345">
                  <c:v>39267</c:v>
                </c:pt>
                <c:pt idx="1346">
                  <c:v>39268</c:v>
                </c:pt>
                <c:pt idx="1347">
                  <c:v>39269</c:v>
                </c:pt>
                <c:pt idx="1348">
                  <c:v>39273</c:v>
                </c:pt>
                <c:pt idx="1349">
                  <c:v>39274</c:v>
                </c:pt>
                <c:pt idx="1350">
                  <c:v>39275</c:v>
                </c:pt>
                <c:pt idx="1351">
                  <c:v>39276</c:v>
                </c:pt>
                <c:pt idx="1352">
                  <c:v>39279</c:v>
                </c:pt>
                <c:pt idx="1353">
                  <c:v>39280</c:v>
                </c:pt>
                <c:pt idx="1354">
                  <c:v>39281</c:v>
                </c:pt>
                <c:pt idx="1355">
                  <c:v>39282</c:v>
                </c:pt>
                <c:pt idx="1356">
                  <c:v>39283</c:v>
                </c:pt>
                <c:pt idx="1357">
                  <c:v>39286</c:v>
                </c:pt>
                <c:pt idx="1358">
                  <c:v>39287</c:v>
                </c:pt>
                <c:pt idx="1359">
                  <c:v>39288</c:v>
                </c:pt>
                <c:pt idx="1360">
                  <c:v>39289</c:v>
                </c:pt>
                <c:pt idx="1361">
                  <c:v>39290</c:v>
                </c:pt>
                <c:pt idx="1362">
                  <c:v>39293</c:v>
                </c:pt>
                <c:pt idx="1363">
                  <c:v>39294</c:v>
                </c:pt>
                <c:pt idx="1364">
                  <c:v>39295</c:v>
                </c:pt>
                <c:pt idx="1365">
                  <c:v>39296</c:v>
                </c:pt>
                <c:pt idx="1366">
                  <c:v>39297</c:v>
                </c:pt>
                <c:pt idx="1367">
                  <c:v>39300</c:v>
                </c:pt>
                <c:pt idx="1368">
                  <c:v>39301</c:v>
                </c:pt>
                <c:pt idx="1369">
                  <c:v>39302</c:v>
                </c:pt>
                <c:pt idx="1370">
                  <c:v>39303</c:v>
                </c:pt>
                <c:pt idx="1371">
                  <c:v>39304</c:v>
                </c:pt>
                <c:pt idx="1372">
                  <c:v>39307</c:v>
                </c:pt>
                <c:pt idx="1373">
                  <c:v>39308</c:v>
                </c:pt>
                <c:pt idx="1374">
                  <c:v>39309</c:v>
                </c:pt>
                <c:pt idx="1375">
                  <c:v>39310</c:v>
                </c:pt>
                <c:pt idx="1376">
                  <c:v>39311</c:v>
                </c:pt>
                <c:pt idx="1377">
                  <c:v>39314</c:v>
                </c:pt>
                <c:pt idx="1378">
                  <c:v>39315</c:v>
                </c:pt>
                <c:pt idx="1379">
                  <c:v>39316</c:v>
                </c:pt>
                <c:pt idx="1380">
                  <c:v>39317</c:v>
                </c:pt>
                <c:pt idx="1381">
                  <c:v>39318</c:v>
                </c:pt>
                <c:pt idx="1382">
                  <c:v>39321</c:v>
                </c:pt>
                <c:pt idx="1383">
                  <c:v>39322</c:v>
                </c:pt>
                <c:pt idx="1384">
                  <c:v>39323</c:v>
                </c:pt>
                <c:pt idx="1385">
                  <c:v>39324</c:v>
                </c:pt>
                <c:pt idx="1386">
                  <c:v>39325</c:v>
                </c:pt>
                <c:pt idx="1387">
                  <c:v>39328</c:v>
                </c:pt>
                <c:pt idx="1388">
                  <c:v>39329</c:v>
                </c:pt>
                <c:pt idx="1389">
                  <c:v>39330</c:v>
                </c:pt>
                <c:pt idx="1390">
                  <c:v>39331</c:v>
                </c:pt>
                <c:pt idx="1391">
                  <c:v>39335</c:v>
                </c:pt>
                <c:pt idx="1392">
                  <c:v>39336</c:v>
                </c:pt>
                <c:pt idx="1393">
                  <c:v>39337</c:v>
                </c:pt>
                <c:pt idx="1394">
                  <c:v>39338</c:v>
                </c:pt>
                <c:pt idx="1395">
                  <c:v>39339</c:v>
                </c:pt>
                <c:pt idx="1396">
                  <c:v>39342</c:v>
                </c:pt>
                <c:pt idx="1397">
                  <c:v>39343</c:v>
                </c:pt>
                <c:pt idx="1398">
                  <c:v>39344</c:v>
                </c:pt>
                <c:pt idx="1399">
                  <c:v>39345</c:v>
                </c:pt>
                <c:pt idx="1400">
                  <c:v>39346</c:v>
                </c:pt>
                <c:pt idx="1401">
                  <c:v>39349</c:v>
                </c:pt>
                <c:pt idx="1402">
                  <c:v>39350</c:v>
                </c:pt>
                <c:pt idx="1403">
                  <c:v>39351</c:v>
                </c:pt>
                <c:pt idx="1404">
                  <c:v>39352</c:v>
                </c:pt>
                <c:pt idx="1405">
                  <c:v>39353</c:v>
                </c:pt>
                <c:pt idx="1406">
                  <c:v>39356</c:v>
                </c:pt>
                <c:pt idx="1407">
                  <c:v>39357</c:v>
                </c:pt>
                <c:pt idx="1408">
                  <c:v>39358</c:v>
                </c:pt>
                <c:pt idx="1409">
                  <c:v>39359</c:v>
                </c:pt>
                <c:pt idx="1410">
                  <c:v>39360</c:v>
                </c:pt>
                <c:pt idx="1411">
                  <c:v>39363</c:v>
                </c:pt>
                <c:pt idx="1412">
                  <c:v>39364</c:v>
                </c:pt>
                <c:pt idx="1413">
                  <c:v>39365</c:v>
                </c:pt>
                <c:pt idx="1414">
                  <c:v>39366</c:v>
                </c:pt>
                <c:pt idx="1415">
                  <c:v>39370</c:v>
                </c:pt>
                <c:pt idx="1416">
                  <c:v>39371</c:v>
                </c:pt>
                <c:pt idx="1417">
                  <c:v>39372</c:v>
                </c:pt>
                <c:pt idx="1418">
                  <c:v>39373</c:v>
                </c:pt>
                <c:pt idx="1419">
                  <c:v>39374</c:v>
                </c:pt>
                <c:pt idx="1420">
                  <c:v>39377</c:v>
                </c:pt>
                <c:pt idx="1421">
                  <c:v>39378</c:v>
                </c:pt>
                <c:pt idx="1422">
                  <c:v>39379</c:v>
                </c:pt>
                <c:pt idx="1423">
                  <c:v>39380</c:v>
                </c:pt>
                <c:pt idx="1424">
                  <c:v>39381</c:v>
                </c:pt>
                <c:pt idx="1425">
                  <c:v>39384</c:v>
                </c:pt>
                <c:pt idx="1426">
                  <c:v>39385</c:v>
                </c:pt>
                <c:pt idx="1427">
                  <c:v>39386</c:v>
                </c:pt>
                <c:pt idx="1428">
                  <c:v>39387</c:v>
                </c:pt>
                <c:pt idx="1429">
                  <c:v>39391</c:v>
                </c:pt>
                <c:pt idx="1430">
                  <c:v>39392</c:v>
                </c:pt>
                <c:pt idx="1431">
                  <c:v>39393</c:v>
                </c:pt>
                <c:pt idx="1432">
                  <c:v>39394</c:v>
                </c:pt>
                <c:pt idx="1433">
                  <c:v>39395</c:v>
                </c:pt>
                <c:pt idx="1434">
                  <c:v>39398</c:v>
                </c:pt>
                <c:pt idx="1435">
                  <c:v>39399</c:v>
                </c:pt>
                <c:pt idx="1436">
                  <c:v>39400</c:v>
                </c:pt>
                <c:pt idx="1437">
                  <c:v>39402</c:v>
                </c:pt>
                <c:pt idx="1438">
                  <c:v>39405</c:v>
                </c:pt>
                <c:pt idx="1439">
                  <c:v>39407</c:v>
                </c:pt>
                <c:pt idx="1440">
                  <c:v>39408</c:v>
                </c:pt>
                <c:pt idx="1441">
                  <c:v>39409</c:v>
                </c:pt>
                <c:pt idx="1442">
                  <c:v>39412</c:v>
                </c:pt>
                <c:pt idx="1443">
                  <c:v>39413</c:v>
                </c:pt>
                <c:pt idx="1444">
                  <c:v>39414</c:v>
                </c:pt>
                <c:pt idx="1445">
                  <c:v>39415</c:v>
                </c:pt>
                <c:pt idx="1446">
                  <c:v>39416</c:v>
                </c:pt>
                <c:pt idx="1447">
                  <c:v>39419</c:v>
                </c:pt>
                <c:pt idx="1448">
                  <c:v>39420</c:v>
                </c:pt>
                <c:pt idx="1449">
                  <c:v>39421</c:v>
                </c:pt>
                <c:pt idx="1450">
                  <c:v>39422</c:v>
                </c:pt>
                <c:pt idx="1451">
                  <c:v>39423</c:v>
                </c:pt>
                <c:pt idx="1452">
                  <c:v>39426</c:v>
                </c:pt>
                <c:pt idx="1453">
                  <c:v>39427</c:v>
                </c:pt>
                <c:pt idx="1454">
                  <c:v>39428</c:v>
                </c:pt>
                <c:pt idx="1455">
                  <c:v>39429</c:v>
                </c:pt>
                <c:pt idx="1456">
                  <c:v>39430</c:v>
                </c:pt>
                <c:pt idx="1457">
                  <c:v>39433</c:v>
                </c:pt>
                <c:pt idx="1458">
                  <c:v>39434</c:v>
                </c:pt>
                <c:pt idx="1459">
                  <c:v>39435</c:v>
                </c:pt>
                <c:pt idx="1460">
                  <c:v>39436</c:v>
                </c:pt>
                <c:pt idx="1461">
                  <c:v>39437</c:v>
                </c:pt>
                <c:pt idx="1462">
                  <c:v>39442</c:v>
                </c:pt>
                <c:pt idx="1463">
                  <c:v>39443</c:v>
                </c:pt>
                <c:pt idx="1464">
                  <c:v>39444</c:v>
                </c:pt>
                <c:pt idx="1465">
                  <c:v>39449</c:v>
                </c:pt>
                <c:pt idx="1466">
                  <c:v>39450</c:v>
                </c:pt>
                <c:pt idx="1467">
                  <c:v>39451</c:v>
                </c:pt>
                <c:pt idx="1468">
                  <c:v>39454</c:v>
                </c:pt>
                <c:pt idx="1469">
                  <c:v>39455</c:v>
                </c:pt>
                <c:pt idx="1470">
                  <c:v>39456</c:v>
                </c:pt>
                <c:pt idx="1471">
                  <c:v>39457</c:v>
                </c:pt>
                <c:pt idx="1472">
                  <c:v>39458</c:v>
                </c:pt>
                <c:pt idx="1473">
                  <c:v>39461</c:v>
                </c:pt>
                <c:pt idx="1474">
                  <c:v>39462</c:v>
                </c:pt>
                <c:pt idx="1475">
                  <c:v>39463</c:v>
                </c:pt>
                <c:pt idx="1476">
                  <c:v>39464</c:v>
                </c:pt>
                <c:pt idx="1477">
                  <c:v>39465</c:v>
                </c:pt>
                <c:pt idx="1478">
                  <c:v>39468</c:v>
                </c:pt>
                <c:pt idx="1479">
                  <c:v>39469</c:v>
                </c:pt>
                <c:pt idx="1480">
                  <c:v>39470</c:v>
                </c:pt>
                <c:pt idx="1481">
                  <c:v>39471</c:v>
                </c:pt>
                <c:pt idx="1482">
                  <c:v>39475</c:v>
                </c:pt>
                <c:pt idx="1483">
                  <c:v>39476</c:v>
                </c:pt>
                <c:pt idx="1484">
                  <c:v>39477</c:v>
                </c:pt>
                <c:pt idx="1485">
                  <c:v>39478</c:v>
                </c:pt>
                <c:pt idx="1486">
                  <c:v>39479</c:v>
                </c:pt>
                <c:pt idx="1487">
                  <c:v>39484</c:v>
                </c:pt>
                <c:pt idx="1488">
                  <c:v>39485</c:v>
                </c:pt>
                <c:pt idx="1489">
                  <c:v>39486</c:v>
                </c:pt>
                <c:pt idx="1490">
                  <c:v>39489</c:v>
                </c:pt>
                <c:pt idx="1491">
                  <c:v>39490</c:v>
                </c:pt>
                <c:pt idx="1492">
                  <c:v>39491</c:v>
                </c:pt>
                <c:pt idx="1493">
                  <c:v>39492</c:v>
                </c:pt>
                <c:pt idx="1494">
                  <c:v>39493</c:v>
                </c:pt>
                <c:pt idx="1495">
                  <c:v>39496</c:v>
                </c:pt>
                <c:pt idx="1496">
                  <c:v>39497</c:v>
                </c:pt>
                <c:pt idx="1497">
                  <c:v>39498</c:v>
                </c:pt>
                <c:pt idx="1498">
                  <c:v>39499</c:v>
                </c:pt>
                <c:pt idx="1499">
                  <c:v>39500</c:v>
                </c:pt>
                <c:pt idx="1500">
                  <c:v>39503</c:v>
                </c:pt>
                <c:pt idx="1501">
                  <c:v>39504</c:v>
                </c:pt>
                <c:pt idx="1502">
                  <c:v>39505</c:v>
                </c:pt>
                <c:pt idx="1503">
                  <c:v>39506</c:v>
                </c:pt>
                <c:pt idx="1504">
                  <c:v>39507</c:v>
                </c:pt>
                <c:pt idx="1505">
                  <c:v>39510</c:v>
                </c:pt>
                <c:pt idx="1506">
                  <c:v>39511</c:v>
                </c:pt>
                <c:pt idx="1507">
                  <c:v>39512</c:v>
                </c:pt>
                <c:pt idx="1508">
                  <c:v>39513</c:v>
                </c:pt>
                <c:pt idx="1509">
                  <c:v>39514</c:v>
                </c:pt>
                <c:pt idx="1510">
                  <c:v>39517</c:v>
                </c:pt>
                <c:pt idx="1511">
                  <c:v>39518</c:v>
                </c:pt>
                <c:pt idx="1512">
                  <c:v>39519</c:v>
                </c:pt>
                <c:pt idx="1513">
                  <c:v>39520</c:v>
                </c:pt>
                <c:pt idx="1514">
                  <c:v>39521</c:v>
                </c:pt>
                <c:pt idx="1515">
                  <c:v>39524</c:v>
                </c:pt>
                <c:pt idx="1516">
                  <c:v>39525</c:v>
                </c:pt>
                <c:pt idx="1517">
                  <c:v>39526</c:v>
                </c:pt>
                <c:pt idx="1518">
                  <c:v>39527</c:v>
                </c:pt>
                <c:pt idx="1519">
                  <c:v>39531</c:v>
                </c:pt>
                <c:pt idx="1520">
                  <c:v>39532</c:v>
                </c:pt>
                <c:pt idx="1521">
                  <c:v>39533</c:v>
                </c:pt>
                <c:pt idx="1522">
                  <c:v>39534</c:v>
                </c:pt>
                <c:pt idx="1523">
                  <c:v>39535</c:v>
                </c:pt>
                <c:pt idx="1524">
                  <c:v>39538</c:v>
                </c:pt>
                <c:pt idx="1525">
                  <c:v>39539</c:v>
                </c:pt>
                <c:pt idx="1526">
                  <c:v>39540</c:v>
                </c:pt>
                <c:pt idx="1527">
                  <c:v>39541</c:v>
                </c:pt>
                <c:pt idx="1528">
                  <c:v>39542</c:v>
                </c:pt>
                <c:pt idx="1529">
                  <c:v>39545</c:v>
                </c:pt>
                <c:pt idx="1530">
                  <c:v>39546</c:v>
                </c:pt>
                <c:pt idx="1531">
                  <c:v>39547</c:v>
                </c:pt>
                <c:pt idx="1532">
                  <c:v>39548</c:v>
                </c:pt>
                <c:pt idx="1533">
                  <c:v>39549</c:v>
                </c:pt>
                <c:pt idx="1534">
                  <c:v>39552</c:v>
                </c:pt>
                <c:pt idx="1535">
                  <c:v>39553</c:v>
                </c:pt>
                <c:pt idx="1536">
                  <c:v>39554</c:v>
                </c:pt>
                <c:pt idx="1537">
                  <c:v>39555</c:v>
                </c:pt>
                <c:pt idx="1538">
                  <c:v>39556</c:v>
                </c:pt>
                <c:pt idx="1539">
                  <c:v>39560</c:v>
                </c:pt>
                <c:pt idx="1540">
                  <c:v>39561</c:v>
                </c:pt>
                <c:pt idx="1541">
                  <c:v>39562</c:v>
                </c:pt>
                <c:pt idx="1542">
                  <c:v>39563</c:v>
                </c:pt>
                <c:pt idx="1543">
                  <c:v>39566</c:v>
                </c:pt>
                <c:pt idx="1544">
                  <c:v>39567</c:v>
                </c:pt>
                <c:pt idx="1545">
                  <c:v>39568</c:v>
                </c:pt>
                <c:pt idx="1546">
                  <c:v>39570</c:v>
                </c:pt>
                <c:pt idx="1547">
                  <c:v>39573</c:v>
                </c:pt>
                <c:pt idx="1548">
                  <c:v>39574</c:v>
                </c:pt>
                <c:pt idx="1549">
                  <c:v>39575</c:v>
                </c:pt>
                <c:pt idx="1550">
                  <c:v>39576</c:v>
                </c:pt>
                <c:pt idx="1551">
                  <c:v>39577</c:v>
                </c:pt>
                <c:pt idx="1552">
                  <c:v>39580</c:v>
                </c:pt>
                <c:pt idx="1553">
                  <c:v>39581</c:v>
                </c:pt>
                <c:pt idx="1554">
                  <c:v>39582</c:v>
                </c:pt>
                <c:pt idx="1555">
                  <c:v>39583</c:v>
                </c:pt>
                <c:pt idx="1556">
                  <c:v>39584</c:v>
                </c:pt>
                <c:pt idx="1557">
                  <c:v>39587</c:v>
                </c:pt>
                <c:pt idx="1558">
                  <c:v>39588</c:v>
                </c:pt>
                <c:pt idx="1559">
                  <c:v>39589</c:v>
                </c:pt>
                <c:pt idx="1560">
                  <c:v>39591</c:v>
                </c:pt>
                <c:pt idx="1561">
                  <c:v>39594</c:v>
                </c:pt>
                <c:pt idx="1562">
                  <c:v>39595</c:v>
                </c:pt>
                <c:pt idx="1563">
                  <c:v>39596</c:v>
                </c:pt>
                <c:pt idx="1564">
                  <c:v>39597</c:v>
                </c:pt>
                <c:pt idx="1565">
                  <c:v>39598</c:v>
                </c:pt>
                <c:pt idx="1566">
                  <c:v>39601</c:v>
                </c:pt>
                <c:pt idx="1567">
                  <c:v>39602</c:v>
                </c:pt>
                <c:pt idx="1568">
                  <c:v>39603</c:v>
                </c:pt>
                <c:pt idx="1569">
                  <c:v>39604</c:v>
                </c:pt>
                <c:pt idx="1570">
                  <c:v>39605</c:v>
                </c:pt>
                <c:pt idx="1571">
                  <c:v>39608</c:v>
                </c:pt>
                <c:pt idx="1572">
                  <c:v>39609</c:v>
                </c:pt>
                <c:pt idx="1573">
                  <c:v>39610</c:v>
                </c:pt>
                <c:pt idx="1574">
                  <c:v>39611</c:v>
                </c:pt>
                <c:pt idx="1575">
                  <c:v>39612</c:v>
                </c:pt>
                <c:pt idx="1576">
                  <c:v>39615</c:v>
                </c:pt>
                <c:pt idx="1577">
                  <c:v>39616</c:v>
                </c:pt>
                <c:pt idx="1578">
                  <c:v>39617</c:v>
                </c:pt>
                <c:pt idx="1579">
                  <c:v>39618</c:v>
                </c:pt>
                <c:pt idx="1580">
                  <c:v>39619</c:v>
                </c:pt>
                <c:pt idx="1581">
                  <c:v>39622</c:v>
                </c:pt>
                <c:pt idx="1582">
                  <c:v>39623</c:v>
                </c:pt>
                <c:pt idx="1583">
                  <c:v>39624</c:v>
                </c:pt>
                <c:pt idx="1584">
                  <c:v>39625</c:v>
                </c:pt>
                <c:pt idx="1585">
                  <c:v>39626</c:v>
                </c:pt>
                <c:pt idx="1586">
                  <c:v>39629</c:v>
                </c:pt>
                <c:pt idx="1587">
                  <c:v>39630</c:v>
                </c:pt>
                <c:pt idx="1588">
                  <c:v>39631</c:v>
                </c:pt>
                <c:pt idx="1589">
                  <c:v>39632</c:v>
                </c:pt>
                <c:pt idx="1590">
                  <c:v>39633</c:v>
                </c:pt>
                <c:pt idx="1591">
                  <c:v>39636</c:v>
                </c:pt>
                <c:pt idx="1592">
                  <c:v>39637</c:v>
                </c:pt>
                <c:pt idx="1593">
                  <c:v>39639</c:v>
                </c:pt>
                <c:pt idx="1594">
                  <c:v>39640</c:v>
                </c:pt>
                <c:pt idx="1595">
                  <c:v>39643</c:v>
                </c:pt>
                <c:pt idx="1596">
                  <c:v>39644</c:v>
                </c:pt>
                <c:pt idx="1597">
                  <c:v>39645</c:v>
                </c:pt>
                <c:pt idx="1598">
                  <c:v>39646</c:v>
                </c:pt>
                <c:pt idx="1599">
                  <c:v>39647</c:v>
                </c:pt>
                <c:pt idx="1600">
                  <c:v>39650</c:v>
                </c:pt>
                <c:pt idx="1601">
                  <c:v>39651</c:v>
                </c:pt>
                <c:pt idx="1602">
                  <c:v>39652</c:v>
                </c:pt>
                <c:pt idx="1603">
                  <c:v>39653</c:v>
                </c:pt>
                <c:pt idx="1604">
                  <c:v>39654</c:v>
                </c:pt>
                <c:pt idx="1605">
                  <c:v>39657</c:v>
                </c:pt>
                <c:pt idx="1606">
                  <c:v>39658</c:v>
                </c:pt>
                <c:pt idx="1607">
                  <c:v>39659</c:v>
                </c:pt>
                <c:pt idx="1608">
                  <c:v>39660</c:v>
                </c:pt>
                <c:pt idx="1609">
                  <c:v>39661</c:v>
                </c:pt>
                <c:pt idx="1610">
                  <c:v>39664</c:v>
                </c:pt>
                <c:pt idx="1611">
                  <c:v>39665</c:v>
                </c:pt>
                <c:pt idx="1612">
                  <c:v>39666</c:v>
                </c:pt>
                <c:pt idx="1613">
                  <c:v>39667</c:v>
                </c:pt>
                <c:pt idx="1614">
                  <c:v>39668</c:v>
                </c:pt>
                <c:pt idx="1615">
                  <c:v>39671</c:v>
                </c:pt>
                <c:pt idx="1616">
                  <c:v>39672</c:v>
                </c:pt>
                <c:pt idx="1617">
                  <c:v>39673</c:v>
                </c:pt>
                <c:pt idx="1618">
                  <c:v>39674</c:v>
                </c:pt>
                <c:pt idx="1619">
                  <c:v>39675</c:v>
                </c:pt>
                <c:pt idx="1620">
                  <c:v>39678</c:v>
                </c:pt>
                <c:pt idx="1621">
                  <c:v>39679</c:v>
                </c:pt>
                <c:pt idx="1622">
                  <c:v>39680</c:v>
                </c:pt>
                <c:pt idx="1623">
                  <c:v>39681</c:v>
                </c:pt>
                <c:pt idx="1624">
                  <c:v>39682</c:v>
                </c:pt>
                <c:pt idx="1625">
                  <c:v>39685</c:v>
                </c:pt>
                <c:pt idx="1626">
                  <c:v>39686</c:v>
                </c:pt>
                <c:pt idx="1627">
                  <c:v>39687</c:v>
                </c:pt>
                <c:pt idx="1628">
                  <c:v>39688</c:v>
                </c:pt>
                <c:pt idx="1629">
                  <c:v>39689</c:v>
                </c:pt>
                <c:pt idx="1630">
                  <c:v>39692</c:v>
                </c:pt>
                <c:pt idx="1631">
                  <c:v>39693</c:v>
                </c:pt>
                <c:pt idx="1632">
                  <c:v>39694</c:v>
                </c:pt>
                <c:pt idx="1633">
                  <c:v>39695</c:v>
                </c:pt>
                <c:pt idx="1634">
                  <c:v>39696</c:v>
                </c:pt>
                <c:pt idx="1635">
                  <c:v>39699</c:v>
                </c:pt>
                <c:pt idx="1636">
                  <c:v>39700</c:v>
                </c:pt>
                <c:pt idx="1637">
                  <c:v>39701</c:v>
                </c:pt>
                <c:pt idx="1638">
                  <c:v>39702</c:v>
                </c:pt>
                <c:pt idx="1639">
                  <c:v>39703</c:v>
                </c:pt>
                <c:pt idx="1640">
                  <c:v>39706</c:v>
                </c:pt>
                <c:pt idx="1641">
                  <c:v>39707</c:v>
                </c:pt>
                <c:pt idx="1642">
                  <c:v>39708</c:v>
                </c:pt>
                <c:pt idx="1643">
                  <c:v>39709</c:v>
                </c:pt>
                <c:pt idx="1644">
                  <c:v>39710</c:v>
                </c:pt>
                <c:pt idx="1645">
                  <c:v>39713</c:v>
                </c:pt>
                <c:pt idx="1646">
                  <c:v>39714</c:v>
                </c:pt>
                <c:pt idx="1647">
                  <c:v>39715</c:v>
                </c:pt>
                <c:pt idx="1648">
                  <c:v>39716</c:v>
                </c:pt>
                <c:pt idx="1649">
                  <c:v>39717</c:v>
                </c:pt>
                <c:pt idx="1650">
                  <c:v>39720</c:v>
                </c:pt>
                <c:pt idx="1651">
                  <c:v>39721</c:v>
                </c:pt>
                <c:pt idx="1652">
                  <c:v>39722</c:v>
                </c:pt>
                <c:pt idx="1653">
                  <c:v>39723</c:v>
                </c:pt>
                <c:pt idx="1654">
                  <c:v>39724</c:v>
                </c:pt>
                <c:pt idx="1655">
                  <c:v>39727</c:v>
                </c:pt>
                <c:pt idx="1656">
                  <c:v>39728</c:v>
                </c:pt>
                <c:pt idx="1657">
                  <c:v>39729</c:v>
                </c:pt>
                <c:pt idx="1658">
                  <c:v>39730</c:v>
                </c:pt>
                <c:pt idx="1659">
                  <c:v>39731</c:v>
                </c:pt>
                <c:pt idx="1660">
                  <c:v>39734</c:v>
                </c:pt>
                <c:pt idx="1661">
                  <c:v>39735</c:v>
                </c:pt>
                <c:pt idx="1662">
                  <c:v>39736</c:v>
                </c:pt>
                <c:pt idx="1663">
                  <c:v>39737</c:v>
                </c:pt>
                <c:pt idx="1664">
                  <c:v>39738</c:v>
                </c:pt>
                <c:pt idx="1665">
                  <c:v>39741</c:v>
                </c:pt>
                <c:pt idx="1666">
                  <c:v>39742</c:v>
                </c:pt>
                <c:pt idx="1667">
                  <c:v>39743</c:v>
                </c:pt>
                <c:pt idx="1668">
                  <c:v>39744</c:v>
                </c:pt>
                <c:pt idx="1669">
                  <c:v>39745</c:v>
                </c:pt>
                <c:pt idx="1670">
                  <c:v>39748</c:v>
                </c:pt>
                <c:pt idx="1671">
                  <c:v>39749</c:v>
                </c:pt>
                <c:pt idx="1672">
                  <c:v>39750</c:v>
                </c:pt>
                <c:pt idx="1673">
                  <c:v>39751</c:v>
                </c:pt>
                <c:pt idx="1674">
                  <c:v>39752</c:v>
                </c:pt>
                <c:pt idx="1675">
                  <c:v>39755</c:v>
                </c:pt>
                <c:pt idx="1676">
                  <c:v>39756</c:v>
                </c:pt>
                <c:pt idx="1677">
                  <c:v>39757</c:v>
                </c:pt>
                <c:pt idx="1678">
                  <c:v>39758</c:v>
                </c:pt>
                <c:pt idx="1679">
                  <c:v>39759</c:v>
                </c:pt>
                <c:pt idx="1680">
                  <c:v>39762</c:v>
                </c:pt>
                <c:pt idx="1681">
                  <c:v>39763</c:v>
                </c:pt>
                <c:pt idx="1682">
                  <c:v>39764</c:v>
                </c:pt>
                <c:pt idx="1683">
                  <c:v>39765</c:v>
                </c:pt>
                <c:pt idx="1684">
                  <c:v>39766</c:v>
                </c:pt>
                <c:pt idx="1685">
                  <c:v>39769</c:v>
                </c:pt>
                <c:pt idx="1686">
                  <c:v>39770</c:v>
                </c:pt>
                <c:pt idx="1687">
                  <c:v>39771</c:v>
                </c:pt>
                <c:pt idx="1688">
                  <c:v>39773</c:v>
                </c:pt>
                <c:pt idx="1689">
                  <c:v>39776</c:v>
                </c:pt>
                <c:pt idx="1690">
                  <c:v>39777</c:v>
                </c:pt>
                <c:pt idx="1691">
                  <c:v>39778</c:v>
                </c:pt>
                <c:pt idx="1692">
                  <c:v>39779</c:v>
                </c:pt>
                <c:pt idx="1693">
                  <c:v>39780</c:v>
                </c:pt>
                <c:pt idx="1694">
                  <c:v>39783</c:v>
                </c:pt>
                <c:pt idx="1695">
                  <c:v>39784</c:v>
                </c:pt>
                <c:pt idx="1696">
                  <c:v>39785</c:v>
                </c:pt>
                <c:pt idx="1697">
                  <c:v>39786</c:v>
                </c:pt>
                <c:pt idx="1698">
                  <c:v>39787</c:v>
                </c:pt>
                <c:pt idx="1699">
                  <c:v>39790</c:v>
                </c:pt>
                <c:pt idx="1700">
                  <c:v>39791</c:v>
                </c:pt>
                <c:pt idx="1701">
                  <c:v>39792</c:v>
                </c:pt>
                <c:pt idx="1702">
                  <c:v>39793</c:v>
                </c:pt>
                <c:pt idx="1703">
                  <c:v>39794</c:v>
                </c:pt>
                <c:pt idx="1704">
                  <c:v>39797</c:v>
                </c:pt>
                <c:pt idx="1705">
                  <c:v>39798</c:v>
                </c:pt>
                <c:pt idx="1706">
                  <c:v>39799</c:v>
                </c:pt>
                <c:pt idx="1707">
                  <c:v>39800</c:v>
                </c:pt>
                <c:pt idx="1708">
                  <c:v>39801</c:v>
                </c:pt>
                <c:pt idx="1709">
                  <c:v>39804</c:v>
                </c:pt>
                <c:pt idx="1710">
                  <c:v>39805</c:v>
                </c:pt>
                <c:pt idx="1711">
                  <c:v>39808</c:v>
                </c:pt>
                <c:pt idx="1712">
                  <c:v>39811</c:v>
                </c:pt>
                <c:pt idx="1713">
                  <c:v>39812</c:v>
                </c:pt>
                <c:pt idx="1714">
                  <c:v>39815</c:v>
                </c:pt>
                <c:pt idx="1715">
                  <c:v>39818</c:v>
                </c:pt>
                <c:pt idx="1716">
                  <c:v>39819</c:v>
                </c:pt>
                <c:pt idx="1717">
                  <c:v>39820</c:v>
                </c:pt>
                <c:pt idx="1718">
                  <c:v>39821</c:v>
                </c:pt>
                <c:pt idx="1719">
                  <c:v>39822</c:v>
                </c:pt>
                <c:pt idx="1720">
                  <c:v>39825</c:v>
                </c:pt>
                <c:pt idx="1721">
                  <c:v>39826</c:v>
                </c:pt>
                <c:pt idx="1722">
                  <c:v>39827</c:v>
                </c:pt>
                <c:pt idx="1723">
                  <c:v>39828</c:v>
                </c:pt>
                <c:pt idx="1724">
                  <c:v>39829</c:v>
                </c:pt>
                <c:pt idx="1725">
                  <c:v>39832</c:v>
                </c:pt>
                <c:pt idx="1726">
                  <c:v>39833</c:v>
                </c:pt>
                <c:pt idx="1727">
                  <c:v>39834</c:v>
                </c:pt>
                <c:pt idx="1728">
                  <c:v>39835</c:v>
                </c:pt>
                <c:pt idx="1729">
                  <c:v>39836</c:v>
                </c:pt>
                <c:pt idx="1730">
                  <c:v>39839</c:v>
                </c:pt>
                <c:pt idx="1731">
                  <c:v>39840</c:v>
                </c:pt>
                <c:pt idx="1732">
                  <c:v>39841</c:v>
                </c:pt>
                <c:pt idx="1733">
                  <c:v>39842</c:v>
                </c:pt>
                <c:pt idx="1734">
                  <c:v>39843</c:v>
                </c:pt>
                <c:pt idx="1735">
                  <c:v>39846</c:v>
                </c:pt>
                <c:pt idx="1736">
                  <c:v>39847</c:v>
                </c:pt>
                <c:pt idx="1737">
                  <c:v>39848</c:v>
                </c:pt>
                <c:pt idx="1738">
                  <c:v>39849</c:v>
                </c:pt>
                <c:pt idx="1739">
                  <c:v>39850</c:v>
                </c:pt>
                <c:pt idx="1740">
                  <c:v>39853</c:v>
                </c:pt>
                <c:pt idx="1741">
                  <c:v>39854</c:v>
                </c:pt>
                <c:pt idx="1742">
                  <c:v>39855</c:v>
                </c:pt>
                <c:pt idx="1743">
                  <c:v>39856</c:v>
                </c:pt>
                <c:pt idx="1744">
                  <c:v>39857</c:v>
                </c:pt>
                <c:pt idx="1745">
                  <c:v>39860</c:v>
                </c:pt>
                <c:pt idx="1746">
                  <c:v>39861</c:v>
                </c:pt>
                <c:pt idx="1747">
                  <c:v>39862</c:v>
                </c:pt>
                <c:pt idx="1748">
                  <c:v>39863</c:v>
                </c:pt>
                <c:pt idx="1749">
                  <c:v>39864</c:v>
                </c:pt>
                <c:pt idx="1750">
                  <c:v>39869</c:v>
                </c:pt>
                <c:pt idx="1751">
                  <c:v>39870</c:v>
                </c:pt>
                <c:pt idx="1752">
                  <c:v>39871</c:v>
                </c:pt>
                <c:pt idx="1753">
                  <c:v>39874</c:v>
                </c:pt>
                <c:pt idx="1754">
                  <c:v>39875</c:v>
                </c:pt>
                <c:pt idx="1755">
                  <c:v>39876</c:v>
                </c:pt>
                <c:pt idx="1756">
                  <c:v>39877</c:v>
                </c:pt>
                <c:pt idx="1757">
                  <c:v>39878</c:v>
                </c:pt>
                <c:pt idx="1758">
                  <c:v>39881</c:v>
                </c:pt>
                <c:pt idx="1759">
                  <c:v>39882</c:v>
                </c:pt>
                <c:pt idx="1760">
                  <c:v>39883</c:v>
                </c:pt>
                <c:pt idx="1761">
                  <c:v>39884</c:v>
                </c:pt>
                <c:pt idx="1762">
                  <c:v>39885</c:v>
                </c:pt>
                <c:pt idx="1763">
                  <c:v>39888</c:v>
                </c:pt>
                <c:pt idx="1764">
                  <c:v>39889</c:v>
                </c:pt>
                <c:pt idx="1765">
                  <c:v>39890</c:v>
                </c:pt>
                <c:pt idx="1766">
                  <c:v>39891</c:v>
                </c:pt>
                <c:pt idx="1767">
                  <c:v>39892</c:v>
                </c:pt>
                <c:pt idx="1768">
                  <c:v>39895</c:v>
                </c:pt>
                <c:pt idx="1769">
                  <c:v>39896</c:v>
                </c:pt>
                <c:pt idx="1770">
                  <c:v>39897</c:v>
                </c:pt>
                <c:pt idx="1771">
                  <c:v>39898</c:v>
                </c:pt>
                <c:pt idx="1772">
                  <c:v>39899</c:v>
                </c:pt>
                <c:pt idx="1773">
                  <c:v>39902</c:v>
                </c:pt>
                <c:pt idx="1774">
                  <c:v>39903</c:v>
                </c:pt>
                <c:pt idx="1775">
                  <c:v>39904</c:v>
                </c:pt>
                <c:pt idx="1776">
                  <c:v>39905</c:v>
                </c:pt>
                <c:pt idx="1777">
                  <c:v>39906</c:v>
                </c:pt>
                <c:pt idx="1778">
                  <c:v>39909</c:v>
                </c:pt>
                <c:pt idx="1779">
                  <c:v>39910</c:v>
                </c:pt>
                <c:pt idx="1780">
                  <c:v>39911</c:v>
                </c:pt>
                <c:pt idx="1781">
                  <c:v>39912</c:v>
                </c:pt>
                <c:pt idx="1782">
                  <c:v>39916</c:v>
                </c:pt>
                <c:pt idx="1783">
                  <c:v>39917</c:v>
                </c:pt>
                <c:pt idx="1784">
                  <c:v>39918</c:v>
                </c:pt>
                <c:pt idx="1785">
                  <c:v>39919</c:v>
                </c:pt>
                <c:pt idx="1786">
                  <c:v>39920</c:v>
                </c:pt>
                <c:pt idx="1787">
                  <c:v>39923</c:v>
                </c:pt>
                <c:pt idx="1788">
                  <c:v>39925</c:v>
                </c:pt>
                <c:pt idx="1789">
                  <c:v>39926</c:v>
                </c:pt>
                <c:pt idx="1790">
                  <c:v>39927</c:v>
                </c:pt>
                <c:pt idx="1791">
                  <c:v>39930</c:v>
                </c:pt>
                <c:pt idx="1792">
                  <c:v>39931</c:v>
                </c:pt>
                <c:pt idx="1793">
                  <c:v>39932</c:v>
                </c:pt>
                <c:pt idx="1794">
                  <c:v>39933</c:v>
                </c:pt>
                <c:pt idx="1795">
                  <c:v>39937</c:v>
                </c:pt>
                <c:pt idx="1796">
                  <c:v>39938</c:v>
                </c:pt>
                <c:pt idx="1797">
                  <c:v>39939</c:v>
                </c:pt>
                <c:pt idx="1798">
                  <c:v>39940</c:v>
                </c:pt>
                <c:pt idx="1799">
                  <c:v>39941</c:v>
                </c:pt>
                <c:pt idx="1800">
                  <c:v>39944</c:v>
                </c:pt>
                <c:pt idx="1801">
                  <c:v>39945</c:v>
                </c:pt>
                <c:pt idx="1802">
                  <c:v>39946</c:v>
                </c:pt>
                <c:pt idx="1803">
                  <c:v>39947</c:v>
                </c:pt>
                <c:pt idx="1804">
                  <c:v>39948</c:v>
                </c:pt>
                <c:pt idx="1805">
                  <c:v>39951</c:v>
                </c:pt>
                <c:pt idx="1806">
                  <c:v>39952</c:v>
                </c:pt>
                <c:pt idx="1807">
                  <c:v>39953</c:v>
                </c:pt>
                <c:pt idx="1808">
                  <c:v>39954</c:v>
                </c:pt>
                <c:pt idx="1809">
                  <c:v>39955</c:v>
                </c:pt>
                <c:pt idx="1810">
                  <c:v>39958</c:v>
                </c:pt>
                <c:pt idx="1811">
                  <c:v>39959</c:v>
                </c:pt>
                <c:pt idx="1812">
                  <c:v>39960</c:v>
                </c:pt>
                <c:pt idx="1813">
                  <c:v>39961</c:v>
                </c:pt>
                <c:pt idx="1814">
                  <c:v>39962</c:v>
                </c:pt>
                <c:pt idx="1815">
                  <c:v>39965</c:v>
                </c:pt>
                <c:pt idx="1816">
                  <c:v>39966</c:v>
                </c:pt>
                <c:pt idx="1817">
                  <c:v>39967</c:v>
                </c:pt>
                <c:pt idx="1818">
                  <c:v>39968</c:v>
                </c:pt>
                <c:pt idx="1819">
                  <c:v>39969</c:v>
                </c:pt>
                <c:pt idx="1820">
                  <c:v>39972</c:v>
                </c:pt>
                <c:pt idx="1821">
                  <c:v>39973</c:v>
                </c:pt>
                <c:pt idx="1822">
                  <c:v>39974</c:v>
                </c:pt>
                <c:pt idx="1823">
                  <c:v>39976</c:v>
                </c:pt>
                <c:pt idx="1824">
                  <c:v>39979</c:v>
                </c:pt>
                <c:pt idx="1825">
                  <c:v>39980</c:v>
                </c:pt>
                <c:pt idx="1826">
                  <c:v>39981</c:v>
                </c:pt>
                <c:pt idx="1827">
                  <c:v>39982</c:v>
                </c:pt>
                <c:pt idx="1828">
                  <c:v>39983</c:v>
                </c:pt>
                <c:pt idx="1829">
                  <c:v>39986</c:v>
                </c:pt>
                <c:pt idx="1830">
                  <c:v>39987</c:v>
                </c:pt>
                <c:pt idx="1831">
                  <c:v>39988</c:v>
                </c:pt>
                <c:pt idx="1832">
                  <c:v>39989</c:v>
                </c:pt>
                <c:pt idx="1833">
                  <c:v>39990</c:v>
                </c:pt>
                <c:pt idx="1834">
                  <c:v>39993</c:v>
                </c:pt>
                <c:pt idx="1835">
                  <c:v>39994</c:v>
                </c:pt>
                <c:pt idx="1836">
                  <c:v>39995</c:v>
                </c:pt>
                <c:pt idx="1837">
                  <c:v>39996</c:v>
                </c:pt>
                <c:pt idx="1838">
                  <c:v>39997</c:v>
                </c:pt>
                <c:pt idx="1839">
                  <c:v>40000</c:v>
                </c:pt>
                <c:pt idx="1840">
                  <c:v>40001</c:v>
                </c:pt>
                <c:pt idx="1841">
                  <c:v>40002</c:v>
                </c:pt>
                <c:pt idx="1842">
                  <c:v>40004</c:v>
                </c:pt>
                <c:pt idx="1843">
                  <c:v>40007</c:v>
                </c:pt>
                <c:pt idx="1844">
                  <c:v>40008</c:v>
                </c:pt>
                <c:pt idx="1845">
                  <c:v>40009</c:v>
                </c:pt>
                <c:pt idx="1846">
                  <c:v>40010</c:v>
                </c:pt>
                <c:pt idx="1847">
                  <c:v>40011</c:v>
                </c:pt>
                <c:pt idx="1848">
                  <c:v>40014</c:v>
                </c:pt>
                <c:pt idx="1849">
                  <c:v>40015</c:v>
                </c:pt>
                <c:pt idx="1850">
                  <c:v>40016</c:v>
                </c:pt>
                <c:pt idx="1851">
                  <c:v>40017</c:v>
                </c:pt>
                <c:pt idx="1852">
                  <c:v>40018</c:v>
                </c:pt>
                <c:pt idx="1853">
                  <c:v>40021</c:v>
                </c:pt>
                <c:pt idx="1854">
                  <c:v>40022</c:v>
                </c:pt>
                <c:pt idx="1855">
                  <c:v>40023</c:v>
                </c:pt>
                <c:pt idx="1856">
                  <c:v>40024</c:v>
                </c:pt>
                <c:pt idx="1857">
                  <c:v>40025</c:v>
                </c:pt>
                <c:pt idx="1858">
                  <c:v>40028</c:v>
                </c:pt>
                <c:pt idx="1859">
                  <c:v>40029</c:v>
                </c:pt>
                <c:pt idx="1860">
                  <c:v>40030</c:v>
                </c:pt>
                <c:pt idx="1861">
                  <c:v>40031</c:v>
                </c:pt>
                <c:pt idx="1862">
                  <c:v>40032</c:v>
                </c:pt>
                <c:pt idx="1863">
                  <c:v>40035</c:v>
                </c:pt>
                <c:pt idx="1864">
                  <c:v>40036</c:v>
                </c:pt>
                <c:pt idx="1865">
                  <c:v>40037</c:v>
                </c:pt>
                <c:pt idx="1866">
                  <c:v>40038</c:v>
                </c:pt>
                <c:pt idx="1867">
                  <c:v>40039</c:v>
                </c:pt>
                <c:pt idx="1868">
                  <c:v>40042</c:v>
                </c:pt>
                <c:pt idx="1869">
                  <c:v>40043</c:v>
                </c:pt>
                <c:pt idx="1870">
                  <c:v>40044</c:v>
                </c:pt>
                <c:pt idx="1871">
                  <c:v>40045</c:v>
                </c:pt>
                <c:pt idx="1872">
                  <c:v>40046</c:v>
                </c:pt>
                <c:pt idx="1873">
                  <c:v>40049</c:v>
                </c:pt>
                <c:pt idx="1874">
                  <c:v>40050</c:v>
                </c:pt>
                <c:pt idx="1875">
                  <c:v>40051</c:v>
                </c:pt>
                <c:pt idx="1876">
                  <c:v>40052</c:v>
                </c:pt>
                <c:pt idx="1877">
                  <c:v>40053</c:v>
                </c:pt>
                <c:pt idx="1878">
                  <c:v>40056</c:v>
                </c:pt>
                <c:pt idx="1879">
                  <c:v>40057</c:v>
                </c:pt>
                <c:pt idx="1880">
                  <c:v>40058</c:v>
                </c:pt>
                <c:pt idx="1881">
                  <c:v>40059</c:v>
                </c:pt>
                <c:pt idx="1882">
                  <c:v>40060</c:v>
                </c:pt>
                <c:pt idx="1883">
                  <c:v>40064</c:v>
                </c:pt>
                <c:pt idx="1884">
                  <c:v>40065</c:v>
                </c:pt>
                <c:pt idx="1885">
                  <c:v>40066</c:v>
                </c:pt>
                <c:pt idx="1886">
                  <c:v>40067</c:v>
                </c:pt>
                <c:pt idx="1887">
                  <c:v>40070</c:v>
                </c:pt>
                <c:pt idx="1888">
                  <c:v>40071</c:v>
                </c:pt>
                <c:pt idx="1889">
                  <c:v>40072</c:v>
                </c:pt>
                <c:pt idx="1890">
                  <c:v>40073</c:v>
                </c:pt>
                <c:pt idx="1891">
                  <c:v>40074</c:v>
                </c:pt>
                <c:pt idx="1892">
                  <c:v>40077</c:v>
                </c:pt>
                <c:pt idx="1893">
                  <c:v>40078</c:v>
                </c:pt>
                <c:pt idx="1894">
                  <c:v>40079</c:v>
                </c:pt>
                <c:pt idx="1895">
                  <c:v>40080</c:v>
                </c:pt>
                <c:pt idx="1896">
                  <c:v>40081</c:v>
                </c:pt>
                <c:pt idx="1897">
                  <c:v>40084</c:v>
                </c:pt>
                <c:pt idx="1898">
                  <c:v>40085</c:v>
                </c:pt>
                <c:pt idx="1899">
                  <c:v>40086</c:v>
                </c:pt>
                <c:pt idx="1900">
                  <c:v>40087</c:v>
                </c:pt>
                <c:pt idx="1901">
                  <c:v>40088</c:v>
                </c:pt>
                <c:pt idx="1902">
                  <c:v>40091</c:v>
                </c:pt>
                <c:pt idx="1903">
                  <c:v>40092</c:v>
                </c:pt>
                <c:pt idx="1904">
                  <c:v>40093</c:v>
                </c:pt>
                <c:pt idx="1905">
                  <c:v>40094</c:v>
                </c:pt>
                <c:pt idx="1906">
                  <c:v>40095</c:v>
                </c:pt>
                <c:pt idx="1907">
                  <c:v>40099</c:v>
                </c:pt>
                <c:pt idx="1908">
                  <c:v>40100</c:v>
                </c:pt>
                <c:pt idx="1909">
                  <c:v>40101</c:v>
                </c:pt>
                <c:pt idx="1910">
                  <c:v>40102</c:v>
                </c:pt>
                <c:pt idx="1911">
                  <c:v>40105</c:v>
                </c:pt>
                <c:pt idx="1912">
                  <c:v>40106</c:v>
                </c:pt>
                <c:pt idx="1913">
                  <c:v>40107</c:v>
                </c:pt>
                <c:pt idx="1914">
                  <c:v>40108</c:v>
                </c:pt>
                <c:pt idx="1915">
                  <c:v>40109</c:v>
                </c:pt>
                <c:pt idx="1916">
                  <c:v>40112</c:v>
                </c:pt>
                <c:pt idx="1917">
                  <c:v>40113</c:v>
                </c:pt>
                <c:pt idx="1918">
                  <c:v>40114</c:v>
                </c:pt>
                <c:pt idx="1919">
                  <c:v>40115</c:v>
                </c:pt>
                <c:pt idx="1920">
                  <c:v>40116</c:v>
                </c:pt>
                <c:pt idx="1921">
                  <c:v>40120</c:v>
                </c:pt>
                <c:pt idx="1922">
                  <c:v>40121</c:v>
                </c:pt>
                <c:pt idx="1923">
                  <c:v>40122</c:v>
                </c:pt>
                <c:pt idx="1924">
                  <c:v>40123</c:v>
                </c:pt>
                <c:pt idx="1925">
                  <c:v>40126</c:v>
                </c:pt>
                <c:pt idx="1926">
                  <c:v>40127</c:v>
                </c:pt>
                <c:pt idx="1927">
                  <c:v>40128</c:v>
                </c:pt>
                <c:pt idx="1928">
                  <c:v>40129</c:v>
                </c:pt>
                <c:pt idx="1929">
                  <c:v>40130</c:v>
                </c:pt>
                <c:pt idx="1930">
                  <c:v>40133</c:v>
                </c:pt>
                <c:pt idx="1931">
                  <c:v>40134</c:v>
                </c:pt>
                <c:pt idx="1932">
                  <c:v>40135</c:v>
                </c:pt>
                <c:pt idx="1933">
                  <c:v>40136</c:v>
                </c:pt>
                <c:pt idx="1934">
                  <c:v>40140</c:v>
                </c:pt>
                <c:pt idx="1935">
                  <c:v>40141</c:v>
                </c:pt>
                <c:pt idx="1936">
                  <c:v>40142</c:v>
                </c:pt>
                <c:pt idx="1937">
                  <c:v>40143</c:v>
                </c:pt>
                <c:pt idx="1938">
                  <c:v>40144</c:v>
                </c:pt>
                <c:pt idx="1939">
                  <c:v>40147</c:v>
                </c:pt>
                <c:pt idx="1940">
                  <c:v>40148</c:v>
                </c:pt>
                <c:pt idx="1941">
                  <c:v>40149</c:v>
                </c:pt>
                <c:pt idx="1942">
                  <c:v>40150</c:v>
                </c:pt>
                <c:pt idx="1943">
                  <c:v>40151</c:v>
                </c:pt>
                <c:pt idx="1944">
                  <c:v>40154</c:v>
                </c:pt>
                <c:pt idx="1945">
                  <c:v>40155</c:v>
                </c:pt>
                <c:pt idx="1946">
                  <c:v>40156</c:v>
                </c:pt>
                <c:pt idx="1947">
                  <c:v>40157</c:v>
                </c:pt>
                <c:pt idx="1948">
                  <c:v>40158</c:v>
                </c:pt>
                <c:pt idx="1949">
                  <c:v>40161</c:v>
                </c:pt>
                <c:pt idx="1950">
                  <c:v>40162</c:v>
                </c:pt>
                <c:pt idx="1951">
                  <c:v>40163</c:v>
                </c:pt>
                <c:pt idx="1952">
                  <c:v>40164</c:v>
                </c:pt>
                <c:pt idx="1953">
                  <c:v>40165</c:v>
                </c:pt>
                <c:pt idx="1954">
                  <c:v>40168</c:v>
                </c:pt>
                <c:pt idx="1955">
                  <c:v>40169</c:v>
                </c:pt>
                <c:pt idx="1956">
                  <c:v>40170</c:v>
                </c:pt>
                <c:pt idx="1957">
                  <c:v>40175</c:v>
                </c:pt>
                <c:pt idx="1958">
                  <c:v>40176</c:v>
                </c:pt>
                <c:pt idx="1959">
                  <c:v>40177</c:v>
                </c:pt>
                <c:pt idx="1960">
                  <c:v>40182</c:v>
                </c:pt>
                <c:pt idx="1961">
                  <c:v>40183</c:v>
                </c:pt>
                <c:pt idx="1962">
                  <c:v>40184</c:v>
                </c:pt>
                <c:pt idx="1963">
                  <c:v>40185</c:v>
                </c:pt>
                <c:pt idx="1964">
                  <c:v>40186</c:v>
                </c:pt>
                <c:pt idx="1965">
                  <c:v>40189</c:v>
                </c:pt>
                <c:pt idx="1966">
                  <c:v>40190</c:v>
                </c:pt>
                <c:pt idx="1967">
                  <c:v>40191</c:v>
                </c:pt>
                <c:pt idx="1968">
                  <c:v>40192</c:v>
                </c:pt>
                <c:pt idx="1969">
                  <c:v>40193</c:v>
                </c:pt>
                <c:pt idx="1970">
                  <c:v>40196</c:v>
                </c:pt>
                <c:pt idx="1971">
                  <c:v>40197</c:v>
                </c:pt>
                <c:pt idx="1972">
                  <c:v>40198</c:v>
                </c:pt>
                <c:pt idx="1973">
                  <c:v>40199</c:v>
                </c:pt>
                <c:pt idx="1974">
                  <c:v>40200</c:v>
                </c:pt>
                <c:pt idx="1975">
                  <c:v>40204</c:v>
                </c:pt>
                <c:pt idx="1976">
                  <c:v>40205</c:v>
                </c:pt>
                <c:pt idx="1977">
                  <c:v>40206</c:v>
                </c:pt>
                <c:pt idx="1978">
                  <c:v>40207</c:v>
                </c:pt>
                <c:pt idx="1979">
                  <c:v>40210</c:v>
                </c:pt>
                <c:pt idx="1980">
                  <c:v>40211</c:v>
                </c:pt>
                <c:pt idx="1981">
                  <c:v>40212</c:v>
                </c:pt>
                <c:pt idx="1982">
                  <c:v>40213</c:v>
                </c:pt>
                <c:pt idx="1983">
                  <c:v>40214</c:v>
                </c:pt>
                <c:pt idx="1984">
                  <c:v>40217</c:v>
                </c:pt>
                <c:pt idx="1985">
                  <c:v>40218</c:v>
                </c:pt>
                <c:pt idx="1986">
                  <c:v>40219</c:v>
                </c:pt>
                <c:pt idx="1987">
                  <c:v>40220</c:v>
                </c:pt>
                <c:pt idx="1988">
                  <c:v>40221</c:v>
                </c:pt>
                <c:pt idx="1989">
                  <c:v>40226</c:v>
                </c:pt>
                <c:pt idx="1990">
                  <c:v>40227</c:v>
                </c:pt>
                <c:pt idx="1991">
                  <c:v>40228</c:v>
                </c:pt>
                <c:pt idx="1992">
                  <c:v>40231</c:v>
                </c:pt>
                <c:pt idx="1993">
                  <c:v>40232</c:v>
                </c:pt>
                <c:pt idx="1994">
                  <c:v>40233</c:v>
                </c:pt>
                <c:pt idx="1995">
                  <c:v>40234</c:v>
                </c:pt>
                <c:pt idx="1996">
                  <c:v>40235</c:v>
                </c:pt>
                <c:pt idx="1997">
                  <c:v>40238</c:v>
                </c:pt>
                <c:pt idx="1998">
                  <c:v>40239</c:v>
                </c:pt>
                <c:pt idx="1999">
                  <c:v>40240</c:v>
                </c:pt>
                <c:pt idx="2000">
                  <c:v>40241</c:v>
                </c:pt>
                <c:pt idx="2001">
                  <c:v>40242</c:v>
                </c:pt>
                <c:pt idx="2002">
                  <c:v>40245</c:v>
                </c:pt>
                <c:pt idx="2003">
                  <c:v>40246</c:v>
                </c:pt>
                <c:pt idx="2004">
                  <c:v>40247</c:v>
                </c:pt>
                <c:pt idx="2005">
                  <c:v>40248</c:v>
                </c:pt>
                <c:pt idx="2006">
                  <c:v>40249</c:v>
                </c:pt>
                <c:pt idx="2007">
                  <c:v>40252</c:v>
                </c:pt>
                <c:pt idx="2008">
                  <c:v>40253</c:v>
                </c:pt>
                <c:pt idx="2009">
                  <c:v>40254</c:v>
                </c:pt>
                <c:pt idx="2010">
                  <c:v>40255</c:v>
                </c:pt>
                <c:pt idx="2011">
                  <c:v>40256</c:v>
                </c:pt>
                <c:pt idx="2012">
                  <c:v>40259</c:v>
                </c:pt>
                <c:pt idx="2013">
                  <c:v>40260</c:v>
                </c:pt>
                <c:pt idx="2014">
                  <c:v>40261</c:v>
                </c:pt>
                <c:pt idx="2015">
                  <c:v>40262</c:v>
                </c:pt>
                <c:pt idx="2016">
                  <c:v>40263</c:v>
                </c:pt>
                <c:pt idx="2017">
                  <c:v>40266</c:v>
                </c:pt>
                <c:pt idx="2018">
                  <c:v>40267</c:v>
                </c:pt>
                <c:pt idx="2019">
                  <c:v>40268</c:v>
                </c:pt>
                <c:pt idx="2020">
                  <c:v>40269</c:v>
                </c:pt>
                <c:pt idx="2021">
                  <c:v>40273</c:v>
                </c:pt>
                <c:pt idx="2022">
                  <c:v>40274</c:v>
                </c:pt>
                <c:pt idx="2023">
                  <c:v>40275</c:v>
                </c:pt>
                <c:pt idx="2024">
                  <c:v>40276</c:v>
                </c:pt>
                <c:pt idx="2025">
                  <c:v>40277</c:v>
                </c:pt>
                <c:pt idx="2026">
                  <c:v>40280</c:v>
                </c:pt>
                <c:pt idx="2027">
                  <c:v>40281</c:v>
                </c:pt>
                <c:pt idx="2028">
                  <c:v>40282</c:v>
                </c:pt>
                <c:pt idx="2029">
                  <c:v>40283</c:v>
                </c:pt>
                <c:pt idx="2030">
                  <c:v>40284</c:v>
                </c:pt>
                <c:pt idx="2031">
                  <c:v>40287</c:v>
                </c:pt>
                <c:pt idx="2032">
                  <c:v>40288</c:v>
                </c:pt>
                <c:pt idx="2033">
                  <c:v>40290</c:v>
                </c:pt>
                <c:pt idx="2034">
                  <c:v>40291</c:v>
                </c:pt>
                <c:pt idx="2035">
                  <c:v>40294</c:v>
                </c:pt>
                <c:pt idx="2036">
                  <c:v>40295</c:v>
                </c:pt>
                <c:pt idx="2037">
                  <c:v>40296</c:v>
                </c:pt>
                <c:pt idx="2038">
                  <c:v>40297</c:v>
                </c:pt>
                <c:pt idx="2039">
                  <c:v>40298</c:v>
                </c:pt>
                <c:pt idx="2040">
                  <c:v>40301</c:v>
                </c:pt>
                <c:pt idx="2041">
                  <c:v>40302</c:v>
                </c:pt>
                <c:pt idx="2042">
                  <c:v>40303</c:v>
                </c:pt>
                <c:pt idx="2043">
                  <c:v>40304</c:v>
                </c:pt>
                <c:pt idx="2044">
                  <c:v>40305</c:v>
                </c:pt>
                <c:pt idx="2045">
                  <c:v>40308</c:v>
                </c:pt>
                <c:pt idx="2046">
                  <c:v>40309</c:v>
                </c:pt>
                <c:pt idx="2047">
                  <c:v>40310</c:v>
                </c:pt>
                <c:pt idx="2048">
                  <c:v>40311</c:v>
                </c:pt>
                <c:pt idx="2049">
                  <c:v>40312</c:v>
                </c:pt>
                <c:pt idx="2050">
                  <c:v>40315</c:v>
                </c:pt>
                <c:pt idx="2051">
                  <c:v>40316</c:v>
                </c:pt>
                <c:pt idx="2052">
                  <c:v>40317</c:v>
                </c:pt>
                <c:pt idx="2053">
                  <c:v>40318</c:v>
                </c:pt>
                <c:pt idx="2054">
                  <c:v>40319</c:v>
                </c:pt>
                <c:pt idx="2055">
                  <c:v>40322</c:v>
                </c:pt>
                <c:pt idx="2056">
                  <c:v>40323</c:v>
                </c:pt>
                <c:pt idx="2057">
                  <c:v>40324</c:v>
                </c:pt>
                <c:pt idx="2058">
                  <c:v>40325</c:v>
                </c:pt>
                <c:pt idx="2059">
                  <c:v>40326</c:v>
                </c:pt>
                <c:pt idx="2060">
                  <c:v>40329</c:v>
                </c:pt>
                <c:pt idx="2061">
                  <c:v>40330</c:v>
                </c:pt>
                <c:pt idx="2062">
                  <c:v>40331</c:v>
                </c:pt>
                <c:pt idx="2063">
                  <c:v>40333</c:v>
                </c:pt>
                <c:pt idx="2064">
                  <c:v>40336</c:v>
                </c:pt>
                <c:pt idx="2065">
                  <c:v>40337</c:v>
                </c:pt>
                <c:pt idx="2066">
                  <c:v>40338</c:v>
                </c:pt>
                <c:pt idx="2067">
                  <c:v>40339</c:v>
                </c:pt>
                <c:pt idx="2068">
                  <c:v>40340</c:v>
                </c:pt>
                <c:pt idx="2069">
                  <c:v>40343</c:v>
                </c:pt>
                <c:pt idx="2070">
                  <c:v>40344</c:v>
                </c:pt>
                <c:pt idx="2071">
                  <c:v>40345</c:v>
                </c:pt>
                <c:pt idx="2072">
                  <c:v>40346</c:v>
                </c:pt>
                <c:pt idx="2073">
                  <c:v>40347</c:v>
                </c:pt>
                <c:pt idx="2074">
                  <c:v>40350</c:v>
                </c:pt>
                <c:pt idx="2075">
                  <c:v>40351</c:v>
                </c:pt>
                <c:pt idx="2076">
                  <c:v>40352</c:v>
                </c:pt>
                <c:pt idx="2077">
                  <c:v>40353</c:v>
                </c:pt>
                <c:pt idx="2078">
                  <c:v>40354</c:v>
                </c:pt>
                <c:pt idx="2079">
                  <c:v>40357</c:v>
                </c:pt>
                <c:pt idx="2080">
                  <c:v>40358</c:v>
                </c:pt>
                <c:pt idx="2081">
                  <c:v>40359</c:v>
                </c:pt>
                <c:pt idx="2082">
                  <c:v>40360</c:v>
                </c:pt>
                <c:pt idx="2083">
                  <c:v>40361</c:v>
                </c:pt>
                <c:pt idx="2084">
                  <c:v>40364</c:v>
                </c:pt>
                <c:pt idx="2085">
                  <c:v>40365</c:v>
                </c:pt>
                <c:pt idx="2086">
                  <c:v>40366</c:v>
                </c:pt>
                <c:pt idx="2087">
                  <c:v>40367</c:v>
                </c:pt>
                <c:pt idx="2088">
                  <c:v>40371</c:v>
                </c:pt>
                <c:pt idx="2089">
                  <c:v>40372</c:v>
                </c:pt>
                <c:pt idx="2090">
                  <c:v>40373</c:v>
                </c:pt>
                <c:pt idx="2091">
                  <c:v>40374</c:v>
                </c:pt>
                <c:pt idx="2092">
                  <c:v>40375</c:v>
                </c:pt>
                <c:pt idx="2093">
                  <c:v>40378</c:v>
                </c:pt>
                <c:pt idx="2094">
                  <c:v>40379</c:v>
                </c:pt>
                <c:pt idx="2095">
                  <c:v>40380</c:v>
                </c:pt>
                <c:pt idx="2096">
                  <c:v>40381</c:v>
                </c:pt>
                <c:pt idx="2097">
                  <c:v>40382</c:v>
                </c:pt>
                <c:pt idx="2098">
                  <c:v>40385</c:v>
                </c:pt>
                <c:pt idx="2099">
                  <c:v>40386</c:v>
                </c:pt>
                <c:pt idx="2100">
                  <c:v>40387</c:v>
                </c:pt>
                <c:pt idx="2101">
                  <c:v>40388</c:v>
                </c:pt>
                <c:pt idx="2102">
                  <c:v>40389</c:v>
                </c:pt>
                <c:pt idx="2103">
                  <c:v>40392</c:v>
                </c:pt>
                <c:pt idx="2104">
                  <c:v>40393</c:v>
                </c:pt>
                <c:pt idx="2105">
                  <c:v>40394</c:v>
                </c:pt>
                <c:pt idx="2106">
                  <c:v>40395</c:v>
                </c:pt>
                <c:pt idx="2107">
                  <c:v>40396</c:v>
                </c:pt>
                <c:pt idx="2108">
                  <c:v>40399</c:v>
                </c:pt>
                <c:pt idx="2109">
                  <c:v>40400</c:v>
                </c:pt>
                <c:pt idx="2110">
                  <c:v>40401</c:v>
                </c:pt>
                <c:pt idx="2111">
                  <c:v>40402</c:v>
                </c:pt>
                <c:pt idx="2112">
                  <c:v>40403</c:v>
                </c:pt>
                <c:pt idx="2113">
                  <c:v>40406</c:v>
                </c:pt>
                <c:pt idx="2114">
                  <c:v>40407</c:v>
                </c:pt>
                <c:pt idx="2115">
                  <c:v>40408</c:v>
                </c:pt>
                <c:pt idx="2116">
                  <c:v>40409</c:v>
                </c:pt>
                <c:pt idx="2117">
                  <c:v>40410</c:v>
                </c:pt>
                <c:pt idx="2118">
                  <c:v>40413</c:v>
                </c:pt>
                <c:pt idx="2119">
                  <c:v>40414</c:v>
                </c:pt>
                <c:pt idx="2120">
                  <c:v>40415</c:v>
                </c:pt>
                <c:pt idx="2121">
                  <c:v>40416</c:v>
                </c:pt>
                <c:pt idx="2122">
                  <c:v>40417</c:v>
                </c:pt>
                <c:pt idx="2123">
                  <c:v>40420</c:v>
                </c:pt>
                <c:pt idx="2124">
                  <c:v>40421</c:v>
                </c:pt>
                <c:pt idx="2125">
                  <c:v>40422</c:v>
                </c:pt>
                <c:pt idx="2126">
                  <c:v>40423</c:v>
                </c:pt>
                <c:pt idx="2127">
                  <c:v>40424</c:v>
                </c:pt>
                <c:pt idx="2128">
                  <c:v>40427</c:v>
                </c:pt>
                <c:pt idx="2129">
                  <c:v>40429</c:v>
                </c:pt>
                <c:pt idx="2130">
                  <c:v>40430</c:v>
                </c:pt>
                <c:pt idx="2131">
                  <c:v>40431</c:v>
                </c:pt>
                <c:pt idx="2132">
                  <c:v>40434</c:v>
                </c:pt>
                <c:pt idx="2133">
                  <c:v>40435</c:v>
                </c:pt>
                <c:pt idx="2134">
                  <c:v>40436</c:v>
                </c:pt>
                <c:pt idx="2135">
                  <c:v>40437</c:v>
                </c:pt>
                <c:pt idx="2136">
                  <c:v>40438</c:v>
                </c:pt>
                <c:pt idx="2137">
                  <c:v>40441</c:v>
                </c:pt>
                <c:pt idx="2138">
                  <c:v>40442</c:v>
                </c:pt>
                <c:pt idx="2139">
                  <c:v>40443</c:v>
                </c:pt>
                <c:pt idx="2140">
                  <c:v>40444</c:v>
                </c:pt>
                <c:pt idx="2141">
                  <c:v>40445</c:v>
                </c:pt>
                <c:pt idx="2142">
                  <c:v>40448</c:v>
                </c:pt>
                <c:pt idx="2143">
                  <c:v>40449</c:v>
                </c:pt>
                <c:pt idx="2144">
                  <c:v>40450</c:v>
                </c:pt>
                <c:pt idx="2145">
                  <c:v>40451</c:v>
                </c:pt>
                <c:pt idx="2146">
                  <c:v>40452</c:v>
                </c:pt>
                <c:pt idx="2147">
                  <c:v>40455</c:v>
                </c:pt>
                <c:pt idx="2148">
                  <c:v>40456</c:v>
                </c:pt>
                <c:pt idx="2149">
                  <c:v>40457</c:v>
                </c:pt>
                <c:pt idx="2150">
                  <c:v>40458</c:v>
                </c:pt>
                <c:pt idx="2151">
                  <c:v>40459</c:v>
                </c:pt>
                <c:pt idx="2152">
                  <c:v>40462</c:v>
                </c:pt>
                <c:pt idx="2153">
                  <c:v>40464</c:v>
                </c:pt>
                <c:pt idx="2154">
                  <c:v>40465</c:v>
                </c:pt>
                <c:pt idx="2155">
                  <c:v>40466</c:v>
                </c:pt>
                <c:pt idx="2156">
                  <c:v>40469</c:v>
                </c:pt>
                <c:pt idx="2157">
                  <c:v>40470</c:v>
                </c:pt>
                <c:pt idx="2158">
                  <c:v>40471</c:v>
                </c:pt>
                <c:pt idx="2159">
                  <c:v>40472</c:v>
                </c:pt>
                <c:pt idx="2160">
                  <c:v>40473</c:v>
                </c:pt>
                <c:pt idx="2161">
                  <c:v>40476</c:v>
                </c:pt>
                <c:pt idx="2162">
                  <c:v>40477</c:v>
                </c:pt>
                <c:pt idx="2163">
                  <c:v>40478</c:v>
                </c:pt>
                <c:pt idx="2164">
                  <c:v>40479</c:v>
                </c:pt>
                <c:pt idx="2165">
                  <c:v>40480</c:v>
                </c:pt>
                <c:pt idx="2166">
                  <c:v>40483</c:v>
                </c:pt>
                <c:pt idx="2167">
                  <c:v>40485</c:v>
                </c:pt>
                <c:pt idx="2168">
                  <c:v>40486</c:v>
                </c:pt>
                <c:pt idx="2169">
                  <c:v>40487</c:v>
                </c:pt>
                <c:pt idx="2170">
                  <c:v>40490</c:v>
                </c:pt>
                <c:pt idx="2171">
                  <c:v>40491</c:v>
                </c:pt>
                <c:pt idx="2172">
                  <c:v>40492</c:v>
                </c:pt>
                <c:pt idx="2173">
                  <c:v>40493</c:v>
                </c:pt>
                <c:pt idx="2174">
                  <c:v>40494</c:v>
                </c:pt>
                <c:pt idx="2175">
                  <c:v>40498</c:v>
                </c:pt>
                <c:pt idx="2176">
                  <c:v>40499</c:v>
                </c:pt>
                <c:pt idx="2177">
                  <c:v>40500</c:v>
                </c:pt>
                <c:pt idx="2178">
                  <c:v>40501</c:v>
                </c:pt>
                <c:pt idx="2179">
                  <c:v>40504</c:v>
                </c:pt>
                <c:pt idx="2180">
                  <c:v>40505</c:v>
                </c:pt>
                <c:pt idx="2181">
                  <c:v>40506</c:v>
                </c:pt>
                <c:pt idx="2182">
                  <c:v>40507</c:v>
                </c:pt>
                <c:pt idx="2183">
                  <c:v>40508</c:v>
                </c:pt>
                <c:pt idx="2184">
                  <c:v>40511</c:v>
                </c:pt>
                <c:pt idx="2185">
                  <c:v>40512</c:v>
                </c:pt>
                <c:pt idx="2186">
                  <c:v>40513</c:v>
                </c:pt>
                <c:pt idx="2187">
                  <c:v>40514</c:v>
                </c:pt>
                <c:pt idx="2188">
                  <c:v>40515</c:v>
                </c:pt>
                <c:pt idx="2189">
                  <c:v>40518</c:v>
                </c:pt>
                <c:pt idx="2190">
                  <c:v>40519</c:v>
                </c:pt>
                <c:pt idx="2191">
                  <c:v>40520</c:v>
                </c:pt>
                <c:pt idx="2192">
                  <c:v>40521</c:v>
                </c:pt>
                <c:pt idx="2193">
                  <c:v>40522</c:v>
                </c:pt>
                <c:pt idx="2194">
                  <c:v>40525</c:v>
                </c:pt>
                <c:pt idx="2195">
                  <c:v>40526</c:v>
                </c:pt>
                <c:pt idx="2196">
                  <c:v>40527</c:v>
                </c:pt>
                <c:pt idx="2197">
                  <c:v>40528</c:v>
                </c:pt>
                <c:pt idx="2198">
                  <c:v>40529</c:v>
                </c:pt>
                <c:pt idx="2199">
                  <c:v>40532</c:v>
                </c:pt>
                <c:pt idx="2200">
                  <c:v>40533</c:v>
                </c:pt>
                <c:pt idx="2201">
                  <c:v>40534</c:v>
                </c:pt>
                <c:pt idx="2202">
                  <c:v>40535</c:v>
                </c:pt>
                <c:pt idx="2203">
                  <c:v>40539</c:v>
                </c:pt>
                <c:pt idx="2204">
                  <c:v>40540</c:v>
                </c:pt>
                <c:pt idx="2205">
                  <c:v>40541</c:v>
                </c:pt>
                <c:pt idx="2206">
                  <c:v>40542</c:v>
                </c:pt>
                <c:pt idx="2207">
                  <c:v>40546</c:v>
                </c:pt>
                <c:pt idx="2208">
                  <c:v>40547</c:v>
                </c:pt>
                <c:pt idx="2209">
                  <c:v>40548</c:v>
                </c:pt>
                <c:pt idx="2210">
                  <c:v>40549</c:v>
                </c:pt>
                <c:pt idx="2211">
                  <c:v>40550</c:v>
                </c:pt>
                <c:pt idx="2212">
                  <c:v>40553</c:v>
                </c:pt>
                <c:pt idx="2213">
                  <c:v>40554</c:v>
                </c:pt>
                <c:pt idx="2214">
                  <c:v>40555</c:v>
                </c:pt>
                <c:pt idx="2215">
                  <c:v>40556</c:v>
                </c:pt>
                <c:pt idx="2216">
                  <c:v>40557</c:v>
                </c:pt>
                <c:pt idx="2217">
                  <c:v>40560</c:v>
                </c:pt>
                <c:pt idx="2218">
                  <c:v>40561</c:v>
                </c:pt>
                <c:pt idx="2219">
                  <c:v>40562</c:v>
                </c:pt>
                <c:pt idx="2220">
                  <c:v>40563</c:v>
                </c:pt>
                <c:pt idx="2221">
                  <c:v>40564</c:v>
                </c:pt>
                <c:pt idx="2222">
                  <c:v>40567</c:v>
                </c:pt>
                <c:pt idx="2223">
                  <c:v>40569</c:v>
                </c:pt>
                <c:pt idx="2224">
                  <c:v>40570</c:v>
                </c:pt>
                <c:pt idx="2225">
                  <c:v>40571</c:v>
                </c:pt>
                <c:pt idx="2226">
                  <c:v>40574</c:v>
                </c:pt>
                <c:pt idx="2227">
                  <c:v>40575</c:v>
                </c:pt>
                <c:pt idx="2228">
                  <c:v>40576</c:v>
                </c:pt>
                <c:pt idx="2229">
                  <c:v>40577</c:v>
                </c:pt>
                <c:pt idx="2230">
                  <c:v>40578</c:v>
                </c:pt>
                <c:pt idx="2231">
                  <c:v>40581</c:v>
                </c:pt>
                <c:pt idx="2232">
                  <c:v>40582</c:v>
                </c:pt>
                <c:pt idx="2233">
                  <c:v>40583</c:v>
                </c:pt>
                <c:pt idx="2234">
                  <c:v>40584</c:v>
                </c:pt>
                <c:pt idx="2235">
                  <c:v>40585</c:v>
                </c:pt>
                <c:pt idx="2236">
                  <c:v>40588</c:v>
                </c:pt>
                <c:pt idx="2237">
                  <c:v>40589</c:v>
                </c:pt>
                <c:pt idx="2238">
                  <c:v>40590</c:v>
                </c:pt>
                <c:pt idx="2239">
                  <c:v>40591</c:v>
                </c:pt>
                <c:pt idx="2240">
                  <c:v>40592</c:v>
                </c:pt>
                <c:pt idx="2241">
                  <c:v>40595</c:v>
                </c:pt>
                <c:pt idx="2242">
                  <c:v>40596</c:v>
                </c:pt>
                <c:pt idx="2243">
                  <c:v>40597</c:v>
                </c:pt>
                <c:pt idx="2244">
                  <c:v>40598</c:v>
                </c:pt>
                <c:pt idx="2245">
                  <c:v>40599</c:v>
                </c:pt>
                <c:pt idx="2246">
                  <c:v>40602</c:v>
                </c:pt>
                <c:pt idx="2247">
                  <c:v>40603</c:v>
                </c:pt>
                <c:pt idx="2248">
                  <c:v>40604</c:v>
                </c:pt>
                <c:pt idx="2249">
                  <c:v>40605</c:v>
                </c:pt>
                <c:pt idx="2250">
                  <c:v>40606</c:v>
                </c:pt>
                <c:pt idx="2251">
                  <c:v>40611</c:v>
                </c:pt>
                <c:pt idx="2252">
                  <c:v>40612</c:v>
                </c:pt>
                <c:pt idx="2253">
                  <c:v>40613</c:v>
                </c:pt>
                <c:pt idx="2254">
                  <c:v>40616</c:v>
                </c:pt>
                <c:pt idx="2255">
                  <c:v>40617</c:v>
                </c:pt>
                <c:pt idx="2256">
                  <c:v>40618</c:v>
                </c:pt>
                <c:pt idx="2257">
                  <c:v>40619</c:v>
                </c:pt>
                <c:pt idx="2258">
                  <c:v>40620</c:v>
                </c:pt>
                <c:pt idx="2259">
                  <c:v>40623</c:v>
                </c:pt>
                <c:pt idx="2260">
                  <c:v>40624</c:v>
                </c:pt>
                <c:pt idx="2261">
                  <c:v>40625</c:v>
                </c:pt>
                <c:pt idx="2262">
                  <c:v>40626</c:v>
                </c:pt>
                <c:pt idx="2263">
                  <c:v>40627</c:v>
                </c:pt>
                <c:pt idx="2264">
                  <c:v>40630</c:v>
                </c:pt>
                <c:pt idx="2265">
                  <c:v>40631</c:v>
                </c:pt>
                <c:pt idx="2266">
                  <c:v>40632</c:v>
                </c:pt>
                <c:pt idx="2267">
                  <c:v>40633</c:v>
                </c:pt>
                <c:pt idx="2268">
                  <c:v>40634</c:v>
                </c:pt>
                <c:pt idx="2269">
                  <c:v>40637</c:v>
                </c:pt>
                <c:pt idx="2270">
                  <c:v>40638</c:v>
                </c:pt>
                <c:pt idx="2271">
                  <c:v>40639</c:v>
                </c:pt>
                <c:pt idx="2272">
                  <c:v>40640</c:v>
                </c:pt>
                <c:pt idx="2273">
                  <c:v>40641</c:v>
                </c:pt>
                <c:pt idx="2274">
                  <c:v>40644</c:v>
                </c:pt>
                <c:pt idx="2275">
                  <c:v>40645</c:v>
                </c:pt>
                <c:pt idx="2276">
                  <c:v>40646</c:v>
                </c:pt>
                <c:pt idx="2277">
                  <c:v>40647</c:v>
                </c:pt>
                <c:pt idx="2278">
                  <c:v>40648</c:v>
                </c:pt>
                <c:pt idx="2279">
                  <c:v>40651</c:v>
                </c:pt>
                <c:pt idx="2280">
                  <c:v>40652</c:v>
                </c:pt>
                <c:pt idx="2281">
                  <c:v>40653</c:v>
                </c:pt>
                <c:pt idx="2282">
                  <c:v>40658</c:v>
                </c:pt>
                <c:pt idx="2283">
                  <c:v>40659</c:v>
                </c:pt>
                <c:pt idx="2284">
                  <c:v>40660</c:v>
                </c:pt>
                <c:pt idx="2285">
                  <c:v>40661</c:v>
                </c:pt>
                <c:pt idx="2286">
                  <c:v>40662</c:v>
                </c:pt>
                <c:pt idx="2287">
                  <c:v>40665</c:v>
                </c:pt>
                <c:pt idx="2288">
                  <c:v>40666</c:v>
                </c:pt>
                <c:pt idx="2289">
                  <c:v>40667</c:v>
                </c:pt>
                <c:pt idx="2290">
                  <c:v>40668</c:v>
                </c:pt>
                <c:pt idx="2291">
                  <c:v>40669</c:v>
                </c:pt>
                <c:pt idx="2292">
                  <c:v>40672</c:v>
                </c:pt>
                <c:pt idx="2293">
                  <c:v>40673</c:v>
                </c:pt>
                <c:pt idx="2294">
                  <c:v>40674</c:v>
                </c:pt>
                <c:pt idx="2295">
                  <c:v>40675</c:v>
                </c:pt>
                <c:pt idx="2296">
                  <c:v>40676</c:v>
                </c:pt>
                <c:pt idx="2297">
                  <c:v>40679</c:v>
                </c:pt>
                <c:pt idx="2298">
                  <c:v>40680</c:v>
                </c:pt>
                <c:pt idx="2299">
                  <c:v>40681</c:v>
                </c:pt>
                <c:pt idx="2300">
                  <c:v>40682</c:v>
                </c:pt>
                <c:pt idx="2301">
                  <c:v>40683</c:v>
                </c:pt>
                <c:pt idx="2302">
                  <c:v>40686</c:v>
                </c:pt>
                <c:pt idx="2303">
                  <c:v>40687</c:v>
                </c:pt>
                <c:pt idx="2304">
                  <c:v>40688</c:v>
                </c:pt>
                <c:pt idx="2305">
                  <c:v>40689</c:v>
                </c:pt>
                <c:pt idx="2306">
                  <c:v>40690</c:v>
                </c:pt>
                <c:pt idx="2307">
                  <c:v>40693</c:v>
                </c:pt>
                <c:pt idx="2308">
                  <c:v>40694</c:v>
                </c:pt>
                <c:pt idx="2309">
                  <c:v>40695</c:v>
                </c:pt>
                <c:pt idx="2310">
                  <c:v>40696</c:v>
                </c:pt>
                <c:pt idx="2311">
                  <c:v>40697</c:v>
                </c:pt>
                <c:pt idx="2312">
                  <c:v>40700</c:v>
                </c:pt>
                <c:pt idx="2313">
                  <c:v>40701</c:v>
                </c:pt>
                <c:pt idx="2314">
                  <c:v>40702</c:v>
                </c:pt>
                <c:pt idx="2315">
                  <c:v>40703</c:v>
                </c:pt>
                <c:pt idx="2316">
                  <c:v>40704</c:v>
                </c:pt>
                <c:pt idx="2317">
                  <c:v>40707</c:v>
                </c:pt>
                <c:pt idx="2318">
                  <c:v>40708</c:v>
                </c:pt>
                <c:pt idx="2319">
                  <c:v>40709</c:v>
                </c:pt>
                <c:pt idx="2320">
                  <c:v>40710</c:v>
                </c:pt>
                <c:pt idx="2321">
                  <c:v>40711</c:v>
                </c:pt>
                <c:pt idx="2322">
                  <c:v>40714</c:v>
                </c:pt>
                <c:pt idx="2323">
                  <c:v>40715</c:v>
                </c:pt>
                <c:pt idx="2324">
                  <c:v>40716</c:v>
                </c:pt>
                <c:pt idx="2325">
                  <c:v>40718</c:v>
                </c:pt>
                <c:pt idx="2326">
                  <c:v>40721</c:v>
                </c:pt>
                <c:pt idx="2327">
                  <c:v>40722</c:v>
                </c:pt>
                <c:pt idx="2328">
                  <c:v>40723</c:v>
                </c:pt>
                <c:pt idx="2329">
                  <c:v>40724</c:v>
                </c:pt>
                <c:pt idx="2330">
                  <c:v>40725</c:v>
                </c:pt>
                <c:pt idx="2331">
                  <c:v>40728</c:v>
                </c:pt>
                <c:pt idx="2332">
                  <c:v>40729</c:v>
                </c:pt>
                <c:pt idx="2333">
                  <c:v>40730</c:v>
                </c:pt>
                <c:pt idx="2334">
                  <c:v>40731</c:v>
                </c:pt>
                <c:pt idx="2335">
                  <c:v>40732</c:v>
                </c:pt>
                <c:pt idx="2336">
                  <c:v>40735</c:v>
                </c:pt>
                <c:pt idx="2337">
                  <c:v>40736</c:v>
                </c:pt>
                <c:pt idx="2338">
                  <c:v>40737</c:v>
                </c:pt>
                <c:pt idx="2339">
                  <c:v>40738</c:v>
                </c:pt>
                <c:pt idx="2340">
                  <c:v>40739</c:v>
                </c:pt>
                <c:pt idx="2341">
                  <c:v>40742</c:v>
                </c:pt>
                <c:pt idx="2342">
                  <c:v>40743</c:v>
                </c:pt>
                <c:pt idx="2343">
                  <c:v>40744</c:v>
                </c:pt>
                <c:pt idx="2344">
                  <c:v>40745</c:v>
                </c:pt>
                <c:pt idx="2345">
                  <c:v>40746</c:v>
                </c:pt>
                <c:pt idx="2346">
                  <c:v>40749</c:v>
                </c:pt>
                <c:pt idx="2347">
                  <c:v>40750</c:v>
                </c:pt>
                <c:pt idx="2348">
                  <c:v>40751</c:v>
                </c:pt>
                <c:pt idx="2349">
                  <c:v>40752</c:v>
                </c:pt>
                <c:pt idx="2350">
                  <c:v>40753</c:v>
                </c:pt>
                <c:pt idx="2351">
                  <c:v>40756</c:v>
                </c:pt>
                <c:pt idx="2352">
                  <c:v>40757</c:v>
                </c:pt>
                <c:pt idx="2353">
                  <c:v>40758</c:v>
                </c:pt>
                <c:pt idx="2354">
                  <c:v>40759</c:v>
                </c:pt>
                <c:pt idx="2355">
                  <c:v>40760</c:v>
                </c:pt>
                <c:pt idx="2356">
                  <c:v>40763</c:v>
                </c:pt>
                <c:pt idx="2357">
                  <c:v>40764</c:v>
                </c:pt>
                <c:pt idx="2358">
                  <c:v>40765</c:v>
                </c:pt>
                <c:pt idx="2359">
                  <c:v>40766</c:v>
                </c:pt>
                <c:pt idx="2360">
                  <c:v>40767</c:v>
                </c:pt>
                <c:pt idx="2361">
                  <c:v>40770</c:v>
                </c:pt>
                <c:pt idx="2362">
                  <c:v>40771</c:v>
                </c:pt>
                <c:pt idx="2363">
                  <c:v>40772</c:v>
                </c:pt>
                <c:pt idx="2364">
                  <c:v>40773</c:v>
                </c:pt>
                <c:pt idx="2365">
                  <c:v>40774</c:v>
                </c:pt>
                <c:pt idx="2366">
                  <c:v>40777</c:v>
                </c:pt>
                <c:pt idx="2367">
                  <c:v>40778</c:v>
                </c:pt>
                <c:pt idx="2368">
                  <c:v>40779</c:v>
                </c:pt>
                <c:pt idx="2369">
                  <c:v>40780</c:v>
                </c:pt>
                <c:pt idx="2370">
                  <c:v>40781</c:v>
                </c:pt>
                <c:pt idx="2371">
                  <c:v>40784</c:v>
                </c:pt>
                <c:pt idx="2372">
                  <c:v>40785</c:v>
                </c:pt>
                <c:pt idx="2373">
                  <c:v>40786</c:v>
                </c:pt>
                <c:pt idx="2374">
                  <c:v>40787</c:v>
                </c:pt>
                <c:pt idx="2375">
                  <c:v>40788</c:v>
                </c:pt>
                <c:pt idx="2376">
                  <c:v>40791</c:v>
                </c:pt>
                <c:pt idx="2377">
                  <c:v>40792</c:v>
                </c:pt>
                <c:pt idx="2378">
                  <c:v>40794</c:v>
                </c:pt>
                <c:pt idx="2379">
                  <c:v>40795</c:v>
                </c:pt>
                <c:pt idx="2380">
                  <c:v>40798</c:v>
                </c:pt>
                <c:pt idx="2381">
                  <c:v>40799</c:v>
                </c:pt>
                <c:pt idx="2382">
                  <c:v>40800</c:v>
                </c:pt>
                <c:pt idx="2383">
                  <c:v>40801</c:v>
                </c:pt>
                <c:pt idx="2384">
                  <c:v>40802</c:v>
                </c:pt>
                <c:pt idx="2385">
                  <c:v>40805</c:v>
                </c:pt>
                <c:pt idx="2386">
                  <c:v>40806</c:v>
                </c:pt>
                <c:pt idx="2387">
                  <c:v>40807</c:v>
                </c:pt>
                <c:pt idx="2388">
                  <c:v>40808</c:v>
                </c:pt>
                <c:pt idx="2389">
                  <c:v>40809</c:v>
                </c:pt>
                <c:pt idx="2390">
                  <c:v>40812</c:v>
                </c:pt>
                <c:pt idx="2391">
                  <c:v>40813</c:v>
                </c:pt>
                <c:pt idx="2392">
                  <c:v>40814</c:v>
                </c:pt>
                <c:pt idx="2393">
                  <c:v>40815</c:v>
                </c:pt>
                <c:pt idx="2394">
                  <c:v>40816</c:v>
                </c:pt>
                <c:pt idx="2395">
                  <c:v>40819</c:v>
                </c:pt>
                <c:pt idx="2396">
                  <c:v>40820</c:v>
                </c:pt>
                <c:pt idx="2397">
                  <c:v>40821</c:v>
                </c:pt>
                <c:pt idx="2398">
                  <c:v>40822</c:v>
                </c:pt>
                <c:pt idx="2399">
                  <c:v>40823</c:v>
                </c:pt>
                <c:pt idx="2400">
                  <c:v>40826</c:v>
                </c:pt>
                <c:pt idx="2401">
                  <c:v>40827</c:v>
                </c:pt>
                <c:pt idx="2402">
                  <c:v>40829</c:v>
                </c:pt>
                <c:pt idx="2403">
                  <c:v>40830</c:v>
                </c:pt>
                <c:pt idx="2404">
                  <c:v>40833</c:v>
                </c:pt>
                <c:pt idx="2405">
                  <c:v>40834</c:v>
                </c:pt>
                <c:pt idx="2406">
                  <c:v>40835</c:v>
                </c:pt>
                <c:pt idx="2407">
                  <c:v>40836</c:v>
                </c:pt>
                <c:pt idx="2408">
                  <c:v>40837</c:v>
                </c:pt>
                <c:pt idx="2409">
                  <c:v>40840</c:v>
                </c:pt>
                <c:pt idx="2410">
                  <c:v>40841</c:v>
                </c:pt>
                <c:pt idx="2411">
                  <c:v>40842</c:v>
                </c:pt>
                <c:pt idx="2412">
                  <c:v>40843</c:v>
                </c:pt>
                <c:pt idx="2413">
                  <c:v>40844</c:v>
                </c:pt>
                <c:pt idx="2414">
                  <c:v>40847</c:v>
                </c:pt>
                <c:pt idx="2415">
                  <c:v>40848</c:v>
                </c:pt>
                <c:pt idx="2416">
                  <c:v>40850</c:v>
                </c:pt>
                <c:pt idx="2417">
                  <c:v>40851</c:v>
                </c:pt>
                <c:pt idx="2418">
                  <c:v>40854</c:v>
                </c:pt>
                <c:pt idx="2419">
                  <c:v>40855</c:v>
                </c:pt>
                <c:pt idx="2420">
                  <c:v>40856</c:v>
                </c:pt>
                <c:pt idx="2421">
                  <c:v>40857</c:v>
                </c:pt>
                <c:pt idx="2422">
                  <c:v>40858</c:v>
                </c:pt>
                <c:pt idx="2423">
                  <c:v>40861</c:v>
                </c:pt>
                <c:pt idx="2424">
                  <c:v>40863</c:v>
                </c:pt>
                <c:pt idx="2425">
                  <c:v>40864</c:v>
                </c:pt>
                <c:pt idx="2426">
                  <c:v>40865</c:v>
                </c:pt>
                <c:pt idx="2427">
                  <c:v>40868</c:v>
                </c:pt>
                <c:pt idx="2428">
                  <c:v>40869</c:v>
                </c:pt>
                <c:pt idx="2429">
                  <c:v>40870</c:v>
                </c:pt>
                <c:pt idx="2430">
                  <c:v>40871</c:v>
                </c:pt>
                <c:pt idx="2431">
                  <c:v>40872</c:v>
                </c:pt>
                <c:pt idx="2432">
                  <c:v>40875</c:v>
                </c:pt>
                <c:pt idx="2433">
                  <c:v>40876</c:v>
                </c:pt>
                <c:pt idx="2434">
                  <c:v>40877</c:v>
                </c:pt>
                <c:pt idx="2435">
                  <c:v>40878</c:v>
                </c:pt>
                <c:pt idx="2436">
                  <c:v>40879</c:v>
                </c:pt>
                <c:pt idx="2437">
                  <c:v>40882</c:v>
                </c:pt>
                <c:pt idx="2438">
                  <c:v>40883</c:v>
                </c:pt>
                <c:pt idx="2439">
                  <c:v>40884</c:v>
                </c:pt>
                <c:pt idx="2440">
                  <c:v>40885</c:v>
                </c:pt>
                <c:pt idx="2441">
                  <c:v>40886</c:v>
                </c:pt>
                <c:pt idx="2442">
                  <c:v>40889</c:v>
                </c:pt>
                <c:pt idx="2443">
                  <c:v>40890</c:v>
                </c:pt>
                <c:pt idx="2444">
                  <c:v>40891</c:v>
                </c:pt>
                <c:pt idx="2445">
                  <c:v>40892</c:v>
                </c:pt>
                <c:pt idx="2446">
                  <c:v>40893</c:v>
                </c:pt>
                <c:pt idx="2447">
                  <c:v>40896</c:v>
                </c:pt>
                <c:pt idx="2448">
                  <c:v>40897</c:v>
                </c:pt>
                <c:pt idx="2449">
                  <c:v>40898</c:v>
                </c:pt>
                <c:pt idx="2450">
                  <c:v>40899</c:v>
                </c:pt>
                <c:pt idx="2451">
                  <c:v>40900</c:v>
                </c:pt>
                <c:pt idx="2452">
                  <c:v>40903</c:v>
                </c:pt>
                <c:pt idx="2453">
                  <c:v>40904</c:v>
                </c:pt>
                <c:pt idx="2454">
                  <c:v>40905</c:v>
                </c:pt>
                <c:pt idx="2455">
                  <c:v>40906</c:v>
                </c:pt>
                <c:pt idx="2456">
                  <c:v>40910</c:v>
                </c:pt>
                <c:pt idx="2457">
                  <c:v>40911</c:v>
                </c:pt>
                <c:pt idx="2458">
                  <c:v>40912</c:v>
                </c:pt>
                <c:pt idx="2459">
                  <c:v>40913</c:v>
                </c:pt>
                <c:pt idx="2460">
                  <c:v>40914</c:v>
                </c:pt>
                <c:pt idx="2461">
                  <c:v>40917</c:v>
                </c:pt>
                <c:pt idx="2462">
                  <c:v>40918</c:v>
                </c:pt>
                <c:pt idx="2463">
                  <c:v>40919</c:v>
                </c:pt>
                <c:pt idx="2464">
                  <c:v>40920</c:v>
                </c:pt>
                <c:pt idx="2465">
                  <c:v>40921</c:v>
                </c:pt>
                <c:pt idx="2466">
                  <c:v>40924</c:v>
                </c:pt>
                <c:pt idx="2467">
                  <c:v>40925</c:v>
                </c:pt>
                <c:pt idx="2468">
                  <c:v>40926</c:v>
                </c:pt>
                <c:pt idx="2469">
                  <c:v>40927</c:v>
                </c:pt>
                <c:pt idx="2470">
                  <c:v>40928</c:v>
                </c:pt>
                <c:pt idx="2471">
                  <c:v>40931</c:v>
                </c:pt>
                <c:pt idx="2472">
                  <c:v>40932</c:v>
                </c:pt>
                <c:pt idx="2473">
                  <c:v>40934</c:v>
                </c:pt>
                <c:pt idx="2474">
                  <c:v>40935</c:v>
                </c:pt>
                <c:pt idx="2475">
                  <c:v>40938</c:v>
                </c:pt>
                <c:pt idx="2476">
                  <c:v>40939</c:v>
                </c:pt>
                <c:pt idx="2477">
                  <c:v>40940</c:v>
                </c:pt>
                <c:pt idx="2478">
                  <c:v>40941</c:v>
                </c:pt>
                <c:pt idx="2479">
                  <c:v>40942</c:v>
                </c:pt>
                <c:pt idx="2480">
                  <c:v>40945</c:v>
                </c:pt>
                <c:pt idx="2481">
                  <c:v>40946</c:v>
                </c:pt>
                <c:pt idx="2482">
                  <c:v>40947</c:v>
                </c:pt>
                <c:pt idx="2483">
                  <c:v>40948</c:v>
                </c:pt>
                <c:pt idx="2484">
                  <c:v>40949</c:v>
                </c:pt>
                <c:pt idx="2485">
                  <c:v>40952</c:v>
                </c:pt>
                <c:pt idx="2486">
                  <c:v>40953</c:v>
                </c:pt>
                <c:pt idx="2487">
                  <c:v>40954</c:v>
                </c:pt>
                <c:pt idx="2488">
                  <c:v>40955</c:v>
                </c:pt>
                <c:pt idx="2489">
                  <c:v>40956</c:v>
                </c:pt>
                <c:pt idx="2490">
                  <c:v>40961</c:v>
                </c:pt>
                <c:pt idx="2491">
                  <c:v>40962</c:v>
                </c:pt>
                <c:pt idx="2492">
                  <c:v>40963</c:v>
                </c:pt>
                <c:pt idx="2493">
                  <c:v>40966</c:v>
                </c:pt>
                <c:pt idx="2494">
                  <c:v>40967</c:v>
                </c:pt>
                <c:pt idx="2495">
                  <c:v>40968</c:v>
                </c:pt>
                <c:pt idx="2496">
                  <c:v>40969</c:v>
                </c:pt>
                <c:pt idx="2497">
                  <c:v>40970</c:v>
                </c:pt>
                <c:pt idx="2498">
                  <c:v>40973</c:v>
                </c:pt>
                <c:pt idx="2499">
                  <c:v>40974</c:v>
                </c:pt>
                <c:pt idx="2500">
                  <c:v>40975</c:v>
                </c:pt>
                <c:pt idx="2501">
                  <c:v>40976</c:v>
                </c:pt>
                <c:pt idx="2502">
                  <c:v>40977</c:v>
                </c:pt>
                <c:pt idx="2503">
                  <c:v>40980</c:v>
                </c:pt>
                <c:pt idx="2504">
                  <c:v>40981</c:v>
                </c:pt>
                <c:pt idx="2505">
                  <c:v>40982</c:v>
                </c:pt>
                <c:pt idx="2506">
                  <c:v>40983</c:v>
                </c:pt>
                <c:pt idx="2507">
                  <c:v>40984</c:v>
                </c:pt>
                <c:pt idx="2508">
                  <c:v>40987</c:v>
                </c:pt>
                <c:pt idx="2509">
                  <c:v>40988</c:v>
                </c:pt>
                <c:pt idx="2510">
                  <c:v>40989</c:v>
                </c:pt>
                <c:pt idx="2511">
                  <c:v>40990</c:v>
                </c:pt>
                <c:pt idx="2512">
                  <c:v>40991</c:v>
                </c:pt>
                <c:pt idx="2513">
                  <c:v>40994</c:v>
                </c:pt>
                <c:pt idx="2514">
                  <c:v>40995</c:v>
                </c:pt>
                <c:pt idx="2515">
                  <c:v>40996</c:v>
                </c:pt>
                <c:pt idx="2516">
                  <c:v>40997</c:v>
                </c:pt>
                <c:pt idx="2517">
                  <c:v>40998</c:v>
                </c:pt>
                <c:pt idx="2518">
                  <c:v>41001</c:v>
                </c:pt>
                <c:pt idx="2519">
                  <c:v>41002</c:v>
                </c:pt>
                <c:pt idx="2520">
                  <c:v>41003</c:v>
                </c:pt>
                <c:pt idx="2521">
                  <c:v>41004</c:v>
                </c:pt>
                <c:pt idx="2522">
                  <c:v>41008</c:v>
                </c:pt>
                <c:pt idx="2523">
                  <c:v>41009</c:v>
                </c:pt>
                <c:pt idx="2524">
                  <c:v>41010</c:v>
                </c:pt>
                <c:pt idx="2525">
                  <c:v>41011</c:v>
                </c:pt>
                <c:pt idx="2526">
                  <c:v>41012</c:v>
                </c:pt>
                <c:pt idx="2527">
                  <c:v>41015</c:v>
                </c:pt>
                <c:pt idx="2528">
                  <c:v>41016</c:v>
                </c:pt>
                <c:pt idx="2529">
                  <c:v>41017</c:v>
                </c:pt>
                <c:pt idx="2530">
                  <c:v>41018</c:v>
                </c:pt>
                <c:pt idx="2531">
                  <c:v>41019</c:v>
                </c:pt>
                <c:pt idx="2532">
                  <c:v>41022</c:v>
                </c:pt>
                <c:pt idx="2533">
                  <c:v>41023</c:v>
                </c:pt>
                <c:pt idx="2534">
                  <c:v>41024</c:v>
                </c:pt>
                <c:pt idx="2535">
                  <c:v>41025</c:v>
                </c:pt>
                <c:pt idx="2536">
                  <c:v>41026</c:v>
                </c:pt>
                <c:pt idx="2537">
                  <c:v>41029</c:v>
                </c:pt>
                <c:pt idx="2538">
                  <c:v>41031</c:v>
                </c:pt>
                <c:pt idx="2539">
                  <c:v>41032</c:v>
                </c:pt>
                <c:pt idx="2540">
                  <c:v>41033</c:v>
                </c:pt>
                <c:pt idx="2541">
                  <c:v>41036</c:v>
                </c:pt>
                <c:pt idx="2542">
                  <c:v>41037</c:v>
                </c:pt>
                <c:pt idx="2543">
                  <c:v>41038</c:v>
                </c:pt>
                <c:pt idx="2544">
                  <c:v>41039</c:v>
                </c:pt>
                <c:pt idx="2545">
                  <c:v>41040</c:v>
                </c:pt>
                <c:pt idx="2546">
                  <c:v>41043</c:v>
                </c:pt>
                <c:pt idx="2547">
                  <c:v>41044</c:v>
                </c:pt>
                <c:pt idx="2548">
                  <c:v>41045</c:v>
                </c:pt>
                <c:pt idx="2549">
                  <c:v>41046</c:v>
                </c:pt>
                <c:pt idx="2550">
                  <c:v>41047</c:v>
                </c:pt>
                <c:pt idx="2551">
                  <c:v>41050</c:v>
                </c:pt>
                <c:pt idx="2552">
                  <c:v>41051</c:v>
                </c:pt>
                <c:pt idx="2553">
                  <c:v>41052</c:v>
                </c:pt>
                <c:pt idx="2554">
                  <c:v>41053</c:v>
                </c:pt>
                <c:pt idx="2555">
                  <c:v>41054</c:v>
                </c:pt>
                <c:pt idx="2556">
                  <c:v>41057</c:v>
                </c:pt>
                <c:pt idx="2557">
                  <c:v>41058</c:v>
                </c:pt>
                <c:pt idx="2558">
                  <c:v>41059</c:v>
                </c:pt>
                <c:pt idx="2559">
                  <c:v>41060</c:v>
                </c:pt>
                <c:pt idx="2560">
                  <c:v>41061</c:v>
                </c:pt>
                <c:pt idx="2561">
                  <c:v>41064</c:v>
                </c:pt>
                <c:pt idx="2562">
                  <c:v>41065</c:v>
                </c:pt>
                <c:pt idx="2563">
                  <c:v>41066</c:v>
                </c:pt>
                <c:pt idx="2564">
                  <c:v>41068</c:v>
                </c:pt>
                <c:pt idx="2565">
                  <c:v>41071</c:v>
                </c:pt>
                <c:pt idx="2566">
                  <c:v>41072</c:v>
                </c:pt>
                <c:pt idx="2567">
                  <c:v>41073</c:v>
                </c:pt>
                <c:pt idx="2568">
                  <c:v>41074</c:v>
                </c:pt>
                <c:pt idx="2569">
                  <c:v>41075</c:v>
                </c:pt>
                <c:pt idx="2570">
                  <c:v>41078</c:v>
                </c:pt>
                <c:pt idx="2571">
                  <c:v>41079</c:v>
                </c:pt>
                <c:pt idx="2572">
                  <c:v>41080</c:v>
                </c:pt>
                <c:pt idx="2573">
                  <c:v>41081</c:v>
                </c:pt>
                <c:pt idx="2574">
                  <c:v>41082</c:v>
                </c:pt>
                <c:pt idx="2575">
                  <c:v>41085</c:v>
                </c:pt>
                <c:pt idx="2576">
                  <c:v>41086</c:v>
                </c:pt>
                <c:pt idx="2577">
                  <c:v>41087</c:v>
                </c:pt>
                <c:pt idx="2578">
                  <c:v>41088</c:v>
                </c:pt>
                <c:pt idx="2579">
                  <c:v>41089</c:v>
                </c:pt>
                <c:pt idx="2580">
                  <c:v>41092</c:v>
                </c:pt>
                <c:pt idx="2581">
                  <c:v>41093</c:v>
                </c:pt>
                <c:pt idx="2582">
                  <c:v>41094</c:v>
                </c:pt>
                <c:pt idx="2583">
                  <c:v>41095</c:v>
                </c:pt>
                <c:pt idx="2584">
                  <c:v>41096</c:v>
                </c:pt>
                <c:pt idx="2585">
                  <c:v>41100</c:v>
                </c:pt>
                <c:pt idx="2586">
                  <c:v>41101</c:v>
                </c:pt>
                <c:pt idx="2587">
                  <c:v>41102</c:v>
                </c:pt>
                <c:pt idx="2588">
                  <c:v>41103</c:v>
                </c:pt>
                <c:pt idx="2589">
                  <c:v>41106</c:v>
                </c:pt>
                <c:pt idx="2590">
                  <c:v>41107</c:v>
                </c:pt>
                <c:pt idx="2591">
                  <c:v>41108</c:v>
                </c:pt>
                <c:pt idx="2592">
                  <c:v>41109</c:v>
                </c:pt>
                <c:pt idx="2593">
                  <c:v>41110</c:v>
                </c:pt>
                <c:pt idx="2594">
                  <c:v>41113</c:v>
                </c:pt>
                <c:pt idx="2595">
                  <c:v>41114</c:v>
                </c:pt>
                <c:pt idx="2596">
                  <c:v>41115</c:v>
                </c:pt>
                <c:pt idx="2597">
                  <c:v>41116</c:v>
                </c:pt>
                <c:pt idx="2598">
                  <c:v>41117</c:v>
                </c:pt>
                <c:pt idx="2599">
                  <c:v>41120</c:v>
                </c:pt>
                <c:pt idx="2600">
                  <c:v>41121</c:v>
                </c:pt>
                <c:pt idx="2601">
                  <c:v>41122</c:v>
                </c:pt>
                <c:pt idx="2602">
                  <c:v>41123</c:v>
                </c:pt>
                <c:pt idx="2603">
                  <c:v>41124</c:v>
                </c:pt>
                <c:pt idx="2604">
                  <c:v>41127</c:v>
                </c:pt>
                <c:pt idx="2605">
                  <c:v>41128</c:v>
                </c:pt>
                <c:pt idx="2606">
                  <c:v>41129</c:v>
                </c:pt>
                <c:pt idx="2607">
                  <c:v>41130</c:v>
                </c:pt>
                <c:pt idx="2608">
                  <c:v>41131</c:v>
                </c:pt>
                <c:pt idx="2609">
                  <c:v>41134</c:v>
                </c:pt>
                <c:pt idx="2610">
                  <c:v>41135</c:v>
                </c:pt>
                <c:pt idx="2611">
                  <c:v>41136</c:v>
                </c:pt>
                <c:pt idx="2612">
                  <c:v>41137</c:v>
                </c:pt>
                <c:pt idx="2613">
                  <c:v>41138</c:v>
                </c:pt>
                <c:pt idx="2614">
                  <c:v>41141</c:v>
                </c:pt>
                <c:pt idx="2615">
                  <c:v>41142</c:v>
                </c:pt>
                <c:pt idx="2616">
                  <c:v>41143</c:v>
                </c:pt>
                <c:pt idx="2617">
                  <c:v>41144</c:v>
                </c:pt>
                <c:pt idx="2618">
                  <c:v>41145</c:v>
                </c:pt>
                <c:pt idx="2619">
                  <c:v>41148</c:v>
                </c:pt>
                <c:pt idx="2620">
                  <c:v>41149</c:v>
                </c:pt>
                <c:pt idx="2621">
                  <c:v>41150</c:v>
                </c:pt>
                <c:pt idx="2622">
                  <c:v>41151</c:v>
                </c:pt>
                <c:pt idx="2623">
                  <c:v>41152</c:v>
                </c:pt>
                <c:pt idx="2624">
                  <c:v>41155</c:v>
                </c:pt>
                <c:pt idx="2625">
                  <c:v>41156</c:v>
                </c:pt>
                <c:pt idx="2626">
                  <c:v>41157</c:v>
                </c:pt>
                <c:pt idx="2627">
                  <c:v>41158</c:v>
                </c:pt>
                <c:pt idx="2628">
                  <c:v>41162</c:v>
                </c:pt>
                <c:pt idx="2629">
                  <c:v>41163</c:v>
                </c:pt>
                <c:pt idx="2630">
                  <c:v>41164</c:v>
                </c:pt>
                <c:pt idx="2631">
                  <c:v>41165</c:v>
                </c:pt>
                <c:pt idx="2632">
                  <c:v>41166</c:v>
                </c:pt>
                <c:pt idx="2633">
                  <c:v>41169</c:v>
                </c:pt>
                <c:pt idx="2634">
                  <c:v>41170</c:v>
                </c:pt>
                <c:pt idx="2635">
                  <c:v>41171</c:v>
                </c:pt>
                <c:pt idx="2636">
                  <c:v>41172</c:v>
                </c:pt>
                <c:pt idx="2637">
                  <c:v>41173</c:v>
                </c:pt>
                <c:pt idx="2638">
                  <c:v>41176</c:v>
                </c:pt>
                <c:pt idx="2639">
                  <c:v>41177</c:v>
                </c:pt>
                <c:pt idx="2640">
                  <c:v>41178</c:v>
                </c:pt>
                <c:pt idx="2641">
                  <c:v>41179</c:v>
                </c:pt>
                <c:pt idx="2642">
                  <c:v>41180</c:v>
                </c:pt>
                <c:pt idx="2643">
                  <c:v>41183</c:v>
                </c:pt>
                <c:pt idx="2644">
                  <c:v>41184</c:v>
                </c:pt>
                <c:pt idx="2645">
                  <c:v>41185</c:v>
                </c:pt>
                <c:pt idx="2646">
                  <c:v>41186</c:v>
                </c:pt>
                <c:pt idx="2647">
                  <c:v>41187</c:v>
                </c:pt>
                <c:pt idx="2648">
                  <c:v>41190</c:v>
                </c:pt>
                <c:pt idx="2649">
                  <c:v>41191</c:v>
                </c:pt>
                <c:pt idx="2650">
                  <c:v>41192</c:v>
                </c:pt>
                <c:pt idx="2651">
                  <c:v>41193</c:v>
                </c:pt>
                <c:pt idx="2652">
                  <c:v>41197</c:v>
                </c:pt>
                <c:pt idx="2653">
                  <c:v>41198</c:v>
                </c:pt>
                <c:pt idx="2654">
                  <c:v>41199</c:v>
                </c:pt>
                <c:pt idx="2655">
                  <c:v>41200</c:v>
                </c:pt>
                <c:pt idx="2656">
                  <c:v>41201</c:v>
                </c:pt>
                <c:pt idx="2657">
                  <c:v>41204</c:v>
                </c:pt>
                <c:pt idx="2658">
                  <c:v>41205</c:v>
                </c:pt>
                <c:pt idx="2659">
                  <c:v>41206</c:v>
                </c:pt>
                <c:pt idx="2660">
                  <c:v>41207</c:v>
                </c:pt>
                <c:pt idx="2661">
                  <c:v>41208</c:v>
                </c:pt>
                <c:pt idx="2662">
                  <c:v>41211</c:v>
                </c:pt>
                <c:pt idx="2663">
                  <c:v>41212</c:v>
                </c:pt>
                <c:pt idx="2664">
                  <c:v>41213</c:v>
                </c:pt>
                <c:pt idx="2665">
                  <c:v>41214</c:v>
                </c:pt>
                <c:pt idx="2666">
                  <c:v>41218</c:v>
                </c:pt>
                <c:pt idx="2667">
                  <c:v>41219</c:v>
                </c:pt>
                <c:pt idx="2668">
                  <c:v>41220</c:v>
                </c:pt>
                <c:pt idx="2669">
                  <c:v>41221</c:v>
                </c:pt>
                <c:pt idx="2670">
                  <c:v>41222</c:v>
                </c:pt>
                <c:pt idx="2671">
                  <c:v>41225</c:v>
                </c:pt>
                <c:pt idx="2672">
                  <c:v>41226</c:v>
                </c:pt>
                <c:pt idx="2673">
                  <c:v>41227</c:v>
                </c:pt>
                <c:pt idx="2674">
                  <c:v>41229</c:v>
                </c:pt>
                <c:pt idx="2675">
                  <c:v>41232</c:v>
                </c:pt>
                <c:pt idx="2676">
                  <c:v>41234</c:v>
                </c:pt>
                <c:pt idx="2677">
                  <c:v>41235</c:v>
                </c:pt>
                <c:pt idx="2678">
                  <c:v>41236</c:v>
                </c:pt>
                <c:pt idx="2679">
                  <c:v>41239</c:v>
                </c:pt>
                <c:pt idx="2680">
                  <c:v>41240</c:v>
                </c:pt>
                <c:pt idx="2681">
                  <c:v>41241</c:v>
                </c:pt>
                <c:pt idx="2682">
                  <c:v>41242</c:v>
                </c:pt>
                <c:pt idx="2683">
                  <c:v>41243</c:v>
                </c:pt>
                <c:pt idx="2684">
                  <c:v>41246</c:v>
                </c:pt>
                <c:pt idx="2685">
                  <c:v>41247</c:v>
                </c:pt>
                <c:pt idx="2686">
                  <c:v>41248</c:v>
                </c:pt>
                <c:pt idx="2687">
                  <c:v>41249</c:v>
                </c:pt>
                <c:pt idx="2688">
                  <c:v>41250</c:v>
                </c:pt>
                <c:pt idx="2689">
                  <c:v>41253</c:v>
                </c:pt>
                <c:pt idx="2690">
                  <c:v>41254</c:v>
                </c:pt>
                <c:pt idx="2691">
                  <c:v>41255</c:v>
                </c:pt>
                <c:pt idx="2692">
                  <c:v>41256</c:v>
                </c:pt>
                <c:pt idx="2693">
                  <c:v>41257</c:v>
                </c:pt>
                <c:pt idx="2694">
                  <c:v>41260</c:v>
                </c:pt>
                <c:pt idx="2695">
                  <c:v>41261</c:v>
                </c:pt>
                <c:pt idx="2696">
                  <c:v>41262</c:v>
                </c:pt>
                <c:pt idx="2697">
                  <c:v>41263</c:v>
                </c:pt>
                <c:pt idx="2698">
                  <c:v>41264</c:v>
                </c:pt>
                <c:pt idx="2699">
                  <c:v>41269</c:v>
                </c:pt>
                <c:pt idx="2700">
                  <c:v>41270</c:v>
                </c:pt>
                <c:pt idx="2701">
                  <c:v>41271</c:v>
                </c:pt>
                <c:pt idx="2702">
                  <c:v>41276</c:v>
                </c:pt>
                <c:pt idx="2703">
                  <c:v>41277</c:v>
                </c:pt>
                <c:pt idx="2704">
                  <c:v>41278</c:v>
                </c:pt>
                <c:pt idx="2705">
                  <c:v>41281</c:v>
                </c:pt>
                <c:pt idx="2706">
                  <c:v>41282</c:v>
                </c:pt>
                <c:pt idx="2707">
                  <c:v>41283</c:v>
                </c:pt>
                <c:pt idx="2708">
                  <c:v>41284</c:v>
                </c:pt>
                <c:pt idx="2709">
                  <c:v>41285</c:v>
                </c:pt>
                <c:pt idx="2710">
                  <c:v>41288</c:v>
                </c:pt>
                <c:pt idx="2711">
                  <c:v>41289</c:v>
                </c:pt>
                <c:pt idx="2712">
                  <c:v>41290</c:v>
                </c:pt>
                <c:pt idx="2713">
                  <c:v>41291</c:v>
                </c:pt>
                <c:pt idx="2714">
                  <c:v>41292</c:v>
                </c:pt>
                <c:pt idx="2715">
                  <c:v>41295</c:v>
                </c:pt>
                <c:pt idx="2716">
                  <c:v>41296</c:v>
                </c:pt>
                <c:pt idx="2717">
                  <c:v>41297</c:v>
                </c:pt>
                <c:pt idx="2718">
                  <c:v>41298</c:v>
                </c:pt>
                <c:pt idx="2719">
                  <c:v>41302</c:v>
                </c:pt>
                <c:pt idx="2720">
                  <c:v>41303</c:v>
                </c:pt>
                <c:pt idx="2721">
                  <c:v>41304</c:v>
                </c:pt>
                <c:pt idx="2722">
                  <c:v>41305</c:v>
                </c:pt>
                <c:pt idx="2723">
                  <c:v>41306</c:v>
                </c:pt>
                <c:pt idx="2724">
                  <c:v>41309</c:v>
                </c:pt>
                <c:pt idx="2725">
                  <c:v>41310</c:v>
                </c:pt>
                <c:pt idx="2726">
                  <c:v>41311</c:v>
                </c:pt>
                <c:pt idx="2727">
                  <c:v>41312</c:v>
                </c:pt>
                <c:pt idx="2728">
                  <c:v>41313</c:v>
                </c:pt>
                <c:pt idx="2729">
                  <c:v>41318</c:v>
                </c:pt>
                <c:pt idx="2730">
                  <c:v>41319</c:v>
                </c:pt>
                <c:pt idx="2731">
                  <c:v>41320</c:v>
                </c:pt>
                <c:pt idx="2732">
                  <c:v>41323</c:v>
                </c:pt>
                <c:pt idx="2733">
                  <c:v>41324</c:v>
                </c:pt>
                <c:pt idx="2734">
                  <c:v>41325</c:v>
                </c:pt>
                <c:pt idx="2735">
                  <c:v>41326</c:v>
                </c:pt>
                <c:pt idx="2736">
                  <c:v>41327</c:v>
                </c:pt>
                <c:pt idx="2737">
                  <c:v>41330</c:v>
                </c:pt>
                <c:pt idx="2738">
                  <c:v>41331</c:v>
                </c:pt>
                <c:pt idx="2739">
                  <c:v>41332</c:v>
                </c:pt>
                <c:pt idx="2740">
                  <c:v>41333</c:v>
                </c:pt>
                <c:pt idx="2741">
                  <c:v>41334</c:v>
                </c:pt>
                <c:pt idx="2742">
                  <c:v>41337</c:v>
                </c:pt>
                <c:pt idx="2743">
                  <c:v>41338</c:v>
                </c:pt>
                <c:pt idx="2744">
                  <c:v>41339</c:v>
                </c:pt>
                <c:pt idx="2745">
                  <c:v>41340</c:v>
                </c:pt>
                <c:pt idx="2746">
                  <c:v>41341</c:v>
                </c:pt>
                <c:pt idx="2747">
                  <c:v>41344</c:v>
                </c:pt>
                <c:pt idx="2748">
                  <c:v>41345</c:v>
                </c:pt>
                <c:pt idx="2749">
                  <c:v>41346</c:v>
                </c:pt>
                <c:pt idx="2750">
                  <c:v>41347</c:v>
                </c:pt>
                <c:pt idx="2751">
                  <c:v>41348</c:v>
                </c:pt>
                <c:pt idx="2752">
                  <c:v>41351</c:v>
                </c:pt>
                <c:pt idx="2753">
                  <c:v>41352</c:v>
                </c:pt>
                <c:pt idx="2754">
                  <c:v>41353</c:v>
                </c:pt>
                <c:pt idx="2755">
                  <c:v>41354</c:v>
                </c:pt>
                <c:pt idx="2756">
                  <c:v>41355</c:v>
                </c:pt>
                <c:pt idx="2757">
                  <c:v>41358</c:v>
                </c:pt>
                <c:pt idx="2758">
                  <c:v>41359</c:v>
                </c:pt>
                <c:pt idx="2759">
                  <c:v>41360</c:v>
                </c:pt>
                <c:pt idx="2760">
                  <c:v>41361</c:v>
                </c:pt>
                <c:pt idx="2761">
                  <c:v>41365</c:v>
                </c:pt>
                <c:pt idx="2762">
                  <c:v>41366</c:v>
                </c:pt>
                <c:pt idx="2763">
                  <c:v>41367</c:v>
                </c:pt>
                <c:pt idx="2764">
                  <c:v>41368</c:v>
                </c:pt>
                <c:pt idx="2765">
                  <c:v>41369</c:v>
                </c:pt>
                <c:pt idx="2766">
                  <c:v>41372</c:v>
                </c:pt>
                <c:pt idx="2767">
                  <c:v>41373</c:v>
                </c:pt>
                <c:pt idx="2768">
                  <c:v>41374</c:v>
                </c:pt>
                <c:pt idx="2769">
                  <c:v>41375</c:v>
                </c:pt>
                <c:pt idx="2770">
                  <c:v>41376</c:v>
                </c:pt>
                <c:pt idx="2771">
                  <c:v>41379</c:v>
                </c:pt>
                <c:pt idx="2772">
                  <c:v>41380</c:v>
                </c:pt>
                <c:pt idx="2773">
                  <c:v>41381</c:v>
                </c:pt>
                <c:pt idx="2774">
                  <c:v>41382</c:v>
                </c:pt>
                <c:pt idx="2775">
                  <c:v>41383</c:v>
                </c:pt>
                <c:pt idx="2776">
                  <c:v>41386</c:v>
                </c:pt>
                <c:pt idx="2777">
                  <c:v>41387</c:v>
                </c:pt>
                <c:pt idx="2778">
                  <c:v>41388</c:v>
                </c:pt>
                <c:pt idx="2779">
                  <c:v>41389</c:v>
                </c:pt>
                <c:pt idx="2780">
                  <c:v>41390</c:v>
                </c:pt>
                <c:pt idx="2781">
                  <c:v>41393</c:v>
                </c:pt>
                <c:pt idx="2782">
                  <c:v>41394</c:v>
                </c:pt>
                <c:pt idx="2783">
                  <c:v>41396</c:v>
                </c:pt>
                <c:pt idx="2784">
                  <c:v>41397</c:v>
                </c:pt>
                <c:pt idx="2785">
                  <c:v>41400</c:v>
                </c:pt>
                <c:pt idx="2786">
                  <c:v>41401</c:v>
                </c:pt>
                <c:pt idx="2787">
                  <c:v>41402</c:v>
                </c:pt>
                <c:pt idx="2788">
                  <c:v>41403</c:v>
                </c:pt>
                <c:pt idx="2789">
                  <c:v>41404</c:v>
                </c:pt>
                <c:pt idx="2790">
                  <c:v>41407</c:v>
                </c:pt>
                <c:pt idx="2791">
                  <c:v>41408</c:v>
                </c:pt>
                <c:pt idx="2792">
                  <c:v>41409</c:v>
                </c:pt>
                <c:pt idx="2793">
                  <c:v>41410</c:v>
                </c:pt>
                <c:pt idx="2794">
                  <c:v>41411</c:v>
                </c:pt>
                <c:pt idx="2795">
                  <c:v>41414</c:v>
                </c:pt>
                <c:pt idx="2796">
                  <c:v>41415</c:v>
                </c:pt>
                <c:pt idx="2797">
                  <c:v>41416</c:v>
                </c:pt>
                <c:pt idx="2798">
                  <c:v>41417</c:v>
                </c:pt>
                <c:pt idx="2799">
                  <c:v>41418</c:v>
                </c:pt>
                <c:pt idx="2800">
                  <c:v>41421</c:v>
                </c:pt>
                <c:pt idx="2801">
                  <c:v>41422</c:v>
                </c:pt>
                <c:pt idx="2802">
                  <c:v>41423</c:v>
                </c:pt>
                <c:pt idx="2803">
                  <c:v>41425</c:v>
                </c:pt>
                <c:pt idx="2804">
                  <c:v>41428</c:v>
                </c:pt>
                <c:pt idx="2805">
                  <c:v>41429</c:v>
                </c:pt>
                <c:pt idx="2806">
                  <c:v>41430</c:v>
                </c:pt>
                <c:pt idx="2807">
                  <c:v>41431</c:v>
                </c:pt>
                <c:pt idx="2808">
                  <c:v>41432</c:v>
                </c:pt>
                <c:pt idx="2809">
                  <c:v>41435</c:v>
                </c:pt>
                <c:pt idx="2810">
                  <c:v>41436</c:v>
                </c:pt>
                <c:pt idx="2811">
                  <c:v>41437</c:v>
                </c:pt>
                <c:pt idx="2812">
                  <c:v>41438</c:v>
                </c:pt>
                <c:pt idx="2813">
                  <c:v>41439</c:v>
                </c:pt>
                <c:pt idx="2814">
                  <c:v>41442</c:v>
                </c:pt>
                <c:pt idx="2815">
                  <c:v>41443</c:v>
                </c:pt>
                <c:pt idx="2816">
                  <c:v>41444</c:v>
                </c:pt>
                <c:pt idx="2817">
                  <c:v>41445</c:v>
                </c:pt>
                <c:pt idx="2818">
                  <c:v>41446</c:v>
                </c:pt>
                <c:pt idx="2819">
                  <c:v>41449</c:v>
                </c:pt>
                <c:pt idx="2820">
                  <c:v>41450</c:v>
                </c:pt>
                <c:pt idx="2821">
                  <c:v>41451</c:v>
                </c:pt>
                <c:pt idx="2822">
                  <c:v>41452</c:v>
                </c:pt>
                <c:pt idx="2823">
                  <c:v>41453</c:v>
                </c:pt>
                <c:pt idx="2824">
                  <c:v>41456</c:v>
                </c:pt>
                <c:pt idx="2825">
                  <c:v>41457</c:v>
                </c:pt>
                <c:pt idx="2826">
                  <c:v>41458</c:v>
                </c:pt>
                <c:pt idx="2827">
                  <c:v>41459</c:v>
                </c:pt>
                <c:pt idx="2828">
                  <c:v>41460</c:v>
                </c:pt>
                <c:pt idx="2829">
                  <c:v>41463</c:v>
                </c:pt>
                <c:pt idx="2830">
                  <c:v>41465</c:v>
                </c:pt>
                <c:pt idx="2831">
                  <c:v>41466</c:v>
                </c:pt>
                <c:pt idx="2832">
                  <c:v>41467</c:v>
                </c:pt>
                <c:pt idx="2833">
                  <c:v>41470</c:v>
                </c:pt>
                <c:pt idx="2834">
                  <c:v>41471</c:v>
                </c:pt>
                <c:pt idx="2835">
                  <c:v>41472</c:v>
                </c:pt>
                <c:pt idx="2836">
                  <c:v>41473</c:v>
                </c:pt>
                <c:pt idx="2837">
                  <c:v>41474</c:v>
                </c:pt>
                <c:pt idx="2838">
                  <c:v>41477</c:v>
                </c:pt>
                <c:pt idx="2839">
                  <c:v>41478</c:v>
                </c:pt>
                <c:pt idx="2840">
                  <c:v>41479</c:v>
                </c:pt>
                <c:pt idx="2841">
                  <c:v>41480</c:v>
                </c:pt>
                <c:pt idx="2842">
                  <c:v>41481</c:v>
                </c:pt>
                <c:pt idx="2843">
                  <c:v>41484</c:v>
                </c:pt>
                <c:pt idx="2844">
                  <c:v>41485</c:v>
                </c:pt>
                <c:pt idx="2845">
                  <c:v>41486</c:v>
                </c:pt>
                <c:pt idx="2846">
                  <c:v>41487</c:v>
                </c:pt>
                <c:pt idx="2847">
                  <c:v>41488</c:v>
                </c:pt>
                <c:pt idx="2848">
                  <c:v>41491</c:v>
                </c:pt>
                <c:pt idx="2849">
                  <c:v>41492</c:v>
                </c:pt>
                <c:pt idx="2850">
                  <c:v>41493</c:v>
                </c:pt>
                <c:pt idx="2851">
                  <c:v>41494</c:v>
                </c:pt>
                <c:pt idx="2852">
                  <c:v>41495</c:v>
                </c:pt>
                <c:pt idx="2853">
                  <c:v>41498</c:v>
                </c:pt>
                <c:pt idx="2854">
                  <c:v>41499</c:v>
                </c:pt>
                <c:pt idx="2855">
                  <c:v>41500</c:v>
                </c:pt>
                <c:pt idx="2856">
                  <c:v>41501</c:v>
                </c:pt>
                <c:pt idx="2857">
                  <c:v>41502</c:v>
                </c:pt>
                <c:pt idx="2858">
                  <c:v>41505</c:v>
                </c:pt>
                <c:pt idx="2859">
                  <c:v>41506</c:v>
                </c:pt>
                <c:pt idx="2860">
                  <c:v>41507</c:v>
                </c:pt>
                <c:pt idx="2861">
                  <c:v>41508</c:v>
                </c:pt>
                <c:pt idx="2862">
                  <c:v>41509</c:v>
                </c:pt>
                <c:pt idx="2863">
                  <c:v>41512</c:v>
                </c:pt>
                <c:pt idx="2864">
                  <c:v>41513</c:v>
                </c:pt>
                <c:pt idx="2865">
                  <c:v>41514</c:v>
                </c:pt>
                <c:pt idx="2866">
                  <c:v>41515</c:v>
                </c:pt>
                <c:pt idx="2867">
                  <c:v>41516</c:v>
                </c:pt>
                <c:pt idx="2868">
                  <c:v>41519</c:v>
                </c:pt>
                <c:pt idx="2869">
                  <c:v>41520</c:v>
                </c:pt>
                <c:pt idx="2870">
                  <c:v>41521</c:v>
                </c:pt>
                <c:pt idx="2871">
                  <c:v>41522</c:v>
                </c:pt>
                <c:pt idx="2872">
                  <c:v>41523</c:v>
                </c:pt>
                <c:pt idx="2873">
                  <c:v>41526</c:v>
                </c:pt>
                <c:pt idx="2874">
                  <c:v>41527</c:v>
                </c:pt>
                <c:pt idx="2875">
                  <c:v>41528</c:v>
                </c:pt>
                <c:pt idx="2876">
                  <c:v>41529</c:v>
                </c:pt>
                <c:pt idx="2877">
                  <c:v>41530</c:v>
                </c:pt>
                <c:pt idx="2878">
                  <c:v>41533</c:v>
                </c:pt>
                <c:pt idx="2879">
                  <c:v>41534</c:v>
                </c:pt>
                <c:pt idx="2880">
                  <c:v>41535</c:v>
                </c:pt>
                <c:pt idx="2881">
                  <c:v>41536</c:v>
                </c:pt>
                <c:pt idx="2882">
                  <c:v>41537</c:v>
                </c:pt>
                <c:pt idx="2883">
                  <c:v>41540</c:v>
                </c:pt>
                <c:pt idx="2884">
                  <c:v>41541</c:v>
                </c:pt>
                <c:pt idx="2885">
                  <c:v>41542</c:v>
                </c:pt>
                <c:pt idx="2886">
                  <c:v>41543</c:v>
                </c:pt>
                <c:pt idx="2887">
                  <c:v>41544</c:v>
                </c:pt>
                <c:pt idx="2888">
                  <c:v>41547</c:v>
                </c:pt>
                <c:pt idx="2889">
                  <c:v>41548</c:v>
                </c:pt>
                <c:pt idx="2890">
                  <c:v>41549</c:v>
                </c:pt>
                <c:pt idx="2891">
                  <c:v>41550</c:v>
                </c:pt>
                <c:pt idx="2892">
                  <c:v>41551</c:v>
                </c:pt>
                <c:pt idx="2893">
                  <c:v>41554</c:v>
                </c:pt>
                <c:pt idx="2894">
                  <c:v>41555</c:v>
                </c:pt>
                <c:pt idx="2895">
                  <c:v>41556</c:v>
                </c:pt>
                <c:pt idx="2896">
                  <c:v>41557</c:v>
                </c:pt>
                <c:pt idx="2897">
                  <c:v>41558</c:v>
                </c:pt>
                <c:pt idx="2898">
                  <c:v>41561</c:v>
                </c:pt>
                <c:pt idx="2899">
                  <c:v>41562</c:v>
                </c:pt>
                <c:pt idx="2900">
                  <c:v>41563</c:v>
                </c:pt>
                <c:pt idx="2901">
                  <c:v>41564</c:v>
                </c:pt>
                <c:pt idx="2902">
                  <c:v>41565</c:v>
                </c:pt>
                <c:pt idx="2903">
                  <c:v>41568</c:v>
                </c:pt>
                <c:pt idx="2904">
                  <c:v>41569</c:v>
                </c:pt>
                <c:pt idx="2905">
                  <c:v>41570</c:v>
                </c:pt>
                <c:pt idx="2906">
                  <c:v>41571</c:v>
                </c:pt>
                <c:pt idx="2907">
                  <c:v>41572</c:v>
                </c:pt>
                <c:pt idx="2908">
                  <c:v>41575</c:v>
                </c:pt>
                <c:pt idx="2909">
                  <c:v>41576</c:v>
                </c:pt>
                <c:pt idx="2910">
                  <c:v>41577</c:v>
                </c:pt>
                <c:pt idx="2911">
                  <c:v>41578</c:v>
                </c:pt>
                <c:pt idx="2912">
                  <c:v>41579</c:v>
                </c:pt>
                <c:pt idx="2913">
                  <c:v>41582</c:v>
                </c:pt>
                <c:pt idx="2914">
                  <c:v>41583</c:v>
                </c:pt>
                <c:pt idx="2915">
                  <c:v>41584</c:v>
                </c:pt>
                <c:pt idx="2916">
                  <c:v>41585</c:v>
                </c:pt>
                <c:pt idx="2917">
                  <c:v>41586</c:v>
                </c:pt>
                <c:pt idx="2918">
                  <c:v>41589</c:v>
                </c:pt>
                <c:pt idx="2919">
                  <c:v>41590</c:v>
                </c:pt>
                <c:pt idx="2920">
                  <c:v>41591</c:v>
                </c:pt>
                <c:pt idx="2921">
                  <c:v>41592</c:v>
                </c:pt>
                <c:pt idx="2922">
                  <c:v>41596</c:v>
                </c:pt>
                <c:pt idx="2923">
                  <c:v>41597</c:v>
                </c:pt>
                <c:pt idx="2924">
                  <c:v>41599</c:v>
                </c:pt>
                <c:pt idx="2925">
                  <c:v>41600</c:v>
                </c:pt>
                <c:pt idx="2926">
                  <c:v>41603</c:v>
                </c:pt>
                <c:pt idx="2927">
                  <c:v>41604</c:v>
                </c:pt>
                <c:pt idx="2928">
                  <c:v>41605</c:v>
                </c:pt>
                <c:pt idx="2929">
                  <c:v>41606</c:v>
                </c:pt>
                <c:pt idx="2930">
                  <c:v>41607</c:v>
                </c:pt>
                <c:pt idx="2931">
                  <c:v>41610</c:v>
                </c:pt>
                <c:pt idx="2932">
                  <c:v>41611</c:v>
                </c:pt>
                <c:pt idx="2933">
                  <c:v>41612</c:v>
                </c:pt>
                <c:pt idx="2934">
                  <c:v>41613</c:v>
                </c:pt>
                <c:pt idx="2935">
                  <c:v>41614</c:v>
                </c:pt>
                <c:pt idx="2936">
                  <c:v>41617</c:v>
                </c:pt>
                <c:pt idx="2937">
                  <c:v>41618</c:v>
                </c:pt>
                <c:pt idx="2938">
                  <c:v>41619</c:v>
                </c:pt>
                <c:pt idx="2939">
                  <c:v>41620</c:v>
                </c:pt>
                <c:pt idx="2940">
                  <c:v>41621</c:v>
                </c:pt>
                <c:pt idx="2941">
                  <c:v>41624</c:v>
                </c:pt>
                <c:pt idx="2942">
                  <c:v>41625</c:v>
                </c:pt>
                <c:pt idx="2943">
                  <c:v>41626</c:v>
                </c:pt>
                <c:pt idx="2944">
                  <c:v>41627</c:v>
                </c:pt>
                <c:pt idx="2945">
                  <c:v>41628</c:v>
                </c:pt>
                <c:pt idx="2946">
                  <c:v>41631</c:v>
                </c:pt>
                <c:pt idx="2947">
                  <c:v>41634</c:v>
                </c:pt>
                <c:pt idx="2948">
                  <c:v>41635</c:v>
                </c:pt>
                <c:pt idx="2949">
                  <c:v>41638</c:v>
                </c:pt>
                <c:pt idx="2950">
                  <c:v>41641</c:v>
                </c:pt>
                <c:pt idx="2951">
                  <c:v>41642</c:v>
                </c:pt>
                <c:pt idx="2952">
                  <c:v>41645</c:v>
                </c:pt>
                <c:pt idx="2953">
                  <c:v>41646</c:v>
                </c:pt>
                <c:pt idx="2954">
                  <c:v>41647</c:v>
                </c:pt>
                <c:pt idx="2955">
                  <c:v>41648</c:v>
                </c:pt>
                <c:pt idx="2956">
                  <c:v>41649</c:v>
                </c:pt>
                <c:pt idx="2957">
                  <c:v>41652</c:v>
                </c:pt>
                <c:pt idx="2958">
                  <c:v>41653</c:v>
                </c:pt>
                <c:pt idx="2959">
                  <c:v>41654</c:v>
                </c:pt>
                <c:pt idx="2960">
                  <c:v>41655</c:v>
                </c:pt>
                <c:pt idx="2961">
                  <c:v>41656</c:v>
                </c:pt>
                <c:pt idx="2962">
                  <c:v>41659</c:v>
                </c:pt>
                <c:pt idx="2963">
                  <c:v>41660</c:v>
                </c:pt>
                <c:pt idx="2964">
                  <c:v>41661</c:v>
                </c:pt>
                <c:pt idx="2965">
                  <c:v>41662</c:v>
                </c:pt>
                <c:pt idx="2966">
                  <c:v>41663</c:v>
                </c:pt>
                <c:pt idx="2967">
                  <c:v>41666</c:v>
                </c:pt>
                <c:pt idx="2968">
                  <c:v>41667</c:v>
                </c:pt>
                <c:pt idx="2969">
                  <c:v>41668</c:v>
                </c:pt>
                <c:pt idx="2970">
                  <c:v>41669</c:v>
                </c:pt>
                <c:pt idx="2971">
                  <c:v>41670</c:v>
                </c:pt>
                <c:pt idx="2972">
                  <c:v>41673</c:v>
                </c:pt>
                <c:pt idx="2973">
                  <c:v>41674</c:v>
                </c:pt>
                <c:pt idx="2974">
                  <c:v>41675</c:v>
                </c:pt>
                <c:pt idx="2975">
                  <c:v>41676</c:v>
                </c:pt>
                <c:pt idx="2976">
                  <c:v>41677</c:v>
                </c:pt>
                <c:pt idx="2977">
                  <c:v>41680</c:v>
                </c:pt>
                <c:pt idx="2978">
                  <c:v>41681</c:v>
                </c:pt>
                <c:pt idx="2979">
                  <c:v>41682</c:v>
                </c:pt>
                <c:pt idx="2980">
                  <c:v>41683</c:v>
                </c:pt>
                <c:pt idx="2981">
                  <c:v>41684</c:v>
                </c:pt>
                <c:pt idx="2982">
                  <c:v>41687</c:v>
                </c:pt>
                <c:pt idx="2983">
                  <c:v>41688</c:v>
                </c:pt>
                <c:pt idx="2984">
                  <c:v>41689</c:v>
                </c:pt>
                <c:pt idx="2985">
                  <c:v>41690</c:v>
                </c:pt>
                <c:pt idx="2986">
                  <c:v>41691</c:v>
                </c:pt>
                <c:pt idx="2987">
                  <c:v>41694</c:v>
                </c:pt>
                <c:pt idx="2988">
                  <c:v>41695</c:v>
                </c:pt>
                <c:pt idx="2989">
                  <c:v>41696</c:v>
                </c:pt>
                <c:pt idx="2990">
                  <c:v>41697</c:v>
                </c:pt>
                <c:pt idx="2991">
                  <c:v>41698</c:v>
                </c:pt>
                <c:pt idx="2992">
                  <c:v>41703</c:v>
                </c:pt>
                <c:pt idx="2993">
                  <c:v>41704</c:v>
                </c:pt>
                <c:pt idx="2994">
                  <c:v>41705</c:v>
                </c:pt>
                <c:pt idx="2995">
                  <c:v>41708</c:v>
                </c:pt>
                <c:pt idx="2996">
                  <c:v>41709</c:v>
                </c:pt>
                <c:pt idx="2997">
                  <c:v>41710</c:v>
                </c:pt>
                <c:pt idx="2998">
                  <c:v>41711</c:v>
                </c:pt>
                <c:pt idx="2999">
                  <c:v>41712</c:v>
                </c:pt>
                <c:pt idx="3000">
                  <c:v>41715</c:v>
                </c:pt>
                <c:pt idx="3001">
                  <c:v>41716</c:v>
                </c:pt>
                <c:pt idx="3002">
                  <c:v>41717</c:v>
                </c:pt>
                <c:pt idx="3003">
                  <c:v>41718</c:v>
                </c:pt>
                <c:pt idx="3004">
                  <c:v>41719</c:v>
                </c:pt>
                <c:pt idx="3005">
                  <c:v>41722</c:v>
                </c:pt>
                <c:pt idx="3006">
                  <c:v>41723</c:v>
                </c:pt>
                <c:pt idx="3007">
                  <c:v>41724</c:v>
                </c:pt>
                <c:pt idx="3008">
                  <c:v>41725</c:v>
                </c:pt>
                <c:pt idx="3009">
                  <c:v>41726</c:v>
                </c:pt>
                <c:pt idx="3010">
                  <c:v>41729</c:v>
                </c:pt>
                <c:pt idx="3011">
                  <c:v>41730</c:v>
                </c:pt>
                <c:pt idx="3012">
                  <c:v>41731</c:v>
                </c:pt>
                <c:pt idx="3013">
                  <c:v>41732</c:v>
                </c:pt>
                <c:pt idx="3014">
                  <c:v>41733</c:v>
                </c:pt>
                <c:pt idx="3015">
                  <c:v>41736</c:v>
                </c:pt>
                <c:pt idx="3016">
                  <c:v>41737</c:v>
                </c:pt>
                <c:pt idx="3017">
                  <c:v>41738</c:v>
                </c:pt>
                <c:pt idx="3018">
                  <c:v>41739</c:v>
                </c:pt>
                <c:pt idx="3019">
                  <c:v>41740</c:v>
                </c:pt>
                <c:pt idx="3020">
                  <c:v>41743</c:v>
                </c:pt>
                <c:pt idx="3021">
                  <c:v>41744</c:v>
                </c:pt>
                <c:pt idx="3022">
                  <c:v>41745</c:v>
                </c:pt>
                <c:pt idx="3023">
                  <c:v>41746</c:v>
                </c:pt>
                <c:pt idx="3024">
                  <c:v>41751</c:v>
                </c:pt>
                <c:pt idx="3025">
                  <c:v>41752</c:v>
                </c:pt>
                <c:pt idx="3026">
                  <c:v>41753</c:v>
                </c:pt>
                <c:pt idx="3027">
                  <c:v>41754</c:v>
                </c:pt>
                <c:pt idx="3028">
                  <c:v>41757</c:v>
                </c:pt>
                <c:pt idx="3029">
                  <c:v>41758</c:v>
                </c:pt>
                <c:pt idx="3030">
                  <c:v>41759</c:v>
                </c:pt>
                <c:pt idx="3031">
                  <c:v>41761</c:v>
                </c:pt>
                <c:pt idx="3032">
                  <c:v>41764</c:v>
                </c:pt>
                <c:pt idx="3033">
                  <c:v>41765</c:v>
                </c:pt>
                <c:pt idx="3034">
                  <c:v>41766</c:v>
                </c:pt>
                <c:pt idx="3035">
                  <c:v>41767</c:v>
                </c:pt>
                <c:pt idx="3036">
                  <c:v>41768</c:v>
                </c:pt>
                <c:pt idx="3037">
                  <c:v>41771</c:v>
                </c:pt>
                <c:pt idx="3038">
                  <c:v>41772</c:v>
                </c:pt>
                <c:pt idx="3039">
                  <c:v>41773</c:v>
                </c:pt>
                <c:pt idx="3040">
                  <c:v>41774</c:v>
                </c:pt>
                <c:pt idx="3041">
                  <c:v>41775</c:v>
                </c:pt>
                <c:pt idx="3042">
                  <c:v>41778</c:v>
                </c:pt>
                <c:pt idx="3043">
                  <c:v>41779</c:v>
                </c:pt>
                <c:pt idx="3044">
                  <c:v>41780</c:v>
                </c:pt>
                <c:pt idx="3045">
                  <c:v>41781</c:v>
                </c:pt>
                <c:pt idx="3046">
                  <c:v>41782</c:v>
                </c:pt>
                <c:pt idx="3047">
                  <c:v>41785</c:v>
                </c:pt>
                <c:pt idx="3048">
                  <c:v>41786</c:v>
                </c:pt>
                <c:pt idx="3049">
                  <c:v>41787</c:v>
                </c:pt>
                <c:pt idx="3050">
                  <c:v>41788</c:v>
                </c:pt>
                <c:pt idx="3051">
                  <c:v>41789</c:v>
                </c:pt>
                <c:pt idx="3052">
                  <c:v>41792</c:v>
                </c:pt>
                <c:pt idx="3053">
                  <c:v>41793</c:v>
                </c:pt>
                <c:pt idx="3054">
                  <c:v>41794</c:v>
                </c:pt>
                <c:pt idx="3055">
                  <c:v>41795</c:v>
                </c:pt>
                <c:pt idx="3056">
                  <c:v>41796</c:v>
                </c:pt>
                <c:pt idx="3057">
                  <c:v>41799</c:v>
                </c:pt>
                <c:pt idx="3058">
                  <c:v>41800</c:v>
                </c:pt>
                <c:pt idx="3059">
                  <c:v>41801</c:v>
                </c:pt>
                <c:pt idx="3060">
                  <c:v>41803</c:v>
                </c:pt>
                <c:pt idx="3061">
                  <c:v>41806</c:v>
                </c:pt>
                <c:pt idx="3062">
                  <c:v>41807</c:v>
                </c:pt>
                <c:pt idx="3063">
                  <c:v>41808</c:v>
                </c:pt>
                <c:pt idx="3064">
                  <c:v>41810</c:v>
                </c:pt>
                <c:pt idx="3065">
                  <c:v>41813</c:v>
                </c:pt>
                <c:pt idx="3066">
                  <c:v>41814</c:v>
                </c:pt>
                <c:pt idx="3067">
                  <c:v>41815</c:v>
                </c:pt>
                <c:pt idx="3068">
                  <c:v>41816</c:v>
                </c:pt>
                <c:pt idx="3069">
                  <c:v>41817</c:v>
                </c:pt>
                <c:pt idx="3070">
                  <c:v>41820</c:v>
                </c:pt>
                <c:pt idx="3071">
                  <c:v>41821</c:v>
                </c:pt>
                <c:pt idx="3072">
                  <c:v>41822</c:v>
                </c:pt>
                <c:pt idx="3073">
                  <c:v>41823</c:v>
                </c:pt>
                <c:pt idx="3074">
                  <c:v>41824</c:v>
                </c:pt>
                <c:pt idx="3075">
                  <c:v>41827</c:v>
                </c:pt>
                <c:pt idx="3076">
                  <c:v>41828</c:v>
                </c:pt>
                <c:pt idx="3077">
                  <c:v>41830</c:v>
                </c:pt>
                <c:pt idx="3078">
                  <c:v>41831</c:v>
                </c:pt>
                <c:pt idx="3079">
                  <c:v>41834</c:v>
                </c:pt>
                <c:pt idx="3080">
                  <c:v>41835</c:v>
                </c:pt>
                <c:pt idx="3081">
                  <c:v>41836</c:v>
                </c:pt>
                <c:pt idx="3082">
                  <c:v>41837</c:v>
                </c:pt>
                <c:pt idx="3083">
                  <c:v>41838</c:v>
                </c:pt>
                <c:pt idx="3084">
                  <c:v>41841</c:v>
                </c:pt>
                <c:pt idx="3085">
                  <c:v>41842</c:v>
                </c:pt>
                <c:pt idx="3086">
                  <c:v>41843</c:v>
                </c:pt>
                <c:pt idx="3087">
                  <c:v>41844</c:v>
                </c:pt>
                <c:pt idx="3088">
                  <c:v>41845</c:v>
                </c:pt>
                <c:pt idx="3089">
                  <c:v>41848</c:v>
                </c:pt>
                <c:pt idx="3090">
                  <c:v>41849</c:v>
                </c:pt>
                <c:pt idx="3091">
                  <c:v>41850</c:v>
                </c:pt>
                <c:pt idx="3092">
                  <c:v>41851</c:v>
                </c:pt>
                <c:pt idx="3093">
                  <c:v>41852</c:v>
                </c:pt>
                <c:pt idx="3094">
                  <c:v>41855</c:v>
                </c:pt>
                <c:pt idx="3095">
                  <c:v>41856</c:v>
                </c:pt>
                <c:pt idx="3096">
                  <c:v>41857</c:v>
                </c:pt>
                <c:pt idx="3097">
                  <c:v>41858</c:v>
                </c:pt>
                <c:pt idx="3098">
                  <c:v>41859</c:v>
                </c:pt>
                <c:pt idx="3099">
                  <c:v>41862</c:v>
                </c:pt>
                <c:pt idx="3100">
                  <c:v>41863</c:v>
                </c:pt>
                <c:pt idx="3101">
                  <c:v>41864</c:v>
                </c:pt>
                <c:pt idx="3102">
                  <c:v>41865</c:v>
                </c:pt>
                <c:pt idx="3103">
                  <c:v>41866</c:v>
                </c:pt>
                <c:pt idx="3104">
                  <c:v>41869</c:v>
                </c:pt>
                <c:pt idx="3105">
                  <c:v>41870</c:v>
                </c:pt>
                <c:pt idx="3106">
                  <c:v>41871</c:v>
                </c:pt>
                <c:pt idx="3107">
                  <c:v>41872</c:v>
                </c:pt>
                <c:pt idx="3108">
                  <c:v>41873</c:v>
                </c:pt>
                <c:pt idx="3109">
                  <c:v>41876</c:v>
                </c:pt>
                <c:pt idx="3110">
                  <c:v>41877</c:v>
                </c:pt>
                <c:pt idx="3111">
                  <c:v>41878</c:v>
                </c:pt>
                <c:pt idx="3112">
                  <c:v>41879</c:v>
                </c:pt>
                <c:pt idx="3113">
                  <c:v>41880</c:v>
                </c:pt>
                <c:pt idx="3114">
                  <c:v>41883</c:v>
                </c:pt>
                <c:pt idx="3115">
                  <c:v>41884</c:v>
                </c:pt>
                <c:pt idx="3116">
                  <c:v>41885</c:v>
                </c:pt>
                <c:pt idx="3117">
                  <c:v>41886</c:v>
                </c:pt>
                <c:pt idx="3118">
                  <c:v>41887</c:v>
                </c:pt>
                <c:pt idx="3119">
                  <c:v>41890</c:v>
                </c:pt>
                <c:pt idx="3120">
                  <c:v>41891</c:v>
                </c:pt>
                <c:pt idx="3121">
                  <c:v>41892</c:v>
                </c:pt>
                <c:pt idx="3122">
                  <c:v>41893</c:v>
                </c:pt>
                <c:pt idx="3123">
                  <c:v>41894</c:v>
                </c:pt>
                <c:pt idx="3124">
                  <c:v>41897</c:v>
                </c:pt>
                <c:pt idx="3125">
                  <c:v>41898</c:v>
                </c:pt>
                <c:pt idx="3126">
                  <c:v>41899</c:v>
                </c:pt>
                <c:pt idx="3127">
                  <c:v>41900</c:v>
                </c:pt>
                <c:pt idx="3128">
                  <c:v>41901</c:v>
                </c:pt>
                <c:pt idx="3129">
                  <c:v>41904</c:v>
                </c:pt>
                <c:pt idx="3130">
                  <c:v>41905</c:v>
                </c:pt>
                <c:pt idx="3131">
                  <c:v>41906</c:v>
                </c:pt>
                <c:pt idx="3132">
                  <c:v>41907</c:v>
                </c:pt>
                <c:pt idx="3133">
                  <c:v>41908</c:v>
                </c:pt>
                <c:pt idx="3134">
                  <c:v>41911</c:v>
                </c:pt>
                <c:pt idx="3135">
                  <c:v>41912</c:v>
                </c:pt>
                <c:pt idx="3136">
                  <c:v>41913</c:v>
                </c:pt>
                <c:pt idx="3137">
                  <c:v>41914</c:v>
                </c:pt>
                <c:pt idx="3138">
                  <c:v>41915</c:v>
                </c:pt>
                <c:pt idx="3139">
                  <c:v>41918</c:v>
                </c:pt>
                <c:pt idx="3140">
                  <c:v>41919</c:v>
                </c:pt>
                <c:pt idx="3141">
                  <c:v>41920</c:v>
                </c:pt>
                <c:pt idx="3142">
                  <c:v>41921</c:v>
                </c:pt>
                <c:pt idx="3143">
                  <c:v>41922</c:v>
                </c:pt>
                <c:pt idx="3144">
                  <c:v>41925</c:v>
                </c:pt>
                <c:pt idx="3145">
                  <c:v>41926</c:v>
                </c:pt>
                <c:pt idx="3146">
                  <c:v>41927</c:v>
                </c:pt>
                <c:pt idx="3147">
                  <c:v>41928</c:v>
                </c:pt>
                <c:pt idx="3148">
                  <c:v>41929</c:v>
                </c:pt>
                <c:pt idx="3149">
                  <c:v>41932</c:v>
                </c:pt>
                <c:pt idx="3150">
                  <c:v>41933</c:v>
                </c:pt>
                <c:pt idx="3151">
                  <c:v>41934</c:v>
                </c:pt>
                <c:pt idx="3152">
                  <c:v>41935</c:v>
                </c:pt>
                <c:pt idx="3153">
                  <c:v>41936</c:v>
                </c:pt>
                <c:pt idx="3154">
                  <c:v>41939</c:v>
                </c:pt>
                <c:pt idx="3155">
                  <c:v>41940</c:v>
                </c:pt>
                <c:pt idx="3156">
                  <c:v>41941</c:v>
                </c:pt>
                <c:pt idx="3157">
                  <c:v>41942</c:v>
                </c:pt>
                <c:pt idx="3158">
                  <c:v>41943</c:v>
                </c:pt>
                <c:pt idx="3159">
                  <c:v>41946</c:v>
                </c:pt>
                <c:pt idx="3160">
                  <c:v>41947</c:v>
                </c:pt>
                <c:pt idx="3161">
                  <c:v>41948</c:v>
                </c:pt>
                <c:pt idx="3162">
                  <c:v>41949</c:v>
                </c:pt>
                <c:pt idx="3163">
                  <c:v>41950</c:v>
                </c:pt>
                <c:pt idx="3164">
                  <c:v>41953</c:v>
                </c:pt>
                <c:pt idx="3165">
                  <c:v>41954</c:v>
                </c:pt>
                <c:pt idx="3166">
                  <c:v>41955</c:v>
                </c:pt>
                <c:pt idx="3167">
                  <c:v>41956</c:v>
                </c:pt>
                <c:pt idx="3168">
                  <c:v>41957</c:v>
                </c:pt>
                <c:pt idx="3169">
                  <c:v>41960</c:v>
                </c:pt>
                <c:pt idx="3170">
                  <c:v>41961</c:v>
                </c:pt>
                <c:pt idx="3171">
                  <c:v>41962</c:v>
                </c:pt>
                <c:pt idx="3172">
                  <c:v>41964</c:v>
                </c:pt>
                <c:pt idx="3173">
                  <c:v>41967</c:v>
                </c:pt>
                <c:pt idx="3174">
                  <c:v>41968</c:v>
                </c:pt>
                <c:pt idx="3175">
                  <c:v>41969</c:v>
                </c:pt>
                <c:pt idx="3176">
                  <c:v>41970</c:v>
                </c:pt>
                <c:pt idx="3177">
                  <c:v>41971</c:v>
                </c:pt>
                <c:pt idx="3178">
                  <c:v>41974</c:v>
                </c:pt>
                <c:pt idx="3179">
                  <c:v>41975</c:v>
                </c:pt>
                <c:pt idx="3180">
                  <c:v>41976</c:v>
                </c:pt>
                <c:pt idx="3181">
                  <c:v>41977</c:v>
                </c:pt>
                <c:pt idx="3182">
                  <c:v>41978</c:v>
                </c:pt>
                <c:pt idx="3183">
                  <c:v>41981</c:v>
                </c:pt>
                <c:pt idx="3184">
                  <c:v>41982</c:v>
                </c:pt>
                <c:pt idx="3185">
                  <c:v>41983</c:v>
                </c:pt>
                <c:pt idx="3186">
                  <c:v>41984</c:v>
                </c:pt>
                <c:pt idx="3187">
                  <c:v>41985</c:v>
                </c:pt>
                <c:pt idx="3188">
                  <c:v>41988</c:v>
                </c:pt>
                <c:pt idx="3189">
                  <c:v>41989</c:v>
                </c:pt>
                <c:pt idx="3190">
                  <c:v>41990</c:v>
                </c:pt>
                <c:pt idx="3191">
                  <c:v>41991</c:v>
                </c:pt>
                <c:pt idx="3192">
                  <c:v>41992</c:v>
                </c:pt>
                <c:pt idx="3193">
                  <c:v>41995</c:v>
                </c:pt>
                <c:pt idx="3194">
                  <c:v>41996</c:v>
                </c:pt>
                <c:pt idx="3195">
                  <c:v>41999</c:v>
                </c:pt>
                <c:pt idx="3196">
                  <c:v>42002</c:v>
                </c:pt>
                <c:pt idx="3197">
                  <c:v>42003</c:v>
                </c:pt>
                <c:pt idx="3198">
                  <c:v>42006</c:v>
                </c:pt>
                <c:pt idx="3199">
                  <c:v>42009</c:v>
                </c:pt>
                <c:pt idx="3200">
                  <c:v>42010</c:v>
                </c:pt>
                <c:pt idx="3201">
                  <c:v>42011</c:v>
                </c:pt>
                <c:pt idx="3202">
                  <c:v>42012</c:v>
                </c:pt>
                <c:pt idx="3203">
                  <c:v>42013</c:v>
                </c:pt>
                <c:pt idx="3204">
                  <c:v>42016</c:v>
                </c:pt>
                <c:pt idx="3205">
                  <c:v>42017</c:v>
                </c:pt>
                <c:pt idx="3206">
                  <c:v>42018</c:v>
                </c:pt>
                <c:pt idx="3207">
                  <c:v>42019</c:v>
                </c:pt>
                <c:pt idx="3208">
                  <c:v>42020</c:v>
                </c:pt>
                <c:pt idx="3209">
                  <c:v>42023</c:v>
                </c:pt>
                <c:pt idx="3210">
                  <c:v>42024</c:v>
                </c:pt>
                <c:pt idx="3211">
                  <c:v>42025</c:v>
                </c:pt>
                <c:pt idx="3212">
                  <c:v>42026</c:v>
                </c:pt>
                <c:pt idx="3213">
                  <c:v>42027</c:v>
                </c:pt>
                <c:pt idx="3214">
                  <c:v>42030</c:v>
                </c:pt>
                <c:pt idx="3215">
                  <c:v>42031</c:v>
                </c:pt>
                <c:pt idx="3216">
                  <c:v>42032</c:v>
                </c:pt>
                <c:pt idx="3217">
                  <c:v>42033</c:v>
                </c:pt>
                <c:pt idx="3218">
                  <c:v>42034</c:v>
                </c:pt>
                <c:pt idx="3219">
                  <c:v>42037</c:v>
                </c:pt>
                <c:pt idx="3220">
                  <c:v>42038</c:v>
                </c:pt>
                <c:pt idx="3221">
                  <c:v>42039</c:v>
                </c:pt>
                <c:pt idx="3222">
                  <c:v>42040</c:v>
                </c:pt>
                <c:pt idx="3223">
                  <c:v>42041</c:v>
                </c:pt>
                <c:pt idx="3224">
                  <c:v>42044</c:v>
                </c:pt>
                <c:pt idx="3225">
                  <c:v>42045</c:v>
                </c:pt>
                <c:pt idx="3226">
                  <c:v>42046</c:v>
                </c:pt>
                <c:pt idx="3227">
                  <c:v>42047</c:v>
                </c:pt>
                <c:pt idx="3228">
                  <c:v>42048</c:v>
                </c:pt>
                <c:pt idx="3229">
                  <c:v>42053</c:v>
                </c:pt>
                <c:pt idx="3230">
                  <c:v>42054</c:v>
                </c:pt>
                <c:pt idx="3231">
                  <c:v>42055</c:v>
                </c:pt>
                <c:pt idx="3232">
                  <c:v>42058</c:v>
                </c:pt>
                <c:pt idx="3233">
                  <c:v>42059</c:v>
                </c:pt>
                <c:pt idx="3234">
                  <c:v>42060</c:v>
                </c:pt>
                <c:pt idx="3235">
                  <c:v>42061</c:v>
                </c:pt>
                <c:pt idx="3236">
                  <c:v>42062</c:v>
                </c:pt>
                <c:pt idx="3237">
                  <c:v>42065</c:v>
                </c:pt>
                <c:pt idx="3238">
                  <c:v>42066</c:v>
                </c:pt>
                <c:pt idx="3239">
                  <c:v>42067</c:v>
                </c:pt>
                <c:pt idx="3240">
                  <c:v>42068</c:v>
                </c:pt>
                <c:pt idx="3241">
                  <c:v>42069</c:v>
                </c:pt>
                <c:pt idx="3242">
                  <c:v>42072</c:v>
                </c:pt>
                <c:pt idx="3243">
                  <c:v>42073</c:v>
                </c:pt>
                <c:pt idx="3244">
                  <c:v>42074</c:v>
                </c:pt>
                <c:pt idx="3245">
                  <c:v>42075</c:v>
                </c:pt>
                <c:pt idx="3246">
                  <c:v>42076</c:v>
                </c:pt>
                <c:pt idx="3247">
                  <c:v>42079</c:v>
                </c:pt>
                <c:pt idx="3248">
                  <c:v>42080</c:v>
                </c:pt>
                <c:pt idx="3249">
                  <c:v>42081</c:v>
                </c:pt>
                <c:pt idx="3250">
                  <c:v>42082</c:v>
                </c:pt>
                <c:pt idx="3251">
                  <c:v>42083</c:v>
                </c:pt>
                <c:pt idx="3252">
                  <c:v>42086</c:v>
                </c:pt>
                <c:pt idx="3253">
                  <c:v>42087</c:v>
                </c:pt>
                <c:pt idx="3254">
                  <c:v>42088</c:v>
                </c:pt>
                <c:pt idx="3255">
                  <c:v>42089</c:v>
                </c:pt>
                <c:pt idx="3256">
                  <c:v>42090</c:v>
                </c:pt>
                <c:pt idx="3257">
                  <c:v>42093</c:v>
                </c:pt>
                <c:pt idx="3258">
                  <c:v>42094</c:v>
                </c:pt>
                <c:pt idx="3259">
                  <c:v>42095</c:v>
                </c:pt>
                <c:pt idx="3260">
                  <c:v>42096</c:v>
                </c:pt>
                <c:pt idx="3261">
                  <c:v>42100</c:v>
                </c:pt>
                <c:pt idx="3262">
                  <c:v>42101</c:v>
                </c:pt>
                <c:pt idx="3263">
                  <c:v>42102</c:v>
                </c:pt>
                <c:pt idx="3264">
                  <c:v>42103</c:v>
                </c:pt>
                <c:pt idx="3265">
                  <c:v>42104</c:v>
                </c:pt>
                <c:pt idx="3266">
                  <c:v>42107</c:v>
                </c:pt>
                <c:pt idx="3267">
                  <c:v>42108</c:v>
                </c:pt>
                <c:pt idx="3268">
                  <c:v>42109</c:v>
                </c:pt>
                <c:pt idx="3269">
                  <c:v>42110</c:v>
                </c:pt>
                <c:pt idx="3270">
                  <c:v>42111</c:v>
                </c:pt>
                <c:pt idx="3271">
                  <c:v>42114</c:v>
                </c:pt>
                <c:pt idx="3272">
                  <c:v>42116</c:v>
                </c:pt>
                <c:pt idx="3273">
                  <c:v>42117</c:v>
                </c:pt>
                <c:pt idx="3274">
                  <c:v>42118</c:v>
                </c:pt>
                <c:pt idx="3275">
                  <c:v>42121</c:v>
                </c:pt>
                <c:pt idx="3276">
                  <c:v>42122</c:v>
                </c:pt>
                <c:pt idx="3277">
                  <c:v>42123</c:v>
                </c:pt>
                <c:pt idx="3278">
                  <c:v>42124</c:v>
                </c:pt>
                <c:pt idx="3279">
                  <c:v>42128</c:v>
                </c:pt>
                <c:pt idx="3280">
                  <c:v>42129</c:v>
                </c:pt>
                <c:pt idx="3281">
                  <c:v>42130</c:v>
                </c:pt>
                <c:pt idx="3282">
                  <c:v>42131</c:v>
                </c:pt>
                <c:pt idx="3283">
                  <c:v>42132</c:v>
                </c:pt>
                <c:pt idx="3284">
                  <c:v>42135</c:v>
                </c:pt>
                <c:pt idx="3285">
                  <c:v>42136</c:v>
                </c:pt>
                <c:pt idx="3286">
                  <c:v>42137</c:v>
                </c:pt>
                <c:pt idx="3287">
                  <c:v>42138</c:v>
                </c:pt>
                <c:pt idx="3288">
                  <c:v>42139</c:v>
                </c:pt>
                <c:pt idx="3289">
                  <c:v>42142</c:v>
                </c:pt>
                <c:pt idx="3290">
                  <c:v>42143</c:v>
                </c:pt>
                <c:pt idx="3291">
                  <c:v>42144</c:v>
                </c:pt>
                <c:pt idx="3292">
                  <c:v>42145</c:v>
                </c:pt>
                <c:pt idx="3293">
                  <c:v>42146</c:v>
                </c:pt>
                <c:pt idx="3294">
                  <c:v>42149</c:v>
                </c:pt>
                <c:pt idx="3295">
                  <c:v>42150</c:v>
                </c:pt>
                <c:pt idx="3296">
                  <c:v>42151</c:v>
                </c:pt>
                <c:pt idx="3297">
                  <c:v>42152</c:v>
                </c:pt>
                <c:pt idx="3298">
                  <c:v>42153</c:v>
                </c:pt>
                <c:pt idx="3299">
                  <c:v>42156</c:v>
                </c:pt>
                <c:pt idx="3300">
                  <c:v>42157</c:v>
                </c:pt>
                <c:pt idx="3301">
                  <c:v>42158</c:v>
                </c:pt>
                <c:pt idx="3302">
                  <c:v>42160</c:v>
                </c:pt>
                <c:pt idx="3303">
                  <c:v>42163</c:v>
                </c:pt>
                <c:pt idx="3304">
                  <c:v>42164</c:v>
                </c:pt>
                <c:pt idx="3305">
                  <c:v>42165</c:v>
                </c:pt>
                <c:pt idx="3306">
                  <c:v>42166</c:v>
                </c:pt>
                <c:pt idx="3307">
                  <c:v>42167</c:v>
                </c:pt>
                <c:pt idx="3308">
                  <c:v>42170</c:v>
                </c:pt>
                <c:pt idx="3309">
                  <c:v>42171</c:v>
                </c:pt>
                <c:pt idx="3310">
                  <c:v>42172</c:v>
                </c:pt>
                <c:pt idx="3311">
                  <c:v>42173</c:v>
                </c:pt>
                <c:pt idx="3312">
                  <c:v>42174</c:v>
                </c:pt>
                <c:pt idx="3313">
                  <c:v>42177</c:v>
                </c:pt>
                <c:pt idx="3314">
                  <c:v>42178</c:v>
                </c:pt>
                <c:pt idx="3315">
                  <c:v>42179</c:v>
                </c:pt>
                <c:pt idx="3316">
                  <c:v>42180</c:v>
                </c:pt>
                <c:pt idx="3317">
                  <c:v>42181</c:v>
                </c:pt>
                <c:pt idx="3318">
                  <c:v>42184</c:v>
                </c:pt>
                <c:pt idx="3319">
                  <c:v>42185</c:v>
                </c:pt>
                <c:pt idx="3320">
                  <c:v>42186</c:v>
                </c:pt>
                <c:pt idx="3321">
                  <c:v>42187</c:v>
                </c:pt>
                <c:pt idx="3322">
                  <c:v>42188</c:v>
                </c:pt>
                <c:pt idx="3323">
                  <c:v>42191</c:v>
                </c:pt>
                <c:pt idx="3324">
                  <c:v>42192</c:v>
                </c:pt>
                <c:pt idx="3325">
                  <c:v>42193</c:v>
                </c:pt>
                <c:pt idx="3326">
                  <c:v>42195</c:v>
                </c:pt>
                <c:pt idx="3327">
                  <c:v>42198</c:v>
                </c:pt>
                <c:pt idx="3328">
                  <c:v>42199</c:v>
                </c:pt>
                <c:pt idx="3329">
                  <c:v>42200</c:v>
                </c:pt>
                <c:pt idx="3330">
                  <c:v>42201</c:v>
                </c:pt>
                <c:pt idx="3331">
                  <c:v>42202</c:v>
                </c:pt>
                <c:pt idx="3332">
                  <c:v>42205</c:v>
                </c:pt>
                <c:pt idx="3333">
                  <c:v>42206</c:v>
                </c:pt>
                <c:pt idx="3334">
                  <c:v>42207</c:v>
                </c:pt>
                <c:pt idx="3335">
                  <c:v>42208</c:v>
                </c:pt>
                <c:pt idx="3336">
                  <c:v>42209</c:v>
                </c:pt>
                <c:pt idx="3337">
                  <c:v>42212</c:v>
                </c:pt>
                <c:pt idx="3338">
                  <c:v>42213</c:v>
                </c:pt>
                <c:pt idx="3339">
                  <c:v>42214</c:v>
                </c:pt>
                <c:pt idx="3340">
                  <c:v>42215</c:v>
                </c:pt>
                <c:pt idx="3341">
                  <c:v>42216</c:v>
                </c:pt>
                <c:pt idx="3342">
                  <c:v>42219</c:v>
                </c:pt>
                <c:pt idx="3343">
                  <c:v>42220</c:v>
                </c:pt>
                <c:pt idx="3344">
                  <c:v>42221</c:v>
                </c:pt>
                <c:pt idx="3345">
                  <c:v>42222</c:v>
                </c:pt>
                <c:pt idx="3346">
                  <c:v>42223</c:v>
                </c:pt>
                <c:pt idx="3347">
                  <c:v>42226</c:v>
                </c:pt>
                <c:pt idx="3348">
                  <c:v>42227</c:v>
                </c:pt>
                <c:pt idx="3349">
                  <c:v>42228</c:v>
                </c:pt>
                <c:pt idx="3350">
                  <c:v>42229</c:v>
                </c:pt>
                <c:pt idx="3351">
                  <c:v>42230</c:v>
                </c:pt>
                <c:pt idx="3352">
                  <c:v>42233</c:v>
                </c:pt>
                <c:pt idx="3353">
                  <c:v>42234</c:v>
                </c:pt>
                <c:pt idx="3354">
                  <c:v>42235</c:v>
                </c:pt>
                <c:pt idx="3355">
                  <c:v>42236</c:v>
                </c:pt>
                <c:pt idx="3356">
                  <c:v>42237</c:v>
                </c:pt>
                <c:pt idx="3357">
                  <c:v>42240</c:v>
                </c:pt>
                <c:pt idx="3358">
                  <c:v>42241</c:v>
                </c:pt>
                <c:pt idx="3359">
                  <c:v>42242</c:v>
                </c:pt>
                <c:pt idx="3360">
                  <c:v>42243</c:v>
                </c:pt>
                <c:pt idx="3361">
                  <c:v>42244</c:v>
                </c:pt>
                <c:pt idx="3362">
                  <c:v>42247</c:v>
                </c:pt>
                <c:pt idx="3363">
                  <c:v>42248</c:v>
                </c:pt>
                <c:pt idx="3364">
                  <c:v>42249</c:v>
                </c:pt>
                <c:pt idx="3365">
                  <c:v>42250</c:v>
                </c:pt>
                <c:pt idx="3366">
                  <c:v>42251</c:v>
                </c:pt>
                <c:pt idx="3367">
                  <c:v>42255</c:v>
                </c:pt>
                <c:pt idx="3368">
                  <c:v>42256</c:v>
                </c:pt>
                <c:pt idx="3369">
                  <c:v>42257</c:v>
                </c:pt>
                <c:pt idx="3370">
                  <c:v>42258</c:v>
                </c:pt>
                <c:pt idx="3371">
                  <c:v>42261</c:v>
                </c:pt>
                <c:pt idx="3372">
                  <c:v>42262</c:v>
                </c:pt>
                <c:pt idx="3373">
                  <c:v>42263</c:v>
                </c:pt>
                <c:pt idx="3374">
                  <c:v>42264</c:v>
                </c:pt>
                <c:pt idx="3375">
                  <c:v>42265</c:v>
                </c:pt>
                <c:pt idx="3376">
                  <c:v>42268</c:v>
                </c:pt>
                <c:pt idx="3377">
                  <c:v>42269</c:v>
                </c:pt>
                <c:pt idx="3378">
                  <c:v>42270</c:v>
                </c:pt>
                <c:pt idx="3379">
                  <c:v>42271</c:v>
                </c:pt>
                <c:pt idx="3380">
                  <c:v>42272</c:v>
                </c:pt>
                <c:pt idx="3381">
                  <c:v>42275</c:v>
                </c:pt>
                <c:pt idx="3382">
                  <c:v>42276</c:v>
                </c:pt>
                <c:pt idx="3383">
                  <c:v>42277</c:v>
                </c:pt>
                <c:pt idx="3384">
                  <c:v>42278</c:v>
                </c:pt>
                <c:pt idx="3385">
                  <c:v>42279</c:v>
                </c:pt>
                <c:pt idx="3386">
                  <c:v>42282</c:v>
                </c:pt>
                <c:pt idx="3387">
                  <c:v>42283</c:v>
                </c:pt>
                <c:pt idx="3388">
                  <c:v>42284</c:v>
                </c:pt>
                <c:pt idx="3389">
                  <c:v>42285</c:v>
                </c:pt>
                <c:pt idx="3390">
                  <c:v>42286</c:v>
                </c:pt>
                <c:pt idx="3391">
                  <c:v>42290</c:v>
                </c:pt>
                <c:pt idx="3392">
                  <c:v>42291</c:v>
                </c:pt>
                <c:pt idx="3393">
                  <c:v>42292</c:v>
                </c:pt>
                <c:pt idx="3394">
                  <c:v>42293</c:v>
                </c:pt>
                <c:pt idx="3395">
                  <c:v>42296</c:v>
                </c:pt>
                <c:pt idx="3396">
                  <c:v>42297</c:v>
                </c:pt>
                <c:pt idx="3397">
                  <c:v>42298</c:v>
                </c:pt>
                <c:pt idx="3398">
                  <c:v>42299</c:v>
                </c:pt>
                <c:pt idx="3399">
                  <c:v>42300</c:v>
                </c:pt>
                <c:pt idx="3400">
                  <c:v>42303</c:v>
                </c:pt>
                <c:pt idx="3401">
                  <c:v>42304</c:v>
                </c:pt>
                <c:pt idx="3402">
                  <c:v>42305</c:v>
                </c:pt>
                <c:pt idx="3403">
                  <c:v>42306</c:v>
                </c:pt>
                <c:pt idx="3404">
                  <c:v>42307</c:v>
                </c:pt>
                <c:pt idx="3405">
                  <c:v>42311</c:v>
                </c:pt>
                <c:pt idx="3406">
                  <c:v>42312</c:v>
                </c:pt>
                <c:pt idx="3407">
                  <c:v>42313</c:v>
                </c:pt>
                <c:pt idx="3408">
                  <c:v>42314</c:v>
                </c:pt>
                <c:pt idx="3409">
                  <c:v>42317</c:v>
                </c:pt>
                <c:pt idx="3410">
                  <c:v>42318</c:v>
                </c:pt>
                <c:pt idx="3411">
                  <c:v>42319</c:v>
                </c:pt>
                <c:pt idx="3412">
                  <c:v>42320</c:v>
                </c:pt>
                <c:pt idx="3413">
                  <c:v>42321</c:v>
                </c:pt>
                <c:pt idx="3414">
                  <c:v>42324</c:v>
                </c:pt>
                <c:pt idx="3415">
                  <c:v>42325</c:v>
                </c:pt>
                <c:pt idx="3416">
                  <c:v>42326</c:v>
                </c:pt>
                <c:pt idx="3417">
                  <c:v>42327</c:v>
                </c:pt>
                <c:pt idx="3418">
                  <c:v>42331</c:v>
                </c:pt>
                <c:pt idx="3419">
                  <c:v>42332</c:v>
                </c:pt>
                <c:pt idx="3420">
                  <c:v>42333</c:v>
                </c:pt>
                <c:pt idx="3421">
                  <c:v>42334</c:v>
                </c:pt>
                <c:pt idx="3422">
                  <c:v>42335</c:v>
                </c:pt>
                <c:pt idx="3423">
                  <c:v>42338</c:v>
                </c:pt>
                <c:pt idx="3424">
                  <c:v>42339</c:v>
                </c:pt>
                <c:pt idx="3425">
                  <c:v>42340</c:v>
                </c:pt>
                <c:pt idx="3426">
                  <c:v>42341</c:v>
                </c:pt>
                <c:pt idx="3427">
                  <c:v>42342</c:v>
                </c:pt>
                <c:pt idx="3428">
                  <c:v>42345</c:v>
                </c:pt>
                <c:pt idx="3429">
                  <c:v>42346</c:v>
                </c:pt>
                <c:pt idx="3430">
                  <c:v>42347</c:v>
                </c:pt>
                <c:pt idx="3431">
                  <c:v>42348</c:v>
                </c:pt>
                <c:pt idx="3432">
                  <c:v>42349</c:v>
                </c:pt>
                <c:pt idx="3433">
                  <c:v>42352</c:v>
                </c:pt>
                <c:pt idx="3434">
                  <c:v>42353</c:v>
                </c:pt>
                <c:pt idx="3435">
                  <c:v>42354</c:v>
                </c:pt>
                <c:pt idx="3436">
                  <c:v>42355</c:v>
                </c:pt>
                <c:pt idx="3437">
                  <c:v>42356</c:v>
                </c:pt>
                <c:pt idx="3438">
                  <c:v>42359</c:v>
                </c:pt>
                <c:pt idx="3439">
                  <c:v>42360</c:v>
                </c:pt>
                <c:pt idx="3440">
                  <c:v>42361</c:v>
                </c:pt>
                <c:pt idx="3441">
                  <c:v>42366</c:v>
                </c:pt>
                <c:pt idx="3442">
                  <c:v>42367</c:v>
                </c:pt>
                <c:pt idx="3443">
                  <c:v>42368</c:v>
                </c:pt>
                <c:pt idx="3444">
                  <c:v>42373</c:v>
                </c:pt>
                <c:pt idx="3445">
                  <c:v>42374</c:v>
                </c:pt>
                <c:pt idx="3446">
                  <c:v>42375</c:v>
                </c:pt>
                <c:pt idx="3447">
                  <c:v>42376</c:v>
                </c:pt>
                <c:pt idx="3448">
                  <c:v>42377</c:v>
                </c:pt>
                <c:pt idx="3449">
                  <c:v>42380</c:v>
                </c:pt>
                <c:pt idx="3450">
                  <c:v>42381</c:v>
                </c:pt>
                <c:pt idx="3451">
                  <c:v>42382</c:v>
                </c:pt>
                <c:pt idx="3452">
                  <c:v>42383</c:v>
                </c:pt>
                <c:pt idx="3453">
                  <c:v>42384</c:v>
                </c:pt>
                <c:pt idx="3454">
                  <c:v>42387</c:v>
                </c:pt>
                <c:pt idx="3455">
                  <c:v>42388</c:v>
                </c:pt>
                <c:pt idx="3456">
                  <c:v>42389</c:v>
                </c:pt>
                <c:pt idx="3457">
                  <c:v>42390</c:v>
                </c:pt>
                <c:pt idx="3458">
                  <c:v>42391</c:v>
                </c:pt>
                <c:pt idx="3459">
                  <c:v>42395</c:v>
                </c:pt>
                <c:pt idx="3460">
                  <c:v>42396</c:v>
                </c:pt>
                <c:pt idx="3461">
                  <c:v>42397</c:v>
                </c:pt>
                <c:pt idx="3462">
                  <c:v>42398</c:v>
                </c:pt>
                <c:pt idx="3463">
                  <c:v>42401</c:v>
                </c:pt>
                <c:pt idx="3464">
                  <c:v>42402</c:v>
                </c:pt>
                <c:pt idx="3465">
                  <c:v>42403</c:v>
                </c:pt>
                <c:pt idx="3466">
                  <c:v>42404</c:v>
                </c:pt>
                <c:pt idx="3467">
                  <c:v>42405</c:v>
                </c:pt>
                <c:pt idx="3468">
                  <c:v>42410</c:v>
                </c:pt>
                <c:pt idx="3469">
                  <c:v>42411</c:v>
                </c:pt>
                <c:pt idx="3470">
                  <c:v>42412</c:v>
                </c:pt>
                <c:pt idx="3471">
                  <c:v>42415</c:v>
                </c:pt>
                <c:pt idx="3472">
                  <c:v>42416</c:v>
                </c:pt>
                <c:pt idx="3473">
                  <c:v>42417</c:v>
                </c:pt>
                <c:pt idx="3474">
                  <c:v>42418</c:v>
                </c:pt>
                <c:pt idx="3475">
                  <c:v>42419</c:v>
                </c:pt>
                <c:pt idx="3476">
                  <c:v>42422</c:v>
                </c:pt>
                <c:pt idx="3477">
                  <c:v>42423</c:v>
                </c:pt>
                <c:pt idx="3478">
                  <c:v>42424</c:v>
                </c:pt>
                <c:pt idx="3479">
                  <c:v>42425</c:v>
                </c:pt>
                <c:pt idx="3480">
                  <c:v>42426</c:v>
                </c:pt>
                <c:pt idx="3481">
                  <c:v>42429</c:v>
                </c:pt>
                <c:pt idx="3482">
                  <c:v>42430</c:v>
                </c:pt>
                <c:pt idx="3483">
                  <c:v>42431</c:v>
                </c:pt>
                <c:pt idx="3484">
                  <c:v>42432</c:v>
                </c:pt>
                <c:pt idx="3485">
                  <c:v>42433</c:v>
                </c:pt>
                <c:pt idx="3486">
                  <c:v>42436</c:v>
                </c:pt>
                <c:pt idx="3487">
                  <c:v>42437</c:v>
                </c:pt>
                <c:pt idx="3488">
                  <c:v>42438</c:v>
                </c:pt>
                <c:pt idx="3489">
                  <c:v>42439</c:v>
                </c:pt>
                <c:pt idx="3490">
                  <c:v>42440</c:v>
                </c:pt>
                <c:pt idx="3491">
                  <c:v>42443</c:v>
                </c:pt>
                <c:pt idx="3492">
                  <c:v>42444</c:v>
                </c:pt>
                <c:pt idx="3493">
                  <c:v>42445</c:v>
                </c:pt>
                <c:pt idx="3494">
                  <c:v>42446</c:v>
                </c:pt>
                <c:pt idx="3495">
                  <c:v>42447</c:v>
                </c:pt>
                <c:pt idx="3496">
                  <c:v>42450</c:v>
                </c:pt>
                <c:pt idx="3497">
                  <c:v>42451</c:v>
                </c:pt>
                <c:pt idx="3498">
                  <c:v>42452</c:v>
                </c:pt>
                <c:pt idx="3499">
                  <c:v>42453</c:v>
                </c:pt>
                <c:pt idx="3500">
                  <c:v>42457</c:v>
                </c:pt>
                <c:pt idx="3501">
                  <c:v>42458</c:v>
                </c:pt>
                <c:pt idx="3502">
                  <c:v>42459</c:v>
                </c:pt>
                <c:pt idx="3503">
                  <c:v>42460</c:v>
                </c:pt>
                <c:pt idx="3504">
                  <c:v>42461</c:v>
                </c:pt>
                <c:pt idx="3505">
                  <c:v>42464</c:v>
                </c:pt>
                <c:pt idx="3506">
                  <c:v>42465</c:v>
                </c:pt>
                <c:pt idx="3507">
                  <c:v>42466</c:v>
                </c:pt>
                <c:pt idx="3508">
                  <c:v>42467</c:v>
                </c:pt>
                <c:pt idx="3509">
                  <c:v>42468</c:v>
                </c:pt>
                <c:pt idx="3510">
                  <c:v>42471</c:v>
                </c:pt>
                <c:pt idx="3511">
                  <c:v>42472</c:v>
                </c:pt>
                <c:pt idx="3512">
                  <c:v>42473</c:v>
                </c:pt>
                <c:pt idx="3513">
                  <c:v>42474</c:v>
                </c:pt>
                <c:pt idx="3514">
                  <c:v>42475</c:v>
                </c:pt>
                <c:pt idx="3515">
                  <c:v>42478</c:v>
                </c:pt>
                <c:pt idx="3516">
                  <c:v>42479</c:v>
                </c:pt>
                <c:pt idx="3517">
                  <c:v>42480</c:v>
                </c:pt>
                <c:pt idx="3518">
                  <c:v>42482</c:v>
                </c:pt>
                <c:pt idx="3519">
                  <c:v>42485</c:v>
                </c:pt>
                <c:pt idx="3520">
                  <c:v>42486</c:v>
                </c:pt>
                <c:pt idx="3521">
                  <c:v>42487</c:v>
                </c:pt>
                <c:pt idx="3522">
                  <c:v>42488</c:v>
                </c:pt>
                <c:pt idx="3523">
                  <c:v>42489</c:v>
                </c:pt>
                <c:pt idx="3524">
                  <c:v>42492</c:v>
                </c:pt>
                <c:pt idx="3525">
                  <c:v>42493</c:v>
                </c:pt>
                <c:pt idx="3526">
                  <c:v>42494</c:v>
                </c:pt>
                <c:pt idx="3527">
                  <c:v>42495</c:v>
                </c:pt>
                <c:pt idx="3528">
                  <c:v>42496</c:v>
                </c:pt>
                <c:pt idx="3529">
                  <c:v>42499</c:v>
                </c:pt>
                <c:pt idx="3530">
                  <c:v>42500</c:v>
                </c:pt>
                <c:pt idx="3531">
                  <c:v>42501</c:v>
                </c:pt>
                <c:pt idx="3532">
                  <c:v>42502</c:v>
                </c:pt>
                <c:pt idx="3533">
                  <c:v>42503</c:v>
                </c:pt>
                <c:pt idx="3534">
                  <c:v>42506</c:v>
                </c:pt>
                <c:pt idx="3535">
                  <c:v>42507</c:v>
                </c:pt>
                <c:pt idx="3536">
                  <c:v>42508</c:v>
                </c:pt>
                <c:pt idx="3537">
                  <c:v>42509</c:v>
                </c:pt>
                <c:pt idx="3538">
                  <c:v>42510</c:v>
                </c:pt>
                <c:pt idx="3539">
                  <c:v>42513</c:v>
                </c:pt>
                <c:pt idx="3540">
                  <c:v>42514</c:v>
                </c:pt>
                <c:pt idx="3541">
                  <c:v>42515</c:v>
                </c:pt>
                <c:pt idx="3542">
                  <c:v>42517</c:v>
                </c:pt>
                <c:pt idx="3543">
                  <c:v>42520</c:v>
                </c:pt>
                <c:pt idx="3544">
                  <c:v>42521</c:v>
                </c:pt>
                <c:pt idx="3545">
                  <c:v>42522</c:v>
                </c:pt>
                <c:pt idx="3546">
                  <c:v>42523</c:v>
                </c:pt>
                <c:pt idx="3547">
                  <c:v>42524</c:v>
                </c:pt>
                <c:pt idx="3548">
                  <c:v>42527</c:v>
                </c:pt>
                <c:pt idx="3549">
                  <c:v>42528</c:v>
                </c:pt>
                <c:pt idx="3550">
                  <c:v>42529</c:v>
                </c:pt>
                <c:pt idx="3551">
                  <c:v>42530</c:v>
                </c:pt>
                <c:pt idx="3552">
                  <c:v>42531</c:v>
                </c:pt>
                <c:pt idx="3553">
                  <c:v>42534</c:v>
                </c:pt>
                <c:pt idx="3554">
                  <c:v>42535</c:v>
                </c:pt>
                <c:pt idx="3555">
                  <c:v>42536</c:v>
                </c:pt>
                <c:pt idx="3556">
                  <c:v>42537</c:v>
                </c:pt>
                <c:pt idx="3557">
                  <c:v>42538</c:v>
                </c:pt>
                <c:pt idx="3558">
                  <c:v>42541</c:v>
                </c:pt>
                <c:pt idx="3559">
                  <c:v>42542</c:v>
                </c:pt>
                <c:pt idx="3560">
                  <c:v>42543</c:v>
                </c:pt>
                <c:pt idx="3561">
                  <c:v>42544</c:v>
                </c:pt>
                <c:pt idx="3562">
                  <c:v>42545</c:v>
                </c:pt>
                <c:pt idx="3563">
                  <c:v>42548</c:v>
                </c:pt>
                <c:pt idx="3564">
                  <c:v>42549</c:v>
                </c:pt>
                <c:pt idx="3565">
                  <c:v>42550</c:v>
                </c:pt>
                <c:pt idx="3566">
                  <c:v>42551</c:v>
                </c:pt>
                <c:pt idx="3567">
                  <c:v>42552</c:v>
                </c:pt>
                <c:pt idx="3568">
                  <c:v>42555</c:v>
                </c:pt>
                <c:pt idx="3569">
                  <c:v>42556</c:v>
                </c:pt>
                <c:pt idx="3570">
                  <c:v>42557</c:v>
                </c:pt>
                <c:pt idx="3571">
                  <c:v>42558</c:v>
                </c:pt>
                <c:pt idx="3572">
                  <c:v>42559</c:v>
                </c:pt>
                <c:pt idx="3573">
                  <c:v>42562</c:v>
                </c:pt>
                <c:pt idx="3574">
                  <c:v>42563</c:v>
                </c:pt>
                <c:pt idx="3575">
                  <c:v>42564</c:v>
                </c:pt>
                <c:pt idx="3576">
                  <c:v>42565</c:v>
                </c:pt>
                <c:pt idx="3577">
                  <c:v>42566</c:v>
                </c:pt>
                <c:pt idx="3578">
                  <c:v>42569</c:v>
                </c:pt>
                <c:pt idx="3579">
                  <c:v>42570</c:v>
                </c:pt>
                <c:pt idx="3580">
                  <c:v>42571</c:v>
                </c:pt>
                <c:pt idx="3581">
                  <c:v>42572</c:v>
                </c:pt>
                <c:pt idx="3582">
                  <c:v>42573</c:v>
                </c:pt>
                <c:pt idx="3583">
                  <c:v>42576</c:v>
                </c:pt>
                <c:pt idx="3584">
                  <c:v>42577</c:v>
                </c:pt>
                <c:pt idx="3585">
                  <c:v>42578</c:v>
                </c:pt>
                <c:pt idx="3586">
                  <c:v>42579</c:v>
                </c:pt>
                <c:pt idx="3587">
                  <c:v>42580</c:v>
                </c:pt>
                <c:pt idx="3588">
                  <c:v>42583</c:v>
                </c:pt>
                <c:pt idx="3589">
                  <c:v>42584</c:v>
                </c:pt>
                <c:pt idx="3590">
                  <c:v>42585</c:v>
                </c:pt>
                <c:pt idx="3591">
                  <c:v>42586</c:v>
                </c:pt>
                <c:pt idx="3592">
                  <c:v>42587</c:v>
                </c:pt>
                <c:pt idx="3593">
                  <c:v>42590</c:v>
                </c:pt>
                <c:pt idx="3594">
                  <c:v>42591</c:v>
                </c:pt>
                <c:pt idx="3595">
                  <c:v>42592</c:v>
                </c:pt>
                <c:pt idx="3596">
                  <c:v>42593</c:v>
                </c:pt>
                <c:pt idx="3597">
                  <c:v>42594</c:v>
                </c:pt>
                <c:pt idx="3598">
                  <c:v>42597</c:v>
                </c:pt>
                <c:pt idx="3599">
                  <c:v>42598</c:v>
                </c:pt>
                <c:pt idx="3600">
                  <c:v>42599</c:v>
                </c:pt>
                <c:pt idx="3601">
                  <c:v>42600</c:v>
                </c:pt>
                <c:pt idx="3602">
                  <c:v>42601</c:v>
                </c:pt>
                <c:pt idx="3603">
                  <c:v>42604</c:v>
                </c:pt>
                <c:pt idx="3604">
                  <c:v>42605</c:v>
                </c:pt>
                <c:pt idx="3605">
                  <c:v>42606</c:v>
                </c:pt>
                <c:pt idx="3606">
                  <c:v>42607</c:v>
                </c:pt>
                <c:pt idx="3607">
                  <c:v>42608</c:v>
                </c:pt>
                <c:pt idx="3608">
                  <c:v>42611</c:v>
                </c:pt>
                <c:pt idx="3609">
                  <c:v>42612</c:v>
                </c:pt>
                <c:pt idx="3610">
                  <c:v>42613</c:v>
                </c:pt>
                <c:pt idx="3611">
                  <c:v>42614</c:v>
                </c:pt>
                <c:pt idx="3612">
                  <c:v>42615</c:v>
                </c:pt>
                <c:pt idx="3613">
                  <c:v>42618</c:v>
                </c:pt>
                <c:pt idx="3614">
                  <c:v>42619</c:v>
                </c:pt>
                <c:pt idx="3615">
                  <c:v>42621</c:v>
                </c:pt>
                <c:pt idx="3616">
                  <c:v>42622</c:v>
                </c:pt>
                <c:pt idx="3617">
                  <c:v>42625</c:v>
                </c:pt>
                <c:pt idx="3618">
                  <c:v>42626</c:v>
                </c:pt>
                <c:pt idx="3619">
                  <c:v>42627</c:v>
                </c:pt>
                <c:pt idx="3620">
                  <c:v>42628</c:v>
                </c:pt>
                <c:pt idx="3621">
                  <c:v>42629</c:v>
                </c:pt>
                <c:pt idx="3622">
                  <c:v>42632</c:v>
                </c:pt>
                <c:pt idx="3623">
                  <c:v>42633</c:v>
                </c:pt>
                <c:pt idx="3624">
                  <c:v>42634</c:v>
                </c:pt>
                <c:pt idx="3625">
                  <c:v>42635</c:v>
                </c:pt>
                <c:pt idx="3626">
                  <c:v>42636</c:v>
                </c:pt>
                <c:pt idx="3627">
                  <c:v>42639</c:v>
                </c:pt>
                <c:pt idx="3628">
                  <c:v>42640</c:v>
                </c:pt>
                <c:pt idx="3629">
                  <c:v>42641</c:v>
                </c:pt>
                <c:pt idx="3630">
                  <c:v>42642</c:v>
                </c:pt>
                <c:pt idx="3631">
                  <c:v>42643</c:v>
                </c:pt>
                <c:pt idx="3632">
                  <c:v>42646</c:v>
                </c:pt>
                <c:pt idx="3633">
                  <c:v>42647</c:v>
                </c:pt>
                <c:pt idx="3634">
                  <c:v>42648</c:v>
                </c:pt>
                <c:pt idx="3635">
                  <c:v>42649</c:v>
                </c:pt>
                <c:pt idx="3636">
                  <c:v>42650</c:v>
                </c:pt>
                <c:pt idx="3637">
                  <c:v>42653</c:v>
                </c:pt>
                <c:pt idx="3638">
                  <c:v>42654</c:v>
                </c:pt>
                <c:pt idx="3639">
                  <c:v>42656</c:v>
                </c:pt>
                <c:pt idx="3640">
                  <c:v>42657</c:v>
                </c:pt>
                <c:pt idx="3641">
                  <c:v>42660</c:v>
                </c:pt>
                <c:pt idx="3642">
                  <c:v>42661</c:v>
                </c:pt>
                <c:pt idx="3643">
                  <c:v>42662</c:v>
                </c:pt>
                <c:pt idx="3644">
                  <c:v>42663</c:v>
                </c:pt>
                <c:pt idx="3645">
                  <c:v>42664</c:v>
                </c:pt>
                <c:pt idx="3646">
                  <c:v>42667</c:v>
                </c:pt>
                <c:pt idx="3647">
                  <c:v>42668</c:v>
                </c:pt>
                <c:pt idx="3648">
                  <c:v>42669</c:v>
                </c:pt>
                <c:pt idx="3649">
                  <c:v>42670</c:v>
                </c:pt>
                <c:pt idx="3650">
                  <c:v>42671</c:v>
                </c:pt>
                <c:pt idx="3651">
                  <c:v>42674</c:v>
                </c:pt>
                <c:pt idx="3652">
                  <c:v>42675</c:v>
                </c:pt>
                <c:pt idx="3653">
                  <c:v>42677</c:v>
                </c:pt>
                <c:pt idx="3654">
                  <c:v>42678</c:v>
                </c:pt>
                <c:pt idx="3655">
                  <c:v>42681</c:v>
                </c:pt>
                <c:pt idx="3656">
                  <c:v>42682</c:v>
                </c:pt>
                <c:pt idx="3657">
                  <c:v>42683</c:v>
                </c:pt>
                <c:pt idx="3658">
                  <c:v>42684</c:v>
                </c:pt>
                <c:pt idx="3659">
                  <c:v>42685</c:v>
                </c:pt>
                <c:pt idx="3660">
                  <c:v>42688</c:v>
                </c:pt>
                <c:pt idx="3661">
                  <c:v>42690</c:v>
                </c:pt>
                <c:pt idx="3662">
                  <c:v>42691</c:v>
                </c:pt>
                <c:pt idx="3663">
                  <c:v>42692</c:v>
                </c:pt>
                <c:pt idx="3664">
                  <c:v>42695</c:v>
                </c:pt>
                <c:pt idx="3665">
                  <c:v>42696</c:v>
                </c:pt>
                <c:pt idx="3666">
                  <c:v>42697</c:v>
                </c:pt>
                <c:pt idx="3667">
                  <c:v>42698</c:v>
                </c:pt>
                <c:pt idx="3668">
                  <c:v>42699</c:v>
                </c:pt>
                <c:pt idx="3669">
                  <c:v>42702</c:v>
                </c:pt>
                <c:pt idx="3670">
                  <c:v>42703</c:v>
                </c:pt>
                <c:pt idx="3671">
                  <c:v>42704</c:v>
                </c:pt>
                <c:pt idx="3672">
                  <c:v>42705</c:v>
                </c:pt>
                <c:pt idx="3673">
                  <c:v>42706</c:v>
                </c:pt>
                <c:pt idx="3674">
                  <c:v>42709</c:v>
                </c:pt>
                <c:pt idx="3675">
                  <c:v>42710</c:v>
                </c:pt>
                <c:pt idx="3676">
                  <c:v>42711</c:v>
                </c:pt>
                <c:pt idx="3677">
                  <c:v>42712</c:v>
                </c:pt>
                <c:pt idx="3678">
                  <c:v>42713</c:v>
                </c:pt>
                <c:pt idx="3679">
                  <c:v>42716</c:v>
                </c:pt>
                <c:pt idx="3680">
                  <c:v>42717</c:v>
                </c:pt>
                <c:pt idx="3681">
                  <c:v>42718</c:v>
                </c:pt>
                <c:pt idx="3682">
                  <c:v>42719</c:v>
                </c:pt>
                <c:pt idx="3683">
                  <c:v>42720</c:v>
                </c:pt>
                <c:pt idx="3684">
                  <c:v>42723</c:v>
                </c:pt>
                <c:pt idx="3685">
                  <c:v>42724</c:v>
                </c:pt>
                <c:pt idx="3686">
                  <c:v>42725</c:v>
                </c:pt>
                <c:pt idx="3687">
                  <c:v>42726</c:v>
                </c:pt>
                <c:pt idx="3688">
                  <c:v>42727</c:v>
                </c:pt>
                <c:pt idx="3689">
                  <c:v>42730</c:v>
                </c:pt>
                <c:pt idx="3690">
                  <c:v>42731</c:v>
                </c:pt>
                <c:pt idx="3691">
                  <c:v>42732</c:v>
                </c:pt>
                <c:pt idx="3692">
                  <c:v>42733</c:v>
                </c:pt>
                <c:pt idx="3693">
                  <c:v>42737</c:v>
                </c:pt>
                <c:pt idx="3694">
                  <c:v>42738</c:v>
                </c:pt>
                <c:pt idx="3695">
                  <c:v>42739</c:v>
                </c:pt>
                <c:pt idx="3696">
                  <c:v>42740</c:v>
                </c:pt>
                <c:pt idx="3697">
                  <c:v>42741</c:v>
                </c:pt>
                <c:pt idx="3698">
                  <c:v>42744</c:v>
                </c:pt>
                <c:pt idx="3699">
                  <c:v>42745</c:v>
                </c:pt>
                <c:pt idx="3700">
                  <c:v>42746</c:v>
                </c:pt>
                <c:pt idx="3701">
                  <c:v>42747</c:v>
                </c:pt>
                <c:pt idx="3702">
                  <c:v>42748</c:v>
                </c:pt>
                <c:pt idx="3703">
                  <c:v>42751</c:v>
                </c:pt>
                <c:pt idx="3704">
                  <c:v>42752</c:v>
                </c:pt>
                <c:pt idx="3705">
                  <c:v>42753</c:v>
                </c:pt>
                <c:pt idx="3706">
                  <c:v>42754</c:v>
                </c:pt>
                <c:pt idx="3707">
                  <c:v>42755</c:v>
                </c:pt>
                <c:pt idx="3708">
                  <c:v>42758</c:v>
                </c:pt>
                <c:pt idx="3709">
                  <c:v>42759</c:v>
                </c:pt>
                <c:pt idx="3710">
                  <c:v>42761</c:v>
                </c:pt>
                <c:pt idx="3711">
                  <c:v>42762</c:v>
                </c:pt>
                <c:pt idx="3712">
                  <c:v>42765</c:v>
                </c:pt>
                <c:pt idx="3713">
                  <c:v>42766</c:v>
                </c:pt>
                <c:pt idx="3714">
                  <c:v>42767</c:v>
                </c:pt>
                <c:pt idx="3715">
                  <c:v>42768</c:v>
                </c:pt>
                <c:pt idx="3716">
                  <c:v>42769</c:v>
                </c:pt>
                <c:pt idx="3717">
                  <c:v>42772</c:v>
                </c:pt>
                <c:pt idx="3718">
                  <c:v>42773</c:v>
                </c:pt>
                <c:pt idx="3719">
                  <c:v>42774</c:v>
                </c:pt>
                <c:pt idx="3720">
                  <c:v>42775</c:v>
                </c:pt>
                <c:pt idx="3721">
                  <c:v>42776</c:v>
                </c:pt>
                <c:pt idx="3722">
                  <c:v>42779</c:v>
                </c:pt>
                <c:pt idx="3723">
                  <c:v>42780</c:v>
                </c:pt>
                <c:pt idx="3724">
                  <c:v>42781</c:v>
                </c:pt>
                <c:pt idx="3725">
                  <c:v>42782</c:v>
                </c:pt>
                <c:pt idx="3726">
                  <c:v>42783</c:v>
                </c:pt>
                <c:pt idx="3727">
                  <c:v>42786</c:v>
                </c:pt>
                <c:pt idx="3728">
                  <c:v>42787</c:v>
                </c:pt>
                <c:pt idx="3729">
                  <c:v>42788</c:v>
                </c:pt>
                <c:pt idx="3730">
                  <c:v>42789</c:v>
                </c:pt>
                <c:pt idx="3731">
                  <c:v>42790</c:v>
                </c:pt>
                <c:pt idx="3732">
                  <c:v>42795</c:v>
                </c:pt>
                <c:pt idx="3733">
                  <c:v>42796</c:v>
                </c:pt>
                <c:pt idx="3734">
                  <c:v>42797</c:v>
                </c:pt>
                <c:pt idx="3735">
                  <c:v>42800</c:v>
                </c:pt>
                <c:pt idx="3736">
                  <c:v>42801</c:v>
                </c:pt>
                <c:pt idx="3737">
                  <c:v>42802</c:v>
                </c:pt>
                <c:pt idx="3738">
                  <c:v>42803</c:v>
                </c:pt>
                <c:pt idx="3739">
                  <c:v>42804</c:v>
                </c:pt>
                <c:pt idx="3740">
                  <c:v>42807</c:v>
                </c:pt>
                <c:pt idx="3741">
                  <c:v>42808</c:v>
                </c:pt>
                <c:pt idx="3742">
                  <c:v>42809</c:v>
                </c:pt>
                <c:pt idx="3743">
                  <c:v>42810</c:v>
                </c:pt>
                <c:pt idx="3744">
                  <c:v>42811</c:v>
                </c:pt>
                <c:pt idx="3745">
                  <c:v>42814</c:v>
                </c:pt>
                <c:pt idx="3746">
                  <c:v>42815</c:v>
                </c:pt>
                <c:pt idx="3747">
                  <c:v>42816</c:v>
                </c:pt>
                <c:pt idx="3748">
                  <c:v>42817</c:v>
                </c:pt>
                <c:pt idx="3749">
                  <c:v>42818</c:v>
                </c:pt>
                <c:pt idx="3750">
                  <c:v>42821</c:v>
                </c:pt>
                <c:pt idx="3751">
                  <c:v>42822</c:v>
                </c:pt>
                <c:pt idx="3752">
                  <c:v>42823</c:v>
                </c:pt>
                <c:pt idx="3753">
                  <c:v>42824</c:v>
                </c:pt>
                <c:pt idx="3754">
                  <c:v>42825</c:v>
                </c:pt>
                <c:pt idx="3755">
                  <c:v>42828</c:v>
                </c:pt>
                <c:pt idx="3756">
                  <c:v>42829</c:v>
                </c:pt>
                <c:pt idx="3757">
                  <c:v>42830</c:v>
                </c:pt>
                <c:pt idx="3758">
                  <c:v>42831</c:v>
                </c:pt>
                <c:pt idx="3759">
                  <c:v>42832</c:v>
                </c:pt>
                <c:pt idx="3760">
                  <c:v>42835</c:v>
                </c:pt>
                <c:pt idx="3761">
                  <c:v>42836</c:v>
                </c:pt>
                <c:pt idx="3762">
                  <c:v>42837</c:v>
                </c:pt>
                <c:pt idx="3763">
                  <c:v>42838</c:v>
                </c:pt>
                <c:pt idx="3764">
                  <c:v>42842</c:v>
                </c:pt>
                <c:pt idx="3765">
                  <c:v>42843</c:v>
                </c:pt>
                <c:pt idx="3766">
                  <c:v>42844</c:v>
                </c:pt>
                <c:pt idx="3767">
                  <c:v>42845</c:v>
                </c:pt>
                <c:pt idx="3768">
                  <c:v>42849</c:v>
                </c:pt>
                <c:pt idx="3769">
                  <c:v>42850</c:v>
                </c:pt>
                <c:pt idx="3770">
                  <c:v>42851</c:v>
                </c:pt>
                <c:pt idx="3771">
                  <c:v>42852</c:v>
                </c:pt>
                <c:pt idx="3772">
                  <c:v>42853</c:v>
                </c:pt>
                <c:pt idx="3773">
                  <c:v>42857</c:v>
                </c:pt>
                <c:pt idx="3774">
                  <c:v>42858</c:v>
                </c:pt>
                <c:pt idx="3775">
                  <c:v>42859</c:v>
                </c:pt>
                <c:pt idx="3776">
                  <c:v>42860</c:v>
                </c:pt>
                <c:pt idx="3777">
                  <c:v>42863</c:v>
                </c:pt>
                <c:pt idx="3778">
                  <c:v>42864</c:v>
                </c:pt>
                <c:pt idx="3779">
                  <c:v>42865</c:v>
                </c:pt>
                <c:pt idx="3780">
                  <c:v>42866</c:v>
                </c:pt>
                <c:pt idx="3781">
                  <c:v>42867</c:v>
                </c:pt>
                <c:pt idx="3782">
                  <c:v>42870</c:v>
                </c:pt>
                <c:pt idx="3783">
                  <c:v>42871</c:v>
                </c:pt>
                <c:pt idx="3784">
                  <c:v>42872</c:v>
                </c:pt>
                <c:pt idx="3785">
                  <c:v>42873</c:v>
                </c:pt>
                <c:pt idx="3786">
                  <c:v>42874</c:v>
                </c:pt>
                <c:pt idx="3787">
                  <c:v>42877</c:v>
                </c:pt>
                <c:pt idx="3788">
                  <c:v>42878</c:v>
                </c:pt>
                <c:pt idx="3789">
                  <c:v>42879</c:v>
                </c:pt>
                <c:pt idx="3790">
                  <c:v>42880</c:v>
                </c:pt>
                <c:pt idx="3791">
                  <c:v>42881</c:v>
                </c:pt>
                <c:pt idx="3792">
                  <c:v>42884</c:v>
                </c:pt>
                <c:pt idx="3793">
                  <c:v>42885</c:v>
                </c:pt>
                <c:pt idx="3794">
                  <c:v>42886</c:v>
                </c:pt>
                <c:pt idx="3795">
                  <c:v>42887</c:v>
                </c:pt>
                <c:pt idx="3796">
                  <c:v>42888</c:v>
                </c:pt>
                <c:pt idx="3797">
                  <c:v>42891</c:v>
                </c:pt>
                <c:pt idx="3798">
                  <c:v>42892</c:v>
                </c:pt>
                <c:pt idx="3799">
                  <c:v>42893</c:v>
                </c:pt>
                <c:pt idx="3800">
                  <c:v>42894</c:v>
                </c:pt>
                <c:pt idx="3801">
                  <c:v>42895</c:v>
                </c:pt>
                <c:pt idx="3802">
                  <c:v>42898</c:v>
                </c:pt>
                <c:pt idx="3803">
                  <c:v>42899</c:v>
                </c:pt>
                <c:pt idx="3804">
                  <c:v>42900</c:v>
                </c:pt>
                <c:pt idx="3805">
                  <c:v>42902</c:v>
                </c:pt>
                <c:pt idx="3806">
                  <c:v>42905</c:v>
                </c:pt>
                <c:pt idx="3807">
                  <c:v>42906</c:v>
                </c:pt>
                <c:pt idx="3808">
                  <c:v>42907</c:v>
                </c:pt>
                <c:pt idx="3809">
                  <c:v>42908</c:v>
                </c:pt>
                <c:pt idx="3810">
                  <c:v>42909</c:v>
                </c:pt>
                <c:pt idx="3811">
                  <c:v>42912</c:v>
                </c:pt>
                <c:pt idx="3812">
                  <c:v>42913</c:v>
                </c:pt>
                <c:pt idx="3813">
                  <c:v>42914</c:v>
                </c:pt>
                <c:pt idx="3814">
                  <c:v>42915</c:v>
                </c:pt>
                <c:pt idx="3815">
                  <c:v>42916</c:v>
                </c:pt>
                <c:pt idx="3816">
                  <c:v>42919</c:v>
                </c:pt>
                <c:pt idx="3817">
                  <c:v>42920</c:v>
                </c:pt>
                <c:pt idx="3818">
                  <c:v>42921</c:v>
                </c:pt>
                <c:pt idx="3819">
                  <c:v>42922</c:v>
                </c:pt>
                <c:pt idx="3820">
                  <c:v>42923</c:v>
                </c:pt>
                <c:pt idx="3821">
                  <c:v>42926</c:v>
                </c:pt>
                <c:pt idx="3822">
                  <c:v>42927</c:v>
                </c:pt>
                <c:pt idx="3823">
                  <c:v>42928</c:v>
                </c:pt>
                <c:pt idx="3824">
                  <c:v>42929</c:v>
                </c:pt>
                <c:pt idx="3825">
                  <c:v>42930</c:v>
                </c:pt>
                <c:pt idx="3826">
                  <c:v>42933</c:v>
                </c:pt>
                <c:pt idx="3827">
                  <c:v>42934</c:v>
                </c:pt>
                <c:pt idx="3828">
                  <c:v>42935</c:v>
                </c:pt>
                <c:pt idx="3829">
                  <c:v>42936</c:v>
                </c:pt>
                <c:pt idx="3830">
                  <c:v>42937</c:v>
                </c:pt>
                <c:pt idx="3831">
                  <c:v>42940</c:v>
                </c:pt>
                <c:pt idx="3832">
                  <c:v>42941</c:v>
                </c:pt>
                <c:pt idx="3833">
                  <c:v>42942</c:v>
                </c:pt>
                <c:pt idx="3834">
                  <c:v>42943</c:v>
                </c:pt>
                <c:pt idx="3835">
                  <c:v>42944</c:v>
                </c:pt>
                <c:pt idx="3836">
                  <c:v>42947</c:v>
                </c:pt>
                <c:pt idx="3837">
                  <c:v>42948</c:v>
                </c:pt>
                <c:pt idx="3838">
                  <c:v>42949</c:v>
                </c:pt>
                <c:pt idx="3839">
                  <c:v>42950</c:v>
                </c:pt>
                <c:pt idx="3840">
                  <c:v>42951</c:v>
                </c:pt>
                <c:pt idx="3841">
                  <c:v>42954</c:v>
                </c:pt>
                <c:pt idx="3842">
                  <c:v>42955</c:v>
                </c:pt>
                <c:pt idx="3843">
                  <c:v>42956</c:v>
                </c:pt>
                <c:pt idx="3844">
                  <c:v>42957</c:v>
                </c:pt>
                <c:pt idx="3845">
                  <c:v>42958</c:v>
                </c:pt>
                <c:pt idx="3846">
                  <c:v>42961</c:v>
                </c:pt>
                <c:pt idx="3847">
                  <c:v>42962</c:v>
                </c:pt>
                <c:pt idx="3848">
                  <c:v>42963</c:v>
                </c:pt>
                <c:pt idx="3849">
                  <c:v>42964</c:v>
                </c:pt>
                <c:pt idx="3850">
                  <c:v>42965</c:v>
                </c:pt>
                <c:pt idx="3851">
                  <c:v>42968</c:v>
                </c:pt>
                <c:pt idx="3852">
                  <c:v>42969</c:v>
                </c:pt>
                <c:pt idx="3853">
                  <c:v>42970</c:v>
                </c:pt>
                <c:pt idx="3854">
                  <c:v>42971</c:v>
                </c:pt>
                <c:pt idx="3855">
                  <c:v>42972</c:v>
                </c:pt>
                <c:pt idx="3856">
                  <c:v>42975</c:v>
                </c:pt>
                <c:pt idx="3857">
                  <c:v>42976</c:v>
                </c:pt>
                <c:pt idx="3858">
                  <c:v>42977</c:v>
                </c:pt>
                <c:pt idx="3859">
                  <c:v>42978</c:v>
                </c:pt>
                <c:pt idx="3860">
                  <c:v>42979</c:v>
                </c:pt>
                <c:pt idx="3861">
                  <c:v>42982</c:v>
                </c:pt>
                <c:pt idx="3862">
                  <c:v>42983</c:v>
                </c:pt>
                <c:pt idx="3863">
                  <c:v>42984</c:v>
                </c:pt>
                <c:pt idx="3864">
                  <c:v>42986</c:v>
                </c:pt>
                <c:pt idx="3865">
                  <c:v>42989</c:v>
                </c:pt>
                <c:pt idx="3866">
                  <c:v>42990</c:v>
                </c:pt>
                <c:pt idx="3867">
                  <c:v>42991</c:v>
                </c:pt>
                <c:pt idx="3868">
                  <c:v>42992</c:v>
                </c:pt>
                <c:pt idx="3869">
                  <c:v>42993</c:v>
                </c:pt>
                <c:pt idx="3870">
                  <c:v>42996</c:v>
                </c:pt>
                <c:pt idx="3871">
                  <c:v>42997</c:v>
                </c:pt>
                <c:pt idx="3872">
                  <c:v>42998</c:v>
                </c:pt>
                <c:pt idx="3873">
                  <c:v>42999</c:v>
                </c:pt>
                <c:pt idx="3874">
                  <c:v>43000</c:v>
                </c:pt>
                <c:pt idx="3875">
                  <c:v>43003</c:v>
                </c:pt>
                <c:pt idx="3876">
                  <c:v>43004</c:v>
                </c:pt>
                <c:pt idx="3877">
                  <c:v>43005</c:v>
                </c:pt>
                <c:pt idx="3878">
                  <c:v>43006</c:v>
                </c:pt>
                <c:pt idx="3879">
                  <c:v>43007</c:v>
                </c:pt>
                <c:pt idx="3880">
                  <c:v>43010</c:v>
                </c:pt>
                <c:pt idx="3881">
                  <c:v>43011</c:v>
                </c:pt>
                <c:pt idx="3882">
                  <c:v>43012</c:v>
                </c:pt>
                <c:pt idx="3883">
                  <c:v>43013</c:v>
                </c:pt>
                <c:pt idx="3884">
                  <c:v>43014</c:v>
                </c:pt>
                <c:pt idx="3885">
                  <c:v>43017</c:v>
                </c:pt>
                <c:pt idx="3886">
                  <c:v>43018</c:v>
                </c:pt>
                <c:pt idx="3887">
                  <c:v>43019</c:v>
                </c:pt>
                <c:pt idx="3888">
                  <c:v>43021</c:v>
                </c:pt>
                <c:pt idx="3889">
                  <c:v>43024</c:v>
                </c:pt>
                <c:pt idx="3890">
                  <c:v>43025</c:v>
                </c:pt>
                <c:pt idx="3891">
                  <c:v>43026</c:v>
                </c:pt>
                <c:pt idx="3892">
                  <c:v>43027</c:v>
                </c:pt>
                <c:pt idx="3893">
                  <c:v>43028</c:v>
                </c:pt>
                <c:pt idx="3894">
                  <c:v>43031</c:v>
                </c:pt>
                <c:pt idx="3895">
                  <c:v>43032</c:v>
                </c:pt>
                <c:pt idx="3896">
                  <c:v>43033</c:v>
                </c:pt>
                <c:pt idx="3897">
                  <c:v>43034</c:v>
                </c:pt>
                <c:pt idx="3898">
                  <c:v>43035</c:v>
                </c:pt>
                <c:pt idx="3899">
                  <c:v>43038</c:v>
                </c:pt>
                <c:pt idx="3900">
                  <c:v>43039</c:v>
                </c:pt>
                <c:pt idx="3901">
                  <c:v>43040</c:v>
                </c:pt>
                <c:pt idx="3902">
                  <c:v>43042</c:v>
                </c:pt>
                <c:pt idx="3903">
                  <c:v>43045</c:v>
                </c:pt>
                <c:pt idx="3904">
                  <c:v>43046</c:v>
                </c:pt>
                <c:pt idx="3905">
                  <c:v>43047</c:v>
                </c:pt>
                <c:pt idx="3906">
                  <c:v>43048</c:v>
                </c:pt>
                <c:pt idx="3907">
                  <c:v>43049</c:v>
                </c:pt>
                <c:pt idx="3908">
                  <c:v>43052</c:v>
                </c:pt>
                <c:pt idx="3909">
                  <c:v>43053</c:v>
                </c:pt>
                <c:pt idx="3910">
                  <c:v>43055</c:v>
                </c:pt>
                <c:pt idx="3911">
                  <c:v>43056</c:v>
                </c:pt>
                <c:pt idx="3912">
                  <c:v>43060</c:v>
                </c:pt>
                <c:pt idx="3913">
                  <c:v>43061</c:v>
                </c:pt>
                <c:pt idx="3914">
                  <c:v>43062</c:v>
                </c:pt>
                <c:pt idx="3915">
                  <c:v>43063</c:v>
                </c:pt>
                <c:pt idx="3916">
                  <c:v>43066</c:v>
                </c:pt>
                <c:pt idx="3917">
                  <c:v>43067</c:v>
                </c:pt>
                <c:pt idx="3918">
                  <c:v>43068</c:v>
                </c:pt>
                <c:pt idx="3919">
                  <c:v>43069</c:v>
                </c:pt>
                <c:pt idx="3920">
                  <c:v>43070</c:v>
                </c:pt>
                <c:pt idx="3921">
                  <c:v>43073</c:v>
                </c:pt>
                <c:pt idx="3922">
                  <c:v>43074</c:v>
                </c:pt>
                <c:pt idx="3923">
                  <c:v>43075</c:v>
                </c:pt>
                <c:pt idx="3924">
                  <c:v>43076</c:v>
                </c:pt>
                <c:pt idx="3925">
                  <c:v>43077</c:v>
                </c:pt>
                <c:pt idx="3926">
                  <c:v>43080</c:v>
                </c:pt>
                <c:pt idx="3927">
                  <c:v>43081</c:v>
                </c:pt>
                <c:pt idx="3928">
                  <c:v>43082</c:v>
                </c:pt>
                <c:pt idx="3929">
                  <c:v>43083</c:v>
                </c:pt>
                <c:pt idx="3930">
                  <c:v>43084</c:v>
                </c:pt>
                <c:pt idx="3931">
                  <c:v>43087</c:v>
                </c:pt>
                <c:pt idx="3932">
                  <c:v>43088</c:v>
                </c:pt>
                <c:pt idx="3933">
                  <c:v>43089</c:v>
                </c:pt>
                <c:pt idx="3934">
                  <c:v>43090</c:v>
                </c:pt>
                <c:pt idx="3935">
                  <c:v>43091</c:v>
                </c:pt>
                <c:pt idx="3936">
                  <c:v>43095</c:v>
                </c:pt>
                <c:pt idx="3937">
                  <c:v>43096</c:v>
                </c:pt>
                <c:pt idx="3938">
                  <c:v>43097</c:v>
                </c:pt>
                <c:pt idx="3939">
                  <c:v>43102</c:v>
                </c:pt>
                <c:pt idx="3940">
                  <c:v>43103</c:v>
                </c:pt>
                <c:pt idx="3941">
                  <c:v>43104</c:v>
                </c:pt>
                <c:pt idx="3942">
                  <c:v>43105</c:v>
                </c:pt>
                <c:pt idx="3943">
                  <c:v>43108</c:v>
                </c:pt>
                <c:pt idx="3944">
                  <c:v>43109</c:v>
                </c:pt>
                <c:pt idx="3945">
                  <c:v>43110</c:v>
                </c:pt>
                <c:pt idx="3946">
                  <c:v>43111</c:v>
                </c:pt>
                <c:pt idx="3947">
                  <c:v>43112</c:v>
                </c:pt>
                <c:pt idx="3948">
                  <c:v>43115</c:v>
                </c:pt>
                <c:pt idx="3949">
                  <c:v>43116</c:v>
                </c:pt>
                <c:pt idx="3950">
                  <c:v>43117</c:v>
                </c:pt>
                <c:pt idx="3951">
                  <c:v>43118</c:v>
                </c:pt>
                <c:pt idx="3952">
                  <c:v>43119</c:v>
                </c:pt>
                <c:pt idx="3953">
                  <c:v>43122</c:v>
                </c:pt>
                <c:pt idx="3954">
                  <c:v>43123</c:v>
                </c:pt>
                <c:pt idx="3955">
                  <c:v>43124</c:v>
                </c:pt>
                <c:pt idx="3956">
                  <c:v>43126</c:v>
                </c:pt>
                <c:pt idx="3957">
                  <c:v>43129</c:v>
                </c:pt>
                <c:pt idx="3958">
                  <c:v>43130</c:v>
                </c:pt>
                <c:pt idx="3959">
                  <c:v>43131</c:v>
                </c:pt>
                <c:pt idx="3960">
                  <c:v>43132</c:v>
                </c:pt>
                <c:pt idx="3961">
                  <c:v>43133</c:v>
                </c:pt>
                <c:pt idx="3962">
                  <c:v>43136</c:v>
                </c:pt>
                <c:pt idx="3963">
                  <c:v>43137</c:v>
                </c:pt>
                <c:pt idx="3964">
                  <c:v>43138</c:v>
                </c:pt>
                <c:pt idx="3965">
                  <c:v>43139</c:v>
                </c:pt>
                <c:pt idx="3966">
                  <c:v>43140</c:v>
                </c:pt>
                <c:pt idx="3967">
                  <c:v>43145</c:v>
                </c:pt>
                <c:pt idx="3968">
                  <c:v>43146</c:v>
                </c:pt>
                <c:pt idx="3969">
                  <c:v>43147</c:v>
                </c:pt>
                <c:pt idx="3970">
                  <c:v>43150</c:v>
                </c:pt>
                <c:pt idx="3971">
                  <c:v>43151</c:v>
                </c:pt>
                <c:pt idx="3972">
                  <c:v>43152</c:v>
                </c:pt>
                <c:pt idx="3973">
                  <c:v>43153</c:v>
                </c:pt>
                <c:pt idx="3974">
                  <c:v>43154</c:v>
                </c:pt>
                <c:pt idx="3975">
                  <c:v>43157</c:v>
                </c:pt>
                <c:pt idx="3976">
                  <c:v>43158</c:v>
                </c:pt>
                <c:pt idx="3977">
                  <c:v>43159</c:v>
                </c:pt>
                <c:pt idx="3978">
                  <c:v>43160</c:v>
                </c:pt>
                <c:pt idx="3979">
                  <c:v>43161</c:v>
                </c:pt>
                <c:pt idx="3980">
                  <c:v>43164</c:v>
                </c:pt>
                <c:pt idx="3981">
                  <c:v>43165</c:v>
                </c:pt>
                <c:pt idx="3982">
                  <c:v>43166</c:v>
                </c:pt>
                <c:pt idx="3983">
                  <c:v>43167</c:v>
                </c:pt>
                <c:pt idx="3984">
                  <c:v>43168</c:v>
                </c:pt>
                <c:pt idx="3985">
                  <c:v>43171</c:v>
                </c:pt>
                <c:pt idx="3986">
                  <c:v>43172</c:v>
                </c:pt>
                <c:pt idx="3987">
                  <c:v>43173</c:v>
                </c:pt>
                <c:pt idx="3988">
                  <c:v>43174</c:v>
                </c:pt>
                <c:pt idx="3989">
                  <c:v>43175</c:v>
                </c:pt>
                <c:pt idx="3990">
                  <c:v>43178</c:v>
                </c:pt>
                <c:pt idx="3991">
                  <c:v>43179</c:v>
                </c:pt>
                <c:pt idx="3992">
                  <c:v>43180</c:v>
                </c:pt>
                <c:pt idx="3993">
                  <c:v>43181</c:v>
                </c:pt>
                <c:pt idx="3994">
                  <c:v>43182</c:v>
                </c:pt>
                <c:pt idx="3995">
                  <c:v>43185</c:v>
                </c:pt>
                <c:pt idx="3996">
                  <c:v>43186</c:v>
                </c:pt>
                <c:pt idx="3997">
                  <c:v>43187</c:v>
                </c:pt>
                <c:pt idx="3998">
                  <c:v>43188</c:v>
                </c:pt>
                <c:pt idx="3999">
                  <c:v>43192</c:v>
                </c:pt>
                <c:pt idx="4000">
                  <c:v>43193</c:v>
                </c:pt>
                <c:pt idx="4001">
                  <c:v>43194</c:v>
                </c:pt>
                <c:pt idx="4002">
                  <c:v>43195</c:v>
                </c:pt>
                <c:pt idx="4003">
                  <c:v>43196</c:v>
                </c:pt>
                <c:pt idx="4004">
                  <c:v>43199</c:v>
                </c:pt>
                <c:pt idx="4005">
                  <c:v>43200</c:v>
                </c:pt>
                <c:pt idx="4006">
                  <c:v>43201</c:v>
                </c:pt>
                <c:pt idx="4007">
                  <c:v>43202</c:v>
                </c:pt>
                <c:pt idx="4008">
                  <c:v>43203</c:v>
                </c:pt>
                <c:pt idx="4009">
                  <c:v>43206</c:v>
                </c:pt>
                <c:pt idx="4010">
                  <c:v>43207</c:v>
                </c:pt>
                <c:pt idx="4011">
                  <c:v>43208</c:v>
                </c:pt>
                <c:pt idx="4012">
                  <c:v>43209</c:v>
                </c:pt>
                <c:pt idx="4013">
                  <c:v>43210</c:v>
                </c:pt>
                <c:pt idx="4014">
                  <c:v>43213</c:v>
                </c:pt>
                <c:pt idx="4015">
                  <c:v>43214</c:v>
                </c:pt>
                <c:pt idx="4016">
                  <c:v>43215</c:v>
                </c:pt>
                <c:pt idx="4017">
                  <c:v>43216</c:v>
                </c:pt>
                <c:pt idx="4018">
                  <c:v>43217</c:v>
                </c:pt>
                <c:pt idx="4019">
                  <c:v>43220</c:v>
                </c:pt>
                <c:pt idx="4020">
                  <c:v>43222</c:v>
                </c:pt>
                <c:pt idx="4021">
                  <c:v>43223</c:v>
                </c:pt>
                <c:pt idx="4022">
                  <c:v>43224</c:v>
                </c:pt>
                <c:pt idx="4023">
                  <c:v>43227</c:v>
                </c:pt>
                <c:pt idx="4024">
                  <c:v>43228</c:v>
                </c:pt>
                <c:pt idx="4025">
                  <c:v>43229</c:v>
                </c:pt>
                <c:pt idx="4026">
                  <c:v>43230</c:v>
                </c:pt>
                <c:pt idx="4027">
                  <c:v>43231</c:v>
                </c:pt>
                <c:pt idx="4028">
                  <c:v>43234</c:v>
                </c:pt>
                <c:pt idx="4029">
                  <c:v>43235</c:v>
                </c:pt>
                <c:pt idx="4030">
                  <c:v>43236</c:v>
                </c:pt>
                <c:pt idx="4031">
                  <c:v>43237</c:v>
                </c:pt>
                <c:pt idx="4032">
                  <c:v>43238</c:v>
                </c:pt>
                <c:pt idx="4033">
                  <c:v>43241</c:v>
                </c:pt>
                <c:pt idx="4034">
                  <c:v>43242</c:v>
                </c:pt>
                <c:pt idx="4035">
                  <c:v>43243</c:v>
                </c:pt>
                <c:pt idx="4036">
                  <c:v>43244</c:v>
                </c:pt>
                <c:pt idx="4037">
                  <c:v>43245</c:v>
                </c:pt>
                <c:pt idx="4038">
                  <c:v>43248</c:v>
                </c:pt>
                <c:pt idx="4039">
                  <c:v>43249</c:v>
                </c:pt>
                <c:pt idx="4040">
                  <c:v>43250</c:v>
                </c:pt>
                <c:pt idx="4041">
                  <c:v>43252</c:v>
                </c:pt>
                <c:pt idx="4042">
                  <c:v>43255</c:v>
                </c:pt>
                <c:pt idx="4043">
                  <c:v>43256</c:v>
                </c:pt>
                <c:pt idx="4044">
                  <c:v>43257</c:v>
                </c:pt>
                <c:pt idx="4045">
                  <c:v>43258</c:v>
                </c:pt>
                <c:pt idx="4046">
                  <c:v>43259</c:v>
                </c:pt>
                <c:pt idx="4047">
                  <c:v>43262</c:v>
                </c:pt>
                <c:pt idx="4048">
                  <c:v>43263</c:v>
                </c:pt>
                <c:pt idx="4049">
                  <c:v>43264</c:v>
                </c:pt>
                <c:pt idx="4050">
                  <c:v>43265</c:v>
                </c:pt>
                <c:pt idx="4051">
                  <c:v>43266</c:v>
                </c:pt>
                <c:pt idx="4052">
                  <c:v>43269</c:v>
                </c:pt>
                <c:pt idx="4053">
                  <c:v>43270</c:v>
                </c:pt>
                <c:pt idx="4054">
                  <c:v>43271</c:v>
                </c:pt>
                <c:pt idx="4055">
                  <c:v>43272</c:v>
                </c:pt>
                <c:pt idx="4056">
                  <c:v>43273</c:v>
                </c:pt>
                <c:pt idx="4057">
                  <c:v>43276</c:v>
                </c:pt>
                <c:pt idx="4058">
                  <c:v>43277</c:v>
                </c:pt>
                <c:pt idx="4059">
                  <c:v>43278</c:v>
                </c:pt>
                <c:pt idx="4060">
                  <c:v>43279</c:v>
                </c:pt>
                <c:pt idx="4061">
                  <c:v>43280</c:v>
                </c:pt>
                <c:pt idx="4062">
                  <c:v>43283</c:v>
                </c:pt>
                <c:pt idx="4063">
                  <c:v>43284</c:v>
                </c:pt>
                <c:pt idx="4064">
                  <c:v>43285</c:v>
                </c:pt>
                <c:pt idx="4065">
                  <c:v>43286</c:v>
                </c:pt>
                <c:pt idx="4066">
                  <c:v>43287</c:v>
                </c:pt>
                <c:pt idx="4067">
                  <c:v>43291</c:v>
                </c:pt>
                <c:pt idx="4068">
                  <c:v>43292</c:v>
                </c:pt>
                <c:pt idx="4069">
                  <c:v>43293</c:v>
                </c:pt>
                <c:pt idx="4070">
                  <c:v>43294</c:v>
                </c:pt>
                <c:pt idx="4071">
                  <c:v>43297</c:v>
                </c:pt>
                <c:pt idx="4072">
                  <c:v>43298</c:v>
                </c:pt>
                <c:pt idx="4073">
                  <c:v>43299</c:v>
                </c:pt>
                <c:pt idx="4074">
                  <c:v>43300</c:v>
                </c:pt>
                <c:pt idx="4075">
                  <c:v>43301</c:v>
                </c:pt>
                <c:pt idx="4076">
                  <c:v>43304</c:v>
                </c:pt>
                <c:pt idx="4077">
                  <c:v>43305</c:v>
                </c:pt>
                <c:pt idx="4078">
                  <c:v>43306</c:v>
                </c:pt>
                <c:pt idx="4079">
                  <c:v>43307</c:v>
                </c:pt>
                <c:pt idx="4080">
                  <c:v>43308</c:v>
                </c:pt>
                <c:pt idx="4081">
                  <c:v>43311</c:v>
                </c:pt>
                <c:pt idx="4082">
                  <c:v>43312</c:v>
                </c:pt>
                <c:pt idx="4083">
                  <c:v>43313</c:v>
                </c:pt>
                <c:pt idx="4084">
                  <c:v>43314</c:v>
                </c:pt>
                <c:pt idx="4085">
                  <c:v>43315</c:v>
                </c:pt>
                <c:pt idx="4086">
                  <c:v>43318</c:v>
                </c:pt>
                <c:pt idx="4087">
                  <c:v>43319</c:v>
                </c:pt>
                <c:pt idx="4088">
                  <c:v>43320</c:v>
                </c:pt>
                <c:pt idx="4089">
                  <c:v>43321</c:v>
                </c:pt>
                <c:pt idx="4090">
                  <c:v>43322</c:v>
                </c:pt>
                <c:pt idx="4091">
                  <c:v>43325</c:v>
                </c:pt>
                <c:pt idx="4092">
                  <c:v>43326</c:v>
                </c:pt>
                <c:pt idx="4093">
                  <c:v>43327</c:v>
                </c:pt>
                <c:pt idx="4094">
                  <c:v>43328</c:v>
                </c:pt>
                <c:pt idx="4095">
                  <c:v>43329</c:v>
                </c:pt>
                <c:pt idx="4096">
                  <c:v>43332</c:v>
                </c:pt>
                <c:pt idx="4097">
                  <c:v>43333</c:v>
                </c:pt>
                <c:pt idx="4098">
                  <c:v>43334</c:v>
                </c:pt>
                <c:pt idx="4099">
                  <c:v>43335</c:v>
                </c:pt>
                <c:pt idx="4100">
                  <c:v>43336</c:v>
                </c:pt>
                <c:pt idx="4101">
                  <c:v>43339</c:v>
                </c:pt>
                <c:pt idx="4102">
                  <c:v>43340</c:v>
                </c:pt>
                <c:pt idx="4103">
                  <c:v>43341</c:v>
                </c:pt>
                <c:pt idx="4104">
                  <c:v>43342</c:v>
                </c:pt>
                <c:pt idx="4105">
                  <c:v>43343</c:v>
                </c:pt>
                <c:pt idx="4106">
                  <c:v>43346</c:v>
                </c:pt>
                <c:pt idx="4107">
                  <c:v>43347</c:v>
                </c:pt>
                <c:pt idx="4108">
                  <c:v>43348</c:v>
                </c:pt>
                <c:pt idx="4109">
                  <c:v>43349</c:v>
                </c:pt>
                <c:pt idx="4110">
                  <c:v>43353</c:v>
                </c:pt>
                <c:pt idx="4111">
                  <c:v>43354</c:v>
                </c:pt>
                <c:pt idx="4112">
                  <c:v>43355</c:v>
                </c:pt>
                <c:pt idx="4113">
                  <c:v>43356</c:v>
                </c:pt>
                <c:pt idx="4114">
                  <c:v>43357</c:v>
                </c:pt>
                <c:pt idx="4115">
                  <c:v>43360</c:v>
                </c:pt>
                <c:pt idx="4116">
                  <c:v>43361</c:v>
                </c:pt>
                <c:pt idx="4117">
                  <c:v>43362</c:v>
                </c:pt>
                <c:pt idx="4118">
                  <c:v>43363</c:v>
                </c:pt>
                <c:pt idx="4119">
                  <c:v>43364</c:v>
                </c:pt>
                <c:pt idx="4120">
                  <c:v>43367</c:v>
                </c:pt>
                <c:pt idx="4121">
                  <c:v>43368</c:v>
                </c:pt>
                <c:pt idx="4122">
                  <c:v>43369</c:v>
                </c:pt>
                <c:pt idx="4123">
                  <c:v>43370</c:v>
                </c:pt>
                <c:pt idx="4124">
                  <c:v>43371</c:v>
                </c:pt>
                <c:pt idx="4125">
                  <c:v>43374</c:v>
                </c:pt>
                <c:pt idx="4126">
                  <c:v>43375</c:v>
                </c:pt>
                <c:pt idx="4127">
                  <c:v>43376</c:v>
                </c:pt>
                <c:pt idx="4128">
                  <c:v>43377</c:v>
                </c:pt>
                <c:pt idx="4129">
                  <c:v>43378</c:v>
                </c:pt>
                <c:pt idx="4130">
                  <c:v>43381</c:v>
                </c:pt>
                <c:pt idx="4131">
                  <c:v>43382</c:v>
                </c:pt>
                <c:pt idx="4132">
                  <c:v>43383</c:v>
                </c:pt>
                <c:pt idx="4133">
                  <c:v>43384</c:v>
                </c:pt>
                <c:pt idx="4134">
                  <c:v>43388</c:v>
                </c:pt>
                <c:pt idx="4135">
                  <c:v>43389</c:v>
                </c:pt>
                <c:pt idx="4136">
                  <c:v>43390</c:v>
                </c:pt>
                <c:pt idx="4137">
                  <c:v>43391</c:v>
                </c:pt>
                <c:pt idx="4138">
                  <c:v>43392</c:v>
                </c:pt>
                <c:pt idx="4139">
                  <c:v>43395</c:v>
                </c:pt>
                <c:pt idx="4140">
                  <c:v>43396</c:v>
                </c:pt>
                <c:pt idx="4141">
                  <c:v>43397</c:v>
                </c:pt>
                <c:pt idx="4142">
                  <c:v>43398</c:v>
                </c:pt>
                <c:pt idx="4143">
                  <c:v>43399</c:v>
                </c:pt>
                <c:pt idx="4144">
                  <c:v>43402</c:v>
                </c:pt>
                <c:pt idx="4145">
                  <c:v>43403</c:v>
                </c:pt>
                <c:pt idx="4146">
                  <c:v>43404</c:v>
                </c:pt>
                <c:pt idx="4147">
                  <c:v>43405</c:v>
                </c:pt>
                <c:pt idx="4148">
                  <c:v>43409</c:v>
                </c:pt>
                <c:pt idx="4149">
                  <c:v>43410</c:v>
                </c:pt>
                <c:pt idx="4150">
                  <c:v>43411</c:v>
                </c:pt>
                <c:pt idx="4151">
                  <c:v>43412</c:v>
                </c:pt>
                <c:pt idx="4152">
                  <c:v>43413</c:v>
                </c:pt>
                <c:pt idx="4153">
                  <c:v>43416</c:v>
                </c:pt>
                <c:pt idx="4154">
                  <c:v>43417</c:v>
                </c:pt>
                <c:pt idx="4155">
                  <c:v>43418</c:v>
                </c:pt>
                <c:pt idx="4156">
                  <c:v>43420</c:v>
                </c:pt>
                <c:pt idx="4157">
                  <c:v>43423</c:v>
                </c:pt>
                <c:pt idx="4158">
                  <c:v>43425</c:v>
                </c:pt>
                <c:pt idx="4159">
                  <c:v>43426</c:v>
                </c:pt>
                <c:pt idx="4160">
                  <c:v>43427</c:v>
                </c:pt>
                <c:pt idx="4161">
                  <c:v>43430</c:v>
                </c:pt>
                <c:pt idx="4162">
                  <c:v>43431</c:v>
                </c:pt>
                <c:pt idx="4163">
                  <c:v>43432</c:v>
                </c:pt>
                <c:pt idx="4164">
                  <c:v>43433</c:v>
                </c:pt>
                <c:pt idx="4165">
                  <c:v>43434</c:v>
                </c:pt>
                <c:pt idx="4166">
                  <c:v>43437</c:v>
                </c:pt>
                <c:pt idx="4167">
                  <c:v>43438</c:v>
                </c:pt>
                <c:pt idx="4168">
                  <c:v>43439</c:v>
                </c:pt>
                <c:pt idx="4169">
                  <c:v>43440</c:v>
                </c:pt>
                <c:pt idx="4170">
                  <c:v>43441</c:v>
                </c:pt>
                <c:pt idx="4171">
                  <c:v>43444</c:v>
                </c:pt>
                <c:pt idx="4172">
                  <c:v>43445</c:v>
                </c:pt>
                <c:pt idx="4173">
                  <c:v>43446</c:v>
                </c:pt>
                <c:pt idx="4174">
                  <c:v>43447</c:v>
                </c:pt>
                <c:pt idx="4175">
                  <c:v>43448</c:v>
                </c:pt>
                <c:pt idx="4176">
                  <c:v>43451</c:v>
                </c:pt>
                <c:pt idx="4177">
                  <c:v>43452</c:v>
                </c:pt>
                <c:pt idx="4178">
                  <c:v>43453</c:v>
                </c:pt>
                <c:pt idx="4179">
                  <c:v>43454</c:v>
                </c:pt>
                <c:pt idx="4180">
                  <c:v>43455</c:v>
                </c:pt>
                <c:pt idx="4181">
                  <c:v>43460</c:v>
                </c:pt>
                <c:pt idx="4182">
                  <c:v>43461</c:v>
                </c:pt>
                <c:pt idx="4183">
                  <c:v>43462</c:v>
                </c:pt>
                <c:pt idx="4184">
                  <c:v>43467</c:v>
                </c:pt>
                <c:pt idx="4185">
                  <c:v>43468</c:v>
                </c:pt>
                <c:pt idx="4186">
                  <c:v>43469</c:v>
                </c:pt>
                <c:pt idx="4187">
                  <c:v>43472</c:v>
                </c:pt>
                <c:pt idx="4188">
                  <c:v>43473</c:v>
                </c:pt>
                <c:pt idx="4189">
                  <c:v>43474</c:v>
                </c:pt>
                <c:pt idx="4190">
                  <c:v>43475</c:v>
                </c:pt>
                <c:pt idx="4191">
                  <c:v>43476</c:v>
                </c:pt>
                <c:pt idx="4192">
                  <c:v>43479</c:v>
                </c:pt>
                <c:pt idx="4193">
                  <c:v>43480</c:v>
                </c:pt>
                <c:pt idx="4194">
                  <c:v>43481</c:v>
                </c:pt>
                <c:pt idx="4195">
                  <c:v>43482</c:v>
                </c:pt>
                <c:pt idx="4196">
                  <c:v>43483</c:v>
                </c:pt>
                <c:pt idx="4197">
                  <c:v>43486</c:v>
                </c:pt>
                <c:pt idx="4198">
                  <c:v>43487</c:v>
                </c:pt>
                <c:pt idx="4199">
                  <c:v>43488</c:v>
                </c:pt>
                <c:pt idx="4200">
                  <c:v>43489</c:v>
                </c:pt>
                <c:pt idx="4201">
                  <c:v>43493</c:v>
                </c:pt>
                <c:pt idx="4202">
                  <c:v>43494</c:v>
                </c:pt>
                <c:pt idx="4203">
                  <c:v>43495</c:v>
                </c:pt>
                <c:pt idx="4204">
                  <c:v>43496</c:v>
                </c:pt>
                <c:pt idx="4205">
                  <c:v>43497</c:v>
                </c:pt>
                <c:pt idx="4206">
                  <c:v>43500</c:v>
                </c:pt>
                <c:pt idx="4207">
                  <c:v>43501</c:v>
                </c:pt>
                <c:pt idx="4208">
                  <c:v>43502</c:v>
                </c:pt>
                <c:pt idx="4209">
                  <c:v>43503</c:v>
                </c:pt>
                <c:pt idx="4210">
                  <c:v>43504</c:v>
                </c:pt>
                <c:pt idx="4211">
                  <c:v>43507</c:v>
                </c:pt>
                <c:pt idx="4212">
                  <c:v>43508</c:v>
                </c:pt>
                <c:pt idx="4213">
                  <c:v>43509</c:v>
                </c:pt>
                <c:pt idx="4214">
                  <c:v>43510</c:v>
                </c:pt>
                <c:pt idx="4215">
                  <c:v>43511</c:v>
                </c:pt>
                <c:pt idx="4216">
                  <c:v>43514</c:v>
                </c:pt>
                <c:pt idx="4217">
                  <c:v>43515</c:v>
                </c:pt>
                <c:pt idx="4218">
                  <c:v>43516</c:v>
                </c:pt>
                <c:pt idx="4219">
                  <c:v>43517</c:v>
                </c:pt>
                <c:pt idx="4220">
                  <c:v>43518</c:v>
                </c:pt>
                <c:pt idx="4221">
                  <c:v>43521</c:v>
                </c:pt>
                <c:pt idx="4222">
                  <c:v>43522</c:v>
                </c:pt>
                <c:pt idx="4223">
                  <c:v>43523</c:v>
                </c:pt>
                <c:pt idx="4224">
                  <c:v>43524</c:v>
                </c:pt>
                <c:pt idx="4225">
                  <c:v>43525</c:v>
                </c:pt>
                <c:pt idx="4226">
                  <c:v>43530</c:v>
                </c:pt>
                <c:pt idx="4227">
                  <c:v>43531</c:v>
                </c:pt>
                <c:pt idx="4228">
                  <c:v>43532</c:v>
                </c:pt>
                <c:pt idx="4229">
                  <c:v>43535</c:v>
                </c:pt>
                <c:pt idx="4230">
                  <c:v>43536</c:v>
                </c:pt>
                <c:pt idx="4231">
                  <c:v>43537</c:v>
                </c:pt>
                <c:pt idx="4232">
                  <c:v>43538</c:v>
                </c:pt>
                <c:pt idx="4233">
                  <c:v>43539</c:v>
                </c:pt>
                <c:pt idx="4234">
                  <c:v>43542</c:v>
                </c:pt>
                <c:pt idx="4235">
                  <c:v>43543</c:v>
                </c:pt>
                <c:pt idx="4236">
                  <c:v>43544</c:v>
                </c:pt>
                <c:pt idx="4237">
                  <c:v>43545</c:v>
                </c:pt>
                <c:pt idx="4238">
                  <c:v>43546</c:v>
                </c:pt>
                <c:pt idx="4239">
                  <c:v>43549</c:v>
                </c:pt>
                <c:pt idx="4240">
                  <c:v>43550</c:v>
                </c:pt>
                <c:pt idx="4241">
                  <c:v>43551</c:v>
                </c:pt>
                <c:pt idx="4242">
                  <c:v>43552</c:v>
                </c:pt>
                <c:pt idx="4243">
                  <c:v>43553</c:v>
                </c:pt>
                <c:pt idx="4244">
                  <c:v>43556</c:v>
                </c:pt>
                <c:pt idx="4245">
                  <c:v>43557</c:v>
                </c:pt>
                <c:pt idx="4246">
                  <c:v>43558</c:v>
                </c:pt>
                <c:pt idx="4247">
                  <c:v>43559</c:v>
                </c:pt>
                <c:pt idx="4248">
                  <c:v>43560</c:v>
                </c:pt>
                <c:pt idx="4249">
                  <c:v>43563</c:v>
                </c:pt>
                <c:pt idx="4250">
                  <c:v>43564</c:v>
                </c:pt>
                <c:pt idx="4251">
                  <c:v>43565</c:v>
                </c:pt>
                <c:pt idx="4252">
                  <c:v>43566</c:v>
                </c:pt>
                <c:pt idx="4253">
                  <c:v>43567</c:v>
                </c:pt>
                <c:pt idx="4254">
                  <c:v>43570</c:v>
                </c:pt>
                <c:pt idx="4255">
                  <c:v>43571</c:v>
                </c:pt>
                <c:pt idx="4256">
                  <c:v>43572</c:v>
                </c:pt>
                <c:pt idx="4257">
                  <c:v>43573</c:v>
                </c:pt>
                <c:pt idx="4258">
                  <c:v>43577</c:v>
                </c:pt>
                <c:pt idx="4259">
                  <c:v>43578</c:v>
                </c:pt>
                <c:pt idx="4260">
                  <c:v>43579</c:v>
                </c:pt>
                <c:pt idx="4261">
                  <c:v>43580</c:v>
                </c:pt>
                <c:pt idx="4262">
                  <c:v>43581</c:v>
                </c:pt>
                <c:pt idx="4263">
                  <c:v>43584</c:v>
                </c:pt>
                <c:pt idx="4264">
                  <c:v>43585</c:v>
                </c:pt>
                <c:pt idx="4265">
                  <c:v>43587</c:v>
                </c:pt>
                <c:pt idx="4266">
                  <c:v>43588</c:v>
                </c:pt>
                <c:pt idx="4267">
                  <c:v>43591</c:v>
                </c:pt>
                <c:pt idx="4268">
                  <c:v>43592</c:v>
                </c:pt>
                <c:pt idx="4269">
                  <c:v>43593</c:v>
                </c:pt>
                <c:pt idx="4270">
                  <c:v>43594</c:v>
                </c:pt>
                <c:pt idx="4271">
                  <c:v>43595</c:v>
                </c:pt>
                <c:pt idx="4272">
                  <c:v>43598</c:v>
                </c:pt>
                <c:pt idx="4273">
                  <c:v>43599</c:v>
                </c:pt>
                <c:pt idx="4274">
                  <c:v>43600</c:v>
                </c:pt>
                <c:pt idx="4275">
                  <c:v>43601</c:v>
                </c:pt>
                <c:pt idx="4276">
                  <c:v>43602</c:v>
                </c:pt>
                <c:pt idx="4277">
                  <c:v>43605</c:v>
                </c:pt>
                <c:pt idx="4278">
                  <c:v>43606</c:v>
                </c:pt>
                <c:pt idx="4279">
                  <c:v>43607</c:v>
                </c:pt>
                <c:pt idx="4280">
                  <c:v>43608</c:v>
                </c:pt>
                <c:pt idx="4281">
                  <c:v>43609</c:v>
                </c:pt>
                <c:pt idx="4282">
                  <c:v>43612</c:v>
                </c:pt>
                <c:pt idx="4283">
                  <c:v>43613</c:v>
                </c:pt>
                <c:pt idx="4284">
                  <c:v>43614</c:v>
                </c:pt>
                <c:pt idx="4285">
                  <c:v>43615</c:v>
                </c:pt>
                <c:pt idx="4286">
                  <c:v>43616</c:v>
                </c:pt>
                <c:pt idx="4287">
                  <c:v>43619</c:v>
                </c:pt>
                <c:pt idx="4288">
                  <c:v>43620</c:v>
                </c:pt>
                <c:pt idx="4289">
                  <c:v>43621</c:v>
                </c:pt>
                <c:pt idx="4290">
                  <c:v>43622</c:v>
                </c:pt>
                <c:pt idx="4291">
                  <c:v>43623</c:v>
                </c:pt>
                <c:pt idx="4292">
                  <c:v>43626</c:v>
                </c:pt>
                <c:pt idx="4293">
                  <c:v>43627</c:v>
                </c:pt>
                <c:pt idx="4294">
                  <c:v>43628</c:v>
                </c:pt>
                <c:pt idx="4295">
                  <c:v>43629</c:v>
                </c:pt>
                <c:pt idx="4296">
                  <c:v>43630</c:v>
                </c:pt>
                <c:pt idx="4297">
                  <c:v>43633</c:v>
                </c:pt>
                <c:pt idx="4298">
                  <c:v>43634</c:v>
                </c:pt>
                <c:pt idx="4299">
                  <c:v>43635</c:v>
                </c:pt>
                <c:pt idx="4300">
                  <c:v>43637</c:v>
                </c:pt>
                <c:pt idx="4301">
                  <c:v>43640</c:v>
                </c:pt>
                <c:pt idx="4302">
                  <c:v>43641</c:v>
                </c:pt>
                <c:pt idx="4303">
                  <c:v>43642</c:v>
                </c:pt>
                <c:pt idx="4304">
                  <c:v>43643</c:v>
                </c:pt>
                <c:pt idx="4305">
                  <c:v>43644</c:v>
                </c:pt>
                <c:pt idx="4306">
                  <c:v>43647</c:v>
                </c:pt>
                <c:pt idx="4307">
                  <c:v>43648</c:v>
                </c:pt>
                <c:pt idx="4308">
                  <c:v>43649</c:v>
                </c:pt>
                <c:pt idx="4309">
                  <c:v>43650</c:v>
                </c:pt>
                <c:pt idx="4310">
                  <c:v>43651</c:v>
                </c:pt>
                <c:pt idx="4311">
                  <c:v>43654</c:v>
                </c:pt>
                <c:pt idx="4312">
                  <c:v>43656</c:v>
                </c:pt>
                <c:pt idx="4313">
                  <c:v>43657</c:v>
                </c:pt>
                <c:pt idx="4314">
                  <c:v>43658</c:v>
                </c:pt>
                <c:pt idx="4315">
                  <c:v>43661</c:v>
                </c:pt>
                <c:pt idx="4316">
                  <c:v>43662</c:v>
                </c:pt>
                <c:pt idx="4317">
                  <c:v>43663</c:v>
                </c:pt>
                <c:pt idx="4318">
                  <c:v>43664</c:v>
                </c:pt>
                <c:pt idx="4319">
                  <c:v>43665</c:v>
                </c:pt>
                <c:pt idx="4320">
                  <c:v>43668</c:v>
                </c:pt>
                <c:pt idx="4321">
                  <c:v>43669</c:v>
                </c:pt>
                <c:pt idx="4322">
                  <c:v>43670</c:v>
                </c:pt>
                <c:pt idx="4323">
                  <c:v>43671</c:v>
                </c:pt>
                <c:pt idx="4324">
                  <c:v>43672</c:v>
                </c:pt>
                <c:pt idx="4325">
                  <c:v>43675</c:v>
                </c:pt>
                <c:pt idx="4326">
                  <c:v>43676</c:v>
                </c:pt>
                <c:pt idx="4327">
                  <c:v>43677</c:v>
                </c:pt>
                <c:pt idx="4328">
                  <c:v>43678</c:v>
                </c:pt>
                <c:pt idx="4329">
                  <c:v>43679</c:v>
                </c:pt>
                <c:pt idx="4330">
                  <c:v>43682</c:v>
                </c:pt>
                <c:pt idx="4331">
                  <c:v>43683</c:v>
                </c:pt>
                <c:pt idx="4332">
                  <c:v>43684</c:v>
                </c:pt>
                <c:pt idx="4333">
                  <c:v>43685</c:v>
                </c:pt>
                <c:pt idx="4334">
                  <c:v>43686</c:v>
                </c:pt>
                <c:pt idx="4335">
                  <c:v>43689</c:v>
                </c:pt>
                <c:pt idx="4336">
                  <c:v>43690</c:v>
                </c:pt>
                <c:pt idx="4337">
                  <c:v>43691</c:v>
                </c:pt>
                <c:pt idx="4338">
                  <c:v>43692</c:v>
                </c:pt>
                <c:pt idx="4339">
                  <c:v>43693</c:v>
                </c:pt>
                <c:pt idx="4340">
                  <c:v>43696</c:v>
                </c:pt>
                <c:pt idx="4341">
                  <c:v>43697</c:v>
                </c:pt>
                <c:pt idx="4342">
                  <c:v>43698</c:v>
                </c:pt>
                <c:pt idx="4343">
                  <c:v>43699</c:v>
                </c:pt>
                <c:pt idx="4344">
                  <c:v>43700</c:v>
                </c:pt>
                <c:pt idx="4345">
                  <c:v>43703</c:v>
                </c:pt>
                <c:pt idx="4346">
                  <c:v>43704</c:v>
                </c:pt>
                <c:pt idx="4347">
                  <c:v>43705</c:v>
                </c:pt>
                <c:pt idx="4348">
                  <c:v>43706</c:v>
                </c:pt>
                <c:pt idx="4349">
                  <c:v>43707</c:v>
                </c:pt>
                <c:pt idx="4350">
                  <c:v>43710</c:v>
                </c:pt>
                <c:pt idx="4351">
                  <c:v>43711</c:v>
                </c:pt>
                <c:pt idx="4352">
                  <c:v>43712</c:v>
                </c:pt>
                <c:pt idx="4353">
                  <c:v>43713</c:v>
                </c:pt>
                <c:pt idx="4354">
                  <c:v>43714</c:v>
                </c:pt>
                <c:pt idx="4355">
                  <c:v>43717</c:v>
                </c:pt>
                <c:pt idx="4356">
                  <c:v>43718</c:v>
                </c:pt>
                <c:pt idx="4357">
                  <c:v>43719</c:v>
                </c:pt>
                <c:pt idx="4358">
                  <c:v>43720</c:v>
                </c:pt>
                <c:pt idx="4359">
                  <c:v>43721</c:v>
                </c:pt>
                <c:pt idx="4360">
                  <c:v>43724</c:v>
                </c:pt>
                <c:pt idx="4361">
                  <c:v>43725</c:v>
                </c:pt>
                <c:pt idx="4362">
                  <c:v>43726</c:v>
                </c:pt>
                <c:pt idx="4363">
                  <c:v>43727</c:v>
                </c:pt>
                <c:pt idx="4364">
                  <c:v>43728</c:v>
                </c:pt>
                <c:pt idx="4365">
                  <c:v>43731</c:v>
                </c:pt>
                <c:pt idx="4366">
                  <c:v>43732</c:v>
                </c:pt>
                <c:pt idx="4367">
                  <c:v>43733</c:v>
                </c:pt>
                <c:pt idx="4368">
                  <c:v>43734</c:v>
                </c:pt>
                <c:pt idx="4369">
                  <c:v>43735</c:v>
                </c:pt>
                <c:pt idx="4370">
                  <c:v>43738</c:v>
                </c:pt>
                <c:pt idx="4371">
                  <c:v>43739</c:v>
                </c:pt>
                <c:pt idx="4372">
                  <c:v>43740</c:v>
                </c:pt>
                <c:pt idx="4373">
                  <c:v>43741</c:v>
                </c:pt>
                <c:pt idx="4374">
                  <c:v>43742</c:v>
                </c:pt>
                <c:pt idx="4375">
                  <c:v>43745</c:v>
                </c:pt>
                <c:pt idx="4376">
                  <c:v>43746</c:v>
                </c:pt>
                <c:pt idx="4377">
                  <c:v>43747</c:v>
                </c:pt>
                <c:pt idx="4378">
                  <c:v>43748</c:v>
                </c:pt>
                <c:pt idx="4379">
                  <c:v>43749</c:v>
                </c:pt>
                <c:pt idx="4380">
                  <c:v>43752</c:v>
                </c:pt>
                <c:pt idx="4381">
                  <c:v>43753</c:v>
                </c:pt>
                <c:pt idx="4382">
                  <c:v>43754</c:v>
                </c:pt>
                <c:pt idx="4383">
                  <c:v>43755</c:v>
                </c:pt>
                <c:pt idx="4384">
                  <c:v>43756</c:v>
                </c:pt>
                <c:pt idx="4385">
                  <c:v>43759</c:v>
                </c:pt>
                <c:pt idx="4386">
                  <c:v>43760</c:v>
                </c:pt>
                <c:pt idx="4387">
                  <c:v>43761</c:v>
                </c:pt>
                <c:pt idx="4388">
                  <c:v>43762</c:v>
                </c:pt>
                <c:pt idx="4389">
                  <c:v>43763</c:v>
                </c:pt>
                <c:pt idx="4390">
                  <c:v>43766</c:v>
                </c:pt>
                <c:pt idx="4391">
                  <c:v>43767</c:v>
                </c:pt>
                <c:pt idx="4392">
                  <c:v>43768</c:v>
                </c:pt>
                <c:pt idx="4393">
                  <c:v>43769</c:v>
                </c:pt>
                <c:pt idx="4394">
                  <c:v>43770</c:v>
                </c:pt>
                <c:pt idx="4395">
                  <c:v>43773</c:v>
                </c:pt>
                <c:pt idx="4396">
                  <c:v>43774</c:v>
                </c:pt>
                <c:pt idx="4397">
                  <c:v>43775</c:v>
                </c:pt>
                <c:pt idx="4398">
                  <c:v>43776</c:v>
                </c:pt>
                <c:pt idx="4399">
                  <c:v>43777</c:v>
                </c:pt>
                <c:pt idx="4400">
                  <c:v>43780</c:v>
                </c:pt>
                <c:pt idx="4401">
                  <c:v>43781</c:v>
                </c:pt>
                <c:pt idx="4402">
                  <c:v>43782</c:v>
                </c:pt>
                <c:pt idx="4403">
                  <c:v>43783</c:v>
                </c:pt>
                <c:pt idx="4404">
                  <c:v>43787</c:v>
                </c:pt>
                <c:pt idx="4405">
                  <c:v>43788</c:v>
                </c:pt>
                <c:pt idx="4406">
                  <c:v>43790</c:v>
                </c:pt>
                <c:pt idx="4407">
                  <c:v>43791</c:v>
                </c:pt>
                <c:pt idx="4408">
                  <c:v>43794</c:v>
                </c:pt>
                <c:pt idx="4409">
                  <c:v>43795</c:v>
                </c:pt>
                <c:pt idx="4410">
                  <c:v>43796</c:v>
                </c:pt>
                <c:pt idx="4411">
                  <c:v>43797</c:v>
                </c:pt>
                <c:pt idx="4412">
                  <c:v>43798</c:v>
                </c:pt>
                <c:pt idx="4413">
                  <c:v>43801</c:v>
                </c:pt>
                <c:pt idx="4414">
                  <c:v>43802</c:v>
                </c:pt>
                <c:pt idx="4415">
                  <c:v>43803</c:v>
                </c:pt>
                <c:pt idx="4416">
                  <c:v>43804</c:v>
                </c:pt>
                <c:pt idx="4417">
                  <c:v>43805</c:v>
                </c:pt>
                <c:pt idx="4418">
                  <c:v>43808</c:v>
                </c:pt>
                <c:pt idx="4419">
                  <c:v>43809</c:v>
                </c:pt>
                <c:pt idx="4420">
                  <c:v>43810</c:v>
                </c:pt>
                <c:pt idx="4421">
                  <c:v>43811</c:v>
                </c:pt>
                <c:pt idx="4422">
                  <c:v>43812</c:v>
                </c:pt>
                <c:pt idx="4423">
                  <c:v>43815</c:v>
                </c:pt>
                <c:pt idx="4424">
                  <c:v>43816</c:v>
                </c:pt>
                <c:pt idx="4425">
                  <c:v>43817</c:v>
                </c:pt>
                <c:pt idx="4426">
                  <c:v>43818</c:v>
                </c:pt>
                <c:pt idx="4427">
                  <c:v>43819</c:v>
                </c:pt>
                <c:pt idx="4428">
                  <c:v>43822</c:v>
                </c:pt>
                <c:pt idx="4429">
                  <c:v>43825</c:v>
                </c:pt>
                <c:pt idx="4430">
                  <c:v>43826</c:v>
                </c:pt>
                <c:pt idx="4431">
                  <c:v>43829</c:v>
                </c:pt>
                <c:pt idx="4432">
                  <c:v>43832</c:v>
                </c:pt>
                <c:pt idx="4433">
                  <c:v>43833</c:v>
                </c:pt>
                <c:pt idx="4434">
                  <c:v>43836</c:v>
                </c:pt>
                <c:pt idx="4435">
                  <c:v>43837</c:v>
                </c:pt>
                <c:pt idx="4436">
                  <c:v>43838</c:v>
                </c:pt>
                <c:pt idx="4437">
                  <c:v>43839</c:v>
                </c:pt>
                <c:pt idx="4438">
                  <c:v>43840</c:v>
                </c:pt>
                <c:pt idx="4439">
                  <c:v>43843</c:v>
                </c:pt>
                <c:pt idx="4440">
                  <c:v>43844</c:v>
                </c:pt>
                <c:pt idx="4441">
                  <c:v>43845</c:v>
                </c:pt>
                <c:pt idx="4442">
                  <c:v>43846</c:v>
                </c:pt>
                <c:pt idx="4443">
                  <c:v>43847</c:v>
                </c:pt>
                <c:pt idx="4444">
                  <c:v>43850</c:v>
                </c:pt>
                <c:pt idx="4445">
                  <c:v>43851</c:v>
                </c:pt>
                <c:pt idx="4446">
                  <c:v>43852</c:v>
                </c:pt>
                <c:pt idx="4447">
                  <c:v>43853</c:v>
                </c:pt>
                <c:pt idx="4448">
                  <c:v>43854</c:v>
                </c:pt>
                <c:pt idx="4449">
                  <c:v>43857</c:v>
                </c:pt>
                <c:pt idx="4450">
                  <c:v>43858</c:v>
                </c:pt>
                <c:pt idx="4451">
                  <c:v>43859</c:v>
                </c:pt>
                <c:pt idx="4452">
                  <c:v>43860</c:v>
                </c:pt>
                <c:pt idx="4453">
                  <c:v>43861</c:v>
                </c:pt>
                <c:pt idx="4454">
                  <c:v>43864</c:v>
                </c:pt>
                <c:pt idx="4455">
                  <c:v>43865</c:v>
                </c:pt>
                <c:pt idx="4456">
                  <c:v>43866</c:v>
                </c:pt>
                <c:pt idx="4457">
                  <c:v>43867</c:v>
                </c:pt>
                <c:pt idx="4458">
                  <c:v>43868</c:v>
                </c:pt>
                <c:pt idx="4459">
                  <c:v>43871</c:v>
                </c:pt>
                <c:pt idx="4460">
                  <c:v>43872</c:v>
                </c:pt>
                <c:pt idx="4461">
                  <c:v>43873</c:v>
                </c:pt>
                <c:pt idx="4462">
                  <c:v>43874</c:v>
                </c:pt>
                <c:pt idx="4463">
                  <c:v>43875</c:v>
                </c:pt>
                <c:pt idx="4464">
                  <c:v>43878</c:v>
                </c:pt>
                <c:pt idx="4465">
                  <c:v>43879</c:v>
                </c:pt>
                <c:pt idx="4466">
                  <c:v>43880</c:v>
                </c:pt>
                <c:pt idx="4467">
                  <c:v>43881</c:v>
                </c:pt>
                <c:pt idx="4468">
                  <c:v>43882</c:v>
                </c:pt>
                <c:pt idx="4469">
                  <c:v>43887</c:v>
                </c:pt>
                <c:pt idx="4470">
                  <c:v>43888</c:v>
                </c:pt>
                <c:pt idx="4471">
                  <c:v>43889</c:v>
                </c:pt>
                <c:pt idx="4472">
                  <c:v>43892</c:v>
                </c:pt>
                <c:pt idx="4473">
                  <c:v>43893</c:v>
                </c:pt>
                <c:pt idx="4474">
                  <c:v>43894</c:v>
                </c:pt>
                <c:pt idx="4475">
                  <c:v>43895</c:v>
                </c:pt>
                <c:pt idx="4476">
                  <c:v>43896</c:v>
                </c:pt>
                <c:pt idx="4477">
                  <c:v>43899</c:v>
                </c:pt>
                <c:pt idx="4478">
                  <c:v>43900</c:v>
                </c:pt>
                <c:pt idx="4479">
                  <c:v>43901</c:v>
                </c:pt>
                <c:pt idx="4480">
                  <c:v>43902</c:v>
                </c:pt>
                <c:pt idx="4481">
                  <c:v>43903</c:v>
                </c:pt>
                <c:pt idx="4482">
                  <c:v>43906</c:v>
                </c:pt>
                <c:pt idx="4483">
                  <c:v>43907</c:v>
                </c:pt>
                <c:pt idx="4484">
                  <c:v>43908</c:v>
                </c:pt>
                <c:pt idx="4485">
                  <c:v>43909</c:v>
                </c:pt>
                <c:pt idx="4486">
                  <c:v>43910</c:v>
                </c:pt>
                <c:pt idx="4487">
                  <c:v>43913</c:v>
                </c:pt>
                <c:pt idx="4488">
                  <c:v>43914</c:v>
                </c:pt>
                <c:pt idx="4489">
                  <c:v>43915</c:v>
                </c:pt>
                <c:pt idx="4490">
                  <c:v>43916</c:v>
                </c:pt>
                <c:pt idx="4491">
                  <c:v>43917</c:v>
                </c:pt>
                <c:pt idx="4492">
                  <c:v>43920</c:v>
                </c:pt>
                <c:pt idx="4493">
                  <c:v>43921</c:v>
                </c:pt>
                <c:pt idx="4494">
                  <c:v>43922</c:v>
                </c:pt>
                <c:pt idx="4495">
                  <c:v>43923</c:v>
                </c:pt>
                <c:pt idx="4496">
                  <c:v>43924</c:v>
                </c:pt>
                <c:pt idx="4497">
                  <c:v>43927</c:v>
                </c:pt>
                <c:pt idx="4498">
                  <c:v>43928</c:v>
                </c:pt>
                <c:pt idx="4499">
                  <c:v>43929</c:v>
                </c:pt>
                <c:pt idx="4500">
                  <c:v>43930</c:v>
                </c:pt>
                <c:pt idx="4501">
                  <c:v>43934</c:v>
                </c:pt>
                <c:pt idx="4502">
                  <c:v>43935</c:v>
                </c:pt>
                <c:pt idx="4503">
                  <c:v>43936</c:v>
                </c:pt>
                <c:pt idx="4504">
                  <c:v>43937</c:v>
                </c:pt>
                <c:pt idx="4505">
                  <c:v>43938</c:v>
                </c:pt>
                <c:pt idx="4506">
                  <c:v>43941</c:v>
                </c:pt>
                <c:pt idx="4507">
                  <c:v>43943</c:v>
                </c:pt>
                <c:pt idx="4508">
                  <c:v>43944</c:v>
                </c:pt>
                <c:pt idx="4509">
                  <c:v>43945</c:v>
                </c:pt>
                <c:pt idx="4510">
                  <c:v>43948</c:v>
                </c:pt>
                <c:pt idx="4511">
                  <c:v>43949</c:v>
                </c:pt>
                <c:pt idx="4512">
                  <c:v>43950</c:v>
                </c:pt>
                <c:pt idx="4513">
                  <c:v>43951</c:v>
                </c:pt>
                <c:pt idx="4514">
                  <c:v>43955</c:v>
                </c:pt>
                <c:pt idx="4515">
                  <c:v>43956</c:v>
                </c:pt>
                <c:pt idx="4516">
                  <c:v>43957</c:v>
                </c:pt>
                <c:pt idx="4517">
                  <c:v>43958</c:v>
                </c:pt>
                <c:pt idx="4518">
                  <c:v>43959</c:v>
                </c:pt>
                <c:pt idx="4519">
                  <c:v>43962</c:v>
                </c:pt>
                <c:pt idx="4520">
                  <c:v>43963</c:v>
                </c:pt>
                <c:pt idx="4521">
                  <c:v>43964</c:v>
                </c:pt>
                <c:pt idx="4522">
                  <c:v>43965</c:v>
                </c:pt>
                <c:pt idx="4523">
                  <c:v>43966</c:v>
                </c:pt>
                <c:pt idx="4524">
                  <c:v>43969</c:v>
                </c:pt>
                <c:pt idx="4525">
                  <c:v>43970</c:v>
                </c:pt>
                <c:pt idx="4526">
                  <c:v>43971</c:v>
                </c:pt>
                <c:pt idx="4527">
                  <c:v>43972</c:v>
                </c:pt>
                <c:pt idx="4528">
                  <c:v>43973</c:v>
                </c:pt>
                <c:pt idx="4529">
                  <c:v>43976</c:v>
                </c:pt>
                <c:pt idx="4530">
                  <c:v>43977</c:v>
                </c:pt>
                <c:pt idx="4531">
                  <c:v>43978</c:v>
                </c:pt>
                <c:pt idx="4532">
                  <c:v>43979</c:v>
                </c:pt>
                <c:pt idx="4533">
                  <c:v>43980</c:v>
                </c:pt>
                <c:pt idx="4534">
                  <c:v>43983</c:v>
                </c:pt>
                <c:pt idx="4535">
                  <c:v>43984</c:v>
                </c:pt>
                <c:pt idx="4536">
                  <c:v>43985</c:v>
                </c:pt>
                <c:pt idx="4537">
                  <c:v>43986</c:v>
                </c:pt>
                <c:pt idx="4538">
                  <c:v>43987</c:v>
                </c:pt>
                <c:pt idx="4539">
                  <c:v>43990</c:v>
                </c:pt>
                <c:pt idx="4540">
                  <c:v>43991</c:v>
                </c:pt>
                <c:pt idx="4541">
                  <c:v>43992</c:v>
                </c:pt>
                <c:pt idx="4542">
                  <c:v>43994</c:v>
                </c:pt>
                <c:pt idx="4543">
                  <c:v>43997</c:v>
                </c:pt>
                <c:pt idx="4544">
                  <c:v>43998</c:v>
                </c:pt>
                <c:pt idx="4545">
                  <c:v>43999</c:v>
                </c:pt>
                <c:pt idx="4546">
                  <c:v>44000</c:v>
                </c:pt>
                <c:pt idx="4547">
                  <c:v>44001</c:v>
                </c:pt>
                <c:pt idx="4548">
                  <c:v>44004</c:v>
                </c:pt>
                <c:pt idx="4549">
                  <c:v>44005</c:v>
                </c:pt>
                <c:pt idx="4550">
                  <c:v>44006</c:v>
                </c:pt>
                <c:pt idx="4551">
                  <c:v>44007</c:v>
                </c:pt>
                <c:pt idx="4552">
                  <c:v>44008</c:v>
                </c:pt>
                <c:pt idx="4553">
                  <c:v>44011</c:v>
                </c:pt>
                <c:pt idx="4554">
                  <c:v>44012</c:v>
                </c:pt>
                <c:pt idx="4555">
                  <c:v>44013</c:v>
                </c:pt>
                <c:pt idx="4556">
                  <c:v>44014</c:v>
                </c:pt>
                <c:pt idx="4557">
                  <c:v>44015</c:v>
                </c:pt>
                <c:pt idx="4558">
                  <c:v>44018</c:v>
                </c:pt>
                <c:pt idx="4559">
                  <c:v>44019</c:v>
                </c:pt>
                <c:pt idx="4560">
                  <c:v>44020</c:v>
                </c:pt>
                <c:pt idx="4561">
                  <c:v>44021</c:v>
                </c:pt>
                <c:pt idx="4562">
                  <c:v>44022</c:v>
                </c:pt>
                <c:pt idx="4563">
                  <c:v>44025</c:v>
                </c:pt>
                <c:pt idx="4564">
                  <c:v>44026</c:v>
                </c:pt>
                <c:pt idx="4565">
                  <c:v>44027</c:v>
                </c:pt>
                <c:pt idx="4566">
                  <c:v>44028</c:v>
                </c:pt>
                <c:pt idx="4567">
                  <c:v>44029</c:v>
                </c:pt>
                <c:pt idx="4568">
                  <c:v>44032</c:v>
                </c:pt>
                <c:pt idx="4569">
                  <c:v>44033</c:v>
                </c:pt>
                <c:pt idx="4570">
                  <c:v>44034</c:v>
                </c:pt>
                <c:pt idx="4571">
                  <c:v>44035</c:v>
                </c:pt>
                <c:pt idx="4572">
                  <c:v>44036</c:v>
                </c:pt>
                <c:pt idx="4573">
                  <c:v>44039</c:v>
                </c:pt>
                <c:pt idx="4574">
                  <c:v>44040</c:v>
                </c:pt>
                <c:pt idx="4575">
                  <c:v>44041</c:v>
                </c:pt>
                <c:pt idx="4576">
                  <c:v>44042</c:v>
                </c:pt>
                <c:pt idx="4577">
                  <c:v>44043</c:v>
                </c:pt>
                <c:pt idx="4578">
                  <c:v>44046</c:v>
                </c:pt>
                <c:pt idx="4579">
                  <c:v>44047</c:v>
                </c:pt>
                <c:pt idx="4580">
                  <c:v>44048</c:v>
                </c:pt>
                <c:pt idx="4581">
                  <c:v>44049</c:v>
                </c:pt>
                <c:pt idx="4582">
                  <c:v>44050</c:v>
                </c:pt>
                <c:pt idx="4583">
                  <c:v>44053</c:v>
                </c:pt>
                <c:pt idx="4584">
                  <c:v>44054</c:v>
                </c:pt>
                <c:pt idx="4585">
                  <c:v>44055</c:v>
                </c:pt>
                <c:pt idx="4586">
                  <c:v>44056</c:v>
                </c:pt>
                <c:pt idx="4587">
                  <c:v>44057</c:v>
                </c:pt>
                <c:pt idx="4588">
                  <c:v>44060</c:v>
                </c:pt>
                <c:pt idx="4589">
                  <c:v>44061</c:v>
                </c:pt>
                <c:pt idx="4590">
                  <c:v>44062</c:v>
                </c:pt>
                <c:pt idx="4591">
                  <c:v>44063</c:v>
                </c:pt>
                <c:pt idx="4592">
                  <c:v>44064</c:v>
                </c:pt>
                <c:pt idx="4593">
                  <c:v>44067</c:v>
                </c:pt>
                <c:pt idx="4594">
                  <c:v>44068</c:v>
                </c:pt>
                <c:pt idx="4595">
                  <c:v>44069</c:v>
                </c:pt>
                <c:pt idx="4596">
                  <c:v>44070</c:v>
                </c:pt>
                <c:pt idx="4597">
                  <c:v>44071</c:v>
                </c:pt>
                <c:pt idx="4598">
                  <c:v>44074</c:v>
                </c:pt>
                <c:pt idx="4599">
                  <c:v>44075</c:v>
                </c:pt>
                <c:pt idx="4600">
                  <c:v>44076</c:v>
                </c:pt>
                <c:pt idx="4601">
                  <c:v>44077</c:v>
                </c:pt>
                <c:pt idx="4602">
                  <c:v>44078</c:v>
                </c:pt>
                <c:pt idx="4603">
                  <c:v>44082</c:v>
                </c:pt>
                <c:pt idx="4604">
                  <c:v>44083</c:v>
                </c:pt>
                <c:pt idx="4605">
                  <c:v>44084</c:v>
                </c:pt>
                <c:pt idx="4606">
                  <c:v>44085</c:v>
                </c:pt>
                <c:pt idx="4607">
                  <c:v>44088</c:v>
                </c:pt>
                <c:pt idx="4608">
                  <c:v>44089</c:v>
                </c:pt>
                <c:pt idx="4609">
                  <c:v>44090</c:v>
                </c:pt>
                <c:pt idx="4610">
                  <c:v>44091</c:v>
                </c:pt>
                <c:pt idx="4611">
                  <c:v>44092</c:v>
                </c:pt>
                <c:pt idx="4612">
                  <c:v>44095</c:v>
                </c:pt>
                <c:pt idx="4613">
                  <c:v>44096</c:v>
                </c:pt>
                <c:pt idx="4614">
                  <c:v>44097</c:v>
                </c:pt>
                <c:pt idx="4615">
                  <c:v>44098</c:v>
                </c:pt>
                <c:pt idx="4616">
                  <c:v>44099</c:v>
                </c:pt>
                <c:pt idx="4617">
                  <c:v>44102</c:v>
                </c:pt>
                <c:pt idx="4618">
                  <c:v>44103</c:v>
                </c:pt>
                <c:pt idx="4619">
                  <c:v>44104</c:v>
                </c:pt>
                <c:pt idx="4620">
                  <c:v>44105</c:v>
                </c:pt>
                <c:pt idx="4621">
                  <c:v>44106</c:v>
                </c:pt>
                <c:pt idx="4622">
                  <c:v>44109</c:v>
                </c:pt>
                <c:pt idx="4623">
                  <c:v>44110</c:v>
                </c:pt>
                <c:pt idx="4624">
                  <c:v>44111</c:v>
                </c:pt>
                <c:pt idx="4625">
                  <c:v>44112</c:v>
                </c:pt>
                <c:pt idx="4626">
                  <c:v>44113</c:v>
                </c:pt>
                <c:pt idx="4627">
                  <c:v>44117</c:v>
                </c:pt>
                <c:pt idx="4628">
                  <c:v>44118</c:v>
                </c:pt>
                <c:pt idx="4629">
                  <c:v>44119</c:v>
                </c:pt>
                <c:pt idx="4630">
                  <c:v>44120</c:v>
                </c:pt>
                <c:pt idx="4631">
                  <c:v>44123</c:v>
                </c:pt>
                <c:pt idx="4632">
                  <c:v>44124</c:v>
                </c:pt>
                <c:pt idx="4633">
                  <c:v>44125</c:v>
                </c:pt>
                <c:pt idx="4634">
                  <c:v>44126</c:v>
                </c:pt>
                <c:pt idx="4635">
                  <c:v>44127</c:v>
                </c:pt>
                <c:pt idx="4636">
                  <c:v>44130</c:v>
                </c:pt>
                <c:pt idx="4637">
                  <c:v>44131</c:v>
                </c:pt>
                <c:pt idx="4638">
                  <c:v>44132</c:v>
                </c:pt>
                <c:pt idx="4639">
                  <c:v>44133</c:v>
                </c:pt>
                <c:pt idx="4640">
                  <c:v>44134</c:v>
                </c:pt>
                <c:pt idx="4641">
                  <c:v>44138</c:v>
                </c:pt>
                <c:pt idx="4642">
                  <c:v>44139</c:v>
                </c:pt>
                <c:pt idx="4643">
                  <c:v>44140</c:v>
                </c:pt>
                <c:pt idx="4644">
                  <c:v>44141</c:v>
                </c:pt>
                <c:pt idx="4645">
                  <c:v>44144</c:v>
                </c:pt>
                <c:pt idx="4646">
                  <c:v>44145</c:v>
                </c:pt>
                <c:pt idx="4647">
                  <c:v>44146</c:v>
                </c:pt>
                <c:pt idx="4648">
                  <c:v>44147</c:v>
                </c:pt>
                <c:pt idx="4649">
                  <c:v>44148</c:v>
                </c:pt>
                <c:pt idx="4650">
                  <c:v>44151</c:v>
                </c:pt>
                <c:pt idx="4651">
                  <c:v>44152</c:v>
                </c:pt>
                <c:pt idx="4652">
                  <c:v>44153</c:v>
                </c:pt>
                <c:pt idx="4653">
                  <c:v>44154</c:v>
                </c:pt>
                <c:pt idx="4654">
                  <c:v>44155</c:v>
                </c:pt>
                <c:pt idx="4655">
                  <c:v>44158</c:v>
                </c:pt>
                <c:pt idx="4656">
                  <c:v>44159</c:v>
                </c:pt>
                <c:pt idx="4657">
                  <c:v>44160</c:v>
                </c:pt>
                <c:pt idx="4658">
                  <c:v>44161</c:v>
                </c:pt>
                <c:pt idx="4659">
                  <c:v>44162</c:v>
                </c:pt>
                <c:pt idx="4660">
                  <c:v>44165</c:v>
                </c:pt>
                <c:pt idx="4661">
                  <c:v>44166</c:v>
                </c:pt>
                <c:pt idx="4662">
                  <c:v>44167</c:v>
                </c:pt>
                <c:pt idx="4663">
                  <c:v>44168</c:v>
                </c:pt>
                <c:pt idx="4664">
                  <c:v>44169</c:v>
                </c:pt>
                <c:pt idx="4665">
                  <c:v>44172</c:v>
                </c:pt>
                <c:pt idx="4666">
                  <c:v>44173</c:v>
                </c:pt>
                <c:pt idx="4667">
                  <c:v>44174</c:v>
                </c:pt>
                <c:pt idx="4668">
                  <c:v>44175</c:v>
                </c:pt>
                <c:pt idx="4669">
                  <c:v>44176</c:v>
                </c:pt>
                <c:pt idx="4670">
                  <c:v>44179</c:v>
                </c:pt>
                <c:pt idx="4671">
                  <c:v>44180</c:v>
                </c:pt>
                <c:pt idx="4672">
                  <c:v>44181</c:v>
                </c:pt>
                <c:pt idx="4673">
                  <c:v>44182</c:v>
                </c:pt>
                <c:pt idx="4674">
                  <c:v>44183</c:v>
                </c:pt>
                <c:pt idx="4675">
                  <c:v>44186</c:v>
                </c:pt>
                <c:pt idx="4676">
                  <c:v>44187</c:v>
                </c:pt>
                <c:pt idx="4677">
                  <c:v>44188</c:v>
                </c:pt>
                <c:pt idx="4678">
                  <c:v>44193</c:v>
                </c:pt>
                <c:pt idx="4679">
                  <c:v>44194</c:v>
                </c:pt>
                <c:pt idx="4680">
                  <c:v>44195</c:v>
                </c:pt>
                <c:pt idx="4681">
                  <c:v>44200</c:v>
                </c:pt>
                <c:pt idx="4682">
                  <c:v>44201</c:v>
                </c:pt>
                <c:pt idx="4683">
                  <c:v>44202</c:v>
                </c:pt>
                <c:pt idx="4684">
                  <c:v>44203</c:v>
                </c:pt>
                <c:pt idx="4685">
                  <c:v>44204</c:v>
                </c:pt>
                <c:pt idx="4686">
                  <c:v>44207</c:v>
                </c:pt>
                <c:pt idx="4687">
                  <c:v>44208</c:v>
                </c:pt>
                <c:pt idx="4688">
                  <c:v>44209</c:v>
                </c:pt>
                <c:pt idx="4689">
                  <c:v>44210</c:v>
                </c:pt>
                <c:pt idx="4690">
                  <c:v>44211</c:v>
                </c:pt>
                <c:pt idx="4691">
                  <c:v>44214</c:v>
                </c:pt>
                <c:pt idx="4692">
                  <c:v>44215</c:v>
                </c:pt>
                <c:pt idx="4693">
                  <c:v>44216</c:v>
                </c:pt>
                <c:pt idx="4694">
                  <c:v>44217</c:v>
                </c:pt>
                <c:pt idx="4695">
                  <c:v>44218</c:v>
                </c:pt>
                <c:pt idx="4696">
                  <c:v>44222</c:v>
                </c:pt>
                <c:pt idx="4697">
                  <c:v>44223</c:v>
                </c:pt>
                <c:pt idx="4698">
                  <c:v>44224</c:v>
                </c:pt>
                <c:pt idx="4699">
                  <c:v>44225</c:v>
                </c:pt>
                <c:pt idx="4700">
                  <c:v>44228</c:v>
                </c:pt>
                <c:pt idx="4701">
                  <c:v>44229</c:v>
                </c:pt>
                <c:pt idx="4702">
                  <c:v>44230</c:v>
                </c:pt>
                <c:pt idx="4703">
                  <c:v>44231</c:v>
                </c:pt>
                <c:pt idx="4704">
                  <c:v>44232</c:v>
                </c:pt>
                <c:pt idx="4705">
                  <c:v>44235</c:v>
                </c:pt>
                <c:pt idx="4706">
                  <c:v>44236</c:v>
                </c:pt>
                <c:pt idx="4707">
                  <c:v>44237</c:v>
                </c:pt>
                <c:pt idx="4708">
                  <c:v>44238</c:v>
                </c:pt>
                <c:pt idx="4709">
                  <c:v>44239</c:v>
                </c:pt>
                <c:pt idx="4710">
                  <c:v>44244</c:v>
                </c:pt>
                <c:pt idx="4711">
                  <c:v>44245</c:v>
                </c:pt>
                <c:pt idx="4712">
                  <c:v>44246</c:v>
                </c:pt>
                <c:pt idx="4713">
                  <c:v>44249</c:v>
                </c:pt>
                <c:pt idx="4714">
                  <c:v>44250</c:v>
                </c:pt>
                <c:pt idx="4715">
                  <c:v>44251</c:v>
                </c:pt>
                <c:pt idx="4716">
                  <c:v>44252</c:v>
                </c:pt>
                <c:pt idx="4717">
                  <c:v>44253</c:v>
                </c:pt>
                <c:pt idx="4718">
                  <c:v>44256</c:v>
                </c:pt>
                <c:pt idx="4719">
                  <c:v>44257</c:v>
                </c:pt>
                <c:pt idx="4720">
                  <c:v>44258</c:v>
                </c:pt>
                <c:pt idx="4721">
                  <c:v>44259</c:v>
                </c:pt>
                <c:pt idx="4722">
                  <c:v>44260</c:v>
                </c:pt>
                <c:pt idx="4723">
                  <c:v>44263</c:v>
                </c:pt>
                <c:pt idx="4724">
                  <c:v>44264</c:v>
                </c:pt>
                <c:pt idx="4725">
                  <c:v>44265</c:v>
                </c:pt>
                <c:pt idx="4726">
                  <c:v>44266</c:v>
                </c:pt>
                <c:pt idx="4727">
                  <c:v>44267</c:v>
                </c:pt>
                <c:pt idx="4728">
                  <c:v>44270</c:v>
                </c:pt>
                <c:pt idx="4729">
                  <c:v>44271</c:v>
                </c:pt>
                <c:pt idx="4730">
                  <c:v>44272</c:v>
                </c:pt>
                <c:pt idx="4731">
                  <c:v>44273</c:v>
                </c:pt>
                <c:pt idx="4732">
                  <c:v>44274</c:v>
                </c:pt>
                <c:pt idx="4733">
                  <c:v>44277</c:v>
                </c:pt>
                <c:pt idx="4734">
                  <c:v>44278</c:v>
                </c:pt>
                <c:pt idx="4735">
                  <c:v>44279</c:v>
                </c:pt>
                <c:pt idx="4736">
                  <c:v>44280</c:v>
                </c:pt>
                <c:pt idx="4737">
                  <c:v>44281</c:v>
                </c:pt>
                <c:pt idx="4738">
                  <c:v>44284</c:v>
                </c:pt>
                <c:pt idx="4739">
                  <c:v>44285</c:v>
                </c:pt>
                <c:pt idx="4740">
                  <c:v>44286</c:v>
                </c:pt>
                <c:pt idx="4741">
                  <c:v>44287</c:v>
                </c:pt>
                <c:pt idx="4742">
                  <c:v>44291</c:v>
                </c:pt>
                <c:pt idx="4743">
                  <c:v>44292</c:v>
                </c:pt>
                <c:pt idx="4744">
                  <c:v>44293</c:v>
                </c:pt>
                <c:pt idx="4745">
                  <c:v>44294</c:v>
                </c:pt>
                <c:pt idx="4746">
                  <c:v>44295</c:v>
                </c:pt>
                <c:pt idx="4747">
                  <c:v>44298</c:v>
                </c:pt>
                <c:pt idx="4748">
                  <c:v>44299</c:v>
                </c:pt>
                <c:pt idx="4749">
                  <c:v>44300</c:v>
                </c:pt>
                <c:pt idx="4750">
                  <c:v>44301</c:v>
                </c:pt>
                <c:pt idx="4751">
                  <c:v>44302</c:v>
                </c:pt>
                <c:pt idx="4752">
                  <c:v>44305</c:v>
                </c:pt>
                <c:pt idx="4753">
                  <c:v>44306</c:v>
                </c:pt>
                <c:pt idx="4754">
                  <c:v>44308</c:v>
                </c:pt>
                <c:pt idx="4755">
                  <c:v>44309</c:v>
                </c:pt>
                <c:pt idx="4756">
                  <c:v>44312</c:v>
                </c:pt>
                <c:pt idx="4757">
                  <c:v>44313</c:v>
                </c:pt>
                <c:pt idx="4758">
                  <c:v>44314</c:v>
                </c:pt>
                <c:pt idx="4759">
                  <c:v>44315</c:v>
                </c:pt>
                <c:pt idx="4760">
                  <c:v>44316</c:v>
                </c:pt>
                <c:pt idx="4761">
                  <c:v>44319</c:v>
                </c:pt>
                <c:pt idx="4762">
                  <c:v>44320</c:v>
                </c:pt>
                <c:pt idx="4763">
                  <c:v>44321</c:v>
                </c:pt>
                <c:pt idx="4764">
                  <c:v>44322</c:v>
                </c:pt>
                <c:pt idx="4765">
                  <c:v>44323</c:v>
                </c:pt>
                <c:pt idx="4766">
                  <c:v>44326</c:v>
                </c:pt>
                <c:pt idx="4767">
                  <c:v>44327</c:v>
                </c:pt>
                <c:pt idx="4768">
                  <c:v>44328</c:v>
                </c:pt>
                <c:pt idx="4769">
                  <c:v>44329</c:v>
                </c:pt>
                <c:pt idx="4770">
                  <c:v>44330</c:v>
                </c:pt>
                <c:pt idx="4771">
                  <c:v>44333</c:v>
                </c:pt>
                <c:pt idx="4772">
                  <c:v>44334</c:v>
                </c:pt>
                <c:pt idx="4773">
                  <c:v>44335</c:v>
                </c:pt>
                <c:pt idx="4774">
                  <c:v>44336</c:v>
                </c:pt>
                <c:pt idx="4775">
                  <c:v>44337</c:v>
                </c:pt>
                <c:pt idx="4776">
                  <c:v>44340</c:v>
                </c:pt>
                <c:pt idx="4777">
                  <c:v>44341</c:v>
                </c:pt>
                <c:pt idx="4778">
                  <c:v>44342</c:v>
                </c:pt>
                <c:pt idx="4779">
                  <c:v>44343</c:v>
                </c:pt>
                <c:pt idx="4780">
                  <c:v>44344</c:v>
                </c:pt>
                <c:pt idx="4781">
                  <c:v>44347</c:v>
                </c:pt>
                <c:pt idx="4782">
                  <c:v>44348</c:v>
                </c:pt>
                <c:pt idx="4783">
                  <c:v>44349</c:v>
                </c:pt>
                <c:pt idx="4784">
                  <c:v>44351</c:v>
                </c:pt>
                <c:pt idx="4785">
                  <c:v>44354</c:v>
                </c:pt>
                <c:pt idx="4786">
                  <c:v>44355</c:v>
                </c:pt>
                <c:pt idx="4787">
                  <c:v>44356</c:v>
                </c:pt>
                <c:pt idx="4788">
                  <c:v>44357</c:v>
                </c:pt>
                <c:pt idx="4789">
                  <c:v>44358</c:v>
                </c:pt>
                <c:pt idx="4790">
                  <c:v>44361</c:v>
                </c:pt>
                <c:pt idx="4791">
                  <c:v>44362</c:v>
                </c:pt>
                <c:pt idx="4792">
                  <c:v>44363</c:v>
                </c:pt>
                <c:pt idx="4793">
                  <c:v>44364</c:v>
                </c:pt>
                <c:pt idx="4794">
                  <c:v>44365</c:v>
                </c:pt>
                <c:pt idx="4795">
                  <c:v>44368</c:v>
                </c:pt>
                <c:pt idx="4796">
                  <c:v>44369</c:v>
                </c:pt>
                <c:pt idx="4797">
                  <c:v>44370</c:v>
                </c:pt>
                <c:pt idx="4798">
                  <c:v>44371</c:v>
                </c:pt>
                <c:pt idx="4799">
                  <c:v>44372</c:v>
                </c:pt>
                <c:pt idx="4800">
                  <c:v>44375</c:v>
                </c:pt>
                <c:pt idx="4801">
                  <c:v>44376</c:v>
                </c:pt>
                <c:pt idx="4802">
                  <c:v>44377</c:v>
                </c:pt>
                <c:pt idx="4803">
                  <c:v>44378</c:v>
                </c:pt>
                <c:pt idx="4804">
                  <c:v>44379</c:v>
                </c:pt>
                <c:pt idx="4805">
                  <c:v>44382</c:v>
                </c:pt>
                <c:pt idx="4806">
                  <c:v>44383</c:v>
                </c:pt>
                <c:pt idx="4807">
                  <c:v>44384</c:v>
                </c:pt>
                <c:pt idx="4808">
                  <c:v>44385</c:v>
                </c:pt>
                <c:pt idx="4809">
                  <c:v>44389</c:v>
                </c:pt>
                <c:pt idx="4810">
                  <c:v>44390</c:v>
                </c:pt>
                <c:pt idx="4811">
                  <c:v>44391</c:v>
                </c:pt>
                <c:pt idx="4812">
                  <c:v>44392</c:v>
                </c:pt>
                <c:pt idx="4813">
                  <c:v>44393</c:v>
                </c:pt>
                <c:pt idx="4814">
                  <c:v>44396</c:v>
                </c:pt>
                <c:pt idx="4815">
                  <c:v>44397</c:v>
                </c:pt>
                <c:pt idx="4816">
                  <c:v>44398</c:v>
                </c:pt>
                <c:pt idx="4817">
                  <c:v>44399</c:v>
                </c:pt>
                <c:pt idx="4818">
                  <c:v>44400</c:v>
                </c:pt>
                <c:pt idx="4819">
                  <c:v>44403</c:v>
                </c:pt>
                <c:pt idx="4820">
                  <c:v>44404</c:v>
                </c:pt>
                <c:pt idx="4821">
                  <c:v>44405</c:v>
                </c:pt>
                <c:pt idx="4822">
                  <c:v>44406</c:v>
                </c:pt>
                <c:pt idx="4823">
                  <c:v>44407</c:v>
                </c:pt>
                <c:pt idx="4824">
                  <c:v>44410</c:v>
                </c:pt>
                <c:pt idx="4825">
                  <c:v>44411</c:v>
                </c:pt>
                <c:pt idx="4826">
                  <c:v>44412</c:v>
                </c:pt>
                <c:pt idx="4827">
                  <c:v>44413</c:v>
                </c:pt>
                <c:pt idx="4828">
                  <c:v>44414</c:v>
                </c:pt>
                <c:pt idx="4829">
                  <c:v>44417</c:v>
                </c:pt>
                <c:pt idx="4830">
                  <c:v>44418</c:v>
                </c:pt>
                <c:pt idx="4831">
                  <c:v>44419</c:v>
                </c:pt>
                <c:pt idx="4832">
                  <c:v>44420</c:v>
                </c:pt>
                <c:pt idx="4833">
                  <c:v>44421</c:v>
                </c:pt>
                <c:pt idx="4834">
                  <c:v>44424</c:v>
                </c:pt>
                <c:pt idx="4835">
                  <c:v>44425</c:v>
                </c:pt>
                <c:pt idx="4836">
                  <c:v>44426</c:v>
                </c:pt>
                <c:pt idx="4837">
                  <c:v>44427</c:v>
                </c:pt>
                <c:pt idx="4838">
                  <c:v>44428</c:v>
                </c:pt>
                <c:pt idx="4839">
                  <c:v>44431</c:v>
                </c:pt>
                <c:pt idx="4840">
                  <c:v>44432</c:v>
                </c:pt>
                <c:pt idx="4841">
                  <c:v>44433</c:v>
                </c:pt>
                <c:pt idx="4842">
                  <c:v>44434</c:v>
                </c:pt>
                <c:pt idx="4843">
                  <c:v>44435</c:v>
                </c:pt>
                <c:pt idx="4844">
                  <c:v>44438</c:v>
                </c:pt>
                <c:pt idx="4845">
                  <c:v>44439</c:v>
                </c:pt>
                <c:pt idx="4846">
                  <c:v>44440</c:v>
                </c:pt>
                <c:pt idx="4847">
                  <c:v>44441</c:v>
                </c:pt>
                <c:pt idx="4848">
                  <c:v>44442</c:v>
                </c:pt>
                <c:pt idx="4849">
                  <c:v>44445</c:v>
                </c:pt>
                <c:pt idx="4850">
                  <c:v>44447</c:v>
                </c:pt>
                <c:pt idx="4851">
                  <c:v>44448</c:v>
                </c:pt>
                <c:pt idx="4852">
                  <c:v>44449</c:v>
                </c:pt>
                <c:pt idx="4853">
                  <c:v>44452</c:v>
                </c:pt>
                <c:pt idx="4854">
                  <c:v>44453</c:v>
                </c:pt>
                <c:pt idx="4855">
                  <c:v>44454</c:v>
                </c:pt>
                <c:pt idx="4856">
                  <c:v>44455</c:v>
                </c:pt>
                <c:pt idx="4857">
                  <c:v>44456</c:v>
                </c:pt>
                <c:pt idx="4858">
                  <c:v>44459</c:v>
                </c:pt>
                <c:pt idx="4859">
                  <c:v>44460</c:v>
                </c:pt>
                <c:pt idx="4860">
                  <c:v>44461</c:v>
                </c:pt>
                <c:pt idx="4861">
                  <c:v>44462</c:v>
                </c:pt>
                <c:pt idx="4862">
                  <c:v>44463</c:v>
                </c:pt>
                <c:pt idx="4863">
                  <c:v>44466</c:v>
                </c:pt>
                <c:pt idx="4864">
                  <c:v>44467</c:v>
                </c:pt>
                <c:pt idx="4865">
                  <c:v>44468</c:v>
                </c:pt>
                <c:pt idx="4866">
                  <c:v>44469</c:v>
                </c:pt>
                <c:pt idx="4867">
                  <c:v>44470</c:v>
                </c:pt>
                <c:pt idx="4868">
                  <c:v>44473</c:v>
                </c:pt>
                <c:pt idx="4869">
                  <c:v>44474</c:v>
                </c:pt>
                <c:pt idx="4870">
                  <c:v>44475</c:v>
                </c:pt>
                <c:pt idx="4871">
                  <c:v>44476</c:v>
                </c:pt>
                <c:pt idx="4872">
                  <c:v>44477</c:v>
                </c:pt>
                <c:pt idx="4873">
                  <c:v>44480</c:v>
                </c:pt>
                <c:pt idx="4874">
                  <c:v>44482</c:v>
                </c:pt>
                <c:pt idx="4875">
                  <c:v>44483</c:v>
                </c:pt>
                <c:pt idx="4876">
                  <c:v>44484</c:v>
                </c:pt>
                <c:pt idx="4877">
                  <c:v>44487</c:v>
                </c:pt>
                <c:pt idx="4878">
                  <c:v>44488</c:v>
                </c:pt>
                <c:pt idx="4879">
                  <c:v>44489</c:v>
                </c:pt>
                <c:pt idx="4880">
                  <c:v>44490</c:v>
                </c:pt>
                <c:pt idx="4881">
                  <c:v>44491</c:v>
                </c:pt>
                <c:pt idx="4882">
                  <c:v>44494</c:v>
                </c:pt>
                <c:pt idx="4883">
                  <c:v>44495</c:v>
                </c:pt>
                <c:pt idx="4884">
                  <c:v>44496</c:v>
                </c:pt>
                <c:pt idx="4885">
                  <c:v>44497</c:v>
                </c:pt>
                <c:pt idx="4886">
                  <c:v>44498</c:v>
                </c:pt>
                <c:pt idx="4887">
                  <c:v>44501</c:v>
                </c:pt>
                <c:pt idx="4888">
                  <c:v>44503</c:v>
                </c:pt>
                <c:pt idx="4889">
                  <c:v>44504</c:v>
                </c:pt>
                <c:pt idx="4890">
                  <c:v>44505</c:v>
                </c:pt>
                <c:pt idx="4891">
                  <c:v>44508</c:v>
                </c:pt>
                <c:pt idx="4892">
                  <c:v>44509</c:v>
                </c:pt>
                <c:pt idx="4893">
                  <c:v>44510</c:v>
                </c:pt>
                <c:pt idx="4894">
                  <c:v>44511</c:v>
                </c:pt>
                <c:pt idx="4895">
                  <c:v>44512</c:v>
                </c:pt>
                <c:pt idx="4896">
                  <c:v>44516</c:v>
                </c:pt>
                <c:pt idx="4897">
                  <c:v>44517</c:v>
                </c:pt>
                <c:pt idx="4898">
                  <c:v>44518</c:v>
                </c:pt>
                <c:pt idx="4899">
                  <c:v>44519</c:v>
                </c:pt>
                <c:pt idx="4900">
                  <c:v>44522</c:v>
                </c:pt>
                <c:pt idx="4901">
                  <c:v>44523</c:v>
                </c:pt>
                <c:pt idx="4902">
                  <c:v>44524</c:v>
                </c:pt>
                <c:pt idx="4903">
                  <c:v>44525</c:v>
                </c:pt>
                <c:pt idx="4904">
                  <c:v>44526</c:v>
                </c:pt>
                <c:pt idx="4905">
                  <c:v>44529</c:v>
                </c:pt>
                <c:pt idx="4906">
                  <c:v>44530</c:v>
                </c:pt>
                <c:pt idx="4907">
                  <c:v>44531</c:v>
                </c:pt>
                <c:pt idx="4908">
                  <c:v>44532</c:v>
                </c:pt>
                <c:pt idx="4909">
                  <c:v>44533</c:v>
                </c:pt>
                <c:pt idx="4910">
                  <c:v>44536</c:v>
                </c:pt>
                <c:pt idx="4911">
                  <c:v>44537</c:v>
                </c:pt>
                <c:pt idx="4912">
                  <c:v>44538</c:v>
                </c:pt>
                <c:pt idx="4913">
                  <c:v>44539</c:v>
                </c:pt>
                <c:pt idx="4914">
                  <c:v>44540</c:v>
                </c:pt>
                <c:pt idx="4915">
                  <c:v>44543</c:v>
                </c:pt>
                <c:pt idx="4916">
                  <c:v>44544</c:v>
                </c:pt>
                <c:pt idx="4917">
                  <c:v>44545</c:v>
                </c:pt>
                <c:pt idx="4918">
                  <c:v>44546</c:v>
                </c:pt>
                <c:pt idx="4919">
                  <c:v>44547</c:v>
                </c:pt>
                <c:pt idx="4920">
                  <c:v>44550</c:v>
                </c:pt>
                <c:pt idx="4921">
                  <c:v>44551</c:v>
                </c:pt>
                <c:pt idx="4922">
                  <c:v>44552</c:v>
                </c:pt>
                <c:pt idx="4923">
                  <c:v>44553</c:v>
                </c:pt>
                <c:pt idx="4924">
                  <c:v>44557</c:v>
                </c:pt>
                <c:pt idx="4925">
                  <c:v>44558</c:v>
                </c:pt>
                <c:pt idx="4926">
                  <c:v>44559</c:v>
                </c:pt>
                <c:pt idx="4927">
                  <c:v>44560</c:v>
                </c:pt>
                <c:pt idx="4928">
                  <c:v>44564</c:v>
                </c:pt>
                <c:pt idx="4929">
                  <c:v>44565</c:v>
                </c:pt>
                <c:pt idx="4930">
                  <c:v>44566</c:v>
                </c:pt>
                <c:pt idx="4931">
                  <c:v>44567</c:v>
                </c:pt>
                <c:pt idx="4932">
                  <c:v>44568</c:v>
                </c:pt>
                <c:pt idx="4933">
                  <c:v>44571</c:v>
                </c:pt>
                <c:pt idx="4934">
                  <c:v>44572</c:v>
                </c:pt>
                <c:pt idx="4935">
                  <c:v>44573</c:v>
                </c:pt>
                <c:pt idx="4936">
                  <c:v>44574</c:v>
                </c:pt>
                <c:pt idx="4937">
                  <c:v>44575</c:v>
                </c:pt>
                <c:pt idx="4938">
                  <c:v>44578</c:v>
                </c:pt>
                <c:pt idx="4939">
                  <c:v>44579</c:v>
                </c:pt>
                <c:pt idx="4940">
                  <c:v>44580</c:v>
                </c:pt>
                <c:pt idx="4941">
                  <c:v>44581</c:v>
                </c:pt>
                <c:pt idx="4942">
                  <c:v>44582</c:v>
                </c:pt>
                <c:pt idx="4943">
                  <c:v>44585</c:v>
                </c:pt>
                <c:pt idx="4944">
                  <c:v>44586</c:v>
                </c:pt>
                <c:pt idx="4945">
                  <c:v>44587</c:v>
                </c:pt>
                <c:pt idx="4946">
                  <c:v>44588</c:v>
                </c:pt>
                <c:pt idx="4947">
                  <c:v>44589</c:v>
                </c:pt>
                <c:pt idx="4948">
                  <c:v>44592</c:v>
                </c:pt>
                <c:pt idx="4949">
                  <c:v>44593</c:v>
                </c:pt>
                <c:pt idx="4950">
                  <c:v>44594</c:v>
                </c:pt>
                <c:pt idx="4951">
                  <c:v>44595</c:v>
                </c:pt>
                <c:pt idx="4952">
                  <c:v>44596</c:v>
                </c:pt>
                <c:pt idx="4953">
                  <c:v>44599</c:v>
                </c:pt>
                <c:pt idx="4954">
                  <c:v>44600</c:v>
                </c:pt>
                <c:pt idx="4955">
                  <c:v>44601</c:v>
                </c:pt>
                <c:pt idx="4956">
                  <c:v>44602</c:v>
                </c:pt>
                <c:pt idx="4957">
                  <c:v>44603</c:v>
                </c:pt>
                <c:pt idx="4958">
                  <c:v>44606</c:v>
                </c:pt>
                <c:pt idx="4959">
                  <c:v>44607</c:v>
                </c:pt>
                <c:pt idx="4960">
                  <c:v>44608</c:v>
                </c:pt>
                <c:pt idx="4961">
                  <c:v>44609</c:v>
                </c:pt>
                <c:pt idx="4962">
                  <c:v>44610</c:v>
                </c:pt>
                <c:pt idx="4963">
                  <c:v>44613</c:v>
                </c:pt>
                <c:pt idx="4964">
                  <c:v>44614</c:v>
                </c:pt>
                <c:pt idx="4965">
                  <c:v>44615</c:v>
                </c:pt>
                <c:pt idx="4966">
                  <c:v>44616</c:v>
                </c:pt>
                <c:pt idx="4967">
                  <c:v>44617</c:v>
                </c:pt>
                <c:pt idx="4968">
                  <c:v>44622</c:v>
                </c:pt>
                <c:pt idx="4969">
                  <c:v>44623</c:v>
                </c:pt>
                <c:pt idx="4970">
                  <c:v>44624</c:v>
                </c:pt>
                <c:pt idx="4971">
                  <c:v>44627</c:v>
                </c:pt>
                <c:pt idx="4972">
                  <c:v>44628</c:v>
                </c:pt>
                <c:pt idx="4973">
                  <c:v>44629</c:v>
                </c:pt>
                <c:pt idx="4974">
                  <c:v>44630</c:v>
                </c:pt>
                <c:pt idx="4975">
                  <c:v>44631</c:v>
                </c:pt>
                <c:pt idx="4976">
                  <c:v>44634</c:v>
                </c:pt>
                <c:pt idx="4977">
                  <c:v>44635</c:v>
                </c:pt>
                <c:pt idx="4978">
                  <c:v>44636</c:v>
                </c:pt>
                <c:pt idx="4979">
                  <c:v>44637</c:v>
                </c:pt>
                <c:pt idx="4980">
                  <c:v>44638</c:v>
                </c:pt>
                <c:pt idx="4981">
                  <c:v>44641</c:v>
                </c:pt>
                <c:pt idx="4982">
                  <c:v>44642</c:v>
                </c:pt>
                <c:pt idx="4983">
                  <c:v>44643</c:v>
                </c:pt>
                <c:pt idx="4984">
                  <c:v>44644</c:v>
                </c:pt>
                <c:pt idx="4985">
                  <c:v>44645</c:v>
                </c:pt>
                <c:pt idx="4986">
                  <c:v>44648</c:v>
                </c:pt>
                <c:pt idx="4987">
                  <c:v>44649</c:v>
                </c:pt>
                <c:pt idx="4988">
                  <c:v>44650</c:v>
                </c:pt>
                <c:pt idx="4989">
                  <c:v>44651</c:v>
                </c:pt>
                <c:pt idx="4990">
                  <c:v>44652</c:v>
                </c:pt>
                <c:pt idx="4991">
                  <c:v>44655</c:v>
                </c:pt>
                <c:pt idx="4992">
                  <c:v>44656</c:v>
                </c:pt>
                <c:pt idx="4993">
                  <c:v>44657</c:v>
                </c:pt>
                <c:pt idx="4994">
                  <c:v>44658</c:v>
                </c:pt>
                <c:pt idx="4995">
                  <c:v>44659</c:v>
                </c:pt>
                <c:pt idx="4996">
                  <c:v>44662</c:v>
                </c:pt>
                <c:pt idx="4997">
                  <c:v>44663</c:v>
                </c:pt>
                <c:pt idx="4998">
                  <c:v>44664</c:v>
                </c:pt>
                <c:pt idx="4999">
                  <c:v>44665</c:v>
                </c:pt>
                <c:pt idx="5000">
                  <c:v>44669</c:v>
                </c:pt>
                <c:pt idx="5001">
                  <c:v>44670</c:v>
                </c:pt>
                <c:pt idx="5002">
                  <c:v>44671</c:v>
                </c:pt>
                <c:pt idx="5003">
                  <c:v>44673</c:v>
                </c:pt>
                <c:pt idx="5004">
                  <c:v>44676</c:v>
                </c:pt>
                <c:pt idx="5005">
                  <c:v>44677</c:v>
                </c:pt>
                <c:pt idx="5006">
                  <c:v>44678</c:v>
                </c:pt>
                <c:pt idx="5007">
                  <c:v>44679</c:v>
                </c:pt>
                <c:pt idx="5008">
                  <c:v>44680</c:v>
                </c:pt>
                <c:pt idx="5009">
                  <c:v>44683</c:v>
                </c:pt>
                <c:pt idx="5010">
                  <c:v>44684</c:v>
                </c:pt>
                <c:pt idx="5011">
                  <c:v>44685</c:v>
                </c:pt>
                <c:pt idx="5012">
                  <c:v>44686</c:v>
                </c:pt>
                <c:pt idx="5013">
                  <c:v>44687</c:v>
                </c:pt>
                <c:pt idx="5014">
                  <c:v>44690</c:v>
                </c:pt>
                <c:pt idx="5015">
                  <c:v>44691</c:v>
                </c:pt>
                <c:pt idx="5016">
                  <c:v>44692</c:v>
                </c:pt>
                <c:pt idx="5017">
                  <c:v>44693</c:v>
                </c:pt>
                <c:pt idx="5018">
                  <c:v>44694</c:v>
                </c:pt>
                <c:pt idx="5019">
                  <c:v>44697</c:v>
                </c:pt>
                <c:pt idx="5020">
                  <c:v>44698</c:v>
                </c:pt>
                <c:pt idx="5021">
                  <c:v>44699</c:v>
                </c:pt>
                <c:pt idx="5022">
                  <c:v>44700</c:v>
                </c:pt>
                <c:pt idx="5023">
                  <c:v>44701</c:v>
                </c:pt>
                <c:pt idx="5024">
                  <c:v>44704</c:v>
                </c:pt>
                <c:pt idx="5025">
                  <c:v>44705</c:v>
                </c:pt>
                <c:pt idx="5026">
                  <c:v>44706</c:v>
                </c:pt>
                <c:pt idx="5027">
                  <c:v>44707</c:v>
                </c:pt>
                <c:pt idx="5028">
                  <c:v>44708</c:v>
                </c:pt>
                <c:pt idx="5029">
                  <c:v>44711</c:v>
                </c:pt>
                <c:pt idx="5030">
                  <c:v>44712</c:v>
                </c:pt>
                <c:pt idx="5031">
                  <c:v>44713</c:v>
                </c:pt>
                <c:pt idx="5032">
                  <c:v>44714</c:v>
                </c:pt>
                <c:pt idx="5033">
                  <c:v>44715</c:v>
                </c:pt>
                <c:pt idx="5034">
                  <c:v>44718</c:v>
                </c:pt>
                <c:pt idx="5035">
                  <c:v>44719</c:v>
                </c:pt>
                <c:pt idx="5036">
                  <c:v>44720</c:v>
                </c:pt>
                <c:pt idx="5037">
                  <c:v>44721</c:v>
                </c:pt>
                <c:pt idx="5038">
                  <c:v>44722</c:v>
                </c:pt>
                <c:pt idx="5039">
                  <c:v>44725</c:v>
                </c:pt>
                <c:pt idx="5040">
                  <c:v>44726</c:v>
                </c:pt>
                <c:pt idx="5041">
                  <c:v>44727</c:v>
                </c:pt>
                <c:pt idx="5042">
                  <c:v>44729</c:v>
                </c:pt>
                <c:pt idx="5043">
                  <c:v>44732</c:v>
                </c:pt>
                <c:pt idx="5044">
                  <c:v>44733</c:v>
                </c:pt>
                <c:pt idx="5045">
                  <c:v>44734</c:v>
                </c:pt>
                <c:pt idx="5046">
                  <c:v>44735</c:v>
                </c:pt>
                <c:pt idx="5047">
                  <c:v>44736</c:v>
                </c:pt>
                <c:pt idx="5048">
                  <c:v>44739</c:v>
                </c:pt>
                <c:pt idx="5049">
                  <c:v>44740</c:v>
                </c:pt>
                <c:pt idx="5050">
                  <c:v>44741</c:v>
                </c:pt>
                <c:pt idx="5051">
                  <c:v>44742</c:v>
                </c:pt>
                <c:pt idx="5052">
                  <c:v>44743</c:v>
                </c:pt>
                <c:pt idx="5053">
                  <c:v>44746</c:v>
                </c:pt>
                <c:pt idx="5054">
                  <c:v>44747</c:v>
                </c:pt>
                <c:pt idx="5055">
                  <c:v>44748</c:v>
                </c:pt>
                <c:pt idx="5056">
                  <c:v>44749</c:v>
                </c:pt>
                <c:pt idx="5057">
                  <c:v>44750</c:v>
                </c:pt>
                <c:pt idx="5058">
                  <c:v>44753</c:v>
                </c:pt>
                <c:pt idx="5059">
                  <c:v>44754</c:v>
                </c:pt>
                <c:pt idx="5060">
                  <c:v>44755</c:v>
                </c:pt>
                <c:pt idx="5061">
                  <c:v>44756</c:v>
                </c:pt>
                <c:pt idx="5062">
                  <c:v>44757</c:v>
                </c:pt>
                <c:pt idx="5063">
                  <c:v>44760</c:v>
                </c:pt>
                <c:pt idx="5064">
                  <c:v>44761</c:v>
                </c:pt>
                <c:pt idx="5065">
                  <c:v>44762</c:v>
                </c:pt>
                <c:pt idx="5066">
                  <c:v>44763</c:v>
                </c:pt>
                <c:pt idx="5067">
                  <c:v>44764</c:v>
                </c:pt>
                <c:pt idx="5068">
                  <c:v>44767</c:v>
                </c:pt>
                <c:pt idx="5069">
                  <c:v>44768</c:v>
                </c:pt>
                <c:pt idx="5070">
                  <c:v>44769</c:v>
                </c:pt>
                <c:pt idx="5071">
                  <c:v>44770</c:v>
                </c:pt>
                <c:pt idx="5072">
                  <c:v>44771</c:v>
                </c:pt>
                <c:pt idx="5073">
                  <c:v>44774</c:v>
                </c:pt>
                <c:pt idx="5074">
                  <c:v>44775</c:v>
                </c:pt>
                <c:pt idx="5075">
                  <c:v>44776</c:v>
                </c:pt>
                <c:pt idx="5076">
                  <c:v>44777</c:v>
                </c:pt>
                <c:pt idx="5077">
                  <c:v>44778</c:v>
                </c:pt>
                <c:pt idx="5078">
                  <c:v>44781</c:v>
                </c:pt>
                <c:pt idx="5079">
                  <c:v>44782</c:v>
                </c:pt>
                <c:pt idx="5080">
                  <c:v>44783</c:v>
                </c:pt>
                <c:pt idx="5081">
                  <c:v>44784</c:v>
                </c:pt>
                <c:pt idx="5082">
                  <c:v>44785</c:v>
                </c:pt>
                <c:pt idx="5083">
                  <c:v>44788</c:v>
                </c:pt>
                <c:pt idx="5084">
                  <c:v>44789</c:v>
                </c:pt>
                <c:pt idx="5085">
                  <c:v>44790</c:v>
                </c:pt>
                <c:pt idx="5086">
                  <c:v>44791</c:v>
                </c:pt>
                <c:pt idx="5087">
                  <c:v>44792</c:v>
                </c:pt>
                <c:pt idx="5088">
                  <c:v>44795</c:v>
                </c:pt>
                <c:pt idx="5089">
                  <c:v>44796</c:v>
                </c:pt>
                <c:pt idx="5090">
                  <c:v>44797</c:v>
                </c:pt>
                <c:pt idx="5091">
                  <c:v>44798</c:v>
                </c:pt>
                <c:pt idx="5092">
                  <c:v>44799</c:v>
                </c:pt>
                <c:pt idx="5093">
                  <c:v>44802</c:v>
                </c:pt>
                <c:pt idx="5094">
                  <c:v>44803</c:v>
                </c:pt>
                <c:pt idx="5095">
                  <c:v>44804</c:v>
                </c:pt>
                <c:pt idx="5096">
                  <c:v>44805</c:v>
                </c:pt>
                <c:pt idx="5097">
                  <c:v>44806</c:v>
                </c:pt>
                <c:pt idx="5098">
                  <c:v>44809</c:v>
                </c:pt>
                <c:pt idx="5099">
                  <c:v>44810</c:v>
                </c:pt>
                <c:pt idx="5100">
                  <c:v>44812</c:v>
                </c:pt>
                <c:pt idx="5101">
                  <c:v>44813</c:v>
                </c:pt>
                <c:pt idx="5102">
                  <c:v>44816</c:v>
                </c:pt>
                <c:pt idx="5103">
                  <c:v>44817</c:v>
                </c:pt>
                <c:pt idx="5104">
                  <c:v>44818</c:v>
                </c:pt>
                <c:pt idx="5105">
                  <c:v>44819</c:v>
                </c:pt>
                <c:pt idx="5106">
                  <c:v>44820</c:v>
                </c:pt>
                <c:pt idx="5107">
                  <c:v>44823</c:v>
                </c:pt>
                <c:pt idx="5108">
                  <c:v>44824</c:v>
                </c:pt>
                <c:pt idx="5109">
                  <c:v>44825</c:v>
                </c:pt>
                <c:pt idx="5110">
                  <c:v>44826</c:v>
                </c:pt>
                <c:pt idx="5111">
                  <c:v>44827</c:v>
                </c:pt>
                <c:pt idx="5112">
                  <c:v>44830</c:v>
                </c:pt>
                <c:pt idx="5113">
                  <c:v>44831</c:v>
                </c:pt>
                <c:pt idx="5114">
                  <c:v>44832</c:v>
                </c:pt>
                <c:pt idx="5115">
                  <c:v>44833</c:v>
                </c:pt>
                <c:pt idx="5116">
                  <c:v>44834</c:v>
                </c:pt>
                <c:pt idx="5117">
                  <c:v>44837</c:v>
                </c:pt>
                <c:pt idx="5118">
                  <c:v>44838</c:v>
                </c:pt>
                <c:pt idx="5119">
                  <c:v>44839</c:v>
                </c:pt>
                <c:pt idx="5120">
                  <c:v>44840</c:v>
                </c:pt>
                <c:pt idx="5121">
                  <c:v>44841</c:v>
                </c:pt>
                <c:pt idx="5122">
                  <c:v>44844</c:v>
                </c:pt>
                <c:pt idx="5123">
                  <c:v>44845</c:v>
                </c:pt>
                <c:pt idx="5124">
                  <c:v>44847</c:v>
                </c:pt>
                <c:pt idx="5125">
                  <c:v>44848</c:v>
                </c:pt>
                <c:pt idx="5126">
                  <c:v>44851</c:v>
                </c:pt>
                <c:pt idx="5127">
                  <c:v>44852</c:v>
                </c:pt>
                <c:pt idx="5128">
                  <c:v>44853</c:v>
                </c:pt>
                <c:pt idx="5129">
                  <c:v>44854</c:v>
                </c:pt>
                <c:pt idx="5130">
                  <c:v>44855</c:v>
                </c:pt>
                <c:pt idx="5131">
                  <c:v>44858</c:v>
                </c:pt>
                <c:pt idx="5132">
                  <c:v>44859</c:v>
                </c:pt>
                <c:pt idx="5133">
                  <c:v>44860</c:v>
                </c:pt>
                <c:pt idx="5134">
                  <c:v>44861</c:v>
                </c:pt>
                <c:pt idx="5135">
                  <c:v>44862</c:v>
                </c:pt>
                <c:pt idx="5136">
                  <c:v>44865</c:v>
                </c:pt>
                <c:pt idx="5137">
                  <c:v>44866</c:v>
                </c:pt>
                <c:pt idx="5138">
                  <c:v>44868</c:v>
                </c:pt>
                <c:pt idx="5139">
                  <c:v>44869</c:v>
                </c:pt>
                <c:pt idx="5140">
                  <c:v>44872</c:v>
                </c:pt>
                <c:pt idx="5141">
                  <c:v>44873</c:v>
                </c:pt>
                <c:pt idx="5142">
                  <c:v>44874</c:v>
                </c:pt>
                <c:pt idx="5143">
                  <c:v>44875</c:v>
                </c:pt>
                <c:pt idx="5144">
                  <c:v>44876</c:v>
                </c:pt>
                <c:pt idx="5145">
                  <c:v>44879</c:v>
                </c:pt>
                <c:pt idx="5146">
                  <c:v>44881</c:v>
                </c:pt>
                <c:pt idx="5147">
                  <c:v>44882</c:v>
                </c:pt>
                <c:pt idx="5148">
                  <c:v>44883</c:v>
                </c:pt>
                <c:pt idx="5149">
                  <c:v>44886</c:v>
                </c:pt>
                <c:pt idx="5150">
                  <c:v>44887</c:v>
                </c:pt>
                <c:pt idx="5151">
                  <c:v>44888</c:v>
                </c:pt>
                <c:pt idx="5152">
                  <c:v>44889</c:v>
                </c:pt>
                <c:pt idx="5153">
                  <c:v>44890</c:v>
                </c:pt>
                <c:pt idx="5154">
                  <c:v>44893</c:v>
                </c:pt>
                <c:pt idx="5155">
                  <c:v>44894</c:v>
                </c:pt>
                <c:pt idx="5156">
                  <c:v>44895</c:v>
                </c:pt>
                <c:pt idx="5157">
                  <c:v>44896</c:v>
                </c:pt>
                <c:pt idx="5158">
                  <c:v>44897</c:v>
                </c:pt>
                <c:pt idx="5159">
                  <c:v>44900</c:v>
                </c:pt>
                <c:pt idx="5160">
                  <c:v>44901</c:v>
                </c:pt>
                <c:pt idx="5161">
                  <c:v>44902</c:v>
                </c:pt>
                <c:pt idx="5162">
                  <c:v>44903</c:v>
                </c:pt>
                <c:pt idx="5163">
                  <c:v>44904</c:v>
                </c:pt>
                <c:pt idx="5164">
                  <c:v>44907</c:v>
                </c:pt>
                <c:pt idx="5165">
                  <c:v>44908</c:v>
                </c:pt>
                <c:pt idx="5166">
                  <c:v>44909</c:v>
                </c:pt>
                <c:pt idx="5167">
                  <c:v>44910</c:v>
                </c:pt>
                <c:pt idx="5168">
                  <c:v>44911</c:v>
                </c:pt>
                <c:pt idx="5169">
                  <c:v>44914</c:v>
                </c:pt>
                <c:pt idx="5170">
                  <c:v>44915</c:v>
                </c:pt>
                <c:pt idx="5171">
                  <c:v>44916</c:v>
                </c:pt>
                <c:pt idx="5172">
                  <c:v>44917</c:v>
                </c:pt>
                <c:pt idx="5173">
                  <c:v>44918</c:v>
                </c:pt>
                <c:pt idx="5174">
                  <c:v>44921</c:v>
                </c:pt>
                <c:pt idx="5175">
                  <c:v>44922</c:v>
                </c:pt>
                <c:pt idx="5176">
                  <c:v>44923</c:v>
                </c:pt>
                <c:pt idx="5177">
                  <c:v>44924</c:v>
                </c:pt>
                <c:pt idx="5178">
                  <c:v>44928</c:v>
                </c:pt>
                <c:pt idx="5179">
                  <c:v>44929</c:v>
                </c:pt>
                <c:pt idx="5180">
                  <c:v>44930</c:v>
                </c:pt>
                <c:pt idx="5181">
                  <c:v>44931</c:v>
                </c:pt>
                <c:pt idx="5182">
                  <c:v>44932</c:v>
                </c:pt>
                <c:pt idx="5183">
                  <c:v>44935</c:v>
                </c:pt>
                <c:pt idx="5184">
                  <c:v>44936</c:v>
                </c:pt>
                <c:pt idx="5185">
                  <c:v>44937</c:v>
                </c:pt>
                <c:pt idx="5186">
                  <c:v>44938</c:v>
                </c:pt>
                <c:pt idx="5187">
                  <c:v>44939</c:v>
                </c:pt>
                <c:pt idx="5188">
                  <c:v>44942</c:v>
                </c:pt>
                <c:pt idx="5189">
                  <c:v>44943</c:v>
                </c:pt>
                <c:pt idx="5190">
                  <c:v>44944</c:v>
                </c:pt>
                <c:pt idx="5191">
                  <c:v>44945</c:v>
                </c:pt>
                <c:pt idx="5192">
                  <c:v>44946</c:v>
                </c:pt>
                <c:pt idx="5193">
                  <c:v>44949</c:v>
                </c:pt>
                <c:pt idx="5194">
                  <c:v>44950</c:v>
                </c:pt>
                <c:pt idx="5195">
                  <c:v>44951</c:v>
                </c:pt>
                <c:pt idx="5196">
                  <c:v>44952</c:v>
                </c:pt>
                <c:pt idx="5197">
                  <c:v>44953</c:v>
                </c:pt>
                <c:pt idx="5198">
                  <c:v>44956</c:v>
                </c:pt>
                <c:pt idx="5199">
                  <c:v>44957</c:v>
                </c:pt>
                <c:pt idx="5200">
                  <c:v>44958</c:v>
                </c:pt>
                <c:pt idx="5201">
                  <c:v>44959</c:v>
                </c:pt>
                <c:pt idx="5202">
                  <c:v>44960</c:v>
                </c:pt>
                <c:pt idx="5203">
                  <c:v>44963</c:v>
                </c:pt>
                <c:pt idx="5204">
                  <c:v>44964</c:v>
                </c:pt>
                <c:pt idx="5205">
                  <c:v>44965</c:v>
                </c:pt>
                <c:pt idx="5206">
                  <c:v>44966</c:v>
                </c:pt>
                <c:pt idx="5207">
                  <c:v>44967</c:v>
                </c:pt>
                <c:pt idx="5208">
                  <c:v>44970</c:v>
                </c:pt>
                <c:pt idx="5209">
                  <c:v>44971</c:v>
                </c:pt>
                <c:pt idx="5210">
                  <c:v>44972</c:v>
                </c:pt>
                <c:pt idx="5211">
                  <c:v>44973</c:v>
                </c:pt>
                <c:pt idx="5212">
                  <c:v>44974</c:v>
                </c:pt>
                <c:pt idx="5213">
                  <c:v>44979</c:v>
                </c:pt>
                <c:pt idx="5214">
                  <c:v>44980</c:v>
                </c:pt>
                <c:pt idx="5215">
                  <c:v>44981</c:v>
                </c:pt>
                <c:pt idx="5216">
                  <c:v>44984</c:v>
                </c:pt>
                <c:pt idx="5217">
                  <c:v>44985</c:v>
                </c:pt>
                <c:pt idx="5218">
                  <c:v>44986</c:v>
                </c:pt>
                <c:pt idx="5219">
                  <c:v>44987</c:v>
                </c:pt>
                <c:pt idx="5220">
                  <c:v>44988</c:v>
                </c:pt>
                <c:pt idx="5221">
                  <c:v>44991</c:v>
                </c:pt>
                <c:pt idx="5222">
                  <c:v>44992</c:v>
                </c:pt>
                <c:pt idx="5223">
                  <c:v>44993</c:v>
                </c:pt>
                <c:pt idx="5224">
                  <c:v>44994</c:v>
                </c:pt>
                <c:pt idx="5225">
                  <c:v>44995</c:v>
                </c:pt>
                <c:pt idx="5226">
                  <c:v>44998</c:v>
                </c:pt>
                <c:pt idx="5227">
                  <c:v>44999</c:v>
                </c:pt>
                <c:pt idx="5228">
                  <c:v>45000</c:v>
                </c:pt>
                <c:pt idx="5229">
                  <c:v>45001</c:v>
                </c:pt>
                <c:pt idx="5230">
                  <c:v>45002</c:v>
                </c:pt>
                <c:pt idx="5231">
                  <c:v>45005</c:v>
                </c:pt>
                <c:pt idx="5232">
                  <c:v>45006</c:v>
                </c:pt>
                <c:pt idx="5233">
                  <c:v>45007</c:v>
                </c:pt>
                <c:pt idx="5234">
                  <c:v>45008</c:v>
                </c:pt>
                <c:pt idx="5235">
                  <c:v>45009</c:v>
                </c:pt>
                <c:pt idx="5236">
                  <c:v>45012</c:v>
                </c:pt>
                <c:pt idx="5237">
                  <c:v>45013</c:v>
                </c:pt>
                <c:pt idx="5238">
                  <c:v>45014</c:v>
                </c:pt>
                <c:pt idx="5239">
                  <c:v>45015</c:v>
                </c:pt>
                <c:pt idx="5240">
                  <c:v>45016</c:v>
                </c:pt>
                <c:pt idx="5241">
                  <c:v>45019</c:v>
                </c:pt>
                <c:pt idx="5242">
                  <c:v>45020</c:v>
                </c:pt>
                <c:pt idx="5243">
                  <c:v>45021</c:v>
                </c:pt>
                <c:pt idx="5244">
                  <c:v>45022</c:v>
                </c:pt>
                <c:pt idx="5245">
                  <c:v>45026</c:v>
                </c:pt>
                <c:pt idx="5246">
                  <c:v>45027</c:v>
                </c:pt>
                <c:pt idx="5247">
                  <c:v>45028</c:v>
                </c:pt>
                <c:pt idx="5248">
                  <c:v>45029</c:v>
                </c:pt>
                <c:pt idx="5249">
                  <c:v>45030</c:v>
                </c:pt>
                <c:pt idx="5250">
                  <c:v>45033</c:v>
                </c:pt>
                <c:pt idx="5251">
                  <c:v>45034</c:v>
                </c:pt>
                <c:pt idx="5252">
                  <c:v>45035</c:v>
                </c:pt>
                <c:pt idx="5253">
                  <c:v>45036</c:v>
                </c:pt>
                <c:pt idx="5254">
                  <c:v>45040</c:v>
                </c:pt>
                <c:pt idx="5255">
                  <c:v>45041</c:v>
                </c:pt>
                <c:pt idx="5256">
                  <c:v>45042</c:v>
                </c:pt>
                <c:pt idx="5257">
                  <c:v>45043</c:v>
                </c:pt>
                <c:pt idx="5258">
                  <c:v>45044</c:v>
                </c:pt>
                <c:pt idx="5259">
                  <c:v>45048</c:v>
                </c:pt>
                <c:pt idx="5260">
                  <c:v>45049</c:v>
                </c:pt>
                <c:pt idx="5261">
                  <c:v>45050</c:v>
                </c:pt>
                <c:pt idx="5262">
                  <c:v>45051</c:v>
                </c:pt>
                <c:pt idx="5263">
                  <c:v>45054</c:v>
                </c:pt>
                <c:pt idx="5264">
                  <c:v>45055</c:v>
                </c:pt>
                <c:pt idx="5265">
                  <c:v>45056</c:v>
                </c:pt>
                <c:pt idx="5266">
                  <c:v>45057</c:v>
                </c:pt>
                <c:pt idx="5267">
                  <c:v>45058</c:v>
                </c:pt>
                <c:pt idx="5268">
                  <c:v>45061</c:v>
                </c:pt>
                <c:pt idx="5269">
                  <c:v>45062</c:v>
                </c:pt>
                <c:pt idx="5270">
                  <c:v>45063</c:v>
                </c:pt>
                <c:pt idx="5271">
                  <c:v>45064</c:v>
                </c:pt>
                <c:pt idx="5272">
                  <c:v>45065</c:v>
                </c:pt>
                <c:pt idx="5273">
                  <c:v>45068</c:v>
                </c:pt>
                <c:pt idx="5274">
                  <c:v>45069</c:v>
                </c:pt>
                <c:pt idx="5275">
                  <c:v>45070</c:v>
                </c:pt>
                <c:pt idx="5276">
                  <c:v>45071</c:v>
                </c:pt>
                <c:pt idx="5277">
                  <c:v>45072</c:v>
                </c:pt>
                <c:pt idx="5278">
                  <c:v>45075</c:v>
                </c:pt>
                <c:pt idx="5279">
                  <c:v>45076</c:v>
                </c:pt>
                <c:pt idx="5280">
                  <c:v>45077</c:v>
                </c:pt>
                <c:pt idx="5281">
                  <c:v>45078</c:v>
                </c:pt>
                <c:pt idx="5282">
                  <c:v>45079</c:v>
                </c:pt>
                <c:pt idx="5283">
                  <c:v>45082</c:v>
                </c:pt>
                <c:pt idx="5284">
                  <c:v>45083</c:v>
                </c:pt>
                <c:pt idx="5285">
                  <c:v>45084</c:v>
                </c:pt>
                <c:pt idx="5286">
                  <c:v>45086</c:v>
                </c:pt>
                <c:pt idx="5287">
                  <c:v>45089</c:v>
                </c:pt>
                <c:pt idx="5288">
                  <c:v>45090</c:v>
                </c:pt>
                <c:pt idx="5289">
                  <c:v>45091</c:v>
                </c:pt>
                <c:pt idx="5290">
                  <c:v>45092</c:v>
                </c:pt>
                <c:pt idx="5291">
                  <c:v>45093</c:v>
                </c:pt>
                <c:pt idx="5292">
                  <c:v>45096</c:v>
                </c:pt>
                <c:pt idx="5293">
                  <c:v>45097</c:v>
                </c:pt>
                <c:pt idx="5294">
                  <c:v>45098</c:v>
                </c:pt>
                <c:pt idx="5295">
                  <c:v>45099</c:v>
                </c:pt>
                <c:pt idx="5296">
                  <c:v>45100</c:v>
                </c:pt>
                <c:pt idx="5297">
                  <c:v>45103</c:v>
                </c:pt>
                <c:pt idx="5298">
                  <c:v>45104</c:v>
                </c:pt>
                <c:pt idx="5299">
                  <c:v>45105</c:v>
                </c:pt>
                <c:pt idx="5300">
                  <c:v>45106</c:v>
                </c:pt>
                <c:pt idx="5301">
                  <c:v>45107</c:v>
                </c:pt>
                <c:pt idx="5302">
                  <c:v>45110</c:v>
                </c:pt>
                <c:pt idx="5303">
                  <c:v>45111</c:v>
                </c:pt>
                <c:pt idx="5304">
                  <c:v>45112</c:v>
                </c:pt>
                <c:pt idx="5305">
                  <c:v>45113</c:v>
                </c:pt>
                <c:pt idx="5306">
                  <c:v>45114</c:v>
                </c:pt>
                <c:pt idx="5307">
                  <c:v>45117</c:v>
                </c:pt>
                <c:pt idx="5308">
                  <c:v>45118</c:v>
                </c:pt>
                <c:pt idx="5309">
                  <c:v>45119</c:v>
                </c:pt>
                <c:pt idx="5310">
                  <c:v>45120</c:v>
                </c:pt>
                <c:pt idx="5311">
                  <c:v>45121</c:v>
                </c:pt>
                <c:pt idx="5312">
                  <c:v>45124</c:v>
                </c:pt>
                <c:pt idx="5313">
                  <c:v>45125</c:v>
                </c:pt>
                <c:pt idx="5314">
                  <c:v>45126</c:v>
                </c:pt>
                <c:pt idx="5315">
                  <c:v>45127</c:v>
                </c:pt>
                <c:pt idx="5316">
                  <c:v>45128</c:v>
                </c:pt>
                <c:pt idx="5317">
                  <c:v>45131</c:v>
                </c:pt>
                <c:pt idx="5318">
                  <c:v>45132</c:v>
                </c:pt>
                <c:pt idx="5319">
                  <c:v>45133</c:v>
                </c:pt>
                <c:pt idx="5320">
                  <c:v>45134</c:v>
                </c:pt>
                <c:pt idx="5321">
                  <c:v>45135</c:v>
                </c:pt>
                <c:pt idx="5322">
                  <c:v>45138</c:v>
                </c:pt>
                <c:pt idx="5323">
                  <c:v>45139</c:v>
                </c:pt>
                <c:pt idx="5324">
                  <c:v>45140</c:v>
                </c:pt>
                <c:pt idx="5325">
                  <c:v>45141</c:v>
                </c:pt>
                <c:pt idx="5326">
                  <c:v>45142</c:v>
                </c:pt>
                <c:pt idx="5327">
                  <c:v>45145</c:v>
                </c:pt>
                <c:pt idx="5328">
                  <c:v>45146</c:v>
                </c:pt>
                <c:pt idx="5329">
                  <c:v>45147</c:v>
                </c:pt>
                <c:pt idx="5330">
                  <c:v>45148</c:v>
                </c:pt>
                <c:pt idx="5331">
                  <c:v>45149</c:v>
                </c:pt>
                <c:pt idx="5332">
                  <c:v>45152</c:v>
                </c:pt>
                <c:pt idx="5333">
                  <c:v>45153</c:v>
                </c:pt>
                <c:pt idx="5334">
                  <c:v>45154</c:v>
                </c:pt>
                <c:pt idx="5335">
                  <c:v>45155</c:v>
                </c:pt>
                <c:pt idx="5336">
                  <c:v>45156</c:v>
                </c:pt>
                <c:pt idx="5337">
                  <c:v>45159</c:v>
                </c:pt>
                <c:pt idx="5338">
                  <c:v>45160</c:v>
                </c:pt>
                <c:pt idx="5339">
                  <c:v>45161</c:v>
                </c:pt>
                <c:pt idx="5340">
                  <c:v>45162</c:v>
                </c:pt>
                <c:pt idx="5341">
                  <c:v>45163</c:v>
                </c:pt>
                <c:pt idx="5342">
                  <c:v>45166</c:v>
                </c:pt>
                <c:pt idx="5343">
                  <c:v>45167</c:v>
                </c:pt>
                <c:pt idx="5344">
                  <c:v>45168</c:v>
                </c:pt>
                <c:pt idx="5345">
                  <c:v>45169</c:v>
                </c:pt>
                <c:pt idx="5346">
                  <c:v>45170</c:v>
                </c:pt>
                <c:pt idx="5347">
                  <c:v>45173</c:v>
                </c:pt>
                <c:pt idx="5348">
                  <c:v>45174</c:v>
                </c:pt>
                <c:pt idx="5349">
                  <c:v>45175</c:v>
                </c:pt>
                <c:pt idx="5350">
                  <c:v>45177</c:v>
                </c:pt>
                <c:pt idx="5351">
                  <c:v>45180</c:v>
                </c:pt>
                <c:pt idx="5352">
                  <c:v>45181</c:v>
                </c:pt>
                <c:pt idx="5353">
                  <c:v>45182</c:v>
                </c:pt>
                <c:pt idx="5354">
                  <c:v>45183</c:v>
                </c:pt>
                <c:pt idx="5355">
                  <c:v>45184</c:v>
                </c:pt>
                <c:pt idx="5356">
                  <c:v>45187</c:v>
                </c:pt>
                <c:pt idx="5357">
                  <c:v>45188</c:v>
                </c:pt>
                <c:pt idx="5358">
                  <c:v>45189</c:v>
                </c:pt>
                <c:pt idx="5359">
                  <c:v>45190</c:v>
                </c:pt>
                <c:pt idx="5360">
                  <c:v>45191</c:v>
                </c:pt>
                <c:pt idx="5361">
                  <c:v>45194</c:v>
                </c:pt>
                <c:pt idx="5362">
                  <c:v>45195</c:v>
                </c:pt>
                <c:pt idx="5363">
                  <c:v>45196</c:v>
                </c:pt>
                <c:pt idx="5364">
                  <c:v>45197</c:v>
                </c:pt>
                <c:pt idx="5365">
                  <c:v>45198</c:v>
                </c:pt>
                <c:pt idx="5366">
                  <c:v>45201</c:v>
                </c:pt>
                <c:pt idx="5367">
                  <c:v>45202</c:v>
                </c:pt>
                <c:pt idx="5368">
                  <c:v>45203</c:v>
                </c:pt>
                <c:pt idx="5369">
                  <c:v>45204</c:v>
                </c:pt>
                <c:pt idx="5370">
                  <c:v>45205</c:v>
                </c:pt>
                <c:pt idx="5371">
                  <c:v>45208</c:v>
                </c:pt>
                <c:pt idx="5372">
                  <c:v>45209</c:v>
                </c:pt>
                <c:pt idx="5373">
                  <c:v>45210</c:v>
                </c:pt>
                <c:pt idx="5374">
                  <c:v>45212</c:v>
                </c:pt>
                <c:pt idx="5375">
                  <c:v>45215</c:v>
                </c:pt>
                <c:pt idx="5376">
                  <c:v>45216</c:v>
                </c:pt>
                <c:pt idx="5377">
                  <c:v>45217</c:v>
                </c:pt>
                <c:pt idx="5378">
                  <c:v>45218</c:v>
                </c:pt>
                <c:pt idx="5379">
                  <c:v>45219</c:v>
                </c:pt>
                <c:pt idx="5380">
                  <c:v>45222</c:v>
                </c:pt>
                <c:pt idx="5381">
                  <c:v>45223</c:v>
                </c:pt>
                <c:pt idx="5382">
                  <c:v>45224</c:v>
                </c:pt>
                <c:pt idx="5383">
                  <c:v>45225</c:v>
                </c:pt>
                <c:pt idx="5384">
                  <c:v>45226</c:v>
                </c:pt>
                <c:pt idx="5385">
                  <c:v>45229</c:v>
                </c:pt>
                <c:pt idx="5386">
                  <c:v>45230</c:v>
                </c:pt>
                <c:pt idx="5387">
                  <c:v>45231</c:v>
                </c:pt>
                <c:pt idx="5388">
                  <c:v>45233</c:v>
                </c:pt>
                <c:pt idx="5389">
                  <c:v>45236</c:v>
                </c:pt>
                <c:pt idx="5390">
                  <c:v>45237</c:v>
                </c:pt>
                <c:pt idx="5391">
                  <c:v>45238</c:v>
                </c:pt>
                <c:pt idx="5392">
                  <c:v>45239</c:v>
                </c:pt>
                <c:pt idx="5393">
                  <c:v>45240</c:v>
                </c:pt>
                <c:pt idx="5394">
                  <c:v>45243</c:v>
                </c:pt>
                <c:pt idx="5395">
                  <c:v>45244</c:v>
                </c:pt>
                <c:pt idx="5396">
                  <c:v>45246</c:v>
                </c:pt>
                <c:pt idx="5397">
                  <c:v>45247</c:v>
                </c:pt>
                <c:pt idx="5398">
                  <c:v>45250</c:v>
                </c:pt>
                <c:pt idx="5399">
                  <c:v>45251</c:v>
                </c:pt>
                <c:pt idx="5400">
                  <c:v>45252</c:v>
                </c:pt>
                <c:pt idx="5401">
                  <c:v>45253</c:v>
                </c:pt>
                <c:pt idx="5402">
                  <c:v>45254</c:v>
                </c:pt>
                <c:pt idx="5403">
                  <c:v>45257</c:v>
                </c:pt>
                <c:pt idx="5404">
                  <c:v>45258</c:v>
                </c:pt>
                <c:pt idx="5405">
                  <c:v>45259</c:v>
                </c:pt>
                <c:pt idx="5406">
                  <c:v>45260</c:v>
                </c:pt>
                <c:pt idx="5407">
                  <c:v>45261</c:v>
                </c:pt>
                <c:pt idx="5408">
                  <c:v>45264</c:v>
                </c:pt>
                <c:pt idx="5409">
                  <c:v>45265</c:v>
                </c:pt>
                <c:pt idx="5410">
                  <c:v>45266</c:v>
                </c:pt>
                <c:pt idx="5411">
                  <c:v>45267</c:v>
                </c:pt>
                <c:pt idx="5412">
                  <c:v>45268</c:v>
                </c:pt>
                <c:pt idx="5413">
                  <c:v>45271</c:v>
                </c:pt>
                <c:pt idx="5414">
                  <c:v>45272</c:v>
                </c:pt>
                <c:pt idx="5415">
                  <c:v>45273</c:v>
                </c:pt>
                <c:pt idx="5416">
                  <c:v>45274</c:v>
                </c:pt>
                <c:pt idx="5417">
                  <c:v>45275</c:v>
                </c:pt>
                <c:pt idx="5418">
                  <c:v>45278</c:v>
                </c:pt>
                <c:pt idx="5419">
                  <c:v>45279</c:v>
                </c:pt>
                <c:pt idx="5420">
                  <c:v>45280</c:v>
                </c:pt>
                <c:pt idx="5421">
                  <c:v>45281</c:v>
                </c:pt>
                <c:pt idx="5422">
                  <c:v>45282</c:v>
                </c:pt>
                <c:pt idx="5423">
                  <c:v>45286</c:v>
                </c:pt>
                <c:pt idx="5424">
                  <c:v>45287</c:v>
                </c:pt>
                <c:pt idx="5425">
                  <c:v>45288</c:v>
                </c:pt>
                <c:pt idx="5426">
                  <c:v>45293</c:v>
                </c:pt>
                <c:pt idx="5427">
                  <c:v>45294</c:v>
                </c:pt>
                <c:pt idx="5428">
                  <c:v>45295</c:v>
                </c:pt>
                <c:pt idx="5429">
                  <c:v>45296</c:v>
                </c:pt>
                <c:pt idx="5430">
                  <c:v>45299</c:v>
                </c:pt>
                <c:pt idx="5431">
                  <c:v>45300</c:v>
                </c:pt>
                <c:pt idx="5432">
                  <c:v>45301</c:v>
                </c:pt>
                <c:pt idx="5433">
                  <c:v>45302</c:v>
                </c:pt>
                <c:pt idx="5434">
                  <c:v>45303</c:v>
                </c:pt>
                <c:pt idx="5435">
                  <c:v>45306</c:v>
                </c:pt>
                <c:pt idx="5436">
                  <c:v>45307</c:v>
                </c:pt>
                <c:pt idx="5437">
                  <c:v>45308</c:v>
                </c:pt>
                <c:pt idx="5438">
                  <c:v>45309</c:v>
                </c:pt>
                <c:pt idx="5439">
                  <c:v>45310</c:v>
                </c:pt>
                <c:pt idx="5440">
                  <c:v>45313</c:v>
                </c:pt>
                <c:pt idx="5441">
                  <c:v>45314</c:v>
                </c:pt>
                <c:pt idx="5442">
                  <c:v>45315</c:v>
                </c:pt>
                <c:pt idx="5443">
                  <c:v>45316</c:v>
                </c:pt>
                <c:pt idx="5444">
                  <c:v>45317</c:v>
                </c:pt>
                <c:pt idx="5445">
                  <c:v>45320</c:v>
                </c:pt>
                <c:pt idx="5446">
                  <c:v>45321</c:v>
                </c:pt>
                <c:pt idx="5447">
                  <c:v>45322</c:v>
                </c:pt>
                <c:pt idx="5448">
                  <c:v>45323</c:v>
                </c:pt>
                <c:pt idx="5449">
                  <c:v>45324</c:v>
                </c:pt>
                <c:pt idx="5450">
                  <c:v>45327</c:v>
                </c:pt>
                <c:pt idx="5451">
                  <c:v>45328</c:v>
                </c:pt>
                <c:pt idx="5452">
                  <c:v>45329</c:v>
                </c:pt>
                <c:pt idx="5453">
                  <c:v>45330</c:v>
                </c:pt>
                <c:pt idx="5454">
                  <c:v>45331</c:v>
                </c:pt>
                <c:pt idx="5455">
                  <c:v>45336</c:v>
                </c:pt>
                <c:pt idx="5456">
                  <c:v>45337</c:v>
                </c:pt>
                <c:pt idx="5457">
                  <c:v>45338</c:v>
                </c:pt>
                <c:pt idx="5458">
                  <c:v>45341</c:v>
                </c:pt>
                <c:pt idx="5459">
                  <c:v>45342</c:v>
                </c:pt>
                <c:pt idx="5460">
                  <c:v>45343</c:v>
                </c:pt>
                <c:pt idx="5461">
                  <c:v>45344</c:v>
                </c:pt>
                <c:pt idx="5462">
                  <c:v>45345</c:v>
                </c:pt>
                <c:pt idx="5463">
                  <c:v>45348</c:v>
                </c:pt>
                <c:pt idx="5464">
                  <c:v>45349</c:v>
                </c:pt>
                <c:pt idx="5465">
                  <c:v>45350</c:v>
                </c:pt>
                <c:pt idx="5466">
                  <c:v>45351</c:v>
                </c:pt>
                <c:pt idx="5467">
                  <c:v>45352</c:v>
                </c:pt>
                <c:pt idx="5468">
                  <c:v>45355</c:v>
                </c:pt>
                <c:pt idx="5469">
                  <c:v>45356</c:v>
                </c:pt>
                <c:pt idx="5470">
                  <c:v>45357</c:v>
                </c:pt>
                <c:pt idx="5471">
                  <c:v>45358</c:v>
                </c:pt>
                <c:pt idx="5472">
                  <c:v>45359</c:v>
                </c:pt>
                <c:pt idx="5473">
                  <c:v>45362</c:v>
                </c:pt>
                <c:pt idx="5474">
                  <c:v>45363</c:v>
                </c:pt>
                <c:pt idx="5475">
                  <c:v>45364</c:v>
                </c:pt>
                <c:pt idx="5476">
                  <c:v>45365</c:v>
                </c:pt>
                <c:pt idx="5477">
                  <c:v>45366</c:v>
                </c:pt>
                <c:pt idx="5478">
                  <c:v>45369</c:v>
                </c:pt>
                <c:pt idx="5479">
                  <c:v>45370</c:v>
                </c:pt>
                <c:pt idx="5480">
                  <c:v>45371</c:v>
                </c:pt>
                <c:pt idx="5481">
                  <c:v>45372</c:v>
                </c:pt>
                <c:pt idx="5482">
                  <c:v>45373</c:v>
                </c:pt>
                <c:pt idx="5483">
                  <c:v>45376</c:v>
                </c:pt>
                <c:pt idx="5484">
                  <c:v>45377</c:v>
                </c:pt>
                <c:pt idx="5485">
                  <c:v>45378</c:v>
                </c:pt>
                <c:pt idx="5486">
                  <c:v>45379</c:v>
                </c:pt>
                <c:pt idx="5487">
                  <c:v>45383</c:v>
                </c:pt>
                <c:pt idx="5488">
                  <c:v>45384</c:v>
                </c:pt>
                <c:pt idx="5489">
                  <c:v>45385</c:v>
                </c:pt>
                <c:pt idx="5490">
                  <c:v>45386</c:v>
                </c:pt>
                <c:pt idx="5491">
                  <c:v>45387</c:v>
                </c:pt>
                <c:pt idx="5492">
                  <c:v>45390</c:v>
                </c:pt>
                <c:pt idx="5493">
                  <c:v>45391</c:v>
                </c:pt>
                <c:pt idx="5494">
                  <c:v>45392</c:v>
                </c:pt>
                <c:pt idx="5495">
                  <c:v>45393</c:v>
                </c:pt>
                <c:pt idx="5496">
                  <c:v>45394</c:v>
                </c:pt>
                <c:pt idx="5497">
                  <c:v>45397</c:v>
                </c:pt>
                <c:pt idx="5498">
                  <c:v>45398</c:v>
                </c:pt>
                <c:pt idx="5499">
                  <c:v>45399</c:v>
                </c:pt>
                <c:pt idx="5500">
                  <c:v>45400</c:v>
                </c:pt>
                <c:pt idx="5501">
                  <c:v>45401</c:v>
                </c:pt>
                <c:pt idx="5502">
                  <c:v>45404</c:v>
                </c:pt>
                <c:pt idx="5503">
                  <c:v>45405</c:v>
                </c:pt>
                <c:pt idx="5504">
                  <c:v>45406</c:v>
                </c:pt>
                <c:pt idx="5505">
                  <c:v>45407</c:v>
                </c:pt>
                <c:pt idx="5506">
                  <c:v>45408</c:v>
                </c:pt>
                <c:pt idx="5507">
                  <c:v>45411</c:v>
                </c:pt>
                <c:pt idx="5508">
                  <c:v>45412</c:v>
                </c:pt>
                <c:pt idx="5509">
                  <c:v>45414</c:v>
                </c:pt>
                <c:pt idx="5510">
                  <c:v>45415</c:v>
                </c:pt>
                <c:pt idx="5511">
                  <c:v>45418</c:v>
                </c:pt>
                <c:pt idx="5512">
                  <c:v>45419</c:v>
                </c:pt>
                <c:pt idx="5513">
                  <c:v>45420</c:v>
                </c:pt>
                <c:pt idx="5514">
                  <c:v>45421</c:v>
                </c:pt>
                <c:pt idx="5515">
                  <c:v>45422</c:v>
                </c:pt>
                <c:pt idx="5516">
                  <c:v>45425</c:v>
                </c:pt>
                <c:pt idx="5517">
                  <c:v>45426</c:v>
                </c:pt>
                <c:pt idx="5518">
                  <c:v>45427</c:v>
                </c:pt>
                <c:pt idx="5519">
                  <c:v>45428</c:v>
                </c:pt>
                <c:pt idx="5520">
                  <c:v>45429</c:v>
                </c:pt>
                <c:pt idx="5521">
                  <c:v>45432</c:v>
                </c:pt>
                <c:pt idx="5522">
                  <c:v>45433</c:v>
                </c:pt>
                <c:pt idx="5523">
                  <c:v>45434</c:v>
                </c:pt>
                <c:pt idx="5524">
                  <c:v>45435</c:v>
                </c:pt>
                <c:pt idx="5525">
                  <c:v>45436</c:v>
                </c:pt>
                <c:pt idx="5526">
                  <c:v>45439</c:v>
                </c:pt>
                <c:pt idx="5527">
                  <c:v>45440</c:v>
                </c:pt>
                <c:pt idx="5528">
                  <c:v>45441</c:v>
                </c:pt>
                <c:pt idx="5529">
                  <c:v>45443</c:v>
                </c:pt>
                <c:pt idx="5530">
                  <c:v>45446</c:v>
                </c:pt>
                <c:pt idx="5531">
                  <c:v>45447</c:v>
                </c:pt>
                <c:pt idx="5532">
                  <c:v>45448</c:v>
                </c:pt>
                <c:pt idx="5533">
                  <c:v>45449</c:v>
                </c:pt>
                <c:pt idx="5534">
                  <c:v>45450</c:v>
                </c:pt>
                <c:pt idx="5535">
                  <c:v>45453</c:v>
                </c:pt>
                <c:pt idx="5536">
                  <c:v>45454</c:v>
                </c:pt>
                <c:pt idx="5537">
                  <c:v>45455</c:v>
                </c:pt>
                <c:pt idx="5538">
                  <c:v>45456</c:v>
                </c:pt>
                <c:pt idx="5539">
                  <c:v>45457</c:v>
                </c:pt>
                <c:pt idx="5540">
                  <c:v>45460</c:v>
                </c:pt>
                <c:pt idx="5541">
                  <c:v>45461</c:v>
                </c:pt>
                <c:pt idx="5542">
                  <c:v>45462</c:v>
                </c:pt>
                <c:pt idx="5543">
                  <c:v>45463</c:v>
                </c:pt>
                <c:pt idx="5544">
                  <c:v>45464</c:v>
                </c:pt>
                <c:pt idx="5545">
                  <c:v>45467</c:v>
                </c:pt>
                <c:pt idx="5546">
                  <c:v>45468</c:v>
                </c:pt>
                <c:pt idx="5547">
                  <c:v>45469</c:v>
                </c:pt>
                <c:pt idx="5548">
                  <c:v>45470</c:v>
                </c:pt>
                <c:pt idx="5549">
                  <c:v>45471</c:v>
                </c:pt>
                <c:pt idx="5550">
                  <c:v>45474</c:v>
                </c:pt>
                <c:pt idx="5551">
                  <c:v>45475</c:v>
                </c:pt>
                <c:pt idx="5552">
                  <c:v>45476</c:v>
                </c:pt>
                <c:pt idx="5553">
                  <c:v>45477</c:v>
                </c:pt>
                <c:pt idx="5554">
                  <c:v>45478</c:v>
                </c:pt>
                <c:pt idx="5555">
                  <c:v>45481</c:v>
                </c:pt>
                <c:pt idx="5556">
                  <c:v>45482</c:v>
                </c:pt>
                <c:pt idx="5557">
                  <c:v>45483</c:v>
                </c:pt>
                <c:pt idx="5558">
                  <c:v>45484</c:v>
                </c:pt>
                <c:pt idx="5559">
                  <c:v>45485</c:v>
                </c:pt>
                <c:pt idx="5560">
                  <c:v>45488</c:v>
                </c:pt>
                <c:pt idx="5561">
                  <c:v>45489</c:v>
                </c:pt>
                <c:pt idx="5562">
                  <c:v>45490</c:v>
                </c:pt>
                <c:pt idx="5563">
                  <c:v>45491</c:v>
                </c:pt>
                <c:pt idx="5564">
                  <c:v>45492</c:v>
                </c:pt>
                <c:pt idx="5565">
                  <c:v>45495</c:v>
                </c:pt>
                <c:pt idx="5566">
                  <c:v>45496</c:v>
                </c:pt>
                <c:pt idx="5567">
                  <c:v>45497</c:v>
                </c:pt>
                <c:pt idx="5568">
                  <c:v>45498</c:v>
                </c:pt>
                <c:pt idx="5569">
                  <c:v>45499</c:v>
                </c:pt>
                <c:pt idx="5570">
                  <c:v>45502</c:v>
                </c:pt>
                <c:pt idx="5571">
                  <c:v>45503</c:v>
                </c:pt>
                <c:pt idx="5572">
                  <c:v>45504</c:v>
                </c:pt>
                <c:pt idx="5573">
                  <c:v>45505</c:v>
                </c:pt>
                <c:pt idx="5574">
                  <c:v>45506</c:v>
                </c:pt>
                <c:pt idx="5575">
                  <c:v>45509</c:v>
                </c:pt>
                <c:pt idx="5576">
                  <c:v>45510</c:v>
                </c:pt>
                <c:pt idx="5577">
                  <c:v>45511</c:v>
                </c:pt>
                <c:pt idx="5578">
                  <c:v>45512</c:v>
                </c:pt>
                <c:pt idx="5579">
                  <c:v>45513</c:v>
                </c:pt>
                <c:pt idx="5580">
                  <c:v>45516</c:v>
                </c:pt>
                <c:pt idx="5581">
                  <c:v>45517</c:v>
                </c:pt>
                <c:pt idx="5582">
                  <c:v>45518</c:v>
                </c:pt>
                <c:pt idx="5583">
                  <c:v>45519</c:v>
                </c:pt>
                <c:pt idx="5584">
                  <c:v>45520</c:v>
                </c:pt>
                <c:pt idx="5585">
                  <c:v>45523</c:v>
                </c:pt>
                <c:pt idx="5586">
                  <c:v>45524</c:v>
                </c:pt>
                <c:pt idx="5587">
                  <c:v>45525</c:v>
                </c:pt>
                <c:pt idx="5588">
                  <c:v>45526</c:v>
                </c:pt>
                <c:pt idx="5589">
                  <c:v>45527</c:v>
                </c:pt>
                <c:pt idx="5590">
                  <c:v>45530</c:v>
                </c:pt>
                <c:pt idx="5591">
                  <c:v>45531</c:v>
                </c:pt>
                <c:pt idx="5592">
                  <c:v>45532</c:v>
                </c:pt>
                <c:pt idx="5593">
                  <c:v>45533</c:v>
                </c:pt>
                <c:pt idx="5594">
                  <c:v>45534</c:v>
                </c:pt>
                <c:pt idx="5595">
                  <c:v>45537</c:v>
                </c:pt>
                <c:pt idx="5596">
                  <c:v>45538</c:v>
                </c:pt>
                <c:pt idx="5597">
                  <c:v>45539</c:v>
                </c:pt>
                <c:pt idx="5598">
                  <c:v>45540</c:v>
                </c:pt>
                <c:pt idx="5599">
                  <c:v>45541</c:v>
                </c:pt>
                <c:pt idx="5600">
                  <c:v>45544</c:v>
                </c:pt>
                <c:pt idx="5601">
                  <c:v>45545</c:v>
                </c:pt>
                <c:pt idx="5602">
                  <c:v>45546</c:v>
                </c:pt>
                <c:pt idx="5603">
                  <c:v>45547</c:v>
                </c:pt>
                <c:pt idx="5604">
                  <c:v>45548</c:v>
                </c:pt>
                <c:pt idx="5605">
                  <c:v>45551</c:v>
                </c:pt>
                <c:pt idx="5606">
                  <c:v>45552</c:v>
                </c:pt>
                <c:pt idx="5607">
                  <c:v>45553</c:v>
                </c:pt>
                <c:pt idx="5608">
                  <c:v>45554</c:v>
                </c:pt>
                <c:pt idx="5609">
                  <c:v>45555</c:v>
                </c:pt>
                <c:pt idx="5610">
                  <c:v>45558</c:v>
                </c:pt>
                <c:pt idx="5611">
                  <c:v>45559</c:v>
                </c:pt>
                <c:pt idx="5612">
                  <c:v>45560</c:v>
                </c:pt>
                <c:pt idx="5613">
                  <c:v>45561</c:v>
                </c:pt>
                <c:pt idx="5614">
                  <c:v>45562</c:v>
                </c:pt>
                <c:pt idx="5615">
                  <c:v>45565</c:v>
                </c:pt>
                <c:pt idx="5616">
                  <c:v>45566</c:v>
                </c:pt>
                <c:pt idx="5617">
                  <c:v>45567</c:v>
                </c:pt>
                <c:pt idx="5618">
                  <c:v>45568</c:v>
                </c:pt>
                <c:pt idx="5619">
                  <c:v>45569</c:v>
                </c:pt>
                <c:pt idx="5620">
                  <c:v>45572</c:v>
                </c:pt>
                <c:pt idx="5621">
                  <c:v>45573</c:v>
                </c:pt>
                <c:pt idx="5622">
                  <c:v>45574</c:v>
                </c:pt>
                <c:pt idx="5623">
                  <c:v>45575</c:v>
                </c:pt>
                <c:pt idx="5624">
                  <c:v>45576</c:v>
                </c:pt>
                <c:pt idx="5625">
                  <c:v>45579</c:v>
                </c:pt>
                <c:pt idx="5626">
                  <c:v>45580</c:v>
                </c:pt>
                <c:pt idx="5627">
                  <c:v>45581</c:v>
                </c:pt>
                <c:pt idx="5628">
                  <c:v>45582</c:v>
                </c:pt>
                <c:pt idx="5629">
                  <c:v>45583</c:v>
                </c:pt>
                <c:pt idx="5630">
                  <c:v>45586</c:v>
                </c:pt>
                <c:pt idx="5631">
                  <c:v>45587</c:v>
                </c:pt>
                <c:pt idx="5632">
                  <c:v>45588</c:v>
                </c:pt>
                <c:pt idx="5633">
                  <c:v>45589</c:v>
                </c:pt>
                <c:pt idx="5634">
                  <c:v>45590</c:v>
                </c:pt>
                <c:pt idx="5635">
                  <c:v>45593</c:v>
                </c:pt>
                <c:pt idx="5636">
                  <c:v>45594</c:v>
                </c:pt>
                <c:pt idx="5637">
                  <c:v>45595</c:v>
                </c:pt>
                <c:pt idx="5638">
                  <c:v>45596</c:v>
                </c:pt>
                <c:pt idx="5639">
                  <c:v>45597</c:v>
                </c:pt>
                <c:pt idx="5640">
                  <c:v>45600</c:v>
                </c:pt>
                <c:pt idx="5641">
                  <c:v>45601</c:v>
                </c:pt>
                <c:pt idx="5642">
                  <c:v>45602</c:v>
                </c:pt>
                <c:pt idx="5643">
                  <c:v>45603</c:v>
                </c:pt>
                <c:pt idx="5644">
                  <c:v>45604</c:v>
                </c:pt>
                <c:pt idx="5645">
                  <c:v>45607</c:v>
                </c:pt>
                <c:pt idx="5646">
                  <c:v>45608</c:v>
                </c:pt>
                <c:pt idx="5647">
                  <c:v>45609</c:v>
                </c:pt>
                <c:pt idx="5648">
                  <c:v>45610</c:v>
                </c:pt>
                <c:pt idx="5649">
                  <c:v>45614</c:v>
                </c:pt>
                <c:pt idx="5650">
                  <c:v>45615</c:v>
                </c:pt>
                <c:pt idx="5651">
                  <c:v>45617</c:v>
                </c:pt>
                <c:pt idx="5652">
                  <c:v>45618</c:v>
                </c:pt>
                <c:pt idx="5653">
                  <c:v>45621</c:v>
                </c:pt>
                <c:pt idx="5654">
                  <c:v>45622</c:v>
                </c:pt>
                <c:pt idx="5655">
                  <c:v>45623</c:v>
                </c:pt>
                <c:pt idx="5656">
                  <c:v>45624</c:v>
                </c:pt>
                <c:pt idx="5657">
                  <c:v>45625</c:v>
                </c:pt>
                <c:pt idx="5658">
                  <c:v>45628</c:v>
                </c:pt>
                <c:pt idx="5659">
                  <c:v>45629</c:v>
                </c:pt>
                <c:pt idx="5660">
                  <c:v>45630</c:v>
                </c:pt>
                <c:pt idx="5661">
                  <c:v>45631</c:v>
                </c:pt>
                <c:pt idx="5662">
                  <c:v>45632</c:v>
                </c:pt>
                <c:pt idx="5663">
                  <c:v>45635</c:v>
                </c:pt>
                <c:pt idx="5664">
                  <c:v>45636</c:v>
                </c:pt>
                <c:pt idx="5665">
                  <c:v>45637</c:v>
                </c:pt>
                <c:pt idx="5666">
                  <c:v>45638</c:v>
                </c:pt>
                <c:pt idx="5667">
                  <c:v>45639</c:v>
                </c:pt>
                <c:pt idx="5668">
                  <c:v>45642</c:v>
                </c:pt>
                <c:pt idx="5669">
                  <c:v>45643</c:v>
                </c:pt>
                <c:pt idx="5670">
                  <c:v>45644</c:v>
                </c:pt>
                <c:pt idx="5671">
                  <c:v>45645</c:v>
                </c:pt>
                <c:pt idx="5672">
                  <c:v>45646</c:v>
                </c:pt>
                <c:pt idx="5673">
                  <c:v>45649</c:v>
                </c:pt>
                <c:pt idx="5674">
                  <c:v>45652</c:v>
                </c:pt>
                <c:pt idx="5675">
                  <c:v>45653</c:v>
                </c:pt>
                <c:pt idx="5676">
                  <c:v>45656</c:v>
                </c:pt>
                <c:pt idx="5677">
                  <c:v>45659</c:v>
                </c:pt>
                <c:pt idx="5678">
                  <c:v>45660</c:v>
                </c:pt>
                <c:pt idx="5679">
                  <c:v>45663</c:v>
                </c:pt>
                <c:pt idx="5680">
                  <c:v>45664</c:v>
                </c:pt>
                <c:pt idx="5681">
                  <c:v>45665</c:v>
                </c:pt>
                <c:pt idx="5682">
                  <c:v>45666</c:v>
                </c:pt>
                <c:pt idx="5683">
                  <c:v>45667</c:v>
                </c:pt>
                <c:pt idx="5684">
                  <c:v>45670</c:v>
                </c:pt>
                <c:pt idx="5685">
                  <c:v>45671</c:v>
                </c:pt>
                <c:pt idx="5686">
                  <c:v>45672</c:v>
                </c:pt>
                <c:pt idx="5687">
                  <c:v>45673</c:v>
                </c:pt>
                <c:pt idx="5688">
                  <c:v>45674</c:v>
                </c:pt>
                <c:pt idx="5689">
                  <c:v>45677</c:v>
                </c:pt>
                <c:pt idx="5690">
                  <c:v>45678</c:v>
                </c:pt>
                <c:pt idx="5691">
                  <c:v>45679</c:v>
                </c:pt>
                <c:pt idx="5692">
                  <c:v>45680</c:v>
                </c:pt>
                <c:pt idx="5693">
                  <c:v>45681</c:v>
                </c:pt>
                <c:pt idx="5694">
                  <c:v>45684</c:v>
                </c:pt>
                <c:pt idx="5695">
                  <c:v>45685</c:v>
                </c:pt>
                <c:pt idx="5696">
                  <c:v>45686</c:v>
                </c:pt>
                <c:pt idx="5697">
                  <c:v>45687</c:v>
                </c:pt>
                <c:pt idx="5698">
                  <c:v>45688</c:v>
                </c:pt>
                <c:pt idx="5699">
                  <c:v>45691</c:v>
                </c:pt>
                <c:pt idx="5700">
                  <c:v>45692</c:v>
                </c:pt>
                <c:pt idx="5701">
                  <c:v>45693</c:v>
                </c:pt>
                <c:pt idx="5702">
                  <c:v>45694</c:v>
                </c:pt>
                <c:pt idx="5703">
                  <c:v>45695</c:v>
                </c:pt>
                <c:pt idx="5704">
                  <c:v>45698</c:v>
                </c:pt>
                <c:pt idx="5705">
                  <c:v>45699</c:v>
                </c:pt>
                <c:pt idx="5706">
                  <c:v>45700</c:v>
                </c:pt>
                <c:pt idx="5707">
                  <c:v>45701</c:v>
                </c:pt>
                <c:pt idx="5708">
                  <c:v>45702</c:v>
                </c:pt>
                <c:pt idx="5709">
                  <c:v>45705</c:v>
                </c:pt>
                <c:pt idx="5710">
                  <c:v>45706</c:v>
                </c:pt>
                <c:pt idx="5711">
                  <c:v>45707</c:v>
                </c:pt>
                <c:pt idx="5712">
                  <c:v>45708</c:v>
                </c:pt>
                <c:pt idx="5713">
                  <c:v>45709</c:v>
                </c:pt>
                <c:pt idx="5714">
                  <c:v>45712</c:v>
                </c:pt>
                <c:pt idx="5715">
                  <c:v>45713</c:v>
                </c:pt>
                <c:pt idx="5716">
                  <c:v>45714</c:v>
                </c:pt>
                <c:pt idx="5717">
                  <c:v>45715</c:v>
                </c:pt>
                <c:pt idx="5718">
                  <c:v>45716</c:v>
                </c:pt>
                <c:pt idx="5719">
                  <c:v>45721</c:v>
                </c:pt>
                <c:pt idx="5720">
                  <c:v>45722</c:v>
                </c:pt>
                <c:pt idx="5721">
                  <c:v>45723</c:v>
                </c:pt>
                <c:pt idx="5722">
                  <c:v>45726</c:v>
                </c:pt>
                <c:pt idx="5723">
                  <c:v>45727</c:v>
                </c:pt>
                <c:pt idx="5724">
                  <c:v>45728</c:v>
                </c:pt>
                <c:pt idx="5725">
                  <c:v>45729</c:v>
                </c:pt>
                <c:pt idx="5726">
                  <c:v>45730</c:v>
                </c:pt>
                <c:pt idx="5727">
                  <c:v>45733</c:v>
                </c:pt>
                <c:pt idx="5728">
                  <c:v>45734</c:v>
                </c:pt>
                <c:pt idx="5729">
                  <c:v>45735</c:v>
                </c:pt>
                <c:pt idx="5730">
                  <c:v>45736</c:v>
                </c:pt>
                <c:pt idx="5731">
                  <c:v>45737</c:v>
                </c:pt>
                <c:pt idx="5732">
                  <c:v>45740</c:v>
                </c:pt>
                <c:pt idx="5733">
                  <c:v>45741</c:v>
                </c:pt>
                <c:pt idx="5734">
                  <c:v>45742</c:v>
                </c:pt>
                <c:pt idx="5735">
                  <c:v>45743</c:v>
                </c:pt>
                <c:pt idx="5736">
                  <c:v>45744</c:v>
                </c:pt>
                <c:pt idx="5737">
                  <c:v>45747</c:v>
                </c:pt>
                <c:pt idx="5738">
                  <c:v>45748</c:v>
                </c:pt>
                <c:pt idx="5739">
                  <c:v>45749</c:v>
                </c:pt>
                <c:pt idx="5740">
                  <c:v>45750</c:v>
                </c:pt>
                <c:pt idx="5741">
                  <c:v>45751</c:v>
                </c:pt>
                <c:pt idx="5742">
                  <c:v>45754</c:v>
                </c:pt>
                <c:pt idx="5743">
                  <c:v>45755</c:v>
                </c:pt>
                <c:pt idx="5744">
                  <c:v>45756</c:v>
                </c:pt>
                <c:pt idx="5745">
                  <c:v>45757</c:v>
                </c:pt>
                <c:pt idx="5746">
                  <c:v>45758</c:v>
                </c:pt>
                <c:pt idx="5747">
                  <c:v>45761</c:v>
                </c:pt>
                <c:pt idx="5748">
                  <c:v>45762</c:v>
                </c:pt>
                <c:pt idx="5749">
                  <c:v>45763</c:v>
                </c:pt>
                <c:pt idx="5750">
                  <c:v>45764</c:v>
                </c:pt>
                <c:pt idx="5751">
                  <c:v>45769</c:v>
                </c:pt>
                <c:pt idx="5752">
                  <c:v>45770</c:v>
                </c:pt>
                <c:pt idx="5753">
                  <c:v>45771</c:v>
                </c:pt>
                <c:pt idx="5754">
                  <c:v>45772</c:v>
                </c:pt>
                <c:pt idx="5755">
                  <c:v>45775</c:v>
                </c:pt>
                <c:pt idx="5756">
                  <c:v>45776</c:v>
                </c:pt>
                <c:pt idx="5757">
                  <c:v>45777</c:v>
                </c:pt>
                <c:pt idx="5758">
                  <c:v>45779</c:v>
                </c:pt>
                <c:pt idx="5759">
                  <c:v>45782</c:v>
                </c:pt>
                <c:pt idx="5760">
                  <c:v>45783</c:v>
                </c:pt>
                <c:pt idx="5761">
                  <c:v>45784</c:v>
                </c:pt>
                <c:pt idx="5762">
                  <c:v>45785</c:v>
                </c:pt>
                <c:pt idx="5763">
                  <c:v>45786</c:v>
                </c:pt>
                <c:pt idx="5764">
                  <c:v>45789</c:v>
                </c:pt>
                <c:pt idx="5765">
                  <c:v>45790</c:v>
                </c:pt>
                <c:pt idx="5766">
                  <c:v>45791</c:v>
                </c:pt>
                <c:pt idx="5767">
                  <c:v>45792</c:v>
                </c:pt>
                <c:pt idx="5768">
                  <c:v>45793</c:v>
                </c:pt>
                <c:pt idx="5769">
                  <c:v>45796</c:v>
                </c:pt>
                <c:pt idx="5770">
                  <c:v>45797</c:v>
                </c:pt>
                <c:pt idx="5771">
                  <c:v>45798</c:v>
                </c:pt>
                <c:pt idx="5772">
                  <c:v>45799</c:v>
                </c:pt>
                <c:pt idx="5773">
                  <c:v>45800</c:v>
                </c:pt>
                <c:pt idx="5774">
                  <c:v>45803</c:v>
                </c:pt>
                <c:pt idx="5775">
                  <c:v>45804</c:v>
                </c:pt>
                <c:pt idx="5776">
                  <c:v>45805</c:v>
                </c:pt>
                <c:pt idx="5777">
                  <c:v>45806</c:v>
                </c:pt>
                <c:pt idx="5778">
                  <c:v>45807</c:v>
                </c:pt>
                <c:pt idx="5779">
                  <c:v>45810</c:v>
                </c:pt>
                <c:pt idx="5780">
                  <c:v>45811</c:v>
                </c:pt>
                <c:pt idx="5781">
                  <c:v>45812</c:v>
                </c:pt>
                <c:pt idx="5782">
                  <c:v>45813</c:v>
                </c:pt>
                <c:pt idx="5783">
                  <c:v>45814</c:v>
                </c:pt>
                <c:pt idx="5784">
                  <c:v>45817</c:v>
                </c:pt>
                <c:pt idx="5785">
                  <c:v>45818</c:v>
                </c:pt>
                <c:pt idx="5786">
                  <c:v>45819</c:v>
                </c:pt>
                <c:pt idx="5787">
                  <c:v>45820</c:v>
                </c:pt>
                <c:pt idx="5788">
                  <c:v>45821</c:v>
                </c:pt>
                <c:pt idx="5789">
                  <c:v>45824</c:v>
                </c:pt>
                <c:pt idx="5790">
                  <c:v>45825</c:v>
                </c:pt>
                <c:pt idx="5791">
                  <c:v>45826</c:v>
                </c:pt>
                <c:pt idx="5792">
                  <c:v>45828</c:v>
                </c:pt>
                <c:pt idx="5793">
                  <c:v>45831</c:v>
                </c:pt>
                <c:pt idx="5794">
                  <c:v>45832</c:v>
                </c:pt>
                <c:pt idx="5795">
                  <c:v>45833</c:v>
                </c:pt>
                <c:pt idx="5796">
                  <c:v>45834</c:v>
                </c:pt>
                <c:pt idx="5797">
                  <c:v>45835</c:v>
                </c:pt>
                <c:pt idx="5798">
                  <c:v>45838</c:v>
                </c:pt>
                <c:pt idx="5799">
                  <c:v>45839</c:v>
                </c:pt>
                <c:pt idx="5800">
                  <c:v>45840</c:v>
                </c:pt>
                <c:pt idx="5801">
                  <c:v>45841</c:v>
                </c:pt>
                <c:pt idx="5802">
                  <c:v>45842</c:v>
                </c:pt>
                <c:pt idx="5803">
                  <c:v>45845</c:v>
                </c:pt>
                <c:pt idx="5804">
                  <c:v>45846</c:v>
                </c:pt>
                <c:pt idx="5805">
                  <c:v>45847</c:v>
                </c:pt>
                <c:pt idx="5806">
                  <c:v>45848</c:v>
                </c:pt>
                <c:pt idx="5807">
                  <c:v>45849</c:v>
                </c:pt>
                <c:pt idx="5808">
                  <c:v>45852</c:v>
                </c:pt>
                <c:pt idx="5809">
                  <c:v>45853</c:v>
                </c:pt>
                <c:pt idx="5810">
                  <c:v>45854</c:v>
                </c:pt>
                <c:pt idx="5811">
                  <c:v>45855</c:v>
                </c:pt>
                <c:pt idx="5812">
                  <c:v>45856</c:v>
                </c:pt>
                <c:pt idx="5813">
                  <c:v>45859</c:v>
                </c:pt>
                <c:pt idx="5814">
                  <c:v>45860</c:v>
                </c:pt>
                <c:pt idx="5815">
                  <c:v>45861</c:v>
                </c:pt>
                <c:pt idx="5816">
                  <c:v>45862</c:v>
                </c:pt>
                <c:pt idx="5817">
                  <c:v>45863</c:v>
                </c:pt>
                <c:pt idx="5818">
                  <c:v>45866</c:v>
                </c:pt>
                <c:pt idx="5819">
                  <c:v>45867</c:v>
                </c:pt>
                <c:pt idx="5820">
                  <c:v>45868</c:v>
                </c:pt>
                <c:pt idx="5821">
                  <c:v>45869</c:v>
                </c:pt>
                <c:pt idx="5822">
                  <c:v>45870</c:v>
                </c:pt>
                <c:pt idx="5823">
                  <c:v>45873</c:v>
                </c:pt>
                <c:pt idx="5824">
                  <c:v>45874</c:v>
                </c:pt>
                <c:pt idx="5825">
                  <c:v>45875</c:v>
                </c:pt>
                <c:pt idx="5826">
                  <c:v>45876</c:v>
                </c:pt>
                <c:pt idx="5827">
                  <c:v>45877</c:v>
                </c:pt>
                <c:pt idx="5828">
                  <c:v>45880</c:v>
                </c:pt>
                <c:pt idx="5829">
                  <c:v>45881</c:v>
                </c:pt>
                <c:pt idx="5830">
                  <c:v>45882</c:v>
                </c:pt>
                <c:pt idx="5831">
                  <c:v>45883</c:v>
                </c:pt>
                <c:pt idx="5832">
                  <c:v>45884</c:v>
                </c:pt>
                <c:pt idx="5833">
                  <c:v>45887</c:v>
                </c:pt>
                <c:pt idx="5834">
                  <c:v>45888</c:v>
                </c:pt>
                <c:pt idx="5835">
                  <c:v>45889</c:v>
                </c:pt>
                <c:pt idx="5836">
                  <c:v>45890</c:v>
                </c:pt>
                <c:pt idx="5837">
                  <c:v>45891</c:v>
                </c:pt>
                <c:pt idx="5838">
                  <c:v>45894</c:v>
                </c:pt>
                <c:pt idx="5839">
                  <c:v>45895</c:v>
                </c:pt>
                <c:pt idx="5840">
                  <c:v>45896</c:v>
                </c:pt>
                <c:pt idx="5841">
                  <c:v>45897</c:v>
                </c:pt>
                <c:pt idx="5842">
                  <c:v>45898</c:v>
                </c:pt>
                <c:pt idx="5843">
                  <c:v>45901</c:v>
                </c:pt>
                <c:pt idx="5844">
                  <c:v>45902</c:v>
                </c:pt>
                <c:pt idx="5845">
                  <c:v>45903</c:v>
                </c:pt>
                <c:pt idx="5846">
                  <c:v>45904</c:v>
                </c:pt>
                <c:pt idx="5847">
                  <c:v>45905</c:v>
                </c:pt>
                <c:pt idx="5848">
                  <c:v>45908</c:v>
                </c:pt>
                <c:pt idx="5849">
                  <c:v>45909</c:v>
                </c:pt>
                <c:pt idx="5850">
                  <c:v>45910</c:v>
                </c:pt>
                <c:pt idx="5851">
                  <c:v>45911</c:v>
                </c:pt>
                <c:pt idx="5852">
                  <c:v>45912</c:v>
                </c:pt>
                <c:pt idx="5853">
                  <c:v>45915</c:v>
                </c:pt>
                <c:pt idx="5854">
                  <c:v>45916</c:v>
                </c:pt>
                <c:pt idx="5855">
                  <c:v>45917</c:v>
                </c:pt>
                <c:pt idx="5856">
                  <c:v>45918</c:v>
                </c:pt>
                <c:pt idx="5857">
                  <c:v>45919</c:v>
                </c:pt>
                <c:pt idx="5858">
                  <c:v>45922</c:v>
                </c:pt>
                <c:pt idx="5859">
                  <c:v>45923</c:v>
                </c:pt>
                <c:pt idx="5860">
                  <c:v>45924</c:v>
                </c:pt>
                <c:pt idx="5861">
                  <c:v>45925</c:v>
                </c:pt>
                <c:pt idx="5862">
                  <c:v>45926</c:v>
                </c:pt>
                <c:pt idx="5863">
                  <c:v>45929</c:v>
                </c:pt>
                <c:pt idx="5864">
                  <c:v>45930</c:v>
                </c:pt>
                <c:pt idx="5865">
                  <c:v>45931</c:v>
                </c:pt>
                <c:pt idx="5866">
                  <c:v>45932</c:v>
                </c:pt>
                <c:pt idx="5867">
                  <c:v>45933</c:v>
                </c:pt>
                <c:pt idx="5868">
                  <c:v>45936</c:v>
                </c:pt>
                <c:pt idx="5869">
                  <c:v>45937</c:v>
                </c:pt>
                <c:pt idx="5870">
                  <c:v>45938</c:v>
                </c:pt>
                <c:pt idx="5871">
                  <c:v>45939</c:v>
                </c:pt>
                <c:pt idx="5872">
                  <c:v>45940</c:v>
                </c:pt>
                <c:pt idx="5873">
                  <c:v>45943</c:v>
                </c:pt>
                <c:pt idx="5874">
                  <c:v>45944</c:v>
                </c:pt>
                <c:pt idx="5875">
                  <c:v>45945</c:v>
                </c:pt>
                <c:pt idx="5876">
                  <c:v>45946</c:v>
                </c:pt>
                <c:pt idx="5877">
                  <c:v>45947</c:v>
                </c:pt>
                <c:pt idx="5878">
                  <c:v>45950</c:v>
                </c:pt>
                <c:pt idx="5879">
                  <c:v>45951</c:v>
                </c:pt>
                <c:pt idx="5880">
                  <c:v>45952</c:v>
                </c:pt>
                <c:pt idx="5881">
                  <c:v>45953</c:v>
                </c:pt>
                <c:pt idx="5882">
                  <c:v>45954</c:v>
                </c:pt>
                <c:pt idx="5883">
                  <c:v>45957</c:v>
                </c:pt>
                <c:pt idx="5884">
                  <c:v>45958</c:v>
                </c:pt>
                <c:pt idx="5885">
                  <c:v>45959</c:v>
                </c:pt>
                <c:pt idx="5886">
                  <c:v>45960</c:v>
                </c:pt>
                <c:pt idx="5887">
                  <c:v>45961</c:v>
                </c:pt>
                <c:pt idx="5888">
                  <c:v>45964</c:v>
                </c:pt>
                <c:pt idx="5889">
                  <c:v>45965</c:v>
                </c:pt>
                <c:pt idx="5890">
                  <c:v>45966</c:v>
                </c:pt>
                <c:pt idx="5891">
                  <c:v>45967</c:v>
                </c:pt>
                <c:pt idx="5892">
                  <c:v>45968</c:v>
                </c:pt>
                <c:pt idx="5893">
                  <c:v>45971</c:v>
                </c:pt>
                <c:pt idx="5894">
                  <c:v>45972</c:v>
                </c:pt>
                <c:pt idx="5895">
                  <c:v>45973</c:v>
                </c:pt>
                <c:pt idx="5896">
                  <c:v>45974</c:v>
                </c:pt>
                <c:pt idx="5897">
                  <c:v>45975</c:v>
                </c:pt>
                <c:pt idx="5898">
                  <c:v>45978</c:v>
                </c:pt>
                <c:pt idx="5899">
                  <c:v>45979</c:v>
                </c:pt>
                <c:pt idx="5900">
                  <c:v>45980</c:v>
                </c:pt>
                <c:pt idx="5901">
                  <c:v>45982</c:v>
                </c:pt>
                <c:pt idx="5902">
                  <c:v>45985</c:v>
                </c:pt>
                <c:pt idx="5903">
                  <c:v>45986</c:v>
                </c:pt>
                <c:pt idx="5904">
                  <c:v>45987</c:v>
                </c:pt>
                <c:pt idx="5905">
                  <c:v>45988</c:v>
                </c:pt>
                <c:pt idx="5906">
                  <c:v>45989</c:v>
                </c:pt>
                <c:pt idx="5907">
                  <c:v>45992</c:v>
                </c:pt>
                <c:pt idx="5908">
                  <c:v>45993</c:v>
                </c:pt>
                <c:pt idx="5909">
                  <c:v>45994</c:v>
                </c:pt>
                <c:pt idx="5910">
                  <c:v>45995</c:v>
                </c:pt>
                <c:pt idx="5911">
                  <c:v>45996</c:v>
                </c:pt>
                <c:pt idx="5912">
                  <c:v>45999</c:v>
                </c:pt>
                <c:pt idx="5913">
                  <c:v>46000</c:v>
                </c:pt>
                <c:pt idx="5914">
                  <c:v>46001</c:v>
                </c:pt>
                <c:pt idx="5915">
                  <c:v>46002</c:v>
                </c:pt>
                <c:pt idx="5916">
                  <c:v>46003</c:v>
                </c:pt>
                <c:pt idx="5917">
                  <c:v>46006</c:v>
                </c:pt>
                <c:pt idx="5918">
                  <c:v>46007</c:v>
                </c:pt>
                <c:pt idx="5919">
                  <c:v>46008</c:v>
                </c:pt>
                <c:pt idx="5920">
                  <c:v>46009</c:v>
                </c:pt>
                <c:pt idx="5921">
                  <c:v>46010</c:v>
                </c:pt>
                <c:pt idx="5922">
                  <c:v>46013</c:v>
                </c:pt>
                <c:pt idx="5923">
                  <c:v>46014</c:v>
                </c:pt>
                <c:pt idx="5924">
                  <c:v>46017</c:v>
                </c:pt>
                <c:pt idx="5925">
                  <c:v>46020</c:v>
                </c:pt>
                <c:pt idx="5926">
                  <c:v>46021</c:v>
                </c:pt>
                <c:pt idx="5927">
                  <c:v>46024</c:v>
                </c:pt>
                <c:pt idx="5928">
                  <c:v>46027</c:v>
                </c:pt>
                <c:pt idx="5929">
                  <c:v>46028</c:v>
                </c:pt>
                <c:pt idx="5930">
                  <c:v>46029</c:v>
                </c:pt>
                <c:pt idx="5931">
                  <c:v>46030</c:v>
                </c:pt>
                <c:pt idx="5932">
                  <c:v>46031</c:v>
                </c:pt>
                <c:pt idx="5933">
                  <c:v>46034</c:v>
                </c:pt>
                <c:pt idx="5934">
                  <c:v>46035</c:v>
                </c:pt>
                <c:pt idx="5935">
                  <c:v>46036</c:v>
                </c:pt>
                <c:pt idx="5936">
                  <c:v>46037</c:v>
                </c:pt>
                <c:pt idx="5937">
                  <c:v>46038</c:v>
                </c:pt>
                <c:pt idx="5938">
                  <c:v>46041</c:v>
                </c:pt>
                <c:pt idx="5939">
                  <c:v>46042</c:v>
                </c:pt>
                <c:pt idx="5940">
                  <c:v>46043</c:v>
                </c:pt>
                <c:pt idx="5941">
                  <c:v>46044</c:v>
                </c:pt>
                <c:pt idx="5942">
                  <c:v>46045</c:v>
                </c:pt>
                <c:pt idx="5943">
                  <c:v>46048</c:v>
                </c:pt>
                <c:pt idx="5944">
                  <c:v>46049</c:v>
                </c:pt>
                <c:pt idx="5945">
                  <c:v>46050</c:v>
                </c:pt>
                <c:pt idx="5946">
                  <c:v>46051</c:v>
                </c:pt>
                <c:pt idx="5947">
                  <c:v>46052</c:v>
                </c:pt>
                <c:pt idx="5948">
                  <c:v>46055</c:v>
                </c:pt>
                <c:pt idx="5949">
                  <c:v>46056</c:v>
                </c:pt>
                <c:pt idx="5950">
                  <c:v>46057</c:v>
                </c:pt>
                <c:pt idx="5951">
                  <c:v>46058</c:v>
                </c:pt>
                <c:pt idx="5952">
                  <c:v>46059</c:v>
                </c:pt>
                <c:pt idx="5953">
                  <c:v>46062</c:v>
                </c:pt>
                <c:pt idx="5954">
                  <c:v>46063</c:v>
                </c:pt>
                <c:pt idx="5955">
                  <c:v>46064</c:v>
                </c:pt>
                <c:pt idx="5956">
                  <c:v>46065</c:v>
                </c:pt>
                <c:pt idx="5957">
                  <c:v>46066</c:v>
                </c:pt>
                <c:pt idx="5958">
                  <c:v>46071</c:v>
                </c:pt>
                <c:pt idx="5959">
                  <c:v>46072</c:v>
                </c:pt>
                <c:pt idx="5960">
                  <c:v>46073</c:v>
                </c:pt>
                <c:pt idx="5961">
                  <c:v>46076</c:v>
                </c:pt>
                <c:pt idx="5962">
                  <c:v>46077</c:v>
                </c:pt>
                <c:pt idx="5963">
                  <c:v>46078</c:v>
                </c:pt>
                <c:pt idx="5964">
                  <c:v>46079</c:v>
                </c:pt>
                <c:pt idx="5965">
                  <c:v>46080</c:v>
                </c:pt>
                <c:pt idx="5966">
                  <c:v>46083</c:v>
                </c:pt>
                <c:pt idx="5967">
                  <c:v>46084</c:v>
                </c:pt>
                <c:pt idx="5968">
                  <c:v>46085</c:v>
                </c:pt>
                <c:pt idx="5969">
                  <c:v>46086</c:v>
                </c:pt>
                <c:pt idx="5970">
                  <c:v>46087</c:v>
                </c:pt>
                <c:pt idx="5971">
                  <c:v>46090</c:v>
                </c:pt>
                <c:pt idx="5972">
                  <c:v>46091</c:v>
                </c:pt>
                <c:pt idx="5973">
                  <c:v>46092</c:v>
                </c:pt>
                <c:pt idx="5974">
                  <c:v>46093</c:v>
                </c:pt>
                <c:pt idx="5975">
                  <c:v>46094</c:v>
                </c:pt>
                <c:pt idx="5976">
                  <c:v>46097</c:v>
                </c:pt>
                <c:pt idx="5977">
                  <c:v>46098</c:v>
                </c:pt>
                <c:pt idx="5978">
                  <c:v>46099</c:v>
                </c:pt>
                <c:pt idx="5979">
                  <c:v>46100</c:v>
                </c:pt>
                <c:pt idx="5980">
                  <c:v>46101</c:v>
                </c:pt>
                <c:pt idx="5981">
                  <c:v>46104</c:v>
                </c:pt>
                <c:pt idx="5982">
                  <c:v>46105</c:v>
                </c:pt>
                <c:pt idx="5983">
                  <c:v>46106</c:v>
                </c:pt>
                <c:pt idx="5984">
                  <c:v>46107</c:v>
                </c:pt>
                <c:pt idx="5985">
                  <c:v>46108</c:v>
                </c:pt>
                <c:pt idx="5986">
                  <c:v>46111</c:v>
                </c:pt>
                <c:pt idx="5987">
                  <c:v>46112</c:v>
                </c:pt>
                <c:pt idx="5988">
                  <c:v>46113</c:v>
                </c:pt>
                <c:pt idx="5989">
                  <c:v>46114</c:v>
                </c:pt>
                <c:pt idx="5990">
                  <c:v>46118</c:v>
                </c:pt>
                <c:pt idx="5991">
                  <c:v>46119</c:v>
                </c:pt>
                <c:pt idx="5992">
                  <c:v>46120</c:v>
                </c:pt>
                <c:pt idx="5993">
                  <c:v>46121</c:v>
                </c:pt>
                <c:pt idx="5994">
                  <c:v>46122</c:v>
                </c:pt>
                <c:pt idx="5995">
                  <c:v>46125</c:v>
                </c:pt>
                <c:pt idx="5996">
                  <c:v>46126</c:v>
                </c:pt>
                <c:pt idx="5997">
                  <c:v>46127</c:v>
                </c:pt>
                <c:pt idx="5998">
                  <c:v>46128</c:v>
                </c:pt>
                <c:pt idx="5999">
                  <c:v>46129</c:v>
                </c:pt>
                <c:pt idx="6000">
                  <c:v>46132</c:v>
                </c:pt>
                <c:pt idx="6001">
                  <c:v>46134</c:v>
                </c:pt>
                <c:pt idx="6002">
                  <c:v>46135</c:v>
                </c:pt>
                <c:pt idx="6003">
                  <c:v>46136</c:v>
                </c:pt>
                <c:pt idx="6004">
                  <c:v>46139</c:v>
                </c:pt>
                <c:pt idx="6005">
                  <c:v>46140</c:v>
                </c:pt>
                <c:pt idx="6006">
                  <c:v>46141</c:v>
                </c:pt>
                <c:pt idx="6007">
                  <c:v>46142</c:v>
                </c:pt>
                <c:pt idx="6008">
                  <c:v>46146</c:v>
                </c:pt>
                <c:pt idx="6009">
                  <c:v>46147</c:v>
                </c:pt>
                <c:pt idx="6010">
                  <c:v>46148</c:v>
                </c:pt>
                <c:pt idx="6011">
                  <c:v>46149</c:v>
                </c:pt>
                <c:pt idx="6012">
                  <c:v>46150</c:v>
                </c:pt>
                <c:pt idx="6013">
                  <c:v>46153</c:v>
                </c:pt>
                <c:pt idx="6014">
                  <c:v>46154</c:v>
                </c:pt>
                <c:pt idx="6015">
                  <c:v>46155</c:v>
                </c:pt>
                <c:pt idx="6016">
                  <c:v>46156</c:v>
                </c:pt>
                <c:pt idx="6017">
                  <c:v>46157</c:v>
                </c:pt>
                <c:pt idx="6018">
                  <c:v>46160</c:v>
                </c:pt>
                <c:pt idx="6019">
                  <c:v>46161</c:v>
                </c:pt>
                <c:pt idx="6020">
                  <c:v>46162</c:v>
                </c:pt>
                <c:pt idx="6021">
                  <c:v>46163</c:v>
                </c:pt>
                <c:pt idx="6022">
                  <c:v>46164</c:v>
                </c:pt>
                <c:pt idx="6023">
                  <c:v>46167</c:v>
                </c:pt>
                <c:pt idx="6024">
                  <c:v>46168</c:v>
                </c:pt>
                <c:pt idx="6025">
                  <c:v>46169</c:v>
                </c:pt>
                <c:pt idx="6026">
                  <c:v>46170</c:v>
                </c:pt>
                <c:pt idx="6027">
                  <c:v>46171</c:v>
                </c:pt>
                <c:pt idx="6028">
                  <c:v>46174</c:v>
                </c:pt>
                <c:pt idx="6029">
                  <c:v>46175</c:v>
                </c:pt>
                <c:pt idx="6030">
                  <c:v>46176</c:v>
                </c:pt>
                <c:pt idx="6031">
                  <c:v>46178</c:v>
                </c:pt>
                <c:pt idx="6032">
                  <c:v>46181</c:v>
                </c:pt>
                <c:pt idx="6033">
                  <c:v>46182</c:v>
                </c:pt>
                <c:pt idx="6034">
                  <c:v>46183</c:v>
                </c:pt>
                <c:pt idx="6035">
                  <c:v>46184</c:v>
                </c:pt>
                <c:pt idx="6036">
                  <c:v>46185</c:v>
                </c:pt>
                <c:pt idx="6037">
                  <c:v>46188</c:v>
                </c:pt>
                <c:pt idx="6038">
                  <c:v>46189</c:v>
                </c:pt>
                <c:pt idx="6039">
                  <c:v>46190</c:v>
                </c:pt>
                <c:pt idx="6040">
                  <c:v>46191</c:v>
                </c:pt>
                <c:pt idx="6041">
                  <c:v>46192</c:v>
                </c:pt>
                <c:pt idx="6042">
                  <c:v>46195</c:v>
                </c:pt>
                <c:pt idx="6043">
                  <c:v>46196</c:v>
                </c:pt>
                <c:pt idx="6044">
                  <c:v>46197</c:v>
                </c:pt>
                <c:pt idx="6045">
                  <c:v>46198</c:v>
                </c:pt>
                <c:pt idx="6046">
                  <c:v>46199</c:v>
                </c:pt>
                <c:pt idx="6047">
                  <c:v>46202</c:v>
                </c:pt>
                <c:pt idx="6048">
                  <c:v>46203</c:v>
                </c:pt>
                <c:pt idx="6049">
                  <c:v>46204</c:v>
                </c:pt>
                <c:pt idx="6050">
                  <c:v>46205</c:v>
                </c:pt>
                <c:pt idx="6051">
                  <c:v>46206</c:v>
                </c:pt>
                <c:pt idx="6052">
                  <c:v>46209</c:v>
                </c:pt>
                <c:pt idx="6053">
                  <c:v>46210</c:v>
                </c:pt>
                <c:pt idx="6054">
                  <c:v>46211</c:v>
                </c:pt>
                <c:pt idx="6055">
                  <c:v>46212</c:v>
                </c:pt>
                <c:pt idx="6056">
                  <c:v>46213</c:v>
                </c:pt>
                <c:pt idx="6057">
                  <c:v>46216</c:v>
                </c:pt>
                <c:pt idx="6058">
                  <c:v>46217</c:v>
                </c:pt>
                <c:pt idx="6059">
                  <c:v>46218</c:v>
                </c:pt>
                <c:pt idx="6060">
                  <c:v>46219</c:v>
                </c:pt>
                <c:pt idx="6061">
                  <c:v>46220</c:v>
                </c:pt>
                <c:pt idx="6062">
                  <c:v>46223</c:v>
                </c:pt>
                <c:pt idx="6063">
                  <c:v>46224</c:v>
                </c:pt>
                <c:pt idx="6064">
                  <c:v>46225</c:v>
                </c:pt>
                <c:pt idx="6065">
                  <c:v>46226</c:v>
                </c:pt>
                <c:pt idx="6066">
                  <c:v>46227</c:v>
                </c:pt>
                <c:pt idx="6067">
                  <c:v>46230</c:v>
                </c:pt>
                <c:pt idx="6068">
                  <c:v>46231</c:v>
                </c:pt>
                <c:pt idx="6069">
                  <c:v>46232</c:v>
                </c:pt>
                <c:pt idx="6070">
                  <c:v>46233</c:v>
                </c:pt>
                <c:pt idx="6071">
                  <c:v>46234</c:v>
                </c:pt>
                <c:pt idx="6072">
                  <c:v>46237</c:v>
                </c:pt>
                <c:pt idx="6073">
                  <c:v>46238</c:v>
                </c:pt>
                <c:pt idx="6074">
                  <c:v>46239</c:v>
                </c:pt>
                <c:pt idx="6075">
                  <c:v>46240</c:v>
                </c:pt>
                <c:pt idx="6076">
                  <c:v>46241</c:v>
                </c:pt>
                <c:pt idx="6077">
                  <c:v>46244</c:v>
                </c:pt>
                <c:pt idx="6078">
                  <c:v>46245</c:v>
                </c:pt>
                <c:pt idx="6079">
                  <c:v>46246</c:v>
                </c:pt>
                <c:pt idx="6080">
                  <c:v>46247</c:v>
                </c:pt>
                <c:pt idx="6081">
                  <c:v>46248</c:v>
                </c:pt>
                <c:pt idx="6082">
                  <c:v>46251</c:v>
                </c:pt>
                <c:pt idx="6083">
                  <c:v>46252</c:v>
                </c:pt>
                <c:pt idx="6084">
                  <c:v>46253</c:v>
                </c:pt>
                <c:pt idx="6085">
                  <c:v>46254</c:v>
                </c:pt>
                <c:pt idx="6086">
                  <c:v>46255</c:v>
                </c:pt>
                <c:pt idx="6087">
                  <c:v>46258</c:v>
                </c:pt>
                <c:pt idx="6088">
                  <c:v>46259</c:v>
                </c:pt>
                <c:pt idx="6089">
                  <c:v>46260</c:v>
                </c:pt>
                <c:pt idx="6090">
                  <c:v>46261</c:v>
                </c:pt>
                <c:pt idx="6091">
                  <c:v>46262</c:v>
                </c:pt>
                <c:pt idx="6092">
                  <c:v>46265</c:v>
                </c:pt>
                <c:pt idx="6093">
                  <c:v>46266</c:v>
                </c:pt>
                <c:pt idx="6094">
                  <c:v>46267</c:v>
                </c:pt>
                <c:pt idx="6095">
                  <c:v>46268</c:v>
                </c:pt>
                <c:pt idx="6096">
                  <c:v>46269</c:v>
                </c:pt>
                <c:pt idx="6097">
                  <c:v>46273</c:v>
                </c:pt>
                <c:pt idx="6098">
                  <c:v>46274</c:v>
                </c:pt>
                <c:pt idx="6099">
                  <c:v>46275</c:v>
                </c:pt>
                <c:pt idx="6100">
                  <c:v>46276</c:v>
                </c:pt>
                <c:pt idx="6101">
                  <c:v>46279</c:v>
                </c:pt>
                <c:pt idx="6102">
                  <c:v>46280</c:v>
                </c:pt>
                <c:pt idx="6103">
                  <c:v>46281</c:v>
                </c:pt>
                <c:pt idx="6104">
                  <c:v>46282</c:v>
                </c:pt>
                <c:pt idx="6105">
                  <c:v>46283</c:v>
                </c:pt>
                <c:pt idx="6106">
                  <c:v>46286</c:v>
                </c:pt>
                <c:pt idx="6107">
                  <c:v>46287</c:v>
                </c:pt>
                <c:pt idx="6108">
                  <c:v>46288</c:v>
                </c:pt>
                <c:pt idx="6109">
                  <c:v>46289</c:v>
                </c:pt>
                <c:pt idx="6110">
                  <c:v>46290</c:v>
                </c:pt>
                <c:pt idx="6111">
                  <c:v>46293</c:v>
                </c:pt>
                <c:pt idx="6112">
                  <c:v>46294</c:v>
                </c:pt>
                <c:pt idx="6113">
                  <c:v>46295</c:v>
                </c:pt>
                <c:pt idx="6114">
                  <c:v>46296</c:v>
                </c:pt>
                <c:pt idx="6115">
                  <c:v>46297</c:v>
                </c:pt>
                <c:pt idx="6116">
                  <c:v>46300</c:v>
                </c:pt>
                <c:pt idx="6117">
                  <c:v>46301</c:v>
                </c:pt>
                <c:pt idx="6118">
                  <c:v>46302</c:v>
                </c:pt>
                <c:pt idx="6119">
                  <c:v>46303</c:v>
                </c:pt>
                <c:pt idx="6120">
                  <c:v>46304</c:v>
                </c:pt>
                <c:pt idx="6121">
                  <c:v>46308</c:v>
                </c:pt>
                <c:pt idx="6122">
                  <c:v>46309</c:v>
                </c:pt>
                <c:pt idx="6123">
                  <c:v>46310</c:v>
                </c:pt>
                <c:pt idx="6124">
                  <c:v>46311</c:v>
                </c:pt>
                <c:pt idx="6125">
                  <c:v>46314</c:v>
                </c:pt>
                <c:pt idx="6126">
                  <c:v>46315</c:v>
                </c:pt>
                <c:pt idx="6127">
                  <c:v>46316</c:v>
                </c:pt>
                <c:pt idx="6128">
                  <c:v>46317</c:v>
                </c:pt>
                <c:pt idx="6129">
                  <c:v>46318</c:v>
                </c:pt>
                <c:pt idx="6130">
                  <c:v>46321</c:v>
                </c:pt>
              </c:numCache>
            </c:numRef>
          </c:cat>
          <c:val>
            <c:numRef>
              <c:f>'L1'!$D$2:$D$6132</c:f>
              <c:numCache>
                <c:formatCode>General</c:formatCode>
                <c:ptCount val="6131"/>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9</c:v>
                </c:pt>
                <c:pt idx="544">
                  <c:v>9</c:v>
                </c:pt>
                <c:pt idx="545">
                  <c:v>9</c:v>
                </c:pt>
                <c:pt idx="546">
                  <c:v>9</c:v>
                </c:pt>
                <c:pt idx="547">
                  <c:v>9</c:v>
                </c:pt>
                <c:pt idx="548">
                  <c:v>9</c:v>
                </c:pt>
                <c:pt idx="549">
                  <c:v>9</c:v>
                </c:pt>
                <c:pt idx="550">
                  <c:v>9</c:v>
                </c:pt>
                <c:pt idx="551">
                  <c:v>9</c:v>
                </c:pt>
                <c:pt idx="552">
                  <c:v>9</c:v>
                </c:pt>
                <c:pt idx="553">
                  <c:v>9</c:v>
                </c:pt>
                <c:pt idx="554">
                  <c:v>9</c:v>
                </c:pt>
                <c:pt idx="555">
                  <c:v>9</c:v>
                </c:pt>
                <c:pt idx="556">
                  <c:v>9</c:v>
                </c:pt>
                <c:pt idx="557">
                  <c:v>9</c:v>
                </c:pt>
                <c:pt idx="558">
                  <c:v>9</c:v>
                </c:pt>
                <c:pt idx="559">
                  <c:v>9</c:v>
                </c:pt>
                <c:pt idx="560">
                  <c:v>9</c:v>
                </c:pt>
                <c:pt idx="561">
                  <c:v>9</c:v>
                </c:pt>
                <c:pt idx="562">
                  <c:v>9</c:v>
                </c:pt>
                <c:pt idx="563">
                  <c:v>9</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9</c:v>
                </c:pt>
                <c:pt idx="1055">
                  <c:v>9</c:v>
                </c:pt>
                <c:pt idx="1056">
                  <c:v>9</c:v>
                </c:pt>
                <c:pt idx="1057">
                  <c:v>9</c:v>
                </c:pt>
                <c:pt idx="1058">
                  <c:v>9</c:v>
                </c:pt>
                <c:pt idx="1059">
                  <c:v>9</c:v>
                </c:pt>
                <c:pt idx="1060">
                  <c:v>9</c:v>
                </c:pt>
                <c:pt idx="1061">
                  <c:v>9</c:v>
                </c:pt>
                <c:pt idx="1062">
                  <c:v>9</c:v>
                </c:pt>
                <c:pt idx="1063">
                  <c:v>9</c:v>
                </c:pt>
                <c:pt idx="1064">
                  <c:v>9</c:v>
                </c:pt>
                <c:pt idx="1065">
                  <c:v>9</c:v>
                </c:pt>
                <c:pt idx="1066">
                  <c:v>9</c:v>
                </c:pt>
                <c:pt idx="1067">
                  <c:v>9</c:v>
                </c:pt>
                <c:pt idx="1068">
                  <c:v>9</c:v>
                </c:pt>
                <c:pt idx="1069">
                  <c:v>9</c:v>
                </c:pt>
                <c:pt idx="1070">
                  <c:v>9</c:v>
                </c:pt>
                <c:pt idx="1071">
                  <c:v>9</c:v>
                </c:pt>
                <c:pt idx="1072">
                  <c:v>9</c:v>
                </c:pt>
                <c:pt idx="1073">
                  <c:v>9</c:v>
                </c:pt>
                <c:pt idx="1074">
                  <c:v>9</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9</c:v>
                </c:pt>
                <c:pt idx="1356">
                  <c:v>9</c:v>
                </c:pt>
                <c:pt idx="1357">
                  <c:v>9</c:v>
                </c:pt>
                <c:pt idx="1358">
                  <c:v>9</c:v>
                </c:pt>
                <c:pt idx="1359">
                  <c:v>9</c:v>
                </c:pt>
                <c:pt idx="1360">
                  <c:v>9</c:v>
                </c:pt>
                <c:pt idx="1361">
                  <c:v>9</c:v>
                </c:pt>
                <c:pt idx="1362">
                  <c:v>9</c:v>
                </c:pt>
                <c:pt idx="1363">
                  <c:v>9</c:v>
                </c:pt>
                <c:pt idx="1364">
                  <c:v>9</c:v>
                </c:pt>
                <c:pt idx="1365">
                  <c:v>9</c:v>
                </c:pt>
                <c:pt idx="1366">
                  <c:v>9</c:v>
                </c:pt>
                <c:pt idx="1367">
                  <c:v>9</c:v>
                </c:pt>
                <c:pt idx="1368">
                  <c:v>9</c:v>
                </c:pt>
                <c:pt idx="1369">
                  <c:v>9</c:v>
                </c:pt>
                <c:pt idx="1370">
                  <c:v>9</c:v>
                </c:pt>
                <c:pt idx="1371">
                  <c:v>9</c:v>
                </c:pt>
                <c:pt idx="1372">
                  <c:v>9</c:v>
                </c:pt>
                <c:pt idx="1373">
                  <c:v>9</c:v>
                </c:pt>
                <c:pt idx="1374">
                  <c:v>9</c:v>
                </c:pt>
                <c:pt idx="1375">
                  <c:v>9</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9</c:v>
                </c:pt>
                <c:pt idx="1503">
                  <c:v>9</c:v>
                </c:pt>
                <c:pt idx="1504">
                  <c:v>9</c:v>
                </c:pt>
                <c:pt idx="1505">
                  <c:v>9</c:v>
                </c:pt>
                <c:pt idx="1506">
                  <c:v>9</c:v>
                </c:pt>
                <c:pt idx="1507">
                  <c:v>9</c:v>
                </c:pt>
                <c:pt idx="1508">
                  <c:v>9</c:v>
                </c:pt>
                <c:pt idx="1509">
                  <c:v>9</c:v>
                </c:pt>
                <c:pt idx="1510">
                  <c:v>9</c:v>
                </c:pt>
                <c:pt idx="1511">
                  <c:v>9</c:v>
                </c:pt>
                <c:pt idx="1512">
                  <c:v>9</c:v>
                </c:pt>
                <c:pt idx="1513">
                  <c:v>9</c:v>
                </c:pt>
                <c:pt idx="1514">
                  <c:v>9</c:v>
                </c:pt>
                <c:pt idx="1515">
                  <c:v>9</c:v>
                </c:pt>
                <c:pt idx="1516">
                  <c:v>9</c:v>
                </c:pt>
                <c:pt idx="1517">
                  <c:v>9</c:v>
                </c:pt>
                <c:pt idx="1518">
                  <c:v>9</c:v>
                </c:pt>
                <c:pt idx="1519">
                  <c:v>9</c:v>
                </c:pt>
                <c:pt idx="1520">
                  <c:v>9</c:v>
                </c:pt>
                <c:pt idx="1521">
                  <c:v>9</c:v>
                </c:pt>
                <c:pt idx="1522">
                  <c:v>9</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9</c:v>
                </c:pt>
                <c:pt idx="1650">
                  <c:v>9</c:v>
                </c:pt>
                <c:pt idx="1651">
                  <c:v>9</c:v>
                </c:pt>
                <c:pt idx="1652">
                  <c:v>9</c:v>
                </c:pt>
                <c:pt idx="1653">
                  <c:v>9</c:v>
                </c:pt>
                <c:pt idx="1654">
                  <c:v>9</c:v>
                </c:pt>
                <c:pt idx="1655">
                  <c:v>9</c:v>
                </c:pt>
                <c:pt idx="1656">
                  <c:v>9</c:v>
                </c:pt>
                <c:pt idx="1657">
                  <c:v>9</c:v>
                </c:pt>
                <c:pt idx="1658">
                  <c:v>9</c:v>
                </c:pt>
                <c:pt idx="1659">
                  <c:v>9</c:v>
                </c:pt>
                <c:pt idx="1660">
                  <c:v>9</c:v>
                </c:pt>
                <c:pt idx="1661">
                  <c:v>9</c:v>
                </c:pt>
                <c:pt idx="1662">
                  <c:v>9</c:v>
                </c:pt>
                <c:pt idx="1663">
                  <c:v>9</c:v>
                </c:pt>
                <c:pt idx="1664">
                  <c:v>9</c:v>
                </c:pt>
                <c:pt idx="1665">
                  <c:v>9</c:v>
                </c:pt>
                <c:pt idx="1666">
                  <c:v>9</c:v>
                </c:pt>
                <c:pt idx="1667">
                  <c:v>9</c:v>
                </c:pt>
                <c:pt idx="1668">
                  <c:v>9</c:v>
                </c:pt>
                <c:pt idx="1669">
                  <c:v>9</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9</c:v>
                </c:pt>
                <c:pt idx="2542">
                  <c:v>9</c:v>
                </c:pt>
                <c:pt idx="2543">
                  <c:v>9</c:v>
                </c:pt>
                <c:pt idx="2544">
                  <c:v>9</c:v>
                </c:pt>
                <c:pt idx="2545">
                  <c:v>9</c:v>
                </c:pt>
                <c:pt idx="2546">
                  <c:v>9</c:v>
                </c:pt>
                <c:pt idx="2547">
                  <c:v>9</c:v>
                </c:pt>
                <c:pt idx="2548">
                  <c:v>9</c:v>
                </c:pt>
                <c:pt idx="2549">
                  <c:v>9</c:v>
                </c:pt>
                <c:pt idx="2550">
                  <c:v>9</c:v>
                </c:pt>
                <c:pt idx="2551">
                  <c:v>9</c:v>
                </c:pt>
                <c:pt idx="2552">
                  <c:v>9</c:v>
                </c:pt>
                <c:pt idx="2553">
                  <c:v>9</c:v>
                </c:pt>
                <c:pt idx="2554">
                  <c:v>9</c:v>
                </c:pt>
                <c:pt idx="2555">
                  <c:v>9</c:v>
                </c:pt>
                <c:pt idx="2556">
                  <c:v>9</c:v>
                </c:pt>
                <c:pt idx="2557">
                  <c:v>9</c:v>
                </c:pt>
                <c:pt idx="2558">
                  <c:v>9</c:v>
                </c:pt>
                <c:pt idx="2559">
                  <c:v>9</c:v>
                </c:pt>
                <c:pt idx="2560">
                  <c:v>9</c:v>
                </c:pt>
                <c:pt idx="2561">
                  <c:v>9</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9</c:v>
                </c:pt>
                <c:pt idx="2798">
                  <c:v>9</c:v>
                </c:pt>
                <c:pt idx="2799">
                  <c:v>9</c:v>
                </c:pt>
                <c:pt idx="2800">
                  <c:v>9</c:v>
                </c:pt>
                <c:pt idx="2801">
                  <c:v>9</c:v>
                </c:pt>
                <c:pt idx="2802">
                  <c:v>9</c:v>
                </c:pt>
                <c:pt idx="2803">
                  <c:v>9</c:v>
                </c:pt>
                <c:pt idx="2804">
                  <c:v>9</c:v>
                </c:pt>
                <c:pt idx="2805">
                  <c:v>9</c:v>
                </c:pt>
                <c:pt idx="2806">
                  <c:v>9</c:v>
                </c:pt>
                <c:pt idx="2807">
                  <c:v>9</c:v>
                </c:pt>
                <c:pt idx="2808">
                  <c:v>9</c:v>
                </c:pt>
                <c:pt idx="2809">
                  <c:v>9</c:v>
                </c:pt>
                <c:pt idx="2810">
                  <c:v>9</c:v>
                </c:pt>
                <c:pt idx="2811">
                  <c:v>9</c:v>
                </c:pt>
                <c:pt idx="2812">
                  <c:v>9</c:v>
                </c:pt>
                <c:pt idx="2813">
                  <c:v>9</c:v>
                </c:pt>
                <c:pt idx="2814">
                  <c:v>9</c:v>
                </c:pt>
                <c:pt idx="2815">
                  <c:v>9</c:v>
                </c:pt>
                <c:pt idx="2816">
                  <c:v>9</c:v>
                </c:pt>
                <c:pt idx="2817">
                  <c:v>9</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9</c:v>
                </c:pt>
                <c:pt idx="3641">
                  <c:v>9</c:v>
                </c:pt>
                <c:pt idx="3642">
                  <c:v>9</c:v>
                </c:pt>
                <c:pt idx="3643">
                  <c:v>9</c:v>
                </c:pt>
                <c:pt idx="3644">
                  <c:v>9</c:v>
                </c:pt>
                <c:pt idx="3645">
                  <c:v>9</c:v>
                </c:pt>
                <c:pt idx="3646">
                  <c:v>9</c:v>
                </c:pt>
                <c:pt idx="3647">
                  <c:v>9</c:v>
                </c:pt>
                <c:pt idx="3648">
                  <c:v>9</c:v>
                </c:pt>
                <c:pt idx="3649">
                  <c:v>9</c:v>
                </c:pt>
                <c:pt idx="3650">
                  <c:v>9</c:v>
                </c:pt>
                <c:pt idx="3651">
                  <c:v>9</c:v>
                </c:pt>
                <c:pt idx="3652">
                  <c:v>9</c:v>
                </c:pt>
                <c:pt idx="3653">
                  <c:v>9</c:v>
                </c:pt>
                <c:pt idx="3654">
                  <c:v>9</c:v>
                </c:pt>
                <c:pt idx="3655">
                  <c:v>9</c:v>
                </c:pt>
                <c:pt idx="3656">
                  <c:v>9</c:v>
                </c:pt>
                <c:pt idx="3657">
                  <c:v>9</c:v>
                </c:pt>
                <c:pt idx="3658">
                  <c:v>9</c:v>
                </c:pt>
                <c:pt idx="3659">
                  <c:v>9</c:v>
                </c:pt>
                <c:pt idx="3660">
                  <c:v>9</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9</c:v>
                </c:pt>
                <c:pt idx="4465">
                  <c:v>9</c:v>
                </c:pt>
                <c:pt idx="4466">
                  <c:v>9</c:v>
                </c:pt>
                <c:pt idx="4467">
                  <c:v>9</c:v>
                </c:pt>
                <c:pt idx="4468">
                  <c:v>9</c:v>
                </c:pt>
                <c:pt idx="4469">
                  <c:v>9</c:v>
                </c:pt>
                <c:pt idx="4470">
                  <c:v>9</c:v>
                </c:pt>
                <c:pt idx="4471">
                  <c:v>9</c:v>
                </c:pt>
                <c:pt idx="4472">
                  <c:v>9</c:v>
                </c:pt>
                <c:pt idx="4473">
                  <c:v>9</c:v>
                </c:pt>
                <c:pt idx="4474">
                  <c:v>9</c:v>
                </c:pt>
                <c:pt idx="4475">
                  <c:v>9</c:v>
                </c:pt>
                <c:pt idx="4476">
                  <c:v>9</c:v>
                </c:pt>
                <c:pt idx="4477">
                  <c:v>9</c:v>
                </c:pt>
                <c:pt idx="4478">
                  <c:v>9</c:v>
                </c:pt>
                <c:pt idx="4479">
                  <c:v>9</c:v>
                </c:pt>
                <c:pt idx="4480">
                  <c:v>9</c:v>
                </c:pt>
                <c:pt idx="4481">
                  <c:v>9</c:v>
                </c:pt>
                <c:pt idx="4482">
                  <c:v>9</c:v>
                </c:pt>
                <c:pt idx="4483">
                  <c:v>9</c:v>
                </c:pt>
                <c:pt idx="4484">
                  <c:v>9</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numCache>
            </c:numRef>
          </c:val>
          <c:extLst>
            <c:ext xmlns:c16="http://schemas.microsoft.com/office/drawing/2014/chart" uri="{C3380CC4-5D6E-409C-BE32-E72D297353CC}">
              <c16:uniqueId val="{00000002-FE79-4F56-8C61-D5CCC4ABBB15}"/>
            </c:ext>
          </c:extLst>
        </c:ser>
        <c:dLbls>
          <c:showLegendKey val="0"/>
          <c:showVal val="0"/>
          <c:showCatName val="0"/>
          <c:showSerName val="0"/>
          <c:showPercent val="0"/>
          <c:showBubbleSize val="0"/>
        </c:dLbls>
        <c:axId val="50010001"/>
        <c:axId val="50010002"/>
      </c:areaChart>
      <c:lineChart>
        <c:grouping val="standard"/>
        <c:varyColors val="0"/>
        <c:ser>
          <c:idx val="3"/>
          <c:order val="3"/>
          <c:tx>
            <c:v>Local Stress Index</c:v>
          </c:tx>
          <c:spPr>
            <a:ln w="6350">
              <a:solidFill>
                <a:srgbClr val="1F2F44"/>
              </a:solidFill>
            </a:ln>
          </c:spPr>
          <c:marker>
            <c:symbol val="none"/>
          </c:marker>
          <c:cat>
            <c:numRef>
              <c:f>'L1'!$A$2:$A$6132</c:f>
              <c:numCache>
                <c:formatCode>yyyy\-mm\-dd</c:formatCode>
                <c:ptCount val="6131"/>
                <c:pt idx="0">
                  <c:v>37292</c:v>
                </c:pt>
                <c:pt idx="1">
                  <c:v>37293</c:v>
                </c:pt>
                <c:pt idx="2">
                  <c:v>37294</c:v>
                </c:pt>
                <c:pt idx="3">
                  <c:v>37295</c:v>
                </c:pt>
                <c:pt idx="4">
                  <c:v>37300</c:v>
                </c:pt>
                <c:pt idx="5">
                  <c:v>37301</c:v>
                </c:pt>
                <c:pt idx="6">
                  <c:v>37302</c:v>
                </c:pt>
                <c:pt idx="7">
                  <c:v>37305</c:v>
                </c:pt>
                <c:pt idx="8">
                  <c:v>37306</c:v>
                </c:pt>
                <c:pt idx="9">
                  <c:v>37307</c:v>
                </c:pt>
                <c:pt idx="10">
                  <c:v>37308</c:v>
                </c:pt>
                <c:pt idx="11">
                  <c:v>37309</c:v>
                </c:pt>
                <c:pt idx="12">
                  <c:v>37312</c:v>
                </c:pt>
                <c:pt idx="13">
                  <c:v>37313</c:v>
                </c:pt>
                <c:pt idx="14">
                  <c:v>37314</c:v>
                </c:pt>
                <c:pt idx="15">
                  <c:v>37315</c:v>
                </c:pt>
                <c:pt idx="16">
                  <c:v>37316</c:v>
                </c:pt>
                <c:pt idx="17">
                  <c:v>37319</c:v>
                </c:pt>
                <c:pt idx="18">
                  <c:v>37320</c:v>
                </c:pt>
                <c:pt idx="19">
                  <c:v>37321</c:v>
                </c:pt>
                <c:pt idx="20">
                  <c:v>37322</c:v>
                </c:pt>
                <c:pt idx="21">
                  <c:v>37323</c:v>
                </c:pt>
                <c:pt idx="22">
                  <c:v>37326</c:v>
                </c:pt>
                <c:pt idx="23">
                  <c:v>37327</c:v>
                </c:pt>
                <c:pt idx="24">
                  <c:v>37328</c:v>
                </c:pt>
                <c:pt idx="25">
                  <c:v>37329</c:v>
                </c:pt>
                <c:pt idx="26">
                  <c:v>37330</c:v>
                </c:pt>
                <c:pt idx="27">
                  <c:v>37333</c:v>
                </c:pt>
                <c:pt idx="28">
                  <c:v>37334</c:v>
                </c:pt>
                <c:pt idx="29">
                  <c:v>37335</c:v>
                </c:pt>
                <c:pt idx="30">
                  <c:v>37336</c:v>
                </c:pt>
                <c:pt idx="31">
                  <c:v>37337</c:v>
                </c:pt>
                <c:pt idx="32">
                  <c:v>37340</c:v>
                </c:pt>
                <c:pt idx="33">
                  <c:v>37341</c:v>
                </c:pt>
                <c:pt idx="34">
                  <c:v>37342</c:v>
                </c:pt>
                <c:pt idx="35">
                  <c:v>37343</c:v>
                </c:pt>
                <c:pt idx="36">
                  <c:v>37347</c:v>
                </c:pt>
                <c:pt idx="37">
                  <c:v>37348</c:v>
                </c:pt>
                <c:pt idx="38">
                  <c:v>37349</c:v>
                </c:pt>
                <c:pt idx="39">
                  <c:v>37350</c:v>
                </c:pt>
                <c:pt idx="40">
                  <c:v>37351</c:v>
                </c:pt>
                <c:pt idx="41">
                  <c:v>37354</c:v>
                </c:pt>
                <c:pt idx="42">
                  <c:v>37355</c:v>
                </c:pt>
                <c:pt idx="43">
                  <c:v>37356</c:v>
                </c:pt>
                <c:pt idx="44">
                  <c:v>37357</c:v>
                </c:pt>
                <c:pt idx="45">
                  <c:v>37358</c:v>
                </c:pt>
                <c:pt idx="46">
                  <c:v>37361</c:v>
                </c:pt>
                <c:pt idx="47">
                  <c:v>37362</c:v>
                </c:pt>
                <c:pt idx="48">
                  <c:v>37363</c:v>
                </c:pt>
                <c:pt idx="49">
                  <c:v>37364</c:v>
                </c:pt>
                <c:pt idx="50">
                  <c:v>37365</c:v>
                </c:pt>
                <c:pt idx="51">
                  <c:v>37368</c:v>
                </c:pt>
                <c:pt idx="52">
                  <c:v>37369</c:v>
                </c:pt>
                <c:pt idx="53">
                  <c:v>37370</c:v>
                </c:pt>
                <c:pt idx="54">
                  <c:v>37371</c:v>
                </c:pt>
                <c:pt idx="55">
                  <c:v>37372</c:v>
                </c:pt>
                <c:pt idx="56">
                  <c:v>37375</c:v>
                </c:pt>
                <c:pt idx="57">
                  <c:v>37376</c:v>
                </c:pt>
                <c:pt idx="58">
                  <c:v>37378</c:v>
                </c:pt>
                <c:pt idx="59">
                  <c:v>37379</c:v>
                </c:pt>
                <c:pt idx="60">
                  <c:v>37382</c:v>
                </c:pt>
                <c:pt idx="61">
                  <c:v>37383</c:v>
                </c:pt>
                <c:pt idx="62">
                  <c:v>37384</c:v>
                </c:pt>
                <c:pt idx="63">
                  <c:v>37385</c:v>
                </c:pt>
                <c:pt idx="64">
                  <c:v>37386</c:v>
                </c:pt>
                <c:pt idx="65">
                  <c:v>37389</c:v>
                </c:pt>
                <c:pt idx="66">
                  <c:v>37390</c:v>
                </c:pt>
                <c:pt idx="67">
                  <c:v>37391</c:v>
                </c:pt>
                <c:pt idx="68">
                  <c:v>37392</c:v>
                </c:pt>
                <c:pt idx="69">
                  <c:v>37393</c:v>
                </c:pt>
                <c:pt idx="70">
                  <c:v>37396</c:v>
                </c:pt>
                <c:pt idx="71">
                  <c:v>37397</c:v>
                </c:pt>
                <c:pt idx="72">
                  <c:v>37398</c:v>
                </c:pt>
                <c:pt idx="73">
                  <c:v>37399</c:v>
                </c:pt>
                <c:pt idx="74">
                  <c:v>37400</c:v>
                </c:pt>
                <c:pt idx="75">
                  <c:v>37403</c:v>
                </c:pt>
                <c:pt idx="76">
                  <c:v>37404</c:v>
                </c:pt>
                <c:pt idx="77">
                  <c:v>37405</c:v>
                </c:pt>
                <c:pt idx="78">
                  <c:v>37407</c:v>
                </c:pt>
                <c:pt idx="79">
                  <c:v>37410</c:v>
                </c:pt>
                <c:pt idx="80">
                  <c:v>37411</c:v>
                </c:pt>
                <c:pt idx="81">
                  <c:v>37412</c:v>
                </c:pt>
                <c:pt idx="82">
                  <c:v>37413</c:v>
                </c:pt>
                <c:pt idx="83">
                  <c:v>37414</c:v>
                </c:pt>
                <c:pt idx="84">
                  <c:v>37417</c:v>
                </c:pt>
                <c:pt idx="85">
                  <c:v>37418</c:v>
                </c:pt>
                <c:pt idx="86">
                  <c:v>37419</c:v>
                </c:pt>
                <c:pt idx="87">
                  <c:v>37420</c:v>
                </c:pt>
                <c:pt idx="88">
                  <c:v>37421</c:v>
                </c:pt>
                <c:pt idx="89">
                  <c:v>37424</c:v>
                </c:pt>
                <c:pt idx="90">
                  <c:v>37425</c:v>
                </c:pt>
                <c:pt idx="91">
                  <c:v>37426</c:v>
                </c:pt>
                <c:pt idx="92">
                  <c:v>37427</c:v>
                </c:pt>
                <c:pt idx="93">
                  <c:v>37428</c:v>
                </c:pt>
                <c:pt idx="94">
                  <c:v>37431</c:v>
                </c:pt>
                <c:pt idx="95">
                  <c:v>37432</c:v>
                </c:pt>
                <c:pt idx="96">
                  <c:v>37433</c:v>
                </c:pt>
                <c:pt idx="97">
                  <c:v>37434</c:v>
                </c:pt>
                <c:pt idx="98">
                  <c:v>37435</c:v>
                </c:pt>
                <c:pt idx="99">
                  <c:v>37438</c:v>
                </c:pt>
                <c:pt idx="100">
                  <c:v>37439</c:v>
                </c:pt>
                <c:pt idx="101">
                  <c:v>37440</c:v>
                </c:pt>
                <c:pt idx="102">
                  <c:v>37441</c:v>
                </c:pt>
                <c:pt idx="103">
                  <c:v>37442</c:v>
                </c:pt>
                <c:pt idx="104">
                  <c:v>37445</c:v>
                </c:pt>
                <c:pt idx="105">
                  <c:v>37447</c:v>
                </c:pt>
                <c:pt idx="106">
                  <c:v>37448</c:v>
                </c:pt>
                <c:pt idx="107">
                  <c:v>37449</c:v>
                </c:pt>
                <c:pt idx="108">
                  <c:v>37452</c:v>
                </c:pt>
                <c:pt idx="109">
                  <c:v>37453</c:v>
                </c:pt>
                <c:pt idx="110">
                  <c:v>37454</c:v>
                </c:pt>
                <c:pt idx="111">
                  <c:v>37455</c:v>
                </c:pt>
                <c:pt idx="112">
                  <c:v>37456</c:v>
                </c:pt>
                <c:pt idx="113">
                  <c:v>37459</c:v>
                </c:pt>
                <c:pt idx="114">
                  <c:v>37460</c:v>
                </c:pt>
                <c:pt idx="115">
                  <c:v>37461</c:v>
                </c:pt>
                <c:pt idx="116">
                  <c:v>37462</c:v>
                </c:pt>
                <c:pt idx="117">
                  <c:v>37463</c:v>
                </c:pt>
                <c:pt idx="118">
                  <c:v>37466</c:v>
                </c:pt>
                <c:pt idx="119">
                  <c:v>37467</c:v>
                </c:pt>
                <c:pt idx="120">
                  <c:v>37468</c:v>
                </c:pt>
                <c:pt idx="121">
                  <c:v>37469</c:v>
                </c:pt>
                <c:pt idx="122">
                  <c:v>37470</c:v>
                </c:pt>
                <c:pt idx="123">
                  <c:v>37473</c:v>
                </c:pt>
                <c:pt idx="124">
                  <c:v>37474</c:v>
                </c:pt>
                <c:pt idx="125">
                  <c:v>37475</c:v>
                </c:pt>
                <c:pt idx="126">
                  <c:v>37476</c:v>
                </c:pt>
                <c:pt idx="127">
                  <c:v>37477</c:v>
                </c:pt>
                <c:pt idx="128">
                  <c:v>37480</c:v>
                </c:pt>
                <c:pt idx="129">
                  <c:v>37481</c:v>
                </c:pt>
                <c:pt idx="130">
                  <c:v>37482</c:v>
                </c:pt>
                <c:pt idx="131">
                  <c:v>37483</c:v>
                </c:pt>
                <c:pt idx="132">
                  <c:v>37484</c:v>
                </c:pt>
                <c:pt idx="133">
                  <c:v>37487</c:v>
                </c:pt>
                <c:pt idx="134">
                  <c:v>37488</c:v>
                </c:pt>
                <c:pt idx="135">
                  <c:v>37489</c:v>
                </c:pt>
                <c:pt idx="136">
                  <c:v>37490</c:v>
                </c:pt>
                <c:pt idx="137">
                  <c:v>37491</c:v>
                </c:pt>
                <c:pt idx="138">
                  <c:v>37494</c:v>
                </c:pt>
                <c:pt idx="139">
                  <c:v>37495</c:v>
                </c:pt>
                <c:pt idx="140">
                  <c:v>37496</c:v>
                </c:pt>
                <c:pt idx="141">
                  <c:v>37497</c:v>
                </c:pt>
                <c:pt idx="142">
                  <c:v>37498</c:v>
                </c:pt>
                <c:pt idx="143">
                  <c:v>37501</c:v>
                </c:pt>
                <c:pt idx="144">
                  <c:v>37502</c:v>
                </c:pt>
                <c:pt idx="145">
                  <c:v>37503</c:v>
                </c:pt>
                <c:pt idx="146">
                  <c:v>37504</c:v>
                </c:pt>
                <c:pt idx="147">
                  <c:v>37505</c:v>
                </c:pt>
                <c:pt idx="148">
                  <c:v>37508</c:v>
                </c:pt>
                <c:pt idx="149">
                  <c:v>37509</c:v>
                </c:pt>
                <c:pt idx="150">
                  <c:v>37510</c:v>
                </c:pt>
                <c:pt idx="151">
                  <c:v>37511</c:v>
                </c:pt>
                <c:pt idx="152">
                  <c:v>37512</c:v>
                </c:pt>
                <c:pt idx="153">
                  <c:v>37515</c:v>
                </c:pt>
                <c:pt idx="154">
                  <c:v>37516</c:v>
                </c:pt>
                <c:pt idx="155">
                  <c:v>37517</c:v>
                </c:pt>
                <c:pt idx="156">
                  <c:v>37518</c:v>
                </c:pt>
                <c:pt idx="157">
                  <c:v>37519</c:v>
                </c:pt>
                <c:pt idx="158">
                  <c:v>37522</c:v>
                </c:pt>
                <c:pt idx="159">
                  <c:v>37523</c:v>
                </c:pt>
                <c:pt idx="160">
                  <c:v>37524</c:v>
                </c:pt>
                <c:pt idx="161">
                  <c:v>37525</c:v>
                </c:pt>
                <c:pt idx="162">
                  <c:v>37526</c:v>
                </c:pt>
                <c:pt idx="163">
                  <c:v>37529</c:v>
                </c:pt>
                <c:pt idx="164">
                  <c:v>37530</c:v>
                </c:pt>
                <c:pt idx="165">
                  <c:v>37531</c:v>
                </c:pt>
                <c:pt idx="166">
                  <c:v>37532</c:v>
                </c:pt>
                <c:pt idx="167">
                  <c:v>37533</c:v>
                </c:pt>
                <c:pt idx="168">
                  <c:v>37536</c:v>
                </c:pt>
                <c:pt idx="169">
                  <c:v>37537</c:v>
                </c:pt>
                <c:pt idx="170">
                  <c:v>37538</c:v>
                </c:pt>
                <c:pt idx="171">
                  <c:v>37539</c:v>
                </c:pt>
                <c:pt idx="172">
                  <c:v>37540</c:v>
                </c:pt>
                <c:pt idx="173">
                  <c:v>37543</c:v>
                </c:pt>
                <c:pt idx="174">
                  <c:v>37544</c:v>
                </c:pt>
                <c:pt idx="175">
                  <c:v>37545</c:v>
                </c:pt>
                <c:pt idx="176">
                  <c:v>37546</c:v>
                </c:pt>
                <c:pt idx="177">
                  <c:v>37547</c:v>
                </c:pt>
                <c:pt idx="178">
                  <c:v>37550</c:v>
                </c:pt>
                <c:pt idx="179">
                  <c:v>37551</c:v>
                </c:pt>
                <c:pt idx="180">
                  <c:v>37552</c:v>
                </c:pt>
                <c:pt idx="181">
                  <c:v>37553</c:v>
                </c:pt>
                <c:pt idx="182">
                  <c:v>37554</c:v>
                </c:pt>
                <c:pt idx="183">
                  <c:v>37557</c:v>
                </c:pt>
                <c:pt idx="184">
                  <c:v>37558</c:v>
                </c:pt>
                <c:pt idx="185">
                  <c:v>37559</c:v>
                </c:pt>
                <c:pt idx="186">
                  <c:v>37560</c:v>
                </c:pt>
                <c:pt idx="187">
                  <c:v>37561</c:v>
                </c:pt>
                <c:pt idx="188">
                  <c:v>37564</c:v>
                </c:pt>
                <c:pt idx="189">
                  <c:v>37565</c:v>
                </c:pt>
                <c:pt idx="190">
                  <c:v>37566</c:v>
                </c:pt>
                <c:pt idx="191">
                  <c:v>37567</c:v>
                </c:pt>
                <c:pt idx="192">
                  <c:v>37568</c:v>
                </c:pt>
                <c:pt idx="193">
                  <c:v>37571</c:v>
                </c:pt>
                <c:pt idx="194">
                  <c:v>37572</c:v>
                </c:pt>
                <c:pt idx="195">
                  <c:v>37573</c:v>
                </c:pt>
                <c:pt idx="196">
                  <c:v>37574</c:v>
                </c:pt>
                <c:pt idx="197">
                  <c:v>37578</c:v>
                </c:pt>
                <c:pt idx="198">
                  <c:v>37579</c:v>
                </c:pt>
                <c:pt idx="199">
                  <c:v>37580</c:v>
                </c:pt>
                <c:pt idx="200">
                  <c:v>37581</c:v>
                </c:pt>
                <c:pt idx="201">
                  <c:v>37582</c:v>
                </c:pt>
                <c:pt idx="202">
                  <c:v>37585</c:v>
                </c:pt>
                <c:pt idx="203">
                  <c:v>37586</c:v>
                </c:pt>
                <c:pt idx="204">
                  <c:v>37587</c:v>
                </c:pt>
                <c:pt idx="205">
                  <c:v>37588</c:v>
                </c:pt>
                <c:pt idx="206">
                  <c:v>37589</c:v>
                </c:pt>
                <c:pt idx="207">
                  <c:v>37592</c:v>
                </c:pt>
                <c:pt idx="208">
                  <c:v>37593</c:v>
                </c:pt>
                <c:pt idx="209">
                  <c:v>37594</c:v>
                </c:pt>
                <c:pt idx="210">
                  <c:v>37595</c:v>
                </c:pt>
                <c:pt idx="211">
                  <c:v>37596</c:v>
                </c:pt>
                <c:pt idx="212">
                  <c:v>37599</c:v>
                </c:pt>
                <c:pt idx="213">
                  <c:v>37600</c:v>
                </c:pt>
                <c:pt idx="214">
                  <c:v>37601</c:v>
                </c:pt>
                <c:pt idx="215">
                  <c:v>37602</c:v>
                </c:pt>
                <c:pt idx="216">
                  <c:v>37603</c:v>
                </c:pt>
                <c:pt idx="217">
                  <c:v>37606</c:v>
                </c:pt>
                <c:pt idx="218">
                  <c:v>37607</c:v>
                </c:pt>
                <c:pt idx="219">
                  <c:v>37608</c:v>
                </c:pt>
                <c:pt idx="220">
                  <c:v>37609</c:v>
                </c:pt>
                <c:pt idx="221">
                  <c:v>37610</c:v>
                </c:pt>
                <c:pt idx="222">
                  <c:v>37613</c:v>
                </c:pt>
                <c:pt idx="223">
                  <c:v>37616</c:v>
                </c:pt>
                <c:pt idx="224">
                  <c:v>37617</c:v>
                </c:pt>
                <c:pt idx="225">
                  <c:v>37620</c:v>
                </c:pt>
                <c:pt idx="226">
                  <c:v>37623</c:v>
                </c:pt>
                <c:pt idx="227">
                  <c:v>37624</c:v>
                </c:pt>
                <c:pt idx="228">
                  <c:v>37627</c:v>
                </c:pt>
                <c:pt idx="229">
                  <c:v>37628</c:v>
                </c:pt>
                <c:pt idx="230">
                  <c:v>37629</c:v>
                </c:pt>
                <c:pt idx="231">
                  <c:v>37630</c:v>
                </c:pt>
                <c:pt idx="232">
                  <c:v>37631</c:v>
                </c:pt>
                <c:pt idx="233">
                  <c:v>37634</c:v>
                </c:pt>
                <c:pt idx="234">
                  <c:v>37635</c:v>
                </c:pt>
                <c:pt idx="235">
                  <c:v>37636</c:v>
                </c:pt>
                <c:pt idx="236">
                  <c:v>37637</c:v>
                </c:pt>
                <c:pt idx="237">
                  <c:v>37638</c:v>
                </c:pt>
                <c:pt idx="238">
                  <c:v>37641</c:v>
                </c:pt>
                <c:pt idx="239">
                  <c:v>37642</c:v>
                </c:pt>
                <c:pt idx="240">
                  <c:v>37643</c:v>
                </c:pt>
                <c:pt idx="241">
                  <c:v>37644</c:v>
                </c:pt>
                <c:pt idx="242">
                  <c:v>37645</c:v>
                </c:pt>
                <c:pt idx="243">
                  <c:v>37648</c:v>
                </c:pt>
                <c:pt idx="244">
                  <c:v>37649</c:v>
                </c:pt>
                <c:pt idx="245">
                  <c:v>37650</c:v>
                </c:pt>
                <c:pt idx="246">
                  <c:v>37651</c:v>
                </c:pt>
                <c:pt idx="247">
                  <c:v>37652</c:v>
                </c:pt>
                <c:pt idx="248">
                  <c:v>37655</c:v>
                </c:pt>
                <c:pt idx="249">
                  <c:v>37656</c:v>
                </c:pt>
                <c:pt idx="250">
                  <c:v>37657</c:v>
                </c:pt>
                <c:pt idx="251">
                  <c:v>37658</c:v>
                </c:pt>
                <c:pt idx="252">
                  <c:v>37659</c:v>
                </c:pt>
                <c:pt idx="253">
                  <c:v>37662</c:v>
                </c:pt>
                <c:pt idx="254">
                  <c:v>37663</c:v>
                </c:pt>
                <c:pt idx="255">
                  <c:v>37664</c:v>
                </c:pt>
                <c:pt idx="256">
                  <c:v>37665</c:v>
                </c:pt>
                <c:pt idx="257">
                  <c:v>37666</c:v>
                </c:pt>
                <c:pt idx="258">
                  <c:v>37669</c:v>
                </c:pt>
                <c:pt idx="259">
                  <c:v>37670</c:v>
                </c:pt>
                <c:pt idx="260">
                  <c:v>37671</c:v>
                </c:pt>
                <c:pt idx="261">
                  <c:v>37672</c:v>
                </c:pt>
                <c:pt idx="262">
                  <c:v>37673</c:v>
                </c:pt>
                <c:pt idx="263">
                  <c:v>37676</c:v>
                </c:pt>
                <c:pt idx="264">
                  <c:v>37677</c:v>
                </c:pt>
                <c:pt idx="265">
                  <c:v>37678</c:v>
                </c:pt>
                <c:pt idx="266">
                  <c:v>37679</c:v>
                </c:pt>
                <c:pt idx="267">
                  <c:v>37680</c:v>
                </c:pt>
                <c:pt idx="268">
                  <c:v>37685</c:v>
                </c:pt>
                <c:pt idx="269">
                  <c:v>37686</c:v>
                </c:pt>
                <c:pt idx="270">
                  <c:v>37687</c:v>
                </c:pt>
                <c:pt idx="271">
                  <c:v>37690</c:v>
                </c:pt>
                <c:pt idx="272">
                  <c:v>37691</c:v>
                </c:pt>
                <c:pt idx="273">
                  <c:v>37692</c:v>
                </c:pt>
                <c:pt idx="274">
                  <c:v>37693</c:v>
                </c:pt>
                <c:pt idx="275">
                  <c:v>37694</c:v>
                </c:pt>
                <c:pt idx="276">
                  <c:v>37697</c:v>
                </c:pt>
                <c:pt idx="277">
                  <c:v>37698</c:v>
                </c:pt>
                <c:pt idx="278">
                  <c:v>37699</c:v>
                </c:pt>
                <c:pt idx="279">
                  <c:v>37700</c:v>
                </c:pt>
                <c:pt idx="280">
                  <c:v>37701</c:v>
                </c:pt>
                <c:pt idx="281">
                  <c:v>37704</c:v>
                </c:pt>
                <c:pt idx="282">
                  <c:v>37705</c:v>
                </c:pt>
                <c:pt idx="283">
                  <c:v>37706</c:v>
                </c:pt>
                <c:pt idx="284">
                  <c:v>37707</c:v>
                </c:pt>
                <c:pt idx="285">
                  <c:v>37708</c:v>
                </c:pt>
                <c:pt idx="286">
                  <c:v>37711</c:v>
                </c:pt>
                <c:pt idx="287">
                  <c:v>37712</c:v>
                </c:pt>
                <c:pt idx="288">
                  <c:v>37713</c:v>
                </c:pt>
                <c:pt idx="289">
                  <c:v>37714</c:v>
                </c:pt>
                <c:pt idx="290">
                  <c:v>37715</c:v>
                </c:pt>
                <c:pt idx="291">
                  <c:v>37718</c:v>
                </c:pt>
                <c:pt idx="292">
                  <c:v>37719</c:v>
                </c:pt>
                <c:pt idx="293">
                  <c:v>37720</c:v>
                </c:pt>
                <c:pt idx="294">
                  <c:v>37721</c:v>
                </c:pt>
                <c:pt idx="295">
                  <c:v>37722</c:v>
                </c:pt>
                <c:pt idx="296">
                  <c:v>37725</c:v>
                </c:pt>
                <c:pt idx="297">
                  <c:v>37726</c:v>
                </c:pt>
                <c:pt idx="298">
                  <c:v>37727</c:v>
                </c:pt>
                <c:pt idx="299">
                  <c:v>37728</c:v>
                </c:pt>
                <c:pt idx="300">
                  <c:v>37733</c:v>
                </c:pt>
                <c:pt idx="301">
                  <c:v>37734</c:v>
                </c:pt>
                <c:pt idx="302">
                  <c:v>37735</c:v>
                </c:pt>
                <c:pt idx="303">
                  <c:v>37736</c:v>
                </c:pt>
                <c:pt idx="304">
                  <c:v>37739</c:v>
                </c:pt>
                <c:pt idx="305">
                  <c:v>37740</c:v>
                </c:pt>
                <c:pt idx="306">
                  <c:v>37741</c:v>
                </c:pt>
                <c:pt idx="307">
                  <c:v>37743</c:v>
                </c:pt>
                <c:pt idx="308">
                  <c:v>37746</c:v>
                </c:pt>
                <c:pt idx="309">
                  <c:v>37747</c:v>
                </c:pt>
                <c:pt idx="310">
                  <c:v>37748</c:v>
                </c:pt>
                <c:pt idx="311">
                  <c:v>37749</c:v>
                </c:pt>
                <c:pt idx="312">
                  <c:v>37750</c:v>
                </c:pt>
                <c:pt idx="313">
                  <c:v>37753</c:v>
                </c:pt>
                <c:pt idx="314">
                  <c:v>37754</c:v>
                </c:pt>
                <c:pt idx="315">
                  <c:v>37755</c:v>
                </c:pt>
                <c:pt idx="316">
                  <c:v>37756</c:v>
                </c:pt>
                <c:pt idx="317">
                  <c:v>37757</c:v>
                </c:pt>
                <c:pt idx="318">
                  <c:v>37760</c:v>
                </c:pt>
                <c:pt idx="319">
                  <c:v>37761</c:v>
                </c:pt>
                <c:pt idx="320">
                  <c:v>37762</c:v>
                </c:pt>
                <c:pt idx="321">
                  <c:v>37763</c:v>
                </c:pt>
                <c:pt idx="322">
                  <c:v>37764</c:v>
                </c:pt>
                <c:pt idx="323">
                  <c:v>37767</c:v>
                </c:pt>
                <c:pt idx="324">
                  <c:v>37768</c:v>
                </c:pt>
                <c:pt idx="325">
                  <c:v>37769</c:v>
                </c:pt>
                <c:pt idx="326">
                  <c:v>37770</c:v>
                </c:pt>
                <c:pt idx="327">
                  <c:v>37771</c:v>
                </c:pt>
                <c:pt idx="328">
                  <c:v>37774</c:v>
                </c:pt>
                <c:pt idx="329">
                  <c:v>37775</c:v>
                </c:pt>
                <c:pt idx="330">
                  <c:v>37776</c:v>
                </c:pt>
                <c:pt idx="331">
                  <c:v>37777</c:v>
                </c:pt>
                <c:pt idx="332">
                  <c:v>37778</c:v>
                </c:pt>
                <c:pt idx="333">
                  <c:v>37781</c:v>
                </c:pt>
                <c:pt idx="334">
                  <c:v>37782</c:v>
                </c:pt>
                <c:pt idx="335">
                  <c:v>37783</c:v>
                </c:pt>
                <c:pt idx="336">
                  <c:v>37784</c:v>
                </c:pt>
                <c:pt idx="337">
                  <c:v>37785</c:v>
                </c:pt>
                <c:pt idx="338">
                  <c:v>37788</c:v>
                </c:pt>
                <c:pt idx="339">
                  <c:v>37789</c:v>
                </c:pt>
                <c:pt idx="340">
                  <c:v>37790</c:v>
                </c:pt>
                <c:pt idx="341">
                  <c:v>37792</c:v>
                </c:pt>
                <c:pt idx="342">
                  <c:v>37795</c:v>
                </c:pt>
                <c:pt idx="343">
                  <c:v>37796</c:v>
                </c:pt>
                <c:pt idx="344">
                  <c:v>37797</c:v>
                </c:pt>
                <c:pt idx="345">
                  <c:v>37798</c:v>
                </c:pt>
                <c:pt idx="346">
                  <c:v>37799</c:v>
                </c:pt>
                <c:pt idx="347">
                  <c:v>37802</c:v>
                </c:pt>
                <c:pt idx="348">
                  <c:v>37803</c:v>
                </c:pt>
                <c:pt idx="349">
                  <c:v>37804</c:v>
                </c:pt>
                <c:pt idx="350">
                  <c:v>37805</c:v>
                </c:pt>
                <c:pt idx="351">
                  <c:v>37806</c:v>
                </c:pt>
                <c:pt idx="352">
                  <c:v>37809</c:v>
                </c:pt>
                <c:pt idx="353">
                  <c:v>37810</c:v>
                </c:pt>
                <c:pt idx="354">
                  <c:v>37812</c:v>
                </c:pt>
                <c:pt idx="355">
                  <c:v>37813</c:v>
                </c:pt>
                <c:pt idx="356">
                  <c:v>37816</c:v>
                </c:pt>
                <c:pt idx="357">
                  <c:v>37817</c:v>
                </c:pt>
                <c:pt idx="358">
                  <c:v>37818</c:v>
                </c:pt>
                <c:pt idx="359">
                  <c:v>37819</c:v>
                </c:pt>
                <c:pt idx="360">
                  <c:v>37820</c:v>
                </c:pt>
                <c:pt idx="361">
                  <c:v>37823</c:v>
                </c:pt>
                <c:pt idx="362">
                  <c:v>37824</c:v>
                </c:pt>
                <c:pt idx="363">
                  <c:v>37825</c:v>
                </c:pt>
                <c:pt idx="364">
                  <c:v>37826</c:v>
                </c:pt>
                <c:pt idx="365">
                  <c:v>37827</c:v>
                </c:pt>
                <c:pt idx="366">
                  <c:v>37830</c:v>
                </c:pt>
                <c:pt idx="367">
                  <c:v>37831</c:v>
                </c:pt>
                <c:pt idx="368">
                  <c:v>37832</c:v>
                </c:pt>
                <c:pt idx="369">
                  <c:v>37833</c:v>
                </c:pt>
                <c:pt idx="370">
                  <c:v>37834</c:v>
                </c:pt>
                <c:pt idx="371">
                  <c:v>37837</c:v>
                </c:pt>
                <c:pt idx="372">
                  <c:v>37838</c:v>
                </c:pt>
                <c:pt idx="373">
                  <c:v>37839</c:v>
                </c:pt>
                <c:pt idx="374">
                  <c:v>37840</c:v>
                </c:pt>
                <c:pt idx="375">
                  <c:v>37841</c:v>
                </c:pt>
                <c:pt idx="376">
                  <c:v>37844</c:v>
                </c:pt>
                <c:pt idx="377">
                  <c:v>37845</c:v>
                </c:pt>
                <c:pt idx="378">
                  <c:v>37846</c:v>
                </c:pt>
                <c:pt idx="379">
                  <c:v>37847</c:v>
                </c:pt>
                <c:pt idx="380">
                  <c:v>37848</c:v>
                </c:pt>
                <c:pt idx="381">
                  <c:v>37851</c:v>
                </c:pt>
                <c:pt idx="382">
                  <c:v>37852</c:v>
                </c:pt>
                <c:pt idx="383">
                  <c:v>37853</c:v>
                </c:pt>
                <c:pt idx="384">
                  <c:v>37854</c:v>
                </c:pt>
                <c:pt idx="385">
                  <c:v>37855</c:v>
                </c:pt>
                <c:pt idx="386">
                  <c:v>37858</c:v>
                </c:pt>
                <c:pt idx="387">
                  <c:v>37859</c:v>
                </c:pt>
                <c:pt idx="388">
                  <c:v>37860</c:v>
                </c:pt>
                <c:pt idx="389">
                  <c:v>37861</c:v>
                </c:pt>
                <c:pt idx="390">
                  <c:v>37862</c:v>
                </c:pt>
                <c:pt idx="391">
                  <c:v>37865</c:v>
                </c:pt>
                <c:pt idx="392">
                  <c:v>37866</c:v>
                </c:pt>
                <c:pt idx="393">
                  <c:v>37867</c:v>
                </c:pt>
                <c:pt idx="394">
                  <c:v>37868</c:v>
                </c:pt>
                <c:pt idx="395">
                  <c:v>37869</c:v>
                </c:pt>
                <c:pt idx="396">
                  <c:v>37872</c:v>
                </c:pt>
                <c:pt idx="397">
                  <c:v>37873</c:v>
                </c:pt>
                <c:pt idx="398">
                  <c:v>37874</c:v>
                </c:pt>
                <c:pt idx="399">
                  <c:v>37875</c:v>
                </c:pt>
                <c:pt idx="400">
                  <c:v>37876</c:v>
                </c:pt>
                <c:pt idx="401">
                  <c:v>37879</c:v>
                </c:pt>
                <c:pt idx="402">
                  <c:v>37880</c:v>
                </c:pt>
                <c:pt idx="403">
                  <c:v>37881</c:v>
                </c:pt>
                <c:pt idx="404">
                  <c:v>37882</c:v>
                </c:pt>
                <c:pt idx="405">
                  <c:v>37883</c:v>
                </c:pt>
                <c:pt idx="406">
                  <c:v>37886</c:v>
                </c:pt>
                <c:pt idx="407">
                  <c:v>37887</c:v>
                </c:pt>
                <c:pt idx="408">
                  <c:v>37888</c:v>
                </c:pt>
                <c:pt idx="409">
                  <c:v>37889</c:v>
                </c:pt>
                <c:pt idx="410">
                  <c:v>37890</c:v>
                </c:pt>
                <c:pt idx="411">
                  <c:v>37893</c:v>
                </c:pt>
                <c:pt idx="412">
                  <c:v>37894</c:v>
                </c:pt>
                <c:pt idx="413">
                  <c:v>37895</c:v>
                </c:pt>
                <c:pt idx="414">
                  <c:v>37896</c:v>
                </c:pt>
                <c:pt idx="415">
                  <c:v>37897</c:v>
                </c:pt>
                <c:pt idx="416">
                  <c:v>37900</c:v>
                </c:pt>
                <c:pt idx="417">
                  <c:v>37901</c:v>
                </c:pt>
                <c:pt idx="418">
                  <c:v>37902</c:v>
                </c:pt>
                <c:pt idx="419">
                  <c:v>37903</c:v>
                </c:pt>
                <c:pt idx="420">
                  <c:v>37904</c:v>
                </c:pt>
                <c:pt idx="421">
                  <c:v>37907</c:v>
                </c:pt>
                <c:pt idx="422">
                  <c:v>37908</c:v>
                </c:pt>
                <c:pt idx="423">
                  <c:v>37909</c:v>
                </c:pt>
                <c:pt idx="424">
                  <c:v>37910</c:v>
                </c:pt>
                <c:pt idx="425">
                  <c:v>37911</c:v>
                </c:pt>
                <c:pt idx="426">
                  <c:v>37914</c:v>
                </c:pt>
                <c:pt idx="427">
                  <c:v>37915</c:v>
                </c:pt>
                <c:pt idx="428">
                  <c:v>37916</c:v>
                </c:pt>
                <c:pt idx="429">
                  <c:v>37917</c:v>
                </c:pt>
                <c:pt idx="430">
                  <c:v>37918</c:v>
                </c:pt>
                <c:pt idx="431">
                  <c:v>37921</c:v>
                </c:pt>
                <c:pt idx="432">
                  <c:v>37922</c:v>
                </c:pt>
                <c:pt idx="433">
                  <c:v>37923</c:v>
                </c:pt>
                <c:pt idx="434">
                  <c:v>37924</c:v>
                </c:pt>
                <c:pt idx="435">
                  <c:v>37925</c:v>
                </c:pt>
                <c:pt idx="436">
                  <c:v>37928</c:v>
                </c:pt>
                <c:pt idx="437">
                  <c:v>37929</c:v>
                </c:pt>
                <c:pt idx="438">
                  <c:v>37930</c:v>
                </c:pt>
                <c:pt idx="439">
                  <c:v>37931</c:v>
                </c:pt>
                <c:pt idx="440">
                  <c:v>37932</c:v>
                </c:pt>
                <c:pt idx="441">
                  <c:v>37935</c:v>
                </c:pt>
                <c:pt idx="442">
                  <c:v>37936</c:v>
                </c:pt>
                <c:pt idx="443">
                  <c:v>37937</c:v>
                </c:pt>
                <c:pt idx="444">
                  <c:v>37938</c:v>
                </c:pt>
                <c:pt idx="445">
                  <c:v>37939</c:v>
                </c:pt>
                <c:pt idx="446">
                  <c:v>37942</c:v>
                </c:pt>
                <c:pt idx="447">
                  <c:v>37943</c:v>
                </c:pt>
                <c:pt idx="448">
                  <c:v>37944</c:v>
                </c:pt>
                <c:pt idx="449">
                  <c:v>37945</c:v>
                </c:pt>
                <c:pt idx="450">
                  <c:v>37946</c:v>
                </c:pt>
                <c:pt idx="451">
                  <c:v>37949</c:v>
                </c:pt>
                <c:pt idx="452">
                  <c:v>37950</c:v>
                </c:pt>
                <c:pt idx="453">
                  <c:v>37951</c:v>
                </c:pt>
                <c:pt idx="454">
                  <c:v>37952</c:v>
                </c:pt>
                <c:pt idx="455">
                  <c:v>37953</c:v>
                </c:pt>
                <c:pt idx="456">
                  <c:v>37956</c:v>
                </c:pt>
                <c:pt idx="457">
                  <c:v>37957</c:v>
                </c:pt>
                <c:pt idx="458">
                  <c:v>37958</c:v>
                </c:pt>
                <c:pt idx="459">
                  <c:v>37959</c:v>
                </c:pt>
                <c:pt idx="460">
                  <c:v>37960</c:v>
                </c:pt>
                <c:pt idx="461">
                  <c:v>37963</c:v>
                </c:pt>
                <c:pt idx="462">
                  <c:v>37964</c:v>
                </c:pt>
                <c:pt idx="463">
                  <c:v>37965</c:v>
                </c:pt>
                <c:pt idx="464">
                  <c:v>37966</c:v>
                </c:pt>
                <c:pt idx="465">
                  <c:v>37967</c:v>
                </c:pt>
                <c:pt idx="466">
                  <c:v>37970</c:v>
                </c:pt>
                <c:pt idx="467">
                  <c:v>37971</c:v>
                </c:pt>
                <c:pt idx="468">
                  <c:v>37972</c:v>
                </c:pt>
                <c:pt idx="469">
                  <c:v>37973</c:v>
                </c:pt>
                <c:pt idx="470">
                  <c:v>37974</c:v>
                </c:pt>
                <c:pt idx="471">
                  <c:v>37977</c:v>
                </c:pt>
                <c:pt idx="472">
                  <c:v>37978</c:v>
                </c:pt>
                <c:pt idx="473">
                  <c:v>37981</c:v>
                </c:pt>
                <c:pt idx="474">
                  <c:v>37984</c:v>
                </c:pt>
                <c:pt idx="475">
                  <c:v>37985</c:v>
                </c:pt>
                <c:pt idx="476">
                  <c:v>37988</c:v>
                </c:pt>
                <c:pt idx="477">
                  <c:v>37991</c:v>
                </c:pt>
                <c:pt idx="478">
                  <c:v>37992</c:v>
                </c:pt>
                <c:pt idx="479">
                  <c:v>37993</c:v>
                </c:pt>
                <c:pt idx="480">
                  <c:v>37994</c:v>
                </c:pt>
                <c:pt idx="481">
                  <c:v>37995</c:v>
                </c:pt>
                <c:pt idx="482">
                  <c:v>37998</c:v>
                </c:pt>
                <c:pt idx="483">
                  <c:v>37999</c:v>
                </c:pt>
                <c:pt idx="484">
                  <c:v>38000</c:v>
                </c:pt>
                <c:pt idx="485">
                  <c:v>38001</c:v>
                </c:pt>
                <c:pt idx="486">
                  <c:v>38002</c:v>
                </c:pt>
                <c:pt idx="487">
                  <c:v>38005</c:v>
                </c:pt>
                <c:pt idx="488">
                  <c:v>38006</c:v>
                </c:pt>
                <c:pt idx="489">
                  <c:v>38007</c:v>
                </c:pt>
                <c:pt idx="490">
                  <c:v>38008</c:v>
                </c:pt>
                <c:pt idx="491">
                  <c:v>38009</c:v>
                </c:pt>
                <c:pt idx="492">
                  <c:v>38012</c:v>
                </c:pt>
                <c:pt idx="493">
                  <c:v>38013</c:v>
                </c:pt>
                <c:pt idx="494">
                  <c:v>38014</c:v>
                </c:pt>
                <c:pt idx="495">
                  <c:v>38015</c:v>
                </c:pt>
                <c:pt idx="496">
                  <c:v>38016</c:v>
                </c:pt>
                <c:pt idx="497">
                  <c:v>38019</c:v>
                </c:pt>
                <c:pt idx="498">
                  <c:v>38020</c:v>
                </c:pt>
                <c:pt idx="499">
                  <c:v>38021</c:v>
                </c:pt>
                <c:pt idx="500">
                  <c:v>38022</c:v>
                </c:pt>
                <c:pt idx="501">
                  <c:v>38023</c:v>
                </c:pt>
                <c:pt idx="502">
                  <c:v>38026</c:v>
                </c:pt>
                <c:pt idx="503">
                  <c:v>38027</c:v>
                </c:pt>
                <c:pt idx="504">
                  <c:v>38028</c:v>
                </c:pt>
                <c:pt idx="505">
                  <c:v>38029</c:v>
                </c:pt>
                <c:pt idx="506">
                  <c:v>38030</c:v>
                </c:pt>
                <c:pt idx="507">
                  <c:v>38033</c:v>
                </c:pt>
                <c:pt idx="508">
                  <c:v>38034</c:v>
                </c:pt>
                <c:pt idx="509">
                  <c:v>38035</c:v>
                </c:pt>
                <c:pt idx="510">
                  <c:v>38036</c:v>
                </c:pt>
                <c:pt idx="511">
                  <c:v>38037</c:v>
                </c:pt>
                <c:pt idx="512">
                  <c:v>38042</c:v>
                </c:pt>
                <c:pt idx="513">
                  <c:v>38043</c:v>
                </c:pt>
                <c:pt idx="514">
                  <c:v>38044</c:v>
                </c:pt>
                <c:pt idx="515">
                  <c:v>38047</c:v>
                </c:pt>
                <c:pt idx="516">
                  <c:v>38048</c:v>
                </c:pt>
                <c:pt idx="517">
                  <c:v>38049</c:v>
                </c:pt>
                <c:pt idx="518">
                  <c:v>38050</c:v>
                </c:pt>
                <c:pt idx="519">
                  <c:v>38051</c:v>
                </c:pt>
                <c:pt idx="520">
                  <c:v>38054</c:v>
                </c:pt>
                <c:pt idx="521">
                  <c:v>38055</c:v>
                </c:pt>
                <c:pt idx="522">
                  <c:v>38056</c:v>
                </c:pt>
                <c:pt idx="523">
                  <c:v>38057</c:v>
                </c:pt>
                <c:pt idx="524">
                  <c:v>38058</c:v>
                </c:pt>
                <c:pt idx="525">
                  <c:v>38061</c:v>
                </c:pt>
                <c:pt idx="526">
                  <c:v>38062</c:v>
                </c:pt>
                <c:pt idx="527">
                  <c:v>38063</c:v>
                </c:pt>
                <c:pt idx="528">
                  <c:v>38064</c:v>
                </c:pt>
                <c:pt idx="529">
                  <c:v>38065</c:v>
                </c:pt>
                <c:pt idx="530">
                  <c:v>38068</c:v>
                </c:pt>
                <c:pt idx="531">
                  <c:v>38069</c:v>
                </c:pt>
                <c:pt idx="532">
                  <c:v>38070</c:v>
                </c:pt>
                <c:pt idx="533">
                  <c:v>38071</c:v>
                </c:pt>
                <c:pt idx="534">
                  <c:v>38072</c:v>
                </c:pt>
                <c:pt idx="535">
                  <c:v>38075</c:v>
                </c:pt>
                <c:pt idx="536">
                  <c:v>38076</c:v>
                </c:pt>
                <c:pt idx="537">
                  <c:v>38077</c:v>
                </c:pt>
                <c:pt idx="538">
                  <c:v>38078</c:v>
                </c:pt>
                <c:pt idx="539">
                  <c:v>38079</c:v>
                </c:pt>
                <c:pt idx="540">
                  <c:v>38082</c:v>
                </c:pt>
                <c:pt idx="541">
                  <c:v>38083</c:v>
                </c:pt>
                <c:pt idx="542">
                  <c:v>38084</c:v>
                </c:pt>
                <c:pt idx="543">
                  <c:v>38085</c:v>
                </c:pt>
                <c:pt idx="544">
                  <c:v>38089</c:v>
                </c:pt>
                <c:pt idx="545">
                  <c:v>38090</c:v>
                </c:pt>
                <c:pt idx="546">
                  <c:v>38091</c:v>
                </c:pt>
                <c:pt idx="547">
                  <c:v>38092</c:v>
                </c:pt>
                <c:pt idx="548">
                  <c:v>38093</c:v>
                </c:pt>
                <c:pt idx="549">
                  <c:v>38096</c:v>
                </c:pt>
                <c:pt idx="550">
                  <c:v>38097</c:v>
                </c:pt>
                <c:pt idx="551">
                  <c:v>38099</c:v>
                </c:pt>
                <c:pt idx="552">
                  <c:v>38100</c:v>
                </c:pt>
                <c:pt idx="553">
                  <c:v>38103</c:v>
                </c:pt>
                <c:pt idx="554">
                  <c:v>38104</c:v>
                </c:pt>
                <c:pt idx="555">
                  <c:v>38105</c:v>
                </c:pt>
                <c:pt idx="556">
                  <c:v>38106</c:v>
                </c:pt>
                <c:pt idx="557">
                  <c:v>38107</c:v>
                </c:pt>
                <c:pt idx="558">
                  <c:v>38110</c:v>
                </c:pt>
                <c:pt idx="559">
                  <c:v>38111</c:v>
                </c:pt>
                <c:pt idx="560">
                  <c:v>38112</c:v>
                </c:pt>
                <c:pt idx="561">
                  <c:v>38113</c:v>
                </c:pt>
                <c:pt idx="562">
                  <c:v>38114</c:v>
                </c:pt>
                <c:pt idx="563">
                  <c:v>38117</c:v>
                </c:pt>
                <c:pt idx="564">
                  <c:v>38118</c:v>
                </c:pt>
                <c:pt idx="565">
                  <c:v>38119</c:v>
                </c:pt>
                <c:pt idx="566">
                  <c:v>38120</c:v>
                </c:pt>
                <c:pt idx="567">
                  <c:v>38121</c:v>
                </c:pt>
                <c:pt idx="568">
                  <c:v>38124</c:v>
                </c:pt>
                <c:pt idx="569">
                  <c:v>38125</c:v>
                </c:pt>
                <c:pt idx="570">
                  <c:v>38126</c:v>
                </c:pt>
                <c:pt idx="571">
                  <c:v>38127</c:v>
                </c:pt>
                <c:pt idx="572">
                  <c:v>38128</c:v>
                </c:pt>
                <c:pt idx="573">
                  <c:v>38131</c:v>
                </c:pt>
                <c:pt idx="574">
                  <c:v>38132</c:v>
                </c:pt>
                <c:pt idx="575">
                  <c:v>38133</c:v>
                </c:pt>
                <c:pt idx="576">
                  <c:v>38134</c:v>
                </c:pt>
                <c:pt idx="577">
                  <c:v>38135</c:v>
                </c:pt>
                <c:pt idx="578">
                  <c:v>38138</c:v>
                </c:pt>
                <c:pt idx="579">
                  <c:v>38139</c:v>
                </c:pt>
                <c:pt idx="580">
                  <c:v>38140</c:v>
                </c:pt>
                <c:pt idx="581">
                  <c:v>38141</c:v>
                </c:pt>
                <c:pt idx="582">
                  <c:v>38142</c:v>
                </c:pt>
                <c:pt idx="583">
                  <c:v>38145</c:v>
                </c:pt>
                <c:pt idx="584">
                  <c:v>38146</c:v>
                </c:pt>
                <c:pt idx="585">
                  <c:v>38147</c:v>
                </c:pt>
                <c:pt idx="586">
                  <c:v>38149</c:v>
                </c:pt>
                <c:pt idx="587">
                  <c:v>38152</c:v>
                </c:pt>
                <c:pt idx="588">
                  <c:v>38153</c:v>
                </c:pt>
                <c:pt idx="589">
                  <c:v>38154</c:v>
                </c:pt>
                <c:pt idx="590">
                  <c:v>38155</c:v>
                </c:pt>
                <c:pt idx="591">
                  <c:v>38156</c:v>
                </c:pt>
                <c:pt idx="592">
                  <c:v>38159</c:v>
                </c:pt>
                <c:pt idx="593">
                  <c:v>38160</c:v>
                </c:pt>
                <c:pt idx="594">
                  <c:v>38161</c:v>
                </c:pt>
                <c:pt idx="595">
                  <c:v>38162</c:v>
                </c:pt>
                <c:pt idx="596">
                  <c:v>38163</c:v>
                </c:pt>
                <c:pt idx="597">
                  <c:v>38166</c:v>
                </c:pt>
                <c:pt idx="598">
                  <c:v>38167</c:v>
                </c:pt>
                <c:pt idx="599">
                  <c:v>38168</c:v>
                </c:pt>
                <c:pt idx="600">
                  <c:v>38169</c:v>
                </c:pt>
                <c:pt idx="601">
                  <c:v>38170</c:v>
                </c:pt>
                <c:pt idx="602">
                  <c:v>38173</c:v>
                </c:pt>
                <c:pt idx="603">
                  <c:v>38174</c:v>
                </c:pt>
                <c:pt idx="604">
                  <c:v>38175</c:v>
                </c:pt>
                <c:pt idx="605">
                  <c:v>38176</c:v>
                </c:pt>
                <c:pt idx="606">
                  <c:v>38180</c:v>
                </c:pt>
                <c:pt idx="607">
                  <c:v>38181</c:v>
                </c:pt>
                <c:pt idx="608">
                  <c:v>38182</c:v>
                </c:pt>
                <c:pt idx="609">
                  <c:v>38183</c:v>
                </c:pt>
                <c:pt idx="610">
                  <c:v>38184</c:v>
                </c:pt>
                <c:pt idx="611">
                  <c:v>38187</c:v>
                </c:pt>
                <c:pt idx="612">
                  <c:v>38188</c:v>
                </c:pt>
                <c:pt idx="613">
                  <c:v>38189</c:v>
                </c:pt>
                <c:pt idx="614">
                  <c:v>38190</c:v>
                </c:pt>
                <c:pt idx="615">
                  <c:v>38191</c:v>
                </c:pt>
                <c:pt idx="616">
                  <c:v>38194</c:v>
                </c:pt>
                <c:pt idx="617">
                  <c:v>38195</c:v>
                </c:pt>
                <c:pt idx="618">
                  <c:v>38196</c:v>
                </c:pt>
                <c:pt idx="619">
                  <c:v>38197</c:v>
                </c:pt>
                <c:pt idx="620">
                  <c:v>38198</c:v>
                </c:pt>
                <c:pt idx="621">
                  <c:v>38201</c:v>
                </c:pt>
                <c:pt idx="622">
                  <c:v>38202</c:v>
                </c:pt>
                <c:pt idx="623">
                  <c:v>38203</c:v>
                </c:pt>
                <c:pt idx="624">
                  <c:v>38204</c:v>
                </c:pt>
                <c:pt idx="625">
                  <c:v>38205</c:v>
                </c:pt>
                <c:pt idx="626">
                  <c:v>38208</c:v>
                </c:pt>
                <c:pt idx="627">
                  <c:v>38209</c:v>
                </c:pt>
                <c:pt idx="628">
                  <c:v>38210</c:v>
                </c:pt>
                <c:pt idx="629">
                  <c:v>38211</c:v>
                </c:pt>
                <c:pt idx="630">
                  <c:v>38212</c:v>
                </c:pt>
                <c:pt idx="631">
                  <c:v>38215</c:v>
                </c:pt>
                <c:pt idx="632">
                  <c:v>38216</c:v>
                </c:pt>
                <c:pt idx="633">
                  <c:v>38217</c:v>
                </c:pt>
                <c:pt idx="634">
                  <c:v>38218</c:v>
                </c:pt>
                <c:pt idx="635">
                  <c:v>38219</c:v>
                </c:pt>
                <c:pt idx="636">
                  <c:v>38222</c:v>
                </c:pt>
                <c:pt idx="637">
                  <c:v>38223</c:v>
                </c:pt>
                <c:pt idx="638">
                  <c:v>38224</c:v>
                </c:pt>
                <c:pt idx="639">
                  <c:v>38225</c:v>
                </c:pt>
                <c:pt idx="640">
                  <c:v>38226</c:v>
                </c:pt>
                <c:pt idx="641">
                  <c:v>38229</c:v>
                </c:pt>
                <c:pt idx="642">
                  <c:v>38230</c:v>
                </c:pt>
                <c:pt idx="643">
                  <c:v>38231</c:v>
                </c:pt>
                <c:pt idx="644">
                  <c:v>38232</c:v>
                </c:pt>
                <c:pt idx="645">
                  <c:v>38233</c:v>
                </c:pt>
                <c:pt idx="646">
                  <c:v>38236</c:v>
                </c:pt>
                <c:pt idx="647">
                  <c:v>38238</c:v>
                </c:pt>
                <c:pt idx="648">
                  <c:v>38239</c:v>
                </c:pt>
                <c:pt idx="649">
                  <c:v>38240</c:v>
                </c:pt>
                <c:pt idx="650">
                  <c:v>38243</c:v>
                </c:pt>
                <c:pt idx="651">
                  <c:v>38244</c:v>
                </c:pt>
                <c:pt idx="652">
                  <c:v>38245</c:v>
                </c:pt>
                <c:pt idx="653">
                  <c:v>38246</c:v>
                </c:pt>
                <c:pt idx="654">
                  <c:v>38247</c:v>
                </c:pt>
                <c:pt idx="655">
                  <c:v>38250</c:v>
                </c:pt>
                <c:pt idx="656">
                  <c:v>38251</c:v>
                </c:pt>
                <c:pt idx="657">
                  <c:v>38252</c:v>
                </c:pt>
                <c:pt idx="658">
                  <c:v>38253</c:v>
                </c:pt>
                <c:pt idx="659">
                  <c:v>38254</c:v>
                </c:pt>
                <c:pt idx="660">
                  <c:v>38257</c:v>
                </c:pt>
                <c:pt idx="661">
                  <c:v>38258</c:v>
                </c:pt>
                <c:pt idx="662">
                  <c:v>38259</c:v>
                </c:pt>
                <c:pt idx="663">
                  <c:v>38260</c:v>
                </c:pt>
                <c:pt idx="664">
                  <c:v>38261</c:v>
                </c:pt>
                <c:pt idx="665">
                  <c:v>38264</c:v>
                </c:pt>
                <c:pt idx="666">
                  <c:v>38265</c:v>
                </c:pt>
                <c:pt idx="667">
                  <c:v>38266</c:v>
                </c:pt>
                <c:pt idx="668">
                  <c:v>38267</c:v>
                </c:pt>
                <c:pt idx="669">
                  <c:v>38268</c:v>
                </c:pt>
                <c:pt idx="670">
                  <c:v>38271</c:v>
                </c:pt>
                <c:pt idx="671">
                  <c:v>38273</c:v>
                </c:pt>
                <c:pt idx="672">
                  <c:v>38274</c:v>
                </c:pt>
                <c:pt idx="673">
                  <c:v>38275</c:v>
                </c:pt>
                <c:pt idx="674">
                  <c:v>38278</c:v>
                </c:pt>
                <c:pt idx="675">
                  <c:v>38279</c:v>
                </c:pt>
                <c:pt idx="676">
                  <c:v>38280</c:v>
                </c:pt>
                <c:pt idx="677">
                  <c:v>38281</c:v>
                </c:pt>
                <c:pt idx="678">
                  <c:v>38282</c:v>
                </c:pt>
                <c:pt idx="679">
                  <c:v>38285</c:v>
                </c:pt>
                <c:pt idx="680">
                  <c:v>38286</c:v>
                </c:pt>
                <c:pt idx="681">
                  <c:v>38287</c:v>
                </c:pt>
                <c:pt idx="682">
                  <c:v>38288</c:v>
                </c:pt>
                <c:pt idx="683">
                  <c:v>38289</c:v>
                </c:pt>
                <c:pt idx="684">
                  <c:v>38292</c:v>
                </c:pt>
                <c:pt idx="685">
                  <c:v>38294</c:v>
                </c:pt>
                <c:pt idx="686">
                  <c:v>38295</c:v>
                </c:pt>
                <c:pt idx="687">
                  <c:v>38296</c:v>
                </c:pt>
                <c:pt idx="688">
                  <c:v>38299</c:v>
                </c:pt>
                <c:pt idx="689">
                  <c:v>38300</c:v>
                </c:pt>
                <c:pt idx="690">
                  <c:v>38301</c:v>
                </c:pt>
                <c:pt idx="691">
                  <c:v>38302</c:v>
                </c:pt>
                <c:pt idx="692">
                  <c:v>38303</c:v>
                </c:pt>
                <c:pt idx="693">
                  <c:v>38307</c:v>
                </c:pt>
                <c:pt idx="694">
                  <c:v>38308</c:v>
                </c:pt>
                <c:pt idx="695">
                  <c:v>38309</c:v>
                </c:pt>
                <c:pt idx="696">
                  <c:v>38310</c:v>
                </c:pt>
                <c:pt idx="697">
                  <c:v>38313</c:v>
                </c:pt>
                <c:pt idx="698">
                  <c:v>38314</c:v>
                </c:pt>
                <c:pt idx="699">
                  <c:v>38315</c:v>
                </c:pt>
                <c:pt idx="700">
                  <c:v>38316</c:v>
                </c:pt>
                <c:pt idx="701">
                  <c:v>38317</c:v>
                </c:pt>
                <c:pt idx="702">
                  <c:v>38320</c:v>
                </c:pt>
                <c:pt idx="703">
                  <c:v>38321</c:v>
                </c:pt>
                <c:pt idx="704">
                  <c:v>38322</c:v>
                </c:pt>
                <c:pt idx="705">
                  <c:v>38323</c:v>
                </c:pt>
                <c:pt idx="706">
                  <c:v>38324</c:v>
                </c:pt>
                <c:pt idx="707">
                  <c:v>38327</c:v>
                </c:pt>
                <c:pt idx="708">
                  <c:v>38328</c:v>
                </c:pt>
                <c:pt idx="709">
                  <c:v>38329</c:v>
                </c:pt>
                <c:pt idx="710">
                  <c:v>38330</c:v>
                </c:pt>
                <c:pt idx="711">
                  <c:v>38331</c:v>
                </c:pt>
                <c:pt idx="712">
                  <c:v>38334</c:v>
                </c:pt>
                <c:pt idx="713">
                  <c:v>38335</c:v>
                </c:pt>
                <c:pt idx="714">
                  <c:v>38336</c:v>
                </c:pt>
                <c:pt idx="715">
                  <c:v>38337</c:v>
                </c:pt>
                <c:pt idx="716">
                  <c:v>38338</c:v>
                </c:pt>
                <c:pt idx="717">
                  <c:v>38341</c:v>
                </c:pt>
                <c:pt idx="718">
                  <c:v>38342</c:v>
                </c:pt>
                <c:pt idx="719">
                  <c:v>38343</c:v>
                </c:pt>
                <c:pt idx="720">
                  <c:v>38344</c:v>
                </c:pt>
                <c:pt idx="721">
                  <c:v>38348</c:v>
                </c:pt>
                <c:pt idx="722">
                  <c:v>38349</c:v>
                </c:pt>
                <c:pt idx="723">
                  <c:v>38350</c:v>
                </c:pt>
                <c:pt idx="724">
                  <c:v>38351</c:v>
                </c:pt>
                <c:pt idx="725">
                  <c:v>38355</c:v>
                </c:pt>
                <c:pt idx="726">
                  <c:v>38356</c:v>
                </c:pt>
                <c:pt idx="727">
                  <c:v>38357</c:v>
                </c:pt>
                <c:pt idx="728">
                  <c:v>38358</c:v>
                </c:pt>
                <c:pt idx="729">
                  <c:v>38359</c:v>
                </c:pt>
                <c:pt idx="730">
                  <c:v>38362</c:v>
                </c:pt>
                <c:pt idx="731">
                  <c:v>38363</c:v>
                </c:pt>
                <c:pt idx="732">
                  <c:v>38364</c:v>
                </c:pt>
                <c:pt idx="733">
                  <c:v>38365</c:v>
                </c:pt>
                <c:pt idx="734">
                  <c:v>38366</c:v>
                </c:pt>
                <c:pt idx="735">
                  <c:v>38369</c:v>
                </c:pt>
                <c:pt idx="736">
                  <c:v>38370</c:v>
                </c:pt>
                <c:pt idx="737">
                  <c:v>38371</c:v>
                </c:pt>
                <c:pt idx="738">
                  <c:v>38372</c:v>
                </c:pt>
                <c:pt idx="739">
                  <c:v>38373</c:v>
                </c:pt>
                <c:pt idx="740">
                  <c:v>38376</c:v>
                </c:pt>
                <c:pt idx="741">
                  <c:v>38378</c:v>
                </c:pt>
                <c:pt idx="742">
                  <c:v>38379</c:v>
                </c:pt>
                <c:pt idx="743">
                  <c:v>38380</c:v>
                </c:pt>
                <c:pt idx="744">
                  <c:v>38383</c:v>
                </c:pt>
                <c:pt idx="745">
                  <c:v>38384</c:v>
                </c:pt>
                <c:pt idx="746">
                  <c:v>38385</c:v>
                </c:pt>
                <c:pt idx="747">
                  <c:v>38386</c:v>
                </c:pt>
                <c:pt idx="748">
                  <c:v>38387</c:v>
                </c:pt>
                <c:pt idx="749">
                  <c:v>38392</c:v>
                </c:pt>
                <c:pt idx="750">
                  <c:v>38393</c:v>
                </c:pt>
                <c:pt idx="751">
                  <c:v>38394</c:v>
                </c:pt>
                <c:pt idx="752">
                  <c:v>38397</c:v>
                </c:pt>
                <c:pt idx="753">
                  <c:v>38398</c:v>
                </c:pt>
                <c:pt idx="754">
                  <c:v>38399</c:v>
                </c:pt>
                <c:pt idx="755">
                  <c:v>38400</c:v>
                </c:pt>
                <c:pt idx="756">
                  <c:v>38401</c:v>
                </c:pt>
                <c:pt idx="757">
                  <c:v>38404</c:v>
                </c:pt>
                <c:pt idx="758">
                  <c:v>38405</c:v>
                </c:pt>
                <c:pt idx="759">
                  <c:v>38406</c:v>
                </c:pt>
                <c:pt idx="760">
                  <c:v>38407</c:v>
                </c:pt>
                <c:pt idx="761">
                  <c:v>38408</c:v>
                </c:pt>
                <c:pt idx="762">
                  <c:v>38411</c:v>
                </c:pt>
                <c:pt idx="763">
                  <c:v>38412</c:v>
                </c:pt>
                <c:pt idx="764">
                  <c:v>38413</c:v>
                </c:pt>
                <c:pt idx="765">
                  <c:v>38414</c:v>
                </c:pt>
                <c:pt idx="766">
                  <c:v>38415</c:v>
                </c:pt>
                <c:pt idx="767">
                  <c:v>38418</c:v>
                </c:pt>
                <c:pt idx="768">
                  <c:v>38419</c:v>
                </c:pt>
                <c:pt idx="769">
                  <c:v>38420</c:v>
                </c:pt>
                <c:pt idx="770">
                  <c:v>38421</c:v>
                </c:pt>
                <c:pt idx="771">
                  <c:v>38422</c:v>
                </c:pt>
                <c:pt idx="772">
                  <c:v>38425</c:v>
                </c:pt>
                <c:pt idx="773">
                  <c:v>38426</c:v>
                </c:pt>
                <c:pt idx="774">
                  <c:v>38427</c:v>
                </c:pt>
                <c:pt idx="775">
                  <c:v>38428</c:v>
                </c:pt>
                <c:pt idx="776">
                  <c:v>38429</c:v>
                </c:pt>
                <c:pt idx="777">
                  <c:v>38432</c:v>
                </c:pt>
                <c:pt idx="778">
                  <c:v>38433</c:v>
                </c:pt>
                <c:pt idx="779">
                  <c:v>38434</c:v>
                </c:pt>
                <c:pt idx="780">
                  <c:v>38435</c:v>
                </c:pt>
                <c:pt idx="781">
                  <c:v>38439</c:v>
                </c:pt>
                <c:pt idx="782">
                  <c:v>38440</c:v>
                </c:pt>
                <c:pt idx="783">
                  <c:v>38441</c:v>
                </c:pt>
                <c:pt idx="784">
                  <c:v>38442</c:v>
                </c:pt>
                <c:pt idx="785">
                  <c:v>38443</c:v>
                </c:pt>
                <c:pt idx="786">
                  <c:v>38446</c:v>
                </c:pt>
                <c:pt idx="787">
                  <c:v>38447</c:v>
                </c:pt>
                <c:pt idx="788">
                  <c:v>38448</c:v>
                </c:pt>
                <c:pt idx="789">
                  <c:v>38449</c:v>
                </c:pt>
                <c:pt idx="790">
                  <c:v>38450</c:v>
                </c:pt>
                <c:pt idx="791">
                  <c:v>38453</c:v>
                </c:pt>
                <c:pt idx="792">
                  <c:v>38454</c:v>
                </c:pt>
                <c:pt idx="793">
                  <c:v>38455</c:v>
                </c:pt>
                <c:pt idx="794">
                  <c:v>38456</c:v>
                </c:pt>
                <c:pt idx="795">
                  <c:v>38457</c:v>
                </c:pt>
                <c:pt idx="796">
                  <c:v>38460</c:v>
                </c:pt>
                <c:pt idx="797">
                  <c:v>38461</c:v>
                </c:pt>
                <c:pt idx="798">
                  <c:v>38462</c:v>
                </c:pt>
                <c:pt idx="799">
                  <c:v>38464</c:v>
                </c:pt>
                <c:pt idx="800">
                  <c:v>38467</c:v>
                </c:pt>
                <c:pt idx="801">
                  <c:v>38468</c:v>
                </c:pt>
                <c:pt idx="802">
                  <c:v>38469</c:v>
                </c:pt>
                <c:pt idx="803">
                  <c:v>38470</c:v>
                </c:pt>
                <c:pt idx="804">
                  <c:v>38471</c:v>
                </c:pt>
                <c:pt idx="805">
                  <c:v>38474</c:v>
                </c:pt>
                <c:pt idx="806">
                  <c:v>38475</c:v>
                </c:pt>
                <c:pt idx="807">
                  <c:v>38476</c:v>
                </c:pt>
                <c:pt idx="808">
                  <c:v>38477</c:v>
                </c:pt>
                <c:pt idx="809">
                  <c:v>38478</c:v>
                </c:pt>
                <c:pt idx="810">
                  <c:v>38481</c:v>
                </c:pt>
                <c:pt idx="811">
                  <c:v>38482</c:v>
                </c:pt>
                <c:pt idx="812">
                  <c:v>38483</c:v>
                </c:pt>
                <c:pt idx="813">
                  <c:v>38484</c:v>
                </c:pt>
                <c:pt idx="814">
                  <c:v>38485</c:v>
                </c:pt>
                <c:pt idx="815">
                  <c:v>38488</c:v>
                </c:pt>
                <c:pt idx="816">
                  <c:v>38489</c:v>
                </c:pt>
                <c:pt idx="817">
                  <c:v>38490</c:v>
                </c:pt>
                <c:pt idx="818">
                  <c:v>38491</c:v>
                </c:pt>
                <c:pt idx="819">
                  <c:v>38492</c:v>
                </c:pt>
                <c:pt idx="820">
                  <c:v>38495</c:v>
                </c:pt>
                <c:pt idx="821">
                  <c:v>38496</c:v>
                </c:pt>
                <c:pt idx="822">
                  <c:v>38497</c:v>
                </c:pt>
                <c:pt idx="823">
                  <c:v>38499</c:v>
                </c:pt>
                <c:pt idx="824">
                  <c:v>38502</c:v>
                </c:pt>
                <c:pt idx="825">
                  <c:v>38503</c:v>
                </c:pt>
                <c:pt idx="826">
                  <c:v>38504</c:v>
                </c:pt>
                <c:pt idx="827">
                  <c:v>38505</c:v>
                </c:pt>
                <c:pt idx="828">
                  <c:v>38506</c:v>
                </c:pt>
                <c:pt idx="829">
                  <c:v>38509</c:v>
                </c:pt>
                <c:pt idx="830">
                  <c:v>38510</c:v>
                </c:pt>
                <c:pt idx="831">
                  <c:v>38511</c:v>
                </c:pt>
                <c:pt idx="832">
                  <c:v>38512</c:v>
                </c:pt>
                <c:pt idx="833">
                  <c:v>38513</c:v>
                </c:pt>
                <c:pt idx="834">
                  <c:v>38516</c:v>
                </c:pt>
                <c:pt idx="835">
                  <c:v>38517</c:v>
                </c:pt>
                <c:pt idx="836">
                  <c:v>38518</c:v>
                </c:pt>
                <c:pt idx="837">
                  <c:v>38519</c:v>
                </c:pt>
                <c:pt idx="838">
                  <c:v>38520</c:v>
                </c:pt>
                <c:pt idx="839">
                  <c:v>38523</c:v>
                </c:pt>
                <c:pt idx="840">
                  <c:v>38524</c:v>
                </c:pt>
                <c:pt idx="841">
                  <c:v>38525</c:v>
                </c:pt>
                <c:pt idx="842">
                  <c:v>38526</c:v>
                </c:pt>
                <c:pt idx="843">
                  <c:v>38527</c:v>
                </c:pt>
                <c:pt idx="844">
                  <c:v>38530</c:v>
                </c:pt>
                <c:pt idx="845">
                  <c:v>38531</c:v>
                </c:pt>
                <c:pt idx="846">
                  <c:v>38532</c:v>
                </c:pt>
                <c:pt idx="847">
                  <c:v>38533</c:v>
                </c:pt>
                <c:pt idx="848">
                  <c:v>38534</c:v>
                </c:pt>
                <c:pt idx="849">
                  <c:v>38537</c:v>
                </c:pt>
                <c:pt idx="850">
                  <c:v>38538</c:v>
                </c:pt>
                <c:pt idx="851">
                  <c:v>38539</c:v>
                </c:pt>
                <c:pt idx="852">
                  <c:v>38540</c:v>
                </c:pt>
                <c:pt idx="853">
                  <c:v>38541</c:v>
                </c:pt>
                <c:pt idx="854">
                  <c:v>38544</c:v>
                </c:pt>
                <c:pt idx="855">
                  <c:v>38545</c:v>
                </c:pt>
                <c:pt idx="856">
                  <c:v>38546</c:v>
                </c:pt>
                <c:pt idx="857">
                  <c:v>38547</c:v>
                </c:pt>
                <c:pt idx="858">
                  <c:v>38548</c:v>
                </c:pt>
                <c:pt idx="859">
                  <c:v>38551</c:v>
                </c:pt>
                <c:pt idx="860">
                  <c:v>38552</c:v>
                </c:pt>
                <c:pt idx="861">
                  <c:v>38553</c:v>
                </c:pt>
                <c:pt idx="862">
                  <c:v>38554</c:v>
                </c:pt>
                <c:pt idx="863">
                  <c:v>38555</c:v>
                </c:pt>
                <c:pt idx="864">
                  <c:v>38558</c:v>
                </c:pt>
                <c:pt idx="865">
                  <c:v>38559</c:v>
                </c:pt>
                <c:pt idx="866">
                  <c:v>38560</c:v>
                </c:pt>
                <c:pt idx="867">
                  <c:v>38561</c:v>
                </c:pt>
                <c:pt idx="868">
                  <c:v>38562</c:v>
                </c:pt>
                <c:pt idx="869">
                  <c:v>38565</c:v>
                </c:pt>
                <c:pt idx="870">
                  <c:v>38566</c:v>
                </c:pt>
                <c:pt idx="871">
                  <c:v>38567</c:v>
                </c:pt>
                <c:pt idx="872">
                  <c:v>38568</c:v>
                </c:pt>
                <c:pt idx="873">
                  <c:v>38569</c:v>
                </c:pt>
                <c:pt idx="874">
                  <c:v>38572</c:v>
                </c:pt>
                <c:pt idx="875">
                  <c:v>38573</c:v>
                </c:pt>
                <c:pt idx="876">
                  <c:v>38574</c:v>
                </c:pt>
                <c:pt idx="877">
                  <c:v>38575</c:v>
                </c:pt>
                <c:pt idx="878">
                  <c:v>38576</c:v>
                </c:pt>
                <c:pt idx="879">
                  <c:v>38579</c:v>
                </c:pt>
                <c:pt idx="880">
                  <c:v>38580</c:v>
                </c:pt>
                <c:pt idx="881">
                  <c:v>38581</c:v>
                </c:pt>
                <c:pt idx="882">
                  <c:v>38582</c:v>
                </c:pt>
                <c:pt idx="883">
                  <c:v>38583</c:v>
                </c:pt>
                <c:pt idx="884">
                  <c:v>38586</c:v>
                </c:pt>
                <c:pt idx="885">
                  <c:v>38587</c:v>
                </c:pt>
                <c:pt idx="886">
                  <c:v>38588</c:v>
                </c:pt>
                <c:pt idx="887">
                  <c:v>38589</c:v>
                </c:pt>
                <c:pt idx="888">
                  <c:v>38590</c:v>
                </c:pt>
                <c:pt idx="889">
                  <c:v>38593</c:v>
                </c:pt>
                <c:pt idx="890">
                  <c:v>38594</c:v>
                </c:pt>
                <c:pt idx="891">
                  <c:v>38595</c:v>
                </c:pt>
                <c:pt idx="892">
                  <c:v>38596</c:v>
                </c:pt>
                <c:pt idx="893">
                  <c:v>38597</c:v>
                </c:pt>
                <c:pt idx="894">
                  <c:v>38600</c:v>
                </c:pt>
                <c:pt idx="895">
                  <c:v>38601</c:v>
                </c:pt>
                <c:pt idx="896">
                  <c:v>38603</c:v>
                </c:pt>
                <c:pt idx="897">
                  <c:v>38604</c:v>
                </c:pt>
                <c:pt idx="898">
                  <c:v>38607</c:v>
                </c:pt>
                <c:pt idx="899">
                  <c:v>38608</c:v>
                </c:pt>
                <c:pt idx="900">
                  <c:v>38609</c:v>
                </c:pt>
                <c:pt idx="901">
                  <c:v>38610</c:v>
                </c:pt>
                <c:pt idx="902">
                  <c:v>38611</c:v>
                </c:pt>
                <c:pt idx="903">
                  <c:v>38614</c:v>
                </c:pt>
                <c:pt idx="904">
                  <c:v>38615</c:v>
                </c:pt>
                <c:pt idx="905">
                  <c:v>38616</c:v>
                </c:pt>
                <c:pt idx="906">
                  <c:v>38617</c:v>
                </c:pt>
                <c:pt idx="907">
                  <c:v>38618</c:v>
                </c:pt>
                <c:pt idx="908">
                  <c:v>38621</c:v>
                </c:pt>
                <c:pt idx="909">
                  <c:v>38622</c:v>
                </c:pt>
                <c:pt idx="910">
                  <c:v>38623</c:v>
                </c:pt>
                <c:pt idx="911">
                  <c:v>38624</c:v>
                </c:pt>
                <c:pt idx="912">
                  <c:v>38625</c:v>
                </c:pt>
                <c:pt idx="913">
                  <c:v>38628</c:v>
                </c:pt>
                <c:pt idx="914">
                  <c:v>38629</c:v>
                </c:pt>
                <c:pt idx="915">
                  <c:v>38630</c:v>
                </c:pt>
                <c:pt idx="916">
                  <c:v>38631</c:v>
                </c:pt>
                <c:pt idx="917">
                  <c:v>38632</c:v>
                </c:pt>
                <c:pt idx="918">
                  <c:v>38635</c:v>
                </c:pt>
                <c:pt idx="919">
                  <c:v>38636</c:v>
                </c:pt>
                <c:pt idx="920">
                  <c:v>38638</c:v>
                </c:pt>
                <c:pt idx="921">
                  <c:v>38639</c:v>
                </c:pt>
                <c:pt idx="922">
                  <c:v>38642</c:v>
                </c:pt>
                <c:pt idx="923">
                  <c:v>38643</c:v>
                </c:pt>
                <c:pt idx="924">
                  <c:v>38644</c:v>
                </c:pt>
                <c:pt idx="925">
                  <c:v>38645</c:v>
                </c:pt>
                <c:pt idx="926">
                  <c:v>38646</c:v>
                </c:pt>
                <c:pt idx="927">
                  <c:v>38649</c:v>
                </c:pt>
                <c:pt idx="928">
                  <c:v>38650</c:v>
                </c:pt>
                <c:pt idx="929">
                  <c:v>38651</c:v>
                </c:pt>
                <c:pt idx="930">
                  <c:v>38652</c:v>
                </c:pt>
                <c:pt idx="931">
                  <c:v>38653</c:v>
                </c:pt>
                <c:pt idx="932">
                  <c:v>38656</c:v>
                </c:pt>
                <c:pt idx="933">
                  <c:v>38657</c:v>
                </c:pt>
                <c:pt idx="934">
                  <c:v>38659</c:v>
                </c:pt>
                <c:pt idx="935">
                  <c:v>38660</c:v>
                </c:pt>
                <c:pt idx="936">
                  <c:v>38663</c:v>
                </c:pt>
                <c:pt idx="937">
                  <c:v>38664</c:v>
                </c:pt>
                <c:pt idx="938">
                  <c:v>38665</c:v>
                </c:pt>
                <c:pt idx="939">
                  <c:v>38666</c:v>
                </c:pt>
                <c:pt idx="940">
                  <c:v>38667</c:v>
                </c:pt>
                <c:pt idx="941">
                  <c:v>38670</c:v>
                </c:pt>
                <c:pt idx="942">
                  <c:v>38672</c:v>
                </c:pt>
                <c:pt idx="943">
                  <c:v>38673</c:v>
                </c:pt>
                <c:pt idx="944">
                  <c:v>38674</c:v>
                </c:pt>
                <c:pt idx="945">
                  <c:v>38677</c:v>
                </c:pt>
                <c:pt idx="946">
                  <c:v>38678</c:v>
                </c:pt>
                <c:pt idx="947">
                  <c:v>38679</c:v>
                </c:pt>
                <c:pt idx="948">
                  <c:v>38680</c:v>
                </c:pt>
                <c:pt idx="949">
                  <c:v>38681</c:v>
                </c:pt>
                <c:pt idx="950">
                  <c:v>38684</c:v>
                </c:pt>
                <c:pt idx="951">
                  <c:v>38685</c:v>
                </c:pt>
                <c:pt idx="952">
                  <c:v>38686</c:v>
                </c:pt>
                <c:pt idx="953">
                  <c:v>38687</c:v>
                </c:pt>
                <c:pt idx="954">
                  <c:v>38688</c:v>
                </c:pt>
                <c:pt idx="955">
                  <c:v>38691</c:v>
                </c:pt>
                <c:pt idx="956">
                  <c:v>38692</c:v>
                </c:pt>
                <c:pt idx="957">
                  <c:v>38693</c:v>
                </c:pt>
                <c:pt idx="958">
                  <c:v>38694</c:v>
                </c:pt>
                <c:pt idx="959">
                  <c:v>38695</c:v>
                </c:pt>
                <c:pt idx="960">
                  <c:v>38698</c:v>
                </c:pt>
                <c:pt idx="961">
                  <c:v>38699</c:v>
                </c:pt>
                <c:pt idx="962">
                  <c:v>38700</c:v>
                </c:pt>
                <c:pt idx="963">
                  <c:v>38701</c:v>
                </c:pt>
                <c:pt idx="964">
                  <c:v>38702</c:v>
                </c:pt>
                <c:pt idx="965">
                  <c:v>38705</c:v>
                </c:pt>
                <c:pt idx="966">
                  <c:v>38706</c:v>
                </c:pt>
                <c:pt idx="967">
                  <c:v>38707</c:v>
                </c:pt>
                <c:pt idx="968">
                  <c:v>38708</c:v>
                </c:pt>
                <c:pt idx="969">
                  <c:v>38709</c:v>
                </c:pt>
                <c:pt idx="970">
                  <c:v>38712</c:v>
                </c:pt>
                <c:pt idx="971">
                  <c:v>38713</c:v>
                </c:pt>
                <c:pt idx="972">
                  <c:v>38714</c:v>
                </c:pt>
                <c:pt idx="973">
                  <c:v>38715</c:v>
                </c:pt>
                <c:pt idx="974">
                  <c:v>38719</c:v>
                </c:pt>
                <c:pt idx="975">
                  <c:v>38720</c:v>
                </c:pt>
                <c:pt idx="976">
                  <c:v>38721</c:v>
                </c:pt>
                <c:pt idx="977">
                  <c:v>38722</c:v>
                </c:pt>
                <c:pt idx="978">
                  <c:v>38723</c:v>
                </c:pt>
                <c:pt idx="979">
                  <c:v>38726</c:v>
                </c:pt>
                <c:pt idx="980">
                  <c:v>38727</c:v>
                </c:pt>
                <c:pt idx="981">
                  <c:v>38728</c:v>
                </c:pt>
                <c:pt idx="982">
                  <c:v>38729</c:v>
                </c:pt>
                <c:pt idx="983">
                  <c:v>38730</c:v>
                </c:pt>
                <c:pt idx="984">
                  <c:v>38733</c:v>
                </c:pt>
                <c:pt idx="985">
                  <c:v>38734</c:v>
                </c:pt>
                <c:pt idx="986">
                  <c:v>38735</c:v>
                </c:pt>
                <c:pt idx="987">
                  <c:v>38736</c:v>
                </c:pt>
                <c:pt idx="988">
                  <c:v>38737</c:v>
                </c:pt>
                <c:pt idx="989">
                  <c:v>38740</c:v>
                </c:pt>
                <c:pt idx="990">
                  <c:v>38741</c:v>
                </c:pt>
                <c:pt idx="991">
                  <c:v>38743</c:v>
                </c:pt>
                <c:pt idx="992">
                  <c:v>38744</c:v>
                </c:pt>
                <c:pt idx="993">
                  <c:v>38747</c:v>
                </c:pt>
                <c:pt idx="994">
                  <c:v>38748</c:v>
                </c:pt>
                <c:pt idx="995">
                  <c:v>38749</c:v>
                </c:pt>
                <c:pt idx="996">
                  <c:v>38750</c:v>
                </c:pt>
                <c:pt idx="997">
                  <c:v>38751</c:v>
                </c:pt>
                <c:pt idx="998">
                  <c:v>38754</c:v>
                </c:pt>
                <c:pt idx="999">
                  <c:v>38755</c:v>
                </c:pt>
                <c:pt idx="1000">
                  <c:v>38756</c:v>
                </c:pt>
                <c:pt idx="1001">
                  <c:v>38757</c:v>
                </c:pt>
                <c:pt idx="1002">
                  <c:v>38758</c:v>
                </c:pt>
                <c:pt idx="1003">
                  <c:v>38761</c:v>
                </c:pt>
                <c:pt idx="1004">
                  <c:v>38762</c:v>
                </c:pt>
                <c:pt idx="1005">
                  <c:v>38763</c:v>
                </c:pt>
                <c:pt idx="1006">
                  <c:v>38764</c:v>
                </c:pt>
                <c:pt idx="1007">
                  <c:v>38765</c:v>
                </c:pt>
                <c:pt idx="1008">
                  <c:v>38768</c:v>
                </c:pt>
                <c:pt idx="1009">
                  <c:v>38769</c:v>
                </c:pt>
                <c:pt idx="1010">
                  <c:v>38770</c:v>
                </c:pt>
                <c:pt idx="1011">
                  <c:v>38771</c:v>
                </c:pt>
                <c:pt idx="1012">
                  <c:v>38772</c:v>
                </c:pt>
                <c:pt idx="1013">
                  <c:v>38777</c:v>
                </c:pt>
                <c:pt idx="1014">
                  <c:v>38778</c:v>
                </c:pt>
                <c:pt idx="1015">
                  <c:v>38779</c:v>
                </c:pt>
                <c:pt idx="1016">
                  <c:v>38782</c:v>
                </c:pt>
                <c:pt idx="1017">
                  <c:v>38783</c:v>
                </c:pt>
                <c:pt idx="1018">
                  <c:v>38784</c:v>
                </c:pt>
                <c:pt idx="1019">
                  <c:v>38785</c:v>
                </c:pt>
                <c:pt idx="1020">
                  <c:v>38786</c:v>
                </c:pt>
                <c:pt idx="1021">
                  <c:v>38789</c:v>
                </c:pt>
                <c:pt idx="1022">
                  <c:v>38790</c:v>
                </c:pt>
                <c:pt idx="1023">
                  <c:v>38791</c:v>
                </c:pt>
                <c:pt idx="1024">
                  <c:v>38792</c:v>
                </c:pt>
                <c:pt idx="1025">
                  <c:v>38793</c:v>
                </c:pt>
                <c:pt idx="1026">
                  <c:v>38796</c:v>
                </c:pt>
                <c:pt idx="1027">
                  <c:v>38797</c:v>
                </c:pt>
                <c:pt idx="1028">
                  <c:v>38798</c:v>
                </c:pt>
                <c:pt idx="1029">
                  <c:v>38799</c:v>
                </c:pt>
                <c:pt idx="1030">
                  <c:v>38800</c:v>
                </c:pt>
                <c:pt idx="1031">
                  <c:v>38803</c:v>
                </c:pt>
                <c:pt idx="1032">
                  <c:v>38804</c:v>
                </c:pt>
                <c:pt idx="1033">
                  <c:v>38805</c:v>
                </c:pt>
                <c:pt idx="1034">
                  <c:v>38806</c:v>
                </c:pt>
                <c:pt idx="1035">
                  <c:v>38807</c:v>
                </c:pt>
                <c:pt idx="1036">
                  <c:v>38810</c:v>
                </c:pt>
                <c:pt idx="1037">
                  <c:v>38811</c:v>
                </c:pt>
                <c:pt idx="1038">
                  <c:v>38812</c:v>
                </c:pt>
                <c:pt idx="1039">
                  <c:v>38813</c:v>
                </c:pt>
                <c:pt idx="1040">
                  <c:v>38814</c:v>
                </c:pt>
                <c:pt idx="1041">
                  <c:v>38817</c:v>
                </c:pt>
                <c:pt idx="1042">
                  <c:v>38818</c:v>
                </c:pt>
                <c:pt idx="1043">
                  <c:v>38819</c:v>
                </c:pt>
                <c:pt idx="1044">
                  <c:v>38820</c:v>
                </c:pt>
                <c:pt idx="1045">
                  <c:v>38824</c:v>
                </c:pt>
                <c:pt idx="1046">
                  <c:v>38825</c:v>
                </c:pt>
                <c:pt idx="1047">
                  <c:v>38826</c:v>
                </c:pt>
                <c:pt idx="1048">
                  <c:v>38827</c:v>
                </c:pt>
                <c:pt idx="1049">
                  <c:v>38831</c:v>
                </c:pt>
                <c:pt idx="1050">
                  <c:v>38832</c:v>
                </c:pt>
                <c:pt idx="1051">
                  <c:v>38833</c:v>
                </c:pt>
                <c:pt idx="1052">
                  <c:v>38834</c:v>
                </c:pt>
                <c:pt idx="1053">
                  <c:v>38835</c:v>
                </c:pt>
                <c:pt idx="1054">
                  <c:v>38839</c:v>
                </c:pt>
                <c:pt idx="1055">
                  <c:v>38840</c:v>
                </c:pt>
                <c:pt idx="1056">
                  <c:v>38841</c:v>
                </c:pt>
                <c:pt idx="1057">
                  <c:v>38842</c:v>
                </c:pt>
                <c:pt idx="1058">
                  <c:v>38845</c:v>
                </c:pt>
                <c:pt idx="1059">
                  <c:v>38846</c:v>
                </c:pt>
                <c:pt idx="1060">
                  <c:v>38847</c:v>
                </c:pt>
                <c:pt idx="1061">
                  <c:v>38848</c:v>
                </c:pt>
                <c:pt idx="1062">
                  <c:v>38849</c:v>
                </c:pt>
                <c:pt idx="1063">
                  <c:v>38852</c:v>
                </c:pt>
                <c:pt idx="1064">
                  <c:v>38853</c:v>
                </c:pt>
                <c:pt idx="1065">
                  <c:v>38854</c:v>
                </c:pt>
                <c:pt idx="1066">
                  <c:v>38855</c:v>
                </c:pt>
                <c:pt idx="1067">
                  <c:v>38856</c:v>
                </c:pt>
                <c:pt idx="1068">
                  <c:v>38859</c:v>
                </c:pt>
                <c:pt idx="1069">
                  <c:v>38860</c:v>
                </c:pt>
                <c:pt idx="1070">
                  <c:v>38861</c:v>
                </c:pt>
                <c:pt idx="1071">
                  <c:v>38862</c:v>
                </c:pt>
                <c:pt idx="1072">
                  <c:v>38863</c:v>
                </c:pt>
                <c:pt idx="1073">
                  <c:v>38866</c:v>
                </c:pt>
                <c:pt idx="1074">
                  <c:v>38867</c:v>
                </c:pt>
                <c:pt idx="1075">
                  <c:v>38868</c:v>
                </c:pt>
                <c:pt idx="1076">
                  <c:v>38869</c:v>
                </c:pt>
                <c:pt idx="1077">
                  <c:v>38870</c:v>
                </c:pt>
                <c:pt idx="1078">
                  <c:v>38873</c:v>
                </c:pt>
                <c:pt idx="1079">
                  <c:v>38874</c:v>
                </c:pt>
                <c:pt idx="1080">
                  <c:v>38875</c:v>
                </c:pt>
                <c:pt idx="1081">
                  <c:v>38876</c:v>
                </c:pt>
                <c:pt idx="1082">
                  <c:v>38877</c:v>
                </c:pt>
                <c:pt idx="1083">
                  <c:v>38880</c:v>
                </c:pt>
                <c:pt idx="1084">
                  <c:v>38881</c:v>
                </c:pt>
                <c:pt idx="1085">
                  <c:v>38882</c:v>
                </c:pt>
                <c:pt idx="1086">
                  <c:v>38884</c:v>
                </c:pt>
                <c:pt idx="1087">
                  <c:v>38887</c:v>
                </c:pt>
                <c:pt idx="1088">
                  <c:v>38888</c:v>
                </c:pt>
                <c:pt idx="1089">
                  <c:v>38889</c:v>
                </c:pt>
                <c:pt idx="1090">
                  <c:v>38890</c:v>
                </c:pt>
                <c:pt idx="1091">
                  <c:v>38891</c:v>
                </c:pt>
                <c:pt idx="1092">
                  <c:v>38894</c:v>
                </c:pt>
                <c:pt idx="1093">
                  <c:v>38895</c:v>
                </c:pt>
                <c:pt idx="1094">
                  <c:v>38896</c:v>
                </c:pt>
                <c:pt idx="1095">
                  <c:v>38897</c:v>
                </c:pt>
                <c:pt idx="1096">
                  <c:v>38898</c:v>
                </c:pt>
                <c:pt idx="1097">
                  <c:v>38901</c:v>
                </c:pt>
                <c:pt idx="1098">
                  <c:v>38902</c:v>
                </c:pt>
                <c:pt idx="1099">
                  <c:v>38903</c:v>
                </c:pt>
                <c:pt idx="1100">
                  <c:v>38904</c:v>
                </c:pt>
                <c:pt idx="1101">
                  <c:v>38905</c:v>
                </c:pt>
                <c:pt idx="1102">
                  <c:v>38908</c:v>
                </c:pt>
                <c:pt idx="1103">
                  <c:v>38909</c:v>
                </c:pt>
                <c:pt idx="1104">
                  <c:v>38910</c:v>
                </c:pt>
                <c:pt idx="1105">
                  <c:v>38911</c:v>
                </c:pt>
                <c:pt idx="1106">
                  <c:v>38912</c:v>
                </c:pt>
                <c:pt idx="1107">
                  <c:v>38915</c:v>
                </c:pt>
                <c:pt idx="1108">
                  <c:v>38916</c:v>
                </c:pt>
                <c:pt idx="1109">
                  <c:v>38917</c:v>
                </c:pt>
                <c:pt idx="1110">
                  <c:v>38918</c:v>
                </c:pt>
                <c:pt idx="1111">
                  <c:v>38919</c:v>
                </c:pt>
                <c:pt idx="1112">
                  <c:v>38922</c:v>
                </c:pt>
                <c:pt idx="1113">
                  <c:v>38923</c:v>
                </c:pt>
                <c:pt idx="1114">
                  <c:v>38924</c:v>
                </c:pt>
                <c:pt idx="1115">
                  <c:v>38925</c:v>
                </c:pt>
                <c:pt idx="1116">
                  <c:v>38926</c:v>
                </c:pt>
                <c:pt idx="1117">
                  <c:v>38929</c:v>
                </c:pt>
                <c:pt idx="1118">
                  <c:v>38930</c:v>
                </c:pt>
                <c:pt idx="1119">
                  <c:v>38931</c:v>
                </c:pt>
                <c:pt idx="1120">
                  <c:v>38932</c:v>
                </c:pt>
                <c:pt idx="1121">
                  <c:v>38933</c:v>
                </c:pt>
                <c:pt idx="1122">
                  <c:v>38936</c:v>
                </c:pt>
                <c:pt idx="1123">
                  <c:v>38937</c:v>
                </c:pt>
                <c:pt idx="1124">
                  <c:v>38938</c:v>
                </c:pt>
                <c:pt idx="1125">
                  <c:v>38939</c:v>
                </c:pt>
                <c:pt idx="1126">
                  <c:v>38940</c:v>
                </c:pt>
                <c:pt idx="1127">
                  <c:v>38943</c:v>
                </c:pt>
                <c:pt idx="1128">
                  <c:v>38944</c:v>
                </c:pt>
                <c:pt idx="1129">
                  <c:v>38945</c:v>
                </c:pt>
                <c:pt idx="1130">
                  <c:v>38946</c:v>
                </c:pt>
                <c:pt idx="1131">
                  <c:v>38947</c:v>
                </c:pt>
                <c:pt idx="1132">
                  <c:v>38950</c:v>
                </c:pt>
                <c:pt idx="1133">
                  <c:v>38951</c:v>
                </c:pt>
                <c:pt idx="1134">
                  <c:v>38952</c:v>
                </c:pt>
                <c:pt idx="1135">
                  <c:v>38953</c:v>
                </c:pt>
                <c:pt idx="1136">
                  <c:v>38954</c:v>
                </c:pt>
                <c:pt idx="1137">
                  <c:v>38957</c:v>
                </c:pt>
                <c:pt idx="1138">
                  <c:v>38958</c:v>
                </c:pt>
                <c:pt idx="1139">
                  <c:v>38959</c:v>
                </c:pt>
                <c:pt idx="1140">
                  <c:v>38960</c:v>
                </c:pt>
                <c:pt idx="1141">
                  <c:v>38961</c:v>
                </c:pt>
                <c:pt idx="1142">
                  <c:v>38964</c:v>
                </c:pt>
                <c:pt idx="1143">
                  <c:v>38965</c:v>
                </c:pt>
                <c:pt idx="1144">
                  <c:v>38966</c:v>
                </c:pt>
                <c:pt idx="1145">
                  <c:v>38968</c:v>
                </c:pt>
                <c:pt idx="1146">
                  <c:v>38971</c:v>
                </c:pt>
                <c:pt idx="1147">
                  <c:v>38972</c:v>
                </c:pt>
                <c:pt idx="1148">
                  <c:v>38973</c:v>
                </c:pt>
                <c:pt idx="1149">
                  <c:v>38974</c:v>
                </c:pt>
                <c:pt idx="1150">
                  <c:v>38975</c:v>
                </c:pt>
                <c:pt idx="1151">
                  <c:v>38978</c:v>
                </c:pt>
                <c:pt idx="1152">
                  <c:v>38979</c:v>
                </c:pt>
                <c:pt idx="1153">
                  <c:v>38980</c:v>
                </c:pt>
                <c:pt idx="1154">
                  <c:v>38981</c:v>
                </c:pt>
                <c:pt idx="1155">
                  <c:v>38982</c:v>
                </c:pt>
                <c:pt idx="1156">
                  <c:v>38985</c:v>
                </c:pt>
                <c:pt idx="1157">
                  <c:v>38986</c:v>
                </c:pt>
                <c:pt idx="1158">
                  <c:v>38987</c:v>
                </c:pt>
                <c:pt idx="1159">
                  <c:v>38988</c:v>
                </c:pt>
                <c:pt idx="1160">
                  <c:v>38989</c:v>
                </c:pt>
                <c:pt idx="1161">
                  <c:v>38992</c:v>
                </c:pt>
                <c:pt idx="1162">
                  <c:v>38993</c:v>
                </c:pt>
                <c:pt idx="1163">
                  <c:v>38994</c:v>
                </c:pt>
                <c:pt idx="1164">
                  <c:v>38995</c:v>
                </c:pt>
                <c:pt idx="1165">
                  <c:v>38996</c:v>
                </c:pt>
                <c:pt idx="1166">
                  <c:v>38999</c:v>
                </c:pt>
                <c:pt idx="1167">
                  <c:v>39000</c:v>
                </c:pt>
                <c:pt idx="1168">
                  <c:v>39001</c:v>
                </c:pt>
                <c:pt idx="1169">
                  <c:v>39003</c:v>
                </c:pt>
                <c:pt idx="1170">
                  <c:v>39006</c:v>
                </c:pt>
                <c:pt idx="1171">
                  <c:v>39007</c:v>
                </c:pt>
                <c:pt idx="1172">
                  <c:v>39008</c:v>
                </c:pt>
                <c:pt idx="1173">
                  <c:v>39009</c:v>
                </c:pt>
                <c:pt idx="1174">
                  <c:v>39010</c:v>
                </c:pt>
                <c:pt idx="1175">
                  <c:v>39013</c:v>
                </c:pt>
                <c:pt idx="1176">
                  <c:v>39014</c:v>
                </c:pt>
                <c:pt idx="1177">
                  <c:v>39015</c:v>
                </c:pt>
                <c:pt idx="1178">
                  <c:v>39016</c:v>
                </c:pt>
                <c:pt idx="1179">
                  <c:v>39017</c:v>
                </c:pt>
                <c:pt idx="1180">
                  <c:v>39020</c:v>
                </c:pt>
                <c:pt idx="1181">
                  <c:v>39021</c:v>
                </c:pt>
                <c:pt idx="1182">
                  <c:v>39022</c:v>
                </c:pt>
                <c:pt idx="1183">
                  <c:v>39024</c:v>
                </c:pt>
                <c:pt idx="1184">
                  <c:v>39027</c:v>
                </c:pt>
                <c:pt idx="1185">
                  <c:v>39028</c:v>
                </c:pt>
                <c:pt idx="1186">
                  <c:v>39029</c:v>
                </c:pt>
                <c:pt idx="1187">
                  <c:v>39030</c:v>
                </c:pt>
                <c:pt idx="1188">
                  <c:v>39031</c:v>
                </c:pt>
                <c:pt idx="1189">
                  <c:v>39034</c:v>
                </c:pt>
                <c:pt idx="1190">
                  <c:v>39035</c:v>
                </c:pt>
                <c:pt idx="1191">
                  <c:v>39037</c:v>
                </c:pt>
                <c:pt idx="1192">
                  <c:v>39038</c:v>
                </c:pt>
                <c:pt idx="1193">
                  <c:v>39042</c:v>
                </c:pt>
                <c:pt idx="1194">
                  <c:v>39043</c:v>
                </c:pt>
                <c:pt idx="1195">
                  <c:v>39044</c:v>
                </c:pt>
                <c:pt idx="1196">
                  <c:v>39045</c:v>
                </c:pt>
                <c:pt idx="1197">
                  <c:v>39048</c:v>
                </c:pt>
                <c:pt idx="1198">
                  <c:v>39049</c:v>
                </c:pt>
                <c:pt idx="1199">
                  <c:v>39050</c:v>
                </c:pt>
                <c:pt idx="1200">
                  <c:v>39051</c:v>
                </c:pt>
                <c:pt idx="1201">
                  <c:v>39052</c:v>
                </c:pt>
                <c:pt idx="1202">
                  <c:v>39055</c:v>
                </c:pt>
                <c:pt idx="1203">
                  <c:v>39056</c:v>
                </c:pt>
                <c:pt idx="1204">
                  <c:v>39057</c:v>
                </c:pt>
                <c:pt idx="1205">
                  <c:v>39058</c:v>
                </c:pt>
                <c:pt idx="1206">
                  <c:v>39059</c:v>
                </c:pt>
                <c:pt idx="1207">
                  <c:v>39062</c:v>
                </c:pt>
                <c:pt idx="1208">
                  <c:v>39063</c:v>
                </c:pt>
                <c:pt idx="1209">
                  <c:v>39064</c:v>
                </c:pt>
                <c:pt idx="1210">
                  <c:v>39065</c:v>
                </c:pt>
                <c:pt idx="1211">
                  <c:v>39066</c:v>
                </c:pt>
                <c:pt idx="1212">
                  <c:v>39069</c:v>
                </c:pt>
                <c:pt idx="1213">
                  <c:v>39070</c:v>
                </c:pt>
                <c:pt idx="1214">
                  <c:v>39071</c:v>
                </c:pt>
                <c:pt idx="1215">
                  <c:v>39072</c:v>
                </c:pt>
                <c:pt idx="1216">
                  <c:v>39073</c:v>
                </c:pt>
                <c:pt idx="1217">
                  <c:v>39077</c:v>
                </c:pt>
                <c:pt idx="1218">
                  <c:v>39078</c:v>
                </c:pt>
                <c:pt idx="1219">
                  <c:v>39079</c:v>
                </c:pt>
                <c:pt idx="1220">
                  <c:v>39084</c:v>
                </c:pt>
                <c:pt idx="1221">
                  <c:v>39085</c:v>
                </c:pt>
                <c:pt idx="1222">
                  <c:v>39086</c:v>
                </c:pt>
                <c:pt idx="1223">
                  <c:v>39087</c:v>
                </c:pt>
                <c:pt idx="1224">
                  <c:v>39090</c:v>
                </c:pt>
                <c:pt idx="1225">
                  <c:v>39091</c:v>
                </c:pt>
                <c:pt idx="1226">
                  <c:v>39092</c:v>
                </c:pt>
                <c:pt idx="1227">
                  <c:v>39093</c:v>
                </c:pt>
                <c:pt idx="1228">
                  <c:v>39094</c:v>
                </c:pt>
                <c:pt idx="1229">
                  <c:v>39097</c:v>
                </c:pt>
                <c:pt idx="1230">
                  <c:v>39098</c:v>
                </c:pt>
                <c:pt idx="1231">
                  <c:v>39099</c:v>
                </c:pt>
                <c:pt idx="1232">
                  <c:v>39100</c:v>
                </c:pt>
                <c:pt idx="1233">
                  <c:v>39101</c:v>
                </c:pt>
                <c:pt idx="1234">
                  <c:v>39104</c:v>
                </c:pt>
                <c:pt idx="1235">
                  <c:v>39105</c:v>
                </c:pt>
                <c:pt idx="1236">
                  <c:v>39106</c:v>
                </c:pt>
                <c:pt idx="1237">
                  <c:v>39108</c:v>
                </c:pt>
                <c:pt idx="1238">
                  <c:v>39111</c:v>
                </c:pt>
                <c:pt idx="1239">
                  <c:v>39112</c:v>
                </c:pt>
                <c:pt idx="1240">
                  <c:v>39113</c:v>
                </c:pt>
                <c:pt idx="1241">
                  <c:v>39114</c:v>
                </c:pt>
                <c:pt idx="1242">
                  <c:v>39115</c:v>
                </c:pt>
                <c:pt idx="1243">
                  <c:v>39118</c:v>
                </c:pt>
                <c:pt idx="1244">
                  <c:v>39119</c:v>
                </c:pt>
                <c:pt idx="1245">
                  <c:v>39120</c:v>
                </c:pt>
                <c:pt idx="1246">
                  <c:v>39121</c:v>
                </c:pt>
                <c:pt idx="1247">
                  <c:v>39122</c:v>
                </c:pt>
                <c:pt idx="1248">
                  <c:v>39125</c:v>
                </c:pt>
                <c:pt idx="1249">
                  <c:v>39126</c:v>
                </c:pt>
                <c:pt idx="1250">
                  <c:v>39127</c:v>
                </c:pt>
                <c:pt idx="1251">
                  <c:v>39128</c:v>
                </c:pt>
                <c:pt idx="1252">
                  <c:v>39129</c:v>
                </c:pt>
                <c:pt idx="1253">
                  <c:v>39134</c:v>
                </c:pt>
                <c:pt idx="1254">
                  <c:v>39135</c:v>
                </c:pt>
                <c:pt idx="1255">
                  <c:v>39136</c:v>
                </c:pt>
                <c:pt idx="1256">
                  <c:v>39139</c:v>
                </c:pt>
                <c:pt idx="1257">
                  <c:v>39140</c:v>
                </c:pt>
                <c:pt idx="1258">
                  <c:v>39141</c:v>
                </c:pt>
                <c:pt idx="1259">
                  <c:v>39142</c:v>
                </c:pt>
                <c:pt idx="1260">
                  <c:v>39143</c:v>
                </c:pt>
                <c:pt idx="1261">
                  <c:v>39146</c:v>
                </c:pt>
                <c:pt idx="1262">
                  <c:v>39147</c:v>
                </c:pt>
                <c:pt idx="1263">
                  <c:v>39148</c:v>
                </c:pt>
                <c:pt idx="1264">
                  <c:v>39149</c:v>
                </c:pt>
                <c:pt idx="1265">
                  <c:v>39150</c:v>
                </c:pt>
                <c:pt idx="1266">
                  <c:v>39153</c:v>
                </c:pt>
                <c:pt idx="1267">
                  <c:v>39154</c:v>
                </c:pt>
                <c:pt idx="1268">
                  <c:v>39155</c:v>
                </c:pt>
                <c:pt idx="1269">
                  <c:v>39156</c:v>
                </c:pt>
                <c:pt idx="1270">
                  <c:v>39157</c:v>
                </c:pt>
                <c:pt idx="1271">
                  <c:v>39160</c:v>
                </c:pt>
                <c:pt idx="1272">
                  <c:v>39161</c:v>
                </c:pt>
                <c:pt idx="1273">
                  <c:v>39162</c:v>
                </c:pt>
                <c:pt idx="1274">
                  <c:v>39163</c:v>
                </c:pt>
                <c:pt idx="1275">
                  <c:v>39164</c:v>
                </c:pt>
                <c:pt idx="1276">
                  <c:v>39167</c:v>
                </c:pt>
                <c:pt idx="1277">
                  <c:v>39168</c:v>
                </c:pt>
                <c:pt idx="1278">
                  <c:v>39169</c:v>
                </c:pt>
                <c:pt idx="1279">
                  <c:v>39170</c:v>
                </c:pt>
                <c:pt idx="1280">
                  <c:v>39171</c:v>
                </c:pt>
                <c:pt idx="1281">
                  <c:v>39174</c:v>
                </c:pt>
                <c:pt idx="1282">
                  <c:v>39175</c:v>
                </c:pt>
                <c:pt idx="1283">
                  <c:v>39176</c:v>
                </c:pt>
                <c:pt idx="1284">
                  <c:v>39177</c:v>
                </c:pt>
                <c:pt idx="1285">
                  <c:v>39181</c:v>
                </c:pt>
                <c:pt idx="1286">
                  <c:v>39182</c:v>
                </c:pt>
                <c:pt idx="1287">
                  <c:v>39183</c:v>
                </c:pt>
                <c:pt idx="1288">
                  <c:v>39184</c:v>
                </c:pt>
                <c:pt idx="1289">
                  <c:v>39185</c:v>
                </c:pt>
                <c:pt idx="1290">
                  <c:v>39188</c:v>
                </c:pt>
                <c:pt idx="1291">
                  <c:v>39189</c:v>
                </c:pt>
                <c:pt idx="1292">
                  <c:v>39190</c:v>
                </c:pt>
                <c:pt idx="1293">
                  <c:v>39191</c:v>
                </c:pt>
                <c:pt idx="1294">
                  <c:v>39192</c:v>
                </c:pt>
                <c:pt idx="1295">
                  <c:v>39195</c:v>
                </c:pt>
                <c:pt idx="1296">
                  <c:v>39196</c:v>
                </c:pt>
                <c:pt idx="1297">
                  <c:v>39197</c:v>
                </c:pt>
                <c:pt idx="1298">
                  <c:v>39198</c:v>
                </c:pt>
                <c:pt idx="1299">
                  <c:v>39199</c:v>
                </c:pt>
                <c:pt idx="1300">
                  <c:v>39202</c:v>
                </c:pt>
                <c:pt idx="1301">
                  <c:v>39204</c:v>
                </c:pt>
                <c:pt idx="1302">
                  <c:v>39205</c:v>
                </c:pt>
                <c:pt idx="1303">
                  <c:v>39206</c:v>
                </c:pt>
                <c:pt idx="1304">
                  <c:v>39209</c:v>
                </c:pt>
                <c:pt idx="1305">
                  <c:v>39210</c:v>
                </c:pt>
                <c:pt idx="1306">
                  <c:v>39211</c:v>
                </c:pt>
                <c:pt idx="1307">
                  <c:v>39212</c:v>
                </c:pt>
                <c:pt idx="1308">
                  <c:v>39213</c:v>
                </c:pt>
                <c:pt idx="1309">
                  <c:v>39216</c:v>
                </c:pt>
                <c:pt idx="1310">
                  <c:v>39217</c:v>
                </c:pt>
                <c:pt idx="1311">
                  <c:v>39218</c:v>
                </c:pt>
                <c:pt idx="1312">
                  <c:v>39219</c:v>
                </c:pt>
                <c:pt idx="1313">
                  <c:v>39220</c:v>
                </c:pt>
                <c:pt idx="1314">
                  <c:v>39223</c:v>
                </c:pt>
                <c:pt idx="1315">
                  <c:v>39224</c:v>
                </c:pt>
                <c:pt idx="1316">
                  <c:v>39225</c:v>
                </c:pt>
                <c:pt idx="1317">
                  <c:v>39226</c:v>
                </c:pt>
                <c:pt idx="1318">
                  <c:v>39227</c:v>
                </c:pt>
                <c:pt idx="1319">
                  <c:v>39230</c:v>
                </c:pt>
                <c:pt idx="1320">
                  <c:v>39231</c:v>
                </c:pt>
                <c:pt idx="1321">
                  <c:v>39232</c:v>
                </c:pt>
                <c:pt idx="1322">
                  <c:v>39233</c:v>
                </c:pt>
                <c:pt idx="1323">
                  <c:v>39234</c:v>
                </c:pt>
                <c:pt idx="1324">
                  <c:v>39237</c:v>
                </c:pt>
                <c:pt idx="1325">
                  <c:v>39238</c:v>
                </c:pt>
                <c:pt idx="1326">
                  <c:v>39239</c:v>
                </c:pt>
                <c:pt idx="1327">
                  <c:v>39241</c:v>
                </c:pt>
                <c:pt idx="1328">
                  <c:v>39244</c:v>
                </c:pt>
                <c:pt idx="1329">
                  <c:v>39245</c:v>
                </c:pt>
                <c:pt idx="1330">
                  <c:v>39246</c:v>
                </c:pt>
                <c:pt idx="1331">
                  <c:v>39247</c:v>
                </c:pt>
                <c:pt idx="1332">
                  <c:v>39248</c:v>
                </c:pt>
                <c:pt idx="1333">
                  <c:v>39251</c:v>
                </c:pt>
                <c:pt idx="1334">
                  <c:v>39252</c:v>
                </c:pt>
                <c:pt idx="1335">
                  <c:v>39253</c:v>
                </c:pt>
                <c:pt idx="1336">
                  <c:v>39254</c:v>
                </c:pt>
                <c:pt idx="1337">
                  <c:v>39255</c:v>
                </c:pt>
                <c:pt idx="1338">
                  <c:v>39258</c:v>
                </c:pt>
                <c:pt idx="1339">
                  <c:v>39259</c:v>
                </c:pt>
                <c:pt idx="1340">
                  <c:v>39260</c:v>
                </c:pt>
                <c:pt idx="1341">
                  <c:v>39261</c:v>
                </c:pt>
                <c:pt idx="1342">
                  <c:v>39262</c:v>
                </c:pt>
                <c:pt idx="1343">
                  <c:v>39265</c:v>
                </c:pt>
                <c:pt idx="1344">
                  <c:v>39266</c:v>
                </c:pt>
                <c:pt idx="1345">
                  <c:v>39267</c:v>
                </c:pt>
                <c:pt idx="1346">
                  <c:v>39268</c:v>
                </c:pt>
                <c:pt idx="1347">
                  <c:v>39269</c:v>
                </c:pt>
                <c:pt idx="1348">
                  <c:v>39273</c:v>
                </c:pt>
                <c:pt idx="1349">
                  <c:v>39274</c:v>
                </c:pt>
                <c:pt idx="1350">
                  <c:v>39275</c:v>
                </c:pt>
                <c:pt idx="1351">
                  <c:v>39276</c:v>
                </c:pt>
                <c:pt idx="1352">
                  <c:v>39279</c:v>
                </c:pt>
                <c:pt idx="1353">
                  <c:v>39280</c:v>
                </c:pt>
                <c:pt idx="1354">
                  <c:v>39281</c:v>
                </c:pt>
                <c:pt idx="1355">
                  <c:v>39282</c:v>
                </c:pt>
                <c:pt idx="1356">
                  <c:v>39283</c:v>
                </c:pt>
                <c:pt idx="1357">
                  <c:v>39286</c:v>
                </c:pt>
                <c:pt idx="1358">
                  <c:v>39287</c:v>
                </c:pt>
                <c:pt idx="1359">
                  <c:v>39288</c:v>
                </c:pt>
                <c:pt idx="1360">
                  <c:v>39289</c:v>
                </c:pt>
                <c:pt idx="1361">
                  <c:v>39290</c:v>
                </c:pt>
                <c:pt idx="1362">
                  <c:v>39293</c:v>
                </c:pt>
                <c:pt idx="1363">
                  <c:v>39294</c:v>
                </c:pt>
                <c:pt idx="1364">
                  <c:v>39295</c:v>
                </c:pt>
                <c:pt idx="1365">
                  <c:v>39296</c:v>
                </c:pt>
                <c:pt idx="1366">
                  <c:v>39297</c:v>
                </c:pt>
                <c:pt idx="1367">
                  <c:v>39300</c:v>
                </c:pt>
                <c:pt idx="1368">
                  <c:v>39301</c:v>
                </c:pt>
                <c:pt idx="1369">
                  <c:v>39302</c:v>
                </c:pt>
                <c:pt idx="1370">
                  <c:v>39303</c:v>
                </c:pt>
                <c:pt idx="1371">
                  <c:v>39304</c:v>
                </c:pt>
                <c:pt idx="1372">
                  <c:v>39307</c:v>
                </c:pt>
                <c:pt idx="1373">
                  <c:v>39308</c:v>
                </c:pt>
                <c:pt idx="1374">
                  <c:v>39309</c:v>
                </c:pt>
                <c:pt idx="1375">
                  <c:v>39310</c:v>
                </c:pt>
                <c:pt idx="1376">
                  <c:v>39311</c:v>
                </c:pt>
                <c:pt idx="1377">
                  <c:v>39314</c:v>
                </c:pt>
                <c:pt idx="1378">
                  <c:v>39315</c:v>
                </c:pt>
                <c:pt idx="1379">
                  <c:v>39316</c:v>
                </c:pt>
                <c:pt idx="1380">
                  <c:v>39317</c:v>
                </c:pt>
                <c:pt idx="1381">
                  <c:v>39318</c:v>
                </c:pt>
                <c:pt idx="1382">
                  <c:v>39321</c:v>
                </c:pt>
                <c:pt idx="1383">
                  <c:v>39322</c:v>
                </c:pt>
                <c:pt idx="1384">
                  <c:v>39323</c:v>
                </c:pt>
                <c:pt idx="1385">
                  <c:v>39324</c:v>
                </c:pt>
                <c:pt idx="1386">
                  <c:v>39325</c:v>
                </c:pt>
                <c:pt idx="1387">
                  <c:v>39328</c:v>
                </c:pt>
                <c:pt idx="1388">
                  <c:v>39329</c:v>
                </c:pt>
                <c:pt idx="1389">
                  <c:v>39330</c:v>
                </c:pt>
                <c:pt idx="1390">
                  <c:v>39331</c:v>
                </c:pt>
                <c:pt idx="1391">
                  <c:v>39335</c:v>
                </c:pt>
                <c:pt idx="1392">
                  <c:v>39336</c:v>
                </c:pt>
                <c:pt idx="1393">
                  <c:v>39337</c:v>
                </c:pt>
                <c:pt idx="1394">
                  <c:v>39338</c:v>
                </c:pt>
                <c:pt idx="1395">
                  <c:v>39339</c:v>
                </c:pt>
                <c:pt idx="1396">
                  <c:v>39342</c:v>
                </c:pt>
                <c:pt idx="1397">
                  <c:v>39343</c:v>
                </c:pt>
                <c:pt idx="1398">
                  <c:v>39344</c:v>
                </c:pt>
                <c:pt idx="1399">
                  <c:v>39345</c:v>
                </c:pt>
                <c:pt idx="1400">
                  <c:v>39346</c:v>
                </c:pt>
                <c:pt idx="1401">
                  <c:v>39349</c:v>
                </c:pt>
                <c:pt idx="1402">
                  <c:v>39350</c:v>
                </c:pt>
                <c:pt idx="1403">
                  <c:v>39351</c:v>
                </c:pt>
                <c:pt idx="1404">
                  <c:v>39352</c:v>
                </c:pt>
                <c:pt idx="1405">
                  <c:v>39353</c:v>
                </c:pt>
                <c:pt idx="1406">
                  <c:v>39356</c:v>
                </c:pt>
                <c:pt idx="1407">
                  <c:v>39357</c:v>
                </c:pt>
                <c:pt idx="1408">
                  <c:v>39358</c:v>
                </c:pt>
                <c:pt idx="1409">
                  <c:v>39359</c:v>
                </c:pt>
                <c:pt idx="1410">
                  <c:v>39360</c:v>
                </c:pt>
                <c:pt idx="1411">
                  <c:v>39363</c:v>
                </c:pt>
                <c:pt idx="1412">
                  <c:v>39364</c:v>
                </c:pt>
                <c:pt idx="1413">
                  <c:v>39365</c:v>
                </c:pt>
                <c:pt idx="1414">
                  <c:v>39366</c:v>
                </c:pt>
                <c:pt idx="1415">
                  <c:v>39370</c:v>
                </c:pt>
                <c:pt idx="1416">
                  <c:v>39371</c:v>
                </c:pt>
                <c:pt idx="1417">
                  <c:v>39372</c:v>
                </c:pt>
                <c:pt idx="1418">
                  <c:v>39373</c:v>
                </c:pt>
                <c:pt idx="1419">
                  <c:v>39374</c:v>
                </c:pt>
                <c:pt idx="1420">
                  <c:v>39377</c:v>
                </c:pt>
                <c:pt idx="1421">
                  <c:v>39378</c:v>
                </c:pt>
                <c:pt idx="1422">
                  <c:v>39379</c:v>
                </c:pt>
                <c:pt idx="1423">
                  <c:v>39380</c:v>
                </c:pt>
                <c:pt idx="1424">
                  <c:v>39381</c:v>
                </c:pt>
                <c:pt idx="1425">
                  <c:v>39384</c:v>
                </c:pt>
                <c:pt idx="1426">
                  <c:v>39385</c:v>
                </c:pt>
                <c:pt idx="1427">
                  <c:v>39386</c:v>
                </c:pt>
                <c:pt idx="1428">
                  <c:v>39387</c:v>
                </c:pt>
                <c:pt idx="1429">
                  <c:v>39391</c:v>
                </c:pt>
                <c:pt idx="1430">
                  <c:v>39392</c:v>
                </c:pt>
                <c:pt idx="1431">
                  <c:v>39393</c:v>
                </c:pt>
                <c:pt idx="1432">
                  <c:v>39394</c:v>
                </c:pt>
                <c:pt idx="1433">
                  <c:v>39395</c:v>
                </c:pt>
                <c:pt idx="1434">
                  <c:v>39398</c:v>
                </c:pt>
                <c:pt idx="1435">
                  <c:v>39399</c:v>
                </c:pt>
                <c:pt idx="1436">
                  <c:v>39400</c:v>
                </c:pt>
                <c:pt idx="1437">
                  <c:v>39402</c:v>
                </c:pt>
                <c:pt idx="1438">
                  <c:v>39405</c:v>
                </c:pt>
                <c:pt idx="1439">
                  <c:v>39407</c:v>
                </c:pt>
                <c:pt idx="1440">
                  <c:v>39408</c:v>
                </c:pt>
                <c:pt idx="1441">
                  <c:v>39409</c:v>
                </c:pt>
                <c:pt idx="1442">
                  <c:v>39412</c:v>
                </c:pt>
                <c:pt idx="1443">
                  <c:v>39413</c:v>
                </c:pt>
                <c:pt idx="1444">
                  <c:v>39414</c:v>
                </c:pt>
                <c:pt idx="1445">
                  <c:v>39415</c:v>
                </c:pt>
                <c:pt idx="1446">
                  <c:v>39416</c:v>
                </c:pt>
                <c:pt idx="1447">
                  <c:v>39419</c:v>
                </c:pt>
                <c:pt idx="1448">
                  <c:v>39420</c:v>
                </c:pt>
                <c:pt idx="1449">
                  <c:v>39421</c:v>
                </c:pt>
                <c:pt idx="1450">
                  <c:v>39422</c:v>
                </c:pt>
                <c:pt idx="1451">
                  <c:v>39423</c:v>
                </c:pt>
                <c:pt idx="1452">
                  <c:v>39426</c:v>
                </c:pt>
                <c:pt idx="1453">
                  <c:v>39427</c:v>
                </c:pt>
                <c:pt idx="1454">
                  <c:v>39428</c:v>
                </c:pt>
                <c:pt idx="1455">
                  <c:v>39429</c:v>
                </c:pt>
                <c:pt idx="1456">
                  <c:v>39430</c:v>
                </c:pt>
                <c:pt idx="1457">
                  <c:v>39433</c:v>
                </c:pt>
                <c:pt idx="1458">
                  <c:v>39434</c:v>
                </c:pt>
                <c:pt idx="1459">
                  <c:v>39435</c:v>
                </c:pt>
                <c:pt idx="1460">
                  <c:v>39436</c:v>
                </c:pt>
                <c:pt idx="1461">
                  <c:v>39437</c:v>
                </c:pt>
                <c:pt idx="1462">
                  <c:v>39442</c:v>
                </c:pt>
                <c:pt idx="1463">
                  <c:v>39443</c:v>
                </c:pt>
                <c:pt idx="1464">
                  <c:v>39444</c:v>
                </c:pt>
                <c:pt idx="1465">
                  <c:v>39449</c:v>
                </c:pt>
                <c:pt idx="1466">
                  <c:v>39450</c:v>
                </c:pt>
                <c:pt idx="1467">
                  <c:v>39451</c:v>
                </c:pt>
                <c:pt idx="1468">
                  <c:v>39454</c:v>
                </c:pt>
                <c:pt idx="1469">
                  <c:v>39455</c:v>
                </c:pt>
                <c:pt idx="1470">
                  <c:v>39456</c:v>
                </c:pt>
                <c:pt idx="1471">
                  <c:v>39457</c:v>
                </c:pt>
                <c:pt idx="1472">
                  <c:v>39458</c:v>
                </c:pt>
                <c:pt idx="1473">
                  <c:v>39461</c:v>
                </c:pt>
                <c:pt idx="1474">
                  <c:v>39462</c:v>
                </c:pt>
                <c:pt idx="1475">
                  <c:v>39463</c:v>
                </c:pt>
                <c:pt idx="1476">
                  <c:v>39464</c:v>
                </c:pt>
                <c:pt idx="1477">
                  <c:v>39465</c:v>
                </c:pt>
                <c:pt idx="1478">
                  <c:v>39468</c:v>
                </c:pt>
                <c:pt idx="1479">
                  <c:v>39469</c:v>
                </c:pt>
                <c:pt idx="1480">
                  <c:v>39470</c:v>
                </c:pt>
                <c:pt idx="1481">
                  <c:v>39471</c:v>
                </c:pt>
                <c:pt idx="1482">
                  <c:v>39475</c:v>
                </c:pt>
                <c:pt idx="1483">
                  <c:v>39476</c:v>
                </c:pt>
                <c:pt idx="1484">
                  <c:v>39477</c:v>
                </c:pt>
                <c:pt idx="1485">
                  <c:v>39478</c:v>
                </c:pt>
                <c:pt idx="1486">
                  <c:v>39479</c:v>
                </c:pt>
                <c:pt idx="1487">
                  <c:v>39484</c:v>
                </c:pt>
                <c:pt idx="1488">
                  <c:v>39485</c:v>
                </c:pt>
                <c:pt idx="1489">
                  <c:v>39486</c:v>
                </c:pt>
                <c:pt idx="1490">
                  <c:v>39489</c:v>
                </c:pt>
                <c:pt idx="1491">
                  <c:v>39490</c:v>
                </c:pt>
                <c:pt idx="1492">
                  <c:v>39491</c:v>
                </c:pt>
                <c:pt idx="1493">
                  <c:v>39492</c:v>
                </c:pt>
                <c:pt idx="1494">
                  <c:v>39493</c:v>
                </c:pt>
                <c:pt idx="1495">
                  <c:v>39496</c:v>
                </c:pt>
                <c:pt idx="1496">
                  <c:v>39497</c:v>
                </c:pt>
                <c:pt idx="1497">
                  <c:v>39498</c:v>
                </c:pt>
                <c:pt idx="1498">
                  <c:v>39499</c:v>
                </c:pt>
                <c:pt idx="1499">
                  <c:v>39500</c:v>
                </c:pt>
                <c:pt idx="1500">
                  <c:v>39503</c:v>
                </c:pt>
                <c:pt idx="1501">
                  <c:v>39504</c:v>
                </c:pt>
                <c:pt idx="1502">
                  <c:v>39505</c:v>
                </c:pt>
                <c:pt idx="1503">
                  <c:v>39506</c:v>
                </c:pt>
                <c:pt idx="1504">
                  <c:v>39507</c:v>
                </c:pt>
                <c:pt idx="1505">
                  <c:v>39510</c:v>
                </c:pt>
                <c:pt idx="1506">
                  <c:v>39511</c:v>
                </c:pt>
                <c:pt idx="1507">
                  <c:v>39512</c:v>
                </c:pt>
                <c:pt idx="1508">
                  <c:v>39513</c:v>
                </c:pt>
                <c:pt idx="1509">
                  <c:v>39514</c:v>
                </c:pt>
                <c:pt idx="1510">
                  <c:v>39517</c:v>
                </c:pt>
                <c:pt idx="1511">
                  <c:v>39518</c:v>
                </c:pt>
                <c:pt idx="1512">
                  <c:v>39519</c:v>
                </c:pt>
                <c:pt idx="1513">
                  <c:v>39520</c:v>
                </c:pt>
                <c:pt idx="1514">
                  <c:v>39521</c:v>
                </c:pt>
                <c:pt idx="1515">
                  <c:v>39524</c:v>
                </c:pt>
                <c:pt idx="1516">
                  <c:v>39525</c:v>
                </c:pt>
                <c:pt idx="1517">
                  <c:v>39526</c:v>
                </c:pt>
                <c:pt idx="1518">
                  <c:v>39527</c:v>
                </c:pt>
                <c:pt idx="1519">
                  <c:v>39531</c:v>
                </c:pt>
                <c:pt idx="1520">
                  <c:v>39532</c:v>
                </c:pt>
                <c:pt idx="1521">
                  <c:v>39533</c:v>
                </c:pt>
                <c:pt idx="1522">
                  <c:v>39534</c:v>
                </c:pt>
                <c:pt idx="1523">
                  <c:v>39535</c:v>
                </c:pt>
                <c:pt idx="1524">
                  <c:v>39538</c:v>
                </c:pt>
                <c:pt idx="1525">
                  <c:v>39539</c:v>
                </c:pt>
                <c:pt idx="1526">
                  <c:v>39540</c:v>
                </c:pt>
                <c:pt idx="1527">
                  <c:v>39541</c:v>
                </c:pt>
                <c:pt idx="1528">
                  <c:v>39542</c:v>
                </c:pt>
                <c:pt idx="1529">
                  <c:v>39545</c:v>
                </c:pt>
                <c:pt idx="1530">
                  <c:v>39546</c:v>
                </c:pt>
                <c:pt idx="1531">
                  <c:v>39547</c:v>
                </c:pt>
                <c:pt idx="1532">
                  <c:v>39548</c:v>
                </c:pt>
                <c:pt idx="1533">
                  <c:v>39549</c:v>
                </c:pt>
                <c:pt idx="1534">
                  <c:v>39552</c:v>
                </c:pt>
                <c:pt idx="1535">
                  <c:v>39553</c:v>
                </c:pt>
                <c:pt idx="1536">
                  <c:v>39554</c:v>
                </c:pt>
                <c:pt idx="1537">
                  <c:v>39555</c:v>
                </c:pt>
                <c:pt idx="1538">
                  <c:v>39556</c:v>
                </c:pt>
                <c:pt idx="1539">
                  <c:v>39560</c:v>
                </c:pt>
                <c:pt idx="1540">
                  <c:v>39561</c:v>
                </c:pt>
                <c:pt idx="1541">
                  <c:v>39562</c:v>
                </c:pt>
                <c:pt idx="1542">
                  <c:v>39563</c:v>
                </c:pt>
                <c:pt idx="1543">
                  <c:v>39566</c:v>
                </c:pt>
                <c:pt idx="1544">
                  <c:v>39567</c:v>
                </c:pt>
                <c:pt idx="1545">
                  <c:v>39568</c:v>
                </c:pt>
                <c:pt idx="1546">
                  <c:v>39570</c:v>
                </c:pt>
                <c:pt idx="1547">
                  <c:v>39573</c:v>
                </c:pt>
                <c:pt idx="1548">
                  <c:v>39574</c:v>
                </c:pt>
                <c:pt idx="1549">
                  <c:v>39575</c:v>
                </c:pt>
                <c:pt idx="1550">
                  <c:v>39576</c:v>
                </c:pt>
                <c:pt idx="1551">
                  <c:v>39577</c:v>
                </c:pt>
                <c:pt idx="1552">
                  <c:v>39580</c:v>
                </c:pt>
                <c:pt idx="1553">
                  <c:v>39581</c:v>
                </c:pt>
                <c:pt idx="1554">
                  <c:v>39582</c:v>
                </c:pt>
                <c:pt idx="1555">
                  <c:v>39583</c:v>
                </c:pt>
                <c:pt idx="1556">
                  <c:v>39584</c:v>
                </c:pt>
                <c:pt idx="1557">
                  <c:v>39587</c:v>
                </c:pt>
                <c:pt idx="1558">
                  <c:v>39588</c:v>
                </c:pt>
                <c:pt idx="1559">
                  <c:v>39589</c:v>
                </c:pt>
                <c:pt idx="1560">
                  <c:v>39591</c:v>
                </c:pt>
                <c:pt idx="1561">
                  <c:v>39594</c:v>
                </c:pt>
                <c:pt idx="1562">
                  <c:v>39595</c:v>
                </c:pt>
                <c:pt idx="1563">
                  <c:v>39596</c:v>
                </c:pt>
                <c:pt idx="1564">
                  <c:v>39597</c:v>
                </c:pt>
                <c:pt idx="1565">
                  <c:v>39598</c:v>
                </c:pt>
                <c:pt idx="1566">
                  <c:v>39601</c:v>
                </c:pt>
                <c:pt idx="1567">
                  <c:v>39602</c:v>
                </c:pt>
                <c:pt idx="1568">
                  <c:v>39603</c:v>
                </c:pt>
                <c:pt idx="1569">
                  <c:v>39604</c:v>
                </c:pt>
                <c:pt idx="1570">
                  <c:v>39605</c:v>
                </c:pt>
                <c:pt idx="1571">
                  <c:v>39608</c:v>
                </c:pt>
                <c:pt idx="1572">
                  <c:v>39609</c:v>
                </c:pt>
                <c:pt idx="1573">
                  <c:v>39610</c:v>
                </c:pt>
                <c:pt idx="1574">
                  <c:v>39611</c:v>
                </c:pt>
                <c:pt idx="1575">
                  <c:v>39612</c:v>
                </c:pt>
                <c:pt idx="1576">
                  <c:v>39615</c:v>
                </c:pt>
                <c:pt idx="1577">
                  <c:v>39616</c:v>
                </c:pt>
                <c:pt idx="1578">
                  <c:v>39617</c:v>
                </c:pt>
                <c:pt idx="1579">
                  <c:v>39618</c:v>
                </c:pt>
                <c:pt idx="1580">
                  <c:v>39619</c:v>
                </c:pt>
                <c:pt idx="1581">
                  <c:v>39622</c:v>
                </c:pt>
                <c:pt idx="1582">
                  <c:v>39623</c:v>
                </c:pt>
                <c:pt idx="1583">
                  <c:v>39624</c:v>
                </c:pt>
                <c:pt idx="1584">
                  <c:v>39625</c:v>
                </c:pt>
                <c:pt idx="1585">
                  <c:v>39626</c:v>
                </c:pt>
                <c:pt idx="1586">
                  <c:v>39629</c:v>
                </c:pt>
                <c:pt idx="1587">
                  <c:v>39630</c:v>
                </c:pt>
                <c:pt idx="1588">
                  <c:v>39631</c:v>
                </c:pt>
                <c:pt idx="1589">
                  <c:v>39632</c:v>
                </c:pt>
                <c:pt idx="1590">
                  <c:v>39633</c:v>
                </c:pt>
                <c:pt idx="1591">
                  <c:v>39636</c:v>
                </c:pt>
                <c:pt idx="1592">
                  <c:v>39637</c:v>
                </c:pt>
                <c:pt idx="1593">
                  <c:v>39639</c:v>
                </c:pt>
                <c:pt idx="1594">
                  <c:v>39640</c:v>
                </c:pt>
                <c:pt idx="1595">
                  <c:v>39643</c:v>
                </c:pt>
                <c:pt idx="1596">
                  <c:v>39644</c:v>
                </c:pt>
                <c:pt idx="1597">
                  <c:v>39645</c:v>
                </c:pt>
                <c:pt idx="1598">
                  <c:v>39646</c:v>
                </c:pt>
                <c:pt idx="1599">
                  <c:v>39647</c:v>
                </c:pt>
                <c:pt idx="1600">
                  <c:v>39650</c:v>
                </c:pt>
                <c:pt idx="1601">
                  <c:v>39651</c:v>
                </c:pt>
                <c:pt idx="1602">
                  <c:v>39652</c:v>
                </c:pt>
                <c:pt idx="1603">
                  <c:v>39653</c:v>
                </c:pt>
                <c:pt idx="1604">
                  <c:v>39654</c:v>
                </c:pt>
                <c:pt idx="1605">
                  <c:v>39657</c:v>
                </c:pt>
                <c:pt idx="1606">
                  <c:v>39658</c:v>
                </c:pt>
                <c:pt idx="1607">
                  <c:v>39659</c:v>
                </c:pt>
                <c:pt idx="1608">
                  <c:v>39660</c:v>
                </c:pt>
                <c:pt idx="1609">
                  <c:v>39661</c:v>
                </c:pt>
                <c:pt idx="1610">
                  <c:v>39664</c:v>
                </c:pt>
                <c:pt idx="1611">
                  <c:v>39665</c:v>
                </c:pt>
                <c:pt idx="1612">
                  <c:v>39666</c:v>
                </c:pt>
                <c:pt idx="1613">
                  <c:v>39667</c:v>
                </c:pt>
                <c:pt idx="1614">
                  <c:v>39668</c:v>
                </c:pt>
                <c:pt idx="1615">
                  <c:v>39671</c:v>
                </c:pt>
                <c:pt idx="1616">
                  <c:v>39672</c:v>
                </c:pt>
                <c:pt idx="1617">
                  <c:v>39673</c:v>
                </c:pt>
                <c:pt idx="1618">
                  <c:v>39674</c:v>
                </c:pt>
                <c:pt idx="1619">
                  <c:v>39675</c:v>
                </c:pt>
                <c:pt idx="1620">
                  <c:v>39678</c:v>
                </c:pt>
                <c:pt idx="1621">
                  <c:v>39679</c:v>
                </c:pt>
                <c:pt idx="1622">
                  <c:v>39680</c:v>
                </c:pt>
                <c:pt idx="1623">
                  <c:v>39681</c:v>
                </c:pt>
                <c:pt idx="1624">
                  <c:v>39682</c:v>
                </c:pt>
                <c:pt idx="1625">
                  <c:v>39685</c:v>
                </c:pt>
                <c:pt idx="1626">
                  <c:v>39686</c:v>
                </c:pt>
                <c:pt idx="1627">
                  <c:v>39687</c:v>
                </c:pt>
                <c:pt idx="1628">
                  <c:v>39688</c:v>
                </c:pt>
                <c:pt idx="1629">
                  <c:v>39689</c:v>
                </c:pt>
                <c:pt idx="1630">
                  <c:v>39692</c:v>
                </c:pt>
                <c:pt idx="1631">
                  <c:v>39693</c:v>
                </c:pt>
                <c:pt idx="1632">
                  <c:v>39694</c:v>
                </c:pt>
                <c:pt idx="1633">
                  <c:v>39695</c:v>
                </c:pt>
                <c:pt idx="1634">
                  <c:v>39696</c:v>
                </c:pt>
                <c:pt idx="1635">
                  <c:v>39699</c:v>
                </c:pt>
                <c:pt idx="1636">
                  <c:v>39700</c:v>
                </c:pt>
                <c:pt idx="1637">
                  <c:v>39701</c:v>
                </c:pt>
                <c:pt idx="1638">
                  <c:v>39702</c:v>
                </c:pt>
                <c:pt idx="1639">
                  <c:v>39703</c:v>
                </c:pt>
                <c:pt idx="1640">
                  <c:v>39706</c:v>
                </c:pt>
                <c:pt idx="1641">
                  <c:v>39707</c:v>
                </c:pt>
                <c:pt idx="1642">
                  <c:v>39708</c:v>
                </c:pt>
                <c:pt idx="1643">
                  <c:v>39709</c:v>
                </c:pt>
                <c:pt idx="1644">
                  <c:v>39710</c:v>
                </c:pt>
                <c:pt idx="1645">
                  <c:v>39713</c:v>
                </c:pt>
                <c:pt idx="1646">
                  <c:v>39714</c:v>
                </c:pt>
                <c:pt idx="1647">
                  <c:v>39715</c:v>
                </c:pt>
                <c:pt idx="1648">
                  <c:v>39716</c:v>
                </c:pt>
                <c:pt idx="1649">
                  <c:v>39717</c:v>
                </c:pt>
                <c:pt idx="1650">
                  <c:v>39720</c:v>
                </c:pt>
                <c:pt idx="1651">
                  <c:v>39721</c:v>
                </c:pt>
                <c:pt idx="1652">
                  <c:v>39722</c:v>
                </c:pt>
                <c:pt idx="1653">
                  <c:v>39723</c:v>
                </c:pt>
                <c:pt idx="1654">
                  <c:v>39724</c:v>
                </c:pt>
                <c:pt idx="1655">
                  <c:v>39727</c:v>
                </c:pt>
                <c:pt idx="1656">
                  <c:v>39728</c:v>
                </c:pt>
                <c:pt idx="1657">
                  <c:v>39729</c:v>
                </c:pt>
                <c:pt idx="1658">
                  <c:v>39730</c:v>
                </c:pt>
                <c:pt idx="1659">
                  <c:v>39731</c:v>
                </c:pt>
                <c:pt idx="1660">
                  <c:v>39734</c:v>
                </c:pt>
                <c:pt idx="1661">
                  <c:v>39735</c:v>
                </c:pt>
                <c:pt idx="1662">
                  <c:v>39736</c:v>
                </c:pt>
                <c:pt idx="1663">
                  <c:v>39737</c:v>
                </c:pt>
                <c:pt idx="1664">
                  <c:v>39738</c:v>
                </c:pt>
                <c:pt idx="1665">
                  <c:v>39741</c:v>
                </c:pt>
                <c:pt idx="1666">
                  <c:v>39742</c:v>
                </c:pt>
                <c:pt idx="1667">
                  <c:v>39743</c:v>
                </c:pt>
                <c:pt idx="1668">
                  <c:v>39744</c:v>
                </c:pt>
                <c:pt idx="1669">
                  <c:v>39745</c:v>
                </c:pt>
                <c:pt idx="1670">
                  <c:v>39748</c:v>
                </c:pt>
                <c:pt idx="1671">
                  <c:v>39749</c:v>
                </c:pt>
                <c:pt idx="1672">
                  <c:v>39750</c:v>
                </c:pt>
                <c:pt idx="1673">
                  <c:v>39751</c:v>
                </c:pt>
                <c:pt idx="1674">
                  <c:v>39752</c:v>
                </c:pt>
                <c:pt idx="1675">
                  <c:v>39755</c:v>
                </c:pt>
                <c:pt idx="1676">
                  <c:v>39756</c:v>
                </c:pt>
                <c:pt idx="1677">
                  <c:v>39757</c:v>
                </c:pt>
                <c:pt idx="1678">
                  <c:v>39758</c:v>
                </c:pt>
                <c:pt idx="1679">
                  <c:v>39759</c:v>
                </c:pt>
                <c:pt idx="1680">
                  <c:v>39762</c:v>
                </c:pt>
                <c:pt idx="1681">
                  <c:v>39763</c:v>
                </c:pt>
                <c:pt idx="1682">
                  <c:v>39764</c:v>
                </c:pt>
                <c:pt idx="1683">
                  <c:v>39765</c:v>
                </c:pt>
                <c:pt idx="1684">
                  <c:v>39766</c:v>
                </c:pt>
                <c:pt idx="1685">
                  <c:v>39769</c:v>
                </c:pt>
                <c:pt idx="1686">
                  <c:v>39770</c:v>
                </c:pt>
                <c:pt idx="1687">
                  <c:v>39771</c:v>
                </c:pt>
                <c:pt idx="1688">
                  <c:v>39773</c:v>
                </c:pt>
                <c:pt idx="1689">
                  <c:v>39776</c:v>
                </c:pt>
                <c:pt idx="1690">
                  <c:v>39777</c:v>
                </c:pt>
                <c:pt idx="1691">
                  <c:v>39778</c:v>
                </c:pt>
                <c:pt idx="1692">
                  <c:v>39779</c:v>
                </c:pt>
                <c:pt idx="1693">
                  <c:v>39780</c:v>
                </c:pt>
                <c:pt idx="1694">
                  <c:v>39783</c:v>
                </c:pt>
                <c:pt idx="1695">
                  <c:v>39784</c:v>
                </c:pt>
                <c:pt idx="1696">
                  <c:v>39785</c:v>
                </c:pt>
                <c:pt idx="1697">
                  <c:v>39786</c:v>
                </c:pt>
                <c:pt idx="1698">
                  <c:v>39787</c:v>
                </c:pt>
                <c:pt idx="1699">
                  <c:v>39790</c:v>
                </c:pt>
                <c:pt idx="1700">
                  <c:v>39791</c:v>
                </c:pt>
                <c:pt idx="1701">
                  <c:v>39792</c:v>
                </c:pt>
                <c:pt idx="1702">
                  <c:v>39793</c:v>
                </c:pt>
                <c:pt idx="1703">
                  <c:v>39794</c:v>
                </c:pt>
                <c:pt idx="1704">
                  <c:v>39797</c:v>
                </c:pt>
                <c:pt idx="1705">
                  <c:v>39798</c:v>
                </c:pt>
                <c:pt idx="1706">
                  <c:v>39799</c:v>
                </c:pt>
                <c:pt idx="1707">
                  <c:v>39800</c:v>
                </c:pt>
                <c:pt idx="1708">
                  <c:v>39801</c:v>
                </c:pt>
                <c:pt idx="1709">
                  <c:v>39804</c:v>
                </c:pt>
                <c:pt idx="1710">
                  <c:v>39805</c:v>
                </c:pt>
                <c:pt idx="1711">
                  <c:v>39808</c:v>
                </c:pt>
                <c:pt idx="1712">
                  <c:v>39811</c:v>
                </c:pt>
                <c:pt idx="1713">
                  <c:v>39812</c:v>
                </c:pt>
                <c:pt idx="1714">
                  <c:v>39815</c:v>
                </c:pt>
                <c:pt idx="1715">
                  <c:v>39818</c:v>
                </c:pt>
                <c:pt idx="1716">
                  <c:v>39819</c:v>
                </c:pt>
                <c:pt idx="1717">
                  <c:v>39820</c:v>
                </c:pt>
                <c:pt idx="1718">
                  <c:v>39821</c:v>
                </c:pt>
                <c:pt idx="1719">
                  <c:v>39822</c:v>
                </c:pt>
                <c:pt idx="1720">
                  <c:v>39825</c:v>
                </c:pt>
                <c:pt idx="1721">
                  <c:v>39826</c:v>
                </c:pt>
                <c:pt idx="1722">
                  <c:v>39827</c:v>
                </c:pt>
                <c:pt idx="1723">
                  <c:v>39828</c:v>
                </c:pt>
                <c:pt idx="1724">
                  <c:v>39829</c:v>
                </c:pt>
                <c:pt idx="1725">
                  <c:v>39832</c:v>
                </c:pt>
                <c:pt idx="1726">
                  <c:v>39833</c:v>
                </c:pt>
                <c:pt idx="1727">
                  <c:v>39834</c:v>
                </c:pt>
                <c:pt idx="1728">
                  <c:v>39835</c:v>
                </c:pt>
                <c:pt idx="1729">
                  <c:v>39836</c:v>
                </c:pt>
                <c:pt idx="1730">
                  <c:v>39839</c:v>
                </c:pt>
                <c:pt idx="1731">
                  <c:v>39840</c:v>
                </c:pt>
                <c:pt idx="1732">
                  <c:v>39841</c:v>
                </c:pt>
                <c:pt idx="1733">
                  <c:v>39842</c:v>
                </c:pt>
                <c:pt idx="1734">
                  <c:v>39843</c:v>
                </c:pt>
                <c:pt idx="1735">
                  <c:v>39846</c:v>
                </c:pt>
                <c:pt idx="1736">
                  <c:v>39847</c:v>
                </c:pt>
                <c:pt idx="1737">
                  <c:v>39848</c:v>
                </c:pt>
                <c:pt idx="1738">
                  <c:v>39849</c:v>
                </c:pt>
                <c:pt idx="1739">
                  <c:v>39850</c:v>
                </c:pt>
                <c:pt idx="1740">
                  <c:v>39853</c:v>
                </c:pt>
                <c:pt idx="1741">
                  <c:v>39854</c:v>
                </c:pt>
                <c:pt idx="1742">
                  <c:v>39855</c:v>
                </c:pt>
                <c:pt idx="1743">
                  <c:v>39856</c:v>
                </c:pt>
                <c:pt idx="1744">
                  <c:v>39857</c:v>
                </c:pt>
                <c:pt idx="1745">
                  <c:v>39860</c:v>
                </c:pt>
                <c:pt idx="1746">
                  <c:v>39861</c:v>
                </c:pt>
                <c:pt idx="1747">
                  <c:v>39862</c:v>
                </c:pt>
                <c:pt idx="1748">
                  <c:v>39863</c:v>
                </c:pt>
                <c:pt idx="1749">
                  <c:v>39864</c:v>
                </c:pt>
                <c:pt idx="1750">
                  <c:v>39869</c:v>
                </c:pt>
                <c:pt idx="1751">
                  <c:v>39870</c:v>
                </c:pt>
                <c:pt idx="1752">
                  <c:v>39871</c:v>
                </c:pt>
                <c:pt idx="1753">
                  <c:v>39874</c:v>
                </c:pt>
                <c:pt idx="1754">
                  <c:v>39875</c:v>
                </c:pt>
                <c:pt idx="1755">
                  <c:v>39876</c:v>
                </c:pt>
                <c:pt idx="1756">
                  <c:v>39877</c:v>
                </c:pt>
                <c:pt idx="1757">
                  <c:v>39878</c:v>
                </c:pt>
                <c:pt idx="1758">
                  <c:v>39881</c:v>
                </c:pt>
                <c:pt idx="1759">
                  <c:v>39882</c:v>
                </c:pt>
                <c:pt idx="1760">
                  <c:v>39883</c:v>
                </c:pt>
                <c:pt idx="1761">
                  <c:v>39884</c:v>
                </c:pt>
                <c:pt idx="1762">
                  <c:v>39885</c:v>
                </c:pt>
                <c:pt idx="1763">
                  <c:v>39888</c:v>
                </c:pt>
                <c:pt idx="1764">
                  <c:v>39889</c:v>
                </c:pt>
                <c:pt idx="1765">
                  <c:v>39890</c:v>
                </c:pt>
                <c:pt idx="1766">
                  <c:v>39891</c:v>
                </c:pt>
                <c:pt idx="1767">
                  <c:v>39892</c:v>
                </c:pt>
                <c:pt idx="1768">
                  <c:v>39895</c:v>
                </c:pt>
                <c:pt idx="1769">
                  <c:v>39896</c:v>
                </c:pt>
                <c:pt idx="1770">
                  <c:v>39897</c:v>
                </c:pt>
                <c:pt idx="1771">
                  <c:v>39898</c:v>
                </c:pt>
                <c:pt idx="1772">
                  <c:v>39899</c:v>
                </c:pt>
                <c:pt idx="1773">
                  <c:v>39902</c:v>
                </c:pt>
                <c:pt idx="1774">
                  <c:v>39903</c:v>
                </c:pt>
                <c:pt idx="1775">
                  <c:v>39904</c:v>
                </c:pt>
                <c:pt idx="1776">
                  <c:v>39905</c:v>
                </c:pt>
                <c:pt idx="1777">
                  <c:v>39906</c:v>
                </c:pt>
                <c:pt idx="1778">
                  <c:v>39909</c:v>
                </c:pt>
                <c:pt idx="1779">
                  <c:v>39910</c:v>
                </c:pt>
                <c:pt idx="1780">
                  <c:v>39911</c:v>
                </c:pt>
                <c:pt idx="1781">
                  <c:v>39912</c:v>
                </c:pt>
                <c:pt idx="1782">
                  <c:v>39916</c:v>
                </c:pt>
                <c:pt idx="1783">
                  <c:v>39917</c:v>
                </c:pt>
                <c:pt idx="1784">
                  <c:v>39918</c:v>
                </c:pt>
                <c:pt idx="1785">
                  <c:v>39919</c:v>
                </c:pt>
                <c:pt idx="1786">
                  <c:v>39920</c:v>
                </c:pt>
                <c:pt idx="1787">
                  <c:v>39923</c:v>
                </c:pt>
                <c:pt idx="1788">
                  <c:v>39925</c:v>
                </c:pt>
                <c:pt idx="1789">
                  <c:v>39926</c:v>
                </c:pt>
                <c:pt idx="1790">
                  <c:v>39927</c:v>
                </c:pt>
                <c:pt idx="1791">
                  <c:v>39930</c:v>
                </c:pt>
                <c:pt idx="1792">
                  <c:v>39931</c:v>
                </c:pt>
                <c:pt idx="1793">
                  <c:v>39932</c:v>
                </c:pt>
                <c:pt idx="1794">
                  <c:v>39933</c:v>
                </c:pt>
                <c:pt idx="1795">
                  <c:v>39937</c:v>
                </c:pt>
                <c:pt idx="1796">
                  <c:v>39938</c:v>
                </c:pt>
                <c:pt idx="1797">
                  <c:v>39939</c:v>
                </c:pt>
                <c:pt idx="1798">
                  <c:v>39940</c:v>
                </c:pt>
                <c:pt idx="1799">
                  <c:v>39941</c:v>
                </c:pt>
                <c:pt idx="1800">
                  <c:v>39944</c:v>
                </c:pt>
                <c:pt idx="1801">
                  <c:v>39945</c:v>
                </c:pt>
                <c:pt idx="1802">
                  <c:v>39946</c:v>
                </c:pt>
                <c:pt idx="1803">
                  <c:v>39947</c:v>
                </c:pt>
                <c:pt idx="1804">
                  <c:v>39948</c:v>
                </c:pt>
                <c:pt idx="1805">
                  <c:v>39951</c:v>
                </c:pt>
                <c:pt idx="1806">
                  <c:v>39952</c:v>
                </c:pt>
                <c:pt idx="1807">
                  <c:v>39953</c:v>
                </c:pt>
                <c:pt idx="1808">
                  <c:v>39954</c:v>
                </c:pt>
                <c:pt idx="1809">
                  <c:v>39955</c:v>
                </c:pt>
                <c:pt idx="1810">
                  <c:v>39958</c:v>
                </c:pt>
                <c:pt idx="1811">
                  <c:v>39959</c:v>
                </c:pt>
                <c:pt idx="1812">
                  <c:v>39960</c:v>
                </c:pt>
                <c:pt idx="1813">
                  <c:v>39961</c:v>
                </c:pt>
                <c:pt idx="1814">
                  <c:v>39962</c:v>
                </c:pt>
                <c:pt idx="1815">
                  <c:v>39965</c:v>
                </c:pt>
                <c:pt idx="1816">
                  <c:v>39966</c:v>
                </c:pt>
                <c:pt idx="1817">
                  <c:v>39967</c:v>
                </c:pt>
                <c:pt idx="1818">
                  <c:v>39968</c:v>
                </c:pt>
                <c:pt idx="1819">
                  <c:v>39969</c:v>
                </c:pt>
                <c:pt idx="1820">
                  <c:v>39972</c:v>
                </c:pt>
                <c:pt idx="1821">
                  <c:v>39973</c:v>
                </c:pt>
                <c:pt idx="1822">
                  <c:v>39974</c:v>
                </c:pt>
                <c:pt idx="1823">
                  <c:v>39976</c:v>
                </c:pt>
                <c:pt idx="1824">
                  <c:v>39979</c:v>
                </c:pt>
                <c:pt idx="1825">
                  <c:v>39980</c:v>
                </c:pt>
                <c:pt idx="1826">
                  <c:v>39981</c:v>
                </c:pt>
                <c:pt idx="1827">
                  <c:v>39982</c:v>
                </c:pt>
                <c:pt idx="1828">
                  <c:v>39983</c:v>
                </c:pt>
                <c:pt idx="1829">
                  <c:v>39986</c:v>
                </c:pt>
                <c:pt idx="1830">
                  <c:v>39987</c:v>
                </c:pt>
                <c:pt idx="1831">
                  <c:v>39988</c:v>
                </c:pt>
                <c:pt idx="1832">
                  <c:v>39989</c:v>
                </c:pt>
                <c:pt idx="1833">
                  <c:v>39990</c:v>
                </c:pt>
                <c:pt idx="1834">
                  <c:v>39993</c:v>
                </c:pt>
                <c:pt idx="1835">
                  <c:v>39994</c:v>
                </c:pt>
                <c:pt idx="1836">
                  <c:v>39995</c:v>
                </c:pt>
                <c:pt idx="1837">
                  <c:v>39996</c:v>
                </c:pt>
                <c:pt idx="1838">
                  <c:v>39997</c:v>
                </c:pt>
                <c:pt idx="1839">
                  <c:v>40000</c:v>
                </c:pt>
                <c:pt idx="1840">
                  <c:v>40001</c:v>
                </c:pt>
                <c:pt idx="1841">
                  <c:v>40002</c:v>
                </c:pt>
                <c:pt idx="1842">
                  <c:v>40004</c:v>
                </c:pt>
                <c:pt idx="1843">
                  <c:v>40007</c:v>
                </c:pt>
                <c:pt idx="1844">
                  <c:v>40008</c:v>
                </c:pt>
                <c:pt idx="1845">
                  <c:v>40009</c:v>
                </c:pt>
                <c:pt idx="1846">
                  <c:v>40010</c:v>
                </c:pt>
                <c:pt idx="1847">
                  <c:v>40011</c:v>
                </c:pt>
                <c:pt idx="1848">
                  <c:v>40014</c:v>
                </c:pt>
                <c:pt idx="1849">
                  <c:v>40015</c:v>
                </c:pt>
                <c:pt idx="1850">
                  <c:v>40016</c:v>
                </c:pt>
                <c:pt idx="1851">
                  <c:v>40017</c:v>
                </c:pt>
                <c:pt idx="1852">
                  <c:v>40018</c:v>
                </c:pt>
                <c:pt idx="1853">
                  <c:v>40021</c:v>
                </c:pt>
                <c:pt idx="1854">
                  <c:v>40022</c:v>
                </c:pt>
                <c:pt idx="1855">
                  <c:v>40023</c:v>
                </c:pt>
                <c:pt idx="1856">
                  <c:v>40024</c:v>
                </c:pt>
                <c:pt idx="1857">
                  <c:v>40025</c:v>
                </c:pt>
                <c:pt idx="1858">
                  <c:v>40028</c:v>
                </c:pt>
                <c:pt idx="1859">
                  <c:v>40029</c:v>
                </c:pt>
                <c:pt idx="1860">
                  <c:v>40030</c:v>
                </c:pt>
                <c:pt idx="1861">
                  <c:v>40031</c:v>
                </c:pt>
                <c:pt idx="1862">
                  <c:v>40032</c:v>
                </c:pt>
                <c:pt idx="1863">
                  <c:v>40035</c:v>
                </c:pt>
                <c:pt idx="1864">
                  <c:v>40036</c:v>
                </c:pt>
                <c:pt idx="1865">
                  <c:v>40037</c:v>
                </c:pt>
                <c:pt idx="1866">
                  <c:v>40038</c:v>
                </c:pt>
                <c:pt idx="1867">
                  <c:v>40039</c:v>
                </c:pt>
                <c:pt idx="1868">
                  <c:v>40042</c:v>
                </c:pt>
                <c:pt idx="1869">
                  <c:v>40043</c:v>
                </c:pt>
                <c:pt idx="1870">
                  <c:v>40044</c:v>
                </c:pt>
                <c:pt idx="1871">
                  <c:v>40045</c:v>
                </c:pt>
                <c:pt idx="1872">
                  <c:v>40046</c:v>
                </c:pt>
                <c:pt idx="1873">
                  <c:v>40049</c:v>
                </c:pt>
                <c:pt idx="1874">
                  <c:v>40050</c:v>
                </c:pt>
                <c:pt idx="1875">
                  <c:v>40051</c:v>
                </c:pt>
                <c:pt idx="1876">
                  <c:v>40052</c:v>
                </c:pt>
                <c:pt idx="1877">
                  <c:v>40053</c:v>
                </c:pt>
                <c:pt idx="1878">
                  <c:v>40056</c:v>
                </c:pt>
                <c:pt idx="1879">
                  <c:v>40057</c:v>
                </c:pt>
                <c:pt idx="1880">
                  <c:v>40058</c:v>
                </c:pt>
                <c:pt idx="1881">
                  <c:v>40059</c:v>
                </c:pt>
                <c:pt idx="1882">
                  <c:v>40060</c:v>
                </c:pt>
                <c:pt idx="1883">
                  <c:v>40064</c:v>
                </c:pt>
                <c:pt idx="1884">
                  <c:v>40065</c:v>
                </c:pt>
                <c:pt idx="1885">
                  <c:v>40066</c:v>
                </c:pt>
                <c:pt idx="1886">
                  <c:v>40067</c:v>
                </c:pt>
                <c:pt idx="1887">
                  <c:v>40070</c:v>
                </c:pt>
                <c:pt idx="1888">
                  <c:v>40071</c:v>
                </c:pt>
                <c:pt idx="1889">
                  <c:v>40072</c:v>
                </c:pt>
                <c:pt idx="1890">
                  <c:v>40073</c:v>
                </c:pt>
                <c:pt idx="1891">
                  <c:v>40074</c:v>
                </c:pt>
                <c:pt idx="1892">
                  <c:v>40077</c:v>
                </c:pt>
                <c:pt idx="1893">
                  <c:v>40078</c:v>
                </c:pt>
                <c:pt idx="1894">
                  <c:v>40079</c:v>
                </c:pt>
                <c:pt idx="1895">
                  <c:v>40080</c:v>
                </c:pt>
                <c:pt idx="1896">
                  <c:v>40081</c:v>
                </c:pt>
                <c:pt idx="1897">
                  <c:v>40084</c:v>
                </c:pt>
                <c:pt idx="1898">
                  <c:v>40085</c:v>
                </c:pt>
                <c:pt idx="1899">
                  <c:v>40086</c:v>
                </c:pt>
                <c:pt idx="1900">
                  <c:v>40087</c:v>
                </c:pt>
                <c:pt idx="1901">
                  <c:v>40088</c:v>
                </c:pt>
                <c:pt idx="1902">
                  <c:v>40091</c:v>
                </c:pt>
                <c:pt idx="1903">
                  <c:v>40092</c:v>
                </c:pt>
                <c:pt idx="1904">
                  <c:v>40093</c:v>
                </c:pt>
                <c:pt idx="1905">
                  <c:v>40094</c:v>
                </c:pt>
                <c:pt idx="1906">
                  <c:v>40095</c:v>
                </c:pt>
                <c:pt idx="1907">
                  <c:v>40099</c:v>
                </c:pt>
                <c:pt idx="1908">
                  <c:v>40100</c:v>
                </c:pt>
                <c:pt idx="1909">
                  <c:v>40101</c:v>
                </c:pt>
                <c:pt idx="1910">
                  <c:v>40102</c:v>
                </c:pt>
                <c:pt idx="1911">
                  <c:v>40105</c:v>
                </c:pt>
                <c:pt idx="1912">
                  <c:v>40106</c:v>
                </c:pt>
                <c:pt idx="1913">
                  <c:v>40107</c:v>
                </c:pt>
                <c:pt idx="1914">
                  <c:v>40108</c:v>
                </c:pt>
                <c:pt idx="1915">
                  <c:v>40109</c:v>
                </c:pt>
                <c:pt idx="1916">
                  <c:v>40112</c:v>
                </c:pt>
                <c:pt idx="1917">
                  <c:v>40113</c:v>
                </c:pt>
                <c:pt idx="1918">
                  <c:v>40114</c:v>
                </c:pt>
                <c:pt idx="1919">
                  <c:v>40115</c:v>
                </c:pt>
                <c:pt idx="1920">
                  <c:v>40116</c:v>
                </c:pt>
                <c:pt idx="1921">
                  <c:v>40120</c:v>
                </c:pt>
                <c:pt idx="1922">
                  <c:v>40121</c:v>
                </c:pt>
                <c:pt idx="1923">
                  <c:v>40122</c:v>
                </c:pt>
                <c:pt idx="1924">
                  <c:v>40123</c:v>
                </c:pt>
                <c:pt idx="1925">
                  <c:v>40126</c:v>
                </c:pt>
                <c:pt idx="1926">
                  <c:v>40127</c:v>
                </c:pt>
                <c:pt idx="1927">
                  <c:v>40128</c:v>
                </c:pt>
                <c:pt idx="1928">
                  <c:v>40129</c:v>
                </c:pt>
                <c:pt idx="1929">
                  <c:v>40130</c:v>
                </c:pt>
                <c:pt idx="1930">
                  <c:v>40133</c:v>
                </c:pt>
                <c:pt idx="1931">
                  <c:v>40134</c:v>
                </c:pt>
                <c:pt idx="1932">
                  <c:v>40135</c:v>
                </c:pt>
                <c:pt idx="1933">
                  <c:v>40136</c:v>
                </c:pt>
                <c:pt idx="1934">
                  <c:v>40140</c:v>
                </c:pt>
                <c:pt idx="1935">
                  <c:v>40141</c:v>
                </c:pt>
                <c:pt idx="1936">
                  <c:v>40142</c:v>
                </c:pt>
                <c:pt idx="1937">
                  <c:v>40143</c:v>
                </c:pt>
                <c:pt idx="1938">
                  <c:v>40144</c:v>
                </c:pt>
                <c:pt idx="1939">
                  <c:v>40147</c:v>
                </c:pt>
                <c:pt idx="1940">
                  <c:v>40148</c:v>
                </c:pt>
                <c:pt idx="1941">
                  <c:v>40149</c:v>
                </c:pt>
                <c:pt idx="1942">
                  <c:v>40150</c:v>
                </c:pt>
                <c:pt idx="1943">
                  <c:v>40151</c:v>
                </c:pt>
                <c:pt idx="1944">
                  <c:v>40154</c:v>
                </c:pt>
                <c:pt idx="1945">
                  <c:v>40155</c:v>
                </c:pt>
                <c:pt idx="1946">
                  <c:v>40156</c:v>
                </c:pt>
                <c:pt idx="1947">
                  <c:v>40157</c:v>
                </c:pt>
                <c:pt idx="1948">
                  <c:v>40158</c:v>
                </c:pt>
                <c:pt idx="1949">
                  <c:v>40161</c:v>
                </c:pt>
                <c:pt idx="1950">
                  <c:v>40162</c:v>
                </c:pt>
                <c:pt idx="1951">
                  <c:v>40163</c:v>
                </c:pt>
                <c:pt idx="1952">
                  <c:v>40164</c:v>
                </c:pt>
                <c:pt idx="1953">
                  <c:v>40165</c:v>
                </c:pt>
                <c:pt idx="1954">
                  <c:v>40168</c:v>
                </c:pt>
                <c:pt idx="1955">
                  <c:v>40169</c:v>
                </c:pt>
                <c:pt idx="1956">
                  <c:v>40170</c:v>
                </c:pt>
                <c:pt idx="1957">
                  <c:v>40175</c:v>
                </c:pt>
                <c:pt idx="1958">
                  <c:v>40176</c:v>
                </c:pt>
                <c:pt idx="1959">
                  <c:v>40177</c:v>
                </c:pt>
                <c:pt idx="1960">
                  <c:v>40182</c:v>
                </c:pt>
                <c:pt idx="1961">
                  <c:v>40183</c:v>
                </c:pt>
                <c:pt idx="1962">
                  <c:v>40184</c:v>
                </c:pt>
                <c:pt idx="1963">
                  <c:v>40185</c:v>
                </c:pt>
                <c:pt idx="1964">
                  <c:v>40186</c:v>
                </c:pt>
                <c:pt idx="1965">
                  <c:v>40189</c:v>
                </c:pt>
                <c:pt idx="1966">
                  <c:v>40190</c:v>
                </c:pt>
                <c:pt idx="1967">
                  <c:v>40191</c:v>
                </c:pt>
                <c:pt idx="1968">
                  <c:v>40192</c:v>
                </c:pt>
                <c:pt idx="1969">
                  <c:v>40193</c:v>
                </c:pt>
                <c:pt idx="1970">
                  <c:v>40196</c:v>
                </c:pt>
                <c:pt idx="1971">
                  <c:v>40197</c:v>
                </c:pt>
                <c:pt idx="1972">
                  <c:v>40198</c:v>
                </c:pt>
                <c:pt idx="1973">
                  <c:v>40199</c:v>
                </c:pt>
                <c:pt idx="1974">
                  <c:v>40200</c:v>
                </c:pt>
                <c:pt idx="1975">
                  <c:v>40204</c:v>
                </c:pt>
                <c:pt idx="1976">
                  <c:v>40205</c:v>
                </c:pt>
                <c:pt idx="1977">
                  <c:v>40206</c:v>
                </c:pt>
                <c:pt idx="1978">
                  <c:v>40207</c:v>
                </c:pt>
                <c:pt idx="1979">
                  <c:v>40210</c:v>
                </c:pt>
                <c:pt idx="1980">
                  <c:v>40211</c:v>
                </c:pt>
                <c:pt idx="1981">
                  <c:v>40212</c:v>
                </c:pt>
                <c:pt idx="1982">
                  <c:v>40213</c:v>
                </c:pt>
                <c:pt idx="1983">
                  <c:v>40214</c:v>
                </c:pt>
                <c:pt idx="1984">
                  <c:v>40217</c:v>
                </c:pt>
                <c:pt idx="1985">
                  <c:v>40218</c:v>
                </c:pt>
                <c:pt idx="1986">
                  <c:v>40219</c:v>
                </c:pt>
                <c:pt idx="1987">
                  <c:v>40220</c:v>
                </c:pt>
                <c:pt idx="1988">
                  <c:v>40221</c:v>
                </c:pt>
                <c:pt idx="1989">
                  <c:v>40226</c:v>
                </c:pt>
                <c:pt idx="1990">
                  <c:v>40227</c:v>
                </c:pt>
                <c:pt idx="1991">
                  <c:v>40228</c:v>
                </c:pt>
                <c:pt idx="1992">
                  <c:v>40231</c:v>
                </c:pt>
                <c:pt idx="1993">
                  <c:v>40232</c:v>
                </c:pt>
                <c:pt idx="1994">
                  <c:v>40233</c:v>
                </c:pt>
                <c:pt idx="1995">
                  <c:v>40234</c:v>
                </c:pt>
                <c:pt idx="1996">
                  <c:v>40235</c:v>
                </c:pt>
                <c:pt idx="1997">
                  <c:v>40238</c:v>
                </c:pt>
                <c:pt idx="1998">
                  <c:v>40239</c:v>
                </c:pt>
                <c:pt idx="1999">
                  <c:v>40240</c:v>
                </c:pt>
                <c:pt idx="2000">
                  <c:v>40241</c:v>
                </c:pt>
                <c:pt idx="2001">
                  <c:v>40242</c:v>
                </c:pt>
                <c:pt idx="2002">
                  <c:v>40245</c:v>
                </c:pt>
                <c:pt idx="2003">
                  <c:v>40246</c:v>
                </c:pt>
                <c:pt idx="2004">
                  <c:v>40247</c:v>
                </c:pt>
                <c:pt idx="2005">
                  <c:v>40248</c:v>
                </c:pt>
                <c:pt idx="2006">
                  <c:v>40249</c:v>
                </c:pt>
                <c:pt idx="2007">
                  <c:v>40252</c:v>
                </c:pt>
                <c:pt idx="2008">
                  <c:v>40253</c:v>
                </c:pt>
                <c:pt idx="2009">
                  <c:v>40254</c:v>
                </c:pt>
                <c:pt idx="2010">
                  <c:v>40255</c:v>
                </c:pt>
                <c:pt idx="2011">
                  <c:v>40256</c:v>
                </c:pt>
                <c:pt idx="2012">
                  <c:v>40259</c:v>
                </c:pt>
                <c:pt idx="2013">
                  <c:v>40260</c:v>
                </c:pt>
                <c:pt idx="2014">
                  <c:v>40261</c:v>
                </c:pt>
                <c:pt idx="2015">
                  <c:v>40262</c:v>
                </c:pt>
                <c:pt idx="2016">
                  <c:v>40263</c:v>
                </c:pt>
                <c:pt idx="2017">
                  <c:v>40266</c:v>
                </c:pt>
                <c:pt idx="2018">
                  <c:v>40267</c:v>
                </c:pt>
                <c:pt idx="2019">
                  <c:v>40268</c:v>
                </c:pt>
                <c:pt idx="2020">
                  <c:v>40269</c:v>
                </c:pt>
                <c:pt idx="2021">
                  <c:v>40273</c:v>
                </c:pt>
                <c:pt idx="2022">
                  <c:v>40274</c:v>
                </c:pt>
                <c:pt idx="2023">
                  <c:v>40275</c:v>
                </c:pt>
                <c:pt idx="2024">
                  <c:v>40276</c:v>
                </c:pt>
                <c:pt idx="2025">
                  <c:v>40277</c:v>
                </c:pt>
                <c:pt idx="2026">
                  <c:v>40280</c:v>
                </c:pt>
                <c:pt idx="2027">
                  <c:v>40281</c:v>
                </c:pt>
                <c:pt idx="2028">
                  <c:v>40282</c:v>
                </c:pt>
                <c:pt idx="2029">
                  <c:v>40283</c:v>
                </c:pt>
                <c:pt idx="2030">
                  <c:v>40284</c:v>
                </c:pt>
                <c:pt idx="2031">
                  <c:v>40287</c:v>
                </c:pt>
                <c:pt idx="2032">
                  <c:v>40288</c:v>
                </c:pt>
                <c:pt idx="2033">
                  <c:v>40290</c:v>
                </c:pt>
                <c:pt idx="2034">
                  <c:v>40291</c:v>
                </c:pt>
                <c:pt idx="2035">
                  <c:v>40294</c:v>
                </c:pt>
                <c:pt idx="2036">
                  <c:v>40295</c:v>
                </c:pt>
                <c:pt idx="2037">
                  <c:v>40296</c:v>
                </c:pt>
                <c:pt idx="2038">
                  <c:v>40297</c:v>
                </c:pt>
                <c:pt idx="2039">
                  <c:v>40298</c:v>
                </c:pt>
                <c:pt idx="2040">
                  <c:v>40301</c:v>
                </c:pt>
                <c:pt idx="2041">
                  <c:v>40302</c:v>
                </c:pt>
                <c:pt idx="2042">
                  <c:v>40303</c:v>
                </c:pt>
                <c:pt idx="2043">
                  <c:v>40304</c:v>
                </c:pt>
                <c:pt idx="2044">
                  <c:v>40305</c:v>
                </c:pt>
                <c:pt idx="2045">
                  <c:v>40308</c:v>
                </c:pt>
                <c:pt idx="2046">
                  <c:v>40309</c:v>
                </c:pt>
                <c:pt idx="2047">
                  <c:v>40310</c:v>
                </c:pt>
                <c:pt idx="2048">
                  <c:v>40311</c:v>
                </c:pt>
                <c:pt idx="2049">
                  <c:v>40312</c:v>
                </c:pt>
                <c:pt idx="2050">
                  <c:v>40315</c:v>
                </c:pt>
                <c:pt idx="2051">
                  <c:v>40316</c:v>
                </c:pt>
                <c:pt idx="2052">
                  <c:v>40317</c:v>
                </c:pt>
                <c:pt idx="2053">
                  <c:v>40318</c:v>
                </c:pt>
                <c:pt idx="2054">
                  <c:v>40319</c:v>
                </c:pt>
                <c:pt idx="2055">
                  <c:v>40322</c:v>
                </c:pt>
                <c:pt idx="2056">
                  <c:v>40323</c:v>
                </c:pt>
                <c:pt idx="2057">
                  <c:v>40324</c:v>
                </c:pt>
                <c:pt idx="2058">
                  <c:v>40325</c:v>
                </c:pt>
                <c:pt idx="2059">
                  <c:v>40326</c:v>
                </c:pt>
                <c:pt idx="2060">
                  <c:v>40329</c:v>
                </c:pt>
                <c:pt idx="2061">
                  <c:v>40330</c:v>
                </c:pt>
                <c:pt idx="2062">
                  <c:v>40331</c:v>
                </c:pt>
                <c:pt idx="2063">
                  <c:v>40333</c:v>
                </c:pt>
                <c:pt idx="2064">
                  <c:v>40336</c:v>
                </c:pt>
                <c:pt idx="2065">
                  <c:v>40337</c:v>
                </c:pt>
                <c:pt idx="2066">
                  <c:v>40338</c:v>
                </c:pt>
                <c:pt idx="2067">
                  <c:v>40339</c:v>
                </c:pt>
                <c:pt idx="2068">
                  <c:v>40340</c:v>
                </c:pt>
                <c:pt idx="2069">
                  <c:v>40343</c:v>
                </c:pt>
                <c:pt idx="2070">
                  <c:v>40344</c:v>
                </c:pt>
                <c:pt idx="2071">
                  <c:v>40345</c:v>
                </c:pt>
                <c:pt idx="2072">
                  <c:v>40346</c:v>
                </c:pt>
                <c:pt idx="2073">
                  <c:v>40347</c:v>
                </c:pt>
                <c:pt idx="2074">
                  <c:v>40350</c:v>
                </c:pt>
                <c:pt idx="2075">
                  <c:v>40351</c:v>
                </c:pt>
                <c:pt idx="2076">
                  <c:v>40352</c:v>
                </c:pt>
                <c:pt idx="2077">
                  <c:v>40353</c:v>
                </c:pt>
                <c:pt idx="2078">
                  <c:v>40354</c:v>
                </c:pt>
                <c:pt idx="2079">
                  <c:v>40357</c:v>
                </c:pt>
                <c:pt idx="2080">
                  <c:v>40358</c:v>
                </c:pt>
                <c:pt idx="2081">
                  <c:v>40359</c:v>
                </c:pt>
                <c:pt idx="2082">
                  <c:v>40360</c:v>
                </c:pt>
                <c:pt idx="2083">
                  <c:v>40361</c:v>
                </c:pt>
                <c:pt idx="2084">
                  <c:v>40364</c:v>
                </c:pt>
                <c:pt idx="2085">
                  <c:v>40365</c:v>
                </c:pt>
                <c:pt idx="2086">
                  <c:v>40366</c:v>
                </c:pt>
                <c:pt idx="2087">
                  <c:v>40367</c:v>
                </c:pt>
                <c:pt idx="2088">
                  <c:v>40371</c:v>
                </c:pt>
                <c:pt idx="2089">
                  <c:v>40372</c:v>
                </c:pt>
                <c:pt idx="2090">
                  <c:v>40373</c:v>
                </c:pt>
                <c:pt idx="2091">
                  <c:v>40374</c:v>
                </c:pt>
                <c:pt idx="2092">
                  <c:v>40375</c:v>
                </c:pt>
                <c:pt idx="2093">
                  <c:v>40378</c:v>
                </c:pt>
                <c:pt idx="2094">
                  <c:v>40379</c:v>
                </c:pt>
                <c:pt idx="2095">
                  <c:v>40380</c:v>
                </c:pt>
                <c:pt idx="2096">
                  <c:v>40381</c:v>
                </c:pt>
                <c:pt idx="2097">
                  <c:v>40382</c:v>
                </c:pt>
                <c:pt idx="2098">
                  <c:v>40385</c:v>
                </c:pt>
                <c:pt idx="2099">
                  <c:v>40386</c:v>
                </c:pt>
                <c:pt idx="2100">
                  <c:v>40387</c:v>
                </c:pt>
                <c:pt idx="2101">
                  <c:v>40388</c:v>
                </c:pt>
                <c:pt idx="2102">
                  <c:v>40389</c:v>
                </c:pt>
                <c:pt idx="2103">
                  <c:v>40392</c:v>
                </c:pt>
                <c:pt idx="2104">
                  <c:v>40393</c:v>
                </c:pt>
                <c:pt idx="2105">
                  <c:v>40394</c:v>
                </c:pt>
                <c:pt idx="2106">
                  <c:v>40395</c:v>
                </c:pt>
                <c:pt idx="2107">
                  <c:v>40396</c:v>
                </c:pt>
                <c:pt idx="2108">
                  <c:v>40399</c:v>
                </c:pt>
                <c:pt idx="2109">
                  <c:v>40400</c:v>
                </c:pt>
                <c:pt idx="2110">
                  <c:v>40401</c:v>
                </c:pt>
                <c:pt idx="2111">
                  <c:v>40402</c:v>
                </c:pt>
                <c:pt idx="2112">
                  <c:v>40403</c:v>
                </c:pt>
                <c:pt idx="2113">
                  <c:v>40406</c:v>
                </c:pt>
                <c:pt idx="2114">
                  <c:v>40407</c:v>
                </c:pt>
                <c:pt idx="2115">
                  <c:v>40408</c:v>
                </c:pt>
                <c:pt idx="2116">
                  <c:v>40409</c:v>
                </c:pt>
                <c:pt idx="2117">
                  <c:v>40410</c:v>
                </c:pt>
                <c:pt idx="2118">
                  <c:v>40413</c:v>
                </c:pt>
                <c:pt idx="2119">
                  <c:v>40414</c:v>
                </c:pt>
                <c:pt idx="2120">
                  <c:v>40415</c:v>
                </c:pt>
                <c:pt idx="2121">
                  <c:v>40416</c:v>
                </c:pt>
                <c:pt idx="2122">
                  <c:v>40417</c:v>
                </c:pt>
                <c:pt idx="2123">
                  <c:v>40420</c:v>
                </c:pt>
                <c:pt idx="2124">
                  <c:v>40421</c:v>
                </c:pt>
                <c:pt idx="2125">
                  <c:v>40422</c:v>
                </c:pt>
                <c:pt idx="2126">
                  <c:v>40423</c:v>
                </c:pt>
                <c:pt idx="2127">
                  <c:v>40424</c:v>
                </c:pt>
                <c:pt idx="2128">
                  <c:v>40427</c:v>
                </c:pt>
                <c:pt idx="2129">
                  <c:v>40429</c:v>
                </c:pt>
                <c:pt idx="2130">
                  <c:v>40430</c:v>
                </c:pt>
                <c:pt idx="2131">
                  <c:v>40431</c:v>
                </c:pt>
                <c:pt idx="2132">
                  <c:v>40434</c:v>
                </c:pt>
                <c:pt idx="2133">
                  <c:v>40435</c:v>
                </c:pt>
                <c:pt idx="2134">
                  <c:v>40436</c:v>
                </c:pt>
                <c:pt idx="2135">
                  <c:v>40437</c:v>
                </c:pt>
                <c:pt idx="2136">
                  <c:v>40438</c:v>
                </c:pt>
                <c:pt idx="2137">
                  <c:v>40441</c:v>
                </c:pt>
                <c:pt idx="2138">
                  <c:v>40442</c:v>
                </c:pt>
                <c:pt idx="2139">
                  <c:v>40443</c:v>
                </c:pt>
                <c:pt idx="2140">
                  <c:v>40444</c:v>
                </c:pt>
                <c:pt idx="2141">
                  <c:v>40445</c:v>
                </c:pt>
                <c:pt idx="2142">
                  <c:v>40448</c:v>
                </c:pt>
                <c:pt idx="2143">
                  <c:v>40449</c:v>
                </c:pt>
                <c:pt idx="2144">
                  <c:v>40450</c:v>
                </c:pt>
                <c:pt idx="2145">
                  <c:v>40451</c:v>
                </c:pt>
                <c:pt idx="2146">
                  <c:v>40452</c:v>
                </c:pt>
                <c:pt idx="2147">
                  <c:v>40455</c:v>
                </c:pt>
                <c:pt idx="2148">
                  <c:v>40456</c:v>
                </c:pt>
                <c:pt idx="2149">
                  <c:v>40457</c:v>
                </c:pt>
                <c:pt idx="2150">
                  <c:v>40458</c:v>
                </c:pt>
                <c:pt idx="2151">
                  <c:v>40459</c:v>
                </c:pt>
                <c:pt idx="2152">
                  <c:v>40462</c:v>
                </c:pt>
                <c:pt idx="2153">
                  <c:v>40464</c:v>
                </c:pt>
                <c:pt idx="2154">
                  <c:v>40465</c:v>
                </c:pt>
                <c:pt idx="2155">
                  <c:v>40466</c:v>
                </c:pt>
                <c:pt idx="2156">
                  <c:v>40469</c:v>
                </c:pt>
                <c:pt idx="2157">
                  <c:v>40470</c:v>
                </c:pt>
                <c:pt idx="2158">
                  <c:v>40471</c:v>
                </c:pt>
                <c:pt idx="2159">
                  <c:v>40472</c:v>
                </c:pt>
                <c:pt idx="2160">
                  <c:v>40473</c:v>
                </c:pt>
                <c:pt idx="2161">
                  <c:v>40476</c:v>
                </c:pt>
                <c:pt idx="2162">
                  <c:v>40477</c:v>
                </c:pt>
                <c:pt idx="2163">
                  <c:v>40478</c:v>
                </c:pt>
                <c:pt idx="2164">
                  <c:v>40479</c:v>
                </c:pt>
                <c:pt idx="2165">
                  <c:v>40480</c:v>
                </c:pt>
                <c:pt idx="2166">
                  <c:v>40483</c:v>
                </c:pt>
                <c:pt idx="2167">
                  <c:v>40485</c:v>
                </c:pt>
                <c:pt idx="2168">
                  <c:v>40486</c:v>
                </c:pt>
                <c:pt idx="2169">
                  <c:v>40487</c:v>
                </c:pt>
                <c:pt idx="2170">
                  <c:v>40490</c:v>
                </c:pt>
                <c:pt idx="2171">
                  <c:v>40491</c:v>
                </c:pt>
                <c:pt idx="2172">
                  <c:v>40492</c:v>
                </c:pt>
                <c:pt idx="2173">
                  <c:v>40493</c:v>
                </c:pt>
                <c:pt idx="2174">
                  <c:v>40494</c:v>
                </c:pt>
                <c:pt idx="2175">
                  <c:v>40498</c:v>
                </c:pt>
                <c:pt idx="2176">
                  <c:v>40499</c:v>
                </c:pt>
                <c:pt idx="2177">
                  <c:v>40500</c:v>
                </c:pt>
                <c:pt idx="2178">
                  <c:v>40501</c:v>
                </c:pt>
                <c:pt idx="2179">
                  <c:v>40504</c:v>
                </c:pt>
                <c:pt idx="2180">
                  <c:v>40505</c:v>
                </c:pt>
                <c:pt idx="2181">
                  <c:v>40506</c:v>
                </c:pt>
                <c:pt idx="2182">
                  <c:v>40507</c:v>
                </c:pt>
                <c:pt idx="2183">
                  <c:v>40508</c:v>
                </c:pt>
                <c:pt idx="2184">
                  <c:v>40511</c:v>
                </c:pt>
                <c:pt idx="2185">
                  <c:v>40512</c:v>
                </c:pt>
                <c:pt idx="2186">
                  <c:v>40513</c:v>
                </c:pt>
                <c:pt idx="2187">
                  <c:v>40514</c:v>
                </c:pt>
                <c:pt idx="2188">
                  <c:v>40515</c:v>
                </c:pt>
                <c:pt idx="2189">
                  <c:v>40518</c:v>
                </c:pt>
                <c:pt idx="2190">
                  <c:v>40519</c:v>
                </c:pt>
                <c:pt idx="2191">
                  <c:v>40520</c:v>
                </c:pt>
                <c:pt idx="2192">
                  <c:v>40521</c:v>
                </c:pt>
                <c:pt idx="2193">
                  <c:v>40522</c:v>
                </c:pt>
                <c:pt idx="2194">
                  <c:v>40525</c:v>
                </c:pt>
                <c:pt idx="2195">
                  <c:v>40526</c:v>
                </c:pt>
                <c:pt idx="2196">
                  <c:v>40527</c:v>
                </c:pt>
                <c:pt idx="2197">
                  <c:v>40528</c:v>
                </c:pt>
                <c:pt idx="2198">
                  <c:v>40529</c:v>
                </c:pt>
                <c:pt idx="2199">
                  <c:v>40532</c:v>
                </c:pt>
                <c:pt idx="2200">
                  <c:v>40533</c:v>
                </c:pt>
                <c:pt idx="2201">
                  <c:v>40534</c:v>
                </c:pt>
                <c:pt idx="2202">
                  <c:v>40535</c:v>
                </c:pt>
                <c:pt idx="2203">
                  <c:v>40539</c:v>
                </c:pt>
                <c:pt idx="2204">
                  <c:v>40540</c:v>
                </c:pt>
                <c:pt idx="2205">
                  <c:v>40541</c:v>
                </c:pt>
                <c:pt idx="2206">
                  <c:v>40542</c:v>
                </c:pt>
                <c:pt idx="2207">
                  <c:v>40546</c:v>
                </c:pt>
                <c:pt idx="2208">
                  <c:v>40547</c:v>
                </c:pt>
                <c:pt idx="2209">
                  <c:v>40548</c:v>
                </c:pt>
                <c:pt idx="2210">
                  <c:v>40549</c:v>
                </c:pt>
                <c:pt idx="2211">
                  <c:v>40550</c:v>
                </c:pt>
                <c:pt idx="2212">
                  <c:v>40553</c:v>
                </c:pt>
                <c:pt idx="2213">
                  <c:v>40554</c:v>
                </c:pt>
                <c:pt idx="2214">
                  <c:v>40555</c:v>
                </c:pt>
                <c:pt idx="2215">
                  <c:v>40556</c:v>
                </c:pt>
                <c:pt idx="2216">
                  <c:v>40557</c:v>
                </c:pt>
                <c:pt idx="2217">
                  <c:v>40560</c:v>
                </c:pt>
                <c:pt idx="2218">
                  <c:v>40561</c:v>
                </c:pt>
                <c:pt idx="2219">
                  <c:v>40562</c:v>
                </c:pt>
                <c:pt idx="2220">
                  <c:v>40563</c:v>
                </c:pt>
                <c:pt idx="2221">
                  <c:v>40564</c:v>
                </c:pt>
                <c:pt idx="2222">
                  <c:v>40567</c:v>
                </c:pt>
                <c:pt idx="2223">
                  <c:v>40569</c:v>
                </c:pt>
                <c:pt idx="2224">
                  <c:v>40570</c:v>
                </c:pt>
                <c:pt idx="2225">
                  <c:v>40571</c:v>
                </c:pt>
                <c:pt idx="2226">
                  <c:v>40574</c:v>
                </c:pt>
                <c:pt idx="2227">
                  <c:v>40575</c:v>
                </c:pt>
                <c:pt idx="2228">
                  <c:v>40576</c:v>
                </c:pt>
                <c:pt idx="2229">
                  <c:v>40577</c:v>
                </c:pt>
                <c:pt idx="2230">
                  <c:v>40578</c:v>
                </c:pt>
                <c:pt idx="2231">
                  <c:v>40581</c:v>
                </c:pt>
                <c:pt idx="2232">
                  <c:v>40582</c:v>
                </c:pt>
                <c:pt idx="2233">
                  <c:v>40583</c:v>
                </c:pt>
                <c:pt idx="2234">
                  <c:v>40584</c:v>
                </c:pt>
                <c:pt idx="2235">
                  <c:v>40585</c:v>
                </c:pt>
                <c:pt idx="2236">
                  <c:v>40588</c:v>
                </c:pt>
                <c:pt idx="2237">
                  <c:v>40589</c:v>
                </c:pt>
                <c:pt idx="2238">
                  <c:v>40590</c:v>
                </c:pt>
                <c:pt idx="2239">
                  <c:v>40591</c:v>
                </c:pt>
                <c:pt idx="2240">
                  <c:v>40592</c:v>
                </c:pt>
                <c:pt idx="2241">
                  <c:v>40595</c:v>
                </c:pt>
                <c:pt idx="2242">
                  <c:v>40596</c:v>
                </c:pt>
                <c:pt idx="2243">
                  <c:v>40597</c:v>
                </c:pt>
                <c:pt idx="2244">
                  <c:v>40598</c:v>
                </c:pt>
                <c:pt idx="2245">
                  <c:v>40599</c:v>
                </c:pt>
                <c:pt idx="2246">
                  <c:v>40602</c:v>
                </c:pt>
                <c:pt idx="2247">
                  <c:v>40603</c:v>
                </c:pt>
                <c:pt idx="2248">
                  <c:v>40604</c:v>
                </c:pt>
                <c:pt idx="2249">
                  <c:v>40605</c:v>
                </c:pt>
                <c:pt idx="2250">
                  <c:v>40606</c:v>
                </c:pt>
                <c:pt idx="2251">
                  <c:v>40611</c:v>
                </c:pt>
                <c:pt idx="2252">
                  <c:v>40612</c:v>
                </c:pt>
                <c:pt idx="2253">
                  <c:v>40613</c:v>
                </c:pt>
                <c:pt idx="2254">
                  <c:v>40616</c:v>
                </c:pt>
                <c:pt idx="2255">
                  <c:v>40617</c:v>
                </c:pt>
                <c:pt idx="2256">
                  <c:v>40618</c:v>
                </c:pt>
                <c:pt idx="2257">
                  <c:v>40619</c:v>
                </c:pt>
                <c:pt idx="2258">
                  <c:v>40620</c:v>
                </c:pt>
                <c:pt idx="2259">
                  <c:v>40623</c:v>
                </c:pt>
                <c:pt idx="2260">
                  <c:v>40624</c:v>
                </c:pt>
                <c:pt idx="2261">
                  <c:v>40625</c:v>
                </c:pt>
                <c:pt idx="2262">
                  <c:v>40626</c:v>
                </c:pt>
                <c:pt idx="2263">
                  <c:v>40627</c:v>
                </c:pt>
                <c:pt idx="2264">
                  <c:v>40630</c:v>
                </c:pt>
                <c:pt idx="2265">
                  <c:v>40631</c:v>
                </c:pt>
                <c:pt idx="2266">
                  <c:v>40632</c:v>
                </c:pt>
                <c:pt idx="2267">
                  <c:v>40633</c:v>
                </c:pt>
                <c:pt idx="2268">
                  <c:v>40634</c:v>
                </c:pt>
                <c:pt idx="2269">
                  <c:v>40637</c:v>
                </c:pt>
                <c:pt idx="2270">
                  <c:v>40638</c:v>
                </c:pt>
                <c:pt idx="2271">
                  <c:v>40639</c:v>
                </c:pt>
                <c:pt idx="2272">
                  <c:v>40640</c:v>
                </c:pt>
                <c:pt idx="2273">
                  <c:v>40641</c:v>
                </c:pt>
                <c:pt idx="2274">
                  <c:v>40644</c:v>
                </c:pt>
                <c:pt idx="2275">
                  <c:v>40645</c:v>
                </c:pt>
                <c:pt idx="2276">
                  <c:v>40646</c:v>
                </c:pt>
                <c:pt idx="2277">
                  <c:v>40647</c:v>
                </c:pt>
                <c:pt idx="2278">
                  <c:v>40648</c:v>
                </c:pt>
                <c:pt idx="2279">
                  <c:v>40651</c:v>
                </c:pt>
                <c:pt idx="2280">
                  <c:v>40652</c:v>
                </c:pt>
                <c:pt idx="2281">
                  <c:v>40653</c:v>
                </c:pt>
                <c:pt idx="2282">
                  <c:v>40658</c:v>
                </c:pt>
                <c:pt idx="2283">
                  <c:v>40659</c:v>
                </c:pt>
                <c:pt idx="2284">
                  <c:v>40660</c:v>
                </c:pt>
                <c:pt idx="2285">
                  <c:v>40661</c:v>
                </c:pt>
                <c:pt idx="2286">
                  <c:v>40662</c:v>
                </c:pt>
                <c:pt idx="2287">
                  <c:v>40665</c:v>
                </c:pt>
                <c:pt idx="2288">
                  <c:v>40666</c:v>
                </c:pt>
                <c:pt idx="2289">
                  <c:v>40667</c:v>
                </c:pt>
                <c:pt idx="2290">
                  <c:v>40668</c:v>
                </c:pt>
                <c:pt idx="2291">
                  <c:v>40669</c:v>
                </c:pt>
                <c:pt idx="2292">
                  <c:v>40672</c:v>
                </c:pt>
                <c:pt idx="2293">
                  <c:v>40673</c:v>
                </c:pt>
                <c:pt idx="2294">
                  <c:v>40674</c:v>
                </c:pt>
                <c:pt idx="2295">
                  <c:v>40675</c:v>
                </c:pt>
                <c:pt idx="2296">
                  <c:v>40676</c:v>
                </c:pt>
                <c:pt idx="2297">
                  <c:v>40679</c:v>
                </c:pt>
                <c:pt idx="2298">
                  <c:v>40680</c:v>
                </c:pt>
                <c:pt idx="2299">
                  <c:v>40681</c:v>
                </c:pt>
                <c:pt idx="2300">
                  <c:v>40682</c:v>
                </c:pt>
                <c:pt idx="2301">
                  <c:v>40683</c:v>
                </c:pt>
                <c:pt idx="2302">
                  <c:v>40686</c:v>
                </c:pt>
                <c:pt idx="2303">
                  <c:v>40687</c:v>
                </c:pt>
                <c:pt idx="2304">
                  <c:v>40688</c:v>
                </c:pt>
                <c:pt idx="2305">
                  <c:v>40689</c:v>
                </c:pt>
                <c:pt idx="2306">
                  <c:v>40690</c:v>
                </c:pt>
                <c:pt idx="2307">
                  <c:v>40693</c:v>
                </c:pt>
                <c:pt idx="2308">
                  <c:v>40694</c:v>
                </c:pt>
                <c:pt idx="2309">
                  <c:v>40695</c:v>
                </c:pt>
                <c:pt idx="2310">
                  <c:v>40696</c:v>
                </c:pt>
                <c:pt idx="2311">
                  <c:v>40697</c:v>
                </c:pt>
                <c:pt idx="2312">
                  <c:v>40700</c:v>
                </c:pt>
                <c:pt idx="2313">
                  <c:v>40701</c:v>
                </c:pt>
                <c:pt idx="2314">
                  <c:v>40702</c:v>
                </c:pt>
                <c:pt idx="2315">
                  <c:v>40703</c:v>
                </c:pt>
                <c:pt idx="2316">
                  <c:v>40704</c:v>
                </c:pt>
                <c:pt idx="2317">
                  <c:v>40707</c:v>
                </c:pt>
                <c:pt idx="2318">
                  <c:v>40708</c:v>
                </c:pt>
                <c:pt idx="2319">
                  <c:v>40709</c:v>
                </c:pt>
                <c:pt idx="2320">
                  <c:v>40710</c:v>
                </c:pt>
                <c:pt idx="2321">
                  <c:v>40711</c:v>
                </c:pt>
                <c:pt idx="2322">
                  <c:v>40714</c:v>
                </c:pt>
                <c:pt idx="2323">
                  <c:v>40715</c:v>
                </c:pt>
                <c:pt idx="2324">
                  <c:v>40716</c:v>
                </c:pt>
                <c:pt idx="2325">
                  <c:v>40718</c:v>
                </c:pt>
                <c:pt idx="2326">
                  <c:v>40721</c:v>
                </c:pt>
                <c:pt idx="2327">
                  <c:v>40722</c:v>
                </c:pt>
                <c:pt idx="2328">
                  <c:v>40723</c:v>
                </c:pt>
                <c:pt idx="2329">
                  <c:v>40724</c:v>
                </c:pt>
                <c:pt idx="2330">
                  <c:v>40725</c:v>
                </c:pt>
                <c:pt idx="2331">
                  <c:v>40728</c:v>
                </c:pt>
                <c:pt idx="2332">
                  <c:v>40729</c:v>
                </c:pt>
                <c:pt idx="2333">
                  <c:v>40730</c:v>
                </c:pt>
                <c:pt idx="2334">
                  <c:v>40731</c:v>
                </c:pt>
                <c:pt idx="2335">
                  <c:v>40732</c:v>
                </c:pt>
                <c:pt idx="2336">
                  <c:v>40735</c:v>
                </c:pt>
                <c:pt idx="2337">
                  <c:v>40736</c:v>
                </c:pt>
                <c:pt idx="2338">
                  <c:v>40737</c:v>
                </c:pt>
                <c:pt idx="2339">
                  <c:v>40738</c:v>
                </c:pt>
                <c:pt idx="2340">
                  <c:v>40739</c:v>
                </c:pt>
                <c:pt idx="2341">
                  <c:v>40742</c:v>
                </c:pt>
                <c:pt idx="2342">
                  <c:v>40743</c:v>
                </c:pt>
                <c:pt idx="2343">
                  <c:v>40744</c:v>
                </c:pt>
                <c:pt idx="2344">
                  <c:v>40745</c:v>
                </c:pt>
                <c:pt idx="2345">
                  <c:v>40746</c:v>
                </c:pt>
                <c:pt idx="2346">
                  <c:v>40749</c:v>
                </c:pt>
                <c:pt idx="2347">
                  <c:v>40750</c:v>
                </c:pt>
                <c:pt idx="2348">
                  <c:v>40751</c:v>
                </c:pt>
                <c:pt idx="2349">
                  <c:v>40752</c:v>
                </c:pt>
                <c:pt idx="2350">
                  <c:v>40753</c:v>
                </c:pt>
                <c:pt idx="2351">
                  <c:v>40756</c:v>
                </c:pt>
                <c:pt idx="2352">
                  <c:v>40757</c:v>
                </c:pt>
                <c:pt idx="2353">
                  <c:v>40758</c:v>
                </c:pt>
                <c:pt idx="2354">
                  <c:v>40759</c:v>
                </c:pt>
                <c:pt idx="2355">
                  <c:v>40760</c:v>
                </c:pt>
                <c:pt idx="2356">
                  <c:v>40763</c:v>
                </c:pt>
                <c:pt idx="2357">
                  <c:v>40764</c:v>
                </c:pt>
                <c:pt idx="2358">
                  <c:v>40765</c:v>
                </c:pt>
                <c:pt idx="2359">
                  <c:v>40766</c:v>
                </c:pt>
                <c:pt idx="2360">
                  <c:v>40767</c:v>
                </c:pt>
                <c:pt idx="2361">
                  <c:v>40770</c:v>
                </c:pt>
                <c:pt idx="2362">
                  <c:v>40771</c:v>
                </c:pt>
                <c:pt idx="2363">
                  <c:v>40772</c:v>
                </c:pt>
                <c:pt idx="2364">
                  <c:v>40773</c:v>
                </c:pt>
                <c:pt idx="2365">
                  <c:v>40774</c:v>
                </c:pt>
                <c:pt idx="2366">
                  <c:v>40777</c:v>
                </c:pt>
                <c:pt idx="2367">
                  <c:v>40778</c:v>
                </c:pt>
                <c:pt idx="2368">
                  <c:v>40779</c:v>
                </c:pt>
                <c:pt idx="2369">
                  <c:v>40780</c:v>
                </c:pt>
                <c:pt idx="2370">
                  <c:v>40781</c:v>
                </c:pt>
                <c:pt idx="2371">
                  <c:v>40784</c:v>
                </c:pt>
                <c:pt idx="2372">
                  <c:v>40785</c:v>
                </c:pt>
                <c:pt idx="2373">
                  <c:v>40786</c:v>
                </c:pt>
                <c:pt idx="2374">
                  <c:v>40787</c:v>
                </c:pt>
                <c:pt idx="2375">
                  <c:v>40788</c:v>
                </c:pt>
                <c:pt idx="2376">
                  <c:v>40791</c:v>
                </c:pt>
                <c:pt idx="2377">
                  <c:v>40792</c:v>
                </c:pt>
                <c:pt idx="2378">
                  <c:v>40794</c:v>
                </c:pt>
                <c:pt idx="2379">
                  <c:v>40795</c:v>
                </c:pt>
                <c:pt idx="2380">
                  <c:v>40798</c:v>
                </c:pt>
                <c:pt idx="2381">
                  <c:v>40799</c:v>
                </c:pt>
                <c:pt idx="2382">
                  <c:v>40800</c:v>
                </c:pt>
                <c:pt idx="2383">
                  <c:v>40801</c:v>
                </c:pt>
                <c:pt idx="2384">
                  <c:v>40802</c:v>
                </c:pt>
                <c:pt idx="2385">
                  <c:v>40805</c:v>
                </c:pt>
                <c:pt idx="2386">
                  <c:v>40806</c:v>
                </c:pt>
                <c:pt idx="2387">
                  <c:v>40807</c:v>
                </c:pt>
                <c:pt idx="2388">
                  <c:v>40808</c:v>
                </c:pt>
                <c:pt idx="2389">
                  <c:v>40809</c:v>
                </c:pt>
                <c:pt idx="2390">
                  <c:v>40812</c:v>
                </c:pt>
                <c:pt idx="2391">
                  <c:v>40813</c:v>
                </c:pt>
                <c:pt idx="2392">
                  <c:v>40814</c:v>
                </c:pt>
                <c:pt idx="2393">
                  <c:v>40815</c:v>
                </c:pt>
                <c:pt idx="2394">
                  <c:v>40816</c:v>
                </c:pt>
                <c:pt idx="2395">
                  <c:v>40819</c:v>
                </c:pt>
                <c:pt idx="2396">
                  <c:v>40820</c:v>
                </c:pt>
                <c:pt idx="2397">
                  <c:v>40821</c:v>
                </c:pt>
                <c:pt idx="2398">
                  <c:v>40822</c:v>
                </c:pt>
                <c:pt idx="2399">
                  <c:v>40823</c:v>
                </c:pt>
                <c:pt idx="2400">
                  <c:v>40826</c:v>
                </c:pt>
                <c:pt idx="2401">
                  <c:v>40827</c:v>
                </c:pt>
                <c:pt idx="2402">
                  <c:v>40829</c:v>
                </c:pt>
                <c:pt idx="2403">
                  <c:v>40830</c:v>
                </c:pt>
                <c:pt idx="2404">
                  <c:v>40833</c:v>
                </c:pt>
                <c:pt idx="2405">
                  <c:v>40834</c:v>
                </c:pt>
                <c:pt idx="2406">
                  <c:v>40835</c:v>
                </c:pt>
                <c:pt idx="2407">
                  <c:v>40836</c:v>
                </c:pt>
                <c:pt idx="2408">
                  <c:v>40837</c:v>
                </c:pt>
                <c:pt idx="2409">
                  <c:v>40840</c:v>
                </c:pt>
                <c:pt idx="2410">
                  <c:v>40841</c:v>
                </c:pt>
                <c:pt idx="2411">
                  <c:v>40842</c:v>
                </c:pt>
                <c:pt idx="2412">
                  <c:v>40843</c:v>
                </c:pt>
                <c:pt idx="2413">
                  <c:v>40844</c:v>
                </c:pt>
                <c:pt idx="2414">
                  <c:v>40847</c:v>
                </c:pt>
                <c:pt idx="2415">
                  <c:v>40848</c:v>
                </c:pt>
                <c:pt idx="2416">
                  <c:v>40850</c:v>
                </c:pt>
                <c:pt idx="2417">
                  <c:v>40851</c:v>
                </c:pt>
                <c:pt idx="2418">
                  <c:v>40854</c:v>
                </c:pt>
                <c:pt idx="2419">
                  <c:v>40855</c:v>
                </c:pt>
                <c:pt idx="2420">
                  <c:v>40856</c:v>
                </c:pt>
                <c:pt idx="2421">
                  <c:v>40857</c:v>
                </c:pt>
                <c:pt idx="2422">
                  <c:v>40858</c:v>
                </c:pt>
                <c:pt idx="2423">
                  <c:v>40861</c:v>
                </c:pt>
                <c:pt idx="2424">
                  <c:v>40863</c:v>
                </c:pt>
                <c:pt idx="2425">
                  <c:v>40864</c:v>
                </c:pt>
                <c:pt idx="2426">
                  <c:v>40865</c:v>
                </c:pt>
                <c:pt idx="2427">
                  <c:v>40868</c:v>
                </c:pt>
                <c:pt idx="2428">
                  <c:v>40869</c:v>
                </c:pt>
                <c:pt idx="2429">
                  <c:v>40870</c:v>
                </c:pt>
                <c:pt idx="2430">
                  <c:v>40871</c:v>
                </c:pt>
                <c:pt idx="2431">
                  <c:v>40872</c:v>
                </c:pt>
                <c:pt idx="2432">
                  <c:v>40875</c:v>
                </c:pt>
                <c:pt idx="2433">
                  <c:v>40876</c:v>
                </c:pt>
                <c:pt idx="2434">
                  <c:v>40877</c:v>
                </c:pt>
                <c:pt idx="2435">
                  <c:v>40878</c:v>
                </c:pt>
                <c:pt idx="2436">
                  <c:v>40879</c:v>
                </c:pt>
                <c:pt idx="2437">
                  <c:v>40882</c:v>
                </c:pt>
                <c:pt idx="2438">
                  <c:v>40883</c:v>
                </c:pt>
                <c:pt idx="2439">
                  <c:v>40884</c:v>
                </c:pt>
                <c:pt idx="2440">
                  <c:v>40885</c:v>
                </c:pt>
                <c:pt idx="2441">
                  <c:v>40886</c:v>
                </c:pt>
                <c:pt idx="2442">
                  <c:v>40889</c:v>
                </c:pt>
                <c:pt idx="2443">
                  <c:v>40890</c:v>
                </c:pt>
                <c:pt idx="2444">
                  <c:v>40891</c:v>
                </c:pt>
                <c:pt idx="2445">
                  <c:v>40892</c:v>
                </c:pt>
                <c:pt idx="2446">
                  <c:v>40893</c:v>
                </c:pt>
                <c:pt idx="2447">
                  <c:v>40896</c:v>
                </c:pt>
                <c:pt idx="2448">
                  <c:v>40897</c:v>
                </c:pt>
                <c:pt idx="2449">
                  <c:v>40898</c:v>
                </c:pt>
                <c:pt idx="2450">
                  <c:v>40899</c:v>
                </c:pt>
                <c:pt idx="2451">
                  <c:v>40900</c:v>
                </c:pt>
                <c:pt idx="2452">
                  <c:v>40903</c:v>
                </c:pt>
                <c:pt idx="2453">
                  <c:v>40904</c:v>
                </c:pt>
                <c:pt idx="2454">
                  <c:v>40905</c:v>
                </c:pt>
                <c:pt idx="2455">
                  <c:v>40906</c:v>
                </c:pt>
                <c:pt idx="2456">
                  <c:v>40910</c:v>
                </c:pt>
                <c:pt idx="2457">
                  <c:v>40911</c:v>
                </c:pt>
                <c:pt idx="2458">
                  <c:v>40912</c:v>
                </c:pt>
                <c:pt idx="2459">
                  <c:v>40913</c:v>
                </c:pt>
                <c:pt idx="2460">
                  <c:v>40914</c:v>
                </c:pt>
                <c:pt idx="2461">
                  <c:v>40917</c:v>
                </c:pt>
                <c:pt idx="2462">
                  <c:v>40918</c:v>
                </c:pt>
                <c:pt idx="2463">
                  <c:v>40919</c:v>
                </c:pt>
                <c:pt idx="2464">
                  <c:v>40920</c:v>
                </c:pt>
                <c:pt idx="2465">
                  <c:v>40921</c:v>
                </c:pt>
                <c:pt idx="2466">
                  <c:v>40924</c:v>
                </c:pt>
                <c:pt idx="2467">
                  <c:v>40925</c:v>
                </c:pt>
                <c:pt idx="2468">
                  <c:v>40926</c:v>
                </c:pt>
                <c:pt idx="2469">
                  <c:v>40927</c:v>
                </c:pt>
                <c:pt idx="2470">
                  <c:v>40928</c:v>
                </c:pt>
                <c:pt idx="2471">
                  <c:v>40931</c:v>
                </c:pt>
                <c:pt idx="2472">
                  <c:v>40932</c:v>
                </c:pt>
                <c:pt idx="2473">
                  <c:v>40934</c:v>
                </c:pt>
                <c:pt idx="2474">
                  <c:v>40935</c:v>
                </c:pt>
                <c:pt idx="2475">
                  <c:v>40938</c:v>
                </c:pt>
                <c:pt idx="2476">
                  <c:v>40939</c:v>
                </c:pt>
                <c:pt idx="2477">
                  <c:v>40940</c:v>
                </c:pt>
                <c:pt idx="2478">
                  <c:v>40941</c:v>
                </c:pt>
                <c:pt idx="2479">
                  <c:v>40942</c:v>
                </c:pt>
                <c:pt idx="2480">
                  <c:v>40945</c:v>
                </c:pt>
                <c:pt idx="2481">
                  <c:v>40946</c:v>
                </c:pt>
                <c:pt idx="2482">
                  <c:v>40947</c:v>
                </c:pt>
                <c:pt idx="2483">
                  <c:v>40948</c:v>
                </c:pt>
                <c:pt idx="2484">
                  <c:v>40949</c:v>
                </c:pt>
                <c:pt idx="2485">
                  <c:v>40952</c:v>
                </c:pt>
                <c:pt idx="2486">
                  <c:v>40953</c:v>
                </c:pt>
                <c:pt idx="2487">
                  <c:v>40954</c:v>
                </c:pt>
                <c:pt idx="2488">
                  <c:v>40955</c:v>
                </c:pt>
                <c:pt idx="2489">
                  <c:v>40956</c:v>
                </c:pt>
                <c:pt idx="2490">
                  <c:v>40961</c:v>
                </c:pt>
                <c:pt idx="2491">
                  <c:v>40962</c:v>
                </c:pt>
                <c:pt idx="2492">
                  <c:v>40963</c:v>
                </c:pt>
                <c:pt idx="2493">
                  <c:v>40966</c:v>
                </c:pt>
                <c:pt idx="2494">
                  <c:v>40967</c:v>
                </c:pt>
                <c:pt idx="2495">
                  <c:v>40968</c:v>
                </c:pt>
                <c:pt idx="2496">
                  <c:v>40969</c:v>
                </c:pt>
                <c:pt idx="2497">
                  <c:v>40970</c:v>
                </c:pt>
                <c:pt idx="2498">
                  <c:v>40973</c:v>
                </c:pt>
                <c:pt idx="2499">
                  <c:v>40974</c:v>
                </c:pt>
                <c:pt idx="2500">
                  <c:v>40975</c:v>
                </c:pt>
                <c:pt idx="2501">
                  <c:v>40976</c:v>
                </c:pt>
                <c:pt idx="2502">
                  <c:v>40977</c:v>
                </c:pt>
                <c:pt idx="2503">
                  <c:v>40980</c:v>
                </c:pt>
                <c:pt idx="2504">
                  <c:v>40981</c:v>
                </c:pt>
                <c:pt idx="2505">
                  <c:v>40982</c:v>
                </c:pt>
                <c:pt idx="2506">
                  <c:v>40983</c:v>
                </c:pt>
                <c:pt idx="2507">
                  <c:v>40984</c:v>
                </c:pt>
                <c:pt idx="2508">
                  <c:v>40987</c:v>
                </c:pt>
                <c:pt idx="2509">
                  <c:v>40988</c:v>
                </c:pt>
                <c:pt idx="2510">
                  <c:v>40989</c:v>
                </c:pt>
                <c:pt idx="2511">
                  <c:v>40990</c:v>
                </c:pt>
                <c:pt idx="2512">
                  <c:v>40991</c:v>
                </c:pt>
                <c:pt idx="2513">
                  <c:v>40994</c:v>
                </c:pt>
                <c:pt idx="2514">
                  <c:v>40995</c:v>
                </c:pt>
                <c:pt idx="2515">
                  <c:v>40996</c:v>
                </c:pt>
                <c:pt idx="2516">
                  <c:v>40997</c:v>
                </c:pt>
                <c:pt idx="2517">
                  <c:v>40998</c:v>
                </c:pt>
                <c:pt idx="2518">
                  <c:v>41001</c:v>
                </c:pt>
                <c:pt idx="2519">
                  <c:v>41002</c:v>
                </c:pt>
                <c:pt idx="2520">
                  <c:v>41003</c:v>
                </c:pt>
                <c:pt idx="2521">
                  <c:v>41004</c:v>
                </c:pt>
                <c:pt idx="2522">
                  <c:v>41008</c:v>
                </c:pt>
                <c:pt idx="2523">
                  <c:v>41009</c:v>
                </c:pt>
                <c:pt idx="2524">
                  <c:v>41010</c:v>
                </c:pt>
                <c:pt idx="2525">
                  <c:v>41011</c:v>
                </c:pt>
                <c:pt idx="2526">
                  <c:v>41012</c:v>
                </c:pt>
                <c:pt idx="2527">
                  <c:v>41015</c:v>
                </c:pt>
                <c:pt idx="2528">
                  <c:v>41016</c:v>
                </c:pt>
                <c:pt idx="2529">
                  <c:v>41017</c:v>
                </c:pt>
                <c:pt idx="2530">
                  <c:v>41018</c:v>
                </c:pt>
                <c:pt idx="2531">
                  <c:v>41019</c:v>
                </c:pt>
                <c:pt idx="2532">
                  <c:v>41022</c:v>
                </c:pt>
                <c:pt idx="2533">
                  <c:v>41023</c:v>
                </c:pt>
                <c:pt idx="2534">
                  <c:v>41024</c:v>
                </c:pt>
                <c:pt idx="2535">
                  <c:v>41025</c:v>
                </c:pt>
                <c:pt idx="2536">
                  <c:v>41026</c:v>
                </c:pt>
                <c:pt idx="2537">
                  <c:v>41029</c:v>
                </c:pt>
                <c:pt idx="2538">
                  <c:v>41031</c:v>
                </c:pt>
                <c:pt idx="2539">
                  <c:v>41032</c:v>
                </c:pt>
                <c:pt idx="2540">
                  <c:v>41033</c:v>
                </c:pt>
                <c:pt idx="2541">
                  <c:v>41036</c:v>
                </c:pt>
                <c:pt idx="2542">
                  <c:v>41037</c:v>
                </c:pt>
                <c:pt idx="2543">
                  <c:v>41038</c:v>
                </c:pt>
                <c:pt idx="2544">
                  <c:v>41039</c:v>
                </c:pt>
                <c:pt idx="2545">
                  <c:v>41040</c:v>
                </c:pt>
                <c:pt idx="2546">
                  <c:v>41043</c:v>
                </c:pt>
                <c:pt idx="2547">
                  <c:v>41044</c:v>
                </c:pt>
                <c:pt idx="2548">
                  <c:v>41045</c:v>
                </c:pt>
                <c:pt idx="2549">
                  <c:v>41046</c:v>
                </c:pt>
                <c:pt idx="2550">
                  <c:v>41047</c:v>
                </c:pt>
                <c:pt idx="2551">
                  <c:v>41050</c:v>
                </c:pt>
                <c:pt idx="2552">
                  <c:v>41051</c:v>
                </c:pt>
                <c:pt idx="2553">
                  <c:v>41052</c:v>
                </c:pt>
                <c:pt idx="2554">
                  <c:v>41053</c:v>
                </c:pt>
                <c:pt idx="2555">
                  <c:v>41054</c:v>
                </c:pt>
                <c:pt idx="2556">
                  <c:v>41057</c:v>
                </c:pt>
                <c:pt idx="2557">
                  <c:v>41058</c:v>
                </c:pt>
                <c:pt idx="2558">
                  <c:v>41059</c:v>
                </c:pt>
                <c:pt idx="2559">
                  <c:v>41060</c:v>
                </c:pt>
                <c:pt idx="2560">
                  <c:v>41061</c:v>
                </c:pt>
                <c:pt idx="2561">
                  <c:v>41064</c:v>
                </c:pt>
                <c:pt idx="2562">
                  <c:v>41065</c:v>
                </c:pt>
                <c:pt idx="2563">
                  <c:v>41066</c:v>
                </c:pt>
                <c:pt idx="2564">
                  <c:v>41068</c:v>
                </c:pt>
                <c:pt idx="2565">
                  <c:v>41071</c:v>
                </c:pt>
                <c:pt idx="2566">
                  <c:v>41072</c:v>
                </c:pt>
                <c:pt idx="2567">
                  <c:v>41073</c:v>
                </c:pt>
                <c:pt idx="2568">
                  <c:v>41074</c:v>
                </c:pt>
                <c:pt idx="2569">
                  <c:v>41075</c:v>
                </c:pt>
                <c:pt idx="2570">
                  <c:v>41078</c:v>
                </c:pt>
                <c:pt idx="2571">
                  <c:v>41079</c:v>
                </c:pt>
                <c:pt idx="2572">
                  <c:v>41080</c:v>
                </c:pt>
                <c:pt idx="2573">
                  <c:v>41081</c:v>
                </c:pt>
                <c:pt idx="2574">
                  <c:v>41082</c:v>
                </c:pt>
                <c:pt idx="2575">
                  <c:v>41085</c:v>
                </c:pt>
                <c:pt idx="2576">
                  <c:v>41086</c:v>
                </c:pt>
                <c:pt idx="2577">
                  <c:v>41087</c:v>
                </c:pt>
                <c:pt idx="2578">
                  <c:v>41088</c:v>
                </c:pt>
                <c:pt idx="2579">
                  <c:v>41089</c:v>
                </c:pt>
                <c:pt idx="2580">
                  <c:v>41092</c:v>
                </c:pt>
                <c:pt idx="2581">
                  <c:v>41093</c:v>
                </c:pt>
                <c:pt idx="2582">
                  <c:v>41094</c:v>
                </c:pt>
                <c:pt idx="2583">
                  <c:v>41095</c:v>
                </c:pt>
                <c:pt idx="2584">
                  <c:v>41096</c:v>
                </c:pt>
                <c:pt idx="2585">
                  <c:v>41100</c:v>
                </c:pt>
                <c:pt idx="2586">
                  <c:v>41101</c:v>
                </c:pt>
                <c:pt idx="2587">
                  <c:v>41102</c:v>
                </c:pt>
                <c:pt idx="2588">
                  <c:v>41103</c:v>
                </c:pt>
                <c:pt idx="2589">
                  <c:v>41106</c:v>
                </c:pt>
                <c:pt idx="2590">
                  <c:v>41107</c:v>
                </c:pt>
                <c:pt idx="2591">
                  <c:v>41108</c:v>
                </c:pt>
                <c:pt idx="2592">
                  <c:v>41109</c:v>
                </c:pt>
                <c:pt idx="2593">
                  <c:v>41110</c:v>
                </c:pt>
                <c:pt idx="2594">
                  <c:v>41113</c:v>
                </c:pt>
                <c:pt idx="2595">
                  <c:v>41114</c:v>
                </c:pt>
                <c:pt idx="2596">
                  <c:v>41115</c:v>
                </c:pt>
                <c:pt idx="2597">
                  <c:v>41116</c:v>
                </c:pt>
                <c:pt idx="2598">
                  <c:v>41117</c:v>
                </c:pt>
                <c:pt idx="2599">
                  <c:v>41120</c:v>
                </c:pt>
                <c:pt idx="2600">
                  <c:v>41121</c:v>
                </c:pt>
                <c:pt idx="2601">
                  <c:v>41122</c:v>
                </c:pt>
                <c:pt idx="2602">
                  <c:v>41123</c:v>
                </c:pt>
                <c:pt idx="2603">
                  <c:v>41124</c:v>
                </c:pt>
                <c:pt idx="2604">
                  <c:v>41127</c:v>
                </c:pt>
                <c:pt idx="2605">
                  <c:v>41128</c:v>
                </c:pt>
                <c:pt idx="2606">
                  <c:v>41129</c:v>
                </c:pt>
                <c:pt idx="2607">
                  <c:v>41130</c:v>
                </c:pt>
                <c:pt idx="2608">
                  <c:v>41131</c:v>
                </c:pt>
                <c:pt idx="2609">
                  <c:v>41134</c:v>
                </c:pt>
                <c:pt idx="2610">
                  <c:v>41135</c:v>
                </c:pt>
                <c:pt idx="2611">
                  <c:v>41136</c:v>
                </c:pt>
                <c:pt idx="2612">
                  <c:v>41137</c:v>
                </c:pt>
                <c:pt idx="2613">
                  <c:v>41138</c:v>
                </c:pt>
                <c:pt idx="2614">
                  <c:v>41141</c:v>
                </c:pt>
                <c:pt idx="2615">
                  <c:v>41142</c:v>
                </c:pt>
                <c:pt idx="2616">
                  <c:v>41143</c:v>
                </c:pt>
                <c:pt idx="2617">
                  <c:v>41144</c:v>
                </c:pt>
                <c:pt idx="2618">
                  <c:v>41145</c:v>
                </c:pt>
                <c:pt idx="2619">
                  <c:v>41148</c:v>
                </c:pt>
                <c:pt idx="2620">
                  <c:v>41149</c:v>
                </c:pt>
                <c:pt idx="2621">
                  <c:v>41150</c:v>
                </c:pt>
                <c:pt idx="2622">
                  <c:v>41151</c:v>
                </c:pt>
                <c:pt idx="2623">
                  <c:v>41152</c:v>
                </c:pt>
                <c:pt idx="2624">
                  <c:v>41155</c:v>
                </c:pt>
                <c:pt idx="2625">
                  <c:v>41156</c:v>
                </c:pt>
                <c:pt idx="2626">
                  <c:v>41157</c:v>
                </c:pt>
                <c:pt idx="2627">
                  <c:v>41158</c:v>
                </c:pt>
                <c:pt idx="2628">
                  <c:v>41162</c:v>
                </c:pt>
                <c:pt idx="2629">
                  <c:v>41163</c:v>
                </c:pt>
                <c:pt idx="2630">
                  <c:v>41164</c:v>
                </c:pt>
                <c:pt idx="2631">
                  <c:v>41165</c:v>
                </c:pt>
                <c:pt idx="2632">
                  <c:v>41166</c:v>
                </c:pt>
                <c:pt idx="2633">
                  <c:v>41169</c:v>
                </c:pt>
                <c:pt idx="2634">
                  <c:v>41170</c:v>
                </c:pt>
                <c:pt idx="2635">
                  <c:v>41171</c:v>
                </c:pt>
                <c:pt idx="2636">
                  <c:v>41172</c:v>
                </c:pt>
                <c:pt idx="2637">
                  <c:v>41173</c:v>
                </c:pt>
                <c:pt idx="2638">
                  <c:v>41176</c:v>
                </c:pt>
                <c:pt idx="2639">
                  <c:v>41177</c:v>
                </c:pt>
                <c:pt idx="2640">
                  <c:v>41178</c:v>
                </c:pt>
                <c:pt idx="2641">
                  <c:v>41179</c:v>
                </c:pt>
                <c:pt idx="2642">
                  <c:v>41180</c:v>
                </c:pt>
                <c:pt idx="2643">
                  <c:v>41183</c:v>
                </c:pt>
                <c:pt idx="2644">
                  <c:v>41184</c:v>
                </c:pt>
                <c:pt idx="2645">
                  <c:v>41185</c:v>
                </c:pt>
                <c:pt idx="2646">
                  <c:v>41186</c:v>
                </c:pt>
                <c:pt idx="2647">
                  <c:v>41187</c:v>
                </c:pt>
                <c:pt idx="2648">
                  <c:v>41190</c:v>
                </c:pt>
                <c:pt idx="2649">
                  <c:v>41191</c:v>
                </c:pt>
                <c:pt idx="2650">
                  <c:v>41192</c:v>
                </c:pt>
                <c:pt idx="2651">
                  <c:v>41193</c:v>
                </c:pt>
                <c:pt idx="2652">
                  <c:v>41197</c:v>
                </c:pt>
                <c:pt idx="2653">
                  <c:v>41198</c:v>
                </c:pt>
                <c:pt idx="2654">
                  <c:v>41199</c:v>
                </c:pt>
                <c:pt idx="2655">
                  <c:v>41200</c:v>
                </c:pt>
                <c:pt idx="2656">
                  <c:v>41201</c:v>
                </c:pt>
                <c:pt idx="2657">
                  <c:v>41204</c:v>
                </c:pt>
                <c:pt idx="2658">
                  <c:v>41205</c:v>
                </c:pt>
                <c:pt idx="2659">
                  <c:v>41206</c:v>
                </c:pt>
                <c:pt idx="2660">
                  <c:v>41207</c:v>
                </c:pt>
                <c:pt idx="2661">
                  <c:v>41208</c:v>
                </c:pt>
                <c:pt idx="2662">
                  <c:v>41211</c:v>
                </c:pt>
                <c:pt idx="2663">
                  <c:v>41212</c:v>
                </c:pt>
                <c:pt idx="2664">
                  <c:v>41213</c:v>
                </c:pt>
                <c:pt idx="2665">
                  <c:v>41214</c:v>
                </c:pt>
                <c:pt idx="2666">
                  <c:v>41218</c:v>
                </c:pt>
                <c:pt idx="2667">
                  <c:v>41219</c:v>
                </c:pt>
                <c:pt idx="2668">
                  <c:v>41220</c:v>
                </c:pt>
                <c:pt idx="2669">
                  <c:v>41221</c:v>
                </c:pt>
                <c:pt idx="2670">
                  <c:v>41222</c:v>
                </c:pt>
                <c:pt idx="2671">
                  <c:v>41225</c:v>
                </c:pt>
                <c:pt idx="2672">
                  <c:v>41226</c:v>
                </c:pt>
                <c:pt idx="2673">
                  <c:v>41227</c:v>
                </c:pt>
                <c:pt idx="2674">
                  <c:v>41229</c:v>
                </c:pt>
                <c:pt idx="2675">
                  <c:v>41232</c:v>
                </c:pt>
                <c:pt idx="2676">
                  <c:v>41234</c:v>
                </c:pt>
                <c:pt idx="2677">
                  <c:v>41235</c:v>
                </c:pt>
                <c:pt idx="2678">
                  <c:v>41236</c:v>
                </c:pt>
                <c:pt idx="2679">
                  <c:v>41239</c:v>
                </c:pt>
                <c:pt idx="2680">
                  <c:v>41240</c:v>
                </c:pt>
                <c:pt idx="2681">
                  <c:v>41241</c:v>
                </c:pt>
                <c:pt idx="2682">
                  <c:v>41242</c:v>
                </c:pt>
                <c:pt idx="2683">
                  <c:v>41243</c:v>
                </c:pt>
                <c:pt idx="2684">
                  <c:v>41246</c:v>
                </c:pt>
                <c:pt idx="2685">
                  <c:v>41247</c:v>
                </c:pt>
                <c:pt idx="2686">
                  <c:v>41248</c:v>
                </c:pt>
                <c:pt idx="2687">
                  <c:v>41249</c:v>
                </c:pt>
                <c:pt idx="2688">
                  <c:v>41250</c:v>
                </c:pt>
                <c:pt idx="2689">
                  <c:v>41253</c:v>
                </c:pt>
                <c:pt idx="2690">
                  <c:v>41254</c:v>
                </c:pt>
                <c:pt idx="2691">
                  <c:v>41255</c:v>
                </c:pt>
                <c:pt idx="2692">
                  <c:v>41256</c:v>
                </c:pt>
                <c:pt idx="2693">
                  <c:v>41257</c:v>
                </c:pt>
                <c:pt idx="2694">
                  <c:v>41260</c:v>
                </c:pt>
                <c:pt idx="2695">
                  <c:v>41261</c:v>
                </c:pt>
                <c:pt idx="2696">
                  <c:v>41262</c:v>
                </c:pt>
                <c:pt idx="2697">
                  <c:v>41263</c:v>
                </c:pt>
                <c:pt idx="2698">
                  <c:v>41264</c:v>
                </c:pt>
                <c:pt idx="2699">
                  <c:v>41269</c:v>
                </c:pt>
                <c:pt idx="2700">
                  <c:v>41270</c:v>
                </c:pt>
                <c:pt idx="2701">
                  <c:v>41271</c:v>
                </c:pt>
                <c:pt idx="2702">
                  <c:v>41276</c:v>
                </c:pt>
                <c:pt idx="2703">
                  <c:v>41277</c:v>
                </c:pt>
                <c:pt idx="2704">
                  <c:v>41278</c:v>
                </c:pt>
                <c:pt idx="2705">
                  <c:v>41281</c:v>
                </c:pt>
                <c:pt idx="2706">
                  <c:v>41282</c:v>
                </c:pt>
                <c:pt idx="2707">
                  <c:v>41283</c:v>
                </c:pt>
                <c:pt idx="2708">
                  <c:v>41284</c:v>
                </c:pt>
                <c:pt idx="2709">
                  <c:v>41285</c:v>
                </c:pt>
                <c:pt idx="2710">
                  <c:v>41288</c:v>
                </c:pt>
                <c:pt idx="2711">
                  <c:v>41289</c:v>
                </c:pt>
                <c:pt idx="2712">
                  <c:v>41290</c:v>
                </c:pt>
                <c:pt idx="2713">
                  <c:v>41291</c:v>
                </c:pt>
                <c:pt idx="2714">
                  <c:v>41292</c:v>
                </c:pt>
                <c:pt idx="2715">
                  <c:v>41295</c:v>
                </c:pt>
                <c:pt idx="2716">
                  <c:v>41296</c:v>
                </c:pt>
                <c:pt idx="2717">
                  <c:v>41297</c:v>
                </c:pt>
                <c:pt idx="2718">
                  <c:v>41298</c:v>
                </c:pt>
                <c:pt idx="2719">
                  <c:v>41302</c:v>
                </c:pt>
                <c:pt idx="2720">
                  <c:v>41303</c:v>
                </c:pt>
                <c:pt idx="2721">
                  <c:v>41304</c:v>
                </c:pt>
                <c:pt idx="2722">
                  <c:v>41305</c:v>
                </c:pt>
                <c:pt idx="2723">
                  <c:v>41306</c:v>
                </c:pt>
                <c:pt idx="2724">
                  <c:v>41309</c:v>
                </c:pt>
                <c:pt idx="2725">
                  <c:v>41310</c:v>
                </c:pt>
                <c:pt idx="2726">
                  <c:v>41311</c:v>
                </c:pt>
                <c:pt idx="2727">
                  <c:v>41312</c:v>
                </c:pt>
                <c:pt idx="2728">
                  <c:v>41313</c:v>
                </c:pt>
                <c:pt idx="2729">
                  <c:v>41318</c:v>
                </c:pt>
                <c:pt idx="2730">
                  <c:v>41319</c:v>
                </c:pt>
                <c:pt idx="2731">
                  <c:v>41320</c:v>
                </c:pt>
                <c:pt idx="2732">
                  <c:v>41323</c:v>
                </c:pt>
                <c:pt idx="2733">
                  <c:v>41324</c:v>
                </c:pt>
                <c:pt idx="2734">
                  <c:v>41325</c:v>
                </c:pt>
                <c:pt idx="2735">
                  <c:v>41326</c:v>
                </c:pt>
                <c:pt idx="2736">
                  <c:v>41327</c:v>
                </c:pt>
                <c:pt idx="2737">
                  <c:v>41330</c:v>
                </c:pt>
                <c:pt idx="2738">
                  <c:v>41331</c:v>
                </c:pt>
                <c:pt idx="2739">
                  <c:v>41332</c:v>
                </c:pt>
                <c:pt idx="2740">
                  <c:v>41333</c:v>
                </c:pt>
                <c:pt idx="2741">
                  <c:v>41334</c:v>
                </c:pt>
                <c:pt idx="2742">
                  <c:v>41337</c:v>
                </c:pt>
                <c:pt idx="2743">
                  <c:v>41338</c:v>
                </c:pt>
                <c:pt idx="2744">
                  <c:v>41339</c:v>
                </c:pt>
                <c:pt idx="2745">
                  <c:v>41340</c:v>
                </c:pt>
                <c:pt idx="2746">
                  <c:v>41341</c:v>
                </c:pt>
                <c:pt idx="2747">
                  <c:v>41344</c:v>
                </c:pt>
                <c:pt idx="2748">
                  <c:v>41345</c:v>
                </c:pt>
                <c:pt idx="2749">
                  <c:v>41346</c:v>
                </c:pt>
                <c:pt idx="2750">
                  <c:v>41347</c:v>
                </c:pt>
                <c:pt idx="2751">
                  <c:v>41348</c:v>
                </c:pt>
                <c:pt idx="2752">
                  <c:v>41351</c:v>
                </c:pt>
                <c:pt idx="2753">
                  <c:v>41352</c:v>
                </c:pt>
                <c:pt idx="2754">
                  <c:v>41353</c:v>
                </c:pt>
                <c:pt idx="2755">
                  <c:v>41354</c:v>
                </c:pt>
                <c:pt idx="2756">
                  <c:v>41355</c:v>
                </c:pt>
                <c:pt idx="2757">
                  <c:v>41358</c:v>
                </c:pt>
                <c:pt idx="2758">
                  <c:v>41359</c:v>
                </c:pt>
                <c:pt idx="2759">
                  <c:v>41360</c:v>
                </c:pt>
                <c:pt idx="2760">
                  <c:v>41361</c:v>
                </c:pt>
                <c:pt idx="2761">
                  <c:v>41365</c:v>
                </c:pt>
                <c:pt idx="2762">
                  <c:v>41366</c:v>
                </c:pt>
                <c:pt idx="2763">
                  <c:v>41367</c:v>
                </c:pt>
                <c:pt idx="2764">
                  <c:v>41368</c:v>
                </c:pt>
                <c:pt idx="2765">
                  <c:v>41369</c:v>
                </c:pt>
                <c:pt idx="2766">
                  <c:v>41372</c:v>
                </c:pt>
                <c:pt idx="2767">
                  <c:v>41373</c:v>
                </c:pt>
                <c:pt idx="2768">
                  <c:v>41374</c:v>
                </c:pt>
                <c:pt idx="2769">
                  <c:v>41375</c:v>
                </c:pt>
                <c:pt idx="2770">
                  <c:v>41376</c:v>
                </c:pt>
                <c:pt idx="2771">
                  <c:v>41379</c:v>
                </c:pt>
                <c:pt idx="2772">
                  <c:v>41380</c:v>
                </c:pt>
                <c:pt idx="2773">
                  <c:v>41381</c:v>
                </c:pt>
                <c:pt idx="2774">
                  <c:v>41382</c:v>
                </c:pt>
                <c:pt idx="2775">
                  <c:v>41383</c:v>
                </c:pt>
                <c:pt idx="2776">
                  <c:v>41386</c:v>
                </c:pt>
                <c:pt idx="2777">
                  <c:v>41387</c:v>
                </c:pt>
                <c:pt idx="2778">
                  <c:v>41388</c:v>
                </c:pt>
                <c:pt idx="2779">
                  <c:v>41389</c:v>
                </c:pt>
                <c:pt idx="2780">
                  <c:v>41390</c:v>
                </c:pt>
                <c:pt idx="2781">
                  <c:v>41393</c:v>
                </c:pt>
                <c:pt idx="2782">
                  <c:v>41394</c:v>
                </c:pt>
                <c:pt idx="2783">
                  <c:v>41396</c:v>
                </c:pt>
                <c:pt idx="2784">
                  <c:v>41397</c:v>
                </c:pt>
                <c:pt idx="2785">
                  <c:v>41400</c:v>
                </c:pt>
                <c:pt idx="2786">
                  <c:v>41401</c:v>
                </c:pt>
                <c:pt idx="2787">
                  <c:v>41402</c:v>
                </c:pt>
                <c:pt idx="2788">
                  <c:v>41403</c:v>
                </c:pt>
                <c:pt idx="2789">
                  <c:v>41404</c:v>
                </c:pt>
                <c:pt idx="2790">
                  <c:v>41407</c:v>
                </c:pt>
                <c:pt idx="2791">
                  <c:v>41408</c:v>
                </c:pt>
                <c:pt idx="2792">
                  <c:v>41409</c:v>
                </c:pt>
                <c:pt idx="2793">
                  <c:v>41410</c:v>
                </c:pt>
                <c:pt idx="2794">
                  <c:v>41411</c:v>
                </c:pt>
                <c:pt idx="2795">
                  <c:v>41414</c:v>
                </c:pt>
                <c:pt idx="2796">
                  <c:v>41415</c:v>
                </c:pt>
                <c:pt idx="2797">
                  <c:v>41416</c:v>
                </c:pt>
                <c:pt idx="2798">
                  <c:v>41417</c:v>
                </c:pt>
                <c:pt idx="2799">
                  <c:v>41418</c:v>
                </c:pt>
                <c:pt idx="2800">
                  <c:v>41421</c:v>
                </c:pt>
                <c:pt idx="2801">
                  <c:v>41422</c:v>
                </c:pt>
                <c:pt idx="2802">
                  <c:v>41423</c:v>
                </c:pt>
                <c:pt idx="2803">
                  <c:v>41425</c:v>
                </c:pt>
                <c:pt idx="2804">
                  <c:v>41428</c:v>
                </c:pt>
                <c:pt idx="2805">
                  <c:v>41429</c:v>
                </c:pt>
                <c:pt idx="2806">
                  <c:v>41430</c:v>
                </c:pt>
                <c:pt idx="2807">
                  <c:v>41431</c:v>
                </c:pt>
                <c:pt idx="2808">
                  <c:v>41432</c:v>
                </c:pt>
                <c:pt idx="2809">
                  <c:v>41435</c:v>
                </c:pt>
                <c:pt idx="2810">
                  <c:v>41436</c:v>
                </c:pt>
                <c:pt idx="2811">
                  <c:v>41437</c:v>
                </c:pt>
                <c:pt idx="2812">
                  <c:v>41438</c:v>
                </c:pt>
                <c:pt idx="2813">
                  <c:v>41439</c:v>
                </c:pt>
                <c:pt idx="2814">
                  <c:v>41442</c:v>
                </c:pt>
                <c:pt idx="2815">
                  <c:v>41443</c:v>
                </c:pt>
                <c:pt idx="2816">
                  <c:v>41444</c:v>
                </c:pt>
                <c:pt idx="2817">
                  <c:v>41445</c:v>
                </c:pt>
                <c:pt idx="2818">
                  <c:v>41446</c:v>
                </c:pt>
                <c:pt idx="2819">
                  <c:v>41449</c:v>
                </c:pt>
                <c:pt idx="2820">
                  <c:v>41450</c:v>
                </c:pt>
                <c:pt idx="2821">
                  <c:v>41451</c:v>
                </c:pt>
                <c:pt idx="2822">
                  <c:v>41452</c:v>
                </c:pt>
                <c:pt idx="2823">
                  <c:v>41453</c:v>
                </c:pt>
                <c:pt idx="2824">
                  <c:v>41456</c:v>
                </c:pt>
                <c:pt idx="2825">
                  <c:v>41457</c:v>
                </c:pt>
                <c:pt idx="2826">
                  <c:v>41458</c:v>
                </c:pt>
                <c:pt idx="2827">
                  <c:v>41459</c:v>
                </c:pt>
                <c:pt idx="2828">
                  <c:v>41460</c:v>
                </c:pt>
                <c:pt idx="2829">
                  <c:v>41463</c:v>
                </c:pt>
                <c:pt idx="2830">
                  <c:v>41465</c:v>
                </c:pt>
                <c:pt idx="2831">
                  <c:v>41466</c:v>
                </c:pt>
                <c:pt idx="2832">
                  <c:v>41467</c:v>
                </c:pt>
                <c:pt idx="2833">
                  <c:v>41470</c:v>
                </c:pt>
                <c:pt idx="2834">
                  <c:v>41471</c:v>
                </c:pt>
                <c:pt idx="2835">
                  <c:v>41472</c:v>
                </c:pt>
                <c:pt idx="2836">
                  <c:v>41473</c:v>
                </c:pt>
                <c:pt idx="2837">
                  <c:v>41474</c:v>
                </c:pt>
                <c:pt idx="2838">
                  <c:v>41477</c:v>
                </c:pt>
                <c:pt idx="2839">
                  <c:v>41478</c:v>
                </c:pt>
                <c:pt idx="2840">
                  <c:v>41479</c:v>
                </c:pt>
                <c:pt idx="2841">
                  <c:v>41480</c:v>
                </c:pt>
                <c:pt idx="2842">
                  <c:v>41481</c:v>
                </c:pt>
                <c:pt idx="2843">
                  <c:v>41484</c:v>
                </c:pt>
                <c:pt idx="2844">
                  <c:v>41485</c:v>
                </c:pt>
                <c:pt idx="2845">
                  <c:v>41486</c:v>
                </c:pt>
                <c:pt idx="2846">
                  <c:v>41487</c:v>
                </c:pt>
                <c:pt idx="2847">
                  <c:v>41488</c:v>
                </c:pt>
                <c:pt idx="2848">
                  <c:v>41491</c:v>
                </c:pt>
                <c:pt idx="2849">
                  <c:v>41492</c:v>
                </c:pt>
                <c:pt idx="2850">
                  <c:v>41493</c:v>
                </c:pt>
                <c:pt idx="2851">
                  <c:v>41494</c:v>
                </c:pt>
                <c:pt idx="2852">
                  <c:v>41495</c:v>
                </c:pt>
                <c:pt idx="2853">
                  <c:v>41498</c:v>
                </c:pt>
                <c:pt idx="2854">
                  <c:v>41499</c:v>
                </c:pt>
                <c:pt idx="2855">
                  <c:v>41500</c:v>
                </c:pt>
                <c:pt idx="2856">
                  <c:v>41501</c:v>
                </c:pt>
                <c:pt idx="2857">
                  <c:v>41502</c:v>
                </c:pt>
                <c:pt idx="2858">
                  <c:v>41505</c:v>
                </c:pt>
                <c:pt idx="2859">
                  <c:v>41506</c:v>
                </c:pt>
                <c:pt idx="2860">
                  <c:v>41507</c:v>
                </c:pt>
                <c:pt idx="2861">
                  <c:v>41508</c:v>
                </c:pt>
                <c:pt idx="2862">
                  <c:v>41509</c:v>
                </c:pt>
                <c:pt idx="2863">
                  <c:v>41512</c:v>
                </c:pt>
                <c:pt idx="2864">
                  <c:v>41513</c:v>
                </c:pt>
                <c:pt idx="2865">
                  <c:v>41514</c:v>
                </c:pt>
                <c:pt idx="2866">
                  <c:v>41515</c:v>
                </c:pt>
                <c:pt idx="2867">
                  <c:v>41516</c:v>
                </c:pt>
                <c:pt idx="2868">
                  <c:v>41519</c:v>
                </c:pt>
                <c:pt idx="2869">
                  <c:v>41520</c:v>
                </c:pt>
                <c:pt idx="2870">
                  <c:v>41521</c:v>
                </c:pt>
                <c:pt idx="2871">
                  <c:v>41522</c:v>
                </c:pt>
                <c:pt idx="2872">
                  <c:v>41523</c:v>
                </c:pt>
                <c:pt idx="2873">
                  <c:v>41526</c:v>
                </c:pt>
                <c:pt idx="2874">
                  <c:v>41527</c:v>
                </c:pt>
                <c:pt idx="2875">
                  <c:v>41528</c:v>
                </c:pt>
                <c:pt idx="2876">
                  <c:v>41529</c:v>
                </c:pt>
                <c:pt idx="2877">
                  <c:v>41530</c:v>
                </c:pt>
                <c:pt idx="2878">
                  <c:v>41533</c:v>
                </c:pt>
                <c:pt idx="2879">
                  <c:v>41534</c:v>
                </c:pt>
                <c:pt idx="2880">
                  <c:v>41535</c:v>
                </c:pt>
                <c:pt idx="2881">
                  <c:v>41536</c:v>
                </c:pt>
                <c:pt idx="2882">
                  <c:v>41537</c:v>
                </c:pt>
                <c:pt idx="2883">
                  <c:v>41540</c:v>
                </c:pt>
                <c:pt idx="2884">
                  <c:v>41541</c:v>
                </c:pt>
                <c:pt idx="2885">
                  <c:v>41542</c:v>
                </c:pt>
                <c:pt idx="2886">
                  <c:v>41543</c:v>
                </c:pt>
                <c:pt idx="2887">
                  <c:v>41544</c:v>
                </c:pt>
                <c:pt idx="2888">
                  <c:v>41547</c:v>
                </c:pt>
                <c:pt idx="2889">
                  <c:v>41548</c:v>
                </c:pt>
                <c:pt idx="2890">
                  <c:v>41549</c:v>
                </c:pt>
                <c:pt idx="2891">
                  <c:v>41550</c:v>
                </c:pt>
                <c:pt idx="2892">
                  <c:v>41551</c:v>
                </c:pt>
                <c:pt idx="2893">
                  <c:v>41554</c:v>
                </c:pt>
                <c:pt idx="2894">
                  <c:v>41555</c:v>
                </c:pt>
                <c:pt idx="2895">
                  <c:v>41556</c:v>
                </c:pt>
                <c:pt idx="2896">
                  <c:v>41557</c:v>
                </c:pt>
                <c:pt idx="2897">
                  <c:v>41558</c:v>
                </c:pt>
                <c:pt idx="2898">
                  <c:v>41561</c:v>
                </c:pt>
                <c:pt idx="2899">
                  <c:v>41562</c:v>
                </c:pt>
                <c:pt idx="2900">
                  <c:v>41563</c:v>
                </c:pt>
                <c:pt idx="2901">
                  <c:v>41564</c:v>
                </c:pt>
                <c:pt idx="2902">
                  <c:v>41565</c:v>
                </c:pt>
                <c:pt idx="2903">
                  <c:v>41568</c:v>
                </c:pt>
                <c:pt idx="2904">
                  <c:v>41569</c:v>
                </c:pt>
                <c:pt idx="2905">
                  <c:v>41570</c:v>
                </c:pt>
                <c:pt idx="2906">
                  <c:v>41571</c:v>
                </c:pt>
                <c:pt idx="2907">
                  <c:v>41572</c:v>
                </c:pt>
                <c:pt idx="2908">
                  <c:v>41575</c:v>
                </c:pt>
                <c:pt idx="2909">
                  <c:v>41576</c:v>
                </c:pt>
                <c:pt idx="2910">
                  <c:v>41577</c:v>
                </c:pt>
                <c:pt idx="2911">
                  <c:v>41578</c:v>
                </c:pt>
                <c:pt idx="2912">
                  <c:v>41579</c:v>
                </c:pt>
                <c:pt idx="2913">
                  <c:v>41582</c:v>
                </c:pt>
                <c:pt idx="2914">
                  <c:v>41583</c:v>
                </c:pt>
                <c:pt idx="2915">
                  <c:v>41584</c:v>
                </c:pt>
                <c:pt idx="2916">
                  <c:v>41585</c:v>
                </c:pt>
                <c:pt idx="2917">
                  <c:v>41586</c:v>
                </c:pt>
                <c:pt idx="2918">
                  <c:v>41589</c:v>
                </c:pt>
                <c:pt idx="2919">
                  <c:v>41590</c:v>
                </c:pt>
                <c:pt idx="2920">
                  <c:v>41591</c:v>
                </c:pt>
                <c:pt idx="2921">
                  <c:v>41592</c:v>
                </c:pt>
                <c:pt idx="2922">
                  <c:v>41596</c:v>
                </c:pt>
                <c:pt idx="2923">
                  <c:v>41597</c:v>
                </c:pt>
                <c:pt idx="2924">
                  <c:v>41599</c:v>
                </c:pt>
                <c:pt idx="2925">
                  <c:v>41600</c:v>
                </c:pt>
                <c:pt idx="2926">
                  <c:v>41603</c:v>
                </c:pt>
                <c:pt idx="2927">
                  <c:v>41604</c:v>
                </c:pt>
                <c:pt idx="2928">
                  <c:v>41605</c:v>
                </c:pt>
                <c:pt idx="2929">
                  <c:v>41606</c:v>
                </c:pt>
                <c:pt idx="2930">
                  <c:v>41607</c:v>
                </c:pt>
                <c:pt idx="2931">
                  <c:v>41610</c:v>
                </c:pt>
                <c:pt idx="2932">
                  <c:v>41611</c:v>
                </c:pt>
                <c:pt idx="2933">
                  <c:v>41612</c:v>
                </c:pt>
                <c:pt idx="2934">
                  <c:v>41613</c:v>
                </c:pt>
                <c:pt idx="2935">
                  <c:v>41614</c:v>
                </c:pt>
                <c:pt idx="2936">
                  <c:v>41617</c:v>
                </c:pt>
                <c:pt idx="2937">
                  <c:v>41618</c:v>
                </c:pt>
                <c:pt idx="2938">
                  <c:v>41619</c:v>
                </c:pt>
                <c:pt idx="2939">
                  <c:v>41620</c:v>
                </c:pt>
                <c:pt idx="2940">
                  <c:v>41621</c:v>
                </c:pt>
                <c:pt idx="2941">
                  <c:v>41624</c:v>
                </c:pt>
                <c:pt idx="2942">
                  <c:v>41625</c:v>
                </c:pt>
                <c:pt idx="2943">
                  <c:v>41626</c:v>
                </c:pt>
                <c:pt idx="2944">
                  <c:v>41627</c:v>
                </c:pt>
                <c:pt idx="2945">
                  <c:v>41628</c:v>
                </c:pt>
                <c:pt idx="2946">
                  <c:v>41631</c:v>
                </c:pt>
                <c:pt idx="2947">
                  <c:v>41634</c:v>
                </c:pt>
                <c:pt idx="2948">
                  <c:v>41635</c:v>
                </c:pt>
                <c:pt idx="2949">
                  <c:v>41638</c:v>
                </c:pt>
                <c:pt idx="2950">
                  <c:v>41641</c:v>
                </c:pt>
                <c:pt idx="2951">
                  <c:v>41642</c:v>
                </c:pt>
                <c:pt idx="2952">
                  <c:v>41645</c:v>
                </c:pt>
                <c:pt idx="2953">
                  <c:v>41646</c:v>
                </c:pt>
                <c:pt idx="2954">
                  <c:v>41647</c:v>
                </c:pt>
                <c:pt idx="2955">
                  <c:v>41648</c:v>
                </c:pt>
                <c:pt idx="2956">
                  <c:v>41649</c:v>
                </c:pt>
                <c:pt idx="2957">
                  <c:v>41652</c:v>
                </c:pt>
                <c:pt idx="2958">
                  <c:v>41653</c:v>
                </c:pt>
                <c:pt idx="2959">
                  <c:v>41654</c:v>
                </c:pt>
                <c:pt idx="2960">
                  <c:v>41655</c:v>
                </c:pt>
                <c:pt idx="2961">
                  <c:v>41656</c:v>
                </c:pt>
                <c:pt idx="2962">
                  <c:v>41659</c:v>
                </c:pt>
                <c:pt idx="2963">
                  <c:v>41660</c:v>
                </c:pt>
                <c:pt idx="2964">
                  <c:v>41661</c:v>
                </c:pt>
                <c:pt idx="2965">
                  <c:v>41662</c:v>
                </c:pt>
                <c:pt idx="2966">
                  <c:v>41663</c:v>
                </c:pt>
                <c:pt idx="2967">
                  <c:v>41666</c:v>
                </c:pt>
                <c:pt idx="2968">
                  <c:v>41667</c:v>
                </c:pt>
                <c:pt idx="2969">
                  <c:v>41668</c:v>
                </c:pt>
                <c:pt idx="2970">
                  <c:v>41669</c:v>
                </c:pt>
                <c:pt idx="2971">
                  <c:v>41670</c:v>
                </c:pt>
                <c:pt idx="2972">
                  <c:v>41673</c:v>
                </c:pt>
                <c:pt idx="2973">
                  <c:v>41674</c:v>
                </c:pt>
                <c:pt idx="2974">
                  <c:v>41675</c:v>
                </c:pt>
                <c:pt idx="2975">
                  <c:v>41676</c:v>
                </c:pt>
                <c:pt idx="2976">
                  <c:v>41677</c:v>
                </c:pt>
                <c:pt idx="2977">
                  <c:v>41680</c:v>
                </c:pt>
                <c:pt idx="2978">
                  <c:v>41681</c:v>
                </c:pt>
                <c:pt idx="2979">
                  <c:v>41682</c:v>
                </c:pt>
                <c:pt idx="2980">
                  <c:v>41683</c:v>
                </c:pt>
                <c:pt idx="2981">
                  <c:v>41684</c:v>
                </c:pt>
                <c:pt idx="2982">
                  <c:v>41687</c:v>
                </c:pt>
                <c:pt idx="2983">
                  <c:v>41688</c:v>
                </c:pt>
                <c:pt idx="2984">
                  <c:v>41689</c:v>
                </c:pt>
                <c:pt idx="2985">
                  <c:v>41690</c:v>
                </c:pt>
                <c:pt idx="2986">
                  <c:v>41691</c:v>
                </c:pt>
                <c:pt idx="2987">
                  <c:v>41694</c:v>
                </c:pt>
                <c:pt idx="2988">
                  <c:v>41695</c:v>
                </c:pt>
                <c:pt idx="2989">
                  <c:v>41696</c:v>
                </c:pt>
                <c:pt idx="2990">
                  <c:v>41697</c:v>
                </c:pt>
                <c:pt idx="2991">
                  <c:v>41698</c:v>
                </c:pt>
                <c:pt idx="2992">
                  <c:v>41703</c:v>
                </c:pt>
                <c:pt idx="2993">
                  <c:v>41704</c:v>
                </c:pt>
                <c:pt idx="2994">
                  <c:v>41705</c:v>
                </c:pt>
                <c:pt idx="2995">
                  <c:v>41708</c:v>
                </c:pt>
                <c:pt idx="2996">
                  <c:v>41709</c:v>
                </c:pt>
                <c:pt idx="2997">
                  <c:v>41710</c:v>
                </c:pt>
                <c:pt idx="2998">
                  <c:v>41711</c:v>
                </c:pt>
                <c:pt idx="2999">
                  <c:v>41712</c:v>
                </c:pt>
                <c:pt idx="3000">
                  <c:v>41715</c:v>
                </c:pt>
                <c:pt idx="3001">
                  <c:v>41716</c:v>
                </c:pt>
                <c:pt idx="3002">
                  <c:v>41717</c:v>
                </c:pt>
                <c:pt idx="3003">
                  <c:v>41718</c:v>
                </c:pt>
                <c:pt idx="3004">
                  <c:v>41719</c:v>
                </c:pt>
                <c:pt idx="3005">
                  <c:v>41722</c:v>
                </c:pt>
                <c:pt idx="3006">
                  <c:v>41723</c:v>
                </c:pt>
                <c:pt idx="3007">
                  <c:v>41724</c:v>
                </c:pt>
                <c:pt idx="3008">
                  <c:v>41725</c:v>
                </c:pt>
                <c:pt idx="3009">
                  <c:v>41726</c:v>
                </c:pt>
                <c:pt idx="3010">
                  <c:v>41729</c:v>
                </c:pt>
                <c:pt idx="3011">
                  <c:v>41730</c:v>
                </c:pt>
                <c:pt idx="3012">
                  <c:v>41731</c:v>
                </c:pt>
                <c:pt idx="3013">
                  <c:v>41732</c:v>
                </c:pt>
                <c:pt idx="3014">
                  <c:v>41733</c:v>
                </c:pt>
                <c:pt idx="3015">
                  <c:v>41736</c:v>
                </c:pt>
                <c:pt idx="3016">
                  <c:v>41737</c:v>
                </c:pt>
                <c:pt idx="3017">
                  <c:v>41738</c:v>
                </c:pt>
                <c:pt idx="3018">
                  <c:v>41739</c:v>
                </c:pt>
                <c:pt idx="3019">
                  <c:v>41740</c:v>
                </c:pt>
                <c:pt idx="3020">
                  <c:v>41743</c:v>
                </c:pt>
                <c:pt idx="3021">
                  <c:v>41744</c:v>
                </c:pt>
                <c:pt idx="3022">
                  <c:v>41745</c:v>
                </c:pt>
                <c:pt idx="3023">
                  <c:v>41746</c:v>
                </c:pt>
                <c:pt idx="3024">
                  <c:v>41751</c:v>
                </c:pt>
                <c:pt idx="3025">
                  <c:v>41752</c:v>
                </c:pt>
                <c:pt idx="3026">
                  <c:v>41753</c:v>
                </c:pt>
                <c:pt idx="3027">
                  <c:v>41754</c:v>
                </c:pt>
                <c:pt idx="3028">
                  <c:v>41757</c:v>
                </c:pt>
                <c:pt idx="3029">
                  <c:v>41758</c:v>
                </c:pt>
                <c:pt idx="3030">
                  <c:v>41759</c:v>
                </c:pt>
                <c:pt idx="3031">
                  <c:v>41761</c:v>
                </c:pt>
                <c:pt idx="3032">
                  <c:v>41764</c:v>
                </c:pt>
                <c:pt idx="3033">
                  <c:v>41765</c:v>
                </c:pt>
                <c:pt idx="3034">
                  <c:v>41766</c:v>
                </c:pt>
                <c:pt idx="3035">
                  <c:v>41767</c:v>
                </c:pt>
                <c:pt idx="3036">
                  <c:v>41768</c:v>
                </c:pt>
                <c:pt idx="3037">
                  <c:v>41771</c:v>
                </c:pt>
                <c:pt idx="3038">
                  <c:v>41772</c:v>
                </c:pt>
                <c:pt idx="3039">
                  <c:v>41773</c:v>
                </c:pt>
                <c:pt idx="3040">
                  <c:v>41774</c:v>
                </c:pt>
                <c:pt idx="3041">
                  <c:v>41775</c:v>
                </c:pt>
                <c:pt idx="3042">
                  <c:v>41778</c:v>
                </c:pt>
                <c:pt idx="3043">
                  <c:v>41779</c:v>
                </c:pt>
                <c:pt idx="3044">
                  <c:v>41780</c:v>
                </c:pt>
                <c:pt idx="3045">
                  <c:v>41781</c:v>
                </c:pt>
                <c:pt idx="3046">
                  <c:v>41782</c:v>
                </c:pt>
                <c:pt idx="3047">
                  <c:v>41785</c:v>
                </c:pt>
                <c:pt idx="3048">
                  <c:v>41786</c:v>
                </c:pt>
                <c:pt idx="3049">
                  <c:v>41787</c:v>
                </c:pt>
                <c:pt idx="3050">
                  <c:v>41788</c:v>
                </c:pt>
                <c:pt idx="3051">
                  <c:v>41789</c:v>
                </c:pt>
                <c:pt idx="3052">
                  <c:v>41792</c:v>
                </c:pt>
                <c:pt idx="3053">
                  <c:v>41793</c:v>
                </c:pt>
                <c:pt idx="3054">
                  <c:v>41794</c:v>
                </c:pt>
                <c:pt idx="3055">
                  <c:v>41795</c:v>
                </c:pt>
                <c:pt idx="3056">
                  <c:v>41796</c:v>
                </c:pt>
                <c:pt idx="3057">
                  <c:v>41799</c:v>
                </c:pt>
                <c:pt idx="3058">
                  <c:v>41800</c:v>
                </c:pt>
                <c:pt idx="3059">
                  <c:v>41801</c:v>
                </c:pt>
                <c:pt idx="3060">
                  <c:v>41803</c:v>
                </c:pt>
                <c:pt idx="3061">
                  <c:v>41806</c:v>
                </c:pt>
                <c:pt idx="3062">
                  <c:v>41807</c:v>
                </c:pt>
                <c:pt idx="3063">
                  <c:v>41808</c:v>
                </c:pt>
                <c:pt idx="3064">
                  <c:v>41810</c:v>
                </c:pt>
                <c:pt idx="3065">
                  <c:v>41813</c:v>
                </c:pt>
                <c:pt idx="3066">
                  <c:v>41814</c:v>
                </c:pt>
                <c:pt idx="3067">
                  <c:v>41815</c:v>
                </c:pt>
                <c:pt idx="3068">
                  <c:v>41816</c:v>
                </c:pt>
                <c:pt idx="3069">
                  <c:v>41817</c:v>
                </c:pt>
                <c:pt idx="3070">
                  <c:v>41820</c:v>
                </c:pt>
                <c:pt idx="3071">
                  <c:v>41821</c:v>
                </c:pt>
                <c:pt idx="3072">
                  <c:v>41822</c:v>
                </c:pt>
                <c:pt idx="3073">
                  <c:v>41823</c:v>
                </c:pt>
                <c:pt idx="3074">
                  <c:v>41824</c:v>
                </c:pt>
                <c:pt idx="3075">
                  <c:v>41827</c:v>
                </c:pt>
                <c:pt idx="3076">
                  <c:v>41828</c:v>
                </c:pt>
                <c:pt idx="3077">
                  <c:v>41830</c:v>
                </c:pt>
                <c:pt idx="3078">
                  <c:v>41831</c:v>
                </c:pt>
                <c:pt idx="3079">
                  <c:v>41834</c:v>
                </c:pt>
                <c:pt idx="3080">
                  <c:v>41835</c:v>
                </c:pt>
                <c:pt idx="3081">
                  <c:v>41836</c:v>
                </c:pt>
                <c:pt idx="3082">
                  <c:v>41837</c:v>
                </c:pt>
                <c:pt idx="3083">
                  <c:v>41838</c:v>
                </c:pt>
                <c:pt idx="3084">
                  <c:v>41841</c:v>
                </c:pt>
                <c:pt idx="3085">
                  <c:v>41842</c:v>
                </c:pt>
                <c:pt idx="3086">
                  <c:v>41843</c:v>
                </c:pt>
                <c:pt idx="3087">
                  <c:v>41844</c:v>
                </c:pt>
                <c:pt idx="3088">
                  <c:v>41845</c:v>
                </c:pt>
                <c:pt idx="3089">
                  <c:v>41848</c:v>
                </c:pt>
                <c:pt idx="3090">
                  <c:v>41849</c:v>
                </c:pt>
                <c:pt idx="3091">
                  <c:v>41850</c:v>
                </c:pt>
                <c:pt idx="3092">
                  <c:v>41851</c:v>
                </c:pt>
                <c:pt idx="3093">
                  <c:v>41852</c:v>
                </c:pt>
                <c:pt idx="3094">
                  <c:v>41855</c:v>
                </c:pt>
                <c:pt idx="3095">
                  <c:v>41856</c:v>
                </c:pt>
                <c:pt idx="3096">
                  <c:v>41857</c:v>
                </c:pt>
                <c:pt idx="3097">
                  <c:v>41858</c:v>
                </c:pt>
                <c:pt idx="3098">
                  <c:v>41859</c:v>
                </c:pt>
                <c:pt idx="3099">
                  <c:v>41862</c:v>
                </c:pt>
                <c:pt idx="3100">
                  <c:v>41863</c:v>
                </c:pt>
                <c:pt idx="3101">
                  <c:v>41864</c:v>
                </c:pt>
                <c:pt idx="3102">
                  <c:v>41865</c:v>
                </c:pt>
                <c:pt idx="3103">
                  <c:v>41866</c:v>
                </c:pt>
                <c:pt idx="3104">
                  <c:v>41869</c:v>
                </c:pt>
                <c:pt idx="3105">
                  <c:v>41870</c:v>
                </c:pt>
                <c:pt idx="3106">
                  <c:v>41871</c:v>
                </c:pt>
                <c:pt idx="3107">
                  <c:v>41872</c:v>
                </c:pt>
                <c:pt idx="3108">
                  <c:v>41873</c:v>
                </c:pt>
                <c:pt idx="3109">
                  <c:v>41876</c:v>
                </c:pt>
                <c:pt idx="3110">
                  <c:v>41877</c:v>
                </c:pt>
                <c:pt idx="3111">
                  <c:v>41878</c:v>
                </c:pt>
                <c:pt idx="3112">
                  <c:v>41879</c:v>
                </c:pt>
                <c:pt idx="3113">
                  <c:v>41880</c:v>
                </c:pt>
                <c:pt idx="3114">
                  <c:v>41883</c:v>
                </c:pt>
                <c:pt idx="3115">
                  <c:v>41884</c:v>
                </c:pt>
                <c:pt idx="3116">
                  <c:v>41885</c:v>
                </c:pt>
                <c:pt idx="3117">
                  <c:v>41886</c:v>
                </c:pt>
                <c:pt idx="3118">
                  <c:v>41887</c:v>
                </c:pt>
                <c:pt idx="3119">
                  <c:v>41890</c:v>
                </c:pt>
                <c:pt idx="3120">
                  <c:v>41891</c:v>
                </c:pt>
                <c:pt idx="3121">
                  <c:v>41892</c:v>
                </c:pt>
                <c:pt idx="3122">
                  <c:v>41893</c:v>
                </c:pt>
                <c:pt idx="3123">
                  <c:v>41894</c:v>
                </c:pt>
                <c:pt idx="3124">
                  <c:v>41897</c:v>
                </c:pt>
                <c:pt idx="3125">
                  <c:v>41898</c:v>
                </c:pt>
                <c:pt idx="3126">
                  <c:v>41899</c:v>
                </c:pt>
                <c:pt idx="3127">
                  <c:v>41900</c:v>
                </c:pt>
                <c:pt idx="3128">
                  <c:v>41901</c:v>
                </c:pt>
                <c:pt idx="3129">
                  <c:v>41904</c:v>
                </c:pt>
                <c:pt idx="3130">
                  <c:v>41905</c:v>
                </c:pt>
                <c:pt idx="3131">
                  <c:v>41906</c:v>
                </c:pt>
                <c:pt idx="3132">
                  <c:v>41907</c:v>
                </c:pt>
                <c:pt idx="3133">
                  <c:v>41908</c:v>
                </c:pt>
                <c:pt idx="3134">
                  <c:v>41911</c:v>
                </c:pt>
                <c:pt idx="3135">
                  <c:v>41912</c:v>
                </c:pt>
                <c:pt idx="3136">
                  <c:v>41913</c:v>
                </c:pt>
                <c:pt idx="3137">
                  <c:v>41914</c:v>
                </c:pt>
                <c:pt idx="3138">
                  <c:v>41915</c:v>
                </c:pt>
                <c:pt idx="3139">
                  <c:v>41918</c:v>
                </c:pt>
                <c:pt idx="3140">
                  <c:v>41919</c:v>
                </c:pt>
                <c:pt idx="3141">
                  <c:v>41920</c:v>
                </c:pt>
                <c:pt idx="3142">
                  <c:v>41921</c:v>
                </c:pt>
                <c:pt idx="3143">
                  <c:v>41922</c:v>
                </c:pt>
                <c:pt idx="3144">
                  <c:v>41925</c:v>
                </c:pt>
                <c:pt idx="3145">
                  <c:v>41926</c:v>
                </c:pt>
                <c:pt idx="3146">
                  <c:v>41927</c:v>
                </c:pt>
                <c:pt idx="3147">
                  <c:v>41928</c:v>
                </c:pt>
                <c:pt idx="3148">
                  <c:v>41929</c:v>
                </c:pt>
                <c:pt idx="3149">
                  <c:v>41932</c:v>
                </c:pt>
                <c:pt idx="3150">
                  <c:v>41933</c:v>
                </c:pt>
                <c:pt idx="3151">
                  <c:v>41934</c:v>
                </c:pt>
                <c:pt idx="3152">
                  <c:v>41935</c:v>
                </c:pt>
                <c:pt idx="3153">
                  <c:v>41936</c:v>
                </c:pt>
                <c:pt idx="3154">
                  <c:v>41939</c:v>
                </c:pt>
                <c:pt idx="3155">
                  <c:v>41940</c:v>
                </c:pt>
                <c:pt idx="3156">
                  <c:v>41941</c:v>
                </c:pt>
                <c:pt idx="3157">
                  <c:v>41942</c:v>
                </c:pt>
                <c:pt idx="3158">
                  <c:v>41943</c:v>
                </c:pt>
                <c:pt idx="3159">
                  <c:v>41946</c:v>
                </c:pt>
                <c:pt idx="3160">
                  <c:v>41947</c:v>
                </c:pt>
                <c:pt idx="3161">
                  <c:v>41948</c:v>
                </c:pt>
                <c:pt idx="3162">
                  <c:v>41949</c:v>
                </c:pt>
                <c:pt idx="3163">
                  <c:v>41950</c:v>
                </c:pt>
                <c:pt idx="3164">
                  <c:v>41953</c:v>
                </c:pt>
                <c:pt idx="3165">
                  <c:v>41954</c:v>
                </c:pt>
                <c:pt idx="3166">
                  <c:v>41955</c:v>
                </c:pt>
                <c:pt idx="3167">
                  <c:v>41956</c:v>
                </c:pt>
                <c:pt idx="3168">
                  <c:v>41957</c:v>
                </c:pt>
                <c:pt idx="3169">
                  <c:v>41960</c:v>
                </c:pt>
                <c:pt idx="3170">
                  <c:v>41961</c:v>
                </c:pt>
                <c:pt idx="3171">
                  <c:v>41962</c:v>
                </c:pt>
                <c:pt idx="3172">
                  <c:v>41964</c:v>
                </c:pt>
                <c:pt idx="3173">
                  <c:v>41967</c:v>
                </c:pt>
                <c:pt idx="3174">
                  <c:v>41968</c:v>
                </c:pt>
                <c:pt idx="3175">
                  <c:v>41969</c:v>
                </c:pt>
                <c:pt idx="3176">
                  <c:v>41970</c:v>
                </c:pt>
                <c:pt idx="3177">
                  <c:v>41971</c:v>
                </c:pt>
                <c:pt idx="3178">
                  <c:v>41974</c:v>
                </c:pt>
                <c:pt idx="3179">
                  <c:v>41975</c:v>
                </c:pt>
                <c:pt idx="3180">
                  <c:v>41976</c:v>
                </c:pt>
                <c:pt idx="3181">
                  <c:v>41977</c:v>
                </c:pt>
                <c:pt idx="3182">
                  <c:v>41978</c:v>
                </c:pt>
                <c:pt idx="3183">
                  <c:v>41981</c:v>
                </c:pt>
                <c:pt idx="3184">
                  <c:v>41982</c:v>
                </c:pt>
                <c:pt idx="3185">
                  <c:v>41983</c:v>
                </c:pt>
                <c:pt idx="3186">
                  <c:v>41984</c:v>
                </c:pt>
                <c:pt idx="3187">
                  <c:v>41985</c:v>
                </c:pt>
                <c:pt idx="3188">
                  <c:v>41988</c:v>
                </c:pt>
                <c:pt idx="3189">
                  <c:v>41989</c:v>
                </c:pt>
                <c:pt idx="3190">
                  <c:v>41990</c:v>
                </c:pt>
                <c:pt idx="3191">
                  <c:v>41991</c:v>
                </c:pt>
                <c:pt idx="3192">
                  <c:v>41992</c:v>
                </c:pt>
                <c:pt idx="3193">
                  <c:v>41995</c:v>
                </c:pt>
                <c:pt idx="3194">
                  <c:v>41996</c:v>
                </c:pt>
                <c:pt idx="3195">
                  <c:v>41999</c:v>
                </c:pt>
                <c:pt idx="3196">
                  <c:v>42002</c:v>
                </c:pt>
                <c:pt idx="3197">
                  <c:v>42003</c:v>
                </c:pt>
                <c:pt idx="3198">
                  <c:v>42006</c:v>
                </c:pt>
                <c:pt idx="3199">
                  <c:v>42009</c:v>
                </c:pt>
                <c:pt idx="3200">
                  <c:v>42010</c:v>
                </c:pt>
                <c:pt idx="3201">
                  <c:v>42011</c:v>
                </c:pt>
                <c:pt idx="3202">
                  <c:v>42012</c:v>
                </c:pt>
                <c:pt idx="3203">
                  <c:v>42013</c:v>
                </c:pt>
                <c:pt idx="3204">
                  <c:v>42016</c:v>
                </c:pt>
                <c:pt idx="3205">
                  <c:v>42017</c:v>
                </c:pt>
                <c:pt idx="3206">
                  <c:v>42018</c:v>
                </c:pt>
                <c:pt idx="3207">
                  <c:v>42019</c:v>
                </c:pt>
                <c:pt idx="3208">
                  <c:v>42020</c:v>
                </c:pt>
                <c:pt idx="3209">
                  <c:v>42023</c:v>
                </c:pt>
                <c:pt idx="3210">
                  <c:v>42024</c:v>
                </c:pt>
                <c:pt idx="3211">
                  <c:v>42025</c:v>
                </c:pt>
                <c:pt idx="3212">
                  <c:v>42026</c:v>
                </c:pt>
                <c:pt idx="3213">
                  <c:v>42027</c:v>
                </c:pt>
                <c:pt idx="3214">
                  <c:v>42030</c:v>
                </c:pt>
                <c:pt idx="3215">
                  <c:v>42031</c:v>
                </c:pt>
                <c:pt idx="3216">
                  <c:v>42032</c:v>
                </c:pt>
                <c:pt idx="3217">
                  <c:v>42033</c:v>
                </c:pt>
                <c:pt idx="3218">
                  <c:v>42034</c:v>
                </c:pt>
                <c:pt idx="3219">
                  <c:v>42037</c:v>
                </c:pt>
                <c:pt idx="3220">
                  <c:v>42038</c:v>
                </c:pt>
                <c:pt idx="3221">
                  <c:v>42039</c:v>
                </c:pt>
                <c:pt idx="3222">
                  <c:v>42040</c:v>
                </c:pt>
                <c:pt idx="3223">
                  <c:v>42041</c:v>
                </c:pt>
                <c:pt idx="3224">
                  <c:v>42044</c:v>
                </c:pt>
                <c:pt idx="3225">
                  <c:v>42045</c:v>
                </c:pt>
                <c:pt idx="3226">
                  <c:v>42046</c:v>
                </c:pt>
                <c:pt idx="3227">
                  <c:v>42047</c:v>
                </c:pt>
                <c:pt idx="3228">
                  <c:v>42048</c:v>
                </c:pt>
                <c:pt idx="3229">
                  <c:v>42053</c:v>
                </c:pt>
                <c:pt idx="3230">
                  <c:v>42054</c:v>
                </c:pt>
                <c:pt idx="3231">
                  <c:v>42055</c:v>
                </c:pt>
                <c:pt idx="3232">
                  <c:v>42058</c:v>
                </c:pt>
                <c:pt idx="3233">
                  <c:v>42059</c:v>
                </c:pt>
                <c:pt idx="3234">
                  <c:v>42060</c:v>
                </c:pt>
                <c:pt idx="3235">
                  <c:v>42061</c:v>
                </c:pt>
                <c:pt idx="3236">
                  <c:v>42062</c:v>
                </c:pt>
                <c:pt idx="3237">
                  <c:v>42065</c:v>
                </c:pt>
                <c:pt idx="3238">
                  <c:v>42066</c:v>
                </c:pt>
                <c:pt idx="3239">
                  <c:v>42067</c:v>
                </c:pt>
                <c:pt idx="3240">
                  <c:v>42068</c:v>
                </c:pt>
                <c:pt idx="3241">
                  <c:v>42069</c:v>
                </c:pt>
                <c:pt idx="3242">
                  <c:v>42072</c:v>
                </c:pt>
                <c:pt idx="3243">
                  <c:v>42073</c:v>
                </c:pt>
                <c:pt idx="3244">
                  <c:v>42074</c:v>
                </c:pt>
                <c:pt idx="3245">
                  <c:v>42075</c:v>
                </c:pt>
                <c:pt idx="3246">
                  <c:v>42076</c:v>
                </c:pt>
                <c:pt idx="3247">
                  <c:v>42079</c:v>
                </c:pt>
                <c:pt idx="3248">
                  <c:v>42080</c:v>
                </c:pt>
                <c:pt idx="3249">
                  <c:v>42081</c:v>
                </c:pt>
                <c:pt idx="3250">
                  <c:v>42082</c:v>
                </c:pt>
                <c:pt idx="3251">
                  <c:v>42083</c:v>
                </c:pt>
                <c:pt idx="3252">
                  <c:v>42086</c:v>
                </c:pt>
                <c:pt idx="3253">
                  <c:v>42087</c:v>
                </c:pt>
                <c:pt idx="3254">
                  <c:v>42088</c:v>
                </c:pt>
                <c:pt idx="3255">
                  <c:v>42089</c:v>
                </c:pt>
                <c:pt idx="3256">
                  <c:v>42090</c:v>
                </c:pt>
                <c:pt idx="3257">
                  <c:v>42093</c:v>
                </c:pt>
                <c:pt idx="3258">
                  <c:v>42094</c:v>
                </c:pt>
                <c:pt idx="3259">
                  <c:v>42095</c:v>
                </c:pt>
                <c:pt idx="3260">
                  <c:v>42096</c:v>
                </c:pt>
                <c:pt idx="3261">
                  <c:v>42100</c:v>
                </c:pt>
                <c:pt idx="3262">
                  <c:v>42101</c:v>
                </c:pt>
                <c:pt idx="3263">
                  <c:v>42102</c:v>
                </c:pt>
                <c:pt idx="3264">
                  <c:v>42103</c:v>
                </c:pt>
                <c:pt idx="3265">
                  <c:v>42104</c:v>
                </c:pt>
                <c:pt idx="3266">
                  <c:v>42107</c:v>
                </c:pt>
                <c:pt idx="3267">
                  <c:v>42108</c:v>
                </c:pt>
                <c:pt idx="3268">
                  <c:v>42109</c:v>
                </c:pt>
                <c:pt idx="3269">
                  <c:v>42110</c:v>
                </c:pt>
                <c:pt idx="3270">
                  <c:v>42111</c:v>
                </c:pt>
                <c:pt idx="3271">
                  <c:v>42114</c:v>
                </c:pt>
                <c:pt idx="3272">
                  <c:v>42116</c:v>
                </c:pt>
                <c:pt idx="3273">
                  <c:v>42117</c:v>
                </c:pt>
                <c:pt idx="3274">
                  <c:v>42118</c:v>
                </c:pt>
                <c:pt idx="3275">
                  <c:v>42121</c:v>
                </c:pt>
                <c:pt idx="3276">
                  <c:v>42122</c:v>
                </c:pt>
                <c:pt idx="3277">
                  <c:v>42123</c:v>
                </c:pt>
                <c:pt idx="3278">
                  <c:v>42124</c:v>
                </c:pt>
                <c:pt idx="3279">
                  <c:v>42128</c:v>
                </c:pt>
                <c:pt idx="3280">
                  <c:v>42129</c:v>
                </c:pt>
                <c:pt idx="3281">
                  <c:v>42130</c:v>
                </c:pt>
                <c:pt idx="3282">
                  <c:v>42131</c:v>
                </c:pt>
                <c:pt idx="3283">
                  <c:v>42132</c:v>
                </c:pt>
                <c:pt idx="3284">
                  <c:v>42135</c:v>
                </c:pt>
                <c:pt idx="3285">
                  <c:v>42136</c:v>
                </c:pt>
                <c:pt idx="3286">
                  <c:v>42137</c:v>
                </c:pt>
                <c:pt idx="3287">
                  <c:v>42138</c:v>
                </c:pt>
                <c:pt idx="3288">
                  <c:v>42139</c:v>
                </c:pt>
                <c:pt idx="3289">
                  <c:v>42142</c:v>
                </c:pt>
                <c:pt idx="3290">
                  <c:v>42143</c:v>
                </c:pt>
                <c:pt idx="3291">
                  <c:v>42144</c:v>
                </c:pt>
                <c:pt idx="3292">
                  <c:v>42145</c:v>
                </c:pt>
                <c:pt idx="3293">
                  <c:v>42146</c:v>
                </c:pt>
                <c:pt idx="3294">
                  <c:v>42149</c:v>
                </c:pt>
                <c:pt idx="3295">
                  <c:v>42150</c:v>
                </c:pt>
                <c:pt idx="3296">
                  <c:v>42151</c:v>
                </c:pt>
                <c:pt idx="3297">
                  <c:v>42152</c:v>
                </c:pt>
                <c:pt idx="3298">
                  <c:v>42153</c:v>
                </c:pt>
                <c:pt idx="3299">
                  <c:v>42156</c:v>
                </c:pt>
                <c:pt idx="3300">
                  <c:v>42157</c:v>
                </c:pt>
                <c:pt idx="3301">
                  <c:v>42158</c:v>
                </c:pt>
                <c:pt idx="3302">
                  <c:v>42160</c:v>
                </c:pt>
                <c:pt idx="3303">
                  <c:v>42163</c:v>
                </c:pt>
                <c:pt idx="3304">
                  <c:v>42164</c:v>
                </c:pt>
                <c:pt idx="3305">
                  <c:v>42165</c:v>
                </c:pt>
                <c:pt idx="3306">
                  <c:v>42166</c:v>
                </c:pt>
                <c:pt idx="3307">
                  <c:v>42167</c:v>
                </c:pt>
                <c:pt idx="3308">
                  <c:v>42170</c:v>
                </c:pt>
                <c:pt idx="3309">
                  <c:v>42171</c:v>
                </c:pt>
                <c:pt idx="3310">
                  <c:v>42172</c:v>
                </c:pt>
                <c:pt idx="3311">
                  <c:v>42173</c:v>
                </c:pt>
                <c:pt idx="3312">
                  <c:v>42174</c:v>
                </c:pt>
                <c:pt idx="3313">
                  <c:v>42177</c:v>
                </c:pt>
                <c:pt idx="3314">
                  <c:v>42178</c:v>
                </c:pt>
                <c:pt idx="3315">
                  <c:v>42179</c:v>
                </c:pt>
                <c:pt idx="3316">
                  <c:v>42180</c:v>
                </c:pt>
                <c:pt idx="3317">
                  <c:v>42181</c:v>
                </c:pt>
                <c:pt idx="3318">
                  <c:v>42184</c:v>
                </c:pt>
                <c:pt idx="3319">
                  <c:v>42185</c:v>
                </c:pt>
                <c:pt idx="3320">
                  <c:v>42186</c:v>
                </c:pt>
                <c:pt idx="3321">
                  <c:v>42187</c:v>
                </c:pt>
                <c:pt idx="3322">
                  <c:v>42188</c:v>
                </c:pt>
                <c:pt idx="3323">
                  <c:v>42191</c:v>
                </c:pt>
                <c:pt idx="3324">
                  <c:v>42192</c:v>
                </c:pt>
                <c:pt idx="3325">
                  <c:v>42193</c:v>
                </c:pt>
                <c:pt idx="3326">
                  <c:v>42195</c:v>
                </c:pt>
                <c:pt idx="3327">
                  <c:v>42198</c:v>
                </c:pt>
                <c:pt idx="3328">
                  <c:v>42199</c:v>
                </c:pt>
                <c:pt idx="3329">
                  <c:v>42200</c:v>
                </c:pt>
                <c:pt idx="3330">
                  <c:v>42201</c:v>
                </c:pt>
                <c:pt idx="3331">
                  <c:v>42202</c:v>
                </c:pt>
                <c:pt idx="3332">
                  <c:v>42205</c:v>
                </c:pt>
                <c:pt idx="3333">
                  <c:v>42206</c:v>
                </c:pt>
                <c:pt idx="3334">
                  <c:v>42207</c:v>
                </c:pt>
                <c:pt idx="3335">
                  <c:v>42208</c:v>
                </c:pt>
                <c:pt idx="3336">
                  <c:v>42209</c:v>
                </c:pt>
                <c:pt idx="3337">
                  <c:v>42212</c:v>
                </c:pt>
                <c:pt idx="3338">
                  <c:v>42213</c:v>
                </c:pt>
                <c:pt idx="3339">
                  <c:v>42214</c:v>
                </c:pt>
                <c:pt idx="3340">
                  <c:v>42215</c:v>
                </c:pt>
                <c:pt idx="3341">
                  <c:v>42216</c:v>
                </c:pt>
                <c:pt idx="3342">
                  <c:v>42219</c:v>
                </c:pt>
                <c:pt idx="3343">
                  <c:v>42220</c:v>
                </c:pt>
                <c:pt idx="3344">
                  <c:v>42221</c:v>
                </c:pt>
                <c:pt idx="3345">
                  <c:v>42222</c:v>
                </c:pt>
                <c:pt idx="3346">
                  <c:v>42223</c:v>
                </c:pt>
                <c:pt idx="3347">
                  <c:v>42226</c:v>
                </c:pt>
                <c:pt idx="3348">
                  <c:v>42227</c:v>
                </c:pt>
                <c:pt idx="3349">
                  <c:v>42228</c:v>
                </c:pt>
                <c:pt idx="3350">
                  <c:v>42229</c:v>
                </c:pt>
                <c:pt idx="3351">
                  <c:v>42230</c:v>
                </c:pt>
                <c:pt idx="3352">
                  <c:v>42233</c:v>
                </c:pt>
                <c:pt idx="3353">
                  <c:v>42234</c:v>
                </c:pt>
                <c:pt idx="3354">
                  <c:v>42235</c:v>
                </c:pt>
                <c:pt idx="3355">
                  <c:v>42236</c:v>
                </c:pt>
                <c:pt idx="3356">
                  <c:v>42237</c:v>
                </c:pt>
                <c:pt idx="3357">
                  <c:v>42240</c:v>
                </c:pt>
                <c:pt idx="3358">
                  <c:v>42241</c:v>
                </c:pt>
                <c:pt idx="3359">
                  <c:v>42242</c:v>
                </c:pt>
                <c:pt idx="3360">
                  <c:v>42243</c:v>
                </c:pt>
                <c:pt idx="3361">
                  <c:v>42244</c:v>
                </c:pt>
                <c:pt idx="3362">
                  <c:v>42247</c:v>
                </c:pt>
                <c:pt idx="3363">
                  <c:v>42248</c:v>
                </c:pt>
                <c:pt idx="3364">
                  <c:v>42249</c:v>
                </c:pt>
                <c:pt idx="3365">
                  <c:v>42250</c:v>
                </c:pt>
                <c:pt idx="3366">
                  <c:v>42251</c:v>
                </c:pt>
                <c:pt idx="3367">
                  <c:v>42255</c:v>
                </c:pt>
                <c:pt idx="3368">
                  <c:v>42256</c:v>
                </c:pt>
                <c:pt idx="3369">
                  <c:v>42257</c:v>
                </c:pt>
                <c:pt idx="3370">
                  <c:v>42258</c:v>
                </c:pt>
                <c:pt idx="3371">
                  <c:v>42261</c:v>
                </c:pt>
                <c:pt idx="3372">
                  <c:v>42262</c:v>
                </c:pt>
                <c:pt idx="3373">
                  <c:v>42263</c:v>
                </c:pt>
                <c:pt idx="3374">
                  <c:v>42264</c:v>
                </c:pt>
                <c:pt idx="3375">
                  <c:v>42265</c:v>
                </c:pt>
                <c:pt idx="3376">
                  <c:v>42268</c:v>
                </c:pt>
                <c:pt idx="3377">
                  <c:v>42269</c:v>
                </c:pt>
                <c:pt idx="3378">
                  <c:v>42270</c:v>
                </c:pt>
                <c:pt idx="3379">
                  <c:v>42271</c:v>
                </c:pt>
                <c:pt idx="3380">
                  <c:v>42272</c:v>
                </c:pt>
                <c:pt idx="3381">
                  <c:v>42275</c:v>
                </c:pt>
                <c:pt idx="3382">
                  <c:v>42276</c:v>
                </c:pt>
                <c:pt idx="3383">
                  <c:v>42277</c:v>
                </c:pt>
                <c:pt idx="3384">
                  <c:v>42278</c:v>
                </c:pt>
                <c:pt idx="3385">
                  <c:v>42279</c:v>
                </c:pt>
                <c:pt idx="3386">
                  <c:v>42282</c:v>
                </c:pt>
                <c:pt idx="3387">
                  <c:v>42283</c:v>
                </c:pt>
                <c:pt idx="3388">
                  <c:v>42284</c:v>
                </c:pt>
                <c:pt idx="3389">
                  <c:v>42285</c:v>
                </c:pt>
                <c:pt idx="3390">
                  <c:v>42286</c:v>
                </c:pt>
                <c:pt idx="3391">
                  <c:v>42290</c:v>
                </c:pt>
                <c:pt idx="3392">
                  <c:v>42291</c:v>
                </c:pt>
                <c:pt idx="3393">
                  <c:v>42292</c:v>
                </c:pt>
                <c:pt idx="3394">
                  <c:v>42293</c:v>
                </c:pt>
                <c:pt idx="3395">
                  <c:v>42296</c:v>
                </c:pt>
                <c:pt idx="3396">
                  <c:v>42297</c:v>
                </c:pt>
                <c:pt idx="3397">
                  <c:v>42298</c:v>
                </c:pt>
                <c:pt idx="3398">
                  <c:v>42299</c:v>
                </c:pt>
                <c:pt idx="3399">
                  <c:v>42300</c:v>
                </c:pt>
                <c:pt idx="3400">
                  <c:v>42303</c:v>
                </c:pt>
                <c:pt idx="3401">
                  <c:v>42304</c:v>
                </c:pt>
                <c:pt idx="3402">
                  <c:v>42305</c:v>
                </c:pt>
                <c:pt idx="3403">
                  <c:v>42306</c:v>
                </c:pt>
                <c:pt idx="3404">
                  <c:v>42307</c:v>
                </c:pt>
                <c:pt idx="3405">
                  <c:v>42311</c:v>
                </c:pt>
                <c:pt idx="3406">
                  <c:v>42312</c:v>
                </c:pt>
                <c:pt idx="3407">
                  <c:v>42313</c:v>
                </c:pt>
                <c:pt idx="3408">
                  <c:v>42314</c:v>
                </c:pt>
                <c:pt idx="3409">
                  <c:v>42317</c:v>
                </c:pt>
                <c:pt idx="3410">
                  <c:v>42318</c:v>
                </c:pt>
                <c:pt idx="3411">
                  <c:v>42319</c:v>
                </c:pt>
                <c:pt idx="3412">
                  <c:v>42320</c:v>
                </c:pt>
                <c:pt idx="3413">
                  <c:v>42321</c:v>
                </c:pt>
                <c:pt idx="3414">
                  <c:v>42324</c:v>
                </c:pt>
                <c:pt idx="3415">
                  <c:v>42325</c:v>
                </c:pt>
                <c:pt idx="3416">
                  <c:v>42326</c:v>
                </c:pt>
                <c:pt idx="3417">
                  <c:v>42327</c:v>
                </c:pt>
                <c:pt idx="3418">
                  <c:v>42331</c:v>
                </c:pt>
                <c:pt idx="3419">
                  <c:v>42332</c:v>
                </c:pt>
                <c:pt idx="3420">
                  <c:v>42333</c:v>
                </c:pt>
                <c:pt idx="3421">
                  <c:v>42334</c:v>
                </c:pt>
                <c:pt idx="3422">
                  <c:v>42335</c:v>
                </c:pt>
                <c:pt idx="3423">
                  <c:v>42338</c:v>
                </c:pt>
                <c:pt idx="3424">
                  <c:v>42339</c:v>
                </c:pt>
                <c:pt idx="3425">
                  <c:v>42340</c:v>
                </c:pt>
                <c:pt idx="3426">
                  <c:v>42341</c:v>
                </c:pt>
                <c:pt idx="3427">
                  <c:v>42342</c:v>
                </c:pt>
                <c:pt idx="3428">
                  <c:v>42345</c:v>
                </c:pt>
                <c:pt idx="3429">
                  <c:v>42346</c:v>
                </c:pt>
                <c:pt idx="3430">
                  <c:v>42347</c:v>
                </c:pt>
                <c:pt idx="3431">
                  <c:v>42348</c:v>
                </c:pt>
                <c:pt idx="3432">
                  <c:v>42349</c:v>
                </c:pt>
                <c:pt idx="3433">
                  <c:v>42352</c:v>
                </c:pt>
                <c:pt idx="3434">
                  <c:v>42353</c:v>
                </c:pt>
                <c:pt idx="3435">
                  <c:v>42354</c:v>
                </c:pt>
                <c:pt idx="3436">
                  <c:v>42355</c:v>
                </c:pt>
                <c:pt idx="3437">
                  <c:v>42356</c:v>
                </c:pt>
                <c:pt idx="3438">
                  <c:v>42359</c:v>
                </c:pt>
                <c:pt idx="3439">
                  <c:v>42360</c:v>
                </c:pt>
                <c:pt idx="3440">
                  <c:v>42361</c:v>
                </c:pt>
                <c:pt idx="3441">
                  <c:v>42366</c:v>
                </c:pt>
                <c:pt idx="3442">
                  <c:v>42367</c:v>
                </c:pt>
                <c:pt idx="3443">
                  <c:v>42368</c:v>
                </c:pt>
                <c:pt idx="3444">
                  <c:v>42373</c:v>
                </c:pt>
                <c:pt idx="3445">
                  <c:v>42374</c:v>
                </c:pt>
                <c:pt idx="3446">
                  <c:v>42375</c:v>
                </c:pt>
                <c:pt idx="3447">
                  <c:v>42376</c:v>
                </c:pt>
                <c:pt idx="3448">
                  <c:v>42377</c:v>
                </c:pt>
                <c:pt idx="3449">
                  <c:v>42380</c:v>
                </c:pt>
                <c:pt idx="3450">
                  <c:v>42381</c:v>
                </c:pt>
                <c:pt idx="3451">
                  <c:v>42382</c:v>
                </c:pt>
                <c:pt idx="3452">
                  <c:v>42383</c:v>
                </c:pt>
                <c:pt idx="3453">
                  <c:v>42384</c:v>
                </c:pt>
                <c:pt idx="3454">
                  <c:v>42387</c:v>
                </c:pt>
                <c:pt idx="3455">
                  <c:v>42388</c:v>
                </c:pt>
                <c:pt idx="3456">
                  <c:v>42389</c:v>
                </c:pt>
                <c:pt idx="3457">
                  <c:v>42390</c:v>
                </c:pt>
                <c:pt idx="3458">
                  <c:v>42391</c:v>
                </c:pt>
                <c:pt idx="3459">
                  <c:v>42395</c:v>
                </c:pt>
                <c:pt idx="3460">
                  <c:v>42396</c:v>
                </c:pt>
                <c:pt idx="3461">
                  <c:v>42397</c:v>
                </c:pt>
                <c:pt idx="3462">
                  <c:v>42398</c:v>
                </c:pt>
                <c:pt idx="3463">
                  <c:v>42401</c:v>
                </c:pt>
                <c:pt idx="3464">
                  <c:v>42402</c:v>
                </c:pt>
                <c:pt idx="3465">
                  <c:v>42403</c:v>
                </c:pt>
                <c:pt idx="3466">
                  <c:v>42404</c:v>
                </c:pt>
                <c:pt idx="3467">
                  <c:v>42405</c:v>
                </c:pt>
                <c:pt idx="3468">
                  <c:v>42410</c:v>
                </c:pt>
                <c:pt idx="3469">
                  <c:v>42411</c:v>
                </c:pt>
                <c:pt idx="3470">
                  <c:v>42412</c:v>
                </c:pt>
                <c:pt idx="3471">
                  <c:v>42415</c:v>
                </c:pt>
                <c:pt idx="3472">
                  <c:v>42416</c:v>
                </c:pt>
                <c:pt idx="3473">
                  <c:v>42417</c:v>
                </c:pt>
                <c:pt idx="3474">
                  <c:v>42418</c:v>
                </c:pt>
                <c:pt idx="3475">
                  <c:v>42419</c:v>
                </c:pt>
                <c:pt idx="3476">
                  <c:v>42422</c:v>
                </c:pt>
                <c:pt idx="3477">
                  <c:v>42423</c:v>
                </c:pt>
                <c:pt idx="3478">
                  <c:v>42424</c:v>
                </c:pt>
                <c:pt idx="3479">
                  <c:v>42425</c:v>
                </c:pt>
                <c:pt idx="3480">
                  <c:v>42426</c:v>
                </c:pt>
                <c:pt idx="3481">
                  <c:v>42429</c:v>
                </c:pt>
                <c:pt idx="3482">
                  <c:v>42430</c:v>
                </c:pt>
                <c:pt idx="3483">
                  <c:v>42431</c:v>
                </c:pt>
                <c:pt idx="3484">
                  <c:v>42432</c:v>
                </c:pt>
                <c:pt idx="3485">
                  <c:v>42433</c:v>
                </c:pt>
                <c:pt idx="3486">
                  <c:v>42436</c:v>
                </c:pt>
                <c:pt idx="3487">
                  <c:v>42437</c:v>
                </c:pt>
                <c:pt idx="3488">
                  <c:v>42438</c:v>
                </c:pt>
                <c:pt idx="3489">
                  <c:v>42439</c:v>
                </c:pt>
                <c:pt idx="3490">
                  <c:v>42440</c:v>
                </c:pt>
                <c:pt idx="3491">
                  <c:v>42443</c:v>
                </c:pt>
                <c:pt idx="3492">
                  <c:v>42444</c:v>
                </c:pt>
                <c:pt idx="3493">
                  <c:v>42445</c:v>
                </c:pt>
                <c:pt idx="3494">
                  <c:v>42446</c:v>
                </c:pt>
                <c:pt idx="3495">
                  <c:v>42447</c:v>
                </c:pt>
                <c:pt idx="3496">
                  <c:v>42450</c:v>
                </c:pt>
                <c:pt idx="3497">
                  <c:v>42451</c:v>
                </c:pt>
                <c:pt idx="3498">
                  <c:v>42452</c:v>
                </c:pt>
                <c:pt idx="3499">
                  <c:v>42453</c:v>
                </c:pt>
                <c:pt idx="3500">
                  <c:v>42457</c:v>
                </c:pt>
                <c:pt idx="3501">
                  <c:v>42458</c:v>
                </c:pt>
                <c:pt idx="3502">
                  <c:v>42459</c:v>
                </c:pt>
                <c:pt idx="3503">
                  <c:v>42460</c:v>
                </c:pt>
                <c:pt idx="3504">
                  <c:v>42461</c:v>
                </c:pt>
                <c:pt idx="3505">
                  <c:v>42464</c:v>
                </c:pt>
                <c:pt idx="3506">
                  <c:v>42465</c:v>
                </c:pt>
                <c:pt idx="3507">
                  <c:v>42466</c:v>
                </c:pt>
                <c:pt idx="3508">
                  <c:v>42467</c:v>
                </c:pt>
                <c:pt idx="3509">
                  <c:v>42468</c:v>
                </c:pt>
                <c:pt idx="3510">
                  <c:v>42471</c:v>
                </c:pt>
                <c:pt idx="3511">
                  <c:v>42472</c:v>
                </c:pt>
                <c:pt idx="3512">
                  <c:v>42473</c:v>
                </c:pt>
                <c:pt idx="3513">
                  <c:v>42474</c:v>
                </c:pt>
                <c:pt idx="3514">
                  <c:v>42475</c:v>
                </c:pt>
                <c:pt idx="3515">
                  <c:v>42478</c:v>
                </c:pt>
                <c:pt idx="3516">
                  <c:v>42479</c:v>
                </c:pt>
                <c:pt idx="3517">
                  <c:v>42480</c:v>
                </c:pt>
                <c:pt idx="3518">
                  <c:v>42482</c:v>
                </c:pt>
                <c:pt idx="3519">
                  <c:v>42485</c:v>
                </c:pt>
                <c:pt idx="3520">
                  <c:v>42486</c:v>
                </c:pt>
                <c:pt idx="3521">
                  <c:v>42487</c:v>
                </c:pt>
                <c:pt idx="3522">
                  <c:v>42488</c:v>
                </c:pt>
                <c:pt idx="3523">
                  <c:v>42489</c:v>
                </c:pt>
                <c:pt idx="3524">
                  <c:v>42492</c:v>
                </c:pt>
                <c:pt idx="3525">
                  <c:v>42493</c:v>
                </c:pt>
                <c:pt idx="3526">
                  <c:v>42494</c:v>
                </c:pt>
                <c:pt idx="3527">
                  <c:v>42495</c:v>
                </c:pt>
                <c:pt idx="3528">
                  <c:v>42496</c:v>
                </c:pt>
                <c:pt idx="3529">
                  <c:v>42499</c:v>
                </c:pt>
                <c:pt idx="3530">
                  <c:v>42500</c:v>
                </c:pt>
                <c:pt idx="3531">
                  <c:v>42501</c:v>
                </c:pt>
                <c:pt idx="3532">
                  <c:v>42502</c:v>
                </c:pt>
                <c:pt idx="3533">
                  <c:v>42503</c:v>
                </c:pt>
                <c:pt idx="3534">
                  <c:v>42506</c:v>
                </c:pt>
                <c:pt idx="3535">
                  <c:v>42507</c:v>
                </c:pt>
                <c:pt idx="3536">
                  <c:v>42508</c:v>
                </c:pt>
                <c:pt idx="3537">
                  <c:v>42509</c:v>
                </c:pt>
                <c:pt idx="3538">
                  <c:v>42510</c:v>
                </c:pt>
                <c:pt idx="3539">
                  <c:v>42513</c:v>
                </c:pt>
                <c:pt idx="3540">
                  <c:v>42514</c:v>
                </c:pt>
                <c:pt idx="3541">
                  <c:v>42515</c:v>
                </c:pt>
                <c:pt idx="3542">
                  <c:v>42517</c:v>
                </c:pt>
                <c:pt idx="3543">
                  <c:v>42520</c:v>
                </c:pt>
                <c:pt idx="3544">
                  <c:v>42521</c:v>
                </c:pt>
                <c:pt idx="3545">
                  <c:v>42522</c:v>
                </c:pt>
                <c:pt idx="3546">
                  <c:v>42523</c:v>
                </c:pt>
                <c:pt idx="3547">
                  <c:v>42524</c:v>
                </c:pt>
                <c:pt idx="3548">
                  <c:v>42527</c:v>
                </c:pt>
                <c:pt idx="3549">
                  <c:v>42528</c:v>
                </c:pt>
                <c:pt idx="3550">
                  <c:v>42529</c:v>
                </c:pt>
                <c:pt idx="3551">
                  <c:v>42530</c:v>
                </c:pt>
                <c:pt idx="3552">
                  <c:v>42531</c:v>
                </c:pt>
                <c:pt idx="3553">
                  <c:v>42534</c:v>
                </c:pt>
                <c:pt idx="3554">
                  <c:v>42535</c:v>
                </c:pt>
                <c:pt idx="3555">
                  <c:v>42536</c:v>
                </c:pt>
                <c:pt idx="3556">
                  <c:v>42537</c:v>
                </c:pt>
                <c:pt idx="3557">
                  <c:v>42538</c:v>
                </c:pt>
                <c:pt idx="3558">
                  <c:v>42541</c:v>
                </c:pt>
                <c:pt idx="3559">
                  <c:v>42542</c:v>
                </c:pt>
                <c:pt idx="3560">
                  <c:v>42543</c:v>
                </c:pt>
                <c:pt idx="3561">
                  <c:v>42544</c:v>
                </c:pt>
                <c:pt idx="3562">
                  <c:v>42545</c:v>
                </c:pt>
                <c:pt idx="3563">
                  <c:v>42548</c:v>
                </c:pt>
                <c:pt idx="3564">
                  <c:v>42549</c:v>
                </c:pt>
                <c:pt idx="3565">
                  <c:v>42550</c:v>
                </c:pt>
                <c:pt idx="3566">
                  <c:v>42551</c:v>
                </c:pt>
                <c:pt idx="3567">
                  <c:v>42552</c:v>
                </c:pt>
                <c:pt idx="3568">
                  <c:v>42555</c:v>
                </c:pt>
                <c:pt idx="3569">
                  <c:v>42556</c:v>
                </c:pt>
                <c:pt idx="3570">
                  <c:v>42557</c:v>
                </c:pt>
                <c:pt idx="3571">
                  <c:v>42558</c:v>
                </c:pt>
                <c:pt idx="3572">
                  <c:v>42559</c:v>
                </c:pt>
                <c:pt idx="3573">
                  <c:v>42562</c:v>
                </c:pt>
                <c:pt idx="3574">
                  <c:v>42563</c:v>
                </c:pt>
                <c:pt idx="3575">
                  <c:v>42564</c:v>
                </c:pt>
                <c:pt idx="3576">
                  <c:v>42565</c:v>
                </c:pt>
                <c:pt idx="3577">
                  <c:v>42566</c:v>
                </c:pt>
                <c:pt idx="3578">
                  <c:v>42569</c:v>
                </c:pt>
                <c:pt idx="3579">
                  <c:v>42570</c:v>
                </c:pt>
                <c:pt idx="3580">
                  <c:v>42571</c:v>
                </c:pt>
                <c:pt idx="3581">
                  <c:v>42572</c:v>
                </c:pt>
                <c:pt idx="3582">
                  <c:v>42573</c:v>
                </c:pt>
                <c:pt idx="3583">
                  <c:v>42576</c:v>
                </c:pt>
                <c:pt idx="3584">
                  <c:v>42577</c:v>
                </c:pt>
                <c:pt idx="3585">
                  <c:v>42578</c:v>
                </c:pt>
                <c:pt idx="3586">
                  <c:v>42579</c:v>
                </c:pt>
                <c:pt idx="3587">
                  <c:v>42580</c:v>
                </c:pt>
                <c:pt idx="3588">
                  <c:v>42583</c:v>
                </c:pt>
                <c:pt idx="3589">
                  <c:v>42584</c:v>
                </c:pt>
                <c:pt idx="3590">
                  <c:v>42585</c:v>
                </c:pt>
                <c:pt idx="3591">
                  <c:v>42586</c:v>
                </c:pt>
                <c:pt idx="3592">
                  <c:v>42587</c:v>
                </c:pt>
                <c:pt idx="3593">
                  <c:v>42590</c:v>
                </c:pt>
                <c:pt idx="3594">
                  <c:v>42591</c:v>
                </c:pt>
                <c:pt idx="3595">
                  <c:v>42592</c:v>
                </c:pt>
                <c:pt idx="3596">
                  <c:v>42593</c:v>
                </c:pt>
                <c:pt idx="3597">
                  <c:v>42594</c:v>
                </c:pt>
                <c:pt idx="3598">
                  <c:v>42597</c:v>
                </c:pt>
                <c:pt idx="3599">
                  <c:v>42598</c:v>
                </c:pt>
                <c:pt idx="3600">
                  <c:v>42599</c:v>
                </c:pt>
                <c:pt idx="3601">
                  <c:v>42600</c:v>
                </c:pt>
                <c:pt idx="3602">
                  <c:v>42601</c:v>
                </c:pt>
                <c:pt idx="3603">
                  <c:v>42604</c:v>
                </c:pt>
                <c:pt idx="3604">
                  <c:v>42605</c:v>
                </c:pt>
                <c:pt idx="3605">
                  <c:v>42606</c:v>
                </c:pt>
                <c:pt idx="3606">
                  <c:v>42607</c:v>
                </c:pt>
                <c:pt idx="3607">
                  <c:v>42608</c:v>
                </c:pt>
                <c:pt idx="3608">
                  <c:v>42611</c:v>
                </c:pt>
                <c:pt idx="3609">
                  <c:v>42612</c:v>
                </c:pt>
                <c:pt idx="3610">
                  <c:v>42613</c:v>
                </c:pt>
                <c:pt idx="3611">
                  <c:v>42614</c:v>
                </c:pt>
                <c:pt idx="3612">
                  <c:v>42615</c:v>
                </c:pt>
                <c:pt idx="3613">
                  <c:v>42618</c:v>
                </c:pt>
                <c:pt idx="3614">
                  <c:v>42619</c:v>
                </c:pt>
                <c:pt idx="3615">
                  <c:v>42621</c:v>
                </c:pt>
                <c:pt idx="3616">
                  <c:v>42622</c:v>
                </c:pt>
                <c:pt idx="3617">
                  <c:v>42625</c:v>
                </c:pt>
                <c:pt idx="3618">
                  <c:v>42626</c:v>
                </c:pt>
                <c:pt idx="3619">
                  <c:v>42627</c:v>
                </c:pt>
                <c:pt idx="3620">
                  <c:v>42628</c:v>
                </c:pt>
                <c:pt idx="3621">
                  <c:v>42629</c:v>
                </c:pt>
                <c:pt idx="3622">
                  <c:v>42632</c:v>
                </c:pt>
                <c:pt idx="3623">
                  <c:v>42633</c:v>
                </c:pt>
                <c:pt idx="3624">
                  <c:v>42634</c:v>
                </c:pt>
                <c:pt idx="3625">
                  <c:v>42635</c:v>
                </c:pt>
                <c:pt idx="3626">
                  <c:v>42636</c:v>
                </c:pt>
                <c:pt idx="3627">
                  <c:v>42639</c:v>
                </c:pt>
                <c:pt idx="3628">
                  <c:v>42640</c:v>
                </c:pt>
                <c:pt idx="3629">
                  <c:v>42641</c:v>
                </c:pt>
                <c:pt idx="3630">
                  <c:v>42642</c:v>
                </c:pt>
                <c:pt idx="3631">
                  <c:v>42643</c:v>
                </c:pt>
                <c:pt idx="3632">
                  <c:v>42646</c:v>
                </c:pt>
                <c:pt idx="3633">
                  <c:v>42647</c:v>
                </c:pt>
                <c:pt idx="3634">
                  <c:v>42648</c:v>
                </c:pt>
                <c:pt idx="3635">
                  <c:v>42649</c:v>
                </c:pt>
                <c:pt idx="3636">
                  <c:v>42650</c:v>
                </c:pt>
                <c:pt idx="3637">
                  <c:v>42653</c:v>
                </c:pt>
                <c:pt idx="3638">
                  <c:v>42654</c:v>
                </c:pt>
                <c:pt idx="3639">
                  <c:v>42656</c:v>
                </c:pt>
                <c:pt idx="3640">
                  <c:v>42657</c:v>
                </c:pt>
                <c:pt idx="3641">
                  <c:v>42660</c:v>
                </c:pt>
                <c:pt idx="3642">
                  <c:v>42661</c:v>
                </c:pt>
                <c:pt idx="3643">
                  <c:v>42662</c:v>
                </c:pt>
                <c:pt idx="3644">
                  <c:v>42663</c:v>
                </c:pt>
                <c:pt idx="3645">
                  <c:v>42664</c:v>
                </c:pt>
                <c:pt idx="3646">
                  <c:v>42667</c:v>
                </c:pt>
                <c:pt idx="3647">
                  <c:v>42668</c:v>
                </c:pt>
                <c:pt idx="3648">
                  <c:v>42669</c:v>
                </c:pt>
                <c:pt idx="3649">
                  <c:v>42670</c:v>
                </c:pt>
                <c:pt idx="3650">
                  <c:v>42671</c:v>
                </c:pt>
                <c:pt idx="3651">
                  <c:v>42674</c:v>
                </c:pt>
                <c:pt idx="3652">
                  <c:v>42675</c:v>
                </c:pt>
                <c:pt idx="3653">
                  <c:v>42677</c:v>
                </c:pt>
                <c:pt idx="3654">
                  <c:v>42678</c:v>
                </c:pt>
                <c:pt idx="3655">
                  <c:v>42681</c:v>
                </c:pt>
                <c:pt idx="3656">
                  <c:v>42682</c:v>
                </c:pt>
                <c:pt idx="3657">
                  <c:v>42683</c:v>
                </c:pt>
                <c:pt idx="3658">
                  <c:v>42684</c:v>
                </c:pt>
                <c:pt idx="3659">
                  <c:v>42685</c:v>
                </c:pt>
                <c:pt idx="3660">
                  <c:v>42688</c:v>
                </c:pt>
                <c:pt idx="3661">
                  <c:v>42690</c:v>
                </c:pt>
                <c:pt idx="3662">
                  <c:v>42691</c:v>
                </c:pt>
                <c:pt idx="3663">
                  <c:v>42692</c:v>
                </c:pt>
                <c:pt idx="3664">
                  <c:v>42695</c:v>
                </c:pt>
                <c:pt idx="3665">
                  <c:v>42696</c:v>
                </c:pt>
                <c:pt idx="3666">
                  <c:v>42697</c:v>
                </c:pt>
                <c:pt idx="3667">
                  <c:v>42698</c:v>
                </c:pt>
                <c:pt idx="3668">
                  <c:v>42699</c:v>
                </c:pt>
                <c:pt idx="3669">
                  <c:v>42702</c:v>
                </c:pt>
                <c:pt idx="3670">
                  <c:v>42703</c:v>
                </c:pt>
                <c:pt idx="3671">
                  <c:v>42704</c:v>
                </c:pt>
                <c:pt idx="3672">
                  <c:v>42705</c:v>
                </c:pt>
                <c:pt idx="3673">
                  <c:v>42706</c:v>
                </c:pt>
                <c:pt idx="3674">
                  <c:v>42709</c:v>
                </c:pt>
                <c:pt idx="3675">
                  <c:v>42710</c:v>
                </c:pt>
                <c:pt idx="3676">
                  <c:v>42711</c:v>
                </c:pt>
                <c:pt idx="3677">
                  <c:v>42712</c:v>
                </c:pt>
                <c:pt idx="3678">
                  <c:v>42713</c:v>
                </c:pt>
                <c:pt idx="3679">
                  <c:v>42716</c:v>
                </c:pt>
                <c:pt idx="3680">
                  <c:v>42717</c:v>
                </c:pt>
                <c:pt idx="3681">
                  <c:v>42718</c:v>
                </c:pt>
                <c:pt idx="3682">
                  <c:v>42719</c:v>
                </c:pt>
                <c:pt idx="3683">
                  <c:v>42720</c:v>
                </c:pt>
                <c:pt idx="3684">
                  <c:v>42723</c:v>
                </c:pt>
                <c:pt idx="3685">
                  <c:v>42724</c:v>
                </c:pt>
                <c:pt idx="3686">
                  <c:v>42725</c:v>
                </c:pt>
                <c:pt idx="3687">
                  <c:v>42726</c:v>
                </c:pt>
                <c:pt idx="3688">
                  <c:v>42727</c:v>
                </c:pt>
                <c:pt idx="3689">
                  <c:v>42730</c:v>
                </c:pt>
                <c:pt idx="3690">
                  <c:v>42731</c:v>
                </c:pt>
                <c:pt idx="3691">
                  <c:v>42732</c:v>
                </c:pt>
                <c:pt idx="3692">
                  <c:v>42733</c:v>
                </c:pt>
                <c:pt idx="3693">
                  <c:v>42737</c:v>
                </c:pt>
                <c:pt idx="3694">
                  <c:v>42738</c:v>
                </c:pt>
                <c:pt idx="3695">
                  <c:v>42739</c:v>
                </c:pt>
                <c:pt idx="3696">
                  <c:v>42740</c:v>
                </c:pt>
                <c:pt idx="3697">
                  <c:v>42741</c:v>
                </c:pt>
                <c:pt idx="3698">
                  <c:v>42744</c:v>
                </c:pt>
                <c:pt idx="3699">
                  <c:v>42745</c:v>
                </c:pt>
                <c:pt idx="3700">
                  <c:v>42746</c:v>
                </c:pt>
                <c:pt idx="3701">
                  <c:v>42747</c:v>
                </c:pt>
                <c:pt idx="3702">
                  <c:v>42748</c:v>
                </c:pt>
                <c:pt idx="3703">
                  <c:v>42751</c:v>
                </c:pt>
                <c:pt idx="3704">
                  <c:v>42752</c:v>
                </c:pt>
                <c:pt idx="3705">
                  <c:v>42753</c:v>
                </c:pt>
                <c:pt idx="3706">
                  <c:v>42754</c:v>
                </c:pt>
                <c:pt idx="3707">
                  <c:v>42755</c:v>
                </c:pt>
                <c:pt idx="3708">
                  <c:v>42758</c:v>
                </c:pt>
                <c:pt idx="3709">
                  <c:v>42759</c:v>
                </c:pt>
                <c:pt idx="3710">
                  <c:v>42761</c:v>
                </c:pt>
                <c:pt idx="3711">
                  <c:v>42762</c:v>
                </c:pt>
                <c:pt idx="3712">
                  <c:v>42765</c:v>
                </c:pt>
                <c:pt idx="3713">
                  <c:v>42766</c:v>
                </c:pt>
                <c:pt idx="3714">
                  <c:v>42767</c:v>
                </c:pt>
                <c:pt idx="3715">
                  <c:v>42768</c:v>
                </c:pt>
                <c:pt idx="3716">
                  <c:v>42769</c:v>
                </c:pt>
                <c:pt idx="3717">
                  <c:v>42772</c:v>
                </c:pt>
                <c:pt idx="3718">
                  <c:v>42773</c:v>
                </c:pt>
                <c:pt idx="3719">
                  <c:v>42774</c:v>
                </c:pt>
                <c:pt idx="3720">
                  <c:v>42775</c:v>
                </c:pt>
                <c:pt idx="3721">
                  <c:v>42776</c:v>
                </c:pt>
                <c:pt idx="3722">
                  <c:v>42779</c:v>
                </c:pt>
                <c:pt idx="3723">
                  <c:v>42780</c:v>
                </c:pt>
                <c:pt idx="3724">
                  <c:v>42781</c:v>
                </c:pt>
                <c:pt idx="3725">
                  <c:v>42782</c:v>
                </c:pt>
                <c:pt idx="3726">
                  <c:v>42783</c:v>
                </c:pt>
                <c:pt idx="3727">
                  <c:v>42786</c:v>
                </c:pt>
                <c:pt idx="3728">
                  <c:v>42787</c:v>
                </c:pt>
                <c:pt idx="3729">
                  <c:v>42788</c:v>
                </c:pt>
                <c:pt idx="3730">
                  <c:v>42789</c:v>
                </c:pt>
                <c:pt idx="3731">
                  <c:v>42790</c:v>
                </c:pt>
                <c:pt idx="3732">
                  <c:v>42795</c:v>
                </c:pt>
                <c:pt idx="3733">
                  <c:v>42796</c:v>
                </c:pt>
                <c:pt idx="3734">
                  <c:v>42797</c:v>
                </c:pt>
                <c:pt idx="3735">
                  <c:v>42800</c:v>
                </c:pt>
                <c:pt idx="3736">
                  <c:v>42801</c:v>
                </c:pt>
                <c:pt idx="3737">
                  <c:v>42802</c:v>
                </c:pt>
                <c:pt idx="3738">
                  <c:v>42803</c:v>
                </c:pt>
                <c:pt idx="3739">
                  <c:v>42804</c:v>
                </c:pt>
                <c:pt idx="3740">
                  <c:v>42807</c:v>
                </c:pt>
                <c:pt idx="3741">
                  <c:v>42808</c:v>
                </c:pt>
                <c:pt idx="3742">
                  <c:v>42809</c:v>
                </c:pt>
                <c:pt idx="3743">
                  <c:v>42810</c:v>
                </c:pt>
                <c:pt idx="3744">
                  <c:v>42811</c:v>
                </c:pt>
                <c:pt idx="3745">
                  <c:v>42814</c:v>
                </c:pt>
                <c:pt idx="3746">
                  <c:v>42815</c:v>
                </c:pt>
                <c:pt idx="3747">
                  <c:v>42816</c:v>
                </c:pt>
                <c:pt idx="3748">
                  <c:v>42817</c:v>
                </c:pt>
                <c:pt idx="3749">
                  <c:v>42818</c:v>
                </c:pt>
                <c:pt idx="3750">
                  <c:v>42821</c:v>
                </c:pt>
                <c:pt idx="3751">
                  <c:v>42822</c:v>
                </c:pt>
                <c:pt idx="3752">
                  <c:v>42823</c:v>
                </c:pt>
                <c:pt idx="3753">
                  <c:v>42824</c:v>
                </c:pt>
                <c:pt idx="3754">
                  <c:v>42825</c:v>
                </c:pt>
                <c:pt idx="3755">
                  <c:v>42828</c:v>
                </c:pt>
                <c:pt idx="3756">
                  <c:v>42829</c:v>
                </c:pt>
                <c:pt idx="3757">
                  <c:v>42830</c:v>
                </c:pt>
                <c:pt idx="3758">
                  <c:v>42831</c:v>
                </c:pt>
                <c:pt idx="3759">
                  <c:v>42832</c:v>
                </c:pt>
                <c:pt idx="3760">
                  <c:v>42835</c:v>
                </c:pt>
                <c:pt idx="3761">
                  <c:v>42836</c:v>
                </c:pt>
                <c:pt idx="3762">
                  <c:v>42837</c:v>
                </c:pt>
                <c:pt idx="3763">
                  <c:v>42838</c:v>
                </c:pt>
                <c:pt idx="3764">
                  <c:v>42842</c:v>
                </c:pt>
                <c:pt idx="3765">
                  <c:v>42843</c:v>
                </c:pt>
                <c:pt idx="3766">
                  <c:v>42844</c:v>
                </c:pt>
                <c:pt idx="3767">
                  <c:v>42845</c:v>
                </c:pt>
                <c:pt idx="3768">
                  <c:v>42849</c:v>
                </c:pt>
                <c:pt idx="3769">
                  <c:v>42850</c:v>
                </c:pt>
                <c:pt idx="3770">
                  <c:v>42851</c:v>
                </c:pt>
                <c:pt idx="3771">
                  <c:v>42852</c:v>
                </c:pt>
                <c:pt idx="3772">
                  <c:v>42853</c:v>
                </c:pt>
                <c:pt idx="3773">
                  <c:v>42857</c:v>
                </c:pt>
                <c:pt idx="3774">
                  <c:v>42858</c:v>
                </c:pt>
                <c:pt idx="3775">
                  <c:v>42859</c:v>
                </c:pt>
                <c:pt idx="3776">
                  <c:v>42860</c:v>
                </c:pt>
                <c:pt idx="3777">
                  <c:v>42863</c:v>
                </c:pt>
                <c:pt idx="3778">
                  <c:v>42864</c:v>
                </c:pt>
                <c:pt idx="3779">
                  <c:v>42865</c:v>
                </c:pt>
                <c:pt idx="3780">
                  <c:v>42866</c:v>
                </c:pt>
                <c:pt idx="3781">
                  <c:v>42867</c:v>
                </c:pt>
                <c:pt idx="3782">
                  <c:v>42870</c:v>
                </c:pt>
                <c:pt idx="3783">
                  <c:v>42871</c:v>
                </c:pt>
                <c:pt idx="3784">
                  <c:v>42872</c:v>
                </c:pt>
                <c:pt idx="3785">
                  <c:v>42873</c:v>
                </c:pt>
                <c:pt idx="3786">
                  <c:v>42874</c:v>
                </c:pt>
                <c:pt idx="3787">
                  <c:v>42877</c:v>
                </c:pt>
                <c:pt idx="3788">
                  <c:v>42878</c:v>
                </c:pt>
                <c:pt idx="3789">
                  <c:v>42879</c:v>
                </c:pt>
                <c:pt idx="3790">
                  <c:v>42880</c:v>
                </c:pt>
                <c:pt idx="3791">
                  <c:v>42881</c:v>
                </c:pt>
                <c:pt idx="3792">
                  <c:v>42884</c:v>
                </c:pt>
                <c:pt idx="3793">
                  <c:v>42885</c:v>
                </c:pt>
                <c:pt idx="3794">
                  <c:v>42886</c:v>
                </c:pt>
                <c:pt idx="3795">
                  <c:v>42887</c:v>
                </c:pt>
                <c:pt idx="3796">
                  <c:v>42888</c:v>
                </c:pt>
                <c:pt idx="3797">
                  <c:v>42891</c:v>
                </c:pt>
                <c:pt idx="3798">
                  <c:v>42892</c:v>
                </c:pt>
                <c:pt idx="3799">
                  <c:v>42893</c:v>
                </c:pt>
                <c:pt idx="3800">
                  <c:v>42894</c:v>
                </c:pt>
                <c:pt idx="3801">
                  <c:v>42895</c:v>
                </c:pt>
                <c:pt idx="3802">
                  <c:v>42898</c:v>
                </c:pt>
                <c:pt idx="3803">
                  <c:v>42899</c:v>
                </c:pt>
                <c:pt idx="3804">
                  <c:v>42900</c:v>
                </c:pt>
                <c:pt idx="3805">
                  <c:v>42902</c:v>
                </c:pt>
                <c:pt idx="3806">
                  <c:v>42905</c:v>
                </c:pt>
                <c:pt idx="3807">
                  <c:v>42906</c:v>
                </c:pt>
                <c:pt idx="3808">
                  <c:v>42907</c:v>
                </c:pt>
                <c:pt idx="3809">
                  <c:v>42908</c:v>
                </c:pt>
                <c:pt idx="3810">
                  <c:v>42909</c:v>
                </c:pt>
                <c:pt idx="3811">
                  <c:v>42912</c:v>
                </c:pt>
                <c:pt idx="3812">
                  <c:v>42913</c:v>
                </c:pt>
                <c:pt idx="3813">
                  <c:v>42914</c:v>
                </c:pt>
                <c:pt idx="3814">
                  <c:v>42915</c:v>
                </c:pt>
                <c:pt idx="3815">
                  <c:v>42916</c:v>
                </c:pt>
                <c:pt idx="3816">
                  <c:v>42919</c:v>
                </c:pt>
                <c:pt idx="3817">
                  <c:v>42920</c:v>
                </c:pt>
                <c:pt idx="3818">
                  <c:v>42921</c:v>
                </c:pt>
                <c:pt idx="3819">
                  <c:v>42922</c:v>
                </c:pt>
                <c:pt idx="3820">
                  <c:v>42923</c:v>
                </c:pt>
                <c:pt idx="3821">
                  <c:v>42926</c:v>
                </c:pt>
                <c:pt idx="3822">
                  <c:v>42927</c:v>
                </c:pt>
                <c:pt idx="3823">
                  <c:v>42928</c:v>
                </c:pt>
                <c:pt idx="3824">
                  <c:v>42929</c:v>
                </c:pt>
                <c:pt idx="3825">
                  <c:v>42930</c:v>
                </c:pt>
                <c:pt idx="3826">
                  <c:v>42933</c:v>
                </c:pt>
                <c:pt idx="3827">
                  <c:v>42934</c:v>
                </c:pt>
                <c:pt idx="3828">
                  <c:v>42935</c:v>
                </c:pt>
                <c:pt idx="3829">
                  <c:v>42936</c:v>
                </c:pt>
                <c:pt idx="3830">
                  <c:v>42937</c:v>
                </c:pt>
                <c:pt idx="3831">
                  <c:v>42940</c:v>
                </c:pt>
                <c:pt idx="3832">
                  <c:v>42941</c:v>
                </c:pt>
                <c:pt idx="3833">
                  <c:v>42942</c:v>
                </c:pt>
                <c:pt idx="3834">
                  <c:v>42943</c:v>
                </c:pt>
                <c:pt idx="3835">
                  <c:v>42944</c:v>
                </c:pt>
                <c:pt idx="3836">
                  <c:v>42947</c:v>
                </c:pt>
                <c:pt idx="3837">
                  <c:v>42948</c:v>
                </c:pt>
                <c:pt idx="3838">
                  <c:v>42949</c:v>
                </c:pt>
                <c:pt idx="3839">
                  <c:v>42950</c:v>
                </c:pt>
                <c:pt idx="3840">
                  <c:v>42951</c:v>
                </c:pt>
                <c:pt idx="3841">
                  <c:v>42954</c:v>
                </c:pt>
                <c:pt idx="3842">
                  <c:v>42955</c:v>
                </c:pt>
                <c:pt idx="3843">
                  <c:v>42956</c:v>
                </c:pt>
                <c:pt idx="3844">
                  <c:v>42957</c:v>
                </c:pt>
                <c:pt idx="3845">
                  <c:v>42958</c:v>
                </c:pt>
                <c:pt idx="3846">
                  <c:v>42961</c:v>
                </c:pt>
                <c:pt idx="3847">
                  <c:v>42962</c:v>
                </c:pt>
                <c:pt idx="3848">
                  <c:v>42963</c:v>
                </c:pt>
                <c:pt idx="3849">
                  <c:v>42964</c:v>
                </c:pt>
                <c:pt idx="3850">
                  <c:v>42965</c:v>
                </c:pt>
                <c:pt idx="3851">
                  <c:v>42968</c:v>
                </c:pt>
                <c:pt idx="3852">
                  <c:v>42969</c:v>
                </c:pt>
                <c:pt idx="3853">
                  <c:v>42970</c:v>
                </c:pt>
                <c:pt idx="3854">
                  <c:v>42971</c:v>
                </c:pt>
                <c:pt idx="3855">
                  <c:v>42972</c:v>
                </c:pt>
                <c:pt idx="3856">
                  <c:v>42975</c:v>
                </c:pt>
                <c:pt idx="3857">
                  <c:v>42976</c:v>
                </c:pt>
                <c:pt idx="3858">
                  <c:v>42977</c:v>
                </c:pt>
                <c:pt idx="3859">
                  <c:v>42978</c:v>
                </c:pt>
                <c:pt idx="3860">
                  <c:v>42979</c:v>
                </c:pt>
                <c:pt idx="3861">
                  <c:v>42982</c:v>
                </c:pt>
                <c:pt idx="3862">
                  <c:v>42983</c:v>
                </c:pt>
                <c:pt idx="3863">
                  <c:v>42984</c:v>
                </c:pt>
                <c:pt idx="3864">
                  <c:v>42986</c:v>
                </c:pt>
                <c:pt idx="3865">
                  <c:v>42989</c:v>
                </c:pt>
                <c:pt idx="3866">
                  <c:v>42990</c:v>
                </c:pt>
                <c:pt idx="3867">
                  <c:v>42991</c:v>
                </c:pt>
                <c:pt idx="3868">
                  <c:v>42992</c:v>
                </c:pt>
                <c:pt idx="3869">
                  <c:v>42993</c:v>
                </c:pt>
                <c:pt idx="3870">
                  <c:v>42996</c:v>
                </c:pt>
                <c:pt idx="3871">
                  <c:v>42997</c:v>
                </c:pt>
                <c:pt idx="3872">
                  <c:v>42998</c:v>
                </c:pt>
                <c:pt idx="3873">
                  <c:v>42999</c:v>
                </c:pt>
                <c:pt idx="3874">
                  <c:v>43000</c:v>
                </c:pt>
                <c:pt idx="3875">
                  <c:v>43003</c:v>
                </c:pt>
                <c:pt idx="3876">
                  <c:v>43004</c:v>
                </c:pt>
                <c:pt idx="3877">
                  <c:v>43005</c:v>
                </c:pt>
                <c:pt idx="3878">
                  <c:v>43006</c:v>
                </c:pt>
                <c:pt idx="3879">
                  <c:v>43007</c:v>
                </c:pt>
                <c:pt idx="3880">
                  <c:v>43010</c:v>
                </c:pt>
                <c:pt idx="3881">
                  <c:v>43011</c:v>
                </c:pt>
                <c:pt idx="3882">
                  <c:v>43012</c:v>
                </c:pt>
                <c:pt idx="3883">
                  <c:v>43013</c:v>
                </c:pt>
                <c:pt idx="3884">
                  <c:v>43014</c:v>
                </c:pt>
                <c:pt idx="3885">
                  <c:v>43017</c:v>
                </c:pt>
                <c:pt idx="3886">
                  <c:v>43018</c:v>
                </c:pt>
                <c:pt idx="3887">
                  <c:v>43019</c:v>
                </c:pt>
                <c:pt idx="3888">
                  <c:v>43021</c:v>
                </c:pt>
                <c:pt idx="3889">
                  <c:v>43024</c:v>
                </c:pt>
                <c:pt idx="3890">
                  <c:v>43025</c:v>
                </c:pt>
                <c:pt idx="3891">
                  <c:v>43026</c:v>
                </c:pt>
                <c:pt idx="3892">
                  <c:v>43027</c:v>
                </c:pt>
                <c:pt idx="3893">
                  <c:v>43028</c:v>
                </c:pt>
                <c:pt idx="3894">
                  <c:v>43031</c:v>
                </c:pt>
                <c:pt idx="3895">
                  <c:v>43032</c:v>
                </c:pt>
                <c:pt idx="3896">
                  <c:v>43033</c:v>
                </c:pt>
                <c:pt idx="3897">
                  <c:v>43034</c:v>
                </c:pt>
                <c:pt idx="3898">
                  <c:v>43035</c:v>
                </c:pt>
                <c:pt idx="3899">
                  <c:v>43038</c:v>
                </c:pt>
                <c:pt idx="3900">
                  <c:v>43039</c:v>
                </c:pt>
                <c:pt idx="3901">
                  <c:v>43040</c:v>
                </c:pt>
                <c:pt idx="3902">
                  <c:v>43042</c:v>
                </c:pt>
                <c:pt idx="3903">
                  <c:v>43045</c:v>
                </c:pt>
                <c:pt idx="3904">
                  <c:v>43046</c:v>
                </c:pt>
                <c:pt idx="3905">
                  <c:v>43047</c:v>
                </c:pt>
                <c:pt idx="3906">
                  <c:v>43048</c:v>
                </c:pt>
                <c:pt idx="3907">
                  <c:v>43049</c:v>
                </c:pt>
                <c:pt idx="3908">
                  <c:v>43052</c:v>
                </c:pt>
                <c:pt idx="3909">
                  <c:v>43053</c:v>
                </c:pt>
                <c:pt idx="3910">
                  <c:v>43055</c:v>
                </c:pt>
                <c:pt idx="3911">
                  <c:v>43056</c:v>
                </c:pt>
                <c:pt idx="3912">
                  <c:v>43060</c:v>
                </c:pt>
                <c:pt idx="3913">
                  <c:v>43061</c:v>
                </c:pt>
                <c:pt idx="3914">
                  <c:v>43062</c:v>
                </c:pt>
                <c:pt idx="3915">
                  <c:v>43063</c:v>
                </c:pt>
                <c:pt idx="3916">
                  <c:v>43066</c:v>
                </c:pt>
                <c:pt idx="3917">
                  <c:v>43067</c:v>
                </c:pt>
                <c:pt idx="3918">
                  <c:v>43068</c:v>
                </c:pt>
                <c:pt idx="3919">
                  <c:v>43069</c:v>
                </c:pt>
                <c:pt idx="3920">
                  <c:v>43070</c:v>
                </c:pt>
                <c:pt idx="3921">
                  <c:v>43073</c:v>
                </c:pt>
                <c:pt idx="3922">
                  <c:v>43074</c:v>
                </c:pt>
                <c:pt idx="3923">
                  <c:v>43075</c:v>
                </c:pt>
                <c:pt idx="3924">
                  <c:v>43076</c:v>
                </c:pt>
                <c:pt idx="3925">
                  <c:v>43077</c:v>
                </c:pt>
                <c:pt idx="3926">
                  <c:v>43080</c:v>
                </c:pt>
                <c:pt idx="3927">
                  <c:v>43081</c:v>
                </c:pt>
                <c:pt idx="3928">
                  <c:v>43082</c:v>
                </c:pt>
                <c:pt idx="3929">
                  <c:v>43083</c:v>
                </c:pt>
                <c:pt idx="3930">
                  <c:v>43084</c:v>
                </c:pt>
                <c:pt idx="3931">
                  <c:v>43087</c:v>
                </c:pt>
                <c:pt idx="3932">
                  <c:v>43088</c:v>
                </c:pt>
                <c:pt idx="3933">
                  <c:v>43089</c:v>
                </c:pt>
                <c:pt idx="3934">
                  <c:v>43090</c:v>
                </c:pt>
                <c:pt idx="3935">
                  <c:v>43091</c:v>
                </c:pt>
                <c:pt idx="3936">
                  <c:v>43095</c:v>
                </c:pt>
                <c:pt idx="3937">
                  <c:v>43096</c:v>
                </c:pt>
                <c:pt idx="3938">
                  <c:v>43097</c:v>
                </c:pt>
                <c:pt idx="3939">
                  <c:v>43102</c:v>
                </c:pt>
                <c:pt idx="3940">
                  <c:v>43103</c:v>
                </c:pt>
                <c:pt idx="3941">
                  <c:v>43104</c:v>
                </c:pt>
                <c:pt idx="3942">
                  <c:v>43105</c:v>
                </c:pt>
                <c:pt idx="3943">
                  <c:v>43108</c:v>
                </c:pt>
                <c:pt idx="3944">
                  <c:v>43109</c:v>
                </c:pt>
                <c:pt idx="3945">
                  <c:v>43110</c:v>
                </c:pt>
                <c:pt idx="3946">
                  <c:v>43111</c:v>
                </c:pt>
                <c:pt idx="3947">
                  <c:v>43112</c:v>
                </c:pt>
                <c:pt idx="3948">
                  <c:v>43115</c:v>
                </c:pt>
                <c:pt idx="3949">
                  <c:v>43116</c:v>
                </c:pt>
                <c:pt idx="3950">
                  <c:v>43117</c:v>
                </c:pt>
                <c:pt idx="3951">
                  <c:v>43118</c:v>
                </c:pt>
                <c:pt idx="3952">
                  <c:v>43119</c:v>
                </c:pt>
                <c:pt idx="3953">
                  <c:v>43122</c:v>
                </c:pt>
                <c:pt idx="3954">
                  <c:v>43123</c:v>
                </c:pt>
                <c:pt idx="3955">
                  <c:v>43124</c:v>
                </c:pt>
                <c:pt idx="3956">
                  <c:v>43126</c:v>
                </c:pt>
                <c:pt idx="3957">
                  <c:v>43129</c:v>
                </c:pt>
                <c:pt idx="3958">
                  <c:v>43130</c:v>
                </c:pt>
                <c:pt idx="3959">
                  <c:v>43131</c:v>
                </c:pt>
                <c:pt idx="3960">
                  <c:v>43132</c:v>
                </c:pt>
                <c:pt idx="3961">
                  <c:v>43133</c:v>
                </c:pt>
                <c:pt idx="3962">
                  <c:v>43136</c:v>
                </c:pt>
                <c:pt idx="3963">
                  <c:v>43137</c:v>
                </c:pt>
                <c:pt idx="3964">
                  <c:v>43138</c:v>
                </c:pt>
                <c:pt idx="3965">
                  <c:v>43139</c:v>
                </c:pt>
                <c:pt idx="3966">
                  <c:v>43140</c:v>
                </c:pt>
                <c:pt idx="3967">
                  <c:v>43145</c:v>
                </c:pt>
                <c:pt idx="3968">
                  <c:v>43146</c:v>
                </c:pt>
                <c:pt idx="3969">
                  <c:v>43147</c:v>
                </c:pt>
                <c:pt idx="3970">
                  <c:v>43150</c:v>
                </c:pt>
                <c:pt idx="3971">
                  <c:v>43151</c:v>
                </c:pt>
                <c:pt idx="3972">
                  <c:v>43152</c:v>
                </c:pt>
                <c:pt idx="3973">
                  <c:v>43153</c:v>
                </c:pt>
                <c:pt idx="3974">
                  <c:v>43154</c:v>
                </c:pt>
                <c:pt idx="3975">
                  <c:v>43157</c:v>
                </c:pt>
                <c:pt idx="3976">
                  <c:v>43158</c:v>
                </c:pt>
                <c:pt idx="3977">
                  <c:v>43159</c:v>
                </c:pt>
                <c:pt idx="3978">
                  <c:v>43160</c:v>
                </c:pt>
                <c:pt idx="3979">
                  <c:v>43161</c:v>
                </c:pt>
                <c:pt idx="3980">
                  <c:v>43164</c:v>
                </c:pt>
                <c:pt idx="3981">
                  <c:v>43165</c:v>
                </c:pt>
                <c:pt idx="3982">
                  <c:v>43166</c:v>
                </c:pt>
                <c:pt idx="3983">
                  <c:v>43167</c:v>
                </c:pt>
                <c:pt idx="3984">
                  <c:v>43168</c:v>
                </c:pt>
                <c:pt idx="3985">
                  <c:v>43171</c:v>
                </c:pt>
                <c:pt idx="3986">
                  <c:v>43172</c:v>
                </c:pt>
                <c:pt idx="3987">
                  <c:v>43173</c:v>
                </c:pt>
                <c:pt idx="3988">
                  <c:v>43174</c:v>
                </c:pt>
                <c:pt idx="3989">
                  <c:v>43175</c:v>
                </c:pt>
                <c:pt idx="3990">
                  <c:v>43178</c:v>
                </c:pt>
                <c:pt idx="3991">
                  <c:v>43179</c:v>
                </c:pt>
                <c:pt idx="3992">
                  <c:v>43180</c:v>
                </c:pt>
                <c:pt idx="3993">
                  <c:v>43181</c:v>
                </c:pt>
                <c:pt idx="3994">
                  <c:v>43182</c:v>
                </c:pt>
                <c:pt idx="3995">
                  <c:v>43185</c:v>
                </c:pt>
                <c:pt idx="3996">
                  <c:v>43186</c:v>
                </c:pt>
                <c:pt idx="3997">
                  <c:v>43187</c:v>
                </c:pt>
                <c:pt idx="3998">
                  <c:v>43188</c:v>
                </c:pt>
                <c:pt idx="3999">
                  <c:v>43192</c:v>
                </c:pt>
                <c:pt idx="4000">
                  <c:v>43193</c:v>
                </c:pt>
                <c:pt idx="4001">
                  <c:v>43194</c:v>
                </c:pt>
                <c:pt idx="4002">
                  <c:v>43195</c:v>
                </c:pt>
                <c:pt idx="4003">
                  <c:v>43196</c:v>
                </c:pt>
                <c:pt idx="4004">
                  <c:v>43199</c:v>
                </c:pt>
                <c:pt idx="4005">
                  <c:v>43200</c:v>
                </c:pt>
                <c:pt idx="4006">
                  <c:v>43201</c:v>
                </c:pt>
                <c:pt idx="4007">
                  <c:v>43202</c:v>
                </c:pt>
                <c:pt idx="4008">
                  <c:v>43203</c:v>
                </c:pt>
                <c:pt idx="4009">
                  <c:v>43206</c:v>
                </c:pt>
                <c:pt idx="4010">
                  <c:v>43207</c:v>
                </c:pt>
                <c:pt idx="4011">
                  <c:v>43208</c:v>
                </c:pt>
                <c:pt idx="4012">
                  <c:v>43209</c:v>
                </c:pt>
                <c:pt idx="4013">
                  <c:v>43210</c:v>
                </c:pt>
                <c:pt idx="4014">
                  <c:v>43213</c:v>
                </c:pt>
                <c:pt idx="4015">
                  <c:v>43214</c:v>
                </c:pt>
                <c:pt idx="4016">
                  <c:v>43215</c:v>
                </c:pt>
                <c:pt idx="4017">
                  <c:v>43216</c:v>
                </c:pt>
                <c:pt idx="4018">
                  <c:v>43217</c:v>
                </c:pt>
                <c:pt idx="4019">
                  <c:v>43220</c:v>
                </c:pt>
                <c:pt idx="4020">
                  <c:v>43222</c:v>
                </c:pt>
                <c:pt idx="4021">
                  <c:v>43223</c:v>
                </c:pt>
                <c:pt idx="4022">
                  <c:v>43224</c:v>
                </c:pt>
                <c:pt idx="4023">
                  <c:v>43227</c:v>
                </c:pt>
                <c:pt idx="4024">
                  <c:v>43228</c:v>
                </c:pt>
                <c:pt idx="4025">
                  <c:v>43229</c:v>
                </c:pt>
                <c:pt idx="4026">
                  <c:v>43230</c:v>
                </c:pt>
                <c:pt idx="4027">
                  <c:v>43231</c:v>
                </c:pt>
                <c:pt idx="4028">
                  <c:v>43234</c:v>
                </c:pt>
                <c:pt idx="4029">
                  <c:v>43235</c:v>
                </c:pt>
                <c:pt idx="4030">
                  <c:v>43236</c:v>
                </c:pt>
                <c:pt idx="4031">
                  <c:v>43237</c:v>
                </c:pt>
                <c:pt idx="4032">
                  <c:v>43238</c:v>
                </c:pt>
                <c:pt idx="4033">
                  <c:v>43241</c:v>
                </c:pt>
                <c:pt idx="4034">
                  <c:v>43242</c:v>
                </c:pt>
                <c:pt idx="4035">
                  <c:v>43243</c:v>
                </c:pt>
                <c:pt idx="4036">
                  <c:v>43244</c:v>
                </c:pt>
                <c:pt idx="4037">
                  <c:v>43245</c:v>
                </c:pt>
                <c:pt idx="4038">
                  <c:v>43248</c:v>
                </c:pt>
                <c:pt idx="4039">
                  <c:v>43249</c:v>
                </c:pt>
                <c:pt idx="4040">
                  <c:v>43250</c:v>
                </c:pt>
                <c:pt idx="4041">
                  <c:v>43252</c:v>
                </c:pt>
                <c:pt idx="4042">
                  <c:v>43255</c:v>
                </c:pt>
                <c:pt idx="4043">
                  <c:v>43256</c:v>
                </c:pt>
                <c:pt idx="4044">
                  <c:v>43257</c:v>
                </c:pt>
                <c:pt idx="4045">
                  <c:v>43258</c:v>
                </c:pt>
                <c:pt idx="4046">
                  <c:v>43259</c:v>
                </c:pt>
                <c:pt idx="4047">
                  <c:v>43262</c:v>
                </c:pt>
                <c:pt idx="4048">
                  <c:v>43263</c:v>
                </c:pt>
                <c:pt idx="4049">
                  <c:v>43264</c:v>
                </c:pt>
                <c:pt idx="4050">
                  <c:v>43265</c:v>
                </c:pt>
                <c:pt idx="4051">
                  <c:v>43266</c:v>
                </c:pt>
                <c:pt idx="4052">
                  <c:v>43269</c:v>
                </c:pt>
                <c:pt idx="4053">
                  <c:v>43270</c:v>
                </c:pt>
                <c:pt idx="4054">
                  <c:v>43271</c:v>
                </c:pt>
                <c:pt idx="4055">
                  <c:v>43272</c:v>
                </c:pt>
                <c:pt idx="4056">
                  <c:v>43273</c:v>
                </c:pt>
                <c:pt idx="4057">
                  <c:v>43276</c:v>
                </c:pt>
                <c:pt idx="4058">
                  <c:v>43277</c:v>
                </c:pt>
                <c:pt idx="4059">
                  <c:v>43278</c:v>
                </c:pt>
                <c:pt idx="4060">
                  <c:v>43279</c:v>
                </c:pt>
                <c:pt idx="4061">
                  <c:v>43280</c:v>
                </c:pt>
                <c:pt idx="4062">
                  <c:v>43283</c:v>
                </c:pt>
                <c:pt idx="4063">
                  <c:v>43284</c:v>
                </c:pt>
                <c:pt idx="4064">
                  <c:v>43285</c:v>
                </c:pt>
                <c:pt idx="4065">
                  <c:v>43286</c:v>
                </c:pt>
                <c:pt idx="4066">
                  <c:v>43287</c:v>
                </c:pt>
                <c:pt idx="4067">
                  <c:v>43291</c:v>
                </c:pt>
                <c:pt idx="4068">
                  <c:v>43292</c:v>
                </c:pt>
                <c:pt idx="4069">
                  <c:v>43293</c:v>
                </c:pt>
                <c:pt idx="4070">
                  <c:v>43294</c:v>
                </c:pt>
                <c:pt idx="4071">
                  <c:v>43297</c:v>
                </c:pt>
                <c:pt idx="4072">
                  <c:v>43298</c:v>
                </c:pt>
                <c:pt idx="4073">
                  <c:v>43299</c:v>
                </c:pt>
                <c:pt idx="4074">
                  <c:v>43300</c:v>
                </c:pt>
                <c:pt idx="4075">
                  <c:v>43301</c:v>
                </c:pt>
                <c:pt idx="4076">
                  <c:v>43304</c:v>
                </c:pt>
                <c:pt idx="4077">
                  <c:v>43305</c:v>
                </c:pt>
                <c:pt idx="4078">
                  <c:v>43306</c:v>
                </c:pt>
                <c:pt idx="4079">
                  <c:v>43307</c:v>
                </c:pt>
                <c:pt idx="4080">
                  <c:v>43308</c:v>
                </c:pt>
                <c:pt idx="4081">
                  <c:v>43311</c:v>
                </c:pt>
                <c:pt idx="4082">
                  <c:v>43312</c:v>
                </c:pt>
                <c:pt idx="4083">
                  <c:v>43313</c:v>
                </c:pt>
                <c:pt idx="4084">
                  <c:v>43314</c:v>
                </c:pt>
                <c:pt idx="4085">
                  <c:v>43315</c:v>
                </c:pt>
                <c:pt idx="4086">
                  <c:v>43318</c:v>
                </c:pt>
                <c:pt idx="4087">
                  <c:v>43319</c:v>
                </c:pt>
                <c:pt idx="4088">
                  <c:v>43320</c:v>
                </c:pt>
                <c:pt idx="4089">
                  <c:v>43321</c:v>
                </c:pt>
                <c:pt idx="4090">
                  <c:v>43322</c:v>
                </c:pt>
                <c:pt idx="4091">
                  <c:v>43325</c:v>
                </c:pt>
                <c:pt idx="4092">
                  <c:v>43326</c:v>
                </c:pt>
                <c:pt idx="4093">
                  <c:v>43327</c:v>
                </c:pt>
                <c:pt idx="4094">
                  <c:v>43328</c:v>
                </c:pt>
                <c:pt idx="4095">
                  <c:v>43329</c:v>
                </c:pt>
                <c:pt idx="4096">
                  <c:v>43332</c:v>
                </c:pt>
                <c:pt idx="4097">
                  <c:v>43333</c:v>
                </c:pt>
                <c:pt idx="4098">
                  <c:v>43334</c:v>
                </c:pt>
                <c:pt idx="4099">
                  <c:v>43335</c:v>
                </c:pt>
                <c:pt idx="4100">
                  <c:v>43336</c:v>
                </c:pt>
                <c:pt idx="4101">
                  <c:v>43339</c:v>
                </c:pt>
                <c:pt idx="4102">
                  <c:v>43340</c:v>
                </c:pt>
                <c:pt idx="4103">
                  <c:v>43341</c:v>
                </c:pt>
                <c:pt idx="4104">
                  <c:v>43342</c:v>
                </c:pt>
                <c:pt idx="4105">
                  <c:v>43343</c:v>
                </c:pt>
                <c:pt idx="4106">
                  <c:v>43346</c:v>
                </c:pt>
                <c:pt idx="4107">
                  <c:v>43347</c:v>
                </c:pt>
                <c:pt idx="4108">
                  <c:v>43348</c:v>
                </c:pt>
                <c:pt idx="4109">
                  <c:v>43349</c:v>
                </c:pt>
                <c:pt idx="4110">
                  <c:v>43353</c:v>
                </c:pt>
                <c:pt idx="4111">
                  <c:v>43354</c:v>
                </c:pt>
                <c:pt idx="4112">
                  <c:v>43355</c:v>
                </c:pt>
                <c:pt idx="4113">
                  <c:v>43356</c:v>
                </c:pt>
                <c:pt idx="4114">
                  <c:v>43357</c:v>
                </c:pt>
                <c:pt idx="4115">
                  <c:v>43360</c:v>
                </c:pt>
                <c:pt idx="4116">
                  <c:v>43361</c:v>
                </c:pt>
                <c:pt idx="4117">
                  <c:v>43362</c:v>
                </c:pt>
                <c:pt idx="4118">
                  <c:v>43363</c:v>
                </c:pt>
                <c:pt idx="4119">
                  <c:v>43364</c:v>
                </c:pt>
                <c:pt idx="4120">
                  <c:v>43367</c:v>
                </c:pt>
                <c:pt idx="4121">
                  <c:v>43368</c:v>
                </c:pt>
                <c:pt idx="4122">
                  <c:v>43369</c:v>
                </c:pt>
                <c:pt idx="4123">
                  <c:v>43370</c:v>
                </c:pt>
                <c:pt idx="4124">
                  <c:v>43371</c:v>
                </c:pt>
                <c:pt idx="4125">
                  <c:v>43374</c:v>
                </c:pt>
                <c:pt idx="4126">
                  <c:v>43375</c:v>
                </c:pt>
                <c:pt idx="4127">
                  <c:v>43376</c:v>
                </c:pt>
                <c:pt idx="4128">
                  <c:v>43377</c:v>
                </c:pt>
                <c:pt idx="4129">
                  <c:v>43378</c:v>
                </c:pt>
                <c:pt idx="4130">
                  <c:v>43381</c:v>
                </c:pt>
                <c:pt idx="4131">
                  <c:v>43382</c:v>
                </c:pt>
                <c:pt idx="4132">
                  <c:v>43383</c:v>
                </c:pt>
                <c:pt idx="4133">
                  <c:v>43384</c:v>
                </c:pt>
                <c:pt idx="4134">
                  <c:v>43388</c:v>
                </c:pt>
                <c:pt idx="4135">
                  <c:v>43389</c:v>
                </c:pt>
                <c:pt idx="4136">
                  <c:v>43390</c:v>
                </c:pt>
                <c:pt idx="4137">
                  <c:v>43391</c:v>
                </c:pt>
                <c:pt idx="4138">
                  <c:v>43392</c:v>
                </c:pt>
                <c:pt idx="4139">
                  <c:v>43395</c:v>
                </c:pt>
                <c:pt idx="4140">
                  <c:v>43396</c:v>
                </c:pt>
                <c:pt idx="4141">
                  <c:v>43397</c:v>
                </c:pt>
                <c:pt idx="4142">
                  <c:v>43398</c:v>
                </c:pt>
                <c:pt idx="4143">
                  <c:v>43399</c:v>
                </c:pt>
                <c:pt idx="4144">
                  <c:v>43402</c:v>
                </c:pt>
                <c:pt idx="4145">
                  <c:v>43403</c:v>
                </c:pt>
                <c:pt idx="4146">
                  <c:v>43404</c:v>
                </c:pt>
                <c:pt idx="4147">
                  <c:v>43405</c:v>
                </c:pt>
                <c:pt idx="4148">
                  <c:v>43409</c:v>
                </c:pt>
                <c:pt idx="4149">
                  <c:v>43410</c:v>
                </c:pt>
                <c:pt idx="4150">
                  <c:v>43411</c:v>
                </c:pt>
                <c:pt idx="4151">
                  <c:v>43412</c:v>
                </c:pt>
                <c:pt idx="4152">
                  <c:v>43413</c:v>
                </c:pt>
                <c:pt idx="4153">
                  <c:v>43416</c:v>
                </c:pt>
                <c:pt idx="4154">
                  <c:v>43417</c:v>
                </c:pt>
                <c:pt idx="4155">
                  <c:v>43418</c:v>
                </c:pt>
                <c:pt idx="4156">
                  <c:v>43420</c:v>
                </c:pt>
                <c:pt idx="4157">
                  <c:v>43423</c:v>
                </c:pt>
                <c:pt idx="4158">
                  <c:v>43425</c:v>
                </c:pt>
                <c:pt idx="4159">
                  <c:v>43426</c:v>
                </c:pt>
                <c:pt idx="4160">
                  <c:v>43427</c:v>
                </c:pt>
                <c:pt idx="4161">
                  <c:v>43430</c:v>
                </c:pt>
                <c:pt idx="4162">
                  <c:v>43431</c:v>
                </c:pt>
                <c:pt idx="4163">
                  <c:v>43432</c:v>
                </c:pt>
                <c:pt idx="4164">
                  <c:v>43433</c:v>
                </c:pt>
                <c:pt idx="4165">
                  <c:v>43434</c:v>
                </c:pt>
                <c:pt idx="4166">
                  <c:v>43437</c:v>
                </c:pt>
                <c:pt idx="4167">
                  <c:v>43438</c:v>
                </c:pt>
                <c:pt idx="4168">
                  <c:v>43439</c:v>
                </c:pt>
                <c:pt idx="4169">
                  <c:v>43440</c:v>
                </c:pt>
                <c:pt idx="4170">
                  <c:v>43441</c:v>
                </c:pt>
                <c:pt idx="4171">
                  <c:v>43444</c:v>
                </c:pt>
                <c:pt idx="4172">
                  <c:v>43445</c:v>
                </c:pt>
                <c:pt idx="4173">
                  <c:v>43446</c:v>
                </c:pt>
                <c:pt idx="4174">
                  <c:v>43447</c:v>
                </c:pt>
                <c:pt idx="4175">
                  <c:v>43448</c:v>
                </c:pt>
                <c:pt idx="4176">
                  <c:v>43451</c:v>
                </c:pt>
                <c:pt idx="4177">
                  <c:v>43452</c:v>
                </c:pt>
                <c:pt idx="4178">
                  <c:v>43453</c:v>
                </c:pt>
                <c:pt idx="4179">
                  <c:v>43454</c:v>
                </c:pt>
                <c:pt idx="4180">
                  <c:v>43455</c:v>
                </c:pt>
                <c:pt idx="4181">
                  <c:v>43460</c:v>
                </c:pt>
                <c:pt idx="4182">
                  <c:v>43461</c:v>
                </c:pt>
                <c:pt idx="4183">
                  <c:v>43462</c:v>
                </c:pt>
                <c:pt idx="4184">
                  <c:v>43467</c:v>
                </c:pt>
                <c:pt idx="4185">
                  <c:v>43468</c:v>
                </c:pt>
                <c:pt idx="4186">
                  <c:v>43469</c:v>
                </c:pt>
                <c:pt idx="4187">
                  <c:v>43472</c:v>
                </c:pt>
                <c:pt idx="4188">
                  <c:v>43473</c:v>
                </c:pt>
                <c:pt idx="4189">
                  <c:v>43474</c:v>
                </c:pt>
                <c:pt idx="4190">
                  <c:v>43475</c:v>
                </c:pt>
                <c:pt idx="4191">
                  <c:v>43476</c:v>
                </c:pt>
                <c:pt idx="4192">
                  <c:v>43479</c:v>
                </c:pt>
                <c:pt idx="4193">
                  <c:v>43480</c:v>
                </c:pt>
                <c:pt idx="4194">
                  <c:v>43481</c:v>
                </c:pt>
                <c:pt idx="4195">
                  <c:v>43482</c:v>
                </c:pt>
                <c:pt idx="4196">
                  <c:v>43483</c:v>
                </c:pt>
                <c:pt idx="4197">
                  <c:v>43486</c:v>
                </c:pt>
                <c:pt idx="4198">
                  <c:v>43487</c:v>
                </c:pt>
                <c:pt idx="4199">
                  <c:v>43488</c:v>
                </c:pt>
                <c:pt idx="4200">
                  <c:v>43489</c:v>
                </c:pt>
                <c:pt idx="4201">
                  <c:v>43493</c:v>
                </c:pt>
                <c:pt idx="4202">
                  <c:v>43494</c:v>
                </c:pt>
                <c:pt idx="4203">
                  <c:v>43495</c:v>
                </c:pt>
                <c:pt idx="4204">
                  <c:v>43496</c:v>
                </c:pt>
                <c:pt idx="4205">
                  <c:v>43497</c:v>
                </c:pt>
                <c:pt idx="4206">
                  <c:v>43500</c:v>
                </c:pt>
                <c:pt idx="4207">
                  <c:v>43501</c:v>
                </c:pt>
                <c:pt idx="4208">
                  <c:v>43502</c:v>
                </c:pt>
                <c:pt idx="4209">
                  <c:v>43503</c:v>
                </c:pt>
                <c:pt idx="4210">
                  <c:v>43504</c:v>
                </c:pt>
                <c:pt idx="4211">
                  <c:v>43507</c:v>
                </c:pt>
                <c:pt idx="4212">
                  <c:v>43508</c:v>
                </c:pt>
                <c:pt idx="4213">
                  <c:v>43509</c:v>
                </c:pt>
                <c:pt idx="4214">
                  <c:v>43510</c:v>
                </c:pt>
                <c:pt idx="4215">
                  <c:v>43511</c:v>
                </c:pt>
                <c:pt idx="4216">
                  <c:v>43514</c:v>
                </c:pt>
                <c:pt idx="4217">
                  <c:v>43515</c:v>
                </c:pt>
                <c:pt idx="4218">
                  <c:v>43516</c:v>
                </c:pt>
                <c:pt idx="4219">
                  <c:v>43517</c:v>
                </c:pt>
                <c:pt idx="4220">
                  <c:v>43518</c:v>
                </c:pt>
                <c:pt idx="4221">
                  <c:v>43521</c:v>
                </c:pt>
                <c:pt idx="4222">
                  <c:v>43522</c:v>
                </c:pt>
                <c:pt idx="4223">
                  <c:v>43523</c:v>
                </c:pt>
                <c:pt idx="4224">
                  <c:v>43524</c:v>
                </c:pt>
                <c:pt idx="4225">
                  <c:v>43525</c:v>
                </c:pt>
                <c:pt idx="4226">
                  <c:v>43530</c:v>
                </c:pt>
                <c:pt idx="4227">
                  <c:v>43531</c:v>
                </c:pt>
                <c:pt idx="4228">
                  <c:v>43532</c:v>
                </c:pt>
                <c:pt idx="4229">
                  <c:v>43535</c:v>
                </c:pt>
                <c:pt idx="4230">
                  <c:v>43536</c:v>
                </c:pt>
                <c:pt idx="4231">
                  <c:v>43537</c:v>
                </c:pt>
                <c:pt idx="4232">
                  <c:v>43538</c:v>
                </c:pt>
                <c:pt idx="4233">
                  <c:v>43539</c:v>
                </c:pt>
                <c:pt idx="4234">
                  <c:v>43542</c:v>
                </c:pt>
                <c:pt idx="4235">
                  <c:v>43543</c:v>
                </c:pt>
                <c:pt idx="4236">
                  <c:v>43544</c:v>
                </c:pt>
                <c:pt idx="4237">
                  <c:v>43545</c:v>
                </c:pt>
                <c:pt idx="4238">
                  <c:v>43546</c:v>
                </c:pt>
                <c:pt idx="4239">
                  <c:v>43549</c:v>
                </c:pt>
                <c:pt idx="4240">
                  <c:v>43550</c:v>
                </c:pt>
                <c:pt idx="4241">
                  <c:v>43551</c:v>
                </c:pt>
                <c:pt idx="4242">
                  <c:v>43552</c:v>
                </c:pt>
                <c:pt idx="4243">
                  <c:v>43553</c:v>
                </c:pt>
                <c:pt idx="4244">
                  <c:v>43556</c:v>
                </c:pt>
                <c:pt idx="4245">
                  <c:v>43557</c:v>
                </c:pt>
                <c:pt idx="4246">
                  <c:v>43558</c:v>
                </c:pt>
                <c:pt idx="4247">
                  <c:v>43559</c:v>
                </c:pt>
                <c:pt idx="4248">
                  <c:v>43560</c:v>
                </c:pt>
                <c:pt idx="4249">
                  <c:v>43563</c:v>
                </c:pt>
                <c:pt idx="4250">
                  <c:v>43564</c:v>
                </c:pt>
                <c:pt idx="4251">
                  <c:v>43565</c:v>
                </c:pt>
                <c:pt idx="4252">
                  <c:v>43566</c:v>
                </c:pt>
                <c:pt idx="4253">
                  <c:v>43567</c:v>
                </c:pt>
                <c:pt idx="4254">
                  <c:v>43570</c:v>
                </c:pt>
                <c:pt idx="4255">
                  <c:v>43571</c:v>
                </c:pt>
                <c:pt idx="4256">
                  <c:v>43572</c:v>
                </c:pt>
                <c:pt idx="4257">
                  <c:v>43573</c:v>
                </c:pt>
                <c:pt idx="4258">
                  <c:v>43577</c:v>
                </c:pt>
                <c:pt idx="4259">
                  <c:v>43578</c:v>
                </c:pt>
                <c:pt idx="4260">
                  <c:v>43579</c:v>
                </c:pt>
                <c:pt idx="4261">
                  <c:v>43580</c:v>
                </c:pt>
                <c:pt idx="4262">
                  <c:v>43581</c:v>
                </c:pt>
                <c:pt idx="4263">
                  <c:v>43584</c:v>
                </c:pt>
                <c:pt idx="4264">
                  <c:v>43585</c:v>
                </c:pt>
                <c:pt idx="4265">
                  <c:v>43587</c:v>
                </c:pt>
                <c:pt idx="4266">
                  <c:v>43588</c:v>
                </c:pt>
                <c:pt idx="4267">
                  <c:v>43591</c:v>
                </c:pt>
                <c:pt idx="4268">
                  <c:v>43592</c:v>
                </c:pt>
                <c:pt idx="4269">
                  <c:v>43593</c:v>
                </c:pt>
                <c:pt idx="4270">
                  <c:v>43594</c:v>
                </c:pt>
                <c:pt idx="4271">
                  <c:v>43595</c:v>
                </c:pt>
                <c:pt idx="4272">
                  <c:v>43598</c:v>
                </c:pt>
                <c:pt idx="4273">
                  <c:v>43599</c:v>
                </c:pt>
                <c:pt idx="4274">
                  <c:v>43600</c:v>
                </c:pt>
                <c:pt idx="4275">
                  <c:v>43601</c:v>
                </c:pt>
                <c:pt idx="4276">
                  <c:v>43602</c:v>
                </c:pt>
                <c:pt idx="4277">
                  <c:v>43605</c:v>
                </c:pt>
                <c:pt idx="4278">
                  <c:v>43606</c:v>
                </c:pt>
                <c:pt idx="4279">
                  <c:v>43607</c:v>
                </c:pt>
                <c:pt idx="4280">
                  <c:v>43608</c:v>
                </c:pt>
                <c:pt idx="4281">
                  <c:v>43609</c:v>
                </c:pt>
                <c:pt idx="4282">
                  <c:v>43612</c:v>
                </c:pt>
                <c:pt idx="4283">
                  <c:v>43613</c:v>
                </c:pt>
                <c:pt idx="4284">
                  <c:v>43614</c:v>
                </c:pt>
                <c:pt idx="4285">
                  <c:v>43615</c:v>
                </c:pt>
                <c:pt idx="4286">
                  <c:v>43616</c:v>
                </c:pt>
                <c:pt idx="4287">
                  <c:v>43619</c:v>
                </c:pt>
                <c:pt idx="4288">
                  <c:v>43620</c:v>
                </c:pt>
                <c:pt idx="4289">
                  <c:v>43621</c:v>
                </c:pt>
                <c:pt idx="4290">
                  <c:v>43622</c:v>
                </c:pt>
                <c:pt idx="4291">
                  <c:v>43623</c:v>
                </c:pt>
                <c:pt idx="4292">
                  <c:v>43626</c:v>
                </c:pt>
                <c:pt idx="4293">
                  <c:v>43627</c:v>
                </c:pt>
                <c:pt idx="4294">
                  <c:v>43628</c:v>
                </c:pt>
                <c:pt idx="4295">
                  <c:v>43629</c:v>
                </c:pt>
                <c:pt idx="4296">
                  <c:v>43630</c:v>
                </c:pt>
                <c:pt idx="4297">
                  <c:v>43633</c:v>
                </c:pt>
                <c:pt idx="4298">
                  <c:v>43634</c:v>
                </c:pt>
                <c:pt idx="4299">
                  <c:v>43635</c:v>
                </c:pt>
                <c:pt idx="4300">
                  <c:v>43637</c:v>
                </c:pt>
                <c:pt idx="4301">
                  <c:v>43640</c:v>
                </c:pt>
                <c:pt idx="4302">
                  <c:v>43641</c:v>
                </c:pt>
                <c:pt idx="4303">
                  <c:v>43642</c:v>
                </c:pt>
                <c:pt idx="4304">
                  <c:v>43643</c:v>
                </c:pt>
                <c:pt idx="4305">
                  <c:v>43644</c:v>
                </c:pt>
                <c:pt idx="4306">
                  <c:v>43647</c:v>
                </c:pt>
                <c:pt idx="4307">
                  <c:v>43648</c:v>
                </c:pt>
                <c:pt idx="4308">
                  <c:v>43649</c:v>
                </c:pt>
                <c:pt idx="4309">
                  <c:v>43650</c:v>
                </c:pt>
                <c:pt idx="4310">
                  <c:v>43651</c:v>
                </c:pt>
                <c:pt idx="4311">
                  <c:v>43654</c:v>
                </c:pt>
                <c:pt idx="4312">
                  <c:v>43656</c:v>
                </c:pt>
                <c:pt idx="4313">
                  <c:v>43657</c:v>
                </c:pt>
                <c:pt idx="4314">
                  <c:v>43658</c:v>
                </c:pt>
                <c:pt idx="4315">
                  <c:v>43661</c:v>
                </c:pt>
                <c:pt idx="4316">
                  <c:v>43662</c:v>
                </c:pt>
                <c:pt idx="4317">
                  <c:v>43663</c:v>
                </c:pt>
                <c:pt idx="4318">
                  <c:v>43664</c:v>
                </c:pt>
                <c:pt idx="4319">
                  <c:v>43665</c:v>
                </c:pt>
                <c:pt idx="4320">
                  <c:v>43668</c:v>
                </c:pt>
                <c:pt idx="4321">
                  <c:v>43669</c:v>
                </c:pt>
                <c:pt idx="4322">
                  <c:v>43670</c:v>
                </c:pt>
                <c:pt idx="4323">
                  <c:v>43671</c:v>
                </c:pt>
                <c:pt idx="4324">
                  <c:v>43672</c:v>
                </c:pt>
                <c:pt idx="4325">
                  <c:v>43675</c:v>
                </c:pt>
                <c:pt idx="4326">
                  <c:v>43676</c:v>
                </c:pt>
                <c:pt idx="4327">
                  <c:v>43677</c:v>
                </c:pt>
                <c:pt idx="4328">
                  <c:v>43678</c:v>
                </c:pt>
                <c:pt idx="4329">
                  <c:v>43679</c:v>
                </c:pt>
                <c:pt idx="4330">
                  <c:v>43682</c:v>
                </c:pt>
                <c:pt idx="4331">
                  <c:v>43683</c:v>
                </c:pt>
                <c:pt idx="4332">
                  <c:v>43684</c:v>
                </c:pt>
                <c:pt idx="4333">
                  <c:v>43685</c:v>
                </c:pt>
                <c:pt idx="4334">
                  <c:v>43686</c:v>
                </c:pt>
                <c:pt idx="4335">
                  <c:v>43689</c:v>
                </c:pt>
                <c:pt idx="4336">
                  <c:v>43690</c:v>
                </c:pt>
                <c:pt idx="4337">
                  <c:v>43691</c:v>
                </c:pt>
                <c:pt idx="4338">
                  <c:v>43692</c:v>
                </c:pt>
                <c:pt idx="4339">
                  <c:v>43693</c:v>
                </c:pt>
                <c:pt idx="4340">
                  <c:v>43696</c:v>
                </c:pt>
                <c:pt idx="4341">
                  <c:v>43697</c:v>
                </c:pt>
                <c:pt idx="4342">
                  <c:v>43698</c:v>
                </c:pt>
                <c:pt idx="4343">
                  <c:v>43699</c:v>
                </c:pt>
                <c:pt idx="4344">
                  <c:v>43700</c:v>
                </c:pt>
                <c:pt idx="4345">
                  <c:v>43703</c:v>
                </c:pt>
                <c:pt idx="4346">
                  <c:v>43704</c:v>
                </c:pt>
                <c:pt idx="4347">
                  <c:v>43705</c:v>
                </c:pt>
                <c:pt idx="4348">
                  <c:v>43706</c:v>
                </c:pt>
                <c:pt idx="4349">
                  <c:v>43707</c:v>
                </c:pt>
                <c:pt idx="4350">
                  <c:v>43710</c:v>
                </c:pt>
                <c:pt idx="4351">
                  <c:v>43711</c:v>
                </c:pt>
                <c:pt idx="4352">
                  <c:v>43712</c:v>
                </c:pt>
                <c:pt idx="4353">
                  <c:v>43713</c:v>
                </c:pt>
                <c:pt idx="4354">
                  <c:v>43714</c:v>
                </c:pt>
                <c:pt idx="4355">
                  <c:v>43717</c:v>
                </c:pt>
                <c:pt idx="4356">
                  <c:v>43718</c:v>
                </c:pt>
                <c:pt idx="4357">
                  <c:v>43719</c:v>
                </c:pt>
                <c:pt idx="4358">
                  <c:v>43720</c:v>
                </c:pt>
                <c:pt idx="4359">
                  <c:v>43721</c:v>
                </c:pt>
                <c:pt idx="4360">
                  <c:v>43724</c:v>
                </c:pt>
                <c:pt idx="4361">
                  <c:v>43725</c:v>
                </c:pt>
                <c:pt idx="4362">
                  <c:v>43726</c:v>
                </c:pt>
                <c:pt idx="4363">
                  <c:v>43727</c:v>
                </c:pt>
                <c:pt idx="4364">
                  <c:v>43728</c:v>
                </c:pt>
                <c:pt idx="4365">
                  <c:v>43731</c:v>
                </c:pt>
                <c:pt idx="4366">
                  <c:v>43732</c:v>
                </c:pt>
                <c:pt idx="4367">
                  <c:v>43733</c:v>
                </c:pt>
                <c:pt idx="4368">
                  <c:v>43734</c:v>
                </c:pt>
                <c:pt idx="4369">
                  <c:v>43735</c:v>
                </c:pt>
                <c:pt idx="4370">
                  <c:v>43738</c:v>
                </c:pt>
                <c:pt idx="4371">
                  <c:v>43739</c:v>
                </c:pt>
                <c:pt idx="4372">
                  <c:v>43740</c:v>
                </c:pt>
                <c:pt idx="4373">
                  <c:v>43741</c:v>
                </c:pt>
                <c:pt idx="4374">
                  <c:v>43742</c:v>
                </c:pt>
                <c:pt idx="4375">
                  <c:v>43745</c:v>
                </c:pt>
                <c:pt idx="4376">
                  <c:v>43746</c:v>
                </c:pt>
                <c:pt idx="4377">
                  <c:v>43747</c:v>
                </c:pt>
                <c:pt idx="4378">
                  <c:v>43748</c:v>
                </c:pt>
                <c:pt idx="4379">
                  <c:v>43749</c:v>
                </c:pt>
                <c:pt idx="4380">
                  <c:v>43752</c:v>
                </c:pt>
                <c:pt idx="4381">
                  <c:v>43753</c:v>
                </c:pt>
                <c:pt idx="4382">
                  <c:v>43754</c:v>
                </c:pt>
                <c:pt idx="4383">
                  <c:v>43755</c:v>
                </c:pt>
                <c:pt idx="4384">
                  <c:v>43756</c:v>
                </c:pt>
                <c:pt idx="4385">
                  <c:v>43759</c:v>
                </c:pt>
                <c:pt idx="4386">
                  <c:v>43760</c:v>
                </c:pt>
                <c:pt idx="4387">
                  <c:v>43761</c:v>
                </c:pt>
                <c:pt idx="4388">
                  <c:v>43762</c:v>
                </c:pt>
                <c:pt idx="4389">
                  <c:v>43763</c:v>
                </c:pt>
                <c:pt idx="4390">
                  <c:v>43766</c:v>
                </c:pt>
                <c:pt idx="4391">
                  <c:v>43767</c:v>
                </c:pt>
                <c:pt idx="4392">
                  <c:v>43768</c:v>
                </c:pt>
                <c:pt idx="4393">
                  <c:v>43769</c:v>
                </c:pt>
                <c:pt idx="4394">
                  <c:v>43770</c:v>
                </c:pt>
                <c:pt idx="4395">
                  <c:v>43773</c:v>
                </c:pt>
                <c:pt idx="4396">
                  <c:v>43774</c:v>
                </c:pt>
                <c:pt idx="4397">
                  <c:v>43775</c:v>
                </c:pt>
                <c:pt idx="4398">
                  <c:v>43776</c:v>
                </c:pt>
                <c:pt idx="4399">
                  <c:v>43777</c:v>
                </c:pt>
                <c:pt idx="4400">
                  <c:v>43780</c:v>
                </c:pt>
                <c:pt idx="4401">
                  <c:v>43781</c:v>
                </c:pt>
                <c:pt idx="4402">
                  <c:v>43782</c:v>
                </c:pt>
                <c:pt idx="4403">
                  <c:v>43783</c:v>
                </c:pt>
                <c:pt idx="4404">
                  <c:v>43787</c:v>
                </c:pt>
                <c:pt idx="4405">
                  <c:v>43788</c:v>
                </c:pt>
                <c:pt idx="4406">
                  <c:v>43790</c:v>
                </c:pt>
                <c:pt idx="4407">
                  <c:v>43791</c:v>
                </c:pt>
                <c:pt idx="4408">
                  <c:v>43794</c:v>
                </c:pt>
                <c:pt idx="4409">
                  <c:v>43795</c:v>
                </c:pt>
                <c:pt idx="4410">
                  <c:v>43796</c:v>
                </c:pt>
                <c:pt idx="4411">
                  <c:v>43797</c:v>
                </c:pt>
                <c:pt idx="4412">
                  <c:v>43798</c:v>
                </c:pt>
                <c:pt idx="4413">
                  <c:v>43801</c:v>
                </c:pt>
                <c:pt idx="4414">
                  <c:v>43802</c:v>
                </c:pt>
                <c:pt idx="4415">
                  <c:v>43803</c:v>
                </c:pt>
                <c:pt idx="4416">
                  <c:v>43804</c:v>
                </c:pt>
                <c:pt idx="4417">
                  <c:v>43805</c:v>
                </c:pt>
                <c:pt idx="4418">
                  <c:v>43808</c:v>
                </c:pt>
                <c:pt idx="4419">
                  <c:v>43809</c:v>
                </c:pt>
                <c:pt idx="4420">
                  <c:v>43810</c:v>
                </c:pt>
                <c:pt idx="4421">
                  <c:v>43811</c:v>
                </c:pt>
                <c:pt idx="4422">
                  <c:v>43812</c:v>
                </c:pt>
                <c:pt idx="4423">
                  <c:v>43815</c:v>
                </c:pt>
                <c:pt idx="4424">
                  <c:v>43816</c:v>
                </c:pt>
                <c:pt idx="4425">
                  <c:v>43817</c:v>
                </c:pt>
                <c:pt idx="4426">
                  <c:v>43818</c:v>
                </c:pt>
                <c:pt idx="4427">
                  <c:v>43819</c:v>
                </c:pt>
                <c:pt idx="4428">
                  <c:v>43822</c:v>
                </c:pt>
                <c:pt idx="4429">
                  <c:v>43825</c:v>
                </c:pt>
                <c:pt idx="4430">
                  <c:v>43826</c:v>
                </c:pt>
                <c:pt idx="4431">
                  <c:v>43829</c:v>
                </c:pt>
                <c:pt idx="4432">
                  <c:v>43832</c:v>
                </c:pt>
                <c:pt idx="4433">
                  <c:v>43833</c:v>
                </c:pt>
                <c:pt idx="4434">
                  <c:v>43836</c:v>
                </c:pt>
                <c:pt idx="4435">
                  <c:v>43837</c:v>
                </c:pt>
                <c:pt idx="4436">
                  <c:v>43838</c:v>
                </c:pt>
                <c:pt idx="4437">
                  <c:v>43839</c:v>
                </c:pt>
                <c:pt idx="4438">
                  <c:v>43840</c:v>
                </c:pt>
                <c:pt idx="4439">
                  <c:v>43843</c:v>
                </c:pt>
                <c:pt idx="4440">
                  <c:v>43844</c:v>
                </c:pt>
                <c:pt idx="4441">
                  <c:v>43845</c:v>
                </c:pt>
                <c:pt idx="4442">
                  <c:v>43846</c:v>
                </c:pt>
                <c:pt idx="4443">
                  <c:v>43847</c:v>
                </c:pt>
                <c:pt idx="4444">
                  <c:v>43850</c:v>
                </c:pt>
                <c:pt idx="4445">
                  <c:v>43851</c:v>
                </c:pt>
                <c:pt idx="4446">
                  <c:v>43852</c:v>
                </c:pt>
                <c:pt idx="4447">
                  <c:v>43853</c:v>
                </c:pt>
                <c:pt idx="4448">
                  <c:v>43854</c:v>
                </c:pt>
                <c:pt idx="4449">
                  <c:v>43857</c:v>
                </c:pt>
                <c:pt idx="4450">
                  <c:v>43858</c:v>
                </c:pt>
                <c:pt idx="4451">
                  <c:v>43859</c:v>
                </c:pt>
                <c:pt idx="4452">
                  <c:v>43860</c:v>
                </c:pt>
                <c:pt idx="4453">
                  <c:v>43861</c:v>
                </c:pt>
                <c:pt idx="4454">
                  <c:v>43864</c:v>
                </c:pt>
                <c:pt idx="4455">
                  <c:v>43865</c:v>
                </c:pt>
                <c:pt idx="4456">
                  <c:v>43866</c:v>
                </c:pt>
                <c:pt idx="4457">
                  <c:v>43867</c:v>
                </c:pt>
                <c:pt idx="4458">
                  <c:v>43868</c:v>
                </c:pt>
                <c:pt idx="4459">
                  <c:v>43871</c:v>
                </c:pt>
                <c:pt idx="4460">
                  <c:v>43872</c:v>
                </c:pt>
                <c:pt idx="4461">
                  <c:v>43873</c:v>
                </c:pt>
                <c:pt idx="4462">
                  <c:v>43874</c:v>
                </c:pt>
                <c:pt idx="4463">
                  <c:v>43875</c:v>
                </c:pt>
                <c:pt idx="4464">
                  <c:v>43878</c:v>
                </c:pt>
                <c:pt idx="4465">
                  <c:v>43879</c:v>
                </c:pt>
                <c:pt idx="4466">
                  <c:v>43880</c:v>
                </c:pt>
                <c:pt idx="4467">
                  <c:v>43881</c:v>
                </c:pt>
                <c:pt idx="4468">
                  <c:v>43882</c:v>
                </c:pt>
                <c:pt idx="4469">
                  <c:v>43887</c:v>
                </c:pt>
                <c:pt idx="4470">
                  <c:v>43888</c:v>
                </c:pt>
                <c:pt idx="4471">
                  <c:v>43889</c:v>
                </c:pt>
                <c:pt idx="4472">
                  <c:v>43892</c:v>
                </c:pt>
                <c:pt idx="4473">
                  <c:v>43893</c:v>
                </c:pt>
                <c:pt idx="4474">
                  <c:v>43894</c:v>
                </c:pt>
                <c:pt idx="4475">
                  <c:v>43895</c:v>
                </c:pt>
                <c:pt idx="4476">
                  <c:v>43896</c:v>
                </c:pt>
                <c:pt idx="4477">
                  <c:v>43899</c:v>
                </c:pt>
                <c:pt idx="4478">
                  <c:v>43900</c:v>
                </c:pt>
                <c:pt idx="4479">
                  <c:v>43901</c:v>
                </c:pt>
                <c:pt idx="4480">
                  <c:v>43902</c:v>
                </c:pt>
                <c:pt idx="4481">
                  <c:v>43903</c:v>
                </c:pt>
                <c:pt idx="4482">
                  <c:v>43906</c:v>
                </c:pt>
                <c:pt idx="4483">
                  <c:v>43907</c:v>
                </c:pt>
                <c:pt idx="4484">
                  <c:v>43908</c:v>
                </c:pt>
                <c:pt idx="4485">
                  <c:v>43909</c:v>
                </c:pt>
                <c:pt idx="4486">
                  <c:v>43910</c:v>
                </c:pt>
                <c:pt idx="4487">
                  <c:v>43913</c:v>
                </c:pt>
                <c:pt idx="4488">
                  <c:v>43914</c:v>
                </c:pt>
                <c:pt idx="4489">
                  <c:v>43915</c:v>
                </c:pt>
                <c:pt idx="4490">
                  <c:v>43916</c:v>
                </c:pt>
                <c:pt idx="4491">
                  <c:v>43917</c:v>
                </c:pt>
                <c:pt idx="4492">
                  <c:v>43920</c:v>
                </c:pt>
                <c:pt idx="4493">
                  <c:v>43921</c:v>
                </c:pt>
                <c:pt idx="4494">
                  <c:v>43922</c:v>
                </c:pt>
                <c:pt idx="4495">
                  <c:v>43923</c:v>
                </c:pt>
                <c:pt idx="4496">
                  <c:v>43924</c:v>
                </c:pt>
                <c:pt idx="4497">
                  <c:v>43927</c:v>
                </c:pt>
                <c:pt idx="4498">
                  <c:v>43928</c:v>
                </c:pt>
                <c:pt idx="4499">
                  <c:v>43929</c:v>
                </c:pt>
                <c:pt idx="4500">
                  <c:v>43930</c:v>
                </c:pt>
                <c:pt idx="4501">
                  <c:v>43934</c:v>
                </c:pt>
                <c:pt idx="4502">
                  <c:v>43935</c:v>
                </c:pt>
                <c:pt idx="4503">
                  <c:v>43936</c:v>
                </c:pt>
                <c:pt idx="4504">
                  <c:v>43937</c:v>
                </c:pt>
                <c:pt idx="4505">
                  <c:v>43938</c:v>
                </c:pt>
                <c:pt idx="4506">
                  <c:v>43941</c:v>
                </c:pt>
                <c:pt idx="4507">
                  <c:v>43943</c:v>
                </c:pt>
                <c:pt idx="4508">
                  <c:v>43944</c:v>
                </c:pt>
                <c:pt idx="4509">
                  <c:v>43945</c:v>
                </c:pt>
                <c:pt idx="4510">
                  <c:v>43948</c:v>
                </c:pt>
                <c:pt idx="4511">
                  <c:v>43949</c:v>
                </c:pt>
                <c:pt idx="4512">
                  <c:v>43950</c:v>
                </c:pt>
                <c:pt idx="4513">
                  <c:v>43951</c:v>
                </c:pt>
                <c:pt idx="4514">
                  <c:v>43955</c:v>
                </c:pt>
                <c:pt idx="4515">
                  <c:v>43956</c:v>
                </c:pt>
                <c:pt idx="4516">
                  <c:v>43957</c:v>
                </c:pt>
                <c:pt idx="4517">
                  <c:v>43958</c:v>
                </c:pt>
                <c:pt idx="4518">
                  <c:v>43959</c:v>
                </c:pt>
                <c:pt idx="4519">
                  <c:v>43962</c:v>
                </c:pt>
                <c:pt idx="4520">
                  <c:v>43963</c:v>
                </c:pt>
                <c:pt idx="4521">
                  <c:v>43964</c:v>
                </c:pt>
                <c:pt idx="4522">
                  <c:v>43965</c:v>
                </c:pt>
                <c:pt idx="4523">
                  <c:v>43966</c:v>
                </c:pt>
                <c:pt idx="4524">
                  <c:v>43969</c:v>
                </c:pt>
                <c:pt idx="4525">
                  <c:v>43970</c:v>
                </c:pt>
                <c:pt idx="4526">
                  <c:v>43971</c:v>
                </c:pt>
                <c:pt idx="4527">
                  <c:v>43972</c:v>
                </c:pt>
                <c:pt idx="4528">
                  <c:v>43973</c:v>
                </c:pt>
                <c:pt idx="4529">
                  <c:v>43976</c:v>
                </c:pt>
                <c:pt idx="4530">
                  <c:v>43977</c:v>
                </c:pt>
                <c:pt idx="4531">
                  <c:v>43978</c:v>
                </c:pt>
                <c:pt idx="4532">
                  <c:v>43979</c:v>
                </c:pt>
                <c:pt idx="4533">
                  <c:v>43980</c:v>
                </c:pt>
                <c:pt idx="4534">
                  <c:v>43983</c:v>
                </c:pt>
                <c:pt idx="4535">
                  <c:v>43984</c:v>
                </c:pt>
                <c:pt idx="4536">
                  <c:v>43985</c:v>
                </c:pt>
                <c:pt idx="4537">
                  <c:v>43986</c:v>
                </c:pt>
                <c:pt idx="4538">
                  <c:v>43987</c:v>
                </c:pt>
                <c:pt idx="4539">
                  <c:v>43990</c:v>
                </c:pt>
                <c:pt idx="4540">
                  <c:v>43991</c:v>
                </c:pt>
                <c:pt idx="4541">
                  <c:v>43992</c:v>
                </c:pt>
                <c:pt idx="4542">
                  <c:v>43994</c:v>
                </c:pt>
                <c:pt idx="4543">
                  <c:v>43997</c:v>
                </c:pt>
                <c:pt idx="4544">
                  <c:v>43998</c:v>
                </c:pt>
                <c:pt idx="4545">
                  <c:v>43999</c:v>
                </c:pt>
                <c:pt idx="4546">
                  <c:v>44000</c:v>
                </c:pt>
                <c:pt idx="4547">
                  <c:v>44001</c:v>
                </c:pt>
                <c:pt idx="4548">
                  <c:v>44004</c:v>
                </c:pt>
                <c:pt idx="4549">
                  <c:v>44005</c:v>
                </c:pt>
                <c:pt idx="4550">
                  <c:v>44006</c:v>
                </c:pt>
                <c:pt idx="4551">
                  <c:v>44007</c:v>
                </c:pt>
                <c:pt idx="4552">
                  <c:v>44008</c:v>
                </c:pt>
                <c:pt idx="4553">
                  <c:v>44011</c:v>
                </c:pt>
                <c:pt idx="4554">
                  <c:v>44012</c:v>
                </c:pt>
                <c:pt idx="4555">
                  <c:v>44013</c:v>
                </c:pt>
                <c:pt idx="4556">
                  <c:v>44014</c:v>
                </c:pt>
                <c:pt idx="4557">
                  <c:v>44015</c:v>
                </c:pt>
                <c:pt idx="4558">
                  <c:v>44018</c:v>
                </c:pt>
                <c:pt idx="4559">
                  <c:v>44019</c:v>
                </c:pt>
                <c:pt idx="4560">
                  <c:v>44020</c:v>
                </c:pt>
                <c:pt idx="4561">
                  <c:v>44021</c:v>
                </c:pt>
                <c:pt idx="4562">
                  <c:v>44022</c:v>
                </c:pt>
                <c:pt idx="4563">
                  <c:v>44025</c:v>
                </c:pt>
                <c:pt idx="4564">
                  <c:v>44026</c:v>
                </c:pt>
                <c:pt idx="4565">
                  <c:v>44027</c:v>
                </c:pt>
                <c:pt idx="4566">
                  <c:v>44028</c:v>
                </c:pt>
                <c:pt idx="4567">
                  <c:v>44029</c:v>
                </c:pt>
                <c:pt idx="4568">
                  <c:v>44032</c:v>
                </c:pt>
                <c:pt idx="4569">
                  <c:v>44033</c:v>
                </c:pt>
                <c:pt idx="4570">
                  <c:v>44034</c:v>
                </c:pt>
                <c:pt idx="4571">
                  <c:v>44035</c:v>
                </c:pt>
                <c:pt idx="4572">
                  <c:v>44036</c:v>
                </c:pt>
                <c:pt idx="4573">
                  <c:v>44039</c:v>
                </c:pt>
                <c:pt idx="4574">
                  <c:v>44040</c:v>
                </c:pt>
                <c:pt idx="4575">
                  <c:v>44041</c:v>
                </c:pt>
                <c:pt idx="4576">
                  <c:v>44042</c:v>
                </c:pt>
                <c:pt idx="4577">
                  <c:v>44043</c:v>
                </c:pt>
                <c:pt idx="4578">
                  <c:v>44046</c:v>
                </c:pt>
                <c:pt idx="4579">
                  <c:v>44047</c:v>
                </c:pt>
                <c:pt idx="4580">
                  <c:v>44048</c:v>
                </c:pt>
                <c:pt idx="4581">
                  <c:v>44049</c:v>
                </c:pt>
                <c:pt idx="4582">
                  <c:v>44050</c:v>
                </c:pt>
                <c:pt idx="4583">
                  <c:v>44053</c:v>
                </c:pt>
                <c:pt idx="4584">
                  <c:v>44054</c:v>
                </c:pt>
                <c:pt idx="4585">
                  <c:v>44055</c:v>
                </c:pt>
                <c:pt idx="4586">
                  <c:v>44056</c:v>
                </c:pt>
                <c:pt idx="4587">
                  <c:v>44057</c:v>
                </c:pt>
                <c:pt idx="4588">
                  <c:v>44060</c:v>
                </c:pt>
                <c:pt idx="4589">
                  <c:v>44061</c:v>
                </c:pt>
                <c:pt idx="4590">
                  <c:v>44062</c:v>
                </c:pt>
                <c:pt idx="4591">
                  <c:v>44063</c:v>
                </c:pt>
                <c:pt idx="4592">
                  <c:v>44064</c:v>
                </c:pt>
                <c:pt idx="4593">
                  <c:v>44067</c:v>
                </c:pt>
                <c:pt idx="4594">
                  <c:v>44068</c:v>
                </c:pt>
                <c:pt idx="4595">
                  <c:v>44069</c:v>
                </c:pt>
                <c:pt idx="4596">
                  <c:v>44070</c:v>
                </c:pt>
                <c:pt idx="4597">
                  <c:v>44071</c:v>
                </c:pt>
                <c:pt idx="4598">
                  <c:v>44074</c:v>
                </c:pt>
                <c:pt idx="4599">
                  <c:v>44075</c:v>
                </c:pt>
                <c:pt idx="4600">
                  <c:v>44076</c:v>
                </c:pt>
                <c:pt idx="4601">
                  <c:v>44077</c:v>
                </c:pt>
                <c:pt idx="4602">
                  <c:v>44078</c:v>
                </c:pt>
                <c:pt idx="4603">
                  <c:v>44082</c:v>
                </c:pt>
                <c:pt idx="4604">
                  <c:v>44083</c:v>
                </c:pt>
                <c:pt idx="4605">
                  <c:v>44084</c:v>
                </c:pt>
                <c:pt idx="4606">
                  <c:v>44085</c:v>
                </c:pt>
                <c:pt idx="4607">
                  <c:v>44088</c:v>
                </c:pt>
                <c:pt idx="4608">
                  <c:v>44089</c:v>
                </c:pt>
                <c:pt idx="4609">
                  <c:v>44090</c:v>
                </c:pt>
                <c:pt idx="4610">
                  <c:v>44091</c:v>
                </c:pt>
                <c:pt idx="4611">
                  <c:v>44092</c:v>
                </c:pt>
                <c:pt idx="4612">
                  <c:v>44095</c:v>
                </c:pt>
                <c:pt idx="4613">
                  <c:v>44096</c:v>
                </c:pt>
                <c:pt idx="4614">
                  <c:v>44097</c:v>
                </c:pt>
                <c:pt idx="4615">
                  <c:v>44098</c:v>
                </c:pt>
                <c:pt idx="4616">
                  <c:v>44099</c:v>
                </c:pt>
                <c:pt idx="4617">
                  <c:v>44102</c:v>
                </c:pt>
                <c:pt idx="4618">
                  <c:v>44103</c:v>
                </c:pt>
                <c:pt idx="4619">
                  <c:v>44104</c:v>
                </c:pt>
                <c:pt idx="4620">
                  <c:v>44105</c:v>
                </c:pt>
                <c:pt idx="4621">
                  <c:v>44106</c:v>
                </c:pt>
                <c:pt idx="4622">
                  <c:v>44109</c:v>
                </c:pt>
                <c:pt idx="4623">
                  <c:v>44110</c:v>
                </c:pt>
                <c:pt idx="4624">
                  <c:v>44111</c:v>
                </c:pt>
                <c:pt idx="4625">
                  <c:v>44112</c:v>
                </c:pt>
                <c:pt idx="4626">
                  <c:v>44113</c:v>
                </c:pt>
                <c:pt idx="4627">
                  <c:v>44117</c:v>
                </c:pt>
                <c:pt idx="4628">
                  <c:v>44118</c:v>
                </c:pt>
                <c:pt idx="4629">
                  <c:v>44119</c:v>
                </c:pt>
                <c:pt idx="4630">
                  <c:v>44120</c:v>
                </c:pt>
                <c:pt idx="4631">
                  <c:v>44123</c:v>
                </c:pt>
                <c:pt idx="4632">
                  <c:v>44124</c:v>
                </c:pt>
                <c:pt idx="4633">
                  <c:v>44125</c:v>
                </c:pt>
                <c:pt idx="4634">
                  <c:v>44126</c:v>
                </c:pt>
                <c:pt idx="4635">
                  <c:v>44127</c:v>
                </c:pt>
                <c:pt idx="4636">
                  <c:v>44130</c:v>
                </c:pt>
                <c:pt idx="4637">
                  <c:v>44131</c:v>
                </c:pt>
                <c:pt idx="4638">
                  <c:v>44132</c:v>
                </c:pt>
                <c:pt idx="4639">
                  <c:v>44133</c:v>
                </c:pt>
                <c:pt idx="4640">
                  <c:v>44134</c:v>
                </c:pt>
                <c:pt idx="4641">
                  <c:v>44138</c:v>
                </c:pt>
                <c:pt idx="4642">
                  <c:v>44139</c:v>
                </c:pt>
                <c:pt idx="4643">
                  <c:v>44140</c:v>
                </c:pt>
                <c:pt idx="4644">
                  <c:v>44141</c:v>
                </c:pt>
                <c:pt idx="4645">
                  <c:v>44144</c:v>
                </c:pt>
                <c:pt idx="4646">
                  <c:v>44145</c:v>
                </c:pt>
                <c:pt idx="4647">
                  <c:v>44146</c:v>
                </c:pt>
                <c:pt idx="4648">
                  <c:v>44147</c:v>
                </c:pt>
                <c:pt idx="4649">
                  <c:v>44148</c:v>
                </c:pt>
                <c:pt idx="4650">
                  <c:v>44151</c:v>
                </c:pt>
                <c:pt idx="4651">
                  <c:v>44152</c:v>
                </c:pt>
                <c:pt idx="4652">
                  <c:v>44153</c:v>
                </c:pt>
                <c:pt idx="4653">
                  <c:v>44154</c:v>
                </c:pt>
                <c:pt idx="4654">
                  <c:v>44155</c:v>
                </c:pt>
                <c:pt idx="4655">
                  <c:v>44158</c:v>
                </c:pt>
                <c:pt idx="4656">
                  <c:v>44159</c:v>
                </c:pt>
                <c:pt idx="4657">
                  <c:v>44160</c:v>
                </c:pt>
                <c:pt idx="4658">
                  <c:v>44161</c:v>
                </c:pt>
                <c:pt idx="4659">
                  <c:v>44162</c:v>
                </c:pt>
                <c:pt idx="4660">
                  <c:v>44165</c:v>
                </c:pt>
                <c:pt idx="4661">
                  <c:v>44166</c:v>
                </c:pt>
                <c:pt idx="4662">
                  <c:v>44167</c:v>
                </c:pt>
                <c:pt idx="4663">
                  <c:v>44168</c:v>
                </c:pt>
                <c:pt idx="4664">
                  <c:v>44169</c:v>
                </c:pt>
                <c:pt idx="4665">
                  <c:v>44172</c:v>
                </c:pt>
                <c:pt idx="4666">
                  <c:v>44173</c:v>
                </c:pt>
                <c:pt idx="4667">
                  <c:v>44174</c:v>
                </c:pt>
                <c:pt idx="4668">
                  <c:v>44175</c:v>
                </c:pt>
                <c:pt idx="4669">
                  <c:v>44176</c:v>
                </c:pt>
                <c:pt idx="4670">
                  <c:v>44179</c:v>
                </c:pt>
                <c:pt idx="4671">
                  <c:v>44180</c:v>
                </c:pt>
                <c:pt idx="4672">
                  <c:v>44181</c:v>
                </c:pt>
                <c:pt idx="4673">
                  <c:v>44182</c:v>
                </c:pt>
                <c:pt idx="4674">
                  <c:v>44183</c:v>
                </c:pt>
                <c:pt idx="4675">
                  <c:v>44186</c:v>
                </c:pt>
                <c:pt idx="4676">
                  <c:v>44187</c:v>
                </c:pt>
                <c:pt idx="4677">
                  <c:v>44188</c:v>
                </c:pt>
                <c:pt idx="4678">
                  <c:v>44193</c:v>
                </c:pt>
                <c:pt idx="4679">
                  <c:v>44194</c:v>
                </c:pt>
                <c:pt idx="4680">
                  <c:v>44195</c:v>
                </c:pt>
                <c:pt idx="4681">
                  <c:v>44200</c:v>
                </c:pt>
                <c:pt idx="4682">
                  <c:v>44201</c:v>
                </c:pt>
                <c:pt idx="4683">
                  <c:v>44202</c:v>
                </c:pt>
                <c:pt idx="4684">
                  <c:v>44203</c:v>
                </c:pt>
                <c:pt idx="4685">
                  <c:v>44204</c:v>
                </c:pt>
                <c:pt idx="4686">
                  <c:v>44207</c:v>
                </c:pt>
                <c:pt idx="4687">
                  <c:v>44208</c:v>
                </c:pt>
                <c:pt idx="4688">
                  <c:v>44209</c:v>
                </c:pt>
                <c:pt idx="4689">
                  <c:v>44210</c:v>
                </c:pt>
                <c:pt idx="4690">
                  <c:v>44211</c:v>
                </c:pt>
                <c:pt idx="4691">
                  <c:v>44214</c:v>
                </c:pt>
                <c:pt idx="4692">
                  <c:v>44215</c:v>
                </c:pt>
                <c:pt idx="4693">
                  <c:v>44216</c:v>
                </c:pt>
                <c:pt idx="4694">
                  <c:v>44217</c:v>
                </c:pt>
                <c:pt idx="4695">
                  <c:v>44218</c:v>
                </c:pt>
                <c:pt idx="4696">
                  <c:v>44222</c:v>
                </c:pt>
                <c:pt idx="4697">
                  <c:v>44223</c:v>
                </c:pt>
                <c:pt idx="4698">
                  <c:v>44224</c:v>
                </c:pt>
                <c:pt idx="4699">
                  <c:v>44225</c:v>
                </c:pt>
                <c:pt idx="4700">
                  <c:v>44228</c:v>
                </c:pt>
                <c:pt idx="4701">
                  <c:v>44229</c:v>
                </c:pt>
                <c:pt idx="4702">
                  <c:v>44230</c:v>
                </c:pt>
                <c:pt idx="4703">
                  <c:v>44231</c:v>
                </c:pt>
                <c:pt idx="4704">
                  <c:v>44232</c:v>
                </c:pt>
                <c:pt idx="4705">
                  <c:v>44235</c:v>
                </c:pt>
                <c:pt idx="4706">
                  <c:v>44236</c:v>
                </c:pt>
                <c:pt idx="4707">
                  <c:v>44237</c:v>
                </c:pt>
                <c:pt idx="4708">
                  <c:v>44238</c:v>
                </c:pt>
                <c:pt idx="4709">
                  <c:v>44239</c:v>
                </c:pt>
                <c:pt idx="4710">
                  <c:v>44244</c:v>
                </c:pt>
                <c:pt idx="4711">
                  <c:v>44245</c:v>
                </c:pt>
                <c:pt idx="4712">
                  <c:v>44246</c:v>
                </c:pt>
                <c:pt idx="4713">
                  <c:v>44249</c:v>
                </c:pt>
                <c:pt idx="4714">
                  <c:v>44250</c:v>
                </c:pt>
                <c:pt idx="4715">
                  <c:v>44251</c:v>
                </c:pt>
                <c:pt idx="4716">
                  <c:v>44252</c:v>
                </c:pt>
                <c:pt idx="4717">
                  <c:v>44253</c:v>
                </c:pt>
                <c:pt idx="4718">
                  <c:v>44256</c:v>
                </c:pt>
                <c:pt idx="4719">
                  <c:v>44257</c:v>
                </c:pt>
                <c:pt idx="4720">
                  <c:v>44258</c:v>
                </c:pt>
                <c:pt idx="4721">
                  <c:v>44259</c:v>
                </c:pt>
                <c:pt idx="4722">
                  <c:v>44260</c:v>
                </c:pt>
                <c:pt idx="4723">
                  <c:v>44263</c:v>
                </c:pt>
                <c:pt idx="4724">
                  <c:v>44264</c:v>
                </c:pt>
                <c:pt idx="4725">
                  <c:v>44265</c:v>
                </c:pt>
                <c:pt idx="4726">
                  <c:v>44266</c:v>
                </c:pt>
                <c:pt idx="4727">
                  <c:v>44267</c:v>
                </c:pt>
                <c:pt idx="4728">
                  <c:v>44270</c:v>
                </c:pt>
                <c:pt idx="4729">
                  <c:v>44271</c:v>
                </c:pt>
                <c:pt idx="4730">
                  <c:v>44272</c:v>
                </c:pt>
                <c:pt idx="4731">
                  <c:v>44273</c:v>
                </c:pt>
                <c:pt idx="4732">
                  <c:v>44274</c:v>
                </c:pt>
                <c:pt idx="4733">
                  <c:v>44277</c:v>
                </c:pt>
                <c:pt idx="4734">
                  <c:v>44278</c:v>
                </c:pt>
                <c:pt idx="4735">
                  <c:v>44279</c:v>
                </c:pt>
                <c:pt idx="4736">
                  <c:v>44280</c:v>
                </c:pt>
                <c:pt idx="4737">
                  <c:v>44281</c:v>
                </c:pt>
                <c:pt idx="4738">
                  <c:v>44284</c:v>
                </c:pt>
                <c:pt idx="4739">
                  <c:v>44285</c:v>
                </c:pt>
                <c:pt idx="4740">
                  <c:v>44286</c:v>
                </c:pt>
                <c:pt idx="4741">
                  <c:v>44287</c:v>
                </c:pt>
                <c:pt idx="4742">
                  <c:v>44291</c:v>
                </c:pt>
                <c:pt idx="4743">
                  <c:v>44292</c:v>
                </c:pt>
                <c:pt idx="4744">
                  <c:v>44293</c:v>
                </c:pt>
                <c:pt idx="4745">
                  <c:v>44294</c:v>
                </c:pt>
                <c:pt idx="4746">
                  <c:v>44295</c:v>
                </c:pt>
                <c:pt idx="4747">
                  <c:v>44298</c:v>
                </c:pt>
                <c:pt idx="4748">
                  <c:v>44299</c:v>
                </c:pt>
                <c:pt idx="4749">
                  <c:v>44300</c:v>
                </c:pt>
                <c:pt idx="4750">
                  <c:v>44301</c:v>
                </c:pt>
                <c:pt idx="4751">
                  <c:v>44302</c:v>
                </c:pt>
                <c:pt idx="4752">
                  <c:v>44305</c:v>
                </c:pt>
                <c:pt idx="4753">
                  <c:v>44306</c:v>
                </c:pt>
                <c:pt idx="4754">
                  <c:v>44308</c:v>
                </c:pt>
                <c:pt idx="4755">
                  <c:v>44309</c:v>
                </c:pt>
                <c:pt idx="4756">
                  <c:v>44312</c:v>
                </c:pt>
                <c:pt idx="4757">
                  <c:v>44313</c:v>
                </c:pt>
                <c:pt idx="4758">
                  <c:v>44314</c:v>
                </c:pt>
                <c:pt idx="4759">
                  <c:v>44315</c:v>
                </c:pt>
                <c:pt idx="4760">
                  <c:v>44316</c:v>
                </c:pt>
                <c:pt idx="4761">
                  <c:v>44319</c:v>
                </c:pt>
                <c:pt idx="4762">
                  <c:v>44320</c:v>
                </c:pt>
                <c:pt idx="4763">
                  <c:v>44321</c:v>
                </c:pt>
                <c:pt idx="4764">
                  <c:v>44322</c:v>
                </c:pt>
                <c:pt idx="4765">
                  <c:v>44323</c:v>
                </c:pt>
                <c:pt idx="4766">
                  <c:v>44326</c:v>
                </c:pt>
                <c:pt idx="4767">
                  <c:v>44327</c:v>
                </c:pt>
                <c:pt idx="4768">
                  <c:v>44328</c:v>
                </c:pt>
                <c:pt idx="4769">
                  <c:v>44329</c:v>
                </c:pt>
                <c:pt idx="4770">
                  <c:v>44330</c:v>
                </c:pt>
                <c:pt idx="4771">
                  <c:v>44333</c:v>
                </c:pt>
                <c:pt idx="4772">
                  <c:v>44334</c:v>
                </c:pt>
                <c:pt idx="4773">
                  <c:v>44335</c:v>
                </c:pt>
                <c:pt idx="4774">
                  <c:v>44336</c:v>
                </c:pt>
                <c:pt idx="4775">
                  <c:v>44337</c:v>
                </c:pt>
                <c:pt idx="4776">
                  <c:v>44340</c:v>
                </c:pt>
                <c:pt idx="4777">
                  <c:v>44341</c:v>
                </c:pt>
                <c:pt idx="4778">
                  <c:v>44342</c:v>
                </c:pt>
                <c:pt idx="4779">
                  <c:v>44343</c:v>
                </c:pt>
                <c:pt idx="4780">
                  <c:v>44344</c:v>
                </c:pt>
                <c:pt idx="4781">
                  <c:v>44347</c:v>
                </c:pt>
                <c:pt idx="4782">
                  <c:v>44348</c:v>
                </c:pt>
                <c:pt idx="4783">
                  <c:v>44349</c:v>
                </c:pt>
                <c:pt idx="4784">
                  <c:v>44351</c:v>
                </c:pt>
                <c:pt idx="4785">
                  <c:v>44354</c:v>
                </c:pt>
                <c:pt idx="4786">
                  <c:v>44355</c:v>
                </c:pt>
                <c:pt idx="4787">
                  <c:v>44356</c:v>
                </c:pt>
                <c:pt idx="4788">
                  <c:v>44357</c:v>
                </c:pt>
                <c:pt idx="4789">
                  <c:v>44358</c:v>
                </c:pt>
                <c:pt idx="4790">
                  <c:v>44361</c:v>
                </c:pt>
                <c:pt idx="4791">
                  <c:v>44362</c:v>
                </c:pt>
                <c:pt idx="4792">
                  <c:v>44363</c:v>
                </c:pt>
                <c:pt idx="4793">
                  <c:v>44364</c:v>
                </c:pt>
                <c:pt idx="4794">
                  <c:v>44365</c:v>
                </c:pt>
                <c:pt idx="4795">
                  <c:v>44368</c:v>
                </c:pt>
                <c:pt idx="4796">
                  <c:v>44369</c:v>
                </c:pt>
                <c:pt idx="4797">
                  <c:v>44370</c:v>
                </c:pt>
                <c:pt idx="4798">
                  <c:v>44371</c:v>
                </c:pt>
                <c:pt idx="4799">
                  <c:v>44372</c:v>
                </c:pt>
                <c:pt idx="4800">
                  <c:v>44375</c:v>
                </c:pt>
                <c:pt idx="4801">
                  <c:v>44376</c:v>
                </c:pt>
                <c:pt idx="4802">
                  <c:v>44377</c:v>
                </c:pt>
                <c:pt idx="4803">
                  <c:v>44378</c:v>
                </c:pt>
                <c:pt idx="4804">
                  <c:v>44379</c:v>
                </c:pt>
                <c:pt idx="4805">
                  <c:v>44382</c:v>
                </c:pt>
                <c:pt idx="4806">
                  <c:v>44383</c:v>
                </c:pt>
                <c:pt idx="4807">
                  <c:v>44384</c:v>
                </c:pt>
                <c:pt idx="4808">
                  <c:v>44385</c:v>
                </c:pt>
                <c:pt idx="4809">
                  <c:v>44389</c:v>
                </c:pt>
                <c:pt idx="4810">
                  <c:v>44390</c:v>
                </c:pt>
                <c:pt idx="4811">
                  <c:v>44391</c:v>
                </c:pt>
                <c:pt idx="4812">
                  <c:v>44392</c:v>
                </c:pt>
                <c:pt idx="4813">
                  <c:v>44393</c:v>
                </c:pt>
                <c:pt idx="4814">
                  <c:v>44396</c:v>
                </c:pt>
                <c:pt idx="4815">
                  <c:v>44397</c:v>
                </c:pt>
                <c:pt idx="4816">
                  <c:v>44398</c:v>
                </c:pt>
                <c:pt idx="4817">
                  <c:v>44399</c:v>
                </c:pt>
                <c:pt idx="4818">
                  <c:v>44400</c:v>
                </c:pt>
                <c:pt idx="4819">
                  <c:v>44403</c:v>
                </c:pt>
                <c:pt idx="4820">
                  <c:v>44404</c:v>
                </c:pt>
                <c:pt idx="4821">
                  <c:v>44405</c:v>
                </c:pt>
                <c:pt idx="4822">
                  <c:v>44406</c:v>
                </c:pt>
                <c:pt idx="4823">
                  <c:v>44407</c:v>
                </c:pt>
                <c:pt idx="4824">
                  <c:v>44410</c:v>
                </c:pt>
                <c:pt idx="4825">
                  <c:v>44411</c:v>
                </c:pt>
                <c:pt idx="4826">
                  <c:v>44412</c:v>
                </c:pt>
                <c:pt idx="4827">
                  <c:v>44413</c:v>
                </c:pt>
                <c:pt idx="4828">
                  <c:v>44414</c:v>
                </c:pt>
                <c:pt idx="4829">
                  <c:v>44417</c:v>
                </c:pt>
                <c:pt idx="4830">
                  <c:v>44418</c:v>
                </c:pt>
                <c:pt idx="4831">
                  <c:v>44419</c:v>
                </c:pt>
                <c:pt idx="4832">
                  <c:v>44420</c:v>
                </c:pt>
                <c:pt idx="4833">
                  <c:v>44421</c:v>
                </c:pt>
                <c:pt idx="4834">
                  <c:v>44424</c:v>
                </c:pt>
                <c:pt idx="4835">
                  <c:v>44425</c:v>
                </c:pt>
                <c:pt idx="4836">
                  <c:v>44426</c:v>
                </c:pt>
                <c:pt idx="4837">
                  <c:v>44427</c:v>
                </c:pt>
                <c:pt idx="4838">
                  <c:v>44428</c:v>
                </c:pt>
                <c:pt idx="4839">
                  <c:v>44431</c:v>
                </c:pt>
                <c:pt idx="4840">
                  <c:v>44432</c:v>
                </c:pt>
                <c:pt idx="4841">
                  <c:v>44433</c:v>
                </c:pt>
                <c:pt idx="4842">
                  <c:v>44434</c:v>
                </c:pt>
                <c:pt idx="4843">
                  <c:v>44435</c:v>
                </c:pt>
                <c:pt idx="4844">
                  <c:v>44438</c:v>
                </c:pt>
                <c:pt idx="4845">
                  <c:v>44439</c:v>
                </c:pt>
                <c:pt idx="4846">
                  <c:v>44440</c:v>
                </c:pt>
                <c:pt idx="4847">
                  <c:v>44441</c:v>
                </c:pt>
                <c:pt idx="4848">
                  <c:v>44442</c:v>
                </c:pt>
                <c:pt idx="4849">
                  <c:v>44445</c:v>
                </c:pt>
                <c:pt idx="4850">
                  <c:v>44447</c:v>
                </c:pt>
                <c:pt idx="4851">
                  <c:v>44448</c:v>
                </c:pt>
                <c:pt idx="4852">
                  <c:v>44449</c:v>
                </c:pt>
                <c:pt idx="4853">
                  <c:v>44452</c:v>
                </c:pt>
                <c:pt idx="4854">
                  <c:v>44453</c:v>
                </c:pt>
                <c:pt idx="4855">
                  <c:v>44454</c:v>
                </c:pt>
                <c:pt idx="4856">
                  <c:v>44455</c:v>
                </c:pt>
                <c:pt idx="4857">
                  <c:v>44456</c:v>
                </c:pt>
                <c:pt idx="4858">
                  <c:v>44459</c:v>
                </c:pt>
                <c:pt idx="4859">
                  <c:v>44460</c:v>
                </c:pt>
                <c:pt idx="4860">
                  <c:v>44461</c:v>
                </c:pt>
                <c:pt idx="4861">
                  <c:v>44462</c:v>
                </c:pt>
                <c:pt idx="4862">
                  <c:v>44463</c:v>
                </c:pt>
                <c:pt idx="4863">
                  <c:v>44466</c:v>
                </c:pt>
                <c:pt idx="4864">
                  <c:v>44467</c:v>
                </c:pt>
                <c:pt idx="4865">
                  <c:v>44468</c:v>
                </c:pt>
                <c:pt idx="4866">
                  <c:v>44469</c:v>
                </c:pt>
                <c:pt idx="4867">
                  <c:v>44470</c:v>
                </c:pt>
                <c:pt idx="4868">
                  <c:v>44473</c:v>
                </c:pt>
                <c:pt idx="4869">
                  <c:v>44474</c:v>
                </c:pt>
                <c:pt idx="4870">
                  <c:v>44475</c:v>
                </c:pt>
                <c:pt idx="4871">
                  <c:v>44476</c:v>
                </c:pt>
                <c:pt idx="4872">
                  <c:v>44477</c:v>
                </c:pt>
                <c:pt idx="4873">
                  <c:v>44480</c:v>
                </c:pt>
                <c:pt idx="4874">
                  <c:v>44482</c:v>
                </c:pt>
                <c:pt idx="4875">
                  <c:v>44483</c:v>
                </c:pt>
                <c:pt idx="4876">
                  <c:v>44484</c:v>
                </c:pt>
                <c:pt idx="4877">
                  <c:v>44487</c:v>
                </c:pt>
                <c:pt idx="4878">
                  <c:v>44488</c:v>
                </c:pt>
                <c:pt idx="4879">
                  <c:v>44489</c:v>
                </c:pt>
                <c:pt idx="4880">
                  <c:v>44490</c:v>
                </c:pt>
                <c:pt idx="4881">
                  <c:v>44491</c:v>
                </c:pt>
                <c:pt idx="4882">
                  <c:v>44494</c:v>
                </c:pt>
                <c:pt idx="4883">
                  <c:v>44495</c:v>
                </c:pt>
                <c:pt idx="4884">
                  <c:v>44496</c:v>
                </c:pt>
                <c:pt idx="4885">
                  <c:v>44497</c:v>
                </c:pt>
                <c:pt idx="4886">
                  <c:v>44498</c:v>
                </c:pt>
                <c:pt idx="4887">
                  <c:v>44501</c:v>
                </c:pt>
                <c:pt idx="4888">
                  <c:v>44503</c:v>
                </c:pt>
                <c:pt idx="4889">
                  <c:v>44504</c:v>
                </c:pt>
                <c:pt idx="4890">
                  <c:v>44505</c:v>
                </c:pt>
                <c:pt idx="4891">
                  <c:v>44508</c:v>
                </c:pt>
                <c:pt idx="4892">
                  <c:v>44509</c:v>
                </c:pt>
                <c:pt idx="4893">
                  <c:v>44510</c:v>
                </c:pt>
                <c:pt idx="4894">
                  <c:v>44511</c:v>
                </c:pt>
                <c:pt idx="4895">
                  <c:v>44512</c:v>
                </c:pt>
                <c:pt idx="4896">
                  <c:v>44516</c:v>
                </c:pt>
                <c:pt idx="4897">
                  <c:v>44517</c:v>
                </c:pt>
                <c:pt idx="4898">
                  <c:v>44518</c:v>
                </c:pt>
                <c:pt idx="4899">
                  <c:v>44519</c:v>
                </c:pt>
                <c:pt idx="4900">
                  <c:v>44522</c:v>
                </c:pt>
                <c:pt idx="4901">
                  <c:v>44523</c:v>
                </c:pt>
                <c:pt idx="4902">
                  <c:v>44524</c:v>
                </c:pt>
                <c:pt idx="4903">
                  <c:v>44525</c:v>
                </c:pt>
                <c:pt idx="4904">
                  <c:v>44526</c:v>
                </c:pt>
                <c:pt idx="4905">
                  <c:v>44529</c:v>
                </c:pt>
                <c:pt idx="4906">
                  <c:v>44530</c:v>
                </c:pt>
                <c:pt idx="4907">
                  <c:v>44531</c:v>
                </c:pt>
                <c:pt idx="4908">
                  <c:v>44532</c:v>
                </c:pt>
                <c:pt idx="4909">
                  <c:v>44533</c:v>
                </c:pt>
                <c:pt idx="4910">
                  <c:v>44536</c:v>
                </c:pt>
                <c:pt idx="4911">
                  <c:v>44537</c:v>
                </c:pt>
                <c:pt idx="4912">
                  <c:v>44538</c:v>
                </c:pt>
                <c:pt idx="4913">
                  <c:v>44539</c:v>
                </c:pt>
                <c:pt idx="4914">
                  <c:v>44540</c:v>
                </c:pt>
                <c:pt idx="4915">
                  <c:v>44543</c:v>
                </c:pt>
                <c:pt idx="4916">
                  <c:v>44544</c:v>
                </c:pt>
                <c:pt idx="4917">
                  <c:v>44545</c:v>
                </c:pt>
                <c:pt idx="4918">
                  <c:v>44546</c:v>
                </c:pt>
                <c:pt idx="4919">
                  <c:v>44547</c:v>
                </c:pt>
                <c:pt idx="4920">
                  <c:v>44550</c:v>
                </c:pt>
                <c:pt idx="4921">
                  <c:v>44551</c:v>
                </c:pt>
                <c:pt idx="4922">
                  <c:v>44552</c:v>
                </c:pt>
                <c:pt idx="4923">
                  <c:v>44553</c:v>
                </c:pt>
                <c:pt idx="4924">
                  <c:v>44557</c:v>
                </c:pt>
                <c:pt idx="4925">
                  <c:v>44558</c:v>
                </c:pt>
                <c:pt idx="4926">
                  <c:v>44559</c:v>
                </c:pt>
                <c:pt idx="4927">
                  <c:v>44560</c:v>
                </c:pt>
                <c:pt idx="4928">
                  <c:v>44564</c:v>
                </c:pt>
                <c:pt idx="4929">
                  <c:v>44565</c:v>
                </c:pt>
                <c:pt idx="4930">
                  <c:v>44566</c:v>
                </c:pt>
                <c:pt idx="4931">
                  <c:v>44567</c:v>
                </c:pt>
                <c:pt idx="4932">
                  <c:v>44568</c:v>
                </c:pt>
                <c:pt idx="4933">
                  <c:v>44571</c:v>
                </c:pt>
                <c:pt idx="4934">
                  <c:v>44572</c:v>
                </c:pt>
                <c:pt idx="4935">
                  <c:v>44573</c:v>
                </c:pt>
                <c:pt idx="4936">
                  <c:v>44574</c:v>
                </c:pt>
                <c:pt idx="4937">
                  <c:v>44575</c:v>
                </c:pt>
                <c:pt idx="4938">
                  <c:v>44578</c:v>
                </c:pt>
                <c:pt idx="4939">
                  <c:v>44579</c:v>
                </c:pt>
                <c:pt idx="4940">
                  <c:v>44580</c:v>
                </c:pt>
                <c:pt idx="4941">
                  <c:v>44581</c:v>
                </c:pt>
                <c:pt idx="4942">
                  <c:v>44582</c:v>
                </c:pt>
                <c:pt idx="4943">
                  <c:v>44585</c:v>
                </c:pt>
                <c:pt idx="4944">
                  <c:v>44586</c:v>
                </c:pt>
                <c:pt idx="4945">
                  <c:v>44587</c:v>
                </c:pt>
                <c:pt idx="4946">
                  <c:v>44588</c:v>
                </c:pt>
                <c:pt idx="4947">
                  <c:v>44589</c:v>
                </c:pt>
                <c:pt idx="4948">
                  <c:v>44592</c:v>
                </c:pt>
                <c:pt idx="4949">
                  <c:v>44593</c:v>
                </c:pt>
                <c:pt idx="4950">
                  <c:v>44594</c:v>
                </c:pt>
                <c:pt idx="4951">
                  <c:v>44595</c:v>
                </c:pt>
                <c:pt idx="4952">
                  <c:v>44596</c:v>
                </c:pt>
                <c:pt idx="4953">
                  <c:v>44599</c:v>
                </c:pt>
                <c:pt idx="4954">
                  <c:v>44600</c:v>
                </c:pt>
                <c:pt idx="4955">
                  <c:v>44601</c:v>
                </c:pt>
                <c:pt idx="4956">
                  <c:v>44602</c:v>
                </c:pt>
                <c:pt idx="4957">
                  <c:v>44603</c:v>
                </c:pt>
                <c:pt idx="4958">
                  <c:v>44606</c:v>
                </c:pt>
                <c:pt idx="4959">
                  <c:v>44607</c:v>
                </c:pt>
                <c:pt idx="4960">
                  <c:v>44608</c:v>
                </c:pt>
                <c:pt idx="4961">
                  <c:v>44609</c:v>
                </c:pt>
                <c:pt idx="4962">
                  <c:v>44610</c:v>
                </c:pt>
                <c:pt idx="4963">
                  <c:v>44613</c:v>
                </c:pt>
                <c:pt idx="4964">
                  <c:v>44614</c:v>
                </c:pt>
                <c:pt idx="4965">
                  <c:v>44615</c:v>
                </c:pt>
                <c:pt idx="4966">
                  <c:v>44616</c:v>
                </c:pt>
                <c:pt idx="4967">
                  <c:v>44617</c:v>
                </c:pt>
                <c:pt idx="4968">
                  <c:v>44622</c:v>
                </c:pt>
                <c:pt idx="4969">
                  <c:v>44623</c:v>
                </c:pt>
                <c:pt idx="4970">
                  <c:v>44624</c:v>
                </c:pt>
                <c:pt idx="4971">
                  <c:v>44627</c:v>
                </c:pt>
                <c:pt idx="4972">
                  <c:v>44628</c:v>
                </c:pt>
                <c:pt idx="4973">
                  <c:v>44629</c:v>
                </c:pt>
                <c:pt idx="4974">
                  <c:v>44630</c:v>
                </c:pt>
                <c:pt idx="4975">
                  <c:v>44631</c:v>
                </c:pt>
                <c:pt idx="4976">
                  <c:v>44634</c:v>
                </c:pt>
                <c:pt idx="4977">
                  <c:v>44635</c:v>
                </c:pt>
                <c:pt idx="4978">
                  <c:v>44636</c:v>
                </c:pt>
                <c:pt idx="4979">
                  <c:v>44637</c:v>
                </c:pt>
                <c:pt idx="4980">
                  <c:v>44638</c:v>
                </c:pt>
                <c:pt idx="4981">
                  <c:v>44641</c:v>
                </c:pt>
                <c:pt idx="4982">
                  <c:v>44642</c:v>
                </c:pt>
                <c:pt idx="4983">
                  <c:v>44643</c:v>
                </c:pt>
                <c:pt idx="4984">
                  <c:v>44644</c:v>
                </c:pt>
                <c:pt idx="4985">
                  <c:v>44645</c:v>
                </c:pt>
                <c:pt idx="4986">
                  <c:v>44648</c:v>
                </c:pt>
                <c:pt idx="4987">
                  <c:v>44649</c:v>
                </c:pt>
                <c:pt idx="4988">
                  <c:v>44650</c:v>
                </c:pt>
                <c:pt idx="4989">
                  <c:v>44651</c:v>
                </c:pt>
                <c:pt idx="4990">
                  <c:v>44652</c:v>
                </c:pt>
                <c:pt idx="4991">
                  <c:v>44655</c:v>
                </c:pt>
                <c:pt idx="4992">
                  <c:v>44656</c:v>
                </c:pt>
                <c:pt idx="4993">
                  <c:v>44657</c:v>
                </c:pt>
                <c:pt idx="4994">
                  <c:v>44658</c:v>
                </c:pt>
                <c:pt idx="4995">
                  <c:v>44659</c:v>
                </c:pt>
                <c:pt idx="4996">
                  <c:v>44662</c:v>
                </c:pt>
                <c:pt idx="4997">
                  <c:v>44663</c:v>
                </c:pt>
                <c:pt idx="4998">
                  <c:v>44664</c:v>
                </c:pt>
                <c:pt idx="4999">
                  <c:v>44665</c:v>
                </c:pt>
                <c:pt idx="5000">
                  <c:v>44669</c:v>
                </c:pt>
                <c:pt idx="5001">
                  <c:v>44670</c:v>
                </c:pt>
                <c:pt idx="5002">
                  <c:v>44671</c:v>
                </c:pt>
                <c:pt idx="5003">
                  <c:v>44673</c:v>
                </c:pt>
                <c:pt idx="5004">
                  <c:v>44676</c:v>
                </c:pt>
                <c:pt idx="5005">
                  <c:v>44677</c:v>
                </c:pt>
                <c:pt idx="5006">
                  <c:v>44678</c:v>
                </c:pt>
                <c:pt idx="5007">
                  <c:v>44679</c:v>
                </c:pt>
                <c:pt idx="5008">
                  <c:v>44680</c:v>
                </c:pt>
                <c:pt idx="5009">
                  <c:v>44683</c:v>
                </c:pt>
                <c:pt idx="5010">
                  <c:v>44684</c:v>
                </c:pt>
                <c:pt idx="5011">
                  <c:v>44685</c:v>
                </c:pt>
                <c:pt idx="5012">
                  <c:v>44686</c:v>
                </c:pt>
                <c:pt idx="5013">
                  <c:v>44687</c:v>
                </c:pt>
                <c:pt idx="5014">
                  <c:v>44690</c:v>
                </c:pt>
                <c:pt idx="5015">
                  <c:v>44691</c:v>
                </c:pt>
                <c:pt idx="5016">
                  <c:v>44692</c:v>
                </c:pt>
                <c:pt idx="5017">
                  <c:v>44693</c:v>
                </c:pt>
                <c:pt idx="5018">
                  <c:v>44694</c:v>
                </c:pt>
                <c:pt idx="5019">
                  <c:v>44697</c:v>
                </c:pt>
                <c:pt idx="5020">
                  <c:v>44698</c:v>
                </c:pt>
                <c:pt idx="5021">
                  <c:v>44699</c:v>
                </c:pt>
                <c:pt idx="5022">
                  <c:v>44700</c:v>
                </c:pt>
                <c:pt idx="5023">
                  <c:v>44701</c:v>
                </c:pt>
                <c:pt idx="5024">
                  <c:v>44704</c:v>
                </c:pt>
                <c:pt idx="5025">
                  <c:v>44705</c:v>
                </c:pt>
                <c:pt idx="5026">
                  <c:v>44706</c:v>
                </c:pt>
                <c:pt idx="5027">
                  <c:v>44707</c:v>
                </c:pt>
                <c:pt idx="5028">
                  <c:v>44708</c:v>
                </c:pt>
                <c:pt idx="5029">
                  <c:v>44711</c:v>
                </c:pt>
                <c:pt idx="5030">
                  <c:v>44712</c:v>
                </c:pt>
                <c:pt idx="5031">
                  <c:v>44713</c:v>
                </c:pt>
                <c:pt idx="5032">
                  <c:v>44714</c:v>
                </c:pt>
                <c:pt idx="5033">
                  <c:v>44715</c:v>
                </c:pt>
                <c:pt idx="5034">
                  <c:v>44718</c:v>
                </c:pt>
                <c:pt idx="5035">
                  <c:v>44719</c:v>
                </c:pt>
                <c:pt idx="5036">
                  <c:v>44720</c:v>
                </c:pt>
                <c:pt idx="5037">
                  <c:v>44721</c:v>
                </c:pt>
                <c:pt idx="5038">
                  <c:v>44722</c:v>
                </c:pt>
                <c:pt idx="5039">
                  <c:v>44725</c:v>
                </c:pt>
                <c:pt idx="5040">
                  <c:v>44726</c:v>
                </c:pt>
                <c:pt idx="5041">
                  <c:v>44727</c:v>
                </c:pt>
                <c:pt idx="5042">
                  <c:v>44729</c:v>
                </c:pt>
                <c:pt idx="5043">
                  <c:v>44732</c:v>
                </c:pt>
                <c:pt idx="5044">
                  <c:v>44733</c:v>
                </c:pt>
                <c:pt idx="5045">
                  <c:v>44734</c:v>
                </c:pt>
                <c:pt idx="5046">
                  <c:v>44735</c:v>
                </c:pt>
                <c:pt idx="5047">
                  <c:v>44736</c:v>
                </c:pt>
                <c:pt idx="5048">
                  <c:v>44739</c:v>
                </c:pt>
                <c:pt idx="5049">
                  <c:v>44740</c:v>
                </c:pt>
                <c:pt idx="5050">
                  <c:v>44741</c:v>
                </c:pt>
                <c:pt idx="5051">
                  <c:v>44742</c:v>
                </c:pt>
                <c:pt idx="5052">
                  <c:v>44743</c:v>
                </c:pt>
                <c:pt idx="5053">
                  <c:v>44746</c:v>
                </c:pt>
                <c:pt idx="5054">
                  <c:v>44747</c:v>
                </c:pt>
                <c:pt idx="5055">
                  <c:v>44748</c:v>
                </c:pt>
                <c:pt idx="5056">
                  <c:v>44749</c:v>
                </c:pt>
                <c:pt idx="5057">
                  <c:v>44750</c:v>
                </c:pt>
                <c:pt idx="5058">
                  <c:v>44753</c:v>
                </c:pt>
                <c:pt idx="5059">
                  <c:v>44754</c:v>
                </c:pt>
                <c:pt idx="5060">
                  <c:v>44755</c:v>
                </c:pt>
                <c:pt idx="5061">
                  <c:v>44756</c:v>
                </c:pt>
                <c:pt idx="5062">
                  <c:v>44757</c:v>
                </c:pt>
                <c:pt idx="5063">
                  <c:v>44760</c:v>
                </c:pt>
                <c:pt idx="5064">
                  <c:v>44761</c:v>
                </c:pt>
                <c:pt idx="5065">
                  <c:v>44762</c:v>
                </c:pt>
                <c:pt idx="5066">
                  <c:v>44763</c:v>
                </c:pt>
                <c:pt idx="5067">
                  <c:v>44764</c:v>
                </c:pt>
                <c:pt idx="5068">
                  <c:v>44767</c:v>
                </c:pt>
                <c:pt idx="5069">
                  <c:v>44768</c:v>
                </c:pt>
                <c:pt idx="5070">
                  <c:v>44769</c:v>
                </c:pt>
                <c:pt idx="5071">
                  <c:v>44770</c:v>
                </c:pt>
                <c:pt idx="5072">
                  <c:v>44771</c:v>
                </c:pt>
                <c:pt idx="5073">
                  <c:v>44774</c:v>
                </c:pt>
                <c:pt idx="5074">
                  <c:v>44775</c:v>
                </c:pt>
                <c:pt idx="5075">
                  <c:v>44776</c:v>
                </c:pt>
                <c:pt idx="5076">
                  <c:v>44777</c:v>
                </c:pt>
                <c:pt idx="5077">
                  <c:v>44778</c:v>
                </c:pt>
                <c:pt idx="5078">
                  <c:v>44781</c:v>
                </c:pt>
                <c:pt idx="5079">
                  <c:v>44782</c:v>
                </c:pt>
                <c:pt idx="5080">
                  <c:v>44783</c:v>
                </c:pt>
                <c:pt idx="5081">
                  <c:v>44784</c:v>
                </c:pt>
                <c:pt idx="5082">
                  <c:v>44785</c:v>
                </c:pt>
                <c:pt idx="5083">
                  <c:v>44788</c:v>
                </c:pt>
                <c:pt idx="5084">
                  <c:v>44789</c:v>
                </c:pt>
                <c:pt idx="5085">
                  <c:v>44790</c:v>
                </c:pt>
                <c:pt idx="5086">
                  <c:v>44791</c:v>
                </c:pt>
                <c:pt idx="5087">
                  <c:v>44792</c:v>
                </c:pt>
                <c:pt idx="5088">
                  <c:v>44795</c:v>
                </c:pt>
                <c:pt idx="5089">
                  <c:v>44796</c:v>
                </c:pt>
                <c:pt idx="5090">
                  <c:v>44797</c:v>
                </c:pt>
                <c:pt idx="5091">
                  <c:v>44798</c:v>
                </c:pt>
                <c:pt idx="5092">
                  <c:v>44799</c:v>
                </c:pt>
                <c:pt idx="5093">
                  <c:v>44802</c:v>
                </c:pt>
                <c:pt idx="5094">
                  <c:v>44803</c:v>
                </c:pt>
                <c:pt idx="5095">
                  <c:v>44804</c:v>
                </c:pt>
                <c:pt idx="5096">
                  <c:v>44805</c:v>
                </c:pt>
                <c:pt idx="5097">
                  <c:v>44806</c:v>
                </c:pt>
                <c:pt idx="5098">
                  <c:v>44809</c:v>
                </c:pt>
                <c:pt idx="5099">
                  <c:v>44810</c:v>
                </c:pt>
                <c:pt idx="5100">
                  <c:v>44812</c:v>
                </c:pt>
                <c:pt idx="5101">
                  <c:v>44813</c:v>
                </c:pt>
                <c:pt idx="5102">
                  <c:v>44816</c:v>
                </c:pt>
                <c:pt idx="5103">
                  <c:v>44817</c:v>
                </c:pt>
                <c:pt idx="5104">
                  <c:v>44818</c:v>
                </c:pt>
                <c:pt idx="5105">
                  <c:v>44819</c:v>
                </c:pt>
                <c:pt idx="5106">
                  <c:v>44820</c:v>
                </c:pt>
                <c:pt idx="5107">
                  <c:v>44823</c:v>
                </c:pt>
                <c:pt idx="5108">
                  <c:v>44824</c:v>
                </c:pt>
                <c:pt idx="5109">
                  <c:v>44825</c:v>
                </c:pt>
                <c:pt idx="5110">
                  <c:v>44826</c:v>
                </c:pt>
                <c:pt idx="5111">
                  <c:v>44827</c:v>
                </c:pt>
                <c:pt idx="5112">
                  <c:v>44830</c:v>
                </c:pt>
                <c:pt idx="5113">
                  <c:v>44831</c:v>
                </c:pt>
                <c:pt idx="5114">
                  <c:v>44832</c:v>
                </c:pt>
                <c:pt idx="5115">
                  <c:v>44833</c:v>
                </c:pt>
                <c:pt idx="5116">
                  <c:v>44834</c:v>
                </c:pt>
                <c:pt idx="5117">
                  <c:v>44837</c:v>
                </c:pt>
                <c:pt idx="5118">
                  <c:v>44838</c:v>
                </c:pt>
                <c:pt idx="5119">
                  <c:v>44839</c:v>
                </c:pt>
                <c:pt idx="5120">
                  <c:v>44840</c:v>
                </c:pt>
                <c:pt idx="5121">
                  <c:v>44841</c:v>
                </c:pt>
                <c:pt idx="5122">
                  <c:v>44844</c:v>
                </c:pt>
                <c:pt idx="5123">
                  <c:v>44845</c:v>
                </c:pt>
                <c:pt idx="5124">
                  <c:v>44847</c:v>
                </c:pt>
                <c:pt idx="5125">
                  <c:v>44848</c:v>
                </c:pt>
                <c:pt idx="5126">
                  <c:v>44851</c:v>
                </c:pt>
                <c:pt idx="5127">
                  <c:v>44852</c:v>
                </c:pt>
                <c:pt idx="5128">
                  <c:v>44853</c:v>
                </c:pt>
                <c:pt idx="5129">
                  <c:v>44854</c:v>
                </c:pt>
                <c:pt idx="5130">
                  <c:v>44855</c:v>
                </c:pt>
                <c:pt idx="5131">
                  <c:v>44858</c:v>
                </c:pt>
                <c:pt idx="5132">
                  <c:v>44859</c:v>
                </c:pt>
                <c:pt idx="5133">
                  <c:v>44860</c:v>
                </c:pt>
                <c:pt idx="5134">
                  <c:v>44861</c:v>
                </c:pt>
                <c:pt idx="5135">
                  <c:v>44862</c:v>
                </c:pt>
                <c:pt idx="5136">
                  <c:v>44865</c:v>
                </c:pt>
                <c:pt idx="5137">
                  <c:v>44866</c:v>
                </c:pt>
                <c:pt idx="5138">
                  <c:v>44868</c:v>
                </c:pt>
                <c:pt idx="5139">
                  <c:v>44869</c:v>
                </c:pt>
                <c:pt idx="5140">
                  <c:v>44872</c:v>
                </c:pt>
                <c:pt idx="5141">
                  <c:v>44873</c:v>
                </c:pt>
                <c:pt idx="5142">
                  <c:v>44874</c:v>
                </c:pt>
                <c:pt idx="5143">
                  <c:v>44875</c:v>
                </c:pt>
                <c:pt idx="5144">
                  <c:v>44876</c:v>
                </c:pt>
                <c:pt idx="5145">
                  <c:v>44879</c:v>
                </c:pt>
                <c:pt idx="5146">
                  <c:v>44881</c:v>
                </c:pt>
                <c:pt idx="5147">
                  <c:v>44882</c:v>
                </c:pt>
                <c:pt idx="5148">
                  <c:v>44883</c:v>
                </c:pt>
                <c:pt idx="5149">
                  <c:v>44886</c:v>
                </c:pt>
                <c:pt idx="5150">
                  <c:v>44887</c:v>
                </c:pt>
                <c:pt idx="5151">
                  <c:v>44888</c:v>
                </c:pt>
                <c:pt idx="5152">
                  <c:v>44889</c:v>
                </c:pt>
                <c:pt idx="5153">
                  <c:v>44890</c:v>
                </c:pt>
                <c:pt idx="5154">
                  <c:v>44893</c:v>
                </c:pt>
                <c:pt idx="5155">
                  <c:v>44894</c:v>
                </c:pt>
                <c:pt idx="5156">
                  <c:v>44895</c:v>
                </c:pt>
                <c:pt idx="5157">
                  <c:v>44896</c:v>
                </c:pt>
                <c:pt idx="5158">
                  <c:v>44897</c:v>
                </c:pt>
                <c:pt idx="5159">
                  <c:v>44900</c:v>
                </c:pt>
                <c:pt idx="5160">
                  <c:v>44901</c:v>
                </c:pt>
                <c:pt idx="5161">
                  <c:v>44902</c:v>
                </c:pt>
                <c:pt idx="5162">
                  <c:v>44903</c:v>
                </c:pt>
                <c:pt idx="5163">
                  <c:v>44904</c:v>
                </c:pt>
                <c:pt idx="5164">
                  <c:v>44907</c:v>
                </c:pt>
                <c:pt idx="5165">
                  <c:v>44908</c:v>
                </c:pt>
                <c:pt idx="5166">
                  <c:v>44909</c:v>
                </c:pt>
                <c:pt idx="5167">
                  <c:v>44910</c:v>
                </c:pt>
                <c:pt idx="5168">
                  <c:v>44911</c:v>
                </c:pt>
                <c:pt idx="5169">
                  <c:v>44914</c:v>
                </c:pt>
                <c:pt idx="5170">
                  <c:v>44915</c:v>
                </c:pt>
                <c:pt idx="5171">
                  <c:v>44916</c:v>
                </c:pt>
                <c:pt idx="5172">
                  <c:v>44917</c:v>
                </c:pt>
                <c:pt idx="5173">
                  <c:v>44918</c:v>
                </c:pt>
                <c:pt idx="5174">
                  <c:v>44921</c:v>
                </c:pt>
                <c:pt idx="5175">
                  <c:v>44922</c:v>
                </c:pt>
                <c:pt idx="5176">
                  <c:v>44923</c:v>
                </c:pt>
                <c:pt idx="5177">
                  <c:v>44924</c:v>
                </c:pt>
                <c:pt idx="5178">
                  <c:v>44928</c:v>
                </c:pt>
                <c:pt idx="5179">
                  <c:v>44929</c:v>
                </c:pt>
                <c:pt idx="5180">
                  <c:v>44930</c:v>
                </c:pt>
                <c:pt idx="5181">
                  <c:v>44931</c:v>
                </c:pt>
                <c:pt idx="5182">
                  <c:v>44932</c:v>
                </c:pt>
                <c:pt idx="5183">
                  <c:v>44935</c:v>
                </c:pt>
                <c:pt idx="5184">
                  <c:v>44936</c:v>
                </c:pt>
                <c:pt idx="5185">
                  <c:v>44937</c:v>
                </c:pt>
                <c:pt idx="5186">
                  <c:v>44938</c:v>
                </c:pt>
                <c:pt idx="5187">
                  <c:v>44939</c:v>
                </c:pt>
                <c:pt idx="5188">
                  <c:v>44942</c:v>
                </c:pt>
                <c:pt idx="5189">
                  <c:v>44943</c:v>
                </c:pt>
                <c:pt idx="5190">
                  <c:v>44944</c:v>
                </c:pt>
                <c:pt idx="5191">
                  <c:v>44945</c:v>
                </c:pt>
                <c:pt idx="5192">
                  <c:v>44946</c:v>
                </c:pt>
                <c:pt idx="5193">
                  <c:v>44949</c:v>
                </c:pt>
                <c:pt idx="5194">
                  <c:v>44950</c:v>
                </c:pt>
                <c:pt idx="5195">
                  <c:v>44951</c:v>
                </c:pt>
                <c:pt idx="5196">
                  <c:v>44952</c:v>
                </c:pt>
                <c:pt idx="5197">
                  <c:v>44953</c:v>
                </c:pt>
                <c:pt idx="5198">
                  <c:v>44956</c:v>
                </c:pt>
                <c:pt idx="5199">
                  <c:v>44957</c:v>
                </c:pt>
                <c:pt idx="5200">
                  <c:v>44958</c:v>
                </c:pt>
                <c:pt idx="5201">
                  <c:v>44959</c:v>
                </c:pt>
                <c:pt idx="5202">
                  <c:v>44960</c:v>
                </c:pt>
                <c:pt idx="5203">
                  <c:v>44963</c:v>
                </c:pt>
                <c:pt idx="5204">
                  <c:v>44964</c:v>
                </c:pt>
                <c:pt idx="5205">
                  <c:v>44965</c:v>
                </c:pt>
                <c:pt idx="5206">
                  <c:v>44966</c:v>
                </c:pt>
                <c:pt idx="5207">
                  <c:v>44967</c:v>
                </c:pt>
                <c:pt idx="5208">
                  <c:v>44970</c:v>
                </c:pt>
                <c:pt idx="5209">
                  <c:v>44971</c:v>
                </c:pt>
                <c:pt idx="5210">
                  <c:v>44972</c:v>
                </c:pt>
                <c:pt idx="5211">
                  <c:v>44973</c:v>
                </c:pt>
                <c:pt idx="5212">
                  <c:v>44974</c:v>
                </c:pt>
                <c:pt idx="5213">
                  <c:v>44979</c:v>
                </c:pt>
                <c:pt idx="5214">
                  <c:v>44980</c:v>
                </c:pt>
                <c:pt idx="5215">
                  <c:v>44981</c:v>
                </c:pt>
                <c:pt idx="5216">
                  <c:v>44984</c:v>
                </c:pt>
                <c:pt idx="5217">
                  <c:v>44985</c:v>
                </c:pt>
                <c:pt idx="5218">
                  <c:v>44986</c:v>
                </c:pt>
                <c:pt idx="5219">
                  <c:v>44987</c:v>
                </c:pt>
                <c:pt idx="5220">
                  <c:v>44988</c:v>
                </c:pt>
                <c:pt idx="5221">
                  <c:v>44991</c:v>
                </c:pt>
                <c:pt idx="5222">
                  <c:v>44992</c:v>
                </c:pt>
                <c:pt idx="5223">
                  <c:v>44993</c:v>
                </c:pt>
                <c:pt idx="5224">
                  <c:v>44994</c:v>
                </c:pt>
                <c:pt idx="5225">
                  <c:v>44995</c:v>
                </c:pt>
                <c:pt idx="5226">
                  <c:v>44998</c:v>
                </c:pt>
                <c:pt idx="5227">
                  <c:v>44999</c:v>
                </c:pt>
                <c:pt idx="5228">
                  <c:v>45000</c:v>
                </c:pt>
                <c:pt idx="5229">
                  <c:v>45001</c:v>
                </c:pt>
                <c:pt idx="5230">
                  <c:v>45002</c:v>
                </c:pt>
                <c:pt idx="5231">
                  <c:v>45005</c:v>
                </c:pt>
                <c:pt idx="5232">
                  <c:v>45006</c:v>
                </c:pt>
                <c:pt idx="5233">
                  <c:v>45007</c:v>
                </c:pt>
                <c:pt idx="5234">
                  <c:v>45008</c:v>
                </c:pt>
                <c:pt idx="5235">
                  <c:v>45009</c:v>
                </c:pt>
                <c:pt idx="5236">
                  <c:v>45012</c:v>
                </c:pt>
                <c:pt idx="5237">
                  <c:v>45013</c:v>
                </c:pt>
                <c:pt idx="5238">
                  <c:v>45014</c:v>
                </c:pt>
                <c:pt idx="5239">
                  <c:v>45015</c:v>
                </c:pt>
                <c:pt idx="5240">
                  <c:v>45016</c:v>
                </c:pt>
                <c:pt idx="5241">
                  <c:v>45019</c:v>
                </c:pt>
                <c:pt idx="5242">
                  <c:v>45020</c:v>
                </c:pt>
                <c:pt idx="5243">
                  <c:v>45021</c:v>
                </c:pt>
                <c:pt idx="5244">
                  <c:v>45022</c:v>
                </c:pt>
                <c:pt idx="5245">
                  <c:v>45026</c:v>
                </c:pt>
                <c:pt idx="5246">
                  <c:v>45027</c:v>
                </c:pt>
                <c:pt idx="5247">
                  <c:v>45028</c:v>
                </c:pt>
                <c:pt idx="5248">
                  <c:v>45029</c:v>
                </c:pt>
                <c:pt idx="5249">
                  <c:v>45030</c:v>
                </c:pt>
                <c:pt idx="5250">
                  <c:v>45033</c:v>
                </c:pt>
                <c:pt idx="5251">
                  <c:v>45034</c:v>
                </c:pt>
                <c:pt idx="5252">
                  <c:v>45035</c:v>
                </c:pt>
                <c:pt idx="5253">
                  <c:v>45036</c:v>
                </c:pt>
                <c:pt idx="5254">
                  <c:v>45040</c:v>
                </c:pt>
                <c:pt idx="5255">
                  <c:v>45041</c:v>
                </c:pt>
                <c:pt idx="5256">
                  <c:v>45042</c:v>
                </c:pt>
                <c:pt idx="5257">
                  <c:v>45043</c:v>
                </c:pt>
                <c:pt idx="5258">
                  <c:v>45044</c:v>
                </c:pt>
                <c:pt idx="5259">
                  <c:v>45048</c:v>
                </c:pt>
                <c:pt idx="5260">
                  <c:v>45049</c:v>
                </c:pt>
                <c:pt idx="5261">
                  <c:v>45050</c:v>
                </c:pt>
                <c:pt idx="5262">
                  <c:v>45051</c:v>
                </c:pt>
                <c:pt idx="5263">
                  <c:v>45054</c:v>
                </c:pt>
                <c:pt idx="5264">
                  <c:v>45055</c:v>
                </c:pt>
                <c:pt idx="5265">
                  <c:v>45056</c:v>
                </c:pt>
                <c:pt idx="5266">
                  <c:v>45057</c:v>
                </c:pt>
                <c:pt idx="5267">
                  <c:v>45058</c:v>
                </c:pt>
                <c:pt idx="5268">
                  <c:v>45061</c:v>
                </c:pt>
                <c:pt idx="5269">
                  <c:v>45062</c:v>
                </c:pt>
                <c:pt idx="5270">
                  <c:v>45063</c:v>
                </c:pt>
                <c:pt idx="5271">
                  <c:v>45064</c:v>
                </c:pt>
                <c:pt idx="5272">
                  <c:v>45065</c:v>
                </c:pt>
                <c:pt idx="5273">
                  <c:v>45068</c:v>
                </c:pt>
                <c:pt idx="5274">
                  <c:v>45069</c:v>
                </c:pt>
                <c:pt idx="5275">
                  <c:v>45070</c:v>
                </c:pt>
                <c:pt idx="5276">
                  <c:v>45071</c:v>
                </c:pt>
                <c:pt idx="5277">
                  <c:v>45072</c:v>
                </c:pt>
                <c:pt idx="5278">
                  <c:v>45075</c:v>
                </c:pt>
                <c:pt idx="5279">
                  <c:v>45076</c:v>
                </c:pt>
                <c:pt idx="5280">
                  <c:v>45077</c:v>
                </c:pt>
                <c:pt idx="5281">
                  <c:v>45078</c:v>
                </c:pt>
                <c:pt idx="5282">
                  <c:v>45079</c:v>
                </c:pt>
                <c:pt idx="5283">
                  <c:v>45082</c:v>
                </c:pt>
                <c:pt idx="5284">
                  <c:v>45083</c:v>
                </c:pt>
                <c:pt idx="5285">
                  <c:v>45084</c:v>
                </c:pt>
                <c:pt idx="5286">
                  <c:v>45086</c:v>
                </c:pt>
                <c:pt idx="5287">
                  <c:v>45089</c:v>
                </c:pt>
                <c:pt idx="5288">
                  <c:v>45090</c:v>
                </c:pt>
                <c:pt idx="5289">
                  <c:v>45091</c:v>
                </c:pt>
                <c:pt idx="5290">
                  <c:v>45092</c:v>
                </c:pt>
                <c:pt idx="5291">
                  <c:v>45093</c:v>
                </c:pt>
                <c:pt idx="5292">
                  <c:v>45096</c:v>
                </c:pt>
                <c:pt idx="5293">
                  <c:v>45097</c:v>
                </c:pt>
                <c:pt idx="5294">
                  <c:v>45098</c:v>
                </c:pt>
                <c:pt idx="5295">
                  <c:v>45099</c:v>
                </c:pt>
                <c:pt idx="5296">
                  <c:v>45100</c:v>
                </c:pt>
                <c:pt idx="5297">
                  <c:v>45103</c:v>
                </c:pt>
                <c:pt idx="5298">
                  <c:v>45104</c:v>
                </c:pt>
                <c:pt idx="5299">
                  <c:v>45105</c:v>
                </c:pt>
                <c:pt idx="5300">
                  <c:v>45106</c:v>
                </c:pt>
                <c:pt idx="5301">
                  <c:v>45107</c:v>
                </c:pt>
                <c:pt idx="5302">
                  <c:v>45110</c:v>
                </c:pt>
                <c:pt idx="5303">
                  <c:v>45111</c:v>
                </c:pt>
                <c:pt idx="5304">
                  <c:v>45112</c:v>
                </c:pt>
                <c:pt idx="5305">
                  <c:v>45113</c:v>
                </c:pt>
                <c:pt idx="5306">
                  <c:v>45114</c:v>
                </c:pt>
                <c:pt idx="5307">
                  <c:v>45117</c:v>
                </c:pt>
                <c:pt idx="5308">
                  <c:v>45118</c:v>
                </c:pt>
                <c:pt idx="5309">
                  <c:v>45119</c:v>
                </c:pt>
                <c:pt idx="5310">
                  <c:v>45120</c:v>
                </c:pt>
                <c:pt idx="5311">
                  <c:v>45121</c:v>
                </c:pt>
                <c:pt idx="5312">
                  <c:v>45124</c:v>
                </c:pt>
                <c:pt idx="5313">
                  <c:v>45125</c:v>
                </c:pt>
                <c:pt idx="5314">
                  <c:v>45126</c:v>
                </c:pt>
                <c:pt idx="5315">
                  <c:v>45127</c:v>
                </c:pt>
                <c:pt idx="5316">
                  <c:v>45128</c:v>
                </c:pt>
                <c:pt idx="5317">
                  <c:v>45131</c:v>
                </c:pt>
                <c:pt idx="5318">
                  <c:v>45132</c:v>
                </c:pt>
                <c:pt idx="5319">
                  <c:v>45133</c:v>
                </c:pt>
                <c:pt idx="5320">
                  <c:v>45134</c:v>
                </c:pt>
                <c:pt idx="5321">
                  <c:v>45135</c:v>
                </c:pt>
                <c:pt idx="5322">
                  <c:v>45138</c:v>
                </c:pt>
                <c:pt idx="5323">
                  <c:v>45139</c:v>
                </c:pt>
                <c:pt idx="5324">
                  <c:v>45140</c:v>
                </c:pt>
                <c:pt idx="5325">
                  <c:v>45141</c:v>
                </c:pt>
                <c:pt idx="5326">
                  <c:v>45142</c:v>
                </c:pt>
                <c:pt idx="5327">
                  <c:v>45145</c:v>
                </c:pt>
                <c:pt idx="5328">
                  <c:v>45146</c:v>
                </c:pt>
                <c:pt idx="5329">
                  <c:v>45147</c:v>
                </c:pt>
                <c:pt idx="5330">
                  <c:v>45148</c:v>
                </c:pt>
                <c:pt idx="5331">
                  <c:v>45149</c:v>
                </c:pt>
                <c:pt idx="5332">
                  <c:v>45152</c:v>
                </c:pt>
                <c:pt idx="5333">
                  <c:v>45153</c:v>
                </c:pt>
                <c:pt idx="5334">
                  <c:v>45154</c:v>
                </c:pt>
                <c:pt idx="5335">
                  <c:v>45155</c:v>
                </c:pt>
                <c:pt idx="5336">
                  <c:v>45156</c:v>
                </c:pt>
                <c:pt idx="5337">
                  <c:v>45159</c:v>
                </c:pt>
                <c:pt idx="5338">
                  <c:v>45160</c:v>
                </c:pt>
                <c:pt idx="5339">
                  <c:v>45161</c:v>
                </c:pt>
                <c:pt idx="5340">
                  <c:v>45162</c:v>
                </c:pt>
                <c:pt idx="5341">
                  <c:v>45163</c:v>
                </c:pt>
                <c:pt idx="5342">
                  <c:v>45166</c:v>
                </c:pt>
                <c:pt idx="5343">
                  <c:v>45167</c:v>
                </c:pt>
                <c:pt idx="5344">
                  <c:v>45168</c:v>
                </c:pt>
                <c:pt idx="5345">
                  <c:v>45169</c:v>
                </c:pt>
                <c:pt idx="5346">
                  <c:v>45170</c:v>
                </c:pt>
                <c:pt idx="5347">
                  <c:v>45173</c:v>
                </c:pt>
                <c:pt idx="5348">
                  <c:v>45174</c:v>
                </c:pt>
                <c:pt idx="5349">
                  <c:v>45175</c:v>
                </c:pt>
                <c:pt idx="5350">
                  <c:v>45177</c:v>
                </c:pt>
                <c:pt idx="5351">
                  <c:v>45180</c:v>
                </c:pt>
                <c:pt idx="5352">
                  <c:v>45181</c:v>
                </c:pt>
                <c:pt idx="5353">
                  <c:v>45182</c:v>
                </c:pt>
                <c:pt idx="5354">
                  <c:v>45183</c:v>
                </c:pt>
                <c:pt idx="5355">
                  <c:v>45184</c:v>
                </c:pt>
                <c:pt idx="5356">
                  <c:v>45187</c:v>
                </c:pt>
                <c:pt idx="5357">
                  <c:v>45188</c:v>
                </c:pt>
                <c:pt idx="5358">
                  <c:v>45189</c:v>
                </c:pt>
                <c:pt idx="5359">
                  <c:v>45190</c:v>
                </c:pt>
                <c:pt idx="5360">
                  <c:v>45191</c:v>
                </c:pt>
                <c:pt idx="5361">
                  <c:v>45194</c:v>
                </c:pt>
                <c:pt idx="5362">
                  <c:v>45195</c:v>
                </c:pt>
                <c:pt idx="5363">
                  <c:v>45196</c:v>
                </c:pt>
                <c:pt idx="5364">
                  <c:v>45197</c:v>
                </c:pt>
                <c:pt idx="5365">
                  <c:v>45198</c:v>
                </c:pt>
                <c:pt idx="5366">
                  <c:v>45201</c:v>
                </c:pt>
                <c:pt idx="5367">
                  <c:v>45202</c:v>
                </c:pt>
                <c:pt idx="5368">
                  <c:v>45203</c:v>
                </c:pt>
                <c:pt idx="5369">
                  <c:v>45204</c:v>
                </c:pt>
                <c:pt idx="5370">
                  <c:v>45205</c:v>
                </c:pt>
                <c:pt idx="5371">
                  <c:v>45208</c:v>
                </c:pt>
                <c:pt idx="5372">
                  <c:v>45209</c:v>
                </c:pt>
                <c:pt idx="5373">
                  <c:v>45210</c:v>
                </c:pt>
                <c:pt idx="5374">
                  <c:v>45212</c:v>
                </c:pt>
                <c:pt idx="5375">
                  <c:v>45215</c:v>
                </c:pt>
                <c:pt idx="5376">
                  <c:v>45216</c:v>
                </c:pt>
                <c:pt idx="5377">
                  <c:v>45217</c:v>
                </c:pt>
                <c:pt idx="5378">
                  <c:v>45218</c:v>
                </c:pt>
                <c:pt idx="5379">
                  <c:v>45219</c:v>
                </c:pt>
                <c:pt idx="5380">
                  <c:v>45222</c:v>
                </c:pt>
                <c:pt idx="5381">
                  <c:v>45223</c:v>
                </c:pt>
                <c:pt idx="5382">
                  <c:v>45224</c:v>
                </c:pt>
                <c:pt idx="5383">
                  <c:v>45225</c:v>
                </c:pt>
                <c:pt idx="5384">
                  <c:v>45226</c:v>
                </c:pt>
                <c:pt idx="5385">
                  <c:v>45229</c:v>
                </c:pt>
                <c:pt idx="5386">
                  <c:v>45230</c:v>
                </c:pt>
                <c:pt idx="5387">
                  <c:v>45231</c:v>
                </c:pt>
                <c:pt idx="5388">
                  <c:v>45233</c:v>
                </c:pt>
                <c:pt idx="5389">
                  <c:v>45236</c:v>
                </c:pt>
                <c:pt idx="5390">
                  <c:v>45237</c:v>
                </c:pt>
                <c:pt idx="5391">
                  <c:v>45238</c:v>
                </c:pt>
                <c:pt idx="5392">
                  <c:v>45239</c:v>
                </c:pt>
                <c:pt idx="5393">
                  <c:v>45240</c:v>
                </c:pt>
                <c:pt idx="5394">
                  <c:v>45243</c:v>
                </c:pt>
                <c:pt idx="5395">
                  <c:v>45244</c:v>
                </c:pt>
                <c:pt idx="5396">
                  <c:v>45246</c:v>
                </c:pt>
                <c:pt idx="5397">
                  <c:v>45247</c:v>
                </c:pt>
                <c:pt idx="5398">
                  <c:v>45250</c:v>
                </c:pt>
                <c:pt idx="5399">
                  <c:v>45251</c:v>
                </c:pt>
                <c:pt idx="5400">
                  <c:v>45252</c:v>
                </c:pt>
                <c:pt idx="5401">
                  <c:v>45253</c:v>
                </c:pt>
                <c:pt idx="5402">
                  <c:v>45254</c:v>
                </c:pt>
                <c:pt idx="5403">
                  <c:v>45257</c:v>
                </c:pt>
                <c:pt idx="5404">
                  <c:v>45258</c:v>
                </c:pt>
                <c:pt idx="5405">
                  <c:v>45259</c:v>
                </c:pt>
                <c:pt idx="5406">
                  <c:v>45260</c:v>
                </c:pt>
                <c:pt idx="5407">
                  <c:v>45261</c:v>
                </c:pt>
                <c:pt idx="5408">
                  <c:v>45264</c:v>
                </c:pt>
                <c:pt idx="5409">
                  <c:v>45265</c:v>
                </c:pt>
                <c:pt idx="5410">
                  <c:v>45266</c:v>
                </c:pt>
                <c:pt idx="5411">
                  <c:v>45267</c:v>
                </c:pt>
                <c:pt idx="5412">
                  <c:v>45268</c:v>
                </c:pt>
                <c:pt idx="5413">
                  <c:v>45271</c:v>
                </c:pt>
                <c:pt idx="5414">
                  <c:v>45272</c:v>
                </c:pt>
                <c:pt idx="5415">
                  <c:v>45273</c:v>
                </c:pt>
                <c:pt idx="5416">
                  <c:v>45274</c:v>
                </c:pt>
                <c:pt idx="5417">
                  <c:v>45275</c:v>
                </c:pt>
                <c:pt idx="5418">
                  <c:v>45278</c:v>
                </c:pt>
                <c:pt idx="5419">
                  <c:v>45279</c:v>
                </c:pt>
                <c:pt idx="5420">
                  <c:v>45280</c:v>
                </c:pt>
                <c:pt idx="5421">
                  <c:v>45281</c:v>
                </c:pt>
                <c:pt idx="5422">
                  <c:v>45282</c:v>
                </c:pt>
                <c:pt idx="5423">
                  <c:v>45286</c:v>
                </c:pt>
                <c:pt idx="5424">
                  <c:v>45287</c:v>
                </c:pt>
                <c:pt idx="5425">
                  <c:v>45288</c:v>
                </c:pt>
                <c:pt idx="5426">
                  <c:v>45293</c:v>
                </c:pt>
                <c:pt idx="5427">
                  <c:v>45294</c:v>
                </c:pt>
                <c:pt idx="5428">
                  <c:v>45295</c:v>
                </c:pt>
                <c:pt idx="5429">
                  <c:v>45296</c:v>
                </c:pt>
                <c:pt idx="5430">
                  <c:v>45299</c:v>
                </c:pt>
                <c:pt idx="5431">
                  <c:v>45300</c:v>
                </c:pt>
                <c:pt idx="5432">
                  <c:v>45301</c:v>
                </c:pt>
                <c:pt idx="5433">
                  <c:v>45302</c:v>
                </c:pt>
                <c:pt idx="5434">
                  <c:v>45303</c:v>
                </c:pt>
                <c:pt idx="5435">
                  <c:v>45306</c:v>
                </c:pt>
                <c:pt idx="5436">
                  <c:v>45307</c:v>
                </c:pt>
                <c:pt idx="5437">
                  <c:v>45308</c:v>
                </c:pt>
                <c:pt idx="5438">
                  <c:v>45309</c:v>
                </c:pt>
                <c:pt idx="5439">
                  <c:v>45310</c:v>
                </c:pt>
                <c:pt idx="5440">
                  <c:v>45313</c:v>
                </c:pt>
                <c:pt idx="5441">
                  <c:v>45314</c:v>
                </c:pt>
                <c:pt idx="5442">
                  <c:v>45315</c:v>
                </c:pt>
                <c:pt idx="5443">
                  <c:v>45316</c:v>
                </c:pt>
                <c:pt idx="5444">
                  <c:v>45317</c:v>
                </c:pt>
                <c:pt idx="5445">
                  <c:v>45320</c:v>
                </c:pt>
                <c:pt idx="5446">
                  <c:v>45321</c:v>
                </c:pt>
                <c:pt idx="5447">
                  <c:v>45322</c:v>
                </c:pt>
                <c:pt idx="5448">
                  <c:v>45323</c:v>
                </c:pt>
                <c:pt idx="5449">
                  <c:v>45324</c:v>
                </c:pt>
                <c:pt idx="5450">
                  <c:v>45327</c:v>
                </c:pt>
                <c:pt idx="5451">
                  <c:v>45328</c:v>
                </c:pt>
                <c:pt idx="5452">
                  <c:v>45329</c:v>
                </c:pt>
                <c:pt idx="5453">
                  <c:v>45330</c:v>
                </c:pt>
                <c:pt idx="5454">
                  <c:v>45331</c:v>
                </c:pt>
                <c:pt idx="5455">
                  <c:v>45336</c:v>
                </c:pt>
                <c:pt idx="5456">
                  <c:v>45337</c:v>
                </c:pt>
                <c:pt idx="5457">
                  <c:v>45338</c:v>
                </c:pt>
                <c:pt idx="5458">
                  <c:v>45341</c:v>
                </c:pt>
                <c:pt idx="5459">
                  <c:v>45342</c:v>
                </c:pt>
                <c:pt idx="5460">
                  <c:v>45343</c:v>
                </c:pt>
                <c:pt idx="5461">
                  <c:v>45344</c:v>
                </c:pt>
                <c:pt idx="5462">
                  <c:v>45345</c:v>
                </c:pt>
                <c:pt idx="5463">
                  <c:v>45348</c:v>
                </c:pt>
                <c:pt idx="5464">
                  <c:v>45349</c:v>
                </c:pt>
                <c:pt idx="5465">
                  <c:v>45350</c:v>
                </c:pt>
                <c:pt idx="5466">
                  <c:v>45351</c:v>
                </c:pt>
                <c:pt idx="5467">
                  <c:v>45352</c:v>
                </c:pt>
                <c:pt idx="5468">
                  <c:v>45355</c:v>
                </c:pt>
                <c:pt idx="5469">
                  <c:v>45356</c:v>
                </c:pt>
                <c:pt idx="5470">
                  <c:v>45357</c:v>
                </c:pt>
                <c:pt idx="5471">
                  <c:v>45358</c:v>
                </c:pt>
                <c:pt idx="5472">
                  <c:v>45359</c:v>
                </c:pt>
                <c:pt idx="5473">
                  <c:v>45362</c:v>
                </c:pt>
                <c:pt idx="5474">
                  <c:v>45363</c:v>
                </c:pt>
                <c:pt idx="5475">
                  <c:v>45364</c:v>
                </c:pt>
                <c:pt idx="5476">
                  <c:v>45365</c:v>
                </c:pt>
                <c:pt idx="5477">
                  <c:v>45366</c:v>
                </c:pt>
                <c:pt idx="5478">
                  <c:v>45369</c:v>
                </c:pt>
                <c:pt idx="5479">
                  <c:v>45370</c:v>
                </c:pt>
                <c:pt idx="5480">
                  <c:v>45371</c:v>
                </c:pt>
                <c:pt idx="5481">
                  <c:v>45372</c:v>
                </c:pt>
                <c:pt idx="5482">
                  <c:v>45373</c:v>
                </c:pt>
                <c:pt idx="5483">
                  <c:v>45376</c:v>
                </c:pt>
                <c:pt idx="5484">
                  <c:v>45377</c:v>
                </c:pt>
                <c:pt idx="5485">
                  <c:v>45378</c:v>
                </c:pt>
                <c:pt idx="5486">
                  <c:v>45379</c:v>
                </c:pt>
                <c:pt idx="5487">
                  <c:v>45383</c:v>
                </c:pt>
                <c:pt idx="5488">
                  <c:v>45384</c:v>
                </c:pt>
                <c:pt idx="5489">
                  <c:v>45385</c:v>
                </c:pt>
                <c:pt idx="5490">
                  <c:v>45386</c:v>
                </c:pt>
                <c:pt idx="5491">
                  <c:v>45387</c:v>
                </c:pt>
                <c:pt idx="5492">
                  <c:v>45390</c:v>
                </c:pt>
                <c:pt idx="5493">
                  <c:v>45391</c:v>
                </c:pt>
                <c:pt idx="5494">
                  <c:v>45392</c:v>
                </c:pt>
                <c:pt idx="5495">
                  <c:v>45393</c:v>
                </c:pt>
                <c:pt idx="5496">
                  <c:v>45394</c:v>
                </c:pt>
                <c:pt idx="5497">
                  <c:v>45397</c:v>
                </c:pt>
                <c:pt idx="5498">
                  <c:v>45398</c:v>
                </c:pt>
                <c:pt idx="5499">
                  <c:v>45399</c:v>
                </c:pt>
                <c:pt idx="5500">
                  <c:v>45400</c:v>
                </c:pt>
                <c:pt idx="5501">
                  <c:v>45401</c:v>
                </c:pt>
                <c:pt idx="5502">
                  <c:v>45404</c:v>
                </c:pt>
                <c:pt idx="5503">
                  <c:v>45405</c:v>
                </c:pt>
                <c:pt idx="5504">
                  <c:v>45406</c:v>
                </c:pt>
                <c:pt idx="5505">
                  <c:v>45407</c:v>
                </c:pt>
                <c:pt idx="5506">
                  <c:v>45408</c:v>
                </c:pt>
                <c:pt idx="5507">
                  <c:v>45411</c:v>
                </c:pt>
                <c:pt idx="5508">
                  <c:v>45412</c:v>
                </c:pt>
                <c:pt idx="5509">
                  <c:v>45414</c:v>
                </c:pt>
                <c:pt idx="5510">
                  <c:v>45415</c:v>
                </c:pt>
                <c:pt idx="5511">
                  <c:v>45418</c:v>
                </c:pt>
                <c:pt idx="5512">
                  <c:v>45419</c:v>
                </c:pt>
                <c:pt idx="5513">
                  <c:v>45420</c:v>
                </c:pt>
                <c:pt idx="5514">
                  <c:v>45421</c:v>
                </c:pt>
                <c:pt idx="5515">
                  <c:v>45422</c:v>
                </c:pt>
                <c:pt idx="5516">
                  <c:v>45425</c:v>
                </c:pt>
                <c:pt idx="5517">
                  <c:v>45426</c:v>
                </c:pt>
                <c:pt idx="5518">
                  <c:v>45427</c:v>
                </c:pt>
                <c:pt idx="5519">
                  <c:v>45428</c:v>
                </c:pt>
                <c:pt idx="5520">
                  <c:v>45429</c:v>
                </c:pt>
                <c:pt idx="5521">
                  <c:v>45432</c:v>
                </c:pt>
                <c:pt idx="5522">
                  <c:v>45433</c:v>
                </c:pt>
                <c:pt idx="5523">
                  <c:v>45434</c:v>
                </c:pt>
                <c:pt idx="5524">
                  <c:v>45435</c:v>
                </c:pt>
                <c:pt idx="5525">
                  <c:v>45436</c:v>
                </c:pt>
                <c:pt idx="5526">
                  <c:v>45439</c:v>
                </c:pt>
                <c:pt idx="5527">
                  <c:v>45440</c:v>
                </c:pt>
                <c:pt idx="5528">
                  <c:v>45441</c:v>
                </c:pt>
                <c:pt idx="5529">
                  <c:v>45443</c:v>
                </c:pt>
                <c:pt idx="5530">
                  <c:v>45446</c:v>
                </c:pt>
                <c:pt idx="5531">
                  <c:v>45447</c:v>
                </c:pt>
                <c:pt idx="5532">
                  <c:v>45448</c:v>
                </c:pt>
                <c:pt idx="5533">
                  <c:v>45449</c:v>
                </c:pt>
                <c:pt idx="5534">
                  <c:v>45450</c:v>
                </c:pt>
                <c:pt idx="5535">
                  <c:v>45453</c:v>
                </c:pt>
                <c:pt idx="5536">
                  <c:v>45454</c:v>
                </c:pt>
                <c:pt idx="5537">
                  <c:v>45455</c:v>
                </c:pt>
                <c:pt idx="5538">
                  <c:v>45456</c:v>
                </c:pt>
                <c:pt idx="5539">
                  <c:v>45457</c:v>
                </c:pt>
                <c:pt idx="5540">
                  <c:v>45460</c:v>
                </c:pt>
                <c:pt idx="5541">
                  <c:v>45461</c:v>
                </c:pt>
                <c:pt idx="5542">
                  <c:v>45462</c:v>
                </c:pt>
                <c:pt idx="5543">
                  <c:v>45463</c:v>
                </c:pt>
                <c:pt idx="5544">
                  <c:v>45464</c:v>
                </c:pt>
                <c:pt idx="5545">
                  <c:v>45467</c:v>
                </c:pt>
                <c:pt idx="5546">
                  <c:v>45468</c:v>
                </c:pt>
                <c:pt idx="5547">
                  <c:v>45469</c:v>
                </c:pt>
                <c:pt idx="5548">
                  <c:v>45470</c:v>
                </c:pt>
                <c:pt idx="5549">
                  <c:v>45471</c:v>
                </c:pt>
                <c:pt idx="5550">
                  <c:v>45474</c:v>
                </c:pt>
                <c:pt idx="5551">
                  <c:v>45475</c:v>
                </c:pt>
                <c:pt idx="5552">
                  <c:v>45476</c:v>
                </c:pt>
                <c:pt idx="5553">
                  <c:v>45477</c:v>
                </c:pt>
                <c:pt idx="5554">
                  <c:v>45478</c:v>
                </c:pt>
                <c:pt idx="5555">
                  <c:v>45481</c:v>
                </c:pt>
                <c:pt idx="5556">
                  <c:v>45482</c:v>
                </c:pt>
                <c:pt idx="5557">
                  <c:v>45483</c:v>
                </c:pt>
                <c:pt idx="5558">
                  <c:v>45484</c:v>
                </c:pt>
                <c:pt idx="5559">
                  <c:v>45485</c:v>
                </c:pt>
                <c:pt idx="5560">
                  <c:v>45488</c:v>
                </c:pt>
                <c:pt idx="5561">
                  <c:v>45489</c:v>
                </c:pt>
                <c:pt idx="5562">
                  <c:v>45490</c:v>
                </c:pt>
                <c:pt idx="5563">
                  <c:v>45491</c:v>
                </c:pt>
                <c:pt idx="5564">
                  <c:v>45492</c:v>
                </c:pt>
                <c:pt idx="5565">
                  <c:v>45495</c:v>
                </c:pt>
                <c:pt idx="5566">
                  <c:v>45496</c:v>
                </c:pt>
                <c:pt idx="5567">
                  <c:v>45497</c:v>
                </c:pt>
                <c:pt idx="5568">
                  <c:v>45498</c:v>
                </c:pt>
                <c:pt idx="5569">
                  <c:v>45499</c:v>
                </c:pt>
                <c:pt idx="5570">
                  <c:v>45502</c:v>
                </c:pt>
                <c:pt idx="5571">
                  <c:v>45503</c:v>
                </c:pt>
                <c:pt idx="5572">
                  <c:v>45504</c:v>
                </c:pt>
                <c:pt idx="5573">
                  <c:v>45505</c:v>
                </c:pt>
                <c:pt idx="5574">
                  <c:v>45506</c:v>
                </c:pt>
                <c:pt idx="5575">
                  <c:v>45509</c:v>
                </c:pt>
                <c:pt idx="5576">
                  <c:v>45510</c:v>
                </c:pt>
                <c:pt idx="5577">
                  <c:v>45511</c:v>
                </c:pt>
                <c:pt idx="5578">
                  <c:v>45512</c:v>
                </c:pt>
                <c:pt idx="5579">
                  <c:v>45513</c:v>
                </c:pt>
                <c:pt idx="5580">
                  <c:v>45516</c:v>
                </c:pt>
                <c:pt idx="5581">
                  <c:v>45517</c:v>
                </c:pt>
                <c:pt idx="5582">
                  <c:v>45518</c:v>
                </c:pt>
                <c:pt idx="5583">
                  <c:v>45519</c:v>
                </c:pt>
                <c:pt idx="5584">
                  <c:v>45520</c:v>
                </c:pt>
                <c:pt idx="5585">
                  <c:v>45523</c:v>
                </c:pt>
                <c:pt idx="5586">
                  <c:v>45524</c:v>
                </c:pt>
                <c:pt idx="5587">
                  <c:v>45525</c:v>
                </c:pt>
                <c:pt idx="5588">
                  <c:v>45526</c:v>
                </c:pt>
                <c:pt idx="5589">
                  <c:v>45527</c:v>
                </c:pt>
                <c:pt idx="5590">
                  <c:v>45530</c:v>
                </c:pt>
                <c:pt idx="5591">
                  <c:v>45531</c:v>
                </c:pt>
                <c:pt idx="5592">
                  <c:v>45532</c:v>
                </c:pt>
                <c:pt idx="5593">
                  <c:v>45533</c:v>
                </c:pt>
                <c:pt idx="5594">
                  <c:v>45534</c:v>
                </c:pt>
                <c:pt idx="5595">
                  <c:v>45537</c:v>
                </c:pt>
                <c:pt idx="5596">
                  <c:v>45538</c:v>
                </c:pt>
                <c:pt idx="5597">
                  <c:v>45539</c:v>
                </c:pt>
                <c:pt idx="5598">
                  <c:v>45540</c:v>
                </c:pt>
                <c:pt idx="5599">
                  <c:v>45541</c:v>
                </c:pt>
                <c:pt idx="5600">
                  <c:v>45544</c:v>
                </c:pt>
                <c:pt idx="5601">
                  <c:v>45545</c:v>
                </c:pt>
                <c:pt idx="5602">
                  <c:v>45546</c:v>
                </c:pt>
                <c:pt idx="5603">
                  <c:v>45547</c:v>
                </c:pt>
                <c:pt idx="5604">
                  <c:v>45548</c:v>
                </c:pt>
                <c:pt idx="5605">
                  <c:v>45551</c:v>
                </c:pt>
                <c:pt idx="5606">
                  <c:v>45552</c:v>
                </c:pt>
                <c:pt idx="5607">
                  <c:v>45553</c:v>
                </c:pt>
                <c:pt idx="5608">
                  <c:v>45554</c:v>
                </c:pt>
                <c:pt idx="5609">
                  <c:v>45555</c:v>
                </c:pt>
                <c:pt idx="5610">
                  <c:v>45558</c:v>
                </c:pt>
                <c:pt idx="5611">
                  <c:v>45559</c:v>
                </c:pt>
                <c:pt idx="5612">
                  <c:v>45560</c:v>
                </c:pt>
                <c:pt idx="5613">
                  <c:v>45561</c:v>
                </c:pt>
                <c:pt idx="5614">
                  <c:v>45562</c:v>
                </c:pt>
                <c:pt idx="5615">
                  <c:v>45565</c:v>
                </c:pt>
                <c:pt idx="5616">
                  <c:v>45566</c:v>
                </c:pt>
                <c:pt idx="5617">
                  <c:v>45567</c:v>
                </c:pt>
                <c:pt idx="5618">
                  <c:v>45568</c:v>
                </c:pt>
                <c:pt idx="5619">
                  <c:v>45569</c:v>
                </c:pt>
                <c:pt idx="5620">
                  <c:v>45572</c:v>
                </c:pt>
                <c:pt idx="5621">
                  <c:v>45573</c:v>
                </c:pt>
                <c:pt idx="5622">
                  <c:v>45574</c:v>
                </c:pt>
                <c:pt idx="5623">
                  <c:v>45575</c:v>
                </c:pt>
                <c:pt idx="5624">
                  <c:v>45576</c:v>
                </c:pt>
                <c:pt idx="5625">
                  <c:v>45579</c:v>
                </c:pt>
                <c:pt idx="5626">
                  <c:v>45580</c:v>
                </c:pt>
                <c:pt idx="5627">
                  <c:v>45581</c:v>
                </c:pt>
                <c:pt idx="5628">
                  <c:v>45582</c:v>
                </c:pt>
                <c:pt idx="5629">
                  <c:v>45583</c:v>
                </c:pt>
                <c:pt idx="5630">
                  <c:v>45586</c:v>
                </c:pt>
                <c:pt idx="5631">
                  <c:v>45587</c:v>
                </c:pt>
                <c:pt idx="5632">
                  <c:v>45588</c:v>
                </c:pt>
                <c:pt idx="5633">
                  <c:v>45589</c:v>
                </c:pt>
                <c:pt idx="5634">
                  <c:v>45590</c:v>
                </c:pt>
                <c:pt idx="5635">
                  <c:v>45593</c:v>
                </c:pt>
                <c:pt idx="5636">
                  <c:v>45594</c:v>
                </c:pt>
                <c:pt idx="5637">
                  <c:v>45595</c:v>
                </c:pt>
                <c:pt idx="5638">
                  <c:v>45596</c:v>
                </c:pt>
                <c:pt idx="5639">
                  <c:v>45597</c:v>
                </c:pt>
                <c:pt idx="5640">
                  <c:v>45600</c:v>
                </c:pt>
                <c:pt idx="5641">
                  <c:v>45601</c:v>
                </c:pt>
                <c:pt idx="5642">
                  <c:v>45602</c:v>
                </c:pt>
                <c:pt idx="5643">
                  <c:v>45603</c:v>
                </c:pt>
                <c:pt idx="5644">
                  <c:v>45604</c:v>
                </c:pt>
                <c:pt idx="5645">
                  <c:v>45607</c:v>
                </c:pt>
                <c:pt idx="5646">
                  <c:v>45608</c:v>
                </c:pt>
                <c:pt idx="5647">
                  <c:v>45609</c:v>
                </c:pt>
                <c:pt idx="5648">
                  <c:v>45610</c:v>
                </c:pt>
                <c:pt idx="5649">
                  <c:v>45614</c:v>
                </c:pt>
                <c:pt idx="5650">
                  <c:v>45615</c:v>
                </c:pt>
                <c:pt idx="5651">
                  <c:v>45617</c:v>
                </c:pt>
                <c:pt idx="5652">
                  <c:v>45618</c:v>
                </c:pt>
                <c:pt idx="5653">
                  <c:v>45621</c:v>
                </c:pt>
                <c:pt idx="5654">
                  <c:v>45622</c:v>
                </c:pt>
                <c:pt idx="5655">
                  <c:v>45623</c:v>
                </c:pt>
                <c:pt idx="5656">
                  <c:v>45624</c:v>
                </c:pt>
                <c:pt idx="5657">
                  <c:v>45625</c:v>
                </c:pt>
                <c:pt idx="5658">
                  <c:v>45628</c:v>
                </c:pt>
                <c:pt idx="5659">
                  <c:v>45629</c:v>
                </c:pt>
                <c:pt idx="5660">
                  <c:v>45630</c:v>
                </c:pt>
                <c:pt idx="5661">
                  <c:v>45631</c:v>
                </c:pt>
                <c:pt idx="5662">
                  <c:v>45632</c:v>
                </c:pt>
                <c:pt idx="5663">
                  <c:v>45635</c:v>
                </c:pt>
                <c:pt idx="5664">
                  <c:v>45636</c:v>
                </c:pt>
                <c:pt idx="5665">
                  <c:v>45637</c:v>
                </c:pt>
                <c:pt idx="5666">
                  <c:v>45638</c:v>
                </c:pt>
                <c:pt idx="5667">
                  <c:v>45639</c:v>
                </c:pt>
                <c:pt idx="5668">
                  <c:v>45642</c:v>
                </c:pt>
                <c:pt idx="5669">
                  <c:v>45643</c:v>
                </c:pt>
                <c:pt idx="5670">
                  <c:v>45644</c:v>
                </c:pt>
                <c:pt idx="5671">
                  <c:v>45645</c:v>
                </c:pt>
                <c:pt idx="5672">
                  <c:v>45646</c:v>
                </c:pt>
                <c:pt idx="5673">
                  <c:v>45649</c:v>
                </c:pt>
                <c:pt idx="5674">
                  <c:v>45652</c:v>
                </c:pt>
                <c:pt idx="5675">
                  <c:v>45653</c:v>
                </c:pt>
                <c:pt idx="5676">
                  <c:v>45656</c:v>
                </c:pt>
                <c:pt idx="5677">
                  <c:v>45659</c:v>
                </c:pt>
                <c:pt idx="5678">
                  <c:v>45660</c:v>
                </c:pt>
                <c:pt idx="5679">
                  <c:v>45663</c:v>
                </c:pt>
                <c:pt idx="5680">
                  <c:v>45664</c:v>
                </c:pt>
                <c:pt idx="5681">
                  <c:v>45665</c:v>
                </c:pt>
                <c:pt idx="5682">
                  <c:v>45666</c:v>
                </c:pt>
                <c:pt idx="5683">
                  <c:v>45667</c:v>
                </c:pt>
                <c:pt idx="5684">
                  <c:v>45670</c:v>
                </c:pt>
                <c:pt idx="5685">
                  <c:v>45671</c:v>
                </c:pt>
                <c:pt idx="5686">
                  <c:v>45672</c:v>
                </c:pt>
                <c:pt idx="5687">
                  <c:v>45673</c:v>
                </c:pt>
                <c:pt idx="5688">
                  <c:v>45674</c:v>
                </c:pt>
                <c:pt idx="5689">
                  <c:v>45677</c:v>
                </c:pt>
                <c:pt idx="5690">
                  <c:v>45678</c:v>
                </c:pt>
                <c:pt idx="5691">
                  <c:v>45679</c:v>
                </c:pt>
                <c:pt idx="5692">
                  <c:v>45680</c:v>
                </c:pt>
                <c:pt idx="5693">
                  <c:v>45681</c:v>
                </c:pt>
                <c:pt idx="5694">
                  <c:v>45684</c:v>
                </c:pt>
                <c:pt idx="5695">
                  <c:v>45685</c:v>
                </c:pt>
                <c:pt idx="5696">
                  <c:v>45686</c:v>
                </c:pt>
                <c:pt idx="5697">
                  <c:v>45687</c:v>
                </c:pt>
                <c:pt idx="5698">
                  <c:v>45688</c:v>
                </c:pt>
                <c:pt idx="5699">
                  <c:v>45691</c:v>
                </c:pt>
                <c:pt idx="5700">
                  <c:v>45692</c:v>
                </c:pt>
                <c:pt idx="5701">
                  <c:v>45693</c:v>
                </c:pt>
                <c:pt idx="5702">
                  <c:v>45694</c:v>
                </c:pt>
                <c:pt idx="5703">
                  <c:v>45695</c:v>
                </c:pt>
                <c:pt idx="5704">
                  <c:v>45698</c:v>
                </c:pt>
                <c:pt idx="5705">
                  <c:v>45699</c:v>
                </c:pt>
                <c:pt idx="5706">
                  <c:v>45700</c:v>
                </c:pt>
                <c:pt idx="5707">
                  <c:v>45701</c:v>
                </c:pt>
                <c:pt idx="5708">
                  <c:v>45702</c:v>
                </c:pt>
                <c:pt idx="5709">
                  <c:v>45705</c:v>
                </c:pt>
                <c:pt idx="5710">
                  <c:v>45706</c:v>
                </c:pt>
                <c:pt idx="5711">
                  <c:v>45707</c:v>
                </c:pt>
                <c:pt idx="5712">
                  <c:v>45708</c:v>
                </c:pt>
                <c:pt idx="5713">
                  <c:v>45709</c:v>
                </c:pt>
                <c:pt idx="5714">
                  <c:v>45712</c:v>
                </c:pt>
                <c:pt idx="5715">
                  <c:v>45713</c:v>
                </c:pt>
                <c:pt idx="5716">
                  <c:v>45714</c:v>
                </c:pt>
                <c:pt idx="5717">
                  <c:v>45715</c:v>
                </c:pt>
                <c:pt idx="5718">
                  <c:v>45716</c:v>
                </c:pt>
                <c:pt idx="5719">
                  <c:v>45721</c:v>
                </c:pt>
                <c:pt idx="5720">
                  <c:v>45722</c:v>
                </c:pt>
                <c:pt idx="5721">
                  <c:v>45723</c:v>
                </c:pt>
                <c:pt idx="5722">
                  <c:v>45726</c:v>
                </c:pt>
                <c:pt idx="5723">
                  <c:v>45727</c:v>
                </c:pt>
                <c:pt idx="5724">
                  <c:v>45728</c:v>
                </c:pt>
                <c:pt idx="5725">
                  <c:v>45729</c:v>
                </c:pt>
                <c:pt idx="5726">
                  <c:v>45730</c:v>
                </c:pt>
                <c:pt idx="5727">
                  <c:v>45733</c:v>
                </c:pt>
                <c:pt idx="5728">
                  <c:v>45734</c:v>
                </c:pt>
                <c:pt idx="5729">
                  <c:v>45735</c:v>
                </c:pt>
                <c:pt idx="5730">
                  <c:v>45736</c:v>
                </c:pt>
                <c:pt idx="5731">
                  <c:v>45737</c:v>
                </c:pt>
                <c:pt idx="5732">
                  <c:v>45740</c:v>
                </c:pt>
                <c:pt idx="5733">
                  <c:v>45741</c:v>
                </c:pt>
                <c:pt idx="5734">
                  <c:v>45742</c:v>
                </c:pt>
                <c:pt idx="5735">
                  <c:v>45743</c:v>
                </c:pt>
                <c:pt idx="5736">
                  <c:v>45744</c:v>
                </c:pt>
                <c:pt idx="5737">
                  <c:v>45747</c:v>
                </c:pt>
                <c:pt idx="5738">
                  <c:v>45748</c:v>
                </c:pt>
                <c:pt idx="5739">
                  <c:v>45749</c:v>
                </c:pt>
                <c:pt idx="5740">
                  <c:v>45750</c:v>
                </c:pt>
                <c:pt idx="5741">
                  <c:v>45751</c:v>
                </c:pt>
                <c:pt idx="5742">
                  <c:v>45754</c:v>
                </c:pt>
                <c:pt idx="5743">
                  <c:v>45755</c:v>
                </c:pt>
                <c:pt idx="5744">
                  <c:v>45756</c:v>
                </c:pt>
                <c:pt idx="5745">
                  <c:v>45757</c:v>
                </c:pt>
                <c:pt idx="5746">
                  <c:v>45758</c:v>
                </c:pt>
                <c:pt idx="5747">
                  <c:v>45761</c:v>
                </c:pt>
                <c:pt idx="5748">
                  <c:v>45762</c:v>
                </c:pt>
                <c:pt idx="5749">
                  <c:v>45763</c:v>
                </c:pt>
                <c:pt idx="5750">
                  <c:v>45764</c:v>
                </c:pt>
                <c:pt idx="5751">
                  <c:v>45769</c:v>
                </c:pt>
                <c:pt idx="5752">
                  <c:v>45770</c:v>
                </c:pt>
                <c:pt idx="5753">
                  <c:v>45771</c:v>
                </c:pt>
                <c:pt idx="5754">
                  <c:v>45772</c:v>
                </c:pt>
                <c:pt idx="5755">
                  <c:v>45775</c:v>
                </c:pt>
                <c:pt idx="5756">
                  <c:v>45776</c:v>
                </c:pt>
                <c:pt idx="5757">
                  <c:v>45777</c:v>
                </c:pt>
                <c:pt idx="5758">
                  <c:v>45779</c:v>
                </c:pt>
                <c:pt idx="5759">
                  <c:v>45782</c:v>
                </c:pt>
                <c:pt idx="5760">
                  <c:v>45783</c:v>
                </c:pt>
                <c:pt idx="5761">
                  <c:v>45784</c:v>
                </c:pt>
                <c:pt idx="5762">
                  <c:v>45785</c:v>
                </c:pt>
                <c:pt idx="5763">
                  <c:v>45786</c:v>
                </c:pt>
                <c:pt idx="5764">
                  <c:v>45789</c:v>
                </c:pt>
                <c:pt idx="5765">
                  <c:v>45790</c:v>
                </c:pt>
                <c:pt idx="5766">
                  <c:v>45791</c:v>
                </c:pt>
                <c:pt idx="5767">
                  <c:v>45792</c:v>
                </c:pt>
                <c:pt idx="5768">
                  <c:v>45793</c:v>
                </c:pt>
                <c:pt idx="5769">
                  <c:v>45796</c:v>
                </c:pt>
                <c:pt idx="5770">
                  <c:v>45797</c:v>
                </c:pt>
                <c:pt idx="5771">
                  <c:v>45798</c:v>
                </c:pt>
                <c:pt idx="5772">
                  <c:v>45799</c:v>
                </c:pt>
                <c:pt idx="5773">
                  <c:v>45800</c:v>
                </c:pt>
                <c:pt idx="5774">
                  <c:v>45803</c:v>
                </c:pt>
                <c:pt idx="5775">
                  <c:v>45804</c:v>
                </c:pt>
                <c:pt idx="5776">
                  <c:v>45805</c:v>
                </c:pt>
                <c:pt idx="5777">
                  <c:v>45806</c:v>
                </c:pt>
                <c:pt idx="5778">
                  <c:v>45807</c:v>
                </c:pt>
                <c:pt idx="5779">
                  <c:v>45810</c:v>
                </c:pt>
                <c:pt idx="5780">
                  <c:v>45811</c:v>
                </c:pt>
                <c:pt idx="5781">
                  <c:v>45812</c:v>
                </c:pt>
                <c:pt idx="5782">
                  <c:v>45813</c:v>
                </c:pt>
                <c:pt idx="5783">
                  <c:v>45814</c:v>
                </c:pt>
                <c:pt idx="5784">
                  <c:v>45817</c:v>
                </c:pt>
                <c:pt idx="5785">
                  <c:v>45818</c:v>
                </c:pt>
                <c:pt idx="5786">
                  <c:v>45819</c:v>
                </c:pt>
                <c:pt idx="5787">
                  <c:v>45820</c:v>
                </c:pt>
                <c:pt idx="5788">
                  <c:v>45821</c:v>
                </c:pt>
                <c:pt idx="5789">
                  <c:v>45824</c:v>
                </c:pt>
                <c:pt idx="5790">
                  <c:v>45825</c:v>
                </c:pt>
                <c:pt idx="5791">
                  <c:v>45826</c:v>
                </c:pt>
                <c:pt idx="5792">
                  <c:v>45828</c:v>
                </c:pt>
                <c:pt idx="5793">
                  <c:v>45831</c:v>
                </c:pt>
                <c:pt idx="5794">
                  <c:v>45832</c:v>
                </c:pt>
                <c:pt idx="5795">
                  <c:v>45833</c:v>
                </c:pt>
                <c:pt idx="5796">
                  <c:v>45834</c:v>
                </c:pt>
                <c:pt idx="5797">
                  <c:v>45835</c:v>
                </c:pt>
                <c:pt idx="5798">
                  <c:v>45838</c:v>
                </c:pt>
                <c:pt idx="5799">
                  <c:v>45839</c:v>
                </c:pt>
                <c:pt idx="5800">
                  <c:v>45840</c:v>
                </c:pt>
                <c:pt idx="5801">
                  <c:v>45841</c:v>
                </c:pt>
                <c:pt idx="5802">
                  <c:v>45842</c:v>
                </c:pt>
                <c:pt idx="5803">
                  <c:v>45845</c:v>
                </c:pt>
                <c:pt idx="5804">
                  <c:v>45846</c:v>
                </c:pt>
                <c:pt idx="5805">
                  <c:v>45847</c:v>
                </c:pt>
                <c:pt idx="5806">
                  <c:v>45848</c:v>
                </c:pt>
                <c:pt idx="5807">
                  <c:v>45849</c:v>
                </c:pt>
                <c:pt idx="5808">
                  <c:v>45852</c:v>
                </c:pt>
                <c:pt idx="5809">
                  <c:v>45853</c:v>
                </c:pt>
                <c:pt idx="5810">
                  <c:v>45854</c:v>
                </c:pt>
                <c:pt idx="5811">
                  <c:v>45855</c:v>
                </c:pt>
                <c:pt idx="5812">
                  <c:v>45856</c:v>
                </c:pt>
                <c:pt idx="5813">
                  <c:v>45859</c:v>
                </c:pt>
                <c:pt idx="5814">
                  <c:v>45860</c:v>
                </c:pt>
                <c:pt idx="5815">
                  <c:v>45861</c:v>
                </c:pt>
                <c:pt idx="5816">
                  <c:v>45862</c:v>
                </c:pt>
                <c:pt idx="5817">
                  <c:v>45863</c:v>
                </c:pt>
                <c:pt idx="5818">
                  <c:v>45866</c:v>
                </c:pt>
                <c:pt idx="5819">
                  <c:v>45867</c:v>
                </c:pt>
                <c:pt idx="5820">
                  <c:v>45868</c:v>
                </c:pt>
                <c:pt idx="5821">
                  <c:v>45869</c:v>
                </c:pt>
                <c:pt idx="5822">
                  <c:v>45870</c:v>
                </c:pt>
                <c:pt idx="5823">
                  <c:v>45873</c:v>
                </c:pt>
                <c:pt idx="5824">
                  <c:v>45874</c:v>
                </c:pt>
                <c:pt idx="5825">
                  <c:v>45875</c:v>
                </c:pt>
                <c:pt idx="5826">
                  <c:v>45876</c:v>
                </c:pt>
                <c:pt idx="5827">
                  <c:v>45877</c:v>
                </c:pt>
                <c:pt idx="5828">
                  <c:v>45880</c:v>
                </c:pt>
                <c:pt idx="5829">
                  <c:v>45881</c:v>
                </c:pt>
                <c:pt idx="5830">
                  <c:v>45882</c:v>
                </c:pt>
                <c:pt idx="5831">
                  <c:v>45883</c:v>
                </c:pt>
                <c:pt idx="5832">
                  <c:v>45884</c:v>
                </c:pt>
                <c:pt idx="5833">
                  <c:v>45887</c:v>
                </c:pt>
                <c:pt idx="5834">
                  <c:v>45888</c:v>
                </c:pt>
                <c:pt idx="5835">
                  <c:v>45889</c:v>
                </c:pt>
                <c:pt idx="5836">
                  <c:v>45890</c:v>
                </c:pt>
                <c:pt idx="5837">
                  <c:v>45891</c:v>
                </c:pt>
                <c:pt idx="5838">
                  <c:v>45894</c:v>
                </c:pt>
                <c:pt idx="5839">
                  <c:v>45895</c:v>
                </c:pt>
                <c:pt idx="5840">
                  <c:v>45896</c:v>
                </c:pt>
                <c:pt idx="5841">
                  <c:v>45897</c:v>
                </c:pt>
                <c:pt idx="5842">
                  <c:v>45898</c:v>
                </c:pt>
                <c:pt idx="5843">
                  <c:v>45901</c:v>
                </c:pt>
                <c:pt idx="5844">
                  <c:v>45902</c:v>
                </c:pt>
                <c:pt idx="5845">
                  <c:v>45903</c:v>
                </c:pt>
                <c:pt idx="5846">
                  <c:v>45904</c:v>
                </c:pt>
                <c:pt idx="5847">
                  <c:v>45905</c:v>
                </c:pt>
                <c:pt idx="5848">
                  <c:v>45908</c:v>
                </c:pt>
                <c:pt idx="5849">
                  <c:v>45909</c:v>
                </c:pt>
                <c:pt idx="5850">
                  <c:v>45910</c:v>
                </c:pt>
                <c:pt idx="5851">
                  <c:v>45911</c:v>
                </c:pt>
                <c:pt idx="5852">
                  <c:v>45912</c:v>
                </c:pt>
                <c:pt idx="5853">
                  <c:v>45915</c:v>
                </c:pt>
                <c:pt idx="5854">
                  <c:v>45916</c:v>
                </c:pt>
                <c:pt idx="5855">
                  <c:v>45917</c:v>
                </c:pt>
                <c:pt idx="5856">
                  <c:v>45918</c:v>
                </c:pt>
                <c:pt idx="5857">
                  <c:v>45919</c:v>
                </c:pt>
                <c:pt idx="5858">
                  <c:v>45922</c:v>
                </c:pt>
                <c:pt idx="5859">
                  <c:v>45923</c:v>
                </c:pt>
                <c:pt idx="5860">
                  <c:v>45924</c:v>
                </c:pt>
                <c:pt idx="5861">
                  <c:v>45925</c:v>
                </c:pt>
                <c:pt idx="5862">
                  <c:v>45926</c:v>
                </c:pt>
                <c:pt idx="5863">
                  <c:v>45929</c:v>
                </c:pt>
                <c:pt idx="5864">
                  <c:v>45930</c:v>
                </c:pt>
                <c:pt idx="5865">
                  <c:v>45931</c:v>
                </c:pt>
                <c:pt idx="5866">
                  <c:v>45932</c:v>
                </c:pt>
                <c:pt idx="5867">
                  <c:v>45933</c:v>
                </c:pt>
                <c:pt idx="5868">
                  <c:v>45936</c:v>
                </c:pt>
                <c:pt idx="5869">
                  <c:v>45937</c:v>
                </c:pt>
                <c:pt idx="5870">
                  <c:v>45938</c:v>
                </c:pt>
                <c:pt idx="5871">
                  <c:v>45939</c:v>
                </c:pt>
                <c:pt idx="5872">
                  <c:v>45940</c:v>
                </c:pt>
                <c:pt idx="5873">
                  <c:v>45943</c:v>
                </c:pt>
                <c:pt idx="5874">
                  <c:v>45944</c:v>
                </c:pt>
                <c:pt idx="5875">
                  <c:v>45945</c:v>
                </c:pt>
                <c:pt idx="5876">
                  <c:v>45946</c:v>
                </c:pt>
                <c:pt idx="5877">
                  <c:v>45947</c:v>
                </c:pt>
                <c:pt idx="5878">
                  <c:v>45950</c:v>
                </c:pt>
                <c:pt idx="5879">
                  <c:v>45951</c:v>
                </c:pt>
                <c:pt idx="5880">
                  <c:v>45952</c:v>
                </c:pt>
                <c:pt idx="5881">
                  <c:v>45953</c:v>
                </c:pt>
                <c:pt idx="5882">
                  <c:v>45954</c:v>
                </c:pt>
                <c:pt idx="5883">
                  <c:v>45957</c:v>
                </c:pt>
                <c:pt idx="5884">
                  <c:v>45958</c:v>
                </c:pt>
                <c:pt idx="5885">
                  <c:v>45959</c:v>
                </c:pt>
                <c:pt idx="5886">
                  <c:v>45960</c:v>
                </c:pt>
                <c:pt idx="5887">
                  <c:v>45961</c:v>
                </c:pt>
                <c:pt idx="5888">
                  <c:v>45964</c:v>
                </c:pt>
                <c:pt idx="5889">
                  <c:v>45965</c:v>
                </c:pt>
                <c:pt idx="5890">
                  <c:v>45966</c:v>
                </c:pt>
                <c:pt idx="5891">
                  <c:v>45967</c:v>
                </c:pt>
                <c:pt idx="5892">
                  <c:v>45968</c:v>
                </c:pt>
                <c:pt idx="5893">
                  <c:v>45971</c:v>
                </c:pt>
                <c:pt idx="5894">
                  <c:v>45972</c:v>
                </c:pt>
                <c:pt idx="5895">
                  <c:v>45973</c:v>
                </c:pt>
                <c:pt idx="5896">
                  <c:v>45974</c:v>
                </c:pt>
                <c:pt idx="5897">
                  <c:v>45975</c:v>
                </c:pt>
                <c:pt idx="5898">
                  <c:v>45978</c:v>
                </c:pt>
                <c:pt idx="5899">
                  <c:v>45979</c:v>
                </c:pt>
                <c:pt idx="5900">
                  <c:v>45980</c:v>
                </c:pt>
                <c:pt idx="5901">
                  <c:v>45982</c:v>
                </c:pt>
                <c:pt idx="5902">
                  <c:v>45985</c:v>
                </c:pt>
                <c:pt idx="5903">
                  <c:v>45986</c:v>
                </c:pt>
                <c:pt idx="5904">
                  <c:v>45987</c:v>
                </c:pt>
                <c:pt idx="5905">
                  <c:v>45988</c:v>
                </c:pt>
                <c:pt idx="5906">
                  <c:v>45989</c:v>
                </c:pt>
                <c:pt idx="5907">
                  <c:v>45992</c:v>
                </c:pt>
                <c:pt idx="5908">
                  <c:v>45993</c:v>
                </c:pt>
                <c:pt idx="5909">
                  <c:v>45994</c:v>
                </c:pt>
                <c:pt idx="5910">
                  <c:v>45995</c:v>
                </c:pt>
                <c:pt idx="5911">
                  <c:v>45996</c:v>
                </c:pt>
                <c:pt idx="5912">
                  <c:v>45999</c:v>
                </c:pt>
                <c:pt idx="5913">
                  <c:v>46000</c:v>
                </c:pt>
                <c:pt idx="5914">
                  <c:v>46001</c:v>
                </c:pt>
                <c:pt idx="5915">
                  <c:v>46002</c:v>
                </c:pt>
                <c:pt idx="5916">
                  <c:v>46003</c:v>
                </c:pt>
                <c:pt idx="5917">
                  <c:v>46006</c:v>
                </c:pt>
                <c:pt idx="5918">
                  <c:v>46007</c:v>
                </c:pt>
                <c:pt idx="5919">
                  <c:v>46008</c:v>
                </c:pt>
                <c:pt idx="5920">
                  <c:v>46009</c:v>
                </c:pt>
                <c:pt idx="5921">
                  <c:v>46010</c:v>
                </c:pt>
                <c:pt idx="5922">
                  <c:v>46013</c:v>
                </c:pt>
                <c:pt idx="5923">
                  <c:v>46014</c:v>
                </c:pt>
                <c:pt idx="5924">
                  <c:v>46017</c:v>
                </c:pt>
                <c:pt idx="5925">
                  <c:v>46020</c:v>
                </c:pt>
                <c:pt idx="5926">
                  <c:v>46021</c:v>
                </c:pt>
                <c:pt idx="5927">
                  <c:v>46024</c:v>
                </c:pt>
                <c:pt idx="5928">
                  <c:v>46027</c:v>
                </c:pt>
                <c:pt idx="5929">
                  <c:v>46028</c:v>
                </c:pt>
                <c:pt idx="5930">
                  <c:v>46029</c:v>
                </c:pt>
                <c:pt idx="5931">
                  <c:v>46030</c:v>
                </c:pt>
                <c:pt idx="5932">
                  <c:v>46031</c:v>
                </c:pt>
                <c:pt idx="5933">
                  <c:v>46034</c:v>
                </c:pt>
                <c:pt idx="5934">
                  <c:v>46035</c:v>
                </c:pt>
                <c:pt idx="5935">
                  <c:v>46036</c:v>
                </c:pt>
                <c:pt idx="5936">
                  <c:v>46037</c:v>
                </c:pt>
                <c:pt idx="5937">
                  <c:v>46038</c:v>
                </c:pt>
                <c:pt idx="5938">
                  <c:v>46041</c:v>
                </c:pt>
                <c:pt idx="5939">
                  <c:v>46042</c:v>
                </c:pt>
                <c:pt idx="5940">
                  <c:v>46043</c:v>
                </c:pt>
                <c:pt idx="5941">
                  <c:v>46044</c:v>
                </c:pt>
                <c:pt idx="5942">
                  <c:v>46045</c:v>
                </c:pt>
                <c:pt idx="5943">
                  <c:v>46048</c:v>
                </c:pt>
                <c:pt idx="5944">
                  <c:v>46049</c:v>
                </c:pt>
                <c:pt idx="5945">
                  <c:v>46050</c:v>
                </c:pt>
                <c:pt idx="5946">
                  <c:v>46051</c:v>
                </c:pt>
                <c:pt idx="5947">
                  <c:v>46052</c:v>
                </c:pt>
                <c:pt idx="5948">
                  <c:v>46055</c:v>
                </c:pt>
                <c:pt idx="5949">
                  <c:v>46056</c:v>
                </c:pt>
                <c:pt idx="5950">
                  <c:v>46057</c:v>
                </c:pt>
                <c:pt idx="5951">
                  <c:v>46058</c:v>
                </c:pt>
                <c:pt idx="5952">
                  <c:v>46059</c:v>
                </c:pt>
                <c:pt idx="5953">
                  <c:v>46062</c:v>
                </c:pt>
                <c:pt idx="5954">
                  <c:v>46063</c:v>
                </c:pt>
                <c:pt idx="5955">
                  <c:v>46064</c:v>
                </c:pt>
                <c:pt idx="5956">
                  <c:v>46065</c:v>
                </c:pt>
                <c:pt idx="5957">
                  <c:v>46066</c:v>
                </c:pt>
                <c:pt idx="5958">
                  <c:v>46071</c:v>
                </c:pt>
                <c:pt idx="5959">
                  <c:v>46072</c:v>
                </c:pt>
                <c:pt idx="5960">
                  <c:v>46073</c:v>
                </c:pt>
                <c:pt idx="5961">
                  <c:v>46076</c:v>
                </c:pt>
                <c:pt idx="5962">
                  <c:v>46077</c:v>
                </c:pt>
                <c:pt idx="5963">
                  <c:v>46078</c:v>
                </c:pt>
                <c:pt idx="5964">
                  <c:v>46079</c:v>
                </c:pt>
                <c:pt idx="5965">
                  <c:v>46080</c:v>
                </c:pt>
                <c:pt idx="5966">
                  <c:v>46083</c:v>
                </c:pt>
                <c:pt idx="5967">
                  <c:v>46084</c:v>
                </c:pt>
                <c:pt idx="5968">
                  <c:v>46085</c:v>
                </c:pt>
                <c:pt idx="5969">
                  <c:v>46086</c:v>
                </c:pt>
                <c:pt idx="5970">
                  <c:v>46087</c:v>
                </c:pt>
                <c:pt idx="5971">
                  <c:v>46090</c:v>
                </c:pt>
                <c:pt idx="5972">
                  <c:v>46091</c:v>
                </c:pt>
                <c:pt idx="5973">
                  <c:v>46092</c:v>
                </c:pt>
                <c:pt idx="5974">
                  <c:v>46093</c:v>
                </c:pt>
                <c:pt idx="5975">
                  <c:v>46094</c:v>
                </c:pt>
                <c:pt idx="5976">
                  <c:v>46097</c:v>
                </c:pt>
                <c:pt idx="5977">
                  <c:v>46098</c:v>
                </c:pt>
                <c:pt idx="5978">
                  <c:v>46099</c:v>
                </c:pt>
                <c:pt idx="5979">
                  <c:v>46100</c:v>
                </c:pt>
                <c:pt idx="5980">
                  <c:v>46101</c:v>
                </c:pt>
                <c:pt idx="5981">
                  <c:v>46104</c:v>
                </c:pt>
                <c:pt idx="5982">
                  <c:v>46105</c:v>
                </c:pt>
                <c:pt idx="5983">
                  <c:v>46106</c:v>
                </c:pt>
                <c:pt idx="5984">
                  <c:v>46107</c:v>
                </c:pt>
                <c:pt idx="5985">
                  <c:v>46108</c:v>
                </c:pt>
                <c:pt idx="5986">
                  <c:v>46111</c:v>
                </c:pt>
                <c:pt idx="5987">
                  <c:v>46112</c:v>
                </c:pt>
                <c:pt idx="5988">
                  <c:v>46113</c:v>
                </c:pt>
                <c:pt idx="5989">
                  <c:v>46114</c:v>
                </c:pt>
                <c:pt idx="5990">
                  <c:v>46118</c:v>
                </c:pt>
                <c:pt idx="5991">
                  <c:v>46119</c:v>
                </c:pt>
                <c:pt idx="5992">
                  <c:v>46120</c:v>
                </c:pt>
                <c:pt idx="5993">
                  <c:v>46121</c:v>
                </c:pt>
                <c:pt idx="5994">
                  <c:v>46122</c:v>
                </c:pt>
                <c:pt idx="5995">
                  <c:v>46125</c:v>
                </c:pt>
                <c:pt idx="5996">
                  <c:v>46126</c:v>
                </c:pt>
                <c:pt idx="5997">
                  <c:v>46127</c:v>
                </c:pt>
                <c:pt idx="5998">
                  <c:v>46128</c:v>
                </c:pt>
                <c:pt idx="5999">
                  <c:v>46129</c:v>
                </c:pt>
                <c:pt idx="6000">
                  <c:v>46132</c:v>
                </c:pt>
                <c:pt idx="6001">
                  <c:v>46134</c:v>
                </c:pt>
                <c:pt idx="6002">
                  <c:v>46135</c:v>
                </c:pt>
                <c:pt idx="6003">
                  <c:v>46136</c:v>
                </c:pt>
                <c:pt idx="6004">
                  <c:v>46139</c:v>
                </c:pt>
                <c:pt idx="6005">
                  <c:v>46140</c:v>
                </c:pt>
                <c:pt idx="6006">
                  <c:v>46141</c:v>
                </c:pt>
                <c:pt idx="6007">
                  <c:v>46142</c:v>
                </c:pt>
                <c:pt idx="6008">
                  <c:v>46146</c:v>
                </c:pt>
                <c:pt idx="6009">
                  <c:v>46147</c:v>
                </c:pt>
                <c:pt idx="6010">
                  <c:v>46148</c:v>
                </c:pt>
                <c:pt idx="6011">
                  <c:v>46149</c:v>
                </c:pt>
                <c:pt idx="6012">
                  <c:v>46150</c:v>
                </c:pt>
                <c:pt idx="6013">
                  <c:v>46153</c:v>
                </c:pt>
                <c:pt idx="6014">
                  <c:v>46154</c:v>
                </c:pt>
                <c:pt idx="6015">
                  <c:v>46155</c:v>
                </c:pt>
                <c:pt idx="6016">
                  <c:v>46156</c:v>
                </c:pt>
                <c:pt idx="6017">
                  <c:v>46157</c:v>
                </c:pt>
                <c:pt idx="6018">
                  <c:v>46160</c:v>
                </c:pt>
                <c:pt idx="6019">
                  <c:v>46161</c:v>
                </c:pt>
                <c:pt idx="6020">
                  <c:v>46162</c:v>
                </c:pt>
                <c:pt idx="6021">
                  <c:v>46163</c:v>
                </c:pt>
                <c:pt idx="6022">
                  <c:v>46164</c:v>
                </c:pt>
                <c:pt idx="6023">
                  <c:v>46167</c:v>
                </c:pt>
                <c:pt idx="6024">
                  <c:v>46168</c:v>
                </c:pt>
                <c:pt idx="6025">
                  <c:v>46169</c:v>
                </c:pt>
                <c:pt idx="6026">
                  <c:v>46170</c:v>
                </c:pt>
                <c:pt idx="6027">
                  <c:v>46171</c:v>
                </c:pt>
                <c:pt idx="6028">
                  <c:v>46174</c:v>
                </c:pt>
                <c:pt idx="6029">
                  <c:v>46175</c:v>
                </c:pt>
                <c:pt idx="6030">
                  <c:v>46176</c:v>
                </c:pt>
                <c:pt idx="6031">
                  <c:v>46178</c:v>
                </c:pt>
                <c:pt idx="6032">
                  <c:v>46181</c:v>
                </c:pt>
                <c:pt idx="6033">
                  <c:v>46182</c:v>
                </c:pt>
                <c:pt idx="6034">
                  <c:v>46183</c:v>
                </c:pt>
                <c:pt idx="6035">
                  <c:v>46184</c:v>
                </c:pt>
                <c:pt idx="6036">
                  <c:v>46185</c:v>
                </c:pt>
                <c:pt idx="6037">
                  <c:v>46188</c:v>
                </c:pt>
                <c:pt idx="6038">
                  <c:v>46189</c:v>
                </c:pt>
                <c:pt idx="6039">
                  <c:v>46190</c:v>
                </c:pt>
                <c:pt idx="6040">
                  <c:v>46191</c:v>
                </c:pt>
                <c:pt idx="6041">
                  <c:v>46192</c:v>
                </c:pt>
                <c:pt idx="6042">
                  <c:v>46195</c:v>
                </c:pt>
                <c:pt idx="6043">
                  <c:v>46196</c:v>
                </c:pt>
                <c:pt idx="6044">
                  <c:v>46197</c:v>
                </c:pt>
                <c:pt idx="6045">
                  <c:v>46198</c:v>
                </c:pt>
                <c:pt idx="6046">
                  <c:v>46199</c:v>
                </c:pt>
                <c:pt idx="6047">
                  <c:v>46202</c:v>
                </c:pt>
                <c:pt idx="6048">
                  <c:v>46203</c:v>
                </c:pt>
                <c:pt idx="6049">
                  <c:v>46204</c:v>
                </c:pt>
                <c:pt idx="6050">
                  <c:v>46205</c:v>
                </c:pt>
                <c:pt idx="6051">
                  <c:v>46206</c:v>
                </c:pt>
                <c:pt idx="6052">
                  <c:v>46209</c:v>
                </c:pt>
                <c:pt idx="6053">
                  <c:v>46210</c:v>
                </c:pt>
                <c:pt idx="6054">
                  <c:v>46211</c:v>
                </c:pt>
                <c:pt idx="6055">
                  <c:v>46212</c:v>
                </c:pt>
                <c:pt idx="6056">
                  <c:v>46213</c:v>
                </c:pt>
                <c:pt idx="6057">
                  <c:v>46216</c:v>
                </c:pt>
                <c:pt idx="6058">
                  <c:v>46217</c:v>
                </c:pt>
                <c:pt idx="6059">
                  <c:v>46218</c:v>
                </c:pt>
                <c:pt idx="6060">
                  <c:v>46219</c:v>
                </c:pt>
                <c:pt idx="6061">
                  <c:v>46220</c:v>
                </c:pt>
                <c:pt idx="6062">
                  <c:v>46223</c:v>
                </c:pt>
                <c:pt idx="6063">
                  <c:v>46224</c:v>
                </c:pt>
                <c:pt idx="6064">
                  <c:v>46225</c:v>
                </c:pt>
                <c:pt idx="6065">
                  <c:v>46226</c:v>
                </c:pt>
                <c:pt idx="6066">
                  <c:v>46227</c:v>
                </c:pt>
                <c:pt idx="6067">
                  <c:v>46230</c:v>
                </c:pt>
                <c:pt idx="6068">
                  <c:v>46231</c:v>
                </c:pt>
                <c:pt idx="6069">
                  <c:v>46232</c:v>
                </c:pt>
                <c:pt idx="6070">
                  <c:v>46233</c:v>
                </c:pt>
                <c:pt idx="6071">
                  <c:v>46234</c:v>
                </c:pt>
                <c:pt idx="6072">
                  <c:v>46237</c:v>
                </c:pt>
                <c:pt idx="6073">
                  <c:v>46238</c:v>
                </c:pt>
                <c:pt idx="6074">
                  <c:v>46239</c:v>
                </c:pt>
                <c:pt idx="6075">
                  <c:v>46240</c:v>
                </c:pt>
                <c:pt idx="6076">
                  <c:v>46241</c:v>
                </c:pt>
                <c:pt idx="6077">
                  <c:v>46244</c:v>
                </c:pt>
                <c:pt idx="6078">
                  <c:v>46245</c:v>
                </c:pt>
                <c:pt idx="6079">
                  <c:v>46246</c:v>
                </c:pt>
                <c:pt idx="6080">
                  <c:v>46247</c:v>
                </c:pt>
                <c:pt idx="6081">
                  <c:v>46248</c:v>
                </c:pt>
                <c:pt idx="6082">
                  <c:v>46251</c:v>
                </c:pt>
                <c:pt idx="6083">
                  <c:v>46252</c:v>
                </c:pt>
                <c:pt idx="6084">
                  <c:v>46253</c:v>
                </c:pt>
                <c:pt idx="6085">
                  <c:v>46254</c:v>
                </c:pt>
                <c:pt idx="6086">
                  <c:v>46255</c:v>
                </c:pt>
                <c:pt idx="6087">
                  <c:v>46258</c:v>
                </c:pt>
                <c:pt idx="6088">
                  <c:v>46259</c:v>
                </c:pt>
                <c:pt idx="6089">
                  <c:v>46260</c:v>
                </c:pt>
                <c:pt idx="6090">
                  <c:v>46261</c:v>
                </c:pt>
                <c:pt idx="6091">
                  <c:v>46262</c:v>
                </c:pt>
                <c:pt idx="6092">
                  <c:v>46265</c:v>
                </c:pt>
                <c:pt idx="6093">
                  <c:v>46266</c:v>
                </c:pt>
                <c:pt idx="6094">
                  <c:v>46267</c:v>
                </c:pt>
                <c:pt idx="6095">
                  <c:v>46268</c:v>
                </c:pt>
                <c:pt idx="6096">
                  <c:v>46269</c:v>
                </c:pt>
                <c:pt idx="6097">
                  <c:v>46273</c:v>
                </c:pt>
                <c:pt idx="6098">
                  <c:v>46274</c:v>
                </c:pt>
                <c:pt idx="6099">
                  <c:v>46275</c:v>
                </c:pt>
                <c:pt idx="6100">
                  <c:v>46276</c:v>
                </c:pt>
                <c:pt idx="6101">
                  <c:v>46279</c:v>
                </c:pt>
                <c:pt idx="6102">
                  <c:v>46280</c:v>
                </c:pt>
                <c:pt idx="6103">
                  <c:v>46281</c:v>
                </c:pt>
                <c:pt idx="6104">
                  <c:v>46282</c:v>
                </c:pt>
                <c:pt idx="6105">
                  <c:v>46283</c:v>
                </c:pt>
                <c:pt idx="6106">
                  <c:v>46286</c:v>
                </c:pt>
                <c:pt idx="6107">
                  <c:v>46287</c:v>
                </c:pt>
                <c:pt idx="6108">
                  <c:v>46288</c:v>
                </c:pt>
                <c:pt idx="6109">
                  <c:v>46289</c:v>
                </c:pt>
                <c:pt idx="6110">
                  <c:v>46290</c:v>
                </c:pt>
                <c:pt idx="6111">
                  <c:v>46293</c:v>
                </c:pt>
                <c:pt idx="6112">
                  <c:v>46294</c:v>
                </c:pt>
                <c:pt idx="6113">
                  <c:v>46295</c:v>
                </c:pt>
                <c:pt idx="6114">
                  <c:v>46296</c:v>
                </c:pt>
                <c:pt idx="6115">
                  <c:v>46297</c:v>
                </c:pt>
                <c:pt idx="6116">
                  <c:v>46300</c:v>
                </c:pt>
                <c:pt idx="6117">
                  <c:v>46301</c:v>
                </c:pt>
                <c:pt idx="6118">
                  <c:v>46302</c:v>
                </c:pt>
                <c:pt idx="6119">
                  <c:v>46303</c:v>
                </c:pt>
                <c:pt idx="6120">
                  <c:v>46304</c:v>
                </c:pt>
                <c:pt idx="6121">
                  <c:v>46308</c:v>
                </c:pt>
                <c:pt idx="6122">
                  <c:v>46309</c:v>
                </c:pt>
                <c:pt idx="6123">
                  <c:v>46310</c:v>
                </c:pt>
                <c:pt idx="6124">
                  <c:v>46311</c:v>
                </c:pt>
                <c:pt idx="6125">
                  <c:v>46314</c:v>
                </c:pt>
                <c:pt idx="6126">
                  <c:v>46315</c:v>
                </c:pt>
                <c:pt idx="6127">
                  <c:v>46316</c:v>
                </c:pt>
                <c:pt idx="6128">
                  <c:v>46317</c:v>
                </c:pt>
                <c:pt idx="6129">
                  <c:v>46318</c:v>
                </c:pt>
                <c:pt idx="6130">
                  <c:v>46321</c:v>
                </c:pt>
              </c:numCache>
            </c:numRef>
          </c:cat>
          <c:val>
            <c:numRef>
              <c:f>'L1'!$E$2:$E$6132</c:f>
              <c:numCache>
                <c:formatCode>General</c:formatCode>
                <c:ptCount val="6131"/>
                <c:pt idx="0">
                  <c:v>0.31827479524426677</c:v>
                </c:pt>
                <c:pt idx="1">
                  <c:v>0.23388618564174399</c:v>
                </c:pt>
                <c:pt idx="2">
                  <c:v>0.1893434141729734</c:v>
                </c:pt>
                <c:pt idx="3">
                  <c:v>0.12868275301428991</c:v>
                </c:pt>
                <c:pt idx="4">
                  <c:v>-0.30187904945537869</c:v>
                </c:pt>
                <c:pt idx="5">
                  <c:v>-0.27434506518925311</c:v>
                </c:pt>
                <c:pt idx="6">
                  <c:v>-9.589990300942583E-2</c:v>
                </c:pt>
                <c:pt idx="7">
                  <c:v>-0.23705108638522551</c:v>
                </c:pt>
                <c:pt idx="8">
                  <c:v>-0.1672320820182783</c:v>
                </c:pt>
                <c:pt idx="9">
                  <c:v>-0.12859129273289491</c:v>
                </c:pt>
                <c:pt idx="10">
                  <c:v>-0.1094975982780368</c:v>
                </c:pt>
                <c:pt idx="11">
                  <c:v>-9.8582369451091556E-2</c:v>
                </c:pt>
                <c:pt idx="12">
                  <c:v>-0.22606187145197909</c:v>
                </c:pt>
                <c:pt idx="13">
                  <c:v>-0.40544064946630448</c:v>
                </c:pt>
                <c:pt idx="14">
                  <c:v>-0.64082289075112131</c:v>
                </c:pt>
                <c:pt idx="15">
                  <c:v>-0.8010595828178193</c:v>
                </c:pt>
                <c:pt idx="16">
                  <c:v>-0.8358118086897881</c:v>
                </c:pt>
                <c:pt idx="17">
                  <c:v>-0.81416720867561132</c:v>
                </c:pt>
                <c:pt idx="18">
                  <c:v>-0.92195717436438729</c:v>
                </c:pt>
                <c:pt idx="19">
                  <c:v>-0.8344933354324362</c:v>
                </c:pt>
                <c:pt idx="20">
                  <c:v>-0.75666978410057428</c:v>
                </c:pt>
                <c:pt idx="21">
                  <c:v>-0.77048801229487285</c:v>
                </c:pt>
                <c:pt idx="22">
                  <c:v>-0.97688083603825504</c:v>
                </c:pt>
                <c:pt idx="23">
                  <c:v>-1.084932515139992</c:v>
                </c:pt>
                <c:pt idx="24">
                  <c:v>-0.8374837501591792</c:v>
                </c:pt>
                <c:pt idx="25">
                  <c:v>-0.80954695732469062</c:v>
                </c:pt>
                <c:pt idx="26">
                  <c:v>-0.82802793178597589</c:v>
                </c:pt>
                <c:pt idx="27">
                  <c:v>-0.83809716242616172</c:v>
                </c:pt>
                <c:pt idx="28">
                  <c:v>-0.72211917644156054</c:v>
                </c:pt>
                <c:pt idx="29">
                  <c:v>-0.77564226721704044</c:v>
                </c:pt>
                <c:pt idx="30">
                  <c:v>-0.684553003474766</c:v>
                </c:pt>
                <c:pt idx="31">
                  <c:v>-0.61731323818034411</c:v>
                </c:pt>
                <c:pt idx="32">
                  <c:v>-0.45229547797246278</c:v>
                </c:pt>
                <c:pt idx="33">
                  <c:v>-0.44229166175202911</c:v>
                </c:pt>
                <c:pt idx="34">
                  <c:v>-0.41865634318700851</c:v>
                </c:pt>
                <c:pt idx="35">
                  <c:v>-0.35659690310165781</c:v>
                </c:pt>
                <c:pt idx="36">
                  <c:v>-0.39894654670480079</c:v>
                </c:pt>
                <c:pt idx="37">
                  <c:v>-0.40715344218087379</c:v>
                </c:pt>
                <c:pt idx="38">
                  <c:v>-0.27905190205341401</c:v>
                </c:pt>
                <c:pt idx="39">
                  <c:v>-0.35770456508396109</c:v>
                </c:pt>
                <c:pt idx="40">
                  <c:v>-0.54109233295756398</c:v>
                </c:pt>
                <c:pt idx="41">
                  <c:v>-0.44250904396122909</c:v>
                </c:pt>
                <c:pt idx="42">
                  <c:v>-0.40441204264066388</c:v>
                </c:pt>
                <c:pt idx="43">
                  <c:v>-0.38359696545744942</c:v>
                </c:pt>
                <c:pt idx="44">
                  <c:v>-0.33789266943916779</c:v>
                </c:pt>
                <c:pt idx="45">
                  <c:v>-0.28865717643448718</c:v>
                </c:pt>
                <c:pt idx="46">
                  <c:v>-0.16774988809361169</c:v>
                </c:pt>
                <c:pt idx="47">
                  <c:v>-0.1048776345579148</c:v>
                </c:pt>
                <c:pt idx="48">
                  <c:v>-8.3662272027011569E-2</c:v>
                </c:pt>
                <c:pt idx="49">
                  <c:v>0.2113031949494705</c:v>
                </c:pt>
                <c:pt idx="50">
                  <c:v>0.1266567681498775</c:v>
                </c:pt>
                <c:pt idx="51">
                  <c:v>0.25474945432348928</c:v>
                </c:pt>
                <c:pt idx="52">
                  <c:v>0.3686796892406129</c:v>
                </c:pt>
                <c:pt idx="53">
                  <c:v>0.42501444045387943</c:v>
                </c:pt>
                <c:pt idx="54">
                  <c:v>0.58089654334221907</c:v>
                </c:pt>
                <c:pt idx="55">
                  <c:v>0.70148991959067009</c:v>
                </c:pt>
                <c:pt idx="56">
                  <c:v>0.77004617560452726</c:v>
                </c:pt>
                <c:pt idx="57">
                  <c:v>0.81502139262905926</c:v>
                </c:pt>
                <c:pt idx="58">
                  <c:v>0.97835823876909611</c:v>
                </c:pt>
                <c:pt idx="59">
                  <c:v>1.0710209287418251</c:v>
                </c:pt>
                <c:pt idx="60">
                  <c:v>1.226714245096177</c:v>
                </c:pt>
                <c:pt idx="61">
                  <c:v>1.124640833684609</c:v>
                </c:pt>
                <c:pt idx="62">
                  <c:v>1.273576624442045</c:v>
                </c:pt>
                <c:pt idx="63">
                  <c:v>1.575983180780316</c:v>
                </c:pt>
                <c:pt idx="64">
                  <c:v>1.822836778353836</c:v>
                </c:pt>
                <c:pt idx="65">
                  <c:v>1.9121642473526319</c:v>
                </c:pt>
                <c:pt idx="66">
                  <c:v>1.8306486703592759</c:v>
                </c:pt>
                <c:pt idx="67">
                  <c:v>1.7820494428086471</c:v>
                </c:pt>
                <c:pt idx="68">
                  <c:v>1.4706735004240321</c:v>
                </c:pt>
                <c:pt idx="69">
                  <c:v>1.1810816181928909</c:v>
                </c:pt>
                <c:pt idx="70">
                  <c:v>1.098159679703095</c:v>
                </c:pt>
                <c:pt idx="71">
                  <c:v>1.3750216201841901</c:v>
                </c:pt>
                <c:pt idx="72">
                  <c:v>1.403002320146473</c:v>
                </c:pt>
                <c:pt idx="73">
                  <c:v>1.431182527124208</c:v>
                </c:pt>
                <c:pt idx="74">
                  <c:v>1.319984369597704</c:v>
                </c:pt>
                <c:pt idx="75">
                  <c:v>1.2571181383215639</c:v>
                </c:pt>
                <c:pt idx="76">
                  <c:v>1.0954239547275211</c:v>
                </c:pt>
                <c:pt idx="77">
                  <c:v>1.0399440479016411</c:v>
                </c:pt>
                <c:pt idx="78">
                  <c:v>0.81206473763743914</c:v>
                </c:pt>
                <c:pt idx="79">
                  <c:v>0.78885838292295796</c:v>
                </c:pt>
                <c:pt idx="80">
                  <c:v>1.19824473673444</c:v>
                </c:pt>
                <c:pt idx="81">
                  <c:v>1.3357769531476931</c:v>
                </c:pt>
                <c:pt idx="82">
                  <c:v>1.7139133266987929</c:v>
                </c:pt>
                <c:pt idx="83">
                  <c:v>1.6559539585321099</c:v>
                </c:pt>
                <c:pt idx="84">
                  <c:v>1.106243960265298</c:v>
                </c:pt>
                <c:pt idx="85">
                  <c:v>1.3485882756849279</c:v>
                </c:pt>
                <c:pt idx="86">
                  <c:v>2.1058830981532881</c:v>
                </c:pt>
                <c:pt idx="87">
                  <c:v>1.9971176067272041</c:v>
                </c:pt>
                <c:pt idx="88">
                  <c:v>2.4534999758554199</c:v>
                </c:pt>
                <c:pt idx="89">
                  <c:v>2.1981091604029448</c:v>
                </c:pt>
                <c:pt idx="90">
                  <c:v>2.1260994412068741</c:v>
                </c:pt>
                <c:pt idx="91">
                  <c:v>2.5147531104619052</c:v>
                </c:pt>
                <c:pt idx="92">
                  <c:v>2.6686850695381121</c:v>
                </c:pt>
                <c:pt idx="93">
                  <c:v>3.2174878770652509</c:v>
                </c:pt>
                <c:pt idx="94">
                  <c:v>2.9676280049838528</c:v>
                </c:pt>
                <c:pt idx="95">
                  <c:v>2.8776085249076928</c:v>
                </c:pt>
                <c:pt idx="96">
                  <c:v>3.1055108980463788</c:v>
                </c:pt>
                <c:pt idx="97">
                  <c:v>2.7104887426363442</c:v>
                </c:pt>
                <c:pt idx="98">
                  <c:v>2.5109465911570048</c:v>
                </c:pt>
                <c:pt idx="99">
                  <c:v>2.706627875750363</c:v>
                </c:pt>
                <c:pt idx="100">
                  <c:v>2.5493377765757592</c:v>
                </c:pt>
                <c:pt idx="101">
                  <c:v>2.0246926189550241</c:v>
                </c:pt>
                <c:pt idx="102">
                  <c:v>1.608034442943213</c:v>
                </c:pt>
                <c:pt idx="103">
                  <c:v>1.5111929530071411</c:v>
                </c:pt>
                <c:pt idx="104">
                  <c:v>1.580480761914991</c:v>
                </c:pt>
                <c:pt idx="105">
                  <c:v>1.2169175720856289</c:v>
                </c:pt>
                <c:pt idx="106">
                  <c:v>0.32147682050393589</c:v>
                </c:pt>
                <c:pt idx="107">
                  <c:v>0.38188700208490028</c:v>
                </c:pt>
                <c:pt idx="108">
                  <c:v>0.31082553373452709</c:v>
                </c:pt>
                <c:pt idx="109">
                  <c:v>0.6602993524274624</c:v>
                </c:pt>
                <c:pt idx="110">
                  <c:v>0.69361690154552447</c:v>
                </c:pt>
                <c:pt idx="111">
                  <c:v>0.18852528511716279</c:v>
                </c:pt>
                <c:pt idx="112">
                  <c:v>-0.20496449686676019</c:v>
                </c:pt>
                <c:pt idx="113">
                  <c:v>-0.62448650976307729</c:v>
                </c:pt>
                <c:pt idx="114">
                  <c:v>-0.27185915750971162</c:v>
                </c:pt>
                <c:pt idx="115">
                  <c:v>-6.7276143126570875E-2</c:v>
                </c:pt>
                <c:pt idx="116">
                  <c:v>-0.2153222793665085</c:v>
                </c:pt>
                <c:pt idx="117">
                  <c:v>0.30369633647276473</c:v>
                </c:pt>
                <c:pt idx="118">
                  <c:v>0.9756190594473374</c:v>
                </c:pt>
                <c:pt idx="119">
                  <c:v>0.84295959576340829</c:v>
                </c:pt>
                <c:pt idx="120">
                  <c:v>0.98055477833842242</c:v>
                </c:pt>
                <c:pt idx="121">
                  <c:v>1.0404851174841521</c:v>
                </c:pt>
                <c:pt idx="122">
                  <c:v>0.1943539924356163</c:v>
                </c:pt>
                <c:pt idx="123">
                  <c:v>0.30280789040473072</c:v>
                </c:pt>
                <c:pt idx="124">
                  <c:v>0.72048417119233232</c:v>
                </c:pt>
                <c:pt idx="125">
                  <c:v>0.32261278043897568</c:v>
                </c:pt>
                <c:pt idx="126">
                  <c:v>-5.8745544001049067E-2</c:v>
                </c:pt>
                <c:pt idx="127">
                  <c:v>0.4434568119649514</c:v>
                </c:pt>
                <c:pt idx="128">
                  <c:v>0.53730191440578723</c:v>
                </c:pt>
                <c:pt idx="129">
                  <c:v>0.56116504574889903</c:v>
                </c:pt>
                <c:pt idx="130">
                  <c:v>0.50374136858356633</c:v>
                </c:pt>
                <c:pt idx="131">
                  <c:v>0.69126265311831392</c:v>
                </c:pt>
                <c:pt idx="132">
                  <c:v>0.66348875834018151</c:v>
                </c:pt>
                <c:pt idx="133">
                  <c:v>0.46787316059810791</c:v>
                </c:pt>
                <c:pt idx="134">
                  <c:v>0.2074956972924861</c:v>
                </c:pt>
                <c:pt idx="135">
                  <c:v>-4.8166024187892183E-2</c:v>
                </c:pt>
                <c:pt idx="136">
                  <c:v>-1.95936153037112E-2</c:v>
                </c:pt>
                <c:pt idx="137">
                  <c:v>-0.24995840178708961</c:v>
                </c:pt>
                <c:pt idx="138">
                  <c:v>-1.001317883039188</c:v>
                </c:pt>
                <c:pt idx="139">
                  <c:v>-1.1662304914446859</c:v>
                </c:pt>
                <c:pt idx="140">
                  <c:v>-1.5735063072752939</c:v>
                </c:pt>
                <c:pt idx="141">
                  <c:v>-1.4763818172829759</c:v>
                </c:pt>
                <c:pt idx="142">
                  <c:v>-0.91154931395426875</c:v>
                </c:pt>
                <c:pt idx="143">
                  <c:v>-1.035606499247127</c:v>
                </c:pt>
                <c:pt idx="144">
                  <c:v>-1.149335224096186</c:v>
                </c:pt>
                <c:pt idx="145">
                  <c:v>-0.63585409066528564</c:v>
                </c:pt>
                <c:pt idx="146">
                  <c:v>-2.213116204031727E-2</c:v>
                </c:pt>
                <c:pt idx="147">
                  <c:v>-0.34832005703338448</c:v>
                </c:pt>
                <c:pt idx="148">
                  <c:v>-0.88952788529886762</c:v>
                </c:pt>
                <c:pt idx="149">
                  <c:v>-0.99956117418841262</c:v>
                </c:pt>
                <c:pt idx="150">
                  <c:v>-1.2218035266389931</c:v>
                </c:pt>
                <c:pt idx="151">
                  <c:v>-1.180371670629943</c:v>
                </c:pt>
                <c:pt idx="152">
                  <c:v>-0.81968435040165988</c:v>
                </c:pt>
                <c:pt idx="153">
                  <c:v>-0.5595027151806532</c:v>
                </c:pt>
                <c:pt idx="154">
                  <c:v>-0.36587078318172123</c:v>
                </c:pt>
                <c:pt idx="155">
                  <c:v>2.12542030228123E-2</c:v>
                </c:pt>
                <c:pt idx="156">
                  <c:v>0.13748619098871789</c:v>
                </c:pt>
                <c:pt idx="157">
                  <c:v>0.28732630824577282</c:v>
                </c:pt>
                <c:pt idx="158">
                  <c:v>0.94117646487553497</c:v>
                </c:pt>
                <c:pt idx="159">
                  <c:v>1.152504695072645</c:v>
                </c:pt>
                <c:pt idx="160">
                  <c:v>1.2892351572645431</c:v>
                </c:pt>
                <c:pt idx="161">
                  <c:v>1.5227860262138191</c:v>
                </c:pt>
                <c:pt idx="162">
                  <c:v>2.1849413947618328</c:v>
                </c:pt>
                <c:pt idx="163">
                  <c:v>2.26196021128706</c:v>
                </c:pt>
                <c:pt idx="164">
                  <c:v>1.712555653669648</c:v>
                </c:pt>
                <c:pt idx="165">
                  <c:v>1.3831746941090759</c:v>
                </c:pt>
                <c:pt idx="166">
                  <c:v>1.5960628941765</c:v>
                </c:pt>
                <c:pt idx="167">
                  <c:v>1.332630596751798</c:v>
                </c:pt>
                <c:pt idx="168">
                  <c:v>1.6501094625157171</c:v>
                </c:pt>
                <c:pt idx="169">
                  <c:v>1.5498242775290689</c:v>
                </c:pt>
                <c:pt idx="170">
                  <c:v>1.9340792885144369</c:v>
                </c:pt>
                <c:pt idx="171">
                  <c:v>2.0219613277275852</c:v>
                </c:pt>
                <c:pt idx="172">
                  <c:v>1.941208183183069</c:v>
                </c:pt>
                <c:pt idx="173">
                  <c:v>1.690662574762799</c:v>
                </c:pt>
                <c:pt idx="174">
                  <c:v>1.7879942696331399</c:v>
                </c:pt>
                <c:pt idx="175">
                  <c:v>1.383910684980487</c:v>
                </c:pt>
                <c:pt idx="176">
                  <c:v>1.015705383412066</c:v>
                </c:pt>
                <c:pt idx="177">
                  <c:v>0.70678281549050925</c:v>
                </c:pt>
                <c:pt idx="178">
                  <c:v>0.27924447168789918</c:v>
                </c:pt>
                <c:pt idx="179">
                  <c:v>0.11513762764271181</c:v>
                </c:pt>
                <c:pt idx="180">
                  <c:v>-9.2556886166038854E-2</c:v>
                </c:pt>
                <c:pt idx="181">
                  <c:v>-0.31892164092071262</c:v>
                </c:pt>
                <c:pt idx="182">
                  <c:v>-0.80131666822539327</c:v>
                </c:pt>
                <c:pt idx="183">
                  <c:v>-1.0561215335722871</c:v>
                </c:pt>
                <c:pt idx="184">
                  <c:v>-0.45884588845793101</c:v>
                </c:pt>
                <c:pt idx="185">
                  <c:v>-0.35193763446840132</c:v>
                </c:pt>
                <c:pt idx="186">
                  <c:v>-0.86817910860187686</c:v>
                </c:pt>
                <c:pt idx="187">
                  <c:v>-0.7166678189890402</c:v>
                </c:pt>
                <c:pt idx="188">
                  <c:v>-0.97106249304918413</c:v>
                </c:pt>
                <c:pt idx="189">
                  <c:v>-0.78598390346018532</c:v>
                </c:pt>
                <c:pt idx="190">
                  <c:v>-0.88945432839582905</c:v>
                </c:pt>
                <c:pt idx="191">
                  <c:v>-1.395415752236463</c:v>
                </c:pt>
                <c:pt idx="192">
                  <c:v>-1.65761826700996</c:v>
                </c:pt>
                <c:pt idx="193">
                  <c:v>-1.6638059135187551</c:v>
                </c:pt>
                <c:pt idx="194">
                  <c:v>-1.7393092343009731</c:v>
                </c:pt>
                <c:pt idx="195">
                  <c:v>-1.010567339637479</c:v>
                </c:pt>
                <c:pt idx="196">
                  <c:v>-0.85918408797836376</c:v>
                </c:pt>
                <c:pt idx="197">
                  <c:v>-0.89307337799649567</c:v>
                </c:pt>
                <c:pt idx="198">
                  <c:v>-1.0342955435228021</c:v>
                </c:pt>
                <c:pt idx="199">
                  <c:v>-1.2127534338977071</c:v>
                </c:pt>
                <c:pt idx="200">
                  <c:v>-1.122270838576219</c:v>
                </c:pt>
                <c:pt idx="201">
                  <c:v>-0.99757748134199176</c:v>
                </c:pt>
                <c:pt idx="202">
                  <c:v>-0.92092631730105501</c:v>
                </c:pt>
                <c:pt idx="203">
                  <c:v>-0.74490195750388166</c:v>
                </c:pt>
                <c:pt idx="204">
                  <c:v>-0.9413323716768961</c:v>
                </c:pt>
                <c:pt idx="205">
                  <c:v>-0.74959662008468175</c:v>
                </c:pt>
                <c:pt idx="206">
                  <c:v>-0.49904021058627102</c:v>
                </c:pt>
                <c:pt idx="207">
                  <c:v>-0.64774745574039072</c:v>
                </c:pt>
                <c:pt idx="208">
                  <c:v>-0.35011280315853682</c:v>
                </c:pt>
                <c:pt idx="209">
                  <c:v>-0.41210303561269962</c:v>
                </c:pt>
                <c:pt idx="210">
                  <c:v>-0.46203937046879878</c:v>
                </c:pt>
                <c:pt idx="211">
                  <c:v>-0.16358134747964051</c:v>
                </c:pt>
                <c:pt idx="212">
                  <c:v>0.108638019065136</c:v>
                </c:pt>
                <c:pt idx="213">
                  <c:v>0.14359905682626739</c:v>
                </c:pt>
                <c:pt idx="214">
                  <c:v>-8.5240918675530131E-3</c:v>
                </c:pt>
                <c:pt idx="215">
                  <c:v>-0.71104842461376394</c:v>
                </c:pt>
                <c:pt idx="216">
                  <c:v>-0.81004290773640053</c:v>
                </c:pt>
                <c:pt idx="217">
                  <c:v>-0.81436291713145614</c:v>
                </c:pt>
                <c:pt idx="218">
                  <c:v>-0.89036085922383734</c:v>
                </c:pt>
                <c:pt idx="219">
                  <c:v>-0.95852371210460985</c:v>
                </c:pt>
                <c:pt idx="220">
                  <c:v>-1.008639367200187</c:v>
                </c:pt>
                <c:pt idx="221">
                  <c:v>-1.1072572706481509</c:v>
                </c:pt>
                <c:pt idx="222">
                  <c:v>-0.94104643182497849</c:v>
                </c:pt>
                <c:pt idx="223">
                  <c:v>-0.955160392222421</c:v>
                </c:pt>
                <c:pt idx="224">
                  <c:v>-0.98009758344249709</c:v>
                </c:pt>
                <c:pt idx="225">
                  <c:v>-1.030402703529167</c:v>
                </c:pt>
                <c:pt idx="226">
                  <c:v>-1.1854608375270499</c:v>
                </c:pt>
                <c:pt idx="227">
                  <c:v>-1.161478497633287</c:v>
                </c:pt>
                <c:pt idx="228">
                  <c:v>-1.4946368512447199</c:v>
                </c:pt>
                <c:pt idx="229">
                  <c:v>-1.7715340263182959</c:v>
                </c:pt>
                <c:pt idx="230">
                  <c:v>-2.028121483483357</c:v>
                </c:pt>
                <c:pt idx="231">
                  <c:v>-1.9587181184094069</c:v>
                </c:pt>
                <c:pt idx="232">
                  <c:v>-2.1123784476079388</c:v>
                </c:pt>
                <c:pt idx="233">
                  <c:v>-2.095726039071288</c:v>
                </c:pt>
                <c:pt idx="234">
                  <c:v>-2.101233148875671</c:v>
                </c:pt>
                <c:pt idx="235">
                  <c:v>-1.9300117718954899</c:v>
                </c:pt>
                <c:pt idx="236">
                  <c:v>-1.8960097358924031</c:v>
                </c:pt>
                <c:pt idx="237">
                  <c:v>-1.5219955189572709</c:v>
                </c:pt>
                <c:pt idx="238">
                  <c:v>-1.1809318325727429</c:v>
                </c:pt>
                <c:pt idx="239">
                  <c:v>-0.84819112496595539</c:v>
                </c:pt>
                <c:pt idx="240">
                  <c:v>-0.5866442156701156</c:v>
                </c:pt>
                <c:pt idx="241">
                  <c:v>-0.56248972684040244</c:v>
                </c:pt>
                <c:pt idx="242">
                  <c:v>-0.43414347914927659</c:v>
                </c:pt>
                <c:pt idx="243">
                  <c:v>-0.35156408425907981</c:v>
                </c:pt>
                <c:pt idx="244">
                  <c:v>-0.45934378777411272</c:v>
                </c:pt>
                <c:pt idx="245">
                  <c:v>-0.4770427068447704</c:v>
                </c:pt>
                <c:pt idx="246">
                  <c:v>-0.49990184564249451</c:v>
                </c:pt>
                <c:pt idx="247">
                  <c:v>-0.46654903321716379</c:v>
                </c:pt>
                <c:pt idx="248">
                  <c:v>-0.26637063859466942</c:v>
                </c:pt>
                <c:pt idx="249">
                  <c:v>6.229990203908229E-2</c:v>
                </c:pt>
                <c:pt idx="250">
                  <c:v>0.23072031245716099</c:v>
                </c:pt>
                <c:pt idx="251">
                  <c:v>0.26134631668261732</c:v>
                </c:pt>
                <c:pt idx="252">
                  <c:v>0.29080400939962708</c:v>
                </c:pt>
                <c:pt idx="253">
                  <c:v>0.35464700016929851</c:v>
                </c:pt>
                <c:pt idx="254">
                  <c:v>0.35032834367967403</c:v>
                </c:pt>
                <c:pt idx="255">
                  <c:v>0.36630670358701473</c:v>
                </c:pt>
                <c:pt idx="256">
                  <c:v>0.48862985839916551</c:v>
                </c:pt>
                <c:pt idx="257">
                  <c:v>0.37952744892055129</c:v>
                </c:pt>
                <c:pt idx="258">
                  <c:v>0.25139585716254198</c:v>
                </c:pt>
                <c:pt idx="259">
                  <c:v>4.5272392713434938E-2</c:v>
                </c:pt>
                <c:pt idx="260">
                  <c:v>-0.1242938641958134</c:v>
                </c:pt>
                <c:pt idx="261">
                  <c:v>-4.7331681569268882E-2</c:v>
                </c:pt>
                <c:pt idx="262">
                  <c:v>-0.33032696810260659</c:v>
                </c:pt>
                <c:pt idx="263">
                  <c:v>-0.56603779819580557</c:v>
                </c:pt>
                <c:pt idx="264">
                  <c:v>-0.45093684052509131</c:v>
                </c:pt>
                <c:pt idx="265">
                  <c:v>-0.49847345922354941</c:v>
                </c:pt>
                <c:pt idx="266">
                  <c:v>-0.37220190039355511</c:v>
                </c:pt>
                <c:pt idx="267">
                  <c:v>-0.28688659215049672</c:v>
                </c:pt>
                <c:pt idx="268">
                  <c:v>-0.27297790052182291</c:v>
                </c:pt>
                <c:pt idx="269">
                  <c:v>-0.52013351173065325</c:v>
                </c:pt>
                <c:pt idx="270">
                  <c:v>-0.61863572631762842</c:v>
                </c:pt>
                <c:pt idx="271">
                  <c:v>-0.58621648653313607</c:v>
                </c:pt>
                <c:pt idx="272">
                  <c:v>-0.55524187226298671</c:v>
                </c:pt>
                <c:pt idx="273">
                  <c:v>-0.65726362758803769</c:v>
                </c:pt>
                <c:pt idx="274">
                  <c:v>-0.71518180258647457</c:v>
                </c:pt>
                <c:pt idx="275">
                  <c:v>-0.833937255938625</c:v>
                </c:pt>
                <c:pt idx="276">
                  <c:v>-0.84149986729666304</c:v>
                </c:pt>
                <c:pt idx="277">
                  <c:v>-0.92973243685808893</c:v>
                </c:pt>
                <c:pt idx="278">
                  <c:v>-0.80450869916570211</c:v>
                </c:pt>
                <c:pt idx="279">
                  <c:v>-0.6257404502308469</c:v>
                </c:pt>
                <c:pt idx="280">
                  <c:v>-0.75737361649812041</c:v>
                </c:pt>
                <c:pt idx="281">
                  <c:v>-0.80527568658782156</c:v>
                </c:pt>
                <c:pt idx="282">
                  <c:v>-0.81876707389482417</c:v>
                </c:pt>
                <c:pt idx="283">
                  <c:v>-0.77567222908489908</c:v>
                </c:pt>
                <c:pt idx="284">
                  <c:v>-0.72209196292363542</c:v>
                </c:pt>
                <c:pt idx="285">
                  <c:v>-0.68506527952436647</c:v>
                </c:pt>
                <c:pt idx="286">
                  <c:v>-0.68959456367733984</c:v>
                </c:pt>
                <c:pt idx="287">
                  <c:v>-0.71587525469286462</c:v>
                </c:pt>
                <c:pt idx="288">
                  <c:v>-0.84882341284505614</c:v>
                </c:pt>
                <c:pt idx="289">
                  <c:v>-0.80433813859480319</c:v>
                </c:pt>
                <c:pt idx="290">
                  <c:v>-0.84301607959640823</c:v>
                </c:pt>
                <c:pt idx="291">
                  <c:v>-1.0986836274215781</c:v>
                </c:pt>
                <c:pt idx="292">
                  <c:v>-1.11958501372312</c:v>
                </c:pt>
                <c:pt idx="293">
                  <c:v>-0.88558383687053255</c:v>
                </c:pt>
                <c:pt idx="294">
                  <c:v>-0.6673132357036401</c:v>
                </c:pt>
                <c:pt idx="295">
                  <c:v>-0.74790175343557497</c:v>
                </c:pt>
                <c:pt idx="296">
                  <c:v>-0.92227107406148479</c:v>
                </c:pt>
                <c:pt idx="297">
                  <c:v>-1.0064718009420259</c:v>
                </c:pt>
                <c:pt idx="298">
                  <c:v>-1.1751456728699969</c:v>
                </c:pt>
                <c:pt idx="299">
                  <c:v>-1.408594456115922</c:v>
                </c:pt>
                <c:pt idx="300">
                  <c:v>-1.2510997970842701</c:v>
                </c:pt>
                <c:pt idx="301">
                  <c:v>-1.310084964350658</c:v>
                </c:pt>
                <c:pt idx="302">
                  <c:v>-1.281030623432162</c:v>
                </c:pt>
                <c:pt idx="303">
                  <c:v>-1.245422547208342</c:v>
                </c:pt>
                <c:pt idx="304">
                  <c:v>-1.3713128108454471</c:v>
                </c:pt>
                <c:pt idx="305">
                  <c:v>-1.530139020806615</c:v>
                </c:pt>
                <c:pt idx="306">
                  <c:v>-1.566200629499914</c:v>
                </c:pt>
                <c:pt idx="307">
                  <c:v>-1.4914307490407219</c:v>
                </c:pt>
                <c:pt idx="308">
                  <c:v>-1.215535525654637</c:v>
                </c:pt>
                <c:pt idx="309">
                  <c:v>-1.0451277941413579</c:v>
                </c:pt>
                <c:pt idx="310">
                  <c:v>-1.1516786591257351</c:v>
                </c:pt>
                <c:pt idx="311">
                  <c:v>-1.1102429353623151</c:v>
                </c:pt>
                <c:pt idx="312">
                  <c:v>-1.1387146402760839</c:v>
                </c:pt>
                <c:pt idx="313">
                  <c:v>-1.300653619350568</c:v>
                </c:pt>
                <c:pt idx="314">
                  <c:v>-1.4987665569669351</c:v>
                </c:pt>
                <c:pt idx="315">
                  <c:v>-1.318671589225628</c:v>
                </c:pt>
                <c:pt idx="316">
                  <c:v>-0.99473187948764474</c:v>
                </c:pt>
                <c:pt idx="317">
                  <c:v>-0.77086559590981896</c:v>
                </c:pt>
                <c:pt idx="318">
                  <c:v>-0.64746204100935978</c:v>
                </c:pt>
                <c:pt idx="319">
                  <c:v>-0.31139485011137658</c:v>
                </c:pt>
                <c:pt idx="320">
                  <c:v>-0.40712477464094049</c:v>
                </c:pt>
                <c:pt idx="321">
                  <c:v>-0.39183713196200692</c:v>
                </c:pt>
                <c:pt idx="322">
                  <c:v>-0.45213362330126372</c:v>
                </c:pt>
                <c:pt idx="323">
                  <c:v>-0.36123270521130818</c:v>
                </c:pt>
                <c:pt idx="324">
                  <c:v>-0.20053421442252331</c:v>
                </c:pt>
                <c:pt idx="325">
                  <c:v>-1.3581568108946829E-2</c:v>
                </c:pt>
                <c:pt idx="326">
                  <c:v>-6.5464497734302587E-2</c:v>
                </c:pt>
                <c:pt idx="327">
                  <c:v>-1.7290940593445481E-2</c:v>
                </c:pt>
                <c:pt idx="328">
                  <c:v>-8.1465990889916393E-2</c:v>
                </c:pt>
                <c:pt idx="329">
                  <c:v>-0.20476080051581819</c:v>
                </c:pt>
                <c:pt idx="330">
                  <c:v>-0.19488971280189421</c:v>
                </c:pt>
                <c:pt idx="331">
                  <c:v>-0.1086271576204613</c:v>
                </c:pt>
                <c:pt idx="332">
                  <c:v>-0.22724565707555011</c:v>
                </c:pt>
                <c:pt idx="333">
                  <c:v>-0.21011573934300931</c:v>
                </c:pt>
                <c:pt idx="334">
                  <c:v>-0.11201778304958369</c:v>
                </c:pt>
                <c:pt idx="335">
                  <c:v>-0.11764169941840349</c:v>
                </c:pt>
                <c:pt idx="336">
                  <c:v>-0.38434795748206829</c:v>
                </c:pt>
                <c:pt idx="337">
                  <c:v>-0.52239670283364181</c:v>
                </c:pt>
                <c:pt idx="338">
                  <c:v>-0.59115485114600264</c:v>
                </c:pt>
                <c:pt idx="339">
                  <c:v>-0.79750588926422539</c:v>
                </c:pt>
                <c:pt idx="340">
                  <c:v>-0.66436464391085348</c:v>
                </c:pt>
                <c:pt idx="341">
                  <c:v>-0.47827736853418762</c:v>
                </c:pt>
                <c:pt idx="342">
                  <c:v>-0.40522177204069942</c:v>
                </c:pt>
                <c:pt idx="343">
                  <c:v>-0.52449269628915363</c:v>
                </c:pt>
                <c:pt idx="344">
                  <c:v>-0.60331632239264554</c:v>
                </c:pt>
                <c:pt idx="345">
                  <c:v>-0.48748009298636591</c:v>
                </c:pt>
                <c:pt idx="346">
                  <c:v>-0.33570778309913679</c:v>
                </c:pt>
                <c:pt idx="347">
                  <c:v>-0.39398454777231873</c:v>
                </c:pt>
                <c:pt idx="348">
                  <c:v>-0.53993347233547606</c:v>
                </c:pt>
                <c:pt idx="349">
                  <c:v>-0.55563410361350074</c:v>
                </c:pt>
                <c:pt idx="350">
                  <c:v>-0.3853262577235102</c:v>
                </c:pt>
                <c:pt idx="351">
                  <c:v>-0.35603556758369131</c:v>
                </c:pt>
                <c:pt idx="352">
                  <c:v>-2.4583908483877628E-3</c:v>
                </c:pt>
                <c:pt idx="353">
                  <c:v>-1.978260465036968E-2</c:v>
                </c:pt>
                <c:pt idx="354">
                  <c:v>1.5683977695693789E-2</c:v>
                </c:pt>
                <c:pt idx="355">
                  <c:v>5.6876518794076347E-2</c:v>
                </c:pt>
                <c:pt idx="356">
                  <c:v>-3.3252477465613682E-2</c:v>
                </c:pt>
                <c:pt idx="357">
                  <c:v>-9.0080215190326083E-3</c:v>
                </c:pt>
                <c:pt idx="358">
                  <c:v>4.2837719762566007E-2</c:v>
                </c:pt>
                <c:pt idx="359">
                  <c:v>-4.0152190312351399E-3</c:v>
                </c:pt>
                <c:pt idx="360">
                  <c:v>-0.1073914469808602</c:v>
                </c:pt>
                <c:pt idx="361">
                  <c:v>-0.27186391452525749</c:v>
                </c:pt>
                <c:pt idx="362">
                  <c:v>-0.29194648228706283</c:v>
                </c:pt>
                <c:pt idx="363">
                  <c:v>-0.1694387046357283</c:v>
                </c:pt>
                <c:pt idx="364">
                  <c:v>-0.1136900378138046</c:v>
                </c:pt>
                <c:pt idx="365">
                  <c:v>-0.26800858313361797</c:v>
                </c:pt>
                <c:pt idx="366">
                  <c:v>-0.24486191991994211</c:v>
                </c:pt>
                <c:pt idx="367">
                  <c:v>-0.10839180245977929</c:v>
                </c:pt>
                <c:pt idx="368">
                  <c:v>0.10190923125111</c:v>
                </c:pt>
                <c:pt idx="369">
                  <c:v>0.2104768218384058</c:v>
                </c:pt>
                <c:pt idx="370">
                  <c:v>0.34670425713302611</c:v>
                </c:pt>
                <c:pt idx="371">
                  <c:v>0.75375036575990428</c:v>
                </c:pt>
                <c:pt idx="372">
                  <c:v>0.3810349168786602</c:v>
                </c:pt>
                <c:pt idx="373">
                  <c:v>0.45321007448065642</c:v>
                </c:pt>
                <c:pt idx="374">
                  <c:v>0.25409956937465389</c:v>
                </c:pt>
                <c:pt idx="375">
                  <c:v>7.8450697262748156E-2</c:v>
                </c:pt>
                <c:pt idx="376">
                  <c:v>0.14497731612785961</c:v>
                </c:pt>
                <c:pt idx="377">
                  <c:v>0.29400088642714389</c:v>
                </c:pt>
                <c:pt idx="378">
                  <c:v>0.30191242072799163</c:v>
                </c:pt>
                <c:pt idx="379">
                  <c:v>0.34279546467275629</c:v>
                </c:pt>
                <c:pt idx="380">
                  <c:v>0.33876864971383852</c:v>
                </c:pt>
                <c:pt idx="381">
                  <c:v>0.31301513737443909</c:v>
                </c:pt>
                <c:pt idx="382">
                  <c:v>0.33873080479089213</c:v>
                </c:pt>
                <c:pt idx="383">
                  <c:v>0.19359763788783771</c:v>
                </c:pt>
                <c:pt idx="384">
                  <c:v>0.1018710359037785</c:v>
                </c:pt>
                <c:pt idx="385">
                  <c:v>1.9252037487681409E-2</c:v>
                </c:pt>
                <c:pt idx="386">
                  <c:v>3.2629805354342713E-2</c:v>
                </c:pt>
                <c:pt idx="387">
                  <c:v>-0.16606183659201559</c:v>
                </c:pt>
                <c:pt idx="388">
                  <c:v>-0.40138492215935678</c:v>
                </c:pt>
                <c:pt idx="389">
                  <c:v>-0.47299442983958778</c:v>
                </c:pt>
                <c:pt idx="390">
                  <c:v>-0.59993199479749826</c:v>
                </c:pt>
                <c:pt idx="391">
                  <c:v>-0.93931049963500479</c:v>
                </c:pt>
                <c:pt idx="392">
                  <c:v>-0.72420947412247128</c:v>
                </c:pt>
                <c:pt idx="393">
                  <c:v>-0.85383793621558823</c:v>
                </c:pt>
                <c:pt idx="394">
                  <c:v>-0.78966607522808629</c:v>
                </c:pt>
                <c:pt idx="395">
                  <c:v>-0.74443254063064401</c:v>
                </c:pt>
                <c:pt idx="396">
                  <c:v>-0.66439846632635324</c:v>
                </c:pt>
                <c:pt idx="397">
                  <c:v>-0.68535619776952172</c:v>
                </c:pt>
                <c:pt idx="398">
                  <c:v>-0.77341608880713597</c:v>
                </c:pt>
                <c:pt idx="399">
                  <c:v>-0.79083221698791928</c:v>
                </c:pt>
                <c:pt idx="400">
                  <c:v>-0.76032530743746085</c:v>
                </c:pt>
                <c:pt idx="401">
                  <c:v>-0.70821013429127444</c:v>
                </c:pt>
                <c:pt idx="402">
                  <c:v>-0.66335401664402405</c:v>
                </c:pt>
                <c:pt idx="403">
                  <c:v>-0.57295166674648323</c:v>
                </c:pt>
                <c:pt idx="404">
                  <c:v>-0.59433147062590441</c:v>
                </c:pt>
                <c:pt idx="405">
                  <c:v>-0.48943283927674458</c:v>
                </c:pt>
                <c:pt idx="406">
                  <c:v>-0.52239308035715248</c:v>
                </c:pt>
                <c:pt idx="407">
                  <c:v>-0.36381353227496038</c:v>
                </c:pt>
                <c:pt idx="408">
                  <c:v>-0.22605209350727071</c:v>
                </c:pt>
                <c:pt idx="409">
                  <c:v>-0.1702209125127645</c:v>
                </c:pt>
                <c:pt idx="410">
                  <c:v>-0.1445378966932841</c:v>
                </c:pt>
                <c:pt idx="411">
                  <c:v>-0.1610107073372426</c:v>
                </c:pt>
                <c:pt idx="412">
                  <c:v>-0.22565777094643821</c:v>
                </c:pt>
                <c:pt idx="413">
                  <c:v>-0.19241004843313511</c:v>
                </c:pt>
                <c:pt idx="414">
                  <c:v>-9.6634259598597741E-2</c:v>
                </c:pt>
                <c:pt idx="415">
                  <c:v>-7.4528822313439852E-2</c:v>
                </c:pt>
                <c:pt idx="416">
                  <c:v>-0.17739115788415541</c:v>
                </c:pt>
                <c:pt idx="417">
                  <c:v>-0.28126066262002808</c:v>
                </c:pt>
                <c:pt idx="418">
                  <c:v>-0.29610970482336052</c:v>
                </c:pt>
                <c:pt idx="419">
                  <c:v>-0.32037082875257072</c:v>
                </c:pt>
                <c:pt idx="420">
                  <c:v>-0.33090297689490777</c:v>
                </c:pt>
                <c:pt idx="421">
                  <c:v>-0.31273571191769539</c:v>
                </c:pt>
                <c:pt idx="422">
                  <c:v>-0.40821604301231079</c:v>
                </c:pt>
                <c:pt idx="423">
                  <c:v>-0.49156726014829483</c:v>
                </c:pt>
                <c:pt idx="424">
                  <c:v>-0.45532633677824191</c:v>
                </c:pt>
                <c:pt idx="425">
                  <c:v>-0.33163435942232322</c:v>
                </c:pt>
                <c:pt idx="426">
                  <c:v>-0.32616989790057022</c:v>
                </c:pt>
                <c:pt idx="427">
                  <c:v>-0.46366738157529669</c:v>
                </c:pt>
                <c:pt idx="428">
                  <c:v>-0.42247191328183781</c:v>
                </c:pt>
                <c:pt idx="429">
                  <c:v>-0.45906662459413772</c:v>
                </c:pt>
                <c:pt idx="430">
                  <c:v>-0.46991894229535142</c:v>
                </c:pt>
                <c:pt idx="431">
                  <c:v>-0.44850211044460242</c:v>
                </c:pt>
                <c:pt idx="432">
                  <c:v>-0.39925559760054469</c:v>
                </c:pt>
                <c:pt idx="433">
                  <c:v>-0.39764929451950443</c:v>
                </c:pt>
                <c:pt idx="434">
                  <c:v>-0.40819298235492918</c:v>
                </c:pt>
                <c:pt idx="435">
                  <c:v>-0.38332636911025952</c:v>
                </c:pt>
                <c:pt idx="436">
                  <c:v>-0.33811762890107311</c:v>
                </c:pt>
                <c:pt idx="437">
                  <c:v>-0.33183786614623079</c:v>
                </c:pt>
                <c:pt idx="438">
                  <c:v>-0.28119506851780729</c:v>
                </c:pt>
                <c:pt idx="439">
                  <c:v>-0.19553301068353729</c:v>
                </c:pt>
                <c:pt idx="440">
                  <c:v>-0.22951938466701899</c:v>
                </c:pt>
                <c:pt idx="441">
                  <c:v>-0.22955070295504981</c:v>
                </c:pt>
                <c:pt idx="442">
                  <c:v>-0.12978730127867311</c:v>
                </c:pt>
                <c:pt idx="443">
                  <c:v>-4.174652939083192E-2</c:v>
                </c:pt>
                <c:pt idx="444">
                  <c:v>-6.4789128697452609E-3</c:v>
                </c:pt>
                <c:pt idx="445">
                  <c:v>-8.0778596075500336E-2</c:v>
                </c:pt>
                <c:pt idx="446">
                  <c:v>-7.7691636304566325E-2</c:v>
                </c:pt>
                <c:pt idx="447">
                  <c:v>-4.3508342374258512E-2</c:v>
                </c:pt>
                <c:pt idx="448">
                  <c:v>-9.9292715409808385E-2</c:v>
                </c:pt>
                <c:pt idx="449">
                  <c:v>-0.18488757379503251</c:v>
                </c:pt>
                <c:pt idx="450">
                  <c:v>-0.32016856521105691</c:v>
                </c:pt>
                <c:pt idx="451">
                  <c:v>-0.42204962668424512</c:v>
                </c:pt>
                <c:pt idx="452">
                  <c:v>-0.42045793511325918</c:v>
                </c:pt>
                <c:pt idx="453">
                  <c:v>-0.4006108118244906</c:v>
                </c:pt>
                <c:pt idx="454">
                  <c:v>-0.37881002759095972</c:v>
                </c:pt>
                <c:pt idx="455">
                  <c:v>-0.37504721066546748</c:v>
                </c:pt>
                <c:pt idx="456">
                  <c:v>-0.46973946479492368</c:v>
                </c:pt>
                <c:pt idx="457">
                  <c:v>-0.5407292363638877</c:v>
                </c:pt>
                <c:pt idx="458">
                  <c:v>-0.50125827697627345</c:v>
                </c:pt>
                <c:pt idx="459">
                  <c:v>-0.5431185778553792</c:v>
                </c:pt>
                <c:pt idx="460">
                  <c:v>-0.51565331854385643</c:v>
                </c:pt>
                <c:pt idx="461">
                  <c:v>-0.58835461836159875</c:v>
                </c:pt>
                <c:pt idx="462">
                  <c:v>-0.6515110004578254</c:v>
                </c:pt>
                <c:pt idx="463">
                  <c:v>-0.5727368337969706</c:v>
                </c:pt>
                <c:pt idx="464">
                  <c:v>-0.52824717289024814</c:v>
                </c:pt>
                <c:pt idx="465">
                  <c:v>-0.62012227122576347</c:v>
                </c:pt>
                <c:pt idx="466">
                  <c:v>-0.64811098807071499</c:v>
                </c:pt>
                <c:pt idx="467">
                  <c:v>-0.65603795224835604</c:v>
                </c:pt>
                <c:pt idx="468">
                  <c:v>-0.64534068496489805</c:v>
                </c:pt>
                <c:pt idx="469">
                  <c:v>-0.60992426367257135</c:v>
                </c:pt>
                <c:pt idx="470">
                  <c:v>-0.52035909911914624</c:v>
                </c:pt>
                <c:pt idx="471">
                  <c:v>-0.4815264026169524</c:v>
                </c:pt>
                <c:pt idx="472">
                  <c:v>-0.46940308698943611</c:v>
                </c:pt>
                <c:pt idx="473">
                  <c:v>-0.47363160366710838</c:v>
                </c:pt>
                <c:pt idx="474">
                  <c:v>-0.4889382717700384</c:v>
                </c:pt>
                <c:pt idx="475">
                  <c:v>-0.47134304285541723</c:v>
                </c:pt>
                <c:pt idx="476">
                  <c:v>-0.36095572651866109</c:v>
                </c:pt>
                <c:pt idx="477">
                  <c:v>-0.36387469398541272</c:v>
                </c:pt>
                <c:pt idx="478">
                  <c:v>-0.39966935955765392</c:v>
                </c:pt>
                <c:pt idx="479">
                  <c:v>-0.46133126825818799</c:v>
                </c:pt>
                <c:pt idx="480">
                  <c:v>-0.56403059054926497</c:v>
                </c:pt>
                <c:pt idx="481">
                  <c:v>-0.55933612663529908</c:v>
                </c:pt>
                <c:pt idx="482">
                  <c:v>-0.58304902063323205</c:v>
                </c:pt>
                <c:pt idx="483">
                  <c:v>-0.65972760496271532</c:v>
                </c:pt>
                <c:pt idx="484">
                  <c:v>-0.61431232626671417</c:v>
                </c:pt>
                <c:pt idx="485">
                  <c:v>-0.50732820766215625</c:v>
                </c:pt>
                <c:pt idx="486">
                  <c:v>-0.45775757638261649</c:v>
                </c:pt>
                <c:pt idx="487">
                  <c:v>-0.35352445647671021</c:v>
                </c:pt>
                <c:pt idx="488">
                  <c:v>-0.32580813986601631</c:v>
                </c:pt>
                <c:pt idx="489">
                  <c:v>-0.32008098406454799</c:v>
                </c:pt>
                <c:pt idx="490">
                  <c:v>-0.31575419649438091</c:v>
                </c:pt>
                <c:pt idx="491">
                  <c:v>-0.29891830500365291</c:v>
                </c:pt>
                <c:pt idx="492">
                  <c:v>-0.31049001560073708</c:v>
                </c:pt>
                <c:pt idx="493">
                  <c:v>-0.2344843312824445</c:v>
                </c:pt>
                <c:pt idx="494">
                  <c:v>-8.9842774694071315E-2</c:v>
                </c:pt>
                <c:pt idx="495">
                  <c:v>0.2522888388452415</c:v>
                </c:pt>
                <c:pt idx="496">
                  <c:v>0.40199723545442712</c:v>
                </c:pt>
                <c:pt idx="497">
                  <c:v>0.76386250467230588</c:v>
                </c:pt>
                <c:pt idx="498">
                  <c:v>0.60396554170387107</c:v>
                </c:pt>
                <c:pt idx="499">
                  <c:v>0.63857966177667058</c:v>
                </c:pt>
                <c:pt idx="500">
                  <c:v>0.89193368366146519</c:v>
                </c:pt>
                <c:pt idx="501">
                  <c:v>1.070387125926326</c:v>
                </c:pt>
                <c:pt idx="502">
                  <c:v>1.0228687430385379</c:v>
                </c:pt>
                <c:pt idx="503">
                  <c:v>0.98394411367879908</c:v>
                </c:pt>
                <c:pt idx="504">
                  <c:v>0.82764978908197318</c:v>
                </c:pt>
                <c:pt idx="505">
                  <c:v>0.67405105691437883</c:v>
                </c:pt>
                <c:pt idx="506">
                  <c:v>0.7298711738733662</c:v>
                </c:pt>
                <c:pt idx="507">
                  <c:v>0.69421140556718619</c:v>
                </c:pt>
                <c:pt idx="508">
                  <c:v>0.72218477042396423</c:v>
                </c:pt>
                <c:pt idx="509">
                  <c:v>0.8682719549917014</c:v>
                </c:pt>
                <c:pt idx="510">
                  <c:v>1.033768386932477</c:v>
                </c:pt>
                <c:pt idx="511">
                  <c:v>1.1769491059066981</c:v>
                </c:pt>
                <c:pt idx="512">
                  <c:v>1.007880530254577</c:v>
                </c:pt>
                <c:pt idx="513">
                  <c:v>0.92835583233057806</c:v>
                </c:pt>
                <c:pt idx="514">
                  <c:v>0.71744298219743829</c:v>
                </c:pt>
                <c:pt idx="515">
                  <c:v>0.26581285588334402</c:v>
                </c:pt>
                <c:pt idx="516">
                  <c:v>0.1823843338615633</c:v>
                </c:pt>
                <c:pt idx="517">
                  <c:v>-0.15078726670752249</c:v>
                </c:pt>
                <c:pt idx="518">
                  <c:v>4.7173157995317461E-2</c:v>
                </c:pt>
                <c:pt idx="519">
                  <c:v>5.9631250743652553E-2</c:v>
                </c:pt>
                <c:pt idx="520">
                  <c:v>-0.1532677821825415</c:v>
                </c:pt>
                <c:pt idx="521">
                  <c:v>-0.2182286109562695</c:v>
                </c:pt>
                <c:pt idx="522">
                  <c:v>-6.3372515134618196E-2</c:v>
                </c:pt>
                <c:pt idx="523">
                  <c:v>8.0354337200889026E-2</c:v>
                </c:pt>
                <c:pt idx="524">
                  <c:v>0.16752185768333561</c:v>
                </c:pt>
                <c:pt idx="525">
                  <c:v>0.23651555479860731</c:v>
                </c:pt>
                <c:pt idx="526">
                  <c:v>9.3945959725227915E-2</c:v>
                </c:pt>
                <c:pt idx="527">
                  <c:v>4.6918423711164822E-2</c:v>
                </c:pt>
                <c:pt idx="528">
                  <c:v>-2.0116570696802019E-2</c:v>
                </c:pt>
                <c:pt idx="529">
                  <c:v>-0.19313323988407319</c:v>
                </c:pt>
                <c:pt idx="530">
                  <c:v>-0.31998769768027618</c:v>
                </c:pt>
                <c:pt idx="531">
                  <c:v>-0.42332703342332278</c:v>
                </c:pt>
                <c:pt idx="532">
                  <c:v>-0.1213425224318975</c:v>
                </c:pt>
                <c:pt idx="533">
                  <c:v>-7.8241922937710318E-2</c:v>
                </c:pt>
                <c:pt idx="534">
                  <c:v>1.7527854307483111E-2</c:v>
                </c:pt>
                <c:pt idx="535">
                  <c:v>0.1196302211242313</c:v>
                </c:pt>
                <c:pt idx="536">
                  <c:v>1.2089214223700861E-2</c:v>
                </c:pt>
                <c:pt idx="537">
                  <c:v>4.8854421262202602E-2</c:v>
                </c:pt>
                <c:pt idx="538">
                  <c:v>-1.23912692509008E-2</c:v>
                </c:pt>
                <c:pt idx="539">
                  <c:v>5.6557626249500358E-2</c:v>
                </c:pt>
                <c:pt idx="540">
                  <c:v>0.15649997566362769</c:v>
                </c:pt>
                <c:pt idx="541">
                  <c:v>9.4390472266718026E-2</c:v>
                </c:pt>
                <c:pt idx="542">
                  <c:v>6.1674906579007947E-2</c:v>
                </c:pt>
                <c:pt idx="543">
                  <c:v>-2.9559865144180009E-2</c:v>
                </c:pt>
                <c:pt idx="544">
                  <c:v>-6.6995357009847947E-2</c:v>
                </c:pt>
                <c:pt idx="545">
                  <c:v>-4.534490145015152E-2</c:v>
                </c:pt>
                <c:pt idx="546">
                  <c:v>6.525000730587982E-2</c:v>
                </c:pt>
                <c:pt idx="547">
                  <c:v>0.27844951797521672</c:v>
                </c:pt>
                <c:pt idx="548">
                  <c:v>0.31553847829332649</c:v>
                </c:pt>
                <c:pt idx="549">
                  <c:v>0.3668729615049684</c:v>
                </c:pt>
                <c:pt idx="550">
                  <c:v>0.40477163023542551</c:v>
                </c:pt>
                <c:pt idx="551">
                  <c:v>0.48104998231484458</c:v>
                </c:pt>
                <c:pt idx="552">
                  <c:v>0.25867328919400362</c:v>
                </c:pt>
                <c:pt idx="553">
                  <c:v>0.20608393231139949</c:v>
                </c:pt>
                <c:pt idx="554">
                  <c:v>0.26162396394448778</c:v>
                </c:pt>
                <c:pt idx="555">
                  <c:v>0.48520632597549129</c:v>
                </c:pt>
                <c:pt idx="556">
                  <c:v>0.65317677377404471</c:v>
                </c:pt>
                <c:pt idx="557">
                  <c:v>0.63360544375017969</c:v>
                </c:pt>
                <c:pt idx="558">
                  <c:v>0.76787842163868303</c:v>
                </c:pt>
                <c:pt idx="559">
                  <c:v>0.76024041586221724</c:v>
                </c:pt>
                <c:pt idx="560">
                  <c:v>0.66927758642540758</c:v>
                </c:pt>
                <c:pt idx="561">
                  <c:v>0.86884790599457939</c:v>
                </c:pt>
                <c:pt idx="562">
                  <c:v>1.1127988273066229</c:v>
                </c:pt>
                <c:pt idx="563">
                  <c:v>1.5530313811943901</c:v>
                </c:pt>
                <c:pt idx="564">
                  <c:v>1.400026303029597</c:v>
                </c:pt>
                <c:pt idx="565">
                  <c:v>1.493891281354671</c:v>
                </c:pt>
                <c:pt idx="566">
                  <c:v>1.547328933459988</c:v>
                </c:pt>
                <c:pt idx="567">
                  <c:v>1.062626122166938</c:v>
                </c:pt>
                <c:pt idx="568">
                  <c:v>1.1609715543246379</c:v>
                </c:pt>
                <c:pt idx="569">
                  <c:v>1.0935028971826319</c:v>
                </c:pt>
                <c:pt idx="570">
                  <c:v>1.0367367378379011</c:v>
                </c:pt>
                <c:pt idx="571">
                  <c:v>1.2376719763776189</c:v>
                </c:pt>
                <c:pt idx="572">
                  <c:v>1.412934107543746</c:v>
                </c:pt>
                <c:pt idx="573">
                  <c:v>1.3106986868929409</c:v>
                </c:pt>
                <c:pt idx="574">
                  <c:v>1.1499842479159901</c:v>
                </c:pt>
                <c:pt idx="575">
                  <c:v>0.98018518209538674</c:v>
                </c:pt>
                <c:pt idx="576">
                  <c:v>0.83428790523233254</c:v>
                </c:pt>
                <c:pt idx="577">
                  <c:v>0.79176901016171575</c:v>
                </c:pt>
                <c:pt idx="578">
                  <c:v>0.81774556967490186</c:v>
                </c:pt>
                <c:pt idx="579">
                  <c:v>0.84789266083905057</c:v>
                </c:pt>
                <c:pt idx="580">
                  <c:v>0.78195611791070696</c:v>
                </c:pt>
                <c:pt idx="581">
                  <c:v>0.69019893607304306</c:v>
                </c:pt>
                <c:pt idx="582">
                  <c:v>0.27838037770982588</c:v>
                </c:pt>
                <c:pt idx="583">
                  <c:v>-0.37299262732655908</c:v>
                </c:pt>
                <c:pt idx="584">
                  <c:v>-0.25526550038009471</c:v>
                </c:pt>
                <c:pt idx="585">
                  <c:v>-0.26237613767507068</c:v>
                </c:pt>
                <c:pt idx="586">
                  <c:v>-0.30170581844135907</c:v>
                </c:pt>
                <c:pt idx="587">
                  <c:v>0.1158844166195037</c:v>
                </c:pt>
                <c:pt idx="588">
                  <c:v>-0.16573682275176821</c:v>
                </c:pt>
                <c:pt idx="589">
                  <c:v>-0.12814677272631869</c:v>
                </c:pt>
                <c:pt idx="590">
                  <c:v>-0.20302644258807459</c:v>
                </c:pt>
                <c:pt idx="591">
                  <c:v>-0.48367724203192403</c:v>
                </c:pt>
                <c:pt idx="592">
                  <c:v>-0.64845984563403158</c:v>
                </c:pt>
                <c:pt idx="593">
                  <c:v>-0.52222211610898051</c:v>
                </c:pt>
                <c:pt idx="594">
                  <c:v>-0.48113857022054091</c:v>
                </c:pt>
                <c:pt idx="595">
                  <c:v>-0.59305566090195694</c:v>
                </c:pt>
                <c:pt idx="596">
                  <c:v>-0.47934111770671262</c:v>
                </c:pt>
                <c:pt idx="597">
                  <c:v>-0.31231676608024139</c:v>
                </c:pt>
                <c:pt idx="598">
                  <c:v>-0.47248555937650921</c:v>
                </c:pt>
                <c:pt idx="599">
                  <c:v>-0.60636100435373341</c:v>
                </c:pt>
                <c:pt idx="600">
                  <c:v>-0.50278048669324205</c:v>
                </c:pt>
                <c:pt idx="601">
                  <c:v>-0.74940997767611017</c:v>
                </c:pt>
                <c:pt idx="602">
                  <c:v>-0.68371260003919165</c:v>
                </c:pt>
                <c:pt idx="603">
                  <c:v>-0.4508099058673074</c:v>
                </c:pt>
                <c:pt idx="604">
                  <c:v>-0.41230261316534178</c:v>
                </c:pt>
                <c:pt idx="605">
                  <c:v>-0.40389584999477141</c:v>
                </c:pt>
                <c:pt idx="606">
                  <c:v>-0.58723503782300879</c:v>
                </c:pt>
                <c:pt idx="607">
                  <c:v>-0.72403187380932199</c:v>
                </c:pt>
                <c:pt idx="608">
                  <c:v>-0.63234878610266276</c:v>
                </c:pt>
                <c:pt idx="609">
                  <c:v>-0.66032958897606708</c:v>
                </c:pt>
                <c:pt idx="610">
                  <c:v>-0.75574731083922175</c:v>
                </c:pt>
                <c:pt idx="611">
                  <c:v>-0.78704105530140733</c:v>
                </c:pt>
                <c:pt idx="612">
                  <c:v>-0.64112041383552043</c:v>
                </c:pt>
                <c:pt idx="613">
                  <c:v>-0.51031580573422342</c:v>
                </c:pt>
                <c:pt idx="614">
                  <c:v>-0.40462284578688329</c:v>
                </c:pt>
                <c:pt idx="615">
                  <c:v>-0.24968082569619229</c:v>
                </c:pt>
                <c:pt idx="616">
                  <c:v>-0.26592226628933929</c:v>
                </c:pt>
                <c:pt idx="617">
                  <c:v>-0.2886785832160248</c:v>
                </c:pt>
                <c:pt idx="618">
                  <c:v>-0.29053132491131262</c:v>
                </c:pt>
                <c:pt idx="619">
                  <c:v>-0.2164998605509296</c:v>
                </c:pt>
                <c:pt idx="620">
                  <c:v>-0.19730335870667631</c:v>
                </c:pt>
                <c:pt idx="621">
                  <c:v>3.6712363280699913E-2</c:v>
                </c:pt>
                <c:pt idx="622">
                  <c:v>0.1170347699656837</c:v>
                </c:pt>
                <c:pt idx="623">
                  <c:v>0.12444011553393999</c:v>
                </c:pt>
                <c:pt idx="624">
                  <c:v>0.1973082651475892</c:v>
                </c:pt>
                <c:pt idx="625">
                  <c:v>-3.5024778440423949E-3</c:v>
                </c:pt>
                <c:pt idx="626">
                  <c:v>2.7462932658479561E-2</c:v>
                </c:pt>
                <c:pt idx="627">
                  <c:v>1.1383298690017181E-2</c:v>
                </c:pt>
                <c:pt idx="628">
                  <c:v>6.332649355112091E-2</c:v>
                </c:pt>
                <c:pt idx="629">
                  <c:v>9.9081192515883321E-2</c:v>
                </c:pt>
                <c:pt idx="630">
                  <c:v>0.20313628957395341</c:v>
                </c:pt>
                <c:pt idx="631">
                  <c:v>0.1423136090028464</c:v>
                </c:pt>
                <c:pt idx="632">
                  <c:v>3.57343579023515E-2</c:v>
                </c:pt>
                <c:pt idx="633">
                  <c:v>-0.14873465380171411</c:v>
                </c:pt>
                <c:pt idx="634">
                  <c:v>-0.24298060741169769</c:v>
                </c:pt>
                <c:pt idx="635">
                  <c:v>-0.3884225904451179</c:v>
                </c:pt>
                <c:pt idx="636">
                  <c:v>-0.45939638203621119</c:v>
                </c:pt>
                <c:pt idx="637">
                  <c:v>-0.54529521820259841</c:v>
                </c:pt>
                <c:pt idx="638">
                  <c:v>-0.4858640873957662</c:v>
                </c:pt>
                <c:pt idx="639">
                  <c:v>-0.42984621761929898</c:v>
                </c:pt>
                <c:pt idx="640">
                  <c:v>-0.38266324846570859</c:v>
                </c:pt>
                <c:pt idx="641">
                  <c:v>-0.48785754196116299</c:v>
                </c:pt>
                <c:pt idx="642">
                  <c:v>-0.55249029112814041</c:v>
                </c:pt>
                <c:pt idx="643">
                  <c:v>-0.58499592555034041</c:v>
                </c:pt>
                <c:pt idx="644">
                  <c:v>-0.65914881427218708</c:v>
                </c:pt>
                <c:pt idx="645">
                  <c:v>-0.62048379272852838</c:v>
                </c:pt>
                <c:pt idx="646">
                  <c:v>-0.53191949860263221</c:v>
                </c:pt>
                <c:pt idx="647">
                  <c:v>-0.62606670185789692</c:v>
                </c:pt>
                <c:pt idx="648">
                  <c:v>-0.61453635412617935</c:v>
                </c:pt>
                <c:pt idx="649">
                  <c:v>-0.54056788205147965</c:v>
                </c:pt>
                <c:pt idx="650">
                  <c:v>-0.47299550374280153</c:v>
                </c:pt>
                <c:pt idx="651">
                  <c:v>-0.4350139367530339</c:v>
                </c:pt>
                <c:pt idx="652">
                  <c:v>-0.466750169618601</c:v>
                </c:pt>
                <c:pt idx="653">
                  <c:v>-0.45599070441929362</c:v>
                </c:pt>
                <c:pt idx="654">
                  <c:v>-0.51068777337745441</c:v>
                </c:pt>
                <c:pt idx="655">
                  <c:v>-0.51211516688487413</c:v>
                </c:pt>
                <c:pt idx="656">
                  <c:v>-0.48547671591839259</c:v>
                </c:pt>
                <c:pt idx="657">
                  <c:v>-0.39420478084938909</c:v>
                </c:pt>
                <c:pt idx="658">
                  <c:v>-0.3405720225654047</c:v>
                </c:pt>
                <c:pt idx="659">
                  <c:v>-0.38321835896753942</c:v>
                </c:pt>
                <c:pt idx="660">
                  <c:v>-0.38264209736711952</c:v>
                </c:pt>
                <c:pt idx="661">
                  <c:v>-0.32876217790462992</c:v>
                </c:pt>
                <c:pt idx="662">
                  <c:v>-0.37176195694419228</c:v>
                </c:pt>
                <c:pt idx="663">
                  <c:v>-0.39317236608224898</c:v>
                </c:pt>
                <c:pt idx="664">
                  <c:v>-0.47100047197353412</c:v>
                </c:pt>
                <c:pt idx="665">
                  <c:v>-0.48561432564514079</c:v>
                </c:pt>
                <c:pt idx="666">
                  <c:v>-0.58430203443227946</c:v>
                </c:pt>
                <c:pt idx="667">
                  <c:v>-0.40714185077654119</c:v>
                </c:pt>
                <c:pt idx="668">
                  <c:v>-0.36310052254463948</c:v>
                </c:pt>
                <c:pt idx="669">
                  <c:v>-0.50356755051256419</c:v>
                </c:pt>
                <c:pt idx="670">
                  <c:v>-0.50505306773072334</c:v>
                </c:pt>
                <c:pt idx="671">
                  <c:v>-0.40581634796028271</c:v>
                </c:pt>
                <c:pt idx="672">
                  <c:v>-0.18092683251978159</c:v>
                </c:pt>
                <c:pt idx="673">
                  <c:v>-0.1298261119120753</c:v>
                </c:pt>
                <c:pt idx="674">
                  <c:v>-3.3654557477435967E-2</c:v>
                </c:pt>
                <c:pt idx="675">
                  <c:v>0.1146044908564243</c:v>
                </c:pt>
                <c:pt idx="676">
                  <c:v>0.13074614141519481</c:v>
                </c:pt>
                <c:pt idx="677">
                  <c:v>3.2969703190100473E-2</c:v>
                </c:pt>
                <c:pt idx="678">
                  <c:v>8.7393160031113745E-3</c:v>
                </c:pt>
                <c:pt idx="679">
                  <c:v>0.1562361773792513</c:v>
                </c:pt>
                <c:pt idx="680">
                  <c:v>9.6761053802375527E-2</c:v>
                </c:pt>
                <c:pt idx="681">
                  <c:v>7.089158399845516E-3</c:v>
                </c:pt>
                <c:pt idx="682">
                  <c:v>0.1283907054700445</c:v>
                </c:pt>
                <c:pt idx="683">
                  <c:v>8.6195779328903988E-2</c:v>
                </c:pt>
                <c:pt idx="684">
                  <c:v>0.1557611367913225</c:v>
                </c:pt>
                <c:pt idx="685">
                  <c:v>0.1076355028080804</c:v>
                </c:pt>
                <c:pt idx="686">
                  <c:v>0.13753733504534141</c:v>
                </c:pt>
                <c:pt idx="687">
                  <c:v>7.6171317032681971E-2</c:v>
                </c:pt>
                <c:pt idx="688">
                  <c:v>9.8222956113067708E-2</c:v>
                </c:pt>
                <c:pt idx="689">
                  <c:v>0.17632050723614209</c:v>
                </c:pt>
                <c:pt idx="690">
                  <c:v>0.14708001313093511</c:v>
                </c:pt>
                <c:pt idx="691">
                  <c:v>7.083408926909239E-2</c:v>
                </c:pt>
                <c:pt idx="692">
                  <c:v>-0.15728299186093581</c:v>
                </c:pt>
                <c:pt idx="693">
                  <c:v>-0.23456702814571481</c:v>
                </c:pt>
                <c:pt idx="694">
                  <c:v>-0.27855858486112511</c:v>
                </c:pt>
                <c:pt idx="695">
                  <c:v>-0.44017672412066711</c:v>
                </c:pt>
                <c:pt idx="696">
                  <c:v>-0.39595103161799489</c:v>
                </c:pt>
                <c:pt idx="697">
                  <c:v>-0.35744270718253562</c:v>
                </c:pt>
                <c:pt idx="698">
                  <c:v>-0.44953569231297041</c:v>
                </c:pt>
                <c:pt idx="699">
                  <c:v>-0.63411088369792756</c:v>
                </c:pt>
                <c:pt idx="700">
                  <c:v>-0.61878134656704242</c:v>
                </c:pt>
                <c:pt idx="701">
                  <c:v>-0.59965757869296021</c:v>
                </c:pt>
                <c:pt idx="702">
                  <c:v>-0.57966803232912156</c:v>
                </c:pt>
                <c:pt idx="703">
                  <c:v>-0.52577430624971777</c:v>
                </c:pt>
                <c:pt idx="704">
                  <c:v>-0.63486007988271342</c:v>
                </c:pt>
                <c:pt idx="705">
                  <c:v>-0.47152705636116582</c:v>
                </c:pt>
                <c:pt idx="706">
                  <c:v>-0.47493332824707069</c:v>
                </c:pt>
                <c:pt idx="707">
                  <c:v>-0.46217310345888812</c:v>
                </c:pt>
                <c:pt idx="708">
                  <c:v>-0.52515450214774162</c:v>
                </c:pt>
                <c:pt idx="709">
                  <c:v>-0.39977050107860718</c:v>
                </c:pt>
                <c:pt idx="710">
                  <c:v>-0.37616799294537168</c:v>
                </c:pt>
                <c:pt idx="711">
                  <c:v>-0.36346220600232659</c:v>
                </c:pt>
                <c:pt idx="712">
                  <c:v>-0.3507993153884732</c:v>
                </c:pt>
                <c:pt idx="713">
                  <c:v>-0.32606588451188567</c:v>
                </c:pt>
                <c:pt idx="714">
                  <c:v>-0.30103139409849677</c:v>
                </c:pt>
                <c:pt idx="715">
                  <c:v>-0.27649590756881459</c:v>
                </c:pt>
                <c:pt idx="716">
                  <c:v>-0.4345482575383916</c:v>
                </c:pt>
                <c:pt idx="717">
                  <c:v>-0.52607237007976071</c:v>
                </c:pt>
                <c:pt idx="718">
                  <c:v>-0.45728722765967111</c:v>
                </c:pt>
                <c:pt idx="719">
                  <c:v>-0.39422578250012918</c:v>
                </c:pt>
                <c:pt idx="720">
                  <c:v>-0.33989639267647348</c:v>
                </c:pt>
                <c:pt idx="721">
                  <c:v>-0.26350283368352972</c:v>
                </c:pt>
                <c:pt idx="722">
                  <c:v>-0.31058450523232861</c:v>
                </c:pt>
                <c:pt idx="723">
                  <c:v>-0.38872904450972651</c:v>
                </c:pt>
                <c:pt idx="724">
                  <c:v>-0.36024215158999101</c:v>
                </c:pt>
                <c:pt idx="725">
                  <c:v>-0.22186584405195811</c:v>
                </c:pt>
                <c:pt idx="726">
                  <c:v>-8.349870563767349E-2</c:v>
                </c:pt>
                <c:pt idx="727">
                  <c:v>9.8110139233210672E-2</c:v>
                </c:pt>
                <c:pt idx="728">
                  <c:v>0.2065065843034124</c:v>
                </c:pt>
                <c:pt idx="729">
                  <c:v>6.0353254750530112E-2</c:v>
                </c:pt>
                <c:pt idx="730">
                  <c:v>8.8764265869307482E-2</c:v>
                </c:pt>
                <c:pt idx="731">
                  <c:v>0.1869252530124545</c:v>
                </c:pt>
                <c:pt idx="732">
                  <c:v>0.21820623433548389</c:v>
                </c:pt>
                <c:pt idx="733">
                  <c:v>0.22392841020074311</c:v>
                </c:pt>
                <c:pt idx="734">
                  <c:v>0.32847432529088028</c:v>
                </c:pt>
                <c:pt idx="735">
                  <c:v>0.41336979860527961</c:v>
                </c:pt>
                <c:pt idx="736">
                  <c:v>0.57994931929598525</c:v>
                </c:pt>
                <c:pt idx="737">
                  <c:v>0.71949009591110913</c:v>
                </c:pt>
                <c:pt idx="738">
                  <c:v>0.76022308349341439</c:v>
                </c:pt>
                <c:pt idx="739">
                  <c:v>0.6465297731577947</c:v>
                </c:pt>
                <c:pt idx="740">
                  <c:v>0.47413396682419062</c:v>
                </c:pt>
                <c:pt idx="741">
                  <c:v>0.39543419847166178</c:v>
                </c:pt>
                <c:pt idx="742">
                  <c:v>0.39171899550150041</c:v>
                </c:pt>
                <c:pt idx="743">
                  <c:v>0.4762589882153751</c:v>
                </c:pt>
                <c:pt idx="744">
                  <c:v>0.48248935943055599</c:v>
                </c:pt>
                <c:pt idx="745">
                  <c:v>0.30594673483251561</c:v>
                </c:pt>
                <c:pt idx="746">
                  <c:v>0.28333805613873081</c:v>
                </c:pt>
                <c:pt idx="747">
                  <c:v>-3.2794947444209667E-2</c:v>
                </c:pt>
                <c:pt idx="748">
                  <c:v>-0.18156127905651029</c:v>
                </c:pt>
                <c:pt idx="749">
                  <c:v>-0.20289500822223919</c:v>
                </c:pt>
                <c:pt idx="750">
                  <c:v>-0.2429548844399784</c:v>
                </c:pt>
                <c:pt idx="751">
                  <c:v>-0.34630240230334419</c:v>
                </c:pt>
                <c:pt idx="752">
                  <c:v>-0.35570382009575191</c:v>
                </c:pt>
                <c:pt idx="753">
                  <c:v>-0.32316330774856872</c:v>
                </c:pt>
                <c:pt idx="754">
                  <c:v>-0.38371852770951759</c:v>
                </c:pt>
                <c:pt idx="755">
                  <c:v>-0.50586633378006229</c:v>
                </c:pt>
                <c:pt idx="756">
                  <c:v>-0.63747261272255518</c:v>
                </c:pt>
                <c:pt idx="757">
                  <c:v>-0.57310015282533511</c:v>
                </c:pt>
                <c:pt idx="758">
                  <c:v>-0.54181911788049486</c:v>
                </c:pt>
                <c:pt idx="759">
                  <c:v>-0.45735809227527202</c:v>
                </c:pt>
                <c:pt idx="760">
                  <c:v>-0.33882584964229129</c:v>
                </c:pt>
                <c:pt idx="761">
                  <c:v>-0.24457781323744721</c:v>
                </c:pt>
                <c:pt idx="762">
                  <c:v>-0.33625229242224552</c:v>
                </c:pt>
                <c:pt idx="763">
                  <c:v>-0.33020183020015009</c:v>
                </c:pt>
                <c:pt idx="764">
                  <c:v>-0.18895608274147579</c:v>
                </c:pt>
                <c:pt idx="765">
                  <c:v>-0.12562834425014061</c:v>
                </c:pt>
                <c:pt idx="766">
                  <c:v>-0.24677963045851689</c:v>
                </c:pt>
                <c:pt idx="767">
                  <c:v>-0.1919516062722178</c:v>
                </c:pt>
                <c:pt idx="768">
                  <c:v>-9.3141534621560509E-2</c:v>
                </c:pt>
                <c:pt idx="769">
                  <c:v>3.9136356641369413E-2</c:v>
                </c:pt>
                <c:pt idx="770">
                  <c:v>0.16398581497560141</c:v>
                </c:pt>
                <c:pt idx="771">
                  <c:v>9.9700831233352008E-2</c:v>
                </c:pt>
                <c:pt idx="772">
                  <c:v>0.38998657855472602</c:v>
                </c:pt>
                <c:pt idx="773">
                  <c:v>0.48638406575533732</c:v>
                </c:pt>
                <c:pt idx="774">
                  <c:v>0.57912953968435588</c:v>
                </c:pt>
                <c:pt idx="775">
                  <c:v>0.71500816439268455</c:v>
                </c:pt>
                <c:pt idx="776">
                  <c:v>0.71731892224178306</c:v>
                </c:pt>
                <c:pt idx="777">
                  <c:v>0.72552374465338054</c:v>
                </c:pt>
                <c:pt idx="778">
                  <c:v>0.64942467732357245</c:v>
                </c:pt>
                <c:pt idx="779">
                  <c:v>0.8270154608892154</c:v>
                </c:pt>
                <c:pt idx="780">
                  <c:v>0.85371171124845446</c:v>
                </c:pt>
                <c:pt idx="781">
                  <c:v>0.90256561049593709</c:v>
                </c:pt>
                <c:pt idx="782">
                  <c:v>0.9180483039172791</c:v>
                </c:pt>
                <c:pt idx="783">
                  <c:v>0.81284497880688067</c:v>
                </c:pt>
                <c:pt idx="784">
                  <c:v>0.68975990494033101</c:v>
                </c:pt>
                <c:pt idx="785">
                  <c:v>0.6217577718531021</c:v>
                </c:pt>
                <c:pt idx="786">
                  <c:v>0.75468425806746176</c:v>
                </c:pt>
                <c:pt idx="787">
                  <c:v>0.7561208270249935</c:v>
                </c:pt>
                <c:pt idx="788">
                  <c:v>0.58742772989889458</c:v>
                </c:pt>
                <c:pt idx="789">
                  <c:v>0.43786257068977352</c:v>
                </c:pt>
                <c:pt idx="790">
                  <c:v>0.30651480590965657</c:v>
                </c:pt>
                <c:pt idx="791">
                  <c:v>0.34920388039748762</c:v>
                </c:pt>
                <c:pt idx="792">
                  <c:v>9.4711095037566986E-2</c:v>
                </c:pt>
                <c:pt idx="793">
                  <c:v>-0.1315268017961545</c:v>
                </c:pt>
                <c:pt idx="794">
                  <c:v>-0.13055038111213951</c:v>
                </c:pt>
                <c:pt idx="795">
                  <c:v>-2.560781258991655E-2</c:v>
                </c:pt>
                <c:pt idx="796">
                  <c:v>7.5222103172396748E-2</c:v>
                </c:pt>
                <c:pt idx="797">
                  <c:v>-0.14216037634779399</c:v>
                </c:pt>
                <c:pt idx="798">
                  <c:v>-0.2206646115944062</c:v>
                </c:pt>
                <c:pt idx="799">
                  <c:v>-0.51923419221347611</c:v>
                </c:pt>
                <c:pt idx="800">
                  <c:v>-0.54210789122583725</c:v>
                </c:pt>
                <c:pt idx="801">
                  <c:v>-0.60155884682210248</c:v>
                </c:pt>
                <c:pt idx="802">
                  <c:v>-0.59038041492646731</c:v>
                </c:pt>
                <c:pt idx="803">
                  <c:v>-0.46219131515114542</c:v>
                </c:pt>
                <c:pt idx="804">
                  <c:v>-0.38456184985181041</c:v>
                </c:pt>
                <c:pt idx="805">
                  <c:v>-0.42178759630006663</c:v>
                </c:pt>
                <c:pt idx="806">
                  <c:v>-0.57306565394860953</c:v>
                </c:pt>
                <c:pt idx="807">
                  <c:v>-0.68131621612742743</c:v>
                </c:pt>
                <c:pt idx="808">
                  <c:v>-0.6453021365999847</c:v>
                </c:pt>
                <c:pt idx="809">
                  <c:v>-0.60106630466987221</c:v>
                </c:pt>
                <c:pt idx="810">
                  <c:v>-0.64526694146108909</c:v>
                </c:pt>
                <c:pt idx="811">
                  <c:v>-0.54579284684558271</c:v>
                </c:pt>
                <c:pt idx="812">
                  <c:v>-0.44628130736593152</c:v>
                </c:pt>
                <c:pt idx="813">
                  <c:v>-0.33453665092323709</c:v>
                </c:pt>
                <c:pt idx="814">
                  <c:v>-0.39443436146087169</c:v>
                </c:pt>
                <c:pt idx="815">
                  <c:v>-0.45346023296879068</c:v>
                </c:pt>
                <c:pt idx="816">
                  <c:v>-0.52715503554366194</c:v>
                </c:pt>
                <c:pt idx="817">
                  <c:v>-0.47396336969773739</c:v>
                </c:pt>
                <c:pt idx="818">
                  <c:v>-0.45890483698236001</c:v>
                </c:pt>
                <c:pt idx="819">
                  <c:v>-0.31218070556930289</c:v>
                </c:pt>
                <c:pt idx="820">
                  <c:v>-0.39063059450146381</c:v>
                </c:pt>
                <c:pt idx="821">
                  <c:v>-0.40051448082960311</c:v>
                </c:pt>
                <c:pt idx="822">
                  <c:v>-0.46040825501960958</c:v>
                </c:pt>
                <c:pt idx="823">
                  <c:v>-0.63756133735072484</c:v>
                </c:pt>
                <c:pt idx="824">
                  <c:v>-0.70159935832094833</c:v>
                </c:pt>
                <c:pt idx="825">
                  <c:v>-0.58840887031443367</c:v>
                </c:pt>
                <c:pt idx="826">
                  <c:v>-0.431659550645489</c:v>
                </c:pt>
                <c:pt idx="827">
                  <c:v>-0.35863601633267123</c:v>
                </c:pt>
                <c:pt idx="828">
                  <c:v>-0.28319319806233861</c:v>
                </c:pt>
                <c:pt idx="829">
                  <c:v>5.4977924768525059E-3</c:v>
                </c:pt>
                <c:pt idx="830">
                  <c:v>0.13153902792432251</c:v>
                </c:pt>
                <c:pt idx="831">
                  <c:v>3.61726152857117E-3</c:v>
                </c:pt>
                <c:pt idx="832">
                  <c:v>6.3338525424914457E-2</c:v>
                </c:pt>
                <c:pt idx="833">
                  <c:v>-1.1786514815418909E-2</c:v>
                </c:pt>
                <c:pt idx="834">
                  <c:v>-0.1658501779992366</c:v>
                </c:pt>
                <c:pt idx="835">
                  <c:v>-0.32530305151147548</c:v>
                </c:pt>
                <c:pt idx="836">
                  <c:v>-0.30124047675318688</c:v>
                </c:pt>
                <c:pt idx="837">
                  <c:v>-0.32771096005400741</c:v>
                </c:pt>
                <c:pt idx="838">
                  <c:v>-0.34313196920321648</c:v>
                </c:pt>
                <c:pt idx="839">
                  <c:v>-0.35743769550748589</c:v>
                </c:pt>
                <c:pt idx="840">
                  <c:v>-0.29319857922960679</c:v>
                </c:pt>
                <c:pt idx="841">
                  <c:v>-0.28075624735668908</c:v>
                </c:pt>
                <c:pt idx="842">
                  <c:v>-7.7295424340999189E-2</c:v>
                </c:pt>
                <c:pt idx="843">
                  <c:v>3.9029794942738727E-2</c:v>
                </c:pt>
                <c:pt idx="844">
                  <c:v>7.4526312350750343E-2</c:v>
                </c:pt>
                <c:pt idx="845">
                  <c:v>-6.0621500684321039E-2</c:v>
                </c:pt>
                <c:pt idx="846">
                  <c:v>-0.17950019098874831</c:v>
                </c:pt>
                <c:pt idx="847">
                  <c:v>-0.1231448275880089</c:v>
                </c:pt>
                <c:pt idx="848">
                  <c:v>-0.1853138499234579</c:v>
                </c:pt>
                <c:pt idx="849">
                  <c:v>-0.32770790294256152</c:v>
                </c:pt>
                <c:pt idx="850">
                  <c:v>-0.38606054232766879</c:v>
                </c:pt>
                <c:pt idx="851">
                  <c:v>-0.22876457602835201</c:v>
                </c:pt>
                <c:pt idx="852">
                  <c:v>-0.39956066356821401</c:v>
                </c:pt>
                <c:pt idx="853">
                  <c:v>-0.30345382531282872</c:v>
                </c:pt>
                <c:pt idx="854">
                  <c:v>-0.242967839881509</c:v>
                </c:pt>
                <c:pt idx="855">
                  <c:v>-0.26577336421739922</c:v>
                </c:pt>
                <c:pt idx="856">
                  <c:v>-0.22853262528955021</c:v>
                </c:pt>
                <c:pt idx="857">
                  <c:v>-0.13795857152774171</c:v>
                </c:pt>
                <c:pt idx="858">
                  <c:v>-9.9441990459395811E-3</c:v>
                </c:pt>
                <c:pt idx="859">
                  <c:v>-1.0220279138943701E-2</c:v>
                </c:pt>
                <c:pt idx="860">
                  <c:v>8.0811145908469648E-2</c:v>
                </c:pt>
                <c:pt idx="861">
                  <c:v>9.6491876845362493E-2</c:v>
                </c:pt>
                <c:pt idx="862">
                  <c:v>1.00876981556327E-2</c:v>
                </c:pt>
                <c:pt idx="863">
                  <c:v>0.21682295861139711</c:v>
                </c:pt>
                <c:pt idx="864">
                  <c:v>0.48801478071661869</c:v>
                </c:pt>
                <c:pt idx="865">
                  <c:v>0.70316167153070719</c:v>
                </c:pt>
                <c:pt idx="866">
                  <c:v>0.64175237061369861</c:v>
                </c:pt>
                <c:pt idx="867">
                  <c:v>0.5352530039272122</c:v>
                </c:pt>
                <c:pt idx="868">
                  <c:v>0.52234255270129959</c:v>
                </c:pt>
                <c:pt idx="869">
                  <c:v>0.37566211972428659</c:v>
                </c:pt>
                <c:pt idx="870">
                  <c:v>0.22669627938790771</c:v>
                </c:pt>
                <c:pt idx="871">
                  <c:v>-5.029946733919282E-2</c:v>
                </c:pt>
                <c:pt idx="872">
                  <c:v>-9.7801134437718915E-2</c:v>
                </c:pt>
                <c:pt idx="873">
                  <c:v>-0.1178010138864158</c:v>
                </c:pt>
                <c:pt idx="874">
                  <c:v>6.5287556658243845E-2</c:v>
                </c:pt>
                <c:pt idx="875">
                  <c:v>0.19356108239498279</c:v>
                </c:pt>
                <c:pt idx="876">
                  <c:v>-1.1675984611528439E-2</c:v>
                </c:pt>
                <c:pt idx="877">
                  <c:v>0.25480116452582863</c:v>
                </c:pt>
                <c:pt idx="878">
                  <c:v>0.47462027938024459</c:v>
                </c:pt>
                <c:pt idx="879">
                  <c:v>0.2968858897886113</c:v>
                </c:pt>
                <c:pt idx="880">
                  <c:v>0.27753223756266387</c:v>
                </c:pt>
                <c:pt idx="881">
                  <c:v>0.26255802825970509</c:v>
                </c:pt>
                <c:pt idx="882">
                  <c:v>0.39158448168490118</c:v>
                </c:pt>
                <c:pt idx="883">
                  <c:v>0.58536170345049232</c:v>
                </c:pt>
                <c:pt idx="884">
                  <c:v>0.1198592867717065</c:v>
                </c:pt>
                <c:pt idx="885">
                  <c:v>8.069066005047984E-2</c:v>
                </c:pt>
                <c:pt idx="886">
                  <c:v>0.29624905393576723</c:v>
                </c:pt>
                <c:pt idx="887">
                  <c:v>0.36312382453879749</c:v>
                </c:pt>
                <c:pt idx="888">
                  <c:v>0.46344914341460819</c:v>
                </c:pt>
                <c:pt idx="889">
                  <c:v>0.40560847927306298</c:v>
                </c:pt>
                <c:pt idx="890">
                  <c:v>0.51166229531108998</c:v>
                </c:pt>
                <c:pt idx="891">
                  <c:v>0.58673248807779943</c:v>
                </c:pt>
                <c:pt idx="892">
                  <c:v>0.6789652786036332</c:v>
                </c:pt>
                <c:pt idx="893">
                  <c:v>0.62327344735471812</c:v>
                </c:pt>
                <c:pt idx="894">
                  <c:v>0.46472393098848719</c:v>
                </c:pt>
                <c:pt idx="895">
                  <c:v>0.34593123185249519</c:v>
                </c:pt>
                <c:pt idx="896">
                  <c:v>0.42818243396502348</c:v>
                </c:pt>
                <c:pt idx="897">
                  <c:v>0.1495477684542984</c:v>
                </c:pt>
                <c:pt idx="898">
                  <c:v>-0.1123017646414825</c:v>
                </c:pt>
                <c:pt idx="899">
                  <c:v>8.8403470857608399E-2</c:v>
                </c:pt>
                <c:pt idx="900">
                  <c:v>5.1464402796624183E-2</c:v>
                </c:pt>
                <c:pt idx="901">
                  <c:v>-0.1161469523325401</c:v>
                </c:pt>
                <c:pt idx="902">
                  <c:v>-0.27230606705785898</c:v>
                </c:pt>
                <c:pt idx="903">
                  <c:v>-0.76386114208027112</c:v>
                </c:pt>
                <c:pt idx="904">
                  <c:v>-0.58069983694217386</c:v>
                </c:pt>
                <c:pt idx="905">
                  <c:v>-0.7924287928288859</c:v>
                </c:pt>
                <c:pt idx="906">
                  <c:v>-0.87458099571660408</c:v>
                </c:pt>
                <c:pt idx="907">
                  <c:v>-0.81884515473908337</c:v>
                </c:pt>
                <c:pt idx="908">
                  <c:v>-0.96988408684983618</c:v>
                </c:pt>
                <c:pt idx="909">
                  <c:v>-0.84836684476098856</c:v>
                </c:pt>
                <c:pt idx="910">
                  <c:v>-0.86897766667480181</c:v>
                </c:pt>
                <c:pt idx="911">
                  <c:v>-0.92177740817146747</c:v>
                </c:pt>
                <c:pt idx="912">
                  <c:v>-0.97075698895472706</c:v>
                </c:pt>
                <c:pt idx="913">
                  <c:v>-0.81185928270578989</c:v>
                </c:pt>
                <c:pt idx="914">
                  <c:v>-0.61915159388599172</c:v>
                </c:pt>
                <c:pt idx="915">
                  <c:v>-0.32480330697222931</c:v>
                </c:pt>
                <c:pt idx="916">
                  <c:v>6.5599050513108284E-2</c:v>
                </c:pt>
                <c:pt idx="917">
                  <c:v>-5.9136147651247993E-2</c:v>
                </c:pt>
                <c:pt idx="918">
                  <c:v>-0.17590610604754101</c:v>
                </c:pt>
                <c:pt idx="919">
                  <c:v>-0.13652110007963991</c:v>
                </c:pt>
                <c:pt idx="920">
                  <c:v>0.26575583545768289</c:v>
                </c:pt>
                <c:pt idx="921">
                  <c:v>0.38386045139088337</c:v>
                </c:pt>
                <c:pt idx="922">
                  <c:v>0.25010753969837451</c:v>
                </c:pt>
                <c:pt idx="923">
                  <c:v>0.40894588650148539</c:v>
                </c:pt>
                <c:pt idx="924">
                  <c:v>0.39567778000007992</c:v>
                </c:pt>
                <c:pt idx="925">
                  <c:v>0.55166001078815408</c:v>
                </c:pt>
                <c:pt idx="926">
                  <c:v>0.57232217036815625</c:v>
                </c:pt>
                <c:pt idx="927">
                  <c:v>0.59791903324369</c:v>
                </c:pt>
                <c:pt idx="928">
                  <c:v>0.72030942980980461</c:v>
                </c:pt>
                <c:pt idx="929">
                  <c:v>0.71761686751247444</c:v>
                </c:pt>
                <c:pt idx="930">
                  <c:v>0.84829471791209221</c:v>
                </c:pt>
                <c:pt idx="931">
                  <c:v>0.8946224485537918</c:v>
                </c:pt>
                <c:pt idx="932">
                  <c:v>0.78694634236102523</c:v>
                </c:pt>
                <c:pt idx="933">
                  <c:v>0.63504488696053485</c:v>
                </c:pt>
                <c:pt idx="934">
                  <c:v>0.42643230981111729</c:v>
                </c:pt>
                <c:pt idx="935">
                  <c:v>0.20292024489547181</c:v>
                </c:pt>
                <c:pt idx="936">
                  <c:v>-0.27485205790431261</c:v>
                </c:pt>
                <c:pt idx="937">
                  <c:v>-0.15789550345557121</c:v>
                </c:pt>
                <c:pt idx="938">
                  <c:v>-0.18634788978139721</c:v>
                </c:pt>
                <c:pt idx="939">
                  <c:v>-0.22274119358313199</c:v>
                </c:pt>
                <c:pt idx="940">
                  <c:v>-0.69281032457485148</c:v>
                </c:pt>
                <c:pt idx="941">
                  <c:v>-0.38068770763873938</c:v>
                </c:pt>
                <c:pt idx="942">
                  <c:v>-0.26512864760494548</c:v>
                </c:pt>
                <c:pt idx="943">
                  <c:v>-0.43677777329614031</c:v>
                </c:pt>
                <c:pt idx="944">
                  <c:v>-0.28978001471450843</c:v>
                </c:pt>
                <c:pt idx="945">
                  <c:v>-0.35756688706385198</c:v>
                </c:pt>
                <c:pt idx="946">
                  <c:v>-0.24912944880403759</c:v>
                </c:pt>
                <c:pt idx="947">
                  <c:v>-0.30751522884735272</c:v>
                </c:pt>
                <c:pt idx="948">
                  <c:v>-0.27934583864984552</c:v>
                </c:pt>
                <c:pt idx="949">
                  <c:v>-0.32661183720899389</c:v>
                </c:pt>
                <c:pt idx="950">
                  <c:v>-0.46040353705644788</c:v>
                </c:pt>
                <c:pt idx="951">
                  <c:v>-0.39282410643258608</c:v>
                </c:pt>
                <c:pt idx="952">
                  <c:v>-0.26366452734915058</c:v>
                </c:pt>
                <c:pt idx="953">
                  <c:v>-0.21110245367248859</c:v>
                </c:pt>
                <c:pt idx="954">
                  <c:v>-0.24468646643908101</c:v>
                </c:pt>
                <c:pt idx="955">
                  <c:v>-0.31939471767786409</c:v>
                </c:pt>
                <c:pt idx="956">
                  <c:v>-0.24836902855118201</c:v>
                </c:pt>
                <c:pt idx="957">
                  <c:v>-0.19710978231636869</c:v>
                </c:pt>
                <c:pt idx="958">
                  <c:v>0.1651849315479004</c:v>
                </c:pt>
                <c:pt idx="959">
                  <c:v>0.23104798920535671</c:v>
                </c:pt>
                <c:pt idx="960">
                  <c:v>0.35780092232463778</c:v>
                </c:pt>
                <c:pt idx="961">
                  <c:v>5.8536621761856962E-3</c:v>
                </c:pt>
                <c:pt idx="962">
                  <c:v>0.121268881700136</c:v>
                </c:pt>
                <c:pt idx="963">
                  <c:v>0.31933529096226521</c:v>
                </c:pt>
                <c:pt idx="964">
                  <c:v>0.38311665260714761</c:v>
                </c:pt>
                <c:pt idx="965">
                  <c:v>0.60171179721237189</c:v>
                </c:pt>
                <c:pt idx="966">
                  <c:v>0.29129498892599809</c:v>
                </c:pt>
                <c:pt idx="967">
                  <c:v>0.18631192979713329</c:v>
                </c:pt>
                <c:pt idx="968">
                  <c:v>0.17644127147529051</c:v>
                </c:pt>
                <c:pt idx="969">
                  <c:v>0.19944906365809131</c:v>
                </c:pt>
                <c:pt idx="970">
                  <c:v>0.26327281545700087</c:v>
                </c:pt>
                <c:pt idx="971">
                  <c:v>0.41265607053421671</c:v>
                </c:pt>
                <c:pt idx="972">
                  <c:v>0.42740924878398712</c:v>
                </c:pt>
                <c:pt idx="973">
                  <c:v>0.46500970800741342</c:v>
                </c:pt>
                <c:pt idx="974">
                  <c:v>0.55031356165910406</c:v>
                </c:pt>
                <c:pt idx="975">
                  <c:v>0.65226463650839916</c:v>
                </c:pt>
                <c:pt idx="976">
                  <c:v>0.41604910511037319</c:v>
                </c:pt>
                <c:pt idx="977">
                  <c:v>0.33383577175563128</c:v>
                </c:pt>
                <c:pt idx="978">
                  <c:v>7.9944633871669613E-2</c:v>
                </c:pt>
                <c:pt idx="979">
                  <c:v>-0.18412459339728471</c:v>
                </c:pt>
                <c:pt idx="980">
                  <c:v>-0.28311578605411819</c:v>
                </c:pt>
                <c:pt idx="981">
                  <c:v>-0.26039085567142878</c:v>
                </c:pt>
                <c:pt idx="982">
                  <c:v>-0.1819560763628105</c:v>
                </c:pt>
                <c:pt idx="983">
                  <c:v>-0.31687973864926822</c:v>
                </c:pt>
                <c:pt idx="984">
                  <c:v>-0.47832769246245183</c:v>
                </c:pt>
                <c:pt idx="985">
                  <c:v>-0.59171361089665575</c:v>
                </c:pt>
                <c:pt idx="986">
                  <c:v>-0.31038497566804357</c:v>
                </c:pt>
                <c:pt idx="987">
                  <c:v>-0.3055524115893522</c:v>
                </c:pt>
                <c:pt idx="988">
                  <c:v>-0.45742746946239959</c:v>
                </c:pt>
                <c:pt idx="989">
                  <c:v>-0.5320368960958638</c:v>
                </c:pt>
                <c:pt idx="990">
                  <c:v>-0.60258748781497229</c:v>
                </c:pt>
                <c:pt idx="991">
                  <c:v>-0.82498922008468245</c:v>
                </c:pt>
                <c:pt idx="992">
                  <c:v>-0.97845580571813062</c:v>
                </c:pt>
                <c:pt idx="993">
                  <c:v>-0.94365186972323911</c:v>
                </c:pt>
                <c:pt idx="994">
                  <c:v>-0.88175978069204997</c:v>
                </c:pt>
                <c:pt idx="995">
                  <c:v>-0.94645615619498391</c:v>
                </c:pt>
                <c:pt idx="996">
                  <c:v>-0.59212695919967795</c:v>
                </c:pt>
                <c:pt idx="997">
                  <c:v>-0.602600498542046</c:v>
                </c:pt>
                <c:pt idx="998">
                  <c:v>-0.84417953478352692</c:v>
                </c:pt>
                <c:pt idx="999">
                  <c:v>-0.52069318836705503</c:v>
                </c:pt>
                <c:pt idx="1000">
                  <c:v>-0.5335143510150484</c:v>
                </c:pt>
                <c:pt idx="1001">
                  <c:v>-0.69620212068710918</c:v>
                </c:pt>
                <c:pt idx="1002">
                  <c:v>-1.3330771674877071</c:v>
                </c:pt>
                <c:pt idx="1003">
                  <c:v>-1.262144578921514</c:v>
                </c:pt>
                <c:pt idx="1004">
                  <c:v>-1.361447975879073</c:v>
                </c:pt>
                <c:pt idx="1005">
                  <c:v>-1.3709390648106661</c:v>
                </c:pt>
                <c:pt idx="1006">
                  <c:v>-1.8536916421861931</c:v>
                </c:pt>
                <c:pt idx="1007">
                  <c:v>-1.7277541363833611</c:v>
                </c:pt>
                <c:pt idx="1008">
                  <c:v>-1.5574914147554291</c:v>
                </c:pt>
                <c:pt idx="1009">
                  <c:v>-1.2840942151561141</c:v>
                </c:pt>
                <c:pt idx="1010">
                  <c:v>-1.234145160875499</c:v>
                </c:pt>
                <c:pt idx="1011">
                  <c:v>-1.288806725531517</c:v>
                </c:pt>
                <c:pt idx="1012">
                  <c:v>-1.1242714226954471</c:v>
                </c:pt>
                <c:pt idx="1013">
                  <c:v>-1.3318914782497</c:v>
                </c:pt>
                <c:pt idx="1014">
                  <c:v>-1.3821769021752599</c:v>
                </c:pt>
                <c:pt idx="1015">
                  <c:v>-1.220409207997343</c:v>
                </c:pt>
                <c:pt idx="1016">
                  <c:v>-1.0067734990369901</c:v>
                </c:pt>
                <c:pt idx="1017">
                  <c:v>-0.58355020246986899</c:v>
                </c:pt>
                <c:pt idx="1018">
                  <c:v>-6.8356871274852612E-2</c:v>
                </c:pt>
                <c:pt idx="1019">
                  <c:v>-0.37680745145625599</c:v>
                </c:pt>
                <c:pt idx="1020">
                  <c:v>-0.55722953869319836</c:v>
                </c:pt>
                <c:pt idx="1021">
                  <c:v>-0.35059303341575487</c:v>
                </c:pt>
                <c:pt idx="1022">
                  <c:v>9.5449361106797706E-2</c:v>
                </c:pt>
                <c:pt idx="1023">
                  <c:v>-7.5017804674440705E-2</c:v>
                </c:pt>
                <c:pt idx="1024">
                  <c:v>-0.1219575910791429</c:v>
                </c:pt>
                <c:pt idx="1025">
                  <c:v>-6.5405280400853208E-2</c:v>
                </c:pt>
                <c:pt idx="1026">
                  <c:v>0.4703199351994069</c:v>
                </c:pt>
                <c:pt idx="1027">
                  <c:v>0.86004415910851417</c:v>
                </c:pt>
                <c:pt idx="1028">
                  <c:v>0.73338090904970255</c:v>
                </c:pt>
                <c:pt idx="1029">
                  <c:v>0.66255414530441781</c:v>
                </c:pt>
                <c:pt idx="1030">
                  <c:v>0.78185092319851701</c:v>
                </c:pt>
                <c:pt idx="1031">
                  <c:v>1.275399830061674</c:v>
                </c:pt>
                <c:pt idx="1032">
                  <c:v>1.6029804338628939</c:v>
                </c:pt>
                <c:pt idx="1033">
                  <c:v>1.658726037390198</c:v>
                </c:pt>
                <c:pt idx="1034">
                  <c:v>1.383326978749247</c:v>
                </c:pt>
                <c:pt idx="1035">
                  <c:v>1.1235645694142511</c:v>
                </c:pt>
                <c:pt idx="1036">
                  <c:v>0.75253440312446462</c:v>
                </c:pt>
                <c:pt idx="1037">
                  <c:v>0.32091093690342071</c:v>
                </c:pt>
                <c:pt idx="1038">
                  <c:v>0.1675342833028283</c:v>
                </c:pt>
                <c:pt idx="1039">
                  <c:v>0.32582951531771909</c:v>
                </c:pt>
                <c:pt idx="1040">
                  <c:v>0.71736651342146018</c:v>
                </c:pt>
                <c:pt idx="1041">
                  <c:v>0.88244332684119675</c:v>
                </c:pt>
                <c:pt idx="1042">
                  <c:v>0.87530943885937396</c:v>
                </c:pt>
                <c:pt idx="1043">
                  <c:v>0.92957557574963035</c:v>
                </c:pt>
                <c:pt idx="1044">
                  <c:v>1.11957140728336</c:v>
                </c:pt>
                <c:pt idx="1045">
                  <c:v>0.94619225521987482</c:v>
                </c:pt>
                <c:pt idx="1046">
                  <c:v>0.43019514698206218</c:v>
                </c:pt>
                <c:pt idx="1047">
                  <c:v>1.0651274379268789E-4</c:v>
                </c:pt>
                <c:pt idx="1048">
                  <c:v>0.30325134600496811</c:v>
                </c:pt>
                <c:pt idx="1049">
                  <c:v>0.15641113009359209</c:v>
                </c:pt>
                <c:pt idx="1050">
                  <c:v>0.1055061651327697</c:v>
                </c:pt>
                <c:pt idx="1051">
                  <c:v>-0.34380431153531121</c:v>
                </c:pt>
                <c:pt idx="1052">
                  <c:v>-0.71564777178289118</c:v>
                </c:pt>
                <c:pt idx="1053">
                  <c:v>-0.82989012507124382</c:v>
                </c:pt>
                <c:pt idx="1054">
                  <c:v>-0.71224248856392869</c:v>
                </c:pt>
                <c:pt idx="1055">
                  <c:v>-0.48430479730424508</c:v>
                </c:pt>
                <c:pt idx="1056">
                  <c:v>-0.30926622778109969</c:v>
                </c:pt>
                <c:pt idx="1057">
                  <c:v>-0.21710056414143619</c:v>
                </c:pt>
                <c:pt idx="1058">
                  <c:v>-0.1967973744970708</c:v>
                </c:pt>
                <c:pt idx="1059">
                  <c:v>-0.15676222768168291</c:v>
                </c:pt>
                <c:pt idx="1060">
                  <c:v>-0.41843079629379298</c:v>
                </c:pt>
                <c:pt idx="1061">
                  <c:v>-0.25178996739382797</c:v>
                </c:pt>
                <c:pt idx="1062">
                  <c:v>0.22302389552999499</c:v>
                </c:pt>
                <c:pt idx="1063">
                  <c:v>0.81307015830938656</c:v>
                </c:pt>
                <c:pt idx="1064">
                  <c:v>0.37103812939207531</c:v>
                </c:pt>
                <c:pt idx="1065">
                  <c:v>1.0093923704682579</c:v>
                </c:pt>
                <c:pt idx="1066">
                  <c:v>1.283938893485437</c:v>
                </c:pt>
                <c:pt idx="1067">
                  <c:v>1.473369411867915</c:v>
                </c:pt>
                <c:pt idx="1068">
                  <c:v>2.0403352282145839</c:v>
                </c:pt>
                <c:pt idx="1069">
                  <c:v>2.1791063451694281</c:v>
                </c:pt>
                <c:pt idx="1070">
                  <c:v>2.9006906418202192</c:v>
                </c:pt>
                <c:pt idx="1071">
                  <c:v>2.302092411513867</c:v>
                </c:pt>
                <c:pt idx="1072">
                  <c:v>1.7720722513174949</c:v>
                </c:pt>
                <c:pt idx="1073">
                  <c:v>2.130364673710611</c:v>
                </c:pt>
                <c:pt idx="1074">
                  <c:v>3.0187274998106779</c:v>
                </c:pt>
                <c:pt idx="1075">
                  <c:v>2.676204360424089</c:v>
                </c:pt>
                <c:pt idx="1076">
                  <c:v>2.270881769119681</c:v>
                </c:pt>
                <c:pt idx="1077">
                  <c:v>2.3337895164130642</c:v>
                </c:pt>
                <c:pt idx="1078">
                  <c:v>2.161837053069616</c:v>
                </c:pt>
                <c:pt idx="1079">
                  <c:v>2.1928357708167621</c:v>
                </c:pt>
                <c:pt idx="1080">
                  <c:v>2.1590945114079481</c:v>
                </c:pt>
                <c:pt idx="1081">
                  <c:v>1.9495894961208231</c:v>
                </c:pt>
                <c:pt idx="1082">
                  <c:v>1.4266248570813751</c:v>
                </c:pt>
                <c:pt idx="1083">
                  <c:v>1.197732542131217</c:v>
                </c:pt>
                <c:pt idx="1084">
                  <c:v>1.783267409751645</c:v>
                </c:pt>
                <c:pt idx="1085">
                  <c:v>1.063041872529731</c:v>
                </c:pt>
                <c:pt idx="1086">
                  <c:v>0.8384416263094755</c:v>
                </c:pt>
                <c:pt idx="1087">
                  <c:v>0.72198769451315725</c:v>
                </c:pt>
                <c:pt idx="1088">
                  <c:v>1.9990613101970409E-2</c:v>
                </c:pt>
                <c:pt idx="1089">
                  <c:v>-0.2398405401395387</c:v>
                </c:pt>
                <c:pt idx="1090">
                  <c:v>-0.93324990265443075</c:v>
                </c:pt>
                <c:pt idx="1091">
                  <c:v>-0.12497935860106089</c:v>
                </c:pt>
                <c:pt idx="1092">
                  <c:v>0.38571055352938521</c:v>
                </c:pt>
                <c:pt idx="1093">
                  <c:v>0.33707401018000588</c:v>
                </c:pt>
                <c:pt idx="1094">
                  <c:v>-0.55897043347332387</c:v>
                </c:pt>
                <c:pt idx="1095">
                  <c:v>-0.63987443730629701</c:v>
                </c:pt>
                <c:pt idx="1096">
                  <c:v>-0.62797071255159964</c:v>
                </c:pt>
                <c:pt idx="1097">
                  <c:v>-0.80026892130716687</c:v>
                </c:pt>
                <c:pt idx="1098">
                  <c:v>-0.80917099710252938</c:v>
                </c:pt>
                <c:pt idx="1099">
                  <c:v>-0.54109809950132648</c:v>
                </c:pt>
                <c:pt idx="1100">
                  <c:v>-0.66627765502926195</c:v>
                </c:pt>
                <c:pt idx="1101">
                  <c:v>-0.84722062801556142</c:v>
                </c:pt>
                <c:pt idx="1102">
                  <c:v>-0.81221797372918658</c:v>
                </c:pt>
                <c:pt idx="1103">
                  <c:v>-1.005168780197399</c:v>
                </c:pt>
                <c:pt idx="1104">
                  <c:v>-1.1566573354631371</c:v>
                </c:pt>
                <c:pt idx="1105">
                  <c:v>-0.72897487244315251</c:v>
                </c:pt>
                <c:pt idx="1106">
                  <c:v>-0.49963882488245132</c:v>
                </c:pt>
                <c:pt idx="1107">
                  <c:v>-0.52097608424734732</c:v>
                </c:pt>
                <c:pt idx="1108">
                  <c:v>-0.69590294506087036</c:v>
                </c:pt>
                <c:pt idx="1109">
                  <c:v>-0.82897468957992781</c:v>
                </c:pt>
                <c:pt idx="1110">
                  <c:v>-0.85615238491906487</c:v>
                </c:pt>
                <c:pt idx="1111">
                  <c:v>-0.90101317459073227</c:v>
                </c:pt>
                <c:pt idx="1112">
                  <c:v>-0.95876860861265634</c:v>
                </c:pt>
                <c:pt idx="1113">
                  <c:v>-1.0662841992613321</c:v>
                </c:pt>
                <c:pt idx="1114">
                  <c:v>-0.99489946788979855</c:v>
                </c:pt>
                <c:pt idx="1115">
                  <c:v>-0.69382296477729055</c:v>
                </c:pt>
                <c:pt idx="1116">
                  <c:v>-0.458120253190828</c:v>
                </c:pt>
                <c:pt idx="1117">
                  <c:v>-0.3140866507969699</c:v>
                </c:pt>
                <c:pt idx="1118">
                  <c:v>-0.1134504029848878</c:v>
                </c:pt>
                <c:pt idx="1119">
                  <c:v>-0.54518173210914422</c:v>
                </c:pt>
                <c:pt idx="1120">
                  <c:v>-0.38031715817384448</c:v>
                </c:pt>
                <c:pt idx="1121">
                  <c:v>-0.4422728224921289</c:v>
                </c:pt>
                <c:pt idx="1122">
                  <c:v>-0.35207964650407902</c:v>
                </c:pt>
                <c:pt idx="1123">
                  <c:v>-0.45242876499736462</c:v>
                </c:pt>
                <c:pt idx="1124">
                  <c:v>-0.65356838477327373</c:v>
                </c:pt>
                <c:pt idx="1125">
                  <c:v>-0.9274492073328533</c:v>
                </c:pt>
                <c:pt idx="1126">
                  <c:v>-0.8496529372146796</c:v>
                </c:pt>
                <c:pt idx="1127">
                  <c:v>-0.76199918660364718</c:v>
                </c:pt>
                <c:pt idx="1128">
                  <c:v>-0.74527669767189764</c:v>
                </c:pt>
                <c:pt idx="1129">
                  <c:v>-0.67528718427827428</c:v>
                </c:pt>
                <c:pt idx="1130">
                  <c:v>-0.71002032237229329</c:v>
                </c:pt>
                <c:pt idx="1131">
                  <c:v>-0.70202504548080358</c:v>
                </c:pt>
                <c:pt idx="1132">
                  <c:v>-0.63717088143908229</c:v>
                </c:pt>
                <c:pt idx="1133">
                  <c:v>-0.57973654135580432</c:v>
                </c:pt>
                <c:pt idx="1134">
                  <c:v>-0.31853731779429773</c:v>
                </c:pt>
                <c:pt idx="1135">
                  <c:v>-0.175155544312184</c:v>
                </c:pt>
                <c:pt idx="1136">
                  <c:v>-2.0969232020006171E-2</c:v>
                </c:pt>
                <c:pt idx="1137">
                  <c:v>-0.1289093944506097</c:v>
                </c:pt>
                <c:pt idx="1138">
                  <c:v>-0.30589453041330361</c:v>
                </c:pt>
                <c:pt idx="1139">
                  <c:v>-0.33014084190742837</c:v>
                </c:pt>
                <c:pt idx="1140">
                  <c:v>-0.4245865810595395</c:v>
                </c:pt>
                <c:pt idx="1141">
                  <c:v>-0.31671934037839111</c:v>
                </c:pt>
                <c:pt idx="1142">
                  <c:v>-0.433304329231811</c:v>
                </c:pt>
                <c:pt idx="1143">
                  <c:v>-0.43290585985113178</c:v>
                </c:pt>
                <c:pt idx="1144">
                  <c:v>-0.1844228501192664</c:v>
                </c:pt>
                <c:pt idx="1145">
                  <c:v>-7.4034996698528144E-2</c:v>
                </c:pt>
                <c:pt idx="1146">
                  <c:v>8.9976993479904774E-2</c:v>
                </c:pt>
                <c:pt idx="1147">
                  <c:v>-6.9536707063693011E-3</c:v>
                </c:pt>
                <c:pt idx="1148">
                  <c:v>0.1041782023491645</c:v>
                </c:pt>
                <c:pt idx="1149">
                  <c:v>0.2475874281977809</c:v>
                </c:pt>
                <c:pt idx="1150">
                  <c:v>0.1025024307594542</c:v>
                </c:pt>
                <c:pt idx="1151">
                  <c:v>-4.2306947407601402E-2</c:v>
                </c:pt>
                <c:pt idx="1152">
                  <c:v>8.8861587678973578E-2</c:v>
                </c:pt>
                <c:pt idx="1153">
                  <c:v>0.29190746857692479</c:v>
                </c:pt>
                <c:pt idx="1154">
                  <c:v>0.53162538082501609</c:v>
                </c:pt>
                <c:pt idx="1155">
                  <c:v>0.40916270976820379</c:v>
                </c:pt>
                <c:pt idx="1156">
                  <c:v>0.40075357198946282</c:v>
                </c:pt>
                <c:pt idx="1157">
                  <c:v>0.23460758932953049</c:v>
                </c:pt>
                <c:pt idx="1158">
                  <c:v>0.19641814396914969</c:v>
                </c:pt>
                <c:pt idx="1159">
                  <c:v>0.25756064475324031</c:v>
                </c:pt>
                <c:pt idx="1160">
                  <c:v>0.36217169772639068</c:v>
                </c:pt>
                <c:pt idx="1161">
                  <c:v>0.19856891235674201</c:v>
                </c:pt>
                <c:pt idx="1162">
                  <c:v>0.40328729255450663</c:v>
                </c:pt>
                <c:pt idx="1163">
                  <c:v>0.37437530985381801</c:v>
                </c:pt>
                <c:pt idx="1164">
                  <c:v>0.15870926690458881</c:v>
                </c:pt>
                <c:pt idx="1165">
                  <c:v>5.4941197946524127E-2</c:v>
                </c:pt>
                <c:pt idx="1166">
                  <c:v>-0.1821848834684634</c:v>
                </c:pt>
                <c:pt idx="1167">
                  <c:v>-0.32153967502900838</c:v>
                </c:pt>
                <c:pt idx="1168">
                  <c:v>-0.21836090011128281</c:v>
                </c:pt>
                <c:pt idx="1169">
                  <c:v>-0.35992783854965882</c:v>
                </c:pt>
                <c:pt idx="1170">
                  <c:v>-0.32354951108519547</c:v>
                </c:pt>
                <c:pt idx="1171">
                  <c:v>-0.1395392134733727</c:v>
                </c:pt>
                <c:pt idx="1172">
                  <c:v>-0.29792642021460691</c:v>
                </c:pt>
                <c:pt idx="1173">
                  <c:v>-0.51877682836657579</c:v>
                </c:pt>
                <c:pt idx="1174">
                  <c:v>-0.87457745024696842</c:v>
                </c:pt>
                <c:pt idx="1175">
                  <c:v>-0.88095043885455915</c:v>
                </c:pt>
                <c:pt idx="1176">
                  <c:v>-0.85014611251695149</c:v>
                </c:pt>
                <c:pt idx="1177">
                  <c:v>-0.69793085179343584</c:v>
                </c:pt>
                <c:pt idx="1178">
                  <c:v>-0.71559407044233403</c:v>
                </c:pt>
                <c:pt idx="1179">
                  <c:v>-0.66094104560118005</c:v>
                </c:pt>
                <c:pt idx="1180">
                  <c:v>-0.4921874007413371</c:v>
                </c:pt>
                <c:pt idx="1181">
                  <c:v>-0.35759237453483428</c:v>
                </c:pt>
                <c:pt idx="1182">
                  <c:v>-0.47462646063806369</c:v>
                </c:pt>
                <c:pt idx="1183">
                  <c:v>-0.52552479782528072</c:v>
                </c:pt>
                <c:pt idx="1184">
                  <c:v>-0.50309811274730964</c:v>
                </c:pt>
                <c:pt idx="1185">
                  <c:v>-0.45657874211576799</c:v>
                </c:pt>
                <c:pt idx="1186">
                  <c:v>-0.31827525166269599</c:v>
                </c:pt>
                <c:pt idx="1187">
                  <c:v>-0.1006136091299515</c:v>
                </c:pt>
                <c:pt idx="1188">
                  <c:v>-8.9716346578950223E-2</c:v>
                </c:pt>
                <c:pt idx="1189">
                  <c:v>0.13253945601207179</c:v>
                </c:pt>
                <c:pt idx="1190">
                  <c:v>0.101086046927799</c:v>
                </c:pt>
                <c:pt idx="1191">
                  <c:v>-5.2120371688727067E-2</c:v>
                </c:pt>
                <c:pt idx="1192">
                  <c:v>0.1162346975958671</c:v>
                </c:pt>
                <c:pt idx="1193">
                  <c:v>0.1232724390655577</c:v>
                </c:pt>
                <c:pt idx="1194">
                  <c:v>6.5939753656425057E-2</c:v>
                </c:pt>
                <c:pt idx="1195">
                  <c:v>9.5470252530388475E-2</c:v>
                </c:pt>
                <c:pt idx="1196">
                  <c:v>5.6563554328118999E-2</c:v>
                </c:pt>
                <c:pt idx="1197">
                  <c:v>0.326960621218775</c:v>
                </c:pt>
                <c:pt idx="1198">
                  <c:v>0.43386323374012592</c:v>
                </c:pt>
                <c:pt idx="1199">
                  <c:v>0.29803078220071622</c:v>
                </c:pt>
                <c:pt idx="1200">
                  <c:v>5.8042837814784171E-2</c:v>
                </c:pt>
                <c:pt idx="1201">
                  <c:v>0.18591758011740719</c:v>
                </c:pt>
                <c:pt idx="1202">
                  <c:v>0.15657965824590481</c:v>
                </c:pt>
                <c:pt idx="1203">
                  <c:v>0.13174451157918429</c:v>
                </c:pt>
                <c:pt idx="1204">
                  <c:v>0.16857288089332639</c:v>
                </c:pt>
                <c:pt idx="1205">
                  <c:v>3.9152972005407703E-2</c:v>
                </c:pt>
                <c:pt idx="1206">
                  <c:v>-0.1228565277508625</c:v>
                </c:pt>
                <c:pt idx="1207">
                  <c:v>-0.26732005090791999</c:v>
                </c:pt>
                <c:pt idx="1208">
                  <c:v>-0.24371365035521159</c:v>
                </c:pt>
                <c:pt idx="1209">
                  <c:v>-0.3598598754673783</c:v>
                </c:pt>
                <c:pt idx="1210">
                  <c:v>-0.25138603495372602</c:v>
                </c:pt>
                <c:pt idx="1211">
                  <c:v>-0.2357054071741661</c:v>
                </c:pt>
                <c:pt idx="1212">
                  <c:v>-0.39586690710556988</c:v>
                </c:pt>
                <c:pt idx="1213">
                  <c:v>-0.3395805290062473</c:v>
                </c:pt>
                <c:pt idx="1214">
                  <c:v>-0.35200675258438802</c:v>
                </c:pt>
                <c:pt idx="1215">
                  <c:v>-0.33249230196681961</c:v>
                </c:pt>
                <c:pt idx="1216">
                  <c:v>-0.38906807038852681</c:v>
                </c:pt>
                <c:pt idx="1217">
                  <c:v>-0.62740114015518067</c:v>
                </c:pt>
                <c:pt idx="1218">
                  <c:v>-0.61889766335476892</c:v>
                </c:pt>
                <c:pt idx="1219">
                  <c:v>-0.5659739292217526</c:v>
                </c:pt>
                <c:pt idx="1220">
                  <c:v>-0.5565093708381732</c:v>
                </c:pt>
                <c:pt idx="1221">
                  <c:v>-0.67698440443097896</c:v>
                </c:pt>
                <c:pt idx="1222">
                  <c:v>-0.46346645142958443</c:v>
                </c:pt>
                <c:pt idx="1223">
                  <c:v>-0.2039339530430212</c:v>
                </c:pt>
                <c:pt idx="1224">
                  <c:v>-0.11256117795428899</c:v>
                </c:pt>
                <c:pt idx="1225">
                  <c:v>3.1428306071418763E-2</c:v>
                </c:pt>
                <c:pt idx="1226">
                  <c:v>9.2761875475992475E-2</c:v>
                </c:pt>
                <c:pt idx="1227">
                  <c:v>0.1037149266846796</c:v>
                </c:pt>
                <c:pt idx="1228">
                  <c:v>-9.733338363124483E-3</c:v>
                </c:pt>
                <c:pt idx="1229">
                  <c:v>0.1089718370038895</c:v>
                </c:pt>
                <c:pt idx="1230">
                  <c:v>0.1081150501325716</c:v>
                </c:pt>
                <c:pt idx="1231">
                  <c:v>3.5793573404293073E-2</c:v>
                </c:pt>
                <c:pt idx="1232">
                  <c:v>1.1833117832085859E-2</c:v>
                </c:pt>
                <c:pt idx="1233">
                  <c:v>-0.1061215650071913</c:v>
                </c:pt>
                <c:pt idx="1234">
                  <c:v>-7.1104603550613169E-2</c:v>
                </c:pt>
                <c:pt idx="1235">
                  <c:v>-9.3514451594144773E-2</c:v>
                </c:pt>
                <c:pt idx="1236">
                  <c:v>-0.1171003170019838</c:v>
                </c:pt>
                <c:pt idx="1237">
                  <c:v>0.14553291379398961</c:v>
                </c:pt>
                <c:pt idx="1238">
                  <c:v>0.17576028345842831</c:v>
                </c:pt>
                <c:pt idx="1239">
                  <c:v>0.2333945749705344</c:v>
                </c:pt>
                <c:pt idx="1240">
                  <c:v>0.2197144704540035</c:v>
                </c:pt>
                <c:pt idx="1241">
                  <c:v>0.10940273326998499</c:v>
                </c:pt>
                <c:pt idx="1242">
                  <c:v>-0.13301264782942579</c:v>
                </c:pt>
                <c:pt idx="1243">
                  <c:v>-0.31315547920168219</c:v>
                </c:pt>
                <c:pt idx="1244">
                  <c:v>-0.48584926695363712</c:v>
                </c:pt>
                <c:pt idx="1245">
                  <c:v>-0.50728568478036318</c:v>
                </c:pt>
                <c:pt idx="1246">
                  <c:v>-0.42819105382327471</c:v>
                </c:pt>
                <c:pt idx="1247">
                  <c:v>-0.30420238363260937</c:v>
                </c:pt>
                <c:pt idx="1248">
                  <c:v>-0.25842305866064091</c:v>
                </c:pt>
                <c:pt idx="1249">
                  <c:v>-0.4095735172283041</c:v>
                </c:pt>
                <c:pt idx="1250">
                  <c:v>-0.5171999755300527</c:v>
                </c:pt>
                <c:pt idx="1251">
                  <c:v>-0.49916109869319808</c:v>
                </c:pt>
                <c:pt idx="1252">
                  <c:v>-0.40593927715044648</c:v>
                </c:pt>
                <c:pt idx="1253">
                  <c:v>-0.49892014641876542</c:v>
                </c:pt>
                <c:pt idx="1254">
                  <c:v>-0.61102694450402562</c:v>
                </c:pt>
                <c:pt idx="1255">
                  <c:v>-0.50483943319388347</c:v>
                </c:pt>
                <c:pt idx="1256">
                  <c:v>-0.45185720198378188</c:v>
                </c:pt>
                <c:pt idx="1257">
                  <c:v>-0.15022645108859331</c:v>
                </c:pt>
                <c:pt idx="1258">
                  <c:v>-0.2375729704563726</c:v>
                </c:pt>
                <c:pt idx="1259">
                  <c:v>-5.8350230481465253E-2</c:v>
                </c:pt>
                <c:pt idx="1260">
                  <c:v>0.20961241167941549</c:v>
                </c:pt>
                <c:pt idx="1261">
                  <c:v>0.54068100881232561</c:v>
                </c:pt>
                <c:pt idx="1262">
                  <c:v>0.28681230388901979</c:v>
                </c:pt>
                <c:pt idx="1263">
                  <c:v>0.26203099223769022</c:v>
                </c:pt>
                <c:pt idx="1264">
                  <c:v>0.2732786467891945</c:v>
                </c:pt>
                <c:pt idx="1265">
                  <c:v>0.15036260626284401</c:v>
                </c:pt>
                <c:pt idx="1266">
                  <c:v>2.962365155495343E-3</c:v>
                </c:pt>
                <c:pt idx="1267">
                  <c:v>0.27799275786815347</c:v>
                </c:pt>
                <c:pt idx="1268">
                  <c:v>0.17430102841981199</c:v>
                </c:pt>
                <c:pt idx="1269">
                  <c:v>0.18720572681373779</c:v>
                </c:pt>
                <c:pt idx="1270">
                  <c:v>0.35216203410634561</c:v>
                </c:pt>
                <c:pt idx="1271">
                  <c:v>0.24409471004277949</c:v>
                </c:pt>
                <c:pt idx="1272">
                  <c:v>0.23246282839502641</c:v>
                </c:pt>
                <c:pt idx="1273">
                  <c:v>0.13138548724670679</c:v>
                </c:pt>
                <c:pt idx="1274">
                  <c:v>0.1670424726390744</c:v>
                </c:pt>
                <c:pt idx="1275">
                  <c:v>4.8446201024024561E-2</c:v>
                </c:pt>
                <c:pt idx="1276">
                  <c:v>3.8424796191286172E-2</c:v>
                </c:pt>
                <c:pt idx="1277">
                  <c:v>-0.46749117929162548</c:v>
                </c:pt>
                <c:pt idx="1278">
                  <c:v>-0.33060765295241618</c:v>
                </c:pt>
                <c:pt idx="1279">
                  <c:v>-0.64860679266709242</c:v>
                </c:pt>
                <c:pt idx="1280">
                  <c:v>-0.89847763849137363</c:v>
                </c:pt>
                <c:pt idx="1281">
                  <c:v>-1.136612113042454</c:v>
                </c:pt>
                <c:pt idx="1282">
                  <c:v>-0.90459227486334315</c:v>
                </c:pt>
                <c:pt idx="1283">
                  <c:v>-0.8307189074135688</c:v>
                </c:pt>
                <c:pt idx="1284">
                  <c:v>-0.73880229380637596</c:v>
                </c:pt>
                <c:pt idx="1285">
                  <c:v>-0.79321123856513831</c:v>
                </c:pt>
                <c:pt idx="1286">
                  <c:v>-0.70712053145760845</c:v>
                </c:pt>
                <c:pt idx="1287">
                  <c:v>-0.89720676728247784</c:v>
                </c:pt>
                <c:pt idx="1288">
                  <c:v>-0.80755156640607273</c:v>
                </c:pt>
                <c:pt idx="1289">
                  <c:v>-0.85643963957970193</c:v>
                </c:pt>
                <c:pt idx="1290">
                  <c:v>-0.9624207324948707</c:v>
                </c:pt>
                <c:pt idx="1291">
                  <c:v>-0.83342945172002347</c:v>
                </c:pt>
                <c:pt idx="1292">
                  <c:v>-0.95136508515849949</c:v>
                </c:pt>
                <c:pt idx="1293">
                  <c:v>-0.94655557391208245</c:v>
                </c:pt>
                <c:pt idx="1294">
                  <c:v>-1.011678603405664</c:v>
                </c:pt>
                <c:pt idx="1295">
                  <c:v>-0.97696614627218548</c:v>
                </c:pt>
                <c:pt idx="1296">
                  <c:v>-0.86747837118904059</c:v>
                </c:pt>
                <c:pt idx="1297">
                  <c:v>-1.0893092440352741</c:v>
                </c:pt>
                <c:pt idx="1298">
                  <c:v>-1.0441445887494341</c:v>
                </c:pt>
                <c:pt idx="1299">
                  <c:v>-0.84187207579246659</c:v>
                </c:pt>
                <c:pt idx="1300">
                  <c:v>-0.69489252039358373</c:v>
                </c:pt>
                <c:pt idx="1301">
                  <c:v>-0.79584234507011675</c:v>
                </c:pt>
                <c:pt idx="1302">
                  <c:v>-0.73232774664792777</c:v>
                </c:pt>
                <c:pt idx="1303">
                  <c:v>-0.66399319241064614</c:v>
                </c:pt>
                <c:pt idx="1304">
                  <c:v>-0.66089827917501676</c:v>
                </c:pt>
                <c:pt idx="1305">
                  <c:v>-0.50294300478226084</c:v>
                </c:pt>
                <c:pt idx="1306">
                  <c:v>-0.57147385247846261</c:v>
                </c:pt>
                <c:pt idx="1307">
                  <c:v>-0.5621237900198538</c:v>
                </c:pt>
                <c:pt idx="1308">
                  <c:v>-0.62765157962101803</c:v>
                </c:pt>
                <c:pt idx="1309">
                  <c:v>-0.50999599065248757</c:v>
                </c:pt>
                <c:pt idx="1310">
                  <c:v>-0.63330238258436744</c:v>
                </c:pt>
                <c:pt idx="1311">
                  <c:v>-0.94485070651684377</c:v>
                </c:pt>
                <c:pt idx="1312">
                  <c:v>-0.96201808224478835</c:v>
                </c:pt>
                <c:pt idx="1313">
                  <c:v>-0.68327447090716753</c:v>
                </c:pt>
                <c:pt idx="1314">
                  <c:v>-0.73641826693800294</c:v>
                </c:pt>
                <c:pt idx="1315">
                  <c:v>-0.81278037096552069</c:v>
                </c:pt>
                <c:pt idx="1316">
                  <c:v>-0.76791327129895548</c:v>
                </c:pt>
                <c:pt idx="1317">
                  <c:v>-0.22096701411406661</c:v>
                </c:pt>
                <c:pt idx="1318">
                  <c:v>-0.51415006923495687</c:v>
                </c:pt>
                <c:pt idx="1319">
                  <c:v>-0.59381280253663438</c:v>
                </c:pt>
                <c:pt idx="1320">
                  <c:v>-0.58557865129432363</c:v>
                </c:pt>
                <c:pt idx="1321">
                  <c:v>-0.42080218371244121</c:v>
                </c:pt>
                <c:pt idx="1322">
                  <c:v>-0.55842488555898473</c:v>
                </c:pt>
                <c:pt idx="1323">
                  <c:v>-0.80557744054217295</c:v>
                </c:pt>
                <c:pt idx="1324">
                  <c:v>-0.54361149837638467</c:v>
                </c:pt>
                <c:pt idx="1325">
                  <c:v>-0.31326183138475999</c:v>
                </c:pt>
                <c:pt idx="1326">
                  <c:v>-1.387162834863011E-2</c:v>
                </c:pt>
                <c:pt idx="1327">
                  <c:v>-7.5849418574774743E-2</c:v>
                </c:pt>
                <c:pt idx="1328">
                  <c:v>-0.12352821578393421</c:v>
                </c:pt>
                <c:pt idx="1329">
                  <c:v>0.13915718481933359</c:v>
                </c:pt>
                <c:pt idx="1330">
                  <c:v>0.29880177109524703</c:v>
                </c:pt>
                <c:pt idx="1331">
                  <c:v>0.46361492692029538</c:v>
                </c:pt>
                <c:pt idx="1332">
                  <c:v>0.31078673984467892</c:v>
                </c:pt>
                <c:pt idx="1333">
                  <c:v>0.1982243126366641</c:v>
                </c:pt>
                <c:pt idx="1334">
                  <c:v>0.38665230071608692</c:v>
                </c:pt>
                <c:pt idx="1335">
                  <c:v>0.67103910449275295</c:v>
                </c:pt>
                <c:pt idx="1336">
                  <c:v>0.58318334869873178</c:v>
                </c:pt>
                <c:pt idx="1337">
                  <c:v>0.44651077529607908</c:v>
                </c:pt>
                <c:pt idx="1338">
                  <c:v>0.96091978653062304</c:v>
                </c:pt>
                <c:pt idx="1339">
                  <c:v>1.0909797860645629</c:v>
                </c:pt>
                <c:pt idx="1340">
                  <c:v>1.00227163579296</c:v>
                </c:pt>
                <c:pt idx="1341">
                  <c:v>0.80835520029199637</c:v>
                </c:pt>
                <c:pt idx="1342">
                  <c:v>1.120682849296043</c:v>
                </c:pt>
                <c:pt idx="1343">
                  <c:v>1.182128692119643</c:v>
                </c:pt>
                <c:pt idx="1344">
                  <c:v>0.8921443523289323</c:v>
                </c:pt>
                <c:pt idx="1345">
                  <c:v>0.80332139987866347</c:v>
                </c:pt>
                <c:pt idx="1346">
                  <c:v>0.55684426492901218</c:v>
                </c:pt>
                <c:pt idx="1347">
                  <c:v>0.31626634168559831</c:v>
                </c:pt>
                <c:pt idx="1348">
                  <c:v>0.64464891563741222</c:v>
                </c:pt>
                <c:pt idx="1349">
                  <c:v>0.33258335832750308</c:v>
                </c:pt>
                <c:pt idx="1350">
                  <c:v>0.1492564106216977</c:v>
                </c:pt>
                <c:pt idx="1351">
                  <c:v>0.34280961314422348</c:v>
                </c:pt>
                <c:pt idx="1352">
                  <c:v>0.68064332914411285</c:v>
                </c:pt>
                <c:pt idx="1353">
                  <c:v>0.71614258885487558</c:v>
                </c:pt>
                <c:pt idx="1354">
                  <c:v>0.82380219319185777</c:v>
                </c:pt>
                <c:pt idx="1355">
                  <c:v>0.65394393656214678</c:v>
                </c:pt>
                <c:pt idx="1356">
                  <c:v>0.82050707858927419</c:v>
                </c:pt>
                <c:pt idx="1357">
                  <c:v>0.5578728434871153</c:v>
                </c:pt>
                <c:pt idx="1358">
                  <c:v>0.54144530431139515</c:v>
                </c:pt>
                <c:pt idx="1359">
                  <c:v>0.64515490131912145</c:v>
                </c:pt>
                <c:pt idx="1360">
                  <c:v>1.9881062569514449</c:v>
                </c:pt>
                <c:pt idx="1361">
                  <c:v>2.2019243225743521</c:v>
                </c:pt>
                <c:pt idx="1362">
                  <c:v>1.6278151737188711</c:v>
                </c:pt>
                <c:pt idx="1363">
                  <c:v>1.798221616396273</c:v>
                </c:pt>
                <c:pt idx="1364">
                  <c:v>1.790752233173605</c:v>
                </c:pt>
                <c:pt idx="1365">
                  <c:v>1.344341512981833</c:v>
                </c:pt>
                <c:pt idx="1366">
                  <c:v>1.6049095520258529</c:v>
                </c:pt>
                <c:pt idx="1367">
                  <c:v>2.070243041058939</c:v>
                </c:pt>
                <c:pt idx="1368">
                  <c:v>1.585604673457117</c:v>
                </c:pt>
                <c:pt idx="1369">
                  <c:v>1.2277397715648191</c:v>
                </c:pt>
                <c:pt idx="1370">
                  <c:v>2.0809172465015342</c:v>
                </c:pt>
                <c:pt idx="1371">
                  <c:v>2.4765594499467629</c:v>
                </c:pt>
                <c:pt idx="1372">
                  <c:v>2.2800889727664622</c:v>
                </c:pt>
                <c:pt idx="1373">
                  <c:v>2.8387893940869389</c:v>
                </c:pt>
                <c:pt idx="1374">
                  <c:v>3.2696413497089098</c:v>
                </c:pt>
                <c:pt idx="1375">
                  <c:v>4.6763024214423607</c:v>
                </c:pt>
                <c:pt idx="1376">
                  <c:v>3.3133960346953688</c:v>
                </c:pt>
                <c:pt idx="1377">
                  <c:v>3.471609395155081</c:v>
                </c:pt>
                <c:pt idx="1378">
                  <c:v>3.2656155035548</c:v>
                </c:pt>
                <c:pt idx="1379">
                  <c:v>2.639250374972034</c:v>
                </c:pt>
                <c:pt idx="1380">
                  <c:v>1.0837924977477531</c:v>
                </c:pt>
                <c:pt idx="1381">
                  <c:v>0.68099154402448414</c:v>
                </c:pt>
                <c:pt idx="1382">
                  <c:v>0.83933902289717432</c:v>
                </c:pt>
                <c:pt idx="1383">
                  <c:v>1.3694107197722369</c:v>
                </c:pt>
                <c:pt idx="1384">
                  <c:v>1.1667706696376141</c:v>
                </c:pt>
                <c:pt idx="1385">
                  <c:v>1.4560903719478271</c:v>
                </c:pt>
                <c:pt idx="1386">
                  <c:v>0.97823767690289376</c:v>
                </c:pt>
                <c:pt idx="1387">
                  <c:v>0.61879271866219643</c:v>
                </c:pt>
                <c:pt idx="1388">
                  <c:v>0.8545069018309287</c:v>
                </c:pt>
                <c:pt idx="1389">
                  <c:v>1.5704232175276529</c:v>
                </c:pt>
                <c:pt idx="1390">
                  <c:v>0.85385643304636183</c:v>
                </c:pt>
                <c:pt idx="1391">
                  <c:v>0.81245426691526756</c:v>
                </c:pt>
                <c:pt idx="1392">
                  <c:v>0.60184928095839818</c:v>
                </c:pt>
                <c:pt idx="1393">
                  <c:v>-0.1035281531425421</c:v>
                </c:pt>
                <c:pt idx="1394">
                  <c:v>-0.78933188931710985</c:v>
                </c:pt>
                <c:pt idx="1395">
                  <c:v>-2.290333152379763</c:v>
                </c:pt>
                <c:pt idx="1396">
                  <c:v>-1.112121710437467</c:v>
                </c:pt>
                <c:pt idx="1397">
                  <c:v>-1.7055481678698621</c:v>
                </c:pt>
                <c:pt idx="1398">
                  <c:v>-2.21969600662529</c:v>
                </c:pt>
                <c:pt idx="1399">
                  <c:v>-1.7809216811861841</c:v>
                </c:pt>
                <c:pt idx="1400">
                  <c:v>-1.59291831287189</c:v>
                </c:pt>
                <c:pt idx="1401">
                  <c:v>-1.1393465789624431</c:v>
                </c:pt>
                <c:pt idx="1402">
                  <c:v>-0.93324728054711714</c:v>
                </c:pt>
                <c:pt idx="1403">
                  <c:v>-1.5569990064646579</c:v>
                </c:pt>
                <c:pt idx="1404">
                  <c:v>-1.372348352107017</c:v>
                </c:pt>
                <c:pt idx="1405">
                  <c:v>-1.4126511210949451</c:v>
                </c:pt>
                <c:pt idx="1406">
                  <c:v>-1.3953463286011549</c:v>
                </c:pt>
                <c:pt idx="1407">
                  <c:v>-1.2704653953689879</c:v>
                </c:pt>
                <c:pt idx="1408">
                  <c:v>-1.172639901490806</c:v>
                </c:pt>
                <c:pt idx="1409">
                  <c:v>-1.4660042422597239</c:v>
                </c:pt>
                <c:pt idx="1410">
                  <c:v>-1.587438563838443</c:v>
                </c:pt>
                <c:pt idx="1411">
                  <c:v>-1.791847423025253</c:v>
                </c:pt>
                <c:pt idx="1412">
                  <c:v>-1.6079572280507819</c:v>
                </c:pt>
                <c:pt idx="1413">
                  <c:v>-1.368304634447391</c:v>
                </c:pt>
                <c:pt idx="1414">
                  <c:v>-1.2403851488937321</c:v>
                </c:pt>
                <c:pt idx="1415">
                  <c:v>-1.130016703988306</c:v>
                </c:pt>
                <c:pt idx="1416">
                  <c:v>-1.074988626336995</c:v>
                </c:pt>
                <c:pt idx="1417">
                  <c:v>-0.63274843226586042</c:v>
                </c:pt>
                <c:pt idx="1418">
                  <c:v>-0.20069706049106431</c:v>
                </c:pt>
                <c:pt idx="1419">
                  <c:v>3.0269813843190111E-2</c:v>
                </c:pt>
                <c:pt idx="1420">
                  <c:v>0.55149062165625251</c:v>
                </c:pt>
                <c:pt idx="1421">
                  <c:v>0.17135638540667239</c:v>
                </c:pt>
                <c:pt idx="1422">
                  <c:v>0.37959842544724209</c:v>
                </c:pt>
                <c:pt idx="1423">
                  <c:v>0.41754918581704098</c:v>
                </c:pt>
                <c:pt idx="1424">
                  <c:v>0.16632919334806881</c:v>
                </c:pt>
                <c:pt idx="1425">
                  <c:v>1.158864622183629E-3</c:v>
                </c:pt>
                <c:pt idx="1426">
                  <c:v>0.21951314487780521</c:v>
                </c:pt>
                <c:pt idx="1427">
                  <c:v>6.4641618164078055E-2</c:v>
                </c:pt>
                <c:pt idx="1428">
                  <c:v>0.19968109730754829</c:v>
                </c:pt>
                <c:pt idx="1429">
                  <c:v>0.41993402128720381</c:v>
                </c:pt>
                <c:pt idx="1430">
                  <c:v>0.42264036729335869</c:v>
                </c:pt>
                <c:pt idx="1431">
                  <c:v>0.72552134862066364</c:v>
                </c:pt>
                <c:pt idx="1432">
                  <c:v>1.0096243540028329</c:v>
                </c:pt>
                <c:pt idx="1433">
                  <c:v>0.97579295763857077</c:v>
                </c:pt>
                <c:pt idx="1434">
                  <c:v>1.2826131167128489</c:v>
                </c:pt>
                <c:pt idx="1435">
                  <c:v>1.168132049358098</c:v>
                </c:pt>
                <c:pt idx="1436">
                  <c:v>0.63203193266280477</c:v>
                </c:pt>
                <c:pt idx="1437">
                  <c:v>0.78238709621918046</c:v>
                </c:pt>
                <c:pt idx="1438">
                  <c:v>1.0433958701258561</c:v>
                </c:pt>
                <c:pt idx="1439">
                  <c:v>1.130739345731907</c:v>
                </c:pt>
                <c:pt idx="1440">
                  <c:v>0.69062655628103131</c:v>
                </c:pt>
                <c:pt idx="1441">
                  <c:v>1.08069975378889</c:v>
                </c:pt>
                <c:pt idx="1442">
                  <c:v>1.104722868178007</c:v>
                </c:pt>
                <c:pt idx="1443">
                  <c:v>1.3895845276934891</c:v>
                </c:pt>
                <c:pt idx="1444">
                  <c:v>1.1670050740640669</c:v>
                </c:pt>
                <c:pt idx="1445">
                  <c:v>1.385532564650072</c:v>
                </c:pt>
                <c:pt idx="1446">
                  <c:v>1.118532994094475</c:v>
                </c:pt>
                <c:pt idx="1447">
                  <c:v>1.349937117386294</c:v>
                </c:pt>
                <c:pt idx="1448">
                  <c:v>1.460217403090118</c:v>
                </c:pt>
                <c:pt idx="1449">
                  <c:v>1.078881409196935</c:v>
                </c:pt>
                <c:pt idx="1450">
                  <c:v>1.1746291554860639</c:v>
                </c:pt>
                <c:pt idx="1451">
                  <c:v>0.59402321742243824</c:v>
                </c:pt>
                <c:pt idx="1452">
                  <c:v>0.52800762762721642</c:v>
                </c:pt>
                <c:pt idx="1453">
                  <c:v>0.68126422058699287</c:v>
                </c:pt>
                <c:pt idx="1454">
                  <c:v>0.38009118189793162</c:v>
                </c:pt>
                <c:pt idx="1455">
                  <c:v>0.71382423844802301</c:v>
                </c:pt>
                <c:pt idx="1456">
                  <c:v>1.129438018783407</c:v>
                </c:pt>
                <c:pt idx="1457">
                  <c:v>1.129450034259172</c:v>
                </c:pt>
                <c:pt idx="1458">
                  <c:v>0.74324044919091248</c:v>
                </c:pt>
                <c:pt idx="1459">
                  <c:v>0.35568362310708151</c:v>
                </c:pt>
                <c:pt idx="1460">
                  <c:v>0.53752235511394464</c:v>
                </c:pt>
                <c:pt idx="1461">
                  <c:v>0.33953057057797847</c:v>
                </c:pt>
                <c:pt idx="1462">
                  <c:v>8.3608124653977337E-2</c:v>
                </c:pt>
                <c:pt idx="1463">
                  <c:v>-0.14216342922742059</c:v>
                </c:pt>
                <c:pt idx="1464">
                  <c:v>0.3472884431353514</c:v>
                </c:pt>
                <c:pt idx="1465">
                  <c:v>0.35970318916316613</c:v>
                </c:pt>
                <c:pt idx="1466">
                  <c:v>0.50103491614375351</c:v>
                </c:pt>
                <c:pt idx="1467">
                  <c:v>0.54570350122364863</c:v>
                </c:pt>
                <c:pt idx="1468">
                  <c:v>0.2559825463940662</c:v>
                </c:pt>
                <c:pt idx="1469">
                  <c:v>0.34808989710026028</c:v>
                </c:pt>
                <c:pt idx="1470">
                  <c:v>0.65166885063226021</c:v>
                </c:pt>
                <c:pt idx="1471">
                  <c:v>0.87785949498764149</c:v>
                </c:pt>
                <c:pt idx="1472">
                  <c:v>0.74578908206355943</c:v>
                </c:pt>
                <c:pt idx="1473">
                  <c:v>0.47756374121591638</c:v>
                </c:pt>
                <c:pt idx="1474">
                  <c:v>0.61900258521958007</c:v>
                </c:pt>
                <c:pt idx="1475">
                  <c:v>0.46413058326382611</c:v>
                </c:pt>
                <c:pt idx="1476">
                  <c:v>0.62780616315148718</c:v>
                </c:pt>
                <c:pt idx="1477">
                  <c:v>0.55147687482843832</c:v>
                </c:pt>
                <c:pt idx="1478">
                  <c:v>1.1833774339399901</c:v>
                </c:pt>
                <c:pt idx="1479">
                  <c:v>1.1307145747313321</c:v>
                </c:pt>
                <c:pt idx="1480">
                  <c:v>1.03999319926282</c:v>
                </c:pt>
                <c:pt idx="1481">
                  <c:v>0.69116362499780448</c:v>
                </c:pt>
                <c:pt idx="1482">
                  <c:v>0.6784947297337558</c:v>
                </c:pt>
                <c:pt idx="1483">
                  <c:v>0.56092195280992452</c:v>
                </c:pt>
                <c:pt idx="1484">
                  <c:v>0.55466819310128124</c:v>
                </c:pt>
                <c:pt idx="1485">
                  <c:v>0.46312785573464998</c:v>
                </c:pt>
                <c:pt idx="1486">
                  <c:v>0.4062827847674107</c:v>
                </c:pt>
                <c:pt idx="1487">
                  <c:v>0.51689724891178546</c:v>
                </c:pt>
                <c:pt idx="1488">
                  <c:v>0.55224051688179709</c:v>
                </c:pt>
                <c:pt idx="1489">
                  <c:v>0.69622309295073725</c:v>
                </c:pt>
                <c:pt idx="1490">
                  <c:v>0.44653253566146922</c:v>
                </c:pt>
                <c:pt idx="1491">
                  <c:v>0.28899961920042377</c:v>
                </c:pt>
                <c:pt idx="1492">
                  <c:v>0.20202464906661341</c:v>
                </c:pt>
                <c:pt idx="1493">
                  <c:v>0.32393415965545552</c:v>
                </c:pt>
                <c:pt idx="1494">
                  <c:v>0.37198886142342252</c:v>
                </c:pt>
                <c:pt idx="1495">
                  <c:v>1.8868571831685811E-2</c:v>
                </c:pt>
                <c:pt idx="1496">
                  <c:v>-0.22812260278188429</c:v>
                </c:pt>
                <c:pt idx="1497">
                  <c:v>-0.35114260637151801</c:v>
                </c:pt>
                <c:pt idx="1498">
                  <c:v>-1.0554487301516211</c:v>
                </c:pt>
                <c:pt idx="1499">
                  <c:v>-1.0145598333799091</c:v>
                </c:pt>
                <c:pt idx="1500">
                  <c:v>-1.0921822601636071</c:v>
                </c:pt>
                <c:pt idx="1501">
                  <c:v>-0.88262845575727156</c:v>
                </c:pt>
                <c:pt idx="1502">
                  <c:v>-0.86015016407430656</c:v>
                </c:pt>
                <c:pt idx="1503">
                  <c:v>-0.63518291673336635</c:v>
                </c:pt>
                <c:pt idx="1504">
                  <c:v>-0.40597416690814142</c:v>
                </c:pt>
                <c:pt idx="1505">
                  <c:v>-0.41912215327774799</c:v>
                </c:pt>
                <c:pt idx="1506">
                  <c:v>-0.28918553111161238</c:v>
                </c:pt>
                <c:pt idx="1507">
                  <c:v>-0.65777891107802688</c:v>
                </c:pt>
                <c:pt idx="1508">
                  <c:v>-0.42093055754948461</c:v>
                </c:pt>
                <c:pt idx="1509">
                  <c:v>-0.1553769712893574</c:v>
                </c:pt>
                <c:pt idx="1510">
                  <c:v>0.29212404354171201</c:v>
                </c:pt>
                <c:pt idx="1511">
                  <c:v>0.13188582977851029</c:v>
                </c:pt>
                <c:pt idx="1512">
                  <c:v>0.3087862079763451</c:v>
                </c:pt>
                <c:pt idx="1513">
                  <c:v>0.61432049374228204</c:v>
                </c:pt>
                <c:pt idx="1514">
                  <c:v>0.63575912649839672</c:v>
                </c:pt>
                <c:pt idx="1515">
                  <c:v>1.0872434015742829</c:v>
                </c:pt>
                <c:pt idx="1516">
                  <c:v>0.63277632689434782</c:v>
                </c:pt>
                <c:pt idx="1517">
                  <c:v>0.7926304811507231</c:v>
                </c:pt>
                <c:pt idx="1518">
                  <c:v>1.2168579344082631</c:v>
                </c:pt>
                <c:pt idx="1519">
                  <c:v>1.1806678268048501</c:v>
                </c:pt>
                <c:pt idx="1520">
                  <c:v>1.22109864839874</c:v>
                </c:pt>
                <c:pt idx="1521">
                  <c:v>1.5296565768834789</c:v>
                </c:pt>
                <c:pt idx="1522">
                  <c:v>1.586589025290204</c:v>
                </c:pt>
                <c:pt idx="1523">
                  <c:v>1.489653697831917</c:v>
                </c:pt>
                <c:pt idx="1524">
                  <c:v>1.415077775663248</c:v>
                </c:pt>
                <c:pt idx="1525">
                  <c:v>1.2937269710838699</c:v>
                </c:pt>
                <c:pt idx="1526">
                  <c:v>1.0899848624214159</c:v>
                </c:pt>
                <c:pt idx="1527">
                  <c:v>1.087499633750961</c:v>
                </c:pt>
                <c:pt idx="1528">
                  <c:v>0.64430885827878015</c:v>
                </c:pt>
                <c:pt idx="1529">
                  <c:v>0.25678756574509448</c:v>
                </c:pt>
                <c:pt idx="1530">
                  <c:v>-4.1995868778930578E-2</c:v>
                </c:pt>
                <c:pt idx="1531">
                  <c:v>0.26915627822571409</c:v>
                </c:pt>
                <c:pt idx="1532">
                  <c:v>0.15424718813347929</c:v>
                </c:pt>
                <c:pt idx="1533">
                  <c:v>-9.2451726960253611E-2</c:v>
                </c:pt>
                <c:pt idx="1534">
                  <c:v>-0.29768342475585879</c:v>
                </c:pt>
                <c:pt idx="1535">
                  <c:v>-0.59838580185919998</c:v>
                </c:pt>
                <c:pt idx="1536">
                  <c:v>-0.2498642163582665</c:v>
                </c:pt>
                <c:pt idx="1537">
                  <c:v>-0.53116615660644406</c:v>
                </c:pt>
                <c:pt idx="1538">
                  <c:v>-0.72388056498168052</c:v>
                </c:pt>
                <c:pt idx="1539">
                  <c:v>-0.3744393562959229</c:v>
                </c:pt>
                <c:pt idx="1540">
                  <c:v>-0.4946083880134613</c:v>
                </c:pt>
                <c:pt idx="1541">
                  <c:v>-0.50729900136809547</c:v>
                </c:pt>
                <c:pt idx="1542">
                  <c:v>-0.50346897361313314</c:v>
                </c:pt>
                <c:pt idx="1543">
                  <c:v>-0.38102664014761989</c:v>
                </c:pt>
                <c:pt idx="1544">
                  <c:v>-0.32919873267825078</c:v>
                </c:pt>
                <c:pt idx="1545">
                  <c:v>-0.63921645379341996</c:v>
                </c:pt>
                <c:pt idx="1546">
                  <c:v>-0.98646656130687127</c:v>
                </c:pt>
                <c:pt idx="1547">
                  <c:v>-0.71019938274632699</c:v>
                </c:pt>
                <c:pt idx="1548">
                  <c:v>-0.38895921454991528</c:v>
                </c:pt>
                <c:pt idx="1549">
                  <c:v>-2.4189739633990289E-2</c:v>
                </c:pt>
                <c:pt idx="1550">
                  <c:v>8.9523929664157606E-2</c:v>
                </c:pt>
                <c:pt idx="1551">
                  <c:v>0.2366817667994455</c:v>
                </c:pt>
                <c:pt idx="1552">
                  <c:v>8.2128779441023855E-2</c:v>
                </c:pt>
                <c:pt idx="1553">
                  <c:v>-0.16392060400193181</c:v>
                </c:pt>
                <c:pt idx="1554">
                  <c:v>-7.7939578420340716E-3</c:v>
                </c:pt>
                <c:pt idx="1555">
                  <c:v>-8.8733419827954949E-2</c:v>
                </c:pt>
                <c:pt idx="1556">
                  <c:v>-0.27754489869745202</c:v>
                </c:pt>
                <c:pt idx="1557">
                  <c:v>-6.2821332163558605E-2</c:v>
                </c:pt>
                <c:pt idx="1558">
                  <c:v>3.2312539496927688E-2</c:v>
                </c:pt>
                <c:pt idx="1559">
                  <c:v>-0.15697021573935241</c:v>
                </c:pt>
                <c:pt idx="1560">
                  <c:v>6.975821413145078E-2</c:v>
                </c:pt>
                <c:pt idx="1561">
                  <c:v>3.4775303365203292E-2</c:v>
                </c:pt>
                <c:pt idx="1562">
                  <c:v>0.18534930386967241</c:v>
                </c:pt>
                <c:pt idx="1563">
                  <c:v>-0.11256215116489859</c:v>
                </c:pt>
                <c:pt idx="1564">
                  <c:v>-0.69258791927031649</c:v>
                </c:pt>
                <c:pt idx="1565">
                  <c:v>-0.43567476935930988</c:v>
                </c:pt>
                <c:pt idx="1566">
                  <c:v>0.37308338801744773</c:v>
                </c:pt>
                <c:pt idx="1567">
                  <c:v>7.37927295288206E-2</c:v>
                </c:pt>
                <c:pt idx="1568">
                  <c:v>2.1692602399794019E-2</c:v>
                </c:pt>
                <c:pt idx="1569">
                  <c:v>-0.2148771179352422</c:v>
                </c:pt>
                <c:pt idx="1570">
                  <c:v>-0.17880710359153301</c:v>
                </c:pt>
                <c:pt idx="1571">
                  <c:v>-7.0347709962562108E-2</c:v>
                </c:pt>
                <c:pt idx="1572">
                  <c:v>0.23871040459597309</c:v>
                </c:pt>
                <c:pt idx="1573">
                  <c:v>0.50581757666898841</c:v>
                </c:pt>
                <c:pt idx="1574">
                  <c:v>0.33282725458164653</c:v>
                </c:pt>
                <c:pt idx="1575">
                  <c:v>0.51778401918157335</c:v>
                </c:pt>
                <c:pt idx="1576">
                  <c:v>0.83424284409958094</c:v>
                </c:pt>
                <c:pt idx="1577">
                  <c:v>0.60695340964545652</c:v>
                </c:pt>
                <c:pt idx="1578">
                  <c:v>0.38713967956657219</c:v>
                </c:pt>
                <c:pt idx="1579">
                  <c:v>0.28059100664780873</c:v>
                </c:pt>
                <c:pt idx="1580">
                  <c:v>0.366132688132707</c:v>
                </c:pt>
                <c:pt idx="1581">
                  <c:v>0.34498592274695611</c:v>
                </c:pt>
                <c:pt idx="1582">
                  <c:v>0.14089935115509999</c:v>
                </c:pt>
                <c:pt idx="1583">
                  <c:v>0.24587871522978519</c:v>
                </c:pt>
                <c:pt idx="1584">
                  <c:v>0.85441548786737409</c:v>
                </c:pt>
                <c:pt idx="1585">
                  <c:v>1.301559313542155</c:v>
                </c:pt>
                <c:pt idx="1586">
                  <c:v>1.055306334661708</c:v>
                </c:pt>
                <c:pt idx="1587">
                  <c:v>1.373059322452657</c:v>
                </c:pt>
                <c:pt idx="1588">
                  <c:v>1.3561756605409181</c:v>
                </c:pt>
                <c:pt idx="1589">
                  <c:v>1.3371008979027299</c:v>
                </c:pt>
                <c:pt idx="1590">
                  <c:v>1.2033947816976189</c:v>
                </c:pt>
                <c:pt idx="1591">
                  <c:v>0.85024309951493604</c:v>
                </c:pt>
                <c:pt idx="1592">
                  <c:v>0.64225706624346846</c:v>
                </c:pt>
                <c:pt idx="1593">
                  <c:v>0.63648696079870326</c:v>
                </c:pt>
                <c:pt idx="1594">
                  <c:v>0.5852496865919482</c:v>
                </c:pt>
                <c:pt idx="1595">
                  <c:v>0.47275407053404322</c:v>
                </c:pt>
                <c:pt idx="1596">
                  <c:v>0.28488955511562492</c:v>
                </c:pt>
                <c:pt idx="1597">
                  <c:v>0.3763434131757053</c:v>
                </c:pt>
                <c:pt idx="1598">
                  <c:v>0.27862801974036738</c:v>
                </c:pt>
                <c:pt idx="1599">
                  <c:v>0.24735930243236581</c:v>
                </c:pt>
                <c:pt idx="1600">
                  <c:v>5.4526060124956983E-2</c:v>
                </c:pt>
                <c:pt idx="1601">
                  <c:v>-0.1136694374125115</c:v>
                </c:pt>
                <c:pt idx="1602">
                  <c:v>-0.12640295976955751</c:v>
                </c:pt>
                <c:pt idx="1603">
                  <c:v>-0.13997408688202689</c:v>
                </c:pt>
                <c:pt idx="1604">
                  <c:v>-0.48568177482801739</c:v>
                </c:pt>
                <c:pt idx="1605">
                  <c:v>-0.63252558538071701</c:v>
                </c:pt>
                <c:pt idx="1606">
                  <c:v>-0.60203896993730732</c:v>
                </c:pt>
                <c:pt idx="1607">
                  <c:v>-0.9273807278461158</c:v>
                </c:pt>
                <c:pt idx="1608">
                  <c:v>-0.917652609689946</c:v>
                </c:pt>
                <c:pt idx="1609">
                  <c:v>-1.1334295404674251</c:v>
                </c:pt>
                <c:pt idx="1610">
                  <c:v>-1.0957858919895631</c:v>
                </c:pt>
                <c:pt idx="1611">
                  <c:v>-1.071216134933016</c:v>
                </c:pt>
                <c:pt idx="1612">
                  <c:v>-0.91250760306940981</c:v>
                </c:pt>
                <c:pt idx="1613">
                  <c:v>-0.79496528639142294</c:v>
                </c:pt>
                <c:pt idx="1614">
                  <c:v>-0.46437072282361308</c:v>
                </c:pt>
                <c:pt idx="1615">
                  <c:v>-0.35082557500073269</c:v>
                </c:pt>
                <c:pt idx="1616">
                  <c:v>-0.11954063244633741</c:v>
                </c:pt>
                <c:pt idx="1617">
                  <c:v>-3.322975659018337E-3</c:v>
                </c:pt>
                <c:pt idx="1618">
                  <c:v>0.14737976157066701</c:v>
                </c:pt>
                <c:pt idx="1619">
                  <c:v>0.3516608804537929</c:v>
                </c:pt>
                <c:pt idx="1620">
                  <c:v>0.38848975766754967</c:v>
                </c:pt>
                <c:pt idx="1621">
                  <c:v>0.51075224858643198</c:v>
                </c:pt>
                <c:pt idx="1622">
                  <c:v>0.51049773455428105</c:v>
                </c:pt>
                <c:pt idx="1623">
                  <c:v>0.54697097804138461</c:v>
                </c:pt>
                <c:pt idx="1624">
                  <c:v>0.68928069854546692</c:v>
                </c:pt>
                <c:pt idx="1625">
                  <c:v>0.72044277238053922</c:v>
                </c:pt>
                <c:pt idx="1626">
                  <c:v>0.72957559961870722</c:v>
                </c:pt>
                <c:pt idx="1627">
                  <c:v>0.72790616686132148</c:v>
                </c:pt>
                <c:pt idx="1628">
                  <c:v>0.57885533808556866</c:v>
                </c:pt>
                <c:pt idx="1629">
                  <c:v>0.76837794001142612</c:v>
                </c:pt>
                <c:pt idx="1630">
                  <c:v>0.73380407346459486</c:v>
                </c:pt>
                <c:pt idx="1631">
                  <c:v>1.0043468372640669</c:v>
                </c:pt>
                <c:pt idx="1632">
                  <c:v>1.152193907796135</c:v>
                </c:pt>
                <c:pt idx="1633">
                  <c:v>1.4166944514440409</c:v>
                </c:pt>
                <c:pt idx="1634">
                  <c:v>1.2849804535054969</c:v>
                </c:pt>
                <c:pt idx="1635">
                  <c:v>1.153869256141359</c:v>
                </c:pt>
                <c:pt idx="1636">
                  <c:v>1.442655215801214</c:v>
                </c:pt>
                <c:pt idx="1637">
                  <c:v>1.468359175292155</c:v>
                </c:pt>
                <c:pt idx="1638">
                  <c:v>1.701496477758508</c:v>
                </c:pt>
                <c:pt idx="1639">
                  <c:v>1.420724282451596</c:v>
                </c:pt>
                <c:pt idx="1640">
                  <c:v>1.9283639676182169</c:v>
                </c:pt>
                <c:pt idx="1641">
                  <c:v>2.4676795648216712</c:v>
                </c:pt>
                <c:pt idx="1642">
                  <c:v>2.9714895644845352</c:v>
                </c:pt>
                <c:pt idx="1643">
                  <c:v>3.3829102602635408</c:v>
                </c:pt>
                <c:pt idx="1644">
                  <c:v>2.0138864558804239</c:v>
                </c:pt>
                <c:pt idx="1645">
                  <c:v>1.6227464360837449</c:v>
                </c:pt>
                <c:pt idx="1646">
                  <c:v>1.874289269006516</c:v>
                </c:pt>
                <c:pt idx="1647">
                  <c:v>2.142791591949627</c:v>
                </c:pt>
                <c:pt idx="1648">
                  <c:v>1.835242434376706</c:v>
                </c:pt>
                <c:pt idx="1649">
                  <c:v>1.9291455750643369</c:v>
                </c:pt>
                <c:pt idx="1650">
                  <c:v>2.6778880418918432</c:v>
                </c:pt>
                <c:pt idx="1651">
                  <c:v>1.8867214833078849</c:v>
                </c:pt>
                <c:pt idx="1652">
                  <c:v>1.6787873157836699</c:v>
                </c:pt>
                <c:pt idx="1653">
                  <c:v>2.0224676380430542</c:v>
                </c:pt>
                <c:pt idx="1654">
                  <c:v>2.157548317408553</c:v>
                </c:pt>
                <c:pt idx="1655">
                  <c:v>3.3376679593837508</c:v>
                </c:pt>
                <c:pt idx="1656">
                  <c:v>3.3017404799977812</c:v>
                </c:pt>
                <c:pt idx="1657">
                  <c:v>4.1940772255706369</c:v>
                </c:pt>
                <c:pt idx="1658">
                  <c:v>3.2770568367604649</c:v>
                </c:pt>
                <c:pt idx="1659">
                  <c:v>4.3405244978038473</c:v>
                </c:pt>
                <c:pt idx="1660">
                  <c:v>3.0139966372238431</c:v>
                </c:pt>
                <c:pt idx="1661">
                  <c:v>1.726105862263563</c:v>
                </c:pt>
                <c:pt idx="1662">
                  <c:v>1.879572384425354</c:v>
                </c:pt>
                <c:pt idx="1663">
                  <c:v>1.6124835270749669</c:v>
                </c:pt>
                <c:pt idx="1664">
                  <c:v>2.5930697618791911</c:v>
                </c:pt>
                <c:pt idx="1665">
                  <c:v>2.8756967792221579</c:v>
                </c:pt>
                <c:pt idx="1666">
                  <c:v>3.1632539575998262</c:v>
                </c:pt>
                <c:pt idx="1667">
                  <c:v>5.0168485855815481</c:v>
                </c:pt>
                <c:pt idx="1668">
                  <c:v>4.8628770517610631</c:v>
                </c:pt>
                <c:pt idx="1669">
                  <c:v>5.255745126598959</c:v>
                </c:pt>
                <c:pt idx="1670">
                  <c:v>4.2243867434101157</c:v>
                </c:pt>
                <c:pt idx="1671">
                  <c:v>3.8112587582874311</c:v>
                </c:pt>
                <c:pt idx="1672">
                  <c:v>3.087066641677481</c:v>
                </c:pt>
                <c:pt idx="1673">
                  <c:v>2.3252373698483479</c:v>
                </c:pt>
                <c:pt idx="1674">
                  <c:v>2.1458676341966232</c:v>
                </c:pt>
                <c:pt idx="1675">
                  <c:v>1.2860660423320129</c:v>
                </c:pt>
                <c:pt idx="1676">
                  <c:v>0.53712671734998707</c:v>
                </c:pt>
                <c:pt idx="1677">
                  <c:v>-0.1519020726164888</c:v>
                </c:pt>
                <c:pt idx="1678">
                  <c:v>0.68450458180311957</c:v>
                </c:pt>
                <c:pt idx="1679">
                  <c:v>-0.46017133315865533</c:v>
                </c:pt>
                <c:pt idx="1680">
                  <c:v>0.14207389510661009</c:v>
                </c:pt>
                <c:pt idx="1681">
                  <c:v>1.044997687782709</c:v>
                </c:pt>
                <c:pt idx="1682">
                  <c:v>0.89412856996813028</c:v>
                </c:pt>
                <c:pt idx="1683">
                  <c:v>1.081780724227251</c:v>
                </c:pt>
                <c:pt idx="1684">
                  <c:v>1.034156049440504</c:v>
                </c:pt>
                <c:pt idx="1685">
                  <c:v>0.97398138397627221</c:v>
                </c:pt>
                <c:pt idx="1686">
                  <c:v>0.37850032038720599</c:v>
                </c:pt>
                <c:pt idx="1687">
                  <c:v>-1.067268550455482</c:v>
                </c:pt>
                <c:pt idx="1688">
                  <c:v>-0.52122184202930999</c:v>
                </c:pt>
                <c:pt idx="1689">
                  <c:v>-1.4953851484451051</c:v>
                </c:pt>
                <c:pt idx="1690">
                  <c:v>-1.475115887791679</c:v>
                </c:pt>
                <c:pt idx="1691">
                  <c:v>-0.67182646943006263</c:v>
                </c:pt>
                <c:pt idx="1692">
                  <c:v>-0.1214070688021921</c:v>
                </c:pt>
                <c:pt idx="1693">
                  <c:v>5.2534598469565763E-3</c:v>
                </c:pt>
                <c:pt idx="1694">
                  <c:v>-1.9086118372536862E-2</c:v>
                </c:pt>
                <c:pt idx="1695">
                  <c:v>-0.5121816329474802</c:v>
                </c:pt>
                <c:pt idx="1696">
                  <c:v>0.1622650104992463</c:v>
                </c:pt>
                <c:pt idx="1697">
                  <c:v>0.26173049149362732</c:v>
                </c:pt>
                <c:pt idx="1698">
                  <c:v>-0.1194090114321706</c:v>
                </c:pt>
                <c:pt idx="1699">
                  <c:v>-0.1113252055220986</c:v>
                </c:pt>
                <c:pt idx="1700">
                  <c:v>0.14108780812307919</c:v>
                </c:pt>
                <c:pt idx="1701">
                  <c:v>-0.14514448972391469</c:v>
                </c:pt>
                <c:pt idx="1702">
                  <c:v>-0.88765866063164844</c:v>
                </c:pt>
                <c:pt idx="1703">
                  <c:v>-0.96632555356707661</c:v>
                </c:pt>
                <c:pt idx="1704">
                  <c:v>-0.77244630019597949</c:v>
                </c:pt>
                <c:pt idx="1705">
                  <c:v>-0.82763021401845782</c:v>
                </c:pt>
                <c:pt idx="1706">
                  <c:v>-1.121806839059917</c:v>
                </c:pt>
                <c:pt idx="1707">
                  <c:v>-1.724914540459271</c:v>
                </c:pt>
                <c:pt idx="1708">
                  <c:v>-1.849012106838855</c:v>
                </c:pt>
                <c:pt idx="1709">
                  <c:v>-1.5294461106555901</c:v>
                </c:pt>
                <c:pt idx="1710">
                  <c:v>-1.284648887184904</c:v>
                </c:pt>
                <c:pt idx="1711">
                  <c:v>-1.3084568063695561</c:v>
                </c:pt>
                <c:pt idx="1712">
                  <c:v>-1.1034356433542249</c:v>
                </c:pt>
                <c:pt idx="1713">
                  <c:v>-1.4287902803753609</c:v>
                </c:pt>
                <c:pt idx="1714">
                  <c:v>-1.5043341209249259</c:v>
                </c:pt>
                <c:pt idx="1715">
                  <c:v>-1.46985461400656</c:v>
                </c:pt>
                <c:pt idx="1716">
                  <c:v>-2.0166895601273609</c:v>
                </c:pt>
                <c:pt idx="1717">
                  <c:v>-2.00055322947519</c:v>
                </c:pt>
                <c:pt idx="1718">
                  <c:v>-1.7801754031527299</c:v>
                </c:pt>
                <c:pt idx="1719">
                  <c:v>-1.667536565473112</c:v>
                </c:pt>
                <c:pt idx="1720">
                  <c:v>-1.6839045573587019</c:v>
                </c:pt>
                <c:pt idx="1721">
                  <c:v>-1.6166256438247519</c:v>
                </c:pt>
                <c:pt idx="1722">
                  <c:v>-0.95626454243264147</c:v>
                </c:pt>
                <c:pt idx="1723">
                  <c:v>-1.0375697042856591</c:v>
                </c:pt>
                <c:pt idx="1724">
                  <c:v>-1.187260819820088</c:v>
                </c:pt>
                <c:pt idx="1725">
                  <c:v>-1.2380561323760251</c:v>
                </c:pt>
                <c:pt idx="1726">
                  <c:v>-0.72778804517349249</c:v>
                </c:pt>
                <c:pt idx="1727">
                  <c:v>-0.54012332939108643</c:v>
                </c:pt>
                <c:pt idx="1728">
                  <c:v>-0.67837637747465196</c:v>
                </c:pt>
                <c:pt idx="1729">
                  <c:v>-0.34682619857511893</c:v>
                </c:pt>
                <c:pt idx="1730">
                  <c:v>-0.35370384502818403</c:v>
                </c:pt>
                <c:pt idx="1731">
                  <c:v>-0.36882425701363858</c:v>
                </c:pt>
                <c:pt idx="1732">
                  <c:v>-0.56907355821881223</c:v>
                </c:pt>
                <c:pt idx="1733">
                  <c:v>-0.14537803004799471</c:v>
                </c:pt>
                <c:pt idx="1734">
                  <c:v>-6.0326333047260393E-2</c:v>
                </c:pt>
                <c:pt idx="1735">
                  <c:v>0.28939829689459218</c:v>
                </c:pt>
                <c:pt idx="1736">
                  <c:v>0.49321795073647279</c:v>
                </c:pt>
                <c:pt idx="1737">
                  <c:v>0.32328957772014882</c:v>
                </c:pt>
                <c:pt idx="1738">
                  <c:v>0.28833909437565869</c:v>
                </c:pt>
                <c:pt idx="1739">
                  <c:v>0.2334310176423148</c:v>
                </c:pt>
                <c:pt idx="1740">
                  <c:v>0.1255159781664803</c:v>
                </c:pt>
                <c:pt idx="1741">
                  <c:v>0.35248122867962911</c:v>
                </c:pt>
                <c:pt idx="1742">
                  <c:v>0.13480604229432569</c:v>
                </c:pt>
                <c:pt idx="1743">
                  <c:v>0.12814866617142151</c:v>
                </c:pt>
                <c:pt idx="1744">
                  <c:v>6.1556798564286377E-2</c:v>
                </c:pt>
                <c:pt idx="1745">
                  <c:v>0.20525946714432719</c:v>
                </c:pt>
                <c:pt idx="1746">
                  <c:v>0.25826705874285011</c:v>
                </c:pt>
                <c:pt idx="1747">
                  <c:v>0.31555178265775252</c:v>
                </c:pt>
                <c:pt idx="1748">
                  <c:v>0.2339973881281748</c:v>
                </c:pt>
                <c:pt idx="1749">
                  <c:v>0.35924829386420248</c:v>
                </c:pt>
                <c:pt idx="1750">
                  <c:v>0.31817768630790039</c:v>
                </c:pt>
                <c:pt idx="1751">
                  <c:v>0.1909547464468998</c:v>
                </c:pt>
                <c:pt idx="1752">
                  <c:v>0.39651636279831881</c:v>
                </c:pt>
                <c:pt idx="1753">
                  <c:v>0.40338402606391771</c:v>
                </c:pt>
                <c:pt idx="1754">
                  <c:v>0.38230245731468709</c:v>
                </c:pt>
                <c:pt idx="1755">
                  <c:v>0.24972551305438781</c:v>
                </c:pt>
                <c:pt idx="1756">
                  <c:v>0.34215345692443822</c:v>
                </c:pt>
                <c:pt idx="1757">
                  <c:v>0.1274049067352529</c:v>
                </c:pt>
                <c:pt idx="1758">
                  <c:v>-2.8005922891408561E-2</c:v>
                </c:pt>
                <c:pt idx="1759">
                  <c:v>-7.9865990664438405E-2</c:v>
                </c:pt>
                <c:pt idx="1760">
                  <c:v>-0.18691510586026591</c:v>
                </c:pt>
                <c:pt idx="1761">
                  <c:v>-0.44784306663902862</c:v>
                </c:pt>
                <c:pt idx="1762">
                  <c:v>-0.47797963074194061</c:v>
                </c:pt>
                <c:pt idx="1763">
                  <c:v>-0.69823681937593152</c:v>
                </c:pt>
                <c:pt idx="1764">
                  <c:v>-0.4230577768497501</c:v>
                </c:pt>
                <c:pt idx="1765">
                  <c:v>-0.625278198232186</c:v>
                </c:pt>
                <c:pt idx="1766">
                  <c:v>-0.95754194853668462</c:v>
                </c:pt>
                <c:pt idx="1767">
                  <c:v>-0.93050168812944622</c:v>
                </c:pt>
                <c:pt idx="1768">
                  <c:v>-0.8567697825367645</c:v>
                </c:pt>
                <c:pt idx="1769">
                  <c:v>-1.0654730544450459</c:v>
                </c:pt>
                <c:pt idx="1770">
                  <c:v>-1.1122851440080199</c:v>
                </c:pt>
                <c:pt idx="1771">
                  <c:v>-1.0414902115852669</c:v>
                </c:pt>
                <c:pt idx="1772">
                  <c:v>-0.92849301239007875</c:v>
                </c:pt>
                <c:pt idx="1773">
                  <c:v>-0.85148094545384667</c:v>
                </c:pt>
                <c:pt idx="1774">
                  <c:v>-0.93784442172982041</c:v>
                </c:pt>
                <c:pt idx="1775">
                  <c:v>-0.98284329670645099</c:v>
                </c:pt>
                <c:pt idx="1776">
                  <c:v>-1.1167861192346</c:v>
                </c:pt>
                <c:pt idx="1777">
                  <c:v>-1.107750280940375</c:v>
                </c:pt>
                <c:pt idx="1778">
                  <c:v>-0.96208476179145064</c:v>
                </c:pt>
                <c:pt idx="1779">
                  <c:v>-0.65037436317078612</c:v>
                </c:pt>
                <c:pt idx="1780">
                  <c:v>-0.61800431660009625</c:v>
                </c:pt>
                <c:pt idx="1781">
                  <c:v>-0.66867513908354193</c:v>
                </c:pt>
                <c:pt idx="1782">
                  <c:v>-0.67195930965571293</c:v>
                </c:pt>
                <c:pt idx="1783">
                  <c:v>-0.64758781965802903</c:v>
                </c:pt>
                <c:pt idx="1784">
                  <c:v>-0.59367836834562482</c:v>
                </c:pt>
                <c:pt idx="1785">
                  <c:v>-0.46874755787795158</c:v>
                </c:pt>
                <c:pt idx="1786">
                  <c:v>-0.1769255673046862</c:v>
                </c:pt>
                <c:pt idx="1787">
                  <c:v>2.44700757342734E-2</c:v>
                </c:pt>
                <c:pt idx="1788">
                  <c:v>-3.6687623408426157E-2</c:v>
                </c:pt>
                <c:pt idx="1789">
                  <c:v>-0.20339565670704801</c:v>
                </c:pt>
                <c:pt idx="1790">
                  <c:v>-0.13715276548290961</c:v>
                </c:pt>
                <c:pt idx="1791">
                  <c:v>0.1667263225048124</c:v>
                </c:pt>
                <c:pt idx="1792">
                  <c:v>-0.10716281985743541</c:v>
                </c:pt>
                <c:pt idx="1793">
                  <c:v>-0.49875073220580107</c:v>
                </c:pt>
                <c:pt idx="1794">
                  <c:v>-0.39245375869287669</c:v>
                </c:pt>
                <c:pt idx="1795">
                  <c:v>-0.51816838802150178</c:v>
                </c:pt>
                <c:pt idx="1796">
                  <c:v>-0.39801367360454881</c:v>
                </c:pt>
                <c:pt idx="1797">
                  <c:v>-0.51215302387440442</c:v>
                </c:pt>
                <c:pt idx="1798">
                  <c:v>-0.74428408503649435</c:v>
                </c:pt>
                <c:pt idx="1799">
                  <c:v>-0.84987005760232703</c:v>
                </c:pt>
                <c:pt idx="1800">
                  <c:v>-0.78948200022617987</c:v>
                </c:pt>
                <c:pt idx="1801">
                  <c:v>-0.66999827527464328</c:v>
                </c:pt>
                <c:pt idx="1802">
                  <c:v>-0.56879814773153026</c:v>
                </c:pt>
                <c:pt idx="1803">
                  <c:v>-0.55897170669487783</c:v>
                </c:pt>
                <c:pt idx="1804">
                  <c:v>-0.78581051531152168</c:v>
                </c:pt>
                <c:pt idx="1805">
                  <c:v>-0.89223061780660939</c:v>
                </c:pt>
                <c:pt idx="1806">
                  <c:v>-1.2149957423949129</c:v>
                </c:pt>
                <c:pt idx="1807">
                  <c:v>-1.647827639903414</c:v>
                </c:pt>
                <c:pt idx="1808">
                  <c:v>-1.3119915979059269</c:v>
                </c:pt>
                <c:pt idx="1809">
                  <c:v>-1.29804864220715</c:v>
                </c:pt>
                <c:pt idx="1810">
                  <c:v>-1.304437331644998</c:v>
                </c:pt>
                <c:pt idx="1811">
                  <c:v>-1.545614930580604</c:v>
                </c:pt>
                <c:pt idx="1812">
                  <c:v>-1.416375738960681</c:v>
                </c:pt>
                <c:pt idx="1813">
                  <c:v>-1.2585781258398361</c:v>
                </c:pt>
                <c:pt idx="1814">
                  <c:v>-1.4861908254353571</c:v>
                </c:pt>
                <c:pt idx="1815">
                  <c:v>-1.4774356119453189</c:v>
                </c:pt>
                <c:pt idx="1816">
                  <c:v>-1.436250768229935</c:v>
                </c:pt>
                <c:pt idx="1817">
                  <c:v>-1.0572321234318749</c:v>
                </c:pt>
                <c:pt idx="1818">
                  <c:v>-0.96073529455863305</c:v>
                </c:pt>
                <c:pt idx="1819">
                  <c:v>-0.86811412024256251</c:v>
                </c:pt>
                <c:pt idx="1820">
                  <c:v>-0.70324907405391779</c:v>
                </c:pt>
                <c:pt idx="1821">
                  <c:v>-0.67394076986548968</c:v>
                </c:pt>
                <c:pt idx="1822">
                  <c:v>-0.75088915730243333</c:v>
                </c:pt>
                <c:pt idx="1823">
                  <c:v>-0.82817841141209192</c:v>
                </c:pt>
                <c:pt idx="1824">
                  <c:v>-0.55973047717435587</c:v>
                </c:pt>
                <c:pt idx="1825">
                  <c:v>-0.41326538744981201</c:v>
                </c:pt>
                <c:pt idx="1826">
                  <c:v>-9.8282038436008856E-2</c:v>
                </c:pt>
                <c:pt idx="1827">
                  <c:v>8.2623785488644144E-2</c:v>
                </c:pt>
                <c:pt idx="1828">
                  <c:v>-9.2448005557516547E-2</c:v>
                </c:pt>
                <c:pt idx="1829">
                  <c:v>0.18463345651175811</c:v>
                </c:pt>
                <c:pt idx="1830">
                  <c:v>0.12990443111366839</c:v>
                </c:pt>
                <c:pt idx="1831">
                  <c:v>1.348212349130865E-2</c:v>
                </c:pt>
                <c:pt idx="1832">
                  <c:v>-0.1239059308191979</c:v>
                </c:pt>
                <c:pt idx="1833">
                  <c:v>-0.2190533911484133</c:v>
                </c:pt>
                <c:pt idx="1834">
                  <c:v>4.7427032478306277E-2</c:v>
                </c:pt>
                <c:pt idx="1835">
                  <c:v>0.31895046302825381</c:v>
                </c:pt>
                <c:pt idx="1836">
                  <c:v>0.20628737010451281</c:v>
                </c:pt>
                <c:pt idx="1837">
                  <c:v>0.145172747942271</c:v>
                </c:pt>
                <c:pt idx="1838">
                  <c:v>0.19853470627118119</c:v>
                </c:pt>
                <c:pt idx="1839">
                  <c:v>0.22891952041015001</c:v>
                </c:pt>
                <c:pt idx="1840">
                  <c:v>0.1192323138841432</c:v>
                </c:pt>
                <c:pt idx="1841">
                  <c:v>0.25093823798039089</c:v>
                </c:pt>
                <c:pt idx="1842">
                  <c:v>0.25224583509504461</c:v>
                </c:pt>
                <c:pt idx="1843">
                  <c:v>0.35262830443741527</c:v>
                </c:pt>
                <c:pt idx="1844">
                  <c:v>5.651769701811718E-2</c:v>
                </c:pt>
                <c:pt idx="1845">
                  <c:v>-3.4032705559098778E-2</c:v>
                </c:pt>
                <c:pt idx="1846">
                  <c:v>-0.22364785850129371</c:v>
                </c:pt>
                <c:pt idx="1847">
                  <c:v>-0.29736709876916262</c:v>
                </c:pt>
                <c:pt idx="1848">
                  <c:v>-0.45944862152373628</c:v>
                </c:pt>
                <c:pt idx="1849">
                  <c:v>-0.75619580287838695</c:v>
                </c:pt>
                <c:pt idx="1850">
                  <c:v>-0.61826617452455446</c:v>
                </c:pt>
                <c:pt idx="1851">
                  <c:v>-0.57797081889906621</c:v>
                </c:pt>
                <c:pt idx="1852">
                  <c:v>-0.47356110906170867</c:v>
                </c:pt>
                <c:pt idx="1853">
                  <c:v>-0.54431553134980237</c:v>
                </c:pt>
                <c:pt idx="1854">
                  <c:v>-0.56747521638527942</c:v>
                </c:pt>
                <c:pt idx="1855">
                  <c:v>-0.51903022667494214</c:v>
                </c:pt>
                <c:pt idx="1856">
                  <c:v>-0.46245456047894129</c:v>
                </c:pt>
                <c:pt idx="1857">
                  <c:v>-0.60922057251292261</c:v>
                </c:pt>
                <c:pt idx="1858">
                  <c:v>-0.9631435734637982</c:v>
                </c:pt>
                <c:pt idx="1859">
                  <c:v>-1.0458398528730819</c:v>
                </c:pt>
                <c:pt idx="1860">
                  <c:v>-1.094492769738149</c:v>
                </c:pt>
                <c:pt idx="1861">
                  <c:v>-1.1083924693044289</c:v>
                </c:pt>
                <c:pt idx="1862">
                  <c:v>-1.257669457407252</c:v>
                </c:pt>
                <c:pt idx="1863">
                  <c:v>-1.064767378481684</c:v>
                </c:pt>
                <c:pt idx="1864">
                  <c:v>-0.72506658203121432</c:v>
                </c:pt>
                <c:pt idx="1865">
                  <c:v>-0.69255252630155784</c:v>
                </c:pt>
                <c:pt idx="1866">
                  <c:v>-0.72237291282862826</c:v>
                </c:pt>
                <c:pt idx="1867">
                  <c:v>-0.63540757245132962</c:v>
                </c:pt>
                <c:pt idx="1868">
                  <c:v>-0.33627689784820453</c:v>
                </c:pt>
                <c:pt idx="1869">
                  <c:v>-0.40334085753736582</c:v>
                </c:pt>
                <c:pt idx="1870">
                  <c:v>-0.43184992653926801</c:v>
                </c:pt>
                <c:pt idx="1871">
                  <c:v>-0.24914991609286749</c:v>
                </c:pt>
                <c:pt idx="1872">
                  <c:v>-0.34735143203640512</c:v>
                </c:pt>
                <c:pt idx="1873">
                  <c:v>-0.20187671206658059</c:v>
                </c:pt>
                <c:pt idx="1874">
                  <c:v>-0.20377543574052229</c:v>
                </c:pt>
                <c:pt idx="1875">
                  <c:v>-0.14673332617075671</c:v>
                </c:pt>
                <c:pt idx="1876">
                  <c:v>-5.5454921511246473E-2</c:v>
                </c:pt>
                <c:pt idx="1877">
                  <c:v>3.2209916700401277E-2</c:v>
                </c:pt>
                <c:pt idx="1878">
                  <c:v>0.51066847096091472</c:v>
                </c:pt>
                <c:pt idx="1879">
                  <c:v>0.55750464804246225</c:v>
                </c:pt>
                <c:pt idx="1880">
                  <c:v>0.62274324528581848</c:v>
                </c:pt>
                <c:pt idx="1881">
                  <c:v>0.29151250810280721</c:v>
                </c:pt>
                <c:pt idx="1882">
                  <c:v>0.29718189512163362</c:v>
                </c:pt>
                <c:pt idx="1883">
                  <c:v>-1.3557705018592121E-2</c:v>
                </c:pt>
                <c:pt idx="1884">
                  <c:v>-0.1411128873242507</c:v>
                </c:pt>
                <c:pt idx="1885">
                  <c:v>-0.12982460128718029</c:v>
                </c:pt>
                <c:pt idx="1886">
                  <c:v>-7.8423233159413172E-2</c:v>
                </c:pt>
                <c:pt idx="1887">
                  <c:v>-0.15952543549393711</c:v>
                </c:pt>
                <c:pt idx="1888">
                  <c:v>-0.33752877788390317</c:v>
                </c:pt>
                <c:pt idx="1889">
                  <c:v>-0.26252862065077942</c:v>
                </c:pt>
                <c:pt idx="1890">
                  <c:v>-0.15683069541582401</c:v>
                </c:pt>
                <c:pt idx="1891">
                  <c:v>-0.22162642182843459</c:v>
                </c:pt>
                <c:pt idx="1892">
                  <c:v>8.4947567756148937E-2</c:v>
                </c:pt>
                <c:pt idx="1893">
                  <c:v>-2.8118486469313631E-2</c:v>
                </c:pt>
                <c:pt idx="1894">
                  <c:v>-3.5897568064810967E-2</c:v>
                </c:pt>
                <c:pt idx="1895">
                  <c:v>-6.6402779204721665E-2</c:v>
                </c:pt>
                <c:pt idx="1896">
                  <c:v>-2.7663055821013749E-2</c:v>
                </c:pt>
                <c:pt idx="1897">
                  <c:v>-0.18348430606245261</c:v>
                </c:pt>
                <c:pt idx="1898">
                  <c:v>-0.30611837981850071</c:v>
                </c:pt>
                <c:pt idx="1899">
                  <c:v>-0.39635813883507498</c:v>
                </c:pt>
                <c:pt idx="1900">
                  <c:v>-0.32544059097141231</c:v>
                </c:pt>
                <c:pt idx="1901">
                  <c:v>-0.17932057297574019</c:v>
                </c:pt>
                <c:pt idx="1902">
                  <c:v>-0.27227639176940471</c:v>
                </c:pt>
                <c:pt idx="1903">
                  <c:v>-0.19956142613117719</c:v>
                </c:pt>
                <c:pt idx="1904">
                  <c:v>-0.15606271092476601</c:v>
                </c:pt>
                <c:pt idx="1905">
                  <c:v>-0.20918773400510371</c:v>
                </c:pt>
                <c:pt idx="1906">
                  <c:v>-0.22232793885066909</c:v>
                </c:pt>
                <c:pt idx="1907">
                  <c:v>-0.18276095473618739</c:v>
                </c:pt>
                <c:pt idx="1908">
                  <c:v>-0.29886108823681479</c:v>
                </c:pt>
                <c:pt idx="1909">
                  <c:v>-0.20269351750704409</c:v>
                </c:pt>
                <c:pt idx="1910">
                  <c:v>-0.20245771911752741</c:v>
                </c:pt>
                <c:pt idx="1911">
                  <c:v>-0.13247797027892971</c:v>
                </c:pt>
                <c:pt idx="1912">
                  <c:v>-0.17756879947888779</c:v>
                </c:pt>
                <c:pt idx="1913">
                  <c:v>9.9194919818102831E-3</c:v>
                </c:pt>
                <c:pt idx="1914">
                  <c:v>-9.0084889947123159E-2</c:v>
                </c:pt>
                <c:pt idx="1915">
                  <c:v>-0.21046794320149939</c:v>
                </c:pt>
                <c:pt idx="1916">
                  <c:v>-0.20261871446678001</c:v>
                </c:pt>
                <c:pt idx="1917">
                  <c:v>-5.8996417116439952E-3</c:v>
                </c:pt>
                <c:pt idx="1918">
                  <c:v>9.9473169342802079E-2</c:v>
                </c:pt>
                <c:pt idx="1919">
                  <c:v>4.13209990239699E-2</c:v>
                </c:pt>
                <c:pt idx="1920">
                  <c:v>2.1426713838198358E-3</c:v>
                </c:pt>
                <c:pt idx="1921">
                  <c:v>9.8592934452002082E-2</c:v>
                </c:pt>
                <c:pt idx="1922">
                  <c:v>0.13571874424518279</c:v>
                </c:pt>
                <c:pt idx="1923">
                  <c:v>0.1916893459884973</c:v>
                </c:pt>
                <c:pt idx="1924">
                  <c:v>6.1458163412424487E-2</c:v>
                </c:pt>
                <c:pt idx="1925">
                  <c:v>3.9199391336981844E-3</c:v>
                </c:pt>
                <c:pt idx="1926">
                  <c:v>2.959216600527163E-2</c:v>
                </c:pt>
                <c:pt idx="1927">
                  <c:v>4.4578130186848981E-2</c:v>
                </c:pt>
                <c:pt idx="1928">
                  <c:v>0.32829508376310529</c:v>
                </c:pt>
                <c:pt idx="1929">
                  <c:v>0.26967227999093413</c:v>
                </c:pt>
                <c:pt idx="1930">
                  <c:v>5.3053129966208729E-2</c:v>
                </c:pt>
                <c:pt idx="1931">
                  <c:v>2.879967181296457E-2</c:v>
                </c:pt>
                <c:pt idx="1932">
                  <c:v>-0.13434780340937169</c:v>
                </c:pt>
                <c:pt idx="1933">
                  <c:v>-0.1147309725246172</c:v>
                </c:pt>
                <c:pt idx="1934">
                  <c:v>-8.1075603413327521E-2</c:v>
                </c:pt>
                <c:pt idx="1935">
                  <c:v>-5.5816000461039482E-2</c:v>
                </c:pt>
                <c:pt idx="1936">
                  <c:v>-0.12721459394152429</c:v>
                </c:pt>
                <c:pt idx="1937">
                  <c:v>-0.14629692173564279</c:v>
                </c:pt>
                <c:pt idx="1938">
                  <c:v>-7.8045816084184039E-2</c:v>
                </c:pt>
                <c:pt idx="1939">
                  <c:v>7.2206993780010387E-2</c:v>
                </c:pt>
                <c:pt idx="1940">
                  <c:v>-0.21015871413572801</c:v>
                </c:pt>
                <c:pt idx="1941">
                  <c:v>-0.26803209302693859</c:v>
                </c:pt>
                <c:pt idx="1942">
                  <c:v>-9.8486286881347099E-2</c:v>
                </c:pt>
                <c:pt idx="1943">
                  <c:v>-5.1229701390304708E-2</c:v>
                </c:pt>
                <c:pt idx="1944">
                  <c:v>4.6737791934345352E-2</c:v>
                </c:pt>
                <c:pt idx="1945">
                  <c:v>0.30438024149785442</c:v>
                </c:pt>
                <c:pt idx="1946">
                  <c:v>0.38309586200325241</c:v>
                </c:pt>
                <c:pt idx="1947">
                  <c:v>0.35554785786015342</c:v>
                </c:pt>
                <c:pt idx="1948">
                  <c:v>0.15476176857446011</c:v>
                </c:pt>
                <c:pt idx="1949">
                  <c:v>0.1087782054731527</c:v>
                </c:pt>
                <c:pt idx="1950">
                  <c:v>0.24396026654676509</c:v>
                </c:pt>
                <c:pt idx="1951">
                  <c:v>0.27760663880667141</c:v>
                </c:pt>
                <c:pt idx="1952">
                  <c:v>0.47679008071851359</c:v>
                </c:pt>
                <c:pt idx="1953">
                  <c:v>0.38835793361295551</c:v>
                </c:pt>
                <c:pt idx="1954">
                  <c:v>0.36270036018629248</c:v>
                </c:pt>
                <c:pt idx="1955">
                  <c:v>0.28732243723609108</c:v>
                </c:pt>
                <c:pt idx="1956">
                  <c:v>0.31752275953490938</c:v>
                </c:pt>
                <c:pt idx="1957">
                  <c:v>0.1126320222664088</c:v>
                </c:pt>
                <c:pt idx="1958">
                  <c:v>-5.0771802703588421E-2</c:v>
                </c:pt>
                <c:pt idx="1959">
                  <c:v>-9.3353957142299659E-2</c:v>
                </c:pt>
                <c:pt idx="1960">
                  <c:v>-6.0236703843120062E-2</c:v>
                </c:pt>
                <c:pt idx="1961">
                  <c:v>-3.1236976128258272E-2</c:v>
                </c:pt>
                <c:pt idx="1962">
                  <c:v>-3.3534705011561451E-2</c:v>
                </c:pt>
                <c:pt idx="1963">
                  <c:v>8.3549315817296379E-3</c:v>
                </c:pt>
                <c:pt idx="1964">
                  <c:v>-7.6232436648835195E-2</c:v>
                </c:pt>
                <c:pt idx="1965">
                  <c:v>-0.18807260528152939</c:v>
                </c:pt>
                <c:pt idx="1966">
                  <c:v>-0.179287266348993</c:v>
                </c:pt>
                <c:pt idx="1967">
                  <c:v>-0.17957657320591561</c:v>
                </c:pt>
                <c:pt idx="1968">
                  <c:v>3.065929401279649E-2</c:v>
                </c:pt>
                <c:pt idx="1969">
                  <c:v>0.1090212450658566</c:v>
                </c:pt>
                <c:pt idx="1970">
                  <c:v>8.5429280982394551E-2</c:v>
                </c:pt>
                <c:pt idx="1971">
                  <c:v>2.7768438348630371E-2</c:v>
                </c:pt>
                <c:pt idx="1972">
                  <c:v>-7.9049071984154354E-2</c:v>
                </c:pt>
                <c:pt idx="1973">
                  <c:v>4.7231594706998122E-2</c:v>
                </c:pt>
                <c:pt idx="1974">
                  <c:v>0.24710806553114251</c:v>
                </c:pt>
                <c:pt idx="1975">
                  <c:v>0.34333633360452909</c:v>
                </c:pt>
                <c:pt idx="1976">
                  <c:v>0.3587429258683143</c:v>
                </c:pt>
                <c:pt idx="1977">
                  <c:v>0.54860256209439195</c:v>
                </c:pt>
                <c:pt idx="1978">
                  <c:v>0.60676190326491319</c:v>
                </c:pt>
                <c:pt idx="1979">
                  <c:v>0.5311656463289417</c:v>
                </c:pt>
                <c:pt idx="1980">
                  <c:v>0.4695430524332731</c:v>
                </c:pt>
                <c:pt idx="1981">
                  <c:v>0.46836555782556311</c:v>
                </c:pt>
                <c:pt idx="1982">
                  <c:v>0.67906512023953136</c:v>
                </c:pt>
                <c:pt idx="1983">
                  <c:v>0.63014721635187187</c:v>
                </c:pt>
                <c:pt idx="1984">
                  <c:v>0.68496531962941687</c:v>
                </c:pt>
                <c:pt idx="1985">
                  <c:v>0.52077739385135835</c:v>
                </c:pt>
                <c:pt idx="1986">
                  <c:v>0.37772343886826693</c:v>
                </c:pt>
                <c:pt idx="1987">
                  <c:v>0.4009393538955443</c:v>
                </c:pt>
                <c:pt idx="1988">
                  <c:v>0.33315444283345569</c:v>
                </c:pt>
                <c:pt idx="1989">
                  <c:v>0.1374546582033522</c:v>
                </c:pt>
                <c:pt idx="1990">
                  <c:v>9.7589867615184109E-2</c:v>
                </c:pt>
                <c:pt idx="1991">
                  <c:v>1.592772831869927E-2</c:v>
                </c:pt>
                <c:pt idx="1992">
                  <c:v>-8.5951329026905929E-2</c:v>
                </c:pt>
                <c:pt idx="1993">
                  <c:v>-0.11673627616822881</c:v>
                </c:pt>
                <c:pt idx="1994">
                  <c:v>-0.21580987951438391</c:v>
                </c:pt>
                <c:pt idx="1995">
                  <c:v>-0.21045674819682891</c:v>
                </c:pt>
                <c:pt idx="1996">
                  <c:v>-0.32578966921448288</c:v>
                </c:pt>
                <c:pt idx="1997">
                  <c:v>-0.48739253599994731</c:v>
                </c:pt>
                <c:pt idx="1998">
                  <c:v>-0.60403317311585036</c:v>
                </c:pt>
                <c:pt idx="1999">
                  <c:v>-0.52369411395284349</c:v>
                </c:pt>
                <c:pt idx="2000">
                  <c:v>-0.30926710634027632</c:v>
                </c:pt>
                <c:pt idx="2001">
                  <c:v>-0.39486007720344107</c:v>
                </c:pt>
                <c:pt idx="2002">
                  <c:v>-0.69944592561621144</c:v>
                </c:pt>
                <c:pt idx="2003">
                  <c:v>-0.68595973745154704</c:v>
                </c:pt>
                <c:pt idx="2004">
                  <c:v>-0.75883561471744387</c:v>
                </c:pt>
                <c:pt idx="2005">
                  <c:v>-0.57884250048126207</c:v>
                </c:pt>
                <c:pt idx="2006">
                  <c:v>-0.54736879413771877</c:v>
                </c:pt>
                <c:pt idx="2007">
                  <c:v>-0.53807046803892877</c:v>
                </c:pt>
                <c:pt idx="2008">
                  <c:v>-0.62908985370930126</c:v>
                </c:pt>
                <c:pt idx="2009">
                  <c:v>-0.49642804357300419</c:v>
                </c:pt>
                <c:pt idx="2010">
                  <c:v>-0.3852140481362844</c:v>
                </c:pt>
                <c:pt idx="2011">
                  <c:v>-0.1631421655279035</c:v>
                </c:pt>
                <c:pt idx="2012">
                  <c:v>-3.068903701939131E-2</c:v>
                </c:pt>
                <c:pt idx="2013">
                  <c:v>-0.21849634642082821</c:v>
                </c:pt>
                <c:pt idx="2014">
                  <c:v>-0.1806587480226502</c:v>
                </c:pt>
                <c:pt idx="2015">
                  <c:v>-0.18757086005331319</c:v>
                </c:pt>
                <c:pt idx="2016">
                  <c:v>-2.1193367733004652E-3</c:v>
                </c:pt>
                <c:pt idx="2017">
                  <c:v>1.7072765824703112E-2</c:v>
                </c:pt>
                <c:pt idx="2018">
                  <c:v>1.448524270587471E-2</c:v>
                </c:pt>
                <c:pt idx="2019">
                  <c:v>-1.8467855739112121E-2</c:v>
                </c:pt>
                <c:pt idx="2020">
                  <c:v>-9.6491657668348843E-2</c:v>
                </c:pt>
                <c:pt idx="2021">
                  <c:v>-0.20603774139853559</c:v>
                </c:pt>
                <c:pt idx="2022">
                  <c:v>-3.9225508574157179E-2</c:v>
                </c:pt>
                <c:pt idx="2023">
                  <c:v>4.4043194345335102E-2</c:v>
                </c:pt>
                <c:pt idx="2024">
                  <c:v>0.15501626740459901</c:v>
                </c:pt>
                <c:pt idx="2025">
                  <c:v>0.15648823556721159</c:v>
                </c:pt>
                <c:pt idx="2026">
                  <c:v>6.926687333658775E-2</c:v>
                </c:pt>
                <c:pt idx="2027">
                  <c:v>5.5823938412470492E-2</c:v>
                </c:pt>
                <c:pt idx="2028">
                  <c:v>2.0911189051558681E-2</c:v>
                </c:pt>
                <c:pt idx="2029">
                  <c:v>5.224280125377307E-2</c:v>
                </c:pt>
                <c:pt idx="2030">
                  <c:v>5.1498222295977628E-2</c:v>
                </c:pt>
                <c:pt idx="2031">
                  <c:v>-5.3423222299133377E-2</c:v>
                </c:pt>
                <c:pt idx="2032">
                  <c:v>-0.1912720320477635</c:v>
                </c:pt>
                <c:pt idx="2033">
                  <c:v>1.979514742237258E-2</c:v>
                </c:pt>
                <c:pt idx="2034">
                  <c:v>-9.1584269771828208E-2</c:v>
                </c:pt>
                <c:pt idx="2035">
                  <c:v>-0.14561054392642389</c:v>
                </c:pt>
                <c:pt idx="2036">
                  <c:v>-9.4193104324273302E-2</c:v>
                </c:pt>
                <c:pt idx="2037">
                  <c:v>-7.2544937948201674E-2</c:v>
                </c:pt>
                <c:pt idx="2038">
                  <c:v>-0.17662836263186771</c:v>
                </c:pt>
                <c:pt idx="2039">
                  <c:v>-8.6944586428182091E-2</c:v>
                </c:pt>
                <c:pt idx="2040">
                  <c:v>-8.1038451876888264E-3</c:v>
                </c:pt>
                <c:pt idx="2041">
                  <c:v>0.45311869311394359</c:v>
                </c:pt>
                <c:pt idx="2042">
                  <c:v>0.54522066486010634</c:v>
                </c:pt>
                <c:pt idx="2043">
                  <c:v>0.82488240837393556</c:v>
                </c:pt>
                <c:pt idx="2044">
                  <c:v>0.7402759154823878</c:v>
                </c:pt>
                <c:pt idx="2045">
                  <c:v>0.26826957371623561</c:v>
                </c:pt>
                <c:pt idx="2046">
                  <c:v>0.3285967865610086</c:v>
                </c:pt>
                <c:pt idx="2047">
                  <c:v>0.15711395380274329</c:v>
                </c:pt>
                <c:pt idx="2048">
                  <c:v>0.2390920096195924</c:v>
                </c:pt>
                <c:pt idx="2049">
                  <c:v>0.45166619735493901</c:v>
                </c:pt>
                <c:pt idx="2050">
                  <c:v>0.42292310740539352</c:v>
                </c:pt>
                <c:pt idx="2051">
                  <c:v>0.44008560259229518</c:v>
                </c:pt>
                <c:pt idx="2052">
                  <c:v>0.60100219976337887</c:v>
                </c:pt>
                <c:pt idx="2053">
                  <c:v>0.68155971526372972</c:v>
                </c:pt>
                <c:pt idx="2054">
                  <c:v>0.63010041423788954</c:v>
                </c:pt>
                <c:pt idx="2055">
                  <c:v>0.56593909971481204</c:v>
                </c:pt>
                <c:pt idx="2056">
                  <c:v>0.48558234362872382</c:v>
                </c:pt>
                <c:pt idx="2057">
                  <c:v>0.3783648987681934</c:v>
                </c:pt>
                <c:pt idx="2058">
                  <c:v>0.46871174507308522</c:v>
                </c:pt>
                <c:pt idx="2059">
                  <c:v>0.36340223720162418</c:v>
                </c:pt>
                <c:pt idx="2060">
                  <c:v>0.3201156672785419</c:v>
                </c:pt>
                <c:pt idx="2061">
                  <c:v>7.2785203939328094E-2</c:v>
                </c:pt>
                <c:pt idx="2062">
                  <c:v>-0.104800114963659</c:v>
                </c:pt>
                <c:pt idx="2063">
                  <c:v>-0.39469485276529581</c:v>
                </c:pt>
                <c:pt idx="2064">
                  <c:v>-0.27049092128252311</c:v>
                </c:pt>
                <c:pt idx="2065">
                  <c:v>0.22357607172174029</c:v>
                </c:pt>
                <c:pt idx="2066">
                  <c:v>0.1739964660494385</c:v>
                </c:pt>
                <c:pt idx="2067">
                  <c:v>0.25299550043401758</c:v>
                </c:pt>
                <c:pt idx="2068">
                  <c:v>0.243251578202479</c:v>
                </c:pt>
                <c:pt idx="2069">
                  <c:v>-4.3343012404076682E-2</c:v>
                </c:pt>
                <c:pt idx="2070">
                  <c:v>-9.0321441643096759E-2</c:v>
                </c:pt>
                <c:pt idx="2071">
                  <c:v>-0.2101207180206717</c:v>
                </c:pt>
                <c:pt idx="2072">
                  <c:v>-0.40534139145567161</c:v>
                </c:pt>
                <c:pt idx="2073">
                  <c:v>-0.67917967838058579</c:v>
                </c:pt>
                <c:pt idx="2074">
                  <c:v>-0.67084470872463597</c:v>
                </c:pt>
                <c:pt idx="2075">
                  <c:v>-0.52788177698246763</c:v>
                </c:pt>
                <c:pt idx="2076">
                  <c:v>-0.51653421898847951</c:v>
                </c:pt>
                <c:pt idx="2077">
                  <c:v>-0.33641110912189481</c:v>
                </c:pt>
                <c:pt idx="2078">
                  <c:v>-0.33345829718738562</c:v>
                </c:pt>
                <c:pt idx="2079">
                  <c:v>-0.31521560886309069</c:v>
                </c:pt>
                <c:pt idx="2080">
                  <c:v>-8.1200379062754624E-2</c:v>
                </c:pt>
                <c:pt idx="2081">
                  <c:v>-9.4970901458092435E-2</c:v>
                </c:pt>
                <c:pt idx="2082">
                  <c:v>-0.13568835091412751</c:v>
                </c:pt>
                <c:pt idx="2083">
                  <c:v>-0.31592592380580697</c:v>
                </c:pt>
                <c:pt idx="2084">
                  <c:v>-0.43676619175602871</c:v>
                </c:pt>
                <c:pt idx="2085">
                  <c:v>-0.48758985002829419</c:v>
                </c:pt>
                <c:pt idx="2086">
                  <c:v>-0.43428087905549051</c:v>
                </c:pt>
                <c:pt idx="2087">
                  <c:v>-0.38714252006971239</c:v>
                </c:pt>
                <c:pt idx="2088">
                  <c:v>-0.48599466398791019</c:v>
                </c:pt>
                <c:pt idx="2089">
                  <c:v>-0.54928859113107331</c:v>
                </c:pt>
                <c:pt idx="2090">
                  <c:v>-0.43494917537343358</c:v>
                </c:pt>
                <c:pt idx="2091">
                  <c:v>-0.37152686127260681</c:v>
                </c:pt>
                <c:pt idx="2092">
                  <c:v>-0.26085422477529152</c:v>
                </c:pt>
                <c:pt idx="2093">
                  <c:v>-0.1023771726533986</c:v>
                </c:pt>
                <c:pt idx="2094">
                  <c:v>-0.1303692922639518</c:v>
                </c:pt>
                <c:pt idx="2095">
                  <c:v>-0.25999613000175681</c:v>
                </c:pt>
                <c:pt idx="2096">
                  <c:v>-0.4189866155752921</c:v>
                </c:pt>
                <c:pt idx="2097">
                  <c:v>-0.39837597987946138</c:v>
                </c:pt>
                <c:pt idx="2098">
                  <c:v>-0.37522467964564488</c:v>
                </c:pt>
                <c:pt idx="2099">
                  <c:v>-0.37190234123957577</c:v>
                </c:pt>
                <c:pt idx="2100">
                  <c:v>-0.50817561150475143</c:v>
                </c:pt>
                <c:pt idx="2101">
                  <c:v>-0.55515755921181453</c:v>
                </c:pt>
                <c:pt idx="2102">
                  <c:v>-0.5874203260922326</c:v>
                </c:pt>
                <c:pt idx="2103">
                  <c:v>-0.56732393789356617</c:v>
                </c:pt>
                <c:pt idx="2104">
                  <c:v>-0.44697932513071431</c:v>
                </c:pt>
                <c:pt idx="2105">
                  <c:v>-0.39079995605824069</c:v>
                </c:pt>
                <c:pt idx="2106">
                  <c:v>-0.40983269916105319</c:v>
                </c:pt>
                <c:pt idx="2107">
                  <c:v>-0.34655368006702258</c:v>
                </c:pt>
                <c:pt idx="2108">
                  <c:v>-0.34896726250252202</c:v>
                </c:pt>
                <c:pt idx="2109">
                  <c:v>-0.19032475827660639</c:v>
                </c:pt>
                <c:pt idx="2110">
                  <c:v>-0.27571875968249993</c:v>
                </c:pt>
                <c:pt idx="2111">
                  <c:v>-0.19975694093889229</c:v>
                </c:pt>
                <c:pt idx="2112">
                  <c:v>-0.2467695604901442</c:v>
                </c:pt>
                <c:pt idx="2113">
                  <c:v>-0.42425420628083832</c:v>
                </c:pt>
                <c:pt idx="2114">
                  <c:v>-0.40504960010115482</c:v>
                </c:pt>
                <c:pt idx="2115">
                  <c:v>-0.37440080398060571</c:v>
                </c:pt>
                <c:pt idx="2116">
                  <c:v>-0.27711464428179072</c:v>
                </c:pt>
                <c:pt idx="2117">
                  <c:v>-0.28692099054045239</c:v>
                </c:pt>
                <c:pt idx="2118">
                  <c:v>-0.29131822695209503</c:v>
                </c:pt>
                <c:pt idx="2119">
                  <c:v>-0.1905461804680158</c:v>
                </c:pt>
                <c:pt idx="2120">
                  <c:v>-0.21872992141750561</c:v>
                </c:pt>
                <c:pt idx="2121">
                  <c:v>-9.5109311471913024E-2</c:v>
                </c:pt>
                <c:pt idx="2122">
                  <c:v>-3.957565613457485E-3</c:v>
                </c:pt>
                <c:pt idx="2123">
                  <c:v>0.13963820274139579</c:v>
                </c:pt>
                <c:pt idx="2124">
                  <c:v>-4.8045495330857344E-3</c:v>
                </c:pt>
                <c:pt idx="2125">
                  <c:v>-0.11828101493337689</c:v>
                </c:pt>
                <c:pt idx="2126">
                  <c:v>-0.10781122744443999</c:v>
                </c:pt>
                <c:pt idx="2127">
                  <c:v>-0.17235529567810409</c:v>
                </c:pt>
                <c:pt idx="2128">
                  <c:v>-0.13060692269220611</c:v>
                </c:pt>
                <c:pt idx="2129">
                  <c:v>-4.851856883065675E-2</c:v>
                </c:pt>
                <c:pt idx="2130">
                  <c:v>-9.7718963314809767E-2</c:v>
                </c:pt>
                <c:pt idx="2131">
                  <c:v>-0.16313731091924169</c:v>
                </c:pt>
                <c:pt idx="2132">
                  <c:v>-0.1914777700656046</c:v>
                </c:pt>
                <c:pt idx="2133">
                  <c:v>-0.1370403514187272</c:v>
                </c:pt>
                <c:pt idx="2134">
                  <c:v>-1.178806381405925E-2</c:v>
                </c:pt>
                <c:pt idx="2135">
                  <c:v>5.0231892372106651E-2</c:v>
                </c:pt>
                <c:pt idx="2136">
                  <c:v>4.7858897141095591E-2</c:v>
                </c:pt>
                <c:pt idx="2137">
                  <c:v>8.4871005717660555E-2</c:v>
                </c:pt>
                <c:pt idx="2138">
                  <c:v>0.15915804710209619</c:v>
                </c:pt>
                <c:pt idx="2139">
                  <c:v>5.351552404362242E-2</c:v>
                </c:pt>
                <c:pt idx="2140">
                  <c:v>4.4068068536371012E-2</c:v>
                </c:pt>
                <c:pt idx="2141">
                  <c:v>-0.15473488010521869</c:v>
                </c:pt>
                <c:pt idx="2142">
                  <c:v>-0.16360932110763299</c:v>
                </c:pt>
                <c:pt idx="2143">
                  <c:v>-0.18670213451802251</c:v>
                </c:pt>
                <c:pt idx="2144">
                  <c:v>-0.17978462485399571</c:v>
                </c:pt>
                <c:pt idx="2145">
                  <c:v>-0.1153698779470205</c:v>
                </c:pt>
                <c:pt idx="2146">
                  <c:v>-0.16466940117875231</c:v>
                </c:pt>
                <c:pt idx="2147">
                  <c:v>-0.1076137853403665</c:v>
                </c:pt>
                <c:pt idx="2148">
                  <c:v>-0.13985472367151641</c:v>
                </c:pt>
                <c:pt idx="2149">
                  <c:v>-0.31457734080480398</c:v>
                </c:pt>
                <c:pt idx="2150">
                  <c:v>-0.32297367226120888</c:v>
                </c:pt>
                <c:pt idx="2151">
                  <c:v>-0.35718844266944633</c:v>
                </c:pt>
                <c:pt idx="2152">
                  <c:v>-0.38499523450607509</c:v>
                </c:pt>
                <c:pt idx="2153">
                  <c:v>-0.55708752415478136</c:v>
                </c:pt>
                <c:pt idx="2154">
                  <c:v>-0.58666452686024884</c:v>
                </c:pt>
                <c:pt idx="2155">
                  <c:v>-0.56816637859538544</c:v>
                </c:pt>
                <c:pt idx="2156">
                  <c:v>-0.48434202592224512</c:v>
                </c:pt>
                <c:pt idx="2157">
                  <c:v>-0.3223636047234818</c:v>
                </c:pt>
                <c:pt idx="2158">
                  <c:v>-0.46566805971189312</c:v>
                </c:pt>
                <c:pt idx="2159">
                  <c:v>-0.30495657170379331</c:v>
                </c:pt>
                <c:pt idx="2160">
                  <c:v>-0.26234851147556493</c:v>
                </c:pt>
                <c:pt idx="2161">
                  <c:v>-0.16339773034332691</c:v>
                </c:pt>
                <c:pt idx="2162">
                  <c:v>-0.19461829625503729</c:v>
                </c:pt>
                <c:pt idx="2163">
                  <c:v>-0.15147540558868411</c:v>
                </c:pt>
                <c:pt idx="2164">
                  <c:v>-0.11036033201816289</c:v>
                </c:pt>
                <c:pt idx="2165">
                  <c:v>-0.19395557081309689</c:v>
                </c:pt>
                <c:pt idx="2166">
                  <c:v>-0.12129468977737411</c:v>
                </c:pt>
                <c:pt idx="2167">
                  <c:v>-0.23787947869218151</c:v>
                </c:pt>
                <c:pt idx="2168">
                  <c:v>-0.23792449582804931</c:v>
                </c:pt>
                <c:pt idx="2169">
                  <c:v>-7.7479841079585166E-2</c:v>
                </c:pt>
                <c:pt idx="2170">
                  <c:v>0.11624811263488299</c:v>
                </c:pt>
                <c:pt idx="2171">
                  <c:v>0.1913969260104226</c:v>
                </c:pt>
                <c:pt idx="2172">
                  <c:v>0.31772262600222112</c:v>
                </c:pt>
                <c:pt idx="2173">
                  <c:v>0.60040074978490343</c:v>
                </c:pt>
                <c:pt idx="2174">
                  <c:v>0.63120419243711667</c:v>
                </c:pt>
                <c:pt idx="2175">
                  <c:v>0.84306473914390523</c:v>
                </c:pt>
                <c:pt idx="2176">
                  <c:v>0.67439327368476565</c:v>
                </c:pt>
                <c:pt idx="2177">
                  <c:v>0.39052213137645952</c:v>
                </c:pt>
                <c:pt idx="2178">
                  <c:v>0.53576037373174989</c:v>
                </c:pt>
                <c:pt idx="2179">
                  <c:v>0.54880988701076006</c:v>
                </c:pt>
                <c:pt idx="2180">
                  <c:v>0.59930322989401486</c:v>
                </c:pt>
                <c:pt idx="2181">
                  <c:v>0.46712024320832263</c:v>
                </c:pt>
                <c:pt idx="2182">
                  <c:v>0.4487549308497793</c:v>
                </c:pt>
                <c:pt idx="2183">
                  <c:v>0.45612108461328549</c:v>
                </c:pt>
                <c:pt idx="2184">
                  <c:v>0.5276625820657036</c:v>
                </c:pt>
                <c:pt idx="2185">
                  <c:v>0.62340800311783828</c:v>
                </c:pt>
                <c:pt idx="2186">
                  <c:v>0.51925218711223475</c:v>
                </c:pt>
                <c:pt idx="2187">
                  <c:v>0.54025375887518001</c:v>
                </c:pt>
                <c:pt idx="2188">
                  <c:v>0.50668998680934274</c:v>
                </c:pt>
                <c:pt idx="2189">
                  <c:v>0.39055634227909081</c:v>
                </c:pt>
                <c:pt idx="2190">
                  <c:v>0.19354236382320239</c:v>
                </c:pt>
                <c:pt idx="2191">
                  <c:v>0.28068140313682838</c:v>
                </c:pt>
                <c:pt idx="2192">
                  <c:v>0.30250404366948741</c:v>
                </c:pt>
                <c:pt idx="2193">
                  <c:v>0.2363650520725552</c:v>
                </c:pt>
                <c:pt idx="2194">
                  <c:v>0.19398365718996549</c:v>
                </c:pt>
                <c:pt idx="2195">
                  <c:v>-0.12833373856304439</c:v>
                </c:pt>
                <c:pt idx="2196">
                  <c:v>5.2926609199209183E-2</c:v>
                </c:pt>
                <c:pt idx="2197">
                  <c:v>0.12757274743978711</c:v>
                </c:pt>
                <c:pt idx="2198">
                  <c:v>9.3784529973877831E-2</c:v>
                </c:pt>
                <c:pt idx="2199">
                  <c:v>-1.8669653257469259E-2</c:v>
                </c:pt>
                <c:pt idx="2200">
                  <c:v>-0.15631353568994599</c:v>
                </c:pt>
                <c:pt idx="2201">
                  <c:v>-8.1357055448330648E-2</c:v>
                </c:pt>
                <c:pt idx="2202">
                  <c:v>-2.67257667916813E-3</c:v>
                </c:pt>
                <c:pt idx="2203">
                  <c:v>-9.6990427669582172E-2</c:v>
                </c:pt>
                <c:pt idx="2204">
                  <c:v>-0.1999846836229941</c:v>
                </c:pt>
                <c:pt idx="2205">
                  <c:v>-0.29446561112978159</c:v>
                </c:pt>
                <c:pt idx="2206">
                  <c:v>-0.2414362178913477</c:v>
                </c:pt>
                <c:pt idx="2207">
                  <c:v>-0.31130594506420373</c:v>
                </c:pt>
                <c:pt idx="2208">
                  <c:v>-0.2121157194211962</c:v>
                </c:pt>
                <c:pt idx="2209">
                  <c:v>-8.2535498624535117E-2</c:v>
                </c:pt>
                <c:pt idx="2210">
                  <c:v>5.9989586927713723E-2</c:v>
                </c:pt>
                <c:pt idx="2211">
                  <c:v>6.6786772479282983E-2</c:v>
                </c:pt>
                <c:pt idx="2212">
                  <c:v>7.2394423903483593E-2</c:v>
                </c:pt>
                <c:pt idx="2213">
                  <c:v>1.4736377986321171E-2</c:v>
                </c:pt>
                <c:pt idx="2214">
                  <c:v>-3.6687766891328209E-2</c:v>
                </c:pt>
                <c:pt idx="2215">
                  <c:v>5.9695217148691852E-2</c:v>
                </c:pt>
                <c:pt idx="2216">
                  <c:v>-1.4789012301412901E-3</c:v>
                </c:pt>
                <c:pt idx="2217">
                  <c:v>2.6316810303904661E-2</c:v>
                </c:pt>
                <c:pt idx="2218">
                  <c:v>2.2514196161507918E-2</c:v>
                </c:pt>
                <c:pt idx="2219">
                  <c:v>-2.103022322881052E-2</c:v>
                </c:pt>
                <c:pt idx="2220">
                  <c:v>3.6868127017328549E-2</c:v>
                </c:pt>
                <c:pt idx="2221">
                  <c:v>8.4235693341085729E-2</c:v>
                </c:pt>
                <c:pt idx="2222">
                  <c:v>7.1114421289218174E-2</c:v>
                </c:pt>
                <c:pt idx="2223">
                  <c:v>0.13928007732016559</c:v>
                </c:pt>
                <c:pt idx="2224">
                  <c:v>0.25285711785013643</c:v>
                </c:pt>
                <c:pt idx="2225">
                  <c:v>0.46267744954587242</c:v>
                </c:pt>
                <c:pt idx="2226">
                  <c:v>0.54045815613362114</c:v>
                </c:pt>
                <c:pt idx="2227">
                  <c:v>0.59027644385032263</c:v>
                </c:pt>
                <c:pt idx="2228">
                  <c:v>0.55394403015816052</c:v>
                </c:pt>
                <c:pt idx="2229">
                  <c:v>0.48268677576198432</c:v>
                </c:pt>
                <c:pt idx="2230">
                  <c:v>0.43153348261712149</c:v>
                </c:pt>
                <c:pt idx="2231">
                  <c:v>0.31365134499917258</c:v>
                </c:pt>
                <c:pt idx="2232">
                  <c:v>0.1065608803467155</c:v>
                </c:pt>
                <c:pt idx="2233">
                  <c:v>0.18146148251100819</c:v>
                </c:pt>
                <c:pt idx="2234">
                  <c:v>0.33692977242281053</c:v>
                </c:pt>
                <c:pt idx="2235">
                  <c:v>0.34828864975953577</c:v>
                </c:pt>
                <c:pt idx="2236">
                  <c:v>0.30548489237688942</c:v>
                </c:pt>
                <c:pt idx="2237">
                  <c:v>0.21233792516853911</c:v>
                </c:pt>
                <c:pt idx="2238">
                  <c:v>0.16339785567287041</c:v>
                </c:pt>
                <c:pt idx="2239">
                  <c:v>8.7239576956359963E-2</c:v>
                </c:pt>
                <c:pt idx="2240">
                  <c:v>5.8866055778790137E-2</c:v>
                </c:pt>
                <c:pt idx="2241">
                  <c:v>0.1152852800906804</c:v>
                </c:pt>
                <c:pt idx="2242">
                  <c:v>0.15413662112772919</c:v>
                </c:pt>
                <c:pt idx="2243">
                  <c:v>0.12980113465416551</c:v>
                </c:pt>
                <c:pt idx="2244">
                  <c:v>1.52767062250397E-2</c:v>
                </c:pt>
                <c:pt idx="2245">
                  <c:v>-0.1571832115301347</c:v>
                </c:pt>
                <c:pt idx="2246">
                  <c:v>-0.17038983010665171</c:v>
                </c:pt>
                <c:pt idx="2247">
                  <c:v>-4.6488219806999347E-2</c:v>
                </c:pt>
                <c:pt idx="2248">
                  <c:v>1.356739776439387E-2</c:v>
                </c:pt>
                <c:pt idx="2249">
                  <c:v>-5.5991946173450158E-2</c:v>
                </c:pt>
                <c:pt idx="2250">
                  <c:v>-0.13408589370031279</c:v>
                </c:pt>
                <c:pt idx="2251">
                  <c:v>-0.16993667812573779</c:v>
                </c:pt>
                <c:pt idx="2252">
                  <c:v>-2.132921952616133E-2</c:v>
                </c:pt>
                <c:pt idx="2253">
                  <c:v>-2.6376282268701399E-2</c:v>
                </c:pt>
                <c:pt idx="2254">
                  <c:v>-0.12769434408303049</c:v>
                </c:pt>
                <c:pt idx="2255">
                  <c:v>-7.4961005593315075E-2</c:v>
                </c:pt>
                <c:pt idx="2256">
                  <c:v>-6.5808534059647414E-2</c:v>
                </c:pt>
                <c:pt idx="2257">
                  <c:v>4.0255676003072331E-2</c:v>
                </c:pt>
                <c:pt idx="2258">
                  <c:v>7.0309839426645995E-2</c:v>
                </c:pt>
                <c:pt idx="2259">
                  <c:v>0.13096238946580921</c:v>
                </c:pt>
                <c:pt idx="2260">
                  <c:v>0.13548323793948841</c:v>
                </c:pt>
                <c:pt idx="2261">
                  <c:v>5.5639744786117162E-2</c:v>
                </c:pt>
                <c:pt idx="2262">
                  <c:v>-1.709116999012902E-2</c:v>
                </c:pt>
                <c:pt idx="2263">
                  <c:v>-7.7553454227030305E-2</c:v>
                </c:pt>
                <c:pt idx="2264">
                  <c:v>-1.3323591528954281E-2</c:v>
                </c:pt>
                <c:pt idx="2265">
                  <c:v>3.4070887591081622E-2</c:v>
                </c:pt>
                <c:pt idx="2266">
                  <c:v>-4.279410635585526E-2</c:v>
                </c:pt>
                <c:pt idx="2267">
                  <c:v>-0.104573121283057</c:v>
                </c:pt>
                <c:pt idx="2268">
                  <c:v>-0.21234055924402431</c:v>
                </c:pt>
                <c:pt idx="2269">
                  <c:v>-0.24623550057875429</c:v>
                </c:pt>
                <c:pt idx="2270">
                  <c:v>-0.2014354916215764</c:v>
                </c:pt>
                <c:pt idx="2271">
                  <c:v>-0.19345465216196789</c:v>
                </c:pt>
                <c:pt idx="2272">
                  <c:v>-0.2959238227847048</c:v>
                </c:pt>
                <c:pt idx="2273">
                  <c:v>-0.39354839185993462</c:v>
                </c:pt>
                <c:pt idx="2274">
                  <c:v>-0.35154208740071741</c:v>
                </c:pt>
                <c:pt idx="2275">
                  <c:v>-0.40266424041553722</c:v>
                </c:pt>
                <c:pt idx="2276">
                  <c:v>-0.46291454428438739</c:v>
                </c:pt>
                <c:pt idx="2277">
                  <c:v>-0.52635973153613624</c:v>
                </c:pt>
                <c:pt idx="2278">
                  <c:v>-0.52549593845096798</c:v>
                </c:pt>
                <c:pt idx="2279">
                  <c:v>-0.39823207432939189</c:v>
                </c:pt>
                <c:pt idx="2280">
                  <c:v>-0.44736073604024168</c:v>
                </c:pt>
                <c:pt idx="2281">
                  <c:v>-0.42900990598553629</c:v>
                </c:pt>
                <c:pt idx="2282">
                  <c:v>-0.37117056193363512</c:v>
                </c:pt>
                <c:pt idx="2283">
                  <c:v>-0.42712044976195029</c:v>
                </c:pt>
                <c:pt idx="2284">
                  <c:v>-0.44352361024922382</c:v>
                </c:pt>
                <c:pt idx="2285">
                  <c:v>-0.40221616020767809</c:v>
                </c:pt>
                <c:pt idx="2286">
                  <c:v>-0.38690154565145879</c:v>
                </c:pt>
                <c:pt idx="2287">
                  <c:v>-0.35240146047963222</c:v>
                </c:pt>
                <c:pt idx="2288">
                  <c:v>-0.20869707473669211</c:v>
                </c:pt>
                <c:pt idx="2289">
                  <c:v>-4.5266238118963409E-2</c:v>
                </c:pt>
                <c:pt idx="2290">
                  <c:v>-2.9397744705944579E-4</c:v>
                </c:pt>
                <c:pt idx="2291">
                  <c:v>-6.8104044757502868E-2</c:v>
                </c:pt>
                <c:pt idx="2292">
                  <c:v>1.753860781742075E-2</c:v>
                </c:pt>
                <c:pt idx="2293">
                  <c:v>4.7023113685840848E-2</c:v>
                </c:pt>
                <c:pt idx="2294">
                  <c:v>3.6657406677503293E-2</c:v>
                </c:pt>
                <c:pt idx="2295">
                  <c:v>8.9525765701855917E-3</c:v>
                </c:pt>
                <c:pt idx="2296">
                  <c:v>7.9342019830278401E-2</c:v>
                </c:pt>
                <c:pt idx="2297">
                  <c:v>5.9050668256026888E-2</c:v>
                </c:pt>
                <c:pt idx="2298">
                  <c:v>7.1139874114246701E-2</c:v>
                </c:pt>
                <c:pt idx="2299">
                  <c:v>-9.7529079644564184E-2</c:v>
                </c:pt>
                <c:pt idx="2300">
                  <c:v>-2.634864067413312E-2</c:v>
                </c:pt>
                <c:pt idx="2301">
                  <c:v>4.6271227899194967E-2</c:v>
                </c:pt>
                <c:pt idx="2302">
                  <c:v>9.1500209774709892E-2</c:v>
                </c:pt>
                <c:pt idx="2303">
                  <c:v>0.18766374485017079</c:v>
                </c:pt>
                <c:pt idx="2304">
                  <c:v>0.18549812197779311</c:v>
                </c:pt>
                <c:pt idx="2305">
                  <c:v>0.14208485414579811</c:v>
                </c:pt>
                <c:pt idx="2306">
                  <c:v>0.14503311422889459</c:v>
                </c:pt>
                <c:pt idx="2307">
                  <c:v>0.1200316371397336</c:v>
                </c:pt>
                <c:pt idx="2308">
                  <c:v>-6.1262762929023377E-2</c:v>
                </c:pt>
                <c:pt idx="2309">
                  <c:v>-8.8787027308054697E-2</c:v>
                </c:pt>
                <c:pt idx="2310">
                  <c:v>-0.16104374473569849</c:v>
                </c:pt>
                <c:pt idx="2311">
                  <c:v>-8.819729361062352E-2</c:v>
                </c:pt>
                <c:pt idx="2312">
                  <c:v>-4.1531034701501317E-2</c:v>
                </c:pt>
                <c:pt idx="2313">
                  <c:v>-2.5183226380099639E-2</c:v>
                </c:pt>
                <c:pt idx="2314">
                  <c:v>-1.935513917033084E-2</c:v>
                </c:pt>
                <c:pt idx="2315">
                  <c:v>-2.2989851798005279E-2</c:v>
                </c:pt>
                <c:pt idx="2316">
                  <c:v>-1.038863930163088E-2</c:v>
                </c:pt>
                <c:pt idx="2317">
                  <c:v>-4.0857874595917609E-3</c:v>
                </c:pt>
                <c:pt idx="2318">
                  <c:v>-2.293814010503633E-2</c:v>
                </c:pt>
                <c:pt idx="2319">
                  <c:v>0.1045070914541476</c:v>
                </c:pt>
                <c:pt idx="2320">
                  <c:v>0.2289143397174086</c:v>
                </c:pt>
                <c:pt idx="2321">
                  <c:v>0.13206139579028289</c:v>
                </c:pt>
                <c:pt idx="2322">
                  <c:v>5.3875033793185478E-2</c:v>
                </c:pt>
                <c:pt idx="2323">
                  <c:v>7.6957269327002824E-3</c:v>
                </c:pt>
                <c:pt idx="2324">
                  <c:v>-1.8788197033701829E-2</c:v>
                </c:pt>
                <c:pt idx="2325">
                  <c:v>7.8537271092051011E-2</c:v>
                </c:pt>
                <c:pt idx="2326">
                  <c:v>0.15622741499189999</c:v>
                </c:pt>
                <c:pt idx="2327">
                  <c:v>0.13846523150718959</c:v>
                </c:pt>
                <c:pt idx="2328">
                  <c:v>0.212981467176071</c:v>
                </c:pt>
                <c:pt idx="2329">
                  <c:v>6.5109395394144967E-2</c:v>
                </c:pt>
                <c:pt idx="2330">
                  <c:v>2.3653554825686079E-2</c:v>
                </c:pt>
                <c:pt idx="2331">
                  <c:v>1.010584656060913E-2</c:v>
                </c:pt>
                <c:pt idx="2332">
                  <c:v>-7.1061906532454101E-3</c:v>
                </c:pt>
                <c:pt idx="2333">
                  <c:v>4.1585700808134743E-2</c:v>
                </c:pt>
                <c:pt idx="2334">
                  <c:v>-7.2215917038369326E-3</c:v>
                </c:pt>
                <c:pt idx="2335">
                  <c:v>2.6814143033785098E-2</c:v>
                </c:pt>
                <c:pt idx="2336">
                  <c:v>0.1271097604368103</c:v>
                </c:pt>
                <c:pt idx="2337">
                  <c:v>0.18771799558708521</c:v>
                </c:pt>
                <c:pt idx="2338">
                  <c:v>0.2176865973153396</c:v>
                </c:pt>
                <c:pt idx="2339">
                  <c:v>0.17384755414176961</c:v>
                </c:pt>
                <c:pt idx="2340">
                  <c:v>4.4093847018949979E-2</c:v>
                </c:pt>
                <c:pt idx="2341">
                  <c:v>0.16779447234882941</c:v>
                </c:pt>
                <c:pt idx="2342">
                  <c:v>6.7835954848156216E-2</c:v>
                </c:pt>
                <c:pt idx="2343">
                  <c:v>7.1742623620343809E-2</c:v>
                </c:pt>
                <c:pt idx="2344">
                  <c:v>1.414135850751681E-2</c:v>
                </c:pt>
                <c:pt idx="2345">
                  <c:v>-9.5515934664722538E-2</c:v>
                </c:pt>
                <c:pt idx="2346">
                  <c:v>-6.1396336766023511E-2</c:v>
                </c:pt>
                <c:pt idx="2347">
                  <c:v>-6.7874924137044282E-2</c:v>
                </c:pt>
                <c:pt idx="2348">
                  <c:v>0.15511728757381771</c:v>
                </c:pt>
                <c:pt idx="2349">
                  <c:v>0.27425920393456887</c:v>
                </c:pt>
                <c:pt idx="2350">
                  <c:v>0.27608152623784432</c:v>
                </c:pt>
                <c:pt idx="2351">
                  <c:v>0.2180020642857434</c:v>
                </c:pt>
                <c:pt idx="2352">
                  <c:v>0.16595949377807931</c:v>
                </c:pt>
                <c:pt idx="2353">
                  <c:v>0.1804545524656917</c:v>
                </c:pt>
                <c:pt idx="2354">
                  <c:v>0.37406906995162842</c:v>
                </c:pt>
                <c:pt idx="2355">
                  <c:v>0.36052829586132312</c:v>
                </c:pt>
                <c:pt idx="2356">
                  <c:v>0.45579763728074513</c:v>
                </c:pt>
                <c:pt idx="2357">
                  <c:v>0.42610184750892088</c:v>
                </c:pt>
                <c:pt idx="2358">
                  <c:v>0.52558150606985998</c:v>
                </c:pt>
                <c:pt idx="2359">
                  <c:v>0.59335347710598019</c:v>
                </c:pt>
                <c:pt idx="2360">
                  <c:v>0.33888953952408968</c:v>
                </c:pt>
                <c:pt idx="2361">
                  <c:v>-2.4838465045509128E-3</c:v>
                </c:pt>
                <c:pt idx="2362">
                  <c:v>5.6890135051809468E-2</c:v>
                </c:pt>
                <c:pt idx="2363">
                  <c:v>-7.7689695806888517E-2</c:v>
                </c:pt>
                <c:pt idx="2364">
                  <c:v>7.2522532058096598E-2</c:v>
                </c:pt>
                <c:pt idx="2365">
                  <c:v>6.2941538439906949E-2</c:v>
                </c:pt>
                <c:pt idx="2366">
                  <c:v>0.14371717304192</c:v>
                </c:pt>
                <c:pt idx="2367">
                  <c:v>0.30638111758018438</c:v>
                </c:pt>
                <c:pt idx="2368">
                  <c:v>0.19376278042298389</c:v>
                </c:pt>
                <c:pt idx="2369">
                  <c:v>0.2021903631718287</c:v>
                </c:pt>
                <c:pt idx="2370">
                  <c:v>0.1182194492605174</c:v>
                </c:pt>
                <c:pt idx="2371">
                  <c:v>-4.9076640528371573E-3</c:v>
                </c:pt>
                <c:pt idx="2372">
                  <c:v>-2.6649379355666289E-2</c:v>
                </c:pt>
                <c:pt idx="2373">
                  <c:v>-0.16881928347192771</c:v>
                </c:pt>
                <c:pt idx="2374">
                  <c:v>-0.46656641773119262</c:v>
                </c:pt>
                <c:pt idx="2375">
                  <c:v>-0.15010500383309749</c:v>
                </c:pt>
                <c:pt idx="2376">
                  <c:v>-0.35757631472336032</c:v>
                </c:pt>
                <c:pt idx="2377">
                  <c:v>-0.30531203699089582</c:v>
                </c:pt>
                <c:pt idx="2378">
                  <c:v>-0.33548599688851172</c:v>
                </c:pt>
                <c:pt idx="2379">
                  <c:v>-0.28371452575894912</c:v>
                </c:pt>
                <c:pt idx="2380">
                  <c:v>3.8441963266565717E-2</c:v>
                </c:pt>
                <c:pt idx="2381">
                  <c:v>0.4365685559181563</c:v>
                </c:pt>
                <c:pt idx="2382">
                  <c:v>0.58358195307676097</c:v>
                </c:pt>
                <c:pt idx="2383">
                  <c:v>0.58390660864995658</c:v>
                </c:pt>
                <c:pt idx="2384">
                  <c:v>0.46576817806860249</c:v>
                </c:pt>
                <c:pt idx="2385">
                  <c:v>0.8426210518161058</c:v>
                </c:pt>
                <c:pt idx="2386">
                  <c:v>0.89049873925205547</c:v>
                </c:pt>
                <c:pt idx="2387">
                  <c:v>1.198668363318691</c:v>
                </c:pt>
                <c:pt idx="2388">
                  <c:v>1.583241387277414</c:v>
                </c:pt>
                <c:pt idx="2389">
                  <c:v>1.2098167023149571</c:v>
                </c:pt>
                <c:pt idx="2390">
                  <c:v>0.97220177823406495</c:v>
                </c:pt>
                <c:pt idx="2391">
                  <c:v>0.99844612619564665</c:v>
                </c:pt>
                <c:pt idx="2392">
                  <c:v>1.120406732156104</c:v>
                </c:pt>
                <c:pt idx="2393">
                  <c:v>1.3079600107579941</c:v>
                </c:pt>
                <c:pt idx="2394">
                  <c:v>1.5744268326095121</c:v>
                </c:pt>
                <c:pt idx="2395">
                  <c:v>1.331126200562103</c:v>
                </c:pt>
                <c:pt idx="2396">
                  <c:v>1.3686540698747029</c:v>
                </c:pt>
                <c:pt idx="2397">
                  <c:v>1.0007683557299409</c:v>
                </c:pt>
                <c:pt idx="2398">
                  <c:v>0.82507274939666753</c:v>
                </c:pt>
                <c:pt idx="2399">
                  <c:v>0.50612481611514781</c:v>
                </c:pt>
                <c:pt idx="2400">
                  <c:v>0.36761489437063971</c:v>
                </c:pt>
                <c:pt idx="2401">
                  <c:v>0.17236571407815329</c:v>
                </c:pt>
                <c:pt idx="2402">
                  <c:v>-0.1214955333421549</c:v>
                </c:pt>
                <c:pt idx="2403">
                  <c:v>1.9669584267281881E-2</c:v>
                </c:pt>
                <c:pt idx="2404">
                  <c:v>0.15374849426955001</c:v>
                </c:pt>
                <c:pt idx="2405">
                  <c:v>-0.21049835431689809</c:v>
                </c:pt>
                <c:pt idx="2406">
                  <c:v>-0.44216774918081803</c:v>
                </c:pt>
                <c:pt idx="2407">
                  <c:v>-0.61353319786900185</c:v>
                </c:pt>
                <c:pt idx="2408">
                  <c:v>-1.112409963786311</c:v>
                </c:pt>
                <c:pt idx="2409">
                  <c:v>-0.86259392985676697</c:v>
                </c:pt>
                <c:pt idx="2410">
                  <c:v>-0.53516296801085439</c:v>
                </c:pt>
                <c:pt idx="2411">
                  <c:v>-0.44122828370255968</c:v>
                </c:pt>
                <c:pt idx="2412">
                  <c:v>-0.82759614926710745</c:v>
                </c:pt>
                <c:pt idx="2413">
                  <c:v>-1.0597515591157141</c:v>
                </c:pt>
                <c:pt idx="2414">
                  <c:v>-1.2229333512649101</c:v>
                </c:pt>
                <c:pt idx="2415">
                  <c:v>-0.87911431511898075</c:v>
                </c:pt>
                <c:pt idx="2416">
                  <c:v>-1.269946280292674</c:v>
                </c:pt>
                <c:pt idx="2417">
                  <c:v>-0.85907119434000734</c:v>
                </c:pt>
                <c:pt idx="2418">
                  <c:v>-0.69103248811944595</c:v>
                </c:pt>
                <c:pt idx="2419">
                  <c:v>-0.55282849495393138</c:v>
                </c:pt>
                <c:pt idx="2420">
                  <c:v>-0.32453574141649483</c:v>
                </c:pt>
                <c:pt idx="2421">
                  <c:v>-0.18610656959283869</c:v>
                </c:pt>
                <c:pt idx="2422">
                  <c:v>-3.5976469433878479E-2</c:v>
                </c:pt>
                <c:pt idx="2423">
                  <c:v>5.4739043931456843E-2</c:v>
                </c:pt>
                <c:pt idx="2424">
                  <c:v>0.16275135013629899</c:v>
                </c:pt>
                <c:pt idx="2425">
                  <c:v>0.23292702458633141</c:v>
                </c:pt>
                <c:pt idx="2426">
                  <c:v>0.26285130614442642</c:v>
                </c:pt>
                <c:pt idx="2427">
                  <c:v>0.2464851639631199</c:v>
                </c:pt>
                <c:pt idx="2428">
                  <c:v>0.31292584103096721</c:v>
                </c:pt>
                <c:pt idx="2429">
                  <c:v>0.64500709367684039</c:v>
                </c:pt>
                <c:pt idx="2430">
                  <c:v>0.77616809234231054</c:v>
                </c:pt>
                <c:pt idx="2431">
                  <c:v>1.0091689656425209</c:v>
                </c:pt>
                <c:pt idx="2432">
                  <c:v>1.0581219381679761</c:v>
                </c:pt>
                <c:pt idx="2433">
                  <c:v>1.1935828348975359</c:v>
                </c:pt>
                <c:pt idx="2434">
                  <c:v>0.73896765522427721</c:v>
                </c:pt>
                <c:pt idx="2435">
                  <c:v>0.14874271635449091</c:v>
                </c:pt>
                <c:pt idx="2436">
                  <c:v>0.45947213330254683</c:v>
                </c:pt>
                <c:pt idx="2437">
                  <c:v>0.26644926357246101</c:v>
                </c:pt>
                <c:pt idx="2438">
                  <c:v>0.26365114372921922</c:v>
                </c:pt>
                <c:pt idx="2439">
                  <c:v>0.3022428718086031</c:v>
                </c:pt>
                <c:pt idx="2440">
                  <c:v>0.27039832635147798</c:v>
                </c:pt>
                <c:pt idx="2441">
                  <c:v>0.23207788116103331</c:v>
                </c:pt>
                <c:pt idx="2442">
                  <c:v>0.33878634017369219</c:v>
                </c:pt>
                <c:pt idx="2443">
                  <c:v>0.37651622173589389</c:v>
                </c:pt>
                <c:pt idx="2444">
                  <c:v>0.43123300964141542</c:v>
                </c:pt>
                <c:pt idx="2445">
                  <c:v>0.38391579352033861</c:v>
                </c:pt>
                <c:pt idx="2446">
                  <c:v>0.44176783318027951</c:v>
                </c:pt>
                <c:pt idx="2447">
                  <c:v>0.28134412770372152</c:v>
                </c:pt>
                <c:pt idx="2448">
                  <c:v>0.15856187139353151</c:v>
                </c:pt>
                <c:pt idx="2449">
                  <c:v>-7.7160753447468311E-2</c:v>
                </c:pt>
                <c:pt idx="2450">
                  <c:v>-3.6729529272957813E-2</c:v>
                </c:pt>
                <c:pt idx="2451">
                  <c:v>-0.14458078901928939</c:v>
                </c:pt>
                <c:pt idx="2452">
                  <c:v>0.24448311677743939</c:v>
                </c:pt>
                <c:pt idx="2453">
                  <c:v>0.2543046259274242</c:v>
                </c:pt>
                <c:pt idx="2454">
                  <c:v>0.74613769834963906</c:v>
                </c:pt>
                <c:pt idx="2455">
                  <c:v>0.82628085164341858</c:v>
                </c:pt>
                <c:pt idx="2456">
                  <c:v>0.82026123933016815</c:v>
                </c:pt>
                <c:pt idx="2457">
                  <c:v>0.8052398274482705</c:v>
                </c:pt>
                <c:pt idx="2458">
                  <c:v>0.80704661023973623</c:v>
                </c:pt>
                <c:pt idx="2459">
                  <c:v>1.0006628807005711</c:v>
                </c:pt>
                <c:pt idx="2460">
                  <c:v>0.84228122512109771</c:v>
                </c:pt>
                <c:pt idx="2461">
                  <c:v>0.81430455050753725</c:v>
                </c:pt>
                <c:pt idx="2462">
                  <c:v>0.45785588558058771</c:v>
                </c:pt>
                <c:pt idx="2463">
                  <c:v>0.42887540521797363</c:v>
                </c:pt>
                <c:pt idx="2464">
                  <c:v>8.7808705998555323E-2</c:v>
                </c:pt>
                <c:pt idx="2465">
                  <c:v>6.3678294812292327E-2</c:v>
                </c:pt>
                <c:pt idx="2466">
                  <c:v>7.9117795153694173E-2</c:v>
                </c:pt>
                <c:pt idx="2467">
                  <c:v>-7.7190325060236445E-2</c:v>
                </c:pt>
                <c:pt idx="2468">
                  <c:v>-3.5059418079321253E-2</c:v>
                </c:pt>
                <c:pt idx="2469">
                  <c:v>-0.1464432415391993</c:v>
                </c:pt>
                <c:pt idx="2470">
                  <c:v>-0.34245905208239702</c:v>
                </c:pt>
                <c:pt idx="2471">
                  <c:v>-0.41881666749492158</c:v>
                </c:pt>
                <c:pt idx="2472">
                  <c:v>-0.40263008048613652</c:v>
                </c:pt>
                <c:pt idx="2473">
                  <c:v>-0.69696230961486128</c:v>
                </c:pt>
                <c:pt idx="2474">
                  <c:v>-0.8070660472512371</c:v>
                </c:pt>
                <c:pt idx="2475">
                  <c:v>-0.8886670630653194</c:v>
                </c:pt>
                <c:pt idx="2476">
                  <c:v>-0.83068594270606921</c:v>
                </c:pt>
                <c:pt idx="2477">
                  <c:v>-0.80474454122479122</c:v>
                </c:pt>
                <c:pt idx="2478">
                  <c:v>-0.88197322325189198</c:v>
                </c:pt>
                <c:pt idx="2479">
                  <c:v>-1.1402545404800699</c:v>
                </c:pt>
                <c:pt idx="2480">
                  <c:v>-1.104297027165335</c:v>
                </c:pt>
                <c:pt idx="2481">
                  <c:v>-1.143899240099131</c:v>
                </c:pt>
                <c:pt idx="2482">
                  <c:v>-0.90773191521311214</c:v>
                </c:pt>
                <c:pt idx="2483">
                  <c:v>-1.0171328209131441</c:v>
                </c:pt>
                <c:pt idx="2484">
                  <c:v>-1.0307841237522519</c:v>
                </c:pt>
                <c:pt idx="2485">
                  <c:v>-1.0684343309908331</c:v>
                </c:pt>
                <c:pt idx="2486">
                  <c:v>-1.121384688313771</c:v>
                </c:pt>
                <c:pt idx="2487">
                  <c:v>-1.0738530388122891</c:v>
                </c:pt>
                <c:pt idx="2488">
                  <c:v>-0.94461502323630431</c:v>
                </c:pt>
                <c:pt idx="2489">
                  <c:v>-0.9801042336155632</c:v>
                </c:pt>
                <c:pt idx="2490">
                  <c:v>-0.93352096062831047</c:v>
                </c:pt>
                <c:pt idx="2491">
                  <c:v>-0.83264149137966548</c:v>
                </c:pt>
                <c:pt idx="2492">
                  <c:v>-0.7725786231997418</c:v>
                </c:pt>
                <c:pt idx="2493">
                  <c:v>-0.32608074445742152</c:v>
                </c:pt>
                <c:pt idx="2494">
                  <c:v>-0.34434033076643972</c:v>
                </c:pt>
                <c:pt idx="2495">
                  <c:v>-0.20292668793370119</c:v>
                </c:pt>
                <c:pt idx="2496">
                  <c:v>-0.2417324367577558</c:v>
                </c:pt>
                <c:pt idx="2497">
                  <c:v>-0.23737512919649301</c:v>
                </c:pt>
                <c:pt idx="2498">
                  <c:v>-0.17600913464422899</c:v>
                </c:pt>
                <c:pt idx="2499">
                  <c:v>0.17569982922864061</c:v>
                </c:pt>
                <c:pt idx="2500">
                  <c:v>9.1534185134912779E-2</c:v>
                </c:pt>
                <c:pt idx="2501">
                  <c:v>-0.15498825399163391</c:v>
                </c:pt>
                <c:pt idx="2502">
                  <c:v>-0.14488879955302869</c:v>
                </c:pt>
                <c:pt idx="2503">
                  <c:v>7.8418065960365269E-2</c:v>
                </c:pt>
                <c:pt idx="2504">
                  <c:v>0.1640176207782626</c:v>
                </c:pt>
                <c:pt idx="2505">
                  <c:v>0.35155057877306167</c:v>
                </c:pt>
                <c:pt idx="2506">
                  <c:v>0.30631770192153651</c:v>
                </c:pt>
                <c:pt idx="2507">
                  <c:v>0.39791046989999551</c:v>
                </c:pt>
                <c:pt idx="2508">
                  <c:v>0.35713320998400178</c:v>
                </c:pt>
                <c:pt idx="2509">
                  <c:v>0.59346489443872308</c:v>
                </c:pt>
                <c:pt idx="2510">
                  <c:v>0.61373568910641341</c:v>
                </c:pt>
                <c:pt idx="2511">
                  <c:v>0.53326089168209234</c:v>
                </c:pt>
                <c:pt idx="2512">
                  <c:v>0.32082121764883009</c:v>
                </c:pt>
                <c:pt idx="2513">
                  <c:v>0.17890329361121449</c:v>
                </c:pt>
                <c:pt idx="2514">
                  <c:v>0.28907739858704729</c:v>
                </c:pt>
                <c:pt idx="2515">
                  <c:v>0.24209348574513659</c:v>
                </c:pt>
                <c:pt idx="2516">
                  <c:v>0.36768486347341311</c:v>
                </c:pt>
                <c:pt idx="2517">
                  <c:v>0.4173281175687556</c:v>
                </c:pt>
                <c:pt idx="2518">
                  <c:v>0.33947890585758173</c:v>
                </c:pt>
                <c:pt idx="2519">
                  <c:v>0.11301744386770721</c:v>
                </c:pt>
                <c:pt idx="2520">
                  <c:v>0.20921495646074631</c:v>
                </c:pt>
                <c:pt idx="2521">
                  <c:v>0.37395724560165688</c:v>
                </c:pt>
                <c:pt idx="2522">
                  <c:v>0.35161230476840533</c:v>
                </c:pt>
                <c:pt idx="2523">
                  <c:v>0.1930040201917966</c:v>
                </c:pt>
                <c:pt idx="2524">
                  <c:v>0.1299150860260242</c:v>
                </c:pt>
                <c:pt idx="2525">
                  <c:v>-0.1110936874614586</c:v>
                </c:pt>
                <c:pt idx="2526">
                  <c:v>4.6299611014400423E-2</c:v>
                </c:pt>
                <c:pt idx="2527">
                  <c:v>-2.1295385994589799E-2</c:v>
                </c:pt>
                <c:pt idx="2528">
                  <c:v>-5.7717950511303913E-2</c:v>
                </c:pt>
                <c:pt idx="2529">
                  <c:v>-1.0579840013736391E-2</c:v>
                </c:pt>
                <c:pt idx="2530">
                  <c:v>-3.7222104537231807E-2</c:v>
                </c:pt>
                <c:pt idx="2531">
                  <c:v>-9.2065272178962765E-2</c:v>
                </c:pt>
                <c:pt idx="2532">
                  <c:v>3.0317101955638859E-2</c:v>
                </c:pt>
                <c:pt idx="2533">
                  <c:v>-6.9402517951098239E-2</c:v>
                </c:pt>
                <c:pt idx="2534">
                  <c:v>-0.16078146661874709</c:v>
                </c:pt>
                <c:pt idx="2535">
                  <c:v>-0.1682814966143262</c:v>
                </c:pt>
                <c:pt idx="2536">
                  <c:v>-0.30587925506696539</c:v>
                </c:pt>
                <c:pt idx="2537">
                  <c:v>-0.15878297915892459</c:v>
                </c:pt>
                <c:pt idx="2538">
                  <c:v>-0.21723540980860701</c:v>
                </c:pt>
                <c:pt idx="2539">
                  <c:v>-0.2361181303109815</c:v>
                </c:pt>
                <c:pt idx="2540">
                  <c:v>-0.62335234183242305</c:v>
                </c:pt>
                <c:pt idx="2541">
                  <c:v>-0.58383648416052514</c:v>
                </c:pt>
                <c:pt idx="2542">
                  <c:v>-0.16353178404764601</c:v>
                </c:pt>
                <c:pt idx="2543">
                  <c:v>0.21913425352106641</c:v>
                </c:pt>
                <c:pt idx="2544">
                  <c:v>-1.711560878600402E-2</c:v>
                </c:pt>
                <c:pt idx="2545">
                  <c:v>0.19654109161750591</c:v>
                </c:pt>
                <c:pt idx="2546">
                  <c:v>0.35400764344137159</c:v>
                </c:pt>
                <c:pt idx="2547">
                  <c:v>0.44897710633722898</c:v>
                </c:pt>
                <c:pt idx="2548">
                  <c:v>0.46588777137854592</c:v>
                </c:pt>
                <c:pt idx="2549">
                  <c:v>0.33885956717222732</c:v>
                </c:pt>
                <c:pt idx="2550">
                  <c:v>0.30386868647656651</c:v>
                </c:pt>
                <c:pt idx="2551">
                  <c:v>0.53847370539012107</c:v>
                </c:pt>
                <c:pt idx="2552">
                  <c:v>0.92456863750542218</c:v>
                </c:pt>
                <c:pt idx="2553">
                  <c:v>1.0927302227812821</c:v>
                </c:pt>
                <c:pt idx="2554">
                  <c:v>1.259772612894416</c:v>
                </c:pt>
                <c:pt idx="2555">
                  <c:v>1.0057494797052859</c:v>
                </c:pt>
                <c:pt idx="2556">
                  <c:v>0.88907700418160684</c:v>
                </c:pt>
                <c:pt idx="2557">
                  <c:v>0.68056693148498715</c:v>
                </c:pt>
                <c:pt idx="2558">
                  <c:v>0.95272142105592617</c:v>
                </c:pt>
                <c:pt idx="2559">
                  <c:v>1.145044127773291</c:v>
                </c:pt>
                <c:pt idx="2560">
                  <c:v>1.6001123291464141</c:v>
                </c:pt>
                <c:pt idx="2561">
                  <c:v>1.9851158162918561</c:v>
                </c:pt>
                <c:pt idx="2562">
                  <c:v>1.4848845263978421</c:v>
                </c:pt>
                <c:pt idx="2563">
                  <c:v>0.77177013915242287</c:v>
                </c:pt>
                <c:pt idx="2564">
                  <c:v>0.90214942770492357</c:v>
                </c:pt>
                <c:pt idx="2565">
                  <c:v>0.90051182551263587</c:v>
                </c:pt>
                <c:pt idx="2566">
                  <c:v>0.59960907919805007</c:v>
                </c:pt>
                <c:pt idx="2567">
                  <c:v>0.42104579479911602</c:v>
                </c:pt>
                <c:pt idx="2568">
                  <c:v>0.32402473178473712</c:v>
                </c:pt>
                <c:pt idx="2569">
                  <c:v>0.34488182536033768</c:v>
                </c:pt>
                <c:pt idx="2570">
                  <c:v>0.41220671614380172</c:v>
                </c:pt>
                <c:pt idx="2571">
                  <c:v>1.6696551087862901E-2</c:v>
                </c:pt>
                <c:pt idx="2572">
                  <c:v>-0.51589356679379506</c:v>
                </c:pt>
                <c:pt idx="2573">
                  <c:v>-0.49178939653976461</c:v>
                </c:pt>
                <c:pt idx="2574">
                  <c:v>-0.49223357530765449</c:v>
                </c:pt>
                <c:pt idx="2575">
                  <c:v>-0.22186232795159239</c:v>
                </c:pt>
                <c:pt idx="2576">
                  <c:v>-3.024519163275231E-2</c:v>
                </c:pt>
                <c:pt idx="2577">
                  <c:v>0.110394856163831</c:v>
                </c:pt>
                <c:pt idx="2578">
                  <c:v>8.2484915880463583E-2</c:v>
                </c:pt>
                <c:pt idx="2579">
                  <c:v>-0.53266002662508416</c:v>
                </c:pt>
                <c:pt idx="2580">
                  <c:v>-1.0261632752284291</c:v>
                </c:pt>
                <c:pt idx="2581">
                  <c:v>-1.438726493069922</c:v>
                </c:pt>
                <c:pt idx="2582">
                  <c:v>-1.015393816937386</c:v>
                </c:pt>
                <c:pt idx="2583">
                  <c:v>-0.5367339031340167</c:v>
                </c:pt>
                <c:pt idx="2584">
                  <c:v>-0.45137710201122899</c:v>
                </c:pt>
                <c:pt idx="2585">
                  <c:v>-0.66123751840642064</c:v>
                </c:pt>
                <c:pt idx="2586">
                  <c:v>-0.81226590252482789</c:v>
                </c:pt>
                <c:pt idx="2587">
                  <c:v>-0.66586741564769814</c:v>
                </c:pt>
                <c:pt idx="2588">
                  <c:v>-0.75876427577664274</c:v>
                </c:pt>
                <c:pt idx="2589">
                  <c:v>-0.8186256708139753</c:v>
                </c:pt>
                <c:pt idx="2590">
                  <c:v>-0.74285590883840247</c:v>
                </c:pt>
                <c:pt idx="2591">
                  <c:v>-0.57847660991903938</c:v>
                </c:pt>
                <c:pt idx="2592">
                  <c:v>-0.6724729151023684</c:v>
                </c:pt>
                <c:pt idx="2593">
                  <c:v>-0.70421864508998555</c:v>
                </c:pt>
                <c:pt idx="2594">
                  <c:v>-0.63326411779835878</c:v>
                </c:pt>
                <c:pt idx="2595">
                  <c:v>-0.48879610326459449</c:v>
                </c:pt>
                <c:pt idx="2596">
                  <c:v>-0.62049438439802906</c:v>
                </c:pt>
                <c:pt idx="2597">
                  <c:v>-0.7634880032449286</c:v>
                </c:pt>
                <c:pt idx="2598">
                  <c:v>-0.87710619716285698</c:v>
                </c:pt>
                <c:pt idx="2599">
                  <c:v>-0.49047026695187412</c:v>
                </c:pt>
                <c:pt idx="2600">
                  <c:v>-0.13006269793644881</c:v>
                </c:pt>
                <c:pt idx="2601">
                  <c:v>-0.16637907463822171</c:v>
                </c:pt>
                <c:pt idx="2602">
                  <c:v>-0.36134802479475447</c:v>
                </c:pt>
                <c:pt idx="2603">
                  <c:v>-0.6527709731554302</c:v>
                </c:pt>
                <c:pt idx="2604">
                  <c:v>-0.6746426958829056</c:v>
                </c:pt>
                <c:pt idx="2605">
                  <c:v>-0.58296555338106659</c:v>
                </c:pt>
                <c:pt idx="2606">
                  <c:v>-0.34579705344345202</c:v>
                </c:pt>
                <c:pt idx="2607">
                  <c:v>-0.41273741824487908</c:v>
                </c:pt>
                <c:pt idx="2608">
                  <c:v>-4.4773193405829338E-2</c:v>
                </c:pt>
                <c:pt idx="2609">
                  <c:v>-1.7965254387586518E-2</c:v>
                </c:pt>
                <c:pt idx="2610">
                  <c:v>-8.3745649735262453E-2</c:v>
                </c:pt>
                <c:pt idx="2611">
                  <c:v>-7.0942282792477607E-2</c:v>
                </c:pt>
                <c:pt idx="2612">
                  <c:v>0.2443063911086929</c:v>
                </c:pt>
                <c:pt idx="2613">
                  <c:v>0.20027124547478431</c:v>
                </c:pt>
                <c:pt idx="2614">
                  <c:v>0.1691242556367871</c:v>
                </c:pt>
                <c:pt idx="2615">
                  <c:v>-0.1168633707814774</c:v>
                </c:pt>
                <c:pt idx="2616">
                  <c:v>7.4006221158746666E-2</c:v>
                </c:pt>
                <c:pt idx="2617">
                  <c:v>0.2447238440132595</c:v>
                </c:pt>
                <c:pt idx="2618">
                  <c:v>0.2069789422369325</c:v>
                </c:pt>
                <c:pt idx="2619">
                  <c:v>0.1086626069094221</c:v>
                </c:pt>
                <c:pt idx="2620">
                  <c:v>0.1293897029965857</c:v>
                </c:pt>
                <c:pt idx="2621">
                  <c:v>0.27329814564997468</c:v>
                </c:pt>
                <c:pt idx="2622">
                  <c:v>0.22510406322699009</c:v>
                </c:pt>
                <c:pt idx="2623">
                  <c:v>0.22348686827159439</c:v>
                </c:pt>
                <c:pt idx="2624">
                  <c:v>0.18805965886693199</c:v>
                </c:pt>
                <c:pt idx="2625">
                  <c:v>0.2403138875427856</c:v>
                </c:pt>
                <c:pt idx="2626">
                  <c:v>0.1816978639974621</c:v>
                </c:pt>
                <c:pt idx="2627">
                  <c:v>8.19813943606051E-2</c:v>
                </c:pt>
                <c:pt idx="2628">
                  <c:v>-0.1239881252974864</c:v>
                </c:pt>
                <c:pt idx="2629">
                  <c:v>-0.18656142233814621</c:v>
                </c:pt>
                <c:pt idx="2630">
                  <c:v>-0.24590951469920341</c:v>
                </c:pt>
                <c:pt idx="2631">
                  <c:v>-0.18555904617110269</c:v>
                </c:pt>
                <c:pt idx="2632">
                  <c:v>-0.56717661669616593</c:v>
                </c:pt>
                <c:pt idx="2633">
                  <c:v>-0.53199783009054391</c:v>
                </c:pt>
                <c:pt idx="2634">
                  <c:v>-0.62313985439884123</c:v>
                </c:pt>
                <c:pt idx="2635">
                  <c:v>-0.52611305920566043</c:v>
                </c:pt>
                <c:pt idx="2636">
                  <c:v>-0.59694405299290276</c:v>
                </c:pt>
                <c:pt idx="2637">
                  <c:v>-0.60596553810116849</c:v>
                </c:pt>
                <c:pt idx="2638">
                  <c:v>-0.52414873155107011</c:v>
                </c:pt>
                <c:pt idx="2639">
                  <c:v>-0.38129020278355641</c:v>
                </c:pt>
                <c:pt idx="2640">
                  <c:v>-0.31629848599512372</c:v>
                </c:pt>
                <c:pt idx="2641">
                  <c:v>-0.38955460394378288</c:v>
                </c:pt>
                <c:pt idx="2642">
                  <c:v>-0.46190279233101822</c:v>
                </c:pt>
                <c:pt idx="2643">
                  <c:v>-0.37775979209428118</c:v>
                </c:pt>
                <c:pt idx="2644">
                  <c:v>-0.30215467282730268</c:v>
                </c:pt>
                <c:pt idx="2645">
                  <c:v>-0.34151696655754232</c:v>
                </c:pt>
                <c:pt idx="2646">
                  <c:v>-0.37037978879267958</c:v>
                </c:pt>
                <c:pt idx="2647">
                  <c:v>-0.5235108889079868</c:v>
                </c:pt>
                <c:pt idx="2648">
                  <c:v>-0.44809407850414118</c:v>
                </c:pt>
                <c:pt idx="2649">
                  <c:v>-0.27971513549434818</c:v>
                </c:pt>
                <c:pt idx="2650">
                  <c:v>-0.1743535386619709</c:v>
                </c:pt>
                <c:pt idx="2651">
                  <c:v>-0.27214988456522837</c:v>
                </c:pt>
                <c:pt idx="2652">
                  <c:v>-9.5159269770747554E-2</c:v>
                </c:pt>
                <c:pt idx="2653">
                  <c:v>-0.231156080575598</c:v>
                </c:pt>
                <c:pt idx="2654">
                  <c:v>-0.22988864094326339</c:v>
                </c:pt>
                <c:pt idx="2655">
                  <c:v>-0.32018525019269539</c:v>
                </c:pt>
                <c:pt idx="2656">
                  <c:v>-0.25737931078833037</c:v>
                </c:pt>
                <c:pt idx="2657">
                  <c:v>-0.40467713998861998</c:v>
                </c:pt>
                <c:pt idx="2658">
                  <c:v>-0.4121318744635844</c:v>
                </c:pt>
                <c:pt idx="2659">
                  <c:v>-0.54536181508342318</c:v>
                </c:pt>
                <c:pt idx="2660">
                  <c:v>-0.71410086498267678</c:v>
                </c:pt>
                <c:pt idx="2661">
                  <c:v>-0.69488916122732525</c:v>
                </c:pt>
                <c:pt idx="2662">
                  <c:v>-0.55130583767900687</c:v>
                </c:pt>
                <c:pt idx="2663">
                  <c:v>-0.47083857019520869</c:v>
                </c:pt>
                <c:pt idx="2664">
                  <c:v>-0.45103381975856932</c:v>
                </c:pt>
                <c:pt idx="2665">
                  <c:v>-0.45807111178114562</c:v>
                </c:pt>
                <c:pt idx="2666">
                  <c:v>-0.46105830749784521</c:v>
                </c:pt>
                <c:pt idx="2667">
                  <c:v>-0.33756120261583672</c:v>
                </c:pt>
                <c:pt idx="2668">
                  <c:v>-0.40716856028113901</c:v>
                </c:pt>
                <c:pt idx="2669">
                  <c:v>-0.37245904147167491</c:v>
                </c:pt>
                <c:pt idx="2670">
                  <c:v>-0.31745597677755127</c:v>
                </c:pt>
                <c:pt idx="2671">
                  <c:v>-0.2397184483220369</c:v>
                </c:pt>
                <c:pt idx="2672">
                  <c:v>-7.1606971716310544E-2</c:v>
                </c:pt>
                <c:pt idx="2673">
                  <c:v>0.188286564946193</c:v>
                </c:pt>
                <c:pt idx="2674">
                  <c:v>0.25212436735244381</c:v>
                </c:pt>
                <c:pt idx="2675">
                  <c:v>0.21411350706146501</c:v>
                </c:pt>
                <c:pt idx="2676">
                  <c:v>0.29488209985410851</c:v>
                </c:pt>
                <c:pt idx="2677">
                  <c:v>0.39248699669961079</c:v>
                </c:pt>
                <c:pt idx="2678">
                  <c:v>0.31127714328596828</c:v>
                </c:pt>
                <c:pt idx="2679">
                  <c:v>0.34689272277648042</c:v>
                </c:pt>
                <c:pt idx="2680">
                  <c:v>0.37909038981682991</c:v>
                </c:pt>
                <c:pt idx="2681">
                  <c:v>0.52754663517775058</c:v>
                </c:pt>
                <c:pt idx="2682">
                  <c:v>0.48497004563923651</c:v>
                </c:pt>
                <c:pt idx="2683">
                  <c:v>0.54279855357989559</c:v>
                </c:pt>
                <c:pt idx="2684">
                  <c:v>0.51011341206098471</c:v>
                </c:pt>
                <c:pt idx="2685">
                  <c:v>0.32510762790852898</c:v>
                </c:pt>
                <c:pt idx="2686">
                  <c:v>0.34827163237634667</c:v>
                </c:pt>
                <c:pt idx="2687">
                  <c:v>9.1886575808335216E-2</c:v>
                </c:pt>
                <c:pt idx="2688">
                  <c:v>0.24325353020167559</c:v>
                </c:pt>
                <c:pt idx="2689">
                  <c:v>0.267399958357113</c:v>
                </c:pt>
                <c:pt idx="2690">
                  <c:v>0.15527561856654021</c:v>
                </c:pt>
                <c:pt idx="2691">
                  <c:v>0.1004154671540587</c:v>
                </c:pt>
                <c:pt idx="2692">
                  <c:v>-0.10245590392356391</c:v>
                </c:pt>
                <c:pt idx="2693">
                  <c:v>-0.13142914576547959</c:v>
                </c:pt>
                <c:pt idx="2694">
                  <c:v>-0.27401113690094298</c:v>
                </c:pt>
                <c:pt idx="2695">
                  <c:v>-0.1588325633189325</c:v>
                </c:pt>
                <c:pt idx="2696">
                  <c:v>-0.3934069244655311</c:v>
                </c:pt>
                <c:pt idx="2697">
                  <c:v>-0.296281851143049</c:v>
                </c:pt>
                <c:pt idx="2698">
                  <c:v>-7.7375402087789147E-2</c:v>
                </c:pt>
                <c:pt idx="2699">
                  <c:v>-0.13445726837652219</c:v>
                </c:pt>
                <c:pt idx="2700">
                  <c:v>-0.18396810226870641</c:v>
                </c:pt>
                <c:pt idx="2701">
                  <c:v>-0.31489310336472048</c:v>
                </c:pt>
                <c:pt idx="2702">
                  <c:v>-0.55754042386607383</c:v>
                </c:pt>
                <c:pt idx="2703">
                  <c:v>-0.6534172858274051</c:v>
                </c:pt>
                <c:pt idx="2704">
                  <c:v>-0.58569752126971275</c:v>
                </c:pt>
                <c:pt idx="2705">
                  <c:v>-0.41825358530001661</c:v>
                </c:pt>
                <c:pt idx="2706">
                  <c:v>-0.1860529946227634</c:v>
                </c:pt>
                <c:pt idx="2707">
                  <c:v>0.21123297448854769</c:v>
                </c:pt>
                <c:pt idx="2708">
                  <c:v>0.1231866725990739</c:v>
                </c:pt>
                <c:pt idx="2709">
                  <c:v>1.710602659668363E-3</c:v>
                </c:pt>
                <c:pt idx="2710">
                  <c:v>-3.4837624639338129E-2</c:v>
                </c:pt>
                <c:pt idx="2711">
                  <c:v>9.2773841765714585E-2</c:v>
                </c:pt>
                <c:pt idx="2712">
                  <c:v>0.19633955927041261</c:v>
                </c:pt>
                <c:pt idx="2713">
                  <c:v>0.19616288070989771</c:v>
                </c:pt>
                <c:pt idx="2714">
                  <c:v>0.29011204612942387</c:v>
                </c:pt>
                <c:pt idx="2715">
                  <c:v>0.2103173410519884</c:v>
                </c:pt>
                <c:pt idx="2716">
                  <c:v>0.3758208536207997</c:v>
                </c:pt>
                <c:pt idx="2717">
                  <c:v>0.21085093830686921</c:v>
                </c:pt>
                <c:pt idx="2718">
                  <c:v>0.11257724949360599</c:v>
                </c:pt>
                <c:pt idx="2719">
                  <c:v>0.24909368055720121</c:v>
                </c:pt>
                <c:pt idx="2720">
                  <c:v>0.13287522120300119</c:v>
                </c:pt>
                <c:pt idx="2721">
                  <c:v>0.3209563859759052</c:v>
                </c:pt>
                <c:pt idx="2722">
                  <c:v>0.60594092083425621</c:v>
                </c:pt>
                <c:pt idx="2723">
                  <c:v>0.60895577674846291</c:v>
                </c:pt>
                <c:pt idx="2724">
                  <c:v>0.67057067651528646</c:v>
                </c:pt>
                <c:pt idx="2725">
                  <c:v>0.79686066192856375</c:v>
                </c:pt>
                <c:pt idx="2726">
                  <c:v>0.64986864036920833</c:v>
                </c:pt>
                <c:pt idx="2727">
                  <c:v>0.61945266616835148</c:v>
                </c:pt>
                <c:pt idx="2728">
                  <c:v>0.49412122075692899</c:v>
                </c:pt>
                <c:pt idx="2729">
                  <c:v>0.49783221984006221</c:v>
                </c:pt>
                <c:pt idx="2730">
                  <c:v>0.52314060439470966</c:v>
                </c:pt>
                <c:pt idx="2731">
                  <c:v>0.44826141675941622</c:v>
                </c:pt>
                <c:pt idx="2732">
                  <c:v>0.60993141854756239</c:v>
                </c:pt>
                <c:pt idx="2733">
                  <c:v>0.50299164773828819</c:v>
                </c:pt>
                <c:pt idx="2734">
                  <c:v>0.50820111074327812</c:v>
                </c:pt>
                <c:pt idx="2735">
                  <c:v>0.66338049076218486</c:v>
                </c:pt>
                <c:pt idx="2736">
                  <c:v>0.65453504956784558</c:v>
                </c:pt>
                <c:pt idx="2737">
                  <c:v>0.69394406087791538</c:v>
                </c:pt>
                <c:pt idx="2738">
                  <c:v>0.70554065876258187</c:v>
                </c:pt>
                <c:pt idx="2739">
                  <c:v>0.67417529492404593</c:v>
                </c:pt>
                <c:pt idx="2740">
                  <c:v>0.86445431862060662</c:v>
                </c:pt>
                <c:pt idx="2741">
                  <c:v>0.71711591569079103</c:v>
                </c:pt>
                <c:pt idx="2742">
                  <c:v>0.61631654657456114</c:v>
                </c:pt>
                <c:pt idx="2743">
                  <c:v>0.42371086459905399</c:v>
                </c:pt>
                <c:pt idx="2744">
                  <c:v>0.23097791042565211</c:v>
                </c:pt>
                <c:pt idx="2745">
                  <c:v>0.23305417020238889</c:v>
                </c:pt>
                <c:pt idx="2746">
                  <c:v>0.2474794536463111</c:v>
                </c:pt>
                <c:pt idx="2747">
                  <c:v>0.16867785362065049</c:v>
                </c:pt>
                <c:pt idx="2748">
                  <c:v>0.40072385274995381</c:v>
                </c:pt>
                <c:pt idx="2749">
                  <c:v>0.50776405201462982</c:v>
                </c:pt>
                <c:pt idx="2750">
                  <c:v>0.58781793916875502</c:v>
                </c:pt>
                <c:pt idx="2751">
                  <c:v>0.63434434017554953</c:v>
                </c:pt>
                <c:pt idx="2752">
                  <c:v>0.5379233641451967</c:v>
                </c:pt>
                <c:pt idx="2753">
                  <c:v>0.51532069650063272</c:v>
                </c:pt>
                <c:pt idx="2754">
                  <c:v>0.53021693551545812</c:v>
                </c:pt>
                <c:pt idx="2755">
                  <c:v>0.67401193726091047</c:v>
                </c:pt>
                <c:pt idx="2756">
                  <c:v>0.68294993072343724</c:v>
                </c:pt>
                <c:pt idx="2757">
                  <c:v>0.65012438937623329</c:v>
                </c:pt>
                <c:pt idx="2758">
                  <c:v>0.53789959448764912</c:v>
                </c:pt>
                <c:pt idx="2759">
                  <c:v>0.5911759513313336</c:v>
                </c:pt>
                <c:pt idx="2760">
                  <c:v>0.66546057133082515</c:v>
                </c:pt>
                <c:pt idx="2761">
                  <c:v>0.66922423731283853</c:v>
                </c:pt>
                <c:pt idx="2762">
                  <c:v>0.62219110318898718</c:v>
                </c:pt>
                <c:pt idx="2763">
                  <c:v>0.87051324738645797</c:v>
                </c:pt>
                <c:pt idx="2764">
                  <c:v>0.80754681378080428</c:v>
                </c:pt>
                <c:pt idx="2765">
                  <c:v>0.35678633380980429</c:v>
                </c:pt>
                <c:pt idx="2766">
                  <c:v>0.18541851043148641</c:v>
                </c:pt>
                <c:pt idx="2767">
                  <c:v>0.21458053329260399</c:v>
                </c:pt>
                <c:pt idx="2768">
                  <c:v>-7.4860798612712429E-2</c:v>
                </c:pt>
                <c:pt idx="2769">
                  <c:v>-0.31068285299315468</c:v>
                </c:pt>
                <c:pt idx="2770">
                  <c:v>-0.26083897013735219</c:v>
                </c:pt>
                <c:pt idx="2771">
                  <c:v>-0.19493305069170819</c:v>
                </c:pt>
                <c:pt idx="2772">
                  <c:v>-0.2239469650593483</c:v>
                </c:pt>
                <c:pt idx="2773">
                  <c:v>-0.2371334172287477</c:v>
                </c:pt>
                <c:pt idx="2774">
                  <c:v>-0.34028514717894659</c:v>
                </c:pt>
                <c:pt idx="2775">
                  <c:v>-0.55923204161555551</c:v>
                </c:pt>
                <c:pt idx="2776">
                  <c:v>-0.72235711579195605</c:v>
                </c:pt>
                <c:pt idx="2777">
                  <c:v>-0.68434978731685947</c:v>
                </c:pt>
                <c:pt idx="2778">
                  <c:v>-0.62037459170505138</c:v>
                </c:pt>
                <c:pt idx="2779">
                  <c:v>-0.67594045196904917</c:v>
                </c:pt>
                <c:pt idx="2780">
                  <c:v>-0.89542751984345192</c:v>
                </c:pt>
                <c:pt idx="2781">
                  <c:v>-0.9987946796805055</c:v>
                </c:pt>
                <c:pt idx="2782">
                  <c:v>-1.0238230545402831</c:v>
                </c:pt>
                <c:pt idx="2783">
                  <c:v>-1.21434616086791</c:v>
                </c:pt>
                <c:pt idx="2784">
                  <c:v>-0.99304059675088319</c:v>
                </c:pt>
                <c:pt idx="2785">
                  <c:v>-0.6338120739870351</c:v>
                </c:pt>
                <c:pt idx="2786">
                  <c:v>-0.53222886399412161</c:v>
                </c:pt>
                <c:pt idx="2787">
                  <c:v>-0.49960067735554481</c:v>
                </c:pt>
                <c:pt idx="2788">
                  <c:v>-0.20939122549274319</c:v>
                </c:pt>
                <c:pt idx="2789">
                  <c:v>0.15491177205411211</c:v>
                </c:pt>
                <c:pt idx="2790">
                  <c:v>5.287795312894867E-2</c:v>
                </c:pt>
                <c:pt idx="2791">
                  <c:v>0.1179045697660111</c:v>
                </c:pt>
                <c:pt idx="2792">
                  <c:v>0.20298257949240689</c:v>
                </c:pt>
                <c:pt idx="2793">
                  <c:v>0.33134893847022889</c:v>
                </c:pt>
                <c:pt idx="2794">
                  <c:v>0.51597842338139588</c:v>
                </c:pt>
                <c:pt idx="2795">
                  <c:v>0.65583330850624721</c:v>
                </c:pt>
                <c:pt idx="2796">
                  <c:v>0.74624641623583632</c:v>
                </c:pt>
                <c:pt idx="2797">
                  <c:v>0.82292745341012496</c:v>
                </c:pt>
                <c:pt idx="2798">
                  <c:v>0.93137416818562013</c:v>
                </c:pt>
                <c:pt idx="2799">
                  <c:v>0.99289733587280027</c:v>
                </c:pt>
                <c:pt idx="2800">
                  <c:v>1.215329969905401</c:v>
                </c:pt>
                <c:pt idx="2801">
                  <c:v>1.4846951603467311</c:v>
                </c:pt>
                <c:pt idx="2802">
                  <c:v>1.701589394034601</c:v>
                </c:pt>
                <c:pt idx="2803">
                  <c:v>2.4726018525993609</c:v>
                </c:pt>
                <c:pt idx="2804">
                  <c:v>2.4280955252219929</c:v>
                </c:pt>
                <c:pt idx="2805">
                  <c:v>2.378348130313892</c:v>
                </c:pt>
                <c:pt idx="2806">
                  <c:v>2.471396131001999</c:v>
                </c:pt>
                <c:pt idx="2807">
                  <c:v>2.6162360314897359</c:v>
                </c:pt>
                <c:pt idx="2808">
                  <c:v>2.6279398639127169</c:v>
                </c:pt>
                <c:pt idx="2809">
                  <c:v>2.809526917382537</c:v>
                </c:pt>
                <c:pt idx="2810">
                  <c:v>2.9677527213514918</c:v>
                </c:pt>
                <c:pt idx="2811">
                  <c:v>2.9668482336822191</c:v>
                </c:pt>
                <c:pt idx="2812">
                  <c:v>2.2643943208671531</c:v>
                </c:pt>
                <c:pt idx="2813">
                  <c:v>2.1443918777048121</c:v>
                </c:pt>
                <c:pt idx="2814">
                  <c:v>2.4359738733783609</c:v>
                </c:pt>
                <c:pt idx="2815">
                  <c:v>2.7124907001222862</c:v>
                </c:pt>
                <c:pt idx="2816">
                  <c:v>3.2826749705681699</c:v>
                </c:pt>
                <c:pt idx="2817">
                  <c:v>3.8717982973741969</c:v>
                </c:pt>
                <c:pt idx="2818">
                  <c:v>3.7704045910408741</c:v>
                </c:pt>
                <c:pt idx="2819">
                  <c:v>3.2193120960442001</c:v>
                </c:pt>
                <c:pt idx="2820">
                  <c:v>2.723346410290413</c:v>
                </c:pt>
                <c:pt idx="2821">
                  <c:v>2.3449028776329861</c:v>
                </c:pt>
                <c:pt idx="2822">
                  <c:v>1.9710415283687319</c:v>
                </c:pt>
                <c:pt idx="2823">
                  <c:v>1.715238649989693</c:v>
                </c:pt>
                <c:pt idx="2824">
                  <c:v>1.750595489646225</c:v>
                </c:pt>
                <c:pt idx="2825">
                  <c:v>1.6891944178672109</c:v>
                </c:pt>
                <c:pt idx="2826">
                  <c:v>1.8853191871501269</c:v>
                </c:pt>
                <c:pt idx="2827">
                  <c:v>1.883339622150717</c:v>
                </c:pt>
                <c:pt idx="2828">
                  <c:v>1.8180790068733861</c:v>
                </c:pt>
                <c:pt idx="2829">
                  <c:v>1.26121750285963</c:v>
                </c:pt>
                <c:pt idx="2830">
                  <c:v>0.9204300741544128</c:v>
                </c:pt>
                <c:pt idx="2831">
                  <c:v>0.72146708034082485</c:v>
                </c:pt>
                <c:pt idx="2832">
                  <c:v>1.14178955071498</c:v>
                </c:pt>
                <c:pt idx="2833">
                  <c:v>0.81373576584569618</c:v>
                </c:pt>
                <c:pt idx="2834">
                  <c:v>0.23531930647748869</c:v>
                </c:pt>
                <c:pt idx="2835">
                  <c:v>-0.32079785202608629</c:v>
                </c:pt>
                <c:pt idx="2836">
                  <c:v>-1.0334310872420549</c:v>
                </c:pt>
                <c:pt idx="2837">
                  <c:v>-1.6566295688438379</c:v>
                </c:pt>
                <c:pt idx="2838">
                  <c:v>-1.7665020964746021</c:v>
                </c:pt>
                <c:pt idx="2839">
                  <c:v>-1.3922572415646199</c:v>
                </c:pt>
                <c:pt idx="2840">
                  <c:v>-0.72087741591469856</c:v>
                </c:pt>
                <c:pt idx="2841">
                  <c:v>-0.35523983722161429</c:v>
                </c:pt>
                <c:pt idx="2842">
                  <c:v>-2.8257277199819231E-2</c:v>
                </c:pt>
                <c:pt idx="2843">
                  <c:v>-7.9220315272947539E-2</c:v>
                </c:pt>
                <c:pt idx="2844">
                  <c:v>-3.6171688881568208E-2</c:v>
                </c:pt>
                <c:pt idx="2845">
                  <c:v>6.8687773280895745E-2</c:v>
                </c:pt>
                <c:pt idx="2846">
                  <c:v>1.8827029432424092E-2</c:v>
                </c:pt>
                <c:pt idx="2847">
                  <c:v>-0.34835070964275111</c:v>
                </c:pt>
                <c:pt idx="2848">
                  <c:v>-0.42530163940334342</c:v>
                </c:pt>
                <c:pt idx="2849">
                  <c:v>-0.22006248517539551</c:v>
                </c:pt>
                <c:pt idx="2850">
                  <c:v>2.8440448947864409E-2</c:v>
                </c:pt>
                <c:pt idx="2851">
                  <c:v>1.393265016420203E-2</c:v>
                </c:pt>
                <c:pt idx="2852">
                  <c:v>-3.8636383917174617E-2</c:v>
                </c:pt>
                <c:pt idx="2853">
                  <c:v>0.39446432301444873</c:v>
                </c:pt>
                <c:pt idx="2854">
                  <c:v>0.79543240889387434</c:v>
                </c:pt>
                <c:pt idx="2855">
                  <c:v>1.2017627977932199</c:v>
                </c:pt>
                <c:pt idx="2856">
                  <c:v>1.612611056537179</c:v>
                </c:pt>
                <c:pt idx="2857">
                  <c:v>1.9046892505088491</c:v>
                </c:pt>
                <c:pt idx="2858">
                  <c:v>2.3584468261174338</c:v>
                </c:pt>
                <c:pt idx="2859">
                  <c:v>2.172555628543881</c:v>
                </c:pt>
                <c:pt idx="2860">
                  <c:v>2.3039250518640242</c:v>
                </c:pt>
                <c:pt idx="2861">
                  <c:v>2.2429108570562839</c:v>
                </c:pt>
                <c:pt idx="2862">
                  <c:v>1.430504390128835</c:v>
                </c:pt>
                <c:pt idx="2863">
                  <c:v>1.143875058462092</c:v>
                </c:pt>
                <c:pt idx="2864">
                  <c:v>1.212856644783965</c:v>
                </c:pt>
                <c:pt idx="2865">
                  <c:v>0.8758836072851901</c:v>
                </c:pt>
                <c:pt idx="2866">
                  <c:v>0.9448527232870515</c:v>
                </c:pt>
                <c:pt idx="2867">
                  <c:v>1.304201068934189</c:v>
                </c:pt>
                <c:pt idx="2868">
                  <c:v>1.239583282558623</c:v>
                </c:pt>
                <c:pt idx="2869">
                  <c:v>1.3032112794654409</c:v>
                </c:pt>
                <c:pt idx="2870">
                  <c:v>1.0572693749258899</c:v>
                </c:pt>
                <c:pt idx="2871">
                  <c:v>1.0038121537065821</c:v>
                </c:pt>
                <c:pt idx="2872">
                  <c:v>0.71538832769941563</c:v>
                </c:pt>
                <c:pt idx="2873">
                  <c:v>0.49687686075041848</c:v>
                </c:pt>
                <c:pt idx="2874">
                  <c:v>0.18965215507977601</c:v>
                </c:pt>
                <c:pt idx="2875">
                  <c:v>-6.1625004401450433E-2</c:v>
                </c:pt>
                <c:pt idx="2876">
                  <c:v>-0.32322097433087238</c:v>
                </c:pt>
                <c:pt idx="2877">
                  <c:v>-0.70928289239168985</c:v>
                </c:pt>
                <c:pt idx="2878">
                  <c:v>-1.2841908228206329</c:v>
                </c:pt>
                <c:pt idx="2879">
                  <c:v>-1.1215762168808361</c:v>
                </c:pt>
                <c:pt idx="2880">
                  <c:v>-2.1056706262441698</c:v>
                </c:pt>
                <c:pt idx="2881">
                  <c:v>-2.418001120380481</c:v>
                </c:pt>
                <c:pt idx="2882">
                  <c:v>-1.637182287439144</c:v>
                </c:pt>
                <c:pt idx="2883">
                  <c:v>-1.533793596532067</c:v>
                </c:pt>
                <c:pt idx="2884">
                  <c:v>-1.775439205647382</c:v>
                </c:pt>
                <c:pt idx="2885">
                  <c:v>-1.2947072455213711</c:v>
                </c:pt>
                <c:pt idx="2886">
                  <c:v>-1.348637650536503</c:v>
                </c:pt>
                <c:pt idx="2887">
                  <c:v>-1.287205543519865</c:v>
                </c:pt>
                <c:pt idx="2888">
                  <c:v>-1.2984933580822711</c:v>
                </c:pt>
                <c:pt idx="2889">
                  <c:v>-1.5147700805823709</c:v>
                </c:pt>
                <c:pt idx="2890">
                  <c:v>-1.441352693507804</c:v>
                </c:pt>
                <c:pt idx="2891">
                  <c:v>-1.3784115190175179</c:v>
                </c:pt>
                <c:pt idx="2892">
                  <c:v>-1.027215766176397</c:v>
                </c:pt>
                <c:pt idx="2893">
                  <c:v>-0.95518604390253614</c:v>
                </c:pt>
                <c:pt idx="2894">
                  <c:v>-0.94577917362797059</c:v>
                </c:pt>
                <c:pt idx="2895">
                  <c:v>-0.96596578155627899</c:v>
                </c:pt>
                <c:pt idx="2896">
                  <c:v>-1.1702433655984279</c:v>
                </c:pt>
                <c:pt idx="2897">
                  <c:v>-1.1486672020390269</c:v>
                </c:pt>
                <c:pt idx="2898">
                  <c:v>-0.98893566513261655</c:v>
                </c:pt>
                <c:pt idx="2899">
                  <c:v>-0.9035733127088782</c:v>
                </c:pt>
                <c:pt idx="2900">
                  <c:v>-0.41739852820466528</c:v>
                </c:pt>
                <c:pt idx="2901">
                  <c:v>-0.21562558156878561</c:v>
                </c:pt>
                <c:pt idx="2902">
                  <c:v>-0.14844270634497531</c:v>
                </c:pt>
                <c:pt idx="2903">
                  <c:v>5.2418656869489939E-2</c:v>
                </c:pt>
                <c:pt idx="2904">
                  <c:v>2.843063103489113E-2</c:v>
                </c:pt>
                <c:pt idx="2905">
                  <c:v>-0.1833820338218424</c:v>
                </c:pt>
                <c:pt idx="2906">
                  <c:v>-0.25381081232786412</c:v>
                </c:pt>
                <c:pt idx="2907">
                  <c:v>-0.57694203916382947</c:v>
                </c:pt>
                <c:pt idx="2908">
                  <c:v>-0.49173535479989178</c:v>
                </c:pt>
                <c:pt idx="2909">
                  <c:v>-0.37738155142703028</c:v>
                </c:pt>
                <c:pt idx="2910">
                  <c:v>-0.26367338787570399</c:v>
                </c:pt>
                <c:pt idx="2911">
                  <c:v>-3.0743306252538669E-2</c:v>
                </c:pt>
                <c:pt idx="2912">
                  <c:v>0.50014676018254034</c:v>
                </c:pt>
                <c:pt idx="2913">
                  <c:v>0.58466936236594436</c:v>
                </c:pt>
                <c:pt idx="2914">
                  <c:v>0.99901263190333844</c:v>
                </c:pt>
                <c:pt idx="2915">
                  <c:v>1.0774182233111571</c:v>
                </c:pt>
                <c:pt idx="2916">
                  <c:v>1.422210168079004</c:v>
                </c:pt>
                <c:pt idx="2917">
                  <c:v>1.7669053015644931</c:v>
                </c:pt>
                <c:pt idx="2918">
                  <c:v>1.849673488437015</c:v>
                </c:pt>
                <c:pt idx="2919">
                  <c:v>1.886588590078164</c:v>
                </c:pt>
                <c:pt idx="2920">
                  <c:v>1.84552758759794</c:v>
                </c:pt>
                <c:pt idx="2921">
                  <c:v>1.709429305794085</c:v>
                </c:pt>
                <c:pt idx="2922">
                  <c:v>1.124094772286117</c:v>
                </c:pt>
                <c:pt idx="2923">
                  <c:v>0.97620688720207749</c:v>
                </c:pt>
                <c:pt idx="2924">
                  <c:v>1.434765647658631</c:v>
                </c:pt>
                <c:pt idx="2925">
                  <c:v>1.3747650369741671</c:v>
                </c:pt>
                <c:pt idx="2926">
                  <c:v>1.3239461528490539</c:v>
                </c:pt>
                <c:pt idx="2927">
                  <c:v>1.4683311361311051</c:v>
                </c:pt>
                <c:pt idx="2928">
                  <c:v>1.537514511714821</c:v>
                </c:pt>
                <c:pt idx="2929">
                  <c:v>1.5225958500389869</c:v>
                </c:pt>
                <c:pt idx="2930">
                  <c:v>1.5667372476513459</c:v>
                </c:pt>
                <c:pt idx="2931">
                  <c:v>1.710129446740692</c:v>
                </c:pt>
                <c:pt idx="2932">
                  <c:v>1.31728018739965</c:v>
                </c:pt>
                <c:pt idx="2933">
                  <c:v>1.365279544343678</c:v>
                </c:pt>
                <c:pt idx="2934">
                  <c:v>0.79890230366103732</c:v>
                </c:pt>
                <c:pt idx="2935">
                  <c:v>0.48884147312554721</c:v>
                </c:pt>
                <c:pt idx="2936">
                  <c:v>8.4046275784604982E-2</c:v>
                </c:pt>
                <c:pt idx="2937">
                  <c:v>-0.3296284834787781</c:v>
                </c:pt>
                <c:pt idx="2938">
                  <c:v>-0.36407856970533042</c:v>
                </c:pt>
                <c:pt idx="2939">
                  <c:v>-0.4603881925885312</c:v>
                </c:pt>
                <c:pt idx="2940">
                  <c:v>-0.3196230567178111</c:v>
                </c:pt>
                <c:pt idx="2941">
                  <c:v>-0.27206427889802809</c:v>
                </c:pt>
                <c:pt idx="2942">
                  <c:v>0.2120222271805563</c:v>
                </c:pt>
                <c:pt idx="2943">
                  <c:v>-1.92749627872731E-3</c:v>
                </c:pt>
                <c:pt idx="2944">
                  <c:v>-0.14897578523023261</c:v>
                </c:pt>
                <c:pt idx="2945">
                  <c:v>0.24543580415657759</c:v>
                </c:pt>
                <c:pt idx="2946">
                  <c:v>0.104905928400782</c:v>
                </c:pt>
                <c:pt idx="2947">
                  <c:v>2.4837393228794379E-2</c:v>
                </c:pt>
                <c:pt idx="2948">
                  <c:v>-1.28215176237623E-2</c:v>
                </c:pt>
                <c:pt idx="2949">
                  <c:v>-6.418817581362761E-2</c:v>
                </c:pt>
                <c:pt idx="2950">
                  <c:v>9.2509090141701333E-2</c:v>
                </c:pt>
                <c:pt idx="2951">
                  <c:v>-0.42923945067036717</c:v>
                </c:pt>
                <c:pt idx="2952">
                  <c:v>-0.49553987495912549</c:v>
                </c:pt>
                <c:pt idx="2953">
                  <c:v>-0.63773391007173907</c:v>
                </c:pt>
                <c:pt idx="2954">
                  <c:v>-0.21158430734496991</c:v>
                </c:pt>
                <c:pt idx="2955">
                  <c:v>0.1314181317082368</c:v>
                </c:pt>
                <c:pt idx="2956">
                  <c:v>0.23239814230155509</c:v>
                </c:pt>
                <c:pt idx="2957">
                  <c:v>0.25168998131285503</c:v>
                </c:pt>
                <c:pt idx="2958">
                  <c:v>0.31207671294888423</c:v>
                </c:pt>
                <c:pt idx="2959">
                  <c:v>0.25694020121709238</c:v>
                </c:pt>
                <c:pt idx="2960">
                  <c:v>0.38717944410471439</c:v>
                </c:pt>
                <c:pt idx="2961">
                  <c:v>0.32876943265632652</c:v>
                </c:pt>
                <c:pt idx="2962">
                  <c:v>0.23289917669431559</c:v>
                </c:pt>
                <c:pt idx="2963">
                  <c:v>0.48113567398803753</c:v>
                </c:pt>
                <c:pt idx="2964">
                  <c:v>0.32302989713697178</c:v>
                </c:pt>
                <c:pt idx="2965">
                  <c:v>0.2357998602770103</c:v>
                </c:pt>
                <c:pt idx="2966">
                  <c:v>0.45828775318273268</c:v>
                </c:pt>
                <c:pt idx="2967">
                  <c:v>0.54583720434150429</c:v>
                </c:pt>
                <c:pt idx="2968">
                  <c:v>0.46708886139647632</c:v>
                </c:pt>
                <c:pt idx="2969">
                  <c:v>0.73702167831132182</c:v>
                </c:pt>
                <c:pt idx="2970">
                  <c:v>0.45586492005050799</c:v>
                </c:pt>
                <c:pt idx="2971">
                  <c:v>0.7128709219066337</c:v>
                </c:pt>
                <c:pt idx="2972">
                  <c:v>0.7248587261434305</c:v>
                </c:pt>
                <c:pt idx="2973">
                  <c:v>0.60199445795903961</c:v>
                </c:pt>
                <c:pt idx="2974">
                  <c:v>0.20082781983508849</c:v>
                </c:pt>
                <c:pt idx="2975">
                  <c:v>-1.0396572155890221E-2</c:v>
                </c:pt>
                <c:pt idx="2976">
                  <c:v>-1.643126080906698E-2</c:v>
                </c:pt>
                <c:pt idx="2977">
                  <c:v>0.20344736261878699</c:v>
                </c:pt>
                <c:pt idx="2978">
                  <c:v>0.15051950677798959</c:v>
                </c:pt>
                <c:pt idx="2979">
                  <c:v>0.37331731160603637</c:v>
                </c:pt>
                <c:pt idx="2980">
                  <c:v>0.20055896227478001</c:v>
                </c:pt>
                <c:pt idx="2981">
                  <c:v>0.12977503136732921</c:v>
                </c:pt>
                <c:pt idx="2982">
                  <c:v>7.073101303357994E-2</c:v>
                </c:pt>
                <c:pt idx="2983">
                  <c:v>-8.4835545085159184E-2</c:v>
                </c:pt>
                <c:pt idx="2984">
                  <c:v>-0.11896298412282399</c:v>
                </c:pt>
                <c:pt idx="2985">
                  <c:v>-0.65485624134533349</c:v>
                </c:pt>
                <c:pt idx="2986">
                  <c:v>-0.9356496448841094</c:v>
                </c:pt>
                <c:pt idx="2987">
                  <c:v>-1.2270611018674269</c:v>
                </c:pt>
                <c:pt idx="2988">
                  <c:v>-1.2849220629801501</c:v>
                </c:pt>
                <c:pt idx="2989">
                  <c:v>-1.4029584670579369</c:v>
                </c:pt>
                <c:pt idx="2990">
                  <c:v>-1.4785283307461541</c:v>
                </c:pt>
                <c:pt idx="2991">
                  <c:v>-1.4375198008301839</c:v>
                </c:pt>
                <c:pt idx="2992">
                  <c:v>-1.5815533352818489</c:v>
                </c:pt>
                <c:pt idx="2993">
                  <c:v>-1.402627425102515</c:v>
                </c:pt>
                <c:pt idx="2994">
                  <c:v>-0.88439448434297108</c:v>
                </c:pt>
                <c:pt idx="2995">
                  <c:v>-0.67730758301200267</c:v>
                </c:pt>
                <c:pt idx="2996">
                  <c:v>-0.4292110124722745</c:v>
                </c:pt>
                <c:pt idx="2997">
                  <c:v>-0.54784453734580596</c:v>
                </c:pt>
                <c:pt idx="2998">
                  <c:v>-0.65295239805508409</c:v>
                </c:pt>
                <c:pt idx="2999">
                  <c:v>-0.63559464900608875</c:v>
                </c:pt>
                <c:pt idx="3000">
                  <c:v>-0.6691971154370856</c:v>
                </c:pt>
                <c:pt idx="3001">
                  <c:v>-0.5099794977264287</c:v>
                </c:pt>
                <c:pt idx="3002">
                  <c:v>-0.35579513864684159</c:v>
                </c:pt>
                <c:pt idx="3003">
                  <c:v>-0.2174588495863444</c:v>
                </c:pt>
                <c:pt idx="3004">
                  <c:v>-0.37986020530461673</c:v>
                </c:pt>
                <c:pt idx="3005">
                  <c:v>-0.16553134369977701</c:v>
                </c:pt>
                <c:pt idx="3006">
                  <c:v>-0.24631346220066949</c:v>
                </c:pt>
                <c:pt idx="3007">
                  <c:v>-0.1111963053993202</c:v>
                </c:pt>
                <c:pt idx="3008">
                  <c:v>-0.30125780381835732</c:v>
                </c:pt>
                <c:pt idx="3009">
                  <c:v>-0.38127469913743117</c:v>
                </c:pt>
                <c:pt idx="3010">
                  <c:v>-0.19307803088235481</c:v>
                </c:pt>
                <c:pt idx="3011">
                  <c:v>-0.30811031608390621</c:v>
                </c:pt>
                <c:pt idx="3012">
                  <c:v>-0.16389292348752621</c:v>
                </c:pt>
                <c:pt idx="3013">
                  <c:v>-5.5787377960222068E-2</c:v>
                </c:pt>
                <c:pt idx="3014">
                  <c:v>-0.65303510497448991</c:v>
                </c:pt>
                <c:pt idx="3015">
                  <c:v>-0.9118745735026379</c:v>
                </c:pt>
                <c:pt idx="3016">
                  <c:v>-1.2179355433337431</c:v>
                </c:pt>
                <c:pt idx="3017">
                  <c:v>-1.148550878749895</c:v>
                </c:pt>
                <c:pt idx="3018">
                  <c:v>-1.1349394850835699</c:v>
                </c:pt>
                <c:pt idx="3019">
                  <c:v>-1.147481137234819</c:v>
                </c:pt>
                <c:pt idx="3020">
                  <c:v>-1.0128904647537189</c:v>
                </c:pt>
                <c:pt idx="3021">
                  <c:v>-0.89431395347653664</c:v>
                </c:pt>
                <c:pt idx="3022">
                  <c:v>-0.94205577457870115</c:v>
                </c:pt>
                <c:pt idx="3023">
                  <c:v>-1.13443893955098</c:v>
                </c:pt>
                <c:pt idx="3024">
                  <c:v>-1.071117643001017</c:v>
                </c:pt>
                <c:pt idx="3025">
                  <c:v>-1.0683012259231619</c:v>
                </c:pt>
                <c:pt idx="3026">
                  <c:v>-0.94455688938186322</c:v>
                </c:pt>
                <c:pt idx="3027">
                  <c:v>-0.76332195229128541</c:v>
                </c:pt>
                <c:pt idx="3028">
                  <c:v>-0.48068055028498591</c:v>
                </c:pt>
                <c:pt idx="3029">
                  <c:v>-0.58344540345300189</c:v>
                </c:pt>
                <c:pt idx="3030">
                  <c:v>-0.67713395102279661</c:v>
                </c:pt>
                <c:pt idx="3031">
                  <c:v>-0.78545685595187587</c:v>
                </c:pt>
                <c:pt idx="3032">
                  <c:v>-0.73635350062192284</c:v>
                </c:pt>
                <c:pt idx="3033">
                  <c:v>-0.91263507763756524</c:v>
                </c:pt>
                <c:pt idx="3034">
                  <c:v>-0.66427607221062246</c:v>
                </c:pt>
                <c:pt idx="3035">
                  <c:v>-0.49061918697621448</c:v>
                </c:pt>
                <c:pt idx="3036">
                  <c:v>-0.24394010982689909</c:v>
                </c:pt>
                <c:pt idx="3037">
                  <c:v>-0.25348403845369383</c:v>
                </c:pt>
                <c:pt idx="3038">
                  <c:v>-0.28734039264261069</c:v>
                </c:pt>
                <c:pt idx="3039">
                  <c:v>-0.4242474323898891</c:v>
                </c:pt>
                <c:pt idx="3040">
                  <c:v>-0.41152775131488661</c:v>
                </c:pt>
                <c:pt idx="3041">
                  <c:v>-0.49915344034044451</c:v>
                </c:pt>
                <c:pt idx="3042">
                  <c:v>-0.5782559988640984</c:v>
                </c:pt>
                <c:pt idx="3043">
                  <c:v>-0.44851590875296249</c:v>
                </c:pt>
                <c:pt idx="3044">
                  <c:v>-0.47237211050211669</c:v>
                </c:pt>
                <c:pt idx="3045">
                  <c:v>-0.3680278514532922</c:v>
                </c:pt>
                <c:pt idx="3046">
                  <c:v>-0.32426736227998598</c:v>
                </c:pt>
                <c:pt idx="3047">
                  <c:v>-0.40387275938878092</c:v>
                </c:pt>
                <c:pt idx="3048">
                  <c:v>-0.27952488642441092</c:v>
                </c:pt>
                <c:pt idx="3049">
                  <c:v>-0.31339734082827497</c:v>
                </c:pt>
                <c:pt idx="3050">
                  <c:v>-0.54136730171629022</c:v>
                </c:pt>
                <c:pt idx="3051">
                  <c:v>-0.39450435373701859</c:v>
                </c:pt>
                <c:pt idx="3052">
                  <c:v>-0.24933431429928771</c:v>
                </c:pt>
                <c:pt idx="3053">
                  <c:v>-6.1526498606965102E-2</c:v>
                </c:pt>
                <c:pt idx="3054">
                  <c:v>1.047714769213828E-2</c:v>
                </c:pt>
                <c:pt idx="3055">
                  <c:v>-0.1368668880198009</c:v>
                </c:pt>
                <c:pt idx="3056">
                  <c:v>-0.53802869058554592</c:v>
                </c:pt>
                <c:pt idx="3057">
                  <c:v>-0.62259329655788642</c:v>
                </c:pt>
                <c:pt idx="3058">
                  <c:v>-0.54183243463375508</c:v>
                </c:pt>
                <c:pt idx="3059">
                  <c:v>-0.52610857317897897</c:v>
                </c:pt>
                <c:pt idx="3060">
                  <c:v>-0.62799312875368407</c:v>
                </c:pt>
                <c:pt idx="3061">
                  <c:v>-0.56981752546695363</c:v>
                </c:pt>
                <c:pt idx="3062">
                  <c:v>-0.35157968284962671</c:v>
                </c:pt>
                <c:pt idx="3063">
                  <c:v>-0.50548247918340594</c:v>
                </c:pt>
                <c:pt idx="3064">
                  <c:v>-0.40328016581331277</c:v>
                </c:pt>
                <c:pt idx="3065">
                  <c:v>-0.47319382626144291</c:v>
                </c:pt>
                <c:pt idx="3066">
                  <c:v>-0.47562512057225592</c:v>
                </c:pt>
                <c:pt idx="3067">
                  <c:v>-0.63116240327959017</c:v>
                </c:pt>
                <c:pt idx="3068">
                  <c:v>-0.74165567051145354</c:v>
                </c:pt>
                <c:pt idx="3069">
                  <c:v>-0.52167910588836564</c:v>
                </c:pt>
                <c:pt idx="3070">
                  <c:v>-0.17621785615773239</c:v>
                </c:pt>
                <c:pt idx="3071">
                  <c:v>-0.29538315377094621</c:v>
                </c:pt>
                <c:pt idx="3072">
                  <c:v>-0.39018825950741182</c:v>
                </c:pt>
                <c:pt idx="3073">
                  <c:v>-0.44332935188456901</c:v>
                </c:pt>
                <c:pt idx="3074">
                  <c:v>-0.53791157033399151</c:v>
                </c:pt>
                <c:pt idx="3075">
                  <c:v>-0.3776726550515821</c:v>
                </c:pt>
                <c:pt idx="3076">
                  <c:v>-6.0968931789734766E-3</c:v>
                </c:pt>
                <c:pt idx="3077">
                  <c:v>8.1975539224652408E-2</c:v>
                </c:pt>
                <c:pt idx="3078">
                  <c:v>8.3091347972096011E-2</c:v>
                </c:pt>
                <c:pt idx="3079">
                  <c:v>1.344306028196964E-2</c:v>
                </c:pt>
                <c:pt idx="3080">
                  <c:v>7.4920558252961317E-2</c:v>
                </c:pt>
                <c:pt idx="3081">
                  <c:v>-2.498111146265225E-2</c:v>
                </c:pt>
                <c:pt idx="3082">
                  <c:v>-7.5119686206285355E-2</c:v>
                </c:pt>
                <c:pt idx="3083">
                  <c:v>-0.18058222037570021</c:v>
                </c:pt>
                <c:pt idx="3084">
                  <c:v>-0.38564914806783418</c:v>
                </c:pt>
                <c:pt idx="3085">
                  <c:v>-0.52184565298094332</c:v>
                </c:pt>
                <c:pt idx="3086">
                  <c:v>-0.43644820143707019</c:v>
                </c:pt>
                <c:pt idx="3087">
                  <c:v>-0.15672116897034311</c:v>
                </c:pt>
                <c:pt idx="3088">
                  <c:v>-0.1267112816442918</c:v>
                </c:pt>
                <c:pt idx="3089">
                  <c:v>-0.11390441999195861</c:v>
                </c:pt>
                <c:pt idx="3090">
                  <c:v>-0.1142262472964404</c:v>
                </c:pt>
                <c:pt idx="3091">
                  <c:v>0.17902529105424861</c:v>
                </c:pt>
                <c:pt idx="3092">
                  <c:v>0.30388247969281851</c:v>
                </c:pt>
                <c:pt idx="3093">
                  <c:v>0.42909538052767721</c:v>
                </c:pt>
                <c:pt idx="3094">
                  <c:v>0.37607810098802941</c:v>
                </c:pt>
                <c:pt idx="3095">
                  <c:v>0.67001306550220241</c:v>
                </c:pt>
                <c:pt idx="3096">
                  <c:v>0.58704401148764351</c:v>
                </c:pt>
                <c:pt idx="3097">
                  <c:v>0.60934792613704858</c:v>
                </c:pt>
                <c:pt idx="3098">
                  <c:v>0.58505145259820257</c:v>
                </c:pt>
                <c:pt idx="3099">
                  <c:v>0.48569753531899362</c:v>
                </c:pt>
                <c:pt idx="3100">
                  <c:v>0.37702805798129702</c:v>
                </c:pt>
                <c:pt idx="3101">
                  <c:v>0.4280973880320107</c:v>
                </c:pt>
                <c:pt idx="3102">
                  <c:v>0.22663991009420839</c:v>
                </c:pt>
                <c:pt idx="3103">
                  <c:v>0.28589589522709791</c:v>
                </c:pt>
                <c:pt idx="3104">
                  <c:v>0.29084114486028012</c:v>
                </c:pt>
                <c:pt idx="3105">
                  <c:v>0.39723542301003728</c:v>
                </c:pt>
                <c:pt idx="3106">
                  <c:v>0.3426518108157377</c:v>
                </c:pt>
                <c:pt idx="3107">
                  <c:v>0.34009756648078432</c:v>
                </c:pt>
                <c:pt idx="3108">
                  <c:v>0.30548016687242879</c:v>
                </c:pt>
                <c:pt idx="3109">
                  <c:v>0.1501059855301245</c:v>
                </c:pt>
                <c:pt idx="3110">
                  <c:v>-7.2270272319231887E-2</c:v>
                </c:pt>
                <c:pt idx="3111">
                  <c:v>-0.49461696090606327</c:v>
                </c:pt>
                <c:pt idx="3112">
                  <c:v>-0.80957287934425892</c:v>
                </c:pt>
                <c:pt idx="3113">
                  <c:v>-1.115016672427027</c:v>
                </c:pt>
                <c:pt idx="3114">
                  <c:v>-1.0755909415039839</c:v>
                </c:pt>
                <c:pt idx="3115">
                  <c:v>-1.4033704612810589</c:v>
                </c:pt>
                <c:pt idx="3116">
                  <c:v>-1.3668062817612061</c:v>
                </c:pt>
                <c:pt idx="3117">
                  <c:v>-1.3184810128705999</c:v>
                </c:pt>
                <c:pt idx="3118">
                  <c:v>-1.311305953728694</c:v>
                </c:pt>
                <c:pt idx="3119">
                  <c:v>-0.88809094460702165</c:v>
                </c:pt>
                <c:pt idx="3120">
                  <c:v>-0.40702931135582071</c:v>
                </c:pt>
                <c:pt idx="3121">
                  <c:v>-0.33255951353400992</c:v>
                </c:pt>
                <c:pt idx="3122">
                  <c:v>-0.38147210974769208</c:v>
                </c:pt>
                <c:pt idx="3123">
                  <c:v>0.190856498564797</c:v>
                </c:pt>
                <c:pt idx="3124">
                  <c:v>0.4387942448068119</c:v>
                </c:pt>
                <c:pt idx="3125">
                  <c:v>0.35441320156525391</c:v>
                </c:pt>
                <c:pt idx="3126">
                  <c:v>0.30905746721943622</c:v>
                </c:pt>
                <c:pt idx="3127">
                  <c:v>0.39843900316078967</c:v>
                </c:pt>
                <c:pt idx="3128">
                  <c:v>0.43498894945022309</c:v>
                </c:pt>
                <c:pt idx="3129">
                  <c:v>0.97889155566525365</c:v>
                </c:pt>
                <c:pt idx="3130">
                  <c:v>1.0940186351659491</c:v>
                </c:pt>
                <c:pt idx="3131">
                  <c:v>1.217313481733445</c:v>
                </c:pt>
                <c:pt idx="3132">
                  <c:v>1.5019426690454589</c:v>
                </c:pt>
                <c:pt idx="3133">
                  <c:v>1.7114013287041761</c:v>
                </c:pt>
                <c:pt idx="3134">
                  <c:v>2.4303902763930392</c:v>
                </c:pt>
                <c:pt idx="3135">
                  <c:v>2.3520915110597032</c:v>
                </c:pt>
                <c:pt idx="3136">
                  <c:v>2.516678656354256</c:v>
                </c:pt>
                <c:pt idx="3137">
                  <c:v>2.410737680900779</c:v>
                </c:pt>
                <c:pt idx="3138">
                  <c:v>2.2666824778161581</c:v>
                </c:pt>
                <c:pt idx="3139">
                  <c:v>1.3552608447484349</c:v>
                </c:pt>
                <c:pt idx="3140">
                  <c:v>0.73806517934888305</c:v>
                </c:pt>
                <c:pt idx="3141">
                  <c:v>0.60115477267283268</c:v>
                </c:pt>
                <c:pt idx="3142">
                  <c:v>0.73019324836963084</c:v>
                </c:pt>
                <c:pt idx="3143">
                  <c:v>0.48743094998340791</c:v>
                </c:pt>
                <c:pt idx="3144">
                  <c:v>0.22432632442472869</c:v>
                </c:pt>
                <c:pt idx="3145">
                  <c:v>0.43995855542748979</c:v>
                </c:pt>
                <c:pt idx="3146">
                  <c:v>0.78383178273449372</c:v>
                </c:pt>
                <c:pt idx="3147">
                  <c:v>0.90846176875942464</c:v>
                </c:pt>
                <c:pt idx="3148">
                  <c:v>0.52200835669174361</c:v>
                </c:pt>
                <c:pt idx="3149">
                  <c:v>0.16620054494017519</c:v>
                </c:pt>
                <c:pt idx="3150">
                  <c:v>0.49552186836038209</c:v>
                </c:pt>
                <c:pt idx="3151">
                  <c:v>0.6326006317308287</c:v>
                </c:pt>
                <c:pt idx="3152">
                  <c:v>0.66411755262072425</c:v>
                </c:pt>
                <c:pt idx="3153">
                  <c:v>0.32752964455366218</c:v>
                </c:pt>
                <c:pt idx="3154">
                  <c:v>-4.0215435797844479E-2</c:v>
                </c:pt>
                <c:pt idx="3155">
                  <c:v>-0.3324203048959975</c:v>
                </c:pt>
                <c:pt idx="3156">
                  <c:v>-0.63454008298334308</c:v>
                </c:pt>
                <c:pt idx="3157">
                  <c:v>-0.77396508167259359</c:v>
                </c:pt>
                <c:pt idx="3158">
                  <c:v>-0.54098576169857671</c:v>
                </c:pt>
                <c:pt idx="3159">
                  <c:v>0.50415137518647601</c:v>
                </c:pt>
                <c:pt idx="3160">
                  <c:v>1.01083526173754</c:v>
                </c:pt>
                <c:pt idx="3161">
                  <c:v>0.99974703765896666</c:v>
                </c:pt>
                <c:pt idx="3162">
                  <c:v>1.3025510809437331</c:v>
                </c:pt>
                <c:pt idx="3163">
                  <c:v>1.322294287222078</c:v>
                </c:pt>
                <c:pt idx="3164">
                  <c:v>1.3834974305857439</c:v>
                </c:pt>
                <c:pt idx="3165">
                  <c:v>1.526723720112908</c:v>
                </c:pt>
                <c:pt idx="3166">
                  <c:v>1.254365309302099</c:v>
                </c:pt>
                <c:pt idx="3167">
                  <c:v>1.094427191125676</c:v>
                </c:pt>
                <c:pt idx="3168">
                  <c:v>1.6087140741124959</c:v>
                </c:pt>
                <c:pt idx="3169">
                  <c:v>1.4896674672694561</c:v>
                </c:pt>
                <c:pt idx="3170">
                  <c:v>1.075033777838609</c:v>
                </c:pt>
                <c:pt idx="3171">
                  <c:v>0.82097226878098051</c:v>
                </c:pt>
                <c:pt idx="3172">
                  <c:v>-7.2161670083689691E-2</c:v>
                </c:pt>
                <c:pt idx="3173">
                  <c:v>4.2079777723191797E-2</c:v>
                </c:pt>
                <c:pt idx="3174">
                  <c:v>-0.32675192520552782</c:v>
                </c:pt>
                <c:pt idx="3175">
                  <c:v>-0.1101562139060026</c:v>
                </c:pt>
                <c:pt idx="3176">
                  <c:v>1.192502709293123E-2</c:v>
                </c:pt>
                <c:pt idx="3177">
                  <c:v>0.36402543177329882</c:v>
                </c:pt>
                <c:pt idx="3178">
                  <c:v>0.43292448684457557</c:v>
                </c:pt>
                <c:pt idx="3179">
                  <c:v>0.23399276093393381</c:v>
                </c:pt>
                <c:pt idx="3180">
                  <c:v>-0.17245450294022699</c:v>
                </c:pt>
                <c:pt idx="3181">
                  <c:v>-2.8189738906213291E-3</c:v>
                </c:pt>
                <c:pt idx="3182">
                  <c:v>-0.1682760407458993</c:v>
                </c:pt>
                <c:pt idx="3183">
                  <c:v>-0.1858298595290204</c:v>
                </c:pt>
                <c:pt idx="3184">
                  <c:v>3.5477200541343887E-2</c:v>
                </c:pt>
                <c:pt idx="3185">
                  <c:v>4.5182724880347136E-3</c:v>
                </c:pt>
                <c:pt idx="3186">
                  <c:v>0.26350920176348802</c:v>
                </c:pt>
                <c:pt idx="3187">
                  <c:v>0.44824359085472182</c:v>
                </c:pt>
                <c:pt idx="3188">
                  <c:v>0.6645156111659366</c:v>
                </c:pt>
                <c:pt idx="3189">
                  <c:v>1.0721939419565141</c:v>
                </c:pt>
                <c:pt idx="3190">
                  <c:v>0.82046233194851448</c:v>
                </c:pt>
                <c:pt idx="3191">
                  <c:v>0.73993348139715087</c:v>
                </c:pt>
                <c:pt idx="3192">
                  <c:v>1.073516440914384</c:v>
                </c:pt>
                <c:pt idx="3193">
                  <c:v>1.0453511240291491</c:v>
                </c:pt>
                <c:pt idx="3194">
                  <c:v>1.244346281446175</c:v>
                </c:pt>
                <c:pt idx="3195">
                  <c:v>1.4344291315175699</c:v>
                </c:pt>
                <c:pt idx="3196">
                  <c:v>1.5690680840524689</c:v>
                </c:pt>
                <c:pt idx="3197">
                  <c:v>1.289557423069208</c:v>
                </c:pt>
                <c:pt idx="3198">
                  <c:v>1.3160500722221711</c:v>
                </c:pt>
                <c:pt idx="3199">
                  <c:v>1.4220070520262671</c:v>
                </c:pt>
                <c:pt idx="3200">
                  <c:v>1.365377436307939</c:v>
                </c:pt>
                <c:pt idx="3201">
                  <c:v>1.129366297212939</c:v>
                </c:pt>
                <c:pt idx="3202">
                  <c:v>1.0054859916673751</c:v>
                </c:pt>
                <c:pt idx="3203">
                  <c:v>0.50601623726412737</c:v>
                </c:pt>
                <c:pt idx="3204">
                  <c:v>0.57287207899876591</c:v>
                </c:pt>
                <c:pt idx="3205">
                  <c:v>0.27629337792301739</c:v>
                </c:pt>
                <c:pt idx="3206">
                  <c:v>-0.1905891417984672</c:v>
                </c:pt>
                <c:pt idx="3207">
                  <c:v>-0.55912354435531764</c:v>
                </c:pt>
                <c:pt idx="3208">
                  <c:v>-1.030277767707569</c:v>
                </c:pt>
                <c:pt idx="3209">
                  <c:v>-1.35284711993588</c:v>
                </c:pt>
                <c:pt idx="3210">
                  <c:v>-1.1782198351295661</c:v>
                </c:pt>
                <c:pt idx="3211">
                  <c:v>-0.97070626713315089</c:v>
                </c:pt>
                <c:pt idx="3212">
                  <c:v>-0.73264193638620878</c:v>
                </c:pt>
                <c:pt idx="3213">
                  <c:v>-0.65076223360316021</c:v>
                </c:pt>
                <c:pt idx="3214">
                  <c:v>-0.70444097911725623</c:v>
                </c:pt>
                <c:pt idx="3215">
                  <c:v>-0.77237340651838471</c:v>
                </c:pt>
                <c:pt idx="3216">
                  <c:v>-0.70883584833700797</c:v>
                </c:pt>
                <c:pt idx="3217">
                  <c:v>-0.58191539546563276</c:v>
                </c:pt>
                <c:pt idx="3218">
                  <c:v>-0.28097346574738918</c:v>
                </c:pt>
                <c:pt idx="3219">
                  <c:v>-0.23047046927761641</c:v>
                </c:pt>
                <c:pt idx="3220">
                  <c:v>-0.18821968012724399</c:v>
                </c:pt>
                <c:pt idx="3221">
                  <c:v>7.1126574276271337E-2</c:v>
                </c:pt>
                <c:pt idx="3222">
                  <c:v>0.2226930156023085</c:v>
                </c:pt>
                <c:pt idx="3223">
                  <c:v>0.68997586706264746</c:v>
                </c:pt>
                <c:pt idx="3224">
                  <c:v>0.78247020576935056</c:v>
                </c:pt>
                <c:pt idx="3225">
                  <c:v>1.184173053869888</c:v>
                </c:pt>
                <c:pt idx="3226">
                  <c:v>1.740386749970257</c:v>
                </c:pt>
                <c:pt idx="3227">
                  <c:v>1.526463483167168</c:v>
                </c:pt>
                <c:pt idx="3228">
                  <c:v>1.488309110756266</c:v>
                </c:pt>
                <c:pt idx="3229">
                  <c:v>1.3960216663274989</c:v>
                </c:pt>
                <c:pt idx="3230">
                  <c:v>1.6663870398611651</c:v>
                </c:pt>
                <c:pt idx="3231">
                  <c:v>1.932788984555434</c:v>
                </c:pt>
                <c:pt idx="3232">
                  <c:v>1.9895092500672269</c:v>
                </c:pt>
                <c:pt idx="3233">
                  <c:v>1.8250980526978129</c:v>
                </c:pt>
                <c:pt idx="3234">
                  <c:v>1.8649995445360941</c:v>
                </c:pt>
                <c:pt idx="3235">
                  <c:v>1.9613501382129761</c:v>
                </c:pt>
                <c:pt idx="3236">
                  <c:v>1.593265024635441</c:v>
                </c:pt>
                <c:pt idx="3237">
                  <c:v>1.5400078286244341</c:v>
                </c:pt>
                <c:pt idx="3238">
                  <c:v>1.1351556314514959</c:v>
                </c:pt>
                <c:pt idx="3239">
                  <c:v>1.265005548701958</c:v>
                </c:pt>
                <c:pt idx="3240">
                  <c:v>1.557770939574042</c:v>
                </c:pt>
                <c:pt idx="3241">
                  <c:v>1.7215741442550621</c:v>
                </c:pt>
                <c:pt idx="3242">
                  <c:v>2.1898724544359758</c:v>
                </c:pt>
                <c:pt idx="3243">
                  <c:v>2.1040564529015469</c:v>
                </c:pt>
                <c:pt idx="3244">
                  <c:v>1.861626712357267</c:v>
                </c:pt>
                <c:pt idx="3245">
                  <c:v>1.7304908097929581</c:v>
                </c:pt>
                <c:pt idx="3246">
                  <c:v>1.7757341510947751</c:v>
                </c:pt>
                <c:pt idx="3247">
                  <c:v>2.0130896156782621</c:v>
                </c:pt>
                <c:pt idx="3248">
                  <c:v>2.030602691834535</c:v>
                </c:pt>
                <c:pt idx="3249">
                  <c:v>1.7696605546227679</c:v>
                </c:pt>
                <c:pt idx="3250">
                  <c:v>1.9639836631977949</c:v>
                </c:pt>
                <c:pt idx="3251">
                  <c:v>1.5910360168595361</c:v>
                </c:pt>
                <c:pt idx="3252">
                  <c:v>1.29429252931616</c:v>
                </c:pt>
                <c:pt idx="3253">
                  <c:v>1.344851255956006</c:v>
                </c:pt>
                <c:pt idx="3254">
                  <c:v>1.2971825162517601</c:v>
                </c:pt>
                <c:pt idx="3255">
                  <c:v>1.433089558423202</c:v>
                </c:pt>
                <c:pt idx="3256">
                  <c:v>1.786270129768202</c:v>
                </c:pt>
                <c:pt idx="3257">
                  <c:v>1.7607363273532071</c:v>
                </c:pt>
                <c:pt idx="3258">
                  <c:v>1.42387374736954</c:v>
                </c:pt>
                <c:pt idx="3259">
                  <c:v>0.66104434580248894</c:v>
                </c:pt>
                <c:pt idx="3260">
                  <c:v>0.39826083365336667</c:v>
                </c:pt>
                <c:pt idx="3261">
                  <c:v>-0.1239589144386819</c:v>
                </c:pt>
                <c:pt idx="3262">
                  <c:v>-0.69195046173388464</c:v>
                </c:pt>
                <c:pt idx="3263">
                  <c:v>-1.199310118428812</c:v>
                </c:pt>
                <c:pt idx="3264">
                  <c:v>-1.2405063886233321</c:v>
                </c:pt>
                <c:pt idx="3265">
                  <c:v>-1.24719370874479</c:v>
                </c:pt>
                <c:pt idx="3266">
                  <c:v>-1.5173170503140641</c:v>
                </c:pt>
                <c:pt idx="3267">
                  <c:v>-1.805660228784786</c:v>
                </c:pt>
                <c:pt idx="3268">
                  <c:v>-1.8244077157053971</c:v>
                </c:pt>
                <c:pt idx="3269">
                  <c:v>-1.598646285790609</c:v>
                </c:pt>
                <c:pt idx="3270">
                  <c:v>-1.698164013701158</c:v>
                </c:pt>
                <c:pt idx="3271">
                  <c:v>-1.5264489604950811</c:v>
                </c:pt>
                <c:pt idx="3272">
                  <c:v>-1.3905547505565661</c:v>
                </c:pt>
                <c:pt idx="3273">
                  <c:v>-1.2986939744669219</c:v>
                </c:pt>
                <c:pt idx="3274">
                  <c:v>-1.4019161927509101</c:v>
                </c:pt>
                <c:pt idx="3275">
                  <c:v>-1.7886161394333451</c:v>
                </c:pt>
                <c:pt idx="3276">
                  <c:v>-1.9623652789674331</c:v>
                </c:pt>
                <c:pt idx="3277">
                  <c:v>-1.867786214452315</c:v>
                </c:pt>
                <c:pt idx="3278">
                  <c:v>-1.2702880244604231</c:v>
                </c:pt>
                <c:pt idx="3279">
                  <c:v>-0.559387886431718</c:v>
                </c:pt>
                <c:pt idx="3280">
                  <c:v>-0.56930173491578706</c:v>
                </c:pt>
                <c:pt idx="3281">
                  <c:v>-0.40203143202768371</c:v>
                </c:pt>
                <c:pt idx="3282">
                  <c:v>-0.40145230215898497</c:v>
                </c:pt>
                <c:pt idx="3283">
                  <c:v>-0.35679428812567399</c:v>
                </c:pt>
                <c:pt idx="3284">
                  <c:v>-0.14322933021897449</c:v>
                </c:pt>
                <c:pt idx="3285">
                  <c:v>-0.1653579020973851</c:v>
                </c:pt>
                <c:pt idx="3286">
                  <c:v>-0.40898583790500309</c:v>
                </c:pt>
                <c:pt idx="3287">
                  <c:v>-0.30521520934767921</c:v>
                </c:pt>
                <c:pt idx="3288">
                  <c:v>-0.30977298770102119</c:v>
                </c:pt>
                <c:pt idx="3289">
                  <c:v>-0.20318285256996671</c:v>
                </c:pt>
                <c:pt idx="3290">
                  <c:v>-0.36564326049099549</c:v>
                </c:pt>
                <c:pt idx="3291">
                  <c:v>-0.43512113539859548</c:v>
                </c:pt>
                <c:pt idx="3292">
                  <c:v>-0.32441716966241768</c:v>
                </c:pt>
                <c:pt idx="3293">
                  <c:v>-0.22743469324282101</c:v>
                </c:pt>
                <c:pt idx="3294">
                  <c:v>9.6705904377529985E-3</c:v>
                </c:pt>
                <c:pt idx="3295">
                  <c:v>0.36280048974626411</c:v>
                </c:pt>
                <c:pt idx="3296">
                  <c:v>0.54969055838506553</c:v>
                </c:pt>
                <c:pt idx="3297">
                  <c:v>0.37793866746812071</c:v>
                </c:pt>
                <c:pt idx="3298">
                  <c:v>7.1956603338920275E-2</c:v>
                </c:pt>
                <c:pt idx="3299">
                  <c:v>-0.2180779434625153</c:v>
                </c:pt>
                <c:pt idx="3300">
                  <c:v>-0.19492699504555969</c:v>
                </c:pt>
                <c:pt idx="3301">
                  <c:v>-0.13270009919189199</c:v>
                </c:pt>
                <c:pt idx="3302">
                  <c:v>0.13921539657950949</c:v>
                </c:pt>
                <c:pt idx="3303">
                  <c:v>0.29818545299615229</c:v>
                </c:pt>
                <c:pt idx="3304">
                  <c:v>4.2329918096776442E-2</c:v>
                </c:pt>
                <c:pt idx="3305">
                  <c:v>9.7758953435443566E-2</c:v>
                </c:pt>
                <c:pt idx="3306">
                  <c:v>0.4121439076680915</c:v>
                </c:pt>
                <c:pt idx="3307">
                  <c:v>0.40483073636883021</c:v>
                </c:pt>
                <c:pt idx="3308">
                  <c:v>0.65874983015024569</c:v>
                </c:pt>
                <c:pt idx="3309">
                  <c:v>0.53017204193337963</c:v>
                </c:pt>
                <c:pt idx="3310">
                  <c:v>0.37339993690384921</c:v>
                </c:pt>
                <c:pt idx="3311">
                  <c:v>0.23682038047135109</c:v>
                </c:pt>
                <c:pt idx="3312">
                  <c:v>0.48709052123953672</c:v>
                </c:pt>
                <c:pt idx="3313">
                  <c:v>0.46520273012964419</c:v>
                </c:pt>
                <c:pt idx="3314">
                  <c:v>0.31476360410659487</c:v>
                </c:pt>
                <c:pt idx="3315">
                  <c:v>0.1882807297909127</c:v>
                </c:pt>
                <c:pt idx="3316">
                  <c:v>0.21442718450111389</c:v>
                </c:pt>
                <c:pt idx="3317">
                  <c:v>0.28596135600004019</c:v>
                </c:pt>
                <c:pt idx="3318">
                  <c:v>0.35754606304719738</c:v>
                </c:pt>
                <c:pt idx="3319">
                  <c:v>0.1029800659473353</c:v>
                </c:pt>
                <c:pt idx="3320">
                  <c:v>0.26083290721953539</c:v>
                </c:pt>
                <c:pt idx="3321">
                  <c:v>8.4890244364475231E-2</c:v>
                </c:pt>
                <c:pt idx="3322">
                  <c:v>-0.22562455253172201</c:v>
                </c:pt>
                <c:pt idx="3323">
                  <c:v>0.1167938008526069</c:v>
                </c:pt>
                <c:pt idx="3324">
                  <c:v>0.32868072566148371</c:v>
                </c:pt>
                <c:pt idx="3325">
                  <c:v>0.34253314612657448</c:v>
                </c:pt>
                <c:pt idx="3326">
                  <c:v>-9.6043026116908833E-2</c:v>
                </c:pt>
                <c:pt idx="3327">
                  <c:v>-5.510030285741413E-2</c:v>
                </c:pt>
                <c:pt idx="3328">
                  <c:v>-0.3055308292219075</c:v>
                </c:pt>
                <c:pt idx="3329">
                  <c:v>-0.15280396122561929</c:v>
                </c:pt>
                <c:pt idx="3330">
                  <c:v>-5.6787508365012063E-2</c:v>
                </c:pt>
                <c:pt idx="3331">
                  <c:v>0.33918668093718418</c:v>
                </c:pt>
                <c:pt idx="3332">
                  <c:v>0.22196105081637321</c:v>
                </c:pt>
                <c:pt idx="3333">
                  <c:v>1.4899900949501039E-2</c:v>
                </c:pt>
                <c:pt idx="3334">
                  <c:v>0.14393341211825869</c:v>
                </c:pt>
                <c:pt idx="3335">
                  <c:v>0.82705762122367776</c:v>
                </c:pt>
                <c:pt idx="3336">
                  <c:v>0.88950825312742632</c:v>
                </c:pt>
                <c:pt idx="3337">
                  <c:v>0.99379317130064104</c:v>
                </c:pt>
                <c:pt idx="3338">
                  <c:v>0.8957885703244598</c:v>
                </c:pt>
                <c:pt idx="3339">
                  <c:v>0.9164212393881267</c:v>
                </c:pt>
                <c:pt idx="3340">
                  <c:v>0.71897264582333553</c:v>
                </c:pt>
                <c:pt idx="3341">
                  <c:v>0.97521718643287325</c:v>
                </c:pt>
                <c:pt idx="3342">
                  <c:v>1.311935068427335</c:v>
                </c:pt>
                <c:pt idx="3343">
                  <c:v>1.2648217271256099</c:v>
                </c:pt>
                <c:pt idx="3344">
                  <c:v>1.348686891968556</c:v>
                </c:pt>
                <c:pt idx="3345">
                  <c:v>1.798319511106405</c:v>
                </c:pt>
                <c:pt idx="3346">
                  <c:v>2.096486411311663</c:v>
                </c:pt>
                <c:pt idx="3347">
                  <c:v>1.9674833081241141</c:v>
                </c:pt>
                <c:pt idx="3348">
                  <c:v>1.941881941070182</c:v>
                </c:pt>
                <c:pt idx="3349">
                  <c:v>1.5997939013043909</c:v>
                </c:pt>
                <c:pt idx="3350">
                  <c:v>1.726565872750514</c:v>
                </c:pt>
                <c:pt idx="3351">
                  <c:v>1.475364064368919</c:v>
                </c:pt>
                <c:pt idx="3352">
                  <c:v>1.466896382258313</c:v>
                </c:pt>
                <c:pt idx="3353">
                  <c:v>1.714017456431929</c:v>
                </c:pt>
                <c:pt idx="3354">
                  <c:v>1.5929474584781891</c:v>
                </c:pt>
                <c:pt idx="3355">
                  <c:v>0.9045487628587604</c:v>
                </c:pt>
                <c:pt idx="3356">
                  <c:v>0.85610928857625446</c:v>
                </c:pt>
                <c:pt idx="3357">
                  <c:v>1.221649720647161</c:v>
                </c:pt>
                <c:pt idx="3358">
                  <c:v>1.162497897753455</c:v>
                </c:pt>
                <c:pt idx="3359">
                  <c:v>1.385138166807071</c:v>
                </c:pt>
                <c:pt idx="3360">
                  <c:v>1.134608121475317</c:v>
                </c:pt>
                <c:pt idx="3361">
                  <c:v>1.148043048751447</c:v>
                </c:pt>
                <c:pt idx="3362">
                  <c:v>1.3757770892959711</c:v>
                </c:pt>
                <c:pt idx="3363">
                  <c:v>1.617924377926347</c:v>
                </c:pt>
                <c:pt idx="3364">
                  <c:v>1.847749064095473</c:v>
                </c:pt>
                <c:pt idx="3365">
                  <c:v>1.2517952795723679</c:v>
                </c:pt>
                <c:pt idx="3366">
                  <c:v>1.5126080547740901</c:v>
                </c:pt>
                <c:pt idx="3367">
                  <c:v>1.592797940197104</c:v>
                </c:pt>
                <c:pt idx="3368">
                  <c:v>1.6457096543844389</c:v>
                </c:pt>
                <c:pt idx="3369">
                  <c:v>2.3867796520269531</c:v>
                </c:pt>
                <c:pt idx="3370">
                  <c:v>2.2710874266519872</c:v>
                </c:pt>
                <c:pt idx="3371">
                  <c:v>2.18547011555314</c:v>
                </c:pt>
                <c:pt idx="3372">
                  <c:v>2.0716717681084438</c:v>
                </c:pt>
                <c:pt idx="3373">
                  <c:v>1.9672659123920919</c:v>
                </c:pt>
                <c:pt idx="3374">
                  <c:v>2.124691057376225</c:v>
                </c:pt>
                <c:pt idx="3375">
                  <c:v>2.501771237544228</c:v>
                </c:pt>
                <c:pt idx="3376">
                  <c:v>2.6785986531847379</c:v>
                </c:pt>
                <c:pt idx="3377">
                  <c:v>2.7316604467542991</c:v>
                </c:pt>
                <c:pt idx="3378">
                  <c:v>3.3314011929109499</c:v>
                </c:pt>
                <c:pt idx="3379">
                  <c:v>2.9017717750012562</c:v>
                </c:pt>
                <c:pt idx="3380">
                  <c:v>2.6801976217886598</c:v>
                </c:pt>
                <c:pt idx="3381">
                  <c:v>3.2720503219494601</c:v>
                </c:pt>
                <c:pt idx="3382">
                  <c:v>2.686263119955417</c:v>
                </c:pt>
                <c:pt idx="3383">
                  <c:v>1.62099225174294</c:v>
                </c:pt>
                <c:pt idx="3384">
                  <c:v>1.207409147161713</c:v>
                </c:pt>
                <c:pt idx="3385">
                  <c:v>0.91729088183107998</c:v>
                </c:pt>
                <c:pt idx="3386">
                  <c:v>0.26401873015859928</c:v>
                </c:pt>
                <c:pt idx="3387">
                  <c:v>0.2018094026978472</c:v>
                </c:pt>
                <c:pt idx="3388">
                  <c:v>0.45816292930099872</c:v>
                </c:pt>
                <c:pt idx="3389">
                  <c:v>-0.13472423108560991</c:v>
                </c:pt>
                <c:pt idx="3390">
                  <c:v>-0.1886325913113038</c:v>
                </c:pt>
                <c:pt idx="3391">
                  <c:v>0.46729397392292532</c:v>
                </c:pt>
                <c:pt idx="3392">
                  <c:v>0.55241674054513423</c:v>
                </c:pt>
                <c:pt idx="3393">
                  <c:v>0.34400967942841582</c:v>
                </c:pt>
                <c:pt idx="3394">
                  <c:v>0.2259044342080917</c:v>
                </c:pt>
                <c:pt idx="3395">
                  <c:v>5.8904487552942419E-2</c:v>
                </c:pt>
                <c:pt idx="3396">
                  <c:v>-0.32282435550630367</c:v>
                </c:pt>
                <c:pt idx="3397">
                  <c:v>-0.65909288863408599</c:v>
                </c:pt>
                <c:pt idx="3398">
                  <c:v>-1.325870786026218</c:v>
                </c:pt>
                <c:pt idx="3399">
                  <c:v>-1.068878404593586</c:v>
                </c:pt>
                <c:pt idx="3400">
                  <c:v>-0.66895671380361421</c:v>
                </c:pt>
                <c:pt idx="3401">
                  <c:v>-1.406397087041799</c:v>
                </c:pt>
                <c:pt idx="3402">
                  <c:v>-1.326734687083837</c:v>
                </c:pt>
                <c:pt idx="3403">
                  <c:v>-0.46821364959667222</c:v>
                </c:pt>
                <c:pt idx="3404">
                  <c:v>-0.60976028455062103</c:v>
                </c:pt>
                <c:pt idx="3405">
                  <c:v>-0.73809749393974855</c:v>
                </c:pt>
                <c:pt idx="3406">
                  <c:v>-0.64145793198019685</c:v>
                </c:pt>
                <c:pt idx="3407">
                  <c:v>-0.33710357391115631</c:v>
                </c:pt>
                <c:pt idx="3408">
                  <c:v>-0.45338558995276668</c:v>
                </c:pt>
                <c:pt idx="3409">
                  <c:v>-0.24275573312448989</c:v>
                </c:pt>
                <c:pt idx="3410">
                  <c:v>-0.2348944076575083</c:v>
                </c:pt>
                <c:pt idx="3411">
                  <c:v>-0.96878159639472072</c:v>
                </c:pt>
                <c:pt idx="3412">
                  <c:v>-0.79106219349033857</c:v>
                </c:pt>
                <c:pt idx="3413">
                  <c:v>-0.4326749860740649</c:v>
                </c:pt>
                <c:pt idx="3414">
                  <c:v>-0.52441710492161675</c:v>
                </c:pt>
                <c:pt idx="3415">
                  <c:v>-0.81479161322504756</c:v>
                </c:pt>
                <c:pt idx="3416">
                  <c:v>-0.94443827691687521</c:v>
                </c:pt>
                <c:pt idx="3417">
                  <c:v>-1.4265558241343841</c:v>
                </c:pt>
                <c:pt idx="3418">
                  <c:v>-1.4025551491616</c:v>
                </c:pt>
                <c:pt idx="3419">
                  <c:v>-1.3488812177101299</c:v>
                </c:pt>
                <c:pt idx="3420">
                  <c:v>-0.83227011289782249</c:v>
                </c:pt>
                <c:pt idx="3421">
                  <c:v>-0.70082004020389732</c:v>
                </c:pt>
                <c:pt idx="3422">
                  <c:v>-0.61335734684199161</c:v>
                </c:pt>
                <c:pt idx="3423">
                  <c:v>-0.38753418983553339</c:v>
                </c:pt>
                <c:pt idx="3424">
                  <c:v>-0.26215293325483241</c:v>
                </c:pt>
                <c:pt idx="3425">
                  <c:v>4.914031764153217E-2</c:v>
                </c:pt>
                <c:pt idx="3426">
                  <c:v>0.22955570400864531</c:v>
                </c:pt>
                <c:pt idx="3427">
                  <c:v>-5.6005274428709839E-3</c:v>
                </c:pt>
                <c:pt idx="3428">
                  <c:v>-3.6337414722417173E-2</c:v>
                </c:pt>
                <c:pt idx="3429">
                  <c:v>-4.246133950183726E-2</c:v>
                </c:pt>
                <c:pt idx="3430">
                  <c:v>-0.15492619273792821</c:v>
                </c:pt>
                <c:pt idx="3431">
                  <c:v>0.29634598514823057</c:v>
                </c:pt>
                <c:pt idx="3432">
                  <c:v>0.35394356934552279</c:v>
                </c:pt>
                <c:pt idx="3433">
                  <c:v>0.36449413593216973</c:v>
                </c:pt>
                <c:pt idx="3434">
                  <c:v>0.2126073519510093</c:v>
                </c:pt>
                <c:pt idx="3435">
                  <c:v>0.57957683344134503</c:v>
                </c:pt>
                <c:pt idx="3436">
                  <c:v>0.5691245535540902</c:v>
                </c:pt>
                <c:pt idx="3437">
                  <c:v>1.0347571381035361</c:v>
                </c:pt>
                <c:pt idx="3438">
                  <c:v>1.445821425608385</c:v>
                </c:pt>
                <c:pt idx="3439">
                  <c:v>1.4326672918594401</c:v>
                </c:pt>
                <c:pt idx="3440">
                  <c:v>0.89720839597000024</c:v>
                </c:pt>
                <c:pt idx="3441">
                  <c:v>0.72631465423040298</c:v>
                </c:pt>
                <c:pt idx="3442">
                  <c:v>0.48351963983223478</c:v>
                </c:pt>
                <c:pt idx="3443">
                  <c:v>0.27916965757050038</c:v>
                </c:pt>
                <c:pt idx="3444">
                  <c:v>0.56850779804445706</c:v>
                </c:pt>
                <c:pt idx="3445">
                  <c:v>0.32286002176020412</c:v>
                </c:pt>
                <c:pt idx="3446">
                  <c:v>0.3110461556871193</c:v>
                </c:pt>
                <c:pt idx="3447">
                  <c:v>0.57135370844286693</c:v>
                </c:pt>
                <c:pt idx="3448">
                  <c:v>0.50907116797438301</c:v>
                </c:pt>
                <c:pt idx="3449">
                  <c:v>0.38226815038762368</c:v>
                </c:pt>
                <c:pt idx="3450">
                  <c:v>0.5282754670634503</c:v>
                </c:pt>
                <c:pt idx="3451">
                  <c:v>0.2399476293073205</c:v>
                </c:pt>
                <c:pt idx="3452">
                  <c:v>7.873435449586387E-2</c:v>
                </c:pt>
                <c:pt idx="3453">
                  <c:v>0.11440311154540481</c:v>
                </c:pt>
                <c:pt idx="3454">
                  <c:v>0.25474135143974119</c:v>
                </c:pt>
                <c:pt idx="3455">
                  <c:v>-2.82945152735029E-2</c:v>
                </c:pt>
                <c:pt idx="3456">
                  <c:v>0.31225290639272502</c:v>
                </c:pt>
                <c:pt idx="3457">
                  <c:v>0.18546419711234099</c:v>
                </c:pt>
                <c:pt idx="3458">
                  <c:v>-0.35989362021789478</c:v>
                </c:pt>
                <c:pt idx="3459">
                  <c:v>-0.584474918894757</c:v>
                </c:pt>
                <c:pt idx="3460">
                  <c:v>-0.54242259473318299</c:v>
                </c:pt>
                <c:pt idx="3461">
                  <c:v>-0.58630958668698407</c:v>
                </c:pt>
                <c:pt idx="3462">
                  <c:v>-0.64852019784350023</c:v>
                </c:pt>
                <c:pt idx="3463">
                  <c:v>-1.0571886272357689</c:v>
                </c:pt>
                <c:pt idx="3464">
                  <c:v>-1.1319402819214111</c:v>
                </c:pt>
                <c:pt idx="3465">
                  <c:v>-0.92948507906617051</c:v>
                </c:pt>
                <c:pt idx="3466">
                  <c:v>-0.96901337826962564</c:v>
                </c:pt>
                <c:pt idx="3467">
                  <c:v>-1.046322973140499</c:v>
                </c:pt>
                <c:pt idx="3468">
                  <c:v>-0.9129133921925382</c:v>
                </c:pt>
                <c:pt idx="3469">
                  <c:v>-0.67296488136131982</c:v>
                </c:pt>
                <c:pt idx="3470">
                  <c:v>-0.70037394371226247</c:v>
                </c:pt>
                <c:pt idx="3471">
                  <c:v>-0.66207563094659316</c:v>
                </c:pt>
                <c:pt idx="3472">
                  <c:v>-0.7643409767050624</c:v>
                </c:pt>
                <c:pt idx="3473">
                  <c:v>-1.0691842098738269</c:v>
                </c:pt>
                <c:pt idx="3474">
                  <c:v>-1.0522912348573821</c:v>
                </c:pt>
                <c:pt idx="3475">
                  <c:v>-1.1084022106704841</c:v>
                </c:pt>
                <c:pt idx="3476">
                  <c:v>-1.640620701978375</c:v>
                </c:pt>
                <c:pt idx="3477">
                  <c:v>-1.5870156906661921</c:v>
                </c:pt>
                <c:pt idx="3478">
                  <c:v>-1.4562270075455921</c:v>
                </c:pt>
                <c:pt idx="3479">
                  <c:v>-1.223191092855356</c:v>
                </c:pt>
                <c:pt idx="3480">
                  <c:v>-1.0053493415521471</c:v>
                </c:pt>
                <c:pt idx="3481">
                  <c:v>-0.8874728246706528</c:v>
                </c:pt>
                <c:pt idx="3482">
                  <c:v>-0.84961022828046662</c:v>
                </c:pt>
                <c:pt idx="3483">
                  <c:v>-0.81387795481224456</c:v>
                </c:pt>
                <c:pt idx="3484">
                  <c:v>-1.322121408199417</c:v>
                </c:pt>
                <c:pt idx="3485">
                  <c:v>-1.7166918405936049</c:v>
                </c:pt>
                <c:pt idx="3486">
                  <c:v>-1.395160507836676</c:v>
                </c:pt>
                <c:pt idx="3487">
                  <c:v>-1.5122710612548469</c:v>
                </c:pt>
                <c:pt idx="3488">
                  <c:v>-2.0183392764521719</c:v>
                </c:pt>
                <c:pt idx="3489">
                  <c:v>-2.4162573339201661</c:v>
                </c:pt>
                <c:pt idx="3490">
                  <c:v>-2.5819118303710469</c:v>
                </c:pt>
                <c:pt idx="3491">
                  <c:v>-2.528257240854801</c:v>
                </c:pt>
                <c:pt idx="3492">
                  <c:v>-1.9726277656491791</c:v>
                </c:pt>
                <c:pt idx="3493">
                  <c:v>-1.656323239115548</c:v>
                </c:pt>
                <c:pt idx="3494">
                  <c:v>-2.443491438952607</c:v>
                </c:pt>
                <c:pt idx="3495">
                  <c:v>-2.5811435511035921</c:v>
                </c:pt>
                <c:pt idx="3496">
                  <c:v>-2.2402409728526451</c:v>
                </c:pt>
                <c:pt idx="3497">
                  <c:v>-2.5003268437491522</c:v>
                </c:pt>
                <c:pt idx="3498">
                  <c:v>-2.069346249329532</c:v>
                </c:pt>
                <c:pt idx="3499">
                  <c:v>-1.828062995378976</c:v>
                </c:pt>
                <c:pt idx="3500">
                  <c:v>-2.2425219457369909</c:v>
                </c:pt>
                <c:pt idx="3501">
                  <c:v>-2.3629100780499752</c:v>
                </c:pt>
                <c:pt idx="3502">
                  <c:v>-2.3334185955579239</c:v>
                </c:pt>
                <c:pt idx="3503">
                  <c:v>-2.0167228202950169</c:v>
                </c:pt>
                <c:pt idx="3504">
                  <c:v>-1.774903512192338</c:v>
                </c:pt>
                <c:pt idx="3505">
                  <c:v>-1.0631146098094291</c:v>
                </c:pt>
                <c:pt idx="3506">
                  <c:v>-1.039630319551595</c:v>
                </c:pt>
                <c:pt idx="3507">
                  <c:v>-0.88471714117616651</c:v>
                </c:pt>
                <c:pt idx="3508">
                  <c:v>-0.39634514241448349</c:v>
                </c:pt>
                <c:pt idx="3509">
                  <c:v>-0.55836586393167653</c:v>
                </c:pt>
                <c:pt idx="3510">
                  <c:v>-0.75923417798479231</c:v>
                </c:pt>
                <c:pt idx="3511">
                  <c:v>-0.89819077958005555</c:v>
                </c:pt>
                <c:pt idx="3512">
                  <c:v>-1.700012550351427</c:v>
                </c:pt>
                <c:pt idx="3513">
                  <c:v>-1.9827497926398989</c:v>
                </c:pt>
                <c:pt idx="3514">
                  <c:v>-1.1901769398841651</c:v>
                </c:pt>
                <c:pt idx="3515">
                  <c:v>-0.95789511436090136</c:v>
                </c:pt>
                <c:pt idx="3516">
                  <c:v>-1.0255102446068749</c:v>
                </c:pt>
                <c:pt idx="3517">
                  <c:v>-0.87275230132890036</c:v>
                </c:pt>
                <c:pt idx="3518">
                  <c:v>-0.98602572184179238</c:v>
                </c:pt>
                <c:pt idx="3519">
                  <c:v>-1.3289924597363401</c:v>
                </c:pt>
                <c:pt idx="3520">
                  <c:v>-1.120155140578885</c:v>
                </c:pt>
                <c:pt idx="3521">
                  <c:v>-1.1607459952901349</c:v>
                </c:pt>
                <c:pt idx="3522">
                  <c:v>-1.0058969962958371</c:v>
                </c:pt>
                <c:pt idx="3523">
                  <c:v>-1.3118400097976479</c:v>
                </c:pt>
                <c:pt idx="3524">
                  <c:v>-1.14979116930146</c:v>
                </c:pt>
                <c:pt idx="3525">
                  <c:v>-1.1472148133300419</c:v>
                </c:pt>
                <c:pt idx="3526">
                  <c:v>-1.3041217287306059</c:v>
                </c:pt>
                <c:pt idx="3527">
                  <c:v>-1.44174106386319</c:v>
                </c:pt>
                <c:pt idx="3528">
                  <c:v>-1.5579283466134179</c:v>
                </c:pt>
                <c:pt idx="3529">
                  <c:v>-1.1181762866194791</c:v>
                </c:pt>
                <c:pt idx="3530">
                  <c:v>-1.048707990019925</c:v>
                </c:pt>
                <c:pt idx="3531">
                  <c:v>-1.08632582236183</c:v>
                </c:pt>
                <c:pt idx="3532">
                  <c:v>-0.82209098370886668</c:v>
                </c:pt>
                <c:pt idx="3533">
                  <c:v>-0.59934273176553388</c:v>
                </c:pt>
                <c:pt idx="3534">
                  <c:v>-0.59618272623435753</c:v>
                </c:pt>
                <c:pt idx="3535">
                  <c:v>-0.53906749670551812</c:v>
                </c:pt>
                <c:pt idx="3536">
                  <c:v>-0.20743634373650069</c:v>
                </c:pt>
                <c:pt idx="3537">
                  <c:v>-6.2543304615417974E-2</c:v>
                </c:pt>
                <c:pt idx="3538">
                  <c:v>-0.50564622836681206</c:v>
                </c:pt>
                <c:pt idx="3539">
                  <c:v>-0.14851955144888429</c:v>
                </c:pt>
                <c:pt idx="3540">
                  <c:v>-7.8497188230489623E-2</c:v>
                </c:pt>
                <c:pt idx="3541">
                  <c:v>0.18234231889249619</c:v>
                </c:pt>
                <c:pt idx="3542">
                  <c:v>0.28907708935367887</c:v>
                </c:pt>
                <c:pt idx="3543">
                  <c:v>0.38562095591233669</c:v>
                </c:pt>
                <c:pt idx="3544">
                  <c:v>0.40787846650041959</c:v>
                </c:pt>
                <c:pt idx="3545">
                  <c:v>0.1914235566420095</c:v>
                </c:pt>
                <c:pt idx="3546">
                  <c:v>3.3125046825520599E-4</c:v>
                </c:pt>
                <c:pt idx="3547">
                  <c:v>-0.25482939293529427</c:v>
                </c:pt>
                <c:pt idx="3548">
                  <c:v>-0.44095519924303522</c:v>
                </c:pt>
                <c:pt idx="3549">
                  <c:v>-0.6013556491683163</c:v>
                </c:pt>
                <c:pt idx="3550">
                  <c:v>-0.51499883854493655</c:v>
                </c:pt>
                <c:pt idx="3551">
                  <c:v>-0.28363795376122403</c:v>
                </c:pt>
                <c:pt idx="3552">
                  <c:v>-2.1107347938777651E-2</c:v>
                </c:pt>
                <c:pt idx="3553">
                  <c:v>3.3297355811565538E-2</c:v>
                </c:pt>
                <c:pt idx="3554">
                  <c:v>0.11689466843430731</c:v>
                </c:pt>
                <c:pt idx="3555">
                  <c:v>8.4705378442821357E-3</c:v>
                </c:pt>
                <c:pt idx="3556">
                  <c:v>-0.23030020620593819</c:v>
                </c:pt>
                <c:pt idx="3557">
                  <c:v>-0.55247424182228688</c:v>
                </c:pt>
                <c:pt idx="3558">
                  <c:v>-0.5178890660787796</c:v>
                </c:pt>
                <c:pt idx="3559">
                  <c:v>-0.83849652948033793</c:v>
                </c:pt>
                <c:pt idx="3560">
                  <c:v>-0.8017144526756127</c:v>
                </c:pt>
                <c:pt idx="3561">
                  <c:v>-1.052992933757394</c:v>
                </c:pt>
                <c:pt idx="3562">
                  <c:v>-0.97901297284943434</c:v>
                </c:pt>
                <c:pt idx="3563">
                  <c:v>-0.87852267936265183</c:v>
                </c:pt>
                <c:pt idx="3564">
                  <c:v>-1.2606416241162419</c:v>
                </c:pt>
                <c:pt idx="3565">
                  <c:v>-1.4397402815765701</c:v>
                </c:pt>
                <c:pt idx="3566">
                  <c:v>-1.390177462877302</c:v>
                </c:pt>
                <c:pt idx="3567">
                  <c:v>-1.067206489016634</c:v>
                </c:pt>
                <c:pt idx="3568">
                  <c:v>-0.88280201634174127</c:v>
                </c:pt>
                <c:pt idx="3569">
                  <c:v>-0.61592527559143695</c:v>
                </c:pt>
                <c:pt idx="3570">
                  <c:v>-0.27748398284015008</c:v>
                </c:pt>
                <c:pt idx="3571">
                  <c:v>-0.30946908994949329</c:v>
                </c:pt>
                <c:pt idx="3572">
                  <c:v>-0.86617672441206484</c:v>
                </c:pt>
                <c:pt idx="3573">
                  <c:v>-1.0357385325347339</c:v>
                </c:pt>
                <c:pt idx="3574">
                  <c:v>-1.254855756301932</c:v>
                </c:pt>
                <c:pt idx="3575">
                  <c:v>-1.253025329577945</c:v>
                </c:pt>
                <c:pt idx="3576">
                  <c:v>-1.414287006050126</c:v>
                </c:pt>
                <c:pt idx="3577">
                  <c:v>-1.1184544556459459</c:v>
                </c:pt>
                <c:pt idx="3578">
                  <c:v>-0.97843247730213811</c:v>
                </c:pt>
                <c:pt idx="3579">
                  <c:v>-0.84321426182575043</c:v>
                </c:pt>
                <c:pt idx="3580">
                  <c:v>-0.96645096569080458</c:v>
                </c:pt>
                <c:pt idx="3581">
                  <c:v>-0.71621620943800079</c:v>
                </c:pt>
                <c:pt idx="3582">
                  <c:v>-0.84513048324311235</c:v>
                </c:pt>
                <c:pt idx="3583">
                  <c:v>-0.76216979814543018</c:v>
                </c:pt>
                <c:pt idx="3584">
                  <c:v>-0.48975892075582839</c:v>
                </c:pt>
                <c:pt idx="3585">
                  <c:v>-0.28923638052433048</c:v>
                </c:pt>
                <c:pt idx="3586">
                  <c:v>-0.16072888601194429</c:v>
                </c:pt>
                <c:pt idx="3587">
                  <c:v>-0.33480807837502202</c:v>
                </c:pt>
                <c:pt idx="3588">
                  <c:v>-0.2808347935559205</c:v>
                </c:pt>
                <c:pt idx="3589">
                  <c:v>-0.47748812900508958</c:v>
                </c:pt>
                <c:pt idx="3590">
                  <c:v>-0.57518724818871858</c:v>
                </c:pt>
                <c:pt idx="3591">
                  <c:v>-0.83413403097867922</c:v>
                </c:pt>
                <c:pt idx="3592">
                  <c:v>-0.70567161385029353</c:v>
                </c:pt>
                <c:pt idx="3593">
                  <c:v>-0.66615626108156334</c:v>
                </c:pt>
                <c:pt idx="3594">
                  <c:v>-0.73543970383232971</c:v>
                </c:pt>
                <c:pt idx="3595">
                  <c:v>-0.78531743138413879</c:v>
                </c:pt>
                <c:pt idx="3596">
                  <c:v>-0.64388057793545661</c:v>
                </c:pt>
                <c:pt idx="3597">
                  <c:v>-0.67392927527227453</c:v>
                </c:pt>
                <c:pt idx="3598">
                  <c:v>-0.6674465936193702</c:v>
                </c:pt>
                <c:pt idx="3599">
                  <c:v>-0.6935136999275443</c:v>
                </c:pt>
                <c:pt idx="3600">
                  <c:v>-0.44681209984631659</c:v>
                </c:pt>
                <c:pt idx="3601">
                  <c:v>-0.51175683283513662</c:v>
                </c:pt>
                <c:pt idx="3602">
                  <c:v>-0.6094972578115655</c:v>
                </c:pt>
                <c:pt idx="3603">
                  <c:v>-0.64666885146631536</c:v>
                </c:pt>
                <c:pt idx="3604">
                  <c:v>-0.62606726822022407</c:v>
                </c:pt>
                <c:pt idx="3605">
                  <c:v>-0.5074968421671463</c:v>
                </c:pt>
                <c:pt idx="3606">
                  <c:v>-0.50179608968347655</c:v>
                </c:pt>
                <c:pt idx="3607">
                  <c:v>-0.28333445224955789</c:v>
                </c:pt>
                <c:pt idx="3608">
                  <c:v>-0.30039023188394492</c:v>
                </c:pt>
                <c:pt idx="3609">
                  <c:v>-0.29670763444064679</c:v>
                </c:pt>
                <c:pt idx="3610">
                  <c:v>-0.36912847098657142</c:v>
                </c:pt>
                <c:pt idx="3611">
                  <c:v>-0.18009529260322721</c:v>
                </c:pt>
                <c:pt idx="3612">
                  <c:v>-7.5001634239841505E-2</c:v>
                </c:pt>
                <c:pt idx="3613">
                  <c:v>-2.6708239350530421E-3</c:v>
                </c:pt>
                <c:pt idx="3614">
                  <c:v>2.9737185225257021E-2</c:v>
                </c:pt>
                <c:pt idx="3615">
                  <c:v>-6.3130944577244552E-2</c:v>
                </c:pt>
                <c:pt idx="3616">
                  <c:v>0.30904010493311962</c:v>
                </c:pt>
                <c:pt idx="3617">
                  <c:v>0.244245185932847</c:v>
                </c:pt>
                <c:pt idx="3618">
                  <c:v>0.59157763543323727</c:v>
                </c:pt>
                <c:pt idx="3619">
                  <c:v>0.68204013827753796</c:v>
                </c:pt>
                <c:pt idx="3620">
                  <c:v>0.48129222708357022</c:v>
                </c:pt>
                <c:pt idx="3621">
                  <c:v>0.39015111536823222</c:v>
                </c:pt>
                <c:pt idx="3622">
                  <c:v>0.26884579443780449</c:v>
                </c:pt>
                <c:pt idx="3623">
                  <c:v>0.35732588612775168</c:v>
                </c:pt>
                <c:pt idx="3624">
                  <c:v>0.1337298492105507</c:v>
                </c:pt>
                <c:pt idx="3625">
                  <c:v>-0.2050849929669693</c:v>
                </c:pt>
                <c:pt idx="3626">
                  <c:v>-0.129574859327373</c:v>
                </c:pt>
                <c:pt idx="3627">
                  <c:v>-8.3055800959658532E-2</c:v>
                </c:pt>
                <c:pt idx="3628">
                  <c:v>-0.24122083747602299</c:v>
                </c:pt>
                <c:pt idx="3629">
                  <c:v>-0.31444454112321951</c:v>
                </c:pt>
                <c:pt idx="3630">
                  <c:v>-0.1838555904589447</c:v>
                </c:pt>
                <c:pt idx="3631">
                  <c:v>-0.1416737305687015</c:v>
                </c:pt>
                <c:pt idx="3632">
                  <c:v>-0.23479907233126179</c:v>
                </c:pt>
                <c:pt idx="3633">
                  <c:v>-0.1987522444167325</c:v>
                </c:pt>
                <c:pt idx="3634">
                  <c:v>-0.1173581676089327</c:v>
                </c:pt>
                <c:pt idx="3635">
                  <c:v>-2.8524638382351202E-3</c:v>
                </c:pt>
                <c:pt idx="3636">
                  <c:v>-0.44939857193433691</c:v>
                </c:pt>
                <c:pt idx="3637">
                  <c:v>-0.45320329624011002</c:v>
                </c:pt>
                <c:pt idx="3638">
                  <c:v>-0.74482657375915118</c:v>
                </c:pt>
                <c:pt idx="3639">
                  <c:v>-0.92835525030982569</c:v>
                </c:pt>
                <c:pt idx="3640">
                  <c:v>-0.85021944207566635</c:v>
                </c:pt>
                <c:pt idx="3641">
                  <c:v>-0.73716307772731204</c:v>
                </c:pt>
                <c:pt idx="3642">
                  <c:v>-0.67621802653903818</c:v>
                </c:pt>
                <c:pt idx="3643">
                  <c:v>-0.90195886368690148</c:v>
                </c:pt>
                <c:pt idx="3644">
                  <c:v>-0.7170434157816078</c:v>
                </c:pt>
                <c:pt idx="3645">
                  <c:v>-0.45052297657058521</c:v>
                </c:pt>
                <c:pt idx="3646">
                  <c:v>-0.64603927361168589</c:v>
                </c:pt>
                <c:pt idx="3647">
                  <c:v>-0.71209705876597085</c:v>
                </c:pt>
                <c:pt idx="3648">
                  <c:v>-0.47364574350020949</c:v>
                </c:pt>
                <c:pt idx="3649">
                  <c:v>-0.28347950470621153</c:v>
                </c:pt>
                <c:pt idx="3650">
                  <c:v>-0.24523487727909449</c:v>
                </c:pt>
                <c:pt idx="3651">
                  <c:v>-0.28085289153313669</c:v>
                </c:pt>
                <c:pt idx="3652">
                  <c:v>6.6677278699272147E-2</c:v>
                </c:pt>
                <c:pt idx="3653">
                  <c:v>0.1044427170130762</c:v>
                </c:pt>
                <c:pt idx="3654">
                  <c:v>0.1183557289440528</c:v>
                </c:pt>
                <c:pt idx="3655">
                  <c:v>-0.13811188232686011</c:v>
                </c:pt>
                <c:pt idx="3656">
                  <c:v>-0.1545096203585625</c:v>
                </c:pt>
                <c:pt idx="3657">
                  <c:v>0.14425563099065861</c:v>
                </c:pt>
                <c:pt idx="3658">
                  <c:v>0.79253466954940821</c:v>
                </c:pt>
                <c:pt idx="3659">
                  <c:v>1.153905719624178</c:v>
                </c:pt>
                <c:pt idx="3660">
                  <c:v>1.5379000811671251</c:v>
                </c:pt>
                <c:pt idx="3661">
                  <c:v>1.119233580061527</c:v>
                </c:pt>
                <c:pt idx="3662">
                  <c:v>1.263616117574633</c:v>
                </c:pt>
                <c:pt idx="3663">
                  <c:v>1.3549457469438919</c:v>
                </c:pt>
                <c:pt idx="3664">
                  <c:v>1.1300804097772339</c:v>
                </c:pt>
                <c:pt idx="3665">
                  <c:v>1.0153102560794871</c:v>
                </c:pt>
                <c:pt idx="3666">
                  <c:v>1.2321748095429841</c:v>
                </c:pt>
                <c:pt idx="3667">
                  <c:v>1.225800984581725</c:v>
                </c:pt>
                <c:pt idx="3668">
                  <c:v>1.269270835595975</c:v>
                </c:pt>
                <c:pt idx="3669">
                  <c:v>0.96697647811899445</c:v>
                </c:pt>
                <c:pt idx="3670">
                  <c:v>0.83019544973015702</c:v>
                </c:pt>
                <c:pt idx="3671">
                  <c:v>0.7767180847009133</c:v>
                </c:pt>
                <c:pt idx="3672">
                  <c:v>1.0459537735278579</c:v>
                </c:pt>
                <c:pt idx="3673">
                  <c:v>1.0099795802925531</c:v>
                </c:pt>
                <c:pt idx="3674">
                  <c:v>0.82612795138977735</c:v>
                </c:pt>
                <c:pt idx="3675">
                  <c:v>1.029009489710127</c:v>
                </c:pt>
                <c:pt idx="3676">
                  <c:v>0.93809344021335839</c:v>
                </c:pt>
                <c:pt idx="3677">
                  <c:v>0.58008286438095169</c:v>
                </c:pt>
                <c:pt idx="3678">
                  <c:v>-9.8493759074896284E-2</c:v>
                </c:pt>
                <c:pt idx="3679">
                  <c:v>-0.44993492731303858</c:v>
                </c:pt>
                <c:pt idx="3680">
                  <c:v>-0.88305830443441169</c:v>
                </c:pt>
                <c:pt idx="3681">
                  <c:v>-0.51853212457468656</c:v>
                </c:pt>
                <c:pt idx="3682">
                  <c:v>-0.40684165284748841</c:v>
                </c:pt>
                <c:pt idx="3683">
                  <c:v>-0.46828767404756699</c:v>
                </c:pt>
                <c:pt idx="3684">
                  <c:v>-0.25550686191478161</c:v>
                </c:pt>
                <c:pt idx="3685">
                  <c:v>-0.31422785996629621</c:v>
                </c:pt>
                <c:pt idx="3686">
                  <c:v>-0.6137119968635113</c:v>
                </c:pt>
                <c:pt idx="3687">
                  <c:v>-0.68302522925017195</c:v>
                </c:pt>
                <c:pt idx="3688">
                  <c:v>-0.96603541357240985</c:v>
                </c:pt>
                <c:pt idx="3689">
                  <c:v>-0.82448575259198265</c:v>
                </c:pt>
                <c:pt idx="3690">
                  <c:v>-0.77243035964497342</c:v>
                </c:pt>
                <c:pt idx="3691">
                  <c:v>-0.68700308539166943</c:v>
                </c:pt>
                <c:pt idx="3692">
                  <c:v>-1.1878386172078581</c:v>
                </c:pt>
                <c:pt idx="3693">
                  <c:v>-1.352742448455956</c:v>
                </c:pt>
                <c:pt idx="3694">
                  <c:v>-1.1636828903423091</c:v>
                </c:pt>
                <c:pt idx="3695">
                  <c:v>-1.166538073627545</c:v>
                </c:pt>
                <c:pt idx="3696">
                  <c:v>-1.151713888492111</c:v>
                </c:pt>
                <c:pt idx="3697">
                  <c:v>-1.059386068429933</c:v>
                </c:pt>
                <c:pt idx="3698">
                  <c:v>-1.0627042414412129</c:v>
                </c:pt>
                <c:pt idx="3699">
                  <c:v>-1.0623342308410451</c:v>
                </c:pt>
                <c:pt idx="3700">
                  <c:v>-1.010346792559681</c:v>
                </c:pt>
                <c:pt idx="3701">
                  <c:v>-1.2896796719549259</c:v>
                </c:pt>
                <c:pt idx="3702">
                  <c:v>-1.38791386733275</c:v>
                </c:pt>
                <c:pt idx="3703">
                  <c:v>-1.2890847241193051</c:v>
                </c:pt>
                <c:pt idx="3704">
                  <c:v>-1.297841535190601</c:v>
                </c:pt>
                <c:pt idx="3705">
                  <c:v>-1.062344847613699</c:v>
                </c:pt>
                <c:pt idx="3706">
                  <c:v>-0.94203250811829486</c:v>
                </c:pt>
                <c:pt idx="3707">
                  <c:v>-1.0086481264287659</c:v>
                </c:pt>
                <c:pt idx="3708">
                  <c:v>-0.97321273889876547</c:v>
                </c:pt>
                <c:pt idx="3709">
                  <c:v>-0.92858650081356364</c:v>
                </c:pt>
                <c:pt idx="3710">
                  <c:v>-0.85868633532845229</c:v>
                </c:pt>
                <c:pt idx="3711">
                  <c:v>-1.0206958080669339</c:v>
                </c:pt>
                <c:pt idx="3712">
                  <c:v>-0.9620349525886952</c:v>
                </c:pt>
                <c:pt idx="3713">
                  <c:v>-0.90485409507209713</c:v>
                </c:pt>
                <c:pt idx="3714">
                  <c:v>-0.88077953279548726</c:v>
                </c:pt>
                <c:pt idx="3715">
                  <c:v>-0.9081262182619213</c:v>
                </c:pt>
                <c:pt idx="3716">
                  <c:v>-0.83705846943429185</c:v>
                </c:pt>
                <c:pt idx="3717">
                  <c:v>-0.88314551978778988</c:v>
                </c:pt>
                <c:pt idx="3718">
                  <c:v>-0.83717512150973716</c:v>
                </c:pt>
                <c:pt idx="3719">
                  <c:v>-0.85719780949680124</c:v>
                </c:pt>
                <c:pt idx="3720">
                  <c:v>-0.91291980235183345</c:v>
                </c:pt>
                <c:pt idx="3721">
                  <c:v>-0.71906793602693941</c:v>
                </c:pt>
                <c:pt idx="3722">
                  <c:v>-0.91821788216609113</c:v>
                </c:pt>
                <c:pt idx="3723">
                  <c:v>-0.95211949282696784</c:v>
                </c:pt>
                <c:pt idx="3724">
                  <c:v>-0.91916792382238921</c:v>
                </c:pt>
                <c:pt idx="3725">
                  <c:v>-0.93589936984592415</c:v>
                </c:pt>
                <c:pt idx="3726">
                  <c:v>-0.77941028452499095</c:v>
                </c:pt>
                <c:pt idx="3727">
                  <c:v>-0.69545805271995509</c:v>
                </c:pt>
                <c:pt idx="3728">
                  <c:v>-0.6834357318653298</c:v>
                </c:pt>
                <c:pt idx="3729">
                  <c:v>-0.75337078697388915</c:v>
                </c:pt>
                <c:pt idx="3730">
                  <c:v>-1.010559362459434</c:v>
                </c:pt>
                <c:pt idx="3731">
                  <c:v>-0.69601370433909615</c:v>
                </c:pt>
                <c:pt idx="3732">
                  <c:v>-0.82147079124269651</c:v>
                </c:pt>
                <c:pt idx="3733">
                  <c:v>-0.63635172456808153</c:v>
                </c:pt>
                <c:pt idx="3734">
                  <c:v>-0.69969622206988513</c:v>
                </c:pt>
                <c:pt idx="3735">
                  <c:v>-0.65444530947377888</c:v>
                </c:pt>
                <c:pt idx="3736">
                  <c:v>-0.46157915141486727</c:v>
                </c:pt>
                <c:pt idx="3737">
                  <c:v>-0.15214956818696351</c:v>
                </c:pt>
                <c:pt idx="3738">
                  <c:v>-6.0524538577236532E-2</c:v>
                </c:pt>
                <c:pt idx="3739">
                  <c:v>-0.1487997096462515</c:v>
                </c:pt>
                <c:pt idx="3740">
                  <c:v>-0.13097893490781631</c:v>
                </c:pt>
                <c:pt idx="3741">
                  <c:v>7.7421214649169498E-2</c:v>
                </c:pt>
                <c:pt idx="3742">
                  <c:v>-4.5787200697983171E-2</c:v>
                </c:pt>
                <c:pt idx="3743">
                  <c:v>-0.14947229734204021</c:v>
                </c:pt>
                <c:pt idx="3744">
                  <c:v>-0.1834365207626806</c:v>
                </c:pt>
                <c:pt idx="3745">
                  <c:v>-9.2958198553719854E-2</c:v>
                </c:pt>
                <c:pt idx="3746">
                  <c:v>-0.17875705583461809</c:v>
                </c:pt>
                <c:pt idx="3747">
                  <c:v>-6.186527580786691E-2</c:v>
                </c:pt>
                <c:pt idx="3748">
                  <c:v>0.1244171964652197</c:v>
                </c:pt>
                <c:pt idx="3749">
                  <c:v>5.6450001719709882E-2</c:v>
                </c:pt>
                <c:pt idx="3750">
                  <c:v>0.2110800777726361</c:v>
                </c:pt>
                <c:pt idx="3751">
                  <c:v>7.9349659719105015E-2</c:v>
                </c:pt>
                <c:pt idx="3752">
                  <c:v>0.1043311208887449</c:v>
                </c:pt>
                <c:pt idx="3753">
                  <c:v>-8.9622534525583594E-2</c:v>
                </c:pt>
                <c:pt idx="3754">
                  <c:v>6.6744368613167779E-2</c:v>
                </c:pt>
                <c:pt idx="3755">
                  <c:v>5.1597658859656448E-3</c:v>
                </c:pt>
                <c:pt idx="3756">
                  <c:v>-0.1184964992909141</c:v>
                </c:pt>
                <c:pt idx="3757">
                  <c:v>-0.43209353528634348</c:v>
                </c:pt>
                <c:pt idx="3758">
                  <c:v>-0.39611267005341988</c:v>
                </c:pt>
                <c:pt idx="3759">
                  <c:v>-0.2142705862314721</c:v>
                </c:pt>
                <c:pt idx="3760">
                  <c:v>-0.27250640175758872</c:v>
                </c:pt>
                <c:pt idx="3761">
                  <c:v>-0.32977034348403311</c:v>
                </c:pt>
                <c:pt idx="3762">
                  <c:v>-1.2107742588436639E-2</c:v>
                </c:pt>
                <c:pt idx="3763">
                  <c:v>0.10832003844456679</c:v>
                </c:pt>
                <c:pt idx="3764">
                  <c:v>8.5278410070344604E-2</c:v>
                </c:pt>
                <c:pt idx="3765">
                  <c:v>-0.1141925623722158</c:v>
                </c:pt>
                <c:pt idx="3766">
                  <c:v>-1.6440216171120962E-2</c:v>
                </c:pt>
                <c:pt idx="3767">
                  <c:v>-8.8666306000992609E-2</c:v>
                </c:pt>
                <c:pt idx="3768">
                  <c:v>-0.36282169012527338</c:v>
                </c:pt>
                <c:pt idx="3769">
                  <c:v>-8.6800899013798491E-2</c:v>
                </c:pt>
                <c:pt idx="3770">
                  <c:v>5.3686413008896428E-2</c:v>
                </c:pt>
                <c:pt idx="3771">
                  <c:v>4.0047283370428328E-3</c:v>
                </c:pt>
                <c:pt idx="3772">
                  <c:v>7.5895502894688896E-2</c:v>
                </c:pt>
                <c:pt idx="3773">
                  <c:v>-7.9289630908667072E-2</c:v>
                </c:pt>
                <c:pt idx="3774">
                  <c:v>-0.22652009458635369</c:v>
                </c:pt>
                <c:pt idx="3775">
                  <c:v>8.5980470660445993E-2</c:v>
                </c:pt>
                <c:pt idx="3776">
                  <c:v>4.473628816921843E-2</c:v>
                </c:pt>
                <c:pt idx="3777">
                  <c:v>0.14407405919991439</c:v>
                </c:pt>
                <c:pt idx="3778">
                  <c:v>-7.1636651409721586E-2</c:v>
                </c:pt>
                <c:pt idx="3779">
                  <c:v>-0.23778800929147439</c:v>
                </c:pt>
                <c:pt idx="3780">
                  <c:v>-0.23619371848064041</c:v>
                </c:pt>
                <c:pt idx="3781">
                  <c:v>-0.40098415595094972</c:v>
                </c:pt>
                <c:pt idx="3782">
                  <c:v>-0.62072439853588313</c:v>
                </c:pt>
                <c:pt idx="3783">
                  <c:v>-0.71182440107515621</c:v>
                </c:pt>
                <c:pt idx="3784">
                  <c:v>-0.43534832127263151</c:v>
                </c:pt>
                <c:pt idx="3785">
                  <c:v>1.8431647442441399</c:v>
                </c:pt>
                <c:pt idx="3786">
                  <c:v>1.1590000950106341</c:v>
                </c:pt>
                <c:pt idx="3787">
                  <c:v>1.309714324202482</c:v>
                </c:pt>
                <c:pt idx="3788">
                  <c:v>1.1270025267528161</c:v>
                </c:pt>
                <c:pt idx="3789">
                  <c:v>0.70998499989126407</c:v>
                </c:pt>
                <c:pt idx="3790">
                  <c:v>0.6868002181351236</c:v>
                </c:pt>
                <c:pt idx="3791">
                  <c:v>0.56105029593841937</c:v>
                </c:pt>
                <c:pt idx="3792">
                  <c:v>0.52799870244547031</c:v>
                </c:pt>
                <c:pt idx="3793">
                  <c:v>0.70179577894296152</c:v>
                </c:pt>
                <c:pt idx="3794">
                  <c:v>0.65407771758882616</c:v>
                </c:pt>
                <c:pt idx="3795">
                  <c:v>0.55824299048767356</c:v>
                </c:pt>
                <c:pt idx="3796">
                  <c:v>0.68722535718185529</c:v>
                </c:pt>
                <c:pt idx="3797">
                  <c:v>0.74837499845238631</c:v>
                </c:pt>
                <c:pt idx="3798">
                  <c:v>0.72396366565743175</c:v>
                </c:pt>
                <c:pt idx="3799">
                  <c:v>0.89537783701039064</c:v>
                </c:pt>
                <c:pt idx="3800">
                  <c:v>0.97968356601227391</c:v>
                </c:pt>
                <c:pt idx="3801">
                  <c:v>0.99316532523228729</c:v>
                </c:pt>
                <c:pt idx="3802">
                  <c:v>1.1746126731177</c:v>
                </c:pt>
                <c:pt idx="3803">
                  <c:v>1.3218817537999279</c:v>
                </c:pt>
                <c:pt idx="3804">
                  <c:v>0.93632878789679397</c:v>
                </c:pt>
                <c:pt idx="3805">
                  <c:v>-1.267994745293763</c:v>
                </c:pt>
                <c:pt idx="3806">
                  <c:v>-0.75856448146445599</c:v>
                </c:pt>
                <c:pt idx="3807">
                  <c:v>-0.79250958712023889</c:v>
                </c:pt>
                <c:pt idx="3808">
                  <c:v>-0.3532564918316356</c:v>
                </c:pt>
                <c:pt idx="3809">
                  <c:v>-9.4170759106604315E-2</c:v>
                </c:pt>
                <c:pt idx="3810">
                  <c:v>-0.21513854310219049</c:v>
                </c:pt>
                <c:pt idx="3811">
                  <c:v>-0.16017816570492399</c:v>
                </c:pt>
                <c:pt idx="3812">
                  <c:v>-2.0289221533662551E-2</c:v>
                </c:pt>
                <c:pt idx="3813">
                  <c:v>-0.1492728102688895</c:v>
                </c:pt>
                <c:pt idx="3814">
                  <c:v>7.4458938366234739E-3</c:v>
                </c:pt>
                <c:pt idx="3815">
                  <c:v>-7.5473451232530062E-2</c:v>
                </c:pt>
                <c:pt idx="3816">
                  <c:v>-0.2147291921089752</c:v>
                </c:pt>
                <c:pt idx="3817">
                  <c:v>-0.29969217007728433</c:v>
                </c:pt>
                <c:pt idx="3818">
                  <c:v>-0.19301481061296999</c:v>
                </c:pt>
                <c:pt idx="3819">
                  <c:v>-0.2191938392569307</c:v>
                </c:pt>
                <c:pt idx="3820">
                  <c:v>-0.23798062779795701</c:v>
                </c:pt>
                <c:pt idx="3821">
                  <c:v>-0.27336343537746571</c:v>
                </c:pt>
                <c:pt idx="3822">
                  <c:v>-0.37090783303462599</c:v>
                </c:pt>
                <c:pt idx="3823">
                  <c:v>-0.65685726422036828</c:v>
                </c:pt>
                <c:pt idx="3824">
                  <c:v>-0.4974825730207994</c:v>
                </c:pt>
                <c:pt idx="3825">
                  <c:v>-0.67626244741655761</c:v>
                </c:pt>
                <c:pt idx="3826">
                  <c:v>-0.68885850237530466</c:v>
                </c:pt>
                <c:pt idx="3827">
                  <c:v>-0.91164246719733122</c:v>
                </c:pt>
                <c:pt idx="3828">
                  <c:v>-1.142104714467147</c:v>
                </c:pt>
                <c:pt idx="3829">
                  <c:v>-1.2492431882057999</c:v>
                </c:pt>
                <c:pt idx="3830">
                  <c:v>-1.2539041542264651</c:v>
                </c:pt>
                <c:pt idx="3831">
                  <c:v>-1.0729442568758649</c:v>
                </c:pt>
                <c:pt idx="3832">
                  <c:v>-1.080123513541194</c:v>
                </c:pt>
                <c:pt idx="3833">
                  <c:v>-0.98040547460339755</c:v>
                </c:pt>
                <c:pt idx="3834">
                  <c:v>-1.1268434826053211</c:v>
                </c:pt>
                <c:pt idx="3835">
                  <c:v>-1.1319951174727081</c:v>
                </c:pt>
                <c:pt idx="3836">
                  <c:v>-1.145007662427818</c:v>
                </c:pt>
                <c:pt idx="3837">
                  <c:v>-1.2510722666878351</c:v>
                </c:pt>
                <c:pt idx="3838">
                  <c:v>-1.3240856198291691</c:v>
                </c:pt>
                <c:pt idx="3839">
                  <c:v>-1.4070261524353691</c:v>
                </c:pt>
                <c:pt idx="3840">
                  <c:v>-1.394005427721875</c:v>
                </c:pt>
                <c:pt idx="3841">
                  <c:v>-1.27663851694704</c:v>
                </c:pt>
                <c:pt idx="3842">
                  <c:v>-1.155118366888864</c:v>
                </c:pt>
                <c:pt idx="3843">
                  <c:v>-0.81632306283475253</c:v>
                </c:pt>
                <c:pt idx="3844">
                  <c:v>-0.63062776319163516</c:v>
                </c:pt>
                <c:pt idx="3845">
                  <c:v>-0.49244436239402911</c:v>
                </c:pt>
                <c:pt idx="3846">
                  <c:v>-0.39221504658615503</c:v>
                </c:pt>
                <c:pt idx="3847">
                  <c:v>-0.34616685408962511</c:v>
                </c:pt>
                <c:pt idx="3848">
                  <c:v>-0.29927755382412541</c:v>
                </c:pt>
                <c:pt idx="3849">
                  <c:v>-2.9745419663228839E-2</c:v>
                </c:pt>
                <c:pt idx="3850">
                  <c:v>-9.4462383636962632E-2</c:v>
                </c:pt>
                <c:pt idx="3851">
                  <c:v>-0.1778939596711025</c:v>
                </c:pt>
                <c:pt idx="3852">
                  <c:v>-0.2478448633940292</c:v>
                </c:pt>
                <c:pt idx="3853">
                  <c:v>-0.32385034534868973</c:v>
                </c:pt>
                <c:pt idx="3854">
                  <c:v>-0.31402279504599179</c:v>
                </c:pt>
                <c:pt idx="3855">
                  <c:v>-0.28596141996381491</c:v>
                </c:pt>
                <c:pt idx="3856">
                  <c:v>-0.12884204340008351</c:v>
                </c:pt>
                <c:pt idx="3857">
                  <c:v>-2.6961164925889739E-2</c:v>
                </c:pt>
                <c:pt idx="3858">
                  <c:v>-3.3593995028607167E-2</c:v>
                </c:pt>
                <c:pt idx="3859">
                  <c:v>-3.6432474966714562E-2</c:v>
                </c:pt>
                <c:pt idx="3860">
                  <c:v>-7.7663301303423485E-2</c:v>
                </c:pt>
                <c:pt idx="3861">
                  <c:v>-7.8455091259561571E-2</c:v>
                </c:pt>
                <c:pt idx="3862">
                  <c:v>-0.26059394210115272</c:v>
                </c:pt>
                <c:pt idx="3863">
                  <c:v>-0.49512596735093561</c:v>
                </c:pt>
                <c:pt idx="3864">
                  <c:v>-0.79190754965036536</c:v>
                </c:pt>
                <c:pt idx="3865">
                  <c:v>-0.75598024722240931</c:v>
                </c:pt>
                <c:pt idx="3866">
                  <c:v>-0.67145225864688785</c:v>
                </c:pt>
                <c:pt idx="3867">
                  <c:v>-0.63089476101221365</c:v>
                </c:pt>
                <c:pt idx="3868">
                  <c:v>-0.57902465630909139</c:v>
                </c:pt>
                <c:pt idx="3869">
                  <c:v>-0.79157091481260411</c:v>
                </c:pt>
                <c:pt idx="3870">
                  <c:v>-0.73522623208246707</c:v>
                </c:pt>
                <c:pt idx="3871">
                  <c:v>-0.71536601117745968</c:v>
                </c:pt>
                <c:pt idx="3872">
                  <c:v>-0.45277211318617933</c:v>
                </c:pt>
                <c:pt idx="3873">
                  <c:v>-0.3816223284446783</c:v>
                </c:pt>
                <c:pt idx="3874">
                  <c:v>-0.32091856150872622</c:v>
                </c:pt>
                <c:pt idx="3875">
                  <c:v>-0.18567612786759111</c:v>
                </c:pt>
                <c:pt idx="3876">
                  <c:v>-0.23794677381404331</c:v>
                </c:pt>
                <c:pt idx="3877">
                  <c:v>-0.1758141822884822</c:v>
                </c:pt>
                <c:pt idx="3878">
                  <c:v>-0.20064046653408429</c:v>
                </c:pt>
                <c:pt idx="3879">
                  <c:v>-0.21723696482103411</c:v>
                </c:pt>
                <c:pt idx="3880">
                  <c:v>-0.21351799844496511</c:v>
                </c:pt>
                <c:pt idx="3881">
                  <c:v>-0.24986016255421681</c:v>
                </c:pt>
                <c:pt idx="3882">
                  <c:v>-0.18768757133583799</c:v>
                </c:pt>
                <c:pt idx="3883">
                  <c:v>-2.7427823999597498E-3</c:v>
                </c:pt>
                <c:pt idx="3884">
                  <c:v>0.15545234597162</c:v>
                </c:pt>
                <c:pt idx="3885">
                  <c:v>0.20916469537186769</c:v>
                </c:pt>
                <c:pt idx="3886">
                  <c:v>4.6179913838962507E-2</c:v>
                </c:pt>
                <c:pt idx="3887">
                  <c:v>-2.5925324153396531E-3</c:v>
                </c:pt>
                <c:pt idx="3888">
                  <c:v>-2.3238416740458491E-2</c:v>
                </c:pt>
                <c:pt idx="3889">
                  <c:v>5.5025728915081867E-2</c:v>
                </c:pt>
                <c:pt idx="3890">
                  <c:v>4.0252956035930321E-2</c:v>
                </c:pt>
                <c:pt idx="3891">
                  <c:v>-4.1826690864143923E-2</c:v>
                </c:pt>
                <c:pt idx="3892">
                  <c:v>-0.41433823236673079</c:v>
                </c:pt>
                <c:pt idx="3893">
                  <c:v>-0.37803086261388952</c:v>
                </c:pt>
                <c:pt idx="3894">
                  <c:v>-0.26082890971011319</c:v>
                </c:pt>
                <c:pt idx="3895">
                  <c:v>-0.27864491518448681</c:v>
                </c:pt>
                <c:pt idx="3896">
                  <c:v>-0.30912595488929973</c:v>
                </c:pt>
                <c:pt idx="3897">
                  <c:v>-0.2101835388168159</c:v>
                </c:pt>
                <c:pt idx="3898">
                  <c:v>-0.12075916517428879</c:v>
                </c:pt>
                <c:pt idx="3899">
                  <c:v>-3.1788869815507617E-2</c:v>
                </c:pt>
                <c:pt idx="3900">
                  <c:v>4.9636681077021093E-2</c:v>
                </c:pt>
                <c:pt idx="3901">
                  <c:v>0.1344381124142611</c:v>
                </c:pt>
                <c:pt idx="3902">
                  <c:v>0.35152384928929459</c:v>
                </c:pt>
                <c:pt idx="3903">
                  <c:v>0.17902903207635101</c:v>
                </c:pt>
                <c:pt idx="3904">
                  <c:v>0.26907486729516877</c:v>
                </c:pt>
                <c:pt idx="3905">
                  <c:v>9.1406262518037115E-2</c:v>
                </c:pt>
                <c:pt idx="3906">
                  <c:v>0.15663366775561721</c:v>
                </c:pt>
                <c:pt idx="3907">
                  <c:v>0.3309137872684636</c:v>
                </c:pt>
                <c:pt idx="3908">
                  <c:v>0.47812097511645368</c:v>
                </c:pt>
                <c:pt idx="3909">
                  <c:v>0.51411726342455921</c:v>
                </c:pt>
                <c:pt idx="3910">
                  <c:v>0.47157661196798251</c:v>
                </c:pt>
                <c:pt idx="3911">
                  <c:v>0.45093669407858838</c:v>
                </c:pt>
                <c:pt idx="3912">
                  <c:v>0.40535340306307011</c:v>
                </c:pt>
                <c:pt idx="3913">
                  <c:v>0.37486906802013409</c:v>
                </c:pt>
                <c:pt idx="3914">
                  <c:v>0.20396035326274189</c:v>
                </c:pt>
                <c:pt idx="3915">
                  <c:v>7.8187370630440442E-2</c:v>
                </c:pt>
                <c:pt idx="3916">
                  <c:v>2.8226204235437771E-2</c:v>
                </c:pt>
                <c:pt idx="3917">
                  <c:v>-0.2116407161000993</c:v>
                </c:pt>
                <c:pt idx="3918">
                  <c:v>-0.1005292613550464</c:v>
                </c:pt>
                <c:pt idx="3919">
                  <c:v>9.9016972474061618E-2</c:v>
                </c:pt>
                <c:pt idx="3920">
                  <c:v>4.6935589280306993E-2</c:v>
                </c:pt>
                <c:pt idx="3921">
                  <c:v>-0.1165814908603677</c:v>
                </c:pt>
                <c:pt idx="3922">
                  <c:v>-0.42159971201339702</c:v>
                </c:pt>
                <c:pt idx="3923">
                  <c:v>-0.296076014664236</c:v>
                </c:pt>
                <c:pt idx="3924">
                  <c:v>-0.18974766467141119</c:v>
                </c:pt>
                <c:pt idx="3925">
                  <c:v>-0.1096221090373396</c:v>
                </c:pt>
                <c:pt idx="3926">
                  <c:v>-0.109017309195807</c:v>
                </c:pt>
                <c:pt idx="3927">
                  <c:v>-0.1704152298863876</c:v>
                </c:pt>
                <c:pt idx="3928">
                  <c:v>-0.32089660141933068</c:v>
                </c:pt>
                <c:pt idx="3929">
                  <c:v>-0.25977836018089823</c:v>
                </c:pt>
                <c:pt idx="3930">
                  <c:v>-0.21513000744006569</c:v>
                </c:pt>
                <c:pt idx="3931">
                  <c:v>-0.19555603101637239</c:v>
                </c:pt>
                <c:pt idx="3932">
                  <c:v>-3.3445945263393798E-2</c:v>
                </c:pt>
                <c:pt idx="3933">
                  <c:v>-8.484016478520652E-2</c:v>
                </c:pt>
                <c:pt idx="3934">
                  <c:v>3.4920421296013388E-2</c:v>
                </c:pt>
                <c:pt idx="3935">
                  <c:v>6.2901583389547336E-2</c:v>
                </c:pt>
                <c:pt idx="3936">
                  <c:v>7.9042888811981904E-2</c:v>
                </c:pt>
                <c:pt idx="3937">
                  <c:v>8.2728223394918338E-2</c:v>
                </c:pt>
                <c:pt idx="3938">
                  <c:v>-6.1646260991405993E-2</c:v>
                </c:pt>
                <c:pt idx="3939">
                  <c:v>-0.50878227556943922</c:v>
                </c:pt>
                <c:pt idx="3940">
                  <c:v>-0.60399060237729196</c:v>
                </c:pt>
                <c:pt idx="3941">
                  <c:v>-0.59152104886653178</c:v>
                </c:pt>
                <c:pt idx="3942">
                  <c:v>-0.41750217531370742</c:v>
                </c:pt>
                <c:pt idx="3943">
                  <c:v>-0.47692230590487911</c:v>
                </c:pt>
                <c:pt idx="3944">
                  <c:v>-0.6548317674577212</c:v>
                </c:pt>
                <c:pt idx="3945">
                  <c:v>-0.60868829102248889</c:v>
                </c:pt>
                <c:pt idx="3946">
                  <c:v>-0.70400575322896908</c:v>
                </c:pt>
                <c:pt idx="3947">
                  <c:v>-0.83136651631142244</c:v>
                </c:pt>
                <c:pt idx="3948">
                  <c:v>-0.82299890847629664</c:v>
                </c:pt>
                <c:pt idx="3949">
                  <c:v>-0.87220071473955774</c:v>
                </c:pt>
                <c:pt idx="3950">
                  <c:v>-0.78436436488553085</c:v>
                </c:pt>
                <c:pt idx="3951">
                  <c:v>-0.73432975355827201</c:v>
                </c:pt>
                <c:pt idx="3952">
                  <c:v>-0.71890262455509157</c:v>
                </c:pt>
                <c:pt idx="3953">
                  <c:v>-0.66570307681600527</c:v>
                </c:pt>
                <c:pt idx="3954">
                  <c:v>-0.49896084132790508</c:v>
                </c:pt>
                <c:pt idx="3955">
                  <c:v>-0.81778568346770564</c:v>
                </c:pt>
                <c:pt idx="3956">
                  <c:v>-1.0031890922322551</c:v>
                </c:pt>
                <c:pt idx="3957">
                  <c:v>-0.83784103399070686</c:v>
                </c:pt>
                <c:pt idx="3958">
                  <c:v>-0.78007575913756322</c:v>
                </c:pt>
                <c:pt idx="3959">
                  <c:v>-0.52643584051043657</c:v>
                </c:pt>
                <c:pt idx="3960">
                  <c:v>-0.38652335446739239</c:v>
                </c:pt>
                <c:pt idx="3961">
                  <c:v>-8.7865332977543533E-3</c:v>
                </c:pt>
                <c:pt idx="3962">
                  <c:v>0.19205761090349949</c:v>
                </c:pt>
                <c:pt idx="3963">
                  <c:v>0.20013252101943571</c:v>
                </c:pt>
                <c:pt idx="3964">
                  <c:v>8.9012528121544046E-2</c:v>
                </c:pt>
                <c:pt idx="3965">
                  <c:v>0.35350146858781889</c:v>
                </c:pt>
                <c:pt idx="3966">
                  <c:v>0.60967407180046485</c:v>
                </c:pt>
                <c:pt idx="3967">
                  <c:v>0.41029257971777588</c:v>
                </c:pt>
                <c:pt idx="3968">
                  <c:v>0.20599211260318359</c:v>
                </c:pt>
                <c:pt idx="3969">
                  <c:v>0.1037055168980672</c:v>
                </c:pt>
                <c:pt idx="3970">
                  <c:v>4.6546993161345383E-2</c:v>
                </c:pt>
                <c:pt idx="3971">
                  <c:v>0.15754897505066401</c:v>
                </c:pt>
                <c:pt idx="3972">
                  <c:v>0.15166496890067599</c:v>
                </c:pt>
                <c:pt idx="3973">
                  <c:v>0.16159271904128411</c:v>
                </c:pt>
                <c:pt idx="3974">
                  <c:v>-0.14355131133967319</c:v>
                </c:pt>
                <c:pt idx="3975">
                  <c:v>1.24186884035653E-2</c:v>
                </c:pt>
                <c:pt idx="3976">
                  <c:v>0.34436519873910187</c:v>
                </c:pt>
                <c:pt idx="3977">
                  <c:v>0.26300577756308757</c:v>
                </c:pt>
                <c:pt idx="3978">
                  <c:v>0.32835584475951368</c:v>
                </c:pt>
                <c:pt idx="3979">
                  <c:v>0.2905997853830079</c:v>
                </c:pt>
                <c:pt idx="3980">
                  <c:v>0.1444931148582059</c:v>
                </c:pt>
                <c:pt idx="3981">
                  <c:v>-0.2378246302654877</c:v>
                </c:pt>
                <c:pt idx="3982">
                  <c:v>-0.39381292116758848</c:v>
                </c:pt>
                <c:pt idx="3983">
                  <c:v>-0.30363027511992169</c:v>
                </c:pt>
                <c:pt idx="3984">
                  <c:v>-0.33055125390238549</c:v>
                </c:pt>
                <c:pt idx="3985">
                  <c:v>-0.64910604015039353</c:v>
                </c:pt>
                <c:pt idx="3986">
                  <c:v>-0.87571058125698753</c:v>
                </c:pt>
                <c:pt idx="3987">
                  <c:v>-0.58909383634742263</c:v>
                </c:pt>
                <c:pt idx="3988">
                  <c:v>-0.2158045349651771</c:v>
                </c:pt>
                <c:pt idx="3989">
                  <c:v>-0.17443085452452911</c:v>
                </c:pt>
                <c:pt idx="3990">
                  <c:v>-6.7259715778519941E-2</c:v>
                </c:pt>
                <c:pt idx="3991">
                  <c:v>9.1436744039641193E-2</c:v>
                </c:pt>
                <c:pt idx="3992">
                  <c:v>2.5415830742581409E-3</c:v>
                </c:pt>
                <c:pt idx="3993">
                  <c:v>5.4545110521719092E-2</c:v>
                </c:pt>
                <c:pt idx="3994">
                  <c:v>0.29319367285726622</c:v>
                </c:pt>
                <c:pt idx="3995">
                  <c:v>0.31741724605106331</c:v>
                </c:pt>
                <c:pt idx="3996">
                  <c:v>0.31122563767643402</c:v>
                </c:pt>
                <c:pt idx="3997">
                  <c:v>0.30089584969323979</c:v>
                </c:pt>
                <c:pt idx="3998">
                  <c:v>0.101782180593357</c:v>
                </c:pt>
                <c:pt idx="3999">
                  <c:v>0.19365119097133851</c:v>
                </c:pt>
                <c:pt idx="4000">
                  <c:v>0.36775239575379037</c:v>
                </c:pt>
                <c:pt idx="4001">
                  <c:v>0.63822579137075053</c:v>
                </c:pt>
                <c:pt idx="4002">
                  <c:v>0.39929054396349511</c:v>
                </c:pt>
                <c:pt idx="4003">
                  <c:v>0.57189965840716883</c:v>
                </c:pt>
                <c:pt idx="4004">
                  <c:v>0.80396104778884292</c:v>
                </c:pt>
                <c:pt idx="4005">
                  <c:v>0.88907758682739468</c:v>
                </c:pt>
                <c:pt idx="4006">
                  <c:v>0.84171644680546243</c:v>
                </c:pt>
                <c:pt idx="4007">
                  <c:v>0.74440686457364713</c:v>
                </c:pt>
                <c:pt idx="4008">
                  <c:v>0.74546902058819497</c:v>
                </c:pt>
                <c:pt idx="4009">
                  <c:v>0.75838405612098592</c:v>
                </c:pt>
                <c:pt idx="4010">
                  <c:v>0.58693246737680305</c:v>
                </c:pt>
                <c:pt idx="4011">
                  <c:v>0.22040572670451369</c:v>
                </c:pt>
                <c:pt idx="4012">
                  <c:v>0.34840280473099061</c:v>
                </c:pt>
                <c:pt idx="4013">
                  <c:v>0.36713276659941058</c:v>
                </c:pt>
                <c:pt idx="4014">
                  <c:v>0.38249977677988373</c:v>
                </c:pt>
                <c:pt idx="4015">
                  <c:v>0.60042094277586622</c:v>
                </c:pt>
                <c:pt idx="4016">
                  <c:v>0.63150508851093234</c:v>
                </c:pt>
                <c:pt idx="4017">
                  <c:v>0.54432754399299521</c:v>
                </c:pt>
                <c:pt idx="4018">
                  <c:v>0.51373298662018796</c:v>
                </c:pt>
                <c:pt idx="4019">
                  <c:v>0.63960334910848271</c:v>
                </c:pt>
                <c:pt idx="4020">
                  <c:v>0.89753088320370844</c:v>
                </c:pt>
                <c:pt idx="4021">
                  <c:v>0.92170244388496458</c:v>
                </c:pt>
                <c:pt idx="4022">
                  <c:v>0.99523735656334189</c:v>
                </c:pt>
                <c:pt idx="4023">
                  <c:v>0.93421598396602556</c:v>
                </c:pt>
                <c:pt idx="4024">
                  <c:v>1.0981385137351449</c:v>
                </c:pt>
                <c:pt idx="4025">
                  <c:v>1.1259380939615531</c:v>
                </c:pt>
                <c:pt idx="4026">
                  <c:v>0.8387209327208387</c:v>
                </c:pt>
                <c:pt idx="4027">
                  <c:v>0.99142932727446598</c:v>
                </c:pt>
                <c:pt idx="4028">
                  <c:v>1.035600714588053</c:v>
                </c:pt>
                <c:pt idx="4029">
                  <c:v>1.208658551161425</c:v>
                </c:pt>
                <c:pt idx="4030">
                  <c:v>1.3022536030807139</c:v>
                </c:pt>
                <c:pt idx="4031">
                  <c:v>1.6144271757515629</c:v>
                </c:pt>
                <c:pt idx="4032">
                  <c:v>1.9606536908696299</c:v>
                </c:pt>
                <c:pt idx="4033">
                  <c:v>1.6662912539346819</c:v>
                </c:pt>
                <c:pt idx="4034">
                  <c:v>1.304123091873606</c:v>
                </c:pt>
                <c:pt idx="4035">
                  <c:v>1.122904613743658</c:v>
                </c:pt>
                <c:pt idx="4036">
                  <c:v>1.101698254119734</c:v>
                </c:pt>
                <c:pt idx="4037">
                  <c:v>1.3016286055873481</c:v>
                </c:pt>
                <c:pt idx="4038">
                  <c:v>1.5933181448599489</c:v>
                </c:pt>
                <c:pt idx="4039">
                  <c:v>1.872623907663985</c:v>
                </c:pt>
                <c:pt idx="4040">
                  <c:v>1.6709176754982571</c:v>
                </c:pt>
                <c:pt idx="4041">
                  <c:v>1.7197337242284929</c:v>
                </c:pt>
                <c:pt idx="4042">
                  <c:v>1.7734330249241379</c:v>
                </c:pt>
                <c:pt idx="4043">
                  <c:v>1.930577203658383</c:v>
                </c:pt>
                <c:pt idx="4044">
                  <c:v>1.9046374109147231</c:v>
                </c:pt>
                <c:pt idx="4045">
                  <c:v>2.2704261146829592</c:v>
                </c:pt>
                <c:pt idx="4046">
                  <c:v>2.2451745583868479</c:v>
                </c:pt>
                <c:pt idx="4047">
                  <c:v>2.0032644000659339</c:v>
                </c:pt>
                <c:pt idx="4048">
                  <c:v>2.0086417103961081</c:v>
                </c:pt>
                <c:pt idx="4049">
                  <c:v>1.8812395217885469</c:v>
                </c:pt>
                <c:pt idx="4050">
                  <c:v>2.1359630009184878</c:v>
                </c:pt>
                <c:pt idx="4051">
                  <c:v>1.969644258997753</c:v>
                </c:pt>
                <c:pt idx="4052">
                  <c:v>1.5395611343062281</c:v>
                </c:pt>
                <c:pt idx="4053">
                  <c:v>1.569934945411706</c:v>
                </c:pt>
                <c:pt idx="4054">
                  <c:v>1.728693762994852</c:v>
                </c:pt>
                <c:pt idx="4055">
                  <c:v>1.945485129830145</c:v>
                </c:pt>
                <c:pt idx="4056">
                  <c:v>1.772719968086478</c:v>
                </c:pt>
                <c:pt idx="4057">
                  <c:v>1.570499714594763</c:v>
                </c:pt>
                <c:pt idx="4058">
                  <c:v>1.307478446311231</c:v>
                </c:pt>
                <c:pt idx="4059">
                  <c:v>1.152368302823233</c:v>
                </c:pt>
                <c:pt idx="4060">
                  <c:v>0.99445816723888247</c:v>
                </c:pt>
                <c:pt idx="4061">
                  <c:v>0.7951184994621654</c:v>
                </c:pt>
                <c:pt idx="4062">
                  <c:v>0.93321912539256902</c:v>
                </c:pt>
                <c:pt idx="4063">
                  <c:v>0.55563248879713389</c:v>
                </c:pt>
                <c:pt idx="4064">
                  <c:v>0.27775414085978628</c:v>
                </c:pt>
                <c:pt idx="4065">
                  <c:v>-0.11721274941233741</c:v>
                </c:pt>
                <c:pt idx="4066">
                  <c:v>0.1158918670241076</c:v>
                </c:pt>
                <c:pt idx="4067">
                  <c:v>-0.1057383392111565</c:v>
                </c:pt>
                <c:pt idx="4068">
                  <c:v>-0.1154524610838332</c:v>
                </c:pt>
                <c:pt idx="4069">
                  <c:v>-0.11893944387270081</c:v>
                </c:pt>
                <c:pt idx="4070">
                  <c:v>-0.4655314463491847</c:v>
                </c:pt>
                <c:pt idx="4071">
                  <c:v>-0.51621605872228316</c:v>
                </c:pt>
                <c:pt idx="4072">
                  <c:v>-0.51803569274730454</c:v>
                </c:pt>
                <c:pt idx="4073">
                  <c:v>-0.38236498260234242</c:v>
                </c:pt>
                <c:pt idx="4074">
                  <c:v>-0.3391431604276563</c:v>
                </c:pt>
                <c:pt idx="4075">
                  <c:v>-0.88624870601855055</c:v>
                </c:pt>
                <c:pt idx="4076">
                  <c:v>-0.82843939267091893</c:v>
                </c:pt>
                <c:pt idx="4077">
                  <c:v>-0.90202379869053273</c:v>
                </c:pt>
                <c:pt idx="4078">
                  <c:v>-1.0380450626461499</c:v>
                </c:pt>
                <c:pt idx="4079">
                  <c:v>-1.2480179922025489</c:v>
                </c:pt>
                <c:pt idx="4080">
                  <c:v>-1.240086668413386</c:v>
                </c:pt>
                <c:pt idx="4081">
                  <c:v>-1.22877828487638</c:v>
                </c:pt>
                <c:pt idx="4082">
                  <c:v>-1.177774464142229</c:v>
                </c:pt>
                <c:pt idx="4083">
                  <c:v>-1.10590943784504</c:v>
                </c:pt>
                <c:pt idx="4084">
                  <c:v>-1.0186185780410799</c:v>
                </c:pt>
                <c:pt idx="4085">
                  <c:v>-1.257099879475754</c:v>
                </c:pt>
                <c:pt idx="4086">
                  <c:v>-1.107142014602545</c:v>
                </c:pt>
                <c:pt idx="4087">
                  <c:v>-0.62240300786434632</c:v>
                </c:pt>
                <c:pt idx="4088">
                  <c:v>-0.63478417597127856</c:v>
                </c:pt>
                <c:pt idx="4089">
                  <c:v>-0.45578010400128122</c:v>
                </c:pt>
                <c:pt idx="4090">
                  <c:v>2.886589660866162E-2</c:v>
                </c:pt>
                <c:pt idx="4091">
                  <c:v>0.33548846078140859</c:v>
                </c:pt>
                <c:pt idx="4092">
                  <c:v>2.7607610666794E-2</c:v>
                </c:pt>
                <c:pt idx="4093">
                  <c:v>0.13635437254623781</c:v>
                </c:pt>
                <c:pt idx="4094">
                  <c:v>6.9175438950990056E-2</c:v>
                </c:pt>
                <c:pt idx="4095">
                  <c:v>0.65646474323809689</c:v>
                </c:pt>
                <c:pt idx="4096">
                  <c:v>0.772359813395187</c:v>
                </c:pt>
                <c:pt idx="4097">
                  <c:v>1.2881825470281529</c:v>
                </c:pt>
                <c:pt idx="4098">
                  <c:v>1.7211122265038721</c:v>
                </c:pt>
                <c:pt idx="4099">
                  <c:v>1.905721150809033</c:v>
                </c:pt>
                <c:pt idx="4100">
                  <c:v>2.0021393229051099</c:v>
                </c:pt>
                <c:pt idx="4101">
                  <c:v>1.9176044661388849</c:v>
                </c:pt>
                <c:pt idx="4102">
                  <c:v>1.967454730380912</c:v>
                </c:pt>
                <c:pt idx="4103">
                  <c:v>1.9918460401646569</c:v>
                </c:pt>
                <c:pt idx="4104">
                  <c:v>2.2455442998555539</c:v>
                </c:pt>
                <c:pt idx="4105">
                  <c:v>2.2723744910023349</c:v>
                </c:pt>
                <c:pt idx="4106">
                  <c:v>2.3716881737929651</c:v>
                </c:pt>
                <c:pt idx="4107">
                  <c:v>2.426072824450999</c:v>
                </c:pt>
                <c:pt idx="4108">
                  <c:v>2.1622208626106429</c:v>
                </c:pt>
                <c:pt idx="4109">
                  <c:v>1.651883232972235</c:v>
                </c:pt>
                <c:pt idx="4110">
                  <c:v>1.115827078000003</c:v>
                </c:pt>
                <c:pt idx="4111">
                  <c:v>1.054784472544213</c:v>
                </c:pt>
                <c:pt idx="4112">
                  <c:v>1.250855410638912</c:v>
                </c:pt>
                <c:pt idx="4113">
                  <c:v>1.322488466874717</c:v>
                </c:pt>
                <c:pt idx="4114">
                  <c:v>1.3895236249430081</c:v>
                </c:pt>
                <c:pt idx="4115">
                  <c:v>1.0850495650816241</c:v>
                </c:pt>
                <c:pt idx="4116">
                  <c:v>0.88096109856258076</c:v>
                </c:pt>
                <c:pt idx="4117">
                  <c:v>0.46402350988307728</c:v>
                </c:pt>
                <c:pt idx="4118">
                  <c:v>0.14265998695772761</c:v>
                </c:pt>
                <c:pt idx="4119">
                  <c:v>-0.3017715707508597</c:v>
                </c:pt>
                <c:pt idx="4120">
                  <c:v>-0.31286522645917159</c:v>
                </c:pt>
                <c:pt idx="4121">
                  <c:v>-0.102685848920318</c:v>
                </c:pt>
                <c:pt idx="4122">
                  <c:v>-0.551562174825457</c:v>
                </c:pt>
                <c:pt idx="4123">
                  <c:v>-0.75412126963895343</c:v>
                </c:pt>
                <c:pt idx="4124">
                  <c:v>-0.97816133801800698</c:v>
                </c:pt>
                <c:pt idx="4125">
                  <c:v>-0.77850712073174799</c:v>
                </c:pt>
                <c:pt idx="4126">
                  <c:v>-1.222761332457426</c:v>
                </c:pt>
                <c:pt idx="4127">
                  <c:v>-1.7482274059653169</c:v>
                </c:pt>
                <c:pt idx="4128">
                  <c:v>-1.5275697602467839</c:v>
                </c:pt>
                <c:pt idx="4129">
                  <c:v>-1.311289741631436</c:v>
                </c:pt>
                <c:pt idx="4130">
                  <c:v>-1.866666297586316</c:v>
                </c:pt>
                <c:pt idx="4131">
                  <c:v>-2.287625548975333</c:v>
                </c:pt>
                <c:pt idx="4132">
                  <c:v>-1.99117284441567</c:v>
                </c:pt>
                <c:pt idx="4133">
                  <c:v>-2.158176522133636</c:v>
                </c:pt>
                <c:pt idx="4134">
                  <c:v>-2.3840554057091721</c:v>
                </c:pt>
                <c:pt idx="4135">
                  <c:v>-2.5040866373188182</c:v>
                </c:pt>
                <c:pt idx="4136">
                  <c:v>-2.501745977968918</c:v>
                </c:pt>
                <c:pt idx="4137">
                  <c:v>-2.3143374780851889</c:v>
                </c:pt>
                <c:pt idx="4138">
                  <c:v>-2.183161429083095</c:v>
                </c:pt>
                <c:pt idx="4139">
                  <c:v>-2.128974992079117</c:v>
                </c:pt>
                <c:pt idx="4140">
                  <c:v>-2.1271505034367428</c:v>
                </c:pt>
                <c:pt idx="4141">
                  <c:v>-2.122945510352213</c:v>
                </c:pt>
                <c:pt idx="4142">
                  <c:v>-1.882240864889549</c:v>
                </c:pt>
                <c:pt idx="4143">
                  <c:v>-1.9322507211584521</c:v>
                </c:pt>
                <c:pt idx="4144">
                  <c:v>-2.0806312405917948</c:v>
                </c:pt>
                <c:pt idx="4145">
                  <c:v>-2.0772560595170608</c:v>
                </c:pt>
                <c:pt idx="4146">
                  <c:v>-1.678366505301004</c:v>
                </c:pt>
                <c:pt idx="4147">
                  <c:v>-1.429681918317296</c:v>
                </c:pt>
                <c:pt idx="4148">
                  <c:v>-1.575776746465654</c:v>
                </c:pt>
                <c:pt idx="4149">
                  <c:v>-1.405581883022285</c:v>
                </c:pt>
                <c:pt idx="4150">
                  <c:v>-0.67464617932611348</c:v>
                </c:pt>
                <c:pt idx="4151">
                  <c:v>-0.39664748985515003</c:v>
                </c:pt>
                <c:pt idx="4152">
                  <c:v>-0.52073668636135173</c:v>
                </c:pt>
                <c:pt idx="4153">
                  <c:v>-0.49365961859618351</c:v>
                </c:pt>
                <c:pt idx="4154">
                  <c:v>-0.1338924706135555</c:v>
                </c:pt>
                <c:pt idx="4155">
                  <c:v>0.1093907112861663</c:v>
                </c:pt>
                <c:pt idx="4156">
                  <c:v>-6.4249327200205384E-3</c:v>
                </c:pt>
                <c:pt idx="4157">
                  <c:v>-8.9946184225171033E-2</c:v>
                </c:pt>
                <c:pt idx="4158">
                  <c:v>2.4413380886633921E-2</c:v>
                </c:pt>
                <c:pt idx="4159">
                  <c:v>0.24501250008518391</c:v>
                </c:pt>
                <c:pt idx="4160">
                  <c:v>0.22602205375650811</c:v>
                </c:pt>
                <c:pt idx="4161">
                  <c:v>0.36901275018252172</c:v>
                </c:pt>
                <c:pt idx="4162">
                  <c:v>0.49064239471781051</c:v>
                </c:pt>
                <c:pt idx="4163">
                  <c:v>0.49508434966605258</c:v>
                </c:pt>
                <c:pt idx="4164">
                  <c:v>0.49580159218508391</c:v>
                </c:pt>
                <c:pt idx="4165">
                  <c:v>0.46555599724313462</c:v>
                </c:pt>
                <c:pt idx="4166">
                  <c:v>0.31755990219686819</c:v>
                </c:pt>
                <c:pt idx="4167">
                  <c:v>0.53133327386566864</c:v>
                </c:pt>
                <c:pt idx="4168">
                  <c:v>0.64401334660337095</c:v>
                </c:pt>
                <c:pt idx="4169">
                  <c:v>0.61870331736204598</c:v>
                </c:pt>
                <c:pt idx="4170">
                  <c:v>0.4913798270745236</c:v>
                </c:pt>
                <c:pt idx="4171">
                  <c:v>0.47585223829500228</c:v>
                </c:pt>
                <c:pt idx="4172">
                  <c:v>0.40660508423065461</c:v>
                </c:pt>
                <c:pt idx="4173">
                  <c:v>0.19973966128828349</c:v>
                </c:pt>
                <c:pt idx="4174">
                  <c:v>-4.2751501995847957E-2</c:v>
                </c:pt>
                <c:pt idx="4175">
                  <c:v>-4.5078400628594723E-2</c:v>
                </c:pt>
                <c:pt idx="4176">
                  <c:v>0.17874616083171199</c:v>
                </c:pt>
                <c:pt idx="4177">
                  <c:v>0.1477523572713042</c:v>
                </c:pt>
                <c:pt idx="4178">
                  <c:v>4.4534739279230212E-2</c:v>
                </c:pt>
                <c:pt idx="4179">
                  <c:v>-8.8832358722442842E-2</c:v>
                </c:pt>
                <c:pt idx="4180">
                  <c:v>-3.8855283275881641E-2</c:v>
                </c:pt>
                <c:pt idx="4181">
                  <c:v>-0.1358294423339694</c:v>
                </c:pt>
                <c:pt idx="4182">
                  <c:v>-0.23949168443346339</c:v>
                </c:pt>
                <c:pt idx="4183">
                  <c:v>-0.1697311183991014</c:v>
                </c:pt>
                <c:pt idx="4184">
                  <c:v>-0.29091254374830328</c:v>
                </c:pt>
                <c:pt idx="4185">
                  <c:v>-0.50734898146616991</c:v>
                </c:pt>
                <c:pt idx="4186">
                  <c:v>-0.5483045712169331</c:v>
                </c:pt>
                <c:pt idx="4187">
                  <c:v>-0.82989090922610842</c:v>
                </c:pt>
                <c:pt idx="4188">
                  <c:v>-0.89285052267596843</c:v>
                </c:pt>
                <c:pt idx="4189">
                  <c:v>-1.112308742754611</c:v>
                </c:pt>
                <c:pt idx="4190">
                  <c:v>-0.950332936623552</c:v>
                </c:pt>
                <c:pt idx="4191">
                  <c:v>-0.93941470180930342</c:v>
                </c:pt>
                <c:pt idx="4192">
                  <c:v>-0.90850160181357209</c:v>
                </c:pt>
                <c:pt idx="4193">
                  <c:v>-0.72508934422653681</c:v>
                </c:pt>
                <c:pt idx="4194">
                  <c:v>-0.59379492358711106</c:v>
                </c:pt>
                <c:pt idx="4195">
                  <c:v>-0.5589695330007024</c:v>
                </c:pt>
                <c:pt idx="4196">
                  <c:v>-0.70005718785185922</c:v>
                </c:pt>
                <c:pt idx="4197">
                  <c:v>-0.73096032538371603</c:v>
                </c:pt>
                <c:pt idx="4198">
                  <c:v>-0.71640693549865908</c:v>
                </c:pt>
                <c:pt idx="4199">
                  <c:v>-0.62556557335990737</c:v>
                </c:pt>
                <c:pt idx="4200">
                  <c:v>-0.68967952684007949</c:v>
                </c:pt>
                <c:pt idx="4201">
                  <c:v>-0.87962094578201722</c:v>
                </c:pt>
                <c:pt idx="4202">
                  <c:v>-0.99029685305797432</c:v>
                </c:pt>
                <c:pt idx="4203">
                  <c:v>-0.87233068198140007</c:v>
                </c:pt>
                <c:pt idx="4204">
                  <c:v>-0.99770477519119449</c:v>
                </c:pt>
                <c:pt idx="4205">
                  <c:v>-0.77256564670495909</c:v>
                </c:pt>
                <c:pt idx="4206">
                  <c:v>-0.61921031527435078</c:v>
                </c:pt>
                <c:pt idx="4207">
                  <c:v>-0.44904199855607052</c:v>
                </c:pt>
                <c:pt idx="4208">
                  <c:v>-0.3007724714521483</c:v>
                </c:pt>
                <c:pt idx="4209">
                  <c:v>-2.207638190017969E-2</c:v>
                </c:pt>
                <c:pt idx="4210">
                  <c:v>4.4535771300391609E-2</c:v>
                </c:pt>
                <c:pt idx="4211">
                  <c:v>1.9992976067446579E-2</c:v>
                </c:pt>
                <c:pt idx="4212">
                  <c:v>-0.1036962357391694</c:v>
                </c:pt>
                <c:pt idx="4213">
                  <c:v>-0.1007059304146837</c:v>
                </c:pt>
                <c:pt idx="4214">
                  <c:v>-0.1180470170950921</c:v>
                </c:pt>
                <c:pt idx="4215">
                  <c:v>-0.40762186684512441</c:v>
                </c:pt>
                <c:pt idx="4216">
                  <c:v>-0.17963979279070519</c:v>
                </c:pt>
                <c:pt idx="4217">
                  <c:v>-0.22906531554160861</c:v>
                </c:pt>
                <c:pt idx="4218">
                  <c:v>-0.1641700910733872</c:v>
                </c:pt>
                <c:pt idx="4219">
                  <c:v>-3.2754566215584577E-2</c:v>
                </c:pt>
                <c:pt idx="4220">
                  <c:v>-8.220082282012986E-2</c:v>
                </c:pt>
                <c:pt idx="4221">
                  <c:v>-0.1341195168059707</c:v>
                </c:pt>
                <c:pt idx="4222">
                  <c:v>2.4862733697913829E-2</c:v>
                </c:pt>
                <c:pt idx="4223">
                  <c:v>-6.1554872096137671E-2</c:v>
                </c:pt>
                <c:pt idx="4224">
                  <c:v>0.31216348597502991</c:v>
                </c:pt>
                <c:pt idx="4225">
                  <c:v>0.45967017868419141</c:v>
                </c:pt>
                <c:pt idx="4226">
                  <c:v>0.68492705836500001</c:v>
                </c:pt>
                <c:pt idx="4227">
                  <c:v>0.76119243824939486</c:v>
                </c:pt>
                <c:pt idx="4228">
                  <c:v>0.60831833217155207</c:v>
                </c:pt>
                <c:pt idx="4229">
                  <c:v>0.22597867143680209</c:v>
                </c:pt>
                <c:pt idx="4230">
                  <c:v>2.2366931609482852E-3</c:v>
                </c:pt>
                <c:pt idx="4231">
                  <c:v>-0.1084489672958157</c:v>
                </c:pt>
                <c:pt idx="4232">
                  <c:v>9.3044316632056881E-2</c:v>
                </c:pt>
                <c:pt idx="4233">
                  <c:v>0.1073947784915672</c:v>
                </c:pt>
                <c:pt idx="4234">
                  <c:v>-2.4041373734691378E-2</c:v>
                </c:pt>
                <c:pt idx="4235">
                  <c:v>9.8347861288446747E-2</c:v>
                </c:pt>
                <c:pt idx="4236">
                  <c:v>0.17448867368224699</c:v>
                </c:pt>
                <c:pt idx="4237">
                  <c:v>0.31507956065846898</c:v>
                </c:pt>
                <c:pt idx="4238">
                  <c:v>0.81747140314822175</c:v>
                </c:pt>
                <c:pt idx="4239">
                  <c:v>0.61989850480818143</c:v>
                </c:pt>
                <c:pt idx="4240">
                  <c:v>0.64986118353175215</c:v>
                </c:pt>
                <c:pt idx="4241">
                  <c:v>1.1203369026661329</c:v>
                </c:pt>
                <c:pt idx="4242">
                  <c:v>1.0583709274858339</c:v>
                </c:pt>
                <c:pt idx="4243">
                  <c:v>0.96877419806150566</c:v>
                </c:pt>
                <c:pt idx="4244">
                  <c:v>0.65837572244754616</c:v>
                </c:pt>
                <c:pt idx="4245">
                  <c:v>0.48582920739272312</c:v>
                </c:pt>
                <c:pt idx="4246">
                  <c:v>0.25690277580460419</c:v>
                </c:pt>
                <c:pt idx="4247">
                  <c:v>0.25257209973610228</c:v>
                </c:pt>
                <c:pt idx="4248">
                  <c:v>0.21565945339340301</c:v>
                </c:pt>
                <c:pt idx="4249">
                  <c:v>0.46861170623806142</c:v>
                </c:pt>
                <c:pt idx="4250">
                  <c:v>0.57289230642557365</c:v>
                </c:pt>
                <c:pt idx="4251">
                  <c:v>0.51031905713709935</c:v>
                </c:pt>
                <c:pt idx="4252">
                  <c:v>0.4978147745033274</c:v>
                </c:pt>
                <c:pt idx="4253">
                  <c:v>0.57692843769512148</c:v>
                </c:pt>
                <c:pt idx="4254">
                  <c:v>0.66678631632227336</c:v>
                </c:pt>
                <c:pt idx="4255">
                  <c:v>0.84406713679322587</c:v>
                </c:pt>
                <c:pt idx="4256">
                  <c:v>0.84308479677643478</c:v>
                </c:pt>
                <c:pt idx="4257">
                  <c:v>0.72721175259338544</c:v>
                </c:pt>
                <c:pt idx="4258">
                  <c:v>6.4986184946164066E-2</c:v>
                </c:pt>
                <c:pt idx="4259">
                  <c:v>0.1184749836648295</c:v>
                </c:pt>
                <c:pt idx="4260">
                  <c:v>0.34652472241330229</c:v>
                </c:pt>
                <c:pt idx="4261">
                  <c:v>-2.5354972354100329E-2</c:v>
                </c:pt>
                <c:pt idx="4262">
                  <c:v>-7.7929204028511709E-2</c:v>
                </c:pt>
                <c:pt idx="4263">
                  <c:v>0.13110842285122479</c:v>
                </c:pt>
                <c:pt idx="4264">
                  <c:v>0.37275175979763547</c:v>
                </c:pt>
                <c:pt idx="4265">
                  <c:v>0.47462363377122002</c:v>
                </c:pt>
                <c:pt idx="4266">
                  <c:v>0.32014644696316907</c:v>
                </c:pt>
                <c:pt idx="4267">
                  <c:v>0.30499270440406379</c:v>
                </c:pt>
                <c:pt idx="4268">
                  <c:v>0.47818492386827111</c:v>
                </c:pt>
                <c:pt idx="4269">
                  <c:v>0.25325307618493847</c:v>
                </c:pt>
                <c:pt idx="4270">
                  <c:v>0.29828861852268651</c:v>
                </c:pt>
                <c:pt idx="4271">
                  <c:v>0.36296032337941142</c:v>
                </c:pt>
                <c:pt idx="4272">
                  <c:v>0.45068832613682941</c:v>
                </c:pt>
                <c:pt idx="4273">
                  <c:v>0.29499600805918569</c:v>
                </c:pt>
                <c:pt idx="4274">
                  <c:v>0.41860288227637021</c:v>
                </c:pt>
                <c:pt idx="4275">
                  <c:v>0.54229487461947967</c:v>
                </c:pt>
                <c:pt idx="4276">
                  <c:v>0.67887182210074604</c:v>
                </c:pt>
                <c:pt idx="4277">
                  <c:v>0.64911484741059033</c:v>
                </c:pt>
                <c:pt idx="4278">
                  <c:v>0.48829921367849177</c:v>
                </c:pt>
                <c:pt idx="4279">
                  <c:v>0.39193152911125262</c:v>
                </c:pt>
                <c:pt idx="4280">
                  <c:v>0.25447612489175708</c:v>
                </c:pt>
                <c:pt idx="4281">
                  <c:v>0.1529507376597295</c:v>
                </c:pt>
                <c:pt idx="4282">
                  <c:v>0.18931989060463769</c:v>
                </c:pt>
                <c:pt idx="4283">
                  <c:v>0.13279573666095151</c:v>
                </c:pt>
                <c:pt idx="4284">
                  <c:v>-4.6668483112274886E-3</c:v>
                </c:pt>
                <c:pt idx="4285">
                  <c:v>-0.1395099503806812</c:v>
                </c:pt>
                <c:pt idx="4286">
                  <c:v>-6.8952632466650912E-2</c:v>
                </c:pt>
                <c:pt idx="4287">
                  <c:v>-0.33554059437960099</c:v>
                </c:pt>
                <c:pt idx="4288">
                  <c:v>-0.66100352247858807</c:v>
                </c:pt>
                <c:pt idx="4289">
                  <c:v>-0.38991835769302219</c:v>
                </c:pt>
                <c:pt idx="4290">
                  <c:v>-0.50020348020268623</c:v>
                </c:pt>
                <c:pt idx="4291">
                  <c:v>-0.58261171666590872</c:v>
                </c:pt>
                <c:pt idx="4292">
                  <c:v>-0.73561510235925798</c:v>
                </c:pt>
                <c:pt idx="4293">
                  <c:v>-0.80534283660651906</c:v>
                </c:pt>
                <c:pt idx="4294">
                  <c:v>-0.91955653443822205</c:v>
                </c:pt>
                <c:pt idx="4295">
                  <c:v>-1.1649134641222469</c:v>
                </c:pt>
                <c:pt idx="4296">
                  <c:v>-1.4073400906307749</c:v>
                </c:pt>
                <c:pt idx="4297">
                  <c:v>-1.3028088438715499</c:v>
                </c:pt>
                <c:pt idx="4298">
                  <c:v>-1.252748268767709</c:v>
                </c:pt>
                <c:pt idx="4299">
                  <c:v>-1.226358523549534</c:v>
                </c:pt>
                <c:pt idx="4300">
                  <c:v>-1.610145315027607</c:v>
                </c:pt>
                <c:pt idx="4301">
                  <c:v>-1.533453738885876</c:v>
                </c:pt>
                <c:pt idx="4302">
                  <c:v>-1.388838640945264</c:v>
                </c:pt>
                <c:pt idx="4303">
                  <c:v>-1.316924545458779</c:v>
                </c:pt>
                <c:pt idx="4304">
                  <c:v>-1.161391455478022</c:v>
                </c:pt>
                <c:pt idx="4305">
                  <c:v>-1.2486555220603539</c:v>
                </c:pt>
                <c:pt idx="4306">
                  <c:v>-1.2850614803979381</c:v>
                </c:pt>
                <c:pt idx="4307">
                  <c:v>-0.97529233201323196</c:v>
                </c:pt>
                <c:pt idx="4308">
                  <c:v>-0.85279764039224182</c:v>
                </c:pt>
                <c:pt idx="4309">
                  <c:v>-1.0672879031450291</c:v>
                </c:pt>
                <c:pt idx="4310">
                  <c:v>-0.93832992093385326</c:v>
                </c:pt>
                <c:pt idx="4311">
                  <c:v>-0.92163160542609968</c:v>
                </c:pt>
                <c:pt idx="4312">
                  <c:v>-1.284747558139874</c:v>
                </c:pt>
                <c:pt idx="4313">
                  <c:v>-1.224860253855298</c:v>
                </c:pt>
                <c:pt idx="4314">
                  <c:v>-1.2168803046824339</c:v>
                </c:pt>
                <c:pt idx="4315">
                  <c:v>-1.164633966235646</c:v>
                </c:pt>
                <c:pt idx="4316">
                  <c:v>-1.1328417544363609</c:v>
                </c:pt>
                <c:pt idx="4317">
                  <c:v>-1.163696022307086</c:v>
                </c:pt>
                <c:pt idx="4318">
                  <c:v>-1.0491386818518911</c:v>
                </c:pt>
                <c:pt idx="4319">
                  <c:v>-0.9678789558913623</c:v>
                </c:pt>
                <c:pt idx="4320">
                  <c:v>-0.67344110161541304</c:v>
                </c:pt>
                <c:pt idx="4321">
                  <c:v>-0.71152466117114244</c:v>
                </c:pt>
                <c:pt idx="4322">
                  <c:v>-0.85310905185734842</c:v>
                </c:pt>
                <c:pt idx="4323">
                  <c:v>-0.76056666709781717</c:v>
                </c:pt>
                <c:pt idx="4324">
                  <c:v>-0.81640555134156356</c:v>
                </c:pt>
                <c:pt idx="4325">
                  <c:v>-0.64808187053116029</c:v>
                </c:pt>
                <c:pt idx="4326">
                  <c:v>-0.50766550299256696</c:v>
                </c:pt>
                <c:pt idx="4327">
                  <c:v>-0.60541273776532878</c:v>
                </c:pt>
                <c:pt idx="4328">
                  <c:v>-0.31792499162914062</c:v>
                </c:pt>
                <c:pt idx="4329">
                  <c:v>-3.375211429360081E-2</c:v>
                </c:pt>
                <c:pt idx="4330">
                  <c:v>0.32705743022959821</c:v>
                </c:pt>
                <c:pt idx="4331">
                  <c:v>0.41609146190017138</c:v>
                </c:pt>
                <c:pt idx="4332">
                  <c:v>0.74726141376544497</c:v>
                </c:pt>
                <c:pt idx="4333">
                  <c:v>0.58942155148700937</c:v>
                </c:pt>
                <c:pt idx="4334">
                  <c:v>0.61652057197872445</c:v>
                </c:pt>
                <c:pt idx="4335">
                  <c:v>0.85478181305244938</c:v>
                </c:pt>
                <c:pt idx="4336">
                  <c:v>0.68574078681782336</c:v>
                </c:pt>
                <c:pt idx="4337">
                  <c:v>0.90326139384324033</c:v>
                </c:pt>
                <c:pt idx="4338">
                  <c:v>1.0051228234110059</c:v>
                </c:pt>
                <c:pt idx="4339">
                  <c:v>0.88008652068401083</c:v>
                </c:pt>
                <c:pt idx="4340">
                  <c:v>1.000066930659615</c:v>
                </c:pt>
                <c:pt idx="4341">
                  <c:v>1.0656011210283129</c:v>
                </c:pt>
                <c:pt idx="4342">
                  <c:v>0.96612119479523972</c:v>
                </c:pt>
                <c:pt idx="4343">
                  <c:v>0.9164968407183256</c:v>
                </c:pt>
                <c:pt idx="4344">
                  <c:v>1.139119521548362</c:v>
                </c:pt>
                <c:pt idx="4345">
                  <c:v>1.3375316490749809</c:v>
                </c:pt>
                <c:pt idx="4346">
                  <c:v>1.4095041827924719</c:v>
                </c:pt>
                <c:pt idx="4347">
                  <c:v>1.454224980000149</c:v>
                </c:pt>
                <c:pt idx="4348">
                  <c:v>1.2017255197359149</c:v>
                </c:pt>
                <c:pt idx="4349">
                  <c:v>0.87844760075285444</c:v>
                </c:pt>
                <c:pt idx="4350">
                  <c:v>0.50188152804152164</c:v>
                </c:pt>
                <c:pt idx="4351">
                  <c:v>0.45342542035229288</c:v>
                </c:pt>
                <c:pt idx="4352">
                  <c:v>0.26112900763994329</c:v>
                </c:pt>
                <c:pt idx="4353">
                  <c:v>0.34259023547485568</c:v>
                </c:pt>
                <c:pt idx="4354">
                  <c:v>0.25245464640921078</c:v>
                </c:pt>
                <c:pt idx="4355">
                  <c:v>5.218579779673508E-2</c:v>
                </c:pt>
                <c:pt idx="4356">
                  <c:v>0.22795477317680399</c:v>
                </c:pt>
                <c:pt idx="4357">
                  <c:v>-9.9884940938645528E-2</c:v>
                </c:pt>
                <c:pt idx="4358">
                  <c:v>-0.29670780180011369</c:v>
                </c:pt>
                <c:pt idx="4359">
                  <c:v>-7.4612298686056233E-2</c:v>
                </c:pt>
                <c:pt idx="4360">
                  <c:v>-0.175733935781622</c:v>
                </c:pt>
                <c:pt idx="4361">
                  <c:v>-0.30172605129416741</c:v>
                </c:pt>
                <c:pt idx="4362">
                  <c:v>-0.153242736196399</c:v>
                </c:pt>
                <c:pt idx="4363">
                  <c:v>-0.19966171867979579</c:v>
                </c:pt>
                <c:pt idx="4364">
                  <c:v>-0.1122461193118513</c:v>
                </c:pt>
                <c:pt idx="4365">
                  <c:v>-0.2646099967953866</c:v>
                </c:pt>
                <c:pt idx="4366">
                  <c:v>-0.25018632073455133</c:v>
                </c:pt>
                <c:pt idx="4367">
                  <c:v>-0.32160436326534919</c:v>
                </c:pt>
                <c:pt idx="4368">
                  <c:v>-0.35234208797486549</c:v>
                </c:pt>
                <c:pt idx="4369">
                  <c:v>-0.12475370920520699</c:v>
                </c:pt>
                <c:pt idx="4370">
                  <c:v>-0.20339760839161319</c:v>
                </c:pt>
                <c:pt idx="4371">
                  <c:v>-7.7085182034828836E-2</c:v>
                </c:pt>
                <c:pt idx="4372">
                  <c:v>0.1467751273628202</c:v>
                </c:pt>
                <c:pt idx="4373">
                  <c:v>0.14194042338949431</c:v>
                </c:pt>
                <c:pt idx="4374">
                  <c:v>0.1124802385514118</c:v>
                </c:pt>
                <c:pt idx="4375">
                  <c:v>0.1954967901973203</c:v>
                </c:pt>
                <c:pt idx="4376">
                  <c:v>0.1630744769682444</c:v>
                </c:pt>
                <c:pt idx="4377">
                  <c:v>0.14999510492062301</c:v>
                </c:pt>
                <c:pt idx="4378">
                  <c:v>0.2339182779892075</c:v>
                </c:pt>
                <c:pt idx="4379">
                  <c:v>-5.4946027532727669E-2</c:v>
                </c:pt>
                <c:pt idx="4380">
                  <c:v>-5.004647246461158E-2</c:v>
                </c:pt>
                <c:pt idx="4381">
                  <c:v>0.10702285155351481</c:v>
                </c:pt>
                <c:pt idx="4382">
                  <c:v>5.5042508702443538E-2</c:v>
                </c:pt>
                <c:pt idx="4383">
                  <c:v>-7.5867035161736915E-2</c:v>
                </c:pt>
                <c:pt idx="4384">
                  <c:v>-0.37317896596256739</c:v>
                </c:pt>
                <c:pt idx="4385">
                  <c:v>-0.47507653741038741</c:v>
                </c:pt>
                <c:pt idx="4386">
                  <c:v>-0.65979803512146318</c:v>
                </c:pt>
                <c:pt idx="4387">
                  <c:v>-0.75133492305306726</c:v>
                </c:pt>
                <c:pt idx="4388">
                  <c:v>-0.8477559670045357</c:v>
                </c:pt>
                <c:pt idx="4389">
                  <c:v>-1.0054723259853819</c:v>
                </c:pt>
                <c:pt idx="4390">
                  <c:v>-1.1072849340816791</c:v>
                </c:pt>
                <c:pt idx="4391">
                  <c:v>-1.127270524194304</c:v>
                </c:pt>
                <c:pt idx="4392">
                  <c:v>-1.070439221727276</c:v>
                </c:pt>
                <c:pt idx="4393">
                  <c:v>-0.85583230202909133</c:v>
                </c:pt>
                <c:pt idx="4394">
                  <c:v>-0.87088695573673591</c:v>
                </c:pt>
                <c:pt idx="4395">
                  <c:v>-0.97117673312484898</c:v>
                </c:pt>
                <c:pt idx="4396">
                  <c:v>-0.98208339994538374</c:v>
                </c:pt>
                <c:pt idx="4397">
                  <c:v>-0.68352345297476225</c:v>
                </c:pt>
                <c:pt idx="4398">
                  <c:v>-0.50464410707152563</c:v>
                </c:pt>
                <c:pt idx="4399">
                  <c:v>-0.18804703964712291</c:v>
                </c:pt>
                <c:pt idx="4400">
                  <c:v>-0.1531359085992566</c:v>
                </c:pt>
                <c:pt idx="4401">
                  <c:v>-7.8083397080459971E-2</c:v>
                </c:pt>
                <c:pt idx="4402">
                  <c:v>1.9153733868610859E-2</c:v>
                </c:pt>
                <c:pt idx="4403">
                  <c:v>0.2055247869778665</c:v>
                </c:pt>
                <c:pt idx="4404">
                  <c:v>0.31391493834281192</c:v>
                </c:pt>
                <c:pt idx="4405">
                  <c:v>0.43591040256109131</c:v>
                </c:pt>
                <c:pt idx="4406">
                  <c:v>0.58897160653940894</c:v>
                </c:pt>
                <c:pt idx="4407">
                  <c:v>0.58963735130015327</c:v>
                </c:pt>
                <c:pt idx="4408">
                  <c:v>0.82995357793501157</c:v>
                </c:pt>
                <c:pt idx="4409">
                  <c:v>1.07541208170076</c:v>
                </c:pt>
                <c:pt idx="4410">
                  <c:v>1.235192806440826</c:v>
                </c:pt>
                <c:pt idx="4411">
                  <c:v>1.149435630393606</c:v>
                </c:pt>
                <c:pt idx="4412">
                  <c:v>1.023858451891666</c:v>
                </c:pt>
                <c:pt idx="4413">
                  <c:v>1.0228720870827319</c:v>
                </c:pt>
                <c:pt idx="4414">
                  <c:v>1.0582179861454311</c:v>
                </c:pt>
                <c:pt idx="4415">
                  <c:v>0.99044895745434181</c:v>
                </c:pt>
                <c:pt idx="4416">
                  <c:v>0.92453788962669725</c:v>
                </c:pt>
                <c:pt idx="4417">
                  <c:v>0.527061877515968</c:v>
                </c:pt>
                <c:pt idx="4418">
                  <c:v>0.32363306886624899</c:v>
                </c:pt>
                <c:pt idx="4419">
                  <c:v>0.15609869071164939</c:v>
                </c:pt>
                <c:pt idx="4420">
                  <c:v>-5.039738608391283E-2</c:v>
                </c:pt>
                <c:pt idx="4421">
                  <c:v>-0.41373997954527858</c:v>
                </c:pt>
                <c:pt idx="4422">
                  <c:v>-0.53897842223615877</c:v>
                </c:pt>
                <c:pt idx="4423">
                  <c:v>-0.62962287239519599</c:v>
                </c:pt>
                <c:pt idx="4424">
                  <c:v>-0.67413658279276234</c:v>
                </c:pt>
                <c:pt idx="4425">
                  <c:v>-0.78596401778192881</c:v>
                </c:pt>
                <c:pt idx="4426">
                  <c:v>-0.67650044321683167</c:v>
                </c:pt>
                <c:pt idx="4427">
                  <c:v>-0.53504512243254176</c:v>
                </c:pt>
                <c:pt idx="4428">
                  <c:v>-0.65444850805242383</c:v>
                </c:pt>
                <c:pt idx="4429">
                  <c:v>-0.86188915154072943</c:v>
                </c:pt>
                <c:pt idx="4430">
                  <c:v>-0.96459295539487577</c:v>
                </c:pt>
                <c:pt idx="4431">
                  <c:v>-1.0118898569726511</c:v>
                </c:pt>
                <c:pt idx="4432">
                  <c:v>-1.0712174650121991</c:v>
                </c:pt>
                <c:pt idx="4433">
                  <c:v>-0.99843809354287494</c:v>
                </c:pt>
                <c:pt idx="4434">
                  <c:v>-0.85929032824573826</c:v>
                </c:pt>
                <c:pt idx="4435">
                  <c:v>-0.71061085590815465</c:v>
                </c:pt>
                <c:pt idx="4436">
                  <c:v>-0.81794741788161252</c:v>
                </c:pt>
                <c:pt idx="4437">
                  <c:v>-0.61845082602616774</c:v>
                </c:pt>
                <c:pt idx="4438">
                  <c:v>-0.49727300669744379</c:v>
                </c:pt>
                <c:pt idx="4439">
                  <c:v>-0.24656258966436739</c:v>
                </c:pt>
                <c:pt idx="4440">
                  <c:v>-5.8007558802669779E-2</c:v>
                </c:pt>
                <c:pt idx="4441">
                  <c:v>0.1135007728670938</c:v>
                </c:pt>
                <c:pt idx="4442">
                  <c:v>0.22704082746074011</c:v>
                </c:pt>
                <c:pt idx="4443">
                  <c:v>0.23334370797050891</c:v>
                </c:pt>
                <c:pt idx="4444">
                  <c:v>0.21575323862549539</c:v>
                </c:pt>
                <c:pt idx="4445">
                  <c:v>0.25288486236068752</c:v>
                </c:pt>
                <c:pt idx="4446">
                  <c:v>-8.0713161359697216E-4</c:v>
                </c:pt>
                <c:pt idx="4447">
                  <c:v>-3.8891077077363369E-2</c:v>
                </c:pt>
                <c:pt idx="4448">
                  <c:v>7.5113031599061908E-2</c:v>
                </c:pt>
                <c:pt idx="4449">
                  <c:v>0.34109276515675041</c:v>
                </c:pt>
                <c:pt idx="4450">
                  <c:v>0.2426999831818894</c:v>
                </c:pt>
                <c:pt idx="4451">
                  <c:v>0.2467928506914111</c:v>
                </c:pt>
                <c:pt idx="4452">
                  <c:v>0.51978428451212833</c:v>
                </c:pt>
                <c:pt idx="4453">
                  <c:v>0.55999453898708107</c:v>
                </c:pt>
                <c:pt idx="4454">
                  <c:v>0.44890395905953162</c:v>
                </c:pt>
                <c:pt idx="4455">
                  <c:v>0.23757243237745571</c:v>
                </c:pt>
                <c:pt idx="4456">
                  <c:v>0.25697686908095252</c:v>
                </c:pt>
                <c:pt idx="4457">
                  <c:v>0.34173141818554492</c:v>
                </c:pt>
                <c:pt idx="4458">
                  <c:v>0.52707301231464843</c:v>
                </c:pt>
                <c:pt idx="4459">
                  <c:v>0.34717661637004038</c:v>
                </c:pt>
                <c:pt idx="4460">
                  <c:v>0.22412424162211009</c:v>
                </c:pt>
                <c:pt idx="4461">
                  <c:v>0.2171476345293657</c:v>
                </c:pt>
                <c:pt idx="4462">
                  <c:v>0.1924364003026193</c:v>
                </c:pt>
                <c:pt idx="4463">
                  <c:v>4.0228203396402103E-2</c:v>
                </c:pt>
                <c:pt idx="4464">
                  <c:v>3.4744328447020019E-3</c:v>
                </c:pt>
                <c:pt idx="4465">
                  <c:v>2.94711930315079E-2</c:v>
                </c:pt>
                <c:pt idx="4466">
                  <c:v>0.1101013773515718</c:v>
                </c:pt>
                <c:pt idx="4467">
                  <c:v>0.17397354248599209</c:v>
                </c:pt>
                <c:pt idx="4468">
                  <c:v>0.16791706128451031</c:v>
                </c:pt>
                <c:pt idx="4469">
                  <c:v>0.60302979407501567</c:v>
                </c:pt>
                <c:pt idx="4470">
                  <c:v>1.044145366283848</c:v>
                </c:pt>
                <c:pt idx="4471">
                  <c:v>1.454919777535203</c:v>
                </c:pt>
                <c:pt idx="4472">
                  <c:v>1.0245212372383901</c:v>
                </c:pt>
                <c:pt idx="4473">
                  <c:v>0.6535026285225336</c:v>
                </c:pt>
                <c:pt idx="4474">
                  <c:v>0.58574482634956693</c:v>
                </c:pt>
                <c:pt idx="4475">
                  <c:v>1.4218419119178241</c:v>
                </c:pt>
                <c:pt idx="4476">
                  <c:v>1.838796896313031</c:v>
                </c:pt>
                <c:pt idx="4477">
                  <c:v>2.8180752446822321</c:v>
                </c:pt>
                <c:pt idx="4478">
                  <c:v>2.2618370021089458</c:v>
                </c:pt>
                <c:pt idx="4479">
                  <c:v>3.1750144617507541</c:v>
                </c:pt>
                <c:pt idx="4480">
                  <c:v>5.2514861015696317</c:v>
                </c:pt>
                <c:pt idx="4481">
                  <c:v>3.8192136329068158</c:v>
                </c:pt>
                <c:pt idx="4482">
                  <c:v>4.4168552228403666</c:v>
                </c:pt>
                <c:pt idx="4483">
                  <c:v>4.2268942284850661</c:v>
                </c:pt>
                <c:pt idx="4484">
                  <c:v>5.5737196832425147</c:v>
                </c:pt>
                <c:pt idx="4485">
                  <c:v>5.1968271699477651</c:v>
                </c:pt>
                <c:pt idx="4486">
                  <c:v>4.9905312834474378</c:v>
                </c:pt>
                <c:pt idx="4487">
                  <c:v>5.2035913435080152</c:v>
                </c:pt>
                <c:pt idx="4488">
                  <c:v>4.4636857490970314</c:v>
                </c:pt>
                <c:pt idx="4489">
                  <c:v>2.926414505108633</c:v>
                </c:pt>
                <c:pt idx="4490">
                  <c:v>2.4243934912664691</c:v>
                </c:pt>
                <c:pt idx="4491">
                  <c:v>2.5848049410726759</c:v>
                </c:pt>
                <c:pt idx="4492">
                  <c:v>2.820571966628048</c:v>
                </c:pt>
                <c:pt idx="4493">
                  <c:v>2.9640229336859831</c:v>
                </c:pt>
                <c:pt idx="4494">
                  <c:v>3.503674144553182</c:v>
                </c:pt>
                <c:pt idx="4495">
                  <c:v>2.9516789730585491</c:v>
                </c:pt>
                <c:pt idx="4496">
                  <c:v>2.9665985958101611</c:v>
                </c:pt>
                <c:pt idx="4497">
                  <c:v>1.9977130783899739</c:v>
                </c:pt>
                <c:pt idx="4498">
                  <c:v>2.001624436073516</c:v>
                </c:pt>
                <c:pt idx="4499">
                  <c:v>1.0366855947144771</c:v>
                </c:pt>
                <c:pt idx="4500">
                  <c:v>-1.133829352443237</c:v>
                </c:pt>
                <c:pt idx="4501">
                  <c:v>9.7404408417752761E-2</c:v>
                </c:pt>
                <c:pt idx="4502">
                  <c:v>-0.54393715613393301</c:v>
                </c:pt>
                <c:pt idx="4503">
                  <c:v>-0.14128790568877331</c:v>
                </c:pt>
                <c:pt idx="4504">
                  <c:v>-1.554415934376665</c:v>
                </c:pt>
                <c:pt idx="4505">
                  <c:v>-1.4199589305577771</c:v>
                </c:pt>
                <c:pt idx="4506">
                  <c:v>-1.3806620171554409</c:v>
                </c:pt>
                <c:pt idx="4507">
                  <c:v>-1.4902171736785019</c:v>
                </c:pt>
                <c:pt idx="4508">
                  <c:v>-0.60246139019107547</c:v>
                </c:pt>
                <c:pt idx="4509">
                  <c:v>1.51593260314779</c:v>
                </c:pt>
                <c:pt idx="4510">
                  <c:v>1.7961966721112641</c:v>
                </c:pt>
                <c:pt idx="4511">
                  <c:v>0.78385384493948973</c:v>
                </c:pt>
                <c:pt idx="4512">
                  <c:v>0.33091359323437991</c:v>
                </c:pt>
                <c:pt idx="4513">
                  <c:v>0.21544059731646401</c:v>
                </c:pt>
                <c:pt idx="4514">
                  <c:v>6.7107553660768718E-2</c:v>
                </c:pt>
                <c:pt idx="4515">
                  <c:v>-8.5510102302354909E-2</c:v>
                </c:pt>
                <c:pt idx="4516">
                  <c:v>-0.13140143556395531</c:v>
                </c:pt>
                <c:pt idx="4517">
                  <c:v>0.27871335165172478</c:v>
                </c:pt>
                <c:pt idx="4518">
                  <c:v>0.29195636951512749</c:v>
                </c:pt>
                <c:pt idx="4519">
                  <c:v>0.52887808937034742</c:v>
                </c:pt>
                <c:pt idx="4520">
                  <c:v>1.1770962498919031</c:v>
                </c:pt>
                <c:pt idx="4521">
                  <c:v>1.443435316393145</c:v>
                </c:pt>
                <c:pt idx="4522">
                  <c:v>1.507503452236846</c:v>
                </c:pt>
                <c:pt idx="4523">
                  <c:v>1.104693700233021</c:v>
                </c:pt>
                <c:pt idx="4524">
                  <c:v>0.934746091945863</c:v>
                </c:pt>
                <c:pt idx="4525">
                  <c:v>0.89463752090257798</c:v>
                </c:pt>
                <c:pt idx="4526">
                  <c:v>0.83245914603482607</c:v>
                </c:pt>
                <c:pt idx="4527">
                  <c:v>0.34590712456987133</c:v>
                </c:pt>
                <c:pt idx="4528">
                  <c:v>4.4060470001803943E-2</c:v>
                </c:pt>
                <c:pt idx="4529">
                  <c:v>-1.407223651323612</c:v>
                </c:pt>
                <c:pt idx="4530">
                  <c:v>-1.754190626469615</c:v>
                </c:pt>
                <c:pt idx="4531">
                  <c:v>-1.249301268993539</c:v>
                </c:pt>
                <c:pt idx="4532">
                  <c:v>-0.73578837750923753</c:v>
                </c:pt>
                <c:pt idx="4533">
                  <c:v>-0.51958209502937736</c:v>
                </c:pt>
                <c:pt idx="4534">
                  <c:v>-0.97700103144512218</c:v>
                </c:pt>
                <c:pt idx="4535">
                  <c:v>-1.253904684669009</c:v>
                </c:pt>
                <c:pt idx="4536">
                  <c:v>-1.904329865956135</c:v>
                </c:pt>
                <c:pt idx="4537">
                  <c:v>-2.0148027696189779</c:v>
                </c:pt>
                <c:pt idx="4538">
                  <c:v>-2.0581864768477161</c:v>
                </c:pt>
                <c:pt idx="4539">
                  <c:v>-2.1627004263469152</c:v>
                </c:pt>
                <c:pt idx="4540">
                  <c:v>-2.289555857934523</c:v>
                </c:pt>
                <c:pt idx="4541">
                  <c:v>-2.6575008419879151</c:v>
                </c:pt>
                <c:pt idx="4542">
                  <c:v>-2.1441609725592379</c:v>
                </c:pt>
                <c:pt idx="4543">
                  <c:v>-1.767782476818921</c:v>
                </c:pt>
                <c:pt idx="4544">
                  <c:v>-1.6095007637291521</c:v>
                </c:pt>
                <c:pt idx="4545">
                  <c:v>-1.399051161010457</c:v>
                </c:pt>
                <c:pt idx="4546">
                  <c:v>-1.041631024147019</c:v>
                </c:pt>
                <c:pt idx="4547">
                  <c:v>-0.82740901103992215</c:v>
                </c:pt>
                <c:pt idx="4548">
                  <c:v>-0.98334476644179902</c:v>
                </c:pt>
                <c:pt idx="4549">
                  <c:v>-0.84274241900650215</c:v>
                </c:pt>
                <c:pt idx="4550">
                  <c:v>-0.29519299471358063</c:v>
                </c:pt>
                <c:pt idx="4551">
                  <c:v>-0.14424319277709979</c:v>
                </c:pt>
                <c:pt idx="4552">
                  <c:v>2.4135981912022102E-3</c:v>
                </c:pt>
                <c:pt idx="4553">
                  <c:v>-0.19414495105943341</c:v>
                </c:pt>
                <c:pt idx="4554">
                  <c:v>-0.117432930398332</c:v>
                </c:pt>
                <c:pt idx="4555">
                  <c:v>4.5293184471552922E-2</c:v>
                </c:pt>
                <c:pt idx="4556">
                  <c:v>0.33803412290944229</c:v>
                </c:pt>
                <c:pt idx="4557">
                  <c:v>0.19862899707928561</c:v>
                </c:pt>
                <c:pt idx="4558">
                  <c:v>0.39280912634124648</c:v>
                </c:pt>
                <c:pt idx="4559">
                  <c:v>0.60943804985566852</c:v>
                </c:pt>
                <c:pt idx="4560">
                  <c:v>0.63716069592089286</c:v>
                </c:pt>
                <c:pt idx="4561">
                  <c:v>0.62192275259673779</c:v>
                </c:pt>
                <c:pt idx="4562">
                  <c:v>0.15036147120991039</c:v>
                </c:pt>
                <c:pt idx="4563">
                  <c:v>4.7144931817160356E-3</c:v>
                </c:pt>
                <c:pt idx="4564">
                  <c:v>0.21960470533502119</c:v>
                </c:pt>
                <c:pt idx="4565">
                  <c:v>-2.4176277291153979E-2</c:v>
                </c:pt>
                <c:pt idx="4566">
                  <c:v>-0.27400748033186462</c:v>
                </c:pt>
                <c:pt idx="4567">
                  <c:v>-0.34741221098102731</c:v>
                </c:pt>
                <c:pt idx="4568">
                  <c:v>-0.25888629488874187</c:v>
                </c:pt>
                <c:pt idx="4569">
                  <c:v>-0.31491480127371141</c:v>
                </c:pt>
                <c:pt idx="4570">
                  <c:v>-0.70584882341180588</c:v>
                </c:pt>
                <c:pt idx="4571">
                  <c:v>-0.50998624593196185</c:v>
                </c:pt>
                <c:pt idx="4572">
                  <c:v>-0.7360633625025268</c:v>
                </c:pt>
                <c:pt idx="4573">
                  <c:v>-0.76883204593197851</c:v>
                </c:pt>
                <c:pt idx="4574">
                  <c:v>-0.71814796704874739</c:v>
                </c:pt>
                <c:pt idx="4575">
                  <c:v>-0.53185784769256172</c:v>
                </c:pt>
                <c:pt idx="4576">
                  <c:v>-0.43529500565587242</c:v>
                </c:pt>
                <c:pt idx="4577">
                  <c:v>-0.40784752902907367</c:v>
                </c:pt>
                <c:pt idx="4578">
                  <c:v>-0.22095739656665581</c:v>
                </c:pt>
                <c:pt idx="4579">
                  <c:v>-0.2272198921597787</c:v>
                </c:pt>
                <c:pt idx="4580">
                  <c:v>-0.34052797527911433</c:v>
                </c:pt>
                <c:pt idx="4581">
                  <c:v>-0.30180851898889538</c:v>
                </c:pt>
                <c:pt idx="4582">
                  <c:v>-0.1377769966908417</c:v>
                </c:pt>
                <c:pt idx="4583">
                  <c:v>-0.19338206945584049</c:v>
                </c:pt>
                <c:pt idx="4584">
                  <c:v>-0.25645031578328731</c:v>
                </c:pt>
                <c:pt idx="4585">
                  <c:v>7.1397182157739714E-4</c:v>
                </c:pt>
                <c:pt idx="4586">
                  <c:v>4.4615317631359619E-3</c:v>
                </c:pt>
                <c:pt idx="4587">
                  <c:v>0.1722348250298664</c:v>
                </c:pt>
                <c:pt idx="4588">
                  <c:v>0.36933190199104771</c:v>
                </c:pt>
                <c:pt idx="4589">
                  <c:v>0.43856023629525942</c:v>
                </c:pt>
                <c:pt idx="4590">
                  <c:v>0.73685056621480927</c:v>
                </c:pt>
                <c:pt idx="4591">
                  <c:v>0.71263912407862262</c:v>
                </c:pt>
                <c:pt idx="4592">
                  <c:v>0.6061843468537137</c:v>
                </c:pt>
                <c:pt idx="4593">
                  <c:v>0.61388768422451634</c:v>
                </c:pt>
                <c:pt idx="4594">
                  <c:v>0.61786379945283842</c:v>
                </c:pt>
                <c:pt idx="4595">
                  <c:v>0.80618358295824433</c:v>
                </c:pt>
                <c:pt idx="4596">
                  <c:v>0.90080967568813575</c:v>
                </c:pt>
                <c:pt idx="4597">
                  <c:v>0.60532270355890871</c:v>
                </c:pt>
                <c:pt idx="4598">
                  <c:v>0.49943070134103401</c:v>
                </c:pt>
                <c:pt idx="4599">
                  <c:v>0.1107703678100362</c:v>
                </c:pt>
                <c:pt idx="4600">
                  <c:v>0.1204361219400792</c:v>
                </c:pt>
                <c:pt idx="4601">
                  <c:v>7.2661174932882225E-2</c:v>
                </c:pt>
                <c:pt idx="4602">
                  <c:v>-0.15165415108019081</c:v>
                </c:pt>
                <c:pt idx="4603">
                  <c:v>0.10552198486948849</c:v>
                </c:pt>
                <c:pt idx="4604">
                  <c:v>-9.5899481150463872E-2</c:v>
                </c:pt>
                <c:pt idx="4605">
                  <c:v>-0.1876772822706762</c:v>
                </c:pt>
                <c:pt idx="4606">
                  <c:v>-0.21420629819406201</c:v>
                </c:pt>
                <c:pt idx="4607">
                  <c:v>-0.30581721486689628</c:v>
                </c:pt>
                <c:pt idx="4608">
                  <c:v>-0.46237420610091212</c:v>
                </c:pt>
                <c:pt idx="4609">
                  <c:v>-0.29357922757814531</c:v>
                </c:pt>
                <c:pt idx="4610">
                  <c:v>-0.45724532914837251</c:v>
                </c:pt>
                <c:pt idx="4611">
                  <c:v>-0.42158650070636899</c:v>
                </c:pt>
                <c:pt idx="4612">
                  <c:v>7.612154497346367E-2</c:v>
                </c:pt>
                <c:pt idx="4613">
                  <c:v>0.14566183628547261</c:v>
                </c:pt>
                <c:pt idx="4614">
                  <c:v>0.43183842027200542</c:v>
                </c:pt>
                <c:pt idx="4615">
                  <c:v>0.2466589811909079</c:v>
                </c:pt>
                <c:pt idx="4616">
                  <c:v>0.18135577392082899</c:v>
                </c:pt>
                <c:pt idx="4617">
                  <c:v>0.70421413441963898</c:v>
                </c:pt>
                <c:pt idx="4618">
                  <c:v>0.80339672524899319</c:v>
                </c:pt>
                <c:pt idx="4619">
                  <c:v>0.93851451298937916</c:v>
                </c:pt>
                <c:pt idx="4620">
                  <c:v>0.98881604581765759</c:v>
                </c:pt>
                <c:pt idx="4621">
                  <c:v>1.1745220011429001</c:v>
                </c:pt>
                <c:pt idx="4622">
                  <c:v>1.026766253377291</c:v>
                </c:pt>
                <c:pt idx="4623">
                  <c:v>0.72631972083477281</c:v>
                </c:pt>
                <c:pt idx="4624">
                  <c:v>0.94305850316275996</c:v>
                </c:pt>
                <c:pt idx="4625">
                  <c:v>0.82836492878101475</c:v>
                </c:pt>
                <c:pt idx="4626">
                  <c:v>0.69600449954560217</c:v>
                </c:pt>
                <c:pt idx="4627">
                  <c:v>0.73328248650344685</c:v>
                </c:pt>
                <c:pt idx="4628">
                  <c:v>0.72747574167901152</c:v>
                </c:pt>
                <c:pt idx="4629">
                  <c:v>0.86728020293409391</c:v>
                </c:pt>
                <c:pt idx="4630">
                  <c:v>0.92299587953772466</c:v>
                </c:pt>
                <c:pt idx="4631">
                  <c:v>0.59149565051082831</c:v>
                </c:pt>
                <c:pt idx="4632">
                  <c:v>6.1440695473176342E-2</c:v>
                </c:pt>
                <c:pt idx="4633">
                  <c:v>0.13253974505067059</c:v>
                </c:pt>
                <c:pt idx="4634">
                  <c:v>-0.15781135183715719</c:v>
                </c:pt>
                <c:pt idx="4635">
                  <c:v>2.773712294760837E-2</c:v>
                </c:pt>
                <c:pt idx="4636">
                  <c:v>6.8354659484839209E-2</c:v>
                </c:pt>
                <c:pt idx="4637">
                  <c:v>-0.1192506980398008</c:v>
                </c:pt>
                <c:pt idx="4638">
                  <c:v>-7.706621118849806E-2</c:v>
                </c:pt>
                <c:pt idx="4639">
                  <c:v>6.3517151607679637E-2</c:v>
                </c:pt>
                <c:pt idx="4640">
                  <c:v>7.859527560087283E-2</c:v>
                </c:pt>
                <c:pt idx="4641">
                  <c:v>-0.1065065391432812</c:v>
                </c:pt>
                <c:pt idx="4642">
                  <c:v>-5.1718769697163297E-2</c:v>
                </c:pt>
                <c:pt idx="4643">
                  <c:v>-0.27012152434345338</c:v>
                </c:pt>
                <c:pt idx="4644">
                  <c:v>-0.50044593761596268</c:v>
                </c:pt>
                <c:pt idx="4645">
                  <c:v>-1.0106977603217571</c:v>
                </c:pt>
                <c:pt idx="4646">
                  <c:v>-0.71733363765064384</c:v>
                </c:pt>
                <c:pt idx="4647">
                  <c:v>-0.5823543094816146</c:v>
                </c:pt>
                <c:pt idx="4648">
                  <c:v>-0.45638822771223397</c:v>
                </c:pt>
                <c:pt idx="4649">
                  <c:v>-0.50926396725462852</c:v>
                </c:pt>
                <c:pt idx="4650">
                  <c:v>-0.64541810312697734</c:v>
                </c:pt>
                <c:pt idx="4651">
                  <c:v>-0.59579750745792059</c:v>
                </c:pt>
                <c:pt idx="4652">
                  <c:v>-0.54037506719454775</c:v>
                </c:pt>
                <c:pt idx="4653">
                  <c:v>-0.52664695993219013</c:v>
                </c:pt>
                <c:pt idx="4654">
                  <c:v>-0.4276480620574718</c:v>
                </c:pt>
                <c:pt idx="4655">
                  <c:v>-0.47554584766092373</c:v>
                </c:pt>
                <c:pt idx="4656">
                  <c:v>-0.53112067077171032</c:v>
                </c:pt>
                <c:pt idx="4657">
                  <c:v>-0.68022446497865474</c:v>
                </c:pt>
                <c:pt idx="4658">
                  <c:v>-0.93077937941332101</c:v>
                </c:pt>
                <c:pt idx="4659">
                  <c:v>-1.000420641421133</c:v>
                </c:pt>
                <c:pt idx="4660">
                  <c:v>-1.0191771058005681</c:v>
                </c:pt>
                <c:pt idx="4661">
                  <c:v>-1.2138350726186871</c:v>
                </c:pt>
                <c:pt idx="4662">
                  <c:v>-1.2434945143957861</c:v>
                </c:pt>
                <c:pt idx="4663">
                  <c:v>-1.204883573061958</c:v>
                </c:pt>
                <c:pt idx="4664">
                  <c:v>-1.0381639164627861</c:v>
                </c:pt>
                <c:pt idx="4665">
                  <c:v>-0.58402776645287047</c:v>
                </c:pt>
                <c:pt idx="4666">
                  <c:v>-0.74209987508502506</c:v>
                </c:pt>
                <c:pt idx="4667">
                  <c:v>-0.81057875719113692</c:v>
                </c:pt>
                <c:pt idx="4668">
                  <c:v>-1.005935694808479</c:v>
                </c:pt>
                <c:pt idx="4669">
                  <c:v>-1.19717990272033</c:v>
                </c:pt>
                <c:pt idx="4670">
                  <c:v>-1.084530276796573</c:v>
                </c:pt>
                <c:pt idx="4671">
                  <c:v>-1.0543482302111711</c:v>
                </c:pt>
                <c:pt idx="4672">
                  <c:v>-0.92976597096516189</c:v>
                </c:pt>
                <c:pt idx="4673">
                  <c:v>-1.0477818295944541</c:v>
                </c:pt>
                <c:pt idx="4674">
                  <c:v>-1.090966270490229</c:v>
                </c:pt>
                <c:pt idx="4675">
                  <c:v>-1.0714226793203909</c:v>
                </c:pt>
                <c:pt idx="4676">
                  <c:v>-1.092465710298552</c:v>
                </c:pt>
                <c:pt idx="4677">
                  <c:v>-1.0241956635196741</c:v>
                </c:pt>
                <c:pt idx="4678">
                  <c:v>-0.84949361427635051</c:v>
                </c:pt>
                <c:pt idx="4679">
                  <c:v>-0.92938080490995667</c:v>
                </c:pt>
                <c:pt idx="4680">
                  <c:v>-0.9699680725262535</c:v>
                </c:pt>
                <c:pt idx="4681">
                  <c:v>-0.76785761988599466</c:v>
                </c:pt>
                <c:pt idx="4682">
                  <c:v>-0.31071026310361938</c:v>
                </c:pt>
                <c:pt idx="4683">
                  <c:v>2.9568822073551059E-2</c:v>
                </c:pt>
                <c:pt idx="4684">
                  <c:v>0.2379459788254068</c:v>
                </c:pt>
                <c:pt idx="4685">
                  <c:v>0.4345926225999821</c:v>
                </c:pt>
                <c:pt idx="4686">
                  <c:v>0.79706505332737987</c:v>
                </c:pt>
                <c:pt idx="4687">
                  <c:v>0.62524111725001696</c:v>
                </c:pt>
                <c:pt idx="4688">
                  <c:v>0.60556273354695256</c:v>
                </c:pt>
                <c:pt idx="4689">
                  <c:v>0.57824454593774455</c:v>
                </c:pt>
                <c:pt idx="4690">
                  <c:v>0.68336168127794383</c:v>
                </c:pt>
                <c:pt idx="4691">
                  <c:v>0.70958466199106718</c:v>
                </c:pt>
                <c:pt idx="4692">
                  <c:v>0.68949426842300865</c:v>
                </c:pt>
                <c:pt idx="4693">
                  <c:v>0.75602059997520321</c:v>
                </c:pt>
                <c:pt idx="4694">
                  <c:v>0.82530604716706824</c:v>
                </c:pt>
                <c:pt idx="4695">
                  <c:v>0.97914327773721499</c:v>
                </c:pt>
                <c:pt idx="4696">
                  <c:v>0.92524161867655519</c:v>
                </c:pt>
                <c:pt idx="4697">
                  <c:v>0.94745345970956096</c:v>
                </c:pt>
                <c:pt idx="4698">
                  <c:v>0.81480693360020118</c:v>
                </c:pt>
                <c:pt idx="4699">
                  <c:v>0.93707492574491147</c:v>
                </c:pt>
                <c:pt idx="4700">
                  <c:v>0.90884211901993384</c:v>
                </c:pt>
                <c:pt idx="4701">
                  <c:v>0.74825232253993856</c:v>
                </c:pt>
                <c:pt idx="4702">
                  <c:v>0.33401371699260829</c:v>
                </c:pt>
                <c:pt idx="4703">
                  <c:v>0.32171278109337481</c:v>
                </c:pt>
                <c:pt idx="4704">
                  <c:v>0.11767575209995509</c:v>
                </c:pt>
                <c:pt idx="4705">
                  <c:v>1.0204470247723609E-2</c:v>
                </c:pt>
                <c:pt idx="4706">
                  <c:v>-0.17874344089124139</c:v>
                </c:pt>
                <c:pt idx="4707">
                  <c:v>-0.118242275914722</c:v>
                </c:pt>
                <c:pt idx="4708">
                  <c:v>-8.6719962768355183E-2</c:v>
                </c:pt>
                <c:pt idx="4709">
                  <c:v>0.1005816889501947</c:v>
                </c:pt>
                <c:pt idx="4710">
                  <c:v>0.14674458412164679</c:v>
                </c:pt>
                <c:pt idx="4711">
                  <c:v>0.16938100149761859</c:v>
                </c:pt>
                <c:pt idx="4712">
                  <c:v>0.17649985682657651</c:v>
                </c:pt>
                <c:pt idx="4713">
                  <c:v>0.59361264990637219</c:v>
                </c:pt>
                <c:pt idx="4714">
                  <c:v>0.29462554769173172</c:v>
                </c:pt>
                <c:pt idx="4715">
                  <c:v>6.4092888603140871E-2</c:v>
                </c:pt>
                <c:pt idx="4716">
                  <c:v>0.39886591498751739</c:v>
                </c:pt>
                <c:pt idx="4717">
                  <c:v>0.60669118625473806</c:v>
                </c:pt>
                <c:pt idx="4718">
                  <c:v>0.75725571753335197</c:v>
                </c:pt>
                <c:pt idx="4719">
                  <c:v>0.97283003243433941</c:v>
                </c:pt>
                <c:pt idx="4720">
                  <c:v>1.1976396912057961</c:v>
                </c:pt>
                <c:pt idx="4721">
                  <c:v>1.0364944286519251</c:v>
                </c:pt>
                <c:pt idx="4722">
                  <c:v>1.138557951757954</c:v>
                </c:pt>
                <c:pt idx="4723">
                  <c:v>1.397569201253315</c:v>
                </c:pt>
                <c:pt idx="4724">
                  <c:v>1.5650499820394601</c:v>
                </c:pt>
                <c:pt idx="4725">
                  <c:v>1.440121706448817</c:v>
                </c:pt>
                <c:pt idx="4726">
                  <c:v>0.99948284600348014</c:v>
                </c:pt>
                <c:pt idx="4727">
                  <c:v>1.0765876571284461</c:v>
                </c:pt>
                <c:pt idx="4728">
                  <c:v>1.234303167634313</c:v>
                </c:pt>
                <c:pt idx="4729">
                  <c:v>1.070867384810541</c:v>
                </c:pt>
                <c:pt idx="4730">
                  <c:v>0.97708560382074239</c:v>
                </c:pt>
                <c:pt idx="4731">
                  <c:v>0.83943833287560421</c:v>
                </c:pt>
                <c:pt idx="4732">
                  <c:v>0.79978191882950955</c:v>
                </c:pt>
                <c:pt idx="4733">
                  <c:v>0.53699544759417728</c:v>
                </c:pt>
                <c:pt idx="4734">
                  <c:v>0.80694422243536879</c:v>
                </c:pt>
                <c:pt idx="4735">
                  <c:v>0.95769002353556099</c:v>
                </c:pt>
                <c:pt idx="4736">
                  <c:v>0.89359942334428821</c:v>
                </c:pt>
                <c:pt idx="4737">
                  <c:v>0.78020094118323691</c:v>
                </c:pt>
                <c:pt idx="4738">
                  <c:v>0.87359641071061411</c:v>
                </c:pt>
                <c:pt idx="4739">
                  <c:v>0.56084033249266818</c:v>
                </c:pt>
                <c:pt idx="4740">
                  <c:v>0.26208892211539869</c:v>
                </c:pt>
                <c:pt idx="4741">
                  <c:v>0.6615719980362752</c:v>
                </c:pt>
                <c:pt idx="4742">
                  <c:v>0.61705101306766286</c:v>
                </c:pt>
                <c:pt idx="4743">
                  <c:v>0.24914054136796179</c:v>
                </c:pt>
                <c:pt idx="4744">
                  <c:v>0.12303241310405839</c:v>
                </c:pt>
                <c:pt idx="4745">
                  <c:v>8.4885527437153607E-2</c:v>
                </c:pt>
                <c:pt idx="4746">
                  <c:v>0.51482607625118859</c:v>
                </c:pt>
                <c:pt idx="4747">
                  <c:v>0.50088350462149567</c:v>
                </c:pt>
                <c:pt idx="4748">
                  <c:v>0.50258142746069068</c:v>
                </c:pt>
                <c:pt idx="4749">
                  <c:v>0.5085030069230555</c:v>
                </c:pt>
                <c:pt idx="4750">
                  <c:v>0.26914430962628128</c:v>
                </c:pt>
                <c:pt idx="4751">
                  <c:v>0.23728781712846439</c:v>
                </c:pt>
                <c:pt idx="4752">
                  <c:v>7.8917476843526083E-2</c:v>
                </c:pt>
                <c:pt idx="4753">
                  <c:v>-3.6035274712106782E-2</c:v>
                </c:pt>
                <c:pt idx="4754">
                  <c:v>-0.31242666991682438</c:v>
                </c:pt>
                <c:pt idx="4755">
                  <c:v>-0.56752915235531509</c:v>
                </c:pt>
                <c:pt idx="4756">
                  <c:v>-0.75889973323668414</c:v>
                </c:pt>
                <c:pt idx="4757">
                  <c:v>-0.79485724674240099</c:v>
                </c:pt>
                <c:pt idx="4758">
                  <c:v>-1.0669951393147461</c:v>
                </c:pt>
                <c:pt idx="4759">
                  <c:v>-1.0243273031262909</c:v>
                </c:pt>
                <c:pt idx="4760">
                  <c:v>-0.81068208660443497</c:v>
                </c:pt>
                <c:pt idx="4761">
                  <c:v>-0.77469241911132602</c:v>
                </c:pt>
                <c:pt idx="4762">
                  <c:v>-0.57522782440664721</c:v>
                </c:pt>
                <c:pt idx="4763">
                  <c:v>-0.69365907797343185</c:v>
                </c:pt>
                <c:pt idx="4764">
                  <c:v>-0.87248144071870437</c:v>
                </c:pt>
                <c:pt idx="4765">
                  <c:v>-0.86974701482402195</c:v>
                </c:pt>
                <c:pt idx="4766">
                  <c:v>-1.021964178500359</c:v>
                </c:pt>
                <c:pt idx="4767">
                  <c:v>-1.058259836435731</c:v>
                </c:pt>
                <c:pt idx="4768">
                  <c:v>-1.012719392519619</c:v>
                </c:pt>
                <c:pt idx="4769">
                  <c:v>-0.89078031994281426</c:v>
                </c:pt>
                <c:pt idx="4770">
                  <c:v>-0.71838191605292023</c:v>
                </c:pt>
                <c:pt idx="4771">
                  <c:v>-0.58104080217728538</c:v>
                </c:pt>
                <c:pt idx="4772">
                  <c:v>-0.38712969625345711</c:v>
                </c:pt>
                <c:pt idx="4773">
                  <c:v>-0.34977602225758281</c:v>
                </c:pt>
                <c:pt idx="4774">
                  <c:v>-0.2346780747309056</c:v>
                </c:pt>
                <c:pt idx="4775">
                  <c:v>-0.15106145794448059</c:v>
                </c:pt>
                <c:pt idx="4776">
                  <c:v>-6.9242348652005181E-2</c:v>
                </c:pt>
                <c:pt idx="4777">
                  <c:v>-0.16355204278013569</c:v>
                </c:pt>
                <c:pt idx="4778">
                  <c:v>-0.14186535547704801</c:v>
                </c:pt>
                <c:pt idx="4779">
                  <c:v>-0.2104305029590807</c:v>
                </c:pt>
                <c:pt idx="4780">
                  <c:v>-0.4119036873786513</c:v>
                </c:pt>
                <c:pt idx="4781">
                  <c:v>-0.43982996228189519</c:v>
                </c:pt>
                <c:pt idx="4782">
                  <c:v>-0.67953342826318941</c:v>
                </c:pt>
                <c:pt idx="4783">
                  <c:v>-0.67944239670260487</c:v>
                </c:pt>
                <c:pt idx="4784">
                  <c:v>-0.66304507062336004</c:v>
                </c:pt>
                <c:pt idx="4785">
                  <c:v>-0.48673772008560312</c:v>
                </c:pt>
                <c:pt idx="4786">
                  <c:v>-0.50062230367593441</c:v>
                </c:pt>
                <c:pt idx="4787">
                  <c:v>-0.45312515845929252</c:v>
                </c:pt>
                <c:pt idx="4788">
                  <c:v>-0.53663105879484985</c:v>
                </c:pt>
                <c:pt idx="4789">
                  <c:v>-0.46415240810148151</c:v>
                </c:pt>
                <c:pt idx="4790">
                  <c:v>-0.49987054933466291</c:v>
                </c:pt>
                <c:pt idx="4791">
                  <c:v>-0.47403996620323929</c:v>
                </c:pt>
                <c:pt idx="4792">
                  <c:v>-0.57632805131931208</c:v>
                </c:pt>
                <c:pt idx="4793">
                  <c:v>-0.56191669377498743</c:v>
                </c:pt>
                <c:pt idx="4794">
                  <c:v>-0.3883824493549774</c:v>
                </c:pt>
                <c:pt idx="4795">
                  <c:v>-0.46346978911644698</c:v>
                </c:pt>
                <c:pt idx="4796">
                  <c:v>-0.50534924138511683</c:v>
                </c:pt>
                <c:pt idx="4797">
                  <c:v>-0.54948199466444636</c:v>
                </c:pt>
                <c:pt idx="4798">
                  <c:v>-0.60400752830560112</c:v>
                </c:pt>
                <c:pt idx="4799">
                  <c:v>-0.493497044091952</c:v>
                </c:pt>
                <c:pt idx="4800">
                  <c:v>-0.41542072798479951</c:v>
                </c:pt>
                <c:pt idx="4801">
                  <c:v>-0.45607811566550449</c:v>
                </c:pt>
                <c:pt idx="4802">
                  <c:v>-0.19659851718014151</c:v>
                </c:pt>
                <c:pt idx="4803">
                  <c:v>1.9425856900827841E-2</c:v>
                </c:pt>
                <c:pt idx="4804">
                  <c:v>0.13783886592266351</c:v>
                </c:pt>
                <c:pt idx="4805">
                  <c:v>0.2164441438659456</c:v>
                </c:pt>
                <c:pt idx="4806">
                  <c:v>0.45089832522696799</c:v>
                </c:pt>
                <c:pt idx="4807">
                  <c:v>0.47853996200852839</c:v>
                </c:pt>
                <c:pt idx="4808">
                  <c:v>0.50686933372674015</c:v>
                </c:pt>
                <c:pt idx="4809">
                  <c:v>0.38464125470813321</c:v>
                </c:pt>
                <c:pt idx="4810">
                  <c:v>0.44538561276307059</c:v>
                </c:pt>
                <c:pt idx="4811">
                  <c:v>0.20194382451176651</c:v>
                </c:pt>
                <c:pt idx="4812">
                  <c:v>0.30800726944723228</c:v>
                </c:pt>
                <c:pt idx="4813">
                  <c:v>0.17398714185903749</c:v>
                </c:pt>
                <c:pt idx="4814">
                  <c:v>0.20985621613236549</c:v>
                </c:pt>
                <c:pt idx="4815">
                  <c:v>0.30129724327570051</c:v>
                </c:pt>
                <c:pt idx="4816">
                  <c:v>0.28411941267342739</c:v>
                </c:pt>
                <c:pt idx="4817">
                  <c:v>0.32965694515332389</c:v>
                </c:pt>
                <c:pt idx="4818">
                  <c:v>0.52062779669367287</c:v>
                </c:pt>
                <c:pt idx="4819">
                  <c:v>0.58288658222430401</c:v>
                </c:pt>
                <c:pt idx="4820">
                  <c:v>0.65915645514157284</c:v>
                </c:pt>
                <c:pt idx="4821">
                  <c:v>0.65676054243364845</c:v>
                </c:pt>
                <c:pt idx="4822">
                  <c:v>0.31889383555894862</c:v>
                </c:pt>
                <c:pt idx="4823">
                  <c:v>0.50357220020762505</c:v>
                </c:pt>
                <c:pt idx="4824">
                  <c:v>0.55286479973060587</c:v>
                </c:pt>
                <c:pt idx="4825">
                  <c:v>0.60808163932661563</c:v>
                </c:pt>
                <c:pt idx="4826">
                  <c:v>0.35544294017083139</c:v>
                </c:pt>
                <c:pt idx="4827">
                  <c:v>0.39163358907885409</c:v>
                </c:pt>
                <c:pt idx="4828">
                  <c:v>0.42014942680399958</c:v>
                </c:pt>
                <c:pt idx="4829">
                  <c:v>0.54207538823701062</c:v>
                </c:pt>
                <c:pt idx="4830">
                  <c:v>0.41937591455293621</c:v>
                </c:pt>
                <c:pt idx="4831">
                  <c:v>0.64342158898856838</c:v>
                </c:pt>
                <c:pt idx="4832">
                  <c:v>0.6773584145803252</c:v>
                </c:pt>
                <c:pt idx="4833">
                  <c:v>0.80954797969027148</c:v>
                </c:pt>
                <c:pt idx="4834">
                  <c:v>0.73855690787077277</c:v>
                </c:pt>
                <c:pt idx="4835">
                  <c:v>0.76513795122119743</c:v>
                </c:pt>
                <c:pt idx="4836">
                  <c:v>0.97651318863314962</c:v>
                </c:pt>
                <c:pt idx="4837">
                  <c:v>1.1518871849599901</c:v>
                </c:pt>
                <c:pt idx="4838">
                  <c:v>1.003192189176672</c:v>
                </c:pt>
                <c:pt idx="4839">
                  <c:v>0.95898051592383016</c:v>
                </c:pt>
                <c:pt idx="4840">
                  <c:v>0.7450231739497748</c:v>
                </c:pt>
                <c:pt idx="4841">
                  <c:v>0.59158709629466832</c:v>
                </c:pt>
                <c:pt idx="4842">
                  <c:v>0.76509839219480347</c:v>
                </c:pt>
                <c:pt idx="4843">
                  <c:v>0.41095146516607411</c:v>
                </c:pt>
                <c:pt idx="4844">
                  <c:v>0.2879197609099261</c:v>
                </c:pt>
                <c:pt idx="4845">
                  <c:v>0.17233268919999131</c:v>
                </c:pt>
                <c:pt idx="4846">
                  <c:v>0.23962605548305679</c:v>
                </c:pt>
                <c:pt idx="4847">
                  <c:v>0.26442005453216372</c:v>
                </c:pt>
                <c:pt idx="4848">
                  <c:v>0.1639533859056348</c:v>
                </c:pt>
                <c:pt idx="4849">
                  <c:v>5.2786439277512281E-2</c:v>
                </c:pt>
                <c:pt idx="4850">
                  <c:v>0.40168938509276159</c:v>
                </c:pt>
                <c:pt idx="4851">
                  <c:v>0.56915734575150911</c:v>
                </c:pt>
                <c:pt idx="4852">
                  <c:v>0.34849418062062998</c:v>
                </c:pt>
                <c:pt idx="4853">
                  <c:v>0.2398524522307813</c:v>
                </c:pt>
                <c:pt idx="4854">
                  <c:v>0.12502780838782629</c:v>
                </c:pt>
                <c:pt idx="4855">
                  <c:v>0.15473554862021491</c:v>
                </c:pt>
                <c:pt idx="4856">
                  <c:v>-3.1368741875940423E-2</c:v>
                </c:pt>
                <c:pt idx="4857">
                  <c:v>-4.9826578675508999E-2</c:v>
                </c:pt>
                <c:pt idx="4858">
                  <c:v>0.16156822272349031</c:v>
                </c:pt>
                <c:pt idx="4859">
                  <c:v>1.266718469532274E-3</c:v>
                </c:pt>
                <c:pt idx="4860">
                  <c:v>0.1186341889482093</c:v>
                </c:pt>
                <c:pt idx="4861">
                  <c:v>0.35794280446340082</c:v>
                </c:pt>
                <c:pt idx="4862">
                  <c:v>0.50036469022146168</c:v>
                </c:pt>
                <c:pt idx="4863">
                  <c:v>0.67084395411517672</c:v>
                </c:pt>
                <c:pt idx="4864">
                  <c:v>0.91618507254281789</c:v>
                </c:pt>
                <c:pt idx="4865">
                  <c:v>0.83558159284642519</c:v>
                </c:pt>
                <c:pt idx="4866">
                  <c:v>0.87618753812456263</c:v>
                </c:pt>
                <c:pt idx="4867">
                  <c:v>0.63913241411674726</c:v>
                </c:pt>
                <c:pt idx="4868">
                  <c:v>0.70562800030444628</c:v>
                </c:pt>
                <c:pt idx="4869">
                  <c:v>0.78282421193907548</c:v>
                </c:pt>
                <c:pt idx="4870">
                  <c:v>0.53811867128664626</c:v>
                </c:pt>
                <c:pt idx="4871">
                  <c:v>0.41218016742382207</c:v>
                </c:pt>
                <c:pt idx="4872">
                  <c:v>0.44564609436416258</c:v>
                </c:pt>
                <c:pt idx="4873">
                  <c:v>0.52093078323746422</c:v>
                </c:pt>
                <c:pt idx="4874">
                  <c:v>0.60776187323724618</c:v>
                </c:pt>
                <c:pt idx="4875">
                  <c:v>0.47086862671674901</c:v>
                </c:pt>
                <c:pt idx="4876">
                  <c:v>0.44380354662077193</c:v>
                </c:pt>
                <c:pt idx="4877">
                  <c:v>0.47240657941787523</c:v>
                </c:pt>
                <c:pt idx="4878">
                  <c:v>0.65970743220126649</c:v>
                </c:pt>
                <c:pt idx="4879">
                  <c:v>0.88570504794460314</c:v>
                </c:pt>
                <c:pt idx="4880">
                  <c:v>1.3951251597668719</c:v>
                </c:pt>
                <c:pt idx="4881">
                  <c:v>1.507519085207119</c:v>
                </c:pt>
                <c:pt idx="4882">
                  <c:v>1.228706154334462</c:v>
                </c:pt>
                <c:pt idx="4883">
                  <c:v>1.2543733048526</c:v>
                </c:pt>
                <c:pt idx="4884">
                  <c:v>1.0414000134124</c:v>
                </c:pt>
                <c:pt idx="4885">
                  <c:v>1.46883080299931</c:v>
                </c:pt>
                <c:pt idx="4886">
                  <c:v>1.3837998218254</c:v>
                </c:pt>
                <c:pt idx="4887">
                  <c:v>1.6647538510852009</c:v>
                </c:pt>
                <c:pt idx="4888">
                  <c:v>1.383595681756987</c:v>
                </c:pt>
                <c:pt idx="4889">
                  <c:v>1.219730872346422</c:v>
                </c:pt>
                <c:pt idx="4890">
                  <c:v>1.0974099708503979</c:v>
                </c:pt>
                <c:pt idx="4891">
                  <c:v>1.0861245799340999</c:v>
                </c:pt>
                <c:pt idx="4892">
                  <c:v>0.99932912954044628</c:v>
                </c:pt>
                <c:pt idx="4893">
                  <c:v>0.91705410585458902</c:v>
                </c:pt>
                <c:pt idx="4894">
                  <c:v>0.7706990510842493</c:v>
                </c:pt>
                <c:pt idx="4895">
                  <c:v>0.82082011583413761</c:v>
                </c:pt>
                <c:pt idx="4896">
                  <c:v>0.95238368612274582</c:v>
                </c:pt>
                <c:pt idx="4897">
                  <c:v>0.90579181947453957</c:v>
                </c:pt>
                <c:pt idx="4898">
                  <c:v>0.6688423283326479</c:v>
                </c:pt>
                <c:pt idx="4899">
                  <c:v>0.56570661058202931</c:v>
                </c:pt>
                <c:pt idx="4900">
                  <c:v>0.27156513493430529</c:v>
                </c:pt>
                <c:pt idx="4901">
                  <c:v>7.8537334531630018E-2</c:v>
                </c:pt>
                <c:pt idx="4902">
                  <c:v>0.15227882854309971</c:v>
                </c:pt>
                <c:pt idx="4903">
                  <c:v>2.179944080739166E-2</c:v>
                </c:pt>
                <c:pt idx="4904">
                  <c:v>0.1151722290107547</c:v>
                </c:pt>
                <c:pt idx="4905">
                  <c:v>-0.32390128966492793</c:v>
                </c:pt>
                <c:pt idx="4906">
                  <c:v>-0.3666361150585043</c:v>
                </c:pt>
                <c:pt idx="4907">
                  <c:v>-0.57447470517451815</c:v>
                </c:pt>
                <c:pt idx="4908">
                  <c:v>-0.51564960644851321</c:v>
                </c:pt>
                <c:pt idx="4909">
                  <c:v>-0.57251558816009651</c:v>
                </c:pt>
                <c:pt idx="4910">
                  <c:v>-0.41203787387675939</c:v>
                </c:pt>
                <c:pt idx="4911">
                  <c:v>-0.58474083574436497</c:v>
                </c:pt>
                <c:pt idx="4912">
                  <c:v>-0.59133286019153308</c:v>
                </c:pt>
                <c:pt idx="4913">
                  <c:v>-0.52619682418562785</c:v>
                </c:pt>
                <c:pt idx="4914">
                  <c:v>-0.49826054016441967</c:v>
                </c:pt>
                <c:pt idx="4915">
                  <c:v>-0.36628023935295639</c:v>
                </c:pt>
                <c:pt idx="4916">
                  <c:v>-0.49196239867622082</c:v>
                </c:pt>
                <c:pt idx="4917">
                  <c:v>-0.46973205819788971</c:v>
                </c:pt>
                <c:pt idx="4918">
                  <c:v>-0.53545716001429999</c:v>
                </c:pt>
                <c:pt idx="4919">
                  <c:v>-0.42991893306999091</c:v>
                </c:pt>
                <c:pt idx="4920">
                  <c:v>-0.66623823236236068</c:v>
                </c:pt>
                <c:pt idx="4921">
                  <c:v>-0.71767968174156671</c:v>
                </c:pt>
                <c:pt idx="4922">
                  <c:v>-0.67175186569458756</c:v>
                </c:pt>
                <c:pt idx="4923">
                  <c:v>-0.63307567429046741</c:v>
                </c:pt>
                <c:pt idx="4924">
                  <c:v>-0.74701388005961122</c:v>
                </c:pt>
                <c:pt idx="4925">
                  <c:v>-0.74708392892816811</c:v>
                </c:pt>
                <c:pt idx="4926">
                  <c:v>-0.63190696754510878</c:v>
                </c:pt>
                <c:pt idx="4927">
                  <c:v>-0.71864791957341401</c:v>
                </c:pt>
                <c:pt idx="4928">
                  <c:v>-0.46886969371116338</c:v>
                </c:pt>
                <c:pt idx="4929">
                  <c:v>-8.3813485703139248E-2</c:v>
                </c:pt>
                <c:pt idx="4930">
                  <c:v>-3.9815534793417463E-2</c:v>
                </c:pt>
                <c:pt idx="4931">
                  <c:v>0.17373546079956581</c:v>
                </c:pt>
                <c:pt idx="4932">
                  <c:v>0.37745653843587113</c:v>
                </c:pt>
                <c:pt idx="4933">
                  <c:v>0.39391491099958248</c:v>
                </c:pt>
                <c:pt idx="4934">
                  <c:v>0.40637104985334183</c:v>
                </c:pt>
                <c:pt idx="4935">
                  <c:v>6.121563482609238E-2</c:v>
                </c:pt>
                <c:pt idx="4936">
                  <c:v>6.6132545392703204E-2</c:v>
                </c:pt>
                <c:pt idx="4937">
                  <c:v>2.2804357613708148E-3</c:v>
                </c:pt>
                <c:pt idx="4938">
                  <c:v>7.3584208806270548E-2</c:v>
                </c:pt>
                <c:pt idx="4939">
                  <c:v>6.16585798584873E-2</c:v>
                </c:pt>
                <c:pt idx="4940">
                  <c:v>-1.6534101803810319E-2</c:v>
                </c:pt>
                <c:pt idx="4941">
                  <c:v>-0.1908993282346281</c:v>
                </c:pt>
                <c:pt idx="4942">
                  <c:v>-5.7492584395362117E-2</c:v>
                </c:pt>
                <c:pt idx="4943">
                  <c:v>-1.0190896470468979E-2</c:v>
                </c:pt>
                <c:pt idx="4944">
                  <c:v>3.8723099612629083E-2</c:v>
                </c:pt>
                <c:pt idx="4945">
                  <c:v>1.228669041946221E-3</c:v>
                </c:pt>
                <c:pt idx="4946">
                  <c:v>1.82001195323079E-2</c:v>
                </c:pt>
                <c:pt idx="4947">
                  <c:v>0.17599647264397139</c:v>
                </c:pt>
                <c:pt idx="4948">
                  <c:v>-3.4572061656804563E-2</c:v>
                </c:pt>
                <c:pt idx="4949">
                  <c:v>-0.49986783361356651</c:v>
                </c:pt>
                <c:pt idx="4950">
                  <c:v>-0.66571517491198118</c:v>
                </c:pt>
                <c:pt idx="4951">
                  <c:v>-0.72984492268048207</c:v>
                </c:pt>
                <c:pt idx="4952">
                  <c:v>-0.55619731310296949</c:v>
                </c:pt>
                <c:pt idx="4953">
                  <c:v>-0.69023957382781143</c:v>
                </c:pt>
                <c:pt idx="4954">
                  <c:v>-0.60224085427752938</c:v>
                </c:pt>
                <c:pt idx="4955">
                  <c:v>-0.36959370038980371</c:v>
                </c:pt>
                <c:pt idx="4956">
                  <c:v>-0.36467649130587221</c:v>
                </c:pt>
                <c:pt idx="4957">
                  <c:v>-0.32062644011993269</c:v>
                </c:pt>
                <c:pt idx="4958">
                  <c:v>-0.38775231343553629</c:v>
                </c:pt>
                <c:pt idx="4959">
                  <c:v>-0.57151930904321357</c:v>
                </c:pt>
                <c:pt idx="4960">
                  <c:v>-0.46829003092537957</c:v>
                </c:pt>
                <c:pt idx="4961">
                  <c:v>-0.19873486263846579</c:v>
                </c:pt>
                <c:pt idx="4962">
                  <c:v>-0.33255878130164468</c:v>
                </c:pt>
                <c:pt idx="4963">
                  <c:v>-0.45401403390295397</c:v>
                </c:pt>
                <c:pt idx="4964">
                  <c:v>-0.48052998419638432</c:v>
                </c:pt>
                <c:pt idx="4965">
                  <c:v>-0.49901404028780699</c:v>
                </c:pt>
                <c:pt idx="4966">
                  <c:v>-0.40804463553095083</c:v>
                </c:pt>
                <c:pt idx="4967">
                  <c:v>-0.42883618808860041</c:v>
                </c:pt>
                <c:pt idx="4968">
                  <c:v>-0.25702010375314788</c:v>
                </c:pt>
                <c:pt idx="4969">
                  <c:v>-9.3615763926143639E-2</c:v>
                </c:pt>
                <c:pt idx="4970">
                  <c:v>0.17542784224984009</c:v>
                </c:pt>
                <c:pt idx="4971">
                  <c:v>0.32665519896732698</c:v>
                </c:pt>
                <c:pt idx="4972">
                  <c:v>0.2276666284722722</c:v>
                </c:pt>
                <c:pt idx="4973">
                  <c:v>2.5792590269891402E-2</c:v>
                </c:pt>
                <c:pt idx="4974">
                  <c:v>0.1112502118597099</c:v>
                </c:pt>
                <c:pt idx="4975">
                  <c:v>0.16659990381726841</c:v>
                </c:pt>
                <c:pt idx="4976">
                  <c:v>0.3386742121513231</c:v>
                </c:pt>
                <c:pt idx="4977">
                  <c:v>0.20119077490449161</c:v>
                </c:pt>
                <c:pt idx="4978">
                  <c:v>0.1027350660533418</c:v>
                </c:pt>
                <c:pt idx="4979">
                  <c:v>4.1437108876231442E-2</c:v>
                </c:pt>
                <c:pt idx="4980">
                  <c:v>-5.1595702148795518E-2</c:v>
                </c:pt>
                <c:pt idx="4981">
                  <c:v>-5.5739794767420713E-2</c:v>
                </c:pt>
                <c:pt idx="4982">
                  <c:v>-0.12884241733457849</c:v>
                </c:pt>
                <c:pt idx="4983">
                  <c:v>-0.10292180581778521</c:v>
                </c:pt>
                <c:pt idx="4984">
                  <c:v>-0.32579266866347312</c:v>
                </c:pt>
                <c:pt idx="4985">
                  <c:v>-0.38504849772568289</c:v>
                </c:pt>
                <c:pt idx="4986">
                  <c:v>-0.5879727845401358</c:v>
                </c:pt>
                <c:pt idx="4987">
                  <c:v>-0.70816819462221414</c:v>
                </c:pt>
                <c:pt idx="4988">
                  <c:v>-0.7079979954608091</c:v>
                </c:pt>
                <c:pt idx="4989">
                  <c:v>-0.69514700827507481</c:v>
                </c:pt>
                <c:pt idx="4990">
                  <c:v>-1.045193703446905</c:v>
                </c:pt>
                <c:pt idx="4991">
                  <c:v>-1.3793776379844549</c:v>
                </c:pt>
                <c:pt idx="4992">
                  <c:v>-1.2919845669342529</c:v>
                </c:pt>
                <c:pt idx="4993">
                  <c:v>-0.83740401020611543</c:v>
                </c:pt>
                <c:pt idx="4994">
                  <c:v>-0.83005832756374653</c:v>
                </c:pt>
                <c:pt idx="4995">
                  <c:v>-0.72909505453430334</c:v>
                </c:pt>
                <c:pt idx="4996">
                  <c:v>-0.86118286563824376</c:v>
                </c:pt>
                <c:pt idx="4997">
                  <c:v>-0.86004611204806591</c:v>
                </c:pt>
                <c:pt idx="4998">
                  <c:v>-0.76369344917651905</c:v>
                </c:pt>
                <c:pt idx="4999">
                  <c:v>-0.45861110213951878</c:v>
                </c:pt>
                <c:pt idx="5000">
                  <c:v>-0.3988112804606232</c:v>
                </c:pt>
                <c:pt idx="5001">
                  <c:v>-0.48546197327553797</c:v>
                </c:pt>
                <c:pt idx="5002">
                  <c:v>-0.45906389993635432</c:v>
                </c:pt>
                <c:pt idx="5003">
                  <c:v>-0.13877054522505211</c:v>
                </c:pt>
                <c:pt idx="5004">
                  <c:v>0.24864700318354829</c:v>
                </c:pt>
                <c:pt idx="5005">
                  <c:v>0.60738250395439752</c:v>
                </c:pt>
                <c:pt idx="5006">
                  <c:v>0.64320550029779167</c:v>
                </c:pt>
                <c:pt idx="5007">
                  <c:v>0.73040682748263741</c:v>
                </c:pt>
                <c:pt idx="5008">
                  <c:v>0.58240784198962758</c:v>
                </c:pt>
                <c:pt idx="5009">
                  <c:v>0.86528096402664534</c:v>
                </c:pt>
                <c:pt idx="5010">
                  <c:v>1.004669224704503</c:v>
                </c:pt>
                <c:pt idx="5011">
                  <c:v>1.1002249028230049</c:v>
                </c:pt>
                <c:pt idx="5012">
                  <c:v>1.0889731397767459</c:v>
                </c:pt>
                <c:pt idx="5013">
                  <c:v>1.138016303988505</c:v>
                </c:pt>
                <c:pt idx="5014">
                  <c:v>1.097408859470772</c:v>
                </c:pt>
                <c:pt idx="5015">
                  <c:v>0.89387316626153412</c:v>
                </c:pt>
                <c:pt idx="5016">
                  <c:v>0.89143797256193757</c:v>
                </c:pt>
                <c:pt idx="5017">
                  <c:v>1.003862857852907</c:v>
                </c:pt>
                <c:pt idx="5018">
                  <c:v>0.90325395370360229</c:v>
                </c:pt>
                <c:pt idx="5019">
                  <c:v>0.68848545087093649</c:v>
                </c:pt>
                <c:pt idx="5020">
                  <c:v>0.61347089295915713</c:v>
                </c:pt>
                <c:pt idx="5021">
                  <c:v>0.68064908261640189</c:v>
                </c:pt>
                <c:pt idx="5022">
                  <c:v>0.64770742075657439</c:v>
                </c:pt>
                <c:pt idx="5023">
                  <c:v>0.28450754725202199</c:v>
                </c:pt>
                <c:pt idx="5024">
                  <c:v>-1.1428169644133989E-2</c:v>
                </c:pt>
                <c:pt idx="5025">
                  <c:v>-0.1095584004583436</c:v>
                </c:pt>
                <c:pt idx="5026">
                  <c:v>-0.1196716538382725</c:v>
                </c:pt>
                <c:pt idx="5027">
                  <c:v>-0.26021879674857201</c:v>
                </c:pt>
                <c:pt idx="5028">
                  <c:v>-0.27144944339395483</c:v>
                </c:pt>
                <c:pt idx="5029">
                  <c:v>-0.4330513322914406</c:v>
                </c:pt>
                <c:pt idx="5030">
                  <c:v>-0.42391339591686711</c:v>
                </c:pt>
                <c:pt idx="5031">
                  <c:v>-0.2143183839777876</c:v>
                </c:pt>
                <c:pt idx="5032">
                  <c:v>-0.2830475467923142</c:v>
                </c:pt>
                <c:pt idx="5033">
                  <c:v>-0.47416394897035741</c:v>
                </c:pt>
                <c:pt idx="5034">
                  <c:v>-0.532020734652626</c:v>
                </c:pt>
                <c:pt idx="5035">
                  <c:v>-0.25627079292932797</c:v>
                </c:pt>
                <c:pt idx="5036">
                  <c:v>-0.29618758520845928</c:v>
                </c:pt>
                <c:pt idx="5037">
                  <c:v>-0.35946849206551817</c:v>
                </c:pt>
                <c:pt idx="5038">
                  <c:v>-0.12411274380660831</c:v>
                </c:pt>
                <c:pt idx="5039">
                  <c:v>0.32036988040562608</c:v>
                </c:pt>
                <c:pt idx="5040">
                  <c:v>0.66717634219833011</c:v>
                </c:pt>
                <c:pt idx="5041">
                  <c:v>0.44037082315117482</c:v>
                </c:pt>
                <c:pt idx="5042">
                  <c:v>0.57624741833530635</c:v>
                </c:pt>
                <c:pt idx="5043">
                  <c:v>0.68506334682594827</c:v>
                </c:pt>
                <c:pt idx="5044">
                  <c:v>0.82488823844554526</c:v>
                </c:pt>
                <c:pt idx="5045">
                  <c:v>0.704801634097315</c:v>
                </c:pt>
                <c:pt idx="5046">
                  <c:v>0.74605643735452498</c:v>
                </c:pt>
                <c:pt idx="5047">
                  <c:v>1.0512375867482691</c:v>
                </c:pt>
                <c:pt idx="5048">
                  <c:v>1.144626368297802</c:v>
                </c:pt>
                <c:pt idx="5049">
                  <c:v>1.2503250196820901</c:v>
                </c:pt>
                <c:pt idx="5050">
                  <c:v>1.2546234499827931</c:v>
                </c:pt>
                <c:pt idx="5051">
                  <c:v>1.072968155681139</c:v>
                </c:pt>
                <c:pt idx="5052">
                  <c:v>1.0681296554000941</c:v>
                </c:pt>
                <c:pt idx="5053">
                  <c:v>1.084126347413092</c:v>
                </c:pt>
                <c:pt idx="5054">
                  <c:v>1.217633100971973</c:v>
                </c:pt>
                <c:pt idx="5055">
                  <c:v>1.071044882588134</c:v>
                </c:pt>
                <c:pt idx="5056">
                  <c:v>0.89074775290609398</c:v>
                </c:pt>
                <c:pt idx="5057">
                  <c:v>0.87092606911013271</c:v>
                </c:pt>
                <c:pt idx="5058">
                  <c:v>0.91477198955517791</c:v>
                </c:pt>
                <c:pt idx="5059">
                  <c:v>0.62175114770680706</c:v>
                </c:pt>
                <c:pt idx="5060">
                  <c:v>0.47117670448578441</c:v>
                </c:pt>
                <c:pt idx="5061">
                  <c:v>0.82402068435850306</c:v>
                </c:pt>
                <c:pt idx="5062">
                  <c:v>0.68437749910891366</c:v>
                </c:pt>
                <c:pt idx="5063">
                  <c:v>0.73858090509750662</c:v>
                </c:pt>
                <c:pt idx="5064">
                  <c:v>0.78155065101274657</c:v>
                </c:pt>
                <c:pt idx="5065">
                  <c:v>0.71103321343023884</c:v>
                </c:pt>
                <c:pt idx="5066">
                  <c:v>0.76062223890036895</c:v>
                </c:pt>
                <c:pt idx="5067">
                  <c:v>0.51924381104960016</c:v>
                </c:pt>
                <c:pt idx="5068">
                  <c:v>0.39094978894446752</c:v>
                </c:pt>
                <c:pt idx="5069">
                  <c:v>0.1742294089541078</c:v>
                </c:pt>
                <c:pt idx="5070">
                  <c:v>1.044764560083237E-2</c:v>
                </c:pt>
                <c:pt idx="5071">
                  <c:v>-0.1847827829607348</c:v>
                </c:pt>
                <c:pt idx="5072">
                  <c:v>-0.40795205357288039</c:v>
                </c:pt>
                <c:pt idx="5073">
                  <c:v>-0.52796690238239263</c:v>
                </c:pt>
                <c:pt idx="5074">
                  <c:v>-0.50497992898623867</c:v>
                </c:pt>
                <c:pt idx="5075">
                  <c:v>-0.60776476267295798</c:v>
                </c:pt>
                <c:pt idx="5076">
                  <c:v>-0.6832325121606635</c:v>
                </c:pt>
                <c:pt idx="5077">
                  <c:v>-0.72072168015072757</c:v>
                </c:pt>
                <c:pt idx="5078">
                  <c:v>-1.2183732928956481</c:v>
                </c:pt>
                <c:pt idx="5079">
                  <c:v>-1.2107298997738589</c:v>
                </c:pt>
                <c:pt idx="5080">
                  <c:v>-1.4383521096520699</c:v>
                </c:pt>
                <c:pt idx="5081">
                  <c:v>-1.502644534174838</c:v>
                </c:pt>
                <c:pt idx="5082">
                  <c:v>-1.527214707901299</c:v>
                </c:pt>
                <c:pt idx="5083">
                  <c:v>-1.6809608524664139</c:v>
                </c:pt>
                <c:pt idx="5084">
                  <c:v>-1.6086682237251859</c:v>
                </c:pt>
                <c:pt idx="5085">
                  <c:v>-1.3635261060266031</c:v>
                </c:pt>
                <c:pt idx="5086">
                  <c:v>-1.378599354137086</c:v>
                </c:pt>
                <c:pt idx="5087">
                  <c:v>-1.1329370847704361</c:v>
                </c:pt>
                <c:pt idx="5088">
                  <c:v>-0.99897622136678754</c:v>
                </c:pt>
                <c:pt idx="5089">
                  <c:v>-1.1870742063786319</c:v>
                </c:pt>
                <c:pt idx="5090">
                  <c:v>-1.0159984336550389</c:v>
                </c:pt>
                <c:pt idx="5091">
                  <c:v>-0.68762737361430892</c:v>
                </c:pt>
                <c:pt idx="5092">
                  <c:v>-0.59069230311776222</c:v>
                </c:pt>
                <c:pt idx="5093">
                  <c:v>-0.51465387626505954</c:v>
                </c:pt>
                <c:pt idx="5094">
                  <c:v>-0.68922003042722479</c:v>
                </c:pt>
                <c:pt idx="5095">
                  <c:v>-0.56224201317926459</c:v>
                </c:pt>
                <c:pt idx="5096">
                  <c:v>-0.38993969362882941</c:v>
                </c:pt>
                <c:pt idx="5097">
                  <c:v>-0.42783967459474898</c:v>
                </c:pt>
                <c:pt idx="5098">
                  <c:v>-0.15264082458796821</c:v>
                </c:pt>
                <c:pt idx="5099">
                  <c:v>-5.7237793519862752E-2</c:v>
                </c:pt>
                <c:pt idx="5100">
                  <c:v>-2.710964441118419E-2</c:v>
                </c:pt>
                <c:pt idx="5101">
                  <c:v>-0.27513450119187671</c:v>
                </c:pt>
                <c:pt idx="5102">
                  <c:v>-0.19120242101053919</c:v>
                </c:pt>
                <c:pt idx="5103">
                  <c:v>0.12148759221801179</c:v>
                </c:pt>
                <c:pt idx="5104">
                  <c:v>5.37714634363139E-2</c:v>
                </c:pt>
                <c:pt idx="5105">
                  <c:v>2.2950322121746559E-2</c:v>
                </c:pt>
                <c:pt idx="5106">
                  <c:v>3.6756090346630049E-2</c:v>
                </c:pt>
                <c:pt idx="5107">
                  <c:v>-0.24332390748463689</c:v>
                </c:pt>
                <c:pt idx="5108">
                  <c:v>-0.20606309080977281</c:v>
                </c:pt>
                <c:pt idx="5109">
                  <c:v>-6.6183975670664905E-2</c:v>
                </c:pt>
                <c:pt idx="5110">
                  <c:v>-0.13693859071816791</c:v>
                </c:pt>
                <c:pt idx="5111">
                  <c:v>-1.900423638106626E-3</c:v>
                </c:pt>
                <c:pt idx="5112">
                  <c:v>0.39546249217093088</c:v>
                </c:pt>
                <c:pt idx="5113">
                  <c:v>0.39652454102052959</c:v>
                </c:pt>
                <c:pt idx="5114">
                  <c:v>0.41368952008074161</c:v>
                </c:pt>
                <c:pt idx="5115">
                  <c:v>0.36604065984668421</c:v>
                </c:pt>
                <c:pt idx="5116">
                  <c:v>0.41622003003928709</c:v>
                </c:pt>
                <c:pt idx="5117">
                  <c:v>7.7736036978634501E-2</c:v>
                </c:pt>
                <c:pt idx="5118">
                  <c:v>-4.1785361248734637E-2</c:v>
                </c:pt>
                <c:pt idx="5119">
                  <c:v>-4.9168803845233443E-2</c:v>
                </c:pt>
                <c:pt idx="5120">
                  <c:v>0.1168294257291099</c:v>
                </c:pt>
                <c:pt idx="5121">
                  <c:v>0.35191092719977313</c:v>
                </c:pt>
                <c:pt idx="5122">
                  <c:v>0.38576851797129791</c:v>
                </c:pt>
                <c:pt idx="5123">
                  <c:v>0.2080817312322859</c:v>
                </c:pt>
                <c:pt idx="5124">
                  <c:v>0.34706437900542658</c:v>
                </c:pt>
                <c:pt idx="5125">
                  <c:v>0.26891418240536502</c:v>
                </c:pt>
                <c:pt idx="5126">
                  <c:v>0.10117473061350039</c:v>
                </c:pt>
                <c:pt idx="5127">
                  <c:v>0.17811240521588809</c:v>
                </c:pt>
                <c:pt idx="5128">
                  <c:v>0.16901437765319469</c:v>
                </c:pt>
                <c:pt idx="5129">
                  <c:v>0.18081742383966609</c:v>
                </c:pt>
                <c:pt idx="5130">
                  <c:v>0.16579299055118399</c:v>
                </c:pt>
                <c:pt idx="5131">
                  <c:v>0.10507147561493541</c:v>
                </c:pt>
                <c:pt idx="5132">
                  <c:v>-0.21390984181868111</c:v>
                </c:pt>
                <c:pt idx="5133">
                  <c:v>-0.14196773821734601</c:v>
                </c:pt>
                <c:pt idx="5134">
                  <c:v>-0.27196566539036271</c:v>
                </c:pt>
                <c:pt idx="5135">
                  <c:v>-0.29841276204557632</c:v>
                </c:pt>
                <c:pt idx="5136">
                  <c:v>-0.44924015520383781</c:v>
                </c:pt>
                <c:pt idx="5137">
                  <c:v>-0.22291945325974341</c:v>
                </c:pt>
                <c:pt idx="5138">
                  <c:v>-4.3115027056362797E-2</c:v>
                </c:pt>
                <c:pt idx="5139">
                  <c:v>-0.38506397310968959</c:v>
                </c:pt>
                <c:pt idx="5140">
                  <c:v>-0.25636117978114098</c:v>
                </c:pt>
                <c:pt idx="5141">
                  <c:v>-0.17291842392444259</c:v>
                </c:pt>
                <c:pt idx="5142">
                  <c:v>-0.1119050795588955</c:v>
                </c:pt>
                <c:pt idx="5143">
                  <c:v>0.46298027161258809</c:v>
                </c:pt>
                <c:pt idx="5144">
                  <c:v>0.38920633280407951</c:v>
                </c:pt>
                <c:pt idx="5145">
                  <c:v>0.1264103869642107</c:v>
                </c:pt>
                <c:pt idx="5146">
                  <c:v>0.36191557441891059</c:v>
                </c:pt>
                <c:pt idx="5147">
                  <c:v>0.71023782815593506</c:v>
                </c:pt>
                <c:pt idx="5148">
                  <c:v>0.60407955439575511</c:v>
                </c:pt>
                <c:pt idx="5149">
                  <c:v>0.56463054359482123</c:v>
                </c:pt>
                <c:pt idx="5150">
                  <c:v>0.72633272677839356</c:v>
                </c:pt>
                <c:pt idx="5151">
                  <c:v>0.75063896942677832</c:v>
                </c:pt>
                <c:pt idx="5152">
                  <c:v>0.47841439371529082</c:v>
                </c:pt>
                <c:pt idx="5153">
                  <c:v>0.53865041447854767</c:v>
                </c:pt>
                <c:pt idx="5154">
                  <c:v>0.6083261612097407</c:v>
                </c:pt>
                <c:pt idx="5155">
                  <c:v>0.2231742695497293</c:v>
                </c:pt>
                <c:pt idx="5156">
                  <c:v>0.23865822607192261</c:v>
                </c:pt>
                <c:pt idx="5157">
                  <c:v>0.32656541963747271</c:v>
                </c:pt>
                <c:pt idx="5158">
                  <c:v>0.14376542881514659</c:v>
                </c:pt>
                <c:pt idx="5159">
                  <c:v>0.52613909641930523</c:v>
                </c:pt>
                <c:pt idx="5160">
                  <c:v>0.46522611971600009</c:v>
                </c:pt>
                <c:pt idx="5161">
                  <c:v>0.21747173702057121</c:v>
                </c:pt>
                <c:pt idx="5162">
                  <c:v>0.15136007002471921</c:v>
                </c:pt>
                <c:pt idx="5163">
                  <c:v>-0.43341006228556922</c:v>
                </c:pt>
                <c:pt idx="5164">
                  <c:v>-0.29656627930550011</c:v>
                </c:pt>
                <c:pt idx="5165">
                  <c:v>-3.507744510708407E-2</c:v>
                </c:pt>
                <c:pt idx="5166">
                  <c:v>-2.9984741002829032E-3</c:v>
                </c:pt>
                <c:pt idx="5167">
                  <c:v>-0.39943768756023429</c:v>
                </c:pt>
                <c:pt idx="5168">
                  <c:v>-0.28448952589757542</c:v>
                </c:pt>
                <c:pt idx="5169">
                  <c:v>-0.1195902960022725</c:v>
                </c:pt>
                <c:pt idx="5170">
                  <c:v>-0.40979433889684658</c:v>
                </c:pt>
                <c:pt idx="5171">
                  <c:v>-0.71185055938495856</c:v>
                </c:pt>
                <c:pt idx="5172">
                  <c:v>-0.53431100169373014</c:v>
                </c:pt>
                <c:pt idx="5173">
                  <c:v>-0.79759556351765815</c:v>
                </c:pt>
                <c:pt idx="5174">
                  <c:v>-0.70383099497212109</c:v>
                </c:pt>
                <c:pt idx="5175">
                  <c:v>-0.21590941439487871</c:v>
                </c:pt>
                <c:pt idx="5176">
                  <c:v>-0.16172940395790339</c:v>
                </c:pt>
                <c:pt idx="5177">
                  <c:v>-0.15500131763205771</c:v>
                </c:pt>
                <c:pt idx="5178">
                  <c:v>0.23745398019814901</c:v>
                </c:pt>
                <c:pt idx="5179">
                  <c:v>0.22877535758817821</c:v>
                </c:pt>
                <c:pt idx="5180">
                  <c:v>0.31533346688264091</c:v>
                </c:pt>
                <c:pt idx="5181">
                  <c:v>0.26217626092886531</c:v>
                </c:pt>
                <c:pt idx="5182">
                  <c:v>-2.6723514416662361E-2</c:v>
                </c:pt>
                <c:pt idx="5183">
                  <c:v>-0.10139494219775751</c:v>
                </c:pt>
                <c:pt idx="5184">
                  <c:v>-0.44686936597599769</c:v>
                </c:pt>
                <c:pt idx="5185">
                  <c:v>-0.64826769636211623</c:v>
                </c:pt>
                <c:pt idx="5186">
                  <c:v>-1.001284184320788</c:v>
                </c:pt>
                <c:pt idx="5187">
                  <c:v>-0.92094778966251056</c:v>
                </c:pt>
                <c:pt idx="5188">
                  <c:v>-0.85442649842270868</c:v>
                </c:pt>
                <c:pt idx="5189">
                  <c:v>-0.95057966488479961</c:v>
                </c:pt>
                <c:pt idx="5190">
                  <c:v>-0.75519102664241988</c:v>
                </c:pt>
                <c:pt idx="5191">
                  <c:v>-0.40381595866249409</c:v>
                </c:pt>
                <c:pt idx="5192">
                  <c:v>-0.23986880267914901</c:v>
                </c:pt>
                <c:pt idx="5193">
                  <c:v>-7.6220371664296391E-2</c:v>
                </c:pt>
                <c:pt idx="5194">
                  <c:v>-0.2547227420660591</c:v>
                </c:pt>
                <c:pt idx="5195">
                  <c:v>-0.53551302512437804</c:v>
                </c:pt>
                <c:pt idx="5196">
                  <c:v>-0.4419543590128468</c:v>
                </c:pt>
                <c:pt idx="5197">
                  <c:v>-0.32562650846305979</c:v>
                </c:pt>
                <c:pt idx="5198">
                  <c:v>-0.540156685808031</c:v>
                </c:pt>
                <c:pt idx="5199">
                  <c:v>-0.76793048541172038</c:v>
                </c:pt>
                <c:pt idx="5200">
                  <c:v>-0.95005904425241339</c:v>
                </c:pt>
                <c:pt idx="5201">
                  <c:v>-0.9751237058363843</c:v>
                </c:pt>
                <c:pt idx="5202">
                  <c:v>-0.3704604174063908</c:v>
                </c:pt>
                <c:pt idx="5203">
                  <c:v>-0.1953860816115672</c:v>
                </c:pt>
                <c:pt idx="5204">
                  <c:v>-0.1079642934370983</c:v>
                </c:pt>
                <c:pt idx="5205">
                  <c:v>9.8278839664634274E-3</c:v>
                </c:pt>
                <c:pt idx="5206">
                  <c:v>0.30955380242017178</c:v>
                </c:pt>
                <c:pt idx="5207">
                  <c:v>0.35948662703767759</c:v>
                </c:pt>
                <c:pt idx="5208">
                  <c:v>0.15227121551192441</c:v>
                </c:pt>
                <c:pt idx="5209">
                  <c:v>9.926936914498441E-2</c:v>
                </c:pt>
                <c:pt idx="5210">
                  <c:v>6.7476086248641612E-2</c:v>
                </c:pt>
                <c:pt idx="5211">
                  <c:v>-9.7298929796315825E-2</c:v>
                </c:pt>
                <c:pt idx="5212">
                  <c:v>-0.25857103046508589</c:v>
                </c:pt>
                <c:pt idx="5213">
                  <c:v>-0.23058340608579811</c:v>
                </c:pt>
                <c:pt idx="5214">
                  <c:v>-0.21144365157362111</c:v>
                </c:pt>
                <c:pt idx="5215">
                  <c:v>8.476031228337895E-2</c:v>
                </c:pt>
                <c:pt idx="5216">
                  <c:v>-2.8401224258109521E-3</c:v>
                </c:pt>
                <c:pt idx="5217">
                  <c:v>3.0430943552914751E-2</c:v>
                </c:pt>
                <c:pt idx="5218">
                  <c:v>1.0453519979208761E-2</c:v>
                </c:pt>
                <c:pt idx="5219">
                  <c:v>0.1222153310100815</c:v>
                </c:pt>
                <c:pt idx="5220">
                  <c:v>7.141576674561971E-2</c:v>
                </c:pt>
                <c:pt idx="5221">
                  <c:v>0.1398769565913856</c:v>
                </c:pt>
                <c:pt idx="5222">
                  <c:v>-0.17611367325295799</c:v>
                </c:pt>
                <c:pt idx="5223">
                  <c:v>-0.44945679580738718</c:v>
                </c:pt>
                <c:pt idx="5224">
                  <c:v>-0.49137668908398741</c:v>
                </c:pt>
                <c:pt idx="5225">
                  <c:v>-0.30130064309609328</c:v>
                </c:pt>
                <c:pt idx="5226">
                  <c:v>-0.35536628785301549</c:v>
                </c:pt>
                <c:pt idx="5227">
                  <c:v>-0.34803491892002508</c:v>
                </c:pt>
                <c:pt idx="5228">
                  <c:v>-0.16861807973840789</c:v>
                </c:pt>
                <c:pt idx="5229">
                  <c:v>-7.6572574720327843E-2</c:v>
                </c:pt>
                <c:pt idx="5230">
                  <c:v>-5.7588186632885292E-2</c:v>
                </c:pt>
                <c:pt idx="5231">
                  <c:v>-4.9346295451209353E-2</c:v>
                </c:pt>
                <c:pt idx="5232">
                  <c:v>-6.6514155417691068E-2</c:v>
                </c:pt>
                <c:pt idx="5233">
                  <c:v>-0.16732305617716381</c:v>
                </c:pt>
                <c:pt idx="5234">
                  <c:v>-8.1931588011225718E-3</c:v>
                </c:pt>
                <c:pt idx="5235">
                  <c:v>-0.19846323927175119</c:v>
                </c:pt>
                <c:pt idx="5236">
                  <c:v>-0.26284999825089511</c:v>
                </c:pt>
                <c:pt idx="5237">
                  <c:v>-0.35394281553819867</c:v>
                </c:pt>
                <c:pt idx="5238">
                  <c:v>-0.3634574289717773</c:v>
                </c:pt>
                <c:pt idx="5239">
                  <c:v>-0.57790042907954564</c:v>
                </c:pt>
                <c:pt idx="5240">
                  <c:v>-0.56633139045073133</c:v>
                </c:pt>
                <c:pt idx="5241">
                  <c:v>-0.52999183829804508</c:v>
                </c:pt>
                <c:pt idx="5242">
                  <c:v>-0.50072111426399479</c:v>
                </c:pt>
                <c:pt idx="5243">
                  <c:v>-0.38463282014549982</c:v>
                </c:pt>
                <c:pt idx="5244">
                  <c:v>-0.201191761862416</c:v>
                </c:pt>
                <c:pt idx="5245">
                  <c:v>-0.3533979713841866</c:v>
                </c:pt>
                <c:pt idx="5246">
                  <c:v>-0.70795862736511628</c:v>
                </c:pt>
                <c:pt idx="5247">
                  <c:v>-0.85991042704209175</c:v>
                </c:pt>
                <c:pt idx="5248">
                  <c:v>-1.1171948153499749</c:v>
                </c:pt>
                <c:pt idx="5249">
                  <c:v>-1.033933064119114</c:v>
                </c:pt>
                <c:pt idx="5250">
                  <c:v>-1.0195635299738799</c:v>
                </c:pt>
                <c:pt idx="5251">
                  <c:v>-1.035857990219462</c:v>
                </c:pt>
                <c:pt idx="5252">
                  <c:v>-0.64279329717723499</c:v>
                </c:pt>
                <c:pt idx="5253">
                  <c:v>-0.60361691429588049</c:v>
                </c:pt>
                <c:pt idx="5254">
                  <c:v>-0.70764616365801325</c:v>
                </c:pt>
                <c:pt idx="5255">
                  <c:v>-0.6882840208775679</c:v>
                </c:pt>
                <c:pt idx="5256">
                  <c:v>-0.50866208408480618</c:v>
                </c:pt>
                <c:pt idx="5257">
                  <c:v>-0.555812637061745</c:v>
                </c:pt>
                <c:pt idx="5258">
                  <c:v>-0.53002825879645188</c:v>
                </c:pt>
                <c:pt idx="5259">
                  <c:v>-0.35192838551500338</c:v>
                </c:pt>
                <c:pt idx="5260">
                  <c:v>-0.31401389567397792</c:v>
                </c:pt>
                <c:pt idx="5261">
                  <c:v>-0.24744151241620979</c:v>
                </c:pt>
                <c:pt idx="5262">
                  <c:v>-0.36995671946310299</c:v>
                </c:pt>
                <c:pt idx="5263">
                  <c:v>-0.33193469885413729</c:v>
                </c:pt>
                <c:pt idx="5264">
                  <c:v>-0.31861586604621961</c:v>
                </c:pt>
                <c:pt idx="5265">
                  <c:v>-0.46208501673410901</c:v>
                </c:pt>
                <c:pt idx="5266">
                  <c:v>-0.25083856827697548</c:v>
                </c:pt>
                <c:pt idx="5267">
                  <c:v>-0.1898848458515561</c:v>
                </c:pt>
                <c:pt idx="5268">
                  <c:v>-0.10525881089907151</c:v>
                </c:pt>
                <c:pt idx="5269">
                  <c:v>-0.13594657526790471</c:v>
                </c:pt>
                <c:pt idx="5270">
                  <c:v>-0.1016891807380219</c:v>
                </c:pt>
                <c:pt idx="5271">
                  <c:v>-0.26663104378839242</c:v>
                </c:pt>
                <c:pt idx="5272">
                  <c:v>-0.51205188890010334</c:v>
                </c:pt>
                <c:pt idx="5273">
                  <c:v>-0.52589223769750137</c:v>
                </c:pt>
                <c:pt idx="5274">
                  <c:v>-0.56468040844760858</c:v>
                </c:pt>
                <c:pt idx="5275">
                  <c:v>-0.58093297671621824</c:v>
                </c:pt>
                <c:pt idx="5276">
                  <c:v>-0.58305098184956572</c:v>
                </c:pt>
                <c:pt idx="5277">
                  <c:v>-0.50719602620705262</c:v>
                </c:pt>
                <c:pt idx="5278">
                  <c:v>-0.54852308433225383</c:v>
                </c:pt>
                <c:pt idx="5279">
                  <c:v>-0.45304851016285019</c:v>
                </c:pt>
                <c:pt idx="5280">
                  <c:v>-0.31217355286184101</c:v>
                </c:pt>
                <c:pt idx="5281">
                  <c:v>-0.42880421831664017</c:v>
                </c:pt>
                <c:pt idx="5282">
                  <c:v>-0.53581516135140184</c:v>
                </c:pt>
                <c:pt idx="5283">
                  <c:v>-0.73141078536085813</c:v>
                </c:pt>
                <c:pt idx="5284">
                  <c:v>-0.92314181880636659</c:v>
                </c:pt>
                <c:pt idx="5285">
                  <c:v>-0.79222691682749824</c:v>
                </c:pt>
                <c:pt idx="5286">
                  <c:v>-0.85674134736715823</c:v>
                </c:pt>
                <c:pt idx="5287">
                  <c:v>-0.82966180621178165</c:v>
                </c:pt>
                <c:pt idx="5288">
                  <c:v>-0.76679901241191561</c:v>
                </c:pt>
                <c:pt idx="5289">
                  <c:v>-0.86665429249027148</c:v>
                </c:pt>
                <c:pt idx="5290">
                  <c:v>-1.001311895202214</c:v>
                </c:pt>
                <c:pt idx="5291">
                  <c:v>-0.97507926275376378</c:v>
                </c:pt>
                <c:pt idx="5292">
                  <c:v>-1.0971241255117321</c:v>
                </c:pt>
                <c:pt idx="5293">
                  <c:v>-1.0687875091950301</c:v>
                </c:pt>
                <c:pt idx="5294">
                  <c:v>-1.095162578745279</c:v>
                </c:pt>
                <c:pt idx="5295">
                  <c:v>-1.0837764684830831</c:v>
                </c:pt>
                <c:pt idx="5296">
                  <c:v>-1.1122158907644759</c:v>
                </c:pt>
                <c:pt idx="5297">
                  <c:v>-1.1206132983049519</c:v>
                </c:pt>
                <c:pt idx="5298">
                  <c:v>-1.0671842770117279</c:v>
                </c:pt>
                <c:pt idx="5299">
                  <c:v>-1.024762195820804</c:v>
                </c:pt>
                <c:pt idx="5300">
                  <c:v>-1.1311642164332789</c:v>
                </c:pt>
                <c:pt idx="5301">
                  <c:v>-1.1830635735575961</c:v>
                </c:pt>
                <c:pt idx="5302">
                  <c:v>-1.070101907315294</c:v>
                </c:pt>
                <c:pt idx="5303">
                  <c:v>-0.82242373381055822</c:v>
                </c:pt>
                <c:pt idx="5304">
                  <c:v>-0.57222292219352633</c:v>
                </c:pt>
                <c:pt idx="5305">
                  <c:v>-0.42718671208947667</c:v>
                </c:pt>
                <c:pt idx="5306">
                  <c:v>-0.38934844680472858</c:v>
                </c:pt>
                <c:pt idx="5307">
                  <c:v>-0.30250248161395282</c:v>
                </c:pt>
                <c:pt idx="5308">
                  <c:v>-0.27558467478366772</c:v>
                </c:pt>
                <c:pt idx="5309">
                  <c:v>-0.43011195269415697</c:v>
                </c:pt>
                <c:pt idx="5310">
                  <c:v>-0.34484206425979491</c:v>
                </c:pt>
                <c:pt idx="5311">
                  <c:v>-0.2465238057522344</c:v>
                </c:pt>
                <c:pt idx="5312">
                  <c:v>-0.1146873325201035</c:v>
                </c:pt>
                <c:pt idx="5313">
                  <c:v>-0.2356468612981627</c:v>
                </c:pt>
                <c:pt idx="5314">
                  <c:v>-0.1246742965731571</c:v>
                </c:pt>
                <c:pt idx="5315">
                  <c:v>-2.7806761768984081E-2</c:v>
                </c:pt>
                <c:pt idx="5316">
                  <c:v>-9.685184325372613E-2</c:v>
                </c:pt>
                <c:pt idx="5317">
                  <c:v>-0.16336966095979411</c:v>
                </c:pt>
                <c:pt idx="5318">
                  <c:v>-0.24869124810418389</c:v>
                </c:pt>
                <c:pt idx="5319">
                  <c:v>-0.49182261236935548</c:v>
                </c:pt>
                <c:pt idx="5320">
                  <c:v>-0.51262231144223458</c:v>
                </c:pt>
                <c:pt idx="5321">
                  <c:v>-0.28683436236395482</c:v>
                </c:pt>
                <c:pt idx="5322">
                  <c:v>-0.1642158705276163</c:v>
                </c:pt>
                <c:pt idx="5323">
                  <c:v>-0.13794896461863779</c:v>
                </c:pt>
                <c:pt idx="5324">
                  <c:v>-0.1949484435958834</c:v>
                </c:pt>
                <c:pt idx="5325">
                  <c:v>-0.16754621693446239</c:v>
                </c:pt>
                <c:pt idx="5326">
                  <c:v>-0.1475915475964229</c:v>
                </c:pt>
                <c:pt idx="5327">
                  <c:v>-0.1087273404143476</c:v>
                </c:pt>
                <c:pt idx="5328">
                  <c:v>-0.12834421908571561</c:v>
                </c:pt>
                <c:pt idx="5329">
                  <c:v>9.0267339348584066E-2</c:v>
                </c:pt>
                <c:pt idx="5330">
                  <c:v>-1.519012922241848E-2</c:v>
                </c:pt>
                <c:pt idx="5331">
                  <c:v>-5.0295237968896268E-2</c:v>
                </c:pt>
                <c:pt idx="5332">
                  <c:v>0.14426225074301971</c:v>
                </c:pt>
                <c:pt idx="5333">
                  <c:v>0.43027700362553589</c:v>
                </c:pt>
                <c:pt idx="5334">
                  <c:v>0.43626325172350339</c:v>
                </c:pt>
                <c:pt idx="5335">
                  <c:v>0.5061493816268684</c:v>
                </c:pt>
                <c:pt idx="5336">
                  <c:v>0.62244141004531539</c:v>
                </c:pt>
                <c:pt idx="5337">
                  <c:v>0.82103570229093581</c:v>
                </c:pt>
                <c:pt idx="5338">
                  <c:v>0.71640562757756976</c:v>
                </c:pt>
                <c:pt idx="5339">
                  <c:v>0.54483424608912756</c:v>
                </c:pt>
                <c:pt idx="5340">
                  <c:v>0.5218457016966781</c:v>
                </c:pt>
                <c:pt idx="5341">
                  <c:v>0.4919266248093826</c:v>
                </c:pt>
                <c:pt idx="5342">
                  <c:v>0.39605445138491668</c:v>
                </c:pt>
                <c:pt idx="5343">
                  <c:v>0.142706883465259</c:v>
                </c:pt>
                <c:pt idx="5344">
                  <c:v>-1.560275847123815E-2</c:v>
                </c:pt>
                <c:pt idx="5345">
                  <c:v>5.515068767479997E-2</c:v>
                </c:pt>
                <c:pt idx="5346">
                  <c:v>0.1380417465343006</c:v>
                </c:pt>
                <c:pt idx="5347">
                  <c:v>3.8377247701957218E-2</c:v>
                </c:pt>
                <c:pt idx="5348">
                  <c:v>0.25161212957204759</c:v>
                </c:pt>
                <c:pt idx="5349">
                  <c:v>0.3189457611460445</c:v>
                </c:pt>
                <c:pt idx="5350">
                  <c:v>0.41653588255004492</c:v>
                </c:pt>
                <c:pt idx="5351">
                  <c:v>0.27462150463264778</c:v>
                </c:pt>
                <c:pt idx="5352">
                  <c:v>3.6034578528176042E-2</c:v>
                </c:pt>
                <c:pt idx="5353">
                  <c:v>-0.25608192338432678</c:v>
                </c:pt>
                <c:pt idx="5354">
                  <c:v>-0.41676963424752789</c:v>
                </c:pt>
                <c:pt idx="5355">
                  <c:v>-0.5434619289900664</c:v>
                </c:pt>
                <c:pt idx="5356">
                  <c:v>-0.57378148209002389</c:v>
                </c:pt>
                <c:pt idx="5357">
                  <c:v>-0.6555254419230151</c:v>
                </c:pt>
                <c:pt idx="5358">
                  <c:v>-0.23744840000738651</c:v>
                </c:pt>
                <c:pt idx="5359">
                  <c:v>0.29296066138673232</c:v>
                </c:pt>
                <c:pt idx="5360">
                  <c:v>0.29971345275838962</c:v>
                </c:pt>
                <c:pt idx="5361">
                  <c:v>0.45165123158911558</c:v>
                </c:pt>
                <c:pt idx="5362">
                  <c:v>0.68258477227172554</c:v>
                </c:pt>
                <c:pt idx="5363">
                  <c:v>1.120697367761768</c:v>
                </c:pt>
                <c:pt idx="5364">
                  <c:v>1.1077337835515131</c:v>
                </c:pt>
                <c:pt idx="5365">
                  <c:v>0.70273177391440667</c:v>
                </c:pt>
                <c:pt idx="5366">
                  <c:v>0.9522707737550089</c:v>
                </c:pt>
                <c:pt idx="5367">
                  <c:v>1.2807253600130419</c:v>
                </c:pt>
                <c:pt idx="5368">
                  <c:v>1.038557997620791</c:v>
                </c:pt>
                <c:pt idx="5369">
                  <c:v>0.99175980162201771</c:v>
                </c:pt>
                <c:pt idx="5370">
                  <c:v>0.97321224657534966</c:v>
                </c:pt>
                <c:pt idx="5371">
                  <c:v>0.94084480253998348</c:v>
                </c:pt>
                <c:pt idx="5372">
                  <c:v>0.62602411245294209</c:v>
                </c:pt>
                <c:pt idx="5373">
                  <c:v>0.67078227237092847</c:v>
                </c:pt>
                <c:pt idx="5374">
                  <c:v>0.96802883919453242</c:v>
                </c:pt>
                <c:pt idx="5375">
                  <c:v>0.84826776547577099</c:v>
                </c:pt>
                <c:pt idx="5376">
                  <c:v>0.94603735588033111</c:v>
                </c:pt>
                <c:pt idx="5377">
                  <c:v>1.0313660305756021</c:v>
                </c:pt>
                <c:pt idx="5378">
                  <c:v>0.93328012427588092</c:v>
                </c:pt>
                <c:pt idx="5379">
                  <c:v>0.62113492523569713</c:v>
                </c:pt>
                <c:pt idx="5380">
                  <c:v>0.59340642099190444</c:v>
                </c:pt>
                <c:pt idx="5381">
                  <c:v>0.30115796082854562</c:v>
                </c:pt>
                <c:pt idx="5382">
                  <c:v>0.13828002654682059</c:v>
                </c:pt>
                <c:pt idx="5383">
                  <c:v>-0.22105177292753619</c:v>
                </c:pt>
                <c:pt idx="5384">
                  <c:v>-0.174890500411373</c:v>
                </c:pt>
                <c:pt idx="5385">
                  <c:v>0.1615855901020708</c:v>
                </c:pt>
                <c:pt idx="5386">
                  <c:v>-6.1511747130254132E-2</c:v>
                </c:pt>
                <c:pt idx="5387">
                  <c:v>-0.61087284577477763</c:v>
                </c:pt>
                <c:pt idx="5388">
                  <c:v>-1.155220595577257</c:v>
                </c:pt>
                <c:pt idx="5389">
                  <c:v>-1.0352303148785871</c:v>
                </c:pt>
                <c:pt idx="5390">
                  <c:v>-1.107594493947776</c:v>
                </c:pt>
                <c:pt idx="5391">
                  <c:v>-0.98502833559517766</c:v>
                </c:pt>
                <c:pt idx="5392">
                  <c:v>-0.59719992300234104</c:v>
                </c:pt>
                <c:pt idx="5393">
                  <c:v>-0.5680222835896559</c:v>
                </c:pt>
                <c:pt idx="5394">
                  <c:v>-0.71364325520198013</c:v>
                </c:pt>
                <c:pt idx="5395">
                  <c:v>-0.86554515981984947</c:v>
                </c:pt>
                <c:pt idx="5396">
                  <c:v>-1.0624389384372179</c:v>
                </c:pt>
                <c:pt idx="5397">
                  <c:v>-1.2432832334653909</c:v>
                </c:pt>
                <c:pt idx="5398">
                  <c:v>-1.479616374612674</c:v>
                </c:pt>
                <c:pt idx="5399">
                  <c:v>-1.375790445618343</c:v>
                </c:pt>
                <c:pt idx="5400">
                  <c:v>-1.258876603284925</c:v>
                </c:pt>
                <c:pt idx="5401">
                  <c:v>-1.114334179311488</c:v>
                </c:pt>
                <c:pt idx="5402">
                  <c:v>-1.1330498719771871</c:v>
                </c:pt>
                <c:pt idx="5403">
                  <c:v>-1.1070199472461499</c:v>
                </c:pt>
                <c:pt idx="5404">
                  <c:v>-1.1611291664077761</c:v>
                </c:pt>
                <c:pt idx="5405">
                  <c:v>-1.416380923326934</c:v>
                </c:pt>
                <c:pt idx="5406">
                  <c:v>-1.345715277034939</c:v>
                </c:pt>
                <c:pt idx="5407">
                  <c:v>-1.154392940601682</c:v>
                </c:pt>
                <c:pt idx="5408">
                  <c:v>-0.58440716420708827</c:v>
                </c:pt>
                <c:pt idx="5409">
                  <c:v>-0.58006129002915274</c:v>
                </c:pt>
                <c:pt idx="5410">
                  <c:v>-0.52498791193711825</c:v>
                </c:pt>
                <c:pt idx="5411">
                  <c:v>-0.53955267275505314</c:v>
                </c:pt>
                <c:pt idx="5412">
                  <c:v>-0.59314682744347891</c:v>
                </c:pt>
                <c:pt idx="5413">
                  <c:v>-0.53833793600570823</c:v>
                </c:pt>
                <c:pt idx="5414">
                  <c:v>-0.60036180178627019</c:v>
                </c:pt>
                <c:pt idx="5415">
                  <c:v>-0.46331910053497671</c:v>
                </c:pt>
                <c:pt idx="5416">
                  <c:v>-0.53945668427777738</c:v>
                </c:pt>
                <c:pt idx="5417">
                  <c:v>-0.4119460160264537</c:v>
                </c:pt>
                <c:pt idx="5418">
                  <c:v>-0.3380212042243898</c:v>
                </c:pt>
                <c:pt idx="5419">
                  <c:v>-0.56309393026800103</c:v>
                </c:pt>
                <c:pt idx="5420">
                  <c:v>-0.61227999902883745</c:v>
                </c:pt>
                <c:pt idx="5421">
                  <c:v>-0.64078496920213313</c:v>
                </c:pt>
                <c:pt idx="5422">
                  <c:v>-0.66836758340729541</c:v>
                </c:pt>
                <c:pt idx="5423">
                  <c:v>-0.68475377823864692</c:v>
                </c:pt>
                <c:pt idx="5424">
                  <c:v>-0.68282648993778261</c:v>
                </c:pt>
                <c:pt idx="5425">
                  <c:v>-0.57204684755565249</c:v>
                </c:pt>
                <c:pt idx="5426">
                  <c:v>-0.44609222773867951</c:v>
                </c:pt>
                <c:pt idx="5427">
                  <c:v>-0.2459114996371477</c:v>
                </c:pt>
                <c:pt idx="5428">
                  <c:v>-0.18949855852581229</c:v>
                </c:pt>
                <c:pt idx="5429">
                  <c:v>-0.41888377202344518</c:v>
                </c:pt>
                <c:pt idx="5430">
                  <c:v>-0.38671822723883248</c:v>
                </c:pt>
                <c:pt idx="5431">
                  <c:v>-0.3551153229120485</c:v>
                </c:pt>
                <c:pt idx="5432">
                  <c:v>-0.486120147800231</c:v>
                </c:pt>
                <c:pt idx="5433">
                  <c:v>-0.56254928054163356</c:v>
                </c:pt>
                <c:pt idx="5434">
                  <c:v>-0.68481741378542027</c:v>
                </c:pt>
                <c:pt idx="5435">
                  <c:v>-0.53764659172848195</c:v>
                </c:pt>
                <c:pt idx="5436">
                  <c:v>-0.11515375620986509</c:v>
                </c:pt>
                <c:pt idx="5437">
                  <c:v>-6.2817556914217712E-2</c:v>
                </c:pt>
                <c:pt idx="5438">
                  <c:v>-4.3335574530923411E-2</c:v>
                </c:pt>
                <c:pt idx="5439">
                  <c:v>7.6518223515920358E-2</c:v>
                </c:pt>
                <c:pt idx="5440">
                  <c:v>0.2394529642707991</c:v>
                </c:pt>
                <c:pt idx="5441">
                  <c:v>0.40726138163132458</c:v>
                </c:pt>
                <c:pt idx="5442">
                  <c:v>0.38684433752326092</c:v>
                </c:pt>
                <c:pt idx="5443">
                  <c:v>0.39671219443244249</c:v>
                </c:pt>
                <c:pt idx="5444">
                  <c:v>0.34848691588610881</c:v>
                </c:pt>
                <c:pt idx="5445">
                  <c:v>0.33615705131354462</c:v>
                </c:pt>
                <c:pt idx="5446">
                  <c:v>0.17005122088953539</c:v>
                </c:pt>
                <c:pt idx="5447">
                  <c:v>1.9902924533007769E-2</c:v>
                </c:pt>
                <c:pt idx="5448">
                  <c:v>-0.12678239319239129</c:v>
                </c:pt>
                <c:pt idx="5449">
                  <c:v>1.546446817730401E-2</c:v>
                </c:pt>
                <c:pt idx="5450">
                  <c:v>0.21695736594593271</c:v>
                </c:pt>
                <c:pt idx="5451">
                  <c:v>6.9778830466651648E-2</c:v>
                </c:pt>
                <c:pt idx="5452">
                  <c:v>0.1161293031922726</c:v>
                </c:pt>
                <c:pt idx="5453">
                  <c:v>0.29616205816053692</c:v>
                </c:pt>
                <c:pt idx="5454">
                  <c:v>0.44758146366576151</c:v>
                </c:pt>
                <c:pt idx="5455">
                  <c:v>0.43135180791589911</c:v>
                </c:pt>
                <c:pt idx="5456">
                  <c:v>0.15117909190648571</c:v>
                </c:pt>
                <c:pt idx="5457">
                  <c:v>8.1411169600001873E-2</c:v>
                </c:pt>
                <c:pt idx="5458">
                  <c:v>9.8554724068647768E-3</c:v>
                </c:pt>
                <c:pt idx="5459">
                  <c:v>0.1091292494277218</c:v>
                </c:pt>
                <c:pt idx="5460">
                  <c:v>-9.4084377567882002E-2</c:v>
                </c:pt>
                <c:pt idx="5461">
                  <c:v>-0.3170412334271559</c:v>
                </c:pt>
                <c:pt idx="5462">
                  <c:v>-0.24131416830036309</c:v>
                </c:pt>
                <c:pt idx="5463">
                  <c:v>-0.1381495267592725</c:v>
                </c:pt>
                <c:pt idx="5464">
                  <c:v>-6.3133981339295153E-2</c:v>
                </c:pt>
                <c:pt idx="5465">
                  <c:v>-6.9617815019566612E-2</c:v>
                </c:pt>
                <c:pt idx="5466">
                  <c:v>-0.15052343282312289</c:v>
                </c:pt>
                <c:pt idx="5467">
                  <c:v>-0.23046332125459709</c:v>
                </c:pt>
                <c:pt idx="5468">
                  <c:v>-0.1548069927019371</c:v>
                </c:pt>
                <c:pt idx="5469">
                  <c:v>-0.1851563457160198</c:v>
                </c:pt>
                <c:pt idx="5470">
                  <c:v>-0.34166434655045319</c:v>
                </c:pt>
                <c:pt idx="5471">
                  <c:v>-0.19127024178149521</c:v>
                </c:pt>
                <c:pt idx="5472">
                  <c:v>-8.6548616382228771E-4</c:v>
                </c:pt>
                <c:pt idx="5473">
                  <c:v>-0.1707269350515109</c:v>
                </c:pt>
                <c:pt idx="5474">
                  <c:v>-0.22229955208098781</c:v>
                </c:pt>
                <c:pt idx="5475">
                  <c:v>-0.31821286217352501</c:v>
                </c:pt>
                <c:pt idx="5476">
                  <c:v>-0.14810081411069581</c:v>
                </c:pt>
                <c:pt idx="5477">
                  <c:v>-7.1721740182693519E-2</c:v>
                </c:pt>
                <c:pt idx="5478">
                  <c:v>6.5030072846652853E-2</c:v>
                </c:pt>
                <c:pt idx="5479">
                  <c:v>2.7437974196491671E-2</c:v>
                </c:pt>
                <c:pt idx="5480">
                  <c:v>0.28894843101544287</c:v>
                </c:pt>
                <c:pt idx="5481">
                  <c:v>0.25812757800032049</c:v>
                </c:pt>
                <c:pt idx="5482">
                  <c:v>0.35659362511836967</c:v>
                </c:pt>
                <c:pt idx="5483">
                  <c:v>0.26487623157429779</c:v>
                </c:pt>
                <c:pt idx="5484">
                  <c:v>0.33314259811151969</c:v>
                </c:pt>
                <c:pt idx="5485">
                  <c:v>0.32596433589813589</c:v>
                </c:pt>
                <c:pt idx="5486">
                  <c:v>0.40968224629086097</c:v>
                </c:pt>
                <c:pt idx="5487">
                  <c:v>0.7149789344830807</c:v>
                </c:pt>
                <c:pt idx="5488">
                  <c:v>0.84303750932785781</c:v>
                </c:pt>
                <c:pt idx="5489">
                  <c:v>0.90174769049447645</c:v>
                </c:pt>
                <c:pt idx="5490">
                  <c:v>0.85986250132748554</c:v>
                </c:pt>
                <c:pt idx="5491">
                  <c:v>0.95999267507452901</c:v>
                </c:pt>
                <c:pt idx="5492">
                  <c:v>0.74705098417720128</c:v>
                </c:pt>
                <c:pt idx="5493">
                  <c:v>0.6300898020564073</c:v>
                </c:pt>
                <c:pt idx="5494">
                  <c:v>0.98450490807039814</c:v>
                </c:pt>
                <c:pt idx="5495">
                  <c:v>1.1770623923006389</c:v>
                </c:pt>
                <c:pt idx="5496">
                  <c:v>1.2804735928703199</c:v>
                </c:pt>
                <c:pt idx="5497">
                  <c:v>1.4725574862064279</c:v>
                </c:pt>
                <c:pt idx="5498">
                  <c:v>1.772233815475232</c:v>
                </c:pt>
                <c:pt idx="5499">
                  <c:v>1.7229064385115589</c:v>
                </c:pt>
                <c:pt idx="5500">
                  <c:v>1.4685069718702559</c:v>
                </c:pt>
                <c:pt idx="5501">
                  <c:v>1.449870161749113</c:v>
                </c:pt>
                <c:pt idx="5502">
                  <c:v>1.271593908522946</c:v>
                </c:pt>
                <c:pt idx="5503">
                  <c:v>1.1320857968389699</c:v>
                </c:pt>
                <c:pt idx="5504">
                  <c:v>1.13682826073253</c:v>
                </c:pt>
                <c:pt idx="5505">
                  <c:v>1.1960560861370331</c:v>
                </c:pt>
                <c:pt idx="5506">
                  <c:v>0.91364818610523779</c:v>
                </c:pt>
                <c:pt idx="5507">
                  <c:v>0.61360844290553196</c:v>
                </c:pt>
                <c:pt idx="5508">
                  <c:v>0.75948613119693154</c:v>
                </c:pt>
                <c:pt idx="5509">
                  <c:v>0.29191239131979302</c:v>
                </c:pt>
                <c:pt idx="5510">
                  <c:v>6.5133989617681909E-2</c:v>
                </c:pt>
                <c:pt idx="5511">
                  <c:v>-4.2355740955426713E-2</c:v>
                </c:pt>
                <c:pt idx="5512">
                  <c:v>-1.345095805299416E-2</c:v>
                </c:pt>
                <c:pt idx="5513">
                  <c:v>0.30946523333243547</c:v>
                </c:pt>
                <c:pt idx="5514">
                  <c:v>0.22918244472668459</c:v>
                </c:pt>
                <c:pt idx="5515">
                  <c:v>0.18684768220922571</c:v>
                </c:pt>
                <c:pt idx="5516">
                  <c:v>-5.6616117441961572E-2</c:v>
                </c:pt>
                <c:pt idx="5517">
                  <c:v>-0.3600494638884017</c:v>
                </c:pt>
                <c:pt idx="5518">
                  <c:v>-0.73844844207700489</c:v>
                </c:pt>
                <c:pt idx="5519">
                  <c:v>-0.74413409017637111</c:v>
                </c:pt>
                <c:pt idx="5520">
                  <c:v>-0.67053728610768137</c:v>
                </c:pt>
                <c:pt idx="5521">
                  <c:v>-0.52704367511859773</c:v>
                </c:pt>
                <c:pt idx="5522">
                  <c:v>-0.46463156371679659</c:v>
                </c:pt>
                <c:pt idx="5523">
                  <c:v>-5.3404013291080209E-2</c:v>
                </c:pt>
                <c:pt idx="5524">
                  <c:v>-6.3156718554888705E-2</c:v>
                </c:pt>
                <c:pt idx="5525">
                  <c:v>-0.1128012865393912</c:v>
                </c:pt>
                <c:pt idx="5526">
                  <c:v>6.7374652746994557E-2</c:v>
                </c:pt>
                <c:pt idx="5527">
                  <c:v>0.1069556219751341</c:v>
                </c:pt>
                <c:pt idx="5528">
                  <c:v>6.8931324511442169E-2</c:v>
                </c:pt>
                <c:pt idx="5529">
                  <c:v>0.38363997858131399</c:v>
                </c:pt>
                <c:pt idx="5530">
                  <c:v>0.62661237003723802</c:v>
                </c:pt>
                <c:pt idx="5531">
                  <c:v>0.75085070362768092</c:v>
                </c:pt>
                <c:pt idx="5532">
                  <c:v>0.83739466239563487</c:v>
                </c:pt>
                <c:pt idx="5533">
                  <c:v>0.62992378890072331</c:v>
                </c:pt>
                <c:pt idx="5534">
                  <c:v>0.73226463539496411</c:v>
                </c:pt>
                <c:pt idx="5535">
                  <c:v>0.81470972533678199</c:v>
                </c:pt>
                <c:pt idx="5536">
                  <c:v>0.81555184176779039</c:v>
                </c:pt>
                <c:pt idx="5537">
                  <c:v>1.0855759880438489</c:v>
                </c:pt>
                <c:pt idx="5538">
                  <c:v>1.093124508248144</c:v>
                </c:pt>
                <c:pt idx="5539">
                  <c:v>1.0495400305542899</c:v>
                </c:pt>
                <c:pt idx="5540">
                  <c:v>1.1564143166154339</c:v>
                </c:pt>
                <c:pt idx="5541">
                  <c:v>1.14643908980211</c:v>
                </c:pt>
                <c:pt idx="5542">
                  <c:v>1.287160013937013</c:v>
                </c:pt>
                <c:pt idx="5543">
                  <c:v>1.0312268013067321</c:v>
                </c:pt>
                <c:pt idx="5544">
                  <c:v>1.0255059966764899</c:v>
                </c:pt>
                <c:pt idx="5545">
                  <c:v>0.82725238824454284</c:v>
                </c:pt>
                <c:pt idx="5546">
                  <c:v>0.92976161676914648</c:v>
                </c:pt>
                <c:pt idx="5547">
                  <c:v>1.2460429889344611</c:v>
                </c:pt>
                <c:pt idx="5548">
                  <c:v>1.1353660321293959</c:v>
                </c:pt>
                <c:pt idx="5549">
                  <c:v>1.4098484987521309</c:v>
                </c:pt>
                <c:pt idx="5550">
                  <c:v>1.528881996845328</c:v>
                </c:pt>
                <c:pt idx="5551">
                  <c:v>1.500951517109901</c:v>
                </c:pt>
                <c:pt idx="5552">
                  <c:v>1.1528565234288191</c:v>
                </c:pt>
                <c:pt idx="5553">
                  <c:v>0.8949555540941122</c:v>
                </c:pt>
                <c:pt idx="5554">
                  <c:v>0.42651494939174073</c:v>
                </c:pt>
                <c:pt idx="5555">
                  <c:v>0.16635665723376389</c:v>
                </c:pt>
                <c:pt idx="5556">
                  <c:v>9.0417971405834005E-2</c:v>
                </c:pt>
                <c:pt idx="5557">
                  <c:v>-0.47795583365192362</c:v>
                </c:pt>
                <c:pt idx="5558">
                  <c:v>-0.47297095481946649</c:v>
                </c:pt>
                <c:pt idx="5559">
                  <c:v>-0.33471195394846709</c:v>
                </c:pt>
                <c:pt idx="5560">
                  <c:v>-0.35745948080640649</c:v>
                </c:pt>
                <c:pt idx="5561">
                  <c:v>-0.44998686949069527</c:v>
                </c:pt>
                <c:pt idx="5562">
                  <c:v>-0.38384214431230862</c:v>
                </c:pt>
                <c:pt idx="5563">
                  <c:v>1.2329620830152731E-2</c:v>
                </c:pt>
                <c:pt idx="5564">
                  <c:v>2.015895188288774E-2</c:v>
                </c:pt>
                <c:pt idx="5565">
                  <c:v>9.3381793021478851E-2</c:v>
                </c:pt>
                <c:pt idx="5566">
                  <c:v>0.1263535070538862</c:v>
                </c:pt>
                <c:pt idx="5567">
                  <c:v>7.1678035985486943E-2</c:v>
                </c:pt>
                <c:pt idx="5568">
                  <c:v>4.0261068595297433E-2</c:v>
                </c:pt>
                <c:pt idx="5569">
                  <c:v>-0.25574242574164968</c:v>
                </c:pt>
                <c:pt idx="5570">
                  <c:v>-0.33373677938166219</c:v>
                </c:pt>
                <c:pt idx="5571">
                  <c:v>-0.43765516826342049</c:v>
                </c:pt>
                <c:pt idx="5572">
                  <c:v>-0.19194946135365651</c:v>
                </c:pt>
                <c:pt idx="5573">
                  <c:v>0.22847451838877089</c:v>
                </c:pt>
                <c:pt idx="5574">
                  <c:v>0.48959597226661372</c:v>
                </c:pt>
                <c:pt idx="5575">
                  <c:v>0.74967786150534721</c:v>
                </c:pt>
                <c:pt idx="5576">
                  <c:v>0.77427106308263438</c:v>
                </c:pt>
                <c:pt idx="5577">
                  <c:v>0.895511669706619</c:v>
                </c:pt>
                <c:pt idx="5578">
                  <c:v>0.77081186353950548</c:v>
                </c:pt>
                <c:pt idx="5579">
                  <c:v>0.46326687407741718</c:v>
                </c:pt>
                <c:pt idx="5580">
                  <c:v>0.29448823104295191</c:v>
                </c:pt>
                <c:pt idx="5581">
                  <c:v>0.25026760093833578</c:v>
                </c:pt>
                <c:pt idx="5582">
                  <c:v>-8.0521715288492612E-2</c:v>
                </c:pt>
                <c:pt idx="5583">
                  <c:v>-0.42606974404579118</c:v>
                </c:pt>
                <c:pt idx="5584">
                  <c:v>-0.51574703964864577</c:v>
                </c:pt>
                <c:pt idx="5585">
                  <c:v>-0.69034632269542773</c:v>
                </c:pt>
                <c:pt idx="5586">
                  <c:v>-0.6734794049185614</c:v>
                </c:pt>
                <c:pt idx="5587">
                  <c:v>-0.88222729654467447</c:v>
                </c:pt>
                <c:pt idx="5588">
                  <c:v>-0.68899362466440506</c:v>
                </c:pt>
                <c:pt idx="5589">
                  <c:v>-0.82567421241637762</c:v>
                </c:pt>
                <c:pt idx="5590">
                  <c:v>-0.94512995231540786</c:v>
                </c:pt>
                <c:pt idx="5591">
                  <c:v>-0.87606103358251508</c:v>
                </c:pt>
                <c:pt idx="5592">
                  <c:v>-0.64143662945275304</c:v>
                </c:pt>
                <c:pt idx="5593">
                  <c:v>-0.46064215738739528</c:v>
                </c:pt>
                <c:pt idx="5594">
                  <c:v>-0.35382492367839752</c:v>
                </c:pt>
                <c:pt idx="5595">
                  <c:v>-0.47040347767621649</c:v>
                </c:pt>
                <c:pt idx="5596">
                  <c:v>-0.3052987089921011</c:v>
                </c:pt>
                <c:pt idx="5597">
                  <c:v>-0.23883237460381851</c:v>
                </c:pt>
                <c:pt idx="5598">
                  <c:v>-0.25540501985526642</c:v>
                </c:pt>
                <c:pt idx="5599">
                  <c:v>-2.3338548745961921E-2</c:v>
                </c:pt>
                <c:pt idx="5600">
                  <c:v>5.9999579049492678E-2</c:v>
                </c:pt>
                <c:pt idx="5601">
                  <c:v>0.28112009375539959</c:v>
                </c:pt>
                <c:pt idx="5602">
                  <c:v>0.41490336065664779</c:v>
                </c:pt>
                <c:pt idx="5603">
                  <c:v>0.44468915372888468</c:v>
                </c:pt>
                <c:pt idx="5604">
                  <c:v>0.31008564140080419</c:v>
                </c:pt>
                <c:pt idx="5605">
                  <c:v>0.52294263410918151</c:v>
                </c:pt>
                <c:pt idx="5606">
                  <c:v>0.30766641504865372</c:v>
                </c:pt>
                <c:pt idx="5607">
                  <c:v>0.2035005009150164</c:v>
                </c:pt>
                <c:pt idx="5608">
                  <c:v>-0.31119460218407519</c:v>
                </c:pt>
                <c:pt idx="5609">
                  <c:v>0.53809823243098165</c:v>
                </c:pt>
                <c:pt idx="5610">
                  <c:v>0.90673499656923306</c:v>
                </c:pt>
                <c:pt idx="5611">
                  <c:v>0.5158132514474445</c:v>
                </c:pt>
                <c:pt idx="5612">
                  <c:v>0.36230801079895708</c:v>
                </c:pt>
                <c:pt idx="5613">
                  <c:v>7.8578642912075693E-3</c:v>
                </c:pt>
                <c:pt idx="5614">
                  <c:v>-0.17592190151207279</c:v>
                </c:pt>
                <c:pt idx="5615">
                  <c:v>-0.17240312635411931</c:v>
                </c:pt>
                <c:pt idx="5616">
                  <c:v>-0.29349601455344748</c:v>
                </c:pt>
                <c:pt idx="5617">
                  <c:v>-0.35433010928241782</c:v>
                </c:pt>
                <c:pt idx="5618">
                  <c:v>-0.12542737719012539</c:v>
                </c:pt>
                <c:pt idx="5619">
                  <c:v>-0.10379886152244901</c:v>
                </c:pt>
                <c:pt idx="5620">
                  <c:v>-0.15150683018470251</c:v>
                </c:pt>
                <c:pt idx="5621">
                  <c:v>-0.18121905114207321</c:v>
                </c:pt>
                <c:pt idx="5622">
                  <c:v>0.14628920815373311</c:v>
                </c:pt>
                <c:pt idx="5623">
                  <c:v>0.18865361500170089</c:v>
                </c:pt>
                <c:pt idx="5624">
                  <c:v>0.59233424096289067</c:v>
                </c:pt>
                <c:pt idx="5625">
                  <c:v>0.5225036452482037</c:v>
                </c:pt>
                <c:pt idx="5626">
                  <c:v>0.69789188353871667</c:v>
                </c:pt>
                <c:pt idx="5627">
                  <c:v>0.89160515576952959</c:v>
                </c:pt>
                <c:pt idx="5628">
                  <c:v>1.203635316044672</c:v>
                </c:pt>
                <c:pt idx="5629">
                  <c:v>0.56314530740485147</c:v>
                </c:pt>
                <c:pt idx="5630">
                  <c:v>0.37243111374682603</c:v>
                </c:pt>
                <c:pt idx="5631">
                  <c:v>0.70820853005869344</c:v>
                </c:pt>
                <c:pt idx="5632">
                  <c:v>0.8140038276233087</c:v>
                </c:pt>
                <c:pt idx="5633">
                  <c:v>0.72686530383049563</c:v>
                </c:pt>
                <c:pt idx="5634">
                  <c:v>0.70638069809890203</c:v>
                </c:pt>
                <c:pt idx="5635">
                  <c:v>0.65287667416908357</c:v>
                </c:pt>
                <c:pt idx="5636">
                  <c:v>0.75163434995717393</c:v>
                </c:pt>
                <c:pt idx="5637">
                  <c:v>1.0332492822372901</c:v>
                </c:pt>
                <c:pt idx="5638">
                  <c:v>1.010689759028998</c:v>
                </c:pt>
                <c:pt idx="5639">
                  <c:v>1.361844676846736</c:v>
                </c:pt>
                <c:pt idx="5640">
                  <c:v>1.2676726375502709</c:v>
                </c:pt>
                <c:pt idx="5641">
                  <c:v>1.135204247752873</c:v>
                </c:pt>
                <c:pt idx="5642">
                  <c:v>0.61370740270815693</c:v>
                </c:pt>
                <c:pt idx="5643">
                  <c:v>0.29607754303533712</c:v>
                </c:pt>
                <c:pt idx="5644">
                  <c:v>0.33617071785589497</c:v>
                </c:pt>
                <c:pt idx="5645">
                  <c:v>0.5752185681648958</c:v>
                </c:pt>
                <c:pt idx="5646">
                  <c:v>0.58406318733416762</c:v>
                </c:pt>
                <c:pt idx="5647">
                  <c:v>0.55095616924691537</c:v>
                </c:pt>
                <c:pt idx="5648">
                  <c:v>0.50331214741418528</c:v>
                </c:pt>
                <c:pt idx="5649">
                  <c:v>0.5638841418567121</c:v>
                </c:pt>
                <c:pt idx="5650">
                  <c:v>0.37211904850467292</c:v>
                </c:pt>
                <c:pt idx="5651">
                  <c:v>0.29340529926058417</c:v>
                </c:pt>
                <c:pt idx="5652">
                  <c:v>0.1891208266305939</c:v>
                </c:pt>
                <c:pt idx="5653">
                  <c:v>0.29289542315546341</c:v>
                </c:pt>
                <c:pt idx="5654">
                  <c:v>0.25889773297388469</c:v>
                </c:pt>
                <c:pt idx="5655">
                  <c:v>0.66650009507257579</c:v>
                </c:pt>
                <c:pt idx="5656">
                  <c:v>1.055804174062257</c:v>
                </c:pt>
                <c:pt idx="5657">
                  <c:v>1.148697009741072</c:v>
                </c:pt>
                <c:pt idx="5658">
                  <c:v>1.224974047720234</c:v>
                </c:pt>
                <c:pt idx="5659">
                  <c:v>1.0766179617640741</c:v>
                </c:pt>
                <c:pt idx="5660">
                  <c:v>1.1138856219282589</c:v>
                </c:pt>
                <c:pt idx="5661">
                  <c:v>1.035599625776997</c:v>
                </c:pt>
                <c:pt idx="5662">
                  <c:v>1.525817740222978</c:v>
                </c:pt>
                <c:pt idx="5663">
                  <c:v>2.0417418199549102</c:v>
                </c:pt>
                <c:pt idx="5664">
                  <c:v>1.491635860301636</c:v>
                </c:pt>
                <c:pt idx="5665">
                  <c:v>1.1354028043069959</c:v>
                </c:pt>
                <c:pt idx="5666">
                  <c:v>1.054008655617777</c:v>
                </c:pt>
                <c:pt idx="5667">
                  <c:v>1.4510544835434049</c:v>
                </c:pt>
                <c:pt idx="5668">
                  <c:v>1.854516109025119</c:v>
                </c:pt>
                <c:pt idx="5669">
                  <c:v>2.1028939594496761</c:v>
                </c:pt>
                <c:pt idx="5670">
                  <c:v>2.979109569952473</c:v>
                </c:pt>
                <c:pt idx="5671">
                  <c:v>2.571030511266776</c:v>
                </c:pt>
                <c:pt idx="5672">
                  <c:v>1.963923658726118</c:v>
                </c:pt>
                <c:pt idx="5673">
                  <c:v>2.46301979591501</c:v>
                </c:pt>
                <c:pt idx="5674">
                  <c:v>2.6863908362396018</c:v>
                </c:pt>
                <c:pt idx="5675">
                  <c:v>2.545686367585807</c:v>
                </c:pt>
                <c:pt idx="5676">
                  <c:v>2.238532685261311</c:v>
                </c:pt>
                <c:pt idx="5677">
                  <c:v>1.8701633492031069</c:v>
                </c:pt>
                <c:pt idx="5678">
                  <c:v>1.353069895331845</c:v>
                </c:pt>
                <c:pt idx="5679">
                  <c:v>0.83923777327831639</c:v>
                </c:pt>
                <c:pt idx="5680">
                  <c:v>0.85284637316302137</c:v>
                </c:pt>
                <c:pt idx="5681">
                  <c:v>1.1695882202847001</c:v>
                </c:pt>
                <c:pt idx="5682">
                  <c:v>0.72050718303257488</c:v>
                </c:pt>
                <c:pt idx="5683">
                  <c:v>0.65008700205037939</c:v>
                </c:pt>
                <c:pt idx="5684">
                  <c:v>0.88010392271017601</c:v>
                </c:pt>
                <c:pt idx="5685">
                  <c:v>0.93066701821427478</c:v>
                </c:pt>
                <c:pt idx="5686">
                  <c:v>0.62096483228141908</c:v>
                </c:pt>
                <c:pt idx="5687">
                  <c:v>0.32619518297283789</c:v>
                </c:pt>
                <c:pt idx="5688">
                  <c:v>2.419930684573838E-3</c:v>
                </c:pt>
                <c:pt idx="5689">
                  <c:v>-0.4394299240462673</c:v>
                </c:pt>
                <c:pt idx="5690">
                  <c:v>-1.254872768326676</c:v>
                </c:pt>
                <c:pt idx="5691">
                  <c:v>-1.044883476765176</c:v>
                </c:pt>
                <c:pt idx="5692">
                  <c:v>-0.41362542401867303</c:v>
                </c:pt>
                <c:pt idx="5693">
                  <c:v>-0.92245613448752195</c:v>
                </c:pt>
                <c:pt idx="5694">
                  <c:v>-1.068542103261251</c:v>
                </c:pt>
                <c:pt idx="5695">
                  <c:v>-1.363005092395843</c:v>
                </c:pt>
                <c:pt idx="5696">
                  <c:v>-1.5169857054213849</c:v>
                </c:pt>
                <c:pt idx="5697">
                  <c:v>-1.526237584990348</c:v>
                </c:pt>
                <c:pt idx="5698">
                  <c:v>-1.282106439972251</c:v>
                </c:pt>
                <c:pt idx="5699">
                  <c:v>-0.99074442750283565</c:v>
                </c:pt>
                <c:pt idx="5700">
                  <c:v>-1.18188452169424</c:v>
                </c:pt>
                <c:pt idx="5701">
                  <c:v>-1.2365905786741751</c:v>
                </c:pt>
                <c:pt idx="5702">
                  <c:v>-1.052663911322973</c:v>
                </c:pt>
                <c:pt idx="5703">
                  <c:v>-1.202462878461122</c:v>
                </c:pt>
                <c:pt idx="5704">
                  <c:v>-1.119590971454947</c:v>
                </c:pt>
                <c:pt idx="5705">
                  <c:v>-1.0169058274207781</c:v>
                </c:pt>
                <c:pt idx="5706">
                  <c:v>-0.73851487914951208</c:v>
                </c:pt>
                <c:pt idx="5707">
                  <c:v>-0.96910068334619759</c:v>
                </c:pt>
                <c:pt idx="5708">
                  <c:v>-1.3134097284080259</c:v>
                </c:pt>
                <c:pt idx="5709">
                  <c:v>-1.3499355926352881</c:v>
                </c:pt>
                <c:pt idx="5710">
                  <c:v>-1.3581437748417149</c:v>
                </c:pt>
                <c:pt idx="5711">
                  <c:v>-1.02180896405479</c:v>
                </c:pt>
                <c:pt idx="5712">
                  <c:v>-1.0772442468237311</c:v>
                </c:pt>
                <c:pt idx="5713">
                  <c:v>-1.028236592596153</c:v>
                </c:pt>
                <c:pt idx="5714">
                  <c:v>-0.94319062483286364</c:v>
                </c:pt>
                <c:pt idx="5715">
                  <c:v>-0.77133748937071489</c:v>
                </c:pt>
                <c:pt idx="5716">
                  <c:v>-0.58671387590139978</c:v>
                </c:pt>
                <c:pt idx="5717">
                  <c:v>-0.23903475607118471</c:v>
                </c:pt>
                <c:pt idx="5718">
                  <c:v>0.1386172443748413</c:v>
                </c:pt>
                <c:pt idx="5719">
                  <c:v>-0.13406725376244499</c:v>
                </c:pt>
                <c:pt idx="5720">
                  <c:v>5.549341291633831E-2</c:v>
                </c:pt>
                <c:pt idx="5721">
                  <c:v>-0.1868286371214975</c:v>
                </c:pt>
                <c:pt idx="5722">
                  <c:v>-7.170349717579942E-3</c:v>
                </c:pt>
                <c:pt idx="5723">
                  <c:v>-0.1229478397337621</c:v>
                </c:pt>
                <c:pt idx="5724">
                  <c:v>-0.15797369157344049</c:v>
                </c:pt>
                <c:pt idx="5725">
                  <c:v>-0.12176326766638711</c:v>
                </c:pt>
                <c:pt idx="5726">
                  <c:v>-0.23110972629369131</c:v>
                </c:pt>
                <c:pt idx="5727">
                  <c:v>-0.33296851042832148</c:v>
                </c:pt>
                <c:pt idx="5728">
                  <c:v>-0.22219554762932589</c:v>
                </c:pt>
                <c:pt idx="5729">
                  <c:v>-0.1587661129476671</c:v>
                </c:pt>
                <c:pt idx="5730">
                  <c:v>0.41478337271361387</c:v>
                </c:pt>
                <c:pt idx="5731">
                  <c:v>0.49207713387682189</c:v>
                </c:pt>
                <c:pt idx="5732">
                  <c:v>0.47375587880756259</c:v>
                </c:pt>
                <c:pt idx="5733">
                  <c:v>0.43653233731620089</c:v>
                </c:pt>
                <c:pt idx="5734">
                  <c:v>0.45422005318481701</c:v>
                </c:pt>
                <c:pt idx="5735">
                  <c:v>0.29618786130769542</c:v>
                </c:pt>
                <c:pt idx="5736">
                  <c:v>0.24529316420284619</c:v>
                </c:pt>
                <c:pt idx="5737">
                  <c:v>-1.8561026900852109E-2</c:v>
                </c:pt>
                <c:pt idx="5738">
                  <c:v>-0.44686389103191981</c:v>
                </c:pt>
                <c:pt idx="5739">
                  <c:v>-0.14087308943991861</c:v>
                </c:pt>
                <c:pt idx="5740">
                  <c:v>-0.40980168179669968</c:v>
                </c:pt>
                <c:pt idx="5741">
                  <c:v>0.11497181643997099</c:v>
                </c:pt>
                <c:pt idx="5742">
                  <c:v>0.2155604760157116</c:v>
                </c:pt>
                <c:pt idx="5743">
                  <c:v>0.55927065788011909</c:v>
                </c:pt>
                <c:pt idx="5744">
                  <c:v>0.34690291105658061</c:v>
                </c:pt>
                <c:pt idx="5745">
                  <c:v>0.41870771192662559</c:v>
                </c:pt>
                <c:pt idx="5746">
                  <c:v>0.40076915314767508</c:v>
                </c:pt>
                <c:pt idx="5747">
                  <c:v>0.32377624531328769</c:v>
                </c:pt>
                <c:pt idx="5748">
                  <c:v>0.57473963093889291</c:v>
                </c:pt>
                <c:pt idx="5749">
                  <c:v>0.75240352399945687</c:v>
                </c:pt>
                <c:pt idx="5750">
                  <c:v>0.1106811201751921</c:v>
                </c:pt>
                <c:pt idx="5751">
                  <c:v>-0.16650243254752059</c:v>
                </c:pt>
                <c:pt idx="5752">
                  <c:v>-0.51533577569980715</c:v>
                </c:pt>
                <c:pt idx="5753">
                  <c:v>-0.73206909746117421</c:v>
                </c:pt>
                <c:pt idx="5754">
                  <c:v>-0.90455667896988656</c:v>
                </c:pt>
                <c:pt idx="5755">
                  <c:v>-0.8811430690941876</c:v>
                </c:pt>
                <c:pt idx="5756">
                  <c:v>-1.079567916851556</c:v>
                </c:pt>
                <c:pt idx="5757">
                  <c:v>-1.042398887840158</c:v>
                </c:pt>
                <c:pt idx="5758">
                  <c:v>-0.86148829308719355</c:v>
                </c:pt>
                <c:pt idx="5759">
                  <c:v>-0.76943316892956848</c:v>
                </c:pt>
                <c:pt idx="5760">
                  <c:v>-0.42679863505137577</c:v>
                </c:pt>
                <c:pt idx="5761">
                  <c:v>-0.79641034515786047</c:v>
                </c:pt>
                <c:pt idx="5762">
                  <c:v>-1.283934027097968</c:v>
                </c:pt>
                <c:pt idx="5763">
                  <c:v>-1.6801637891996291</c:v>
                </c:pt>
                <c:pt idx="5764">
                  <c:v>-1.5712904546275801</c:v>
                </c:pt>
                <c:pt idx="5765">
                  <c:v>-1.7113447119593559</c:v>
                </c:pt>
                <c:pt idx="5766">
                  <c:v>-1.4859344638447189</c:v>
                </c:pt>
                <c:pt idx="5767">
                  <c:v>-1.1150933455700669</c:v>
                </c:pt>
                <c:pt idx="5768">
                  <c:v>-1.2027724596914291</c:v>
                </c:pt>
                <c:pt idx="5769">
                  <c:v>-1.37597366879212</c:v>
                </c:pt>
                <c:pt idx="5770">
                  <c:v>-1.2283271394846149</c:v>
                </c:pt>
                <c:pt idx="5771">
                  <c:v>-0.99711845430761648</c:v>
                </c:pt>
                <c:pt idx="5772">
                  <c:v>-0.73499419198742544</c:v>
                </c:pt>
                <c:pt idx="5773">
                  <c:v>-0.2849871210297597</c:v>
                </c:pt>
                <c:pt idx="5774">
                  <c:v>-0.33012053300794703</c:v>
                </c:pt>
                <c:pt idx="5775">
                  <c:v>-0.52626480889616623</c:v>
                </c:pt>
                <c:pt idx="5776">
                  <c:v>-0.34694795634297548</c:v>
                </c:pt>
                <c:pt idx="5777">
                  <c:v>-0.38672478724359849</c:v>
                </c:pt>
                <c:pt idx="5778">
                  <c:v>-0.25051227291202732</c:v>
                </c:pt>
                <c:pt idx="5779">
                  <c:v>-0.37879707312820182</c:v>
                </c:pt>
                <c:pt idx="5780">
                  <c:v>-0.4833377540953922</c:v>
                </c:pt>
                <c:pt idx="5781">
                  <c:v>-0.56900878128370513</c:v>
                </c:pt>
                <c:pt idx="5782">
                  <c:v>-0.28475111269180858</c:v>
                </c:pt>
                <c:pt idx="5783">
                  <c:v>-0.26627019694069171</c:v>
                </c:pt>
                <c:pt idx="5784">
                  <c:v>-0.29666540816860409</c:v>
                </c:pt>
                <c:pt idx="5785">
                  <c:v>-0.28001009574732377</c:v>
                </c:pt>
                <c:pt idx="5786">
                  <c:v>-0.44136666259453711</c:v>
                </c:pt>
                <c:pt idx="5787">
                  <c:v>-0.54978527781872744</c:v>
                </c:pt>
                <c:pt idx="5788">
                  <c:v>-0.49544025847797452</c:v>
                </c:pt>
                <c:pt idx="5789">
                  <c:v>-0.57842644338994864</c:v>
                </c:pt>
                <c:pt idx="5790">
                  <c:v>-0.52898152026987022</c:v>
                </c:pt>
                <c:pt idx="5791">
                  <c:v>-0.57400808344543541</c:v>
                </c:pt>
                <c:pt idx="5792">
                  <c:v>-0.53948960650460609</c:v>
                </c:pt>
                <c:pt idx="5793">
                  <c:v>-0.71281944236477435</c:v>
                </c:pt>
                <c:pt idx="5794">
                  <c:v>-0.81268205598593879</c:v>
                </c:pt>
                <c:pt idx="5795">
                  <c:v>-0.42243082835104362</c:v>
                </c:pt>
                <c:pt idx="5796">
                  <c:v>-0.60444267786154449</c:v>
                </c:pt>
                <c:pt idx="5797">
                  <c:v>-0.5863572120519297</c:v>
                </c:pt>
                <c:pt idx="5798">
                  <c:v>-1.0083822371197071</c:v>
                </c:pt>
                <c:pt idx="5799">
                  <c:v>-1.0380321134586239</c:v>
                </c:pt>
                <c:pt idx="5800">
                  <c:v>-0.94651507155418813</c:v>
                </c:pt>
                <c:pt idx="5801">
                  <c:v>-0.98983486283486322</c:v>
                </c:pt>
                <c:pt idx="5802">
                  <c:v>-1.0675604235464731</c:v>
                </c:pt>
                <c:pt idx="5803">
                  <c:v>-0.7238953806857179</c:v>
                </c:pt>
                <c:pt idx="5804">
                  <c:v>-0.59383642560602112</c:v>
                </c:pt>
                <c:pt idx="5805">
                  <c:v>-0.3869612662774658</c:v>
                </c:pt>
                <c:pt idx="5806">
                  <c:v>-3.8310240032251842E-2</c:v>
                </c:pt>
                <c:pt idx="5807">
                  <c:v>1.218911065278574E-2</c:v>
                </c:pt>
                <c:pt idx="5808">
                  <c:v>-4.6792982834735153E-2</c:v>
                </c:pt>
                <c:pt idx="5809">
                  <c:v>0.27633102509676011</c:v>
                </c:pt>
                <c:pt idx="5810">
                  <c:v>0.30189830825697522</c:v>
                </c:pt>
                <c:pt idx="5811">
                  <c:v>9.9491861338338164E-2</c:v>
                </c:pt>
                <c:pt idx="5812">
                  <c:v>0.14965150359574811</c:v>
                </c:pt>
                <c:pt idx="5813">
                  <c:v>0.12372273889935589</c:v>
                </c:pt>
                <c:pt idx="5814">
                  <c:v>0.29019963107136137</c:v>
                </c:pt>
                <c:pt idx="5815">
                  <c:v>5.1775472240676253E-2</c:v>
                </c:pt>
                <c:pt idx="5816">
                  <c:v>0.1102217856346125</c:v>
                </c:pt>
                <c:pt idx="5817">
                  <c:v>0.30260028972227709</c:v>
                </c:pt>
                <c:pt idx="5818">
                  <c:v>0.68099856926028612</c:v>
                </c:pt>
                <c:pt idx="5819">
                  <c:v>0.64581054599871435</c:v>
                </c:pt>
                <c:pt idx="5820">
                  <c:v>0.78361998525314236</c:v>
                </c:pt>
                <c:pt idx="5821">
                  <c:v>0.95388091161123967</c:v>
                </c:pt>
                <c:pt idx="5822">
                  <c:v>0.77842180670661998</c:v>
                </c:pt>
                <c:pt idx="5823">
                  <c:v>0.35514825403021399</c:v>
                </c:pt>
                <c:pt idx="5824">
                  <c:v>0.38682563834930739</c:v>
                </c:pt>
                <c:pt idx="5825">
                  <c:v>0.15223998083215171</c:v>
                </c:pt>
                <c:pt idx="5826">
                  <c:v>-0.289882200963406</c:v>
                </c:pt>
                <c:pt idx="5827">
                  <c:v>-0.47778813219320487</c:v>
                </c:pt>
                <c:pt idx="5828">
                  <c:v>-0.57566232562949382</c:v>
                </c:pt>
                <c:pt idx="5829">
                  <c:v>-0.93343885272906624</c:v>
                </c:pt>
                <c:pt idx="5830">
                  <c:v>-0.99276534141437922</c:v>
                </c:pt>
                <c:pt idx="5831">
                  <c:v>-0.82339500015600231</c:v>
                </c:pt>
                <c:pt idx="5832">
                  <c:v>-0.84602294121310651</c:v>
                </c:pt>
                <c:pt idx="5833">
                  <c:v>-0.68348606887389574</c:v>
                </c:pt>
                <c:pt idx="5834">
                  <c:v>-0.32891329430089228</c:v>
                </c:pt>
                <c:pt idx="5835">
                  <c:v>-0.30121297879860759</c:v>
                </c:pt>
                <c:pt idx="5836">
                  <c:v>-0.1672391771008146</c:v>
                </c:pt>
                <c:pt idx="5837">
                  <c:v>-0.51197378531671678</c:v>
                </c:pt>
                <c:pt idx="5838">
                  <c:v>-0.69300428189552832</c:v>
                </c:pt>
                <c:pt idx="5839">
                  <c:v>-0.53714138602835737</c:v>
                </c:pt>
                <c:pt idx="5840">
                  <c:v>-0.63871080061725294</c:v>
                </c:pt>
                <c:pt idx="5841">
                  <c:v>-0.9296687530376414</c:v>
                </c:pt>
                <c:pt idx="5842">
                  <c:v>-0.68754101996132844</c:v>
                </c:pt>
                <c:pt idx="5843">
                  <c:v>-0.47214977506531541</c:v>
                </c:pt>
                <c:pt idx="5844">
                  <c:v>-0.33588754166776141</c:v>
                </c:pt>
                <c:pt idx="5845">
                  <c:v>-0.25404335249744048</c:v>
                </c:pt>
                <c:pt idx="5846">
                  <c:v>-8.7571490986048814E-2</c:v>
                </c:pt>
                <c:pt idx="5847">
                  <c:v>-0.18478893197843979</c:v>
                </c:pt>
                <c:pt idx="5848">
                  <c:v>-5.3840327377984991E-2</c:v>
                </c:pt>
                <c:pt idx="5849">
                  <c:v>0.1918569627480953</c:v>
                </c:pt>
                <c:pt idx="5850">
                  <c:v>4.9695128763474677E-2</c:v>
                </c:pt>
                <c:pt idx="5851">
                  <c:v>-0.1420511073912972</c:v>
                </c:pt>
                <c:pt idx="5852">
                  <c:v>-8.8810790333943526E-2</c:v>
                </c:pt>
                <c:pt idx="5853">
                  <c:v>-0.43066689061587199</c:v>
                </c:pt>
                <c:pt idx="5854">
                  <c:v>-0.93564023248329609</c:v>
                </c:pt>
                <c:pt idx="5855">
                  <c:v>-0.97815150618312596</c:v>
                </c:pt>
                <c:pt idx="5856">
                  <c:v>-1.058328963189556</c:v>
                </c:pt>
                <c:pt idx="5857">
                  <c:v>-0.73064483255060086</c:v>
                </c:pt>
                <c:pt idx="5858">
                  <c:v>-0.27770931410848232</c:v>
                </c:pt>
                <c:pt idx="5859">
                  <c:v>-0.51140105033695549</c:v>
                </c:pt>
                <c:pt idx="5860">
                  <c:v>-0.51806557388743535</c:v>
                </c:pt>
                <c:pt idx="5861">
                  <c:v>-8.886374932119713E-2</c:v>
                </c:pt>
                <c:pt idx="5862">
                  <c:v>-0.15296750715168561</c:v>
                </c:pt>
                <c:pt idx="5863">
                  <c:v>-0.26063385978485393</c:v>
                </c:pt>
                <c:pt idx="5864">
                  <c:v>-0.50628016633368988</c:v>
                </c:pt>
                <c:pt idx="5865">
                  <c:v>-0.44085198816822452</c:v>
                </c:pt>
                <c:pt idx="5866">
                  <c:v>-0.26723211538161629</c:v>
                </c:pt>
                <c:pt idx="5867">
                  <c:v>-2.3040304846788231E-2</c:v>
                </c:pt>
                <c:pt idx="5868">
                  <c:v>-0.19035371962388009</c:v>
                </c:pt>
                <c:pt idx="5869">
                  <c:v>-3.9748842444606317E-2</c:v>
                </c:pt>
                <c:pt idx="5870">
                  <c:v>0.16304187769225059</c:v>
                </c:pt>
                <c:pt idx="5871">
                  <c:v>0.39139675329460633</c:v>
                </c:pt>
                <c:pt idx="5872">
                  <c:v>0.95713899839667038</c:v>
                </c:pt>
                <c:pt idx="5873">
                  <c:v>1.2375030101028419</c:v>
                </c:pt>
                <c:pt idx="5874">
                  <c:v>1.270249067496195</c:v>
                </c:pt>
                <c:pt idx="5875">
                  <c:v>1.042993088314581</c:v>
                </c:pt>
                <c:pt idx="5876">
                  <c:v>1.0914008994492559</c:v>
                </c:pt>
                <c:pt idx="5877">
                  <c:v>0.99594868430865713</c:v>
                </c:pt>
                <c:pt idx="5878">
                  <c:v>0.29867214189130442</c:v>
                </c:pt>
                <c:pt idx="5879">
                  <c:v>0.44859518920260538</c:v>
                </c:pt>
                <c:pt idx="5880">
                  <c:v>0.48886018393279129</c:v>
                </c:pt>
                <c:pt idx="5881">
                  <c:v>0.2575578644468261</c:v>
                </c:pt>
                <c:pt idx="5882">
                  <c:v>0.1101226138064488</c:v>
                </c:pt>
                <c:pt idx="5883">
                  <c:v>1.7971655103230899E-2</c:v>
                </c:pt>
                <c:pt idx="5884">
                  <c:v>0.12029225971219509</c:v>
                </c:pt>
                <c:pt idx="5885">
                  <c:v>0.1505486423082035</c:v>
                </c:pt>
                <c:pt idx="5886">
                  <c:v>0.16395870239416971</c:v>
                </c:pt>
                <c:pt idx="5887">
                  <c:v>4.7427547416055177E-2</c:v>
                </c:pt>
                <c:pt idx="5888">
                  <c:v>0.1165764194230622</c:v>
                </c:pt>
                <c:pt idx="5889">
                  <c:v>0.1238867740749712</c:v>
                </c:pt>
                <c:pt idx="5890">
                  <c:v>-3.2352802931923767E-2</c:v>
                </c:pt>
                <c:pt idx="5891">
                  <c:v>-8.6519739124781683E-2</c:v>
                </c:pt>
                <c:pt idx="5892">
                  <c:v>-0.65113017358273828</c:v>
                </c:pt>
                <c:pt idx="5893">
                  <c:v>-0.96809483620330639</c:v>
                </c:pt>
                <c:pt idx="5894">
                  <c:v>-1.076600480066864</c:v>
                </c:pt>
                <c:pt idx="5895">
                  <c:v>-0.68438202800189318</c:v>
                </c:pt>
                <c:pt idx="5896">
                  <c:v>-0.75049920384106539</c:v>
                </c:pt>
                <c:pt idx="5897">
                  <c:v>-0.71512457933950824</c:v>
                </c:pt>
                <c:pt idx="5898">
                  <c:v>-0.26297445165351552</c:v>
                </c:pt>
                <c:pt idx="5899">
                  <c:v>-0.14094557431849669</c:v>
                </c:pt>
                <c:pt idx="5900">
                  <c:v>-0.22764920540419431</c:v>
                </c:pt>
                <c:pt idx="5901">
                  <c:v>-3.7771232671735398E-2</c:v>
                </c:pt>
                <c:pt idx="5902">
                  <c:v>3.2847382075426181E-2</c:v>
                </c:pt>
                <c:pt idx="5903">
                  <c:v>0.10030761842598369</c:v>
                </c:pt>
                <c:pt idx="5904">
                  <c:v>-5.4083537377491983E-2</c:v>
                </c:pt>
                <c:pt idx="5905">
                  <c:v>-0.13613611727053279</c:v>
                </c:pt>
                <c:pt idx="5906">
                  <c:v>-0.3545807280226243</c:v>
                </c:pt>
                <c:pt idx="5907">
                  <c:v>-0.2222323783909097</c:v>
                </c:pt>
                <c:pt idx="5908">
                  <c:v>-0.27005387141935888</c:v>
                </c:pt>
                <c:pt idx="5909">
                  <c:v>-0.61223253736061589</c:v>
                </c:pt>
                <c:pt idx="5910">
                  <c:v>-0.61232183045644251</c:v>
                </c:pt>
                <c:pt idx="5911">
                  <c:v>9.3539027084608997E-2</c:v>
                </c:pt>
                <c:pt idx="5912">
                  <c:v>0.1541152863045504</c:v>
                </c:pt>
                <c:pt idx="5913">
                  <c:v>0.49765227505032272</c:v>
                </c:pt>
                <c:pt idx="5914">
                  <c:v>0.74104682603919303</c:v>
                </c:pt>
                <c:pt idx="5915">
                  <c:v>0.49845034309552178</c:v>
                </c:pt>
                <c:pt idx="5916">
                  <c:v>0.2488776670381726</c:v>
                </c:pt>
                <c:pt idx="5917">
                  <c:v>0.16524830756961811</c:v>
                </c:pt>
                <c:pt idx="5918">
                  <c:v>0.28577207685495498</c:v>
                </c:pt>
                <c:pt idx="5919">
                  <c:v>0.65180078361127969</c:v>
                </c:pt>
                <c:pt idx="5920">
                  <c:v>0.72836782627709429</c:v>
                </c:pt>
                <c:pt idx="5921">
                  <c:v>0.44438622694074281</c:v>
                </c:pt>
                <c:pt idx="5922">
                  <c:v>0.61539095236194374</c:v>
                </c:pt>
                <c:pt idx="5923">
                  <c:v>0.71982069308074614</c:v>
                </c:pt>
                <c:pt idx="5924">
                  <c:v>0.69832238339919328</c:v>
                </c:pt>
                <c:pt idx="5925">
                  <c:v>0.8426366725423956</c:v>
                </c:pt>
                <c:pt idx="5926">
                  <c:v>0.70576474777557097</c:v>
                </c:pt>
                <c:pt idx="5927">
                  <c:v>0.38594742923424952</c:v>
                </c:pt>
                <c:pt idx="5928">
                  <c:v>0.46430060890118208</c:v>
                </c:pt>
                <c:pt idx="5929">
                  <c:v>0.50816925364292853</c:v>
                </c:pt>
                <c:pt idx="5930">
                  <c:v>0.70579892787864151</c:v>
                </c:pt>
                <c:pt idx="5931">
                  <c:v>-9.8874365011706808E-2</c:v>
                </c:pt>
                <c:pt idx="5932">
                  <c:v>-0.21857355100076339</c:v>
                </c:pt>
                <c:pt idx="5933">
                  <c:v>-0.33477835813998108</c:v>
                </c:pt>
                <c:pt idx="5934">
                  <c:v>-0.32797467257599278</c:v>
                </c:pt>
                <c:pt idx="5935">
                  <c:v>-8.7440219933751104E-2</c:v>
                </c:pt>
                <c:pt idx="5936">
                  <c:v>0.1215021366503278</c:v>
                </c:pt>
                <c:pt idx="5937">
                  <c:v>0.29176176312176511</c:v>
                </c:pt>
                <c:pt idx="5938">
                  <c:v>-3.3103394001948623E-2</c:v>
                </c:pt>
                <c:pt idx="5939">
                  <c:v>-0.357992990801278</c:v>
                </c:pt>
                <c:pt idx="5940">
                  <c:v>-0.68951965457469511</c:v>
                </c:pt>
                <c:pt idx="5941">
                  <c:v>-0.67901632060220718</c:v>
                </c:pt>
                <c:pt idx="5942">
                  <c:v>-0.9128096211549096</c:v>
                </c:pt>
                <c:pt idx="5943">
                  <c:v>-0.9968715436915363</c:v>
                </c:pt>
                <c:pt idx="5944">
                  <c:v>-1.078471661706446</c:v>
                </c:pt>
                <c:pt idx="5945">
                  <c:v>-1.341214827450127</c:v>
                </c:pt>
                <c:pt idx="5946">
                  <c:v>-1.2407699988739189</c:v>
                </c:pt>
                <c:pt idx="5947">
                  <c:v>-0.84243218119666607</c:v>
                </c:pt>
                <c:pt idx="5948">
                  <c:v>-0.75736481899453023</c:v>
                </c:pt>
                <c:pt idx="5949">
                  <c:v>-0.75129782857587679</c:v>
                </c:pt>
                <c:pt idx="5950">
                  <c:v>-0.78516137699054145</c:v>
                </c:pt>
                <c:pt idx="5951">
                  <c:v>-0.65263991995918247</c:v>
                </c:pt>
                <c:pt idx="5952">
                  <c:v>-0.70706035886398599</c:v>
                </c:pt>
                <c:pt idx="5953">
                  <c:v>-0.80594479799352514</c:v>
                </c:pt>
                <c:pt idx="5954">
                  <c:v>-0.7115011587165756</c:v>
                </c:pt>
                <c:pt idx="5955">
                  <c:v>-0.86386585079979206</c:v>
                </c:pt>
                <c:pt idx="5956">
                  <c:v>-0.83785697397651493</c:v>
                </c:pt>
                <c:pt idx="5957">
                  <c:v>-0.87675857526815193</c:v>
                </c:pt>
                <c:pt idx="5958">
                  <c:v>-0.81477479500035688</c:v>
                </c:pt>
                <c:pt idx="5959">
                  <c:v>-0.89930230389484489</c:v>
                </c:pt>
                <c:pt idx="5960">
                  <c:v>-0.78518934418022379</c:v>
                </c:pt>
                <c:pt idx="5961">
                  <c:v>-0.73252995328118209</c:v>
                </c:pt>
                <c:pt idx="5962">
                  <c:v>-0.60652378646068683</c:v>
                </c:pt>
                <c:pt idx="5963">
                  <c:v>-0.6115211973432676</c:v>
                </c:pt>
                <c:pt idx="5964">
                  <c:v>-0.41867962561862121</c:v>
                </c:pt>
                <c:pt idx="5965">
                  <c:v>-2.8773187754253578E-2</c:v>
                </c:pt>
                <c:pt idx="5966">
                  <c:v>0.19045853251936881</c:v>
                </c:pt>
                <c:pt idx="5967">
                  <c:v>0.42499056776931182</c:v>
                </c:pt>
                <c:pt idx="5968">
                  <c:v>7.14098139226194E-2</c:v>
                </c:pt>
                <c:pt idx="5969">
                  <c:v>0.54334240920166854</c:v>
                </c:pt>
                <c:pt idx="5970">
                  <c:v>0.81130636948730928</c:v>
                </c:pt>
                <c:pt idx="5971">
                  <c:v>0.48247556733888292</c:v>
                </c:pt>
                <c:pt idx="5972">
                  <c:v>0.2349058365355739</c:v>
                </c:pt>
                <c:pt idx="5973">
                  <c:v>0.34825659288047262</c:v>
                </c:pt>
                <c:pt idx="5974">
                  <c:v>0.7333909155517816</c:v>
                </c:pt>
                <c:pt idx="5975">
                  <c:v>1.350810107210225</c:v>
                </c:pt>
                <c:pt idx="5976">
                  <c:v>0.99305931626609067</c:v>
                </c:pt>
                <c:pt idx="5977">
                  <c:v>0.80967543232122063</c:v>
                </c:pt>
                <c:pt idx="5978">
                  <c:v>0.88425810061424992</c:v>
                </c:pt>
                <c:pt idx="5979">
                  <c:v>0.78287180746634555</c:v>
                </c:pt>
                <c:pt idx="5980">
                  <c:v>1.62398909563229</c:v>
                </c:pt>
                <c:pt idx="5981">
                  <c:v>1.144930187781779</c:v>
                </c:pt>
                <c:pt idx="5982">
                  <c:v>1.3143942104067079</c:v>
                </c:pt>
                <c:pt idx="5983">
                  <c:v>1.196683440222011</c:v>
                </c:pt>
                <c:pt idx="5984">
                  <c:v>1.482655570476709</c:v>
                </c:pt>
                <c:pt idx="5985">
                  <c:v>1.459873857103581</c:v>
                </c:pt>
                <c:pt idx="5986">
                  <c:v>1.3046755275472821</c:v>
                </c:pt>
                <c:pt idx="5987">
                  <c:v>0.58279882462517119</c:v>
                </c:pt>
                <c:pt idx="5988">
                  <c:v>0.6315303729890992</c:v>
                </c:pt>
                <c:pt idx="5989">
                  <c:v>0.39329173311901899</c:v>
                </c:pt>
                <c:pt idx="5990">
                  <c:v>-5.2977048705522348E-2</c:v>
                </c:pt>
                <c:pt idx="5991">
                  <c:v>0.2482401423075373</c:v>
                </c:pt>
                <c:pt idx="5992">
                  <c:v>-0.16903556253982141</c:v>
                </c:pt>
                <c:pt idx="5993">
                  <c:v>-0.11599439074394589</c:v>
                </c:pt>
                <c:pt idx="5994">
                  <c:v>-0.72680952398884369</c:v>
                </c:pt>
                <c:pt idx="5995">
                  <c:v>-1.5049973998304851</c:v>
                </c:pt>
                <c:pt idx="5996">
                  <c:v>-1.1226064008002059</c:v>
                </c:pt>
                <c:pt idx="5997">
                  <c:v>-0.95590477278566865</c:v>
                </c:pt>
                <c:pt idx="5998">
                  <c:v>-0.89432779048503497</c:v>
                </c:pt>
                <c:pt idx="5999">
                  <c:v>-1.0519606745921319</c:v>
                </c:pt>
                <c:pt idx="6000">
                  <c:v>-1.7204528089635081</c:v>
                </c:pt>
                <c:pt idx="6001">
                  <c:v>-1.2866783978583749</c:v>
                </c:pt>
                <c:pt idx="6002">
                  <c:v>-1.214424400723281</c:v>
                </c:pt>
                <c:pt idx="6003">
                  <c:v>-0.85491835897983848</c:v>
                </c:pt>
                <c:pt idx="6004">
                  <c:v>-1.3418865215852691</c:v>
                </c:pt>
                <c:pt idx="6005">
                  <c:v>-1.498264311044184</c:v>
                </c:pt>
                <c:pt idx="6006">
                  <c:v>-1.1079007049025149</c:v>
                </c:pt>
                <c:pt idx="6007">
                  <c:v>-1.139894876290054</c:v>
                </c:pt>
                <c:pt idx="6008">
                  <c:v>-0.59826404916245113</c:v>
                </c:pt>
                <c:pt idx="6009">
                  <c:v>-0.89288415749914352</c:v>
                </c:pt>
                <c:pt idx="6010">
                  <c:v>-1.256029143119644</c:v>
                </c:pt>
                <c:pt idx="6011">
                  <c:v>-1.195435384408601</c:v>
                </c:pt>
                <c:pt idx="6012">
                  <c:v>-0.32806737447721968</c:v>
                </c:pt>
                <c:pt idx="6013">
                  <c:v>-0.23315864151340149</c:v>
                </c:pt>
                <c:pt idx="6014">
                  <c:v>-0.27946377475189083</c:v>
                </c:pt>
                <c:pt idx="6015">
                  <c:v>0.52734269823678181</c:v>
                </c:pt>
                <c:pt idx="6016">
                  <c:v>0.57586570216563848</c:v>
                </c:pt>
                <c:pt idx="6017">
                  <c:v>0.89987565607501541</c:v>
                </c:pt>
                <c:pt idx="6018">
                  <c:v>0.56758506886686033</c:v>
                </c:pt>
                <c:pt idx="6019">
                  <c:v>0.87770477985475459</c:v>
                </c:pt>
                <c:pt idx="6020">
                  <c:v>0.57556150869952616</c:v>
                </c:pt>
                <c:pt idx="6021">
                  <c:v>0.53108923528568142</c:v>
                </c:pt>
                <c:pt idx="6022">
                  <c:v>0.4441141298232118</c:v>
                </c:pt>
                <c:pt idx="6023">
                  <c:v>0.15918845170465101</c:v>
                </c:pt>
                <c:pt idx="6024">
                  <c:v>0.25178199899256232</c:v>
                </c:pt>
                <c:pt idx="6025">
                  <c:v>0.33225609901954972</c:v>
                </c:pt>
                <c:pt idx="6026">
                  <c:v>-7.5870672483328114E-2</c:v>
                </c:pt>
                <c:pt idx="6027">
                  <c:v>0.30122673943682893</c:v>
                </c:pt>
                <c:pt idx="6028">
                  <c:v>3.0230419978523422E-3</c:v>
                </c:pt>
                <c:pt idx="6029">
                  <c:v>0.2364627292424856</c:v>
                </c:pt>
                <c:pt idx="6030">
                  <c:v>1.0674154569061369</c:v>
                </c:pt>
                <c:pt idx="6031">
                  <c:v>1.4546015273332391</c:v>
                </c:pt>
                <c:pt idx="6032">
                  <c:v>1.5281935254889849</c:v>
                </c:pt>
                <c:pt idx="6033">
                  <c:v>1.438518953990028</c:v>
                </c:pt>
                <c:pt idx="6034">
                  <c:v>1.6738149620905209</c:v>
                </c:pt>
                <c:pt idx="6035">
                  <c:v>0.73152558882211272</c:v>
                </c:pt>
                <c:pt idx="6036">
                  <c:v>0.41052095046336129</c:v>
                </c:pt>
                <c:pt idx="6037">
                  <c:v>-0.23075099944908209</c:v>
                </c:pt>
                <c:pt idx="6038">
                  <c:v>9.5985312183910057E-2</c:v>
                </c:pt>
                <c:pt idx="6039">
                  <c:v>0.1963820288211498</c:v>
                </c:pt>
                <c:pt idx="6040">
                  <c:v>0.84911338368280098</c:v>
                </c:pt>
                <c:pt idx="6041">
                  <c:v>1.0435934975622601</c:v>
                </c:pt>
                <c:pt idx="6042">
                  <c:v>0.75983891270156378</c:v>
                </c:pt>
                <c:pt idx="6043">
                  <c:v>0.91331608731642344</c:v>
                </c:pt>
                <c:pt idx="6044">
                  <c:v>0.92835156223219573</c:v>
                </c:pt>
                <c:pt idx="6045">
                  <c:v>0.7790896821949046</c:v>
                </c:pt>
                <c:pt idx="6046">
                  <c:v>0.70973372603485074</c:v>
                </c:pt>
                <c:pt idx="6047">
                  <c:v>0.68267285975376224</c:v>
                </c:pt>
                <c:pt idx="6048">
                  <c:v>0.58171408812899683</c:v>
                </c:pt>
                <c:pt idx="6049">
                  <c:v>0.74685427625676504</c:v>
                </c:pt>
                <c:pt idx="6050">
                  <c:v>0.46360769665908591</c:v>
                </c:pt>
                <c:pt idx="6051">
                  <c:v>-0.17915130500991081</c:v>
                </c:pt>
                <c:pt idx="6052">
                  <c:v>-0.46258871038550409</c:v>
                </c:pt>
                <c:pt idx="6053">
                  <c:v>-0.47729955013645048</c:v>
                </c:pt>
                <c:pt idx="6054">
                  <c:v>-0.46760340934900491</c:v>
                </c:pt>
                <c:pt idx="6055">
                  <c:v>-0.24796904148362769</c:v>
                </c:pt>
                <c:pt idx="6056">
                  <c:v>-0.25091687673286428</c:v>
                </c:pt>
                <c:pt idx="6057">
                  <c:v>0.1934300399398898</c:v>
                </c:pt>
                <c:pt idx="6058">
                  <c:v>-0.18015116572311421</c:v>
                </c:pt>
                <c:pt idx="6059">
                  <c:v>-0.38890391538414992</c:v>
                </c:pt>
                <c:pt idx="6060">
                  <c:v>-0.59912492025537123</c:v>
                </c:pt>
                <c:pt idx="6061">
                  <c:v>-0.38717652272441122</c:v>
                </c:pt>
                <c:pt idx="6062">
                  <c:v>-0.33357940517208651</c:v>
                </c:pt>
                <c:pt idx="6063">
                  <c:v>-0.44743914218409597</c:v>
                </c:pt>
                <c:pt idx="6064">
                  <c:v>-0.30398491760863622</c:v>
                </c:pt>
                <c:pt idx="6065">
                  <c:v>-2.493521339606045E-2</c:v>
                </c:pt>
                <c:pt idx="6066">
                  <c:v>-0.1314867831380411</c:v>
                </c:pt>
                <c:pt idx="6067">
                  <c:v>-1.1178814483651271E-2</c:v>
                </c:pt>
                <c:pt idx="6068">
                  <c:v>7.5965185430772672E-2</c:v>
                </c:pt>
                <c:pt idx="6069">
                  <c:v>-6.9985844400329192E-2</c:v>
                </c:pt>
                <c:pt idx="6070">
                  <c:v>-0.42537991141437131</c:v>
                </c:pt>
                <c:pt idx="6071">
                  <c:v>-0.31383549146238238</c:v>
                </c:pt>
                <c:pt idx="6072">
                  <c:v>-0.46479901760057901</c:v>
                </c:pt>
                <c:pt idx="6073">
                  <c:v>-0.38555335824216108</c:v>
                </c:pt>
                <c:pt idx="6074">
                  <c:v>-0.51515949574174391</c:v>
                </c:pt>
                <c:pt idx="6075">
                  <c:v>-0.23347155409522541</c:v>
                </c:pt>
                <c:pt idx="6076">
                  <c:v>-9.8841179282873851E-2</c:v>
                </c:pt>
                <c:pt idx="6077">
                  <c:v>-0.1901503222576312</c:v>
                </c:pt>
                <c:pt idx="6078">
                  <c:v>0.23006687542556301</c:v>
                </c:pt>
                <c:pt idx="6079">
                  <c:v>0.37056373343682297</c:v>
                </c:pt>
                <c:pt idx="6080">
                  <c:v>0.28160492773162099</c:v>
                </c:pt>
                <c:pt idx="6081">
                  <c:v>0.23571927781958929</c:v>
                </c:pt>
                <c:pt idx="6082">
                  <c:v>0.26849367239121391</c:v>
                </c:pt>
                <c:pt idx="6083">
                  <c:v>0.37093596306683052</c:v>
                </c:pt>
                <c:pt idx="6084">
                  <c:v>0.13291451555913689</c:v>
                </c:pt>
                <c:pt idx="6085">
                  <c:v>-3.4926175680171118E-2</c:v>
                </c:pt>
                <c:pt idx="6086">
                  <c:v>-6.977132633697837E-2</c:v>
                </c:pt>
                <c:pt idx="6087">
                  <c:v>-0.14485135369426849</c:v>
                </c:pt>
                <c:pt idx="6088">
                  <c:v>-0.26503956959237379</c:v>
                </c:pt>
                <c:pt idx="6089">
                  <c:v>-0.30006714503717002</c:v>
                </c:pt>
                <c:pt idx="6090">
                  <c:v>-4.4064569653159677E-2</c:v>
                </c:pt>
                <c:pt idx="6091">
                  <c:v>0.18676118210348891</c:v>
                </c:pt>
                <c:pt idx="6092">
                  <c:v>0.38589460519282148</c:v>
                </c:pt>
                <c:pt idx="6093">
                  <c:v>0.13423165356550371</c:v>
                </c:pt>
                <c:pt idx="6094">
                  <c:v>-4.6162975739698887E-2</c:v>
                </c:pt>
                <c:pt idx="6095">
                  <c:v>-0.40477673480235998</c:v>
                </c:pt>
                <c:pt idx="6096">
                  <c:v>-0.19580791321848859</c:v>
                </c:pt>
                <c:pt idx="6097">
                  <c:v>-0.73615565941099026</c:v>
                </c:pt>
                <c:pt idx="6098">
                  <c:v>-0.71051471133846178</c:v>
                </c:pt>
                <c:pt idx="6099">
                  <c:v>-0.85431101839752699</c:v>
                </c:pt>
                <c:pt idx="6100">
                  <c:v>-1.025806091035345</c:v>
                </c:pt>
                <c:pt idx="6101">
                  <c:v>-0.96227652856918144</c:v>
                </c:pt>
                <c:pt idx="6102">
                  <c:v>-0.89007827704172315</c:v>
                </c:pt>
                <c:pt idx="6103">
                  <c:v>-0.99966695473991896</c:v>
                </c:pt>
                <c:pt idx="6104">
                  <c:v>-0.8939884972005695</c:v>
                </c:pt>
                <c:pt idx="6105">
                  <c:v>-0.92232135652114122</c:v>
                </c:pt>
                <c:pt idx="6106">
                  <c:v>-0.62903720155853327</c:v>
                </c:pt>
                <c:pt idx="6107">
                  <c:v>-0.63419166465012033</c:v>
                </c:pt>
                <c:pt idx="6108">
                  <c:v>-0.31034832535167839</c:v>
                </c:pt>
                <c:pt idx="6109">
                  <c:v>-0.1689626143323012</c:v>
                </c:pt>
                <c:pt idx="6110">
                  <c:v>-7.0039913016828326E-2</c:v>
                </c:pt>
                <c:pt idx="6111">
                  <c:v>-8.2001560376375182E-2</c:v>
                </c:pt>
                <c:pt idx="6112">
                  <c:v>-9.1835258051483445E-2</c:v>
                </c:pt>
                <c:pt idx="6113">
                  <c:v>-6.767641021309441E-2</c:v>
                </c:pt>
                <c:pt idx="6114">
                  <c:v>0.29701428464936452</c:v>
                </c:pt>
                <c:pt idx="6115">
                  <c:v>0.58513949136920818</c:v>
                </c:pt>
                <c:pt idx="6116">
                  <c:v>-1.605036205824637</c:v>
                </c:pt>
                <c:pt idx="6117">
                  <c:v>-1.428599024458554</c:v>
                </c:pt>
                <c:pt idx="6118">
                  <c:v>-1.4553241239296291</c:v>
                </c:pt>
                <c:pt idx="6119">
                  <c:v>-1.4617977809769489</c:v>
                </c:pt>
                <c:pt idx="6120">
                  <c:v>-1.5912872221242089</c:v>
                </c:pt>
                <c:pt idx="6121">
                  <c:v>-1.548328486098971</c:v>
                </c:pt>
                <c:pt idx="6122">
                  <c:v>-1.3770670921297361</c:v>
                </c:pt>
                <c:pt idx="6123">
                  <c:v>-1.0452913070923751</c:v>
                </c:pt>
                <c:pt idx="6124">
                  <c:v>-0.73517537536759692</c:v>
                </c:pt>
                <c:pt idx="6125">
                  <c:v>-0.87745659291255373</c:v>
                </c:pt>
                <c:pt idx="6126">
                  <c:v>-1.1614536191142151</c:v>
                </c:pt>
                <c:pt idx="6127">
                  <c:v>-1.158183253583152</c:v>
                </c:pt>
                <c:pt idx="6128">
                  <c:v>-1.074973126425298</c:v>
                </c:pt>
                <c:pt idx="6129">
                  <c:v>-1.3180929426201959</c:v>
                </c:pt>
                <c:pt idx="6130">
                  <c:v>2.0673306469741548</c:v>
                </c:pt>
              </c:numCache>
            </c:numRef>
          </c:val>
          <c:smooth val="0"/>
          <c:extLst>
            <c:ext xmlns:c16="http://schemas.microsoft.com/office/drawing/2014/chart" uri="{C3380CC4-5D6E-409C-BE32-E72D297353CC}">
              <c16:uniqueId val="{00000003-FE79-4F56-8C61-D5CCC4ABBB15}"/>
            </c:ext>
          </c:extLst>
        </c:ser>
        <c:ser>
          <c:idx val="4"/>
          <c:order val="4"/>
          <c:tx>
            <c:v>Top 5%</c:v>
          </c:tx>
          <c:spPr>
            <a:ln w="19050">
              <a:solidFill>
                <a:srgbClr val="A5A5A5"/>
              </a:solidFill>
              <a:prstDash val="dash"/>
            </a:ln>
          </c:spPr>
          <c:marker>
            <c:symbol val="none"/>
          </c:marker>
          <c:cat>
            <c:numRef>
              <c:f>'L1'!$A$2:$A$6132</c:f>
              <c:numCache>
                <c:formatCode>yyyy\-mm\-dd</c:formatCode>
                <c:ptCount val="6131"/>
                <c:pt idx="0">
                  <c:v>37292</c:v>
                </c:pt>
                <c:pt idx="1">
                  <c:v>37293</c:v>
                </c:pt>
                <c:pt idx="2">
                  <c:v>37294</c:v>
                </c:pt>
                <c:pt idx="3">
                  <c:v>37295</c:v>
                </c:pt>
                <c:pt idx="4">
                  <c:v>37300</c:v>
                </c:pt>
                <c:pt idx="5">
                  <c:v>37301</c:v>
                </c:pt>
                <c:pt idx="6">
                  <c:v>37302</c:v>
                </c:pt>
                <c:pt idx="7">
                  <c:v>37305</c:v>
                </c:pt>
                <c:pt idx="8">
                  <c:v>37306</c:v>
                </c:pt>
                <c:pt idx="9">
                  <c:v>37307</c:v>
                </c:pt>
                <c:pt idx="10">
                  <c:v>37308</c:v>
                </c:pt>
                <c:pt idx="11">
                  <c:v>37309</c:v>
                </c:pt>
                <c:pt idx="12">
                  <c:v>37312</c:v>
                </c:pt>
                <c:pt idx="13">
                  <c:v>37313</c:v>
                </c:pt>
                <c:pt idx="14">
                  <c:v>37314</c:v>
                </c:pt>
                <c:pt idx="15">
                  <c:v>37315</c:v>
                </c:pt>
                <c:pt idx="16">
                  <c:v>37316</c:v>
                </c:pt>
                <c:pt idx="17">
                  <c:v>37319</c:v>
                </c:pt>
                <c:pt idx="18">
                  <c:v>37320</c:v>
                </c:pt>
                <c:pt idx="19">
                  <c:v>37321</c:v>
                </c:pt>
                <c:pt idx="20">
                  <c:v>37322</c:v>
                </c:pt>
                <c:pt idx="21">
                  <c:v>37323</c:v>
                </c:pt>
                <c:pt idx="22">
                  <c:v>37326</c:v>
                </c:pt>
                <c:pt idx="23">
                  <c:v>37327</c:v>
                </c:pt>
                <c:pt idx="24">
                  <c:v>37328</c:v>
                </c:pt>
                <c:pt idx="25">
                  <c:v>37329</c:v>
                </c:pt>
                <c:pt idx="26">
                  <c:v>37330</c:v>
                </c:pt>
                <c:pt idx="27">
                  <c:v>37333</c:v>
                </c:pt>
                <c:pt idx="28">
                  <c:v>37334</c:v>
                </c:pt>
                <c:pt idx="29">
                  <c:v>37335</c:v>
                </c:pt>
                <c:pt idx="30">
                  <c:v>37336</c:v>
                </c:pt>
                <c:pt idx="31">
                  <c:v>37337</c:v>
                </c:pt>
                <c:pt idx="32">
                  <c:v>37340</c:v>
                </c:pt>
                <c:pt idx="33">
                  <c:v>37341</c:v>
                </c:pt>
                <c:pt idx="34">
                  <c:v>37342</c:v>
                </c:pt>
                <c:pt idx="35">
                  <c:v>37343</c:v>
                </c:pt>
                <c:pt idx="36">
                  <c:v>37347</c:v>
                </c:pt>
                <c:pt idx="37">
                  <c:v>37348</c:v>
                </c:pt>
                <c:pt idx="38">
                  <c:v>37349</c:v>
                </c:pt>
                <c:pt idx="39">
                  <c:v>37350</c:v>
                </c:pt>
                <c:pt idx="40">
                  <c:v>37351</c:v>
                </c:pt>
                <c:pt idx="41">
                  <c:v>37354</c:v>
                </c:pt>
                <c:pt idx="42">
                  <c:v>37355</c:v>
                </c:pt>
                <c:pt idx="43">
                  <c:v>37356</c:v>
                </c:pt>
                <c:pt idx="44">
                  <c:v>37357</c:v>
                </c:pt>
                <c:pt idx="45">
                  <c:v>37358</c:v>
                </c:pt>
                <c:pt idx="46">
                  <c:v>37361</c:v>
                </c:pt>
                <c:pt idx="47">
                  <c:v>37362</c:v>
                </c:pt>
                <c:pt idx="48">
                  <c:v>37363</c:v>
                </c:pt>
                <c:pt idx="49">
                  <c:v>37364</c:v>
                </c:pt>
                <c:pt idx="50">
                  <c:v>37365</c:v>
                </c:pt>
                <c:pt idx="51">
                  <c:v>37368</c:v>
                </c:pt>
                <c:pt idx="52">
                  <c:v>37369</c:v>
                </c:pt>
                <c:pt idx="53">
                  <c:v>37370</c:v>
                </c:pt>
                <c:pt idx="54">
                  <c:v>37371</c:v>
                </c:pt>
                <c:pt idx="55">
                  <c:v>37372</c:v>
                </c:pt>
                <c:pt idx="56">
                  <c:v>37375</c:v>
                </c:pt>
                <c:pt idx="57">
                  <c:v>37376</c:v>
                </c:pt>
                <c:pt idx="58">
                  <c:v>37378</c:v>
                </c:pt>
                <c:pt idx="59">
                  <c:v>37379</c:v>
                </c:pt>
                <c:pt idx="60">
                  <c:v>37382</c:v>
                </c:pt>
                <c:pt idx="61">
                  <c:v>37383</c:v>
                </c:pt>
                <c:pt idx="62">
                  <c:v>37384</c:v>
                </c:pt>
                <c:pt idx="63">
                  <c:v>37385</c:v>
                </c:pt>
                <c:pt idx="64">
                  <c:v>37386</c:v>
                </c:pt>
                <c:pt idx="65">
                  <c:v>37389</c:v>
                </c:pt>
                <c:pt idx="66">
                  <c:v>37390</c:v>
                </c:pt>
                <c:pt idx="67">
                  <c:v>37391</c:v>
                </c:pt>
                <c:pt idx="68">
                  <c:v>37392</c:v>
                </c:pt>
                <c:pt idx="69">
                  <c:v>37393</c:v>
                </c:pt>
                <c:pt idx="70">
                  <c:v>37396</c:v>
                </c:pt>
                <c:pt idx="71">
                  <c:v>37397</c:v>
                </c:pt>
                <c:pt idx="72">
                  <c:v>37398</c:v>
                </c:pt>
                <c:pt idx="73">
                  <c:v>37399</c:v>
                </c:pt>
                <c:pt idx="74">
                  <c:v>37400</c:v>
                </c:pt>
                <c:pt idx="75">
                  <c:v>37403</c:v>
                </c:pt>
                <c:pt idx="76">
                  <c:v>37404</c:v>
                </c:pt>
                <c:pt idx="77">
                  <c:v>37405</c:v>
                </c:pt>
                <c:pt idx="78">
                  <c:v>37407</c:v>
                </c:pt>
                <c:pt idx="79">
                  <c:v>37410</c:v>
                </c:pt>
                <c:pt idx="80">
                  <c:v>37411</c:v>
                </c:pt>
                <c:pt idx="81">
                  <c:v>37412</c:v>
                </c:pt>
                <c:pt idx="82">
                  <c:v>37413</c:v>
                </c:pt>
                <c:pt idx="83">
                  <c:v>37414</c:v>
                </c:pt>
                <c:pt idx="84">
                  <c:v>37417</c:v>
                </c:pt>
                <c:pt idx="85">
                  <c:v>37418</c:v>
                </c:pt>
                <c:pt idx="86">
                  <c:v>37419</c:v>
                </c:pt>
                <c:pt idx="87">
                  <c:v>37420</c:v>
                </c:pt>
                <c:pt idx="88">
                  <c:v>37421</c:v>
                </c:pt>
                <c:pt idx="89">
                  <c:v>37424</c:v>
                </c:pt>
                <c:pt idx="90">
                  <c:v>37425</c:v>
                </c:pt>
                <c:pt idx="91">
                  <c:v>37426</c:v>
                </c:pt>
                <c:pt idx="92">
                  <c:v>37427</c:v>
                </c:pt>
                <c:pt idx="93">
                  <c:v>37428</c:v>
                </c:pt>
                <c:pt idx="94">
                  <c:v>37431</c:v>
                </c:pt>
                <c:pt idx="95">
                  <c:v>37432</c:v>
                </c:pt>
                <c:pt idx="96">
                  <c:v>37433</c:v>
                </c:pt>
                <c:pt idx="97">
                  <c:v>37434</c:v>
                </c:pt>
                <c:pt idx="98">
                  <c:v>37435</c:v>
                </c:pt>
                <c:pt idx="99">
                  <c:v>37438</c:v>
                </c:pt>
                <c:pt idx="100">
                  <c:v>37439</c:v>
                </c:pt>
                <c:pt idx="101">
                  <c:v>37440</c:v>
                </c:pt>
                <c:pt idx="102">
                  <c:v>37441</c:v>
                </c:pt>
                <c:pt idx="103">
                  <c:v>37442</c:v>
                </c:pt>
                <c:pt idx="104">
                  <c:v>37445</c:v>
                </c:pt>
                <c:pt idx="105">
                  <c:v>37447</c:v>
                </c:pt>
                <c:pt idx="106">
                  <c:v>37448</c:v>
                </c:pt>
                <c:pt idx="107">
                  <c:v>37449</c:v>
                </c:pt>
                <c:pt idx="108">
                  <c:v>37452</c:v>
                </c:pt>
                <c:pt idx="109">
                  <c:v>37453</c:v>
                </c:pt>
                <c:pt idx="110">
                  <c:v>37454</c:v>
                </c:pt>
                <c:pt idx="111">
                  <c:v>37455</c:v>
                </c:pt>
                <c:pt idx="112">
                  <c:v>37456</c:v>
                </c:pt>
                <c:pt idx="113">
                  <c:v>37459</c:v>
                </c:pt>
                <c:pt idx="114">
                  <c:v>37460</c:v>
                </c:pt>
                <c:pt idx="115">
                  <c:v>37461</c:v>
                </c:pt>
                <c:pt idx="116">
                  <c:v>37462</c:v>
                </c:pt>
                <c:pt idx="117">
                  <c:v>37463</c:v>
                </c:pt>
                <c:pt idx="118">
                  <c:v>37466</c:v>
                </c:pt>
                <c:pt idx="119">
                  <c:v>37467</c:v>
                </c:pt>
                <c:pt idx="120">
                  <c:v>37468</c:v>
                </c:pt>
                <c:pt idx="121">
                  <c:v>37469</c:v>
                </c:pt>
                <c:pt idx="122">
                  <c:v>37470</c:v>
                </c:pt>
                <c:pt idx="123">
                  <c:v>37473</c:v>
                </c:pt>
                <c:pt idx="124">
                  <c:v>37474</c:v>
                </c:pt>
                <c:pt idx="125">
                  <c:v>37475</c:v>
                </c:pt>
                <c:pt idx="126">
                  <c:v>37476</c:v>
                </c:pt>
                <c:pt idx="127">
                  <c:v>37477</c:v>
                </c:pt>
                <c:pt idx="128">
                  <c:v>37480</c:v>
                </c:pt>
                <c:pt idx="129">
                  <c:v>37481</c:v>
                </c:pt>
                <c:pt idx="130">
                  <c:v>37482</c:v>
                </c:pt>
                <c:pt idx="131">
                  <c:v>37483</c:v>
                </c:pt>
                <c:pt idx="132">
                  <c:v>37484</c:v>
                </c:pt>
                <c:pt idx="133">
                  <c:v>37487</c:v>
                </c:pt>
                <c:pt idx="134">
                  <c:v>37488</c:v>
                </c:pt>
                <c:pt idx="135">
                  <c:v>37489</c:v>
                </c:pt>
                <c:pt idx="136">
                  <c:v>37490</c:v>
                </c:pt>
                <c:pt idx="137">
                  <c:v>37491</c:v>
                </c:pt>
                <c:pt idx="138">
                  <c:v>37494</c:v>
                </c:pt>
                <c:pt idx="139">
                  <c:v>37495</c:v>
                </c:pt>
                <c:pt idx="140">
                  <c:v>37496</c:v>
                </c:pt>
                <c:pt idx="141">
                  <c:v>37497</c:v>
                </c:pt>
                <c:pt idx="142">
                  <c:v>37498</c:v>
                </c:pt>
                <c:pt idx="143">
                  <c:v>37501</c:v>
                </c:pt>
                <c:pt idx="144">
                  <c:v>37502</c:v>
                </c:pt>
                <c:pt idx="145">
                  <c:v>37503</c:v>
                </c:pt>
                <c:pt idx="146">
                  <c:v>37504</c:v>
                </c:pt>
                <c:pt idx="147">
                  <c:v>37505</c:v>
                </c:pt>
                <c:pt idx="148">
                  <c:v>37508</c:v>
                </c:pt>
                <c:pt idx="149">
                  <c:v>37509</c:v>
                </c:pt>
                <c:pt idx="150">
                  <c:v>37510</c:v>
                </c:pt>
                <c:pt idx="151">
                  <c:v>37511</c:v>
                </c:pt>
                <c:pt idx="152">
                  <c:v>37512</c:v>
                </c:pt>
                <c:pt idx="153">
                  <c:v>37515</c:v>
                </c:pt>
                <c:pt idx="154">
                  <c:v>37516</c:v>
                </c:pt>
                <c:pt idx="155">
                  <c:v>37517</c:v>
                </c:pt>
                <c:pt idx="156">
                  <c:v>37518</c:v>
                </c:pt>
                <c:pt idx="157">
                  <c:v>37519</c:v>
                </c:pt>
                <c:pt idx="158">
                  <c:v>37522</c:v>
                </c:pt>
                <c:pt idx="159">
                  <c:v>37523</c:v>
                </c:pt>
                <c:pt idx="160">
                  <c:v>37524</c:v>
                </c:pt>
                <c:pt idx="161">
                  <c:v>37525</c:v>
                </c:pt>
                <c:pt idx="162">
                  <c:v>37526</c:v>
                </c:pt>
                <c:pt idx="163">
                  <c:v>37529</c:v>
                </c:pt>
                <c:pt idx="164">
                  <c:v>37530</c:v>
                </c:pt>
                <c:pt idx="165">
                  <c:v>37531</c:v>
                </c:pt>
                <c:pt idx="166">
                  <c:v>37532</c:v>
                </c:pt>
                <c:pt idx="167">
                  <c:v>37533</c:v>
                </c:pt>
                <c:pt idx="168">
                  <c:v>37536</c:v>
                </c:pt>
                <c:pt idx="169">
                  <c:v>37537</c:v>
                </c:pt>
                <c:pt idx="170">
                  <c:v>37538</c:v>
                </c:pt>
                <c:pt idx="171">
                  <c:v>37539</c:v>
                </c:pt>
                <c:pt idx="172">
                  <c:v>37540</c:v>
                </c:pt>
                <c:pt idx="173">
                  <c:v>37543</c:v>
                </c:pt>
                <c:pt idx="174">
                  <c:v>37544</c:v>
                </c:pt>
                <c:pt idx="175">
                  <c:v>37545</c:v>
                </c:pt>
                <c:pt idx="176">
                  <c:v>37546</c:v>
                </c:pt>
                <c:pt idx="177">
                  <c:v>37547</c:v>
                </c:pt>
                <c:pt idx="178">
                  <c:v>37550</c:v>
                </c:pt>
                <c:pt idx="179">
                  <c:v>37551</c:v>
                </c:pt>
                <c:pt idx="180">
                  <c:v>37552</c:v>
                </c:pt>
                <c:pt idx="181">
                  <c:v>37553</c:v>
                </c:pt>
                <c:pt idx="182">
                  <c:v>37554</c:v>
                </c:pt>
                <c:pt idx="183">
                  <c:v>37557</c:v>
                </c:pt>
                <c:pt idx="184">
                  <c:v>37558</c:v>
                </c:pt>
                <c:pt idx="185">
                  <c:v>37559</c:v>
                </c:pt>
                <c:pt idx="186">
                  <c:v>37560</c:v>
                </c:pt>
                <c:pt idx="187">
                  <c:v>37561</c:v>
                </c:pt>
                <c:pt idx="188">
                  <c:v>37564</c:v>
                </c:pt>
                <c:pt idx="189">
                  <c:v>37565</c:v>
                </c:pt>
                <c:pt idx="190">
                  <c:v>37566</c:v>
                </c:pt>
                <c:pt idx="191">
                  <c:v>37567</c:v>
                </c:pt>
                <c:pt idx="192">
                  <c:v>37568</c:v>
                </c:pt>
                <c:pt idx="193">
                  <c:v>37571</c:v>
                </c:pt>
                <c:pt idx="194">
                  <c:v>37572</c:v>
                </c:pt>
                <c:pt idx="195">
                  <c:v>37573</c:v>
                </c:pt>
                <c:pt idx="196">
                  <c:v>37574</c:v>
                </c:pt>
                <c:pt idx="197">
                  <c:v>37578</c:v>
                </c:pt>
                <c:pt idx="198">
                  <c:v>37579</c:v>
                </c:pt>
                <c:pt idx="199">
                  <c:v>37580</c:v>
                </c:pt>
                <c:pt idx="200">
                  <c:v>37581</c:v>
                </c:pt>
                <c:pt idx="201">
                  <c:v>37582</c:v>
                </c:pt>
                <c:pt idx="202">
                  <c:v>37585</c:v>
                </c:pt>
                <c:pt idx="203">
                  <c:v>37586</c:v>
                </c:pt>
                <c:pt idx="204">
                  <c:v>37587</c:v>
                </c:pt>
                <c:pt idx="205">
                  <c:v>37588</c:v>
                </c:pt>
                <c:pt idx="206">
                  <c:v>37589</c:v>
                </c:pt>
                <c:pt idx="207">
                  <c:v>37592</c:v>
                </c:pt>
                <c:pt idx="208">
                  <c:v>37593</c:v>
                </c:pt>
                <c:pt idx="209">
                  <c:v>37594</c:v>
                </c:pt>
                <c:pt idx="210">
                  <c:v>37595</c:v>
                </c:pt>
                <c:pt idx="211">
                  <c:v>37596</c:v>
                </c:pt>
                <c:pt idx="212">
                  <c:v>37599</c:v>
                </c:pt>
                <c:pt idx="213">
                  <c:v>37600</c:v>
                </c:pt>
                <c:pt idx="214">
                  <c:v>37601</c:v>
                </c:pt>
                <c:pt idx="215">
                  <c:v>37602</c:v>
                </c:pt>
                <c:pt idx="216">
                  <c:v>37603</c:v>
                </c:pt>
                <c:pt idx="217">
                  <c:v>37606</c:v>
                </c:pt>
                <c:pt idx="218">
                  <c:v>37607</c:v>
                </c:pt>
                <c:pt idx="219">
                  <c:v>37608</c:v>
                </c:pt>
                <c:pt idx="220">
                  <c:v>37609</c:v>
                </c:pt>
                <c:pt idx="221">
                  <c:v>37610</c:v>
                </c:pt>
                <c:pt idx="222">
                  <c:v>37613</c:v>
                </c:pt>
                <c:pt idx="223">
                  <c:v>37616</c:v>
                </c:pt>
                <c:pt idx="224">
                  <c:v>37617</c:v>
                </c:pt>
                <c:pt idx="225">
                  <c:v>37620</c:v>
                </c:pt>
                <c:pt idx="226">
                  <c:v>37623</c:v>
                </c:pt>
                <c:pt idx="227">
                  <c:v>37624</c:v>
                </c:pt>
                <c:pt idx="228">
                  <c:v>37627</c:v>
                </c:pt>
                <c:pt idx="229">
                  <c:v>37628</c:v>
                </c:pt>
                <c:pt idx="230">
                  <c:v>37629</c:v>
                </c:pt>
                <c:pt idx="231">
                  <c:v>37630</c:v>
                </c:pt>
                <c:pt idx="232">
                  <c:v>37631</c:v>
                </c:pt>
                <c:pt idx="233">
                  <c:v>37634</c:v>
                </c:pt>
                <c:pt idx="234">
                  <c:v>37635</c:v>
                </c:pt>
                <c:pt idx="235">
                  <c:v>37636</c:v>
                </c:pt>
                <c:pt idx="236">
                  <c:v>37637</c:v>
                </c:pt>
                <c:pt idx="237">
                  <c:v>37638</c:v>
                </c:pt>
                <c:pt idx="238">
                  <c:v>37641</c:v>
                </c:pt>
                <c:pt idx="239">
                  <c:v>37642</c:v>
                </c:pt>
                <c:pt idx="240">
                  <c:v>37643</c:v>
                </c:pt>
                <c:pt idx="241">
                  <c:v>37644</c:v>
                </c:pt>
                <c:pt idx="242">
                  <c:v>37645</c:v>
                </c:pt>
                <c:pt idx="243">
                  <c:v>37648</c:v>
                </c:pt>
                <c:pt idx="244">
                  <c:v>37649</c:v>
                </c:pt>
                <c:pt idx="245">
                  <c:v>37650</c:v>
                </c:pt>
                <c:pt idx="246">
                  <c:v>37651</c:v>
                </c:pt>
                <c:pt idx="247">
                  <c:v>37652</c:v>
                </c:pt>
                <c:pt idx="248">
                  <c:v>37655</c:v>
                </c:pt>
                <c:pt idx="249">
                  <c:v>37656</c:v>
                </c:pt>
                <c:pt idx="250">
                  <c:v>37657</c:v>
                </c:pt>
                <c:pt idx="251">
                  <c:v>37658</c:v>
                </c:pt>
                <c:pt idx="252">
                  <c:v>37659</c:v>
                </c:pt>
                <c:pt idx="253">
                  <c:v>37662</c:v>
                </c:pt>
                <c:pt idx="254">
                  <c:v>37663</c:v>
                </c:pt>
                <c:pt idx="255">
                  <c:v>37664</c:v>
                </c:pt>
                <c:pt idx="256">
                  <c:v>37665</c:v>
                </c:pt>
                <c:pt idx="257">
                  <c:v>37666</c:v>
                </c:pt>
                <c:pt idx="258">
                  <c:v>37669</c:v>
                </c:pt>
                <c:pt idx="259">
                  <c:v>37670</c:v>
                </c:pt>
                <c:pt idx="260">
                  <c:v>37671</c:v>
                </c:pt>
                <c:pt idx="261">
                  <c:v>37672</c:v>
                </c:pt>
                <c:pt idx="262">
                  <c:v>37673</c:v>
                </c:pt>
                <c:pt idx="263">
                  <c:v>37676</c:v>
                </c:pt>
                <c:pt idx="264">
                  <c:v>37677</c:v>
                </c:pt>
                <c:pt idx="265">
                  <c:v>37678</c:v>
                </c:pt>
                <c:pt idx="266">
                  <c:v>37679</c:v>
                </c:pt>
                <c:pt idx="267">
                  <c:v>37680</c:v>
                </c:pt>
                <c:pt idx="268">
                  <c:v>37685</c:v>
                </c:pt>
                <c:pt idx="269">
                  <c:v>37686</c:v>
                </c:pt>
                <c:pt idx="270">
                  <c:v>37687</c:v>
                </c:pt>
                <c:pt idx="271">
                  <c:v>37690</c:v>
                </c:pt>
                <c:pt idx="272">
                  <c:v>37691</c:v>
                </c:pt>
                <c:pt idx="273">
                  <c:v>37692</c:v>
                </c:pt>
                <c:pt idx="274">
                  <c:v>37693</c:v>
                </c:pt>
                <c:pt idx="275">
                  <c:v>37694</c:v>
                </c:pt>
                <c:pt idx="276">
                  <c:v>37697</c:v>
                </c:pt>
                <c:pt idx="277">
                  <c:v>37698</c:v>
                </c:pt>
                <c:pt idx="278">
                  <c:v>37699</c:v>
                </c:pt>
                <c:pt idx="279">
                  <c:v>37700</c:v>
                </c:pt>
                <c:pt idx="280">
                  <c:v>37701</c:v>
                </c:pt>
                <c:pt idx="281">
                  <c:v>37704</c:v>
                </c:pt>
                <c:pt idx="282">
                  <c:v>37705</c:v>
                </c:pt>
                <c:pt idx="283">
                  <c:v>37706</c:v>
                </c:pt>
                <c:pt idx="284">
                  <c:v>37707</c:v>
                </c:pt>
                <c:pt idx="285">
                  <c:v>37708</c:v>
                </c:pt>
                <c:pt idx="286">
                  <c:v>37711</c:v>
                </c:pt>
                <c:pt idx="287">
                  <c:v>37712</c:v>
                </c:pt>
                <c:pt idx="288">
                  <c:v>37713</c:v>
                </c:pt>
                <c:pt idx="289">
                  <c:v>37714</c:v>
                </c:pt>
                <c:pt idx="290">
                  <c:v>37715</c:v>
                </c:pt>
                <c:pt idx="291">
                  <c:v>37718</c:v>
                </c:pt>
                <c:pt idx="292">
                  <c:v>37719</c:v>
                </c:pt>
                <c:pt idx="293">
                  <c:v>37720</c:v>
                </c:pt>
                <c:pt idx="294">
                  <c:v>37721</c:v>
                </c:pt>
                <c:pt idx="295">
                  <c:v>37722</c:v>
                </c:pt>
                <c:pt idx="296">
                  <c:v>37725</c:v>
                </c:pt>
                <c:pt idx="297">
                  <c:v>37726</c:v>
                </c:pt>
                <c:pt idx="298">
                  <c:v>37727</c:v>
                </c:pt>
                <c:pt idx="299">
                  <c:v>37728</c:v>
                </c:pt>
                <c:pt idx="300">
                  <c:v>37733</c:v>
                </c:pt>
                <c:pt idx="301">
                  <c:v>37734</c:v>
                </c:pt>
                <c:pt idx="302">
                  <c:v>37735</c:v>
                </c:pt>
                <c:pt idx="303">
                  <c:v>37736</c:v>
                </c:pt>
                <c:pt idx="304">
                  <c:v>37739</c:v>
                </c:pt>
                <c:pt idx="305">
                  <c:v>37740</c:v>
                </c:pt>
                <c:pt idx="306">
                  <c:v>37741</c:v>
                </c:pt>
                <c:pt idx="307">
                  <c:v>37743</c:v>
                </c:pt>
                <c:pt idx="308">
                  <c:v>37746</c:v>
                </c:pt>
                <c:pt idx="309">
                  <c:v>37747</c:v>
                </c:pt>
                <c:pt idx="310">
                  <c:v>37748</c:v>
                </c:pt>
                <c:pt idx="311">
                  <c:v>37749</c:v>
                </c:pt>
                <c:pt idx="312">
                  <c:v>37750</c:v>
                </c:pt>
                <c:pt idx="313">
                  <c:v>37753</c:v>
                </c:pt>
                <c:pt idx="314">
                  <c:v>37754</c:v>
                </c:pt>
                <c:pt idx="315">
                  <c:v>37755</c:v>
                </c:pt>
                <c:pt idx="316">
                  <c:v>37756</c:v>
                </c:pt>
                <c:pt idx="317">
                  <c:v>37757</c:v>
                </c:pt>
                <c:pt idx="318">
                  <c:v>37760</c:v>
                </c:pt>
                <c:pt idx="319">
                  <c:v>37761</c:v>
                </c:pt>
                <c:pt idx="320">
                  <c:v>37762</c:v>
                </c:pt>
                <c:pt idx="321">
                  <c:v>37763</c:v>
                </c:pt>
                <c:pt idx="322">
                  <c:v>37764</c:v>
                </c:pt>
                <c:pt idx="323">
                  <c:v>37767</c:v>
                </c:pt>
                <c:pt idx="324">
                  <c:v>37768</c:v>
                </c:pt>
                <c:pt idx="325">
                  <c:v>37769</c:v>
                </c:pt>
                <c:pt idx="326">
                  <c:v>37770</c:v>
                </c:pt>
                <c:pt idx="327">
                  <c:v>37771</c:v>
                </c:pt>
                <c:pt idx="328">
                  <c:v>37774</c:v>
                </c:pt>
                <c:pt idx="329">
                  <c:v>37775</c:v>
                </c:pt>
                <c:pt idx="330">
                  <c:v>37776</c:v>
                </c:pt>
                <c:pt idx="331">
                  <c:v>37777</c:v>
                </c:pt>
                <c:pt idx="332">
                  <c:v>37778</c:v>
                </c:pt>
                <c:pt idx="333">
                  <c:v>37781</c:v>
                </c:pt>
                <c:pt idx="334">
                  <c:v>37782</c:v>
                </c:pt>
                <c:pt idx="335">
                  <c:v>37783</c:v>
                </c:pt>
                <c:pt idx="336">
                  <c:v>37784</c:v>
                </c:pt>
                <c:pt idx="337">
                  <c:v>37785</c:v>
                </c:pt>
                <c:pt idx="338">
                  <c:v>37788</c:v>
                </c:pt>
                <c:pt idx="339">
                  <c:v>37789</c:v>
                </c:pt>
                <c:pt idx="340">
                  <c:v>37790</c:v>
                </c:pt>
                <c:pt idx="341">
                  <c:v>37792</c:v>
                </c:pt>
                <c:pt idx="342">
                  <c:v>37795</c:v>
                </c:pt>
                <c:pt idx="343">
                  <c:v>37796</c:v>
                </c:pt>
                <c:pt idx="344">
                  <c:v>37797</c:v>
                </c:pt>
                <c:pt idx="345">
                  <c:v>37798</c:v>
                </c:pt>
                <c:pt idx="346">
                  <c:v>37799</c:v>
                </c:pt>
                <c:pt idx="347">
                  <c:v>37802</c:v>
                </c:pt>
                <c:pt idx="348">
                  <c:v>37803</c:v>
                </c:pt>
                <c:pt idx="349">
                  <c:v>37804</c:v>
                </c:pt>
                <c:pt idx="350">
                  <c:v>37805</c:v>
                </c:pt>
                <c:pt idx="351">
                  <c:v>37806</c:v>
                </c:pt>
                <c:pt idx="352">
                  <c:v>37809</c:v>
                </c:pt>
                <c:pt idx="353">
                  <c:v>37810</c:v>
                </c:pt>
                <c:pt idx="354">
                  <c:v>37812</c:v>
                </c:pt>
                <c:pt idx="355">
                  <c:v>37813</c:v>
                </c:pt>
                <c:pt idx="356">
                  <c:v>37816</c:v>
                </c:pt>
                <c:pt idx="357">
                  <c:v>37817</c:v>
                </c:pt>
                <c:pt idx="358">
                  <c:v>37818</c:v>
                </c:pt>
                <c:pt idx="359">
                  <c:v>37819</c:v>
                </c:pt>
                <c:pt idx="360">
                  <c:v>37820</c:v>
                </c:pt>
                <c:pt idx="361">
                  <c:v>37823</c:v>
                </c:pt>
                <c:pt idx="362">
                  <c:v>37824</c:v>
                </c:pt>
                <c:pt idx="363">
                  <c:v>37825</c:v>
                </c:pt>
                <c:pt idx="364">
                  <c:v>37826</c:v>
                </c:pt>
                <c:pt idx="365">
                  <c:v>37827</c:v>
                </c:pt>
                <c:pt idx="366">
                  <c:v>37830</c:v>
                </c:pt>
                <c:pt idx="367">
                  <c:v>37831</c:v>
                </c:pt>
                <c:pt idx="368">
                  <c:v>37832</c:v>
                </c:pt>
                <c:pt idx="369">
                  <c:v>37833</c:v>
                </c:pt>
                <c:pt idx="370">
                  <c:v>37834</c:v>
                </c:pt>
                <c:pt idx="371">
                  <c:v>37837</c:v>
                </c:pt>
                <c:pt idx="372">
                  <c:v>37838</c:v>
                </c:pt>
                <c:pt idx="373">
                  <c:v>37839</c:v>
                </c:pt>
                <c:pt idx="374">
                  <c:v>37840</c:v>
                </c:pt>
                <c:pt idx="375">
                  <c:v>37841</c:v>
                </c:pt>
                <c:pt idx="376">
                  <c:v>37844</c:v>
                </c:pt>
                <c:pt idx="377">
                  <c:v>37845</c:v>
                </c:pt>
                <c:pt idx="378">
                  <c:v>37846</c:v>
                </c:pt>
                <c:pt idx="379">
                  <c:v>37847</c:v>
                </c:pt>
                <c:pt idx="380">
                  <c:v>37848</c:v>
                </c:pt>
                <c:pt idx="381">
                  <c:v>37851</c:v>
                </c:pt>
                <c:pt idx="382">
                  <c:v>37852</c:v>
                </c:pt>
                <c:pt idx="383">
                  <c:v>37853</c:v>
                </c:pt>
                <c:pt idx="384">
                  <c:v>37854</c:v>
                </c:pt>
                <c:pt idx="385">
                  <c:v>37855</c:v>
                </c:pt>
                <c:pt idx="386">
                  <c:v>37858</c:v>
                </c:pt>
                <c:pt idx="387">
                  <c:v>37859</c:v>
                </c:pt>
                <c:pt idx="388">
                  <c:v>37860</c:v>
                </c:pt>
                <c:pt idx="389">
                  <c:v>37861</c:v>
                </c:pt>
                <c:pt idx="390">
                  <c:v>37862</c:v>
                </c:pt>
                <c:pt idx="391">
                  <c:v>37865</c:v>
                </c:pt>
                <c:pt idx="392">
                  <c:v>37866</c:v>
                </c:pt>
                <c:pt idx="393">
                  <c:v>37867</c:v>
                </c:pt>
                <c:pt idx="394">
                  <c:v>37868</c:v>
                </c:pt>
                <c:pt idx="395">
                  <c:v>37869</c:v>
                </c:pt>
                <c:pt idx="396">
                  <c:v>37872</c:v>
                </c:pt>
                <c:pt idx="397">
                  <c:v>37873</c:v>
                </c:pt>
                <c:pt idx="398">
                  <c:v>37874</c:v>
                </c:pt>
                <c:pt idx="399">
                  <c:v>37875</c:v>
                </c:pt>
                <c:pt idx="400">
                  <c:v>37876</c:v>
                </c:pt>
                <c:pt idx="401">
                  <c:v>37879</c:v>
                </c:pt>
                <c:pt idx="402">
                  <c:v>37880</c:v>
                </c:pt>
                <c:pt idx="403">
                  <c:v>37881</c:v>
                </c:pt>
                <c:pt idx="404">
                  <c:v>37882</c:v>
                </c:pt>
                <c:pt idx="405">
                  <c:v>37883</c:v>
                </c:pt>
                <c:pt idx="406">
                  <c:v>37886</c:v>
                </c:pt>
                <c:pt idx="407">
                  <c:v>37887</c:v>
                </c:pt>
                <c:pt idx="408">
                  <c:v>37888</c:v>
                </c:pt>
                <c:pt idx="409">
                  <c:v>37889</c:v>
                </c:pt>
                <c:pt idx="410">
                  <c:v>37890</c:v>
                </c:pt>
                <c:pt idx="411">
                  <c:v>37893</c:v>
                </c:pt>
                <c:pt idx="412">
                  <c:v>37894</c:v>
                </c:pt>
                <c:pt idx="413">
                  <c:v>37895</c:v>
                </c:pt>
                <c:pt idx="414">
                  <c:v>37896</c:v>
                </c:pt>
                <c:pt idx="415">
                  <c:v>37897</c:v>
                </c:pt>
                <c:pt idx="416">
                  <c:v>37900</c:v>
                </c:pt>
                <c:pt idx="417">
                  <c:v>37901</c:v>
                </c:pt>
                <c:pt idx="418">
                  <c:v>37902</c:v>
                </c:pt>
                <c:pt idx="419">
                  <c:v>37903</c:v>
                </c:pt>
                <c:pt idx="420">
                  <c:v>37904</c:v>
                </c:pt>
                <c:pt idx="421">
                  <c:v>37907</c:v>
                </c:pt>
                <c:pt idx="422">
                  <c:v>37908</c:v>
                </c:pt>
                <c:pt idx="423">
                  <c:v>37909</c:v>
                </c:pt>
                <c:pt idx="424">
                  <c:v>37910</c:v>
                </c:pt>
                <c:pt idx="425">
                  <c:v>37911</c:v>
                </c:pt>
                <c:pt idx="426">
                  <c:v>37914</c:v>
                </c:pt>
                <c:pt idx="427">
                  <c:v>37915</c:v>
                </c:pt>
                <c:pt idx="428">
                  <c:v>37916</c:v>
                </c:pt>
                <c:pt idx="429">
                  <c:v>37917</c:v>
                </c:pt>
                <c:pt idx="430">
                  <c:v>37918</c:v>
                </c:pt>
                <c:pt idx="431">
                  <c:v>37921</c:v>
                </c:pt>
                <c:pt idx="432">
                  <c:v>37922</c:v>
                </c:pt>
                <c:pt idx="433">
                  <c:v>37923</c:v>
                </c:pt>
                <c:pt idx="434">
                  <c:v>37924</c:v>
                </c:pt>
                <c:pt idx="435">
                  <c:v>37925</c:v>
                </c:pt>
                <c:pt idx="436">
                  <c:v>37928</c:v>
                </c:pt>
                <c:pt idx="437">
                  <c:v>37929</c:v>
                </c:pt>
                <c:pt idx="438">
                  <c:v>37930</c:v>
                </c:pt>
                <c:pt idx="439">
                  <c:v>37931</c:v>
                </c:pt>
                <c:pt idx="440">
                  <c:v>37932</c:v>
                </c:pt>
                <c:pt idx="441">
                  <c:v>37935</c:v>
                </c:pt>
                <c:pt idx="442">
                  <c:v>37936</c:v>
                </c:pt>
                <c:pt idx="443">
                  <c:v>37937</c:v>
                </c:pt>
                <c:pt idx="444">
                  <c:v>37938</c:v>
                </c:pt>
                <c:pt idx="445">
                  <c:v>37939</c:v>
                </c:pt>
                <c:pt idx="446">
                  <c:v>37942</c:v>
                </c:pt>
                <c:pt idx="447">
                  <c:v>37943</c:v>
                </c:pt>
                <c:pt idx="448">
                  <c:v>37944</c:v>
                </c:pt>
                <c:pt idx="449">
                  <c:v>37945</c:v>
                </c:pt>
                <c:pt idx="450">
                  <c:v>37946</c:v>
                </c:pt>
                <c:pt idx="451">
                  <c:v>37949</c:v>
                </c:pt>
                <c:pt idx="452">
                  <c:v>37950</c:v>
                </c:pt>
                <c:pt idx="453">
                  <c:v>37951</c:v>
                </c:pt>
                <c:pt idx="454">
                  <c:v>37952</c:v>
                </c:pt>
                <c:pt idx="455">
                  <c:v>37953</c:v>
                </c:pt>
                <c:pt idx="456">
                  <c:v>37956</c:v>
                </c:pt>
                <c:pt idx="457">
                  <c:v>37957</c:v>
                </c:pt>
                <c:pt idx="458">
                  <c:v>37958</c:v>
                </c:pt>
                <c:pt idx="459">
                  <c:v>37959</c:v>
                </c:pt>
                <c:pt idx="460">
                  <c:v>37960</c:v>
                </c:pt>
                <c:pt idx="461">
                  <c:v>37963</c:v>
                </c:pt>
                <c:pt idx="462">
                  <c:v>37964</c:v>
                </c:pt>
                <c:pt idx="463">
                  <c:v>37965</c:v>
                </c:pt>
                <c:pt idx="464">
                  <c:v>37966</c:v>
                </c:pt>
                <c:pt idx="465">
                  <c:v>37967</c:v>
                </c:pt>
                <c:pt idx="466">
                  <c:v>37970</c:v>
                </c:pt>
                <c:pt idx="467">
                  <c:v>37971</c:v>
                </c:pt>
                <c:pt idx="468">
                  <c:v>37972</c:v>
                </c:pt>
                <c:pt idx="469">
                  <c:v>37973</c:v>
                </c:pt>
                <c:pt idx="470">
                  <c:v>37974</c:v>
                </c:pt>
                <c:pt idx="471">
                  <c:v>37977</c:v>
                </c:pt>
                <c:pt idx="472">
                  <c:v>37978</c:v>
                </c:pt>
                <c:pt idx="473">
                  <c:v>37981</c:v>
                </c:pt>
                <c:pt idx="474">
                  <c:v>37984</c:v>
                </c:pt>
                <c:pt idx="475">
                  <c:v>37985</c:v>
                </c:pt>
                <c:pt idx="476">
                  <c:v>37988</c:v>
                </c:pt>
                <c:pt idx="477">
                  <c:v>37991</c:v>
                </c:pt>
                <c:pt idx="478">
                  <c:v>37992</c:v>
                </c:pt>
                <c:pt idx="479">
                  <c:v>37993</c:v>
                </c:pt>
                <c:pt idx="480">
                  <c:v>37994</c:v>
                </c:pt>
                <c:pt idx="481">
                  <c:v>37995</c:v>
                </c:pt>
                <c:pt idx="482">
                  <c:v>37998</c:v>
                </c:pt>
                <c:pt idx="483">
                  <c:v>37999</c:v>
                </c:pt>
                <c:pt idx="484">
                  <c:v>38000</c:v>
                </c:pt>
                <c:pt idx="485">
                  <c:v>38001</c:v>
                </c:pt>
                <c:pt idx="486">
                  <c:v>38002</c:v>
                </c:pt>
                <c:pt idx="487">
                  <c:v>38005</c:v>
                </c:pt>
                <c:pt idx="488">
                  <c:v>38006</c:v>
                </c:pt>
                <c:pt idx="489">
                  <c:v>38007</c:v>
                </c:pt>
                <c:pt idx="490">
                  <c:v>38008</c:v>
                </c:pt>
                <c:pt idx="491">
                  <c:v>38009</c:v>
                </c:pt>
                <c:pt idx="492">
                  <c:v>38012</c:v>
                </c:pt>
                <c:pt idx="493">
                  <c:v>38013</c:v>
                </c:pt>
                <c:pt idx="494">
                  <c:v>38014</c:v>
                </c:pt>
                <c:pt idx="495">
                  <c:v>38015</c:v>
                </c:pt>
                <c:pt idx="496">
                  <c:v>38016</c:v>
                </c:pt>
                <c:pt idx="497">
                  <c:v>38019</c:v>
                </c:pt>
                <c:pt idx="498">
                  <c:v>38020</c:v>
                </c:pt>
                <c:pt idx="499">
                  <c:v>38021</c:v>
                </c:pt>
                <c:pt idx="500">
                  <c:v>38022</c:v>
                </c:pt>
                <c:pt idx="501">
                  <c:v>38023</c:v>
                </c:pt>
                <c:pt idx="502">
                  <c:v>38026</c:v>
                </c:pt>
                <c:pt idx="503">
                  <c:v>38027</c:v>
                </c:pt>
                <c:pt idx="504">
                  <c:v>38028</c:v>
                </c:pt>
                <c:pt idx="505">
                  <c:v>38029</c:v>
                </c:pt>
                <c:pt idx="506">
                  <c:v>38030</c:v>
                </c:pt>
                <c:pt idx="507">
                  <c:v>38033</c:v>
                </c:pt>
                <c:pt idx="508">
                  <c:v>38034</c:v>
                </c:pt>
                <c:pt idx="509">
                  <c:v>38035</c:v>
                </c:pt>
                <c:pt idx="510">
                  <c:v>38036</c:v>
                </c:pt>
                <c:pt idx="511">
                  <c:v>38037</c:v>
                </c:pt>
                <c:pt idx="512">
                  <c:v>38042</c:v>
                </c:pt>
                <c:pt idx="513">
                  <c:v>38043</c:v>
                </c:pt>
                <c:pt idx="514">
                  <c:v>38044</c:v>
                </c:pt>
                <c:pt idx="515">
                  <c:v>38047</c:v>
                </c:pt>
                <c:pt idx="516">
                  <c:v>38048</c:v>
                </c:pt>
                <c:pt idx="517">
                  <c:v>38049</c:v>
                </c:pt>
                <c:pt idx="518">
                  <c:v>38050</c:v>
                </c:pt>
                <c:pt idx="519">
                  <c:v>38051</c:v>
                </c:pt>
                <c:pt idx="520">
                  <c:v>38054</c:v>
                </c:pt>
                <c:pt idx="521">
                  <c:v>38055</c:v>
                </c:pt>
                <c:pt idx="522">
                  <c:v>38056</c:v>
                </c:pt>
                <c:pt idx="523">
                  <c:v>38057</c:v>
                </c:pt>
                <c:pt idx="524">
                  <c:v>38058</c:v>
                </c:pt>
                <c:pt idx="525">
                  <c:v>38061</c:v>
                </c:pt>
                <c:pt idx="526">
                  <c:v>38062</c:v>
                </c:pt>
                <c:pt idx="527">
                  <c:v>38063</c:v>
                </c:pt>
                <c:pt idx="528">
                  <c:v>38064</c:v>
                </c:pt>
                <c:pt idx="529">
                  <c:v>38065</c:v>
                </c:pt>
                <c:pt idx="530">
                  <c:v>38068</c:v>
                </c:pt>
                <c:pt idx="531">
                  <c:v>38069</c:v>
                </c:pt>
                <c:pt idx="532">
                  <c:v>38070</c:v>
                </c:pt>
                <c:pt idx="533">
                  <c:v>38071</c:v>
                </c:pt>
                <c:pt idx="534">
                  <c:v>38072</c:v>
                </c:pt>
                <c:pt idx="535">
                  <c:v>38075</c:v>
                </c:pt>
                <c:pt idx="536">
                  <c:v>38076</c:v>
                </c:pt>
                <c:pt idx="537">
                  <c:v>38077</c:v>
                </c:pt>
                <c:pt idx="538">
                  <c:v>38078</c:v>
                </c:pt>
                <c:pt idx="539">
                  <c:v>38079</c:v>
                </c:pt>
                <c:pt idx="540">
                  <c:v>38082</c:v>
                </c:pt>
                <c:pt idx="541">
                  <c:v>38083</c:v>
                </c:pt>
                <c:pt idx="542">
                  <c:v>38084</c:v>
                </c:pt>
                <c:pt idx="543">
                  <c:v>38085</c:v>
                </c:pt>
                <c:pt idx="544">
                  <c:v>38089</c:v>
                </c:pt>
                <c:pt idx="545">
                  <c:v>38090</c:v>
                </c:pt>
                <c:pt idx="546">
                  <c:v>38091</c:v>
                </c:pt>
                <c:pt idx="547">
                  <c:v>38092</c:v>
                </c:pt>
                <c:pt idx="548">
                  <c:v>38093</c:v>
                </c:pt>
                <c:pt idx="549">
                  <c:v>38096</c:v>
                </c:pt>
                <c:pt idx="550">
                  <c:v>38097</c:v>
                </c:pt>
                <c:pt idx="551">
                  <c:v>38099</c:v>
                </c:pt>
                <c:pt idx="552">
                  <c:v>38100</c:v>
                </c:pt>
                <c:pt idx="553">
                  <c:v>38103</c:v>
                </c:pt>
                <c:pt idx="554">
                  <c:v>38104</c:v>
                </c:pt>
                <c:pt idx="555">
                  <c:v>38105</c:v>
                </c:pt>
                <c:pt idx="556">
                  <c:v>38106</c:v>
                </c:pt>
                <c:pt idx="557">
                  <c:v>38107</c:v>
                </c:pt>
                <c:pt idx="558">
                  <c:v>38110</c:v>
                </c:pt>
                <c:pt idx="559">
                  <c:v>38111</c:v>
                </c:pt>
                <c:pt idx="560">
                  <c:v>38112</c:v>
                </c:pt>
                <c:pt idx="561">
                  <c:v>38113</c:v>
                </c:pt>
                <c:pt idx="562">
                  <c:v>38114</c:v>
                </c:pt>
                <c:pt idx="563">
                  <c:v>38117</c:v>
                </c:pt>
                <c:pt idx="564">
                  <c:v>38118</c:v>
                </c:pt>
                <c:pt idx="565">
                  <c:v>38119</c:v>
                </c:pt>
                <c:pt idx="566">
                  <c:v>38120</c:v>
                </c:pt>
                <c:pt idx="567">
                  <c:v>38121</c:v>
                </c:pt>
                <c:pt idx="568">
                  <c:v>38124</c:v>
                </c:pt>
                <c:pt idx="569">
                  <c:v>38125</c:v>
                </c:pt>
                <c:pt idx="570">
                  <c:v>38126</c:v>
                </c:pt>
                <c:pt idx="571">
                  <c:v>38127</c:v>
                </c:pt>
                <c:pt idx="572">
                  <c:v>38128</c:v>
                </c:pt>
                <c:pt idx="573">
                  <c:v>38131</c:v>
                </c:pt>
                <c:pt idx="574">
                  <c:v>38132</c:v>
                </c:pt>
                <c:pt idx="575">
                  <c:v>38133</c:v>
                </c:pt>
                <c:pt idx="576">
                  <c:v>38134</c:v>
                </c:pt>
                <c:pt idx="577">
                  <c:v>38135</c:v>
                </c:pt>
                <c:pt idx="578">
                  <c:v>38138</c:v>
                </c:pt>
                <c:pt idx="579">
                  <c:v>38139</c:v>
                </c:pt>
                <c:pt idx="580">
                  <c:v>38140</c:v>
                </c:pt>
                <c:pt idx="581">
                  <c:v>38141</c:v>
                </c:pt>
                <c:pt idx="582">
                  <c:v>38142</c:v>
                </c:pt>
                <c:pt idx="583">
                  <c:v>38145</c:v>
                </c:pt>
                <c:pt idx="584">
                  <c:v>38146</c:v>
                </c:pt>
                <c:pt idx="585">
                  <c:v>38147</c:v>
                </c:pt>
                <c:pt idx="586">
                  <c:v>38149</c:v>
                </c:pt>
                <c:pt idx="587">
                  <c:v>38152</c:v>
                </c:pt>
                <c:pt idx="588">
                  <c:v>38153</c:v>
                </c:pt>
                <c:pt idx="589">
                  <c:v>38154</c:v>
                </c:pt>
                <c:pt idx="590">
                  <c:v>38155</c:v>
                </c:pt>
                <c:pt idx="591">
                  <c:v>38156</c:v>
                </c:pt>
                <c:pt idx="592">
                  <c:v>38159</c:v>
                </c:pt>
                <c:pt idx="593">
                  <c:v>38160</c:v>
                </c:pt>
                <c:pt idx="594">
                  <c:v>38161</c:v>
                </c:pt>
                <c:pt idx="595">
                  <c:v>38162</c:v>
                </c:pt>
                <c:pt idx="596">
                  <c:v>38163</c:v>
                </c:pt>
                <c:pt idx="597">
                  <c:v>38166</c:v>
                </c:pt>
                <c:pt idx="598">
                  <c:v>38167</c:v>
                </c:pt>
                <c:pt idx="599">
                  <c:v>38168</c:v>
                </c:pt>
                <c:pt idx="600">
                  <c:v>38169</c:v>
                </c:pt>
                <c:pt idx="601">
                  <c:v>38170</c:v>
                </c:pt>
                <c:pt idx="602">
                  <c:v>38173</c:v>
                </c:pt>
                <c:pt idx="603">
                  <c:v>38174</c:v>
                </c:pt>
                <c:pt idx="604">
                  <c:v>38175</c:v>
                </c:pt>
                <c:pt idx="605">
                  <c:v>38176</c:v>
                </c:pt>
                <c:pt idx="606">
                  <c:v>38180</c:v>
                </c:pt>
                <c:pt idx="607">
                  <c:v>38181</c:v>
                </c:pt>
                <c:pt idx="608">
                  <c:v>38182</c:v>
                </c:pt>
                <c:pt idx="609">
                  <c:v>38183</c:v>
                </c:pt>
                <c:pt idx="610">
                  <c:v>38184</c:v>
                </c:pt>
                <c:pt idx="611">
                  <c:v>38187</c:v>
                </c:pt>
                <c:pt idx="612">
                  <c:v>38188</c:v>
                </c:pt>
                <c:pt idx="613">
                  <c:v>38189</c:v>
                </c:pt>
                <c:pt idx="614">
                  <c:v>38190</c:v>
                </c:pt>
                <c:pt idx="615">
                  <c:v>38191</c:v>
                </c:pt>
                <c:pt idx="616">
                  <c:v>38194</c:v>
                </c:pt>
                <c:pt idx="617">
                  <c:v>38195</c:v>
                </c:pt>
                <c:pt idx="618">
                  <c:v>38196</c:v>
                </c:pt>
                <c:pt idx="619">
                  <c:v>38197</c:v>
                </c:pt>
                <c:pt idx="620">
                  <c:v>38198</c:v>
                </c:pt>
                <c:pt idx="621">
                  <c:v>38201</c:v>
                </c:pt>
                <c:pt idx="622">
                  <c:v>38202</c:v>
                </c:pt>
                <c:pt idx="623">
                  <c:v>38203</c:v>
                </c:pt>
                <c:pt idx="624">
                  <c:v>38204</c:v>
                </c:pt>
                <c:pt idx="625">
                  <c:v>38205</c:v>
                </c:pt>
                <c:pt idx="626">
                  <c:v>38208</c:v>
                </c:pt>
                <c:pt idx="627">
                  <c:v>38209</c:v>
                </c:pt>
                <c:pt idx="628">
                  <c:v>38210</c:v>
                </c:pt>
                <c:pt idx="629">
                  <c:v>38211</c:v>
                </c:pt>
                <c:pt idx="630">
                  <c:v>38212</c:v>
                </c:pt>
                <c:pt idx="631">
                  <c:v>38215</c:v>
                </c:pt>
                <c:pt idx="632">
                  <c:v>38216</c:v>
                </c:pt>
                <c:pt idx="633">
                  <c:v>38217</c:v>
                </c:pt>
                <c:pt idx="634">
                  <c:v>38218</c:v>
                </c:pt>
                <c:pt idx="635">
                  <c:v>38219</c:v>
                </c:pt>
                <c:pt idx="636">
                  <c:v>38222</c:v>
                </c:pt>
                <c:pt idx="637">
                  <c:v>38223</c:v>
                </c:pt>
                <c:pt idx="638">
                  <c:v>38224</c:v>
                </c:pt>
                <c:pt idx="639">
                  <c:v>38225</c:v>
                </c:pt>
                <c:pt idx="640">
                  <c:v>38226</c:v>
                </c:pt>
                <c:pt idx="641">
                  <c:v>38229</c:v>
                </c:pt>
                <c:pt idx="642">
                  <c:v>38230</c:v>
                </c:pt>
                <c:pt idx="643">
                  <c:v>38231</c:v>
                </c:pt>
                <c:pt idx="644">
                  <c:v>38232</c:v>
                </c:pt>
                <c:pt idx="645">
                  <c:v>38233</c:v>
                </c:pt>
                <c:pt idx="646">
                  <c:v>38236</c:v>
                </c:pt>
                <c:pt idx="647">
                  <c:v>38238</c:v>
                </c:pt>
                <c:pt idx="648">
                  <c:v>38239</c:v>
                </c:pt>
                <c:pt idx="649">
                  <c:v>38240</c:v>
                </c:pt>
                <c:pt idx="650">
                  <c:v>38243</c:v>
                </c:pt>
                <c:pt idx="651">
                  <c:v>38244</c:v>
                </c:pt>
                <c:pt idx="652">
                  <c:v>38245</c:v>
                </c:pt>
                <c:pt idx="653">
                  <c:v>38246</c:v>
                </c:pt>
                <c:pt idx="654">
                  <c:v>38247</c:v>
                </c:pt>
                <c:pt idx="655">
                  <c:v>38250</c:v>
                </c:pt>
                <c:pt idx="656">
                  <c:v>38251</c:v>
                </c:pt>
                <c:pt idx="657">
                  <c:v>38252</c:v>
                </c:pt>
                <c:pt idx="658">
                  <c:v>38253</c:v>
                </c:pt>
                <c:pt idx="659">
                  <c:v>38254</c:v>
                </c:pt>
                <c:pt idx="660">
                  <c:v>38257</c:v>
                </c:pt>
                <c:pt idx="661">
                  <c:v>38258</c:v>
                </c:pt>
                <c:pt idx="662">
                  <c:v>38259</c:v>
                </c:pt>
                <c:pt idx="663">
                  <c:v>38260</c:v>
                </c:pt>
                <c:pt idx="664">
                  <c:v>38261</c:v>
                </c:pt>
                <c:pt idx="665">
                  <c:v>38264</c:v>
                </c:pt>
                <c:pt idx="666">
                  <c:v>38265</c:v>
                </c:pt>
                <c:pt idx="667">
                  <c:v>38266</c:v>
                </c:pt>
                <c:pt idx="668">
                  <c:v>38267</c:v>
                </c:pt>
                <c:pt idx="669">
                  <c:v>38268</c:v>
                </c:pt>
                <c:pt idx="670">
                  <c:v>38271</c:v>
                </c:pt>
                <c:pt idx="671">
                  <c:v>38273</c:v>
                </c:pt>
                <c:pt idx="672">
                  <c:v>38274</c:v>
                </c:pt>
                <c:pt idx="673">
                  <c:v>38275</c:v>
                </c:pt>
                <c:pt idx="674">
                  <c:v>38278</c:v>
                </c:pt>
                <c:pt idx="675">
                  <c:v>38279</c:v>
                </c:pt>
                <c:pt idx="676">
                  <c:v>38280</c:v>
                </c:pt>
                <c:pt idx="677">
                  <c:v>38281</c:v>
                </c:pt>
                <c:pt idx="678">
                  <c:v>38282</c:v>
                </c:pt>
                <c:pt idx="679">
                  <c:v>38285</c:v>
                </c:pt>
                <c:pt idx="680">
                  <c:v>38286</c:v>
                </c:pt>
                <c:pt idx="681">
                  <c:v>38287</c:v>
                </c:pt>
                <c:pt idx="682">
                  <c:v>38288</c:v>
                </c:pt>
                <c:pt idx="683">
                  <c:v>38289</c:v>
                </c:pt>
                <c:pt idx="684">
                  <c:v>38292</c:v>
                </c:pt>
                <c:pt idx="685">
                  <c:v>38294</c:v>
                </c:pt>
                <c:pt idx="686">
                  <c:v>38295</c:v>
                </c:pt>
                <c:pt idx="687">
                  <c:v>38296</c:v>
                </c:pt>
                <c:pt idx="688">
                  <c:v>38299</c:v>
                </c:pt>
                <c:pt idx="689">
                  <c:v>38300</c:v>
                </c:pt>
                <c:pt idx="690">
                  <c:v>38301</c:v>
                </c:pt>
                <c:pt idx="691">
                  <c:v>38302</c:v>
                </c:pt>
                <c:pt idx="692">
                  <c:v>38303</c:v>
                </c:pt>
                <c:pt idx="693">
                  <c:v>38307</c:v>
                </c:pt>
                <c:pt idx="694">
                  <c:v>38308</c:v>
                </c:pt>
                <c:pt idx="695">
                  <c:v>38309</c:v>
                </c:pt>
                <c:pt idx="696">
                  <c:v>38310</c:v>
                </c:pt>
                <c:pt idx="697">
                  <c:v>38313</c:v>
                </c:pt>
                <c:pt idx="698">
                  <c:v>38314</c:v>
                </c:pt>
                <c:pt idx="699">
                  <c:v>38315</c:v>
                </c:pt>
                <c:pt idx="700">
                  <c:v>38316</c:v>
                </c:pt>
                <c:pt idx="701">
                  <c:v>38317</c:v>
                </c:pt>
                <c:pt idx="702">
                  <c:v>38320</c:v>
                </c:pt>
                <c:pt idx="703">
                  <c:v>38321</c:v>
                </c:pt>
                <c:pt idx="704">
                  <c:v>38322</c:v>
                </c:pt>
                <c:pt idx="705">
                  <c:v>38323</c:v>
                </c:pt>
                <c:pt idx="706">
                  <c:v>38324</c:v>
                </c:pt>
                <c:pt idx="707">
                  <c:v>38327</c:v>
                </c:pt>
                <c:pt idx="708">
                  <c:v>38328</c:v>
                </c:pt>
                <c:pt idx="709">
                  <c:v>38329</c:v>
                </c:pt>
                <c:pt idx="710">
                  <c:v>38330</c:v>
                </c:pt>
                <c:pt idx="711">
                  <c:v>38331</c:v>
                </c:pt>
                <c:pt idx="712">
                  <c:v>38334</c:v>
                </c:pt>
                <c:pt idx="713">
                  <c:v>38335</c:v>
                </c:pt>
                <c:pt idx="714">
                  <c:v>38336</c:v>
                </c:pt>
                <c:pt idx="715">
                  <c:v>38337</c:v>
                </c:pt>
                <c:pt idx="716">
                  <c:v>38338</c:v>
                </c:pt>
                <c:pt idx="717">
                  <c:v>38341</c:v>
                </c:pt>
                <c:pt idx="718">
                  <c:v>38342</c:v>
                </c:pt>
                <c:pt idx="719">
                  <c:v>38343</c:v>
                </c:pt>
                <c:pt idx="720">
                  <c:v>38344</c:v>
                </c:pt>
                <c:pt idx="721">
                  <c:v>38348</c:v>
                </c:pt>
                <c:pt idx="722">
                  <c:v>38349</c:v>
                </c:pt>
                <c:pt idx="723">
                  <c:v>38350</c:v>
                </c:pt>
                <c:pt idx="724">
                  <c:v>38351</c:v>
                </c:pt>
                <c:pt idx="725">
                  <c:v>38355</c:v>
                </c:pt>
                <c:pt idx="726">
                  <c:v>38356</c:v>
                </c:pt>
                <c:pt idx="727">
                  <c:v>38357</c:v>
                </c:pt>
                <c:pt idx="728">
                  <c:v>38358</c:v>
                </c:pt>
                <c:pt idx="729">
                  <c:v>38359</c:v>
                </c:pt>
                <c:pt idx="730">
                  <c:v>38362</c:v>
                </c:pt>
                <c:pt idx="731">
                  <c:v>38363</c:v>
                </c:pt>
                <c:pt idx="732">
                  <c:v>38364</c:v>
                </c:pt>
                <c:pt idx="733">
                  <c:v>38365</c:v>
                </c:pt>
                <c:pt idx="734">
                  <c:v>38366</c:v>
                </c:pt>
                <c:pt idx="735">
                  <c:v>38369</c:v>
                </c:pt>
                <c:pt idx="736">
                  <c:v>38370</c:v>
                </c:pt>
                <c:pt idx="737">
                  <c:v>38371</c:v>
                </c:pt>
                <c:pt idx="738">
                  <c:v>38372</c:v>
                </c:pt>
                <c:pt idx="739">
                  <c:v>38373</c:v>
                </c:pt>
                <c:pt idx="740">
                  <c:v>38376</c:v>
                </c:pt>
                <c:pt idx="741">
                  <c:v>38378</c:v>
                </c:pt>
                <c:pt idx="742">
                  <c:v>38379</c:v>
                </c:pt>
                <c:pt idx="743">
                  <c:v>38380</c:v>
                </c:pt>
                <c:pt idx="744">
                  <c:v>38383</c:v>
                </c:pt>
                <c:pt idx="745">
                  <c:v>38384</c:v>
                </c:pt>
                <c:pt idx="746">
                  <c:v>38385</c:v>
                </c:pt>
                <c:pt idx="747">
                  <c:v>38386</c:v>
                </c:pt>
                <c:pt idx="748">
                  <c:v>38387</c:v>
                </c:pt>
                <c:pt idx="749">
                  <c:v>38392</c:v>
                </c:pt>
                <c:pt idx="750">
                  <c:v>38393</c:v>
                </c:pt>
                <c:pt idx="751">
                  <c:v>38394</c:v>
                </c:pt>
                <c:pt idx="752">
                  <c:v>38397</c:v>
                </c:pt>
                <c:pt idx="753">
                  <c:v>38398</c:v>
                </c:pt>
                <c:pt idx="754">
                  <c:v>38399</c:v>
                </c:pt>
                <c:pt idx="755">
                  <c:v>38400</c:v>
                </c:pt>
                <c:pt idx="756">
                  <c:v>38401</c:v>
                </c:pt>
                <c:pt idx="757">
                  <c:v>38404</c:v>
                </c:pt>
                <c:pt idx="758">
                  <c:v>38405</c:v>
                </c:pt>
                <c:pt idx="759">
                  <c:v>38406</c:v>
                </c:pt>
                <c:pt idx="760">
                  <c:v>38407</c:v>
                </c:pt>
                <c:pt idx="761">
                  <c:v>38408</c:v>
                </c:pt>
                <c:pt idx="762">
                  <c:v>38411</c:v>
                </c:pt>
                <c:pt idx="763">
                  <c:v>38412</c:v>
                </c:pt>
                <c:pt idx="764">
                  <c:v>38413</c:v>
                </c:pt>
                <c:pt idx="765">
                  <c:v>38414</c:v>
                </c:pt>
                <c:pt idx="766">
                  <c:v>38415</c:v>
                </c:pt>
                <c:pt idx="767">
                  <c:v>38418</c:v>
                </c:pt>
                <c:pt idx="768">
                  <c:v>38419</c:v>
                </c:pt>
                <c:pt idx="769">
                  <c:v>38420</c:v>
                </c:pt>
                <c:pt idx="770">
                  <c:v>38421</c:v>
                </c:pt>
                <c:pt idx="771">
                  <c:v>38422</c:v>
                </c:pt>
                <c:pt idx="772">
                  <c:v>38425</c:v>
                </c:pt>
                <c:pt idx="773">
                  <c:v>38426</c:v>
                </c:pt>
                <c:pt idx="774">
                  <c:v>38427</c:v>
                </c:pt>
                <c:pt idx="775">
                  <c:v>38428</c:v>
                </c:pt>
                <c:pt idx="776">
                  <c:v>38429</c:v>
                </c:pt>
                <c:pt idx="777">
                  <c:v>38432</c:v>
                </c:pt>
                <c:pt idx="778">
                  <c:v>38433</c:v>
                </c:pt>
                <c:pt idx="779">
                  <c:v>38434</c:v>
                </c:pt>
                <c:pt idx="780">
                  <c:v>38435</c:v>
                </c:pt>
                <c:pt idx="781">
                  <c:v>38439</c:v>
                </c:pt>
                <c:pt idx="782">
                  <c:v>38440</c:v>
                </c:pt>
                <c:pt idx="783">
                  <c:v>38441</c:v>
                </c:pt>
                <c:pt idx="784">
                  <c:v>38442</c:v>
                </c:pt>
                <c:pt idx="785">
                  <c:v>38443</c:v>
                </c:pt>
                <c:pt idx="786">
                  <c:v>38446</c:v>
                </c:pt>
                <c:pt idx="787">
                  <c:v>38447</c:v>
                </c:pt>
                <c:pt idx="788">
                  <c:v>38448</c:v>
                </c:pt>
                <c:pt idx="789">
                  <c:v>38449</c:v>
                </c:pt>
                <c:pt idx="790">
                  <c:v>38450</c:v>
                </c:pt>
                <c:pt idx="791">
                  <c:v>38453</c:v>
                </c:pt>
                <c:pt idx="792">
                  <c:v>38454</c:v>
                </c:pt>
                <c:pt idx="793">
                  <c:v>38455</c:v>
                </c:pt>
                <c:pt idx="794">
                  <c:v>38456</c:v>
                </c:pt>
                <c:pt idx="795">
                  <c:v>38457</c:v>
                </c:pt>
                <c:pt idx="796">
                  <c:v>38460</c:v>
                </c:pt>
                <c:pt idx="797">
                  <c:v>38461</c:v>
                </c:pt>
                <c:pt idx="798">
                  <c:v>38462</c:v>
                </c:pt>
                <c:pt idx="799">
                  <c:v>38464</c:v>
                </c:pt>
                <c:pt idx="800">
                  <c:v>38467</c:v>
                </c:pt>
                <c:pt idx="801">
                  <c:v>38468</c:v>
                </c:pt>
                <c:pt idx="802">
                  <c:v>38469</c:v>
                </c:pt>
                <c:pt idx="803">
                  <c:v>38470</c:v>
                </c:pt>
                <c:pt idx="804">
                  <c:v>38471</c:v>
                </c:pt>
                <c:pt idx="805">
                  <c:v>38474</c:v>
                </c:pt>
                <c:pt idx="806">
                  <c:v>38475</c:v>
                </c:pt>
                <c:pt idx="807">
                  <c:v>38476</c:v>
                </c:pt>
                <c:pt idx="808">
                  <c:v>38477</c:v>
                </c:pt>
                <c:pt idx="809">
                  <c:v>38478</c:v>
                </c:pt>
                <c:pt idx="810">
                  <c:v>38481</c:v>
                </c:pt>
                <c:pt idx="811">
                  <c:v>38482</c:v>
                </c:pt>
                <c:pt idx="812">
                  <c:v>38483</c:v>
                </c:pt>
                <c:pt idx="813">
                  <c:v>38484</c:v>
                </c:pt>
                <c:pt idx="814">
                  <c:v>38485</c:v>
                </c:pt>
                <c:pt idx="815">
                  <c:v>38488</c:v>
                </c:pt>
                <c:pt idx="816">
                  <c:v>38489</c:v>
                </c:pt>
                <c:pt idx="817">
                  <c:v>38490</c:v>
                </c:pt>
                <c:pt idx="818">
                  <c:v>38491</c:v>
                </c:pt>
                <c:pt idx="819">
                  <c:v>38492</c:v>
                </c:pt>
                <c:pt idx="820">
                  <c:v>38495</c:v>
                </c:pt>
                <c:pt idx="821">
                  <c:v>38496</c:v>
                </c:pt>
                <c:pt idx="822">
                  <c:v>38497</c:v>
                </c:pt>
                <c:pt idx="823">
                  <c:v>38499</c:v>
                </c:pt>
                <c:pt idx="824">
                  <c:v>38502</c:v>
                </c:pt>
                <c:pt idx="825">
                  <c:v>38503</c:v>
                </c:pt>
                <c:pt idx="826">
                  <c:v>38504</c:v>
                </c:pt>
                <c:pt idx="827">
                  <c:v>38505</c:v>
                </c:pt>
                <c:pt idx="828">
                  <c:v>38506</c:v>
                </c:pt>
                <c:pt idx="829">
                  <c:v>38509</c:v>
                </c:pt>
                <c:pt idx="830">
                  <c:v>38510</c:v>
                </c:pt>
                <c:pt idx="831">
                  <c:v>38511</c:v>
                </c:pt>
                <c:pt idx="832">
                  <c:v>38512</c:v>
                </c:pt>
                <c:pt idx="833">
                  <c:v>38513</c:v>
                </c:pt>
                <c:pt idx="834">
                  <c:v>38516</c:v>
                </c:pt>
                <c:pt idx="835">
                  <c:v>38517</c:v>
                </c:pt>
                <c:pt idx="836">
                  <c:v>38518</c:v>
                </c:pt>
                <c:pt idx="837">
                  <c:v>38519</c:v>
                </c:pt>
                <c:pt idx="838">
                  <c:v>38520</c:v>
                </c:pt>
                <c:pt idx="839">
                  <c:v>38523</c:v>
                </c:pt>
                <c:pt idx="840">
                  <c:v>38524</c:v>
                </c:pt>
                <c:pt idx="841">
                  <c:v>38525</c:v>
                </c:pt>
                <c:pt idx="842">
                  <c:v>38526</c:v>
                </c:pt>
                <c:pt idx="843">
                  <c:v>38527</c:v>
                </c:pt>
                <c:pt idx="844">
                  <c:v>38530</c:v>
                </c:pt>
                <c:pt idx="845">
                  <c:v>38531</c:v>
                </c:pt>
                <c:pt idx="846">
                  <c:v>38532</c:v>
                </c:pt>
                <c:pt idx="847">
                  <c:v>38533</c:v>
                </c:pt>
                <c:pt idx="848">
                  <c:v>38534</c:v>
                </c:pt>
                <c:pt idx="849">
                  <c:v>38537</c:v>
                </c:pt>
                <c:pt idx="850">
                  <c:v>38538</c:v>
                </c:pt>
                <c:pt idx="851">
                  <c:v>38539</c:v>
                </c:pt>
                <c:pt idx="852">
                  <c:v>38540</c:v>
                </c:pt>
                <c:pt idx="853">
                  <c:v>38541</c:v>
                </c:pt>
                <c:pt idx="854">
                  <c:v>38544</c:v>
                </c:pt>
                <c:pt idx="855">
                  <c:v>38545</c:v>
                </c:pt>
                <c:pt idx="856">
                  <c:v>38546</c:v>
                </c:pt>
                <c:pt idx="857">
                  <c:v>38547</c:v>
                </c:pt>
                <c:pt idx="858">
                  <c:v>38548</c:v>
                </c:pt>
                <c:pt idx="859">
                  <c:v>38551</c:v>
                </c:pt>
                <c:pt idx="860">
                  <c:v>38552</c:v>
                </c:pt>
                <c:pt idx="861">
                  <c:v>38553</c:v>
                </c:pt>
                <c:pt idx="862">
                  <c:v>38554</c:v>
                </c:pt>
                <c:pt idx="863">
                  <c:v>38555</c:v>
                </c:pt>
                <c:pt idx="864">
                  <c:v>38558</c:v>
                </c:pt>
                <c:pt idx="865">
                  <c:v>38559</c:v>
                </c:pt>
                <c:pt idx="866">
                  <c:v>38560</c:v>
                </c:pt>
                <c:pt idx="867">
                  <c:v>38561</c:v>
                </c:pt>
                <c:pt idx="868">
                  <c:v>38562</c:v>
                </c:pt>
                <c:pt idx="869">
                  <c:v>38565</c:v>
                </c:pt>
                <c:pt idx="870">
                  <c:v>38566</c:v>
                </c:pt>
                <c:pt idx="871">
                  <c:v>38567</c:v>
                </c:pt>
                <c:pt idx="872">
                  <c:v>38568</c:v>
                </c:pt>
                <c:pt idx="873">
                  <c:v>38569</c:v>
                </c:pt>
                <c:pt idx="874">
                  <c:v>38572</c:v>
                </c:pt>
                <c:pt idx="875">
                  <c:v>38573</c:v>
                </c:pt>
                <c:pt idx="876">
                  <c:v>38574</c:v>
                </c:pt>
                <c:pt idx="877">
                  <c:v>38575</c:v>
                </c:pt>
                <c:pt idx="878">
                  <c:v>38576</c:v>
                </c:pt>
                <c:pt idx="879">
                  <c:v>38579</c:v>
                </c:pt>
                <c:pt idx="880">
                  <c:v>38580</c:v>
                </c:pt>
                <c:pt idx="881">
                  <c:v>38581</c:v>
                </c:pt>
                <c:pt idx="882">
                  <c:v>38582</c:v>
                </c:pt>
                <c:pt idx="883">
                  <c:v>38583</c:v>
                </c:pt>
                <c:pt idx="884">
                  <c:v>38586</c:v>
                </c:pt>
                <c:pt idx="885">
                  <c:v>38587</c:v>
                </c:pt>
                <c:pt idx="886">
                  <c:v>38588</c:v>
                </c:pt>
                <c:pt idx="887">
                  <c:v>38589</c:v>
                </c:pt>
                <c:pt idx="888">
                  <c:v>38590</c:v>
                </c:pt>
                <c:pt idx="889">
                  <c:v>38593</c:v>
                </c:pt>
                <c:pt idx="890">
                  <c:v>38594</c:v>
                </c:pt>
                <c:pt idx="891">
                  <c:v>38595</c:v>
                </c:pt>
                <c:pt idx="892">
                  <c:v>38596</c:v>
                </c:pt>
                <c:pt idx="893">
                  <c:v>38597</c:v>
                </c:pt>
                <c:pt idx="894">
                  <c:v>38600</c:v>
                </c:pt>
                <c:pt idx="895">
                  <c:v>38601</c:v>
                </c:pt>
                <c:pt idx="896">
                  <c:v>38603</c:v>
                </c:pt>
                <c:pt idx="897">
                  <c:v>38604</c:v>
                </c:pt>
                <c:pt idx="898">
                  <c:v>38607</c:v>
                </c:pt>
                <c:pt idx="899">
                  <c:v>38608</c:v>
                </c:pt>
                <c:pt idx="900">
                  <c:v>38609</c:v>
                </c:pt>
                <c:pt idx="901">
                  <c:v>38610</c:v>
                </c:pt>
                <c:pt idx="902">
                  <c:v>38611</c:v>
                </c:pt>
                <c:pt idx="903">
                  <c:v>38614</c:v>
                </c:pt>
                <c:pt idx="904">
                  <c:v>38615</c:v>
                </c:pt>
                <c:pt idx="905">
                  <c:v>38616</c:v>
                </c:pt>
                <c:pt idx="906">
                  <c:v>38617</c:v>
                </c:pt>
                <c:pt idx="907">
                  <c:v>38618</c:v>
                </c:pt>
                <c:pt idx="908">
                  <c:v>38621</c:v>
                </c:pt>
                <c:pt idx="909">
                  <c:v>38622</c:v>
                </c:pt>
                <c:pt idx="910">
                  <c:v>38623</c:v>
                </c:pt>
                <c:pt idx="911">
                  <c:v>38624</c:v>
                </c:pt>
                <c:pt idx="912">
                  <c:v>38625</c:v>
                </c:pt>
                <c:pt idx="913">
                  <c:v>38628</c:v>
                </c:pt>
                <c:pt idx="914">
                  <c:v>38629</c:v>
                </c:pt>
                <c:pt idx="915">
                  <c:v>38630</c:v>
                </c:pt>
                <c:pt idx="916">
                  <c:v>38631</c:v>
                </c:pt>
                <c:pt idx="917">
                  <c:v>38632</c:v>
                </c:pt>
                <c:pt idx="918">
                  <c:v>38635</c:v>
                </c:pt>
                <c:pt idx="919">
                  <c:v>38636</c:v>
                </c:pt>
                <c:pt idx="920">
                  <c:v>38638</c:v>
                </c:pt>
                <c:pt idx="921">
                  <c:v>38639</c:v>
                </c:pt>
                <c:pt idx="922">
                  <c:v>38642</c:v>
                </c:pt>
                <c:pt idx="923">
                  <c:v>38643</c:v>
                </c:pt>
                <c:pt idx="924">
                  <c:v>38644</c:v>
                </c:pt>
                <c:pt idx="925">
                  <c:v>38645</c:v>
                </c:pt>
                <c:pt idx="926">
                  <c:v>38646</c:v>
                </c:pt>
                <c:pt idx="927">
                  <c:v>38649</c:v>
                </c:pt>
                <c:pt idx="928">
                  <c:v>38650</c:v>
                </c:pt>
                <c:pt idx="929">
                  <c:v>38651</c:v>
                </c:pt>
                <c:pt idx="930">
                  <c:v>38652</c:v>
                </c:pt>
                <c:pt idx="931">
                  <c:v>38653</c:v>
                </c:pt>
                <c:pt idx="932">
                  <c:v>38656</c:v>
                </c:pt>
                <c:pt idx="933">
                  <c:v>38657</c:v>
                </c:pt>
                <c:pt idx="934">
                  <c:v>38659</c:v>
                </c:pt>
                <c:pt idx="935">
                  <c:v>38660</c:v>
                </c:pt>
                <c:pt idx="936">
                  <c:v>38663</c:v>
                </c:pt>
                <c:pt idx="937">
                  <c:v>38664</c:v>
                </c:pt>
                <c:pt idx="938">
                  <c:v>38665</c:v>
                </c:pt>
                <c:pt idx="939">
                  <c:v>38666</c:v>
                </c:pt>
                <c:pt idx="940">
                  <c:v>38667</c:v>
                </c:pt>
                <c:pt idx="941">
                  <c:v>38670</c:v>
                </c:pt>
                <c:pt idx="942">
                  <c:v>38672</c:v>
                </c:pt>
                <c:pt idx="943">
                  <c:v>38673</c:v>
                </c:pt>
                <c:pt idx="944">
                  <c:v>38674</c:v>
                </c:pt>
                <c:pt idx="945">
                  <c:v>38677</c:v>
                </c:pt>
                <c:pt idx="946">
                  <c:v>38678</c:v>
                </c:pt>
                <c:pt idx="947">
                  <c:v>38679</c:v>
                </c:pt>
                <c:pt idx="948">
                  <c:v>38680</c:v>
                </c:pt>
                <c:pt idx="949">
                  <c:v>38681</c:v>
                </c:pt>
                <c:pt idx="950">
                  <c:v>38684</c:v>
                </c:pt>
                <c:pt idx="951">
                  <c:v>38685</c:v>
                </c:pt>
                <c:pt idx="952">
                  <c:v>38686</c:v>
                </c:pt>
                <c:pt idx="953">
                  <c:v>38687</c:v>
                </c:pt>
                <c:pt idx="954">
                  <c:v>38688</c:v>
                </c:pt>
                <c:pt idx="955">
                  <c:v>38691</c:v>
                </c:pt>
                <c:pt idx="956">
                  <c:v>38692</c:v>
                </c:pt>
                <c:pt idx="957">
                  <c:v>38693</c:v>
                </c:pt>
                <c:pt idx="958">
                  <c:v>38694</c:v>
                </c:pt>
                <c:pt idx="959">
                  <c:v>38695</c:v>
                </c:pt>
                <c:pt idx="960">
                  <c:v>38698</c:v>
                </c:pt>
                <c:pt idx="961">
                  <c:v>38699</c:v>
                </c:pt>
                <c:pt idx="962">
                  <c:v>38700</c:v>
                </c:pt>
                <c:pt idx="963">
                  <c:v>38701</c:v>
                </c:pt>
                <c:pt idx="964">
                  <c:v>38702</c:v>
                </c:pt>
                <c:pt idx="965">
                  <c:v>38705</c:v>
                </c:pt>
                <c:pt idx="966">
                  <c:v>38706</c:v>
                </c:pt>
                <c:pt idx="967">
                  <c:v>38707</c:v>
                </c:pt>
                <c:pt idx="968">
                  <c:v>38708</c:v>
                </c:pt>
                <c:pt idx="969">
                  <c:v>38709</c:v>
                </c:pt>
                <c:pt idx="970">
                  <c:v>38712</c:v>
                </c:pt>
                <c:pt idx="971">
                  <c:v>38713</c:v>
                </c:pt>
                <c:pt idx="972">
                  <c:v>38714</c:v>
                </c:pt>
                <c:pt idx="973">
                  <c:v>38715</c:v>
                </c:pt>
                <c:pt idx="974">
                  <c:v>38719</c:v>
                </c:pt>
                <c:pt idx="975">
                  <c:v>38720</c:v>
                </c:pt>
                <c:pt idx="976">
                  <c:v>38721</c:v>
                </c:pt>
                <c:pt idx="977">
                  <c:v>38722</c:v>
                </c:pt>
                <c:pt idx="978">
                  <c:v>38723</c:v>
                </c:pt>
                <c:pt idx="979">
                  <c:v>38726</c:v>
                </c:pt>
                <c:pt idx="980">
                  <c:v>38727</c:v>
                </c:pt>
                <c:pt idx="981">
                  <c:v>38728</c:v>
                </c:pt>
                <c:pt idx="982">
                  <c:v>38729</c:v>
                </c:pt>
                <c:pt idx="983">
                  <c:v>38730</c:v>
                </c:pt>
                <c:pt idx="984">
                  <c:v>38733</c:v>
                </c:pt>
                <c:pt idx="985">
                  <c:v>38734</c:v>
                </c:pt>
                <c:pt idx="986">
                  <c:v>38735</c:v>
                </c:pt>
                <c:pt idx="987">
                  <c:v>38736</c:v>
                </c:pt>
                <c:pt idx="988">
                  <c:v>38737</c:v>
                </c:pt>
                <c:pt idx="989">
                  <c:v>38740</c:v>
                </c:pt>
                <c:pt idx="990">
                  <c:v>38741</c:v>
                </c:pt>
                <c:pt idx="991">
                  <c:v>38743</c:v>
                </c:pt>
                <c:pt idx="992">
                  <c:v>38744</c:v>
                </c:pt>
                <c:pt idx="993">
                  <c:v>38747</c:v>
                </c:pt>
                <c:pt idx="994">
                  <c:v>38748</c:v>
                </c:pt>
                <c:pt idx="995">
                  <c:v>38749</c:v>
                </c:pt>
                <c:pt idx="996">
                  <c:v>38750</c:v>
                </c:pt>
                <c:pt idx="997">
                  <c:v>38751</c:v>
                </c:pt>
                <c:pt idx="998">
                  <c:v>38754</c:v>
                </c:pt>
                <c:pt idx="999">
                  <c:v>38755</c:v>
                </c:pt>
                <c:pt idx="1000">
                  <c:v>38756</c:v>
                </c:pt>
                <c:pt idx="1001">
                  <c:v>38757</c:v>
                </c:pt>
                <c:pt idx="1002">
                  <c:v>38758</c:v>
                </c:pt>
                <c:pt idx="1003">
                  <c:v>38761</c:v>
                </c:pt>
                <c:pt idx="1004">
                  <c:v>38762</c:v>
                </c:pt>
                <c:pt idx="1005">
                  <c:v>38763</c:v>
                </c:pt>
                <c:pt idx="1006">
                  <c:v>38764</c:v>
                </c:pt>
                <c:pt idx="1007">
                  <c:v>38765</c:v>
                </c:pt>
                <c:pt idx="1008">
                  <c:v>38768</c:v>
                </c:pt>
                <c:pt idx="1009">
                  <c:v>38769</c:v>
                </c:pt>
                <c:pt idx="1010">
                  <c:v>38770</c:v>
                </c:pt>
                <c:pt idx="1011">
                  <c:v>38771</c:v>
                </c:pt>
                <c:pt idx="1012">
                  <c:v>38772</c:v>
                </c:pt>
                <c:pt idx="1013">
                  <c:v>38777</c:v>
                </c:pt>
                <c:pt idx="1014">
                  <c:v>38778</c:v>
                </c:pt>
                <c:pt idx="1015">
                  <c:v>38779</c:v>
                </c:pt>
                <c:pt idx="1016">
                  <c:v>38782</c:v>
                </c:pt>
                <c:pt idx="1017">
                  <c:v>38783</c:v>
                </c:pt>
                <c:pt idx="1018">
                  <c:v>38784</c:v>
                </c:pt>
                <c:pt idx="1019">
                  <c:v>38785</c:v>
                </c:pt>
                <c:pt idx="1020">
                  <c:v>38786</c:v>
                </c:pt>
                <c:pt idx="1021">
                  <c:v>38789</c:v>
                </c:pt>
                <c:pt idx="1022">
                  <c:v>38790</c:v>
                </c:pt>
                <c:pt idx="1023">
                  <c:v>38791</c:v>
                </c:pt>
                <c:pt idx="1024">
                  <c:v>38792</c:v>
                </c:pt>
                <c:pt idx="1025">
                  <c:v>38793</c:v>
                </c:pt>
                <c:pt idx="1026">
                  <c:v>38796</c:v>
                </c:pt>
                <c:pt idx="1027">
                  <c:v>38797</c:v>
                </c:pt>
                <c:pt idx="1028">
                  <c:v>38798</c:v>
                </c:pt>
                <c:pt idx="1029">
                  <c:v>38799</c:v>
                </c:pt>
                <c:pt idx="1030">
                  <c:v>38800</c:v>
                </c:pt>
                <c:pt idx="1031">
                  <c:v>38803</c:v>
                </c:pt>
                <c:pt idx="1032">
                  <c:v>38804</c:v>
                </c:pt>
                <c:pt idx="1033">
                  <c:v>38805</c:v>
                </c:pt>
                <c:pt idx="1034">
                  <c:v>38806</c:v>
                </c:pt>
                <c:pt idx="1035">
                  <c:v>38807</c:v>
                </c:pt>
                <c:pt idx="1036">
                  <c:v>38810</c:v>
                </c:pt>
                <c:pt idx="1037">
                  <c:v>38811</c:v>
                </c:pt>
                <c:pt idx="1038">
                  <c:v>38812</c:v>
                </c:pt>
                <c:pt idx="1039">
                  <c:v>38813</c:v>
                </c:pt>
                <c:pt idx="1040">
                  <c:v>38814</c:v>
                </c:pt>
                <c:pt idx="1041">
                  <c:v>38817</c:v>
                </c:pt>
                <c:pt idx="1042">
                  <c:v>38818</c:v>
                </c:pt>
                <c:pt idx="1043">
                  <c:v>38819</c:v>
                </c:pt>
                <c:pt idx="1044">
                  <c:v>38820</c:v>
                </c:pt>
                <c:pt idx="1045">
                  <c:v>38824</c:v>
                </c:pt>
                <c:pt idx="1046">
                  <c:v>38825</c:v>
                </c:pt>
                <c:pt idx="1047">
                  <c:v>38826</c:v>
                </c:pt>
                <c:pt idx="1048">
                  <c:v>38827</c:v>
                </c:pt>
                <c:pt idx="1049">
                  <c:v>38831</c:v>
                </c:pt>
                <c:pt idx="1050">
                  <c:v>38832</c:v>
                </c:pt>
                <c:pt idx="1051">
                  <c:v>38833</c:v>
                </c:pt>
                <c:pt idx="1052">
                  <c:v>38834</c:v>
                </c:pt>
                <c:pt idx="1053">
                  <c:v>38835</c:v>
                </c:pt>
                <c:pt idx="1054">
                  <c:v>38839</c:v>
                </c:pt>
                <c:pt idx="1055">
                  <c:v>38840</c:v>
                </c:pt>
                <c:pt idx="1056">
                  <c:v>38841</c:v>
                </c:pt>
                <c:pt idx="1057">
                  <c:v>38842</c:v>
                </c:pt>
                <c:pt idx="1058">
                  <c:v>38845</c:v>
                </c:pt>
                <c:pt idx="1059">
                  <c:v>38846</c:v>
                </c:pt>
                <c:pt idx="1060">
                  <c:v>38847</c:v>
                </c:pt>
                <c:pt idx="1061">
                  <c:v>38848</c:v>
                </c:pt>
                <c:pt idx="1062">
                  <c:v>38849</c:v>
                </c:pt>
                <c:pt idx="1063">
                  <c:v>38852</c:v>
                </c:pt>
                <c:pt idx="1064">
                  <c:v>38853</c:v>
                </c:pt>
                <c:pt idx="1065">
                  <c:v>38854</c:v>
                </c:pt>
                <c:pt idx="1066">
                  <c:v>38855</c:v>
                </c:pt>
                <c:pt idx="1067">
                  <c:v>38856</c:v>
                </c:pt>
                <c:pt idx="1068">
                  <c:v>38859</c:v>
                </c:pt>
                <c:pt idx="1069">
                  <c:v>38860</c:v>
                </c:pt>
                <c:pt idx="1070">
                  <c:v>38861</c:v>
                </c:pt>
                <c:pt idx="1071">
                  <c:v>38862</c:v>
                </c:pt>
                <c:pt idx="1072">
                  <c:v>38863</c:v>
                </c:pt>
                <c:pt idx="1073">
                  <c:v>38866</c:v>
                </c:pt>
                <c:pt idx="1074">
                  <c:v>38867</c:v>
                </c:pt>
                <c:pt idx="1075">
                  <c:v>38868</c:v>
                </c:pt>
                <c:pt idx="1076">
                  <c:v>38869</c:v>
                </c:pt>
                <c:pt idx="1077">
                  <c:v>38870</c:v>
                </c:pt>
                <c:pt idx="1078">
                  <c:v>38873</c:v>
                </c:pt>
                <c:pt idx="1079">
                  <c:v>38874</c:v>
                </c:pt>
                <c:pt idx="1080">
                  <c:v>38875</c:v>
                </c:pt>
                <c:pt idx="1081">
                  <c:v>38876</c:v>
                </c:pt>
                <c:pt idx="1082">
                  <c:v>38877</c:v>
                </c:pt>
                <c:pt idx="1083">
                  <c:v>38880</c:v>
                </c:pt>
                <c:pt idx="1084">
                  <c:v>38881</c:v>
                </c:pt>
                <c:pt idx="1085">
                  <c:v>38882</c:v>
                </c:pt>
                <c:pt idx="1086">
                  <c:v>38884</c:v>
                </c:pt>
                <c:pt idx="1087">
                  <c:v>38887</c:v>
                </c:pt>
                <c:pt idx="1088">
                  <c:v>38888</c:v>
                </c:pt>
                <c:pt idx="1089">
                  <c:v>38889</c:v>
                </c:pt>
                <c:pt idx="1090">
                  <c:v>38890</c:v>
                </c:pt>
                <c:pt idx="1091">
                  <c:v>38891</c:v>
                </c:pt>
                <c:pt idx="1092">
                  <c:v>38894</c:v>
                </c:pt>
                <c:pt idx="1093">
                  <c:v>38895</c:v>
                </c:pt>
                <c:pt idx="1094">
                  <c:v>38896</c:v>
                </c:pt>
                <c:pt idx="1095">
                  <c:v>38897</c:v>
                </c:pt>
                <c:pt idx="1096">
                  <c:v>38898</c:v>
                </c:pt>
                <c:pt idx="1097">
                  <c:v>38901</c:v>
                </c:pt>
                <c:pt idx="1098">
                  <c:v>38902</c:v>
                </c:pt>
                <c:pt idx="1099">
                  <c:v>38903</c:v>
                </c:pt>
                <c:pt idx="1100">
                  <c:v>38904</c:v>
                </c:pt>
                <c:pt idx="1101">
                  <c:v>38905</c:v>
                </c:pt>
                <c:pt idx="1102">
                  <c:v>38908</c:v>
                </c:pt>
                <c:pt idx="1103">
                  <c:v>38909</c:v>
                </c:pt>
                <c:pt idx="1104">
                  <c:v>38910</c:v>
                </c:pt>
                <c:pt idx="1105">
                  <c:v>38911</c:v>
                </c:pt>
                <c:pt idx="1106">
                  <c:v>38912</c:v>
                </c:pt>
                <c:pt idx="1107">
                  <c:v>38915</c:v>
                </c:pt>
                <c:pt idx="1108">
                  <c:v>38916</c:v>
                </c:pt>
                <c:pt idx="1109">
                  <c:v>38917</c:v>
                </c:pt>
                <c:pt idx="1110">
                  <c:v>38918</c:v>
                </c:pt>
                <c:pt idx="1111">
                  <c:v>38919</c:v>
                </c:pt>
                <c:pt idx="1112">
                  <c:v>38922</c:v>
                </c:pt>
                <c:pt idx="1113">
                  <c:v>38923</c:v>
                </c:pt>
                <c:pt idx="1114">
                  <c:v>38924</c:v>
                </c:pt>
                <c:pt idx="1115">
                  <c:v>38925</c:v>
                </c:pt>
                <c:pt idx="1116">
                  <c:v>38926</c:v>
                </c:pt>
                <c:pt idx="1117">
                  <c:v>38929</c:v>
                </c:pt>
                <c:pt idx="1118">
                  <c:v>38930</c:v>
                </c:pt>
                <c:pt idx="1119">
                  <c:v>38931</c:v>
                </c:pt>
                <c:pt idx="1120">
                  <c:v>38932</c:v>
                </c:pt>
                <c:pt idx="1121">
                  <c:v>38933</c:v>
                </c:pt>
                <c:pt idx="1122">
                  <c:v>38936</c:v>
                </c:pt>
                <c:pt idx="1123">
                  <c:v>38937</c:v>
                </c:pt>
                <c:pt idx="1124">
                  <c:v>38938</c:v>
                </c:pt>
                <c:pt idx="1125">
                  <c:v>38939</c:v>
                </c:pt>
                <c:pt idx="1126">
                  <c:v>38940</c:v>
                </c:pt>
                <c:pt idx="1127">
                  <c:v>38943</c:v>
                </c:pt>
                <c:pt idx="1128">
                  <c:v>38944</c:v>
                </c:pt>
                <c:pt idx="1129">
                  <c:v>38945</c:v>
                </c:pt>
                <c:pt idx="1130">
                  <c:v>38946</c:v>
                </c:pt>
                <c:pt idx="1131">
                  <c:v>38947</c:v>
                </c:pt>
                <c:pt idx="1132">
                  <c:v>38950</c:v>
                </c:pt>
                <c:pt idx="1133">
                  <c:v>38951</c:v>
                </c:pt>
                <c:pt idx="1134">
                  <c:v>38952</c:v>
                </c:pt>
                <c:pt idx="1135">
                  <c:v>38953</c:v>
                </c:pt>
                <c:pt idx="1136">
                  <c:v>38954</c:v>
                </c:pt>
                <c:pt idx="1137">
                  <c:v>38957</c:v>
                </c:pt>
                <c:pt idx="1138">
                  <c:v>38958</c:v>
                </c:pt>
                <c:pt idx="1139">
                  <c:v>38959</c:v>
                </c:pt>
                <c:pt idx="1140">
                  <c:v>38960</c:v>
                </c:pt>
                <c:pt idx="1141">
                  <c:v>38961</c:v>
                </c:pt>
                <c:pt idx="1142">
                  <c:v>38964</c:v>
                </c:pt>
                <c:pt idx="1143">
                  <c:v>38965</c:v>
                </c:pt>
                <c:pt idx="1144">
                  <c:v>38966</c:v>
                </c:pt>
                <c:pt idx="1145">
                  <c:v>38968</c:v>
                </c:pt>
                <c:pt idx="1146">
                  <c:v>38971</c:v>
                </c:pt>
                <c:pt idx="1147">
                  <c:v>38972</c:v>
                </c:pt>
                <c:pt idx="1148">
                  <c:v>38973</c:v>
                </c:pt>
                <c:pt idx="1149">
                  <c:v>38974</c:v>
                </c:pt>
                <c:pt idx="1150">
                  <c:v>38975</c:v>
                </c:pt>
                <c:pt idx="1151">
                  <c:v>38978</c:v>
                </c:pt>
                <c:pt idx="1152">
                  <c:v>38979</c:v>
                </c:pt>
                <c:pt idx="1153">
                  <c:v>38980</c:v>
                </c:pt>
                <c:pt idx="1154">
                  <c:v>38981</c:v>
                </c:pt>
                <c:pt idx="1155">
                  <c:v>38982</c:v>
                </c:pt>
                <c:pt idx="1156">
                  <c:v>38985</c:v>
                </c:pt>
                <c:pt idx="1157">
                  <c:v>38986</c:v>
                </c:pt>
                <c:pt idx="1158">
                  <c:v>38987</c:v>
                </c:pt>
                <c:pt idx="1159">
                  <c:v>38988</c:v>
                </c:pt>
                <c:pt idx="1160">
                  <c:v>38989</c:v>
                </c:pt>
                <c:pt idx="1161">
                  <c:v>38992</c:v>
                </c:pt>
                <c:pt idx="1162">
                  <c:v>38993</c:v>
                </c:pt>
                <c:pt idx="1163">
                  <c:v>38994</c:v>
                </c:pt>
                <c:pt idx="1164">
                  <c:v>38995</c:v>
                </c:pt>
                <c:pt idx="1165">
                  <c:v>38996</c:v>
                </c:pt>
                <c:pt idx="1166">
                  <c:v>38999</c:v>
                </c:pt>
                <c:pt idx="1167">
                  <c:v>39000</c:v>
                </c:pt>
                <c:pt idx="1168">
                  <c:v>39001</c:v>
                </c:pt>
                <c:pt idx="1169">
                  <c:v>39003</c:v>
                </c:pt>
                <c:pt idx="1170">
                  <c:v>39006</c:v>
                </c:pt>
                <c:pt idx="1171">
                  <c:v>39007</c:v>
                </c:pt>
                <c:pt idx="1172">
                  <c:v>39008</c:v>
                </c:pt>
                <c:pt idx="1173">
                  <c:v>39009</c:v>
                </c:pt>
                <c:pt idx="1174">
                  <c:v>39010</c:v>
                </c:pt>
                <c:pt idx="1175">
                  <c:v>39013</c:v>
                </c:pt>
                <c:pt idx="1176">
                  <c:v>39014</c:v>
                </c:pt>
                <c:pt idx="1177">
                  <c:v>39015</c:v>
                </c:pt>
                <c:pt idx="1178">
                  <c:v>39016</c:v>
                </c:pt>
                <c:pt idx="1179">
                  <c:v>39017</c:v>
                </c:pt>
                <c:pt idx="1180">
                  <c:v>39020</c:v>
                </c:pt>
                <c:pt idx="1181">
                  <c:v>39021</c:v>
                </c:pt>
                <c:pt idx="1182">
                  <c:v>39022</c:v>
                </c:pt>
                <c:pt idx="1183">
                  <c:v>39024</c:v>
                </c:pt>
                <c:pt idx="1184">
                  <c:v>39027</c:v>
                </c:pt>
                <c:pt idx="1185">
                  <c:v>39028</c:v>
                </c:pt>
                <c:pt idx="1186">
                  <c:v>39029</c:v>
                </c:pt>
                <c:pt idx="1187">
                  <c:v>39030</c:v>
                </c:pt>
                <c:pt idx="1188">
                  <c:v>39031</c:v>
                </c:pt>
                <c:pt idx="1189">
                  <c:v>39034</c:v>
                </c:pt>
                <c:pt idx="1190">
                  <c:v>39035</c:v>
                </c:pt>
                <c:pt idx="1191">
                  <c:v>39037</c:v>
                </c:pt>
                <c:pt idx="1192">
                  <c:v>39038</c:v>
                </c:pt>
                <c:pt idx="1193">
                  <c:v>39042</c:v>
                </c:pt>
                <c:pt idx="1194">
                  <c:v>39043</c:v>
                </c:pt>
                <c:pt idx="1195">
                  <c:v>39044</c:v>
                </c:pt>
                <c:pt idx="1196">
                  <c:v>39045</c:v>
                </c:pt>
                <c:pt idx="1197">
                  <c:v>39048</c:v>
                </c:pt>
                <c:pt idx="1198">
                  <c:v>39049</c:v>
                </c:pt>
                <c:pt idx="1199">
                  <c:v>39050</c:v>
                </c:pt>
                <c:pt idx="1200">
                  <c:v>39051</c:v>
                </c:pt>
                <c:pt idx="1201">
                  <c:v>39052</c:v>
                </c:pt>
                <c:pt idx="1202">
                  <c:v>39055</c:v>
                </c:pt>
                <c:pt idx="1203">
                  <c:v>39056</c:v>
                </c:pt>
                <c:pt idx="1204">
                  <c:v>39057</c:v>
                </c:pt>
                <c:pt idx="1205">
                  <c:v>39058</c:v>
                </c:pt>
                <c:pt idx="1206">
                  <c:v>39059</c:v>
                </c:pt>
                <c:pt idx="1207">
                  <c:v>39062</c:v>
                </c:pt>
                <c:pt idx="1208">
                  <c:v>39063</c:v>
                </c:pt>
                <c:pt idx="1209">
                  <c:v>39064</c:v>
                </c:pt>
                <c:pt idx="1210">
                  <c:v>39065</c:v>
                </c:pt>
                <c:pt idx="1211">
                  <c:v>39066</c:v>
                </c:pt>
                <c:pt idx="1212">
                  <c:v>39069</c:v>
                </c:pt>
                <c:pt idx="1213">
                  <c:v>39070</c:v>
                </c:pt>
                <c:pt idx="1214">
                  <c:v>39071</c:v>
                </c:pt>
                <c:pt idx="1215">
                  <c:v>39072</c:v>
                </c:pt>
                <c:pt idx="1216">
                  <c:v>39073</c:v>
                </c:pt>
                <c:pt idx="1217">
                  <c:v>39077</c:v>
                </c:pt>
                <c:pt idx="1218">
                  <c:v>39078</c:v>
                </c:pt>
                <c:pt idx="1219">
                  <c:v>39079</c:v>
                </c:pt>
                <c:pt idx="1220">
                  <c:v>39084</c:v>
                </c:pt>
                <c:pt idx="1221">
                  <c:v>39085</c:v>
                </c:pt>
                <c:pt idx="1222">
                  <c:v>39086</c:v>
                </c:pt>
                <c:pt idx="1223">
                  <c:v>39087</c:v>
                </c:pt>
                <c:pt idx="1224">
                  <c:v>39090</c:v>
                </c:pt>
                <c:pt idx="1225">
                  <c:v>39091</c:v>
                </c:pt>
                <c:pt idx="1226">
                  <c:v>39092</c:v>
                </c:pt>
                <c:pt idx="1227">
                  <c:v>39093</c:v>
                </c:pt>
                <c:pt idx="1228">
                  <c:v>39094</c:v>
                </c:pt>
                <c:pt idx="1229">
                  <c:v>39097</c:v>
                </c:pt>
                <c:pt idx="1230">
                  <c:v>39098</c:v>
                </c:pt>
                <c:pt idx="1231">
                  <c:v>39099</c:v>
                </c:pt>
                <c:pt idx="1232">
                  <c:v>39100</c:v>
                </c:pt>
                <c:pt idx="1233">
                  <c:v>39101</c:v>
                </c:pt>
                <c:pt idx="1234">
                  <c:v>39104</c:v>
                </c:pt>
                <c:pt idx="1235">
                  <c:v>39105</c:v>
                </c:pt>
                <c:pt idx="1236">
                  <c:v>39106</c:v>
                </c:pt>
                <c:pt idx="1237">
                  <c:v>39108</c:v>
                </c:pt>
                <c:pt idx="1238">
                  <c:v>39111</c:v>
                </c:pt>
                <c:pt idx="1239">
                  <c:v>39112</c:v>
                </c:pt>
                <c:pt idx="1240">
                  <c:v>39113</c:v>
                </c:pt>
                <c:pt idx="1241">
                  <c:v>39114</c:v>
                </c:pt>
                <c:pt idx="1242">
                  <c:v>39115</c:v>
                </c:pt>
                <c:pt idx="1243">
                  <c:v>39118</c:v>
                </c:pt>
                <c:pt idx="1244">
                  <c:v>39119</c:v>
                </c:pt>
                <c:pt idx="1245">
                  <c:v>39120</c:v>
                </c:pt>
                <c:pt idx="1246">
                  <c:v>39121</c:v>
                </c:pt>
                <c:pt idx="1247">
                  <c:v>39122</c:v>
                </c:pt>
                <c:pt idx="1248">
                  <c:v>39125</c:v>
                </c:pt>
                <c:pt idx="1249">
                  <c:v>39126</c:v>
                </c:pt>
                <c:pt idx="1250">
                  <c:v>39127</c:v>
                </c:pt>
                <c:pt idx="1251">
                  <c:v>39128</c:v>
                </c:pt>
                <c:pt idx="1252">
                  <c:v>39129</c:v>
                </c:pt>
                <c:pt idx="1253">
                  <c:v>39134</c:v>
                </c:pt>
                <c:pt idx="1254">
                  <c:v>39135</c:v>
                </c:pt>
                <c:pt idx="1255">
                  <c:v>39136</c:v>
                </c:pt>
                <c:pt idx="1256">
                  <c:v>39139</c:v>
                </c:pt>
                <c:pt idx="1257">
                  <c:v>39140</c:v>
                </c:pt>
                <c:pt idx="1258">
                  <c:v>39141</c:v>
                </c:pt>
                <c:pt idx="1259">
                  <c:v>39142</c:v>
                </c:pt>
                <c:pt idx="1260">
                  <c:v>39143</c:v>
                </c:pt>
                <c:pt idx="1261">
                  <c:v>39146</c:v>
                </c:pt>
                <c:pt idx="1262">
                  <c:v>39147</c:v>
                </c:pt>
                <c:pt idx="1263">
                  <c:v>39148</c:v>
                </c:pt>
                <c:pt idx="1264">
                  <c:v>39149</c:v>
                </c:pt>
                <c:pt idx="1265">
                  <c:v>39150</c:v>
                </c:pt>
                <c:pt idx="1266">
                  <c:v>39153</c:v>
                </c:pt>
                <c:pt idx="1267">
                  <c:v>39154</c:v>
                </c:pt>
                <c:pt idx="1268">
                  <c:v>39155</c:v>
                </c:pt>
                <c:pt idx="1269">
                  <c:v>39156</c:v>
                </c:pt>
                <c:pt idx="1270">
                  <c:v>39157</c:v>
                </c:pt>
                <c:pt idx="1271">
                  <c:v>39160</c:v>
                </c:pt>
                <c:pt idx="1272">
                  <c:v>39161</c:v>
                </c:pt>
                <c:pt idx="1273">
                  <c:v>39162</c:v>
                </c:pt>
                <c:pt idx="1274">
                  <c:v>39163</c:v>
                </c:pt>
                <c:pt idx="1275">
                  <c:v>39164</c:v>
                </c:pt>
                <c:pt idx="1276">
                  <c:v>39167</c:v>
                </c:pt>
                <c:pt idx="1277">
                  <c:v>39168</c:v>
                </c:pt>
                <c:pt idx="1278">
                  <c:v>39169</c:v>
                </c:pt>
                <c:pt idx="1279">
                  <c:v>39170</c:v>
                </c:pt>
                <c:pt idx="1280">
                  <c:v>39171</c:v>
                </c:pt>
                <c:pt idx="1281">
                  <c:v>39174</c:v>
                </c:pt>
                <c:pt idx="1282">
                  <c:v>39175</c:v>
                </c:pt>
                <c:pt idx="1283">
                  <c:v>39176</c:v>
                </c:pt>
                <c:pt idx="1284">
                  <c:v>39177</c:v>
                </c:pt>
                <c:pt idx="1285">
                  <c:v>39181</c:v>
                </c:pt>
                <c:pt idx="1286">
                  <c:v>39182</c:v>
                </c:pt>
                <c:pt idx="1287">
                  <c:v>39183</c:v>
                </c:pt>
                <c:pt idx="1288">
                  <c:v>39184</c:v>
                </c:pt>
                <c:pt idx="1289">
                  <c:v>39185</c:v>
                </c:pt>
                <c:pt idx="1290">
                  <c:v>39188</c:v>
                </c:pt>
                <c:pt idx="1291">
                  <c:v>39189</c:v>
                </c:pt>
                <c:pt idx="1292">
                  <c:v>39190</c:v>
                </c:pt>
                <c:pt idx="1293">
                  <c:v>39191</c:v>
                </c:pt>
                <c:pt idx="1294">
                  <c:v>39192</c:v>
                </c:pt>
                <c:pt idx="1295">
                  <c:v>39195</c:v>
                </c:pt>
                <c:pt idx="1296">
                  <c:v>39196</c:v>
                </c:pt>
                <c:pt idx="1297">
                  <c:v>39197</c:v>
                </c:pt>
                <c:pt idx="1298">
                  <c:v>39198</c:v>
                </c:pt>
                <c:pt idx="1299">
                  <c:v>39199</c:v>
                </c:pt>
                <c:pt idx="1300">
                  <c:v>39202</c:v>
                </c:pt>
                <c:pt idx="1301">
                  <c:v>39204</c:v>
                </c:pt>
                <c:pt idx="1302">
                  <c:v>39205</c:v>
                </c:pt>
                <c:pt idx="1303">
                  <c:v>39206</c:v>
                </c:pt>
                <c:pt idx="1304">
                  <c:v>39209</c:v>
                </c:pt>
                <c:pt idx="1305">
                  <c:v>39210</c:v>
                </c:pt>
                <c:pt idx="1306">
                  <c:v>39211</c:v>
                </c:pt>
                <c:pt idx="1307">
                  <c:v>39212</c:v>
                </c:pt>
                <c:pt idx="1308">
                  <c:v>39213</c:v>
                </c:pt>
                <c:pt idx="1309">
                  <c:v>39216</c:v>
                </c:pt>
                <c:pt idx="1310">
                  <c:v>39217</c:v>
                </c:pt>
                <c:pt idx="1311">
                  <c:v>39218</c:v>
                </c:pt>
                <c:pt idx="1312">
                  <c:v>39219</c:v>
                </c:pt>
                <c:pt idx="1313">
                  <c:v>39220</c:v>
                </c:pt>
                <c:pt idx="1314">
                  <c:v>39223</c:v>
                </c:pt>
                <c:pt idx="1315">
                  <c:v>39224</c:v>
                </c:pt>
                <c:pt idx="1316">
                  <c:v>39225</c:v>
                </c:pt>
                <c:pt idx="1317">
                  <c:v>39226</c:v>
                </c:pt>
                <c:pt idx="1318">
                  <c:v>39227</c:v>
                </c:pt>
                <c:pt idx="1319">
                  <c:v>39230</c:v>
                </c:pt>
                <c:pt idx="1320">
                  <c:v>39231</c:v>
                </c:pt>
                <c:pt idx="1321">
                  <c:v>39232</c:v>
                </c:pt>
                <c:pt idx="1322">
                  <c:v>39233</c:v>
                </c:pt>
                <c:pt idx="1323">
                  <c:v>39234</c:v>
                </c:pt>
                <c:pt idx="1324">
                  <c:v>39237</c:v>
                </c:pt>
                <c:pt idx="1325">
                  <c:v>39238</c:v>
                </c:pt>
                <c:pt idx="1326">
                  <c:v>39239</c:v>
                </c:pt>
                <c:pt idx="1327">
                  <c:v>39241</c:v>
                </c:pt>
                <c:pt idx="1328">
                  <c:v>39244</c:v>
                </c:pt>
                <c:pt idx="1329">
                  <c:v>39245</c:v>
                </c:pt>
                <c:pt idx="1330">
                  <c:v>39246</c:v>
                </c:pt>
                <c:pt idx="1331">
                  <c:v>39247</c:v>
                </c:pt>
                <c:pt idx="1332">
                  <c:v>39248</c:v>
                </c:pt>
                <c:pt idx="1333">
                  <c:v>39251</c:v>
                </c:pt>
                <c:pt idx="1334">
                  <c:v>39252</c:v>
                </c:pt>
                <c:pt idx="1335">
                  <c:v>39253</c:v>
                </c:pt>
                <c:pt idx="1336">
                  <c:v>39254</c:v>
                </c:pt>
                <c:pt idx="1337">
                  <c:v>39255</c:v>
                </c:pt>
                <c:pt idx="1338">
                  <c:v>39258</c:v>
                </c:pt>
                <c:pt idx="1339">
                  <c:v>39259</c:v>
                </c:pt>
                <c:pt idx="1340">
                  <c:v>39260</c:v>
                </c:pt>
                <c:pt idx="1341">
                  <c:v>39261</c:v>
                </c:pt>
                <c:pt idx="1342">
                  <c:v>39262</c:v>
                </c:pt>
                <c:pt idx="1343">
                  <c:v>39265</c:v>
                </c:pt>
                <c:pt idx="1344">
                  <c:v>39266</c:v>
                </c:pt>
                <c:pt idx="1345">
                  <c:v>39267</c:v>
                </c:pt>
                <c:pt idx="1346">
                  <c:v>39268</c:v>
                </c:pt>
                <c:pt idx="1347">
                  <c:v>39269</c:v>
                </c:pt>
                <c:pt idx="1348">
                  <c:v>39273</c:v>
                </c:pt>
                <c:pt idx="1349">
                  <c:v>39274</c:v>
                </c:pt>
                <c:pt idx="1350">
                  <c:v>39275</c:v>
                </c:pt>
                <c:pt idx="1351">
                  <c:v>39276</c:v>
                </c:pt>
                <c:pt idx="1352">
                  <c:v>39279</c:v>
                </c:pt>
                <c:pt idx="1353">
                  <c:v>39280</c:v>
                </c:pt>
                <c:pt idx="1354">
                  <c:v>39281</c:v>
                </c:pt>
                <c:pt idx="1355">
                  <c:v>39282</c:v>
                </c:pt>
                <c:pt idx="1356">
                  <c:v>39283</c:v>
                </c:pt>
                <c:pt idx="1357">
                  <c:v>39286</c:v>
                </c:pt>
                <c:pt idx="1358">
                  <c:v>39287</c:v>
                </c:pt>
                <c:pt idx="1359">
                  <c:v>39288</c:v>
                </c:pt>
                <c:pt idx="1360">
                  <c:v>39289</c:v>
                </c:pt>
                <c:pt idx="1361">
                  <c:v>39290</c:v>
                </c:pt>
                <c:pt idx="1362">
                  <c:v>39293</c:v>
                </c:pt>
                <c:pt idx="1363">
                  <c:v>39294</c:v>
                </c:pt>
                <c:pt idx="1364">
                  <c:v>39295</c:v>
                </c:pt>
                <c:pt idx="1365">
                  <c:v>39296</c:v>
                </c:pt>
                <c:pt idx="1366">
                  <c:v>39297</c:v>
                </c:pt>
                <c:pt idx="1367">
                  <c:v>39300</c:v>
                </c:pt>
                <c:pt idx="1368">
                  <c:v>39301</c:v>
                </c:pt>
                <c:pt idx="1369">
                  <c:v>39302</c:v>
                </c:pt>
                <c:pt idx="1370">
                  <c:v>39303</c:v>
                </c:pt>
                <c:pt idx="1371">
                  <c:v>39304</c:v>
                </c:pt>
                <c:pt idx="1372">
                  <c:v>39307</c:v>
                </c:pt>
                <c:pt idx="1373">
                  <c:v>39308</c:v>
                </c:pt>
                <c:pt idx="1374">
                  <c:v>39309</c:v>
                </c:pt>
                <c:pt idx="1375">
                  <c:v>39310</c:v>
                </c:pt>
                <c:pt idx="1376">
                  <c:v>39311</c:v>
                </c:pt>
                <c:pt idx="1377">
                  <c:v>39314</c:v>
                </c:pt>
                <c:pt idx="1378">
                  <c:v>39315</c:v>
                </c:pt>
                <c:pt idx="1379">
                  <c:v>39316</c:v>
                </c:pt>
                <c:pt idx="1380">
                  <c:v>39317</c:v>
                </c:pt>
                <c:pt idx="1381">
                  <c:v>39318</c:v>
                </c:pt>
                <c:pt idx="1382">
                  <c:v>39321</c:v>
                </c:pt>
                <c:pt idx="1383">
                  <c:v>39322</c:v>
                </c:pt>
                <c:pt idx="1384">
                  <c:v>39323</c:v>
                </c:pt>
                <c:pt idx="1385">
                  <c:v>39324</c:v>
                </c:pt>
                <c:pt idx="1386">
                  <c:v>39325</c:v>
                </c:pt>
                <c:pt idx="1387">
                  <c:v>39328</c:v>
                </c:pt>
                <c:pt idx="1388">
                  <c:v>39329</c:v>
                </c:pt>
                <c:pt idx="1389">
                  <c:v>39330</c:v>
                </c:pt>
                <c:pt idx="1390">
                  <c:v>39331</c:v>
                </c:pt>
                <c:pt idx="1391">
                  <c:v>39335</c:v>
                </c:pt>
                <c:pt idx="1392">
                  <c:v>39336</c:v>
                </c:pt>
                <c:pt idx="1393">
                  <c:v>39337</c:v>
                </c:pt>
                <c:pt idx="1394">
                  <c:v>39338</c:v>
                </c:pt>
                <c:pt idx="1395">
                  <c:v>39339</c:v>
                </c:pt>
                <c:pt idx="1396">
                  <c:v>39342</c:v>
                </c:pt>
                <c:pt idx="1397">
                  <c:v>39343</c:v>
                </c:pt>
                <c:pt idx="1398">
                  <c:v>39344</c:v>
                </c:pt>
                <c:pt idx="1399">
                  <c:v>39345</c:v>
                </c:pt>
                <c:pt idx="1400">
                  <c:v>39346</c:v>
                </c:pt>
                <c:pt idx="1401">
                  <c:v>39349</c:v>
                </c:pt>
                <c:pt idx="1402">
                  <c:v>39350</c:v>
                </c:pt>
                <c:pt idx="1403">
                  <c:v>39351</c:v>
                </c:pt>
                <c:pt idx="1404">
                  <c:v>39352</c:v>
                </c:pt>
                <c:pt idx="1405">
                  <c:v>39353</c:v>
                </c:pt>
                <c:pt idx="1406">
                  <c:v>39356</c:v>
                </c:pt>
                <c:pt idx="1407">
                  <c:v>39357</c:v>
                </c:pt>
                <c:pt idx="1408">
                  <c:v>39358</c:v>
                </c:pt>
                <c:pt idx="1409">
                  <c:v>39359</c:v>
                </c:pt>
                <c:pt idx="1410">
                  <c:v>39360</c:v>
                </c:pt>
                <c:pt idx="1411">
                  <c:v>39363</c:v>
                </c:pt>
                <c:pt idx="1412">
                  <c:v>39364</c:v>
                </c:pt>
                <c:pt idx="1413">
                  <c:v>39365</c:v>
                </c:pt>
                <c:pt idx="1414">
                  <c:v>39366</c:v>
                </c:pt>
                <c:pt idx="1415">
                  <c:v>39370</c:v>
                </c:pt>
                <c:pt idx="1416">
                  <c:v>39371</c:v>
                </c:pt>
                <c:pt idx="1417">
                  <c:v>39372</c:v>
                </c:pt>
                <c:pt idx="1418">
                  <c:v>39373</c:v>
                </c:pt>
                <c:pt idx="1419">
                  <c:v>39374</c:v>
                </c:pt>
                <c:pt idx="1420">
                  <c:v>39377</c:v>
                </c:pt>
                <c:pt idx="1421">
                  <c:v>39378</c:v>
                </c:pt>
                <c:pt idx="1422">
                  <c:v>39379</c:v>
                </c:pt>
                <c:pt idx="1423">
                  <c:v>39380</c:v>
                </c:pt>
                <c:pt idx="1424">
                  <c:v>39381</c:v>
                </c:pt>
                <c:pt idx="1425">
                  <c:v>39384</c:v>
                </c:pt>
                <c:pt idx="1426">
                  <c:v>39385</c:v>
                </c:pt>
                <c:pt idx="1427">
                  <c:v>39386</c:v>
                </c:pt>
                <c:pt idx="1428">
                  <c:v>39387</c:v>
                </c:pt>
                <c:pt idx="1429">
                  <c:v>39391</c:v>
                </c:pt>
                <c:pt idx="1430">
                  <c:v>39392</c:v>
                </c:pt>
                <c:pt idx="1431">
                  <c:v>39393</c:v>
                </c:pt>
                <c:pt idx="1432">
                  <c:v>39394</c:v>
                </c:pt>
                <c:pt idx="1433">
                  <c:v>39395</c:v>
                </c:pt>
                <c:pt idx="1434">
                  <c:v>39398</c:v>
                </c:pt>
                <c:pt idx="1435">
                  <c:v>39399</c:v>
                </c:pt>
                <c:pt idx="1436">
                  <c:v>39400</c:v>
                </c:pt>
                <c:pt idx="1437">
                  <c:v>39402</c:v>
                </c:pt>
                <c:pt idx="1438">
                  <c:v>39405</c:v>
                </c:pt>
                <c:pt idx="1439">
                  <c:v>39407</c:v>
                </c:pt>
                <c:pt idx="1440">
                  <c:v>39408</c:v>
                </c:pt>
                <c:pt idx="1441">
                  <c:v>39409</c:v>
                </c:pt>
                <c:pt idx="1442">
                  <c:v>39412</c:v>
                </c:pt>
                <c:pt idx="1443">
                  <c:v>39413</c:v>
                </c:pt>
                <c:pt idx="1444">
                  <c:v>39414</c:v>
                </c:pt>
                <c:pt idx="1445">
                  <c:v>39415</c:v>
                </c:pt>
                <c:pt idx="1446">
                  <c:v>39416</c:v>
                </c:pt>
                <c:pt idx="1447">
                  <c:v>39419</c:v>
                </c:pt>
                <c:pt idx="1448">
                  <c:v>39420</c:v>
                </c:pt>
                <c:pt idx="1449">
                  <c:v>39421</c:v>
                </c:pt>
                <c:pt idx="1450">
                  <c:v>39422</c:v>
                </c:pt>
                <c:pt idx="1451">
                  <c:v>39423</c:v>
                </c:pt>
                <c:pt idx="1452">
                  <c:v>39426</c:v>
                </c:pt>
                <c:pt idx="1453">
                  <c:v>39427</c:v>
                </c:pt>
                <c:pt idx="1454">
                  <c:v>39428</c:v>
                </c:pt>
                <c:pt idx="1455">
                  <c:v>39429</c:v>
                </c:pt>
                <c:pt idx="1456">
                  <c:v>39430</c:v>
                </c:pt>
                <c:pt idx="1457">
                  <c:v>39433</c:v>
                </c:pt>
                <c:pt idx="1458">
                  <c:v>39434</c:v>
                </c:pt>
                <c:pt idx="1459">
                  <c:v>39435</c:v>
                </c:pt>
                <c:pt idx="1460">
                  <c:v>39436</c:v>
                </c:pt>
                <c:pt idx="1461">
                  <c:v>39437</c:v>
                </c:pt>
                <c:pt idx="1462">
                  <c:v>39442</c:v>
                </c:pt>
                <c:pt idx="1463">
                  <c:v>39443</c:v>
                </c:pt>
                <c:pt idx="1464">
                  <c:v>39444</c:v>
                </c:pt>
                <c:pt idx="1465">
                  <c:v>39449</c:v>
                </c:pt>
                <c:pt idx="1466">
                  <c:v>39450</c:v>
                </c:pt>
                <c:pt idx="1467">
                  <c:v>39451</c:v>
                </c:pt>
                <c:pt idx="1468">
                  <c:v>39454</c:v>
                </c:pt>
                <c:pt idx="1469">
                  <c:v>39455</c:v>
                </c:pt>
                <c:pt idx="1470">
                  <c:v>39456</c:v>
                </c:pt>
                <c:pt idx="1471">
                  <c:v>39457</c:v>
                </c:pt>
                <c:pt idx="1472">
                  <c:v>39458</c:v>
                </c:pt>
                <c:pt idx="1473">
                  <c:v>39461</c:v>
                </c:pt>
                <c:pt idx="1474">
                  <c:v>39462</c:v>
                </c:pt>
                <c:pt idx="1475">
                  <c:v>39463</c:v>
                </c:pt>
                <c:pt idx="1476">
                  <c:v>39464</c:v>
                </c:pt>
                <c:pt idx="1477">
                  <c:v>39465</c:v>
                </c:pt>
                <c:pt idx="1478">
                  <c:v>39468</c:v>
                </c:pt>
                <c:pt idx="1479">
                  <c:v>39469</c:v>
                </c:pt>
                <c:pt idx="1480">
                  <c:v>39470</c:v>
                </c:pt>
                <c:pt idx="1481">
                  <c:v>39471</c:v>
                </c:pt>
                <c:pt idx="1482">
                  <c:v>39475</c:v>
                </c:pt>
                <c:pt idx="1483">
                  <c:v>39476</c:v>
                </c:pt>
                <c:pt idx="1484">
                  <c:v>39477</c:v>
                </c:pt>
                <c:pt idx="1485">
                  <c:v>39478</c:v>
                </c:pt>
                <c:pt idx="1486">
                  <c:v>39479</c:v>
                </c:pt>
                <c:pt idx="1487">
                  <c:v>39484</c:v>
                </c:pt>
                <c:pt idx="1488">
                  <c:v>39485</c:v>
                </c:pt>
                <c:pt idx="1489">
                  <c:v>39486</c:v>
                </c:pt>
                <c:pt idx="1490">
                  <c:v>39489</c:v>
                </c:pt>
                <c:pt idx="1491">
                  <c:v>39490</c:v>
                </c:pt>
                <c:pt idx="1492">
                  <c:v>39491</c:v>
                </c:pt>
                <c:pt idx="1493">
                  <c:v>39492</c:v>
                </c:pt>
                <c:pt idx="1494">
                  <c:v>39493</c:v>
                </c:pt>
                <c:pt idx="1495">
                  <c:v>39496</c:v>
                </c:pt>
                <c:pt idx="1496">
                  <c:v>39497</c:v>
                </c:pt>
                <c:pt idx="1497">
                  <c:v>39498</c:v>
                </c:pt>
                <c:pt idx="1498">
                  <c:v>39499</c:v>
                </c:pt>
                <c:pt idx="1499">
                  <c:v>39500</c:v>
                </c:pt>
                <c:pt idx="1500">
                  <c:v>39503</c:v>
                </c:pt>
                <c:pt idx="1501">
                  <c:v>39504</c:v>
                </c:pt>
                <c:pt idx="1502">
                  <c:v>39505</c:v>
                </c:pt>
                <c:pt idx="1503">
                  <c:v>39506</c:v>
                </c:pt>
                <c:pt idx="1504">
                  <c:v>39507</c:v>
                </c:pt>
                <c:pt idx="1505">
                  <c:v>39510</c:v>
                </c:pt>
                <c:pt idx="1506">
                  <c:v>39511</c:v>
                </c:pt>
                <c:pt idx="1507">
                  <c:v>39512</c:v>
                </c:pt>
                <c:pt idx="1508">
                  <c:v>39513</c:v>
                </c:pt>
                <c:pt idx="1509">
                  <c:v>39514</c:v>
                </c:pt>
                <c:pt idx="1510">
                  <c:v>39517</c:v>
                </c:pt>
                <c:pt idx="1511">
                  <c:v>39518</c:v>
                </c:pt>
                <c:pt idx="1512">
                  <c:v>39519</c:v>
                </c:pt>
                <c:pt idx="1513">
                  <c:v>39520</c:v>
                </c:pt>
                <c:pt idx="1514">
                  <c:v>39521</c:v>
                </c:pt>
                <c:pt idx="1515">
                  <c:v>39524</c:v>
                </c:pt>
                <c:pt idx="1516">
                  <c:v>39525</c:v>
                </c:pt>
                <c:pt idx="1517">
                  <c:v>39526</c:v>
                </c:pt>
                <c:pt idx="1518">
                  <c:v>39527</c:v>
                </c:pt>
                <c:pt idx="1519">
                  <c:v>39531</c:v>
                </c:pt>
                <c:pt idx="1520">
                  <c:v>39532</c:v>
                </c:pt>
                <c:pt idx="1521">
                  <c:v>39533</c:v>
                </c:pt>
                <c:pt idx="1522">
                  <c:v>39534</c:v>
                </c:pt>
                <c:pt idx="1523">
                  <c:v>39535</c:v>
                </c:pt>
                <c:pt idx="1524">
                  <c:v>39538</c:v>
                </c:pt>
                <c:pt idx="1525">
                  <c:v>39539</c:v>
                </c:pt>
                <c:pt idx="1526">
                  <c:v>39540</c:v>
                </c:pt>
                <c:pt idx="1527">
                  <c:v>39541</c:v>
                </c:pt>
                <c:pt idx="1528">
                  <c:v>39542</c:v>
                </c:pt>
                <c:pt idx="1529">
                  <c:v>39545</c:v>
                </c:pt>
                <c:pt idx="1530">
                  <c:v>39546</c:v>
                </c:pt>
                <c:pt idx="1531">
                  <c:v>39547</c:v>
                </c:pt>
                <c:pt idx="1532">
                  <c:v>39548</c:v>
                </c:pt>
                <c:pt idx="1533">
                  <c:v>39549</c:v>
                </c:pt>
                <c:pt idx="1534">
                  <c:v>39552</c:v>
                </c:pt>
                <c:pt idx="1535">
                  <c:v>39553</c:v>
                </c:pt>
                <c:pt idx="1536">
                  <c:v>39554</c:v>
                </c:pt>
                <c:pt idx="1537">
                  <c:v>39555</c:v>
                </c:pt>
                <c:pt idx="1538">
                  <c:v>39556</c:v>
                </c:pt>
                <c:pt idx="1539">
                  <c:v>39560</c:v>
                </c:pt>
                <c:pt idx="1540">
                  <c:v>39561</c:v>
                </c:pt>
                <c:pt idx="1541">
                  <c:v>39562</c:v>
                </c:pt>
                <c:pt idx="1542">
                  <c:v>39563</c:v>
                </c:pt>
                <c:pt idx="1543">
                  <c:v>39566</c:v>
                </c:pt>
                <c:pt idx="1544">
                  <c:v>39567</c:v>
                </c:pt>
                <c:pt idx="1545">
                  <c:v>39568</c:v>
                </c:pt>
                <c:pt idx="1546">
                  <c:v>39570</c:v>
                </c:pt>
                <c:pt idx="1547">
                  <c:v>39573</c:v>
                </c:pt>
                <c:pt idx="1548">
                  <c:v>39574</c:v>
                </c:pt>
                <c:pt idx="1549">
                  <c:v>39575</c:v>
                </c:pt>
                <c:pt idx="1550">
                  <c:v>39576</c:v>
                </c:pt>
                <c:pt idx="1551">
                  <c:v>39577</c:v>
                </c:pt>
                <c:pt idx="1552">
                  <c:v>39580</c:v>
                </c:pt>
                <c:pt idx="1553">
                  <c:v>39581</c:v>
                </c:pt>
                <c:pt idx="1554">
                  <c:v>39582</c:v>
                </c:pt>
                <c:pt idx="1555">
                  <c:v>39583</c:v>
                </c:pt>
                <c:pt idx="1556">
                  <c:v>39584</c:v>
                </c:pt>
                <c:pt idx="1557">
                  <c:v>39587</c:v>
                </c:pt>
                <c:pt idx="1558">
                  <c:v>39588</c:v>
                </c:pt>
                <c:pt idx="1559">
                  <c:v>39589</c:v>
                </c:pt>
                <c:pt idx="1560">
                  <c:v>39591</c:v>
                </c:pt>
                <c:pt idx="1561">
                  <c:v>39594</c:v>
                </c:pt>
                <c:pt idx="1562">
                  <c:v>39595</c:v>
                </c:pt>
                <c:pt idx="1563">
                  <c:v>39596</c:v>
                </c:pt>
                <c:pt idx="1564">
                  <c:v>39597</c:v>
                </c:pt>
                <c:pt idx="1565">
                  <c:v>39598</c:v>
                </c:pt>
                <c:pt idx="1566">
                  <c:v>39601</c:v>
                </c:pt>
                <c:pt idx="1567">
                  <c:v>39602</c:v>
                </c:pt>
                <c:pt idx="1568">
                  <c:v>39603</c:v>
                </c:pt>
                <c:pt idx="1569">
                  <c:v>39604</c:v>
                </c:pt>
                <c:pt idx="1570">
                  <c:v>39605</c:v>
                </c:pt>
                <c:pt idx="1571">
                  <c:v>39608</c:v>
                </c:pt>
                <c:pt idx="1572">
                  <c:v>39609</c:v>
                </c:pt>
                <c:pt idx="1573">
                  <c:v>39610</c:v>
                </c:pt>
                <c:pt idx="1574">
                  <c:v>39611</c:v>
                </c:pt>
                <c:pt idx="1575">
                  <c:v>39612</c:v>
                </c:pt>
                <c:pt idx="1576">
                  <c:v>39615</c:v>
                </c:pt>
                <c:pt idx="1577">
                  <c:v>39616</c:v>
                </c:pt>
                <c:pt idx="1578">
                  <c:v>39617</c:v>
                </c:pt>
                <c:pt idx="1579">
                  <c:v>39618</c:v>
                </c:pt>
                <c:pt idx="1580">
                  <c:v>39619</c:v>
                </c:pt>
                <c:pt idx="1581">
                  <c:v>39622</c:v>
                </c:pt>
                <c:pt idx="1582">
                  <c:v>39623</c:v>
                </c:pt>
                <c:pt idx="1583">
                  <c:v>39624</c:v>
                </c:pt>
                <c:pt idx="1584">
                  <c:v>39625</c:v>
                </c:pt>
                <c:pt idx="1585">
                  <c:v>39626</c:v>
                </c:pt>
                <c:pt idx="1586">
                  <c:v>39629</c:v>
                </c:pt>
                <c:pt idx="1587">
                  <c:v>39630</c:v>
                </c:pt>
                <c:pt idx="1588">
                  <c:v>39631</c:v>
                </c:pt>
                <c:pt idx="1589">
                  <c:v>39632</c:v>
                </c:pt>
                <c:pt idx="1590">
                  <c:v>39633</c:v>
                </c:pt>
                <c:pt idx="1591">
                  <c:v>39636</c:v>
                </c:pt>
                <c:pt idx="1592">
                  <c:v>39637</c:v>
                </c:pt>
                <c:pt idx="1593">
                  <c:v>39639</c:v>
                </c:pt>
                <c:pt idx="1594">
                  <c:v>39640</c:v>
                </c:pt>
                <c:pt idx="1595">
                  <c:v>39643</c:v>
                </c:pt>
                <c:pt idx="1596">
                  <c:v>39644</c:v>
                </c:pt>
                <c:pt idx="1597">
                  <c:v>39645</c:v>
                </c:pt>
                <c:pt idx="1598">
                  <c:v>39646</c:v>
                </c:pt>
                <c:pt idx="1599">
                  <c:v>39647</c:v>
                </c:pt>
                <c:pt idx="1600">
                  <c:v>39650</c:v>
                </c:pt>
                <c:pt idx="1601">
                  <c:v>39651</c:v>
                </c:pt>
                <c:pt idx="1602">
                  <c:v>39652</c:v>
                </c:pt>
                <c:pt idx="1603">
                  <c:v>39653</c:v>
                </c:pt>
                <c:pt idx="1604">
                  <c:v>39654</c:v>
                </c:pt>
                <c:pt idx="1605">
                  <c:v>39657</c:v>
                </c:pt>
                <c:pt idx="1606">
                  <c:v>39658</c:v>
                </c:pt>
                <c:pt idx="1607">
                  <c:v>39659</c:v>
                </c:pt>
                <c:pt idx="1608">
                  <c:v>39660</c:v>
                </c:pt>
                <c:pt idx="1609">
                  <c:v>39661</c:v>
                </c:pt>
                <c:pt idx="1610">
                  <c:v>39664</c:v>
                </c:pt>
                <c:pt idx="1611">
                  <c:v>39665</c:v>
                </c:pt>
                <c:pt idx="1612">
                  <c:v>39666</c:v>
                </c:pt>
                <c:pt idx="1613">
                  <c:v>39667</c:v>
                </c:pt>
                <c:pt idx="1614">
                  <c:v>39668</c:v>
                </c:pt>
                <c:pt idx="1615">
                  <c:v>39671</c:v>
                </c:pt>
                <c:pt idx="1616">
                  <c:v>39672</c:v>
                </c:pt>
                <c:pt idx="1617">
                  <c:v>39673</c:v>
                </c:pt>
                <c:pt idx="1618">
                  <c:v>39674</c:v>
                </c:pt>
                <c:pt idx="1619">
                  <c:v>39675</c:v>
                </c:pt>
                <c:pt idx="1620">
                  <c:v>39678</c:v>
                </c:pt>
                <c:pt idx="1621">
                  <c:v>39679</c:v>
                </c:pt>
                <c:pt idx="1622">
                  <c:v>39680</c:v>
                </c:pt>
                <c:pt idx="1623">
                  <c:v>39681</c:v>
                </c:pt>
                <c:pt idx="1624">
                  <c:v>39682</c:v>
                </c:pt>
                <c:pt idx="1625">
                  <c:v>39685</c:v>
                </c:pt>
                <c:pt idx="1626">
                  <c:v>39686</c:v>
                </c:pt>
                <c:pt idx="1627">
                  <c:v>39687</c:v>
                </c:pt>
                <c:pt idx="1628">
                  <c:v>39688</c:v>
                </c:pt>
                <c:pt idx="1629">
                  <c:v>39689</c:v>
                </c:pt>
                <c:pt idx="1630">
                  <c:v>39692</c:v>
                </c:pt>
                <c:pt idx="1631">
                  <c:v>39693</c:v>
                </c:pt>
                <c:pt idx="1632">
                  <c:v>39694</c:v>
                </c:pt>
                <c:pt idx="1633">
                  <c:v>39695</c:v>
                </c:pt>
                <c:pt idx="1634">
                  <c:v>39696</c:v>
                </c:pt>
                <c:pt idx="1635">
                  <c:v>39699</c:v>
                </c:pt>
                <c:pt idx="1636">
                  <c:v>39700</c:v>
                </c:pt>
                <c:pt idx="1637">
                  <c:v>39701</c:v>
                </c:pt>
                <c:pt idx="1638">
                  <c:v>39702</c:v>
                </c:pt>
                <c:pt idx="1639">
                  <c:v>39703</c:v>
                </c:pt>
                <c:pt idx="1640">
                  <c:v>39706</c:v>
                </c:pt>
                <c:pt idx="1641">
                  <c:v>39707</c:v>
                </c:pt>
                <c:pt idx="1642">
                  <c:v>39708</c:v>
                </c:pt>
                <c:pt idx="1643">
                  <c:v>39709</c:v>
                </c:pt>
                <c:pt idx="1644">
                  <c:v>39710</c:v>
                </c:pt>
                <c:pt idx="1645">
                  <c:v>39713</c:v>
                </c:pt>
                <c:pt idx="1646">
                  <c:v>39714</c:v>
                </c:pt>
                <c:pt idx="1647">
                  <c:v>39715</c:v>
                </c:pt>
                <c:pt idx="1648">
                  <c:v>39716</c:v>
                </c:pt>
                <c:pt idx="1649">
                  <c:v>39717</c:v>
                </c:pt>
                <c:pt idx="1650">
                  <c:v>39720</c:v>
                </c:pt>
                <c:pt idx="1651">
                  <c:v>39721</c:v>
                </c:pt>
                <c:pt idx="1652">
                  <c:v>39722</c:v>
                </c:pt>
                <c:pt idx="1653">
                  <c:v>39723</c:v>
                </c:pt>
                <c:pt idx="1654">
                  <c:v>39724</c:v>
                </c:pt>
                <c:pt idx="1655">
                  <c:v>39727</c:v>
                </c:pt>
                <c:pt idx="1656">
                  <c:v>39728</c:v>
                </c:pt>
                <c:pt idx="1657">
                  <c:v>39729</c:v>
                </c:pt>
                <c:pt idx="1658">
                  <c:v>39730</c:v>
                </c:pt>
                <c:pt idx="1659">
                  <c:v>39731</c:v>
                </c:pt>
                <c:pt idx="1660">
                  <c:v>39734</c:v>
                </c:pt>
                <c:pt idx="1661">
                  <c:v>39735</c:v>
                </c:pt>
                <c:pt idx="1662">
                  <c:v>39736</c:v>
                </c:pt>
                <c:pt idx="1663">
                  <c:v>39737</c:v>
                </c:pt>
                <c:pt idx="1664">
                  <c:v>39738</c:v>
                </c:pt>
                <c:pt idx="1665">
                  <c:v>39741</c:v>
                </c:pt>
                <c:pt idx="1666">
                  <c:v>39742</c:v>
                </c:pt>
                <c:pt idx="1667">
                  <c:v>39743</c:v>
                </c:pt>
                <c:pt idx="1668">
                  <c:v>39744</c:v>
                </c:pt>
                <c:pt idx="1669">
                  <c:v>39745</c:v>
                </c:pt>
                <c:pt idx="1670">
                  <c:v>39748</c:v>
                </c:pt>
                <c:pt idx="1671">
                  <c:v>39749</c:v>
                </c:pt>
                <c:pt idx="1672">
                  <c:v>39750</c:v>
                </c:pt>
                <c:pt idx="1673">
                  <c:v>39751</c:v>
                </c:pt>
                <c:pt idx="1674">
                  <c:v>39752</c:v>
                </c:pt>
                <c:pt idx="1675">
                  <c:v>39755</c:v>
                </c:pt>
                <c:pt idx="1676">
                  <c:v>39756</c:v>
                </c:pt>
                <c:pt idx="1677">
                  <c:v>39757</c:v>
                </c:pt>
                <c:pt idx="1678">
                  <c:v>39758</c:v>
                </c:pt>
                <c:pt idx="1679">
                  <c:v>39759</c:v>
                </c:pt>
                <c:pt idx="1680">
                  <c:v>39762</c:v>
                </c:pt>
                <c:pt idx="1681">
                  <c:v>39763</c:v>
                </c:pt>
                <c:pt idx="1682">
                  <c:v>39764</c:v>
                </c:pt>
                <c:pt idx="1683">
                  <c:v>39765</c:v>
                </c:pt>
                <c:pt idx="1684">
                  <c:v>39766</c:v>
                </c:pt>
                <c:pt idx="1685">
                  <c:v>39769</c:v>
                </c:pt>
                <c:pt idx="1686">
                  <c:v>39770</c:v>
                </c:pt>
                <c:pt idx="1687">
                  <c:v>39771</c:v>
                </c:pt>
                <c:pt idx="1688">
                  <c:v>39773</c:v>
                </c:pt>
                <c:pt idx="1689">
                  <c:v>39776</c:v>
                </c:pt>
                <c:pt idx="1690">
                  <c:v>39777</c:v>
                </c:pt>
                <c:pt idx="1691">
                  <c:v>39778</c:v>
                </c:pt>
                <c:pt idx="1692">
                  <c:v>39779</c:v>
                </c:pt>
                <c:pt idx="1693">
                  <c:v>39780</c:v>
                </c:pt>
                <c:pt idx="1694">
                  <c:v>39783</c:v>
                </c:pt>
                <c:pt idx="1695">
                  <c:v>39784</c:v>
                </c:pt>
                <c:pt idx="1696">
                  <c:v>39785</c:v>
                </c:pt>
                <c:pt idx="1697">
                  <c:v>39786</c:v>
                </c:pt>
                <c:pt idx="1698">
                  <c:v>39787</c:v>
                </c:pt>
                <c:pt idx="1699">
                  <c:v>39790</c:v>
                </c:pt>
                <c:pt idx="1700">
                  <c:v>39791</c:v>
                </c:pt>
                <c:pt idx="1701">
                  <c:v>39792</c:v>
                </c:pt>
                <c:pt idx="1702">
                  <c:v>39793</c:v>
                </c:pt>
                <c:pt idx="1703">
                  <c:v>39794</c:v>
                </c:pt>
                <c:pt idx="1704">
                  <c:v>39797</c:v>
                </c:pt>
                <c:pt idx="1705">
                  <c:v>39798</c:v>
                </c:pt>
                <c:pt idx="1706">
                  <c:v>39799</c:v>
                </c:pt>
                <c:pt idx="1707">
                  <c:v>39800</c:v>
                </c:pt>
                <c:pt idx="1708">
                  <c:v>39801</c:v>
                </c:pt>
                <c:pt idx="1709">
                  <c:v>39804</c:v>
                </c:pt>
                <c:pt idx="1710">
                  <c:v>39805</c:v>
                </c:pt>
                <c:pt idx="1711">
                  <c:v>39808</c:v>
                </c:pt>
                <c:pt idx="1712">
                  <c:v>39811</c:v>
                </c:pt>
                <c:pt idx="1713">
                  <c:v>39812</c:v>
                </c:pt>
                <c:pt idx="1714">
                  <c:v>39815</c:v>
                </c:pt>
                <c:pt idx="1715">
                  <c:v>39818</c:v>
                </c:pt>
                <c:pt idx="1716">
                  <c:v>39819</c:v>
                </c:pt>
                <c:pt idx="1717">
                  <c:v>39820</c:v>
                </c:pt>
                <c:pt idx="1718">
                  <c:v>39821</c:v>
                </c:pt>
                <c:pt idx="1719">
                  <c:v>39822</c:v>
                </c:pt>
                <c:pt idx="1720">
                  <c:v>39825</c:v>
                </c:pt>
                <c:pt idx="1721">
                  <c:v>39826</c:v>
                </c:pt>
                <c:pt idx="1722">
                  <c:v>39827</c:v>
                </c:pt>
                <c:pt idx="1723">
                  <c:v>39828</c:v>
                </c:pt>
                <c:pt idx="1724">
                  <c:v>39829</c:v>
                </c:pt>
                <c:pt idx="1725">
                  <c:v>39832</c:v>
                </c:pt>
                <c:pt idx="1726">
                  <c:v>39833</c:v>
                </c:pt>
                <c:pt idx="1727">
                  <c:v>39834</c:v>
                </c:pt>
                <c:pt idx="1728">
                  <c:v>39835</c:v>
                </c:pt>
                <c:pt idx="1729">
                  <c:v>39836</c:v>
                </c:pt>
                <c:pt idx="1730">
                  <c:v>39839</c:v>
                </c:pt>
                <c:pt idx="1731">
                  <c:v>39840</c:v>
                </c:pt>
                <c:pt idx="1732">
                  <c:v>39841</c:v>
                </c:pt>
                <c:pt idx="1733">
                  <c:v>39842</c:v>
                </c:pt>
                <c:pt idx="1734">
                  <c:v>39843</c:v>
                </c:pt>
                <c:pt idx="1735">
                  <c:v>39846</c:v>
                </c:pt>
                <c:pt idx="1736">
                  <c:v>39847</c:v>
                </c:pt>
                <c:pt idx="1737">
                  <c:v>39848</c:v>
                </c:pt>
                <c:pt idx="1738">
                  <c:v>39849</c:v>
                </c:pt>
                <c:pt idx="1739">
                  <c:v>39850</c:v>
                </c:pt>
                <c:pt idx="1740">
                  <c:v>39853</c:v>
                </c:pt>
                <c:pt idx="1741">
                  <c:v>39854</c:v>
                </c:pt>
                <c:pt idx="1742">
                  <c:v>39855</c:v>
                </c:pt>
                <c:pt idx="1743">
                  <c:v>39856</c:v>
                </c:pt>
                <c:pt idx="1744">
                  <c:v>39857</c:v>
                </c:pt>
                <c:pt idx="1745">
                  <c:v>39860</c:v>
                </c:pt>
                <c:pt idx="1746">
                  <c:v>39861</c:v>
                </c:pt>
                <c:pt idx="1747">
                  <c:v>39862</c:v>
                </c:pt>
                <c:pt idx="1748">
                  <c:v>39863</c:v>
                </c:pt>
                <c:pt idx="1749">
                  <c:v>39864</c:v>
                </c:pt>
                <c:pt idx="1750">
                  <c:v>39869</c:v>
                </c:pt>
                <c:pt idx="1751">
                  <c:v>39870</c:v>
                </c:pt>
                <c:pt idx="1752">
                  <c:v>39871</c:v>
                </c:pt>
                <c:pt idx="1753">
                  <c:v>39874</c:v>
                </c:pt>
                <c:pt idx="1754">
                  <c:v>39875</c:v>
                </c:pt>
                <c:pt idx="1755">
                  <c:v>39876</c:v>
                </c:pt>
                <c:pt idx="1756">
                  <c:v>39877</c:v>
                </c:pt>
                <c:pt idx="1757">
                  <c:v>39878</c:v>
                </c:pt>
                <c:pt idx="1758">
                  <c:v>39881</c:v>
                </c:pt>
                <c:pt idx="1759">
                  <c:v>39882</c:v>
                </c:pt>
                <c:pt idx="1760">
                  <c:v>39883</c:v>
                </c:pt>
                <c:pt idx="1761">
                  <c:v>39884</c:v>
                </c:pt>
                <c:pt idx="1762">
                  <c:v>39885</c:v>
                </c:pt>
                <c:pt idx="1763">
                  <c:v>39888</c:v>
                </c:pt>
                <c:pt idx="1764">
                  <c:v>39889</c:v>
                </c:pt>
                <c:pt idx="1765">
                  <c:v>39890</c:v>
                </c:pt>
                <c:pt idx="1766">
                  <c:v>39891</c:v>
                </c:pt>
                <c:pt idx="1767">
                  <c:v>39892</c:v>
                </c:pt>
                <c:pt idx="1768">
                  <c:v>39895</c:v>
                </c:pt>
                <c:pt idx="1769">
                  <c:v>39896</c:v>
                </c:pt>
                <c:pt idx="1770">
                  <c:v>39897</c:v>
                </c:pt>
                <c:pt idx="1771">
                  <c:v>39898</c:v>
                </c:pt>
                <c:pt idx="1772">
                  <c:v>39899</c:v>
                </c:pt>
                <c:pt idx="1773">
                  <c:v>39902</c:v>
                </c:pt>
                <c:pt idx="1774">
                  <c:v>39903</c:v>
                </c:pt>
                <c:pt idx="1775">
                  <c:v>39904</c:v>
                </c:pt>
                <c:pt idx="1776">
                  <c:v>39905</c:v>
                </c:pt>
                <c:pt idx="1777">
                  <c:v>39906</c:v>
                </c:pt>
                <c:pt idx="1778">
                  <c:v>39909</c:v>
                </c:pt>
                <c:pt idx="1779">
                  <c:v>39910</c:v>
                </c:pt>
                <c:pt idx="1780">
                  <c:v>39911</c:v>
                </c:pt>
                <c:pt idx="1781">
                  <c:v>39912</c:v>
                </c:pt>
                <c:pt idx="1782">
                  <c:v>39916</c:v>
                </c:pt>
                <c:pt idx="1783">
                  <c:v>39917</c:v>
                </c:pt>
                <c:pt idx="1784">
                  <c:v>39918</c:v>
                </c:pt>
                <c:pt idx="1785">
                  <c:v>39919</c:v>
                </c:pt>
                <c:pt idx="1786">
                  <c:v>39920</c:v>
                </c:pt>
                <c:pt idx="1787">
                  <c:v>39923</c:v>
                </c:pt>
                <c:pt idx="1788">
                  <c:v>39925</c:v>
                </c:pt>
                <c:pt idx="1789">
                  <c:v>39926</c:v>
                </c:pt>
                <c:pt idx="1790">
                  <c:v>39927</c:v>
                </c:pt>
                <c:pt idx="1791">
                  <c:v>39930</c:v>
                </c:pt>
                <c:pt idx="1792">
                  <c:v>39931</c:v>
                </c:pt>
                <c:pt idx="1793">
                  <c:v>39932</c:v>
                </c:pt>
                <c:pt idx="1794">
                  <c:v>39933</c:v>
                </c:pt>
                <c:pt idx="1795">
                  <c:v>39937</c:v>
                </c:pt>
                <c:pt idx="1796">
                  <c:v>39938</c:v>
                </c:pt>
                <c:pt idx="1797">
                  <c:v>39939</c:v>
                </c:pt>
                <c:pt idx="1798">
                  <c:v>39940</c:v>
                </c:pt>
                <c:pt idx="1799">
                  <c:v>39941</c:v>
                </c:pt>
                <c:pt idx="1800">
                  <c:v>39944</c:v>
                </c:pt>
                <c:pt idx="1801">
                  <c:v>39945</c:v>
                </c:pt>
                <c:pt idx="1802">
                  <c:v>39946</c:v>
                </c:pt>
                <c:pt idx="1803">
                  <c:v>39947</c:v>
                </c:pt>
                <c:pt idx="1804">
                  <c:v>39948</c:v>
                </c:pt>
                <c:pt idx="1805">
                  <c:v>39951</c:v>
                </c:pt>
                <c:pt idx="1806">
                  <c:v>39952</c:v>
                </c:pt>
                <c:pt idx="1807">
                  <c:v>39953</c:v>
                </c:pt>
                <c:pt idx="1808">
                  <c:v>39954</c:v>
                </c:pt>
                <c:pt idx="1809">
                  <c:v>39955</c:v>
                </c:pt>
                <c:pt idx="1810">
                  <c:v>39958</c:v>
                </c:pt>
                <c:pt idx="1811">
                  <c:v>39959</c:v>
                </c:pt>
                <c:pt idx="1812">
                  <c:v>39960</c:v>
                </c:pt>
                <c:pt idx="1813">
                  <c:v>39961</c:v>
                </c:pt>
                <c:pt idx="1814">
                  <c:v>39962</c:v>
                </c:pt>
                <c:pt idx="1815">
                  <c:v>39965</c:v>
                </c:pt>
                <c:pt idx="1816">
                  <c:v>39966</c:v>
                </c:pt>
                <c:pt idx="1817">
                  <c:v>39967</c:v>
                </c:pt>
                <c:pt idx="1818">
                  <c:v>39968</c:v>
                </c:pt>
                <c:pt idx="1819">
                  <c:v>39969</c:v>
                </c:pt>
                <c:pt idx="1820">
                  <c:v>39972</c:v>
                </c:pt>
                <c:pt idx="1821">
                  <c:v>39973</c:v>
                </c:pt>
                <c:pt idx="1822">
                  <c:v>39974</c:v>
                </c:pt>
                <c:pt idx="1823">
                  <c:v>39976</c:v>
                </c:pt>
                <c:pt idx="1824">
                  <c:v>39979</c:v>
                </c:pt>
                <c:pt idx="1825">
                  <c:v>39980</c:v>
                </c:pt>
                <c:pt idx="1826">
                  <c:v>39981</c:v>
                </c:pt>
                <c:pt idx="1827">
                  <c:v>39982</c:v>
                </c:pt>
                <c:pt idx="1828">
                  <c:v>39983</c:v>
                </c:pt>
                <c:pt idx="1829">
                  <c:v>39986</c:v>
                </c:pt>
                <c:pt idx="1830">
                  <c:v>39987</c:v>
                </c:pt>
                <c:pt idx="1831">
                  <c:v>39988</c:v>
                </c:pt>
                <c:pt idx="1832">
                  <c:v>39989</c:v>
                </c:pt>
                <c:pt idx="1833">
                  <c:v>39990</c:v>
                </c:pt>
                <c:pt idx="1834">
                  <c:v>39993</c:v>
                </c:pt>
                <c:pt idx="1835">
                  <c:v>39994</c:v>
                </c:pt>
                <c:pt idx="1836">
                  <c:v>39995</c:v>
                </c:pt>
                <c:pt idx="1837">
                  <c:v>39996</c:v>
                </c:pt>
                <c:pt idx="1838">
                  <c:v>39997</c:v>
                </c:pt>
                <c:pt idx="1839">
                  <c:v>40000</c:v>
                </c:pt>
                <c:pt idx="1840">
                  <c:v>40001</c:v>
                </c:pt>
                <c:pt idx="1841">
                  <c:v>40002</c:v>
                </c:pt>
                <c:pt idx="1842">
                  <c:v>40004</c:v>
                </c:pt>
                <c:pt idx="1843">
                  <c:v>40007</c:v>
                </c:pt>
                <c:pt idx="1844">
                  <c:v>40008</c:v>
                </c:pt>
                <c:pt idx="1845">
                  <c:v>40009</c:v>
                </c:pt>
                <c:pt idx="1846">
                  <c:v>40010</c:v>
                </c:pt>
                <c:pt idx="1847">
                  <c:v>40011</c:v>
                </c:pt>
                <c:pt idx="1848">
                  <c:v>40014</c:v>
                </c:pt>
                <c:pt idx="1849">
                  <c:v>40015</c:v>
                </c:pt>
                <c:pt idx="1850">
                  <c:v>40016</c:v>
                </c:pt>
                <c:pt idx="1851">
                  <c:v>40017</c:v>
                </c:pt>
                <c:pt idx="1852">
                  <c:v>40018</c:v>
                </c:pt>
                <c:pt idx="1853">
                  <c:v>40021</c:v>
                </c:pt>
                <c:pt idx="1854">
                  <c:v>40022</c:v>
                </c:pt>
                <c:pt idx="1855">
                  <c:v>40023</c:v>
                </c:pt>
                <c:pt idx="1856">
                  <c:v>40024</c:v>
                </c:pt>
                <c:pt idx="1857">
                  <c:v>40025</c:v>
                </c:pt>
                <c:pt idx="1858">
                  <c:v>40028</c:v>
                </c:pt>
                <c:pt idx="1859">
                  <c:v>40029</c:v>
                </c:pt>
                <c:pt idx="1860">
                  <c:v>40030</c:v>
                </c:pt>
                <c:pt idx="1861">
                  <c:v>40031</c:v>
                </c:pt>
                <c:pt idx="1862">
                  <c:v>40032</c:v>
                </c:pt>
                <c:pt idx="1863">
                  <c:v>40035</c:v>
                </c:pt>
                <c:pt idx="1864">
                  <c:v>40036</c:v>
                </c:pt>
                <c:pt idx="1865">
                  <c:v>40037</c:v>
                </c:pt>
                <c:pt idx="1866">
                  <c:v>40038</c:v>
                </c:pt>
                <c:pt idx="1867">
                  <c:v>40039</c:v>
                </c:pt>
                <c:pt idx="1868">
                  <c:v>40042</c:v>
                </c:pt>
                <c:pt idx="1869">
                  <c:v>40043</c:v>
                </c:pt>
                <c:pt idx="1870">
                  <c:v>40044</c:v>
                </c:pt>
                <c:pt idx="1871">
                  <c:v>40045</c:v>
                </c:pt>
                <c:pt idx="1872">
                  <c:v>40046</c:v>
                </c:pt>
                <c:pt idx="1873">
                  <c:v>40049</c:v>
                </c:pt>
                <c:pt idx="1874">
                  <c:v>40050</c:v>
                </c:pt>
                <c:pt idx="1875">
                  <c:v>40051</c:v>
                </c:pt>
                <c:pt idx="1876">
                  <c:v>40052</c:v>
                </c:pt>
                <c:pt idx="1877">
                  <c:v>40053</c:v>
                </c:pt>
                <c:pt idx="1878">
                  <c:v>40056</c:v>
                </c:pt>
                <c:pt idx="1879">
                  <c:v>40057</c:v>
                </c:pt>
                <c:pt idx="1880">
                  <c:v>40058</c:v>
                </c:pt>
                <c:pt idx="1881">
                  <c:v>40059</c:v>
                </c:pt>
                <c:pt idx="1882">
                  <c:v>40060</c:v>
                </c:pt>
                <c:pt idx="1883">
                  <c:v>40064</c:v>
                </c:pt>
                <c:pt idx="1884">
                  <c:v>40065</c:v>
                </c:pt>
                <c:pt idx="1885">
                  <c:v>40066</c:v>
                </c:pt>
                <c:pt idx="1886">
                  <c:v>40067</c:v>
                </c:pt>
                <c:pt idx="1887">
                  <c:v>40070</c:v>
                </c:pt>
                <c:pt idx="1888">
                  <c:v>40071</c:v>
                </c:pt>
                <c:pt idx="1889">
                  <c:v>40072</c:v>
                </c:pt>
                <c:pt idx="1890">
                  <c:v>40073</c:v>
                </c:pt>
                <c:pt idx="1891">
                  <c:v>40074</c:v>
                </c:pt>
                <c:pt idx="1892">
                  <c:v>40077</c:v>
                </c:pt>
                <c:pt idx="1893">
                  <c:v>40078</c:v>
                </c:pt>
                <c:pt idx="1894">
                  <c:v>40079</c:v>
                </c:pt>
                <c:pt idx="1895">
                  <c:v>40080</c:v>
                </c:pt>
                <c:pt idx="1896">
                  <c:v>40081</c:v>
                </c:pt>
                <c:pt idx="1897">
                  <c:v>40084</c:v>
                </c:pt>
                <c:pt idx="1898">
                  <c:v>40085</c:v>
                </c:pt>
                <c:pt idx="1899">
                  <c:v>40086</c:v>
                </c:pt>
                <c:pt idx="1900">
                  <c:v>40087</c:v>
                </c:pt>
                <c:pt idx="1901">
                  <c:v>40088</c:v>
                </c:pt>
                <c:pt idx="1902">
                  <c:v>40091</c:v>
                </c:pt>
                <c:pt idx="1903">
                  <c:v>40092</c:v>
                </c:pt>
                <c:pt idx="1904">
                  <c:v>40093</c:v>
                </c:pt>
                <c:pt idx="1905">
                  <c:v>40094</c:v>
                </c:pt>
                <c:pt idx="1906">
                  <c:v>40095</c:v>
                </c:pt>
                <c:pt idx="1907">
                  <c:v>40099</c:v>
                </c:pt>
                <c:pt idx="1908">
                  <c:v>40100</c:v>
                </c:pt>
                <c:pt idx="1909">
                  <c:v>40101</c:v>
                </c:pt>
                <c:pt idx="1910">
                  <c:v>40102</c:v>
                </c:pt>
                <c:pt idx="1911">
                  <c:v>40105</c:v>
                </c:pt>
                <c:pt idx="1912">
                  <c:v>40106</c:v>
                </c:pt>
                <c:pt idx="1913">
                  <c:v>40107</c:v>
                </c:pt>
                <c:pt idx="1914">
                  <c:v>40108</c:v>
                </c:pt>
                <c:pt idx="1915">
                  <c:v>40109</c:v>
                </c:pt>
                <c:pt idx="1916">
                  <c:v>40112</c:v>
                </c:pt>
                <c:pt idx="1917">
                  <c:v>40113</c:v>
                </c:pt>
                <c:pt idx="1918">
                  <c:v>40114</c:v>
                </c:pt>
                <c:pt idx="1919">
                  <c:v>40115</c:v>
                </c:pt>
                <c:pt idx="1920">
                  <c:v>40116</c:v>
                </c:pt>
                <c:pt idx="1921">
                  <c:v>40120</c:v>
                </c:pt>
                <c:pt idx="1922">
                  <c:v>40121</c:v>
                </c:pt>
                <c:pt idx="1923">
                  <c:v>40122</c:v>
                </c:pt>
                <c:pt idx="1924">
                  <c:v>40123</c:v>
                </c:pt>
                <c:pt idx="1925">
                  <c:v>40126</c:v>
                </c:pt>
                <c:pt idx="1926">
                  <c:v>40127</c:v>
                </c:pt>
                <c:pt idx="1927">
                  <c:v>40128</c:v>
                </c:pt>
                <c:pt idx="1928">
                  <c:v>40129</c:v>
                </c:pt>
                <c:pt idx="1929">
                  <c:v>40130</c:v>
                </c:pt>
                <c:pt idx="1930">
                  <c:v>40133</c:v>
                </c:pt>
                <c:pt idx="1931">
                  <c:v>40134</c:v>
                </c:pt>
                <c:pt idx="1932">
                  <c:v>40135</c:v>
                </c:pt>
                <c:pt idx="1933">
                  <c:v>40136</c:v>
                </c:pt>
                <c:pt idx="1934">
                  <c:v>40140</c:v>
                </c:pt>
                <c:pt idx="1935">
                  <c:v>40141</c:v>
                </c:pt>
                <c:pt idx="1936">
                  <c:v>40142</c:v>
                </c:pt>
                <c:pt idx="1937">
                  <c:v>40143</c:v>
                </c:pt>
                <c:pt idx="1938">
                  <c:v>40144</c:v>
                </c:pt>
                <c:pt idx="1939">
                  <c:v>40147</c:v>
                </c:pt>
                <c:pt idx="1940">
                  <c:v>40148</c:v>
                </c:pt>
                <c:pt idx="1941">
                  <c:v>40149</c:v>
                </c:pt>
                <c:pt idx="1942">
                  <c:v>40150</c:v>
                </c:pt>
                <c:pt idx="1943">
                  <c:v>40151</c:v>
                </c:pt>
                <c:pt idx="1944">
                  <c:v>40154</c:v>
                </c:pt>
                <c:pt idx="1945">
                  <c:v>40155</c:v>
                </c:pt>
                <c:pt idx="1946">
                  <c:v>40156</c:v>
                </c:pt>
                <c:pt idx="1947">
                  <c:v>40157</c:v>
                </c:pt>
                <c:pt idx="1948">
                  <c:v>40158</c:v>
                </c:pt>
                <c:pt idx="1949">
                  <c:v>40161</c:v>
                </c:pt>
                <c:pt idx="1950">
                  <c:v>40162</c:v>
                </c:pt>
                <c:pt idx="1951">
                  <c:v>40163</c:v>
                </c:pt>
                <c:pt idx="1952">
                  <c:v>40164</c:v>
                </c:pt>
                <c:pt idx="1953">
                  <c:v>40165</c:v>
                </c:pt>
                <c:pt idx="1954">
                  <c:v>40168</c:v>
                </c:pt>
                <c:pt idx="1955">
                  <c:v>40169</c:v>
                </c:pt>
                <c:pt idx="1956">
                  <c:v>40170</c:v>
                </c:pt>
                <c:pt idx="1957">
                  <c:v>40175</c:v>
                </c:pt>
                <c:pt idx="1958">
                  <c:v>40176</c:v>
                </c:pt>
                <c:pt idx="1959">
                  <c:v>40177</c:v>
                </c:pt>
                <c:pt idx="1960">
                  <c:v>40182</c:v>
                </c:pt>
                <c:pt idx="1961">
                  <c:v>40183</c:v>
                </c:pt>
                <c:pt idx="1962">
                  <c:v>40184</c:v>
                </c:pt>
                <c:pt idx="1963">
                  <c:v>40185</c:v>
                </c:pt>
                <c:pt idx="1964">
                  <c:v>40186</c:v>
                </c:pt>
                <c:pt idx="1965">
                  <c:v>40189</c:v>
                </c:pt>
                <c:pt idx="1966">
                  <c:v>40190</c:v>
                </c:pt>
                <c:pt idx="1967">
                  <c:v>40191</c:v>
                </c:pt>
                <c:pt idx="1968">
                  <c:v>40192</c:v>
                </c:pt>
                <c:pt idx="1969">
                  <c:v>40193</c:v>
                </c:pt>
                <c:pt idx="1970">
                  <c:v>40196</c:v>
                </c:pt>
                <c:pt idx="1971">
                  <c:v>40197</c:v>
                </c:pt>
                <c:pt idx="1972">
                  <c:v>40198</c:v>
                </c:pt>
                <c:pt idx="1973">
                  <c:v>40199</c:v>
                </c:pt>
                <c:pt idx="1974">
                  <c:v>40200</c:v>
                </c:pt>
                <c:pt idx="1975">
                  <c:v>40204</c:v>
                </c:pt>
                <c:pt idx="1976">
                  <c:v>40205</c:v>
                </c:pt>
                <c:pt idx="1977">
                  <c:v>40206</c:v>
                </c:pt>
                <c:pt idx="1978">
                  <c:v>40207</c:v>
                </c:pt>
                <c:pt idx="1979">
                  <c:v>40210</c:v>
                </c:pt>
                <c:pt idx="1980">
                  <c:v>40211</c:v>
                </c:pt>
                <c:pt idx="1981">
                  <c:v>40212</c:v>
                </c:pt>
                <c:pt idx="1982">
                  <c:v>40213</c:v>
                </c:pt>
                <c:pt idx="1983">
                  <c:v>40214</c:v>
                </c:pt>
                <c:pt idx="1984">
                  <c:v>40217</c:v>
                </c:pt>
                <c:pt idx="1985">
                  <c:v>40218</c:v>
                </c:pt>
                <c:pt idx="1986">
                  <c:v>40219</c:v>
                </c:pt>
                <c:pt idx="1987">
                  <c:v>40220</c:v>
                </c:pt>
                <c:pt idx="1988">
                  <c:v>40221</c:v>
                </c:pt>
                <c:pt idx="1989">
                  <c:v>40226</c:v>
                </c:pt>
                <c:pt idx="1990">
                  <c:v>40227</c:v>
                </c:pt>
                <c:pt idx="1991">
                  <c:v>40228</c:v>
                </c:pt>
                <c:pt idx="1992">
                  <c:v>40231</c:v>
                </c:pt>
                <c:pt idx="1993">
                  <c:v>40232</c:v>
                </c:pt>
                <c:pt idx="1994">
                  <c:v>40233</c:v>
                </c:pt>
                <c:pt idx="1995">
                  <c:v>40234</c:v>
                </c:pt>
                <c:pt idx="1996">
                  <c:v>40235</c:v>
                </c:pt>
                <c:pt idx="1997">
                  <c:v>40238</c:v>
                </c:pt>
                <c:pt idx="1998">
                  <c:v>40239</c:v>
                </c:pt>
                <c:pt idx="1999">
                  <c:v>40240</c:v>
                </c:pt>
                <c:pt idx="2000">
                  <c:v>40241</c:v>
                </c:pt>
                <c:pt idx="2001">
                  <c:v>40242</c:v>
                </c:pt>
                <c:pt idx="2002">
                  <c:v>40245</c:v>
                </c:pt>
                <c:pt idx="2003">
                  <c:v>40246</c:v>
                </c:pt>
                <c:pt idx="2004">
                  <c:v>40247</c:v>
                </c:pt>
                <c:pt idx="2005">
                  <c:v>40248</c:v>
                </c:pt>
                <c:pt idx="2006">
                  <c:v>40249</c:v>
                </c:pt>
                <c:pt idx="2007">
                  <c:v>40252</c:v>
                </c:pt>
                <c:pt idx="2008">
                  <c:v>40253</c:v>
                </c:pt>
                <c:pt idx="2009">
                  <c:v>40254</c:v>
                </c:pt>
                <c:pt idx="2010">
                  <c:v>40255</c:v>
                </c:pt>
                <c:pt idx="2011">
                  <c:v>40256</c:v>
                </c:pt>
                <c:pt idx="2012">
                  <c:v>40259</c:v>
                </c:pt>
                <c:pt idx="2013">
                  <c:v>40260</c:v>
                </c:pt>
                <c:pt idx="2014">
                  <c:v>40261</c:v>
                </c:pt>
                <c:pt idx="2015">
                  <c:v>40262</c:v>
                </c:pt>
                <c:pt idx="2016">
                  <c:v>40263</c:v>
                </c:pt>
                <c:pt idx="2017">
                  <c:v>40266</c:v>
                </c:pt>
                <c:pt idx="2018">
                  <c:v>40267</c:v>
                </c:pt>
                <c:pt idx="2019">
                  <c:v>40268</c:v>
                </c:pt>
                <c:pt idx="2020">
                  <c:v>40269</c:v>
                </c:pt>
                <c:pt idx="2021">
                  <c:v>40273</c:v>
                </c:pt>
                <c:pt idx="2022">
                  <c:v>40274</c:v>
                </c:pt>
                <c:pt idx="2023">
                  <c:v>40275</c:v>
                </c:pt>
                <c:pt idx="2024">
                  <c:v>40276</c:v>
                </c:pt>
                <c:pt idx="2025">
                  <c:v>40277</c:v>
                </c:pt>
                <c:pt idx="2026">
                  <c:v>40280</c:v>
                </c:pt>
                <c:pt idx="2027">
                  <c:v>40281</c:v>
                </c:pt>
                <c:pt idx="2028">
                  <c:v>40282</c:v>
                </c:pt>
                <c:pt idx="2029">
                  <c:v>40283</c:v>
                </c:pt>
                <c:pt idx="2030">
                  <c:v>40284</c:v>
                </c:pt>
                <c:pt idx="2031">
                  <c:v>40287</c:v>
                </c:pt>
                <c:pt idx="2032">
                  <c:v>40288</c:v>
                </c:pt>
                <c:pt idx="2033">
                  <c:v>40290</c:v>
                </c:pt>
                <c:pt idx="2034">
                  <c:v>40291</c:v>
                </c:pt>
                <c:pt idx="2035">
                  <c:v>40294</c:v>
                </c:pt>
                <c:pt idx="2036">
                  <c:v>40295</c:v>
                </c:pt>
                <c:pt idx="2037">
                  <c:v>40296</c:v>
                </c:pt>
                <c:pt idx="2038">
                  <c:v>40297</c:v>
                </c:pt>
                <c:pt idx="2039">
                  <c:v>40298</c:v>
                </c:pt>
                <c:pt idx="2040">
                  <c:v>40301</c:v>
                </c:pt>
                <c:pt idx="2041">
                  <c:v>40302</c:v>
                </c:pt>
                <c:pt idx="2042">
                  <c:v>40303</c:v>
                </c:pt>
                <c:pt idx="2043">
                  <c:v>40304</c:v>
                </c:pt>
                <c:pt idx="2044">
                  <c:v>40305</c:v>
                </c:pt>
                <c:pt idx="2045">
                  <c:v>40308</c:v>
                </c:pt>
                <c:pt idx="2046">
                  <c:v>40309</c:v>
                </c:pt>
                <c:pt idx="2047">
                  <c:v>40310</c:v>
                </c:pt>
                <c:pt idx="2048">
                  <c:v>40311</c:v>
                </c:pt>
                <c:pt idx="2049">
                  <c:v>40312</c:v>
                </c:pt>
                <c:pt idx="2050">
                  <c:v>40315</c:v>
                </c:pt>
                <c:pt idx="2051">
                  <c:v>40316</c:v>
                </c:pt>
                <c:pt idx="2052">
                  <c:v>40317</c:v>
                </c:pt>
                <c:pt idx="2053">
                  <c:v>40318</c:v>
                </c:pt>
                <c:pt idx="2054">
                  <c:v>40319</c:v>
                </c:pt>
                <c:pt idx="2055">
                  <c:v>40322</c:v>
                </c:pt>
                <c:pt idx="2056">
                  <c:v>40323</c:v>
                </c:pt>
                <c:pt idx="2057">
                  <c:v>40324</c:v>
                </c:pt>
                <c:pt idx="2058">
                  <c:v>40325</c:v>
                </c:pt>
                <c:pt idx="2059">
                  <c:v>40326</c:v>
                </c:pt>
                <c:pt idx="2060">
                  <c:v>40329</c:v>
                </c:pt>
                <c:pt idx="2061">
                  <c:v>40330</c:v>
                </c:pt>
                <c:pt idx="2062">
                  <c:v>40331</c:v>
                </c:pt>
                <c:pt idx="2063">
                  <c:v>40333</c:v>
                </c:pt>
                <c:pt idx="2064">
                  <c:v>40336</c:v>
                </c:pt>
                <c:pt idx="2065">
                  <c:v>40337</c:v>
                </c:pt>
                <c:pt idx="2066">
                  <c:v>40338</c:v>
                </c:pt>
                <c:pt idx="2067">
                  <c:v>40339</c:v>
                </c:pt>
                <c:pt idx="2068">
                  <c:v>40340</c:v>
                </c:pt>
                <c:pt idx="2069">
                  <c:v>40343</c:v>
                </c:pt>
                <c:pt idx="2070">
                  <c:v>40344</c:v>
                </c:pt>
                <c:pt idx="2071">
                  <c:v>40345</c:v>
                </c:pt>
                <c:pt idx="2072">
                  <c:v>40346</c:v>
                </c:pt>
                <c:pt idx="2073">
                  <c:v>40347</c:v>
                </c:pt>
                <c:pt idx="2074">
                  <c:v>40350</c:v>
                </c:pt>
                <c:pt idx="2075">
                  <c:v>40351</c:v>
                </c:pt>
                <c:pt idx="2076">
                  <c:v>40352</c:v>
                </c:pt>
                <c:pt idx="2077">
                  <c:v>40353</c:v>
                </c:pt>
                <c:pt idx="2078">
                  <c:v>40354</c:v>
                </c:pt>
                <c:pt idx="2079">
                  <c:v>40357</c:v>
                </c:pt>
                <c:pt idx="2080">
                  <c:v>40358</c:v>
                </c:pt>
                <c:pt idx="2081">
                  <c:v>40359</c:v>
                </c:pt>
                <c:pt idx="2082">
                  <c:v>40360</c:v>
                </c:pt>
                <c:pt idx="2083">
                  <c:v>40361</c:v>
                </c:pt>
                <c:pt idx="2084">
                  <c:v>40364</c:v>
                </c:pt>
                <c:pt idx="2085">
                  <c:v>40365</c:v>
                </c:pt>
                <c:pt idx="2086">
                  <c:v>40366</c:v>
                </c:pt>
                <c:pt idx="2087">
                  <c:v>40367</c:v>
                </c:pt>
                <c:pt idx="2088">
                  <c:v>40371</c:v>
                </c:pt>
                <c:pt idx="2089">
                  <c:v>40372</c:v>
                </c:pt>
                <c:pt idx="2090">
                  <c:v>40373</c:v>
                </c:pt>
                <c:pt idx="2091">
                  <c:v>40374</c:v>
                </c:pt>
                <c:pt idx="2092">
                  <c:v>40375</c:v>
                </c:pt>
                <c:pt idx="2093">
                  <c:v>40378</c:v>
                </c:pt>
                <c:pt idx="2094">
                  <c:v>40379</c:v>
                </c:pt>
                <c:pt idx="2095">
                  <c:v>40380</c:v>
                </c:pt>
                <c:pt idx="2096">
                  <c:v>40381</c:v>
                </c:pt>
                <c:pt idx="2097">
                  <c:v>40382</c:v>
                </c:pt>
                <c:pt idx="2098">
                  <c:v>40385</c:v>
                </c:pt>
                <c:pt idx="2099">
                  <c:v>40386</c:v>
                </c:pt>
                <c:pt idx="2100">
                  <c:v>40387</c:v>
                </c:pt>
                <c:pt idx="2101">
                  <c:v>40388</c:v>
                </c:pt>
                <c:pt idx="2102">
                  <c:v>40389</c:v>
                </c:pt>
                <c:pt idx="2103">
                  <c:v>40392</c:v>
                </c:pt>
                <c:pt idx="2104">
                  <c:v>40393</c:v>
                </c:pt>
                <c:pt idx="2105">
                  <c:v>40394</c:v>
                </c:pt>
                <c:pt idx="2106">
                  <c:v>40395</c:v>
                </c:pt>
                <c:pt idx="2107">
                  <c:v>40396</c:v>
                </c:pt>
                <c:pt idx="2108">
                  <c:v>40399</c:v>
                </c:pt>
                <c:pt idx="2109">
                  <c:v>40400</c:v>
                </c:pt>
                <c:pt idx="2110">
                  <c:v>40401</c:v>
                </c:pt>
                <c:pt idx="2111">
                  <c:v>40402</c:v>
                </c:pt>
                <c:pt idx="2112">
                  <c:v>40403</c:v>
                </c:pt>
                <c:pt idx="2113">
                  <c:v>40406</c:v>
                </c:pt>
                <c:pt idx="2114">
                  <c:v>40407</c:v>
                </c:pt>
                <c:pt idx="2115">
                  <c:v>40408</c:v>
                </c:pt>
                <c:pt idx="2116">
                  <c:v>40409</c:v>
                </c:pt>
                <c:pt idx="2117">
                  <c:v>40410</c:v>
                </c:pt>
                <c:pt idx="2118">
                  <c:v>40413</c:v>
                </c:pt>
                <c:pt idx="2119">
                  <c:v>40414</c:v>
                </c:pt>
                <c:pt idx="2120">
                  <c:v>40415</c:v>
                </c:pt>
                <c:pt idx="2121">
                  <c:v>40416</c:v>
                </c:pt>
                <c:pt idx="2122">
                  <c:v>40417</c:v>
                </c:pt>
                <c:pt idx="2123">
                  <c:v>40420</c:v>
                </c:pt>
                <c:pt idx="2124">
                  <c:v>40421</c:v>
                </c:pt>
                <c:pt idx="2125">
                  <c:v>40422</c:v>
                </c:pt>
                <c:pt idx="2126">
                  <c:v>40423</c:v>
                </c:pt>
                <c:pt idx="2127">
                  <c:v>40424</c:v>
                </c:pt>
                <c:pt idx="2128">
                  <c:v>40427</c:v>
                </c:pt>
                <c:pt idx="2129">
                  <c:v>40429</c:v>
                </c:pt>
                <c:pt idx="2130">
                  <c:v>40430</c:v>
                </c:pt>
                <c:pt idx="2131">
                  <c:v>40431</c:v>
                </c:pt>
                <c:pt idx="2132">
                  <c:v>40434</c:v>
                </c:pt>
                <c:pt idx="2133">
                  <c:v>40435</c:v>
                </c:pt>
                <c:pt idx="2134">
                  <c:v>40436</c:v>
                </c:pt>
                <c:pt idx="2135">
                  <c:v>40437</c:v>
                </c:pt>
                <c:pt idx="2136">
                  <c:v>40438</c:v>
                </c:pt>
                <c:pt idx="2137">
                  <c:v>40441</c:v>
                </c:pt>
                <c:pt idx="2138">
                  <c:v>40442</c:v>
                </c:pt>
                <c:pt idx="2139">
                  <c:v>40443</c:v>
                </c:pt>
                <c:pt idx="2140">
                  <c:v>40444</c:v>
                </c:pt>
                <c:pt idx="2141">
                  <c:v>40445</c:v>
                </c:pt>
                <c:pt idx="2142">
                  <c:v>40448</c:v>
                </c:pt>
                <c:pt idx="2143">
                  <c:v>40449</c:v>
                </c:pt>
                <c:pt idx="2144">
                  <c:v>40450</c:v>
                </c:pt>
                <c:pt idx="2145">
                  <c:v>40451</c:v>
                </c:pt>
                <c:pt idx="2146">
                  <c:v>40452</c:v>
                </c:pt>
                <c:pt idx="2147">
                  <c:v>40455</c:v>
                </c:pt>
                <c:pt idx="2148">
                  <c:v>40456</c:v>
                </c:pt>
                <c:pt idx="2149">
                  <c:v>40457</c:v>
                </c:pt>
                <c:pt idx="2150">
                  <c:v>40458</c:v>
                </c:pt>
                <c:pt idx="2151">
                  <c:v>40459</c:v>
                </c:pt>
                <c:pt idx="2152">
                  <c:v>40462</c:v>
                </c:pt>
                <c:pt idx="2153">
                  <c:v>40464</c:v>
                </c:pt>
                <c:pt idx="2154">
                  <c:v>40465</c:v>
                </c:pt>
                <c:pt idx="2155">
                  <c:v>40466</c:v>
                </c:pt>
                <c:pt idx="2156">
                  <c:v>40469</c:v>
                </c:pt>
                <c:pt idx="2157">
                  <c:v>40470</c:v>
                </c:pt>
                <c:pt idx="2158">
                  <c:v>40471</c:v>
                </c:pt>
                <c:pt idx="2159">
                  <c:v>40472</c:v>
                </c:pt>
                <c:pt idx="2160">
                  <c:v>40473</c:v>
                </c:pt>
                <c:pt idx="2161">
                  <c:v>40476</c:v>
                </c:pt>
                <c:pt idx="2162">
                  <c:v>40477</c:v>
                </c:pt>
                <c:pt idx="2163">
                  <c:v>40478</c:v>
                </c:pt>
                <c:pt idx="2164">
                  <c:v>40479</c:v>
                </c:pt>
                <c:pt idx="2165">
                  <c:v>40480</c:v>
                </c:pt>
                <c:pt idx="2166">
                  <c:v>40483</c:v>
                </c:pt>
                <c:pt idx="2167">
                  <c:v>40485</c:v>
                </c:pt>
                <c:pt idx="2168">
                  <c:v>40486</c:v>
                </c:pt>
                <c:pt idx="2169">
                  <c:v>40487</c:v>
                </c:pt>
                <c:pt idx="2170">
                  <c:v>40490</c:v>
                </c:pt>
                <c:pt idx="2171">
                  <c:v>40491</c:v>
                </c:pt>
                <c:pt idx="2172">
                  <c:v>40492</c:v>
                </c:pt>
                <c:pt idx="2173">
                  <c:v>40493</c:v>
                </c:pt>
                <c:pt idx="2174">
                  <c:v>40494</c:v>
                </c:pt>
                <c:pt idx="2175">
                  <c:v>40498</c:v>
                </c:pt>
                <c:pt idx="2176">
                  <c:v>40499</c:v>
                </c:pt>
                <c:pt idx="2177">
                  <c:v>40500</c:v>
                </c:pt>
                <c:pt idx="2178">
                  <c:v>40501</c:v>
                </c:pt>
                <c:pt idx="2179">
                  <c:v>40504</c:v>
                </c:pt>
                <c:pt idx="2180">
                  <c:v>40505</c:v>
                </c:pt>
                <c:pt idx="2181">
                  <c:v>40506</c:v>
                </c:pt>
                <c:pt idx="2182">
                  <c:v>40507</c:v>
                </c:pt>
                <c:pt idx="2183">
                  <c:v>40508</c:v>
                </c:pt>
                <c:pt idx="2184">
                  <c:v>40511</c:v>
                </c:pt>
                <c:pt idx="2185">
                  <c:v>40512</c:v>
                </c:pt>
                <c:pt idx="2186">
                  <c:v>40513</c:v>
                </c:pt>
                <c:pt idx="2187">
                  <c:v>40514</c:v>
                </c:pt>
                <c:pt idx="2188">
                  <c:v>40515</c:v>
                </c:pt>
                <c:pt idx="2189">
                  <c:v>40518</c:v>
                </c:pt>
                <c:pt idx="2190">
                  <c:v>40519</c:v>
                </c:pt>
                <c:pt idx="2191">
                  <c:v>40520</c:v>
                </c:pt>
                <c:pt idx="2192">
                  <c:v>40521</c:v>
                </c:pt>
                <c:pt idx="2193">
                  <c:v>40522</c:v>
                </c:pt>
                <c:pt idx="2194">
                  <c:v>40525</c:v>
                </c:pt>
                <c:pt idx="2195">
                  <c:v>40526</c:v>
                </c:pt>
                <c:pt idx="2196">
                  <c:v>40527</c:v>
                </c:pt>
                <c:pt idx="2197">
                  <c:v>40528</c:v>
                </c:pt>
                <c:pt idx="2198">
                  <c:v>40529</c:v>
                </c:pt>
                <c:pt idx="2199">
                  <c:v>40532</c:v>
                </c:pt>
                <c:pt idx="2200">
                  <c:v>40533</c:v>
                </c:pt>
                <c:pt idx="2201">
                  <c:v>40534</c:v>
                </c:pt>
                <c:pt idx="2202">
                  <c:v>40535</c:v>
                </c:pt>
                <c:pt idx="2203">
                  <c:v>40539</c:v>
                </c:pt>
                <c:pt idx="2204">
                  <c:v>40540</c:v>
                </c:pt>
                <c:pt idx="2205">
                  <c:v>40541</c:v>
                </c:pt>
                <c:pt idx="2206">
                  <c:v>40542</c:v>
                </c:pt>
                <c:pt idx="2207">
                  <c:v>40546</c:v>
                </c:pt>
                <c:pt idx="2208">
                  <c:v>40547</c:v>
                </c:pt>
                <c:pt idx="2209">
                  <c:v>40548</c:v>
                </c:pt>
                <c:pt idx="2210">
                  <c:v>40549</c:v>
                </c:pt>
                <c:pt idx="2211">
                  <c:v>40550</c:v>
                </c:pt>
                <c:pt idx="2212">
                  <c:v>40553</c:v>
                </c:pt>
                <c:pt idx="2213">
                  <c:v>40554</c:v>
                </c:pt>
                <c:pt idx="2214">
                  <c:v>40555</c:v>
                </c:pt>
                <c:pt idx="2215">
                  <c:v>40556</c:v>
                </c:pt>
                <c:pt idx="2216">
                  <c:v>40557</c:v>
                </c:pt>
                <c:pt idx="2217">
                  <c:v>40560</c:v>
                </c:pt>
                <c:pt idx="2218">
                  <c:v>40561</c:v>
                </c:pt>
                <c:pt idx="2219">
                  <c:v>40562</c:v>
                </c:pt>
                <c:pt idx="2220">
                  <c:v>40563</c:v>
                </c:pt>
                <c:pt idx="2221">
                  <c:v>40564</c:v>
                </c:pt>
                <c:pt idx="2222">
                  <c:v>40567</c:v>
                </c:pt>
                <c:pt idx="2223">
                  <c:v>40569</c:v>
                </c:pt>
                <c:pt idx="2224">
                  <c:v>40570</c:v>
                </c:pt>
                <c:pt idx="2225">
                  <c:v>40571</c:v>
                </c:pt>
                <c:pt idx="2226">
                  <c:v>40574</c:v>
                </c:pt>
                <c:pt idx="2227">
                  <c:v>40575</c:v>
                </c:pt>
                <c:pt idx="2228">
                  <c:v>40576</c:v>
                </c:pt>
                <c:pt idx="2229">
                  <c:v>40577</c:v>
                </c:pt>
                <c:pt idx="2230">
                  <c:v>40578</c:v>
                </c:pt>
                <c:pt idx="2231">
                  <c:v>40581</c:v>
                </c:pt>
                <c:pt idx="2232">
                  <c:v>40582</c:v>
                </c:pt>
                <c:pt idx="2233">
                  <c:v>40583</c:v>
                </c:pt>
                <c:pt idx="2234">
                  <c:v>40584</c:v>
                </c:pt>
                <c:pt idx="2235">
                  <c:v>40585</c:v>
                </c:pt>
                <c:pt idx="2236">
                  <c:v>40588</c:v>
                </c:pt>
                <c:pt idx="2237">
                  <c:v>40589</c:v>
                </c:pt>
                <c:pt idx="2238">
                  <c:v>40590</c:v>
                </c:pt>
                <c:pt idx="2239">
                  <c:v>40591</c:v>
                </c:pt>
                <c:pt idx="2240">
                  <c:v>40592</c:v>
                </c:pt>
                <c:pt idx="2241">
                  <c:v>40595</c:v>
                </c:pt>
                <c:pt idx="2242">
                  <c:v>40596</c:v>
                </c:pt>
                <c:pt idx="2243">
                  <c:v>40597</c:v>
                </c:pt>
                <c:pt idx="2244">
                  <c:v>40598</c:v>
                </c:pt>
                <c:pt idx="2245">
                  <c:v>40599</c:v>
                </c:pt>
                <c:pt idx="2246">
                  <c:v>40602</c:v>
                </c:pt>
                <c:pt idx="2247">
                  <c:v>40603</c:v>
                </c:pt>
                <c:pt idx="2248">
                  <c:v>40604</c:v>
                </c:pt>
                <c:pt idx="2249">
                  <c:v>40605</c:v>
                </c:pt>
                <c:pt idx="2250">
                  <c:v>40606</c:v>
                </c:pt>
                <c:pt idx="2251">
                  <c:v>40611</c:v>
                </c:pt>
                <c:pt idx="2252">
                  <c:v>40612</c:v>
                </c:pt>
                <c:pt idx="2253">
                  <c:v>40613</c:v>
                </c:pt>
                <c:pt idx="2254">
                  <c:v>40616</c:v>
                </c:pt>
                <c:pt idx="2255">
                  <c:v>40617</c:v>
                </c:pt>
                <c:pt idx="2256">
                  <c:v>40618</c:v>
                </c:pt>
                <c:pt idx="2257">
                  <c:v>40619</c:v>
                </c:pt>
                <c:pt idx="2258">
                  <c:v>40620</c:v>
                </c:pt>
                <c:pt idx="2259">
                  <c:v>40623</c:v>
                </c:pt>
                <c:pt idx="2260">
                  <c:v>40624</c:v>
                </c:pt>
                <c:pt idx="2261">
                  <c:v>40625</c:v>
                </c:pt>
                <c:pt idx="2262">
                  <c:v>40626</c:v>
                </c:pt>
                <c:pt idx="2263">
                  <c:v>40627</c:v>
                </c:pt>
                <c:pt idx="2264">
                  <c:v>40630</c:v>
                </c:pt>
                <c:pt idx="2265">
                  <c:v>40631</c:v>
                </c:pt>
                <c:pt idx="2266">
                  <c:v>40632</c:v>
                </c:pt>
                <c:pt idx="2267">
                  <c:v>40633</c:v>
                </c:pt>
                <c:pt idx="2268">
                  <c:v>40634</c:v>
                </c:pt>
                <c:pt idx="2269">
                  <c:v>40637</c:v>
                </c:pt>
                <c:pt idx="2270">
                  <c:v>40638</c:v>
                </c:pt>
                <c:pt idx="2271">
                  <c:v>40639</c:v>
                </c:pt>
                <c:pt idx="2272">
                  <c:v>40640</c:v>
                </c:pt>
                <c:pt idx="2273">
                  <c:v>40641</c:v>
                </c:pt>
                <c:pt idx="2274">
                  <c:v>40644</c:v>
                </c:pt>
                <c:pt idx="2275">
                  <c:v>40645</c:v>
                </c:pt>
                <c:pt idx="2276">
                  <c:v>40646</c:v>
                </c:pt>
                <c:pt idx="2277">
                  <c:v>40647</c:v>
                </c:pt>
                <c:pt idx="2278">
                  <c:v>40648</c:v>
                </c:pt>
                <c:pt idx="2279">
                  <c:v>40651</c:v>
                </c:pt>
                <c:pt idx="2280">
                  <c:v>40652</c:v>
                </c:pt>
                <c:pt idx="2281">
                  <c:v>40653</c:v>
                </c:pt>
                <c:pt idx="2282">
                  <c:v>40658</c:v>
                </c:pt>
                <c:pt idx="2283">
                  <c:v>40659</c:v>
                </c:pt>
                <c:pt idx="2284">
                  <c:v>40660</c:v>
                </c:pt>
                <c:pt idx="2285">
                  <c:v>40661</c:v>
                </c:pt>
                <c:pt idx="2286">
                  <c:v>40662</c:v>
                </c:pt>
                <c:pt idx="2287">
                  <c:v>40665</c:v>
                </c:pt>
                <c:pt idx="2288">
                  <c:v>40666</c:v>
                </c:pt>
                <c:pt idx="2289">
                  <c:v>40667</c:v>
                </c:pt>
                <c:pt idx="2290">
                  <c:v>40668</c:v>
                </c:pt>
                <c:pt idx="2291">
                  <c:v>40669</c:v>
                </c:pt>
                <c:pt idx="2292">
                  <c:v>40672</c:v>
                </c:pt>
                <c:pt idx="2293">
                  <c:v>40673</c:v>
                </c:pt>
                <c:pt idx="2294">
                  <c:v>40674</c:v>
                </c:pt>
                <c:pt idx="2295">
                  <c:v>40675</c:v>
                </c:pt>
                <c:pt idx="2296">
                  <c:v>40676</c:v>
                </c:pt>
                <c:pt idx="2297">
                  <c:v>40679</c:v>
                </c:pt>
                <c:pt idx="2298">
                  <c:v>40680</c:v>
                </c:pt>
                <c:pt idx="2299">
                  <c:v>40681</c:v>
                </c:pt>
                <c:pt idx="2300">
                  <c:v>40682</c:v>
                </c:pt>
                <c:pt idx="2301">
                  <c:v>40683</c:v>
                </c:pt>
                <c:pt idx="2302">
                  <c:v>40686</c:v>
                </c:pt>
                <c:pt idx="2303">
                  <c:v>40687</c:v>
                </c:pt>
                <c:pt idx="2304">
                  <c:v>40688</c:v>
                </c:pt>
                <c:pt idx="2305">
                  <c:v>40689</c:v>
                </c:pt>
                <c:pt idx="2306">
                  <c:v>40690</c:v>
                </c:pt>
                <c:pt idx="2307">
                  <c:v>40693</c:v>
                </c:pt>
                <c:pt idx="2308">
                  <c:v>40694</c:v>
                </c:pt>
                <c:pt idx="2309">
                  <c:v>40695</c:v>
                </c:pt>
                <c:pt idx="2310">
                  <c:v>40696</c:v>
                </c:pt>
                <c:pt idx="2311">
                  <c:v>40697</c:v>
                </c:pt>
                <c:pt idx="2312">
                  <c:v>40700</c:v>
                </c:pt>
                <c:pt idx="2313">
                  <c:v>40701</c:v>
                </c:pt>
                <c:pt idx="2314">
                  <c:v>40702</c:v>
                </c:pt>
                <c:pt idx="2315">
                  <c:v>40703</c:v>
                </c:pt>
                <c:pt idx="2316">
                  <c:v>40704</c:v>
                </c:pt>
                <c:pt idx="2317">
                  <c:v>40707</c:v>
                </c:pt>
                <c:pt idx="2318">
                  <c:v>40708</c:v>
                </c:pt>
                <c:pt idx="2319">
                  <c:v>40709</c:v>
                </c:pt>
                <c:pt idx="2320">
                  <c:v>40710</c:v>
                </c:pt>
                <c:pt idx="2321">
                  <c:v>40711</c:v>
                </c:pt>
                <c:pt idx="2322">
                  <c:v>40714</c:v>
                </c:pt>
                <c:pt idx="2323">
                  <c:v>40715</c:v>
                </c:pt>
                <c:pt idx="2324">
                  <c:v>40716</c:v>
                </c:pt>
                <c:pt idx="2325">
                  <c:v>40718</c:v>
                </c:pt>
                <c:pt idx="2326">
                  <c:v>40721</c:v>
                </c:pt>
                <c:pt idx="2327">
                  <c:v>40722</c:v>
                </c:pt>
                <c:pt idx="2328">
                  <c:v>40723</c:v>
                </c:pt>
                <c:pt idx="2329">
                  <c:v>40724</c:v>
                </c:pt>
                <c:pt idx="2330">
                  <c:v>40725</c:v>
                </c:pt>
                <c:pt idx="2331">
                  <c:v>40728</c:v>
                </c:pt>
                <c:pt idx="2332">
                  <c:v>40729</c:v>
                </c:pt>
                <c:pt idx="2333">
                  <c:v>40730</c:v>
                </c:pt>
                <c:pt idx="2334">
                  <c:v>40731</c:v>
                </c:pt>
                <c:pt idx="2335">
                  <c:v>40732</c:v>
                </c:pt>
                <c:pt idx="2336">
                  <c:v>40735</c:v>
                </c:pt>
                <c:pt idx="2337">
                  <c:v>40736</c:v>
                </c:pt>
                <c:pt idx="2338">
                  <c:v>40737</c:v>
                </c:pt>
                <c:pt idx="2339">
                  <c:v>40738</c:v>
                </c:pt>
                <c:pt idx="2340">
                  <c:v>40739</c:v>
                </c:pt>
                <c:pt idx="2341">
                  <c:v>40742</c:v>
                </c:pt>
                <c:pt idx="2342">
                  <c:v>40743</c:v>
                </c:pt>
                <c:pt idx="2343">
                  <c:v>40744</c:v>
                </c:pt>
                <c:pt idx="2344">
                  <c:v>40745</c:v>
                </c:pt>
                <c:pt idx="2345">
                  <c:v>40746</c:v>
                </c:pt>
                <c:pt idx="2346">
                  <c:v>40749</c:v>
                </c:pt>
                <c:pt idx="2347">
                  <c:v>40750</c:v>
                </c:pt>
                <c:pt idx="2348">
                  <c:v>40751</c:v>
                </c:pt>
                <c:pt idx="2349">
                  <c:v>40752</c:v>
                </c:pt>
                <c:pt idx="2350">
                  <c:v>40753</c:v>
                </c:pt>
                <c:pt idx="2351">
                  <c:v>40756</c:v>
                </c:pt>
                <c:pt idx="2352">
                  <c:v>40757</c:v>
                </c:pt>
                <c:pt idx="2353">
                  <c:v>40758</c:v>
                </c:pt>
                <c:pt idx="2354">
                  <c:v>40759</c:v>
                </c:pt>
                <c:pt idx="2355">
                  <c:v>40760</c:v>
                </c:pt>
                <c:pt idx="2356">
                  <c:v>40763</c:v>
                </c:pt>
                <c:pt idx="2357">
                  <c:v>40764</c:v>
                </c:pt>
                <c:pt idx="2358">
                  <c:v>40765</c:v>
                </c:pt>
                <c:pt idx="2359">
                  <c:v>40766</c:v>
                </c:pt>
                <c:pt idx="2360">
                  <c:v>40767</c:v>
                </c:pt>
                <c:pt idx="2361">
                  <c:v>40770</c:v>
                </c:pt>
                <c:pt idx="2362">
                  <c:v>40771</c:v>
                </c:pt>
                <c:pt idx="2363">
                  <c:v>40772</c:v>
                </c:pt>
                <c:pt idx="2364">
                  <c:v>40773</c:v>
                </c:pt>
                <c:pt idx="2365">
                  <c:v>40774</c:v>
                </c:pt>
                <c:pt idx="2366">
                  <c:v>40777</c:v>
                </c:pt>
                <c:pt idx="2367">
                  <c:v>40778</c:v>
                </c:pt>
                <c:pt idx="2368">
                  <c:v>40779</c:v>
                </c:pt>
                <c:pt idx="2369">
                  <c:v>40780</c:v>
                </c:pt>
                <c:pt idx="2370">
                  <c:v>40781</c:v>
                </c:pt>
                <c:pt idx="2371">
                  <c:v>40784</c:v>
                </c:pt>
                <c:pt idx="2372">
                  <c:v>40785</c:v>
                </c:pt>
                <c:pt idx="2373">
                  <c:v>40786</c:v>
                </c:pt>
                <c:pt idx="2374">
                  <c:v>40787</c:v>
                </c:pt>
                <c:pt idx="2375">
                  <c:v>40788</c:v>
                </c:pt>
                <c:pt idx="2376">
                  <c:v>40791</c:v>
                </c:pt>
                <c:pt idx="2377">
                  <c:v>40792</c:v>
                </c:pt>
                <c:pt idx="2378">
                  <c:v>40794</c:v>
                </c:pt>
                <c:pt idx="2379">
                  <c:v>40795</c:v>
                </c:pt>
                <c:pt idx="2380">
                  <c:v>40798</c:v>
                </c:pt>
                <c:pt idx="2381">
                  <c:v>40799</c:v>
                </c:pt>
                <c:pt idx="2382">
                  <c:v>40800</c:v>
                </c:pt>
                <c:pt idx="2383">
                  <c:v>40801</c:v>
                </c:pt>
                <c:pt idx="2384">
                  <c:v>40802</c:v>
                </c:pt>
                <c:pt idx="2385">
                  <c:v>40805</c:v>
                </c:pt>
                <c:pt idx="2386">
                  <c:v>40806</c:v>
                </c:pt>
                <c:pt idx="2387">
                  <c:v>40807</c:v>
                </c:pt>
                <c:pt idx="2388">
                  <c:v>40808</c:v>
                </c:pt>
                <c:pt idx="2389">
                  <c:v>40809</c:v>
                </c:pt>
                <c:pt idx="2390">
                  <c:v>40812</c:v>
                </c:pt>
                <c:pt idx="2391">
                  <c:v>40813</c:v>
                </c:pt>
                <c:pt idx="2392">
                  <c:v>40814</c:v>
                </c:pt>
                <c:pt idx="2393">
                  <c:v>40815</c:v>
                </c:pt>
                <c:pt idx="2394">
                  <c:v>40816</c:v>
                </c:pt>
                <c:pt idx="2395">
                  <c:v>40819</c:v>
                </c:pt>
                <c:pt idx="2396">
                  <c:v>40820</c:v>
                </c:pt>
                <c:pt idx="2397">
                  <c:v>40821</c:v>
                </c:pt>
                <c:pt idx="2398">
                  <c:v>40822</c:v>
                </c:pt>
                <c:pt idx="2399">
                  <c:v>40823</c:v>
                </c:pt>
                <c:pt idx="2400">
                  <c:v>40826</c:v>
                </c:pt>
                <c:pt idx="2401">
                  <c:v>40827</c:v>
                </c:pt>
                <c:pt idx="2402">
                  <c:v>40829</c:v>
                </c:pt>
                <c:pt idx="2403">
                  <c:v>40830</c:v>
                </c:pt>
                <c:pt idx="2404">
                  <c:v>40833</c:v>
                </c:pt>
                <c:pt idx="2405">
                  <c:v>40834</c:v>
                </c:pt>
                <c:pt idx="2406">
                  <c:v>40835</c:v>
                </c:pt>
                <c:pt idx="2407">
                  <c:v>40836</c:v>
                </c:pt>
                <c:pt idx="2408">
                  <c:v>40837</c:v>
                </c:pt>
                <c:pt idx="2409">
                  <c:v>40840</c:v>
                </c:pt>
                <c:pt idx="2410">
                  <c:v>40841</c:v>
                </c:pt>
                <c:pt idx="2411">
                  <c:v>40842</c:v>
                </c:pt>
                <c:pt idx="2412">
                  <c:v>40843</c:v>
                </c:pt>
                <c:pt idx="2413">
                  <c:v>40844</c:v>
                </c:pt>
                <c:pt idx="2414">
                  <c:v>40847</c:v>
                </c:pt>
                <c:pt idx="2415">
                  <c:v>40848</c:v>
                </c:pt>
                <c:pt idx="2416">
                  <c:v>40850</c:v>
                </c:pt>
                <c:pt idx="2417">
                  <c:v>40851</c:v>
                </c:pt>
                <c:pt idx="2418">
                  <c:v>40854</c:v>
                </c:pt>
                <c:pt idx="2419">
                  <c:v>40855</c:v>
                </c:pt>
                <c:pt idx="2420">
                  <c:v>40856</c:v>
                </c:pt>
                <c:pt idx="2421">
                  <c:v>40857</c:v>
                </c:pt>
                <c:pt idx="2422">
                  <c:v>40858</c:v>
                </c:pt>
                <c:pt idx="2423">
                  <c:v>40861</c:v>
                </c:pt>
                <c:pt idx="2424">
                  <c:v>40863</c:v>
                </c:pt>
                <c:pt idx="2425">
                  <c:v>40864</c:v>
                </c:pt>
                <c:pt idx="2426">
                  <c:v>40865</c:v>
                </c:pt>
                <c:pt idx="2427">
                  <c:v>40868</c:v>
                </c:pt>
                <c:pt idx="2428">
                  <c:v>40869</c:v>
                </c:pt>
                <c:pt idx="2429">
                  <c:v>40870</c:v>
                </c:pt>
                <c:pt idx="2430">
                  <c:v>40871</c:v>
                </c:pt>
                <c:pt idx="2431">
                  <c:v>40872</c:v>
                </c:pt>
                <c:pt idx="2432">
                  <c:v>40875</c:v>
                </c:pt>
                <c:pt idx="2433">
                  <c:v>40876</c:v>
                </c:pt>
                <c:pt idx="2434">
                  <c:v>40877</c:v>
                </c:pt>
                <c:pt idx="2435">
                  <c:v>40878</c:v>
                </c:pt>
                <c:pt idx="2436">
                  <c:v>40879</c:v>
                </c:pt>
                <c:pt idx="2437">
                  <c:v>40882</c:v>
                </c:pt>
                <c:pt idx="2438">
                  <c:v>40883</c:v>
                </c:pt>
                <c:pt idx="2439">
                  <c:v>40884</c:v>
                </c:pt>
                <c:pt idx="2440">
                  <c:v>40885</c:v>
                </c:pt>
                <c:pt idx="2441">
                  <c:v>40886</c:v>
                </c:pt>
                <c:pt idx="2442">
                  <c:v>40889</c:v>
                </c:pt>
                <c:pt idx="2443">
                  <c:v>40890</c:v>
                </c:pt>
                <c:pt idx="2444">
                  <c:v>40891</c:v>
                </c:pt>
                <c:pt idx="2445">
                  <c:v>40892</c:v>
                </c:pt>
                <c:pt idx="2446">
                  <c:v>40893</c:v>
                </c:pt>
                <c:pt idx="2447">
                  <c:v>40896</c:v>
                </c:pt>
                <c:pt idx="2448">
                  <c:v>40897</c:v>
                </c:pt>
                <c:pt idx="2449">
                  <c:v>40898</c:v>
                </c:pt>
                <c:pt idx="2450">
                  <c:v>40899</c:v>
                </c:pt>
                <c:pt idx="2451">
                  <c:v>40900</c:v>
                </c:pt>
                <c:pt idx="2452">
                  <c:v>40903</c:v>
                </c:pt>
                <c:pt idx="2453">
                  <c:v>40904</c:v>
                </c:pt>
                <c:pt idx="2454">
                  <c:v>40905</c:v>
                </c:pt>
                <c:pt idx="2455">
                  <c:v>40906</c:v>
                </c:pt>
                <c:pt idx="2456">
                  <c:v>40910</c:v>
                </c:pt>
                <c:pt idx="2457">
                  <c:v>40911</c:v>
                </c:pt>
                <c:pt idx="2458">
                  <c:v>40912</c:v>
                </c:pt>
                <c:pt idx="2459">
                  <c:v>40913</c:v>
                </c:pt>
                <c:pt idx="2460">
                  <c:v>40914</c:v>
                </c:pt>
                <c:pt idx="2461">
                  <c:v>40917</c:v>
                </c:pt>
                <c:pt idx="2462">
                  <c:v>40918</c:v>
                </c:pt>
                <c:pt idx="2463">
                  <c:v>40919</c:v>
                </c:pt>
                <c:pt idx="2464">
                  <c:v>40920</c:v>
                </c:pt>
                <c:pt idx="2465">
                  <c:v>40921</c:v>
                </c:pt>
                <c:pt idx="2466">
                  <c:v>40924</c:v>
                </c:pt>
                <c:pt idx="2467">
                  <c:v>40925</c:v>
                </c:pt>
                <c:pt idx="2468">
                  <c:v>40926</c:v>
                </c:pt>
                <c:pt idx="2469">
                  <c:v>40927</c:v>
                </c:pt>
                <c:pt idx="2470">
                  <c:v>40928</c:v>
                </c:pt>
                <c:pt idx="2471">
                  <c:v>40931</c:v>
                </c:pt>
                <c:pt idx="2472">
                  <c:v>40932</c:v>
                </c:pt>
                <c:pt idx="2473">
                  <c:v>40934</c:v>
                </c:pt>
                <c:pt idx="2474">
                  <c:v>40935</c:v>
                </c:pt>
                <c:pt idx="2475">
                  <c:v>40938</c:v>
                </c:pt>
                <c:pt idx="2476">
                  <c:v>40939</c:v>
                </c:pt>
                <c:pt idx="2477">
                  <c:v>40940</c:v>
                </c:pt>
                <c:pt idx="2478">
                  <c:v>40941</c:v>
                </c:pt>
                <c:pt idx="2479">
                  <c:v>40942</c:v>
                </c:pt>
                <c:pt idx="2480">
                  <c:v>40945</c:v>
                </c:pt>
                <c:pt idx="2481">
                  <c:v>40946</c:v>
                </c:pt>
                <c:pt idx="2482">
                  <c:v>40947</c:v>
                </c:pt>
                <c:pt idx="2483">
                  <c:v>40948</c:v>
                </c:pt>
                <c:pt idx="2484">
                  <c:v>40949</c:v>
                </c:pt>
                <c:pt idx="2485">
                  <c:v>40952</c:v>
                </c:pt>
                <c:pt idx="2486">
                  <c:v>40953</c:v>
                </c:pt>
                <c:pt idx="2487">
                  <c:v>40954</c:v>
                </c:pt>
                <c:pt idx="2488">
                  <c:v>40955</c:v>
                </c:pt>
                <c:pt idx="2489">
                  <c:v>40956</c:v>
                </c:pt>
                <c:pt idx="2490">
                  <c:v>40961</c:v>
                </c:pt>
                <c:pt idx="2491">
                  <c:v>40962</c:v>
                </c:pt>
                <c:pt idx="2492">
                  <c:v>40963</c:v>
                </c:pt>
                <c:pt idx="2493">
                  <c:v>40966</c:v>
                </c:pt>
                <c:pt idx="2494">
                  <c:v>40967</c:v>
                </c:pt>
                <c:pt idx="2495">
                  <c:v>40968</c:v>
                </c:pt>
                <c:pt idx="2496">
                  <c:v>40969</c:v>
                </c:pt>
                <c:pt idx="2497">
                  <c:v>40970</c:v>
                </c:pt>
                <c:pt idx="2498">
                  <c:v>40973</c:v>
                </c:pt>
                <c:pt idx="2499">
                  <c:v>40974</c:v>
                </c:pt>
                <c:pt idx="2500">
                  <c:v>40975</c:v>
                </c:pt>
                <c:pt idx="2501">
                  <c:v>40976</c:v>
                </c:pt>
                <c:pt idx="2502">
                  <c:v>40977</c:v>
                </c:pt>
                <c:pt idx="2503">
                  <c:v>40980</c:v>
                </c:pt>
                <c:pt idx="2504">
                  <c:v>40981</c:v>
                </c:pt>
                <c:pt idx="2505">
                  <c:v>40982</c:v>
                </c:pt>
                <c:pt idx="2506">
                  <c:v>40983</c:v>
                </c:pt>
                <c:pt idx="2507">
                  <c:v>40984</c:v>
                </c:pt>
                <c:pt idx="2508">
                  <c:v>40987</c:v>
                </c:pt>
                <c:pt idx="2509">
                  <c:v>40988</c:v>
                </c:pt>
                <c:pt idx="2510">
                  <c:v>40989</c:v>
                </c:pt>
                <c:pt idx="2511">
                  <c:v>40990</c:v>
                </c:pt>
                <c:pt idx="2512">
                  <c:v>40991</c:v>
                </c:pt>
                <c:pt idx="2513">
                  <c:v>40994</c:v>
                </c:pt>
                <c:pt idx="2514">
                  <c:v>40995</c:v>
                </c:pt>
                <c:pt idx="2515">
                  <c:v>40996</c:v>
                </c:pt>
                <c:pt idx="2516">
                  <c:v>40997</c:v>
                </c:pt>
                <c:pt idx="2517">
                  <c:v>40998</c:v>
                </c:pt>
                <c:pt idx="2518">
                  <c:v>41001</c:v>
                </c:pt>
                <c:pt idx="2519">
                  <c:v>41002</c:v>
                </c:pt>
                <c:pt idx="2520">
                  <c:v>41003</c:v>
                </c:pt>
                <c:pt idx="2521">
                  <c:v>41004</c:v>
                </c:pt>
                <c:pt idx="2522">
                  <c:v>41008</c:v>
                </c:pt>
                <c:pt idx="2523">
                  <c:v>41009</c:v>
                </c:pt>
                <c:pt idx="2524">
                  <c:v>41010</c:v>
                </c:pt>
                <c:pt idx="2525">
                  <c:v>41011</c:v>
                </c:pt>
                <c:pt idx="2526">
                  <c:v>41012</c:v>
                </c:pt>
                <c:pt idx="2527">
                  <c:v>41015</c:v>
                </c:pt>
                <c:pt idx="2528">
                  <c:v>41016</c:v>
                </c:pt>
                <c:pt idx="2529">
                  <c:v>41017</c:v>
                </c:pt>
                <c:pt idx="2530">
                  <c:v>41018</c:v>
                </c:pt>
                <c:pt idx="2531">
                  <c:v>41019</c:v>
                </c:pt>
                <c:pt idx="2532">
                  <c:v>41022</c:v>
                </c:pt>
                <c:pt idx="2533">
                  <c:v>41023</c:v>
                </c:pt>
                <c:pt idx="2534">
                  <c:v>41024</c:v>
                </c:pt>
                <c:pt idx="2535">
                  <c:v>41025</c:v>
                </c:pt>
                <c:pt idx="2536">
                  <c:v>41026</c:v>
                </c:pt>
                <c:pt idx="2537">
                  <c:v>41029</c:v>
                </c:pt>
                <c:pt idx="2538">
                  <c:v>41031</c:v>
                </c:pt>
                <c:pt idx="2539">
                  <c:v>41032</c:v>
                </c:pt>
                <c:pt idx="2540">
                  <c:v>41033</c:v>
                </c:pt>
                <c:pt idx="2541">
                  <c:v>41036</c:v>
                </c:pt>
                <c:pt idx="2542">
                  <c:v>41037</c:v>
                </c:pt>
                <c:pt idx="2543">
                  <c:v>41038</c:v>
                </c:pt>
                <c:pt idx="2544">
                  <c:v>41039</c:v>
                </c:pt>
                <c:pt idx="2545">
                  <c:v>41040</c:v>
                </c:pt>
                <c:pt idx="2546">
                  <c:v>41043</c:v>
                </c:pt>
                <c:pt idx="2547">
                  <c:v>41044</c:v>
                </c:pt>
                <c:pt idx="2548">
                  <c:v>41045</c:v>
                </c:pt>
                <c:pt idx="2549">
                  <c:v>41046</c:v>
                </c:pt>
                <c:pt idx="2550">
                  <c:v>41047</c:v>
                </c:pt>
                <c:pt idx="2551">
                  <c:v>41050</c:v>
                </c:pt>
                <c:pt idx="2552">
                  <c:v>41051</c:v>
                </c:pt>
                <c:pt idx="2553">
                  <c:v>41052</c:v>
                </c:pt>
                <c:pt idx="2554">
                  <c:v>41053</c:v>
                </c:pt>
                <c:pt idx="2555">
                  <c:v>41054</c:v>
                </c:pt>
                <c:pt idx="2556">
                  <c:v>41057</c:v>
                </c:pt>
                <c:pt idx="2557">
                  <c:v>41058</c:v>
                </c:pt>
                <c:pt idx="2558">
                  <c:v>41059</c:v>
                </c:pt>
                <c:pt idx="2559">
                  <c:v>41060</c:v>
                </c:pt>
                <c:pt idx="2560">
                  <c:v>41061</c:v>
                </c:pt>
                <c:pt idx="2561">
                  <c:v>41064</c:v>
                </c:pt>
                <c:pt idx="2562">
                  <c:v>41065</c:v>
                </c:pt>
                <c:pt idx="2563">
                  <c:v>41066</c:v>
                </c:pt>
                <c:pt idx="2564">
                  <c:v>41068</c:v>
                </c:pt>
                <c:pt idx="2565">
                  <c:v>41071</c:v>
                </c:pt>
                <c:pt idx="2566">
                  <c:v>41072</c:v>
                </c:pt>
                <c:pt idx="2567">
                  <c:v>41073</c:v>
                </c:pt>
                <c:pt idx="2568">
                  <c:v>41074</c:v>
                </c:pt>
                <c:pt idx="2569">
                  <c:v>41075</c:v>
                </c:pt>
                <c:pt idx="2570">
                  <c:v>41078</c:v>
                </c:pt>
                <c:pt idx="2571">
                  <c:v>41079</c:v>
                </c:pt>
                <c:pt idx="2572">
                  <c:v>41080</c:v>
                </c:pt>
                <c:pt idx="2573">
                  <c:v>41081</c:v>
                </c:pt>
                <c:pt idx="2574">
                  <c:v>41082</c:v>
                </c:pt>
                <c:pt idx="2575">
                  <c:v>41085</c:v>
                </c:pt>
                <c:pt idx="2576">
                  <c:v>41086</c:v>
                </c:pt>
                <c:pt idx="2577">
                  <c:v>41087</c:v>
                </c:pt>
                <c:pt idx="2578">
                  <c:v>41088</c:v>
                </c:pt>
                <c:pt idx="2579">
                  <c:v>41089</c:v>
                </c:pt>
                <c:pt idx="2580">
                  <c:v>41092</c:v>
                </c:pt>
                <c:pt idx="2581">
                  <c:v>41093</c:v>
                </c:pt>
                <c:pt idx="2582">
                  <c:v>41094</c:v>
                </c:pt>
                <c:pt idx="2583">
                  <c:v>41095</c:v>
                </c:pt>
                <c:pt idx="2584">
                  <c:v>41096</c:v>
                </c:pt>
                <c:pt idx="2585">
                  <c:v>41100</c:v>
                </c:pt>
                <c:pt idx="2586">
                  <c:v>41101</c:v>
                </c:pt>
                <c:pt idx="2587">
                  <c:v>41102</c:v>
                </c:pt>
                <c:pt idx="2588">
                  <c:v>41103</c:v>
                </c:pt>
                <c:pt idx="2589">
                  <c:v>41106</c:v>
                </c:pt>
                <c:pt idx="2590">
                  <c:v>41107</c:v>
                </c:pt>
                <c:pt idx="2591">
                  <c:v>41108</c:v>
                </c:pt>
                <c:pt idx="2592">
                  <c:v>41109</c:v>
                </c:pt>
                <c:pt idx="2593">
                  <c:v>41110</c:v>
                </c:pt>
                <c:pt idx="2594">
                  <c:v>41113</c:v>
                </c:pt>
                <c:pt idx="2595">
                  <c:v>41114</c:v>
                </c:pt>
                <c:pt idx="2596">
                  <c:v>41115</c:v>
                </c:pt>
                <c:pt idx="2597">
                  <c:v>41116</c:v>
                </c:pt>
                <c:pt idx="2598">
                  <c:v>41117</c:v>
                </c:pt>
                <c:pt idx="2599">
                  <c:v>41120</c:v>
                </c:pt>
                <c:pt idx="2600">
                  <c:v>41121</c:v>
                </c:pt>
                <c:pt idx="2601">
                  <c:v>41122</c:v>
                </c:pt>
                <c:pt idx="2602">
                  <c:v>41123</c:v>
                </c:pt>
                <c:pt idx="2603">
                  <c:v>41124</c:v>
                </c:pt>
                <c:pt idx="2604">
                  <c:v>41127</c:v>
                </c:pt>
                <c:pt idx="2605">
                  <c:v>41128</c:v>
                </c:pt>
                <c:pt idx="2606">
                  <c:v>41129</c:v>
                </c:pt>
                <c:pt idx="2607">
                  <c:v>41130</c:v>
                </c:pt>
                <c:pt idx="2608">
                  <c:v>41131</c:v>
                </c:pt>
                <c:pt idx="2609">
                  <c:v>41134</c:v>
                </c:pt>
                <c:pt idx="2610">
                  <c:v>41135</c:v>
                </c:pt>
                <c:pt idx="2611">
                  <c:v>41136</c:v>
                </c:pt>
                <c:pt idx="2612">
                  <c:v>41137</c:v>
                </c:pt>
                <c:pt idx="2613">
                  <c:v>41138</c:v>
                </c:pt>
                <c:pt idx="2614">
                  <c:v>41141</c:v>
                </c:pt>
                <c:pt idx="2615">
                  <c:v>41142</c:v>
                </c:pt>
                <c:pt idx="2616">
                  <c:v>41143</c:v>
                </c:pt>
                <c:pt idx="2617">
                  <c:v>41144</c:v>
                </c:pt>
                <c:pt idx="2618">
                  <c:v>41145</c:v>
                </c:pt>
                <c:pt idx="2619">
                  <c:v>41148</c:v>
                </c:pt>
                <c:pt idx="2620">
                  <c:v>41149</c:v>
                </c:pt>
                <c:pt idx="2621">
                  <c:v>41150</c:v>
                </c:pt>
                <c:pt idx="2622">
                  <c:v>41151</c:v>
                </c:pt>
                <c:pt idx="2623">
                  <c:v>41152</c:v>
                </c:pt>
                <c:pt idx="2624">
                  <c:v>41155</c:v>
                </c:pt>
                <c:pt idx="2625">
                  <c:v>41156</c:v>
                </c:pt>
                <c:pt idx="2626">
                  <c:v>41157</c:v>
                </c:pt>
                <c:pt idx="2627">
                  <c:v>41158</c:v>
                </c:pt>
                <c:pt idx="2628">
                  <c:v>41162</c:v>
                </c:pt>
                <c:pt idx="2629">
                  <c:v>41163</c:v>
                </c:pt>
                <c:pt idx="2630">
                  <c:v>41164</c:v>
                </c:pt>
                <c:pt idx="2631">
                  <c:v>41165</c:v>
                </c:pt>
                <c:pt idx="2632">
                  <c:v>41166</c:v>
                </c:pt>
                <c:pt idx="2633">
                  <c:v>41169</c:v>
                </c:pt>
                <c:pt idx="2634">
                  <c:v>41170</c:v>
                </c:pt>
                <c:pt idx="2635">
                  <c:v>41171</c:v>
                </c:pt>
                <c:pt idx="2636">
                  <c:v>41172</c:v>
                </c:pt>
                <c:pt idx="2637">
                  <c:v>41173</c:v>
                </c:pt>
                <c:pt idx="2638">
                  <c:v>41176</c:v>
                </c:pt>
                <c:pt idx="2639">
                  <c:v>41177</c:v>
                </c:pt>
                <c:pt idx="2640">
                  <c:v>41178</c:v>
                </c:pt>
                <c:pt idx="2641">
                  <c:v>41179</c:v>
                </c:pt>
                <c:pt idx="2642">
                  <c:v>41180</c:v>
                </c:pt>
                <c:pt idx="2643">
                  <c:v>41183</c:v>
                </c:pt>
                <c:pt idx="2644">
                  <c:v>41184</c:v>
                </c:pt>
                <c:pt idx="2645">
                  <c:v>41185</c:v>
                </c:pt>
                <c:pt idx="2646">
                  <c:v>41186</c:v>
                </c:pt>
                <c:pt idx="2647">
                  <c:v>41187</c:v>
                </c:pt>
                <c:pt idx="2648">
                  <c:v>41190</c:v>
                </c:pt>
                <c:pt idx="2649">
                  <c:v>41191</c:v>
                </c:pt>
                <c:pt idx="2650">
                  <c:v>41192</c:v>
                </c:pt>
                <c:pt idx="2651">
                  <c:v>41193</c:v>
                </c:pt>
                <c:pt idx="2652">
                  <c:v>41197</c:v>
                </c:pt>
                <c:pt idx="2653">
                  <c:v>41198</c:v>
                </c:pt>
                <c:pt idx="2654">
                  <c:v>41199</c:v>
                </c:pt>
                <c:pt idx="2655">
                  <c:v>41200</c:v>
                </c:pt>
                <c:pt idx="2656">
                  <c:v>41201</c:v>
                </c:pt>
                <c:pt idx="2657">
                  <c:v>41204</c:v>
                </c:pt>
                <c:pt idx="2658">
                  <c:v>41205</c:v>
                </c:pt>
                <c:pt idx="2659">
                  <c:v>41206</c:v>
                </c:pt>
                <c:pt idx="2660">
                  <c:v>41207</c:v>
                </c:pt>
                <c:pt idx="2661">
                  <c:v>41208</c:v>
                </c:pt>
                <c:pt idx="2662">
                  <c:v>41211</c:v>
                </c:pt>
                <c:pt idx="2663">
                  <c:v>41212</c:v>
                </c:pt>
                <c:pt idx="2664">
                  <c:v>41213</c:v>
                </c:pt>
                <c:pt idx="2665">
                  <c:v>41214</c:v>
                </c:pt>
                <c:pt idx="2666">
                  <c:v>41218</c:v>
                </c:pt>
                <c:pt idx="2667">
                  <c:v>41219</c:v>
                </c:pt>
                <c:pt idx="2668">
                  <c:v>41220</c:v>
                </c:pt>
                <c:pt idx="2669">
                  <c:v>41221</c:v>
                </c:pt>
                <c:pt idx="2670">
                  <c:v>41222</c:v>
                </c:pt>
                <c:pt idx="2671">
                  <c:v>41225</c:v>
                </c:pt>
                <c:pt idx="2672">
                  <c:v>41226</c:v>
                </c:pt>
                <c:pt idx="2673">
                  <c:v>41227</c:v>
                </c:pt>
                <c:pt idx="2674">
                  <c:v>41229</c:v>
                </c:pt>
                <c:pt idx="2675">
                  <c:v>41232</c:v>
                </c:pt>
                <c:pt idx="2676">
                  <c:v>41234</c:v>
                </c:pt>
                <c:pt idx="2677">
                  <c:v>41235</c:v>
                </c:pt>
                <c:pt idx="2678">
                  <c:v>41236</c:v>
                </c:pt>
                <c:pt idx="2679">
                  <c:v>41239</c:v>
                </c:pt>
                <c:pt idx="2680">
                  <c:v>41240</c:v>
                </c:pt>
                <c:pt idx="2681">
                  <c:v>41241</c:v>
                </c:pt>
                <c:pt idx="2682">
                  <c:v>41242</c:v>
                </c:pt>
                <c:pt idx="2683">
                  <c:v>41243</c:v>
                </c:pt>
                <c:pt idx="2684">
                  <c:v>41246</c:v>
                </c:pt>
                <c:pt idx="2685">
                  <c:v>41247</c:v>
                </c:pt>
                <c:pt idx="2686">
                  <c:v>41248</c:v>
                </c:pt>
                <c:pt idx="2687">
                  <c:v>41249</c:v>
                </c:pt>
                <c:pt idx="2688">
                  <c:v>41250</c:v>
                </c:pt>
                <c:pt idx="2689">
                  <c:v>41253</c:v>
                </c:pt>
                <c:pt idx="2690">
                  <c:v>41254</c:v>
                </c:pt>
                <c:pt idx="2691">
                  <c:v>41255</c:v>
                </c:pt>
                <c:pt idx="2692">
                  <c:v>41256</c:v>
                </c:pt>
                <c:pt idx="2693">
                  <c:v>41257</c:v>
                </c:pt>
                <c:pt idx="2694">
                  <c:v>41260</c:v>
                </c:pt>
                <c:pt idx="2695">
                  <c:v>41261</c:v>
                </c:pt>
                <c:pt idx="2696">
                  <c:v>41262</c:v>
                </c:pt>
                <c:pt idx="2697">
                  <c:v>41263</c:v>
                </c:pt>
                <c:pt idx="2698">
                  <c:v>41264</c:v>
                </c:pt>
                <c:pt idx="2699">
                  <c:v>41269</c:v>
                </c:pt>
                <c:pt idx="2700">
                  <c:v>41270</c:v>
                </c:pt>
                <c:pt idx="2701">
                  <c:v>41271</c:v>
                </c:pt>
                <c:pt idx="2702">
                  <c:v>41276</c:v>
                </c:pt>
                <c:pt idx="2703">
                  <c:v>41277</c:v>
                </c:pt>
                <c:pt idx="2704">
                  <c:v>41278</c:v>
                </c:pt>
                <c:pt idx="2705">
                  <c:v>41281</c:v>
                </c:pt>
                <c:pt idx="2706">
                  <c:v>41282</c:v>
                </c:pt>
                <c:pt idx="2707">
                  <c:v>41283</c:v>
                </c:pt>
                <c:pt idx="2708">
                  <c:v>41284</c:v>
                </c:pt>
                <c:pt idx="2709">
                  <c:v>41285</c:v>
                </c:pt>
                <c:pt idx="2710">
                  <c:v>41288</c:v>
                </c:pt>
                <c:pt idx="2711">
                  <c:v>41289</c:v>
                </c:pt>
                <c:pt idx="2712">
                  <c:v>41290</c:v>
                </c:pt>
                <c:pt idx="2713">
                  <c:v>41291</c:v>
                </c:pt>
                <c:pt idx="2714">
                  <c:v>41292</c:v>
                </c:pt>
                <c:pt idx="2715">
                  <c:v>41295</c:v>
                </c:pt>
                <c:pt idx="2716">
                  <c:v>41296</c:v>
                </c:pt>
                <c:pt idx="2717">
                  <c:v>41297</c:v>
                </c:pt>
                <c:pt idx="2718">
                  <c:v>41298</c:v>
                </c:pt>
                <c:pt idx="2719">
                  <c:v>41302</c:v>
                </c:pt>
                <c:pt idx="2720">
                  <c:v>41303</c:v>
                </c:pt>
                <c:pt idx="2721">
                  <c:v>41304</c:v>
                </c:pt>
                <c:pt idx="2722">
                  <c:v>41305</c:v>
                </c:pt>
                <c:pt idx="2723">
                  <c:v>41306</c:v>
                </c:pt>
                <c:pt idx="2724">
                  <c:v>41309</c:v>
                </c:pt>
                <c:pt idx="2725">
                  <c:v>41310</c:v>
                </c:pt>
                <c:pt idx="2726">
                  <c:v>41311</c:v>
                </c:pt>
                <c:pt idx="2727">
                  <c:v>41312</c:v>
                </c:pt>
                <c:pt idx="2728">
                  <c:v>41313</c:v>
                </c:pt>
                <c:pt idx="2729">
                  <c:v>41318</c:v>
                </c:pt>
                <c:pt idx="2730">
                  <c:v>41319</c:v>
                </c:pt>
                <c:pt idx="2731">
                  <c:v>41320</c:v>
                </c:pt>
                <c:pt idx="2732">
                  <c:v>41323</c:v>
                </c:pt>
                <c:pt idx="2733">
                  <c:v>41324</c:v>
                </c:pt>
                <c:pt idx="2734">
                  <c:v>41325</c:v>
                </c:pt>
                <c:pt idx="2735">
                  <c:v>41326</c:v>
                </c:pt>
                <c:pt idx="2736">
                  <c:v>41327</c:v>
                </c:pt>
                <c:pt idx="2737">
                  <c:v>41330</c:v>
                </c:pt>
                <c:pt idx="2738">
                  <c:v>41331</c:v>
                </c:pt>
                <c:pt idx="2739">
                  <c:v>41332</c:v>
                </c:pt>
                <c:pt idx="2740">
                  <c:v>41333</c:v>
                </c:pt>
                <c:pt idx="2741">
                  <c:v>41334</c:v>
                </c:pt>
                <c:pt idx="2742">
                  <c:v>41337</c:v>
                </c:pt>
                <c:pt idx="2743">
                  <c:v>41338</c:v>
                </c:pt>
                <c:pt idx="2744">
                  <c:v>41339</c:v>
                </c:pt>
                <c:pt idx="2745">
                  <c:v>41340</c:v>
                </c:pt>
                <c:pt idx="2746">
                  <c:v>41341</c:v>
                </c:pt>
                <c:pt idx="2747">
                  <c:v>41344</c:v>
                </c:pt>
                <c:pt idx="2748">
                  <c:v>41345</c:v>
                </c:pt>
                <c:pt idx="2749">
                  <c:v>41346</c:v>
                </c:pt>
                <c:pt idx="2750">
                  <c:v>41347</c:v>
                </c:pt>
                <c:pt idx="2751">
                  <c:v>41348</c:v>
                </c:pt>
                <c:pt idx="2752">
                  <c:v>41351</c:v>
                </c:pt>
                <c:pt idx="2753">
                  <c:v>41352</c:v>
                </c:pt>
                <c:pt idx="2754">
                  <c:v>41353</c:v>
                </c:pt>
                <c:pt idx="2755">
                  <c:v>41354</c:v>
                </c:pt>
                <c:pt idx="2756">
                  <c:v>41355</c:v>
                </c:pt>
                <c:pt idx="2757">
                  <c:v>41358</c:v>
                </c:pt>
                <c:pt idx="2758">
                  <c:v>41359</c:v>
                </c:pt>
                <c:pt idx="2759">
                  <c:v>41360</c:v>
                </c:pt>
                <c:pt idx="2760">
                  <c:v>41361</c:v>
                </c:pt>
                <c:pt idx="2761">
                  <c:v>41365</c:v>
                </c:pt>
                <c:pt idx="2762">
                  <c:v>41366</c:v>
                </c:pt>
                <c:pt idx="2763">
                  <c:v>41367</c:v>
                </c:pt>
                <c:pt idx="2764">
                  <c:v>41368</c:v>
                </c:pt>
                <c:pt idx="2765">
                  <c:v>41369</c:v>
                </c:pt>
                <c:pt idx="2766">
                  <c:v>41372</c:v>
                </c:pt>
                <c:pt idx="2767">
                  <c:v>41373</c:v>
                </c:pt>
                <c:pt idx="2768">
                  <c:v>41374</c:v>
                </c:pt>
                <c:pt idx="2769">
                  <c:v>41375</c:v>
                </c:pt>
                <c:pt idx="2770">
                  <c:v>41376</c:v>
                </c:pt>
                <c:pt idx="2771">
                  <c:v>41379</c:v>
                </c:pt>
                <c:pt idx="2772">
                  <c:v>41380</c:v>
                </c:pt>
                <c:pt idx="2773">
                  <c:v>41381</c:v>
                </c:pt>
                <c:pt idx="2774">
                  <c:v>41382</c:v>
                </c:pt>
                <c:pt idx="2775">
                  <c:v>41383</c:v>
                </c:pt>
                <c:pt idx="2776">
                  <c:v>41386</c:v>
                </c:pt>
                <c:pt idx="2777">
                  <c:v>41387</c:v>
                </c:pt>
                <c:pt idx="2778">
                  <c:v>41388</c:v>
                </c:pt>
                <c:pt idx="2779">
                  <c:v>41389</c:v>
                </c:pt>
                <c:pt idx="2780">
                  <c:v>41390</c:v>
                </c:pt>
                <c:pt idx="2781">
                  <c:v>41393</c:v>
                </c:pt>
                <c:pt idx="2782">
                  <c:v>41394</c:v>
                </c:pt>
                <c:pt idx="2783">
                  <c:v>41396</c:v>
                </c:pt>
                <c:pt idx="2784">
                  <c:v>41397</c:v>
                </c:pt>
                <c:pt idx="2785">
                  <c:v>41400</c:v>
                </c:pt>
                <c:pt idx="2786">
                  <c:v>41401</c:v>
                </c:pt>
                <c:pt idx="2787">
                  <c:v>41402</c:v>
                </c:pt>
                <c:pt idx="2788">
                  <c:v>41403</c:v>
                </c:pt>
                <c:pt idx="2789">
                  <c:v>41404</c:v>
                </c:pt>
                <c:pt idx="2790">
                  <c:v>41407</c:v>
                </c:pt>
                <c:pt idx="2791">
                  <c:v>41408</c:v>
                </c:pt>
                <c:pt idx="2792">
                  <c:v>41409</c:v>
                </c:pt>
                <c:pt idx="2793">
                  <c:v>41410</c:v>
                </c:pt>
                <c:pt idx="2794">
                  <c:v>41411</c:v>
                </c:pt>
                <c:pt idx="2795">
                  <c:v>41414</c:v>
                </c:pt>
                <c:pt idx="2796">
                  <c:v>41415</c:v>
                </c:pt>
                <c:pt idx="2797">
                  <c:v>41416</c:v>
                </c:pt>
                <c:pt idx="2798">
                  <c:v>41417</c:v>
                </c:pt>
                <c:pt idx="2799">
                  <c:v>41418</c:v>
                </c:pt>
                <c:pt idx="2800">
                  <c:v>41421</c:v>
                </c:pt>
                <c:pt idx="2801">
                  <c:v>41422</c:v>
                </c:pt>
                <c:pt idx="2802">
                  <c:v>41423</c:v>
                </c:pt>
                <c:pt idx="2803">
                  <c:v>41425</c:v>
                </c:pt>
                <c:pt idx="2804">
                  <c:v>41428</c:v>
                </c:pt>
                <c:pt idx="2805">
                  <c:v>41429</c:v>
                </c:pt>
                <c:pt idx="2806">
                  <c:v>41430</c:v>
                </c:pt>
                <c:pt idx="2807">
                  <c:v>41431</c:v>
                </c:pt>
                <c:pt idx="2808">
                  <c:v>41432</c:v>
                </c:pt>
                <c:pt idx="2809">
                  <c:v>41435</c:v>
                </c:pt>
                <c:pt idx="2810">
                  <c:v>41436</c:v>
                </c:pt>
                <c:pt idx="2811">
                  <c:v>41437</c:v>
                </c:pt>
                <c:pt idx="2812">
                  <c:v>41438</c:v>
                </c:pt>
                <c:pt idx="2813">
                  <c:v>41439</c:v>
                </c:pt>
                <c:pt idx="2814">
                  <c:v>41442</c:v>
                </c:pt>
                <c:pt idx="2815">
                  <c:v>41443</c:v>
                </c:pt>
                <c:pt idx="2816">
                  <c:v>41444</c:v>
                </c:pt>
                <c:pt idx="2817">
                  <c:v>41445</c:v>
                </c:pt>
                <c:pt idx="2818">
                  <c:v>41446</c:v>
                </c:pt>
                <c:pt idx="2819">
                  <c:v>41449</c:v>
                </c:pt>
                <c:pt idx="2820">
                  <c:v>41450</c:v>
                </c:pt>
                <c:pt idx="2821">
                  <c:v>41451</c:v>
                </c:pt>
                <c:pt idx="2822">
                  <c:v>41452</c:v>
                </c:pt>
                <c:pt idx="2823">
                  <c:v>41453</c:v>
                </c:pt>
                <c:pt idx="2824">
                  <c:v>41456</c:v>
                </c:pt>
                <c:pt idx="2825">
                  <c:v>41457</c:v>
                </c:pt>
                <c:pt idx="2826">
                  <c:v>41458</c:v>
                </c:pt>
                <c:pt idx="2827">
                  <c:v>41459</c:v>
                </c:pt>
                <c:pt idx="2828">
                  <c:v>41460</c:v>
                </c:pt>
                <c:pt idx="2829">
                  <c:v>41463</c:v>
                </c:pt>
                <c:pt idx="2830">
                  <c:v>41465</c:v>
                </c:pt>
                <c:pt idx="2831">
                  <c:v>41466</c:v>
                </c:pt>
                <c:pt idx="2832">
                  <c:v>41467</c:v>
                </c:pt>
                <c:pt idx="2833">
                  <c:v>41470</c:v>
                </c:pt>
                <c:pt idx="2834">
                  <c:v>41471</c:v>
                </c:pt>
                <c:pt idx="2835">
                  <c:v>41472</c:v>
                </c:pt>
                <c:pt idx="2836">
                  <c:v>41473</c:v>
                </c:pt>
                <c:pt idx="2837">
                  <c:v>41474</c:v>
                </c:pt>
                <c:pt idx="2838">
                  <c:v>41477</c:v>
                </c:pt>
                <c:pt idx="2839">
                  <c:v>41478</c:v>
                </c:pt>
                <c:pt idx="2840">
                  <c:v>41479</c:v>
                </c:pt>
                <c:pt idx="2841">
                  <c:v>41480</c:v>
                </c:pt>
                <c:pt idx="2842">
                  <c:v>41481</c:v>
                </c:pt>
                <c:pt idx="2843">
                  <c:v>41484</c:v>
                </c:pt>
                <c:pt idx="2844">
                  <c:v>41485</c:v>
                </c:pt>
                <c:pt idx="2845">
                  <c:v>41486</c:v>
                </c:pt>
                <c:pt idx="2846">
                  <c:v>41487</c:v>
                </c:pt>
                <c:pt idx="2847">
                  <c:v>41488</c:v>
                </c:pt>
                <c:pt idx="2848">
                  <c:v>41491</c:v>
                </c:pt>
                <c:pt idx="2849">
                  <c:v>41492</c:v>
                </c:pt>
                <c:pt idx="2850">
                  <c:v>41493</c:v>
                </c:pt>
                <c:pt idx="2851">
                  <c:v>41494</c:v>
                </c:pt>
                <c:pt idx="2852">
                  <c:v>41495</c:v>
                </c:pt>
                <c:pt idx="2853">
                  <c:v>41498</c:v>
                </c:pt>
                <c:pt idx="2854">
                  <c:v>41499</c:v>
                </c:pt>
                <c:pt idx="2855">
                  <c:v>41500</c:v>
                </c:pt>
                <c:pt idx="2856">
                  <c:v>41501</c:v>
                </c:pt>
                <c:pt idx="2857">
                  <c:v>41502</c:v>
                </c:pt>
                <c:pt idx="2858">
                  <c:v>41505</c:v>
                </c:pt>
                <c:pt idx="2859">
                  <c:v>41506</c:v>
                </c:pt>
                <c:pt idx="2860">
                  <c:v>41507</c:v>
                </c:pt>
                <c:pt idx="2861">
                  <c:v>41508</c:v>
                </c:pt>
                <c:pt idx="2862">
                  <c:v>41509</c:v>
                </c:pt>
                <c:pt idx="2863">
                  <c:v>41512</c:v>
                </c:pt>
                <c:pt idx="2864">
                  <c:v>41513</c:v>
                </c:pt>
                <c:pt idx="2865">
                  <c:v>41514</c:v>
                </c:pt>
                <c:pt idx="2866">
                  <c:v>41515</c:v>
                </c:pt>
                <c:pt idx="2867">
                  <c:v>41516</c:v>
                </c:pt>
                <c:pt idx="2868">
                  <c:v>41519</c:v>
                </c:pt>
                <c:pt idx="2869">
                  <c:v>41520</c:v>
                </c:pt>
                <c:pt idx="2870">
                  <c:v>41521</c:v>
                </c:pt>
                <c:pt idx="2871">
                  <c:v>41522</c:v>
                </c:pt>
                <c:pt idx="2872">
                  <c:v>41523</c:v>
                </c:pt>
                <c:pt idx="2873">
                  <c:v>41526</c:v>
                </c:pt>
                <c:pt idx="2874">
                  <c:v>41527</c:v>
                </c:pt>
                <c:pt idx="2875">
                  <c:v>41528</c:v>
                </c:pt>
                <c:pt idx="2876">
                  <c:v>41529</c:v>
                </c:pt>
                <c:pt idx="2877">
                  <c:v>41530</c:v>
                </c:pt>
                <c:pt idx="2878">
                  <c:v>41533</c:v>
                </c:pt>
                <c:pt idx="2879">
                  <c:v>41534</c:v>
                </c:pt>
                <c:pt idx="2880">
                  <c:v>41535</c:v>
                </c:pt>
                <c:pt idx="2881">
                  <c:v>41536</c:v>
                </c:pt>
                <c:pt idx="2882">
                  <c:v>41537</c:v>
                </c:pt>
                <c:pt idx="2883">
                  <c:v>41540</c:v>
                </c:pt>
                <c:pt idx="2884">
                  <c:v>41541</c:v>
                </c:pt>
                <c:pt idx="2885">
                  <c:v>41542</c:v>
                </c:pt>
                <c:pt idx="2886">
                  <c:v>41543</c:v>
                </c:pt>
                <c:pt idx="2887">
                  <c:v>41544</c:v>
                </c:pt>
                <c:pt idx="2888">
                  <c:v>41547</c:v>
                </c:pt>
                <c:pt idx="2889">
                  <c:v>41548</c:v>
                </c:pt>
                <c:pt idx="2890">
                  <c:v>41549</c:v>
                </c:pt>
                <c:pt idx="2891">
                  <c:v>41550</c:v>
                </c:pt>
                <c:pt idx="2892">
                  <c:v>41551</c:v>
                </c:pt>
                <c:pt idx="2893">
                  <c:v>41554</c:v>
                </c:pt>
                <c:pt idx="2894">
                  <c:v>41555</c:v>
                </c:pt>
                <c:pt idx="2895">
                  <c:v>41556</c:v>
                </c:pt>
                <c:pt idx="2896">
                  <c:v>41557</c:v>
                </c:pt>
                <c:pt idx="2897">
                  <c:v>41558</c:v>
                </c:pt>
                <c:pt idx="2898">
                  <c:v>41561</c:v>
                </c:pt>
                <c:pt idx="2899">
                  <c:v>41562</c:v>
                </c:pt>
                <c:pt idx="2900">
                  <c:v>41563</c:v>
                </c:pt>
                <c:pt idx="2901">
                  <c:v>41564</c:v>
                </c:pt>
                <c:pt idx="2902">
                  <c:v>41565</c:v>
                </c:pt>
                <c:pt idx="2903">
                  <c:v>41568</c:v>
                </c:pt>
                <c:pt idx="2904">
                  <c:v>41569</c:v>
                </c:pt>
                <c:pt idx="2905">
                  <c:v>41570</c:v>
                </c:pt>
                <c:pt idx="2906">
                  <c:v>41571</c:v>
                </c:pt>
                <c:pt idx="2907">
                  <c:v>41572</c:v>
                </c:pt>
                <c:pt idx="2908">
                  <c:v>41575</c:v>
                </c:pt>
                <c:pt idx="2909">
                  <c:v>41576</c:v>
                </c:pt>
                <c:pt idx="2910">
                  <c:v>41577</c:v>
                </c:pt>
                <c:pt idx="2911">
                  <c:v>41578</c:v>
                </c:pt>
                <c:pt idx="2912">
                  <c:v>41579</c:v>
                </c:pt>
                <c:pt idx="2913">
                  <c:v>41582</c:v>
                </c:pt>
                <c:pt idx="2914">
                  <c:v>41583</c:v>
                </c:pt>
                <c:pt idx="2915">
                  <c:v>41584</c:v>
                </c:pt>
                <c:pt idx="2916">
                  <c:v>41585</c:v>
                </c:pt>
                <c:pt idx="2917">
                  <c:v>41586</c:v>
                </c:pt>
                <c:pt idx="2918">
                  <c:v>41589</c:v>
                </c:pt>
                <c:pt idx="2919">
                  <c:v>41590</c:v>
                </c:pt>
                <c:pt idx="2920">
                  <c:v>41591</c:v>
                </c:pt>
                <c:pt idx="2921">
                  <c:v>41592</c:v>
                </c:pt>
                <c:pt idx="2922">
                  <c:v>41596</c:v>
                </c:pt>
                <c:pt idx="2923">
                  <c:v>41597</c:v>
                </c:pt>
                <c:pt idx="2924">
                  <c:v>41599</c:v>
                </c:pt>
                <c:pt idx="2925">
                  <c:v>41600</c:v>
                </c:pt>
                <c:pt idx="2926">
                  <c:v>41603</c:v>
                </c:pt>
                <c:pt idx="2927">
                  <c:v>41604</c:v>
                </c:pt>
                <c:pt idx="2928">
                  <c:v>41605</c:v>
                </c:pt>
                <c:pt idx="2929">
                  <c:v>41606</c:v>
                </c:pt>
                <c:pt idx="2930">
                  <c:v>41607</c:v>
                </c:pt>
                <c:pt idx="2931">
                  <c:v>41610</c:v>
                </c:pt>
                <c:pt idx="2932">
                  <c:v>41611</c:v>
                </c:pt>
                <c:pt idx="2933">
                  <c:v>41612</c:v>
                </c:pt>
                <c:pt idx="2934">
                  <c:v>41613</c:v>
                </c:pt>
                <c:pt idx="2935">
                  <c:v>41614</c:v>
                </c:pt>
                <c:pt idx="2936">
                  <c:v>41617</c:v>
                </c:pt>
                <c:pt idx="2937">
                  <c:v>41618</c:v>
                </c:pt>
                <c:pt idx="2938">
                  <c:v>41619</c:v>
                </c:pt>
                <c:pt idx="2939">
                  <c:v>41620</c:v>
                </c:pt>
                <c:pt idx="2940">
                  <c:v>41621</c:v>
                </c:pt>
                <c:pt idx="2941">
                  <c:v>41624</c:v>
                </c:pt>
                <c:pt idx="2942">
                  <c:v>41625</c:v>
                </c:pt>
                <c:pt idx="2943">
                  <c:v>41626</c:v>
                </c:pt>
                <c:pt idx="2944">
                  <c:v>41627</c:v>
                </c:pt>
                <c:pt idx="2945">
                  <c:v>41628</c:v>
                </c:pt>
                <c:pt idx="2946">
                  <c:v>41631</c:v>
                </c:pt>
                <c:pt idx="2947">
                  <c:v>41634</c:v>
                </c:pt>
                <c:pt idx="2948">
                  <c:v>41635</c:v>
                </c:pt>
                <c:pt idx="2949">
                  <c:v>41638</c:v>
                </c:pt>
                <c:pt idx="2950">
                  <c:v>41641</c:v>
                </c:pt>
                <c:pt idx="2951">
                  <c:v>41642</c:v>
                </c:pt>
                <c:pt idx="2952">
                  <c:v>41645</c:v>
                </c:pt>
                <c:pt idx="2953">
                  <c:v>41646</c:v>
                </c:pt>
                <c:pt idx="2954">
                  <c:v>41647</c:v>
                </c:pt>
                <c:pt idx="2955">
                  <c:v>41648</c:v>
                </c:pt>
                <c:pt idx="2956">
                  <c:v>41649</c:v>
                </c:pt>
                <c:pt idx="2957">
                  <c:v>41652</c:v>
                </c:pt>
                <c:pt idx="2958">
                  <c:v>41653</c:v>
                </c:pt>
                <c:pt idx="2959">
                  <c:v>41654</c:v>
                </c:pt>
                <c:pt idx="2960">
                  <c:v>41655</c:v>
                </c:pt>
                <c:pt idx="2961">
                  <c:v>41656</c:v>
                </c:pt>
                <c:pt idx="2962">
                  <c:v>41659</c:v>
                </c:pt>
                <c:pt idx="2963">
                  <c:v>41660</c:v>
                </c:pt>
                <c:pt idx="2964">
                  <c:v>41661</c:v>
                </c:pt>
                <c:pt idx="2965">
                  <c:v>41662</c:v>
                </c:pt>
                <c:pt idx="2966">
                  <c:v>41663</c:v>
                </c:pt>
                <c:pt idx="2967">
                  <c:v>41666</c:v>
                </c:pt>
                <c:pt idx="2968">
                  <c:v>41667</c:v>
                </c:pt>
                <c:pt idx="2969">
                  <c:v>41668</c:v>
                </c:pt>
                <c:pt idx="2970">
                  <c:v>41669</c:v>
                </c:pt>
                <c:pt idx="2971">
                  <c:v>41670</c:v>
                </c:pt>
                <c:pt idx="2972">
                  <c:v>41673</c:v>
                </c:pt>
                <c:pt idx="2973">
                  <c:v>41674</c:v>
                </c:pt>
                <c:pt idx="2974">
                  <c:v>41675</c:v>
                </c:pt>
                <c:pt idx="2975">
                  <c:v>41676</c:v>
                </c:pt>
                <c:pt idx="2976">
                  <c:v>41677</c:v>
                </c:pt>
                <c:pt idx="2977">
                  <c:v>41680</c:v>
                </c:pt>
                <c:pt idx="2978">
                  <c:v>41681</c:v>
                </c:pt>
                <c:pt idx="2979">
                  <c:v>41682</c:v>
                </c:pt>
                <c:pt idx="2980">
                  <c:v>41683</c:v>
                </c:pt>
                <c:pt idx="2981">
                  <c:v>41684</c:v>
                </c:pt>
                <c:pt idx="2982">
                  <c:v>41687</c:v>
                </c:pt>
                <c:pt idx="2983">
                  <c:v>41688</c:v>
                </c:pt>
                <c:pt idx="2984">
                  <c:v>41689</c:v>
                </c:pt>
                <c:pt idx="2985">
                  <c:v>41690</c:v>
                </c:pt>
                <c:pt idx="2986">
                  <c:v>41691</c:v>
                </c:pt>
                <c:pt idx="2987">
                  <c:v>41694</c:v>
                </c:pt>
                <c:pt idx="2988">
                  <c:v>41695</c:v>
                </c:pt>
                <c:pt idx="2989">
                  <c:v>41696</c:v>
                </c:pt>
                <c:pt idx="2990">
                  <c:v>41697</c:v>
                </c:pt>
                <c:pt idx="2991">
                  <c:v>41698</c:v>
                </c:pt>
                <c:pt idx="2992">
                  <c:v>41703</c:v>
                </c:pt>
                <c:pt idx="2993">
                  <c:v>41704</c:v>
                </c:pt>
                <c:pt idx="2994">
                  <c:v>41705</c:v>
                </c:pt>
                <c:pt idx="2995">
                  <c:v>41708</c:v>
                </c:pt>
                <c:pt idx="2996">
                  <c:v>41709</c:v>
                </c:pt>
                <c:pt idx="2997">
                  <c:v>41710</c:v>
                </c:pt>
                <c:pt idx="2998">
                  <c:v>41711</c:v>
                </c:pt>
                <c:pt idx="2999">
                  <c:v>41712</c:v>
                </c:pt>
                <c:pt idx="3000">
                  <c:v>41715</c:v>
                </c:pt>
                <c:pt idx="3001">
                  <c:v>41716</c:v>
                </c:pt>
                <c:pt idx="3002">
                  <c:v>41717</c:v>
                </c:pt>
                <c:pt idx="3003">
                  <c:v>41718</c:v>
                </c:pt>
                <c:pt idx="3004">
                  <c:v>41719</c:v>
                </c:pt>
                <c:pt idx="3005">
                  <c:v>41722</c:v>
                </c:pt>
                <c:pt idx="3006">
                  <c:v>41723</c:v>
                </c:pt>
                <c:pt idx="3007">
                  <c:v>41724</c:v>
                </c:pt>
                <c:pt idx="3008">
                  <c:v>41725</c:v>
                </c:pt>
                <c:pt idx="3009">
                  <c:v>41726</c:v>
                </c:pt>
                <c:pt idx="3010">
                  <c:v>41729</c:v>
                </c:pt>
                <c:pt idx="3011">
                  <c:v>41730</c:v>
                </c:pt>
                <c:pt idx="3012">
                  <c:v>41731</c:v>
                </c:pt>
                <c:pt idx="3013">
                  <c:v>41732</c:v>
                </c:pt>
                <c:pt idx="3014">
                  <c:v>41733</c:v>
                </c:pt>
                <c:pt idx="3015">
                  <c:v>41736</c:v>
                </c:pt>
                <c:pt idx="3016">
                  <c:v>41737</c:v>
                </c:pt>
                <c:pt idx="3017">
                  <c:v>41738</c:v>
                </c:pt>
                <c:pt idx="3018">
                  <c:v>41739</c:v>
                </c:pt>
                <c:pt idx="3019">
                  <c:v>41740</c:v>
                </c:pt>
                <c:pt idx="3020">
                  <c:v>41743</c:v>
                </c:pt>
                <c:pt idx="3021">
                  <c:v>41744</c:v>
                </c:pt>
                <c:pt idx="3022">
                  <c:v>41745</c:v>
                </c:pt>
                <c:pt idx="3023">
                  <c:v>41746</c:v>
                </c:pt>
                <c:pt idx="3024">
                  <c:v>41751</c:v>
                </c:pt>
                <c:pt idx="3025">
                  <c:v>41752</c:v>
                </c:pt>
                <c:pt idx="3026">
                  <c:v>41753</c:v>
                </c:pt>
                <c:pt idx="3027">
                  <c:v>41754</c:v>
                </c:pt>
                <c:pt idx="3028">
                  <c:v>41757</c:v>
                </c:pt>
                <c:pt idx="3029">
                  <c:v>41758</c:v>
                </c:pt>
                <c:pt idx="3030">
                  <c:v>41759</c:v>
                </c:pt>
                <c:pt idx="3031">
                  <c:v>41761</c:v>
                </c:pt>
                <c:pt idx="3032">
                  <c:v>41764</c:v>
                </c:pt>
                <c:pt idx="3033">
                  <c:v>41765</c:v>
                </c:pt>
                <c:pt idx="3034">
                  <c:v>41766</c:v>
                </c:pt>
                <c:pt idx="3035">
                  <c:v>41767</c:v>
                </c:pt>
                <c:pt idx="3036">
                  <c:v>41768</c:v>
                </c:pt>
                <c:pt idx="3037">
                  <c:v>41771</c:v>
                </c:pt>
                <c:pt idx="3038">
                  <c:v>41772</c:v>
                </c:pt>
                <c:pt idx="3039">
                  <c:v>41773</c:v>
                </c:pt>
                <c:pt idx="3040">
                  <c:v>41774</c:v>
                </c:pt>
                <c:pt idx="3041">
                  <c:v>41775</c:v>
                </c:pt>
                <c:pt idx="3042">
                  <c:v>41778</c:v>
                </c:pt>
                <c:pt idx="3043">
                  <c:v>41779</c:v>
                </c:pt>
                <c:pt idx="3044">
                  <c:v>41780</c:v>
                </c:pt>
                <c:pt idx="3045">
                  <c:v>41781</c:v>
                </c:pt>
                <c:pt idx="3046">
                  <c:v>41782</c:v>
                </c:pt>
                <c:pt idx="3047">
                  <c:v>41785</c:v>
                </c:pt>
                <c:pt idx="3048">
                  <c:v>41786</c:v>
                </c:pt>
                <c:pt idx="3049">
                  <c:v>41787</c:v>
                </c:pt>
                <c:pt idx="3050">
                  <c:v>41788</c:v>
                </c:pt>
                <c:pt idx="3051">
                  <c:v>41789</c:v>
                </c:pt>
                <c:pt idx="3052">
                  <c:v>41792</c:v>
                </c:pt>
                <c:pt idx="3053">
                  <c:v>41793</c:v>
                </c:pt>
                <c:pt idx="3054">
                  <c:v>41794</c:v>
                </c:pt>
                <c:pt idx="3055">
                  <c:v>41795</c:v>
                </c:pt>
                <c:pt idx="3056">
                  <c:v>41796</c:v>
                </c:pt>
                <c:pt idx="3057">
                  <c:v>41799</c:v>
                </c:pt>
                <c:pt idx="3058">
                  <c:v>41800</c:v>
                </c:pt>
                <c:pt idx="3059">
                  <c:v>41801</c:v>
                </c:pt>
                <c:pt idx="3060">
                  <c:v>41803</c:v>
                </c:pt>
                <c:pt idx="3061">
                  <c:v>41806</c:v>
                </c:pt>
                <c:pt idx="3062">
                  <c:v>41807</c:v>
                </c:pt>
                <c:pt idx="3063">
                  <c:v>41808</c:v>
                </c:pt>
                <c:pt idx="3064">
                  <c:v>41810</c:v>
                </c:pt>
                <c:pt idx="3065">
                  <c:v>41813</c:v>
                </c:pt>
                <c:pt idx="3066">
                  <c:v>41814</c:v>
                </c:pt>
                <c:pt idx="3067">
                  <c:v>41815</c:v>
                </c:pt>
                <c:pt idx="3068">
                  <c:v>41816</c:v>
                </c:pt>
                <c:pt idx="3069">
                  <c:v>41817</c:v>
                </c:pt>
                <c:pt idx="3070">
                  <c:v>41820</c:v>
                </c:pt>
                <c:pt idx="3071">
                  <c:v>41821</c:v>
                </c:pt>
                <c:pt idx="3072">
                  <c:v>41822</c:v>
                </c:pt>
                <c:pt idx="3073">
                  <c:v>41823</c:v>
                </c:pt>
                <c:pt idx="3074">
                  <c:v>41824</c:v>
                </c:pt>
                <c:pt idx="3075">
                  <c:v>41827</c:v>
                </c:pt>
                <c:pt idx="3076">
                  <c:v>41828</c:v>
                </c:pt>
                <c:pt idx="3077">
                  <c:v>41830</c:v>
                </c:pt>
                <c:pt idx="3078">
                  <c:v>41831</c:v>
                </c:pt>
                <c:pt idx="3079">
                  <c:v>41834</c:v>
                </c:pt>
                <c:pt idx="3080">
                  <c:v>41835</c:v>
                </c:pt>
                <c:pt idx="3081">
                  <c:v>41836</c:v>
                </c:pt>
                <c:pt idx="3082">
                  <c:v>41837</c:v>
                </c:pt>
                <c:pt idx="3083">
                  <c:v>41838</c:v>
                </c:pt>
                <c:pt idx="3084">
                  <c:v>41841</c:v>
                </c:pt>
                <c:pt idx="3085">
                  <c:v>41842</c:v>
                </c:pt>
                <c:pt idx="3086">
                  <c:v>41843</c:v>
                </c:pt>
                <c:pt idx="3087">
                  <c:v>41844</c:v>
                </c:pt>
                <c:pt idx="3088">
                  <c:v>41845</c:v>
                </c:pt>
                <c:pt idx="3089">
                  <c:v>41848</c:v>
                </c:pt>
                <c:pt idx="3090">
                  <c:v>41849</c:v>
                </c:pt>
                <c:pt idx="3091">
                  <c:v>41850</c:v>
                </c:pt>
                <c:pt idx="3092">
                  <c:v>41851</c:v>
                </c:pt>
                <c:pt idx="3093">
                  <c:v>41852</c:v>
                </c:pt>
                <c:pt idx="3094">
                  <c:v>41855</c:v>
                </c:pt>
                <c:pt idx="3095">
                  <c:v>41856</c:v>
                </c:pt>
                <c:pt idx="3096">
                  <c:v>41857</c:v>
                </c:pt>
                <c:pt idx="3097">
                  <c:v>41858</c:v>
                </c:pt>
                <c:pt idx="3098">
                  <c:v>41859</c:v>
                </c:pt>
                <c:pt idx="3099">
                  <c:v>41862</c:v>
                </c:pt>
                <c:pt idx="3100">
                  <c:v>41863</c:v>
                </c:pt>
                <c:pt idx="3101">
                  <c:v>41864</c:v>
                </c:pt>
                <c:pt idx="3102">
                  <c:v>41865</c:v>
                </c:pt>
                <c:pt idx="3103">
                  <c:v>41866</c:v>
                </c:pt>
                <c:pt idx="3104">
                  <c:v>41869</c:v>
                </c:pt>
                <c:pt idx="3105">
                  <c:v>41870</c:v>
                </c:pt>
                <c:pt idx="3106">
                  <c:v>41871</c:v>
                </c:pt>
                <c:pt idx="3107">
                  <c:v>41872</c:v>
                </c:pt>
                <c:pt idx="3108">
                  <c:v>41873</c:v>
                </c:pt>
                <c:pt idx="3109">
                  <c:v>41876</c:v>
                </c:pt>
                <c:pt idx="3110">
                  <c:v>41877</c:v>
                </c:pt>
                <c:pt idx="3111">
                  <c:v>41878</c:v>
                </c:pt>
                <c:pt idx="3112">
                  <c:v>41879</c:v>
                </c:pt>
                <c:pt idx="3113">
                  <c:v>41880</c:v>
                </c:pt>
                <c:pt idx="3114">
                  <c:v>41883</c:v>
                </c:pt>
                <c:pt idx="3115">
                  <c:v>41884</c:v>
                </c:pt>
                <c:pt idx="3116">
                  <c:v>41885</c:v>
                </c:pt>
                <c:pt idx="3117">
                  <c:v>41886</c:v>
                </c:pt>
                <c:pt idx="3118">
                  <c:v>41887</c:v>
                </c:pt>
                <c:pt idx="3119">
                  <c:v>41890</c:v>
                </c:pt>
                <c:pt idx="3120">
                  <c:v>41891</c:v>
                </c:pt>
                <c:pt idx="3121">
                  <c:v>41892</c:v>
                </c:pt>
                <c:pt idx="3122">
                  <c:v>41893</c:v>
                </c:pt>
                <c:pt idx="3123">
                  <c:v>41894</c:v>
                </c:pt>
                <c:pt idx="3124">
                  <c:v>41897</c:v>
                </c:pt>
                <c:pt idx="3125">
                  <c:v>41898</c:v>
                </c:pt>
                <c:pt idx="3126">
                  <c:v>41899</c:v>
                </c:pt>
                <c:pt idx="3127">
                  <c:v>41900</c:v>
                </c:pt>
                <c:pt idx="3128">
                  <c:v>41901</c:v>
                </c:pt>
                <c:pt idx="3129">
                  <c:v>41904</c:v>
                </c:pt>
                <c:pt idx="3130">
                  <c:v>41905</c:v>
                </c:pt>
                <c:pt idx="3131">
                  <c:v>41906</c:v>
                </c:pt>
                <c:pt idx="3132">
                  <c:v>41907</c:v>
                </c:pt>
                <c:pt idx="3133">
                  <c:v>41908</c:v>
                </c:pt>
                <c:pt idx="3134">
                  <c:v>41911</c:v>
                </c:pt>
                <c:pt idx="3135">
                  <c:v>41912</c:v>
                </c:pt>
                <c:pt idx="3136">
                  <c:v>41913</c:v>
                </c:pt>
                <c:pt idx="3137">
                  <c:v>41914</c:v>
                </c:pt>
                <c:pt idx="3138">
                  <c:v>41915</c:v>
                </c:pt>
                <c:pt idx="3139">
                  <c:v>41918</c:v>
                </c:pt>
                <c:pt idx="3140">
                  <c:v>41919</c:v>
                </c:pt>
                <c:pt idx="3141">
                  <c:v>41920</c:v>
                </c:pt>
                <c:pt idx="3142">
                  <c:v>41921</c:v>
                </c:pt>
                <c:pt idx="3143">
                  <c:v>41922</c:v>
                </c:pt>
                <c:pt idx="3144">
                  <c:v>41925</c:v>
                </c:pt>
                <c:pt idx="3145">
                  <c:v>41926</c:v>
                </c:pt>
                <c:pt idx="3146">
                  <c:v>41927</c:v>
                </c:pt>
                <c:pt idx="3147">
                  <c:v>41928</c:v>
                </c:pt>
                <c:pt idx="3148">
                  <c:v>41929</c:v>
                </c:pt>
                <c:pt idx="3149">
                  <c:v>41932</c:v>
                </c:pt>
                <c:pt idx="3150">
                  <c:v>41933</c:v>
                </c:pt>
                <c:pt idx="3151">
                  <c:v>41934</c:v>
                </c:pt>
                <c:pt idx="3152">
                  <c:v>41935</c:v>
                </c:pt>
                <c:pt idx="3153">
                  <c:v>41936</c:v>
                </c:pt>
                <c:pt idx="3154">
                  <c:v>41939</c:v>
                </c:pt>
                <c:pt idx="3155">
                  <c:v>41940</c:v>
                </c:pt>
                <c:pt idx="3156">
                  <c:v>41941</c:v>
                </c:pt>
                <c:pt idx="3157">
                  <c:v>41942</c:v>
                </c:pt>
                <c:pt idx="3158">
                  <c:v>41943</c:v>
                </c:pt>
                <c:pt idx="3159">
                  <c:v>41946</c:v>
                </c:pt>
                <c:pt idx="3160">
                  <c:v>41947</c:v>
                </c:pt>
                <c:pt idx="3161">
                  <c:v>41948</c:v>
                </c:pt>
                <c:pt idx="3162">
                  <c:v>41949</c:v>
                </c:pt>
                <c:pt idx="3163">
                  <c:v>41950</c:v>
                </c:pt>
                <c:pt idx="3164">
                  <c:v>41953</c:v>
                </c:pt>
                <c:pt idx="3165">
                  <c:v>41954</c:v>
                </c:pt>
                <c:pt idx="3166">
                  <c:v>41955</c:v>
                </c:pt>
                <c:pt idx="3167">
                  <c:v>41956</c:v>
                </c:pt>
                <c:pt idx="3168">
                  <c:v>41957</c:v>
                </c:pt>
                <c:pt idx="3169">
                  <c:v>41960</c:v>
                </c:pt>
                <c:pt idx="3170">
                  <c:v>41961</c:v>
                </c:pt>
                <c:pt idx="3171">
                  <c:v>41962</c:v>
                </c:pt>
                <c:pt idx="3172">
                  <c:v>41964</c:v>
                </c:pt>
                <c:pt idx="3173">
                  <c:v>41967</c:v>
                </c:pt>
                <c:pt idx="3174">
                  <c:v>41968</c:v>
                </c:pt>
                <c:pt idx="3175">
                  <c:v>41969</c:v>
                </c:pt>
                <c:pt idx="3176">
                  <c:v>41970</c:v>
                </c:pt>
                <c:pt idx="3177">
                  <c:v>41971</c:v>
                </c:pt>
                <c:pt idx="3178">
                  <c:v>41974</c:v>
                </c:pt>
                <c:pt idx="3179">
                  <c:v>41975</c:v>
                </c:pt>
                <c:pt idx="3180">
                  <c:v>41976</c:v>
                </c:pt>
                <c:pt idx="3181">
                  <c:v>41977</c:v>
                </c:pt>
                <c:pt idx="3182">
                  <c:v>41978</c:v>
                </c:pt>
                <c:pt idx="3183">
                  <c:v>41981</c:v>
                </c:pt>
                <c:pt idx="3184">
                  <c:v>41982</c:v>
                </c:pt>
                <c:pt idx="3185">
                  <c:v>41983</c:v>
                </c:pt>
                <c:pt idx="3186">
                  <c:v>41984</c:v>
                </c:pt>
                <c:pt idx="3187">
                  <c:v>41985</c:v>
                </c:pt>
                <c:pt idx="3188">
                  <c:v>41988</c:v>
                </c:pt>
                <c:pt idx="3189">
                  <c:v>41989</c:v>
                </c:pt>
                <c:pt idx="3190">
                  <c:v>41990</c:v>
                </c:pt>
                <c:pt idx="3191">
                  <c:v>41991</c:v>
                </c:pt>
                <c:pt idx="3192">
                  <c:v>41992</c:v>
                </c:pt>
                <c:pt idx="3193">
                  <c:v>41995</c:v>
                </c:pt>
                <c:pt idx="3194">
                  <c:v>41996</c:v>
                </c:pt>
                <c:pt idx="3195">
                  <c:v>41999</c:v>
                </c:pt>
                <c:pt idx="3196">
                  <c:v>42002</c:v>
                </c:pt>
                <c:pt idx="3197">
                  <c:v>42003</c:v>
                </c:pt>
                <c:pt idx="3198">
                  <c:v>42006</c:v>
                </c:pt>
                <c:pt idx="3199">
                  <c:v>42009</c:v>
                </c:pt>
                <c:pt idx="3200">
                  <c:v>42010</c:v>
                </c:pt>
                <c:pt idx="3201">
                  <c:v>42011</c:v>
                </c:pt>
                <c:pt idx="3202">
                  <c:v>42012</c:v>
                </c:pt>
                <c:pt idx="3203">
                  <c:v>42013</c:v>
                </c:pt>
                <c:pt idx="3204">
                  <c:v>42016</c:v>
                </c:pt>
                <c:pt idx="3205">
                  <c:v>42017</c:v>
                </c:pt>
                <c:pt idx="3206">
                  <c:v>42018</c:v>
                </c:pt>
                <c:pt idx="3207">
                  <c:v>42019</c:v>
                </c:pt>
                <c:pt idx="3208">
                  <c:v>42020</c:v>
                </c:pt>
                <c:pt idx="3209">
                  <c:v>42023</c:v>
                </c:pt>
                <c:pt idx="3210">
                  <c:v>42024</c:v>
                </c:pt>
                <c:pt idx="3211">
                  <c:v>42025</c:v>
                </c:pt>
                <c:pt idx="3212">
                  <c:v>42026</c:v>
                </c:pt>
                <c:pt idx="3213">
                  <c:v>42027</c:v>
                </c:pt>
                <c:pt idx="3214">
                  <c:v>42030</c:v>
                </c:pt>
                <c:pt idx="3215">
                  <c:v>42031</c:v>
                </c:pt>
                <c:pt idx="3216">
                  <c:v>42032</c:v>
                </c:pt>
                <c:pt idx="3217">
                  <c:v>42033</c:v>
                </c:pt>
                <c:pt idx="3218">
                  <c:v>42034</c:v>
                </c:pt>
                <c:pt idx="3219">
                  <c:v>42037</c:v>
                </c:pt>
                <c:pt idx="3220">
                  <c:v>42038</c:v>
                </c:pt>
                <c:pt idx="3221">
                  <c:v>42039</c:v>
                </c:pt>
                <c:pt idx="3222">
                  <c:v>42040</c:v>
                </c:pt>
                <c:pt idx="3223">
                  <c:v>42041</c:v>
                </c:pt>
                <c:pt idx="3224">
                  <c:v>42044</c:v>
                </c:pt>
                <c:pt idx="3225">
                  <c:v>42045</c:v>
                </c:pt>
                <c:pt idx="3226">
                  <c:v>42046</c:v>
                </c:pt>
                <c:pt idx="3227">
                  <c:v>42047</c:v>
                </c:pt>
                <c:pt idx="3228">
                  <c:v>42048</c:v>
                </c:pt>
                <c:pt idx="3229">
                  <c:v>42053</c:v>
                </c:pt>
                <c:pt idx="3230">
                  <c:v>42054</c:v>
                </c:pt>
                <c:pt idx="3231">
                  <c:v>42055</c:v>
                </c:pt>
                <c:pt idx="3232">
                  <c:v>42058</c:v>
                </c:pt>
                <c:pt idx="3233">
                  <c:v>42059</c:v>
                </c:pt>
                <c:pt idx="3234">
                  <c:v>42060</c:v>
                </c:pt>
                <c:pt idx="3235">
                  <c:v>42061</c:v>
                </c:pt>
                <c:pt idx="3236">
                  <c:v>42062</c:v>
                </c:pt>
                <c:pt idx="3237">
                  <c:v>42065</c:v>
                </c:pt>
                <c:pt idx="3238">
                  <c:v>42066</c:v>
                </c:pt>
                <c:pt idx="3239">
                  <c:v>42067</c:v>
                </c:pt>
                <c:pt idx="3240">
                  <c:v>42068</c:v>
                </c:pt>
                <c:pt idx="3241">
                  <c:v>42069</c:v>
                </c:pt>
                <c:pt idx="3242">
                  <c:v>42072</c:v>
                </c:pt>
                <c:pt idx="3243">
                  <c:v>42073</c:v>
                </c:pt>
                <c:pt idx="3244">
                  <c:v>42074</c:v>
                </c:pt>
                <c:pt idx="3245">
                  <c:v>42075</c:v>
                </c:pt>
                <c:pt idx="3246">
                  <c:v>42076</c:v>
                </c:pt>
                <c:pt idx="3247">
                  <c:v>42079</c:v>
                </c:pt>
                <c:pt idx="3248">
                  <c:v>42080</c:v>
                </c:pt>
                <c:pt idx="3249">
                  <c:v>42081</c:v>
                </c:pt>
                <c:pt idx="3250">
                  <c:v>42082</c:v>
                </c:pt>
                <c:pt idx="3251">
                  <c:v>42083</c:v>
                </c:pt>
                <c:pt idx="3252">
                  <c:v>42086</c:v>
                </c:pt>
                <c:pt idx="3253">
                  <c:v>42087</c:v>
                </c:pt>
                <c:pt idx="3254">
                  <c:v>42088</c:v>
                </c:pt>
                <c:pt idx="3255">
                  <c:v>42089</c:v>
                </c:pt>
                <c:pt idx="3256">
                  <c:v>42090</c:v>
                </c:pt>
                <c:pt idx="3257">
                  <c:v>42093</c:v>
                </c:pt>
                <c:pt idx="3258">
                  <c:v>42094</c:v>
                </c:pt>
                <c:pt idx="3259">
                  <c:v>42095</c:v>
                </c:pt>
                <c:pt idx="3260">
                  <c:v>42096</c:v>
                </c:pt>
                <c:pt idx="3261">
                  <c:v>42100</c:v>
                </c:pt>
                <c:pt idx="3262">
                  <c:v>42101</c:v>
                </c:pt>
                <c:pt idx="3263">
                  <c:v>42102</c:v>
                </c:pt>
                <c:pt idx="3264">
                  <c:v>42103</c:v>
                </c:pt>
                <c:pt idx="3265">
                  <c:v>42104</c:v>
                </c:pt>
                <c:pt idx="3266">
                  <c:v>42107</c:v>
                </c:pt>
                <c:pt idx="3267">
                  <c:v>42108</c:v>
                </c:pt>
                <c:pt idx="3268">
                  <c:v>42109</c:v>
                </c:pt>
                <c:pt idx="3269">
                  <c:v>42110</c:v>
                </c:pt>
                <c:pt idx="3270">
                  <c:v>42111</c:v>
                </c:pt>
                <c:pt idx="3271">
                  <c:v>42114</c:v>
                </c:pt>
                <c:pt idx="3272">
                  <c:v>42116</c:v>
                </c:pt>
                <c:pt idx="3273">
                  <c:v>42117</c:v>
                </c:pt>
                <c:pt idx="3274">
                  <c:v>42118</c:v>
                </c:pt>
                <c:pt idx="3275">
                  <c:v>42121</c:v>
                </c:pt>
                <c:pt idx="3276">
                  <c:v>42122</c:v>
                </c:pt>
                <c:pt idx="3277">
                  <c:v>42123</c:v>
                </c:pt>
                <c:pt idx="3278">
                  <c:v>42124</c:v>
                </c:pt>
                <c:pt idx="3279">
                  <c:v>42128</c:v>
                </c:pt>
                <c:pt idx="3280">
                  <c:v>42129</c:v>
                </c:pt>
                <c:pt idx="3281">
                  <c:v>42130</c:v>
                </c:pt>
                <c:pt idx="3282">
                  <c:v>42131</c:v>
                </c:pt>
                <c:pt idx="3283">
                  <c:v>42132</c:v>
                </c:pt>
                <c:pt idx="3284">
                  <c:v>42135</c:v>
                </c:pt>
                <c:pt idx="3285">
                  <c:v>42136</c:v>
                </c:pt>
                <c:pt idx="3286">
                  <c:v>42137</c:v>
                </c:pt>
                <c:pt idx="3287">
                  <c:v>42138</c:v>
                </c:pt>
                <c:pt idx="3288">
                  <c:v>42139</c:v>
                </c:pt>
                <c:pt idx="3289">
                  <c:v>42142</c:v>
                </c:pt>
                <c:pt idx="3290">
                  <c:v>42143</c:v>
                </c:pt>
                <c:pt idx="3291">
                  <c:v>42144</c:v>
                </c:pt>
                <c:pt idx="3292">
                  <c:v>42145</c:v>
                </c:pt>
                <c:pt idx="3293">
                  <c:v>42146</c:v>
                </c:pt>
                <c:pt idx="3294">
                  <c:v>42149</c:v>
                </c:pt>
                <c:pt idx="3295">
                  <c:v>42150</c:v>
                </c:pt>
                <c:pt idx="3296">
                  <c:v>42151</c:v>
                </c:pt>
                <c:pt idx="3297">
                  <c:v>42152</c:v>
                </c:pt>
                <c:pt idx="3298">
                  <c:v>42153</c:v>
                </c:pt>
                <c:pt idx="3299">
                  <c:v>42156</c:v>
                </c:pt>
                <c:pt idx="3300">
                  <c:v>42157</c:v>
                </c:pt>
                <c:pt idx="3301">
                  <c:v>42158</c:v>
                </c:pt>
                <c:pt idx="3302">
                  <c:v>42160</c:v>
                </c:pt>
                <c:pt idx="3303">
                  <c:v>42163</c:v>
                </c:pt>
                <c:pt idx="3304">
                  <c:v>42164</c:v>
                </c:pt>
                <c:pt idx="3305">
                  <c:v>42165</c:v>
                </c:pt>
                <c:pt idx="3306">
                  <c:v>42166</c:v>
                </c:pt>
                <c:pt idx="3307">
                  <c:v>42167</c:v>
                </c:pt>
                <c:pt idx="3308">
                  <c:v>42170</c:v>
                </c:pt>
                <c:pt idx="3309">
                  <c:v>42171</c:v>
                </c:pt>
                <c:pt idx="3310">
                  <c:v>42172</c:v>
                </c:pt>
                <c:pt idx="3311">
                  <c:v>42173</c:v>
                </c:pt>
                <c:pt idx="3312">
                  <c:v>42174</c:v>
                </c:pt>
                <c:pt idx="3313">
                  <c:v>42177</c:v>
                </c:pt>
                <c:pt idx="3314">
                  <c:v>42178</c:v>
                </c:pt>
                <c:pt idx="3315">
                  <c:v>42179</c:v>
                </c:pt>
                <c:pt idx="3316">
                  <c:v>42180</c:v>
                </c:pt>
                <c:pt idx="3317">
                  <c:v>42181</c:v>
                </c:pt>
                <c:pt idx="3318">
                  <c:v>42184</c:v>
                </c:pt>
                <c:pt idx="3319">
                  <c:v>42185</c:v>
                </c:pt>
                <c:pt idx="3320">
                  <c:v>42186</c:v>
                </c:pt>
                <c:pt idx="3321">
                  <c:v>42187</c:v>
                </c:pt>
                <c:pt idx="3322">
                  <c:v>42188</c:v>
                </c:pt>
                <c:pt idx="3323">
                  <c:v>42191</c:v>
                </c:pt>
                <c:pt idx="3324">
                  <c:v>42192</c:v>
                </c:pt>
                <c:pt idx="3325">
                  <c:v>42193</c:v>
                </c:pt>
                <c:pt idx="3326">
                  <c:v>42195</c:v>
                </c:pt>
                <c:pt idx="3327">
                  <c:v>42198</c:v>
                </c:pt>
                <c:pt idx="3328">
                  <c:v>42199</c:v>
                </c:pt>
                <c:pt idx="3329">
                  <c:v>42200</c:v>
                </c:pt>
                <c:pt idx="3330">
                  <c:v>42201</c:v>
                </c:pt>
                <c:pt idx="3331">
                  <c:v>42202</c:v>
                </c:pt>
                <c:pt idx="3332">
                  <c:v>42205</c:v>
                </c:pt>
                <c:pt idx="3333">
                  <c:v>42206</c:v>
                </c:pt>
                <c:pt idx="3334">
                  <c:v>42207</c:v>
                </c:pt>
                <c:pt idx="3335">
                  <c:v>42208</c:v>
                </c:pt>
                <c:pt idx="3336">
                  <c:v>42209</c:v>
                </c:pt>
                <c:pt idx="3337">
                  <c:v>42212</c:v>
                </c:pt>
                <c:pt idx="3338">
                  <c:v>42213</c:v>
                </c:pt>
                <c:pt idx="3339">
                  <c:v>42214</c:v>
                </c:pt>
                <c:pt idx="3340">
                  <c:v>42215</c:v>
                </c:pt>
                <c:pt idx="3341">
                  <c:v>42216</c:v>
                </c:pt>
                <c:pt idx="3342">
                  <c:v>42219</c:v>
                </c:pt>
                <c:pt idx="3343">
                  <c:v>42220</c:v>
                </c:pt>
                <c:pt idx="3344">
                  <c:v>42221</c:v>
                </c:pt>
                <c:pt idx="3345">
                  <c:v>42222</c:v>
                </c:pt>
                <c:pt idx="3346">
                  <c:v>42223</c:v>
                </c:pt>
                <c:pt idx="3347">
                  <c:v>42226</c:v>
                </c:pt>
                <c:pt idx="3348">
                  <c:v>42227</c:v>
                </c:pt>
                <c:pt idx="3349">
                  <c:v>42228</c:v>
                </c:pt>
                <c:pt idx="3350">
                  <c:v>42229</c:v>
                </c:pt>
                <c:pt idx="3351">
                  <c:v>42230</c:v>
                </c:pt>
                <c:pt idx="3352">
                  <c:v>42233</c:v>
                </c:pt>
                <c:pt idx="3353">
                  <c:v>42234</c:v>
                </c:pt>
                <c:pt idx="3354">
                  <c:v>42235</c:v>
                </c:pt>
                <c:pt idx="3355">
                  <c:v>42236</c:v>
                </c:pt>
                <c:pt idx="3356">
                  <c:v>42237</c:v>
                </c:pt>
                <c:pt idx="3357">
                  <c:v>42240</c:v>
                </c:pt>
                <c:pt idx="3358">
                  <c:v>42241</c:v>
                </c:pt>
                <c:pt idx="3359">
                  <c:v>42242</c:v>
                </c:pt>
                <c:pt idx="3360">
                  <c:v>42243</c:v>
                </c:pt>
                <c:pt idx="3361">
                  <c:v>42244</c:v>
                </c:pt>
                <c:pt idx="3362">
                  <c:v>42247</c:v>
                </c:pt>
                <c:pt idx="3363">
                  <c:v>42248</c:v>
                </c:pt>
                <c:pt idx="3364">
                  <c:v>42249</c:v>
                </c:pt>
                <c:pt idx="3365">
                  <c:v>42250</c:v>
                </c:pt>
                <c:pt idx="3366">
                  <c:v>42251</c:v>
                </c:pt>
                <c:pt idx="3367">
                  <c:v>42255</c:v>
                </c:pt>
                <c:pt idx="3368">
                  <c:v>42256</c:v>
                </c:pt>
                <c:pt idx="3369">
                  <c:v>42257</c:v>
                </c:pt>
                <c:pt idx="3370">
                  <c:v>42258</c:v>
                </c:pt>
                <c:pt idx="3371">
                  <c:v>42261</c:v>
                </c:pt>
                <c:pt idx="3372">
                  <c:v>42262</c:v>
                </c:pt>
                <c:pt idx="3373">
                  <c:v>42263</c:v>
                </c:pt>
                <c:pt idx="3374">
                  <c:v>42264</c:v>
                </c:pt>
                <c:pt idx="3375">
                  <c:v>42265</c:v>
                </c:pt>
                <c:pt idx="3376">
                  <c:v>42268</c:v>
                </c:pt>
                <c:pt idx="3377">
                  <c:v>42269</c:v>
                </c:pt>
                <c:pt idx="3378">
                  <c:v>42270</c:v>
                </c:pt>
                <c:pt idx="3379">
                  <c:v>42271</c:v>
                </c:pt>
                <c:pt idx="3380">
                  <c:v>42272</c:v>
                </c:pt>
                <c:pt idx="3381">
                  <c:v>42275</c:v>
                </c:pt>
                <c:pt idx="3382">
                  <c:v>42276</c:v>
                </c:pt>
                <c:pt idx="3383">
                  <c:v>42277</c:v>
                </c:pt>
                <c:pt idx="3384">
                  <c:v>42278</c:v>
                </c:pt>
                <c:pt idx="3385">
                  <c:v>42279</c:v>
                </c:pt>
                <c:pt idx="3386">
                  <c:v>42282</c:v>
                </c:pt>
                <c:pt idx="3387">
                  <c:v>42283</c:v>
                </c:pt>
                <c:pt idx="3388">
                  <c:v>42284</c:v>
                </c:pt>
                <c:pt idx="3389">
                  <c:v>42285</c:v>
                </c:pt>
                <c:pt idx="3390">
                  <c:v>42286</c:v>
                </c:pt>
                <c:pt idx="3391">
                  <c:v>42290</c:v>
                </c:pt>
                <c:pt idx="3392">
                  <c:v>42291</c:v>
                </c:pt>
                <c:pt idx="3393">
                  <c:v>42292</c:v>
                </c:pt>
                <c:pt idx="3394">
                  <c:v>42293</c:v>
                </c:pt>
                <c:pt idx="3395">
                  <c:v>42296</c:v>
                </c:pt>
                <c:pt idx="3396">
                  <c:v>42297</c:v>
                </c:pt>
                <c:pt idx="3397">
                  <c:v>42298</c:v>
                </c:pt>
                <c:pt idx="3398">
                  <c:v>42299</c:v>
                </c:pt>
                <c:pt idx="3399">
                  <c:v>42300</c:v>
                </c:pt>
                <c:pt idx="3400">
                  <c:v>42303</c:v>
                </c:pt>
                <c:pt idx="3401">
                  <c:v>42304</c:v>
                </c:pt>
                <c:pt idx="3402">
                  <c:v>42305</c:v>
                </c:pt>
                <c:pt idx="3403">
                  <c:v>42306</c:v>
                </c:pt>
                <c:pt idx="3404">
                  <c:v>42307</c:v>
                </c:pt>
                <c:pt idx="3405">
                  <c:v>42311</c:v>
                </c:pt>
                <c:pt idx="3406">
                  <c:v>42312</c:v>
                </c:pt>
                <c:pt idx="3407">
                  <c:v>42313</c:v>
                </c:pt>
                <c:pt idx="3408">
                  <c:v>42314</c:v>
                </c:pt>
                <c:pt idx="3409">
                  <c:v>42317</c:v>
                </c:pt>
                <c:pt idx="3410">
                  <c:v>42318</c:v>
                </c:pt>
                <c:pt idx="3411">
                  <c:v>42319</c:v>
                </c:pt>
                <c:pt idx="3412">
                  <c:v>42320</c:v>
                </c:pt>
                <c:pt idx="3413">
                  <c:v>42321</c:v>
                </c:pt>
                <c:pt idx="3414">
                  <c:v>42324</c:v>
                </c:pt>
                <c:pt idx="3415">
                  <c:v>42325</c:v>
                </c:pt>
                <c:pt idx="3416">
                  <c:v>42326</c:v>
                </c:pt>
                <c:pt idx="3417">
                  <c:v>42327</c:v>
                </c:pt>
                <c:pt idx="3418">
                  <c:v>42331</c:v>
                </c:pt>
                <c:pt idx="3419">
                  <c:v>42332</c:v>
                </c:pt>
                <c:pt idx="3420">
                  <c:v>42333</c:v>
                </c:pt>
                <c:pt idx="3421">
                  <c:v>42334</c:v>
                </c:pt>
                <c:pt idx="3422">
                  <c:v>42335</c:v>
                </c:pt>
                <c:pt idx="3423">
                  <c:v>42338</c:v>
                </c:pt>
                <c:pt idx="3424">
                  <c:v>42339</c:v>
                </c:pt>
                <c:pt idx="3425">
                  <c:v>42340</c:v>
                </c:pt>
                <c:pt idx="3426">
                  <c:v>42341</c:v>
                </c:pt>
                <c:pt idx="3427">
                  <c:v>42342</c:v>
                </c:pt>
                <c:pt idx="3428">
                  <c:v>42345</c:v>
                </c:pt>
                <c:pt idx="3429">
                  <c:v>42346</c:v>
                </c:pt>
                <c:pt idx="3430">
                  <c:v>42347</c:v>
                </c:pt>
                <c:pt idx="3431">
                  <c:v>42348</c:v>
                </c:pt>
                <c:pt idx="3432">
                  <c:v>42349</c:v>
                </c:pt>
                <c:pt idx="3433">
                  <c:v>42352</c:v>
                </c:pt>
                <c:pt idx="3434">
                  <c:v>42353</c:v>
                </c:pt>
                <c:pt idx="3435">
                  <c:v>42354</c:v>
                </c:pt>
                <c:pt idx="3436">
                  <c:v>42355</c:v>
                </c:pt>
                <c:pt idx="3437">
                  <c:v>42356</c:v>
                </c:pt>
                <c:pt idx="3438">
                  <c:v>42359</c:v>
                </c:pt>
                <c:pt idx="3439">
                  <c:v>42360</c:v>
                </c:pt>
                <c:pt idx="3440">
                  <c:v>42361</c:v>
                </c:pt>
                <c:pt idx="3441">
                  <c:v>42366</c:v>
                </c:pt>
                <c:pt idx="3442">
                  <c:v>42367</c:v>
                </c:pt>
                <c:pt idx="3443">
                  <c:v>42368</c:v>
                </c:pt>
                <c:pt idx="3444">
                  <c:v>42373</c:v>
                </c:pt>
                <c:pt idx="3445">
                  <c:v>42374</c:v>
                </c:pt>
                <c:pt idx="3446">
                  <c:v>42375</c:v>
                </c:pt>
                <c:pt idx="3447">
                  <c:v>42376</c:v>
                </c:pt>
                <c:pt idx="3448">
                  <c:v>42377</c:v>
                </c:pt>
                <c:pt idx="3449">
                  <c:v>42380</c:v>
                </c:pt>
                <c:pt idx="3450">
                  <c:v>42381</c:v>
                </c:pt>
                <c:pt idx="3451">
                  <c:v>42382</c:v>
                </c:pt>
                <c:pt idx="3452">
                  <c:v>42383</c:v>
                </c:pt>
                <c:pt idx="3453">
                  <c:v>42384</c:v>
                </c:pt>
                <c:pt idx="3454">
                  <c:v>42387</c:v>
                </c:pt>
                <c:pt idx="3455">
                  <c:v>42388</c:v>
                </c:pt>
                <c:pt idx="3456">
                  <c:v>42389</c:v>
                </c:pt>
                <c:pt idx="3457">
                  <c:v>42390</c:v>
                </c:pt>
                <c:pt idx="3458">
                  <c:v>42391</c:v>
                </c:pt>
                <c:pt idx="3459">
                  <c:v>42395</c:v>
                </c:pt>
                <c:pt idx="3460">
                  <c:v>42396</c:v>
                </c:pt>
                <c:pt idx="3461">
                  <c:v>42397</c:v>
                </c:pt>
                <c:pt idx="3462">
                  <c:v>42398</c:v>
                </c:pt>
                <c:pt idx="3463">
                  <c:v>42401</c:v>
                </c:pt>
                <c:pt idx="3464">
                  <c:v>42402</c:v>
                </c:pt>
                <c:pt idx="3465">
                  <c:v>42403</c:v>
                </c:pt>
                <c:pt idx="3466">
                  <c:v>42404</c:v>
                </c:pt>
                <c:pt idx="3467">
                  <c:v>42405</c:v>
                </c:pt>
                <c:pt idx="3468">
                  <c:v>42410</c:v>
                </c:pt>
                <c:pt idx="3469">
                  <c:v>42411</c:v>
                </c:pt>
                <c:pt idx="3470">
                  <c:v>42412</c:v>
                </c:pt>
                <c:pt idx="3471">
                  <c:v>42415</c:v>
                </c:pt>
                <c:pt idx="3472">
                  <c:v>42416</c:v>
                </c:pt>
                <c:pt idx="3473">
                  <c:v>42417</c:v>
                </c:pt>
                <c:pt idx="3474">
                  <c:v>42418</c:v>
                </c:pt>
                <c:pt idx="3475">
                  <c:v>42419</c:v>
                </c:pt>
                <c:pt idx="3476">
                  <c:v>42422</c:v>
                </c:pt>
                <c:pt idx="3477">
                  <c:v>42423</c:v>
                </c:pt>
                <c:pt idx="3478">
                  <c:v>42424</c:v>
                </c:pt>
                <c:pt idx="3479">
                  <c:v>42425</c:v>
                </c:pt>
                <c:pt idx="3480">
                  <c:v>42426</c:v>
                </c:pt>
                <c:pt idx="3481">
                  <c:v>42429</c:v>
                </c:pt>
                <c:pt idx="3482">
                  <c:v>42430</c:v>
                </c:pt>
                <c:pt idx="3483">
                  <c:v>42431</c:v>
                </c:pt>
                <c:pt idx="3484">
                  <c:v>42432</c:v>
                </c:pt>
                <c:pt idx="3485">
                  <c:v>42433</c:v>
                </c:pt>
                <c:pt idx="3486">
                  <c:v>42436</c:v>
                </c:pt>
                <c:pt idx="3487">
                  <c:v>42437</c:v>
                </c:pt>
                <c:pt idx="3488">
                  <c:v>42438</c:v>
                </c:pt>
                <c:pt idx="3489">
                  <c:v>42439</c:v>
                </c:pt>
                <c:pt idx="3490">
                  <c:v>42440</c:v>
                </c:pt>
                <c:pt idx="3491">
                  <c:v>42443</c:v>
                </c:pt>
                <c:pt idx="3492">
                  <c:v>42444</c:v>
                </c:pt>
                <c:pt idx="3493">
                  <c:v>42445</c:v>
                </c:pt>
                <c:pt idx="3494">
                  <c:v>42446</c:v>
                </c:pt>
                <c:pt idx="3495">
                  <c:v>42447</c:v>
                </c:pt>
                <c:pt idx="3496">
                  <c:v>42450</c:v>
                </c:pt>
                <c:pt idx="3497">
                  <c:v>42451</c:v>
                </c:pt>
                <c:pt idx="3498">
                  <c:v>42452</c:v>
                </c:pt>
                <c:pt idx="3499">
                  <c:v>42453</c:v>
                </c:pt>
                <c:pt idx="3500">
                  <c:v>42457</c:v>
                </c:pt>
                <c:pt idx="3501">
                  <c:v>42458</c:v>
                </c:pt>
                <c:pt idx="3502">
                  <c:v>42459</c:v>
                </c:pt>
                <c:pt idx="3503">
                  <c:v>42460</c:v>
                </c:pt>
                <c:pt idx="3504">
                  <c:v>42461</c:v>
                </c:pt>
                <c:pt idx="3505">
                  <c:v>42464</c:v>
                </c:pt>
                <c:pt idx="3506">
                  <c:v>42465</c:v>
                </c:pt>
                <c:pt idx="3507">
                  <c:v>42466</c:v>
                </c:pt>
                <c:pt idx="3508">
                  <c:v>42467</c:v>
                </c:pt>
                <c:pt idx="3509">
                  <c:v>42468</c:v>
                </c:pt>
                <c:pt idx="3510">
                  <c:v>42471</c:v>
                </c:pt>
                <c:pt idx="3511">
                  <c:v>42472</c:v>
                </c:pt>
                <c:pt idx="3512">
                  <c:v>42473</c:v>
                </c:pt>
                <c:pt idx="3513">
                  <c:v>42474</c:v>
                </c:pt>
                <c:pt idx="3514">
                  <c:v>42475</c:v>
                </c:pt>
                <c:pt idx="3515">
                  <c:v>42478</c:v>
                </c:pt>
                <c:pt idx="3516">
                  <c:v>42479</c:v>
                </c:pt>
                <c:pt idx="3517">
                  <c:v>42480</c:v>
                </c:pt>
                <c:pt idx="3518">
                  <c:v>42482</c:v>
                </c:pt>
                <c:pt idx="3519">
                  <c:v>42485</c:v>
                </c:pt>
                <c:pt idx="3520">
                  <c:v>42486</c:v>
                </c:pt>
                <c:pt idx="3521">
                  <c:v>42487</c:v>
                </c:pt>
                <c:pt idx="3522">
                  <c:v>42488</c:v>
                </c:pt>
                <c:pt idx="3523">
                  <c:v>42489</c:v>
                </c:pt>
                <c:pt idx="3524">
                  <c:v>42492</c:v>
                </c:pt>
                <c:pt idx="3525">
                  <c:v>42493</c:v>
                </c:pt>
                <c:pt idx="3526">
                  <c:v>42494</c:v>
                </c:pt>
                <c:pt idx="3527">
                  <c:v>42495</c:v>
                </c:pt>
                <c:pt idx="3528">
                  <c:v>42496</c:v>
                </c:pt>
                <c:pt idx="3529">
                  <c:v>42499</c:v>
                </c:pt>
                <c:pt idx="3530">
                  <c:v>42500</c:v>
                </c:pt>
                <c:pt idx="3531">
                  <c:v>42501</c:v>
                </c:pt>
                <c:pt idx="3532">
                  <c:v>42502</c:v>
                </c:pt>
                <c:pt idx="3533">
                  <c:v>42503</c:v>
                </c:pt>
                <c:pt idx="3534">
                  <c:v>42506</c:v>
                </c:pt>
                <c:pt idx="3535">
                  <c:v>42507</c:v>
                </c:pt>
                <c:pt idx="3536">
                  <c:v>42508</c:v>
                </c:pt>
                <c:pt idx="3537">
                  <c:v>42509</c:v>
                </c:pt>
                <c:pt idx="3538">
                  <c:v>42510</c:v>
                </c:pt>
                <c:pt idx="3539">
                  <c:v>42513</c:v>
                </c:pt>
                <c:pt idx="3540">
                  <c:v>42514</c:v>
                </c:pt>
                <c:pt idx="3541">
                  <c:v>42515</c:v>
                </c:pt>
                <c:pt idx="3542">
                  <c:v>42517</c:v>
                </c:pt>
                <c:pt idx="3543">
                  <c:v>42520</c:v>
                </c:pt>
                <c:pt idx="3544">
                  <c:v>42521</c:v>
                </c:pt>
                <c:pt idx="3545">
                  <c:v>42522</c:v>
                </c:pt>
                <c:pt idx="3546">
                  <c:v>42523</c:v>
                </c:pt>
                <c:pt idx="3547">
                  <c:v>42524</c:v>
                </c:pt>
                <c:pt idx="3548">
                  <c:v>42527</c:v>
                </c:pt>
                <c:pt idx="3549">
                  <c:v>42528</c:v>
                </c:pt>
                <c:pt idx="3550">
                  <c:v>42529</c:v>
                </c:pt>
                <c:pt idx="3551">
                  <c:v>42530</c:v>
                </c:pt>
                <c:pt idx="3552">
                  <c:v>42531</c:v>
                </c:pt>
                <c:pt idx="3553">
                  <c:v>42534</c:v>
                </c:pt>
                <c:pt idx="3554">
                  <c:v>42535</c:v>
                </c:pt>
                <c:pt idx="3555">
                  <c:v>42536</c:v>
                </c:pt>
                <c:pt idx="3556">
                  <c:v>42537</c:v>
                </c:pt>
                <c:pt idx="3557">
                  <c:v>42538</c:v>
                </c:pt>
                <c:pt idx="3558">
                  <c:v>42541</c:v>
                </c:pt>
                <c:pt idx="3559">
                  <c:v>42542</c:v>
                </c:pt>
                <c:pt idx="3560">
                  <c:v>42543</c:v>
                </c:pt>
                <c:pt idx="3561">
                  <c:v>42544</c:v>
                </c:pt>
                <c:pt idx="3562">
                  <c:v>42545</c:v>
                </c:pt>
                <c:pt idx="3563">
                  <c:v>42548</c:v>
                </c:pt>
                <c:pt idx="3564">
                  <c:v>42549</c:v>
                </c:pt>
                <c:pt idx="3565">
                  <c:v>42550</c:v>
                </c:pt>
                <c:pt idx="3566">
                  <c:v>42551</c:v>
                </c:pt>
                <c:pt idx="3567">
                  <c:v>42552</c:v>
                </c:pt>
                <c:pt idx="3568">
                  <c:v>42555</c:v>
                </c:pt>
                <c:pt idx="3569">
                  <c:v>42556</c:v>
                </c:pt>
                <c:pt idx="3570">
                  <c:v>42557</c:v>
                </c:pt>
                <c:pt idx="3571">
                  <c:v>42558</c:v>
                </c:pt>
                <c:pt idx="3572">
                  <c:v>42559</c:v>
                </c:pt>
                <c:pt idx="3573">
                  <c:v>42562</c:v>
                </c:pt>
                <c:pt idx="3574">
                  <c:v>42563</c:v>
                </c:pt>
                <c:pt idx="3575">
                  <c:v>42564</c:v>
                </c:pt>
                <c:pt idx="3576">
                  <c:v>42565</c:v>
                </c:pt>
                <c:pt idx="3577">
                  <c:v>42566</c:v>
                </c:pt>
                <c:pt idx="3578">
                  <c:v>42569</c:v>
                </c:pt>
                <c:pt idx="3579">
                  <c:v>42570</c:v>
                </c:pt>
                <c:pt idx="3580">
                  <c:v>42571</c:v>
                </c:pt>
                <c:pt idx="3581">
                  <c:v>42572</c:v>
                </c:pt>
                <c:pt idx="3582">
                  <c:v>42573</c:v>
                </c:pt>
                <c:pt idx="3583">
                  <c:v>42576</c:v>
                </c:pt>
                <c:pt idx="3584">
                  <c:v>42577</c:v>
                </c:pt>
                <c:pt idx="3585">
                  <c:v>42578</c:v>
                </c:pt>
                <c:pt idx="3586">
                  <c:v>42579</c:v>
                </c:pt>
                <c:pt idx="3587">
                  <c:v>42580</c:v>
                </c:pt>
                <c:pt idx="3588">
                  <c:v>42583</c:v>
                </c:pt>
                <c:pt idx="3589">
                  <c:v>42584</c:v>
                </c:pt>
                <c:pt idx="3590">
                  <c:v>42585</c:v>
                </c:pt>
                <c:pt idx="3591">
                  <c:v>42586</c:v>
                </c:pt>
                <c:pt idx="3592">
                  <c:v>42587</c:v>
                </c:pt>
                <c:pt idx="3593">
                  <c:v>42590</c:v>
                </c:pt>
                <c:pt idx="3594">
                  <c:v>42591</c:v>
                </c:pt>
                <c:pt idx="3595">
                  <c:v>42592</c:v>
                </c:pt>
                <c:pt idx="3596">
                  <c:v>42593</c:v>
                </c:pt>
                <c:pt idx="3597">
                  <c:v>42594</c:v>
                </c:pt>
                <c:pt idx="3598">
                  <c:v>42597</c:v>
                </c:pt>
                <c:pt idx="3599">
                  <c:v>42598</c:v>
                </c:pt>
                <c:pt idx="3600">
                  <c:v>42599</c:v>
                </c:pt>
                <c:pt idx="3601">
                  <c:v>42600</c:v>
                </c:pt>
                <c:pt idx="3602">
                  <c:v>42601</c:v>
                </c:pt>
                <c:pt idx="3603">
                  <c:v>42604</c:v>
                </c:pt>
                <c:pt idx="3604">
                  <c:v>42605</c:v>
                </c:pt>
                <c:pt idx="3605">
                  <c:v>42606</c:v>
                </c:pt>
                <c:pt idx="3606">
                  <c:v>42607</c:v>
                </c:pt>
                <c:pt idx="3607">
                  <c:v>42608</c:v>
                </c:pt>
                <c:pt idx="3608">
                  <c:v>42611</c:v>
                </c:pt>
                <c:pt idx="3609">
                  <c:v>42612</c:v>
                </c:pt>
                <c:pt idx="3610">
                  <c:v>42613</c:v>
                </c:pt>
                <c:pt idx="3611">
                  <c:v>42614</c:v>
                </c:pt>
                <c:pt idx="3612">
                  <c:v>42615</c:v>
                </c:pt>
                <c:pt idx="3613">
                  <c:v>42618</c:v>
                </c:pt>
                <c:pt idx="3614">
                  <c:v>42619</c:v>
                </c:pt>
                <c:pt idx="3615">
                  <c:v>42621</c:v>
                </c:pt>
                <c:pt idx="3616">
                  <c:v>42622</c:v>
                </c:pt>
                <c:pt idx="3617">
                  <c:v>42625</c:v>
                </c:pt>
                <c:pt idx="3618">
                  <c:v>42626</c:v>
                </c:pt>
                <c:pt idx="3619">
                  <c:v>42627</c:v>
                </c:pt>
                <c:pt idx="3620">
                  <c:v>42628</c:v>
                </c:pt>
                <c:pt idx="3621">
                  <c:v>42629</c:v>
                </c:pt>
                <c:pt idx="3622">
                  <c:v>42632</c:v>
                </c:pt>
                <c:pt idx="3623">
                  <c:v>42633</c:v>
                </c:pt>
                <c:pt idx="3624">
                  <c:v>42634</c:v>
                </c:pt>
                <c:pt idx="3625">
                  <c:v>42635</c:v>
                </c:pt>
                <c:pt idx="3626">
                  <c:v>42636</c:v>
                </c:pt>
                <c:pt idx="3627">
                  <c:v>42639</c:v>
                </c:pt>
                <c:pt idx="3628">
                  <c:v>42640</c:v>
                </c:pt>
                <c:pt idx="3629">
                  <c:v>42641</c:v>
                </c:pt>
                <c:pt idx="3630">
                  <c:v>42642</c:v>
                </c:pt>
                <c:pt idx="3631">
                  <c:v>42643</c:v>
                </c:pt>
                <c:pt idx="3632">
                  <c:v>42646</c:v>
                </c:pt>
                <c:pt idx="3633">
                  <c:v>42647</c:v>
                </c:pt>
                <c:pt idx="3634">
                  <c:v>42648</c:v>
                </c:pt>
                <c:pt idx="3635">
                  <c:v>42649</c:v>
                </c:pt>
                <c:pt idx="3636">
                  <c:v>42650</c:v>
                </c:pt>
                <c:pt idx="3637">
                  <c:v>42653</c:v>
                </c:pt>
                <c:pt idx="3638">
                  <c:v>42654</c:v>
                </c:pt>
                <c:pt idx="3639">
                  <c:v>42656</c:v>
                </c:pt>
                <c:pt idx="3640">
                  <c:v>42657</c:v>
                </c:pt>
                <c:pt idx="3641">
                  <c:v>42660</c:v>
                </c:pt>
                <c:pt idx="3642">
                  <c:v>42661</c:v>
                </c:pt>
                <c:pt idx="3643">
                  <c:v>42662</c:v>
                </c:pt>
                <c:pt idx="3644">
                  <c:v>42663</c:v>
                </c:pt>
                <c:pt idx="3645">
                  <c:v>42664</c:v>
                </c:pt>
                <c:pt idx="3646">
                  <c:v>42667</c:v>
                </c:pt>
                <c:pt idx="3647">
                  <c:v>42668</c:v>
                </c:pt>
                <c:pt idx="3648">
                  <c:v>42669</c:v>
                </c:pt>
                <c:pt idx="3649">
                  <c:v>42670</c:v>
                </c:pt>
                <c:pt idx="3650">
                  <c:v>42671</c:v>
                </c:pt>
                <c:pt idx="3651">
                  <c:v>42674</c:v>
                </c:pt>
                <c:pt idx="3652">
                  <c:v>42675</c:v>
                </c:pt>
                <c:pt idx="3653">
                  <c:v>42677</c:v>
                </c:pt>
                <c:pt idx="3654">
                  <c:v>42678</c:v>
                </c:pt>
                <c:pt idx="3655">
                  <c:v>42681</c:v>
                </c:pt>
                <c:pt idx="3656">
                  <c:v>42682</c:v>
                </c:pt>
                <c:pt idx="3657">
                  <c:v>42683</c:v>
                </c:pt>
                <c:pt idx="3658">
                  <c:v>42684</c:v>
                </c:pt>
                <c:pt idx="3659">
                  <c:v>42685</c:v>
                </c:pt>
                <c:pt idx="3660">
                  <c:v>42688</c:v>
                </c:pt>
                <c:pt idx="3661">
                  <c:v>42690</c:v>
                </c:pt>
                <c:pt idx="3662">
                  <c:v>42691</c:v>
                </c:pt>
                <c:pt idx="3663">
                  <c:v>42692</c:v>
                </c:pt>
                <c:pt idx="3664">
                  <c:v>42695</c:v>
                </c:pt>
                <c:pt idx="3665">
                  <c:v>42696</c:v>
                </c:pt>
                <c:pt idx="3666">
                  <c:v>42697</c:v>
                </c:pt>
                <c:pt idx="3667">
                  <c:v>42698</c:v>
                </c:pt>
                <c:pt idx="3668">
                  <c:v>42699</c:v>
                </c:pt>
                <c:pt idx="3669">
                  <c:v>42702</c:v>
                </c:pt>
                <c:pt idx="3670">
                  <c:v>42703</c:v>
                </c:pt>
                <c:pt idx="3671">
                  <c:v>42704</c:v>
                </c:pt>
                <c:pt idx="3672">
                  <c:v>42705</c:v>
                </c:pt>
                <c:pt idx="3673">
                  <c:v>42706</c:v>
                </c:pt>
                <c:pt idx="3674">
                  <c:v>42709</c:v>
                </c:pt>
                <c:pt idx="3675">
                  <c:v>42710</c:v>
                </c:pt>
                <c:pt idx="3676">
                  <c:v>42711</c:v>
                </c:pt>
                <c:pt idx="3677">
                  <c:v>42712</c:v>
                </c:pt>
                <c:pt idx="3678">
                  <c:v>42713</c:v>
                </c:pt>
                <c:pt idx="3679">
                  <c:v>42716</c:v>
                </c:pt>
                <c:pt idx="3680">
                  <c:v>42717</c:v>
                </c:pt>
                <c:pt idx="3681">
                  <c:v>42718</c:v>
                </c:pt>
                <c:pt idx="3682">
                  <c:v>42719</c:v>
                </c:pt>
                <c:pt idx="3683">
                  <c:v>42720</c:v>
                </c:pt>
                <c:pt idx="3684">
                  <c:v>42723</c:v>
                </c:pt>
                <c:pt idx="3685">
                  <c:v>42724</c:v>
                </c:pt>
                <c:pt idx="3686">
                  <c:v>42725</c:v>
                </c:pt>
                <c:pt idx="3687">
                  <c:v>42726</c:v>
                </c:pt>
                <c:pt idx="3688">
                  <c:v>42727</c:v>
                </c:pt>
                <c:pt idx="3689">
                  <c:v>42730</c:v>
                </c:pt>
                <c:pt idx="3690">
                  <c:v>42731</c:v>
                </c:pt>
                <c:pt idx="3691">
                  <c:v>42732</c:v>
                </c:pt>
                <c:pt idx="3692">
                  <c:v>42733</c:v>
                </c:pt>
                <c:pt idx="3693">
                  <c:v>42737</c:v>
                </c:pt>
                <c:pt idx="3694">
                  <c:v>42738</c:v>
                </c:pt>
                <c:pt idx="3695">
                  <c:v>42739</c:v>
                </c:pt>
                <c:pt idx="3696">
                  <c:v>42740</c:v>
                </c:pt>
                <c:pt idx="3697">
                  <c:v>42741</c:v>
                </c:pt>
                <c:pt idx="3698">
                  <c:v>42744</c:v>
                </c:pt>
                <c:pt idx="3699">
                  <c:v>42745</c:v>
                </c:pt>
                <c:pt idx="3700">
                  <c:v>42746</c:v>
                </c:pt>
                <c:pt idx="3701">
                  <c:v>42747</c:v>
                </c:pt>
                <c:pt idx="3702">
                  <c:v>42748</c:v>
                </c:pt>
                <c:pt idx="3703">
                  <c:v>42751</c:v>
                </c:pt>
                <c:pt idx="3704">
                  <c:v>42752</c:v>
                </c:pt>
                <c:pt idx="3705">
                  <c:v>42753</c:v>
                </c:pt>
                <c:pt idx="3706">
                  <c:v>42754</c:v>
                </c:pt>
                <c:pt idx="3707">
                  <c:v>42755</c:v>
                </c:pt>
                <c:pt idx="3708">
                  <c:v>42758</c:v>
                </c:pt>
                <c:pt idx="3709">
                  <c:v>42759</c:v>
                </c:pt>
                <c:pt idx="3710">
                  <c:v>42761</c:v>
                </c:pt>
                <c:pt idx="3711">
                  <c:v>42762</c:v>
                </c:pt>
                <c:pt idx="3712">
                  <c:v>42765</c:v>
                </c:pt>
                <c:pt idx="3713">
                  <c:v>42766</c:v>
                </c:pt>
                <c:pt idx="3714">
                  <c:v>42767</c:v>
                </c:pt>
                <c:pt idx="3715">
                  <c:v>42768</c:v>
                </c:pt>
                <c:pt idx="3716">
                  <c:v>42769</c:v>
                </c:pt>
                <c:pt idx="3717">
                  <c:v>42772</c:v>
                </c:pt>
                <c:pt idx="3718">
                  <c:v>42773</c:v>
                </c:pt>
                <c:pt idx="3719">
                  <c:v>42774</c:v>
                </c:pt>
                <c:pt idx="3720">
                  <c:v>42775</c:v>
                </c:pt>
                <c:pt idx="3721">
                  <c:v>42776</c:v>
                </c:pt>
                <c:pt idx="3722">
                  <c:v>42779</c:v>
                </c:pt>
                <c:pt idx="3723">
                  <c:v>42780</c:v>
                </c:pt>
                <c:pt idx="3724">
                  <c:v>42781</c:v>
                </c:pt>
                <c:pt idx="3725">
                  <c:v>42782</c:v>
                </c:pt>
                <c:pt idx="3726">
                  <c:v>42783</c:v>
                </c:pt>
                <c:pt idx="3727">
                  <c:v>42786</c:v>
                </c:pt>
                <c:pt idx="3728">
                  <c:v>42787</c:v>
                </c:pt>
                <c:pt idx="3729">
                  <c:v>42788</c:v>
                </c:pt>
                <c:pt idx="3730">
                  <c:v>42789</c:v>
                </c:pt>
                <c:pt idx="3731">
                  <c:v>42790</c:v>
                </c:pt>
                <c:pt idx="3732">
                  <c:v>42795</c:v>
                </c:pt>
                <c:pt idx="3733">
                  <c:v>42796</c:v>
                </c:pt>
                <c:pt idx="3734">
                  <c:v>42797</c:v>
                </c:pt>
                <c:pt idx="3735">
                  <c:v>42800</c:v>
                </c:pt>
                <c:pt idx="3736">
                  <c:v>42801</c:v>
                </c:pt>
                <c:pt idx="3737">
                  <c:v>42802</c:v>
                </c:pt>
                <c:pt idx="3738">
                  <c:v>42803</c:v>
                </c:pt>
                <c:pt idx="3739">
                  <c:v>42804</c:v>
                </c:pt>
                <c:pt idx="3740">
                  <c:v>42807</c:v>
                </c:pt>
                <c:pt idx="3741">
                  <c:v>42808</c:v>
                </c:pt>
                <c:pt idx="3742">
                  <c:v>42809</c:v>
                </c:pt>
                <c:pt idx="3743">
                  <c:v>42810</c:v>
                </c:pt>
                <c:pt idx="3744">
                  <c:v>42811</c:v>
                </c:pt>
                <c:pt idx="3745">
                  <c:v>42814</c:v>
                </c:pt>
                <c:pt idx="3746">
                  <c:v>42815</c:v>
                </c:pt>
                <c:pt idx="3747">
                  <c:v>42816</c:v>
                </c:pt>
                <c:pt idx="3748">
                  <c:v>42817</c:v>
                </c:pt>
                <c:pt idx="3749">
                  <c:v>42818</c:v>
                </c:pt>
                <c:pt idx="3750">
                  <c:v>42821</c:v>
                </c:pt>
                <c:pt idx="3751">
                  <c:v>42822</c:v>
                </c:pt>
                <c:pt idx="3752">
                  <c:v>42823</c:v>
                </c:pt>
                <c:pt idx="3753">
                  <c:v>42824</c:v>
                </c:pt>
                <c:pt idx="3754">
                  <c:v>42825</c:v>
                </c:pt>
                <c:pt idx="3755">
                  <c:v>42828</c:v>
                </c:pt>
                <c:pt idx="3756">
                  <c:v>42829</c:v>
                </c:pt>
                <c:pt idx="3757">
                  <c:v>42830</c:v>
                </c:pt>
                <c:pt idx="3758">
                  <c:v>42831</c:v>
                </c:pt>
                <c:pt idx="3759">
                  <c:v>42832</c:v>
                </c:pt>
                <c:pt idx="3760">
                  <c:v>42835</c:v>
                </c:pt>
                <c:pt idx="3761">
                  <c:v>42836</c:v>
                </c:pt>
                <c:pt idx="3762">
                  <c:v>42837</c:v>
                </c:pt>
                <c:pt idx="3763">
                  <c:v>42838</c:v>
                </c:pt>
                <c:pt idx="3764">
                  <c:v>42842</c:v>
                </c:pt>
                <c:pt idx="3765">
                  <c:v>42843</c:v>
                </c:pt>
                <c:pt idx="3766">
                  <c:v>42844</c:v>
                </c:pt>
                <c:pt idx="3767">
                  <c:v>42845</c:v>
                </c:pt>
                <c:pt idx="3768">
                  <c:v>42849</c:v>
                </c:pt>
                <c:pt idx="3769">
                  <c:v>42850</c:v>
                </c:pt>
                <c:pt idx="3770">
                  <c:v>42851</c:v>
                </c:pt>
                <c:pt idx="3771">
                  <c:v>42852</c:v>
                </c:pt>
                <c:pt idx="3772">
                  <c:v>42853</c:v>
                </c:pt>
                <c:pt idx="3773">
                  <c:v>42857</c:v>
                </c:pt>
                <c:pt idx="3774">
                  <c:v>42858</c:v>
                </c:pt>
                <c:pt idx="3775">
                  <c:v>42859</c:v>
                </c:pt>
                <c:pt idx="3776">
                  <c:v>42860</c:v>
                </c:pt>
                <c:pt idx="3777">
                  <c:v>42863</c:v>
                </c:pt>
                <c:pt idx="3778">
                  <c:v>42864</c:v>
                </c:pt>
                <c:pt idx="3779">
                  <c:v>42865</c:v>
                </c:pt>
                <c:pt idx="3780">
                  <c:v>42866</c:v>
                </c:pt>
                <c:pt idx="3781">
                  <c:v>42867</c:v>
                </c:pt>
                <c:pt idx="3782">
                  <c:v>42870</c:v>
                </c:pt>
                <c:pt idx="3783">
                  <c:v>42871</c:v>
                </c:pt>
                <c:pt idx="3784">
                  <c:v>42872</c:v>
                </c:pt>
                <c:pt idx="3785">
                  <c:v>42873</c:v>
                </c:pt>
                <c:pt idx="3786">
                  <c:v>42874</c:v>
                </c:pt>
                <c:pt idx="3787">
                  <c:v>42877</c:v>
                </c:pt>
                <c:pt idx="3788">
                  <c:v>42878</c:v>
                </c:pt>
                <c:pt idx="3789">
                  <c:v>42879</c:v>
                </c:pt>
                <c:pt idx="3790">
                  <c:v>42880</c:v>
                </c:pt>
                <c:pt idx="3791">
                  <c:v>42881</c:v>
                </c:pt>
                <c:pt idx="3792">
                  <c:v>42884</c:v>
                </c:pt>
                <c:pt idx="3793">
                  <c:v>42885</c:v>
                </c:pt>
                <c:pt idx="3794">
                  <c:v>42886</c:v>
                </c:pt>
                <c:pt idx="3795">
                  <c:v>42887</c:v>
                </c:pt>
                <c:pt idx="3796">
                  <c:v>42888</c:v>
                </c:pt>
                <c:pt idx="3797">
                  <c:v>42891</c:v>
                </c:pt>
                <c:pt idx="3798">
                  <c:v>42892</c:v>
                </c:pt>
                <c:pt idx="3799">
                  <c:v>42893</c:v>
                </c:pt>
                <c:pt idx="3800">
                  <c:v>42894</c:v>
                </c:pt>
                <c:pt idx="3801">
                  <c:v>42895</c:v>
                </c:pt>
                <c:pt idx="3802">
                  <c:v>42898</c:v>
                </c:pt>
                <c:pt idx="3803">
                  <c:v>42899</c:v>
                </c:pt>
                <c:pt idx="3804">
                  <c:v>42900</c:v>
                </c:pt>
                <c:pt idx="3805">
                  <c:v>42902</c:v>
                </c:pt>
                <c:pt idx="3806">
                  <c:v>42905</c:v>
                </c:pt>
                <c:pt idx="3807">
                  <c:v>42906</c:v>
                </c:pt>
                <c:pt idx="3808">
                  <c:v>42907</c:v>
                </c:pt>
                <c:pt idx="3809">
                  <c:v>42908</c:v>
                </c:pt>
                <c:pt idx="3810">
                  <c:v>42909</c:v>
                </c:pt>
                <c:pt idx="3811">
                  <c:v>42912</c:v>
                </c:pt>
                <c:pt idx="3812">
                  <c:v>42913</c:v>
                </c:pt>
                <c:pt idx="3813">
                  <c:v>42914</c:v>
                </c:pt>
                <c:pt idx="3814">
                  <c:v>42915</c:v>
                </c:pt>
                <c:pt idx="3815">
                  <c:v>42916</c:v>
                </c:pt>
                <c:pt idx="3816">
                  <c:v>42919</c:v>
                </c:pt>
                <c:pt idx="3817">
                  <c:v>42920</c:v>
                </c:pt>
                <c:pt idx="3818">
                  <c:v>42921</c:v>
                </c:pt>
                <c:pt idx="3819">
                  <c:v>42922</c:v>
                </c:pt>
                <c:pt idx="3820">
                  <c:v>42923</c:v>
                </c:pt>
                <c:pt idx="3821">
                  <c:v>42926</c:v>
                </c:pt>
                <c:pt idx="3822">
                  <c:v>42927</c:v>
                </c:pt>
                <c:pt idx="3823">
                  <c:v>42928</c:v>
                </c:pt>
                <c:pt idx="3824">
                  <c:v>42929</c:v>
                </c:pt>
                <c:pt idx="3825">
                  <c:v>42930</c:v>
                </c:pt>
                <c:pt idx="3826">
                  <c:v>42933</c:v>
                </c:pt>
                <c:pt idx="3827">
                  <c:v>42934</c:v>
                </c:pt>
                <c:pt idx="3828">
                  <c:v>42935</c:v>
                </c:pt>
                <c:pt idx="3829">
                  <c:v>42936</c:v>
                </c:pt>
                <c:pt idx="3830">
                  <c:v>42937</c:v>
                </c:pt>
                <c:pt idx="3831">
                  <c:v>42940</c:v>
                </c:pt>
                <c:pt idx="3832">
                  <c:v>42941</c:v>
                </c:pt>
                <c:pt idx="3833">
                  <c:v>42942</c:v>
                </c:pt>
                <c:pt idx="3834">
                  <c:v>42943</c:v>
                </c:pt>
                <c:pt idx="3835">
                  <c:v>42944</c:v>
                </c:pt>
                <c:pt idx="3836">
                  <c:v>42947</c:v>
                </c:pt>
                <c:pt idx="3837">
                  <c:v>42948</c:v>
                </c:pt>
                <c:pt idx="3838">
                  <c:v>42949</c:v>
                </c:pt>
                <c:pt idx="3839">
                  <c:v>42950</c:v>
                </c:pt>
                <c:pt idx="3840">
                  <c:v>42951</c:v>
                </c:pt>
                <c:pt idx="3841">
                  <c:v>42954</c:v>
                </c:pt>
                <c:pt idx="3842">
                  <c:v>42955</c:v>
                </c:pt>
                <c:pt idx="3843">
                  <c:v>42956</c:v>
                </c:pt>
                <c:pt idx="3844">
                  <c:v>42957</c:v>
                </c:pt>
                <c:pt idx="3845">
                  <c:v>42958</c:v>
                </c:pt>
                <c:pt idx="3846">
                  <c:v>42961</c:v>
                </c:pt>
                <c:pt idx="3847">
                  <c:v>42962</c:v>
                </c:pt>
                <c:pt idx="3848">
                  <c:v>42963</c:v>
                </c:pt>
                <c:pt idx="3849">
                  <c:v>42964</c:v>
                </c:pt>
                <c:pt idx="3850">
                  <c:v>42965</c:v>
                </c:pt>
                <c:pt idx="3851">
                  <c:v>42968</c:v>
                </c:pt>
                <c:pt idx="3852">
                  <c:v>42969</c:v>
                </c:pt>
                <c:pt idx="3853">
                  <c:v>42970</c:v>
                </c:pt>
                <c:pt idx="3854">
                  <c:v>42971</c:v>
                </c:pt>
                <c:pt idx="3855">
                  <c:v>42972</c:v>
                </c:pt>
                <c:pt idx="3856">
                  <c:v>42975</c:v>
                </c:pt>
                <c:pt idx="3857">
                  <c:v>42976</c:v>
                </c:pt>
                <c:pt idx="3858">
                  <c:v>42977</c:v>
                </c:pt>
                <c:pt idx="3859">
                  <c:v>42978</c:v>
                </c:pt>
                <c:pt idx="3860">
                  <c:v>42979</c:v>
                </c:pt>
                <c:pt idx="3861">
                  <c:v>42982</c:v>
                </c:pt>
                <c:pt idx="3862">
                  <c:v>42983</c:v>
                </c:pt>
                <c:pt idx="3863">
                  <c:v>42984</c:v>
                </c:pt>
                <c:pt idx="3864">
                  <c:v>42986</c:v>
                </c:pt>
                <c:pt idx="3865">
                  <c:v>42989</c:v>
                </c:pt>
                <c:pt idx="3866">
                  <c:v>42990</c:v>
                </c:pt>
                <c:pt idx="3867">
                  <c:v>42991</c:v>
                </c:pt>
                <c:pt idx="3868">
                  <c:v>42992</c:v>
                </c:pt>
                <c:pt idx="3869">
                  <c:v>42993</c:v>
                </c:pt>
                <c:pt idx="3870">
                  <c:v>42996</c:v>
                </c:pt>
                <c:pt idx="3871">
                  <c:v>42997</c:v>
                </c:pt>
                <c:pt idx="3872">
                  <c:v>42998</c:v>
                </c:pt>
                <c:pt idx="3873">
                  <c:v>42999</c:v>
                </c:pt>
                <c:pt idx="3874">
                  <c:v>43000</c:v>
                </c:pt>
                <c:pt idx="3875">
                  <c:v>43003</c:v>
                </c:pt>
                <c:pt idx="3876">
                  <c:v>43004</c:v>
                </c:pt>
                <c:pt idx="3877">
                  <c:v>43005</c:v>
                </c:pt>
                <c:pt idx="3878">
                  <c:v>43006</c:v>
                </c:pt>
                <c:pt idx="3879">
                  <c:v>43007</c:v>
                </c:pt>
                <c:pt idx="3880">
                  <c:v>43010</c:v>
                </c:pt>
                <c:pt idx="3881">
                  <c:v>43011</c:v>
                </c:pt>
                <c:pt idx="3882">
                  <c:v>43012</c:v>
                </c:pt>
                <c:pt idx="3883">
                  <c:v>43013</c:v>
                </c:pt>
                <c:pt idx="3884">
                  <c:v>43014</c:v>
                </c:pt>
                <c:pt idx="3885">
                  <c:v>43017</c:v>
                </c:pt>
                <c:pt idx="3886">
                  <c:v>43018</c:v>
                </c:pt>
                <c:pt idx="3887">
                  <c:v>43019</c:v>
                </c:pt>
                <c:pt idx="3888">
                  <c:v>43021</c:v>
                </c:pt>
                <c:pt idx="3889">
                  <c:v>43024</c:v>
                </c:pt>
                <c:pt idx="3890">
                  <c:v>43025</c:v>
                </c:pt>
                <c:pt idx="3891">
                  <c:v>43026</c:v>
                </c:pt>
                <c:pt idx="3892">
                  <c:v>43027</c:v>
                </c:pt>
                <c:pt idx="3893">
                  <c:v>43028</c:v>
                </c:pt>
                <c:pt idx="3894">
                  <c:v>43031</c:v>
                </c:pt>
                <c:pt idx="3895">
                  <c:v>43032</c:v>
                </c:pt>
                <c:pt idx="3896">
                  <c:v>43033</c:v>
                </c:pt>
                <c:pt idx="3897">
                  <c:v>43034</c:v>
                </c:pt>
                <c:pt idx="3898">
                  <c:v>43035</c:v>
                </c:pt>
                <c:pt idx="3899">
                  <c:v>43038</c:v>
                </c:pt>
                <c:pt idx="3900">
                  <c:v>43039</c:v>
                </c:pt>
                <c:pt idx="3901">
                  <c:v>43040</c:v>
                </c:pt>
                <c:pt idx="3902">
                  <c:v>43042</c:v>
                </c:pt>
                <c:pt idx="3903">
                  <c:v>43045</c:v>
                </c:pt>
                <c:pt idx="3904">
                  <c:v>43046</c:v>
                </c:pt>
                <c:pt idx="3905">
                  <c:v>43047</c:v>
                </c:pt>
                <c:pt idx="3906">
                  <c:v>43048</c:v>
                </c:pt>
                <c:pt idx="3907">
                  <c:v>43049</c:v>
                </c:pt>
                <c:pt idx="3908">
                  <c:v>43052</c:v>
                </c:pt>
                <c:pt idx="3909">
                  <c:v>43053</c:v>
                </c:pt>
                <c:pt idx="3910">
                  <c:v>43055</c:v>
                </c:pt>
                <c:pt idx="3911">
                  <c:v>43056</c:v>
                </c:pt>
                <c:pt idx="3912">
                  <c:v>43060</c:v>
                </c:pt>
                <c:pt idx="3913">
                  <c:v>43061</c:v>
                </c:pt>
                <c:pt idx="3914">
                  <c:v>43062</c:v>
                </c:pt>
                <c:pt idx="3915">
                  <c:v>43063</c:v>
                </c:pt>
                <c:pt idx="3916">
                  <c:v>43066</c:v>
                </c:pt>
                <c:pt idx="3917">
                  <c:v>43067</c:v>
                </c:pt>
                <c:pt idx="3918">
                  <c:v>43068</c:v>
                </c:pt>
                <c:pt idx="3919">
                  <c:v>43069</c:v>
                </c:pt>
                <c:pt idx="3920">
                  <c:v>43070</c:v>
                </c:pt>
                <c:pt idx="3921">
                  <c:v>43073</c:v>
                </c:pt>
                <c:pt idx="3922">
                  <c:v>43074</c:v>
                </c:pt>
                <c:pt idx="3923">
                  <c:v>43075</c:v>
                </c:pt>
                <c:pt idx="3924">
                  <c:v>43076</c:v>
                </c:pt>
                <c:pt idx="3925">
                  <c:v>43077</c:v>
                </c:pt>
                <c:pt idx="3926">
                  <c:v>43080</c:v>
                </c:pt>
                <c:pt idx="3927">
                  <c:v>43081</c:v>
                </c:pt>
                <c:pt idx="3928">
                  <c:v>43082</c:v>
                </c:pt>
                <c:pt idx="3929">
                  <c:v>43083</c:v>
                </c:pt>
                <c:pt idx="3930">
                  <c:v>43084</c:v>
                </c:pt>
                <c:pt idx="3931">
                  <c:v>43087</c:v>
                </c:pt>
                <c:pt idx="3932">
                  <c:v>43088</c:v>
                </c:pt>
                <c:pt idx="3933">
                  <c:v>43089</c:v>
                </c:pt>
                <c:pt idx="3934">
                  <c:v>43090</c:v>
                </c:pt>
                <c:pt idx="3935">
                  <c:v>43091</c:v>
                </c:pt>
                <c:pt idx="3936">
                  <c:v>43095</c:v>
                </c:pt>
                <c:pt idx="3937">
                  <c:v>43096</c:v>
                </c:pt>
                <c:pt idx="3938">
                  <c:v>43097</c:v>
                </c:pt>
                <c:pt idx="3939">
                  <c:v>43102</c:v>
                </c:pt>
                <c:pt idx="3940">
                  <c:v>43103</c:v>
                </c:pt>
                <c:pt idx="3941">
                  <c:v>43104</c:v>
                </c:pt>
                <c:pt idx="3942">
                  <c:v>43105</c:v>
                </c:pt>
                <c:pt idx="3943">
                  <c:v>43108</c:v>
                </c:pt>
                <c:pt idx="3944">
                  <c:v>43109</c:v>
                </c:pt>
                <c:pt idx="3945">
                  <c:v>43110</c:v>
                </c:pt>
                <c:pt idx="3946">
                  <c:v>43111</c:v>
                </c:pt>
                <c:pt idx="3947">
                  <c:v>43112</c:v>
                </c:pt>
                <c:pt idx="3948">
                  <c:v>43115</c:v>
                </c:pt>
                <c:pt idx="3949">
                  <c:v>43116</c:v>
                </c:pt>
                <c:pt idx="3950">
                  <c:v>43117</c:v>
                </c:pt>
                <c:pt idx="3951">
                  <c:v>43118</c:v>
                </c:pt>
                <c:pt idx="3952">
                  <c:v>43119</c:v>
                </c:pt>
                <c:pt idx="3953">
                  <c:v>43122</c:v>
                </c:pt>
                <c:pt idx="3954">
                  <c:v>43123</c:v>
                </c:pt>
                <c:pt idx="3955">
                  <c:v>43124</c:v>
                </c:pt>
                <c:pt idx="3956">
                  <c:v>43126</c:v>
                </c:pt>
                <c:pt idx="3957">
                  <c:v>43129</c:v>
                </c:pt>
                <c:pt idx="3958">
                  <c:v>43130</c:v>
                </c:pt>
                <c:pt idx="3959">
                  <c:v>43131</c:v>
                </c:pt>
                <c:pt idx="3960">
                  <c:v>43132</c:v>
                </c:pt>
                <c:pt idx="3961">
                  <c:v>43133</c:v>
                </c:pt>
                <c:pt idx="3962">
                  <c:v>43136</c:v>
                </c:pt>
                <c:pt idx="3963">
                  <c:v>43137</c:v>
                </c:pt>
                <c:pt idx="3964">
                  <c:v>43138</c:v>
                </c:pt>
                <c:pt idx="3965">
                  <c:v>43139</c:v>
                </c:pt>
                <c:pt idx="3966">
                  <c:v>43140</c:v>
                </c:pt>
                <c:pt idx="3967">
                  <c:v>43145</c:v>
                </c:pt>
                <c:pt idx="3968">
                  <c:v>43146</c:v>
                </c:pt>
                <c:pt idx="3969">
                  <c:v>43147</c:v>
                </c:pt>
                <c:pt idx="3970">
                  <c:v>43150</c:v>
                </c:pt>
                <c:pt idx="3971">
                  <c:v>43151</c:v>
                </c:pt>
                <c:pt idx="3972">
                  <c:v>43152</c:v>
                </c:pt>
                <c:pt idx="3973">
                  <c:v>43153</c:v>
                </c:pt>
                <c:pt idx="3974">
                  <c:v>43154</c:v>
                </c:pt>
                <c:pt idx="3975">
                  <c:v>43157</c:v>
                </c:pt>
                <c:pt idx="3976">
                  <c:v>43158</c:v>
                </c:pt>
                <c:pt idx="3977">
                  <c:v>43159</c:v>
                </c:pt>
                <c:pt idx="3978">
                  <c:v>43160</c:v>
                </c:pt>
                <c:pt idx="3979">
                  <c:v>43161</c:v>
                </c:pt>
                <c:pt idx="3980">
                  <c:v>43164</c:v>
                </c:pt>
                <c:pt idx="3981">
                  <c:v>43165</c:v>
                </c:pt>
                <c:pt idx="3982">
                  <c:v>43166</c:v>
                </c:pt>
                <c:pt idx="3983">
                  <c:v>43167</c:v>
                </c:pt>
                <c:pt idx="3984">
                  <c:v>43168</c:v>
                </c:pt>
                <c:pt idx="3985">
                  <c:v>43171</c:v>
                </c:pt>
                <c:pt idx="3986">
                  <c:v>43172</c:v>
                </c:pt>
                <c:pt idx="3987">
                  <c:v>43173</c:v>
                </c:pt>
                <c:pt idx="3988">
                  <c:v>43174</c:v>
                </c:pt>
                <c:pt idx="3989">
                  <c:v>43175</c:v>
                </c:pt>
                <c:pt idx="3990">
                  <c:v>43178</c:v>
                </c:pt>
                <c:pt idx="3991">
                  <c:v>43179</c:v>
                </c:pt>
                <c:pt idx="3992">
                  <c:v>43180</c:v>
                </c:pt>
                <c:pt idx="3993">
                  <c:v>43181</c:v>
                </c:pt>
                <c:pt idx="3994">
                  <c:v>43182</c:v>
                </c:pt>
                <c:pt idx="3995">
                  <c:v>43185</c:v>
                </c:pt>
                <c:pt idx="3996">
                  <c:v>43186</c:v>
                </c:pt>
                <c:pt idx="3997">
                  <c:v>43187</c:v>
                </c:pt>
                <c:pt idx="3998">
                  <c:v>43188</c:v>
                </c:pt>
                <c:pt idx="3999">
                  <c:v>43192</c:v>
                </c:pt>
                <c:pt idx="4000">
                  <c:v>43193</c:v>
                </c:pt>
                <c:pt idx="4001">
                  <c:v>43194</c:v>
                </c:pt>
                <c:pt idx="4002">
                  <c:v>43195</c:v>
                </c:pt>
                <c:pt idx="4003">
                  <c:v>43196</c:v>
                </c:pt>
                <c:pt idx="4004">
                  <c:v>43199</c:v>
                </c:pt>
                <c:pt idx="4005">
                  <c:v>43200</c:v>
                </c:pt>
                <c:pt idx="4006">
                  <c:v>43201</c:v>
                </c:pt>
                <c:pt idx="4007">
                  <c:v>43202</c:v>
                </c:pt>
                <c:pt idx="4008">
                  <c:v>43203</c:v>
                </c:pt>
                <c:pt idx="4009">
                  <c:v>43206</c:v>
                </c:pt>
                <c:pt idx="4010">
                  <c:v>43207</c:v>
                </c:pt>
                <c:pt idx="4011">
                  <c:v>43208</c:v>
                </c:pt>
                <c:pt idx="4012">
                  <c:v>43209</c:v>
                </c:pt>
                <c:pt idx="4013">
                  <c:v>43210</c:v>
                </c:pt>
                <c:pt idx="4014">
                  <c:v>43213</c:v>
                </c:pt>
                <c:pt idx="4015">
                  <c:v>43214</c:v>
                </c:pt>
                <c:pt idx="4016">
                  <c:v>43215</c:v>
                </c:pt>
                <c:pt idx="4017">
                  <c:v>43216</c:v>
                </c:pt>
                <c:pt idx="4018">
                  <c:v>43217</c:v>
                </c:pt>
                <c:pt idx="4019">
                  <c:v>43220</c:v>
                </c:pt>
                <c:pt idx="4020">
                  <c:v>43222</c:v>
                </c:pt>
                <c:pt idx="4021">
                  <c:v>43223</c:v>
                </c:pt>
                <c:pt idx="4022">
                  <c:v>43224</c:v>
                </c:pt>
                <c:pt idx="4023">
                  <c:v>43227</c:v>
                </c:pt>
                <c:pt idx="4024">
                  <c:v>43228</c:v>
                </c:pt>
                <c:pt idx="4025">
                  <c:v>43229</c:v>
                </c:pt>
                <c:pt idx="4026">
                  <c:v>43230</c:v>
                </c:pt>
                <c:pt idx="4027">
                  <c:v>43231</c:v>
                </c:pt>
                <c:pt idx="4028">
                  <c:v>43234</c:v>
                </c:pt>
                <c:pt idx="4029">
                  <c:v>43235</c:v>
                </c:pt>
                <c:pt idx="4030">
                  <c:v>43236</c:v>
                </c:pt>
                <c:pt idx="4031">
                  <c:v>43237</c:v>
                </c:pt>
                <c:pt idx="4032">
                  <c:v>43238</c:v>
                </c:pt>
                <c:pt idx="4033">
                  <c:v>43241</c:v>
                </c:pt>
                <c:pt idx="4034">
                  <c:v>43242</c:v>
                </c:pt>
                <c:pt idx="4035">
                  <c:v>43243</c:v>
                </c:pt>
                <c:pt idx="4036">
                  <c:v>43244</c:v>
                </c:pt>
                <c:pt idx="4037">
                  <c:v>43245</c:v>
                </c:pt>
                <c:pt idx="4038">
                  <c:v>43248</c:v>
                </c:pt>
                <c:pt idx="4039">
                  <c:v>43249</c:v>
                </c:pt>
                <c:pt idx="4040">
                  <c:v>43250</c:v>
                </c:pt>
                <c:pt idx="4041">
                  <c:v>43252</c:v>
                </c:pt>
                <c:pt idx="4042">
                  <c:v>43255</c:v>
                </c:pt>
                <c:pt idx="4043">
                  <c:v>43256</c:v>
                </c:pt>
                <c:pt idx="4044">
                  <c:v>43257</c:v>
                </c:pt>
                <c:pt idx="4045">
                  <c:v>43258</c:v>
                </c:pt>
                <c:pt idx="4046">
                  <c:v>43259</c:v>
                </c:pt>
                <c:pt idx="4047">
                  <c:v>43262</c:v>
                </c:pt>
                <c:pt idx="4048">
                  <c:v>43263</c:v>
                </c:pt>
                <c:pt idx="4049">
                  <c:v>43264</c:v>
                </c:pt>
                <c:pt idx="4050">
                  <c:v>43265</c:v>
                </c:pt>
                <c:pt idx="4051">
                  <c:v>43266</c:v>
                </c:pt>
                <c:pt idx="4052">
                  <c:v>43269</c:v>
                </c:pt>
                <c:pt idx="4053">
                  <c:v>43270</c:v>
                </c:pt>
                <c:pt idx="4054">
                  <c:v>43271</c:v>
                </c:pt>
                <c:pt idx="4055">
                  <c:v>43272</c:v>
                </c:pt>
                <c:pt idx="4056">
                  <c:v>43273</c:v>
                </c:pt>
                <c:pt idx="4057">
                  <c:v>43276</c:v>
                </c:pt>
                <c:pt idx="4058">
                  <c:v>43277</c:v>
                </c:pt>
                <c:pt idx="4059">
                  <c:v>43278</c:v>
                </c:pt>
                <c:pt idx="4060">
                  <c:v>43279</c:v>
                </c:pt>
                <c:pt idx="4061">
                  <c:v>43280</c:v>
                </c:pt>
                <c:pt idx="4062">
                  <c:v>43283</c:v>
                </c:pt>
                <c:pt idx="4063">
                  <c:v>43284</c:v>
                </c:pt>
                <c:pt idx="4064">
                  <c:v>43285</c:v>
                </c:pt>
                <c:pt idx="4065">
                  <c:v>43286</c:v>
                </c:pt>
                <c:pt idx="4066">
                  <c:v>43287</c:v>
                </c:pt>
                <c:pt idx="4067">
                  <c:v>43291</c:v>
                </c:pt>
                <c:pt idx="4068">
                  <c:v>43292</c:v>
                </c:pt>
                <c:pt idx="4069">
                  <c:v>43293</c:v>
                </c:pt>
                <c:pt idx="4070">
                  <c:v>43294</c:v>
                </c:pt>
                <c:pt idx="4071">
                  <c:v>43297</c:v>
                </c:pt>
                <c:pt idx="4072">
                  <c:v>43298</c:v>
                </c:pt>
                <c:pt idx="4073">
                  <c:v>43299</c:v>
                </c:pt>
                <c:pt idx="4074">
                  <c:v>43300</c:v>
                </c:pt>
                <c:pt idx="4075">
                  <c:v>43301</c:v>
                </c:pt>
                <c:pt idx="4076">
                  <c:v>43304</c:v>
                </c:pt>
                <c:pt idx="4077">
                  <c:v>43305</c:v>
                </c:pt>
                <c:pt idx="4078">
                  <c:v>43306</c:v>
                </c:pt>
                <c:pt idx="4079">
                  <c:v>43307</c:v>
                </c:pt>
                <c:pt idx="4080">
                  <c:v>43308</c:v>
                </c:pt>
                <c:pt idx="4081">
                  <c:v>43311</c:v>
                </c:pt>
                <c:pt idx="4082">
                  <c:v>43312</c:v>
                </c:pt>
                <c:pt idx="4083">
                  <c:v>43313</c:v>
                </c:pt>
                <c:pt idx="4084">
                  <c:v>43314</c:v>
                </c:pt>
                <c:pt idx="4085">
                  <c:v>43315</c:v>
                </c:pt>
                <c:pt idx="4086">
                  <c:v>43318</c:v>
                </c:pt>
                <c:pt idx="4087">
                  <c:v>43319</c:v>
                </c:pt>
                <c:pt idx="4088">
                  <c:v>43320</c:v>
                </c:pt>
                <c:pt idx="4089">
                  <c:v>43321</c:v>
                </c:pt>
                <c:pt idx="4090">
                  <c:v>43322</c:v>
                </c:pt>
                <c:pt idx="4091">
                  <c:v>43325</c:v>
                </c:pt>
                <c:pt idx="4092">
                  <c:v>43326</c:v>
                </c:pt>
                <c:pt idx="4093">
                  <c:v>43327</c:v>
                </c:pt>
                <c:pt idx="4094">
                  <c:v>43328</c:v>
                </c:pt>
                <c:pt idx="4095">
                  <c:v>43329</c:v>
                </c:pt>
                <c:pt idx="4096">
                  <c:v>43332</c:v>
                </c:pt>
                <c:pt idx="4097">
                  <c:v>43333</c:v>
                </c:pt>
                <c:pt idx="4098">
                  <c:v>43334</c:v>
                </c:pt>
                <c:pt idx="4099">
                  <c:v>43335</c:v>
                </c:pt>
                <c:pt idx="4100">
                  <c:v>43336</c:v>
                </c:pt>
                <c:pt idx="4101">
                  <c:v>43339</c:v>
                </c:pt>
                <c:pt idx="4102">
                  <c:v>43340</c:v>
                </c:pt>
                <c:pt idx="4103">
                  <c:v>43341</c:v>
                </c:pt>
                <c:pt idx="4104">
                  <c:v>43342</c:v>
                </c:pt>
                <c:pt idx="4105">
                  <c:v>43343</c:v>
                </c:pt>
                <c:pt idx="4106">
                  <c:v>43346</c:v>
                </c:pt>
                <c:pt idx="4107">
                  <c:v>43347</c:v>
                </c:pt>
                <c:pt idx="4108">
                  <c:v>43348</c:v>
                </c:pt>
                <c:pt idx="4109">
                  <c:v>43349</c:v>
                </c:pt>
                <c:pt idx="4110">
                  <c:v>43353</c:v>
                </c:pt>
                <c:pt idx="4111">
                  <c:v>43354</c:v>
                </c:pt>
                <c:pt idx="4112">
                  <c:v>43355</c:v>
                </c:pt>
                <c:pt idx="4113">
                  <c:v>43356</c:v>
                </c:pt>
                <c:pt idx="4114">
                  <c:v>43357</c:v>
                </c:pt>
                <c:pt idx="4115">
                  <c:v>43360</c:v>
                </c:pt>
                <c:pt idx="4116">
                  <c:v>43361</c:v>
                </c:pt>
                <c:pt idx="4117">
                  <c:v>43362</c:v>
                </c:pt>
                <c:pt idx="4118">
                  <c:v>43363</c:v>
                </c:pt>
                <c:pt idx="4119">
                  <c:v>43364</c:v>
                </c:pt>
                <c:pt idx="4120">
                  <c:v>43367</c:v>
                </c:pt>
                <c:pt idx="4121">
                  <c:v>43368</c:v>
                </c:pt>
                <c:pt idx="4122">
                  <c:v>43369</c:v>
                </c:pt>
                <c:pt idx="4123">
                  <c:v>43370</c:v>
                </c:pt>
                <c:pt idx="4124">
                  <c:v>43371</c:v>
                </c:pt>
                <c:pt idx="4125">
                  <c:v>43374</c:v>
                </c:pt>
                <c:pt idx="4126">
                  <c:v>43375</c:v>
                </c:pt>
                <c:pt idx="4127">
                  <c:v>43376</c:v>
                </c:pt>
                <c:pt idx="4128">
                  <c:v>43377</c:v>
                </c:pt>
                <c:pt idx="4129">
                  <c:v>43378</c:v>
                </c:pt>
                <c:pt idx="4130">
                  <c:v>43381</c:v>
                </c:pt>
                <c:pt idx="4131">
                  <c:v>43382</c:v>
                </c:pt>
                <c:pt idx="4132">
                  <c:v>43383</c:v>
                </c:pt>
                <c:pt idx="4133">
                  <c:v>43384</c:v>
                </c:pt>
                <c:pt idx="4134">
                  <c:v>43388</c:v>
                </c:pt>
                <c:pt idx="4135">
                  <c:v>43389</c:v>
                </c:pt>
                <c:pt idx="4136">
                  <c:v>43390</c:v>
                </c:pt>
                <c:pt idx="4137">
                  <c:v>43391</c:v>
                </c:pt>
                <c:pt idx="4138">
                  <c:v>43392</c:v>
                </c:pt>
                <c:pt idx="4139">
                  <c:v>43395</c:v>
                </c:pt>
                <c:pt idx="4140">
                  <c:v>43396</c:v>
                </c:pt>
                <c:pt idx="4141">
                  <c:v>43397</c:v>
                </c:pt>
                <c:pt idx="4142">
                  <c:v>43398</c:v>
                </c:pt>
                <c:pt idx="4143">
                  <c:v>43399</c:v>
                </c:pt>
                <c:pt idx="4144">
                  <c:v>43402</c:v>
                </c:pt>
                <c:pt idx="4145">
                  <c:v>43403</c:v>
                </c:pt>
                <c:pt idx="4146">
                  <c:v>43404</c:v>
                </c:pt>
                <c:pt idx="4147">
                  <c:v>43405</c:v>
                </c:pt>
                <c:pt idx="4148">
                  <c:v>43409</c:v>
                </c:pt>
                <c:pt idx="4149">
                  <c:v>43410</c:v>
                </c:pt>
                <c:pt idx="4150">
                  <c:v>43411</c:v>
                </c:pt>
                <c:pt idx="4151">
                  <c:v>43412</c:v>
                </c:pt>
                <c:pt idx="4152">
                  <c:v>43413</c:v>
                </c:pt>
                <c:pt idx="4153">
                  <c:v>43416</c:v>
                </c:pt>
                <c:pt idx="4154">
                  <c:v>43417</c:v>
                </c:pt>
                <c:pt idx="4155">
                  <c:v>43418</c:v>
                </c:pt>
                <c:pt idx="4156">
                  <c:v>43420</c:v>
                </c:pt>
                <c:pt idx="4157">
                  <c:v>43423</c:v>
                </c:pt>
                <c:pt idx="4158">
                  <c:v>43425</c:v>
                </c:pt>
                <c:pt idx="4159">
                  <c:v>43426</c:v>
                </c:pt>
                <c:pt idx="4160">
                  <c:v>43427</c:v>
                </c:pt>
                <c:pt idx="4161">
                  <c:v>43430</c:v>
                </c:pt>
                <c:pt idx="4162">
                  <c:v>43431</c:v>
                </c:pt>
                <c:pt idx="4163">
                  <c:v>43432</c:v>
                </c:pt>
                <c:pt idx="4164">
                  <c:v>43433</c:v>
                </c:pt>
                <c:pt idx="4165">
                  <c:v>43434</c:v>
                </c:pt>
                <c:pt idx="4166">
                  <c:v>43437</c:v>
                </c:pt>
                <c:pt idx="4167">
                  <c:v>43438</c:v>
                </c:pt>
                <c:pt idx="4168">
                  <c:v>43439</c:v>
                </c:pt>
                <c:pt idx="4169">
                  <c:v>43440</c:v>
                </c:pt>
                <c:pt idx="4170">
                  <c:v>43441</c:v>
                </c:pt>
                <c:pt idx="4171">
                  <c:v>43444</c:v>
                </c:pt>
                <c:pt idx="4172">
                  <c:v>43445</c:v>
                </c:pt>
                <c:pt idx="4173">
                  <c:v>43446</c:v>
                </c:pt>
                <c:pt idx="4174">
                  <c:v>43447</c:v>
                </c:pt>
                <c:pt idx="4175">
                  <c:v>43448</c:v>
                </c:pt>
                <c:pt idx="4176">
                  <c:v>43451</c:v>
                </c:pt>
                <c:pt idx="4177">
                  <c:v>43452</c:v>
                </c:pt>
                <c:pt idx="4178">
                  <c:v>43453</c:v>
                </c:pt>
                <c:pt idx="4179">
                  <c:v>43454</c:v>
                </c:pt>
                <c:pt idx="4180">
                  <c:v>43455</c:v>
                </c:pt>
                <c:pt idx="4181">
                  <c:v>43460</c:v>
                </c:pt>
                <c:pt idx="4182">
                  <c:v>43461</c:v>
                </c:pt>
                <c:pt idx="4183">
                  <c:v>43462</c:v>
                </c:pt>
                <c:pt idx="4184">
                  <c:v>43467</c:v>
                </c:pt>
                <c:pt idx="4185">
                  <c:v>43468</c:v>
                </c:pt>
                <c:pt idx="4186">
                  <c:v>43469</c:v>
                </c:pt>
                <c:pt idx="4187">
                  <c:v>43472</c:v>
                </c:pt>
                <c:pt idx="4188">
                  <c:v>43473</c:v>
                </c:pt>
                <c:pt idx="4189">
                  <c:v>43474</c:v>
                </c:pt>
                <c:pt idx="4190">
                  <c:v>43475</c:v>
                </c:pt>
                <c:pt idx="4191">
                  <c:v>43476</c:v>
                </c:pt>
                <c:pt idx="4192">
                  <c:v>43479</c:v>
                </c:pt>
                <c:pt idx="4193">
                  <c:v>43480</c:v>
                </c:pt>
                <c:pt idx="4194">
                  <c:v>43481</c:v>
                </c:pt>
                <c:pt idx="4195">
                  <c:v>43482</c:v>
                </c:pt>
                <c:pt idx="4196">
                  <c:v>43483</c:v>
                </c:pt>
                <c:pt idx="4197">
                  <c:v>43486</c:v>
                </c:pt>
                <c:pt idx="4198">
                  <c:v>43487</c:v>
                </c:pt>
                <c:pt idx="4199">
                  <c:v>43488</c:v>
                </c:pt>
                <c:pt idx="4200">
                  <c:v>43489</c:v>
                </c:pt>
                <c:pt idx="4201">
                  <c:v>43493</c:v>
                </c:pt>
                <c:pt idx="4202">
                  <c:v>43494</c:v>
                </c:pt>
                <c:pt idx="4203">
                  <c:v>43495</c:v>
                </c:pt>
                <c:pt idx="4204">
                  <c:v>43496</c:v>
                </c:pt>
                <c:pt idx="4205">
                  <c:v>43497</c:v>
                </c:pt>
                <c:pt idx="4206">
                  <c:v>43500</c:v>
                </c:pt>
                <c:pt idx="4207">
                  <c:v>43501</c:v>
                </c:pt>
                <c:pt idx="4208">
                  <c:v>43502</c:v>
                </c:pt>
                <c:pt idx="4209">
                  <c:v>43503</c:v>
                </c:pt>
                <c:pt idx="4210">
                  <c:v>43504</c:v>
                </c:pt>
                <c:pt idx="4211">
                  <c:v>43507</c:v>
                </c:pt>
                <c:pt idx="4212">
                  <c:v>43508</c:v>
                </c:pt>
                <c:pt idx="4213">
                  <c:v>43509</c:v>
                </c:pt>
                <c:pt idx="4214">
                  <c:v>43510</c:v>
                </c:pt>
                <c:pt idx="4215">
                  <c:v>43511</c:v>
                </c:pt>
                <c:pt idx="4216">
                  <c:v>43514</c:v>
                </c:pt>
                <c:pt idx="4217">
                  <c:v>43515</c:v>
                </c:pt>
                <c:pt idx="4218">
                  <c:v>43516</c:v>
                </c:pt>
                <c:pt idx="4219">
                  <c:v>43517</c:v>
                </c:pt>
                <c:pt idx="4220">
                  <c:v>43518</c:v>
                </c:pt>
                <c:pt idx="4221">
                  <c:v>43521</c:v>
                </c:pt>
                <c:pt idx="4222">
                  <c:v>43522</c:v>
                </c:pt>
                <c:pt idx="4223">
                  <c:v>43523</c:v>
                </c:pt>
                <c:pt idx="4224">
                  <c:v>43524</c:v>
                </c:pt>
                <c:pt idx="4225">
                  <c:v>43525</c:v>
                </c:pt>
                <c:pt idx="4226">
                  <c:v>43530</c:v>
                </c:pt>
                <c:pt idx="4227">
                  <c:v>43531</c:v>
                </c:pt>
                <c:pt idx="4228">
                  <c:v>43532</c:v>
                </c:pt>
                <c:pt idx="4229">
                  <c:v>43535</c:v>
                </c:pt>
                <c:pt idx="4230">
                  <c:v>43536</c:v>
                </c:pt>
                <c:pt idx="4231">
                  <c:v>43537</c:v>
                </c:pt>
                <c:pt idx="4232">
                  <c:v>43538</c:v>
                </c:pt>
                <c:pt idx="4233">
                  <c:v>43539</c:v>
                </c:pt>
                <c:pt idx="4234">
                  <c:v>43542</c:v>
                </c:pt>
                <c:pt idx="4235">
                  <c:v>43543</c:v>
                </c:pt>
                <c:pt idx="4236">
                  <c:v>43544</c:v>
                </c:pt>
                <c:pt idx="4237">
                  <c:v>43545</c:v>
                </c:pt>
                <c:pt idx="4238">
                  <c:v>43546</c:v>
                </c:pt>
                <c:pt idx="4239">
                  <c:v>43549</c:v>
                </c:pt>
                <c:pt idx="4240">
                  <c:v>43550</c:v>
                </c:pt>
                <c:pt idx="4241">
                  <c:v>43551</c:v>
                </c:pt>
                <c:pt idx="4242">
                  <c:v>43552</c:v>
                </c:pt>
                <c:pt idx="4243">
                  <c:v>43553</c:v>
                </c:pt>
                <c:pt idx="4244">
                  <c:v>43556</c:v>
                </c:pt>
                <c:pt idx="4245">
                  <c:v>43557</c:v>
                </c:pt>
                <c:pt idx="4246">
                  <c:v>43558</c:v>
                </c:pt>
                <c:pt idx="4247">
                  <c:v>43559</c:v>
                </c:pt>
                <c:pt idx="4248">
                  <c:v>43560</c:v>
                </c:pt>
                <c:pt idx="4249">
                  <c:v>43563</c:v>
                </c:pt>
                <c:pt idx="4250">
                  <c:v>43564</c:v>
                </c:pt>
                <c:pt idx="4251">
                  <c:v>43565</c:v>
                </c:pt>
                <c:pt idx="4252">
                  <c:v>43566</c:v>
                </c:pt>
                <c:pt idx="4253">
                  <c:v>43567</c:v>
                </c:pt>
                <c:pt idx="4254">
                  <c:v>43570</c:v>
                </c:pt>
                <c:pt idx="4255">
                  <c:v>43571</c:v>
                </c:pt>
                <c:pt idx="4256">
                  <c:v>43572</c:v>
                </c:pt>
                <c:pt idx="4257">
                  <c:v>43573</c:v>
                </c:pt>
                <c:pt idx="4258">
                  <c:v>43577</c:v>
                </c:pt>
                <c:pt idx="4259">
                  <c:v>43578</c:v>
                </c:pt>
                <c:pt idx="4260">
                  <c:v>43579</c:v>
                </c:pt>
                <c:pt idx="4261">
                  <c:v>43580</c:v>
                </c:pt>
                <c:pt idx="4262">
                  <c:v>43581</c:v>
                </c:pt>
                <c:pt idx="4263">
                  <c:v>43584</c:v>
                </c:pt>
                <c:pt idx="4264">
                  <c:v>43585</c:v>
                </c:pt>
                <c:pt idx="4265">
                  <c:v>43587</c:v>
                </c:pt>
                <c:pt idx="4266">
                  <c:v>43588</c:v>
                </c:pt>
                <c:pt idx="4267">
                  <c:v>43591</c:v>
                </c:pt>
                <c:pt idx="4268">
                  <c:v>43592</c:v>
                </c:pt>
                <c:pt idx="4269">
                  <c:v>43593</c:v>
                </c:pt>
                <c:pt idx="4270">
                  <c:v>43594</c:v>
                </c:pt>
                <c:pt idx="4271">
                  <c:v>43595</c:v>
                </c:pt>
                <c:pt idx="4272">
                  <c:v>43598</c:v>
                </c:pt>
                <c:pt idx="4273">
                  <c:v>43599</c:v>
                </c:pt>
                <c:pt idx="4274">
                  <c:v>43600</c:v>
                </c:pt>
                <c:pt idx="4275">
                  <c:v>43601</c:v>
                </c:pt>
                <c:pt idx="4276">
                  <c:v>43602</c:v>
                </c:pt>
                <c:pt idx="4277">
                  <c:v>43605</c:v>
                </c:pt>
                <c:pt idx="4278">
                  <c:v>43606</c:v>
                </c:pt>
                <c:pt idx="4279">
                  <c:v>43607</c:v>
                </c:pt>
                <c:pt idx="4280">
                  <c:v>43608</c:v>
                </c:pt>
                <c:pt idx="4281">
                  <c:v>43609</c:v>
                </c:pt>
                <c:pt idx="4282">
                  <c:v>43612</c:v>
                </c:pt>
                <c:pt idx="4283">
                  <c:v>43613</c:v>
                </c:pt>
                <c:pt idx="4284">
                  <c:v>43614</c:v>
                </c:pt>
                <c:pt idx="4285">
                  <c:v>43615</c:v>
                </c:pt>
                <c:pt idx="4286">
                  <c:v>43616</c:v>
                </c:pt>
                <c:pt idx="4287">
                  <c:v>43619</c:v>
                </c:pt>
                <c:pt idx="4288">
                  <c:v>43620</c:v>
                </c:pt>
                <c:pt idx="4289">
                  <c:v>43621</c:v>
                </c:pt>
                <c:pt idx="4290">
                  <c:v>43622</c:v>
                </c:pt>
                <c:pt idx="4291">
                  <c:v>43623</c:v>
                </c:pt>
                <c:pt idx="4292">
                  <c:v>43626</c:v>
                </c:pt>
                <c:pt idx="4293">
                  <c:v>43627</c:v>
                </c:pt>
                <c:pt idx="4294">
                  <c:v>43628</c:v>
                </c:pt>
                <c:pt idx="4295">
                  <c:v>43629</c:v>
                </c:pt>
                <c:pt idx="4296">
                  <c:v>43630</c:v>
                </c:pt>
                <c:pt idx="4297">
                  <c:v>43633</c:v>
                </c:pt>
                <c:pt idx="4298">
                  <c:v>43634</c:v>
                </c:pt>
                <c:pt idx="4299">
                  <c:v>43635</c:v>
                </c:pt>
                <c:pt idx="4300">
                  <c:v>43637</c:v>
                </c:pt>
                <c:pt idx="4301">
                  <c:v>43640</c:v>
                </c:pt>
                <c:pt idx="4302">
                  <c:v>43641</c:v>
                </c:pt>
                <c:pt idx="4303">
                  <c:v>43642</c:v>
                </c:pt>
                <c:pt idx="4304">
                  <c:v>43643</c:v>
                </c:pt>
                <c:pt idx="4305">
                  <c:v>43644</c:v>
                </c:pt>
                <c:pt idx="4306">
                  <c:v>43647</c:v>
                </c:pt>
                <c:pt idx="4307">
                  <c:v>43648</c:v>
                </c:pt>
                <c:pt idx="4308">
                  <c:v>43649</c:v>
                </c:pt>
                <c:pt idx="4309">
                  <c:v>43650</c:v>
                </c:pt>
                <c:pt idx="4310">
                  <c:v>43651</c:v>
                </c:pt>
                <c:pt idx="4311">
                  <c:v>43654</c:v>
                </c:pt>
                <c:pt idx="4312">
                  <c:v>43656</c:v>
                </c:pt>
                <c:pt idx="4313">
                  <c:v>43657</c:v>
                </c:pt>
                <c:pt idx="4314">
                  <c:v>43658</c:v>
                </c:pt>
                <c:pt idx="4315">
                  <c:v>43661</c:v>
                </c:pt>
                <c:pt idx="4316">
                  <c:v>43662</c:v>
                </c:pt>
                <c:pt idx="4317">
                  <c:v>43663</c:v>
                </c:pt>
                <c:pt idx="4318">
                  <c:v>43664</c:v>
                </c:pt>
                <c:pt idx="4319">
                  <c:v>43665</c:v>
                </c:pt>
                <c:pt idx="4320">
                  <c:v>43668</c:v>
                </c:pt>
                <c:pt idx="4321">
                  <c:v>43669</c:v>
                </c:pt>
                <c:pt idx="4322">
                  <c:v>43670</c:v>
                </c:pt>
                <c:pt idx="4323">
                  <c:v>43671</c:v>
                </c:pt>
                <c:pt idx="4324">
                  <c:v>43672</c:v>
                </c:pt>
                <c:pt idx="4325">
                  <c:v>43675</c:v>
                </c:pt>
                <c:pt idx="4326">
                  <c:v>43676</c:v>
                </c:pt>
                <c:pt idx="4327">
                  <c:v>43677</c:v>
                </c:pt>
                <c:pt idx="4328">
                  <c:v>43678</c:v>
                </c:pt>
                <c:pt idx="4329">
                  <c:v>43679</c:v>
                </c:pt>
                <c:pt idx="4330">
                  <c:v>43682</c:v>
                </c:pt>
                <c:pt idx="4331">
                  <c:v>43683</c:v>
                </c:pt>
                <c:pt idx="4332">
                  <c:v>43684</c:v>
                </c:pt>
                <c:pt idx="4333">
                  <c:v>43685</c:v>
                </c:pt>
                <c:pt idx="4334">
                  <c:v>43686</c:v>
                </c:pt>
                <c:pt idx="4335">
                  <c:v>43689</c:v>
                </c:pt>
                <c:pt idx="4336">
                  <c:v>43690</c:v>
                </c:pt>
                <c:pt idx="4337">
                  <c:v>43691</c:v>
                </c:pt>
                <c:pt idx="4338">
                  <c:v>43692</c:v>
                </c:pt>
                <c:pt idx="4339">
                  <c:v>43693</c:v>
                </c:pt>
                <c:pt idx="4340">
                  <c:v>43696</c:v>
                </c:pt>
                <c:pt idx="4341">
                  <c:v>43697</c:v>
                </c:pt>
                <c:pt idx="4342">
                  <c:v>43698</c:v>
                </c:pt>
                <c:pt idx="4343">
                  <c:v>43699</c:v>
                </c:pt>
                <c:pt idx="4344">
                  <c:v>43700</c:v>
                </c:pt>
                <c:pt idx="4345">
                  <c:v>43703</c:v>
                </c:pt>
                <c:pt idx="4346">
                  <c:v>43704</c:v>
                </c:pt>
                <c:pt idx="4347">
                  <c:v>43705</c:v>
                </c:pt>
                <c:pt idx="4348">
                  <c:v>43706</c:v>
                </c:pt>
                <c:pt idx="4349">
                  <c:v>43707</c:v>
                </c:pt>
                <c:pt idx="4350">
                  <c:v>43710</c:v>
                </c:pt>
                <c:pt idx="4351">
                  <c:v>43711</c:v>
                </c:pt>
                <c:pt idx="4352">
                  <c:v>43712</c:v>
                </c:pt>
                <c:pt idx="4353">
                  <c:v>43713</c:v>
                </c:pt>
                <c:pt idx="4354">
                  <c:v>43714</c:v>
                </c:pt>
                <c:pt idx="4355">
                  <c:v>43717</c:v>
                </c:pt>
                <c:pt idx="4356">
                  <c:v>43718</c:v>
                </c:pt>
                <c:pt idx="4357">
                  <c:v>43719</c:v>
                </c:pt>
                <c:pt idx="4358">
                  <c:v>43720</c:v>
                </c:pt>
                <c:pt idx="4359">
                  <c:v>43721</c:v>
                </c:pt>
                <c:pt idx="4360">
                  <c:v>43724</c:v>
                </c:pt>
                <c:pt idx="4361">
                  <c:v>43725</c:v>
                </c:pt>
                <c:pt idx="4362">
                  <c:v>43726</c:v>
                </c:pt>
                <c:pt idx="4363">
                  <c:v>43727</c:v>
                </c:pt>
                <c:pt idx="4364">
                  <c:v>43728</c:v>
                </c:pt>
                <c:pt idx="4365">
                  <c:v>43731</c:v>
                </c:pt>
                <c:pt idx="4366">
                  <c:v>43732</c:v>
                </c:pt>
                <c:pt idx="4367">
                  <c:v>43733</c:v>
                </c:pt>
                <c:pt idx="4368">
                  <c:v>43734</c:v>
                </c:pt>
                <c:pt idx="4369">
                  <c:v>43735</c:v>
                </c:pt>
                <c:pt idx="4370">
                  <c:v>43738</c:v>
                </c:pt>
                <c:pt idx="4371">
                  <c:v>43739</c:v>
                </c:pt>
                <c:pt idx="4372">
                  <c:v>43740</c:v>
                </c:pt>
                <c:pt idx="4373">
                  <c:v>43741</c:v>
                </c:pt>
                <c:pt idx="4374">
                  <c:v>43742</c:v>
                </c:pt>
                <c:pt idx="4375">
                  <c:v>43745</c:v>
                </c:pt>
                <c:pt idx="4376">
                  <c:v>43746</c:v>
                </c:pt>
                <c:pt idx="4377">
                  <c:v>43747</c:v>
                </c:pt>
                <c:pt idx="4378">
                  <c:v>43748</c:v>
                </c:pt>
                <c:pt idx="4379">
                  <c:v>43749</c:v>
                </c:pt>
                <c:pt idx="4380">
                  <c:v>43752</c:v>
                </c:pt>
                <c:pt idx="4381">
                  <c:v>43753</c:v>
                </c:pt>
                <c:pt idx="4382">
                  <c:v>43754</c:v>
                </c:pt>
                <c:pt idx="4383">
                  <c:v>43755</c:v>
                </c:pt>
                <c:pt idx="4384">
                  <c:v>43756</c:v>
                </c:pt>
                <c:pt idx="4385">
                  <c:v>43759</c:v>
                </c:pt>
                <c:pt idx="4386">
                  <c:v>43760</c:v>
                </c:pt>
                <c:pt idx="4387">
                  <c:v>43761</c:v>
                </c:pt>
                <c:pt idx="4388">
                  <c:v>43762</c:v>
                </c:pt>
                <c:pt idx="4389">
                  <c:v>43763</c:v>
                </c:pt>
                <c:pt idx="4390">
                  <c:v>43766</c:v>
                </c:pt>
                <c:pt idx="4391">
                  <c:v>43767</c:v>
                </c:pt>
                <c:pt idx="4392">
                  <c:v>43768</c:v>
                </c:pt>
                <c:pt idx="4393">
                  <c:v>43769</c:v>
                </c:pt>
                <c:pt idx="4394">
                  <c:v>43770</c:v>
                </c:pt>
                <c:pt idx="4395">
                  <c:v>43773</c:v>
                </c:pt>
                <c:pt idx="4396">
                  <c:v>43774</c:v>
                </c:pt>
                <c:pt idx="4397">
                  <c:v>43775</c:v>
                </c:pt>
                <c:pt idx="4398">
                  <c:v>43776</c:v>
                </c:pt>
                <c:pt idx="4399">
                  <c:v>43777</c:v>
                </c:pt>
                <c:pt idx="4400">
                  <c:v>43780</c:v>
                </c:pt>
                <c:pt idx="4401">
                  <c:v>43781</c:v>
                </c:pt>
                <c:pt idx="4402">
                  <c:v>43782</c:v>
                </c:pt>
                <c:pt idx="4403">
                  <c:v>43783</c:v>
                </c:pt>
                <c:pt idx="4404">
                  <c:v>43787</c:v>
                </c:pt>
                <c:pt idx="4405">
                  <c:v>43788</c:v>
                </c:pt>
                <c:pt idx="4406">
                  <c:v>43790</c:v>
                </c:pt>
                <c:pt idx="4407">
                  <c:v>43791</c:v>
                </c:pt>
                <c:pt idx="4408">
                  <c:v>43794</c:v>
                </c:pt>
                <c:pt idx="4409">
                  <c:v>43795</c:v>
                </c:pt>
                <c:pt idx="4410">
                  <c:v>43796</c:v>
                </c:pt>
                <c:pt idx="4411">
                  <c:v>43797</c:v>
                </c:pt>
                <c:pt idx="4412">
                  <c:v>43798</c:v>
                </c:pt>
                <c:pt idx="4413">
                  <c:v>43801</c:v>
                </c:pt>
                <c:pt idx="4414">
                  <c:v>43802</c:v>
                </c:pt>
                <c:pt idx="4415">
                  <c:v>43803</c:v>
                </c:pt>
                <c:pt idx="4416">
                  <c:v>43804</c:v>
                </c:pt>
                <c:pt idx="4417">
                  <c:v>43805</c:v>
                </c:pt>
                <c:pt idx="4418">
                  <c:v>43808</c:v>
                </c:pt>
                <c:pt idx="4419">
                  <c:v>43809</c:v>
                </c:pt>
                <c:pt idx="4420">
                  <c:v>43810</c:v>
                </c:pt>
                <c:pt idx="4421">
                  <c:v>43811</c:v>
                </c:pt>
                <c:pt idx="4422">
                  <c:v>43812</c:v>
                </c:pt>
                <c:pt idx="4423">
                  <c:v>43815</c:v>
                </c:pt>
                <c:pt idx="4424">
                  <c:v>43816</c:v>
                </c:pt>
                <c:pt idx="4425">
                  <c:v>43817</c:v>
                </c:pt>
                <c:pt idx="4426">
                  <c:v>43818</c:v>
                </c:pt>
                <c:pt idx="4427">
                  <c:v>43819</c:v>
                </c:pt>
                <c:pt idx="4428">
                  <c:v>43822</c:v>
                </c:pt>
                <c:pt idx="4429">
                  <c:v>43825</c:v>
                </c:pt>
                <c:pt idx="4430">
                  <c:v>43826</c:v>
                </c:pt>
                <c:pt idx="4431">
                  <c:v>43829</c:v>
                </c:pt>
                <c:pt idx="4432">
                  <c:v>43832</c:v>
                </c:pt>
                <c:pt idx="4433">
                  <c:v>43833</c:v>
                </c:pt>
                <c:pt idx="4434">
                  <c:v>43836</c:v>
                </c:pt>
                <c:pt idx="4435">
                  <c:v>43837</c:v>
                </c:pt>
                <c:pt idx="4436">
                  <c:v>43838</c:v>
                </c:pt>
                <c:pt idx="4437">
                  <c:v>43839</c:v>
                </c:pt>
                <c:pt idx="4438">
                  <c:v>43840</c:v>
                </c:pt>
                <c:pt idx="4439">
                  <c:v>43843</c:v>
                </c:pt>
                <c:pt idx="4440">
                  <c:v>43844</c:v>
                </c:pt>
                <c:pt idx="4441">
                  <c:v>43845</c:v>
                </c:pt>
                <c:pt idx="4442">
                  <c:v>43846</c:v>
                </c:pt>
                <c:pt idx="4443">
                  <c:v>43847</c:v>
                </c:pt>
                <c:pt idx="4444">
                  <c:v>43850</c:v>
                </c:pt>
                <c:pt idx="4445">
                  <c:v>43851</c:v>
                </c:pt>
                <c:pt idx="4446">
                  <c:v>43852</c:v>
                </c:pt>
                <c:pt idx="4447">
                  <c:v>43853</c:v>
                </c:pt>
                <c:pt idx="4448">
                  <c:v>43854</c:v>
                </c:pt>
                <c:pt idx="4449">
                  <c:v>43857</c:v>
                </c:pt>
                <c:pt idx="4450">
                  <c:v>43858</c:v>
                </c:pt>
                <c:pt idx="4451">
                  <c:v>43859</c:v>
                </c:pt>
                <c:pt idx="4452">
                  <c:v>43860</c:v>
                </c:pt>
                <c:pt idx="4453">
                  <c:v>43861</c:v>
                </c:pt>
                <c:pt idx="4454">
                  <c:v>43864</c:v>
                </c:pt>
                <c:pt idx="4455">
                  <c:v>43865</c:v>
                </c:pt>
                <c:pt idx="4456">
                  <c:v>43866</c:v>
                </c:pt>
                <c:pt idx="4457">
                  <c:v>43867</c:v>
                </c:pt>
                <c:pt idx="4458">
                  <c:v>43868</c:v>
                </c:pt>
                <c:pt idx="4459">
                  <c:v>43871</c:v>
                </c:pt>
                <c:pt idx="4460">
                  <c:v>43872</c:v>
                </c:pt>
                <c:pt idx="4461">
                  <c:v>43873</c:v>
                </c:pt>
                <c:pt idx="4462">
                  <c:v>43874</c:v>
                </c:pt>
                <c:pt idx="4463">
                  <c:v>43875</c:v>
                </c:pt>
                <c:pt idx="4464">
                  <c:v>43878</c:v>
                </c:pt>
                <c:pt idx="4465">
                  <c:v>43879</c:v>
                </c:pt>
                <c:pt idx="4466">
                  <c:v>43880</c:v>
                </c:pt>
                <c:pt idx="4467">
                  <c:v>43881</c:v>
                </c:pt>
                <c:pt idx="4468">
                  <c:v>43882</c:v>
                </c:pt>
                <c:pt idx="4469">
                  <c:v>43887</c:v>
                </c:pt>
                <c:pt idx="4470">
                  <c:v>43888</c:v>
                </c:pt>
                <c:pt idx="4471">
                  <c:v>43889</c:v>
                </c:pt>
                <c:pt idx="4472">
                  <c:v>43892</c:v>
                </c:pt>
                <c:pt idx="4473">
                  <c:v>43893</c:v>
                </c:pt>
                <c:pt idx="4474">
                  <c:v>43894</c:v>
                </c:pt>
                <c:pt idx="4475">
                  <c:v>43895</c:v>
                </c:pt>
                <c:pt idx="4476">
                  <c:v>43896</c:v>
                </c:pt>
                <c:pt idx="4477">
                  <c:v>43899</c:v>
                </c:pt>
                <c:pt idx="4478">
                  <c:v>43900</c:v>
                </c:pt>
                <c:pt idx="4479">
                  <c:v>43901</c:v>
                </c:pt>
                <c:pt idx="4480">
                  <c:v>43902</c:v>
                </c:pt>
                <c:pt idx="4481">
                  <c:v>43903</c:v>
                </c:pt>
                <c:pt idx="4482">
                  <c:v>43906</c:v>
                </c:pt>
                <c:pt idx="4483">
                  <c:v>43907</c:v>
                </c:pt>
                <c:pt idx="4484">
                  <c:v>43908</c:v>
                </c:pt>
                <c:pt idx="4485">
                  <c:v>43909</c:v>
                </c:pt>
                <c:pt idx="4486">
                  <c:v>43910</c:v>
                </c:pt>
                <c:pt idx="4487">
                  <c:v>43913</c:v>
                </c:pt>
                <c:pt idx="4488">
                  <c:v>43914</c:v>
                </c:pt>
                <c:pt idx="4489">
                  <c:v>43915</c:v>
                </c:pt>
                <c:pt idx="4490">
                  <c:v>43916</c:v>
                </c:pt>
                <c:pt idx="4491">
                  <c:v>43917</c:v>
                </c:pt>
                <c:pt idx="4492">
                  <c:v>43920</c:v>
                </c:pt>
                <c:pt idx="4493">
                  <c:v>43921</c:v>
                </c:pt>
                <c:pt idx="4494">
                  <c:v>43922</c:v>
                </c:pt>
                <c:pt idx="4495">
                  <c:v>43923</c:v>
                </c:pt>
                <c:pt idx="4496">
                  <c:v>43924</c:v>
                </c:pt>
                <c:pt idx="4497">
                  <c:v>43927</c:v>
                </c:pt>
                <c:pt idx="4498">
                  <c:v>43928</c:v>
                </c:pt>
                <c:pt idx="4499">
                  <c:v>43929</c:v>
                </c:pt>
                <c:pt idx="4500">
                  <c:v>43930</c:v>
                </c:pt>
                <c:pt idx="4501">
                  <c:v>43934</c:v>
                </c:pt>
                <c:pt idx="4502">
                  <c:v>43935</c:v>
                </c:pt>
                <c:pt idx="4503">
                  <c:v>43936</c:v>
                </c:pt>
                <c:pt idx="4504">
                  <c:v>43937</c:v>
                </c:pt>
                <c:pt idx="4505">
                  <c:v>43938</c:v>
                </c:pt>
                <c:pt idx="4506">
                  <c:v>43941</c:v>
                </c:pt>
                <c:pt idx="4507">
                  <c:v>43943</c:v>
                </c:pt>
                <c:pt idx="4508">
                  <c:v>43944</c:v>
                </c:pt>
                <c:pt idx="4509">
                  <c:v>43945</c:v>
                </c:pt>
                <c:pt idx="4510">
                  <c:v>43948</c:v>
                </c:pt>
                <c:pt idx="4511">
                  <c:v>43949</c:v>
                </c:pt>
                <c:pt idx="4512">
                  <c:v>43950</c:v>
                </c:pt>
                <c:pt idx="4513">
                  <c:v>43951</c:v>
                </c:pt>
                <c:pt idx="4514">
                  <c:v>43955</c:v>
                </c:pt>
                <c:pt idx="4515">
                  <c:v>43956</c:v>
                </c:pt>
                <c:pt idx="4516">
                  <c:v>43957</c:v>
                </c:pt>
                <c:pt idx="4517">
                  <c:v>43958</c:v>
                </c:pt>
                <c:pt idx="4518">
                  <c:v>43959</c:v>
                </c:pt>
                <c:pt idx="4519">
                  <c:v>43962</c:v>
                </c:pt>
                <c:pt idx="4520">
                  <c:v>43963</c:v>
                </c:pt>
                <c:pt idx="4521">
                  <c:v>43964</c:v>
                </c:pt>
                <c:pt idx="4522">
                  <c:v>43965</c:v>
                </c:pt>
                <c:pt idx="4523">
                  <c:v>43966</c:v>
                </c:pt>
                <c:pt idx="4524">
                  <c:v>43969</c:v>
                </c:pt>
                <c:pt idx="4525">
                  <c:v>43970</c:v>
                </c:pt>
                <c:pt idx="4526">
                  <c:v>43971</c:v>
                </c:pt>
                <c:pt idx="4527">
                  <c:v>43972</c:v>
                </c:pt>
                <c:pt idx="4528">
                  <c:v>43973</c:v>
                </c:pt>
                <c:pt idx="4529">
                  <c:v>43976</c:v>
                </c:pt>
                <c:pt idx="4530">
                  <c:v>43977</c:v>
                </c:pt>
                <c:pt idx="4531">
                  <c:v>43978</c:v>
                </c:pt>
                <c:pt idx="4532">
                  <c:v>43979</c:v>
                </c:pt>
                <c:pt idx="4533">
                  <c:v>43980</c:v>
                </c:pt>
                <c:pt idx="4534">
                  <c:v>43983</c:v>
                </c:pt>
                <c:pt idx="4535">
                  <c:v>43984</c:v>
                </c:pt>
                <c:pt idx="4536">
                  <c:v>43985</c:v>
                </c:pt>
                <c:pt idx="4537">
                  <c:v>43986</c:v>
                </c:pt>
                <c:pt idx="4538">
                  <c:v>43987</c:v>
                </c:pt>
                <c:pt idx="4539">
                  <c:v>43990</c:v>
                </c:pt>
                <c:pt idx="4540">
                  <c:v>43991</c:v>
                </c:pt>
                <c:pt idx="4541">
                  <c:v>43992</c:v>
                </c:pt>
                <c:pt idx="4542">
                  <c:v>43994</c:v>
                </c:pt>
                <c:pt idx="4543">
                  <c:v>43997</c:v>
                </c:pt>
                <c:pt idx="4544">
                  <c:v>43998</c:v>
                </c:pt>
                <c:pt idx="4545">
                  <c:v>43999</c:v>
                </c:pt>
                <c:pt idx="4546">
                  <c:v>44000</c:v>
                </c:pt>
                <c:pt idx="4547">
                  <c:v>44001</c:v>
                </c:pt>
                <c:pt idx="4548">
                  <c:v>44004</c:v>
                </c:pt>
                <c:pt idx="4549">
                  <c:v>44005</c:v>
                </c:pt>
                <c:pt idx="4550">
                  <c:v>44006</c:v>
                </c:pt>
                <c:pt idx="4551">
                  <c:v>44007</c:v>
                </c:pt>
                <c:pt idx="4552">
                  <c:v>44008</c:v>
                </c:pt>
                <c:pt idx="4553">
                  <c:v>44011</c:v>
                </c:pt>
                <c:pt idx="4554">
                  <c:v>44012</c:v>
                </c:pt>
                <c:pt idx="4555">
                  <c:v>44013</c:v>
                </c:pt>
                <c:pt idx="4556">
                  <c:v>44014</c:v>
                </c:pt>
                <c:pt idx="4557">
                  <c:v>44015</c:v>
                </c:pt>
                <c:pt idx="4558">
                  <c:v>44018</c:v>
                </c:pt>
                <c:pt idx="4559">
                  <c:v>44019</c:v>
                </c:pt>
                <c:pt idx="4560">
                  <c:v>44020</c:v>
                </c:pt>
                <c:pt idx="4561">
                  <c:v>44021</c:v>
                </c:pt>
                <c:pt idx="4562">
                  <c:v>44022</c:v>
                </c:pt>
                <c:pt idx="4563">
                  <c:v>44025</c:v>
                </c:pt>
                <c:pt idx="4564">
                  <c:v>44026</c:v>
                </c:pt>
                <c:pt idx="4565">
                  <c:v>44027</c:v>
                </c:pt>
                <c:pt idx="4566">
                  <c:v>44028</c:v>
                </c:pt>
                <c:pt idx="4567">
                  <c:v>44029</c:v>
                </c:pt>
                <c:pt idx="4568">
                  <c:v>44032</c:v>
                </c:pt>
                <c:pt idx="4569">
                  <c:v>44033</c:v>
                </c:pt>
                <c:pt idx="4570">
                  <c:v>44034</c:v>
                </c:pt>
                <c:pt idx="4571">
                  <c:v>44035</c:v>
                </c:pt>
                <c:pt idx="4572">
                  <c:v>44036</c:v>
                </c:pt>
                <c:pt idx="4573">
                  <c:v>44039</c:v>
                </c:pt>
                <c:pt idx="4574">
                  <c:v>44040</c:v>
                </c:pt>
                <c:pt idx="4575">
                  <c:v>44041</c:v>
                </c:pt>
                <c:pt idx="4576">
                  <c:v>44042</c:v>
                </c:pt>
                <c:pt idx="4577">
                  <c:v>44043</c:v>
                </c:pt>
                <c:pt idx="4578">
                  <c:v>44046</c:v>
                </c:pt>
                <c:pt idx="4579">
                  <c:v>44047</c:v>
                </c:pt>
                <c:pt idx="4580">
                  <c:v>44048</c:v>
                </c:pt>
                <c:pt idx="4581">
                  <c:v>44049</c:v>
                </c:pt>
                <c:pt idx="4582">
                  <c:v>44050</c:v>
                </c:pt>
                <c:pt idx="4583">
                  <c:v>44053</c:v>
                </c:pt>
                <c:pt idx="4584">
                  <c:v>44054</c:v>
                </c:pt>
                <c:pt idx="4585">
                  <c:v>44055</c:v>
                </c:pt>
                <c:pt idx="4586">
                  <c:v>44056</c:v>
                </c:pt>
                <c:pt idx="4587">
                  <c:v>44057</c:v>
                </c:pt>
                <c:pt idx="4588">
                  <c:v>44060</c:v>
                </c:pt>
                <c:pt idx="4589">
                  <c:v>44061</c:v>
                </c:pt>
                <c:pt idx="4590">
                  <c:v>44062</c:v>
                </c:pt>
                <c:pt idx="4591">
                  <c:v>44063</c:v>
                </c:pt>
                <c:pt idx="4592">
                  <c:v>44064</c:v>
                </c:pt>
                <c:pt idx="4593">
                  <c:v>44067</c:v>
                </c:pt>
                <c:pt idx="4594">
                  <c:v>44068</c:v>
                </c:pt>
                <c:pt idx="4595">
                  <c:v>44069</c:v>
                </c:pt>
                <c:pt idx="4596">
                  <c:v>44070</c:v>
                </c:pt>
                <c:pt idx="4597">
                  <c:v>44071</c:v>
                </c:pt>
                <c:pt idx="4598">
                  <c:v>44074</c:v>
                </c:pt>
                <c:pt idx="4599">
                  <c:v>44075</c:v>
                </c:pt>
                <c:pt idx="4600">
                  <c:v>44076</c:v>
                </c:pt>
                <c:pt idx="4601">
                  <c:v>44077</c:v>
                </c:pt>
                <c:pt idx="4602">
                  <c:v>44078</c:v>
                </c:pt>
                <c:pt idx="4603">
                  <c:v>44082</c:v>
                </c:pt>
                <c:pt idx="4604">
                  <c:v>44083</c:v>
                </c:pt>
                <c:pt idx="4605">
                  <c:v>44084</c:v>
                </c:pt>
                <c:pt idx="4606">
                  <c:v>44085</c:v>
                </c:pt>
                <c:pt idx="4607">
                  <c:v>44088</c:v>
                </c:pt>
                <c:pt idx="4608">
                  <c:v>44089</c:v>
                </c:pt>
                <c:pt idx="4609">
                  <c:v>44090</c:v>
                </c:pt>
                <c:pt idx="4610">
                  <c:v>44091</c:v>
                </c:pt>
                <c:pt idx="4611">
                  <c:v>44092</c:v>
                </c:pt>
                <c:pt idx="4612">
                  <c:v>44095</c:v>
                </c:pt>
                <c:pt idx="4613">
                  <c:v>44096</c:v>
                </c:pt>
                <c:pt idx="4614">
                  <c:v>44097</c:v>
                </c:pt>
                <c:pt idx="4615">
                  <c:v>44098</c:v>
                </c:pt>
                <c:pt idx="4616">
                  <c:v>44099</c:v>
                </c:pt>
                <c:pt idx="4617">
                  <c:v>44102</c:v>
                </c:pt>
                <c:pt idx="4618">
                  <c:v>44103</c:v>
                </c:pt>
                <c:pt idx="4619">
                  <c:v>44104</c:v>
                </c:pt>
                <c:pt idx="4620">
                  <c:v>44105</c:v>
                </c:pt>
                <c:pt idx="4621">
                  <c:v>44106</c:v>
                </c:pt>
                <c:pt idx="4622">
                  <c:v>44109</c:v>
                </c:pt>
                <c:pt idx="4623">
                  <c:v>44110</c:v>
                </c:pt>
                <c:pt idx="4624">
                  <c:v>44111</c:v>
                </c:pt>
                <c:pt idx="4625">
                  <c:v>44112</c:v>
                </c:pt>
                <c:pt idx="4626">
                  <c:v>44113</c:v>
                </c:pt>
                <c:pt idx="4627">
                  <c:v>44117</c:v>
                </c:pt>
                <c:pt idx="4628">
                  <c:v>44118</c:v>
                </c:pt>
                <c:pt idx="4629">
                  <c:v>44119</c:v>
                </c:pt>
                <c:pt idx="4630">
                  <c:v>44120</c:v>
                </c:pt>
                <c:pt idx="4631">
                  <c:v>44123</c:v>
                </c:pt>
                <c:pt idx="4632">
                  <c:v>44124</c:v>
                </c:pt>
                <c:pt idx="4633">
                  <c:v>44125</c:v>
                </c:pt>
                <c:pt idx="4634">
                  <c:v>44126</c:v>
                </c:pt>
                <c:pt idx="4635">
                  <c:v>44127</c:v>
                </c:pt>
                <c:pt idx="4636">
                  <c:v>44130</c:v>
                </c:pt>
                <c:pt idx="4637">
                  <c:v>44131</c:v>
                </c:pt>
                <c:pt idx="4638">
                  <c:v>44132</c:v>
                </c:pt>
                <c:pt idx="4639">
                  <c:v>44133</c:v>
                </c:pt>
                <c:pt idx="4640">
                  <c:v>44134</c:v>
                </c:pt>
                <c:pt idx="4641">
                  <c:v>44138</c:v>
                </c:pt>
                <c:pt idx="4642">
                  <c:v>44139</c:v>
                </c:pt>
                <c:pt idx="4643">
                  <c:v>44140</c:v>
                </c:pt>
                <c:pt idx="4644">
                  <c:v>44141</c:v>
                </c:pt>
                <c:pt idx="4645">
                  <c:v>44144</c:v>
                </c:pt>
                <c:pt idx="4646">
                  <c:v>44145</c:v>
                </c:pt>
                <c:pt idx="4647">
                  <c:v>44146</c:v>
                </c:pt>
                <c:pt idx="4648">
                  <c:v>44147</c:v>
                </c:pt>
                <c:pt idx="4649">
                  <c:v>44148</c:v>
                </c:pt>
                <c:pt idx="4650">
                  <c:v>44151</c:v>
                </c:pt>
                <c:pt idx="4651">
                  <c:v>44152</c:v>
                </c:pt>
                <c:pt idx="4652">
                  <c:v>44153</c:v>
                </c:pt>
                <c:pt idx="4653">
                  <c:v>44154</c:v>
                </c:pt>
                <c:pt idx="4654">
                  <c:v>44155</c:v>
                </c:pt>
                <c:pt idx="4655">
                  <c:v>44158</c:v>
                </c:pt>
                <c:pt idx="4656">
                  <c:v>44159</c:v>
                </c:pt>
                <c:pt idx="4657">
                  <c:v>44160</c:v>
                </c:pt>
                <c:pt idx="4658">
                  <c:v>44161</c:v>
                </c:pt>
                <c:pt idx="4659">
                  <c:v>44162</c:v>
                </c:pt>
                <c:pt idx="4660">
                  <c:v>44165</c:v>
                </c:pt>
                <c:pt idx="4661">
                  <c:v>44166</c:v>
                </c:pt>
                <c:pt idx="4662">
                  <c:v>44167</c:v>
                </c:pt>
                <c:pt idx="4663">
                  <c:v>44168</c:v>
                </c:pt>
                <c:pt idx="4664">
                  <c:v>44169</c:v>
                </c:pt>
                <c:pt idx="4665">
                  <c:v>44172</c:v>
                </c:pt>
                <c:pt idx="4666">
                  <c:v>44173</c:v>
                </c:pt>
                <c:pt idx="4667">
                  <c:v>44174</c:v>
                </c:pt>
                <c:pt idx="4668">
                  <c:v>44175</c:v>
                </c:pt>
                <c:pt idx="4669">
                  <c:v>44176</c:v>
                </c:pt>
                <c:pt idx="4670">
                  <c:v>44179</c:v>
                </c:pt>
                <c:pt idx="4671">
                  <c:v>44180</c:v>
                </c:pt>
                <c:pt idx="4672">
                  <c:v>44181</c:v>
                </c:pt>
                <c:pt idx="4673">
                  <c:v>44182</c:v>
                </c:pt>
                <c:pt idx="4674">
                  <c:v>44183</c:v>
                </c:pt>
                <c:pt idx="4675">
                  <c:v>44186</c:v>
                </c:pt>
                <c:pt idx="4676">
                  <c:v>44187</c:v>
                </c:pt>
                <c:pt idx="4677">
                  <c:v>44188</c:v>
                </c:pt>
                <c:pt idx="4678">
                  <c:v>44193</c:v>
                </c:pt>
                <c:pt idx="4679">
                  <c:v>44194</c:v>
                </c:pt>
                <c:pt idx="4680">
                  <c:v>44195</c:v>
                </c:pt>
                <c:pt idx="4681">
                  <c:v>44200</c:v>
                </c:pt>
                <c:pt idx="4682">
                  <c:v>44201</c:v>
                </c:pt>
                <c:pt idx="4683">
                  <c:v>44202</c:v>
                </c:pt>
                <c:pt idx="4684">
                  <c:v>44203</c:v>
                </c:pt>
                <c:pt idx="4685">
                  <c:v>44204</c:v>
                </c:pt>
                <c:pt idx="4686">
                  <c:v>44207</c:v>
                </c:pt>
                <c:pt idx="4687">
                  <c:v>44208</c:v>
                </c:pt>
                <c:pt idx="4688">
                  <c:v>44209</c:v>
                </c:pt>
                <c:pt idx="4689">
                  <c:v>44210</c:v>
                </c:pt>
                <c:pt idx="4690">
                  <c:v>44211</c:v>
                </c:pt>
                <c:pt idx="4691">
                  <c:v>44214</c:v>
                </c:pt>
                <c:pt idx="4692">
                  <c:v>44215</c:v>
                </c:pt>
                <c:pt idx="4693">
                  <c:v>44216</c:v>
                </c:pt>
                <c:pt idx="4694">
                  <c:v>44217</c:v>
                </c:pt>
                <c:pt idx="4695">
                  <c:v>44218</c:v>
                </c:pt>
                <c:pt idx="4696">
                  <c:v>44222</c:v>
                </c:pt>
                <c:pt idx="4697">
                  <c:v>44223</c:v>
                </c:pt>
                <c:pt idx="4698">
                  <c:v>44224</c:v>
                </c:pt>
                <c:pt idx="4699">
                  <c:v>44225</c:v>
                </c:pt>
                <c:pt idx="4700">
                  <c:v>44228</c:v>
                </c:pt>
                <c:pt idx="4701">
                  <c:v>44229</c:v>
                </c:pt>
                <c:pt idx="4702">
                  <c:v>44230</c:v>
                </c:pt>
                <c:pt idx="4703">
                  <c:v>44231</c:v>
                </c:pt>
                <c:pt idx="4704">
                  <c:v>44232</c:v>
                </c:pt>
                <c:pt idx="4705">
                  <c:v>44235</c:v>
                </c:pt>
                <c:pt idx="4706">
                  <c:v>44236</c:v>
                </c:pt>
                <c:pt idx="4707">
                  <c:v>44237</c:v>
                </c:pt>
                <c:pt idx="4708">
                  <c:v>44238</c:v>
                </c:pt>
                <c:pt idx="4709">
                  <c:v>44239</c:v>
                </c:pt>
                <c:pt idx="4710">
                  <c:v>44244</c:v>
                </c:pt>
                <c:pt idx="4711">
                  <c:v>44245</c:v>
                </c:pt>
                <c:pt idx="4712">
                  <c:v>44246</c:v>
                </c:pt>
                <c:pt idx="4713">
                  <c:v>44249</c:v>
                </c:pt>
                <c:pt idx="4714">
                  <c:v>44250</c:v>
                </c:pt>
                <c:pt idx="4715">
                  <c:v>44251</c:v>
                </c:pt>
                <c:pt idx="4716">
                  <c:v>44252</c:v>
                </c:pt>
                <c:pt idx="4717">
                  <c:v>44253</c:v>
                </c:pt>
                <c:pt idx="4718">
                  <c:v>44256</c:v>
                </c:pt>
                <c:pt idx="4719">
                  <c:v>44257</c:v>
                </c:pt>
                <c:pt idx="4720">
                  <c:v>44258</c:v>
                </c:pt>
                <c:pt idx="4721">
                  <c:v>44259</c:v>
                </c:pt>
                <c:pt idx="4722">
                  <c:v>44260</c:v>
                </c:pt>
                <c:pt idx="4723">
                  <c:v>44263</c:v>
                </c:pt>
                <c:pt idx="4724">
                  <c:v>44264</c:v>
                </c:pt>
                <c:pt idx="4725">
                  <c:v>44265</c:v>
                </c:pt>
                <c:pt idx="4726">
                  <c:v>44266</c:v>
                </c:pt>
                <c:pt idx="4727">
                  <c:v>44267</c:v>
                </c:pt>
                <c:pt idx="4728">
                  <c:v>44270</c:v>
                </c:pt>
                <c:pt idx="4729">
                  <c:v>44271</c:v>
                </c:pt>
                <c:pt idx="4730">
                  <c:v>44272</c:v>
                </c:pt>
                <c:pt idx="4731">
                  <c:v>44273</c:v>
                </c:pt>
                <c:pt idx="4732">
                  <c:v>44274</c:v>
                </c:pt>
                <c:pt idx="4733">
                  <c:v>44277</c:v>
                </c:pt>
                <c:pt idx="4734">
                  <c:v>44278</c:v>
                </c:pt>
                <c:pt idx="4735">
                  <c:v>44279</c:v>
                </c:pt>
                <c:pt idx="4736">
                  <c:v>44280</c:v>
                </c:pt>
                <c:pt idx="4737">
                  <c:v>44281</c:v>
                </c:pt>
                <c:pt idx="4738">
                  <c:v>44284</c:v>
                </c:pt>
                <c:pt idx="4739">
                  <c:v>44285</c:v>
                </c:pt>
                <c:pt idx="4740">
                  <c:v>44286</c:v>
                </c:pt>
                <c:pt idx="4741">
                  <c:v>44287</c:v>
                </c:pt>
                <c:pt idx="4742">
                  <c:v>44291</c:v>
                </c:pt>
                <c:pt idx="4743">
                  <c:v>44292</c:v>
                </c:pt>
                <c:pt idx="4744">
                  <c:v>44293</c:v>
                </c:pt>
                <c:pt idx="4745">
                  <c:v>44294</c:v>
                </c:pt>
                <c:pt idx="4746">
                  <c:v>44295</c:v>
                </c:pt>
                <c:pt idx="4747">
                  <c:v>44298</c:v>
                </c:pt>
                <c:pt idx="4748">
                  <c:v>44299</c:v>
                </c:pt>
                <c:pt idx="4749">
                  <c:v>44300</c:v>
                </c:pt>
                <c:pt idx="4750">
                  <c:v>44301</c:v>
                </c:pt>
                <c:pt idx="4751">
                  <c:v>44302</c:v>
                </c:pt>
                <c:pt idx="4752">
                  <c:v>44305</c:v>
                </c:pt>
                <c:pt idx="4753">
                  <c:v>44306</c:v>
                </c:pt>
                <c:pt idx="4754">
                  <c:v>44308</c:v>
                </c:pt>
                <c:pt idx="4755">
                  <c:v>44309</c:v>
                </c:pt>
                <c:pt idx="4756">
                  <c:v>44312</c:v>
                </c:pt>
                <c:pt idx="4757">
                  <c:v>44313</c:v>
                </c:pt>
                <c:pt idx="4758">
                  <c:v>44314</c:v>
                </c:pt>
                <c:pt idx="4759">
                  <c:v>44315</c:v>
                </c:pt>
                <c:pt idx="4760">
                  <c:v>44316</c:v>
                </c:pt>
                <c:pt idx="4761">
                  <c:v>44319</c:v>
                </c:pt>
                <c:pt idx="4762">
                  <c:v>44320</c:v>
                </c:pt>
                <c:pt idx="4763">
                  <c:v>44321</c:v>
                </c:pt>
                <c:pt idx="4764">
                  <c:v>44322</c:v>
                </c:pt>
                <c:pt idx="4765">
                  <c:v>44323</c:v>
                </c:pt>
                <c:pt idx="4766">
                  <c:v>44326</c:v>
                </c:pt>
                <c:pt idx="4767">
                  <c:v>44327</c:v>
                </c:pt>
                <c:pt idx="4768">
                  <c:v>44328</c:v>
                </c:pt>
                <c:pt idx="4769">
                  <c:v>44329</c:v>
                </c:pt>
                <c:pt idx="4770">
                  <c:v>44330</c:v>
                </c:pt>
                <c:pt idx="4771">
                  <c:v>44333</c:v>
                </c:pt>
                <c:pt idx="4772">
                  <c:v>44334</c:v>
                </c:pt>
                <c:pt idx="4773">
                  <c:v>44335</c:v>
                </c:pt>
                <c:pt idx="4774">
                  <c:v>44336</c:v>
                </c:pt>
                <c:pt idx="4775">
                  <c:v>44337</c:v>
                </c:pt>
                <c:pt idx="4776">
                  <c:v>44340</c:v>
                </c:pt>
                <c:pt idx="4777">
                  <c:v>44341</c:v>
                </c:pt>
                <c:pt idx="4778">
                  <c:v>44342</c:v>
                </c:pt>
                <c:pt idx="4779">
                  <c:v>44343</c:v>
                </c:pt>
                <c:pt idx="4780">
                  <c:v>44344</c:v>
                </c:pt>
                <c:pt idx="4781">
                  <c:v>44347</c:v>
                </c:pt>
                <c:pt idx="4782">
                  <c:v>44348</c:v>
                </c:pt>
                <c:pt idx="4783">
                  <c:v>44349</c:v>
                </c:pt>
                <c:pt idx="4784">
                  <c:v>44351</c:v>
                </c:pt>
                <c:pt idx="4785">
                  <c:v>44354</c:v>
                </c:pt>
                <c:pt idx="4786">
                  <c:v>44355</c:v>
                </c:pt>
                <c:pt idx="4787">
                  <c:v>44356</c:v>
                </c:pt>
                <c:pt idx="4788">
                  <c:v>44357</c:v>
                </c:pt>
                <c:pt idx="4789">
                  <c:v>44358</c:v>
                </c:pt>
                <c:pt idx="4790">
                  <c:v>44361</c:v>
                </c:pt>
                <c:pt idx="4791">
                  <c:v>44362</c:v>
                </c:pt>
                <c:pt idx="4792">
                  <c:v>44363</c:v>
                </c:pt>
                <c:pt idx="4793">
                  <c:v>44364</c:v>
                </c:pt>
                <c:pt idx="4794">
                  <c:v>44365</c:v>
                </c:pt>
                <c:pt idx="4795">
                  <c:v>44368</c:v>
                </c:pt>
                <c:pt idx="4796">
                  <c:v>44369</c:v>
                </c:pt>
                <c:pt idx="4797">
                  <c:v>44370</c:v>
                </c:pt>
                <c:pt idx="4798">
                  <c:v>44371</c:v>
                </c:pt>
                <c:pt idx="4799">
                  <c:v>44372</c:v>
                </c:pt>
                <c:pt idx="4800">
                  <c:v>44375</c:v>
                </c:pt>
                <c:pt idx="4801">
                  <c:v>44376</c:v>
                </c:pt>
                <c:pt idx="4802">
                  <c:v>44377</c:v>
                </c:pt>
                <c:pt idx="4803">
                  <c:v>44378</c:v>
                </c:pt>
                <c:pt idx="4804">
                  <c:v>44379</c:v>
                </c:pt>
                <c:pt idx="4805">
                  <c:v>44382</c:v>
                </c:pt>
                <c:pt idx="4806">
                  <c:v>44383</c:v>
                </c:pt>
                <c:pt idx="4807">
                  <c:v>44384</c:v>
                </c:pt>
                <c:pt idx="4808">
                  <c:v>44385</c:v>
                </c:pt>
                <c:pt idx="4809">
                  <c:v>44389</c:v>
                </c:pt>
                <c:pt idx="4810">
                  <c:v>44390</c:v>
                </c:pt>
                <c:pt idx="4811">
                  <c:v>44391</c:v>
                </c:pt>
                <c:pt idx="4812">
                  <c:v>44392</c:v>
                </c:pt>
                <c:pt idx="4813">
                  <c:v>44393</c:v>
                </c:pt>
                <c:pt idx="4814">
                  <c:v>44396</c:v>
                </c:pt>
                <c:pt idx="4815">
                  <c:v>44397</c:v>
                </c:pt>
                <c:pt idx="4816">
                  <c:v>44398</c:v>
                </c:pt>
                <c:pt idx="4817">
                  <c:v>44399</c:v>
                </c:pt>
                <c:pt idx="4818">
                  <c:v>44400</c:v>
                </c:pt>
                <c:pt idx="4819">
                  <c:v>44403</c:v>
                </c:pt>
                <c:pt idx="4820">
                  <c:v>44404</c:v>
                </c:pt>
                <c:pt idx="4821">
                  <c:v>44405</c:v>
                </c:pt>
                <c:pt idx="4822">
                  <c:v>44406</c:v>
                </c:pt>
                <c:pt idx="4823">
                  <c:v>44407</c:v>
                </c:pt>
                <c:pt idx="4824">
                  <c:v>44410</c:v>
                </c:pt>
                <c:pt idx="4825">
                  <c:v>44411</c:v>
                </c:pt>
                <c:pt idx="4826">
                  <c:v>44412</c:v>
                </c:pt>
                <c:pt idx="4827">
                  <c:v>44413</c:v>
                </c:pt>
                <c:pt idx="4828">
                  <c:v>44414</c:v>
                </c:pt>
                <c:pt idx="4829">
                  <c:v>44417</c:v>
                </c:pt>
                <c:pt idx="4830">
                  <c:v>44418</c:v>
                </c:pt>
                <c:pt idx="4831">
                  <c:v>44419</c:v>
                </c:pt>
                <c:pt idx="4832">
                  <c:v>44420</c:v>
                </c:pt>
                <c:pt idx="4833">
                  <c:v>44421</c:v>
                </c:pt>
                <c:pt idx="4834">
                  <c:v>44424</c:v>
                </c:pt>
                <c:pt idx="4835">
                  <c:v>44425</c:v>
                </c:pt>
                <c:pt idx="4836">
                  <c:v>44426</c:v>
                </c:pt>
                <c:pt idx="4837">
                  <c:v>44427</c:v>
                </c:pt>
                <c:pt idx="4838">
                  <c:v>44428</c:v>
                </c:pt>
                <c:pt idx="4839">
                  <c:v>44431</c:v>
                </c:pt>
                <c:pt idx="4840">
                  <c:v>44432</c:v>
                </c:pt>
                <c:pt idx="4841">
                  <c:v>44433</c:v>
                </c:pt>
                <c:pt idx="4842">
                  <c:v>44434</c:v>
                </c:pt>
                <c:pt idx="4843">
                  <c:v>44435</c:v>
                </c:pt>
                <c:pt idx="4844">
                  <c:v>44438</c:v>
                </c:pt>
                <c:pt idx="4845">
                  <c:v>44439</c:v>
                </c:pt>
                <c:pt idx="4846">
                  <c:v>44440</c:v>
                </c:pt>
                <c:pt idx="4847">
                  <c:v>44441</c:v>
                </c:pt>
                <c:pt idx="4848">
                  <c:v>44442</c:v>
                </c:pt>
                <c:pt idx="4849">
                  <c:v>44445</c:v>
                </c:pt>
                <c:pt idx="4850">
                  <c:v>44447</c:v>
                </c:pt>
                <c:pt idx="4851">
                  <c:v>44448</c:v>
                </c:pt>
                <c:pt idx="4852">
                  <c:v>44449</c:v>
                </c:pt>
                <c:pt idx="4853">
                  <c:v>44452</c:v>
                </c:pt>
                <c:pt idx="4854">
                  <c:v>44453</c:v>
                </c:pt>
                <c:pt idx="4855">
                  <c:v>44454</c:v>
                </c:pt>
                <c:pt idx="4856">
                  <c:v>44455</c:v>
                </c:pt>
                <c:pt idx="4857">
                  <c:v>44456</c:v>
                </c:pt>
                <c:pt idx="4858">
                  <c:v>44459</c:v>
                </c:pt>
                <c:pt idx="4859">
                  <c:v>44460</c:v>
                </c:pt>
                <c:pt idx="4860">
                  <c:v>44461</c:v>
                </c:pt>
                <c:pt idx="4861">
                  <c:v>44462</c:v>
                </c:pt>
                <c:pt idx="4862">
                  <c:v>44463</c:v>
                </c:pt>
                <c:pt idx="4863">
                  <c:v>44466</c:v>
                </c:pt>
                <c:pt idx="4864">
                  <c:v>44467</c:v>
                </c:pt>
                <c:pt idx="4865">
                  <c:v>44468</c:v>
                </c:pt>
                <c:pt idx="4866">
                  <c:v>44469</c:v>
                </c:pt>
                <c:pt idx="4867">
                  <c:v>44470</c:v>
                </c:pt>
                <c:pt idx="4868">
                  <c:v>44473</c:v>
                </c:pt>
                <c:pt idx="4869">
                  <c:v>44474</c:v>
                </c:pt>
                <c:pt idx="4870">
                  <c:v>44475</c:v>
                </c:pt>
                <c:pt idx="4871">
                  <c:v>44476</c:v>
                </c:pt>
                <c:pt idx="4872">
                  <c:v>44477</c:v>
                </c:pt>
                <c:pt idx="4873">
                  <c:v>44480</c:v>
                </c:pt>
                <c:pt idx="4874">
                  <c:v>44482</c:v>
                </c:pt>
                <c:pt idx="4875">
                  <c:v>44483</c:v>
                </c:pt>
                <c:pt idx="4876">
                  <c:v>44484</c:v>
                </c:pt>
                <c:pt idx="4877">
                  <c:v>44487</c:v>
                </c:pt>
                <c:pt idx="4878">
                  <c:v>44488</c:v>
                </c:pt>
                <c:pt idx="4879">
                  <c:v>44489</c:v>
                </c:pt>
                <c:pt idx="4880">
                  <c:v>44490</c:v>
                </c:pt>
                <c:pt idx="4881">
                  <c:v>44491</c:v>
                </c:pt>
                <c:pt idx="4882">
                  <c:v>44494</c:v>
                </c:pt>
                <c:pt idx="4883">
                  <c:v>44495</c:v>
                </c:pt>
                <c:pt idx="4884">
                  <c:v>44496</c:v>
                </c:pt>
                <c:pt idx="4885">
                  <c:v>44497</c:v>
                </c:pt>
                <c:pt idx="4886">
                  <c:v>44498</c:v>
                </c:pt>
                <c:pt idx="4887">
                  <c:v>44501</c:v>
                </c:pt>
                <c:pt idx="4888">
                  <c:v>44503</c:v>
                </c:pt>
                <c:pt idx="4889">
                  <c:v>44504</c:v>
                </c:pt>
                <c:pt idx="4890">
                  <c:v>44505</c:v>
                </c:pt>
                <c:pt idx="4891">
                  <c:v>44508</c:v>
                </c:pt>
                <c:pt idx="4892">
                  <c:v>44509</c:v>
                </c:pt>
                <c:pt idx="4893">
                  <c:v>44510</c:v>
                </c:pt>
                <c:pt idx="4894">
                  <c:v>44511</c:v>
                </c:pt>
                <c:pt idx="4895">
                  <c:v>44512</c:v>
                </c:pt>
                <c:pt idx="4896">
                  <c:v>44516</c:v>
                </c:pt>
                <c:pt idx="4897">
                  <c:v>44517</c:v>
                </c:pt>
                <c:pt idx="4898">
                  <c:v>44518</c:v>
                </c:pt>
                <c:pt idx="4899">
                  <c:v>44519</c:v>
                </c:pt>
                <c:pt idx="4900">
                  <c:v>44522</c:v>
                </c:pt>
                <c:pt idx="4901">
                  <c:v>44523</c:v>
                </c:pt>
                <c:pt idx="4902">
                  <c:v>44524</c:v>
                </c:pt>
                <c:pt idx="4903">
                  <c:v>44525</c:v>
                </c:pt>
                <c:pt idx="4904">
                  <c:v>44526</c:v>
                </c:pt>
                <c:pt idx="4905">
                  <c:v>44529</c:v>
                </c:pt>
                <c:pt idx="4906">
                  <c:v>44530</c:v>
                </c:pt>
                <c:pt idx="4907">
                  <c:v>44531</c:v>
                </c:pt>
                <c:pt idx="4908">
                  <c:v>44532</c:v>
                </c:pt>
                <c:pt idx="4909">
                  <c:v>44533</c:v>
                </c:pt>
                <c:pt idx="4910">
                  <c:v>44536</c:v>
                </c:pt>
                <c:pt idx="4911">
                  <c:v>44537</c:v>
                </c:pt>
                <c:pt idx="4912">
                  <c:v>44538</c:v>
                </c:pt>
                <c:pt idx="4913">
                  <c:v>44539</c:v>
                </c:pt>
                <c:pt idx="4914">
                  <c:v>44540</c:v>
                </c:pt>
                <c:pt idx="4915">
                  <c:v>44543</c:v>
                </c:pt>
                <c:pt idx="4916">
                  <c:v>44544</c:v>
                </c:pt>
                <c:pt idx="4917">
                  <c:v>44545</c:v>
                </c:pt>
                <c:pt idx="4918">
                  <c:v>44546</c:v>
                </c:pt>
                <c:pt idx="4919">
                  <c:v>44547</c:v>
                </c:pt>
                <c:pt idx="4920">
                  <c:v>44550</c:v>
                </c:pt>
                <c:pt idx="4921">
                  <c:v>44551</c:v>
                </c:pt>
                <c:pt idx="4922">
                  <c:v>44552</c:v>
                </c:pt>
                <c:pt idx="4923">
                  <c:v>44553</c:v>
                </c:pt>
                <c:pt idx="4924">
                  <c:v>44557</c:v>
                </c:pt>
                <c:pt idx="4925">
                  <c:v>44558</c:v>
                </c:pt>
                <c:pt idx="4926">
                  <c:v>44559</c:v>
                </c:pt>
                <c:pt idx="4927">
                  <c:v>44560</c:v>
                </c:pt>
                <c:pt idx="4928">
                  <c:v>44564</c:v>
                </c:pt>
                <c:pt idx="4929">
                  <c:v>44565</c:v>
                </c:pt>
                <c:pt idx="4930">
                  <c:v>44566</c:v>
                </c:pt>
                <c:pt idx="4931">
                  <c:v>44567</c:v>
                </c:pt>
                <c:pt idx="4932">
                  <c:v>44568</c:v>
                </c:pt>
                <c:pt idx="4933">
                  <c:v>44571</c:v>
                </c:pt>
                <c:pt idx="4934">
                  <c:v>44572</c:v>
                </c:pt>
                <c:pt idx="4935">
                  <c:v>44573</c:v>
                </c:pt>
                <c:pt idx="4936">
                  <c:v>44574</c:v>
                </c:pt>
                <c:pt idx="4937">
                  <c:v>44575</c:v>
                </c:pt>
                <c:pt idx="4938">
                  <c:v>44578</c:v>
                </c:pt>
                <c:pt idx="4939">
                  <c:v>44579</c:v>
                </c:pt>
                <c:pt idx="4940">
                  <c:v>44580</c:v>
                </c:pt>
                <c:pt idx="4941">
                  <c:v>44581</c:v>
                </c:pt>
                <c:pt idx="4942">
                  <c:v>44582</c:v>
                </c:pt>
                <c:pt idx="4943">
                  <c:v>44585</c:v>
                </c:pt>
                <c:pt idx="4944">
                  <c:v>44586</c:v>
                </c:pt>
                <c:pt idx="4945">
                  <c:v>44587</c:v>
                </c:pt>
                <c:pt idx="4946">
                  <c:v>44588</c:v>
                </c:pt>
                <c:pt idx="4947">
                  <c:v>44589</c:v>
                </c:pt>
                <c:pt idx="4948">
                  <c:v>44592</c:v>
                </c:pt>
                <c:pt idx="4949">
                  <c:v>44593</c:v>
                </c:pt>
                <c:pt idx="4950">
                  <c:v>44594</c:v>
                </c:pt>
                <c:pt idx="4951">
                  <c:v>44595</c:v>
                </c:pt>
                <c:pt idx="4952">
                  <c:v>44596</c:v>
                </c:pt>
                <c:pt idx="4953">
                  <c:v>44599</c:v>
                </c:pt>
                <c:pt idx="4954">
                  <c:v>44600</c:v>
                </c:pt>
                <c:pt idx="4955">
                  <c:v>44601</c:v>
                </c:pt>
                <c:pt idx="4956">
                  <c:v>44602</c:v>
                </c:pt>
                <c:pt idx="4957">
                  <c:v>44603</c:v>
                </c:pt>
                <c:pt idx="4958">
                  <c:v>44606</c:v>
                </c:pt>
                <c:pt idx="4959">
                  <c:v>44607</c:v>
                </c:pt>
                <c:pt idx="4960">
                  <c:v>44608</c:v>
                </c:pt>
                <c:pt idx="4961">
                  <c:v>44609</c:v>
                </c:pt>
                <c:pt idx="4962">
                  <c:v>44610</c:v>
                </c:pt>
                <c:pt idx="4963">
                  <c:v>44613</c:v>
                </c:pt>
                <c:pt idx="4964">
                  <c:v>44614</c:v>
                </c:pt>
                <c:pt idx="4965">
                  <c:v>44615</c:v>
                </c:pt>
                <c:pt idx="4966">
                  <c:v>44616</c:v>
                </c:pt>
                <c:pt idx="4967">
                  <c:v>44617</c:v>
                </c:pt>
                <c:pt idx="4968">
                  <c:v>44622</c:v>
                </c:pt>
                <c:pt idx="4969">
                  <c:v>44623</c:v>
                </c:pt>
                <c:pt idx="4970">
                  <c:v>44624</c:v>
                </c:pt>
                <c:pt idx="4971">
                  <c:v>44627</c:v>
                </c:pt>
                <c:pt idx="4972">
                  <c:v>44628</c:v>
                </c:pt>
                <c:pt idx="4973">
                  <c:v>44629</c:v>
                </c:pt>
                <c:pt idx="4974">
                  <c:v>44630</c:v>
                </c:pt>
                <c:pt idx="4975">
                  <c:v>44631</c:v>
                </c:pt>
                <c:pt idx="4976">
                  <c:v>44634</c:v>
                </c:pt>
                <c:pt idx="4977">
                  <c:v>44635</c:v>
                </c:pt>
                <c:pt idx="4978">
                  <c:v>44636</c:v>
                </c:pt>
                <c:pt idx="4979">
                  <c:v>44637</c:v>
                </c:pt>
                <c:pt idx="4980">
                  <c:v>44638</c:v>
                </c:pt>
                <c:pt idx="4981">
                  <c:v>44641</c:v>
                </c:pt>
                <c:pt idx="4982">
                  <c:v>44642</c:v>
                </c:pt>
                <c:pt idx="4983">
                  <c:v>44643</c:v>
                </c:pt>
                <c:pt idx="4984">
                  <c:v>44644</c:v>
                </c:pt>
                <c:pt idx="4985">
                  <c:v>44645</c:v>
                </c:pt>
                <c:pt idx="4986">
                  <c:v>44648</c:v>
                </c:pt>
                <c:pt idx="4987">
                  <c:v>44649</c:v>
                </c:pt>
                <c:pt idx="4988">
                  <c:v>44650</c:v>
                </c:pt>
                <c:pt idx="4989">
                  <c:v>44651</c:v>
                </c:pt>
                <c:pt idx="4990">
                  <c:v>44652</c:v>
                </c:pt>
                <c:pt idx="4991">
                  <c:v>44655</c:v>
                </c:pt>
                <c:pt idx="4992">
                  <c:v>44656</c:v>
                </c:pt>
                <c:pt idx="4993">
                  <c:v>44657</c:v>
                </c:pt>
                <c:pt idx="4994">
                  <c:v>44658</c:v>
                </c:pt>
                <c:pt idx="4995">
                  <c:v>44659</c:v>
                </c:pt>
                <c:pt idx="4996">
                  <c:v>44662</c:v>
                </c:pt>
                <c:pt idx="4997">
                  <c:v>44663</c:v>
                </c:pt>
                <c:pt idx="4998">
                  <c:v>44664</c:v>
                </c:pt>
                <c:pt idx="4999">
                  <c:v>44665</c:v>
                </c:pt>
                <c:pt idx="5000">
                  <c:v>44669</c:v>
                </c:pt>
                <c:pt idx="5001">
                  <c:v>44670</c:v>
                </c:pt>
                <c:pt idx="5002">
                  <c:v>44671</c:v>
                </c:pt>
                <c:pt idx="5003">
                  <c:v>44673</c:v>
                </c:pt>
                <c:pt idx="5004">
                  <c:v>44676</c:v>
                </c:pt>
                <c:pt idx="5005">
                  <c:v>44677</c:v>
                </c:pt>
                <c:pt idx="5006">
                  <c:v>44678</c:v>
                </c:pt>
                <c:pt idx="5007">
                  <c:v>44679</c:v>
                </c:pt>
                <c:pt idx="5008">
                  <c:v>44680</c:v>
                </c:pt>
                <c:pt idx="5009">
                  <c:v>44683</c:v>
                </c:pt>
                <c:pt idx="5010">
                  <c:v>44684</c:v>
                </c:pt>
                <c:pt idx="5011">
                  <c:v>44685</c:v>
                </c:pt>
                <c:pt idx="5012">
                  <c:v>44686</c:v>
                </c:pt>
                <c:pt idx="5013">
                  <c:v>44687</c:v>
                </c:pt>
                <c:pt idx="5014">
                  <c:v>44690</c:v>
                </c:pt>
                <c:pt idx="5015">
                  <c:v>44691</c:v>
                </c:pt>
                <c:pt idx="5016">
                  <c:v>44692</c:v>
                </c:pt>
                <c:pt idx="5017">
                  <c:v>44693</c:v>
                </c:pt>
                <c:pt idx="5018">
                  <c:v>44694</c:v>
                </c:pt>
                <c:pt idx="5019">
                  <c:v>44697</c:v>
                </c:pt>
                <c:pt idx="5020">
                  <c:v>44698</c:v>
                </c:pt>
                <c:pt idx="5021">
                  <c:v>44699</c:v>
                </c:pt>
                <c:pt idx="5022">
                  <c:v>44700</c:v>
                </c:pt>
                <c:pt idx="5023">
                  <c:v>44701</c:v>
                </c:pt>
                <c:pt idx="5024">
                  <c:v>44704</c:v>
                </c:pt>
                <c:pt idx="5025">
                  <c:v>44705</c:v>
                </c:pt>
                <c:pt idx="5026">
                  <c:v>44706</c:v>
                </c:pt>
                <c:pt idx="5027">
                  <c:v>44707</c:v>
                </c:pt>
                <c:pt idx="5028">
                  <c:v>44708</c:v>
                </c:pt>
                <c:pt idx="5029">
                  <c:v>44711</c:v>
                </c:pt>
                <c:pt idx="5030">
                  <c:v>44712</c:v>
                </c:pt>
                <c:pt idx="5031">
                  <c:v>44713</c:v>
                </c:pt>
                <c:pt idx="5032">
                  <c:v>44714</c:v>
                </c:pt>
                <c:pt idx="5033">
                  <c:v>44715</c:v>
                </c:pt>
                <c:pt idx="5034">
                  <c:v>44718</c:v>
                </c:pt>
                <c:pt idx="5035">
                  <c:v>44719</c:v>
                </c:pt>
                <c:pt idx="5036">
                  <c:v>44720</c:v>
                </c:pt>
                <c:pt idx="5037">
                  <c:v>44721</c:v>
                </c:pt>
                <c:pt idx="5038">
                  <c:v>44722</c:v>
                </c:pt>
                <c:pt idx="5039">
                  <c:v>44725</c:v>
                </c:pt>
                <c:pt idx="5040">
                  <c:v>44726</c:v>
                </c:pt>
                <c:pt idx="5041">
                  <c:v>44727</c:v>
                </c:pt>
                <c:pt idx="5042">
                  <c:v>44729</c:v>
                </c:pt>
                <c:pt idx="5043">
                  <c:v>44732</c:v>
                </c:pt>
                <c:pt idx="5044">
                  <c:v>44733</c:v>
                </c:pt>
                <c:pt idx="5045">
                  <c:v>44734</c:v>
                </c:pt>
                <c:pt idx="5046">
                  <c:v>44735</c:v>
                </c:pt>
                <c:pt idx="5047">
                  <c:v>44736</c:v>
                </c:pt>
                <c:pt idx="5048">
                  <c:v>44739</c:v>
                </c:pt>
                <c:pt idx="5049">
                  <c:v>44740</c:v>
                </c:pt>
                <c:pt idx="5050">
                  <c:v>44741</c:v>
                </c:pt>
                <c:pt idx="5051">
                  <c:v>44742</c:v>
                </c:pt>
                <c:pt idx="5052">
                  <c:v>44743</c:v>
                </c:pt>
                <c:pt idx="5053">
                  <c:v>44746</c:v>
                </c:pt>
                <c:pt idx="5054">
                  <c:v>44747</c:v>
                </c:pt>
                <c:pt idx="5055">
                  <c:v>44748</c:v>
                </c:pt>
                <c:pt idx="5056">
                  <c:v>44749</c:v>
                </c:pt>
                <c:pt idx="5057">
                  <c:v>44750</c:v>
                </c:pt>
                <c:pt idx="5058">
                  <c:v>44753</c:v>
                </c:pt>
                <c:pt idx="5059">
                  <c:v>44754</c:v>
                </c:pt>
                <c:pt idx="5060">
                  <c:v>44755</c:v>
                </c:pt>
                <c:pt idx="5061">
                  <c:v>44756</c:v>
                </c:pt>
                <c:pt idx="5062">
                  <c:v>44757</c:v>
                </c:pt>
                <c:pt idx="5063">
                  <c:v>44760</c:v>
                </c:pt>
                <c:pt idx="5064">
                  <c:v>44761</c:v>
                </c:pt>
                <c:pt idx="5065">
                  <c:v>44762</c:v>
                </c:pt>
                <c:pt idx="5066">
                  <c:v>44763</c:v>
                </c:pt>
                <c:pt idx="5067">
                  <c:v>44764</c:v>
                </c:pt>
                <c:pt idx="5068">
                  <c:v>44767</c:v>
                </c:pt>
                <c:pt idx="5069">
                  <c:v>44768</c:v>
                </c:pt>
                <c:pt idx="5070">
                  <c:v>44769</c:v>
                </c:pt>
                <c:pt idx="5071">
                  <c:v>44770</c:v>
                </c:pt>
                <c:pt idx="5072">
                  <c:v>44771</c:v>
                </c:pt>
                <c:pt idx="5073">
                  <c:v>44774</c:v>
                </c:pt>
                <c:pt idx="5074">
                  <c:v>44775</c:v>
                </c:pt>
                <c:pt idx="5075">
                  <c:v>44776</c:v>
                </c:pt>
                <c:pt idx="5076">
                  <c:v>44777</c:v>
                </c:pt>
                <c:pt idx="5077">
                  <c:v>44778</c:v>
                </c:pt>
                <c:pt idx="5078">
                  <c:v>44781</c:v>
                </c:pt>
                <c:pt idx="5079">
                  <c:v>44782</c:v>
                </c:pt>
                <c:pt idx="5080">
                  <c:v>44783</c:v>
                </c:pt>
                <c:pt idx="5081">
                  <c:v>44784</c:v>
                </c:pt>
                <c:pt idx="5082">
                  <c:v>44785</c:v>
                </c:pt>
                <c:pt idx="5083">
                  <c:v>44788</c:v>
                </c:pt>
                <c:pt idx="5084">
                  <c:v>44789</c:v>
                </c:pt>
                <c:pt idx="5085">
                  <c:v>44790</c:v>
                </c:pt>
                <c:pt idx="5086">
                  <c:v>44791</c:v>
                </c:pt>
                <c:pt idx="5087">
                  <c:v>44792</c:v>
                </c:pt>
                <c:pt idx="5088">
                  <c:v>44795</c:v>
                </c:pt>
                <c:pt idx="5089">
                  <c:v>44796</c:v>
                </c:pt>
                <c:pt idx="5090">
                  <c:v>44797</c:v>
                </c:pt>
                <c:pt idx="5091">
                  <c:v>44798</c:v>
                </c:pt>
                <c:pt idx="5092">
                  <c:v>44799</c:v>
                </c:pt>
                <c:pt idx="5093">
                  <c:v>44802</c:v>
                </c:pt>
                <c:pt idx="5094">
                  <c:v>44803</c:v>
                </c:pt>
                <c:pt idx="5095">
                  <c:v>44804</c:v>
                </c:pt>
                <c:pt idx="5096">
                  <c:v>44805</c:v>
                </c:pt>
                <c:pt idx="5097">
                  <c:v>44806</c:v>
                </c:pt>
                <c:pt idx="5098">
                  <c:v>44809</c:v>
                </c:pt>
                <c:pt idx="5099">
                  <c:v>44810</c:v>
                </c:pt>
                <c:pt idx="5100">
                  <c:v>44812</c:v>
                </c:pt>
                <c:pt idx="5101">
                  <c:v>44813</c:v>
                </c:pt>
                <c:pt idx="5102">
                  <c:v>44816</c:v>
                </c:pt>
                <c:pt idx="5103">
                  <c:v>44817</c:v>
                </c:pt>
                <c:pt idx="5104">
                  <c:v>44818</c:v>
                </c:pt>
                <c:pt idx="5105">
                  <c:v>44819</c:v>
                </c:pt>
                <c:pt idx="5106">
                  <c:v>44820</c:v>
                </c:pt>
                <c:pt idx="5107">
                  <c:v>44823</c:v>
                </c:pt>
                <c:pt idx="5108">
                  <c:v>44824</c:v>
                </c:pt>
                <c:pt idx="5109">
                  <c:v>44825</c:v>
                </c:pt>
                <c:pt idx="5110">
                  <c:v>44826</c:v>
                </c:pt>
                <c:pt idx="5111">
                  <c:v>44827</c:v>
                </c:pt>
                <c:pt idx="5112">
                  <c:v>44830</c:v>
                </c:pt>
                <c:pt idx="5113">
                  <c:v>44831</c:v>
                </c:pt>
                <c:pt idx="5114">
                  <c:v>44832</c:v>
                </c:pt>
                <c:pt idx="5115">
                  <c:v>44833</c:v>
                </c:pt>
                <c:pt idx="5116">
                  <c:v>44834</c:v>
                </c:pt>
                <c:pt idx="5117">
                  <c:v>44837</c:v>
                </c:pt>
                <c:pt idx="5118">
                  <c:v>44838</c:v>
                </c:pt>
                <c:pt idx="5119">
                  <c:v>44839</c:v>
                </c:pt>
                <c:pt idx="5120">
                  <c:v>44840</c:v>
                </c:pt>
                <c:pt idx="5121">
                  <c:v>44841</c:v>
                </c:pt>
                <c:pt idx="5122">
                  <c:v>44844</c:v>
                </c:pt>
                <c:pt idx="5123">
                  <c:v>44845</c:v>
                </c:pt>
                <c:pt idx="5124">
                  <c:v>44847</c:v>
                </c:pt>
                <c:pt idx="5125">
                  <c:v>44848</c:v>
                </c:pt>
                <c:pt idx="5126">
                  <c:v>44851</c:v>
                </c:pt>
                <c:pt idx="5127">
                  <c:v>44852</c:v>
                </c:pt>
                <c:pt idx="5128">
                  <c:v>44853</c:v>
                </c:pt>
                <c:pt idx="5129">
                  <c:v>44854</c:v>
                </c:pt>
                <c:pt idx="5130">
                  <c:v>44855</c:v>
                </c:pt>
                <c:pt idx="5131">
                  <c:v>44858</c:v>
                </c:pt>
                <c:pt idx="5132">
                  <c:v>44859</c:v>
                </c:pt>
                <c:pt idx="5133">
                  <c:v>44860</c:v>
                </c:pt>
                <c:pt idx="5134">
                  <c:v>44861</c:v>
                </c:pt>
                <c:pt idx="5135">
                  <c:v>44862</c:v>
                </c:pt>
                <c:pt idx="5136">
                  <c:v>44865</c:v>
                </c:pt>
                <c:pt idx="5137">
                  <c:v>44866</c:v>
                </c:pt>
                <c:pt idx="5138">
                  <c:v>44868</c:v>
                </c:pt>
                <c:pt idx="5139">
                  <c:v>44869</c:v>
                </c:pt>
                <c:pt idx="5140">
                  <c:v>44872</c:v>
                </c:pt>
                <c:pt idx="5141">
                  <c:v>44873</c:v>
                </c:pt>
                <c:pt idx="5142">
                  <c:v>44874</c:v>
                </c:pt>
                <c:pt idx="5143">
                  <c:v>44875</c:v>
                </c:pt>
                <c:pt idx="5144">
                  <c:v>44876</c:v>
                </c:pt>
                <c:pt idx="5145">
                  <c:v>44879</c:v>
                </c:pt>
                <c:pt idx="5146">
                  <c:v>44881</c:v>
                </c:pt>
                <c:pt idx="5147">
                  <c:v>44882</c:v>
                </c:pt>
                <c:pt idx="5148">
                  <c:v>44883</c:v>
                </c:pt>
                <c:pt idx="5149">
                  <c:v>44886</c:v>
                </c:pt>
                <c:pt idx="5150">
                  <c:v>44887</c:v>
                </c:pt>
                <c:pt idx="5151">
                  <c:v>44888</c:v>
                </c:pt>
                <c:pt idx="5152">
                  <c:v>44889</c:v>
                </c:pt>
                <c:pt idx="5153">
                  <c:v>44890</c:v>
                </c:pt>
                <c:pt idx="5154">
                  <c:v>44893</c:v>
                </c:pt>
                <c:pt idx="5155">
                  <c:v>44894</c:v>
                </c:pt>
                <c:pt idx="5156">
                  <c:v>44895</c:v>
                </c:pt>
                <c:pt idx="5157">
                  <c:v>44896</c:v>
                </c:pt>
                <c:pt idx="5158">
                  <c:v>44897</c:v>
                </c:pt>
                <c:pt idx="5159">
                  <c:v>44900</c:v>
                </c:pt>
                <c:pt idx="5160">
                  <c:v>44901</c:v>
                </c:pt>
                <c:pt idx="5161">
                  <c:v>44902</c:v>
                </c:pt>
                <c:pt idx="5162">
                  <c:v>44903</c:v>
                </c:pt>
                <c:pt idx="5163">
                  <c:v>44904</c:v>
                </c:pt>
                <c:pt idx="5164">
                  <c:v>44907</c:v>
                </c:pt>
                <c:pt idx="5165">
                  <c:v>44908</c:v>
                </c:pt>
                <c:pt idx="5166">
                  <c:v>44909</c:v>
                </c:pt>
                <c:pt idx="5167">
                  <c:v>44910</c:v>
                </c:pt>
                <c:pt idx="5168">
                  <c:v>44911</c:v>
                </c:pt>
                <c:pt idx="5169">
                  <c:v>44914</c:v>
                </c:pt>
                <c:pt idx="5170">
                  <c:v>44915</c:v>
                </c:pt>
                <c:pt idx="5171">
                  <c:v>44916</c:v>
                </c:pt>
                <c:pt idx="5172">
                  <c:v>44917</c:v>
                </c:pt>
                <c:pt idx="5173">
                  <c:v>44918</c:v>
                </c:pt>
                <c:pt idx="5174">
                  <c:v>44921</c:v>
                </c:pt>
                <c:pt idx="5175">
                  <c:v>44922</c:v>
                </c:pt>
                <c:pt idx="5176">
                  <c:v>44923</c:v>
                </c:pt>
                <c:pt idx="5177">
                  <c:v>44924</c:v>
                </c:pt>
                <c:pt idx="5178">
                  <c:v>44928</c:v>
                </c:pt>
                <c:pt idx="5179">
                  <c:v>44929</c:v>
                </c:pt>
                <c:pt idx="5180">
                  <c:v>44930</c:v>
                </c:pt>
                <c:pt idx="5181">
                  <c:v>44931</c:v>
                </c:pt>
                <c:pt idx="5182">
                  <c:v>44932</c:v>
                </c:pt>
                <c:pt idx="5183">
                  <c:v>44935</c:v>
                </c:pt>
                <c:pt idx="5184">
                  <c:v>44936</c:v>
                </c:pt>
                <c:pt idx="5185">
                  <c:v>44937</c:v>
                </c:pt>
                <c:pt idx="5186">
                  <c:v>44938</c:v>
                </c:pt>
                <c:pt idx="5187">
                  <c:v>44939</c:v>
                </c:pt>
                <c:pt idx="5188">
                  <c:v>44942</c:v>
                </c:pt>
                <c:pt idx="5189">
                  <c:v>44943</c:v>
                </c:pt>
                <c:pt idx="5190">
                  <c:v>44944</c:v>
                </c:pt>
                <c:pt idx="5191">
                  <c:v>44945</c:v>
                </c:pt>
                <c:pt idx="5192">
                  <c:v>44946</c:v>
                </c:pt>
                <c:pt idx="5193">
                  <c:v>44949</c:v>
                </c:pt>
                <c:pt idx="5194">
                  <c:v>44950</c:v>
                </c:pt>
                <c:pt idx="5195">
                  <c:v>44951</c:v>
                </c:pt>
                <c:pt idx="5196">
                  <c:v>44952</c:v>
                </c:pt>
                <c:pt idx="5197">
                  <c:v>44953</c:v>
                </c:pt>
                <c:pt idx="5198">
                  <c:v>44956</c:v>
                </c:pt>
                <c:pt idx="5199">
                  <c:v>44957</c:v>
                </c:pt>
                <c:pt idx="5200">
                  <c:v>44958</c:v>
                </c:pt>
                <c:pt idx="5201">
                  <c:v>44959</c:v>
                </c:pt>
                <c:pt idx="5202">
                  <c:v>44960</c:v>
                </c:pt>
                <c:pt idx="5203">
                  <c:v>44963</c:v>
                </c:pt>
                <c:pt idx="5204">
                  <c:v>44964</c:v>
                </c:pt>
                <c:pt idx="5205">
                  <c:v>44965</c:v>
                </c:pt>
                <c:pt idx="5206">
                  <c:v>44966</c:v>
                </c:pt>
                <c:pt idx="5207">
                  <c:v>44967</c:v>
                </c:pt>
                <c:pt idx="5208">
                  <c:v>44970</c:v>
                </c:pt>
                <c:pt idx="5209">
                  <c:v>44971</c:v>
                </c:pt>
                <c:pt idx="5210">
                  <c:v>44972</c:v>
                </c:pt>
                <c:pt idx="5211">
                  <c:v>44973</c:v>
                </c:pt>
                <c:pt idx="5212">
                  <c:v>44974</c:v>
                </c:pt>
                <c:pt idx="5213">
                  <c:v>44979</c:v>
                </c:pt>
                <c:pt idx="5214">
                  <c:v>44980</c:v>
                </c:pt>
                <c:pt idx="5215">
                  <c:v>44981</c:v>
                </c:pt>
                <c:pt idx="5216">
                  <c:v>44984</c:v>
                </c:pt>
                <c:pt idx="5217">
                  <c:v>44985</c:v>
                </c:pt>
                <c:pt idx="5218">
                  <c:v>44986</c:v>
                </c:pt>
                <c:pt idx="5219">
                  <c:v>44987</c:v>
                </c:pt>
                <c:pt idx="5220">
                  <c:v>44988</c:v>
                </c:pt>
                <c:pt idx="5221">
                  <c:v>44991</c:v>
                </c:pt>
                <c:pt idx="5222">
                  <c:v>44992</c:v>
                </c:pt>
                <c:pt idx="5223">
                  <c:v>44993</c:v>
                </c:pt>
                <c:pt idx="5224">
                  <c:v>44994</c:v>
                </c:pt>
                <c:pt idx="5225">
                  <c:v>44995</c:v>
                </c:pt>
                <c:pt idx="5226">
                  <c:v>44998</c:v>
                </c:pt>
                <c:pt idx="5227">
                  <c:v>44999</c:v>
                </c:pt>
                <c:pt idx="5228">
                  <c:v>45000</c:v>
                </c:pt>
                <c:pt idx="5229">
                  <c:v>45001</c:v>
                </c:pt>
                <c:pt idx="5230">
                  <c:v>45002</c:v>
                </c:pt>
                <c:pt idx="5231">
                  <c:v>45005</c:v>
                </c:pt>
                <c:pt idx="5232">
                  <c:v>45006</c:v>
                </c:pt>
                <c:pt idx="5233">
                  <c:v>45007</c:v>
                </c:pt>
                <c:pt idx="5234">
                  <c:v>45008</c:v>
                </c:pt>
                <c:pt idx="5235">
                  <c:v>45009</c:v>
                </c:pt>
                <c:pt idx="5236">
                  <c:v>45012</c:v>
                </c:pt>
                <c:pt idx="5237">
                  <c:v>45013</c:v>
                </c:pt>
                <c:pt idx="5238">
                  <c:v>45014</c:v>
                </c:pt>
                <c:pt idx="5239">
                  <c:v>45015</c:v>
                </c:pt>
                <c:pt idx="5240">
                  <c:v>45016</c:v>
                </c:pt>
                <c:pt idx="5241">
                  <c:v>45019</c:v>
                </c:pt>
                <c:pt idx="5242">
                  <c:v>45020</c:v>
                </c:pt>
                <c:pt idx="5243">
                  <c:v>45021</c:v>
                </c:pt>
                <c:pt idx="5244">
                  <c:v>45022</c:v>
                </c:pt>
                <c:pt idx="5245">
                  <c:v>45026</c:v>
                </c:pt>
                <c:pt idx="5246">
                  <c:v>45027</c:v>
                </c:pt>
                <c:pt idx="5247">
                  <c:v>45028</c:v>
                </c:pt>
                <c:pt idx="5248">
                  <c:v>45029</c:v>
                </c:pt>
                <c:pt idx="5249">
                  <c:v>45030</c:v>
                </c:pt>
                <c:pt idx="5250">
                  <c:v>45033</c:v>
                </c:pt>
                <c:pt idx="5251">
                  <c:v>45034</c:v>
                </c:pt>
                <c:pt idx="5252">
                  <c:v>45035</c:v>
                </c:pt>
                <c:pt idx="5253">
                  <c:v>45036</c:v>
                </c:pt>
                <c:pt idx="5254">
                  <c:v>45040</c:v>
                </c:pt>
                <c:pt idx="5255">
                  <c:v>45041</c:v>
                </c:pt>
                <c:pt idx="5256">
                  <c:v>45042</c:v>
                </c:pt>
                <c:pt idx="5257">
                  <c:v>45043</c:v>
                </c:pt>
                <c:pt idx="5258">
                  <c:v>45044</c:v>
                </c:pt>
                <c:pt idx="5259">
                  <c:v>45048</c:v>
                </c:pt>
                <c:pt idx="5260">
                  <c:v>45049</c:v>
                </c:pt>
                <c:pt idx="5261">
                  <c:v>45050</c:v>
                </c:pt>
                <c:pt idx="5262">
                  <c:v>45051</c:v>
                </c:pt>
                <c:pt idx="5263">
                  <c:v>45054</c:v>
                </c:pt>
                <c:pt idx="5264">
                  <c:v>45055</c:v>
                </c:pt>
                <c:pt idx="5265">
                  <c:v>45056</c:v>
                </c:pt>
                <c:pt idx="5266">
                  <c:v>45057</c:v>
                </c:pt>
                <c:pt idx="5267">
                  <c:v>45058</c:v>
                </c:pt>
                <c:pt idx="5268">
                  <c:v>45061</c:v>
                </c:pt>
                <c:pt idx="5269">
                  <c:v>45062</c:v>
                </c:pt>
                <c:pt idx="5270">
                  <c:v>45063</c:v>
                </c:pt>
                <c:pt idx="5271">
                  <c:v>45064</c:v>
                </c:pt>
                <c:pt idx="5272">
                  <c:v>45065</c:v>
                </c:pt>
                <c:pt idx="5273">
                  <c:v>45068</c:v>
                </c:pt>
                <c:pt idx="5274">
                  <c:v>45069</c:v>
                </c:pt>
                <c:pt idx="5275">
                  <c:v>45070</c:v>
                </c:pt>
                <c:pt idx="5276">
                  <c:v>45071</c:v>
                </c:pt>
                <c:pt idx="5277">
                  <c:v>45072</c:v>
                </c:pt>
                <c:pt idx="5278">
                  <c:v>45075</c:v>
                </c:pt>
                <c:pt idx="5279">
                  <c:v>45076</c:v>
                </c:pt>
                <c:pt idx="5280">
                  <c:v>45077</c:v>
                </c:pt>
                <c:pt idx="5281">
                  <c:v>45078</c:v>
                </c:pt>
                <c:pt idx="5282">
                  <c:v>45079</c:v>
                </c:pt>
                <c:pt idx="5283">
                  <c:v>45082</c:v>
                </c:pt>
                <c:pt idx="5284">
                  <c:v>45083</c:v>
                </c:pt>
                <c:pt idx="5285">
                  <c:v>45084</c:v>
                </c:pt>
                <c:pt idx="5286">
                  <c:v>45086</c:v>
                </c:pt>
                <c:pt idx="5287">
                  <c:v>45089</c:v>
                </c:pt>
                <c:pt idx="5288">
                  <c:v>45090</c:v>
                </c:pt>
                <c:pt idx="5289">
                  <c:v>45091</c:v>
                </c:pt>
                <c:pt idx="5290">
                  <c:v>45092</c:v>
                </c:pt>
                <c:pt idx="5291">
                  <c:v>45093</c:v>
                </c:pt>
                <c:pt idx="5292">
                  <c:v>45096</c:v>
                </c:pt>
                <c:pt idx="5293">
                  <c:v>45097</c:v>
                </c:pt>
                <c:pt idx="5294">
                  <c:v>45098</c:v>
                </c:pt>
                <c:pt idx="5295">
                  <c:v>45099</c:v>
                </c:pt>
                <c:pt idx="5296">
                  <c:v>45100</c:v>
                </c:pt>
                <c:pt idx="5297">
                  <c:v>45103</c:v>
                </c:pt>
                <c:pt idx="5298">
                  <c:v>45104</c:v>
                </c:pt>
                <c:pt idx="5299">
                  <c:v>45105</c:v>
                </c:pt>
                <c:pt idx="5300">
                  <c:v>45106</c:v>
                </c:pt>
                <c:pt idx="5301">
                  <c:v>45107</c:v>
                </c:pt>
                <c:pt idx="5302">
                  <c:v>45110</c:v>
                </c:pt>
                <c:pt idx="5303">
                  <c:v>45111</c:v>
                </c:pt>
                <c:pt idx="5304">
                  <c:v>45112</c:v>
                </c:pt>
                <c:pt idx="5305">
                  <c:v>45113</c:v>
                </c:pt>
                <c:pt idx="5306">
                  <c:v>45114</c:v>
                </c:pt>
                <c:pt idx="5307">
                  <c:v>45117</c:v>
                </c:pt>
                <c:pt idx="5308">
                  <c:v>45118</c:v>
                </c:pt>
                <c:pt idx="5309">
                  <c:v>45119</c:v>
                </c:pt>
                <c:pt idx="5310">
                  <c:v>45120</c:v>
                </c:pt>
                <c:pt idx="5311">
                  <c:v>45121</c:v>
                </c:pt>
                <c:pt idx="5312">
                  <c:v>45124</c:v>
                </c:pt>
                <c:pt idx="5313">
                  <c:v>45125</c:v>
                </c:pt>
                <c:pt idx="5314">
                  <c:v>45126</c:v>
                </c:pt>
                <c:pt idx="5315">
                  <c:v>45127</c:v>
                </c:pt>
                <c:pt idx="5316">
                  <c:v>45128</c:v>
                </c:pt>
                <c:pt idx="5317">
                  <c:v>45131</c:v>
                </c:pt>
                <c:pt idx="5318">
                  <c:v>45132</c:v>
                </c:pt>
                <c:pt idx="5319">
                  <c:v>45133</c:v>
                </c:pt>
                <c:pt idx="5320">
                  <c:v>45134</c:v>
                </c:pt>
                <c:pt idx="5321">
                  <c:v>45135</c:v>
                </c:pt>
                <c:pt idx="5322">
                  <c:v>45138</c:v>
                </c:pt>
                <c:pt idx="5323">
                  <c:v>45139</c:v>
                </c:pt>
                <c:pt idx="5324">
                  <c:v>45140</c:v>
                </c:pt>
                <c:pt idx="5325">
                  <c:v>45141</c:v>
                </c:pt>
                <c:pt idx="5326">
                  <c:v>45142</c:v>
                </c:pt>
                <c:pt idx="5327">
                  <c:v>45145</c:v>
                </c:pt>
                <c:pt idx="5328">
                  <c:v>45146</c:v>
                </c:pt>
                <c:pt idx="5329">
                  <c:v>45147</c:v>
                </c:pt>
                <c:pt idx="5330">
                  <c:v>45148</c:v>
                </c:pt>
                <c:pt idx="5331">
                  <c:v>45149</c:v>
                </c:pt>
                <c:pt idx="5332">
                  <c:v>45152</c:v>
                </c:pt>
                <c:pt idx="5333">
                  <c:v>45153</c:v>
                </c:pt>
                <c:pt idx="5334">
                  <c:v>45154</c:v>
                </c:pt>
                <c:pt idx="5335">
                  <c:v>45155</c:v>
                </c:pt>
                <c:pt idx="5336">
                  <c:v>45156</c:v>
                </c:pt>
                <c:pt idx="5337">
                  <c:v>45159</c:v>
                </c:pt>
                <c:pt idx="5338">
                  <c:v>45160</c:v>
                </c:pt>
                <c:pt idx="5339">
                  <c:v>45161</c:v>
                </c:pt>
                <c:pt idx="5340">
                  <c:v>45162</c:v>
                </c:pt>
                <c:pt idx="5341">
                  <c:v>45163</c:v>
                </c:pt>
                <c:pt idx="5342">
                  <c:v>45166</c:v>
                </c:pt>
                <c:pt idx="5343">
                  <c:v>45167</c:v>
                </c:pt>
                <c:pt idx="5344">
                  <c:v>45168</c:v>
                </c:pt>
                <c:pt idx="5345">
                  <c:v>45169</c:v>
                </c:pt>
                <c:pt idx="5346">
                  <c:v>45170</c:v>
                </c:pt>
                <c:pt idx="5347">
                  <c:v>45173</c:v>
                </c:pt>
                <c:pt idx="5348">
                  <c:v>45174</c:v>
                </c:pt>
                <c:pt idx="5349">
                  <c:v>45175</c:v>
                </c:pt>
                <c:pt idx="5350">
                  <c:v>45177</c:v>
                </c:pt>
                <c:pt idx="5351">
                  <c:v>45180</c:v>
                </c:pt>
                <c:pt idx="5352">
                  <c:v>45181</c:v>
                </c:pt>
                <c:pt idx="5353">
                  <c:v>45182</c:v>
                </c:pt>
                <c:pt idx="5354">
                  <c:v>45183</c:v>
                </c:pt>
                <c:pt idx="5355">
                  <c:v>45184</c:v>
                </c:pt>
                <c:pt idx="5356">
                  <c:v>45187</c:v>
                </c:pt>
                <c:pt idx="5357">
                  <c:v>45188</c:v>
                </c:pt>
                <c:pt idx="5358">
                  <c:v>45189</c:v>
                </c:pt>
                <c:pt idx="5359">
                  <c:v>45190</c:v>
                </c:pt>
                <c:pt idx="5360">
                  <c:v>45191</c:v>
                </c:pt>
                <c:pt idx="5361">
                  <c:v>45194</c:v>
                </c:pt>
                <c:pt idx="5362">
                  <c:v>45195</c:v>
                </c:pt>
                <c:pt idx="5363">
                  <c:v>45196</c:v>
                </c:pt>
                <c:pt idx="5364">
                  <c:v>45197</c:v>
                </c:pt>
                <c:pt idx="5365">
                  <c:v>45198</c:v>
                </c:pt>
                <c:pt idx="5366">
                  <c:v>45201</c:v>
                </c:pt>
                <c:pt idx="5367">
                  <c:v>45202</c:v>
                </c:pt>
                <c:pt idx="5368">
                  <c:v>45203</c:v>
                </c:pt>
                <c:pt idx="5369">
                  <c:v>45204</c:v>
                </c:pt>
                <c:pt idx="5370">
                  <c:v>45205</c:v>
                </c:pt>
                <c:pt idx="5371">
                  <c:v>45208</c:v>
                </c:pt>
                <c:pt idx="5372">
                  <c:v>45209</c:v>
                </c:pt>
                <c:pt idx="5373">
                  <c:v>45210</c:v>
                </c:pt>
                <c:pt idx="5374">
                  <c:v>45212</c:v>
                </c:pt>
                <c:pt idx="5375">
                  <c:v>45215</c:v>
                </c:pt>
                <c:pt idx="5376">
                  <c:v>45216</c:v>
                </c:pt>
                <c:pt idx="5377">
                  <c:v>45217</c:v>
                </c:pt>
                <c:pt idx="5378">
                  <c:v>45218</c:v>
                </c:pt>
                <c:pt idx="5379">
                  <c:v>45219</c:v>
                </c:pt>
                <c:pt idx="5380">
                  <c:v>45222</c:v>
                </c:pt>
                <c:pt idx="5381">
                  <c:v>45223</c:v>
                </c:pt>
                <c:pt idx="5382">
                  <c:v>45224</c:v>
                </c:pt>
                <c:pt idx="5383">
                  <c:v>45225</c:v>
                </c:pt>
                <c:pt idx="5384">
                  <c:v>45226</c:v>
                </c:pt>
                <c:pt idx="5385">
                  <c:v>45229</c:v>
                </c:pt>
                <c:pt idx="5386">
                  <c:v>45230</c:v>
                </c:pt>
                <c:pt idx="5387">
                  <c:v>45231</c:v>
                </c:pt>
                <c:pt idx="5388">
                  <c:v>45233</c:v>
                </c:pt>
                <c:pt idx="5389">
                  <c:v>45236</c:v>
                </c:pt>
                <c:pt idx="5390">
                  <c:v>45237</c:v>
                </c:pt>
                <c:pt idx="5391">
                  <c:v>45238</c:v>
                </c:pt>
                <c:pt idx="5392">
                  <c:v>45239</c:v>
                </c:pt>
                <c:pt idx="5393">
                  <c:v>45240</c:v>
                </c:pt>
                <c:pt idx="5394">
                  <c:v>45243</c:v>
                </c:pt>
                <c:pt idx="5395">
                  <c:v>45244</c:v>
                </c:pt>
                <c:pt idx="5396">
                  <c:v>45246</c:v>
                </c:pt>
                <c:pt idx="5397">
                  <c:v>45247</c:v>
                </c:pt>
                <c:pt idx="5398">
                  <c:v>45250</c:v>
                </c:pt>
                <c:pt idx="5399">
                  <c:v>45251</c:v>
                </c:pt>
                <c:pt idx="5400">
                  <c:v>45252</c:v>
                </c:pt>
                <c:pt idx="5401">
                  <c:v>45253</c:v>
                </c:pt>
                <c:pt idx="5402">
                  <c:v>45254</c:v>
                </c:pt>
                <c:pt idx="5403">
                  <c:v>45257</c:v>
                </c:pt>
                <c:pt idx="5404">
                  <c:v>45258</c:v>
                </c:pt>
                <c:pt idx="5405">
                  <c:v>45259</c:v>
                </c:pt>
                <c:pt idx="5406">
                  <c:v>45260</c:v>
                </c:pt>
                <c:pt idx="5407">
                  <c:v>45261</c:v>
                </c:pt>
                <c:pt idx="5408">
                  <c:v>45264</c:v>
                </c:pt>
                <c:pt idx="5409">
                  <c:v>45265</c:v>
                </c:pt>
                <c:pt idx="5410">
                  <c:v>45266</c:v>
                </c:pt>
                <c:pt idx="5411">
                  <c:v>45267</c:v>
                </c:pt>
                <c:pt idx="5412">
                  <c:v>45268</c:v>
                </c:pt>
                <c:pt idx="5413">
                  <c:v>45271</c:v>
                </c:pt>
                <c:pt idx="5414">
                  <c:v>45272</c:v>
                </c:pt>
                <c:pt idx="5415">
                  <c:v>45273</c:v>
                </c:pt>
                <c:pt idx="5416">
                  <c:v>45274</c:v>
                </c:pt>
                <c:pt idx="5417">
                  <c:v>45275</c:v>
                </c:pt>
                <c:pt idx="5418">
                  <c:v>45278</c:v>
                </c:pt>
                <c:pt idx="5419">
                  <c:v>45279</c:v>
                </c:pt>
                <c:pt idx="5420">
                  <c:v>45280</c:v>
                </c:pt>
                <c:pt idx="5421">
                  <c:v>45281</c:v>
                </c:pt>
                <c:pt idx="5422">
                  <c:v>45282</c:v>
                </c:pt>
                <c:pt idx="5423">
                  <c:v>45286</c:v>
                </c:pt>
                <c:pt idx="5424">
                  <c:v>45287</c:v>
                </c:pt>
                <c:pt idx="5425">
                  <c:v>45288</c:v>
                </c:pt>
                <c:pt idx="5426">
                  <c:v>45293</c:v>
                </c:pt>
                <c:pt idx="5427">
                  <c:v>45294</c:v>
                </c:pt>
                <c:pt idx="5428">
                  <c:v>45295</c:v>
                </c:pt>
                <c:pt idx="5429">
                  <c:v>45296</c:v>
                </c:pt>
                <c:pt idx="5430">
                  <c:v>45299</c:v>
                </c:pt>
                <c:pt idx="5431">
                  <c:v>45300</c:v>
                </c:pt>
                <c:pt idx="5432">
                  <c:v>45301</c:v>
                </c:pt>
                <c:pt idx="5433">
                  <c:v>45302</c:v>
                </c:pt>
                <c:pt idx="5434">
                  <c:v>45303</c:v>
                </c:pt>
                <c:pt idx="5435">
                  <c:v>45306</c:v>
                </c:pt>
                <c:pt idx="5436">
                  <c:v>45307</c:v>
                </c:pt>
                <c:pt idx="5437">
                  <c:v>45308</c:v>
                </c:pt>
                <c:pt idx="5438">
                  <c:v>45309</c:v>
                </c:pt>
                <c:pt idx="5439">
                  <c:v>45310</c:v>
                </c:pt>
                <c:pt idx="5440">
                  <c:v>45313</c:v>
                </c:pt>
                <c:pt idx="5441">
                  <c:v>45314</c:v>
                </c:pt>
                <c:pt idx="5442">
                  <c:v>45315</c:v>
                </c:pt>
                <c:pt idx="5443">
                  <c:v>45316</c:v>
                </c:pt>
                <c:pt idx="5444">
                  <c:v>45317</c:v>
                </c:pt>
                <c:pt idx="5445">
                  <c:v>45320</c:v>
                </c:pt>
                <c:pt idx="5446">
                  <c:v>45321</c:v>
                </c:pt>
                <c:pt idx="5447">
                  <c:v>45322</c:v>
                </c:pt>
                <c:pt idx="5448">
                  <c:v>45323</c:v>
                </c:pt>
                <c:pt idx="5449">
                  <c:v>45324</c:v>
                </c:pt>
                <c:pt idx="5450">
                  <c:v>45327</c:v>
                </c:pt>
                <c:pt idx="5451">
                  <c:v>45328</c:v>
                </c:pt>
                <c:pt idx="5452">
                  <c:v>45329</c:v>
                </c:pt>
                <c:pt idx="5453">
                  <c:v>45330</c:v>
                </c:pt>
                <c:pt idx="5454">
                  <c:v>45331</c:v>
                </c:pt>
                <c:pt idx="5455">
                  <c:v>45336</c:v>
                </c:pt>
                <c:pt idx="5456">
                  <c:v>45337</c:v>
                </c:pt>
                <c:pt idx="5457">
                  <c:v>45338</c:v>
                </c:pt>
                <c:pt idx="5458">
                  <c:v>45341</c:v>
                </c:pt>
                <c:pt idx="5459">
                  <c:v>45342</c:v>
                </c:pt>
                <c:pt idx="5460">
                  <c:v>45343</c:v>
                </c:pt>
                <c:pt idx="5461">
                  <c:v>45344</c:v>
                </c:pt>
                <c:pt idx="5462">
                  <c:v>45345</c:v>
                </c:pt>
                <c:pt idx="5463">
                  <c:v>45348</c:v>
                </c:pt>
                <c:pt idx="5464">
                  <c:v>45349</c:v>
                </c:pt>
                <c:pt idx="5465">
                  <c:v>45350</c:v>
                </c:pt>
                <c:pt idx="5466">
                  <c:v>45351</c:v>
                </c:pt>
                <c:pt idx="5467">
                  <c:v>45352</c:v>
                </c:pt>
                <c:pt idx="5468">
                  <c:v>45355</c:v>
                </c:pt>
                <c:pt idx="5469">
                  <c:v>45356</c:v>
                </c:pt>
                <c:pt idx="5470">
                  <c:v>45357</c:v>
                </c:pt>
                <c:pt idx="5471">
                  <c:v>45358</c:v>
                </c:pt>
                <c:pt idx="5472">
                  <c:v>45359</c:v>
                </c:pt>
                <c:pt idx="5473">
                  <c:v>45362</c:v>
                </c:pt>
                <c:pt idx="5474">
                  <c:v>45363</c:v>
                </c:pt>
                <c:pt idx="5475">
                  <c:v>45364</c:v>
                </c:pt>
                <c:pt idx="5476">
                  <c:v>45365</c:v>
                </c:pt>
                <c:pt idx="5477">
                  <c:v>45366</c:v>
                </c:pt>
                <c:pt idx="5478">
                  <c:v>45369</c:v>
                </c:pt>
                <c:pt idx="5479">
                  <c:v>45370</c:v>
                </c:pt>
                <c:pt idx="5480">
                  <c:v>45371</c:v>
                </c:pt>
                <c:pt idx="5481">
                  <c:v>45372</c:v>
                </c:pt>
                <c:pt idx="5482">
                  <c:v>45373</c:v>
                </c:pt>
                <c:pt idx="5483">
                  <c:v>45376</c:v>
                </c:pt>
                <c:pt idx="5484">
                  <c:v>45377</c:v>
                </c:pt>
                <c:pt idx="5485">
                  <c:v>45378</c:v>
                </c:pt>
                <c:pt idx="5486">
                  <c:v>45379</c:v>
                </c:pt>
                <c:pt idx="5487">
                  <c:v>45383</c:v>
                </c:pt>
                <c:pt idx="5488">
                  <c:v>45384</c:v>
                </c:pt>
                <c:pt idx="5489">
                  <c:v>45385</c:v>
                </c:pt>
                <c:pt idx="5490">
                  <c:v>45386</c:v>
                </c:pt>
                <c:pt idx="5491">
                  <c:v>45387</c:v>
                </c:pt>
                <c:pt idx="5492">
                  <c:v>45390</c:v>
                </c:pt>
                <c:pt idx="5493">
                  <c:v>45391</c:v>
                </c:pt>
                <c:pt idx="5494">
                  <c:v>45392</c:v>
                </c:pt>
                <c:pt idx="5495">
                  <c:v>45393</c:v>
                </c:pt>
                <c:pt idx="5496">
                  <c:v>45394</c:v>
                </c:pt>
                <c:pt idx="5497">
                  <c:v>45397</c:v>
                </c:pt>
                <c:pt idx="5498">
                  <c:v>45398</c:v>
                </c:pt>
                <c:pt idx="5499">
                  <c:v>45399</c:v>
                </c:pt>
                <c:pt idx="5500">
                  <c:v>45400</c:v>
                </c:pt>
                <c:pt idx="5501">
                  <c:v>45401</c:v>
                </c:pt>
                <c:pt idx="5502">
                  <c:v>45404</c:v>
                </c:pt>
                <c:pt idx="5503">
                  <c:v>45405</c:v>
                </c:pt>
                <c:pt idx="5504">
                  <c:v>45406</c:v>
                </c:pt>
                <c:pt idx="5505">
                  <c:v>45407</c:v>
                </c:pt>
                <c:pt idx="5506">
                  <c:v>45408</c:v>
                </c:pt>
                <c:pt idx="5507">
                  <c:v>45411</c:v>
                </c:pt>
                <c:pt idx="5508">
                  <c:v>45412</c:v>
                </c:pt>
                <c:pt idx="5509">
                  <c:v>45414</c:v>
                </c:pt>
                <c:pt idx="5510">
                  <c:v>45415</c:v>
                </c:pt>
                <c:pt idx="5511">
                  <c:v>45418</c:v>
                </c:pt>
                <c:pt idx="5512">
                  <c:v>45419</c:v>
                </c:pt>
                <c:pt idx="5513">
                  <c:v>45420</c:v>
                </c:pt>
                <c:pt idx="5514">
                  <c:v>45421</c:v>
                </c:pt>
                <c:pt idx="5515">
                  <c:v>45422</c:v>
                </c:pt>
                <c:pt idx="5516">
                  <c:v>45425</c:v>
                </c:pt>
                <c:pt idx="5517">
                  <c:v>45426</c:v>
                </c:pt>
                <c:pt idx="5518">
                  <c:v>45427</c:v>
                </c:pt>
                <c:pt idx="5519">
                  <c:v>45428</c:v>
                </c:pt>
                <c:pt idx="5520">
                  <c:v>45429</c:v>
                </c:pt>
                <c:pt idx="5521">
                  <c:v>45432</c:v>
                </c:pt>
                <c:pt idx="5522">
                  <c:v>45433</c:v>
                </c:pt>
                <c:pt idx="5523">
                  <c:v>45434</c:v>
                </c:pt>
                <c:pt idx="5524">
                  <c:v>45435</c:v>
                </c:pt>
                <c:pt idx="5525">
                  <c:v>45436</c:v>
                </c:pt>
                <c:pt idx="5526">
                  <c:v>45439</c:v>
                </c:pt>
                <c:pt idx="5527">
                  <c:v>45440</c:v>
                </c:pt>
                <c:pt idx="5528">
                  <c:v>45441</c:v>
                </c:pt>
                <c:pt idx="5529">
                  <c:v>45443</c:v>
                </c:pt>
                <c:pt idx="5530">
                  <c:v>45446</c:v>
                </c:pt>
                <c:pt idx="5531">
                  <c:v>45447</c:v>
                </c:pt>
                <c:pt idx="5532">
                  <c:v>45448</c:v>
                </c:pt>
                <c:pt idx="5533">
                  <c:v>45449</c:v>
                </c:pt>
                <c:pt idx="5534">
                  <c:v>45450</c:v>
                </c:pt>
                <c:pt idx="5535">
                  <c:v>45453</c:v>
                </c:pt>
                <c:pt idx="5536">
                  <c:v>45454</c:v>
                </c:pt>
                <c:pt idx="5537">
                  <c:v>45455</c:v>
                </c:pt>
                <c:pt idx="5538">
                  <c:v>45456</c:v>
                </c:pt>
                <c:pt idx="5539">
                  <c:v>45457</c:v>
                </c:pt>
                <c:pt idx="5540">
                  <c:v>45460</c:v>
                </c:pt>
                <c:pt idx="5541">
                  <c:v>45461</c:v>
                </c:pt>
                <c:pt idx="5542">
                  <c:v>45462</c:v>
                </c:pt>
                <c:pt idx="5543">
                  <c:v>45463</c:v>
                </c:pt>
                <c:pt idx="5544">
                  <c:v>45464</c:v>
                </c:pt>
                <c:pt idx="5545">
                  <c:v>45467</c:v>
                </c:pt>
                <c:pt idx="5546">
                  <c:v>45468</c:v>
                </c:pt>
                <c:pt idx="5547">
                  <c:v>45469</c:v>
                </c:pt>
                <c:pt idx="5548">
                  <c:v>45470</c:v>
                </c:pt>
                <c:pt idx="5549">
                  <c:v>45471</c:v>
                </c:pt>
                <c:pt idx="5550">
                  <c:v>45474</c:v>
                </c:pt>
                <c:pt idx="5551">
                  <c:v>45475</c:v>
                </c:pt>
                <c:pt idx="5552">
                  <c:v>45476</c:v>
                </c:pt>
                <c:pt idx="5553">
                  <c:v>45477</c:v>
                </c:pt>
                <c:pt idx="5554">
                  <c:v>45478</c:v>
                </c:pt>
                <c:pt idx="5555">
                  <c:v>45481</c:v>
                </c:pt>
                <c:pt idx="5556">
                  <c:v>45482</c:v>
                </c:pt>
                <c:pt idx="5557">
                  <c:v>45483</c:v>
                </c:pt>
                <c:pt idx="5558">
                  <c:v>45484</c:v>
                </c:pt>
                <c:pt idx="5559">
                  <c:v>45485</c:v>
                </c:pt>
                <c:pt idx="5560">
                  <c:v>45488</c:v>
                </c:pt>
                <c:pt idx="5561">
                  <c:v>45489</c:v>
                </c:pt>
                <c:pt idx="5562">
                  <c:v>45490</c:v>
                </c:pt>
                <c:pt idx="5563">
                  <c:v>45491</c:v>
                </c:pt>
                <c:pt idx="5564">
                  <c:v>45492</c:v>
                </c:pt>
                <c:pt idx="5565">
                  <c:v>45495</c:v>
                </c:pt>
                <c:pt idx="5566">
                  <c:v>45496</c:v>
                </c:pt>
                <c:pt idx="5567">
                  <c:v>45497</c:v>
                </c:pt>
                <c:pt idx="5568">
                  <c:v>45498</c:v>
                </c:pt>
                <c:pt idx="5569">
                  <c:v>45499</c:v>
                </c:pt>
                <c:pt idx="5570">
                  <c:v>45502</c:v>
                </c:pt>
                <c:pt idx="5571">
                  <c:v>45503</c:v>
                </c:pt>
                <c:pt idx="5572">
                  <c:v>45504</c:v>
                </c:pt>
                <c:pt idx="5573">
                  <c:v>45505</c:v>
                </c:pt>
                <c:pt idx="5574">
                  <c:v>45506</c:v>
                </c:pt>
                <c:pt idx="5575">
                  <c:v>45509</c:v>
                </c:pt>
                <c:pt idx="5576">
                  <c:v>45510</c:v>
                </c:pt>
                <c:pt idx="5577">
                  <c:v>45511</c:v>
                </c:pt>
                <c:pt idx="5578">
                  <c:v>45512</c:v>
                </c:pt>
                <c:pt idx="5579">
                  <c:v>45513</c:v>
                </c:pt>
                <c:pt idx="5580">
                  <c:v>45516</c:v>
                </c:pt>
                <c:pt idx="5581">
                  <c:v>45517</c:v>
                </c:pt>
                <c:pt idx="5582">
                  <c:v>45518</c:v>
                </c:pt>
                <c:pt idx="5583">
                  <c:v>45519</c:v>
                </c:pt>
                <c:pt idx="5584">
                  <c:v>45520</c:v>
                </c:pt>
                <c:pt idx="5585">
                  <c:v>45523</c:v>
                </c:pt>
                <c:pt idx="5586">
                  <c:v>45524</c:v>
                </c:pt>
                <c:pt idx="5587">
                  <c:v>45525</c:v>
                </c:pt>
                <c:pt idx="5588">
                  <c:v>45526</c:v>
                </c:pt>
                <c:pt idx="5589">
                  <c:v>45527</c:v>
                </c:pt>
                <c:pt idx="5590">
                  <c:v>45530</c:v>
                </c:pt>
                <c:pt idx="5591">
                  <c:v>45531</c:v>
                </c:pt>
                <c:pt idx="5592">
                  <c:v>45532</c:v>
                </c:pt>
                <c:pt idx="5593">
                  <c:v>45533</c:v>
                </c:pt>
                <c:pt idx="5594">
                  <c:v>45534</c:v>
                </c:pt>
                <c:pt idx="5595">
                  <c:v>45537</c:v>
                </c:pt>
                <c:pt idx="5596">
                  <c:v>45538</c:v>
                </c:pt>
                <c:pt idx="5597">
                  <c:v>45539</c:v>
                </c:pt>
                <c:pt idx="5598">
                  <c:v>45540</c:v>
                </c:pt>
                <c:pt idx="5599">
                  <c:v>45541</c:v>
                </c:pt>
                <c:pt idx="5600">
                  <c:v>45544</c:v>
                </c:pt>
                <c:pt idx="5601">
                  <c:v>45545</c:v>
                </c:pt>
                <c:pt idx="5602">
                  <c:v>45546</c:v>
                </c:pt>
                <c:pt idx="5603">
                  <c:v>45547</c:v>
                </c:pt>
                <c:pt idx="5604">
                  <c:v>45548</c:v>
                </c:pt>
                <c:pt idx="5605">
                  <c:v>45551</c:v>
                </c:pt>
                <c:pt idx="5606">
                  <c:v>45552</c:v>
                </c:pt>
                <c:pt idx="5607">
                  <c:v>45553</c:v>
                </c:pt>
                <c:pt idx="5608">
                  <c:v>45554</c:v>
                </c:pt>
                <c:pt idx="5609">
                  <c:v>45555</c:v>
                </c:pt>
                <c:pt idx="5610">
                  <c:v>45558</c:v>
                </c:pt>
                <c:pt idx="5611">
                  <c:v>45559</c:v>
                </c:pt>
                <c:pt idx="5612">
                  <c:v>45560</c:v>
                </c:pt>
                <c:pt idx="5613">
                  <c:v>45561</c:v>
                </c:pt>
                <c:pt idx="5614">
                  <c:v>45562</c:v>
                </c:pt>
                <c:pt idx="5615">
                  <c:v>45565</c:v>
                </c:pt>
                <c:pt idx="5616">
                  <c:v>45566</c:v>
                </c:pt>
                <c:pt idx="5617">
                  <c:v>45567</c:v>
                </c:pt>
                <c:pt idx="5618">
                  <c:v>45568</c:v>
                </c:pt>
                <c:pt idx="5619">
                  <c:v>45569</c:v>
                </c:pt>
                <c:pt idx="5620">
                  <c:v>45572</c:v>
                </c:pt>
                <c:pt idx="5621">
                  <c:v>45573</c:v>
                </c:pt>
                <c:pt idx="5622">
                  <c:v>45574</c:v>
                </c:pt>
                <c:pt idx="5623">
                  <c:v>45575</c:v>
                </c:pt>
                <c:pt idx="5624">
                  <c:v>45576</c:v>
                </c:pt>
                <c:pt idx="5625">
                  <c:v>45579</c:v>
                </c:pt>
                <c:pt idx="5626">
                  <c:v>45580</c:v>
                </c:pt>
                <c:pt idx="5627">
                  <c:v>45581</c:v>
                </c:pt>
                <c:pt idx="5628">
                  <c:v>45582</c:v>
                </c:pt>
                <c:pt idx="5629">
                  <c:v>45583</c:v>
                </c:pt>
                <c:pt idx="5630">
                  <c:v>45586</c:v>
                </c:pt>
                <c:pt idx="5631">
                  <c:v>45587</c:v>
                </c:pt>
                <c:pt idx="5632">
                  <c:v>45588</c:v>
                </c:pt>
                <c:pt idx="5633">
                  <c:v>45589</c:v>
                </c:pt>
                <c:pt idx="5634">
                  <c:v>45590</c:v>
                </c:pt>
                <c:pt idx="5635">
                  <c:v>45593</c:v>
                </c:pt>
                <c:pt idx="5636">
                  <c:v>45594</c:v>
                </c:pt>
                <c:pt idx="5637">
                  <c:v>45595</c:v>
                </c:pt>
                <c:pt idx="5638">
                  <c:v>45596</c:v>
                </c:pt>
                <c:pt idx="5639">
                  <c:v>45597</c:v>
                </c:pt>
                <c:pt idx="5640">
                  <c:v>45600</c:v>
                </c:pt>
                <c:pt idx="5641">
                  <c:v>45601</c:v>
                </c:pt>
                <c:pt idx="5642">
                  <c:v>45602</c:v>
                </c:pt>
                <c:pt idx="5643">
                  <c:v>45603</c:v>
                </c:pt>
                <c:pt idx="5644">
                  <c:v>45604</c:v>
                </c:pt>
                <c:pt idx="5645">
                  <c:v>45607</c:v>
                </c:pt>
                <c:pt idx="5646">
                  <c:v>45608</c:v>
                </c:pt>
                <c:pt idx="5647">
                  <c:v>45609</c:v>
                </c:pt>
                <c:pt idx="5648">
                  <c:v>45610</c:v>
                </c:pt>
                <c:pt idx="5649">
                  <c:v>45614</c:v>
                </c:pt>
                <c:pt idx="5650">
                  <c:v>45615</c:v>
                </c:pt>
                <c:pt idx="5651">
                  <c:v>45617</c:v>
                </c:pt>
                <c:pt idx="5652">
                  <c:v>45618</c:v>
                </c:pt>
                <c:pt idx="5653">
                  <c:v>45621</c:v>
                </c:pt>
                <c:pt idx="5654">
                  <c:v>45622</c:v>
                </c:pt>
                <c:pt idx="5655">
                  <c:v>45623</c:v>
                </c:pt>
                <c:pt idx="5656">
                  <c:v>45624</c:v>
                </c:pt>
                <c:pt idx="5657">
                  <c:v>45625</c:v>
                </c:pt>
                <c:pt idx="5658">
                  <c:v>45628</c:v>
                </c:pt>
                <c:pt idx="5659">
                  <c:v>45629</c:v>
                </c:pt>
                <c:pt idx="5660">
                  <c:v>45630</c:v>
                </c:pt>
                <c:pt idx="5661">
                  <c:v>45631</c:v>
                </c:pt>
                <c:pt idx="5662">
                  <c:v>45632</c:v>
                </c:pt>
                <c:pt idx="5663">
                  <c:v>45635</c:v>
                </c:pt>
                <c:pt idx="5664">
                  <c:v>45636</c:v>
                </c:pt>
                <c:pt idx="5665">
                  <c:v>45637</c:v>
                </c:pt>
                <c:pt idx="5666">
                  <c:v>45638</c:v>
                </c:pt>
                <c:pt idx="5667">
                  <c:v>45639</c:v>
                </c:pt>
                <c:pt idx="5668">
                  <c:v>45642</c:v>
                </c:pt>
                <c:pt idx="5669">
                  <c:v>45643</c:v>
                </c:pt>
                <c:pt idx="5670">
                  <c:v>45644</c:v>
                </c:pt>
                <c:pt idx="5671">
                  <c:v>45645</c:v>
                </c:pt>
                <c:pt idx="5672">
                  <c:v>45646</c:v>
                </c:pt>
                <c:pt idx="5673">
                  <c:v>45649</c:v>
                </c:pt>
                <c:pt idx="5674">
                  <c:v>45652</c:v>
                </c:pt>
                <c:pt idx="5675">
                  <c:v>45653</c:v>
                </c:pt>
                <c:pt idx="5676">
                  <c:v>45656</c:v>
                </c:pt>
                <c:pt idx="5677">
                  <c:v>45659</c:v>
                </c:pt>
                <c:pt idx="5678">
                  <c:v>45660</c:v>
                </c:pt>
                <c:pt idx="5679">
                  <c:v>45663</c:v>
                </c:pt>
                <c:pt idx="5680">
                  <c:v>45664</c:v>
                </c:pt>
                <c:pt idx="5681">
                  <c:v>45665</c:v>
                </c:pt>
                <c:pt idx="5682">
                  <c:v>45666</c:v>
                </c:pt>
                <c:pt idx="5683">
                  <c:v>45667</c:v>
                </c:pt>
                <c:pt idx="5684">
                  <c:v>45670</c:v>
                </c:pt>
                <c:pt idx="5685">
                  <c:v>45671</c:v>
                </c:pt>
                <c:pt idx="5686">
                  <c:v>45672</c:v>
                </c:pt>
                <c:pt idx="5687">
                  <c:v>45673</c:v>
                </c:pt>
                <c:pt idx="5688">
                  <c:v>45674</c:v>
                </c:pt>
                <c:pt idx="5689">
                  <c:v>45677</c:v>
                </c:pt>
                <c:pt idx="5690">
                  <c:v>45678</c:v>
                </c:pt>
                <c:pt idx="5691">
                  <c:v>45679</c:v>
                </c:pt>
                <c:pt idx="5692">
                  <c:v>45680</c:v>
                </c:pt>
                <c:pt idx="5693">
                  <c:v>45681</c:v>
                </c:pt>
                <c:pt idx="5694">
                  <c:v>45684</c:v>
                </c:pt>
                <c:pt idx="5695">
                  <c:v>45685</c:v>
                </c:pt>
                <c:pt idx="5696">
                  <c:v>45686</c:v>
                </c:pt>
                <c:pt idx="5697">
                  <c:v>45687</c:v>
                </c:pt>
                <c:pt idx="5698">
                  <c:v>45688</c:v>
                </c:pt>
                <c:pt idx="5699">
                  <c:v>45691</c:v>
                </c:pt>
                <c:pt idx="5700">
                  <c:v>45692</c:v>
                </c:pt>
                <c:pt idx="5701">
                  <c:v>45693</c:v>
                </c:pt>
                <c:pt idx="5702">
                  <c:v>45694</c:v>
                </c:pt>
                <c:pt idx="5703">
                  <c:v>45695</c:v>
                </c:pt>
                <c:pt idx="5704">
                  <c:v>45698</c:v>
                </c:pt>
                <c:pt idx="5705">
                  <c:v>45699</c:v>
                </c:pt>
                <c:pt idx="5706">
                  <c:v>45700</c:v>
                </c:pt>
                <c:pt idx="5707">
                  <c:v>45701</c:v>
                </c:pt>
                <c:pt idx="5708">
                  <c:v>45702</c:v>
                </c:pt>
                <c:pt idx="5709">
                  <c:v>45705</c:v>
                </c:pt>
                <c:pt idx="5710">
                  <c:v>45706</c:v>
                </c:pt>
                <c:pt idx="5711">
                  <c:v>45707</c:v>
                </c:pt>
                <c:pt idx="5712">
                  <c:v>45708</c:v>
                </c:pt>
                <c:pt idx="5713">
                  <c:v>45709</c:v>
                </c:pt>
                <c:pt idx="5714">
                  <c:v>45712</c:v>
                </c:pt>
                <c:pt idx="5715">
                  <c:v>45713</c:v>
                </c:pt>
                <c:pt idx="5716">
                  <c:v>45714</c:v>
                </c:pt>
                <c:pt idx="5717">
                  <c:v>45715</c:v>
                </c:pt>
                <c:pt idx="5718">
                  <c:v>45716</c:v>
                </c:pt>
                <c:pt idx="5719">
                  <c:v>45721</c:v>
                </c:pt>
                <c:pt idx="5720">
                  <c:v>45722</c:v>
                </c:pt>
                <c:pt idx="5721">
                  <c:v>45723</c:v>
                </c:pt>
                <c:pt idx="5722">
                  <c:v>45726</c:v>
                </c:pt>
                <c:pt idx="5723">
                  <c:v>45727</c:v>
                </c:pt>
                <c:pt idx="5724">
                  <c:v>45728</c:v>
                </c:pt>
                <c:pt idx="5725">
                  <c:v>45729</c:v>
                </c:pt>
                <c:pt idx="5726">
                  <c:v>45730</c:v>
                </c:pt>
                <c:pt idx="5727">
                  <c:v>45733</c:v>
                </c:pt>
                <c:pt idx="5728">
                  <c:v>45734</c:v>
                </c:pt>
                <c:pt idx="5729">
                  <c:v>45735</c:v>
                </c:pt>
                <c:pt idx="5730">
                  <c:v>45736</c:v>
                </c:pt>
                <c:pt idx="5731">
                  <c:v>45737</c:v>
                </c:pt>
                <c:pt idx="5732">
                  <c:v>45740</c:v>
                </c:pt>
                <c:pt idx="5733">
                  <c:v>45741</c:v>
                </c:pt>
                <c:pt idx="5734">
                  <c:v>45742</c:v>
                </c:pt>
                <c:pt idx="5735">
                  <c:v>45743</c:v>
                </c:pt>
                <c:pt idx="5736">
                  <c:v>45744</c:v>
                </c:pt>
                <c:pt idx="5737">
                  <c:v>45747</c:v>
                </c:pt>
                <c:pt idx="5738">
                  <c:v>45748</c:v>
                </c:pt>
                <c:pt idx="5739">
                  <c:v>45749</c:v>
                </c:pt>
                <c:pt idx="5740">
                  <c:v>45750</c:v>
                </c:pt>
                <c:pt idx="5741">
                  <c:v>45751</c:v>
                </c:pt>
                <c:pt idx="5742">
                  <c:v>45754</c:v>
                </c:pt>
                <c:pt idx="5743">
                  <c:v>45755</c:v>
                </c:pt>
                <c:pt idx="5744">
                  <c:v>45756</c:v>
                </c:pt>
                <c:pt idx="5745">
                  <c:v>45757</c:v>
                </c:pt>
                <c:pt idx="5746">
                  <c:v>45758</c:v>
                </c:pt>
                <c:pt idx="5747">
                  <c:v>45761</c:v>
                </c:pt>
                <c:pt idx="5748">
                  <c:v>45762</c:v>
                </c:pt>
                <c:pt idx="5749">
                  <c:v>45763</c:v>
                </c:pt>
                <c:pt idx="5750">
                  <c:v>45764</c:v>
                </c:pt>
                <c:pt idx="5751">
                  <c:v>45769</c:v>
                </c:pt>
                <c:pt idx="5752">
                  <c:v>45770</c:v>
                </c:pt>
                <c:pt idx="5753">
                  <c:v>45771</c:v>
                </c:pt>
                <c:pt idx="5754">
                  <c:v>45772</c:v>
                </c:pt>
                <c:pt idx="5755">
                  <c:v>45775</c:v>
                </c:pt>
                <c:pt idx="5756">
                  <c:v>45776</c:v>
                </c:pt>
                <c:pt idx="5757">
                  <c:v>45777</c:v>
                </c:pt>
                <c:pt idx="5758">
                  <c:v>45779</c:v>
                </c:pt>
                <c:pt idx="5759">
                  <c:v>45782</c:v>
                </c:pt>
                <c:pt idx="5760">
                  <c:v>45783</c:v>
                </c:pt>
                <c:pt idx="5761">
                  <c:v>45784</c:v>
                </c:pt>
                <c:pt idx="5762">
                  <c:v>45785</c:v>
                </c:pt>
                <c:pt idx="5763">
                  <c:v>45786</c:v>
                </c:pt>
                <c:pt idx="5764">
                  <c:v>45789</c:v>
                </c:pt>
                <c:pt idx="5765">
                  <c:v>45790</c:v>
                </c:pt>
                <c:pt idx="5766">
                  <c:v>45791</c:v>
                </c:pt>
                <c:pt idx="5767">
                  <c:v>45792</c:v>
                </c:pt>
                <c:pt idx="5768">
                  <c:v>45793</c:v>
                </c:pt>
                <c:pt idx="5769">
                  <c:v>45796</c:v>
                </c:pt>
                <c:pt idx="5770">
                  <c:v>45797</c:v>
                </c:pt>
                <c:pt idx="5771">
                  <c:v>45798</c:v>
                </c:pt>
                <c:pt idx="5772">
                  <c:v>45799</c:v>
                </c:pt>
                <c:pt idx="5773">
                  <c:v>45800</c:v>
                </c:pt>
                <c:pt idx="5774">
                  <c:v>45803</c:v>
                </c:pt>
                <c:pt idx="5775">
                  <c:v>45804</c:v>
                </c:pt>
                <c:pt idx="5776">
                  <c:v>45805</c:v>
                </c:pt>
                <c:pt idx="5777">
                  <c:v>45806</c:v>
                </c:pt>
                <c:pt idx="5778">
                  <c:v>45807</c:v>
                </c:pt>
                <c:pt idx="5779">
                  <c:v>45810</c:v>
                </c:pt>
                <c:pt idx="5780">
                  <c:v>45811</c:v>
                </c:pt>
                <c:pt idx="5781">
                  <c:v>45812</c:v>
                </c:pt>
                <c:pt idx="5782">
                  <c:v>45813</c:v>
                </c:pt>
                <c:pt idx="5783">
                  <c:v>45814</c:v>
                </c:pt>
                <c:pt idx="5784">
                  <c:v>45817</c:v>
                </c:pt>
                <c:pt idx="5785">
                  <c:v>45818</c:v>
                </c:pt>
                <c:pt idx="5786">
                  <c:v>45819</c:v>
                </c:pt>
                <c:pt idx="5787">
                  <c:v>45820</c:v>
                </c:pt>
                <c:pt idx="5788">
                  <c:v>45821</c:v>
                </c:pt>
                <c:pt idx="5789">
                  <c:v>45824</c:v>
                </c:pt>
                <c:pt idx="5790">
                  <c:v>45825</c:v>
                </c:pt>
                <c:pt idx="5791">
                  <c:v>45826</c:v>
                </c:pt>
                <c:pt idx="5792">
                  <c:v>45828</c:v>
                </c:pt>
                <c:pt idx="5793">
                  <c:v>45831</c:v>
                </c:pt>
                <c:pt idx="5794">
                  <c:v>45832</c:v>
                </c:pt>
                <c:pt idx="5795">
                  <c:v>45833</c:v>
                </c:pt>
                <c:pt idx="5796">
                  <c:v>45834</c:v>
                </c:pt>
                <c:pt idx="5797">
                  <c:v>45835</c:v>
                </c:pt>
                <c:pt idx="5798">
                  <c:v>45838</c:v>
                </c:pt>
                <c:pt idx="5799">
                  <c:v>45839</c:v>
                </c:pt>
                <c:pt idx="5800">
                  <c:v>45840</c:v>
                </c:pt>
                <c:pt idx="5801">
                  <c:v>45841</c:v>
                </c:pt>
                <c:pt idx="5802">
                  <c:v>45842</c:v>
                </c:pt>
                <c:pt idx="5803">
                  <c:v>45845</c:v>
                </c:pt>
                <c:pt idx="5804">
                  <c:v>45846</c:v>
                </c:pt>
                <c:pt idx="5805">
                  <c:v>45847</c:v>
                </c:pt>
                <c:pt idx="5806">
                  <c:v>45848</c:v>
                </c:pt>
                <c:pt idx="5807">
                  <c:v>45849</c:v>
                </c:pt>
                <c:pt idx="5808">
                  <c:v>45852</c:v>
                </c:pt>
                <c:pt idx="5809">
                  <c:v>45853</c:v>
                </c:pt>
                <c:pt idx="5810">
                  <c:v>45854</c:v>
                </c:pt>
                <c:pt idx="5811">
                  <c:v>45855</c:v>
                </c:pt>
                <c:pt idx="5812">
                  <c:v>45856</c:v>
                </c:pt>
                <c:pt idx="5813">
                  <c:v>45859</c:v>
                </c:pt>
                <c:pt idx="5814">
                  <c:v>45860</c:v>
                </c:pt>
                <c:pt idx="5815">
                  <c:v>45861</c:v>
                </c:pt>
                <c:pt idx="5816">
                  <c:v>45862</c:v>
                </c:pt>
                <c:pt idx="5817">
                  <c:v>45863</c:v>
                </c:pt>
                <c:pt idx="5818">
                  <c:v>45866</c:v>
                </c:pt>
                <c:pt idx="5819">
                  <c:v>45867</c:v>
                </c:pt>
                <c:pt idx="5820">
                  <c:v>45868</c:v>
                </c:pt>
                <c:pt idx="5821">
                  <c:v>45869</c:v>
                </c:pt>
                <c:pt idx="5822">
                  <c:v>45870</c:v>
                </c:pt>
                <c:pt idx="5823">
                  <c:v>45873</c:v>
                </c:pt>
                <c:pt idx="5824">
                  <c:v>45874</c:v>
                </c:pt>
                <c:pt idx="5825">
                  <c:v>45875</c:v>
                </c:pt>
                <c:pt idx="5826">
                  <c:v>45876</c:v>
                </c:pt>
                <c:pt idx="5827">
                  <c:v>45877</c:v>
                </c:pt>
                <c:pt idx="5828">
                  <c:v>45880</c:v>
                </c:pt>
                <c:pt idx="5829">
                  <c:v>45881</c:v>
                </c:pt>
                <c:pt idx="5830">
                  <c:v>45882</c:v>
                </c:pt>
                <c:pt idx="5831">
                  <c:v>45883</c:v>
                </c:pt>
                <c:pt idx="5832">
                  <c:v>45884</c:v>
                </c:pt>
                <c:pt idx="5833">
                  <c:v>45887</c:v>
                </c:pt>
                <c:pt idx="5834">
                  <c:v>45888</c:v>
                </c:pt>
                <c:pt idx="5835">
                  <c:v>45889</c:v>
                </c:pt>
                <c:pt idx="5836">
                  <c:v>45890</c:v>
                </c:pt>
                <c:pt idx="5837">
                  <c:v>45891</c:v>
                </c:pt>
                <c:pt idx="5838">
                  <c:v>45894</c:v>
                </c:pt>
                <c:pt idx="5839">
                  <c:v>45895</c:v>
                </c:pt>
                <c:pt idx="5840">
                  <c:v>45896</c:v>
                </c:pt>
                <c:pt idx="5841">
                  <c:v>45897</c:v>
                </c:pt>
                <c:pt idx="5842">
                  <c:v>45898</c:v>
                </c:pt>
                <c:pt idx="5843">
                  <c:v>45901</c:v>
                </c:pt>
                <c:pt idx="5844">
                  <c:v>45902</c:v>
                </c:pt>
                <c:pt idx="5845">
                  <c:v>45903</c:v>
                </c:pt>
                <c:pt idx="5846">
                  <c:v>45904</c:v>
                </c:pt>
                <c:pt idx="5847">
                  <c:v>45905</c:v>
                </c:pt>
                <c:pt idx="5848">
                  <c:v>45908</c:v>
                </c:pt>
                <c:pt idx="5849">
                  <c:v>45909</c:v>
                </c:pt>
                <c:pt idx="5850">
                  <c:v>45910</c:v>
                </c:pt>
                <c:pt idx="5851">
                  <c:v>45911</c:v>
                </c:pt>
                <c:pt idx="5852">
                  <c:v>45912</c:v>
                </c:pt>
                <c:pt idx="5853">
                  <c:v>45915</c:v>
                </c:pt>
                <c:pt idx="5854">
                  <c:v>45916</c:v>
                </c:pt>
                <c:pt idx="5855">
                  <c:v>45917</c:v>
                </c:pt>
                <c:pt idx="5856">
                  <c:v>45918</c:v>
                </c:pt>
                <c:pt idx="5857">
                  <c:v>45919</c:v>
                </c:pt>
                <c:pt idx="5858">
                  <c:v>45922</c:v>
                </c:pt>
                <c:pt idx="5859">
                  <c:v>45923</c:v>
                </c:pt>
                <c:pt idx="5860">
                  <c:v>45924</c:v>
                </c:pt>
                <c:pt idx="5861">
                  <c:v>45925</c:v>
                </c:pt>
                <c:pt idx="5862">
                  <c:v>45926</c:v>
                </c:pt>
                <c:pt idx="5863">
                  <c:v>45929</c:v>
                </c:pt>
                <c:pt idx="5864">
                  <c:v>45930</c:v>
                </c:pt>
                <c:pt idx="5865">
                  <c:v>45931</c:v>
                </c:pt>
                <c:pt idx="5866">
                  <c:v>45932</c:v>
                </c:pt>
                <c:pt idx="5867">
                  <c:v>45933</c:v>
                </c:pt>
                <c:pt idx="5868">
                  <c:v>45936</c:v>
                </c:pt>
                <c:pt idx="5869">
                  <c:v>45937</c:v>
                </c:pt>
                <c:pt idx="5870">
                  <c:v>45938</c:v>
                </c:pt>
                <c:pt idx="5871">
                  <c:v>45939</c:v>
                </c:pt>
                <c:pt idx="5872">
                  <c:v>45940</c:v>
                </c:pt>
                <c:pt idx="5873">
                  <c:v>45943</c:v>
                </c:pt>
                <c:pt idx="5874">
                  <c:v>45944</c:v>
                </c:pt>
                <c:pt idx="5875">
                  <c:v>45945</c:v>
                </c:pt>
                <c:pt idx="5876">
                  <c:v>45946</c:v>
                </c:pt>
                <c:pt idx="5877">
                  <c:v>45947</c:v>
                </c:pt>
                <c:pt idx="5878">
                  <c:v>45950</c:v>
                </c:pt>
                <c:pt idx="5879">
                  <c:v>45951</c:v>
                </c:pt>
                <c:pt idx="5880">
                  <c:v>45952</c:v>
                </c:pt>
                <c:pt idx="5881">
                  <c:v>45953</c:v>
                </c:pt>
                <c:pt idx="5882">
                  <c:v>45954</c:v>
                </c:pt>
                <c:pt idx="5883">
                  <c:v>45957</c:v>
                </c:pt>
                <c:pt idx="5884">
                  <c:v>45958</c:v>
                </c:pt>
                <c:pt idx="5885">
                  <c:v>45959</c:v>
                </c:pt>
                <c:pt idx="5886">
                  <c:v>45960</c:v>
                </c:pt>
                <c:pt idx="5887">
                  <c:v>45961</c:v>
                </c:pt>
                <c:pt idx="5888">
                  <c:v>45964</c:v>
                </c:pt>
                <c:pt idx="5889">
                  <c:v>45965</c:v>
                </c:pt>
                <c:pt idx="5890">
                  <c:v>45966</c:v>
                </c:pt>
                <c:pt idx="5891">
                  <c:v>45967</c:v>
                </c:pt>
                <c:pt idx="5892">
                  <c:v>45968</c:v>
                </c:pt>
                <c:pt idx="5893">
                  <c:v>45971</c:v>
                </c:pt>
                <c:pt idx="5894">
                  <c:v>45972</c:v>
                </c:pt>
                <c:pt idx="5895">
                  <c:v>45973</c:v>
                </c:pt>
                <c:pt idx="5896">
                  <c:v>45974</c:v>
                </c:pt>
                <c:pt idx="5897">
                  <c:v>45975</c:v>
                </c:pt>
                <c:pt idx="5898">
                  <c:v>45978</c:v>
                </c:pt>
                <c:pt idx="5899">
                  <c:v>45979</c:v>
                </c:pt>
                <c:pt idx="5900">
                  <c:v>45980</c:v>
                </c:pt>
                <c:pt idx="5901">
                  <c:v>45982</c:v>
                </c:pt>
                <c:pt idx="5902">
                  <c:v>45985</c:v>
                </c:pt>
                <c:pt idx="5903">
                  <c:v>45986</c:v>
                </c:pt>
                <c:pt idx="5904">
                  <c:v>45987</c:v>
                </c:pt>
                <c:pt idx="5905">
                  <c:v>45988</c:v>
                </c:pt>
                <c:pt idx="5906">
                  <c:v>45989</c:v>
                </c:pt>
                <c:pt idx="5907">
                  <c:v>45992</c:v>
                </c:pt>
                <c:pt idx="5908">
                  <c:v>45993</c:v>
                </c:pt>
                <c:pt idx="5909">
                  <c:v>45994</c:v>
                </c:pt>
                <c:pt idx="5910">
                  <c:v>45995</c:v>
                </c:pt>
                <c:pt idx="5911">
                  <c:v>45996</c:v>
                </c:pt>
                <c:pt idx="5912">
                  <c:v>45999</c:v>
                </c:pt>
                <c:pt idx="5913">
                  <c:v>46000</c:v>
                </c:pt>
                <c:pt idx="5914">
                  <c:v>46001</c:v>
                </c:pt>
                <c:pt idx="5915">
                  <c:v>46002</c:v>
                </c:pt>
                <c:pt idx="5916">
                  <c:v>46003</c:v>
                </c:pt>
                <c:pt idx="5917">
                  <c:v>46006</c:v>
                </c:pt>
                <c:pt idx="5918">
                  <c:v>46007</c:v>
                </c:pt>
                <c:pt idx="5919">
                  <c:v>46008</c:v>
                </c:pt>
                <c:pt idx="5920">
                  <c:v>46009</c:v>
                </c:pt>
                <c:pt idx="5921">
                  <c:v>46010</c:v>
                </c:pt>
                <c:pt idx="5922">
                  <c:v>46013</c:v>
                </c:pt>
                <c:pt idx="5923">
                  <c:v>46014</c:v>
                </c:pt>
                <c:pt idx="5924">
                  <c:v>46017</c:v>
                </c:pt>
                <c:pt idx="5925">
                  <c:v>46020</c:v>
                </c:pt>
                <c:pt idx="5926">
                  <c:v>46021</c:v>
                </c:pt>
                <c:pt idx="5927">
                  <c:v>46024</c:v>
                </c:pt>
                <c:pt idx="5928">
                  <c:v>46027</c:v>
                </c:pt>
                <c:pt idx="5929">
                  <c:v>46028</c:v>
                </c:pt>
                <c:pt idx="5930">
                  <c:v>46029</c:v>
                </c:pt>
                <c:pt idx="5931">
                  <c:v>46030</c:v>
                </c:pt>
                <c:pt idx="5932">
                  <c:v>46031</c:v>
                </c:pt>
                <c:pt idx="5933">
                  <c:v>46034</c:v>
                </c:pt>
                <c:pt idx="5934">
                  <c:v>46035</c:v>
                </c:pt>
                <c:pt idx="5935">
                  <c:v>46036</c:v>
                </c:pt>
                <c:pt idx="5936">
                  <c:v>46037</c:v>
                </c:pt>
                <c:pt idx="5937">
                  <c:v>46038</c:v>
                </c:pt>
                <c:pt idx="5938">
                  <c:v>46041</c:v>
                </c:pt>
                <c:pt idx="5939">
                  <c:v>46042</c:v>
                </c:pt>
                <c:pt idx="5940">
                  <c:v>46043</c:v>
                </c:pt>
                <c:pt idx="5941">
                  <c:v>46044</c:v>
                </c:pt>
                <c:pt idx="5942">
                  <c:v>46045</c:v>
                </c:pt>
                <c:pt idx="5943">
                  <c:v>46048</c:v>
                </c:pt>
                <c:pt idx="5944">
                  <c:v>46049</c:v>
                </c:pt>
                <c:pt idx="5945">
                  <c:v>46050</c:v>
                </c:pt>
                <c:pt idx="5946">
                  <c:v>46051</c:v>
                </c:pt>
                <c:pt idx="5947">
                  <c:v>46052</c:v>
                </c:pt>
                <c:pt idx="5948">
                  <c:v>46055</c:v>
                </c:pt>
                <c:pt idx="5949">
                  <c:v>46056</c:v>
                </c:pt>
                <c:pt idx="5950">
                  <c:v>46057</c:v>
                </c:pt>
                <c:pt idx="5951">
                  <c:v>46058</c:v>
                </c:pt>
                <c:pt idx="5952">
                  <c:v>46059</c:v>
                </c:pt>
                <c:pt idx="5953">
                  <c:v>46062</c:v>
                </c:pt>
                <c:pt idx="5954">
                  <c:v>46063</c:v>
                </c:pt>
                <c:pt idx="5955">
                  <c:v>46064</c:v>
                </c:pt>
                <c:pt idx="5956">
                  <c:v>46065</c:v>
                </c:pt>
                <c:pt idx="5957">
                  <c:v>46066</c:v>
                </c:pt>
                <c:pt idx="5958">
                  <c:v>46071</c:v>
                </c:pt>
                <c:pt idx="5959">
                  <c:v>46072</c:v>
                </c:pt>
                <c:pt idx="5960">
                  <c:v>46073</c:v>
                </c:pt>
                <c:pt idx="5961">
                  <c:v>46076</c:v>
                </c:pt>
                <c:pt idx="5962">
                  <c:v>46077</c:v>
                </c:pt>
                <c:pt idx="5963">
                  <c:v>46078</c:v>
                </c:pt>
                <c:pt idx="5964">
                  <c:v>46079</c:v>
                </c:pt>
                <c:pt idx="5965">
                  <c:v>46080</c:v>
                </c:pt>
                <c:pt idx="5966">
                  <c:v>46083</c:v>
                </c:pt>
                <c:pt idx="5967">
                  <c:v>46084</c:v>
                </c:pt>
                <c:pt idx="5968">
                  <c:v>46085</c:v>
                </c:pt>
                <c:pt idx="5969">
                  <c:v>46086</c:v>
                </c:pt>
                <c:pt idx="5970">
                  <c:v>46087</c:v>
                </c:pt>
                <c:pt idx="5971">
                  <c:v>46090</c:v>
                </c:pt>
                <c:pt idx="5972">
                  <c:v>46091</c:v>
                </c:pt>
                <c:pt idx="5973">
                  <c:v>46092</c:v>
                </c:pt>
                <c:pt idx="5974">
                  <c:v>46093</c:v>
                </c:pt>
                <c:pt idx="5975">
                  <c:v>46094</c:v>
                </c:pt>
                <c:pt idx="5976">
                  <c:v>46097</c:v>
                </c:pt>
                <c:pt idx="5977">
                  <c:v>46098</c:v>
                </c:pt>
                <c:pt idx="5978">
                  <c:v>46099</c:v>
                </c:pt>
                <c:pt idx="5979">
                  <c:v>46100</c:v>
                </c:pt>
                <c:pt idx="5980">
                  <c:v>46101</c:v>
                </c:pt>
                <c:pt idx="5981">
                  <c:v>46104</c:v>
                </c:pt>
                <c:pt idx="5982">
                  <c:v>46105</c:v>
                </c:pt>
                <c:pt idx="5983">
                  <c:v>46106</c:v>
                </c:pt>
                <c:pt idx="5984">
                  <c:v>46107</c:v>
                </c:pt>
                <c:pt idx="5985">
                  <c:v>46108</c:v>
                </c:pt>
                <c:pt idx="5986">
                  <c:v>46111</c:v>
                </c:pt>
                <c:pt idx="5987">
                  <c:v>46112</c:v>
                </c:pt>
                <c:pt idx="5988">
                  <c:v>46113</c:v>
                </c:pt>
                <c:pt idx="5989">
                  <c:v>46114</c:v>
                </c:pt>
                <c:pt idx="5990">
                  <c:v>46118</c:v>
                </c:pt>
                <c:pt idx="5991">
                  <c:v>46119</c:v>
                </c:pt>
                <c:pt idx="5992">
                  <c:v>46120</c:v>
                </c:pt>
                <c:pt idx="5993">
                  <c:v>46121</c:v>
                </c:pt>
                <c:pt idx="5994">
                  <c:v>46122</c:v>
                </c:pt>
                <c:pt idx="5995">
                  <c:v>46125</c:v>
                </c:pt>
                <c:pt idx="5996">
                  <c:v>46126</c:v>
                </c:pt>
                <c:pt idx="5997">
                  <c:v>46127</c:v>
                </c:pt>
                <c:pt idx="5998">
                  <c:v>46128</c:v>
                </c:pt>
                <c:pt idx="5999">
                  <c:v>46129</c:v>
                </c:pt>
                <c:pt idx="6000">
                  <c:v>46132</c:v>
                </c:pt>
                <c:pt idx="6001">
                  <c:v>46134</c:v>
                </c:pt>
                <c:pt idx="6002">
                  <c:v>46135</c:v>
                </c:pt>
                <c:pt idx="6003">
                  <c:v>46136</c:v>
                </c:pt>
                <c:pt idx="6004">
                  <c:v>46139</c:v>
                </c:pt>
                <c:pt idx="6005">
                  <c:v>46140</c:v>
                </c:pt>
                <c:pt idx="6006">
                  <c:v>46141</c:v>
                </c:pt>
                <c:pt idx="6007">
                  <c:v>46142</c:v>
                </c:pt>
                <c:pt idx="6008">
                  <c:v>46146</c:v>
                </c:pt>
                <c:pt idx="6009">
                  <c:v>46147</c:v>
                </c:pt>
                <c:pt idx="6010">
                  <c:v>46148</c:v>
                </c:pt>
                <c:pt idx="6011">
                  <c:v>46149</c:v>
                </c:pt>
                <c:pt idx="6012">
                  <c:v>46150</c:v>
                </c:pt>
                <c:pt idx="6013">
                  <c:v>46153</c:v>
                </c:pt>
                <c:pt idx="6014">
                  <c:v>46154</c:v>
                </c:pt>
                <c:pt idx="6015">
                  <c:v>46155</c:v>
                </c:pt>
                <c:pt idx="6016">
                  <c:v>46156</c:v>
                </c:pt>
                <c:pt idx="6017">
                  <c:v>46157</c:v>
                </c:pt>
                <c:pt idx="6018">
                  <c:v>46160</c:v>
                </c:pt>
                <c:pt idx="6019">
                  <c:v>46161</c:v>
                </c:pt>
                <c:pt idx="6020">
                  <c:v>46162</c:v>
                </c:pt>
                <c:pt idx="6021">
                  <c:v>46163</c:v>
                </c:pt>
                <c:pt idx="6022">
                  <c:v>46164</c:v>
                </c:pt>
                <c:pt idx="6023">
                  <c:v>46167</c:v>
                </c:pt>
                <c:pt idx="6024">
                  <c:v>46168</c:v>
                </c:pt>
                <c:pt idx="6025">
                  <c:v>46169</c:v>
                </c:pt>
                <c:pt idx="6026">
                  <c:v>46170</c:v>
                </c:pt>
                <c:pt idx="6027">
                  <c:v>46171</c:v>
                </c:pt>
                <c:pt idx="6028">
                  <c:v>46174</c:v>
                </c:pt>
                <c:pt idx="6029">
                  <c:v>46175</c:v>
                </c:pt>
                <c:pt idx="6030">
                  <c:v>46176</c:v>
                </c:pt>
                <c:pt idx="6031">
                  <c:v>46178</c:v>
                </c:pt>
                <c:pt idx="6032">
                  <c:v>46181</c:v>
                </c:pt>
                <c:pt idx="6033">
                  <c:v>46182</c:v>
                </c:pt>
                <c:pt idx="6034">
                  <c:v>46183</c:v>
                </c:pt>
                <c:pt idx="6035">
                  <c:v>46184</c:v>
                </c:pt>
                <c:pt idx="6036">
                  <c:v>46185</c:v>
                </c:pt>
                <c:pt idx="6037">
                  <c:v>46188</c:v>
                </c:pt>
                <c:pt idx="6038">
                  <c:v>46189</c:v>
                </c:pt>
                <c:pt idx="6039">
                  <c:v>46190</c:v>
                </c:pt>
                <c:pt idx="6040">
                  <c:v>46191</c:v>
                </c:pt>
                <c:pt idx="6041">
                  <c:v>46192</c:v>
                </c:pt>
                <c:pt idx="6042">
                  <c:v>46195</c:v>
                </c:pt>
                <c:pt idx="6043">
                  <c:v>46196</c:v>
                </c:pt>
                <c:pt idx="6044">
                  <c:v>46197</c:v>
                </c:pt>
                <c:pt idx="6045">
                  <c:v>46198</c:v>
                </c:pt>
                <c:pt idx="6046">
                  <c:v>46199</c:v>
                </c:pt>
                <c:pt idx="6047">
                  <c:v>46202</c:v>
                </c:pt>
                <c:pt idx="6048">
                  <c:v>46203</c:v>
                </c:pt>
                <c:pt idx="6049">
                  <c:v>46204</c:v>
                </c:pt>
                <c:pt idx="6050">
                  <c:v>46205</c:v>
                </c:pt>
                <c:pt idx="6051">
                  <c:v>46206</c:v>
                </c:pt>
                <c:pt idx="6052">
                  <c:v>46209</c:v>
                </c:pt>
                <c:pt idx="6053">
                  <c:v>46210</c:v>
                </c:pt>
                <c:pt idx="6054">
                  <c:v>46211</c:v>
                </c:pt>
                <c:pt idx="6055">
                  <c:v>46212</c:v>
                </c:pt>
                <c:pt idx="6056">
                  <c:v>46213</c:v>
                </c:pt>
                <c:pt idx="6057">
                  <c:v>46216</c:v>
                </c:pt>
                <c:pt idx="6058">
                  <c:v>46217</c:v>
                </c:pt>
                <c:pt idx="6059">
                  <c:v>46218</c:v>
                </c:pt>
                <c:pt idx="6060">
                  <c:v>46219</c:v>
                </c:pt>
                <c:pt idx="6061">
                  <c:v>46220</c:v>
                </c:pt>
                <c:pt idx="6062">
                  <c:v>46223</c:v>
                </c:pt>
                <c:pt idx="6063">
                  <c:v>46224</c:v>
                </c:pt>
                <c:pt idx="6064">
                  <c:v>46225</c:v>
                </c:pt>
                <c:pt idx="6065">
                  <c:v>46226</c:v>
                </c:pt>
                <c:pt idx="6066">
                  <c:v>46227</c:v>
                </c:pt>
                <c:pt idx="6067">
                  <c:v>46230</c:v>
                </c:pt>
                <c:pt idx="6068">
                  <c:v>46231</c:v>
                </c:pt>
                <c:pt idx="6069">
                  <c:v>46232</c:v>
                </c:pt>
                <c:pt idx="6070">
                  <c:v>46233</c:v>
                </c:pt>
                <c:pt idx="6071">
                  <c:v>46234</c:v>
                </c:pt>
                <c:pt idx="6072">
                  <c:v>46237</c:v>
                </c:pt>
                <c:pt idx="6073">
                  <c:v>46238</c:v>
                </c:pt>
                <c:pt idx="6074">
                  <c:v>46239</c:v>
                </c:pt>
                <c:pt idx="6075">
                  <c:v>46240</c:v>
                </c:pt>
                <c:pt idx="6076">
                  <c:v>46241</c:v>
                </c:pt>
                <c:pt idx="6077">
                  <c:v>46244</c:v>
                </c:pt>
                <c:pt idx="6078">
                  <c:v>46245</c:v>
                </c:pt>
                <c:pt idx="6079">
                  <c:v>46246</c:v>
                </c:pt>
                <c:pt idx="6080">
                  <c:v>46247</c:v>
                </c:pt>
                <c:pt idx="6081">
                  <c:v>46248</c:v>
                </c:pt>
                <c:pt idx="6082">
                  <c:v>46251</c:v>
                </c:pt>
                <c:pt idx="6083">
                  <c:v>46252</c:v>
                </c:pt>
                <c:pt idx="6084">
                  <c:v>46253</c:v>
                </c:pt>
                <c:pt idx="6085">
                  <c:v>46254</c:v>
                </c:pt>
                <c:pt idx="6086">
                  <c:v>46255</c:v>
                </c:pt>
                <c:pt idx="6087">
                  <c:v>46258</c:v>
                </c:pt>
                <c:pt idx="6088">
                  <c:v>46259</c:v>
                </c:pt>
                <c:pt idx="6089">
                  <c:v>46260</c:v>
                </c:pt>
                <c:pt idx="6090">
                  <c:v>46261</c:v>
                </c:pt>
                <c:pt idx="6091">
                  <c:v>46262</c:v>
                </c:pt>
                <c:pt idx="6092">
                  <c:v>46265</c:v>
                </c:pt>
                <c:pt idx="6093">
                  <c:v>46266</c:v>
                </c:pt>
                <c:pt idx="6094">
                  <c:v>46267</c:v>
                </c:pt>
                <c:pt idx="6095">
                  <c:v>46268</c:v>
                </c:pt>
                <c:pt idx="6096">
                  <c:v>46269</c:v>
                </c:pt>
                <c:pt idx="6097">
                  <c:v>46273</c:v>
                </c:pt>
                <c:pt idx="6098">
                  <c:v>46274</c:v>
                </c:pt>
                <c:pt idx="6099">
                  <c:v>46275</c:v>
                </c:pt>
                <c:pt idx="6100">
                  <c:v>46276</c:v>
                </c:pt>
                <c:pt idx="6101">
                  <c:v>46279</c:v>
                </c:pt>
                <c:pt idx="6102">
                  <c:v>46280</c:v>
                </c:pt>
                <c:pt idx="6103">
                  <c:v>46281</c:v>
                </c:pt>
                <c:pt idx="6104">
                  <c:v>46282</c:v>
                </c:pt>
                <c:pt idx="6105">
                  <c:v>46283</c:v>
                </c:pt>
                <c:pt idx="6106">
                  <c:v>46286</c:v>
                </c:pt>
                <c:pt idx="6107">
                  <c:v>46287</c:v>
                </c:pt>
                <c:pt idx="6108">
                  <c:v>46288</c:v>
                </c:pt>
                <c:pt idx="6109">
                  <c:v>46289</c:v>
                </c:pt>
                <c:pt idx="6110">
                  <c:v>46290</c:v>
                </c:pt>
                <c:pt idx="6111">
                  <c:v>46293</c:v>
                </c:pt>
                <c:pt idx="6112">
                  <c:v>46294</c:v>
                </c:pt>
                <c:pt idx="6113">
                  <c:v>46295</c:v>
                </c:pt>
                <c:pt idx="6114">
                  <c:v>46296</c:v>
                </c:pt>
                <c:pt idx="6115">
                  <c:v>46297</c:v>
                </c:pt>
                <c:pt idx="6116">
                  <c:v>46300</c:v>
                </c:pt>
                <c:pt idx="6117">
                  <c:v>46301</c:v>
                </c:pt>
                <c:pt idx="6118">
                  <c:v>46302</c:v>
                </c:pt>
                <c:pt idx="6119">
                  <c:v>46303</c:v>
                </c:pt>
                <c:pt idx="6120">
                  <c:v>46304</c:v>
                </c:pt>
                <c:pt idx="6121">
                  <c:v>46308</c:v>
                </c:pt>
                <c:pt idx="6122">
                  <c:v>46309</c:v>
                </c:pt>
                <c:pt idx="6123">
                  <c:v>46310</c:v>
                </c:pt>
                <c:pt idx="6124">
                  <c:v>46311</c:v>
                </c:pt>
                <c:pt idx="6125">
                  <c:v>46314</c:v>
                </c:pt>
                <c:pt idx="6126">
                  <c:v>46315</c:v>
                </c:pt>
                <c:pt idx="6127">
                  <c:v>46316</c:v>
                </c:pt>
                <c:pt idx="6128">
                  <c:v>46317</c:v>
                </c:pt>
                <c:pt idx="6129">
                  <c:v>46318</c:v>
                </c:pt>
                <c:pt idx="6130">
                  <c:v>46321</c:v>
                </c:pt>
              </c:numCache>
            </c:numRef>
          </c:cat>
          <c:val>
            <c:numRef>
              <c:f>'L1'!$F$2:$F$6132</c:f>
              <c:numCache>
                <c:formatCode>General</c:formatCode>
                <c:ptCount val="6131"/>
                <c:pt idx="0">
                  <c:v>1.48</c:v>
                </c:pt>
                <c:pt idx="1">
                  <c:v>1.48</c:v>
                </c:pt>
                <c:pt idx="2">
                  <c:v>1.48</c:v>
                </c:pt>
                <c:pt idx="3">
                  <c:v>1.48</c:v>
                </c:pt>
                <c:pt idx="4">
                  <c:v>1.48</c:v>
                </c:pt>
                <c:pt idx="5">
                  <c:v>1.48</c:v>
                </c:pt>
                <c:pt idx="6">
                  <c:v>1.48</c:v>
                </c:pt>
                <c:pt idx="7">
                  <c:v>1.48</c:v>
                </c:pt>
                <c:pt idx="8">
                  <c:v>1.48</c:v>
                </c:pt>
                <c:pt idx="9">
                  <c:v>1.48</c:v>
                </c:pt>
                <c:pt idx="10">
                  <c:v>1.48</c:v>
                </c:pt>
                <c:pt idx="11">
                  <c:v>1.48</c:v>
                </c:pt>
                <c:pt idx="12">
                  <c:v>1.48</c:v>
                </c:pt>
                <c:pt idx="13">
                  <c:v>1.48</c:v>
                </c:pt>
                <c:pt idx="14">
                  <c:v>1.48</c:v>
                </c:pt>
                <c:pt idx="15">
                  <c:v>1.48</c:v>
                </c:pt>
                <c:pt idx="16">
                  <c:v>1.48</c:v>
                </c:pt>
                <c:pt idx="17">
                  <c:v>1.48</c:v>
                </c:pt>
                <c:pt idx="18">
                  <c:v>1.48</c:v>
                </c:pt>
                <c:pt idx="19">
                  <c:v>1.48</c:v>
                </c:pt>
                <c:pt idx="20">
                  <c:v>1.48</c:v>
                </c:pt>
                <c:pt idx="21">
                  <c:v>1.48</c:v>
                </c:pt>
                <c:pt idx="22">
                  <c:v>1.48</c:v>
                </c:pt>
                <c:pt idx="23">
                  <c:v>1.48</c:v>
                </c:pt>
                <c:pt idx="24">
                  <c:v>1.48</c:v>
                </c:pt>
                <c:pt idx="25">
                  <c:v>1.48</c:v>
                </c:pt>
                <c:pt idx="26">
                  <c:v>1.48</c:v>
                </c:pt>
                <c:pt idx="27">
                  <c:v>1.48</c:v>
                </c:pt>
                <c:pt idx="28">
                  <c:v>1.48</c:v>
                </c:pt>
                <c:pt idx="29">
                  <c:v>1.48</c:v>
                </c:pt>
                <c:pt idx="30">
                  <c:v>1.48</c:v>
                </c:pt>
                <c:pt idx="31">
                  <c:v>1.48</c:v>
                </c:pt>
                <c:pt idx="32">
                  <c:v>1.48</c:v>
                </c:pt>
                <c:pt idx="33">
                  <c:v>1.48</c:v>
                </c:pt>
                <c:pt idx="34">
                  <c:v>1.48</c:v>
                </c:pt>
                <c:pt idx="35">
                  <c:v>1.48</c:v>
                </c:pt>
                <c:pt idx="36">
                  <c:v>1.48</c:v>
                </c:pt>
                <c:pt idx="37">
                  <c:v>1.48</c:v>
                </c:pt>
                <c:pt idx="38">
                  <c:v>1.48</c:v>
                </c:pt>
                <c:pt idx="39">
                  <c:v>1.48</c:v>
                </c:pt>
                <c:pt idx="40">
                  <c:v>1.48</c:v>
                </c:pt>
                <c:pt idx="41">
                  <c:v>1.48</c:v>
                </c:pt>
                <c:pt idx="42">
                  <c:v>1.48</c:v>
                </c:pt>
                <c:pt idx="43">
                  <c:v>1.48</c:v>
                </c:pt>
                <c:pt idx="44">
                  <c:v>1.48</c:v>
                </c:pt>
                <c:pt idx="45">
                  <c:v>1.48</c:v>
                </c:pt>
                <c:pt idx="46">
                  <c:v>1.48</c:v>
                </c:pt>
                <c:pt idx="47">
                  <c:v>1.48</c:v>
                </c:pt>
                <c:pt idx="48">
                  <c:v>1.48</c:v>
                </c:pt>
                <c:pt idx="49">
                  <c:v>1.48</c:v>
                </c:pt>
                <c:pt idx="50">
                  <c:v>1.48</c:v>
                </c:pt>
                <c:pt idx="51">
                  <c:v>1.48</c:v>
                </c:pt>
                <c:pt idx="52">
                  <c:v>1.48</c:v>
                </c:pt>
                <c:pt idx="53">
                  <c:v>1.48</c:v>
                </c:pt>
                <c:pt idx="54">
                  <c:v>1.48</c:v>
                </c:pt>
                <c:pt idx="55">
                  <c:v>1.48</c:v>
                </c:pt>
                <c:pt idx="56">
                  <c:v>1.48</c:v>
                </c:pt>
                <c:pt idx="57">
                  <c:v>1.48</c:v>
                </c:pt>
                <c:pt idx="58">
                  <c:v>1.48</c:v>
                </c:pt>
                <c:pt idx="59">
                  <c:v>1.48</c:v>
                </c:pt>
                <c:pt idx="60">
                  <c:v>1.48</c:v>
                </c:pt>
                <c:pt idx="61">
                  <c:v>1.48</c:v>
                </c:pt>
                <c:pt idx="62">
                  <c:v>1.48</c:v>
                </c:pt>
                <c:pt idx="63">
                  <c:v>1.48</c:v>
                </c:pt>
                <c:pt idx="64">
                  <c:v>1.48</c:v>
                </c:pt>
                <c:pt idx="65">
                  <c:v>1.48</c:v>
                </c:pt>
                <c:pt idx="66">
                  <c:v>1.48</c:v>
                </c:pt>
                <c:pt idx="67">
                  <c:v>1.48</c:v>
                </c:pt>
                <c:pt idx="68">
                  <c:v>1.48</c:v>
                </c:pt>
                <c:pt idx="69">
                  <c:v>1.48</c:v>
                </c:pt>
                <c:pt idx="70">
                  <c:v>1.48</c:v>
                </c:pt>
                <c:pt idx="71">
                  <c:v>1.48</c:v>
                </c:pt>
                <c:pt idx="72">
                  <c:v>1.48</c:v>
                </c:pt>
                <c:pt idx="73">
                  <c:v>1.48</c:v>
                </c:pt>
                <c:pt idx="74">
                  <c:v>1.48</c:v>
                </c:pt>
                <c:pt idx="75">
                  <c:v>1.48</c:v>
                </c:pt>
                <c:pt idx="76">
                  <c:v>1.48</c:v>
                </c:pt>
                <c:pt idx="77">
                  <c:v>1.48</c:v>
                </c:pt>
                <c:pt idx="78">
                  <c:v>1.48</c:v>
                </c:pt>
                <c:pt idx="79">
                  <c:v>1.48</c:v>
                </c:pt>
                <c:pt idx="80">
                  <c:v>1.48</c:v>
                </c:pt>
                <c:pt idx="81">
                  <c:v>1.48</c:v>
                </c:pt>
                <c:pt idx="82">
                  <c:v>1.48</c:v>
                </c:pt>
                <c:pt idx="83">
                  <c:v>1.48</c:v>
                </c:pt>
                <c:pt idx="84">
                  <c:v>1.48</c:v>
                </c:pt>
                <c:pt idx="85">
                  <c:v>1.48</c:v>
                </c:pt>
                <c:pt idx="86">
                  <c:v>1.48</c:v>
                </c:pt>
                <c:pt idx="87">
                  <c:v>1.48</c:v>
                </c:pt>
                <c:pt idx="88">
                  <c:v>1.48</c:v>
                </c:pt>
                <c:pt idx="89">
                  <c:v>1.48</c:v>
                </c:pt>
                <c:pt idx="90">
                  <c:v>1.48</c:v>
                </c:pt>
                <c:pt idx="91">
                  <c:v>1.48</c:v>
                </c:pt>
                <c:pt idx="92">
                  <c:v>1.48</c:v>
                </c:pt>
                <c:pt idx="93">
                  <c:v>1.48</c:v>
                </c:pt>
                <c:pt idx="94">
                  <c:v>1.48</c:v>
                </c:pt>
                <c:pt idx="95">
                  <c:v>1.48</c:v>
                </c:pt>
                <c:pt idx="96">
                  <c:v>1.48</c:v>
                </c:pt>
                <c:pt idx="97">
                  <c:v>1.48</c:v>
                </c:pt>
                <c:pt idx="98">
                  <c:v>1.48</c:v>
                </c:pt>
                <c:pt idx="99">
                  <c:v>1.48</c:v>
                </c:pt>
                <c:pt idx="100">
                  <c:v>1.48</c:v>
                </c:pt>
                <c:pt idx="101">
                  <c:v>1.48</c:v>
                </c:pt>
                <c:pt idx="102">
                  <c:v>1.48</c:v>
                </c:pt>
                <c:pt idx="103">
                  <c:v>1.48</c:v>
                </c:pt>
                <c:pt idx="104">
                  <c:v>1.48</c:v>
                </c:pt>
                <c:pt idx="105">
                  <c:v>1.48</c:v>
                </c:pt>
                <c:pt idx="106">
                  <c:v>1.48</c:v>
                </c:pt>
                <c:pt idx="107">
                  <c:v>1.48</c:v>
                </c:pt>
                <c:pt idx="108">
                  <c:v>1.48</c:v>
                </c:pt>
                <c:pt idx="109">
                  <c:v>1.48</c:v>
                </c:pt>
                <c:pt idx="110">
                  <c:v>1.48</c:v>
                </c:pt>
                <c:pt idx="111">
                  <c:v>1.48</c:v>
                </c:pt>
                <c:pt idx="112">
                  <c:v>1.48</c:v>
                </c:pt>
                <c:pt idx="113">
                  <c:v>1.48</c:v>
                </c:pt>
                <c:pt idx="114">
                  <c:v>1.48</c:v>
                </c:pt>
                <c:pt idx="115">
                  <c:v>1.48</c:v>
                </c:pt>
                <c:pt idx="116">
                  <c:v>1.48</c:v>
                </c:pt>
                <c:pt idx="117">
                  <c:v>1.48</c:v>
                </c:pt>
                <c:pt idx="118">
                  <c:v>1.48</c:v>
                </c:pt>
                <c:pt idx="119">
                  <c:v>1.48</c:v>
                </c:pt>
                <c:pt idx="120">
                  <c:v>1.48</c:v>
                </c:pt>
                <c:pt idx="121">
                  <c:v>1.48</c:v>
                </c:pt>
                <c:pt idx="122">
                  <c:v>1.48</c:v>
                </c:pt>
                <c:pt idx="123">
                  <c:v>1.48</c:v>
                </c:pt>
                <c:pt idx="124">
                  <c:v>1.48</c:v>
                </c:pt>
                <c:pt idx="125">
                  <c:v>1.48</c:v>
                </c:pt>
                <c:pt idx="126">
                  <c:v>1.48</c:v>
                </c:pt>
                <c:pt idx="127">
                  <c:v>1.48</c:v>
                </c:pt>
                <c:pt idx="128">
                  <c:v>1.48</c:v>
                </c:pt>
                <c:pt idx="129">
                  <c:v>1.48</c:v>
                </c:pt>
                <c:pt idx="130">
                  <c:v>1.48</c:v>
                </c:pt>
                <c:pt idx="131">
                  <c:v>1.48</c:v>
                </c:pt>
                <c:pt idx="132">
                  <c:v>1.48</c:v>
                </c:pt>
                <c:pt idx="133">
                  <c:v>1.48</c:v>
                </c:pt>
                <c:pt idx="134">
                  <c:v>1.48</c:v>
                </c:pt>
                <c:pt idx="135">
                  <c:v>1.48</c:v>
                </c:pt>
                <c:pt idx="136">
                  <c:v>1.48</c:v>
                </c:pt>
                <c:pt idx="137">
                  <c:v>1.48</c:v>
                </c:pt>
                <c:pt idx="138">
                  <c:v>1.48</c:v>
                </c:pt>
                <c:pt idx="139">
                  <c:v>1.48</c:v>
                </c:pt>
                <c:pt idx="140">
                  <c:v>1.48</c:v>
                </c:pt>
                <c:pt idx="141">
                  <c:v>1.48</c:v>
                </c:pt>
                <c:pt idx="142">
                  <c:v>1.48</c:v>
                </c:pt>
                <c:pt idx="143">
                  <c:v>1.48</c:v>
                </c:pt>
                <c:pt idx="144">
                  <c:v>1.48</c:v>
                </c:pt>
                <c:pt idx="145">
                  <c:v>1.48</c:v>
                </c:pt>
                <c:pt idx="146">
                  <c:v>1.48</c:v>
                </c:pt>
                <c:pt idx="147">
                  <c:v>1.48</c:v>
                </c:pt>
                <c:pt idx="148">
                  <c:v>1.48</c:v>
                </c:pt>
                <c:pt idx="149">
                  <c:v>1.48</c:v>
                </c:pt>
                <c:pt idx="150">
                  <c:v>1.48</c:v>
                </c:pt>
                <c:pt idx="151">
                  <c:v>1.48</c:v>
                </c:pt>
                <c:pt idx="152">
                  <c:v>1.48</c:v>
                </c:pt>
                <c:pt idx="153">
                  <c:v>1.48</c:v>
                </c:pt>
                <c:pt idx="154">
                  <c:v>1.48</c:v>
                </c:pt>
                <c:pt idx="155">
                  <c:v>1.48</c:v>
                </c:pt>
                <c:pt idx="156">
                  <c:v>1.48</c:v>
                </c:pt>
                <c:pt idx="157">
                  <c:v>1.48</c:v>
                </c:pt>
                <c:pt idx="158">
                  <c:v>1.48</c:v>
                </c:pt>
                <c:pt idx="159">
                  <c:v>1.48</c:v>
                </c:pt>
                <c:pt idx="160">
                  <c:v>1.48</c:v>
                </c:pt>
                <c:pt idx="161">
                  <c:v>1.48</c:v>
                </c:pt>
                <c:pt idx="162">
                  <c:v>1.48</c:v>
                </c:pt>
                <c:pt idx="163">
                  <c:v>1.48</c:v>
                </c:pt>
                <c:pt idx="164">
                  <c:v>1.48</c:v>
                </c:pt>
                <c:pt idx="165">
                  <c:v>1.48</c:v>
                </c:pt>
                <c:pt idx="166">
                  <c:v>1.48</c:v>
                </c:pt>
                <c:pt idx="167">
                  <c:v>1.48</c:v>
                </c:pt>
                <c:pt idx="168">
                  <c:v>1.48</c:v>
                </c:pt>
                <c:pt idx="169">
                  <c:v>1.48</c:v>
                </c:pt>
                <c:pt idx="170">
                  <c:v>1.48</c:v>
                </c:pt>
                <c:pt idx="171">
                  <c:v>1.48</c:v>
                </c:pt>
                <c:pt idx="172">
                  <c:v>1.48</c:v>
                </c:pt>
                <c:pt idx="173">
                  <c:v>1.48</c:v>
                </c:pt>
                <c:pt idx="174">
                  <c:v>1.48</c:v>
                </c:pt>
                <c:pt idx="175">
                  <c:v>1.48</c:v>
                </c:pt>
                <c:pt idx="176">
                  <c:v>1.48</c:v>
                </c:pt>
                <c:pt idx="177">
                  <c:v>1.48</c:v>
                </c:pt>
                <c:pt idx="178">
                  <c:v>1.48</c:v>
                </c:pt>
                <c:pt idx="179">
                  <c:v>1.48</c:v>
                </c:pt>
                <c:pt idx="180">
                  <c:v>1.48</c:v>
                </c:pt>
                <c:pt idx="181">
                  <c:v>1.48</c:v>
                </c:pt>
                <c:pt idx="182">
                  <c:v>1.48</c:v>
                </c:pt>
                <c:pt idx="183">
                  <c:v>1.48</c:v>
                </c:pt>
                <c:pt idx="184">
                  <c:v>1.48</c:v>
                </c:pt>
                <c:pt idx="185">
                  <c:v>1.48</c:v>
                </c:pt>
                <c:pt idx="186">
                  <c:v>1.48</c:v>
                </c:pt>
                <c:pt idx="187">
                  <c:v>1.48</c:v>
                </c:pt>
                <c:pt idx="188">
                  <c:v>1.48</c:v>
                </c:pt>
                <c:pt idx="189">
                  <c:v>1.48</c:v>
                </c:pt>
                <c:pt idx="190">
                  <c:v>1.48</c:v>
                </c:pt>
                <c:pt idx="191">
                  <c:v>1.48</c:v>
                </c:pt>
                <c:pt idx="192">
                  <c:v>1.48</c:v>
                </c:pt>
                <c:pt idx="193">
                  <c:v>1.48</c:v>
                </c:pt>
                <c:pt idx="194">
                  <c:v>1.48</c:v>
                </c:pt>
                <c:pt idx="195">
                  <c:v>1.48</c:v>
                </c:pt>
                <c:pt idx="196">
                  <c:v>1.48</c:v>
                </c:pt>
                <c:pt idx="197">
                  <c:v>1.48</c:v>
                </c:pt>
                <c:pt idx="198">
                  <c:v>1.48</c:v>
                </c:pt>
                <c:pt idx="199">
                  <c:v>1.48</c:v>
                </c:pt>
                <c:pt idx="200">
                  <c:v>1.48</c:v>
                </c:pt>
                <c:pt idx="201">
                  <c:v>1.48</c:v>
                </c:pt>
                <c:pt idx="202">
                  <c:v>1.48</c:v>
                </c:pt>
                <c:pt idx="203">
                  <c:v>1.48</c:v>
                </c:pt>
                <c:pt idx="204">
                  <c:v>1.48</c:v>
                </c:pt>
                <c:pt idx="205">
                  <c:v>1.48</c:v>
                </c:pt>
                <c:pt idx="206">
                  <c:v>1.48</c:v>
                </c:pt>
                <c:pt idx="207">
                  <c:v>1.48</c:v>
                </c:pt>
                <c:pt idx="208">
                  <c:v>1.48</c:v>
                </c:pt>
                <c:pt idx="209">
                  <c:v>1.48</c:v>
                </c:pt>
                <c:pt idx="210">
                  <c:v>1.48</c:v>
                </c:pt>
                <c:pt idx="211">
                  <c:v>1.48</c:v>
                </c:pt>
                <c:pt idx="212">
                  <c:v>1.48</c:v>
                </c:pt>
                <c:pt idx="213">
                  <c:v>1.48</c:v>
                </c:pt>
                <c:pt idx="214">
                  <c:v>1.48</c:v>
                </c:pt>
                <c:pt idx="215">
                  <c:v>1.48</c:v>
                </c:pt>
                <c:pt idx="216">
                  <c:v>1.48</c:v>
                </c:pt>
                <c:pt idx="217">
                  <c:v>1.48</c:v>
                </c:pt>
                <c:pt idx="218">
                  <c:v>1.48</c:v>
                </c:pt>
                <c:pt idx="219">
                  <c:v>1.48</c:v>
                </c:pt>
                <c:pt idx="220">
                  <c:v>1.48</c:v>
                </c:pt>
                <c:pt idx="221">
                  <c:v>1.48</c:v>
                </c:pt>
                <c:pt idx="222">
                  <c:v>1.48</c:v>
                </c:pt>
                <c:pt idx="223">
                  <c:v>1.48</c:v>
                </c:pt>
                <c:pt idx="224">
                  <c:v>1.48</c:v>
                </c:pt>
                <c:pt idx="225">
                  <c:v>1.48</c:v>
                </c:pt>
                <c:pt idx="226">
                  <c:v>1.48</c:v>
                </c:pt>
                <c:pt idx="227">
                  <c:v>1.48</c:v>
                </c:pt>
                <c:pt idx="228">
                  <c:v>1.48</c:v>
                </c:pt>
                <c:pt idx="229">
                  <c:v>1.48</c:v>
                </c:pt>
                <c:pt idx="230">
                  <c:v>1.48</c:v>
                </c:pt>
                <c:pt idx="231">
                  <c:v>1.48</c:v>
                </c:pt>
                <c:pt idx="232">
                  <c:v>1.48</c:v>
                </c:pt>
                <c:pt idx="233">
                  <c:v>1.48</c:v>
                </c:pt>
                <c:pt idx="234">
                  <c:v>1.48</c:v>
                </c:pt>
                <c:pt idx="235">
                  <c:v>1.48</c:v>
                </c:pt>
                <c:pt idx="236">
                  <c:v>1.48</c:v>
                </c:pt>
                <c:pt idx="237">
                  <c:v>1.48</c:v>
                </c:pt>
                <c:pt idx="238">
                  <c:v>1.48</c:v>
                </c:pt>
                <c:pt idx="239">
                  <c:v>1.48</c:v>
                </c:pt>
                <c:pt idx="240">
                  <c:v>1.48</c:v>
                </c:pt>
                <c:pt idx="241">
                  <c:v>1.48</c:v>
                </c:pt>
                <c:pt idx="242">
                  <c:v>1.48</c:v>
                </c:pt>
                <c:pt idx="243">
                  <c:v>1.48</c:v>
                </c:pt>
                <c:pt idx="244">
                  <c:v>1.48</c:v>
                </c:pt>
                <c:pt idx="245">
                  <c:v>1.48</c:v>
                </c:pt>
                <c:pt idx="246">
                  <c:v>1.48</c:v>
                </c:pt>
                <c:pt idx="247">
                  <c:v>1.48</c:v>
                </c:pt>
                <c:pt idx="248">
                  <c:v>1.48</c:v>
                </c:pt>
                <c:pt idx="249">
                  <c:v>1.48</c:v>
                </c:pt>
                <c:pt idx="250">
                  <c:v>1.48</c:v>
                </c:pt>
                <c:pt idx="251">
                  <c:v>1.48</c:v>
                </c:pt>
                <c:pt idx="252">
                  <c:v>1.48</c:v>
                </c:pt>
                <c:pt idx="253">
                  <c:v>1.48</c:v>
                </c:pt>
                <c:pt idx="254">
                  <c:v>1.48</c:v>
                </c:pt>
                <c:pt idx="255">
                  <c:v>1.48</c:v>
                </c:pt>
                <c:pt idx="256">
                  <c:v>1.48</c:v>
                </c:pt>
                <c:pt idx="257">
                  <c:v>1.48</c:v>
                </c:pt>
                <c:pt idx="258">
                  <c:v>1.48</c:v>
                </c:pt>
                <c:pt idx="259">
                  <c:v>1.48</c:v>
                </c:pt>
                <c:pt idx="260">
                  <c:v>1.48</c:v>
                </c:pt>
                <c:pt idx="261">
                  <c:v>1.48</c:v>
                </c:pt>
                <c:pt idx="262">
                  <c:v>1.48</c:v>
                </c:pt>
                <c:pt idx="263">
                  <c:v>1.48</c:v>
                </c:pt>
                <c:pt idx="264">
                  <c:v>1.48</c:v>
                </c:pt>
                <c:pt idx="265">
                  <c:v>1.48</c:v>
                </c:pt>
                <c:pt idx="266">
                  <c:v>1.48</c:v>
                </c:pt>
                <c:pt idx="267">
                  <c:v>1.48</c:v>
                </c:pt>
                <c:pt idx="268">
                  <c:v>1.48</c:v>
                </c:pt>
                <c:pt idx="269">
                  <c:v>1.48</c:v>
                </c:pt>
                <c:pt idx="270">
                  <c:v>1.48</c:v>
                </c:pt>
                <c:pt idx="271">
                  <c:v>1.48</c:v>
                </c:pt>
                <c:pt idx="272">
                  <c:v>1.48</c:v>
                </c:pt>
                <c:pt idx="273">
                  <c:v>1.48</c:v>
                </c:pt>
                <c:pt idx="274">
                  <c:v>1.48</c:v>
                </c:pt>
                <c:pt idx="275">
                  <c:v>1.48</c:v>
                </c:pt>
                <c:pt idx="276">
                  <c:v>1.48</c:v>
                </c:pt>
                <c:pt idx="277">
                  <c:v>1.48</c:v>
                </c:pt>
                <c:pt idx="278">
                  <c:v>1.48</c:v>
                </c:pt>
                <c:pt idx="279">
                  <c:v>1.48</c:v>
                </c:pt>
                <c:pt idx="280">
                  <c:v>1.48</c:v>
                </c:pt>
                <c:pt idx="281">
                  <c:v>1.48</c:v>
                </c:pt>
                <c:pt idx="282">
                  <c:v>1.48</c:v>
                </c:pt>
                <c:pt idx="283">
                  <c:v>1.48</c:v>
                </c:pt>
                <c:pt idx="284">
                  <c:v>1.48</c:v>
                </c:pt>
                <c:pt idx="285">
                  <c:v>1.48</c:v>
                </c:pt>
                <c:pt idx="286">
                  <c:v>1.48</c:v>
                </c:pt>
                <c:pt idx="287">
                  <c:v>1.48</c:v>
                </c:pt>
                <c:pt idx="288">
                  <c:v>1.48</c:v>
                </c:pt>
                <c:pt idx="289">
                  <c:v>1.48</c:v>
                </c:pt>
                <c:pt idx="290">
                  <c:v>1.48</c:v>
                </c:pt>
                <c:pt idx="291">
                  <c:v>1.48</c:v>
                </c:pt>
                <c:pt idx="292">
                  <c:v>1.48</c:v>
                </c:pt>
                <c:pt idx="293">
                  <c:v>1.48</c:v>
                </c:pt>
                <c:pt idx="294">
                  <c:v>1.48</c:v>
                </c:pt>
                <c:pt idx="295">
                  <c:v>1.48</c:v>
                </c:pt>
                <c:pt idx="296">
                  <c:v>1.48</c:v>
                </c:pt>
                <c:pt idx="297">
                  <c:v>1.48</c:v>
                </c:pt>
                <c:pt idx="298">
                  <c:v>1.48</c:v>
                </c:pt>
                <c:pt idx="299">
                  <c:v>1.48</c:v>
                </c:pt>
                <c:pt idx="300">
                  <c:v>1.48</c:v>
                </c:pt>
                <c:pt idx="301">
                  <c:v>1.48</c:v>
                </c:pt>
                <c:pt idx="302">
                  <c:v>1.48</c:v>
                </c:pt>
                <c:pt idx="303">
                  <c:v>1.48</c:v>
                </c:pt>
                <c:pt idx="304">
                  <c:v>1.48</c:v>
                </c:pt>
                <c:pt idx="305">
                  <c:v>1.48</c:v>
                </c:pt>
                <c:pt idx="306">
                  <c:v>1.48</c:v>
                </c:pt>
                <c:pt idx="307">
                  <c:v>1.48</c:v>
                </c:pt>
                <c:pt idx="308">
                  <c:v>1.48</c:v>
                </c:pt>
                <c:pt idx="309">
                  <c:v>1.48</c:v>
                </c:pt>
                <c:pt idx="310">
                  <c:v>1.48</c:v>
                </c:pt>
                <c:pt idx="311">
                  <c:v>1.48</c:v>
                </c:pt>
                <c:pt idx="312">
                  <c:v>1.48</c:v>
                </c:pt>
                <c:pt idx="313">
                  <c:v>1.48</c:v>
                </c:pt>
                <c:pt idx="314">
                  <c:v>1.48</c:v>
                </c:pt>
                <c:pt idx="315">
                  <c:v>1.48</c:v>
                </c:pt>
                <c:pt idx="316">
                  <c:v>1.48</c:v>
                </c:pt>
                <c:pt idx="317">
                  <c:v>1.48</c:v>
                </c:pt>
                <c:pt idx="318">
                  <c:v>1.48</c:v>
                </c:pt>
                <c:pt idx="319">
                  <c:v>1.48</c:v>
                </c:pt>
                <c:pt idx="320">
                  <c:v>1.48</c:v>
                </c:pt>
                <c:pt idx="321">
                  <c:v>1.48</c:v>
                </c:pt>
                <c:pt idx="322">
                  <c:v>1.48</c:v>
                </c:pt>
                <c:pt idx="323">
                  <c:v>1.48</c:v>
                </c:pt>
                <c:pt idx="324">
                  <c:v>1.48</c:v>
                </c:pt>
                <c:pt idx="325">
                  <c:v>1.48</c:v>
                </c:pt>
                <c:pt idx="326">
                  <c:v>1.48</c:v>
                </c:pt>
                <c:pt idx="327">
                  <c:v>1.48</c:v>
                </c:pt>
                <c:pt idx="328">
                  <c:v>1.48</c:v>
                </c:pt>
                <c:pt idx="329">
                  <c:v>1.48</c:v>
                </c:pt>
                <c:pt idx="330">
                  <c:v>1.48</c:v>
                </c:pt>
                <c:pt idx="331">
                  <c:v>1.48</c:v>
                </c:pt>
                <c:pt idx="332">
                  <c:v>1.48</c:v>
                </c:pt>
                <c:pt idx="333">
                  <c:v>1.48</c:v>
                </c:pt>
                <c:pt idx="334">
                  <c:v>1.48</c:v>
                </c:pt>
                <c:pt idx="335">
                  <c:v>1.48</c:v>
                </c:pt>
                <c:pt idx="336">
                  <c:v>1.48</c:v>
                </c:pt>
                <c:pt idx="337">
                  <c:v>1.48</c:v>
                </c:pt>
                <c:pt idx="338">
                  <c:v>1.48</c:v>
                </c:pt>
                <c:pt idx="339">
                  <c:v>1.48</c:v>
                </c:pt>
                <c:pt idx="340">
                  <c:v>1.48</c:v>
                </c:pt>
                <c:pt idx="341">
                  <c:v>1.48</c:v>
                </c:pt>
                <c:pt idx="342">
                  <c:v>1.48</c:v>
                </c:pt>
                <c:pt idx="343">
                  <c:v>1.48</c:v>
                </c:pt>
                <c:pt idx="344">
                  <c:v>1.48</c:v>
                </c:pt>
                <c:pt idx="345">
                  <c:v>1.48</c:v>
                </c:pt>
                <c:pt idx="346">
                  <c:v>1.48</c:v>
                </c:pt>
                <c:pt idx="347">
                  <c:v>1.48</c:v>
                </c:pt>
                <c:pt idx="348">
                  <c:v>1.48</c:v>
                </c:pt>
                <c:pt idx="349">
                  <c:v>1.48</c:v>
                </c:pt>
                <c:pt idx="350">
                  <c:v>1.48</c:v>
                </c:pt>
                <c:pt idx="351">
                  <c:v>1.48</c:v>
                </c:pt>
                <c:pt idx="352">
                  <c:v>1.48</c:v>
                </c:pt>
                <c:pt idx="353">
                  <c:v>1.48</c:v>
                </c:pt>
                <c:pt idx="354">
                  <c:v>1.48</c:v>
                </c:pt>
                <c:pt idx="355">
                  <c:v>1.48</c:v>
                </c:pt>
                <c:pt idx="356">
                  <c:v>1.48</c:v>
                </c:pt>
                <c:pt idx="357">
                  <c:v>1.48</c:v>
                </c:pt>
                <c:pt idx="358">
                  <c:v>1.48</c:v>
                </c:pt>
                <c:pt idx="359">
                  <c:v>1.48</c:v>
                </c:pt>
                <c:pt idx="360">
                  <c:v>1.48</c:v>
                </c:pt>
                <c:pt idx="361">
                  <c:v>1.48</c:v>
                </c:pt>
                <c:pt idx="362">
                  <c:v>1.48</c:v>
                </c:pt>
                <c:pt idx="363">
                  <c:v>1.48</c:v>
                </c:pt>
                <c:pt idx="364">
                  <c:v>1.48</c:v>
                </c:pt>
                <c:pt idx="365">
                  <c:v>1.48</c:v>
                </c:pt>
                <c:pt idx="366">
                  <c:v>1.48</c:v>
                </c:pt>
                <c:pt idx="367">
                  <c:v>1.48</c:v>
                </c:pt>
                <c:pt idx="368">
                  <c:v>1.48</c:v>
                </c:pt>
                <c:pt idx="369">
                  <c:v>1.48</c:v>
                </c:pt>
                <c:pt idx="370">
                  <c:v>1.48</c:v>
                </c:pt>
                <c:pt idx="371">
                  <c:v>1.48</c:v>
                </c:pt>
                <c:pt idx="372">
                  <c:v>1.48</c:v>
                </c:pt>
                <c:pt idx="373">
                  <c:v>1.48</c:v>
                </c:pt>
                <c:pt idx="374">
                  <c:v>1.48</c:v>
                </c:pt>
                <c:pt idx="375">
                  <c:v>1.48</c:v>
                </c:pt>
                <c:pt idx="376">
                  <c:v>1.48</c:v>
                </c:pt>
                <c:pt idx="377">
                  <c:v>1.48</c:v>
                </c:pt>
                <c:pt idx="378">
                  <c:v>1.48</c:v>
                </c:pt>
                <c:pt idx="379">
                  <c:v>1.48</c:v>
                </c:pt>
                <c:pt idx="380">
                  <c:v>1.48</c:v>
                </c:pt>
                <c:pt idx="381">
                  <c:v>1.48</c:v>
                </c:pt>
                <c:pt idx="382">
                  <c:v>1.48</c:v>
                </c:pt>
                <c:pt idx="383">
                  <c:v>1.48</c:v>
                </c:pt>
                <c:pt idx="384">
                  <c:v>1.48</c:v>
                </c:pt>
                <c:pt idx="385">
                  <c:v>1.48</c:v>
                </c:pt>
                <c:pt idx="386">
                  <c:v>1.48</c:v>
                </c:pt>
                <c:pt idx="387">
                  <c:v>1.48</c:v>
                </c:pt>
                <c:pt idx="388">
                  <c:v>1.48</c:v>
                </c:pt>
                <c:pt idx="389">
                  <c:v>1.48</c:v>
                </c:pt>
                <c:pt idx="390">
                  <c:v>1.48</c:v>
                </c:pt>
                <c:pt idx="391">
                  <c:v>1.48</c:v>
                </c:pt>
                <c:pt idx="392">
                  <c:v>1.48</c:v>
                </c:pt>
                <c:pt idx="393">
                  <c:v>1.48</c:v>
                </c:pt>
                <c:pt idx="394">
                  <c:v>1.48</c:v>
                </c:pt>
                <c:pt idx="395">
                  <c:v>1.48</c:v>
                </c:pt>
                <c:pt idx="396">
                  <c:v>1.48</c:v>
                </c:pt>
                <c:pt idx="397">
                  <c:v>1.48</c:v>
                </c:pt>
                <c:pt idx="398">
                  <c:v>1.48</c:v>
                </c:pt>
                <c:pt idx="399">
                  <c:v>1.48</c:v>
                </c:pt>
                <c:pt idx="400">
                  <c:v>1.48</c:v>
                </c:pt>
                <c:pt idx="401">
                  <c:v>1.48</c:v>
                </c:pt>
                <c:pt idx="402">
                  <c:v>1.48</c:v>
                </c:pt>
                <c:pt idx="403">
                  <c:v>1.48</c:v>
                </c:pt>
                <c:pt idx="404">
                  <c:v>1.48</c:v>
                </c:pt>
                <c:pt idx="405">
                  <c:v>1.48</c:v>
                </c:pt>
                <c:pt idx="406">
                  <c:v>1.48</c:v>
                </c:pt>
                <c:pt idx="407">
                  <c:v>1.48</c:v>
                </c:pt>
                <c:pt idx="408">
                  <c:v>1.48</c:v>
                </c:pt>
                <c:pt idx="409">
                  <c:v>1.48</c:v>
                </c:pt>
                <c:pt idx="410">
                  <c:v>1.48</c:v>
                </c:pt>
                <c:pt idx="411">
                  <c:v>1.48</c:v>
                </c:pt>
                <c:pt idx="412">
                  <c:v>1.48</c:v>
                </c:pt>
                <c:pt idx="413">
                  <c:v>1.48</c:v>
                </c:pt>
                <c:pt idx="414">
                  <c:v>1.48</c:v>
                </c:pt>
                <c:pt idx="415">
                  <c:v>1.48</c:v>
                </c:pt>
                <c:pt idx="416">
                  <c:v>1.48</c:v>
                </c:pt>
                <c:pt idx="417">
                  <c:v>1.48</c:v>
                </c:pt>
                <c:pt idx="418">
                  <c:v>1.48</c:v>
                </c:pt>
                <c:pt idx="419">
                  <c:v>1.48</c:v>
                </c:pt>
                <c:pt idx="420">
                  <c:v>1.48</c:v>
                </c:pt>
                <c:pt idx="421">
                  <c:v>1.48</c:v>
                </c:pt>
                <c:pt idx="422">
                  <c:v>1.48</c:v>
                </c:pt>
                <c:pt idx="423">
                  <c:v>1.48</c:v>
                </c:pt>
                <c:pt idx="424">
                  <c:v>1.48</c:v>
                </c:pt>
                <c:pt idx="425">
                  <c:v>1.48</c:v>
                </c:pt>
                <c:pt idx="426">
                  <c:v>1.48</c:v>
                </c:pt>
                <c:pt idx="427">
                  <c:v>1.48</c:v>
                </c:pt>
                <c:pt idx="428">
                  <c:v>1.48</c:v>
                </c:pt>
                <c:pt idx="429">
                  <c:v>1.48</c:v>
                </c:pt>
                <c:pt idx="430">
                  <c:v>1.48</c:v>
                </c:pt>
                <c:pt idx="431">
                  <c:v>1.48</c:v>
                </c:pt>
                <c:pt idx="432">
                  <c:v>1.48</c:v>
                </c:pt>
                <c:pt idx="433">
                  <c:v>1.48</c:v>
                </c:pt>
                <c:pt idx="434">
                  <c:v>1.48</c:v>
                </c:pt>
                <c:pt idx="435">
                  <c:v>1.48</c:v>
                </c:pt>
                <c:pt idx="436">
                  <c:v>1.48</c:v>
                </c:pt>
                <c:pt idx="437">
                  <c:v>1.48</c:v>
                </c:pt>
                <c:pt idx="438">
                  <c:v>1.48</c:v>
                </c:pt>
                <c:pt idx="439">
                  <c:v>1.48</c:v>
                </c:pt>
                <c:pt idx="440">
                  <c:v>1.48</c:v>
                </c:pt>
                <c:pt idx="441">
                  <c:v>1.48</c:v>
                </c:pt>
                <c:pt idx="442">
                  <c:v>1.48</c:v>
                </c:pt>
                <c:pt idx="443">
                  <c:v>1.48</c:v>
                </c:pt>
                <c:pt idx="444">
                  <c:v>1.48</c:v>
                </c:pt>
                <c:pt idx="445">
                  <c:v>1.48</c:v>
                </c:pt>
                <c:pt idx="446">
                  <c:v>1.48</c:v>
                </c:pt>
                <c:pt idx="447">
                  <c:v>1.48</c:v>
                </c:pt>
                <c:pt idx="448">
                  <c:v>1.48</c:v>
                </c:pt>
                <c:pt idx="449">
                  <c:v>1.48</c:v>
                </c:pt>
                <c:pt idx="450">
                  <c:v>1.48</c:v>
                </c:pt>
                <c:pt idx="451">
                  <c:v>1.48</c:v>
                </c:pt>
                <c:pt idx="452">
                  <c:v>1.48</c:v>
                </c:pt>
                <c:pt idx="453">
                  <c:v>1.48</c:v>
                </c:pt>
                <c:pt idx="454">
                  <c:v>1.48</c:v>
                </c:pt>
                <c:pt idx="455">
                  <c:v>1.48</c:v>
                </c:pt>
                <c:pt idx="456">
                  <c:v>1.48</c:v>
                </c:pt>
                <c:pt idx="457">
                  <c:v>1.48</c:v>
                </c:pt>
                <c:pt idx="458">
                  <c:v>1.48</c:v>
                </c:pt>
                <c:pt idx="459">
                  <c:v>1.48</c:v>
                </c:pt>
                <c:pt idx="460">
                  <c:v>1.48</c:v>
                </c:pt>
                <c:pt idx="461">
                  <c:v>1.48</c:v>
                </c:pt>
                <c:pt idx="462">
                  <c:v>1.48</c:v>
                </c:pt>
                <c:pt idx="463">
                  <c:v>1.48</c:v>
                </c:pt>
                <c:pt idx="464">
                  <c:v>1.48</c:v>
                </c:pt>
                <c:pt idx="465">
                  <c:v>1.48</c:v>
                </c:pt>
                <c:pt idx="466">
                  <c:v>1.48</c:v>
                </c:pt>
                <c:pt idx="467">
                  <c:v>1.48</c:v>
                </c:pt>
                <c:pt idx="468">
                  <c:v>1.48</c:v>
                </c:pt>
                <c:pt idx="469">
                  <c:v>1.48</c:v>
                </c:pt>
                <c:pt idx="470">
                  <c:v>1.48</c:v>
                </c:pt>
                <c:pt idx="471">
                  <c:v>1.48</c:v>
                </c:pt>
                <c:pt idx="472">
                  <c:v>1.48</c:v>
                </c:pt>
                <c:pt idx="473">
                  <c:v>1.48</c:v>
                </c:pt>
                <c:pt idx="474">
                  <c:v>1.48</c:v>
                </c:pt>
                <c:pt idx="475">
                  <c:v>1.48</c:v>
                </c:pt>
                <c:pt idx="476">
                  <c:v>1.48</c:v>
                </c:pt>
                <c:pt idx="477">
                  <c:v>1.48</c:v>
                </c:pt>
                <c:pt idx="478">
                  <c:v>1.48</c:v>
                </c:pt>
                <c:pt idx="479">
                  <c:v>1.48</c:v>
                </c:pt>
                <c:pt idx="480">
                  <c:v>1.48</c:v>
                </c:pt>
                <c:pt idx="481">
                  <c:v>1.48</c:v>
                </c:pt>
                <c:pt idx="482">
                  <c:v>1.48</c:v>
                </c:pt>
                <c:pt idx="483">
                  <c:v>1.48</c:v>
                </c:pt>
                <c:pt idx="484">
                  <c:v>1.48</c:v>
                </c:pt>
                <c:pt idx="485">
                  <c:v>1.48</c:v>
                </c:pt>
                <c:pt idx="486">
                  <c:v>1.48</c:v>
                </c:pt>
                <c:pt idx="487">
                  <c:v>1.48</c:v>
                </c:pt>
                <c:pt idx="488">
                  <c:v>1.48</c:v>
                </c:pt>
                <c:pt idx="489">
                  <c:v>1.48</c:v>
                </c:pt>
                <c:pt idx="490">
                  <c:v>1.48</c:v>
                </c:pt>
                <c:pt idx="491">
                  <c:v>1.48</c:v>
                </c:pt>
                <c:pt idx="492">
                  <c:v>1.48</c:v>
                </c:pt>
                <c:pt idx="493">
                  <c:v>1.48</c:v>
                </c:pt>
                <c:pt idx="494">
                  <c:v>1.48</c:v>
                </c:pt>
                <c:pt idx="495">
                  <c:v>1.48</c:v>
                </c:pt>
                <c:pt idx="496">
                  <c:v>1.48</c:v>
                </c:pt>
                <c:pt idx="497">
                  <c:v>1.48</c:v>
                </c:pt>
                <c:pt idx="498">
                  <c:v>1.48</c:v>
                </c:pt>
                <c:pt idx="499">
                  <c:v>1.48</c:v>
                </c:pt>
                <c:pt idx="500">
                  <c:v>1.48</c:v>
                </c:pt>
                <c:pt idx="501">
                  <c:v>1.48</c:v>
                </c:pt>
                <c:pt idx="502">
                  <c:v>1.48</c:v>
                </c:pt>
                <c:pt idx="503">
                  <c:v>1.48</c:v>
                </c:pt>
                <c:pt idx="504">
                  <c:v>1.48</c:v>
                </c:pt>
                <c:pt idx="505">
                  <c:v>1.48</c:v>
                </c:pt>
                <c:pt idx="506">
                  <c:v>1.48</c:v>
                </c:pt>
                <c:pt idx="507">
                  <c:v>1.48</c:v>
                </c:pt>
                <c:pt idx="508">
                  <c:v>1.48</c:v>
                </c:pt>
                <c:pt idx="509">
                  <c:v>1.48</c:v>
                </c:pt>
                <c:pt idx="510">
                  <c:v>1.48</c:v>
                </c:pt>
                <c:pt idx="511">
                  <c:v>1.48</c:v>
                </c:pt>
                <c:pt idx="512">
                  <c:v>1.48</c:v>
                </c:pt>
                <c:pt idx="513">
                  <c:v>1.48</c:v>
                </c:pt>
                <c:pt idx="514">
                  <c:v>1.48</c:v>
                </c:pt>
                <c:pt idx="515">
                  <c:v>1.48</c:v>
                </c:pt>
                <c:pt idx="516">
                  <c:v>1.48</c:v>
                </c:pt>
                <c:pt idx="517">
                  <c:v>1.48</c:v>
                </c:pt>
                <c:pt idx="518">
                  <c:v>1.48</c:v>
                </c:pt>
                <c:pt idx="519">
                  <c:v>1.48</c:v>
                </c:pt>
                <c:pt idx="520">
                  <c:v>1.48</c:v>
                </c:pt>
                <c:pt idx="521">
                  <c:v>1.48</c:v>
                </c:pt>
                <c:pt idx="522">
                  <c:v>1.48</c:v>
                </c:pt>
                <c:pt idx="523">
                  <c:v>1.48</c:v>
                </c:pt>
                <c:pt idx="524">
                  <c:v>1.48</c:v>
                </c:pt>
                <c:pt idx="525">
                  <c:v>1.48</c:v>
                </c:pt>
                <c:pt idx="526">
                  <c:v>1.48</c:v>
                </c:pt>
                <c:pt idx="527">
                  <c:v>1.48</c:v>
                </c:pt>
                <c:pt idx="528">
                  <c:v>1.48</c:v>
                </c:pt>
                <c:pt idx="529">
                  <c:v>1.48</c:v>
                </c:pt>
                <c:pt idx="530">
                  <c:v>1.48</c:v>
                </c:pt>
                <c:pt idx="531">
                  <c:v>1.48</c:v>
                </c:pt>
                <c:pt idx="532">
                  <c:v>1.48</c:v>
                </c:pt>
                <c:pt idx="533">
                  <c:v>1.48</c:v>
                </c:pt>
                <c:pt idx="534">
                  <c:v>1.48</c:v>
                </c:pt>
                <c:pt idx="535">
                  <c:v>1.48</c:v>
                </c:pt>
                <c:pt idx="536">
                  <c:v>1.48</c:v>
                </c:pt>
                <c:pt idx="537">
                  <c:v>1.48</c:v>
                </c:pt>
                <c:pt idx="538">
                  <c:v>1.48</c:v>
                </c:pt>
                <c:pt idx="539">
                  <c:v>1.48</c:v>
                </c:pt>
                <c:pt idx="540">
                  <c:v>1.48</c:v>
                </c:pt>
                <c:pt idx="541">
                  <c:v>1.48</c:v>
                </c:pt>
                <c:pt idx="542">
                  <c:v>1.48</c:v>
                </c:pt>
                <c:pt idx="543">
                  <c:v>1.48</c:v>
                </c:pt>
                <c:pt idx="544">
                  <c:v>1.48</c:v>
                </c:pt>
                <c:pt idx="545">
                  <c:v>1.48</c:v>
                </c:pt>
                <c:pt idx="546">
                  <c:v>1.48</c:v>
                </c:pt>
                <c:pt idx="547">
                  <c:v>1.48</c:v>
                </c:pt>
                <c:pt idx="548">
                  <c:v>1.48</c:v>
                </c:pt>
                <c:pt idx="549">
                  <c:v>1.48</c:v>
                </c:pt>
                <c:pt idx="550">
                  <c:v>1.48</c:v>
                </c:pt>
                <c:pt idx="551">
                  <c:v>1.48</c:v>
                </c:pt>
                <c:pt idx="552">
                  <c:v>1.48</c:v>
                </c:pt>
                <c:pt idx="553">
                  <c:v>1.48</c:v>
                </c:pt>
                <c:pt idx="554">
                  <c:v>1.48</c:v>
                </c:pt>
                <c:pt idx="555">
                  <c:v>1.48</c:v>
                </c:pt>
                <c:pt idx="556">
                  <c:v>1.48</c:v>
                </c:pt>
                <c:pt idx="557">
                  <c:v>1.48</c:v>
                </c:pt>
                <c:pt idx="558">
                  <c:v>1.48</c:v>
                </c:pt>
                <c:pt idx="559">
                  <c:v>1.48</c:v>
                </c:pt>
                <c:pt idx="560">
                  <c:v>1.48</c:v>
                </c:pt>
                <c:pt idx="561">
                  <c:v>1.48</c:v>
                </c:pt>
                <c:pt idx="562">
                  <c:v>1.48</c:v>
                </c:pt>
                <c:pt idx="563">
                  <c:v>1.48</c:v>
                </c:pt>
                <c:pt idx="564">
                  <c:v>1.48</c:v>
                </c:pt>
                <c:pt idx="565">
                  <c:v>1.48</c:v>
                </c:pt>
                <c:pt idx="566">
                  <c:v>1.48</c:v>
                </c:pt>
                <c:pt idx="567">
                  <c:v>1.48</c:v>
                </c:pt>
                <c:pt idx="568">
                  <c:v>1.48</c:v>
                </c:pt>
                <c:pt idx="569">
                  <c:v>1.48</c:v>
                </c:pt>
                <c:pt idx="570">
                  <c:v>1.48</c:v>
                </c:pt>
                <c:pt idx="571">
                  <c:v>1.48</c:v>
                </c:pt>
                <c:pt idx="572">
                  <c:v>1.48</c:v>
                </c:pt>
                <c:pt idx="573">
                  <c:v>1.48</c:v>
                </c:pt>
                <c:pt idx="574">
                  <c:v>1.48</c:v>
                </c:pt>
                <c:pt idx="575">
                  <c:v>1.48</c:v>
                </c:pt>
                <c:pt idx="576">
                  <c:v>1.48</c:v>
                </c:pt>
                <c:pt idx="577">
                  <c:v>1.48</c:v>
                </c:pt>
                <c:pt idx="578">
                  <c:v>1.48</c:v>
                </c:pt>
                <c:pt idx="579">
                  <c:v>1.48</c:v>
                </c:pt>
                <c:pt idx="580">
                  <c:v>1.48</c:v>
                </c:pt>
                <c:pt idx="581">
                  <c:v>1.48</c:v>
                </c:pt>
                <c:pt idx="582">
                  <c:v>1.48</c:v>
                </c:pt>
                <c:pt idx="583">
                  <c:v>1.48</c:v>
                </c:pt>
                <c:pt idx="584">
                  <c:v>1.48</c:v>
                </c:pt>
                <c:pt idx="585">
                  <c:v>1.48</c:v>
                </c:pt>
                <c:pt idx="586">
                  <c:v>1.48</c:v>
                </c:pt>
                <c:pt idx="587">
                  <c:v>1.48</c:v>
                </c:pt>
                <c:pt idx="588">
                  <c:v>1.48</c:v>
                </c:pt>
                <c:pt idx="589">
                  <c:v>1.48</c:v>
                </c:pt>
                <c:pt idx="590">
                  <c:v>1.48</c:v>
                </c:pt>
                <c:pt idx="591">
                  <c:v>1.48</c:v>
                </c:pt>
                <c:pt idx="592">
                  <c:v>1.48</c:v>
                </c:pt>
                <c:pt idx="593">
                  <c:v>1.48</c:v>
                </c:pt>
                <c:pt idx="594">
                  <c:v>1.48</c:v>
                </c:pt>
                <c:pt idx="595">
                  <c:v>1.48</c:v>
                </c:pt>
                <c:pt idx="596">
                  <c:v>1.48</c:v>
                </c:pt>
                <c:pt idx="597">
                  <c:v>1.48</c:v>
                </c:pt>
                <c:pt idx="598">
                  <c:v>1.48</c:v>
                </c:pt>
                <c:pt idx="599">
                  <c:v>1.48</c:v>
                </c:pt>
                <c:pt idx="600">
                  <c:v>1.48</c:v>
                </c:pt>
                <c:pt idx="601">
                  <c:v>1.48</c:v>
                </c:pt>
                <c:pt idx="602">
                  <c:v>1.48</c:v>
                </c:pt>
                <c:pt idx="603">
                  <c:v>1.48</c:v>
                </c:pt>
                <c:pt idx="604">
                  <c:v>1.48</c:v>
                </c:pt>
                <c:pt idx="605">
                  <c:v>1.48</c:v>
                </c:pt>
                <c:pt idx="606">
                  <c:v>1.48</c:v>
                </c:pt>
                <c:pt idx="607">
                  <c:v>1.48</c:v>
                </c:pt>
                <c:pt idx="608">
                  <c:v>1.48</c:v>
                </c:pt>
                <c:pt idx="609">
                  <c:v>1.48</c:v>
                </c:pt>
                <c:pt idx="610">
                  <c:v>1.48</c:v>
                </c:pt>
                <c:pt idx="611">
                  <c:v>1.48</c:v>
                </c:pt>
                <c:pt idx="612">
                  <c:v>1.48</c:v>
                </c:pt>
                <c:pt idx="613">
                  <c:v>1.48</c:v>
                </c:pt>
                <c:pt idx="614">
                  <c:v>1.48</c:v>
                </c:pt>
                <c:pt idx="615">
                  <c:v>1.48</c:v>
                </c:pt>
                <c:pt idx="616">
                  <c:v>1.48</c:v>
                </c:pt>
                <c:pt idx="617">
                  <c:v>1.48</c:v>
                </c:pt>
                <c:pt idx="618">
                  <c:v>1.48</c:v>
                </c:pt>
                <c:pt idx="619">
                  <c:v>1.48</c:v>
                </c:pt>
                <c:pt idx="620">
                  <c:v>1.48</c:v>
                </c:pt>
                <c:pt idx="621">
                  <c:v>1.48</c:v>
                </c:pt>
                <c:pt idx="622">
                  <c:v>1.48</c:v>
                </c:pt>
                <c:pt idx="623">
                  <c:v>1.48</c:v>
                </c:pt>
                <c:pt idx="624">
                  <c:v>1.48</c:v>
                </c:pt>
                <c:pt idx="625">
                  <c:v>1.48</c:v>
                </c:pt>
                <c:pt idx="626">
                  <c:v>1.48</c:v>
                </c:pt>
                <c:pt idx="627">
                  <c:v>1.48</c:v>
                </c:pt>
                <c:pt idx="628">
                  <c:v>1.48</c:v>
                </c:pt>
                <c:pt idx="629">
                  <c:v>1.48</c:v>
                </c:pt>
                <c:pt idx="630">
                  <c:v>1.48</c:v>
                </c:pt>
                <c:pt idx="631">
                  <c:v>1.48</c:v>
                </c:pt>
                <c:pt idx="632">
                  <c:v>1.48</c:v>
                </c:pt>
                <c:pt idx="633">
                  <c:v>1.48</c:v>
                </c:pt>
                <c:pt idx="634">
                  <c:v>1.48</c:v>
                </c:pt>
                <c:pt idx="635">
                  <c:v>1.48</c:v>
                </c:pt>
                <c:pt idx="636">
                  <c:v>1.48</c:v>
                </c:pt>
                <c:pt idx="637">
                  <c:v>1.48</c:v>
                </c:pt>
                <c:pt idx="638">
                  <c:v>1.48</c:v>
                </c:pt>
                <c:pt idx="639">
                  <c:v>1.48</c:v>
                </c:pt>
                <c:pt idx="640">
                  <c:v>1.48</c:v>
                </c:pt>
                <c:pt idx="641">
                  <c:v>1.48</c:v>
                </c:pt>
                <c:pt idx="642">
                  <c:v>1.48</c:v>
                </c:pt>
                <c:pt idx="643">
                  <c:v>1.48</c:v>
                </c:pt>
                <c:pt idx="644">
                  <c:v>1.48</c:v>
                </c:pt>
                <c:pt idx="645">
                  <c:v>1.48</c:v>
                </c:pt>
                <c:pt idx="646">
                  <c:v>1.48</c:v>
                </c:pt>
                <c:pt idx="647">
                  <c:v>1.48</c:v>
                </c:pt>
                <c:pt idx="648">
                  <c:v>1.48</c:v>
                </c:pt>
                <c:pt idx="649">
                  <c:v>1.48</c:v>
                </c:pt>
                <c:pt idx="650">
                  <c:v>1.48</c:v>
                </c:pt>
                <c:pt idx="651">
                  <c:v>1.48</c:v>
                </c:pt>
                <c:pt idx="652">
                  <c:v>1.48</c:v>
                </c:pt>
                <c:pt idx="653">
                  <c:v>1.48</c:v>
                </c:pt>
                <c:pt idx="654">
                  <c:v>1.48</c:v>
                </c:pt>
                <c:pt idx="655">
                  <c:v>1.48</c:v>
                </c:pt>
                <c:pt idx="656">
                  <c:v>1.48</c:v>
                </c:pt>
                <c:pt idx="657">
                  <c:v>1.48</c:v>
                </c:pt>
                <c:pt idx="658">
                  <c:v>1.48</c:v>
                </c:pt>
                <c:pt idx="659">
                  <c:v>1.48</c:v>
                </c:pt>
                <c:pt idx="660">
                  <c:v>1.48</c:v>
                </c:pt>
                <c:pt idx="661">
                  <c:v>1.48</c:v>
                </c:pt>
                <c:pt idx="662">
                  <c:v>1.48</c:v>
                </c:pt>
                <c:pt idx="663">
                  <c:v>1.48</c:v>
                </c:pt>
                <c:pt idx="664">
                  <c:v>1.48</c:v>
                </c:pt>
                <c:pt idx="665">
                  <c:v>1.48</c:v>
                </c:pt>
                <c:pt idx="666">
                  <c:v>1.48</c:v>
                </c:pt>
                <c:pt idx="667">
                  <c:v>1.48</c:v>
                </c:pt>
                <c:pt idx="668">
                  <c:v>1.48</c:v>
                </c:pt>
                <c:pt idx="669">
                  <c:v>1.48</c:v>
                </c:pt>
                <c:pt idx="670">
                  <c:v>1.48</c:v>
                </c:pt>
                <c:pt idx="671">
                  <c:v>1.48</c:v>
                </c:pt>
                <c:pt idx="672">
                  <c:v>1.48</c:v>
                </c:pt>
                <c:pt idx="673">
                  <c:v>1.48</c:v>
                </c:pt>
                <c:pt idx="674">
                  <c:v>1.48</c:v>
                </c:pt>
                <c:pt idx="675">
                  <c:v>1.48</c:v>
                </c:pt>
                <c:pt idx="676">
                  <c:v>1.48</c:v>
                </c:pt>
                <c:pt idx="677">
                  <c:v>1.48</c:v>
                </c:pt>
                <c:pt idx="678">
                  <c:v>1.48</c:v>
                </c:pt>
                <c:pt idx="679">
                  <c:v>1.48</c:v>
                </c:pt>
                <c:pt idx="680">
                  <c:v>1.48</c:v>
                </c:pt>
                <c:pt idx="681">
                  <c:v>1.48</c:v>
                </c:pt>
                <c:pt idx="682">
                  <c:v>1.48</c:v>
                </c:pt>
                <c:pt idx="683">
                  <c:v>1.48</c:v>
                </c:pt>
                <c:pt idx="684">
                  <c:v>1.48</c:v>
                </c:pt>
                <c:pt idx="685">
                  <c:v>1.48</c:v>
                </c:pt>
                <c:pt idx="686">
                  <c:v>1.48</c:v>
                </c:pt>
                <c:pt idx="687">
                  <c:v>1.48</c:v>
                </c:pt>
                <c:pt idx="688">
                  <c:v>1.48</c:v>
                </c:pt>
                <c:pt idx="689">
                  <c:v>1.48</c:v>
                </c:pt>
                <c:pt idx="690">
                  <c:v>1.48</c:v>
                </c:pt>
                <c:pt idx="691">
                  <c:v>1.48</c:v>
                </c:pt>
                <c:pt idx="692">
                  <c:v>1.48</c:v>
                </c:pt>
                <c:pt idx="693">
                  <c:v>1.48</c:v>
                </c:pt>
                <c:pt idx="694">
                  <c:v>1.48</c:v>
                </c:pt>
                <c:pt idx="695">
                  <c:v>1.48</c:v>
                </c:pt>
                <c:pt idx="696">
                  <c:v>1.48</c:v>
                </c:pt>
                <c:pt idx="697">
                  <c:v>1.48</c:v>
                </c:pt>
                <c:pt idx="698">
                  <c:v>1.48</c:v>
                </c:pt>
                <c:pt idx="699">
                  <c:v>1.48</c:v>
                </c:pt>
                <c:pt idx="700">
                  <c:v>1.48</c:v>
                </c:pt>
                <c:pt idx="701">
                  <c:v>1.48</c:v>
                </c:pt>
                <c:pt idx="702">
                  <c:v>1.48</c:v>
                </c:pt>
                <c:pt idx="703">
                  <c:v>1.48</c:v>
                </c:pt>
                <c:pt idx="704">
                  <c:v>1.48</c:v>
                </c:pt>
                <c:pt idx="705">
                  <c:v>1.48</c:v>
                </c:pt>
                <c:pt idx="706">
                  <c:v>1.48</c:v>
                </c:pt>
                <c:pt idx="707">
                  <c:v>1.48</c:v>
                </c:pt>
                <c:pt idx="708">
                  <c:v>1.48</c:v>
                </c:pt>
                <c:pt idx="709">
                  <c:v>1.48</c:v>
                </c:pt>
                <c:pt idx="710">
                  <c:v>1.48</c:v>
                </c:pt>
                <c:pt idx="711">
                  <c:v>1.48</c:v>
                </c:pt>
                <c:pt idx="712">
                  <c:v>1.48</c:v>
                </c:pt>
                <c:pt idx="713">
                  <c:v>1.48</c:v>
                </c:pt>
                <c:pt idx="714">
                  <c:v>1.48</c:v>
                </c:pt>
                <c:pt idx="715">
                  <c:v>1.48</c:v>
                </c:pt>
                <c:pt idx="716">
                  <c:v>1.48</c:v>
                </c:pt>
                <c:pt idx="717">
                  <c:v>1.48</c:v>
                </c:pt>
                <c:pt idx="718">
                  <c:v>1.48</c:v>
                </c:pt>
                <c:pt idx="719">
                  <c:v>1.48</c:v>
                </c:pt>
                <c:pt idx="720">
                  <c:v>1.48</c:v>
                </c:pt>
                <c:pt idx="721">
                  <c:v>1.48</c:v>
                </c:pt>
                <c:pt idx="722">
                  <c:v>1.48</c:v>
                </c:pt>
                <c:pt idx="723">
                  <c:v>1.48</c:v>
                </c:pt>
                <c:pt idx="724">
                  <c:v>1.48</c:v>
                </c:pt>
                <c:pt idx="725">
                  <c:v>1.48</c:v>
                </c:pt>
                <c:pt idx="726">
                  <c:v>1.48</c:v>
                </c:pt>
                <c:pt idx="727">
                  <c:v>1.48</c:v>
                </c:pt>
                <c:pt idx="728">
                  <c:v>1.48</c:v>
                </c:pt>
                <c:pt idx="729">
                  <c:v>1.48</c:v>
                </c:pt>
                <c:pt idx="730">
                  <c:v>1.48</c:v>
                </c:pt>
                <c:pt idx="731">
                  <c:v>1.48</c:v>
                </c:pt>
                <c:pt idx="732">
                  <c:v>1.48</c:v>
                </c:pt>
                <c:pt idx="733">
                  <c:v>1.48</c:v>
                </c:pt>
                <c:pt idx="734">
                  <c:v>1.48</c:v>
                </c:pt>
                <c:pt idx="735">
                  <c:v>1.48</c:v>
                </c:pt>
                <c:pt idx="736">
                  <c:v>1.48</c:v>
                </c:pt>
                <c:pt idx="737">
                  <c:v>1.48</c:v>
                </c:pt>
                <c:pt idx="738">
                  <c:v>1.48</c:v>
                </c:pt>
                <c:pt idx="739">
                  <c:v>1.48</c:v>
                </c:pt>
                <c:pt idx="740">
                  <c:v>1.48</c:v>
                </c:pt>
                <c:pt idx="741">
                  <c:v>1.48</c:v>
                </c:pt>
                <c:pt idx="742">
                  <c:v>1.48</c:v>
                </c:pt>
                <c:pt idx="743">
                  <c:v>1.48</c:v>
                </c:pt>
                <c:pt idx="744">
                  <c:v>1.48</c:v>
                </c:pt>
                <c:pt idx="745">
                  <c:v>1.48</c:v>
                </c:pt>
                <c:pt idx="746">
                  <c:v>1.48</c:v>
                </c:pt>
                <c:pt idx="747">
                  <c:v>1.48</c:v>
                </c:pt>
                <c:pt idx="748">
                  <c:v>1.48</c:v>
                </c:pt>
                <c:pt idx="749">
                  <c:v>1.48</c:v>
                </c:pt>
                <c:pt idx="750">
                  <c:v>1.48</c:v>
                </c:pt>
                <c:pt idx="751">
                  <c:v>1.48</c:v>
                </c:pt>
                <c:pt idx="752">
                  <c:v>1.48</c:v>
                </c:pt>
                <c:pt idx="753">
                  <c:v>1.48</c:v>
                </c:pt>
                <c:pt idx="754">
                  <c:v>1.48</c:v>
                </c:pt>
                <c:pt idx="755">
                  <c:v>1.48</c:v>
                </c:pt>
                <c:pt idx="756">
                  <c:v>1.48</c:v>
                </c:pt>
                <c:pt idx="757">
                  <c:v>1.48</c:v>
                </c:pt>
                <c:pt idx="758">
                  <c:v>1.48</c:v>
                </c:pt>
                <c:pt idx="759">
                  <c:v>1.48</c:v>
                </c:pt>
                <c:pt idx="760">
                  <c:v>1.48</c:v>
                </c:pt>
                <c:pt idx="761">
                  <c:v>1.48</c:v>
                </c:pt>
                <c:pt idx="762">
                  <c:v>1.48</c:v>
                </c:pt>
                <c:pt idx="763">
                  <c:v>1.48</c:v>
                </c:pt>
                <c:pt idx="764">
                  <c:v>1.48</c:v>
                </c:pt>
                <c:pt idx="765">
                  <c:v>1.48</c:v>
                </c:pt>
                <c:pt idx="766">
                  <c:v>1.48</c:v>
                </c:pt>
                <c:pt idx="767">
                  <c:v>1.48</c:v>
                </c:pt>
                <c:pt idx="768">
                  <c:v>1.48</c:v>
                </c:pt>
                <c:pt idx="769">
                  <c:v>1.48</c:v>
                </c:pt>
                <c:pt idx="770">
                  <c:v>1.48</c:v>
                </c:pt>
                <c:pt idx="771">
                  <c:v>1.48</c:v>
                </c:pt>
                <c:pt idx="772">
                  <c:v>1.48</c:v>
                </c:pt>
                <c:pt idx="773">
                  <c:v>1.48</c:v>
                </c:pt>
                <c:pt idx="774">
                  <c:v>1.48</c:v>
                </c:pt>
                <c:pt idx="775">
                  <c:v>1.48</c:v>
                </c:pt>
                <c:pt idx="776">
                  <c:v>1.48</c:v>
                </c:pt>
                <c:pt idx="777">
                  <c:v>1.48</c:v>
                </c:pt>
                <c:pt idx="778">
                  <c:v>1.48</c:v>
                </c:pt>
                <c:pt idx="779">
                  <c:v>1.48</c:v>
                </c:pt>
                <c:pt idx="780">
                  <c:v>1.48</c:v>
                </c:pt>
                <c:pt idx="781">
                  <c:v>1.48</c:v>
                </c:pt>
                <c:pt idx="782">
                  <c:v>1.48</c:v>
                </c:pt>
                <c:pt idx="783">
                  <c:v>1.48</c:v>
                </c:pt>
                <c:pt idx="784">
                  <c:v>1.48</c:v>
                </c:pt>
                <c:pt idx="785">
                  <c:v>1.48</c:v>
                </c:pt>
                <c:pt idx="786">
                  <c:v>1.48</c:v>
                </c:pt>
                <c:pt idx="787">
                  <c:v>1.48</c:v>
                </c:pt>
                <c:pt idx="788">
                  <c:v>1.48</c:v>
                </c:pt>
                <c:pt idx="789">
                  <c:v>1.48</c:v>
                </c:pt>
                <c:pt idx="790">
                  <c:v>1.48</c:v>
                </c:pt>
                <c:pt idx="791">
                  <c:v>1.48</c:v>
                </c:pt>
                <c:pt idx="792">
                  <c:v>1.48</c:v>
                </c:pt>
                <c:pt idx="793">
                  <c:v>1.48</c:v>
                </c:pt>
                <c:pt idx="794">
                  <c:v>1.48</c:v>
                </c:pt>
                <c:pt idx="795">
                  <c:v>1.48</c:v>
                </c:pt>
                <c:pt idx="796">
                  <c:v>1.48</c:v>
                </c:pt>
                <c:pt idx="797">
                  <c:v>1.48</c:v>
                </c:pt>
                <c:pt idx="798">
                  <c:v>1.48</c:v>
                </c:pt>
                <c:pt idx="799">
                  <c:v>1.48</c:v>
                </c:pt>
                <c:pt idx="800">
                  <c:v>1.48</c:v>
                </c:pt>
                <c:pt idx="801">
                  <c:v>1.48</c:v>
                </c:pt>
                <c:pt idx="802">
                  <c:v>1.48</c:v>
                </c:pt>
                <c:pt idx="803">
                  <c:v>1.48</c:v>
                </c:pt>
                <c:pt idx="804">
                  <c:v>1.48</c:v>
                </c:pt>
                <c:pt idx="805">
                  <c:v>1.48</c:v>
                </c:pt>
                <c:pt idx="806">
                  <c:v>1.48</c:v>
                </c:pt>
                <c:pt idx="807">
                  <c:v>1.48</c:v>
                </c:pt>
                <c:pt idx="808">
                  <c:v>1.48</c:v>
                </c:pt>
                <c:pt idx="809">
                  <c:v>1.48</c:v>
                </c:pt>
                <c:pt idx="810">
                  <c:v>1.48</c:v>
                </c:pt>
                <c:pt idx="811">
                  <c:v>1.48</c:v>
                </c:pt>
                <c:pt idx="812">
                  <c:v>1.48</c:v>
                </c:pt>
                <c:pt idx="813">
                  <c:v>1.48</c:v>
                </c:pt>
                <c:pt idx="814">
                  <c:v>1.48</c:v>
                </c:pt>
                <c:pt idx="815">
                  <c:v>1.48</c:v>
                </c:pt>
                <c:pt idx="816">
                  <c:v>1.48</c:v>
                </c:pt>
                <c:pt idx="817">
                  <c:v>1.48</c:v>
                </c:pt>
                <c:pt idx="818">
                  <c:v>1.48</c:v>
                </c:pt>
                <c:pt idx="819">
                  <c:v>1.48</c:v>
                </c:pt>
                <c:pt idx="820">
                  <c:v>1.48</c:v>
                </c:pt>
                <c:pt idx="821">
                  <c:v>1.48</c:v>
                </c:pt>
                <c:pt idx="822">
                  <c:v>1.48</c:v>
                </c:pt>
                <c:pt idx="823">
                  <c:v>1.48</c:v>
                </c:pt>
                <c:pt idx="824">
                  <c:v>1.48</c:v>
                </c:pt>
                <c:pt idx="825">
                  <c:v>1.48</c:v>
                </c:pt>
                <c:pt idx="826">
                  <c:v>1.48</c:v>
                </c:pt>
                <c:pt idx="827">
                  <c:v>1.48</c:v>
                </c:pt>
                <c:pt idx="828">
                  <c:v>1.48</c:v>
                </c:pt>
                <c:pt idx="829">
                  <c:v>1.48</c:v>
                </c:pt>
                <c:pt idx="830">
                  <c:v>1.48</c:v>
                </c:pt>
                <c:pt idx="831">
                  <c:v>1.48</c:v>
                </c:pt>
                <c:pt idx="832">
                  <c:v>1.48</c:v>
                </c:pt>
                <c:pt idx="833">
                  <c:v>1.48</c:v>
                </c:pt>
                <c:pt idx="834">
                  <c:v>1.48</c:v>
                </c:pt>
                <c:pt idx="835">
                  <c:v>1.48</c:v>
                </c:pt>
                <c:pt idx="836">
                  <c:v>1.48</c:v>
                </c:pt>
                <c:pt idx="837">
                  <c:v>1.48</c:v>
                </c:pt>
                <c:pt idx="838">
                  <c:v>1.48</c:v>
                </c:pt>
                <c:pt idx="839">
                  <c:v>1.48</c:v>
                </c:pt>
                <c:pt idx="840">
                  <c:v>1.48</c:v>
                </c:pt>
                <c:pt idx="841">
                  <c:v>1.48</c:v>
                </c:pt>
                <c:pt idx="842">
                  <c:v>1.48</c:v>
                </c:pt>
                <c:pt idx="843">
                  <c:v>1.48</c:v>
                </c:pt>
                <c:pt idx="844">
                  <c:v>1.48</c:v>
                </c:pt>
                <c:pt idx="845">
                  <c:v>1.48</c:v>
                </c:pt>
                <c:pt idx="846">
                  <c:v>1.48</c:v>
                </c:pt>
                <c:pt idx="847">
                  <c:v>1.48</c:v>
                </c:pt>
                <c:pt idx="848">
                  <c:v>1.48</c:v>
                </c:pt>
                <c:pt idx="849">
                  <c:v>1.48</c:v>
                </c:pt>
                <c:pt idx="850">
                  <c:v>1.48</c:v>
                </c:pt>
                <c:pt idx="851">
                  <c:v>1.48</c:v>
                </c:pt>
                <c:pt idx="852">
                  <c:v>1.48</c:v>
                </c:pt>
                <c:pt idx="853">
                  <c:v>1.48</c:v>
                </c:pt>
                <c:pt idx="854">
                  <c:v>1.48</c:v>
                </c:pt>
                <c:pt idx="855">
                  <c:v>1.48</c:v>
                </c:pt>
                <c:pt idx="856">
                  <c:v>1.48</c:v>
                </c:pt>
                <c:pt idx="857">
                  <c:v>1.48</c:v>
                </c:pt>
                <c:pt idx="858">
                  <c:v>1.48</c:v>
                </c:pt>
                <c:pt idx="859">
                  <c:v>1.48</c:v>
                </c:pt>
                <c:pt idx="860">
                  <c:v>1.48</c:v>
                </c:pt>
                <c:pt idx="861">
                  <c:v>1.48</c:v>
                </c:pt>
                <c:pt idx="862">
                  <c:v>1.48</c:v>
                </c:pt>
                <c:pt idx="863">
                  <c:v>1.48</c:v>
                </c:pt>
                <c:pt idx="864">
                  <c:v>1.48</c:v>
                </c:pt>
                <c:pt idx="865">
                  <c:v>1.48</c:v>
                </c:pt>
                <c:pt idx="866">
                  <c:v>1.48</c:v>
                </c:pt>
                <c:pt idx="867">
                  <c:v>1.48</c:v>
                </c:pt>
                <c:pt idx="868">
                  <c:v>1.48</c:v>
                </c:pt>
                <c:pt idx="869">
                  <c:v>1.48</c:v>
                </c:pt>
                <c:pt idx="870">
                  <c:v>1.48</c:v>
                </c:pt>
                <c:pt idx="871">
                  <c:v>1.48</c:v>
                </c:pt>
                <c:pt idx="872">
                  <c:v>1.48</c:v>
                </c:pt>
                <c:pt idx="873">
                  <c:v>1.48</c:v>
                </c:pt>
                <c:pt idx="874">
                  <c:v>1.48</c:v>
                </c:pt>
                <c:pt idx="875">
                  <c:v>1.48</c:v>
                </c:pt>
                <c:pt idx="876">
                  <c:v>1.48</c:v>
                </c:pt>
                <c:pt idx="877">
                  <c:v>1.48</c:v>
                </c:pt>
                <c:pt idx="878">
                  <c:v>1.48</c:v>
                </c:pt>
                <c:pt idx="879">
                  <c:v>1.48</c:v>
                </c:pt>
                <c:pt idx="880">
                  <c:v>1.48</c:v>
                </c:pt>
                <c:pt idx="881">
                  <c:v>1.48</c:v>
                </c:pt>
                <c:pt idx="882">
                  <c:v>1.48</c:v>
                </c:pt>
                <c:pt idx="883">
                  <c:v>1.48</c:v>
                </c:pt>
                <c:pt idx="884">
                  <c:v>1.48</c:v>
                </c:pt>
                <c:pt idx="885">
                  <c:v>1.48</c:v>
                </c:pt>
                <c:pt idx="886">
                  <c:v>1.48</c:v>
                </c:pt>
                <c:pt idx="887">
                  <c:v>1.48</c:v>
                </c:pt>
                <c:pt idx="888">
                  <c:v>1.48</c:v>
                </c:pt>
                <c:pt idx="889">
                  <c:v>1.48</c:v>
                </c:pt>
                <c:pt idx="890">
                  <c:v>1.48</c:v>
                </c:pt>
                <c:pt idx="891">
                  <c:v>1.48</c:v>
                </c:pt>
                <c:pt idx="892">
                  <c:v>1.48</c:v>
                </c:pt>
                <c:pt idx="893">
                  <c:v>1.48</c:v>
                </c:pt>
                <c:pt idx="894">
                  <c:v>1.48</c:v>
                </c:pt>
                <c:pt idx="895">
                  <c:v>1.48</c:v>
                </c:pt>
                <c:pt idx="896">
                  <c:v>1.48</c:v>
                </c:pt>
                <c:pt idx="897">
                  <c:v>1.48</c:v>
                </c:pt>
                <c:pt idx="898">
                  <c:v>1.48</c:v>
                </c:pt>
                <c:pt idx="899">
                  <c:v>1.48</c:v>
                </c:pt>
                <c:pt idx="900">
                  <c:v>1.48</c:v>
                </c:pt>
                <c:pt idx="901">
                  <c:v>1.48</c:v>
                </c:pt>
                <c:pt idx="902">
                  <c:v>1.48</c:v>
                </c:pt>
                <c:pt idx="903">
                  <c:v>1.48</c:v>
                </c:pt>
                <c:pt idx="904">
                  <c:v>1.48</c:v>
                </c:pt>
                <c:pt idx="905">
                  <c:v>1.48</c:v>
                </c:pt>
                <c:pt idx="906">
                  <c:v>1.48</c:v>
                </c:pt>
                <c:pt idx="907">
                  <c:v>1.48</c:v>
                </c:pt>
                <c:pt idx="908">
                  <c:v>1.48</c:v>
                </c:pt>
                <c:pt idx="909">
                  <c:v>1.48</c:v>
                </c:pt>
                <c:pt idx="910">
                  <c:v>1.48</c:v>
                </c:pt>
                <c:pt idx="911">
                  <c:v>1.48</c:v>
                </c:pt>
                <c:pt idx="912">
                  <c:v>1.48</c:v>
                </c:pt>
                <c:pt idx="913">
                  <c:v>1.48</c:v>
                </c:pt>
                <c:pt idx="914">
                  <c:v>1.48</c:v>
                </c:pt>
                <c:pt idx="915">
                  <c:v>1.48</c:v>
                </c:pt>
                <c:pt idx="916">
                  <c:v>1.48</c:v>
                </c:pt>
                <c:pt idx="917">
                  <c:v>1.48</c:v>
                </c:pt>
                <c:pt idx="918">
                  <c:v>1.48</c:v>
                </c:pt>
                <c:pt idx="919">
                  <c:v>1.48</c:v>
                </c:pt>
                <c:pt idx="920">
                  <c:v>1.48</c:v>
                </c:pt>
                <c:pt idx="921">
                  <c:v>1.48</c:v>
                </c:pt>
                <c:pt idx="922">
                  <c:v>1.48</c:v>
                </c:pt>
                <c:pt idx="923">
                  <c:v>1.48</c:v>
                </c:pt>
                <c:pt idx="924">
                  <c:v>1.48</c:v>
                </c:pt>
                <c:pt idx="925">
                  <c:v>1.48</c:v>
                </c:pt>
                <c:pt idx="926">
                  <c:v>1.48</c:v>
                </c:pt>
                <c:pt idx="927">
                  <c:v>1.48</c:v>
                </c:pt>
                <c:pt idx="928">
                  <c:v>1.48</c:v>
                </c:pt>
                <c:pt idx="929">
                  <c:v>1.48</c:v>
                </c:pt>
                <c:pt idx="930">
                  <c:v>1.48</c:v>
                </c:pt>
                <c:pt idx="931">
                  <c:v>1.48</c:v>
                </c:pt>
                <c:pt idx="932">
                  <c:v>1.48</c:v>
                </c:pt>
                <c:pt idx="933">
                  <c:v>1.48</c:v>
                </c:pt>
                <c:pt idx="934">
                  <c:v>1.48</c:v>
                </c:pt>
                <c:pt idx="935">
                  <c:v>1.48</c:v>
                </c:pt>
                <c:pt idx="936">
                  <c:v>1.48</c:v>
                </c:pt>
                <c:pt idx="937">
                  <c:v>1.48</c:v>
                </c:pt>
                <c:pt idx="938">
                  <c:v>1.48</c:v>
                </c:pt>
                <c:pt idx="939">
                  <c:v>1.48</c:v>
                </c:pt>
                <c:pt idx="940">
                  <c:v>1.48</c:v>
                </c:pt>
                <c:pt idx="941">
                  <c:v>1.48</c:v>
                </c:pt>
                <c:pt idx="942">
                  <c:v>1.48</c:v>
                </c:pt>
                <c:pt idx="943">
                  <c:v>1.48</c:v>
                </c:pt>
                <c:pt idx="944">
                  <c:v>1.48</c:v>
                </c:pt>
                <c:pt idx="945">
                  <c:v>1.48</c:v>
                </c:pt>
                <c:pt idx="946">
                  <c:v>1.48</c:v>
                </c:pt>
                <c:pt idx="947">
                  <c:v>1.48</c:v>
                </c:pt>
                <c:pt idx="948">
                  <c:v>1.48</c:v>
                </c:pt>
                <c:pt idx="949">
                  <c:v>1.48</c:v>
                </c:pt>
                <c:pt idx="950">
                  <c:v>1.48</c:v>
                </c:pt>
                <c:pt idx="951">
                  <c:v>1.48</c:v>
                </c:pt>
                <c:pt idx="952">
                  <c:v>1.48</c:v>
                </c:pt>
                <c:pt idx="953">
                  <c:v>1.48</c:v>
                </c:pt>
                <c:pt idx="954">
                  <c:v>1.48</c:v>
                </c:pt>
                <c:pt idx="955">
                  <c:v>1.48</c:v>
                </c:pt>
                <c:pt idx="956">
                  <c:v>1.48</c:v>
                </c:pt>
                <c:pt idx="957">
                  <c:v>1.48</c:v>
                </c:pt>
                <c:pt idx="958">
                  <c:v>1.48</c:v>
                </c:pt>
                <c:pt idx="959">
                  <c:v>1.48</c:v>
                </c:pt>
                <c:pt idx="960">
                  <c:v>1.48</c:v>
                </c:pt>
                <c:pt idx="961">
                  <c:v>1.48</c:v>
                </c:pt>
                <c:pt idx="962">
                  <c:v>1.48</c:v>
                </c:pt>
                <c:pt idx="963">
                  <c:v>1.48</c:v>
                </c:pt>
                <c:pt idx="964">
                  <c:v>1.48</c:v>
                </c:pt>
                <c:pt idx="965">
                  <c:v>1.48</c:v>
                </c:pt>
                <c:pt idx="966">
                  <c:v>1.48</c:v>
                </c:pt>
                <c:pt idx="967">
                  <c:v>1.48</c:v>
                </c:pt>
                <c:pt idx="968">
                  <c:v>1.48</c:v>
                </c:pt>
                <c:pt idx="969">
                  <c:v>1.48</c:v>
                </c:pt>
                <c:pt idx="970">
                  <c:v>1.48</c:v>
                </c:pt>
                <c:pt idx="971">
                  <c:v>1.48</c:v>
                </c:pt>
                <c:pt idx="972">
                  <c:v>1.48</c:v>
                </c:pt>
                <c:pt idx="973">
                  <c:v>1.48</c:v>
                </c:pt>
                <c:pt idx="974">
                  <c:v>1.48</c:v>
                </c:pt>
                <c:pt idx="975">
                  <c:v>1.48</c:v>
                </c:pt>
                <c:pt idx="976">
                  <c:v>1.48</c:v>
                </c:pt>
                <c:pt idx="977">
                  <c:v>1.48</c:v>
                </c:pt>
                <c:pt idx="978">
                  <c:v>1.48</c:v>
                </c:pt>
                <c:pt idx="979">
                  <c:v>1.48</c:v>
                </c:pt>
                <c:pt idx="980">
                  <c:v>1.48</c:v>
                </c:pt>
                <c:pt idx="981">
                  <c:v>1.48</c:v>
                </c:pt>
                <c:pt idx="982">
                  <c:v>1.48</c:v>
                </c:pt>
                <c:pt idx="983">
                  <c:v>1.48</c:v>
                </c:pt>
                <c:pt idx="984">
                  <c:v>1.48</c:v>
                </c:pt>
                <c:pt idx="985">
                  <c:v>1.48</c:v>
                </c:pt>
                <c:pt idx="986">
                  <c:v>1.48</c:v>
                </c:pt>
                <c:pt idx="987">
                  <c:v>1.48</c:v>
                </c:pt>
                <c:pt idx="988">
                  <c:v>1.48</c:v>
                </c:pt>
                <c:pt idx="989">
                  <c:v>1.48</c:v>
                </c:pt>
                <c:pt idx="990">
                  <c:v>1.48</c:v>
                </c:pt>
                <c:pt idx="991">
                  <c:v>1.48</c:v>
                </c:pt>
                <c:pt idx="992">
                  <c:v>1.48</c:v>
                </c:pt>
                <c:pt idx="993">
                  <c:v>1.48</c:v>
                </c:pt>
                <c:pt idx="994">
                  <c:v>1.48</c:v>
                </c:pt>
                <c:pt idx="995">
                  <c:v>1.48</c:v>
                </c:pt>
                <c:pt idx="996">
                  <c:v>1.48</c:v>
                </c:pt>
                <c:pt idx="997">
                  <c:v>1.48</c:v>
                </c:pt>
                <c:pt idx="998">
                  <c:v>1.48</c:v>
                </c:pt>
                <c:pt idx="999">
                  <c:v>1.48</c:v>
                </c:pt>
                <c:pt idx="1000">
                  <c:v>1.48</c:v>
                </c:pt>
                <c:pt idx="1001">
                  <c:v>1.48</c:v>
                </c:pt>
                <c:pt idx="1002">
                  <c:v>1.48</c:v>
                </c:pt>
                <c:pt idx="1003">
                  <c:v>1.48</c:v>
                </c:pt>
                <c:pt idx="1004">
                  <c:v>1.48</c:v>
                </c:pt>
                <c:pt idx="1005">
                  <c:v>1.48</c:v>
                </c:pt>
                <c:pt idx="1006">
                  <c:v>1.48</c:v>
                </c:pt>
                <c:pt idx="1007">
                  <c:v>1.48</c:v>
                </c:pt>
                <c:pt idx="1008">
                  <c:v>1.48</c:v>
                </c:pt>
                <c:pt idx="1009">
                  <c:v>1.48</c:v>
                </c:pt>
                <c:pt idx="1010">
                  <c:v>1.48</c:v>
                </c:pt>
                <c:pt idx="1011">
                  <c:v>1.48</c:v>
                </c:pt>
                <c:pt idx="1012">
                  <c:v>1.48</c:v>
                </c:pt>
                <c:pt idx="1013">
                  <c:v>1.48</c:v>
                </c:pt>
                <c:pt idx="1014">
                  <c:v>1.48</c:v>
                </c:pt>
                <c:pt idx="1015">
                  <c:v>1.48</c:v>
                </c:pt>
                <c:pt idx="1016">
                  <c:v>1.48</c:v>
                </c:pt>
                <c:pt idx="1017">
                  <c:v>1.48</c:v>
                </c:pt>
                <c:pt idx="1018">
                  <c:v>1.48</c:v>
                </c:pt>
                <c:pt idx="1019">
                  <c:v>1.48</c:v>
                </c:pt>
                <c:pt idx="1020">
                  <c:v>1.48</c:v>
                </c:pt>
                <c:pt idx="1021">
                  <c:v>1.48</c:v>
                </c:pt>
                <c:pt idx="1022">
                  <c:v>1.48</c:v>
                </c:pt>
                <c:pt idx="1023">
                  <c:v>1.48</c:v>
                </c:pt>
                <c:pt idx="1024">
                  <c:v>1.48</c:v>
                </c:pt>
                <c:pt idx="1025">
                  <c:v>1.48</c:v>
                </c:pt>
                <c:pt idx="1026">
                  <c:v>1.48</c:v>
                </c:pt>
                <c:pt idx="1027">
                  <c:v>1.48</c:v>
                </c:pt>
                <c:pt idx="1028">
                  <c:v>1.48</c:v>
                </c:pt>
                <c:pt idx="1029">
                  <c:v>1.48</c:v>
                </c:pt>
                <c:pt idx="1030">
                  <c:v>1.48</c:v>
                </c:pt>
                <c:pt idx="1031">
                  <c:v>1.48</c:v>
                </c:pt>
                <c:pt idx="1032">
                  <c:v>1.48</c:v>
                </c:pt>
                <c:pt idx="1033">
                  <c:v>1.48</c:v>
                </c:pt>
                <c:pt idx="1034">
                  <c:v>1.48</c:v>
                </c:pt>
                <c:pt idx="1035">
                  <c:v>1.48</c:v>
                </c:pt>
                <c:pt idx="1036">
                  <c:v>1.48</c:v>
                </c:pt>
                <c:pt idx="1037">
                  <c:v>1.48</c:v>
                </c:pt>
                <c:pt idx="1038">
                  <c:v>1.48</c:v>
                </c:pt>
                <c:pt idx="1039">
                  <c:v>1.48</c:v>
                </c:pt>
                <c:pt idx="1040">
                  <c:v>1.48</c:v>
                </c:pt>
                <c:pt idx="1041">
                  <c:v>1.48</c:v>
                </c:pt>
                <c:pt idx="1042">
                  <c:v>1.48</c:v>
                </c:pt>
                <c:pt idx="1043">
                  <c:v>1.48</c:v>
                </c:pt>
                <c:pt idx="1044">
                  <c:v>1.48</c:v>
                </c:pt>
                <c:pt idx="1045">
                  <c:v>1.48</c:v>
                </c:pt>
                <c:pt idx="1046">
                  <c:v>1.48</c:v>
                </c:pt>
                <c:pt idx="1047">
                  <c:v>1.48</c:v>
                </c:pt>
                <c:pt idx="1048">
                  <c:v>1.48</c:v>
                </c:pt>
                <c:pt idx="1049">
                  <c:v>1.48</c:v>
                </c:pt>
                <c:pt idx="1050">
                  <c:v>1.48</c:v>
                </c:pt>
                <c:pt idx="1051">
                  <c:v>1.48</c:v>
                </c:pt>
                <c:pt idx="1052">
                  <c:v>1.48</c:v>
                </c:pt>
                <c:pt idx="1053">
                  <c:v>1.48</c:v>
                </c:pt>
                <c:pt idx="1054">
                  <c:v>1.48</c:v>
                </c:pt>
                <c:pt idx="1055">
                  <c:v>1.48</c:v>
                </c:pt>
                <c:pt idx="1056">
                  <c:v>1.48</c:v>
                </c:pt>
                <c:pt idx="1057">
                  <c:v>1.48</c:v>
                </c:pt>
                <c:pt idx="1058">
                  <c:v>1.48</c:v>
                </c:pt>
                <c:pt idx="1059">
                  <c:v>1.48</c:v>
                </c:pt>
                <c:pt idx="1060">
                  <c:v>1.48</c:v>
                </c:pt>
                <c:pt idx="1061">
                  <c:v>1.48</c:v>
                </c:pt>
                <c:pt idx="1062">
                  <c:v>1.48</c:v>
                </c:pt>
                <c:pt idx="1063">
                  <c:v>1.48</c:v>
                </c:pt>
                <c:pt idx="1064">
                  <c:v>1.48</c:v>
                </c:pt>
                <c:pt idx="1065">
                  <c:v>1.48</c:v>
                </c:pt>
                <c:pt idx="1066">
                  <c:v>1.48</c:v>
                </c:pt>
                <c:pt idx="1067">
                  <c:v>1.48</c:v>
                </c:pt>
                <c:pt idx="1068">
                  <c:v>1.48</c:v>
                </c:pt>
                <c:pt idx="1069">
                  <c:v>1.48</c:v>
                </c:pt>
                <c:pt idx="1070">
                  <c:v>1.48</c:v>
                </c:pt>
                <c:pt idx="1071">
                  <c:v>1.48</c:v>
                </c:pt>
                <c:pt idx="1072">
                  <c:v>1.48</c:v>
                </c:pt>
                <c:pt idx="1073">
                  <c:v>1.48</c:v>
                </c:pt>
                <c:pt idx="1074">
                  <c:v>1.48</c:v>
                </c:pt>
                <c:pt idx="1075">
                  <c:v>1.48</c:v>
                </c:pt>
                <c:pt idx="1076">
                  <c:v>1.48</c:v>
                </c:pt>
                <c:pt idx="1077">
                  <c:v>1.48</c:v>
                </c:pt>
                <c:pt idx="1078">
                  <c:v>1.48</c:v>
                </c:pt>
                <c:pt idx="1079">
                  <c:v>1.48</c:v>
                </c:pt>
                <c:pt idx="1080">
                  <c:v>1.48</c:v>
                </c:pt>
                <c:pt idx="1081">
                  <c:v>1.48</c:v>
                </c:pt>
                <c:pt idx="1082">
                  <c:v>1.48</c:v>
                </c:pt>
                <c:pt idx="1083">
                  <c:v>1.48</c:v>
                </c:pt>
                <c:pt idx="1084">
                  <c:v>1.48</c:v>
                </c:pt>
                <c:pt idx="1085">
                  <c:v>1.48</c:v>
                </c:pt>
                <c:pt idx="1086">
                  <c:v>1.48</c:v>
                </c:pt>
                <c:pt idx="1087">
                  <c:v>1.48</c:v>
                </c:pt>
                <c:pt idx="1088">
                  <c:v>1.48</c:v>
                </c:pt>
                <c:pt idx="1089">
                  <c:v>1.48</c:v>
                </c:pt>
                <c:pt idx="1090">
                  <c:v>1.48</c:v>
                </c:pt>
                <c:pt idx="1091">
                  <c:v>1.48</c:v>
                </c:pt>
                <c:pt idx="1092">
                  <c:v>1.48</c:v>
                </c:pt>
                <c:pt idx="1093">
                  <c:v>1.48</c:v>
                </c:pt>
                <c:pt idx="1094">
                  <c:v>1.48</c:v>
                </c:pt>
                <c:pt idx="1095">
                  <c:v>1.48</c:v>
                </c:pt>
                <c:pt idx="1096">
                  <c:v>1.48</c:v>
                </c:pt>
                <c:pt idx="1097">
                  <c:v>1.48</c:v>
                </c:pt>
                <c:pt idx="1098">
                  <c:v>1.48</c:v>
                </c:pt>
                <c:pt idx="1099">
                  <c:v>1.48</c:v>
                </c:pt>
                <c:pt idx="1100">
                  <c:v>1.48</c:v>
                </c:pt>
                <c:pt idx="1101">
                  <c:v>1.48</c:v>
                </c:pt>
                <c:pt idx="1102">
                  <c:v>1.48</c:v>
                </c:pt>
                <c:pt idx="1103">
                  <c:v>1.48</c:v>
                </c:pt>
                <c:pt idx="1104">
                  <c:v>1.48</c:v>
                </c:pt>
                <c:pt idx="1105">
                  <c:v>1.48</c:v>
                </c:pt>
                <c:pt idx="1106">
                  <c:v>1.48</c:v>
                </c:pt>
                <c:pt idx="1107">
                  <c:v>1.48</c:v>
                </c:pt>
                <c:pt idx="1108">
                  <c:v>1.48</c:v>
                </c:pt>
                <c:pt idx="1109">
                  <c:v>1.48</c:v>
                </c:pt>
                <c:pt idx="1110">
                  <c:v>1.48</c:v>
                </c:pt>
                <c:pt idx="1111">
                  <c:v>1.48</c:v>
                </c:pt>
                <c:pt idx="1112">
                  <c:v>1.48</c:v>
                </c:pt>
                <c:pt idx="1113">
                  <c:v>1.48</c:v>
                </c:pt>
                <c:pt idx="1114">
                  <c:v>1.48</c:v>
                </c:pt>
                <c:pt idx="1115">
                  <c:v>1.48</c:v>
                </c:pt>
                <c:pt idx="1116">
                  <c:v>1.48</c:v>
                </c:pt>
                <c:pt idx="1117">
                  <c:v>1.48</c:v>
                </c:pt>
                <c:pt idx="1118">
                  <c:v>1.48</c:v>
                </c:pt>
                <c:pt idx="1119">
                  <c:v>1.48</c:v>
                </c:pt>
                <c:pt idx="1120">
                  <c:v>1.48</c:v>
                </c:pt>
                <c:pt idx="1121">
                  <c:v>1.48</c:v>
                </c:pt>
                <c:pt idx="1122">
                  <c:v>1.48</c:v>
                </c:pt>
                <c:pt idx="1123">
                  <c:v>1.48</c:v>
                </c:pt>
                <c:pt idx="1124">
                  <c:v>1.48</c:v>
                </c:pt>
                <c:pt idx="1125">
                  <c:v>1.48</c:v>
                </c:pt>
                <c:pt idx="1126">
                  <c:v>1.48</c:v>
                </c:pt>
                <c:pt idx="1127">
                  <c:v>1.48</c:v>
                </c:pt>
                <c:pt idx="1128">
                  <c:v>1.48</c:v>
                </c:pt>
                <c:pt idx="1129">
                  <c:v>1.48</c:v>
                </c:pt>
                <c:pt idx="1130">
                  <c:v>1.48</c:v>
                </c:pt>
                <c:pt idx="1131">
                  <c:v>1.48</c:v>
                </c:pt>
                <c:pt idx="1132">
                  <c:v>1.48</c:v>
                </c:pt>
                <c:pt idx="1133">
                  <c:v>1.48</c:v>
                </c:pt>
                <c:pt idx="1134">
                  <c:v>1.48</c:v>
                </c:pt>
                <c:pt idx="1135">
                  <c:v>1.48</c:v>
                </c:pt>
                <c:pt idx="1136">
                  <c:v>1.48</c:v>
                </c:pt>
                <c:pt idx="1137">
                  <c:v>1.48</c:v>
                </c:pt>
                <c:pt idx="1138">
                  <c:v>1.48</c:v>
                </c:pt>
                <c:pt idx="1139">
                  <c:v>1.48</c:v>
                </c:pt>
                <c:pt idx="1140">
                  <c:v>1.48</c:v>
                </c:pt>
                <c:pt idx="1141">
                  <c:v>1.48</c:v>
                </c:pt>
                <c:pt idx="1142">
                  <c:v>1.48</c:v>
                </c:pt>
                <c:pt idx="1143">
                  <c:v>1.48</c:v>
                </c:pt>
                <c:pt idx="1144">
                  <c:v>1.48</c:v>
                </c:pt>
                <c:pt idx="1145">
                  <c:v>1.48</c:v>
                </c:pt>
                <c:pt idx="1146">
                  <c:v>1.48</c:v>
                </c:pt>
                <c:pt idx="1147">
                  <c:v>1.48</c:v>
                </c:pt>
                <c:pt idx="1148">
                  <c:v>1.48</c:v>
                </c:pt>
                <c:pt idx="1149">
                  <c:v>1.48</c:v>
                </c:pt>
                <c:pt idx="1150">
                  <c:v>1.48</c:v>
                </c:pt>
                <c:pt idx="1151">
                  <c:v>1.48</c:v>
                </c:pt>
                <c:pt idx="1152">
                  <c:v>1.48</c:v>
                </c:pt>
                <c:pt idx="1153">
                  <c:v>1.48</c:v>
                </c:pt>
                <c:pt idx="1154">
                  <c:v>1.48</c:v>
                </c:pt>
                <c:pt idx="1155">
                  <c:v>1.48</c:v>
                </c:pt>
                <c:pt idx="1156">
                  <c:v>1.48</c:v>
                </c:pt>
                <c:pt idx="1157">
                  <c:v>1.48</c:v>
                </c:pt>
                <c:pt idx="1158">
                  <c:v>1.48</c:v>
                </c:pt>
                <c:pt idx="1159">
                  <c:v>1.48</c:v>
                </c:pt>
                <c:pt idx="1160">
                  <c:v>1.48</c:v>
                </c:pt>
                <c:pt idx="1161">
                  <c:v>1.48</c:v>
                </c:pt>
                <c:pt idx="1162">
                  <c:v>1.48</c:v>
                </c:pt>
                <c:pt idx="1163">
                  <c:v>1.48</c:v>
                </c:pt>
                <c:pt idx="1164">
                  <c:v>1.48</c:v>
                </c:pt>
                <c:pt idx="1165">
                  <c:v>1.48</c:v>
                </c:pt>
                <c:pt idx="1166">
                  <c:v>1.48</c:v>
                </c:pt>
                <c:pt idx="1167">
                  <c:v>1.48</c:v>
                </c:pt>
                <c:pt idx="1168">
                  <c:v>1.48</c:v>
                </c:pt>
                <c:pt idx="1169">
                  <c:v>1.48</c:v>
                </c:pt>
                <c:pt idx="1170">
                  <c:v>1.48</c:v>
                </c:pt>
                <c:pt idx="1171">
                  <c:v>1.48</c:v>
                </c:pt>
                <c:pt idx="1172">
                  <c:v>1.48</c:v>
                </c:pt>
                <c:pt idx="1173">
                  <c:v>1.48</c:v>
                </c:pt>
                <c:pt idx="1174">
                  <c:v>1.48</c:v>
                </c:pt>
                <c:pt idx="1175">
                  <c:v>1.48</c:v>
                </c:pt>
                <c:pt idx="1176">
                  <c:v>1.48</c:v>
                </c:pt>
                <c:pt idx="1177">
                  <c:v>1.48</c:v>
                </c:pt>
                <c:pt idx="1178">
                  <c:v>1.48</c:v>
                </c:pt>
                <c:pt idx="1179">
                  <c:v>1.48</c:v>
                </c:pt>
                <c:pt idx="1180">
                  <c:v>1.48</c:v>
                </c:pt>
                <c:pt idx="1181">
                  <c:v>1.48</c:v>
                </c:pt>
                <c:pt idx="1182">
                  <c:v>1.48</c:v>
                </c:pt>
                <c:pt idx="1183">
                  <c:v>1.48</c:v>
                </c:pt>
                <c:pt idx="1184">
                  <c:v>1.48</c:v>
                </c:pt>
                <c:pt idx="1185">
                  <c:v>1.48</c:v>
                </c:pt>
                <c:pt idx="1186">
                  <c:v>1.48</c:v>
                </c:pt>
                <c:pt idx="1187">
                  <c:v>1.48</c:v>
                </c:pt>
                <c:pt idx="1188">
                  <c:v>1.48</c:v>
                </c:pt>
                <c:pt idx="1189">
                  <c:v>1.48</c:v>
                </c:pt>
                <c:pt idx="1190">
                  <c:v>1.48</c:v>
                </c:pt>
                <c:pt idx="1191">
                  <c:v>1.48</c:v>
                </c:pt>
                <c:pt idx="1192">
                  <c:v>1.48</c:v>
                </c:pt>
                <c:pt idx="1193">
                  <c:v>1.48</c:v>
                </c:pt>
                <c:pt idx="1194">
                  <c:v>1.48</c:v>
                </c:pt>
                <c:pt idx="1195">
                  <c:v>1.48</c:v>
                </c:pt>
                <c:pt idx="1196">
                  <c:v>1.48</c:v>
                </c:pt>
                <c:pt idx="1197">
                  <c:v>1.48</c:v>
                </c:pt>
                <c:pt idx="1198">
                  <c:v>1.48</c:v>
                </c:pt>
                <c:pt idx="1199">
                  <c:v>1.48</c:v>
                </c:pt>
                <c:pt idx="1200">
                  <c:v>1.48</c:v>
                </c:pt>
                <c:pt idx="1201">
                  <c:v>1.48</c:v>
                </c:pt>
                <c:pt idx="1202">
                  <c:v>1.48</c:v>
                </c:pt>
                <c:pt idx="1203">
                  <c:v>1.48</c:v>
                </c:pt>
                <c:pt idx="1204">
                  <c:v>1.48</c:v>
                </c:pt>
                <c:pt idx="1205">
                  <c:v>1.48</c:v>
                </c:pt>
                <c:pt idx="1206">
                  <c:v>1.48</c:v>
                </c:pt>
                <c:pt idx="1207">
                  <c:v>1.48</c:v>
                </c:pt>
                <c:pt idx="1208">
                  <c:v>1.48</c:v>
                </c:pt>
                <c:pt idx="1209">
                  <c:v>1.48</c:v>
                </c:pt>
                <c:pt idx="1210">
                  <c:v>1.48</c:v>
                </c:pt>
                <c:pt idx="1211">
                  <c:v>1.48</c:v>
                </c:pt>
                <c:pt idx="1212">
                  <c:v>1.48</c:v>
                </c:pt>
                <c:pt idx="1213">
                  <c:v>1.48</c:v>
                </c:pt>
                <c:pt idx="1214">
                  <c:v>1.48</c:v>
                </c:pt>
                <c:pt idx="1215">
                  <c:v>1.48</c:v>
                </c:pt>
                <c:pt idx="1216">
                  <c:v>1.48</c:v>
                </c:pt>
                <c:pt idx="1217">
                  <c:v>1.48</c:v>
                </c:pt>
                <c:pt idx="1218">
                  <c:v>1.48</c:v>
                </c:pt>
                <c:pt idx="1219">
                  <c:v>1.48</c:v>
                </c:pt>
                <c:pt idx="1220">
                  <c:v>1.48</c:v>
                </c:pt>
                <c:pt idx="1221">
                  <c:v>1.48</c:v>
                </c:pt>
                <c:pt idx="1222">
                  <c:v>1.48</c:v>
                </c:pt>
                <c:pt idx="1223">
                  <c:v>1.48</c:v>
                </c:pt>
                <c:pt idx="1224">
                  <c:v>1.48</c:v>
                </c:pt>
                <c:pt idx="1225">
                  <c:v>1.48</c:v>
                </c:pt>
                <c:pt idx="1226">
                  <c:v>1.48</c:v>
                </c:pt>
                <c:pt idx="1227">
                  <c:v>1.48</c:v>
                </c:pt>
                <c:pt idx="1228">
                  <c:v>1.48</c:v>
                </c:pt>
                <c:pt idx="1229">
                  <c:v>1.48</c:v>
                </c:pt>
                <c:pt idx="1230">
                  <c:v>1.48</c:v>
                </c:pt>
                <c:pt idx="1231">
                  <c:v>1.48</c:v>
                </c:pt>
                <c:pt idx="1232">
                  <c:v>1.48</c:v>
                </c:pt>
                <c:pt idx="1233">
                  <c:v>1.48</c:v>
                </c:pt>
                <c:pt idx="1234">
                  <c:v>1.48</c:v>
                </c:pt>
                <c:pt idx="1235">
                  <c:v>1.48</c:v>
                </c:pt>
                <c:pt idx="1236">
                  <c:v>1.48</c:v>
                </c:pt>
                <c:pt idx="1237">
                  <c:v>1.48</c:v>
                </c:pt>
                <c:pt idx="1238">
                  <c:v>1.48</c:v>
                </c:pt>
                <c:pt idx="1239">
                  <c:v>1.48</c:v>
                </c:pt>
                <c:pt idx="1240">
                  <c:v>1.48</c:v>
                </c:pt>
                <c:pt idx="1241">
                  <c:v>1.48</c:v>
                </c:pt>
                <c:pt idx="1242">
                  <c:v>1.48</c:v>
                </c:pt>
                <c:pt idx="1243">
                  <c:v>1.48</c:v>
                </c:pt>
                <c:pt idx="1244">
                  <c:v>1.48</c:v>
                </c:pt>
                <c:pt idx="1245">
                  <c:v>1.48</c:v>
                </c:pt>
                <c:pt idx="1246">
                  <c:v>1.48</c:v>
                </c:pt>
                <c:pt idx="1247">
                  <c:v>1.48</c:v>
                </c:pt>
                <c:pt idx="1248">
                  <c:v>1.48</c:v>
                </c:pt>
                <c:pt idx="1249">
                  <c:v>1.48</c:v>
                </c:pt>
                <c:pt idx="1250">
                  <c:v>1.48</c:v>
                </c:pt>
                <c:pt idx="1251">
                  <c:v>1.48</c:v>
                </c:pt>
                <c:pt idx="1252">
                  <c:v>1.48</c:v>
                </c:pt>
                <c:pt idx="1253">
                  <c:v>1.48</c:v>
                </c:pt>
                <c:pt idx="1254">
                  <c:v>1.48</c:v>
                </c:pt>
                <c:pt idx="1255">
                  <c:v>1.48</c:v>
                </c:pt>
                <c:pt idx="1256">
                  <c:v>1.48</c:v>
                </c:pt>
                <c:pt idx="1257">
                  <c:v>1.48</c:v>
                </c:pt>
                <c:pt idx="1258">
                  <c:v>1.48</c:v>
                </c:pt>
                <c:pt idx="1259">
                  <c:v>1.48</c:v>
                </c:pt>
                <c:pt idx="1260">
                  <c:v>1.48</c:v>
                </c:pt>
                <c:pt idx="1261">
                  <c:v>1.48</c:v>
                </c:pt>
                <c:pt idx="1262">
                  <c:v>1.48</c:v>
                </c:pt>
                <c:pt idx="1263">
                  <c:v>1.48</c:v>
                </c:pt>
                <c:pt idx="1264">
                  <c:v>1.48</c:v>
                </c:pt>
                <c:pt idx="1265">
                  <c:v>1.48</c:v>
                </c:pt>
                <c:pt idx="1266">
                  <c:v>1.48</c:v>
                </c:pt>
                <c:pt idx="1267">
                  <c:v>1.48</c:v>
                </c:pt>
                <c:pt idx="1268">
                  <c:v>1.48</c:v>
                </c:pt>
                <c:pt idx="1269">
                  <c:v>1.48</c:v>
                </c:pt>
                <c:pt idx="1270">
                  <c:v>1.48</c:v>
                </c:pt>
                <c:pt idx="1271">
                  <c:v>1.48</c:v>
                </c:pt>
                <c:pt idx="1272">
                  <c:v>1.48</c:v>
                </c:pt>
                <c:pt idx="1273">
                  <c:v>1.48</c:v>
                </c:pt>
                <c:pt idx="1274">
                  <c:v>1.48</c:v>
                </c:pt>
                <c:pt idx="1275">
                  <c:v>1.48</c:v>
                </c:pt>
                <c:pt idx="1276">
                  <c:v>1.48</c:v>
                </c:pt>
                <c:pt idx="1277">
                  <c:v>1.48</c:v>
                </c:pt>
                <c:pt idx="1278">
                  <c:v>1.48</c:v>
                </c:pt>
                <c:pt idx="1279">
                  <c:v>1.48</c:v>
                </c:pt>
                <c:pt idx="1280">
                  <c:v>1.48</c:v>
                </c:pt>
                <c:pt idx="1281">
                  <c:v>1.48</c:v>
                </c:pt>
                <c:pt idx="1282">
                  <c:v>1.48</c:v>
                </c:pt>
                <c:pt idx="1283">
                  <c:v>1.48</c:v>
                </c:pt>
                <c:pt idx="1284">
                  <c:v>1.48</c:v>
                </c:pt>
                <c:pt idx="1285">
                  <c:v>1.48</c:v>
                </c:pt>
                <c:pt idx="1286">
                  <c:v>1.48</c:v>
                </c:pt>
                <c:pt idx="1287">
                  <c:v>1.48</c:v>
                </c:pt>
                <c:pt idx="1288">
                  <c:v>1.48</c:v>
                </c:pt>
                <c:pt idx="1289">
                  <c:v>1.48</c:v>
                </c:pt>
                <c:pt idx="1290">
                  <c:v>1.48</c:v>
                </c:pt>
                <c:pt idx="1291">
                  <c:v>1.48</c:v>
                </c:pt>
                <c:pt idx="1292">
                  <c:v>1.48</c:v>
                </c:pt>
                <c:pt idx="1293">
                  <c:v>1.48</c:v>
                </c:pt>
                <c:pt idx="1294">
                  <c:v>1.48</c:v>
                </c:pt>
                <c:pt idx="1295">
                  <c:v>1.48</c:v>
                </c:pt>
                <c:pt idx="1296">
                  <c:v>1.48</c:v>
                </c:pt>
                <c:pt idx="1297">
                  <c:v>1.48</c:v>
                </c:pt>
                <c:pt idx="1298">
                  <c:v>1.48</c:v>
                </c:pt>
                <c:pt idx="1299">
                  <c:v>1.48</c:v>
                </c:pt>
                <c:pt idx="1300">
                  <c:v>1.48</c:v>
                </c:pt>
                <c:pt idx="1301">
                  <c:v>1.48</c:v>
                </c:pt>
                <c:pt idx="1302">
                  <c:v>1.48</c:v>
                </c:pt>
                <c:pt idx="1303">
                  <c:v>1.48</c:v>
                </c:pt>
                <c:pt idx="1304">
                  <c:v>1.48</c:v>
                </c:pt>
                <c:pt idx="1305">
                  <c:v>1.48</c:v>
                </c:pt>
                <c:pt idx="1306">
                  <c:v>1.48</c:v>
                </c:pt>
                <c:pt idx="1307">
                  <c:v>1.48</c:v>
                </c:pt>
                <c:pt idx="1308">
                  <c:v>1.48</c:v>
                </c:pt>
                <c:pt idx="1309">
                  <c:v>1.48</c:v>
                </c:pt>
                <c:pt idx="1310">
                  <c:v>1.48</c:v>
                </c:pt>
                <c:pt idx="1311">
                  <c:v>1.48</c:v>
                </c:pt>
                <c:pt idx="1312">
                  <c:v>1.48</c:v>
                </c:pt>
                <c:pt idx="1313">
                  <c:v>1.48</c:v>
                </c:pt>
                <c:pt idx="1314">
                  <c:v>1.48</c:v>
                </c:pt>
                <c:pt idx="1315">
                  <c:v>1.48</c:v>
                </c:pt>
                <c:pt idx="1316">
                  <c:v>1.48</c:v>
                </c:pt>
                <c:pt idx="1317">
                  <c:v>1.48</c:v>
                </c:pt>
                <c:pt idx="1318">
                  <c:v>1.48</c:v>
                </c:pt>
                <c:pt idx="1319">
                  <c:v>1.48</c:v>
                </c:pt>
                <c:pt idx="1320">
                  <c:v>1.48</c:v>
                </c:pt>
                <c:pt idx="1321">
                  <c:v>1.48</c:v>
                </c:pt>
                <c:pt idx="1322">
                  <c:v>1.48</c:v>
                </c:pt>
                <c:pt idx="1323">
                  <c:v>1.48</c:v>
                </c:pt>
                <c:pt idx="1324">
                  <c:v>1.48</c:v>
                </c:pt>
                <c:pt idx="1325">
                  <c:v>1.48</c:v>
                </c:pt>
                <c:pt idx="1326">
                  <c:v>1.48</c:v>
                </c:pt>
                <c:pt idx="1327">
                  <c:v>1.48</c:v>
                </c:pt>
                <c:pt idx="1328">
                  <c:v>1.48</c:v>
                </c:pt>
                <c:pt idx="1329">
                  <c:v>1.48</c:v>
                </c:pt>
                <c:pt idx="1330">
                  <c:v>1.48</c:v>
                </c:pt>
                <c:pt idx="1331">
                  <c:v>1.48</c:v>
                </c:pt>
                <c:pt idx="1332">
                  <c:v>1.48</c:v>
                </c:pt>
                <c:pt idx="1333">
                  <c:v>1.48</c:v>
                </c:pt>
                <c:pt idx="1334">
                  <c:v>1.48</c:v>
                </c:pt>
                <c:pt idx="1335">
                  <c:v>1.48</c:v>
                </c:pt>
                <c:pt idx="1336">
                  <c:v>1.48</c:v>
                </c:pt>
                <c:pt idx="1337">
                  <c:v>1.48</c:v>
                </c:pt>
                <c:pt idx="1338">
                  <c:v>1.48</c:v>
                </c:pt>
                <c:pt idx="1339">
                  <c:v>1.48</c:v>
                </c:pt>
                <c:pt idx="1340">
                  <c:v>1.48</c:v>
                </c:pt>
                <c:pt idx="1341">
                  <c:v>1.48</c:v>
                </c:pt>
                <c:pt idx="1342">
                  <c:v>1.48</c:v>
                </c:pt>
                <c:pt idx="1343">
                  <c:v>1.48</c:v>
                </c:pt>
                <c:pt idx="1344">
                  <c:v>1.48</c:v>
                </c:pt>
                <c:pt idx="1345">
                  <c:v>1.48</c:v>
                </c:pt>
                <c:pt idx="1346">
                  <c:v>1.48</c:v>
                </c:pt>
                <c:pt idx="1347">
                  <c:v>1.48</c:v>
                </c:pt>
                <c:pt idx="1348">
                  <c:v>1.48</c:v>
                </c:pt>
                <c:pt idx="1349">
                  <c:v>1.48</c:v>
                </c:pt>
                <c:pt idx="1350">
                  <c:v>1.48</c:v>
                </c:pt>
                <c:pt idx="1351">
                  <c:v>1.48</c:v>
                </c:pt>
                <c:pt idx="1352">
                  <c:v>1.48</c:v>
                </c:pt>
                <c:pt idx="1353">
                  <c:v>1.48</c:v>
                </c:pt>
                <c:pt idx="1354">
                  <c:v>1.48</c:v>
                </c:pt>
                <c:pt idx="1355">
                  <c:v>1.48</c:v>
                </c:pt>
                <c:pt idx="1356">
                  <c:v>1.48</c:v>
                </c:pt>
                <c:pt idx="1357">
                  <c:v>1.48</c:v>
                </c:pt>
                <c:pt idx="1358">
                  <c:v>1.48</c:v>
                </c:pt>
                <c:pt idx="1359">
                  <c:v>1.48</c:v>
                </c:pt>
                <c:pt idx="1360">
                  <c:v>1.48</c:v>
                </c:pt>
                <c:pt idx="1361">
                  <c:v>1.48</c:v>
                </c:pt>
                <c:pt idx="1362">
                  <c:v>1.48</c:v>
                </c:pt>
                <c:pt idx="1363">
                  <c:v>1.48</c:v>
                </c:pt>
                <c:pt idx="1364">
                  <c:v>1.48</c:v>
                </c:pt>
                <c:pt idx="1365">
                  <c:v>1.48</c:v>
                </c:pt>
                <c:pt idx="1366">
                  <c:v>1.48</c:v>
                </c:pt>
                <c:pt idx="1367">
                  <c:v>1.48</c:v>
                </c:pt>
                <c:pt idx="1368">
                  <c:v>1.48</c:v>
                </c:pt>
                <c:pt idx="1369">
                  <c:v>1.48</c:v>
                </c:pt>
                <c:pt idx="1370">
                  <c:v>1.48</c:v>
                </c:pt>
                <c:pt idx="1371">
                  <c:v>1.48</c:v>
                </c:pt>
                <c:pt idx="1372">
                  <c:v>1.48</c:v>
                </c:pt>
                <c:pt idx="1373">
                  <c:v>1.48</c:v>
                </c:pt>
                <c:pt idx="1374">
                  <c:v>1.48</c:v>
                </c:pt>
                <c:pt idx="1375">
                  <c:v>1.48</c:v>
                </c:pt>
                <c:pt idx="1376">
                  <c:v>1.48</c:v>
                </c:pt>
                <c:pt idx="1377">
                  <c:v>1.48</c:v>
                </c:pt>
                <c:pt idx="1378">
                  <c:v>1.48</c:v>
                </c:pt>
                <c:pt idx="1379">
                  <c:v>1.48</c:v>
                </c:pt>
                <c:pt idx="1380">
                  <c:v>1.48</c:v>
                </c:pt>
                <c:pt idx="1381">
                  <c:v>1.48</c:v>
                </c:pt>
                <c:pt idx="1382">
                  <c:v>1.48</c:v>
                </c:pt>
                <c:pt idx="1383">
                  <c:v>1.48</c:v>
                </c:pt>
                <c:pt idx="1384">
                  <c:v>1.48</c:v>
                </c:pt>
                <c:pt idx="1385">
                  <c:v>1.48</c:v>
                </c:pt>
                <c:pt idx="1386">
                  <c:v>1.48</c:v>
                </c:pt>
                <c:pt idx="1387">
                  <c:v>1.48</c:v>
                </c:pt>
                <c:pt idx="1388">
                  <c:v>1.48</c:v>
                </c:pt>
                <c:pt idx="1389">
                  <c:v>1.48</c:v>
                </c:pt>
                <c:pt idx="1390">
                  <c:v>1.48</c:v>
                </c:pt>
                <c:pt idx="1391">
                  <c:v>1.48</c:v>
                </c:pt>
                <c:pt idx="1392">
                  <c:v>1.48</c:v>
                </c:pt>
                <c:pt idx="1393">
                  <c:v>1.48</c:v>
                </c:pt>
                <c:pt idx="1394">
                  <c:v>1.48</c:v>
                </c:pt>
                <c:pt idx="1395">
                  <c:v>1.48</c:v>
                </c:pt>
                <c:pt idx="1396">
                  <c:v>1.48</c:v>
                </c:pt>
                <c:pt idx="1397">
                  <c:v>1.48</c:v>
                </c:pt>
                <c:pt idx="1398">
                  <c:v>1.48</c:v>
                </c:pt>
                <c:pt idx="1399">
                  <c:v>1.48</c:v>
                </c:pt>
                <c:pt idx="1400">
                  <c:v>1.48</c:v>
                </c:pt>
                <c:pt idx="1401">
                  <c:v>1.48</c:v>
                </c:pt>
                <c:pt idx="1402">
                  <c:v>1.48</c:v>
                </c:pt>
                <c:pt idx="1403">
                  <c:v>1.48</c:v>
                </c:pt>
                <c:pt idx="1404">
                  <c:v>1.48</c:v>
                </c:pt>
                <c:pt idx="1405">
                  <c:v>1.48</c:v>
                </c:pt>
                <c:pt idx="1406">
                  <c:v>1.48</c:v>
                </c:pt>
                <c:pt idx="1407">
                  <c:v>1.48</c:v>
                </c:pt>
                <c:pt idx="1408">
                  <c:v>1.48</c:v>
                </c:pt>
                <c:pt idx="1409">
                  <c:v>1.48</c:v>
                </c:pt>
                <c:pt idx="1410">
                  <c:v>1.48</c:v>
                </c:pt>
                <c:pt idx="1411">
                  <c:v>1.48</c:v>
                </c:pt>
                <c:pt idx="1412">
                  <c:v>1.48</c:v>
                </c:pt>
                <c:pt idx="1413">
                  <c:v>1.48</c:v>
                </c:pt>
                <c:pt idx="1414">
                  <c:v>1.48</c:v>
                </c:pt>
                <c:pt idx="1415">
                  <c:v>1.48</c:v>
                </c:pt>
                <c:pt idx="1416">
                  <c:v>1.48</c:v>
                </c:pt>
                <c:pt idx="1417">
                  <c:v>1.48</c:v>
                </c:pt>
                <c:pt idx="1418">
                  <c:v>1.48</c:v>
                </c:pt>
                <c:pt idx="1419">
                  <c:v>1.48</c:v>
                </c:pt>
                <c:pt idx="1420">
                  <c:v>1.48</c:v>
                </c:pt>
                <c:pt idx="1421">
                  <c:v>1.48</c:v>
                </c:pt>
                <c:pt idx="1422">
                  <c:v>1.48</c:v>
                </c:pt>
                <c:pt idx="1423">
                  <c:v>1.48</c:v>
                </c:pt>
                <c:pt idx="1424">
                  <c:v>1.48</c:v>
                </c:pt>
                <c:pt idx="1425">
                  <c:v>1.48</c:v>
                </c:pt>
                <c:pt idx="1426">
                  <c:v>1.48</c:v>
                </c:pt>
                <c:pt idx="1427">
                  <c:v>1.48</c:v>
                </c:pt>
                <c:pt idx="1428">
                  <c:v>1.48</c:v>
                </c:pt>
                <c:pt idx="1429">
                  <c:v>1.48</c:v>
                </c:pt>
                <c:pt idx="1430">
                  <c:v>1.48</c:v>
                </c:pt>
                <c:pt idx="1431">
                  <c:v>1.48</c:v>
                </c:pt>
                <c:pt idx="1432">
                  <c:v>1.48</c:v>
                </c:pt>
                <c:pt idx="1433">
                  <c:v>1.48</c:v>
                </c:pt>
                <c:pt idx="1434">
                  <c:v>1.48</c:v>
                </c:pt>
                <c:pt idx="1435">
                  <c:v>1.48</c:v>
                </c:pt>
                <c:pt idx="1436">
                  <c:v>1.48</c:v>
                </c:pt>
                <c:pt idx="1437">
                  <c:v>1.48</c:v>
                </c:pt>
                <c:pt idx="1438">
                  <c:v>1.48</c:v>
                </c:pt>
                <c:pt idx="1439">
                  <c:v>1.48</c:v>
                </c:pt>
                <c:pt idx="1440">
                  <c:v>1.48</c:v>
                </c:pt>
                <c:pt idx="1441">
                  <c:v>1.48</c:v>
                </c:pt>
                <c:pt idx="1442">
                  <c:v>1.48</c:v>
                </c:pt>
                <c:pt idx="1443">
                  <c:v>1.48</c:v>
                </c:pt>
                <c:pt idx="1444">
                  <c:v>1.48</c:v>
                </c:pt>
                <c:pt idx="1445">
                  <c:v>1.48</c:v>
                </c:pt>
                <c:pt idx="1446">
                  <c:v>1.48</c:v>
                </c:pt>
                <c:pt idx="1447">
                  <c:v>1.48</c:v>
                </c:pt>
                <c:pt idx="1448">
                  <c:v>1.48</c:v>
                </c:pt>
                <c:pt idx="1449">
                  <c:v>1.48</c:v>
                </c:pt>
                <c:pt idx="1450">
                  <c:v>1.48</c:v>
                </c:pt>
                <c:pt idx="1451">
                  <c:v>1.48</c:v>
                </c:pt>
                <c:pt idx="1452">
                  <c:v>1.48</c:v>
                </c:pt>
                <c:pt idx="1453">
                  <c:v>1.48</c:v>
                </c:pt>
                <c:pt idx="1454">
                  <c:v>1.48</c:v>
                </c:pt>
                <c:pt idx="1455">
                  <c:v>1.48</c:v>
                </c:pt>
                <c:pt idx="1456">
                  <c:v>1.48</c:v>
                </c:pt>
                <c:pt idx="1457">
                  <c:v>1.48</c:v>
                </c:pt>
                <c:pt idx="1458">
                  <c:v>1.48</c:v>
                </c:pt>
                <c:pt idx="1459">
                  <c:v>1.48</c:v>
                </c:pt>
                <c:pt idx="1460">
                  <c:v>1.48</c:v>
                </c:pt>
                <c:pt idx="1461">
                  <c:v>1.48</c:v>
                </c:pt>
                <c:pt idx="1462">
                  <c:v>1.48</c:v>
                </c:pt>
                <c:pt idx="1463">
                  <c:v>1.48</c:v>
                </c:pt>
                <c:pt idx="1464">
                  <c:v>1.48</c:v>
                </c:pt>
                <c:pt idx="1465">
                  <c:v>1.48</c:v>
                </c:pt>
                <c:pt idx="1466">
                  <c:v>1.48</c:v>
                </c:pt>
                <c:pt idx="1467">
                  <c:v>1.48</c:v>
                </c:pt>
                <c:pt idx="1468">
                  <c:v>1.48</c:v>
                </c:pt>
                <c:pt idx="1469">
                  <c:v>1.48</c:v>
                </c:pt>
                <c:pt idx="1470">
                  <c:v>1.48</c:v>
                </c:pt>
                <c:pt idx="1471">
                  <c:v>1.48</c:v>
                </c:pt>
                <c:pt idx="1472">
                  <c:v>1.48</c:v>
                </c:pt>
                <c:pt idx="1473">
                  <c:v>1.48</c:v>
                </c:pt>
                <c:pt idx="1474">
                  <c:v>1.48</c:v>
                </c:pt>
                <c:pt idx="1475">
                  <c:v>1.48</c:v>
                </c:pt>
                <c:pt idx="1476">
                  <c:v>1.48</c:v>
                </c:pt>
                <c:pt idx="1477">
                  <c:v>1.48</c:v>
                </c:pt>
                <c:pt idx="1478">
                  <c:v>1.48</c:v>
                </c:pt>
                <c:pt idx="1479">
                  <c:v>1.48</c:v>
                </c:pt>
                <c:pt idx="1480">
                  <c:v>1.48</c:v>
                </c:pt>
                <c:pt idx="1481">
                  <c:v>1.48</c:v>
                </c:pt>
                <c:pt idx="1482">
                  <c:v>1.48</c:v>
                </c:pt>
                <c:pt idx="1483">
                  <c:v>1.48</c:v>
                </c:pt>
                <c:pt idx="1484">
                  <c:v>1.48</c:v>
                </c:pt>
                <c:pt idx="1485">
                  <c:v>1.48</c:v>
                </c:pt>
                <c:pt idx="1486">
                  <c:v>1.48</c:v>
                </c:pt>
                <c:pt idx="1487">
                  <c:v>1.48</c:v>
                </c:pt>
                <c:pt idx="1488">
                  <c:v>1.48</c:v>
                </c:pt>
                <c:pt idx="1489">
                  <c:v>1.48</c:v>
                </c:pt>
                <c:pt idx="1490">
                  <c:v>1.48</c:v>
                </c:pt>
                <c:pt idx="1491">
                  <c:v>1.48</c:v>
                </c:pt>
                <c:pt idx="1492">
                  <c:v>1.48</c:v>
                </c:pt>
                <c:pt idx="1493">
                  <c:v>1.48</c:v>
                </c:pt>
                <c:pt idx="1494">
                  <c:v>1.48</c:v>
                </c:pt>
                <c:pt idx="1495">
                  <c:v>1.48</c:v>
                </c:pt>
                <c:pt idx="1496">
                  <c:v>1.48</c:v>
                </c:pt>
                <c:pt idx="1497">
                  <c:v>1.48</c:v>
                </c:pt>
                <c:pt idx="1498">
                  <c:v>1.48</c:v>
                </c:pt>
                <c:pt idx="1499">
                  <c:v>1.48</c:v>
                </c:pt>
                <c:pt idx="1500">
                  <c:v>1.48</c:v>
                </c:pt>
                <c:pt idx="1501">
                  <c:v>1.48</c:v>
                </c:pt>
                <c:pt idx="1502">
                  <c:v>1.48</c:v>
                </c:pt>
                <c:pt idx="1503">
                  <c:v>1.48</c:v>
                </c:pt>
                <c:pt idx="1504">
                  <c:v>1.48</c:v>
                </c:pt>
                <c:pt idx="1505">
                  <c:v>1.48</c:v>
                </c:pt>
                <c:pt idx="1506">
                  <c:v>1.48</c:v>
                </c:pt>
                <c:pt idx="1507">
                  <c:v>1.48</c:v>
                </c:pt>
                <c:pt idx="1508">
                  <c:v>1.48</c:v>
                </c:pt>
                <c:pt idx="1509">
                  <c:v>1.48</c:v>
                </c:pt>
                <c:pt idx="1510">
                  <c:v>1.48</c:v>
                </c:pt>
                <c:pt idx="1511">
                  <c:v>1.48</c:v>
                </c:pt>
                <c:pt idx="1512">
                  <c:v>1.48</c:v>
                </c:pt>
                <c:pt idx="1513">
                  <c:v>1.48</c:v>
                </c:pt>
                <c:pt idx="1514">
                  <c:v>1.48</c:v>
                </c:pt>
                <c:pt idx="1515">
                  <c:v>1.48</c:v>
                </c:pt>
                <c:pt idx="1516">
                  <c:v>1.48</c:v>
                </c:pt>
                <c:pt idx="1517">
                  <c:v>1.48</c:v>
                </c:pt>
                <c:pt idx="1518">
                  <c:v>1.48</c:v>
                </c:pt>
                <c:pt idx="1519">
                  <c:v>1.48</c:v>
                </c:pt>
                <c:pt idx="1520">
                  <c:v>1.48</c:v>
                </c:pt>
                <c:pt idx="1521">
                  <c:v>1.48</c:v>
                </c:pt>
                <c:pt idx="1522">
                  <c:v>1.48</c:v>
                </c:pt>
                <c:pt idx="1523">
                  <c:v>1.48</c:v>
                </c:pt>
                <c:pt idx="1524">
                  <c:v>1.48</c:v>
                </c:pt>
                <c:pt idx="1525">
                  <c:v>1.48</c:v>
                </c:pt>
                <c:pt idx="1526">
                  <c:v>1.48</c:v>
                </c:pt>
                <c:pt idx="1527">
                  <c:v>1.48</c:v>
                </c:pt>
                <c:pt idx="1528">
                  <c:v>1.48</c:v>
                </c:pt>
                <c:pt idx="1529">
                  <c:v>1.48</c:v>
                </c:pt>
                <c:pt idx="1530">
                  <c:v>1.48</c:v>
                </c:pt>
                <c:pt idx="1531">
                  <c:v>1.48</c:v>
                </c:pt>
                <c:pt idx="1532">
                  <c:v>1.48</c:v>
                </c:pt>
                <c:pt idx="1533">
                  <c:v>1.48</c:v>
                </c:pt>
                <c:pt idx="1534">
                  <c:v>1.48</c:v>
                </c:pt>
                <c:pt idx="1535">
                  <c:v>1.48</c:v>
                </c:pt>
                <c:pt idx="1536">
                  <c:v>1.48</c:v>
                </c:pt>
                <c:pt idx="1537">
                  <c:v>1.48</c:v>
                </c:pt>
                <c:pt idx="1538">
                  <c:v>1.48</c:v>
                </c:pt>
                <c:pt idx="1539">
                  <c:v>1.48</c:v>
                </c:pt>
                <c:pt idx="1540">
                  <c:v>1.48</c:v>
                </c:pt>
                <c:pt idx="1541">
                  <c:v>1.48</c:v>
                </c:pt>
                <c:pt idx="1542">
                  <c:v>1.48</c:v>
                </c:pt>
                <c:pt idx="1543">
                  <c:v>1.48</c:v>
                </c:pt>
                <c:pt idx="1544">
                  <c:v>1.48</c:v>
                </c:pt>
                <c:pt idx="1545">
                  <c:v>1.48</c:v>
                </c:pt>
                <c:pt idx="1546">
                  <c:v>1.48</c:v>
                </c:pt>
                <c:pt idx="1547">
                  <c:v>1.48</c:v>
                </c:pt>
                <c:pt idx="1548">
                  <c:v>1.48</c:v>
                </c:pt>
                <c:pt idx="1549">
                  <c:v>1.48</c:v>
                </c:pt>
                <c:pt idx="1550">
                  <c:v>1.48</c:v>
                </c:pt>
                <c:pt idx="1551">
                  <c:v>1.48</c:v>
                </c:pt>
                <c:pt idx="1552">
                  <c:v>1.48</c:v>
                </c:pt>
                <c:pt idx="1553">
                  <c:v>1.48</c:v>
                </c:pt>
                <c:pt idx="1554">
                  <c:v>1.48</c:v>
                </c:pt>
                <c:pt idx="1555">
                  <c:v>1.48</c:v>
                </c:pt>
                <c:pt idx="1556">
                  <c:v>1.48</c:v>
                </c:pt>
                <c:pt idx="1557">
                  <c:v>1.48</c:v>
                </c:pt>
                <c:pt idx="1558">
                  <c:v>1.48</c:v>
                </c:pt>
                <c:pt idx="1559">
                  <c:v>1.48</c:v>
                </c:pt>
                <c:pt idx="1560">
                  <c:v>1.48</c:v>
                </c:pt>
                <c:pt idx="1561">
                  <c:v>1.48</c:v>
                </c:pt>
                <c:pt idx="1562">
                  <c:v>1.48</c:v>
                </c:pt>
                <c:pt idx="1563">
                  <c:v>1.48</c:v>
                </c:pt>
                <c:pt idx="1564">
                  <c:v>1.48</c:v>
                </c:pt>
                <c:pt idx="1565">
                  <c:v>1.48</c:v>
                </c:pt>
                <c:pt idx="1566">
                  <c:v>1.48</c:v>
                </c:pt>
                <c:pt idx="1567">
                  <c:v>1.48</c:v>
                </c:pt>
                <c:pt idx="1568">
                  <c:v>1.48</c:v>
                </c:pt>
                <c:pt idx="1569">
                  <c:v>1.48</c:v>
                </c:pt>
                <c:pt idx="1570">
                  <c:v>1.48</c:v>
                </c:pt>
                <c:pt idx="1571">
                  <c:v>1.48</c:v>
                </c:pt>
                <c:pt idx="1572">
                  <c:v>1.48</c:v>
                </c:pt>
                <c:pt idx="1573">
                  <c:v>1.48</c:v>
                </c:pt>
                <c:pt idx="1574">
                  <c:v>1.48</c:v>
                </c:pt>
                <c:pt idx="1575">
                  <c:v>1.48</c:v>
                </c:pt>
                <c:pt idx="1576">
                  <c:v>1.48</c:v>
                </c:pt>
                <c:pt idx="1577">
                  <c:v>1.48</c:v>
                </c:pt>
                <c:pt idx="1578">
                  <c:v>1.48</c:v>
                </c:pt>
                <c:pt idx="1579">
                  <c:v>1.48</c:v>
                </c:pt>
                <c:pt idx="1580">
                  <c:v>1.48</c:v>
                </c:pt>
                <c:pt idx="1581">
                  <c:v>1.48</c:v>
                </c:pt>
                <c:pt idx="1582">
                  <c:v>1.48</c:v>
                </c:pt>
                <c:pt idx="1583">
                  <c:v>1.48</c:v>
                </c:pt>
                <c:pt idx="1584">
                  <c:v>1.48</c:v>
                </c:pt>
                <c:pt idx="1585">
                  <c:v>1.48</c:v>
                </c:pt>
                <c:pt idx="1586">
                  <c:v>1.48</c:v>
                </c:pt>
                <c:pt idx="1587">
                  <c:v>1.48</c:v>
                </c:pt>
                <c:pt idx="1588">
                  <c:v>1.48</c:v>
                </c:pt>
                <c:pt idx="1589">
                  <c:v>1.48</c:v>
                </c:pt>
                <c:pt idx="1590">
                  <c:v>1.48</c:v>
                </c:pt>
                <c:pt idx="1591">
                  <c:v>1.48</c:v>
                </c:pt>
                <c:pt idx="1592">
                  <c:v>1.48</c:v>
                </c:pt>
                <c:pt idx="1593">
                  <c:v>1.48</c:v>
                </c:pt>
                <c:pt idx="1594">
                  <c:v>1.48</c:v>
                </c:pt>
                <c:pt idx="1595">
                  <c:v>1.48</c:v>
                </c:pt>
                <c:pt idx="1596">
                  <c:v>1.48</c:v>
                </c:pt>
                <c:pt idx="1597">
                  <c:v>1.48</c:v>
                </c:pt>
                <c:pt idx="1598">
                  <c:v>1.48</c:v>
                </c:pt>
                <c:pt idx="1599">
                  <c:v>1.48</c:v>
                </c:pt>
                <c:pt idx="1600">
                  <c:v>1.48</c:v>
                </c:pt>
                <c:pt idx="1601">
                  <c:v>1.48</c:v>
                </c:pt>
                <c:pt idx="1602">
                  <c:v>1.48</c:v>
                </c:pt>
                <c:pt idx="1603">
                  <c:v>1.48</c:v>
                </c:pt>
                <c:pt idx="1604">
                  <c:v>1.48</c:v>
                </c:pt>
                <c:pt idx="1605">
                  <c:v>1.48</c:v>
                </c:pt>
                <c:pt idx="1606">
                  <c:v>1.48</c:v>
                </c:pt>
                <c:pt idx="1607">
                  <c:v>1.48</c:v>
                </c:pt>
                <c:pt idx="1608">
                  <c:v>1.48</c:v>
                </c:pt>
                <c:pt idx="1609">
                  <c:v>1.48</c:v>
                </c:pt>
                <c:pt idx="1610">
                  <c:v>1.48</c:v>
                </c:pt>
                <c:pt idx="1611">
                  <c:v>1.48</c:v>
                </c:pt>
                <c:pt idx="1612">
                  <c:v>1.48</c:v>
                </c:pt>
                <c:pt idx="1613">
                  <c:v>1.48</c:v>
                </c:pt>
                <c:pt idx="1614">
                  <c:v>1.48</c:v>
                </c:pt>
                <c:pt idx="1615">
                  <c:v>1.48</c:v>
                </c:pt>
                <c:pt idx="1616">
                  <c:v>1.48</c:v>
                </c:pt>
                <c:pt idx="1617">
                  <c:v>1.48</c:v>
                </c:pt>
                <c:pt idx="1618">
                  <c:v>1.48</c:v>
                </c:pt>
                <c:pt idx="1619">
                  <c:v>1.48</c:v>
                </c:pt>
                <c:pt idx="1620">
                  <c:v>1.48</c:v>
                </c:pt>
                <c:pt idx="1621">
                  <c:v>1.48</c:v>
                </c:pt>
                <c:pt idx="1622">
                  <c:v>1.48</c:v>
                </c:pt>
                <c:pt idx="1623">
                  <c:v>1.48</c:v>
                </c:pt>
                <c:pt idx="1624">
                  <c:v>1.48</c:v>
                </c:pt>
                <c:pt idx="1625">
                  <c:v>1.48</c:v>
                </c:pt>
                <c:pt idx="1626">
                  <c:v>1.48</c:v>
                </c:pt>
                <c:pt idx="1627">
                  <c:v>1.48</c:v>
                </c:pt>
                <c:pt idx="1628">
                  <c:v>1.48</c:v>
                </c:pt>
                <c:pt idx="1629">
                  <c:v>1.48</c:v>
                </c:pt>
                <c:pt idx="1630">
                  <c:v>1.48</c:v>
                </c:pt>
                <c:pt idx="1631">
                  <c:v>1.48</c:v>
                </c:pt>
                <c:pt idx="1632">
                  <c:v>1.48</c:v>
                </c:pt>
                <c:pt idx="1633">
                  <c:v>1.48</c:v>
                </c:pt>
                <c:pt idx="1634">
                  <c:v>1.48</c:v>
                </c:pt>
                <c:pt idx="1635">
                  <c:v>1.48</c:v>
                </c:pt>
                <c:pt idx="1636">
                  <c:v>1.48</c:v>
                </c:pt>
                <c:pt idx="1637">
                  <c:v>1.48</c:v>
                </c:pt>
                <c:pt idx="1638">
                  <c:v>1.48</c:v>
                </c:pt>
                <c:pt idx="1639">
                  <c:v>1.48</c:v>
                </c:pt>
                <c:pt idx="1640">
                  <c:v>1.48</c:v>
                </c:pt>
                <c:pt idx="1641">
                  <c:v>1.48</c:v>
                </c:pt>
                <c:pt idx="1642">
                  <c:v>1.48</c:v>
                </c:pt>
                <c:pt idx="1643">
                  <c:v>1.48</c:v>
                </c:pt>
                <c:pt idx="1644">
                  <c:v>1.48</c:v>
                </c:pt>
                <c:pt idx="1645">
                  <c:v>1.48</c:v>
                </c:pt>
                <c:pt idx="1646">
                  <c:v>1.48</c:v>
                </c:pt>
                <c:pt idx="1647">
                  <c:v>1.48</c:v>
                </c:pt>
                <c:pt idx="1648">
                  <c:v>1.48</c:v>
                </c:pt>
                <c:pt idx="1649">
                  <c:v>1.48</c:v>
                </c:pt>
                <c:pt idx="1650">
                  <c:v>1.48</c:v>
                </c:pt>
                <c:pt idx="1651">
                  <c:v>1.48</c:v>
                </c:pt>
                <c:pt idx="1652">
                  <c:v>1.48</c:v>
                </c:pt>
                <c:pt idx="1653">
                  <c:v>1.48</c:v>
                </c:pt>
                <c:pt idx="1654">
                  <c:v>1.48</c:v>
                </c:pt>
                <c:pt idx="1655">
                  <c:v>1.48</c:v>
                </c:pt>
                <c:pt idx="1656">
                  <c:v>1.48</c:v>
                </c:pt>
                <c:pt idx="1657">
                  <c:v>1.48</c:v>
                </c:pt>
                <c:pt idx="1658">
                  <c:v>1.48</c:v>
                </c:pt>
                <c:pt idx="1659">
                  <c:v>1.48</c:v>
                </c:pt>
                <c:pt idx="1660">
                  <c:v>1.48</c:v>
                </c:pt>
                <c:pt idx="1661">
                  <c:v>1.48</c:v>
                </c:pt>
                <c:pt idx="1662">
                  <c:v>1.48</c:v>
                </c:pt>
                <c:pt idx="1663">
                  <c:v>1.48</c:v>
                </c:pt>
                <c:pt idx="1664">
                  <c:v>1.48</c:v>
                </c:pt>
                <c:pt idx="1665">
                  <c:v>1.48</c:v>
                </c:pt>
                <c:pt idx="1666">
                  <c:v>1.48</c:v>
                </c:pt>
                <c:pt idx="1667">
                  <c:v>1.48</c:v>
                </c:pt>
                <c:pt idx="1668">
                  <c:v>1.48</c:v>
                </c:pt>
                <c:pt idx="1669">
                  <c:v>1.48</c:v>
                </c:pt>
                <c:pt idx="1670">
                  <c:v>1.48</c:v>
                </c:pt>
                <c:pt idx="1671">
                  <c:v>1.48</c:v>
                </c:pt>
                <c:pt idx="1672">
                  <c:v>1.48</c:v>
                </c:pt>
                <c:pt idx="1673">
                  <c:v>1.48</c:v>
                </c:pt>
                <c:pt idx="1674">
                  <c:v>1.48</c:v>
                </c:pt>
                <c:pt idx="1675">
                  <c:v>1.48</c:v>
                </c:pt>
                <c:pt idx="1676">
                  <c:v>1.48</c:v>
                </c:pt>
                <c:pt idx="1677">
                  <c:v>1.48</c:v>
                </c:pt>
                <c:pt idx="1678">
                  <c:v>1.48</c:v>
                </c:pt>
                <c:pt idx="1679">
                  <c:v>1.48</c:v>
                </c:pt>
                <c:pt idx="1680">
                  <c:v>1.48</c:v>
                </c:pt>
                <c:pt idx="1681">
                  <c:v>1.48</c:v>
                </c:pt>
                <c:pt idx="1682">
                  <c:v>1.48</c:v>
                </c:pt>
                <c:pt idx="1683">
                  <c:v>1.48</c:v>
                </c:pt>
                <c:pt idx="1684">
                  <c:v>1.48</c:v>
                </c:pt>
                <c:pt idx="1685">
                  <c:v>1.48</c:v>
                </c:pt>
                <c:pt idx="1686">
                  <c:v>1.48</c:v>
                </c:pt>
                <c:pt idx="1687">
                  <c:v>1.48</c:v>
                </c:pt>
                <c:pt idx="1688">
                  <c:v>1.48</c:v>
                </c:pt>
                <c:pt idx="1689">
                  <c:v>1.48</c:v>
                </c:pt>
                <c:pt idx="1690">
                  <c:v>1.48</c:v>
                </c:pt>
                <c:pt idx="1691">
                  <c:v>1.48</c:v>
                </c:pt>
                <c:pt idx="1692">
                  <c:v>1.48</c:v>
                </c:pt>
                <c:pt idx="1693">
                  <c:v>1.48</c:v>
                </c:pt>
                <c:pt idx="1694">
                  <c:v>1.48</c:v>
                </c:pt>
                <c:pt idx="1695">
                  <c:v>1.48</c:v>
                </c:pt>
                <c:pt idx="1696">
                  <c:v>1.48</c:v>
                </c:pt>
                <c:pt idx="1697">
                  <c:v>1.48</c:v>
                </c:pt>
                <c:pt idx="1698">
                  <c:v>1.48</c:v>
                </c:pt>
                <c:pt idx="1699">
                  <c:v>1.48</c:v>
                </c:pt>
                <c:pt idx="1700">
                  <c:v>1.48</c:v>
                </c:pt>
                <c:pt idx="1701">
                  <c:v>1.48</c:v>
                </c:pt>
                <c:pt idx="1702">
                  <c:v>1.48</c:v>
                </c:pt>
                <c:pt idx="1703">
                  <c:v>1.48</c:v>
                </c:pt>
                <c:pt idx="1704">
                  <c:v>1.48</c:v>
                </c:pt>
                <c:pt idx="1705">
                  <c:v>1.48</c:v>
                </c:pt>
                <c:pt idx="1706">
                  <c:v>1.48</c:v>
                </c:pt>
                <c:pt idx="1707">
                  <c:v>1.48</c:v>
                </c:pt>
                <c:pt idx="1708">
                  <c:v>1.48</c:v>
                </c:pt>
                <c:pt idx="1709">
                  <c:v>1.48</c:v>
                </c:pt>
                <c:pt idx="1710">
                  <c:v>1.48</c:v>
                </c:pt>
                <c:pt idx="1711">
                  <c:v>1.48</c:v>
                </c:pt>
                <c:pt idx="1712">
                  <c:v>1.48</c:v>
                </c:pt>
                <c:pt idx="1713">
                  <c:v>1.48</c:v>
                </c:pt>
                <c:pt idx="1714">
                  <c:v>1.48</c:v>
                </c:pt>
                <c:pt idx="1715">
                  <c:v>1.48</c:v>
                </c:pt>
                <c:pt idx="1716">
                  <c:v>1.48</c:v>
                </c:pt>
                <c:pt idx="1717">
                  <c:v>1.48</c:v>
                </c:pt>
                <c:pt idx="1718">
                  <c:v>1.48</c:v>
                </c:pt>
                <c:pt idx="1719">
                  <c:v>1.48</c:v>
                </c:pt>
                <c:pt idx="1720">
                  <c:v>1.48</c:v>
                </c:pt>
                <c:pt idx="1721">
                  <c:v>1.48</c:v>
                </c:pt>
                <c:pt idx="1722">
                  <c:v>1.48</c:v>
                </c:pt>
                <c:pt idx="1723">
                  <c:v>1.48</c:v>
                </c:pt>
                <c:pt idx="1724">
                  <c:v>1.48</c:v>
                </c:pt>
                <c:pt idx="1725">
                  <c:v>1.48</c:v>
                </c:pt>
                <c:pt idx="1726">
                  <c:v>1.48</c:v>
                </c:pt>
                <c:pt idx="1727">
                  <c:v>1.48</c:v>
                </c:pt>
                <c:pt idx="1728">
                  <c:v>1.48</c:v>
                </c:pt>
                <c:pt idx="1729">
                  <c:v>1.48</c:v>
                </c:pt>
                <c:pt idx="1730">
                  <c:v>1.48</c:v>
                </c:pt>
                <c:pt idx="1731">
                  <c:v>1.48</c:v>
                </c:pt>
                <c:pt idx="1732">
                  <c:v>1.48</c:v>
                </c:pt>
                <c:pt idx="1733">
                  <c:v>1.48</c:v>
                </c:pt>
                <c:pt idx="1734">
                  <c:v>1.48</c:v>
                </c:pt>
                <c:pt idx="1735">
                  <c:v>1.48</c:v>
                </c:pt>
                <c:pt idx="1736">
                  <c:v>1.48</c:v>
                </c:pt>
                <c:pt idx="1737">
                  <c:v>1.48</c:v>
                </c:pt>
                <c:pt idx="1738">
                  <c:v>1.48</c:v>
                </c:pt>
                <c:pt idx="1739">
                  <c:v>1.48</c:v>
                </c:pt>
                <c:pt idx="1740">
                  <c:v>1.48</c:v>
                </c:pt>
                <c:pt idx="1741">
                  <c:v>1.48</c:v>
                </c:pt>
                <c:pt idx="1742">
                  <c:v>1.48</c:v>
                </c:pt>
                <c:pt idx="1743">
                  <c:v>1.48</c:v>
                </c:pt>
                <c:pt idx="1744">
                  <c:v>1.48</c:v>
                </c:pt>
                <c:pt idx="1745">
                  <c:v>1.48</c:v>
                </c:pt>
                <c:pt idx="1746">
                  <c:v>1.48</c:v>
                </c:pt>
                <c:pt idx="1747">
                  <c:v>1.48</c:v>
                </c:pt>
                <c:pt idx="1748">
                  <c:v>1.48</c:v>
                </c:pt>
                <c:pt idx="1749">
                  <c:v>1.48</c:v>
                </c:pt>
                <c:pt idx="1750">
                  <c:v>1.48</c:v>
                </c:pt>
                <c:pt idx="1751">
                  <c:v>1.48</c:v>
                </c:pt>
                <c:pt idx="1752">
                  <c:v>1.48</c:v>
                </c:pt>
                <c:pt idx="1753">
                  <c:v>1.48</c:v>
                </c:pt>
                <c:pt idx="1754">
                  <c:v>1.48</c:v>
                </c:pt>
                <c:pt idx="1755">
                  <c:v>1.48</c:v>
                </c:pt>
                <c:pt idx="1756">
                  <c:v>1.48</c:v>
                </c:pt>
                <c:pt idx="1757">
                  <c:v>1.48</c:v>
                </c:pt>
                <c:pt idx="1758">
                  <c:v>1.48</c:v>
                </c:pt>
                <c:pt idx="1759">
                  <c:v>1.48</c:v>
                </c:pt>
                <c:pt idx="1760">
                  <c:v>1.48</c:v>
                </c:pt>
                <c:pt idx="1761">
                  <c:v>1.48</c:v>
                </c:pt>
                <c:pt idx="1762">
                  <c:v>1.48</c:v>
                </c:pt>
                <c:pt idx="1763">
                  <c:v>1.48</c:v>
                </c:pt>
                <c:pt idx="1764">
                  <c:v>1.48</c:v>
                </c:pt>
                <c:pt idx="1765">
                  <c:v>1.48</c:v>
                </c:pt>
                <c:pt idx="1766">
                  <c:v>1.48</c:v>
                </c:pt>
                <c:pt idx="1767">
                  <c:v>1.48</c:v>
                </c:pt>
                <c:pt idx="1768">
                  <c:v>1.48</c:v>
                </c:pt>
                <c:pt idx="1769">
                  <c:v>1.48</c:v>
                </c:pt>
                <c:pt idx="1770">
                  <c:v>1.48</c:v>
                </c:pt>
                <c:pt idx="1771">
                  <c:v>1.48</c:v>
                </c:pt>
                <c:pt idx="1772">
                  <c:v>1.48</c:v>
                </c:pt>
                <c:pt idx="1773">
                  <c:v>1.48</c:v>
                </c:pt>
                <c:pt idx="1774">
                  <c:v>1.48</c:v>
                </c:pt>
                <c:pt idx="1775">
                  <c:v>1.48</c:v>
                </c:pt>
                <c:pt idx="1776">
                  <c:v>1.48</c:v>
                </c:pt>
                <c:pt idx="1777">
                  <c:v>1.48</c:v>
                </c:pt>
                <c:pt idx="1778">
                  <c:v>1.48</c:v>
                </c:pt>
                <c:pt idx="1779">
                  <c:v>1.48</c:v>
                </c:pt>
                <c:pt idx="1780">
                  <c:v>1.48</c:v>
                </c:pt>
                <c:pt idx="1781">
                  <c:v>1.48</c:v>
                </c:pt>
                <c:pt idx="1782">
                  <c:v>1.48</c:v>
                </c:pt>
                <c:pt idx="1783">
                  <c:v>1.48</c:v>
                </c:pt>
                <c:pt idx="1784">
                  <c:v>1.48</c:v>
                </c:pt>
                <c:pt idx="1785">
                  <c:v>1.48</c:v>
                </c:pt>
                <c:pt idx="1786">
                  <c:v>1.48</c:v>
                </c:pt>
                <c:pt idx="1787">
                  <c:v>1.48</c:v>
                </c:pt>
                <c:pt idx="1788">
                  <c:v>1.48</c:v>
                </c:pt>
                <c:pt idx="1789">
                  <c:v>1.48</c:v>
                </c:pt>
                <c:pt idx="1790">
                  <c:v>1.48</c:v>
                </c:pt>
                <c:pt idx="1791">
                  <c:v>1.48</c:v>
                </c:pt>
                <c:pt idx="1792">
                  <c:v>1.48</c:v>
                </c:pt>
                <c:pt idx="1793">
                  <c:v>1.48</c:v>
                </c:pt>
                <c:pt idx="1794">
                  <c:v>1.48</c:v>
                </c:pt>
                <c:pt idx="1795">
                  <c:v>1.48</c:v>
                </c:pt>
                <c:pt idx="1796">
                  <c:v>1.48</c:v>
                </c:pt>
                <c:pt idx="1797">
                  <c:v>1.48</c:v>
                </c:pt>
                <c:pt idx="1798">
                  <c:v>1.48</c:v>
                </c:pt>
                <c:pt idx="1799">
                  <c:v>1.48</c:v>
                </c:pt>
                <c:pt idx="1800">
                  <c:v>1.48</c:v>
                </c:pt>
                <c:pt idx="1801">
                  <c:v>1.48</c:v>
                </c:pt>
                <c:pt idx="1802">
                  <c:v>1.48</c:v>
                </c:pt>
                <c:pt idx="1803">
                  <c:v>1.48</c:v>
                </c:pt>
                <c:pt idx="1804">
                  <c:v>1.48</c:v>
                </c:pt>
                <c:pt idx="1805">
                  <c:v>1.48</c:v>
                </c:pt>
                <c:pt idx="1806">
                  <c:v>1.48</c:v>
                </c:pt>
                <c:pt idx="1807">
                  <c:v>1.48</c:v>
                </c:pt>
                <c:pt idx="1808">
                  <c:v>1.48</c:v>
                </c:pt>
                <c:pt idx="1809">
                  <c:v>1.48</c:v>
                </c:pt>
                <c:pt idx="1810">
                  <c:v>1.48</c:v>
                </c:pt>
                <c:pt idx="1811">
                  <c:v>1.48</c:v>
                </c:pt>
                <c:pt idx="1812">
                  <c:v>1.48</c:v>
                </c:pt>
                <c:pt idx="1813">
                  <c:v>1.48</c:v>
                </c:pt>
                <c:pt idx="1814">
                  <c:v>1.48</c:v>
                </c:pt>
                <c:pt idx="1815">
                  <c:v>1.48</c:v>
                </c:pt>
                <c:pt idx="1816">
                  <c:v>1.48</c:v>
                </c:pt>
                <c:pt idx="1817">
                  <c:v>1.48</c:v>
                </c:pt>
                <c:pt idx="1818">
                  <c:v>1.48</c:v>
                </c:pt>
                <c:pt idx="1819">
                  <c:v>1.48</c:v>
                </c:pt>
                <c:pt idx="1820">
                  <c:v>1.48</c:v>
                </c:pt>
                <c:pt idx="1821">
                  <c:v>1.48</c:v>
                </c:pt>
                <c:pt idx="1822">
                  <c:v>1.48</c:v>
                </c:pt>
                <c:pt idx="1823">
                  <c:v>1.48</c:v>
                </c:pt>
                <c:pt idx="1824">
                  <c:v>1.48</c:v>
                </c:pt>
                <c:pt idx="1825">
                  <c:v>1.48</c:v>
                </c:pt>
                <c:pt idx="1826">
                  <c:v>1.48</c:v>
                </c:pt>
                <c:pt idx="1827">
                  <c:v>1.48</c:v>
                </c:pt>
                <c:pt idx="1828">
                  <c:v>1.48</c:v>
                </c:pt>
                <c:pt idx="1829">
                  <c:v>1.48</c:v>
                </c:pt>
                <c:pt idx="1830">
                  <c:v>1.48</c:v>
                </c:pt>
                <c:pt idx="1831">
                  <c:v>1.48</c:v>
                </c:pt>
                <c:pt idx="1832">
                  <c:v>1.48</c:v>
                </c:pt>
                <c:pt idx="1833">
                  <c:v>1.48</c:v>
                </c:pt>
                <c:pt idx="1834">
                  <c:v>1.48</c:v>
                </c:pt>
                <c:pt idx="1835">
                  <c:v>1.48</c:v>
                </c:pt>
                <c:pt idx="1836">
                  <c:v>1.48</c:v>
                </c:pt>
                <c:pt idx="1837">
                  <c:v>1.48</c:v>
                </c:pt>
                <c:pt idx="1838">
                  <c:v>1.48</c:v>
                </c:pt>
                <c:pt idx="1839">
                  <c:v>1.48</c:v>
                </c:pt>
                <c:pt idx="1840">
                  <c:v>1.48</c:v>
                </c:pt>
                <c:pt idx="1841">
                  <c:v>1.48</c:v>
                </c:pt>
                <c:pt idx="1842">
                  <c:v>1.48</c:v>
                </c:pt>
                <c:pt idx="1843">
                  <c:v>1.48</c:v>
                </c:pt>
                <c:pt idx="1844">
                  <c:v>1.48</c:v>
                </c:pt>
                <c:pt idx="1845">
                  <c:v>1.48</c:v>
                </c:pt>
                <c:pt idx="1846">
                  <c:v>1.48</c:v>
                </c:pt>
                <c:pt idx="1847">
                  <c:v>1.48</c:v>
                </c:pt>
                <c:pt idx="1848">
                  <c:v>1.48</c:v>
                </c:pt>
                <c:pt idx="1849">
                  <c:v>1.48</c:v>
                </c:pt>
                <c:pt idx="1850">
                  <c:v>1.48</c:v>
                </c:pt>
                <c:pt idx="1851">
                  <c:v>1.48</c:v>
                </c:pt>
                <c:pt idx="1852">
                  <c:v>1.48</c:v>
                </c:pt>
                <c:pt idx="1853">
                  <c:v>1.48</c:v>
                </c:pt>
                <c:pt idx="1854">
                  <c:v>1.48</c:v>
                </c:pt>
                <c:pt idx="1855">
                  <c:v>1.48</c:v>
                </c:pt>
                <c:pt idx="1856">
                  <c:v>1.48</c:v>
                </c:pt>
                <c:pt idx="1857">
                  <c:v>1.48</c:v>
                </c:pt>
                <c:pt idx="1858">
                  <c:v>1.48</c:v>
                </c:pt>
                <c:pt idx="1859">
                  <c:v>1.48</c:v>
                </c:pt>
                <c:pt idx="1860">
                  <c:v>1.48</c:v>
                </c:pt>
                <c:pt idx="1861">
                  <c:v>1.48</c:v>
                </c:pt>
                <c:pt idx="1862">
                  <c:v>1.48</c:v>
                </c:pt>
                <c:pt idx="1863">
                  <c:v>1.48</c:v>
                </c:pt>
                <c:pt idx="1864">
                  <c:v>1.48</c:v>
                </c:pt>
                <c:pt idx="1865">
                  <c:v>1.48</c:v>
                </c:pt>
                <c:pt idx="1866">
                  <c:v>1.48</c:v>
                </c:pt>
                <c:pt idx="1867">
                  <c:v>1.48</c:v>
                </c:pt>
                <c:pt idx="1868">
                  <c:v>1.48</c:v>
                </c:pt>
                <c:pt idx="1869">
                  <c:v>1.48</c:v>
                </c:pt>
                <c:pt idx="1870">
                  <c:v>1.48</c:v>
                </c:pt>
                <c:pt idx="1871">
                  <c:v>1.48</c:v>
                </c:pt>
                <c:pt idx="1872">
                  <c:v>1.48</c:v>
                </c:pt>
                <c:pt idx="1873">
                  <c:v>1.48</c:v>
                </c:pt>
                <c:pt idx="1874">
                  <c:v>1.48</c:v>
                </c:pt>
                <c:pt idx="1875">
                  <c:v>1.48</c:v>
                </c:pt>
                <c:pt idx="1876">
                  <c:v>1.48</c:v>
                </c:pt>
                <c:pt idx="1877">
                  <c:v>1.48</c:v>
                </c:pt>
                <c:pt idx="1878">
                  <c:v>1.48</c:v>
                </c:pt>
                <c:pt idx="1879">
                  <c:v>1.48</c:v>
                </c:pt>
                <c:pt idx="1880">
                  <c:v>1.48</c:v>
                </c:pt>
                <c:pt idx="1881">
                  <c:v>1.48</c:v>
                </c:pt>
                <c:pt idx="1882">
                  <c:v>1.48</c:v>
                </c:pt>
                <c:pt idx="1883">
                  <c:v>1.48</c:v>
                </c:pt>
                <c:pt idx="1884">
                  <c:v>1.48</c:v>
                </c:pt>
                <c:pt idx="1885">
                  <c:v>1.48</c:v>
                </c:pt>
                <c:pt idx="1886">
                  <c:v>1.48</c:v>
                </c:pt>
                <c:pt idx="1887">
                  <c:v>1.48</c:v>
                </c:pt>
                <c:pt idx="1888">
                  <c:v>1.48</c:v>
                </c:pt>
                <c:pt idx="1889">
                  <c:v>1.48</c:v>
                </c:pt>
                <c:pt idx="1890">
                  <c:v>1.48</c:v>
                </c:pt>
                <c:pt idx="1891">
                  <c:v>1.48</c:v>
                </c:pt>
                <c:pt idx="1892">
                  <c:v>1.48</c:v>
                </c:pt>
                <c:pt idx="1893">
                  <c:v>1.48</c:v>
                </c:pt>
                <c:pt idx="1894">
                  <c:v>1.48</c:v>
                </c:pt>
                <c:pt idx="1895">
                  <c:v>1.48</c:v>
                </c:pt>
                <c:pt idx="1896">
                  <c:v>1.48</c:v>
                </c:pt>
                <c:pt idx="1897">
                  <c:v>1.48</c:v>
                </c:pt>
                <c:pt idx="1898">
                  <c:v>1.48</c:v>
                </c:pt>
                <c:pt idx="1899">
                  <c:v>1.48</c:v>
                </c:pt>
                <c:pt idx="1900">
                  <c:v>1.48</c:v>
                </c:pt>
                <c:pt idx="1901">
                  <c:v>1.48</c:v>
                </c:pt>
                <c:pt idx="1902">
                  <c:v>1.48</c:v>
                </c:pt>
                <c:pt idx="1903">
                  <c:v>1.48</c:v>
                </c:pt>
                <c:pt idx="1904">
                  <c:v>1.48</c:v>
                </c:pt>
                <c:pt idx="1905">
                  <c:v>1.48</c:v>
                </c:pt>
                <c:pt idx="1906">
                  <c:v>1.48</c:v>
                </c:pt>
                <c:pt idx="1907">
                  <c:v>1.48</c:v>
                </c:pt>
                <c:pt idx="1908">
                  <c:v>1.48</c:v>
                </c:pt>
                <c:pt idx="1909">
                  <c:v>1.48</c:v>
                </c:pt>
                <c:pt idx="1910">
                  <c:v>1.48</c:v>
                </c:pt>
                <c:pt idx="1911">
                  <c:v>1.48</c:v>
                </c:pt>
                <c:pt idx="1912">
                  <c:v>1.48</c:v>
                </c:pt>
                <c:pt idx="1913">
                  <c:v>1.48</c:v>
                </c:pt>
                <c:pt idx="1914">
                  <c:v>1.48</c:v>
                </c:pt>
                <c:pt idx="1915">
                  <c:v>1.48</c:v>
                </c:pt>
                <c:pt idx="1916">
                  <c:v>1.48</c:v>
                </c:pt>
                <c:pt idx="1917">
                  <c:v>1.48</c:v>
                </c:pt>
                <c:pt idx="1918">
                  <c:v>1.48</c:v>
                </c:pt>
                <c:pt idx="1919">
                  <c:v>1.48</c:v>
                </c:pt>
                <c:pt idx="1920">
                  <c:v>1.48</c:v>
                </c:pt>
                <c:pt idx="1921">
                  <c:v>1.48</c:v>
                </c:pt>
                <c:pt idx="1922">
                  <c:v>1.48</c:v>
                </c:pt>
                <c:pt idx="1923">
                  <c:v>1.48</c:v>
                </c:pt>
                <c:pt idx="1924">
                  <c:v>1.48</c:v>
                </c:pt>
                <c:pt idx="1925">
                  <c:v>1.48</c:v>
                </c:pt>
                <c:pt idx="1926">
                  <c:v>1.48</c:v>
                </c:pt>
                <c:pt idx="1927">
                  <c:v>1.48</c:v>
                </c:pt>
                <c:pt idx="1928">
                  <c:v>1.48</c:v>
                </c:pt>
                <c:pt idx="1929">
                  <c:v>1.48</c:v>
                </c:pt>
                <c:pt idx="1930">
                  <c:v>1.48</c:v>
                </c:pt>
                <c:pt idx="1931">
                  <c:v>1.48</c:v>
                </c:pt>
                <c:pt idx="1932">
                  <c:v>1.48</c:v>
                </c:pt>
                <c:pt idx="1933">
                  <c:v>1.48</c:v>
                </c:pt>
                <c:pt idx="1934">
                  <c:v>1.48</c:v>
                </c:pt>
                <c:pt idx="1935">
                  <c:v>1.48</c:v>
                </c:pt>
                <c:pt idx="1936">
                  <c:v>1.48</c:v>
                </c:pt>
                <c:pt idx="1937">
                  <c:v>1.48</c:v>
                </c:pt>
                <c:pt idx="1938">
                  <c:v>1.48</c:v>
                </c:pt>
                <c:pt idx="1939">
                  <c:v>1.48</c:v>
                </c:pt>
                <c:pt idx="1940">
                  <c:v>1.48</c:v>
                </c:pt>
                <c:pt idx="1941">
                  <c:v>1.48</c:v>
                </c:pt>
                <c:pt idx="1942">
                  <c:v>1.48</c:v>
                </c:pt>
                <c:pt idx="1943">
                  <c:v>1.48</c:v>
                </c:pt>
                <c:pt idx="1944">
                  <c:v>1.48</c:v>
                </c:pt>
                <c:pt idx="1945">
                  <c:v>1.48</c:v>
                </c:pt>
                <c:pt idx="1946">
                  <c:v>1.48</c:v>
                </c:pt>
                <c:pt idx="1947">
                  <c:v>1.48</c:v>
                </c:pt>
                <c:pt idx="1948">
                  <c:v>1.48</c:v>
                </c:pt>
                <c:pt idx="1949">
                  <c:v>1.48</c:v>
                </c:pt>
                <c:pt idx="1950">
                  <c:v>1.48</c:v>
                </c:pt>
                <c:pt idx="1951">
                  <c:v>1.48</c:v>
                </c:pt>
                <c:pt idx="1952">
                  <c:v>1.48</c:v>
                </c:pt>
                <c:pt idx="1953">
                  <c:v>1.48</c:v>
                </c:pt>
                <c:pt idx="1954">
                  <c:v>1.48</c:v>
                </c:pt>
                <c:pt idx="1955">
                  <c:v>1.48</c:v>
                </c:pt>
                <c:pt idx="1956">
                  <c:v>1.48</c:v>
                </c:pt>
                <c:pt idx="1957">
                  <c:v>1.48</c:v>
                </c:pt>
                <c:pt idx="1958">
                  <c:v>1.48</c:v>
                </c:pt>
                <c:pt idx="1959">
                  <c:v>1.48</c:v>
                </c:pt>
                <c:pt idx="1960">
                  <c:v>1.48</c:v>
                </c:pt>
                <c:pt idx="1961">
                  <c:v>1.48</c:v>
                </c:pt>
                <c:pt idx="1962">
                  <c:v>1.48</c:v>
                </c:pt>
                <c:pt idx="1963">
                  <c:v>1.48</c:v>
                </c:pt>
                <c:pt idx="1964">
                  <c:v>1.48</c:v>
                </c:pt>
                <c:pt idx="1965">
                  <c:v>1.48</c:v>
                </c:pt>
                <c:pt idx="1966">
                  <c:v>1.48</c:v>
                </c:pt>
                <c:pt idx="1967">
                  <c:v>1.48</c:v>
                </c:pt>
                <c:pt idx="1968">
                  <c:v>1.48</c:v>
                </c:pt>
                <c:pt idx="1969">
                  <c:v>1.48</c:v>
                </c:pt>
                <c:pt idx="1970">
                  <c:v>1.48</c:v>
                </c:pt>
                <c:pt idx="1971">
                  <c:v>1.48</c:v>
                </c:pt>
                <c:pt idx="1972">
                  <c:v>1.48</c:v>
                </c:pt>
                <c:pt idx="1973">
                  <c:v>1.48</c:v>
                </c:pt>
                <c:pt idx="1974">
                  <c:v>1.48</c:v>
                </c:pt>
                <c:pt idx="1975">
                  <c:v>1.48</c:v>
                </c:pt>
                <c:pt idx="1976">
                  <c:v>1.48</c:v>
                </c:pt>
                <c:pt idx="1977">
                  <c:v>1.48</c:v>
                </c:pt>
                <c:pt idx="1978">
                  <c:v>1.48</c:v>
                </c:pt>
                <c:pt idx="1979">
                  <c:v>1.48</c:v>
                </c:pt>
                <c:pt idx="1980">
                  <c:v>1.48</c:v>
                </c:pt>
                <c:pt idx="1981">
                  <c:v>1.48</c:v>
                </c:pt>
                <c:pt idx="1982">
                  <c:v>1.48</c:v>
                </c:pt>
                <c:pt idx="1983">
                  <c:v>1.48</c:v>
                </c:pt>
                <c:pt idx="1984">
                  <c:v>1.48</c:v>
                </c:pt>
                <c:pt idx="1985">
                  <c:v>1.48</c:v>
                </c:pt>
                <c:pt idx="1986">
                  <c:v>1.48</c:v>
                </c:pt>
                <c:pt idx="1987">
                  <c:v>1.48</c:v>
                </c:pt>
                <c:pt idx="1988">
                  <c:v>1.48</c:v>
                </c:pt>
                <c:pt idx="1989">
                  <c:v>1.48</c:v>
                </c:pt>
                <c:pt idx="1990">
                  <c:v>1.48</c:v>
                </c:pt>
                <c:pt idx="1991">
                  <c:v>1.48</c:v>
                </c:pt>
                <c:pt idx="1992">
                  <c:v>1.48</c:v>
                </c:pt>
                <c:pt idx="1993">
                  <c:v>1.48</c:v>
                </c:pt>
                <c:pt idx="1994">
                  <c:v>1.48</c:v>
                </c:pt>
                <c:pt idx="1995">
                  <c:v>1.48</c:v>
                </c:pt>
                <c:pt idx="1996">
                  <c:v>1.48</c:v>
                </c:pt>
                <c:pt idx="1997">
                  <c:v>1.48</c:v>
                </c:pt>
                <c:pt idx="1998">
                  <c:v>1.48</c:v>
                </c:pt>
                <c:pt idx="1999">
                  <c:v>1.48</c:v>
                </c:pt>
                <c:pt idx="2000">
                  <c:v>1.48</c:v>
                </c:pt>
                <c:pt idx="2001">
                  <c:v>1.48</c:v>
                </c:pt>
                <c:pt idx="2002">
                  <c:v>1.48</c:v>
                </c:pt>
                <c:pt idx="2003">
                  <c:v>1.48</c:v>
                </c:pt>
                <c:pt idx="2004">
                  <c:v>1.48</c:v>
                </c:pt>
                <c:pt idx="2005">
                  <c:v>1.48</c:v>
                </c:pt>
                <c:pt idx="2006">
                  <c:v>1.48</c:v>
                </c:pt>
                <c:pt idx="2007">
                  <c:v>1.48</c:v>
                </c:pt>
                <c:pt idx="2008">
                  <c:v>1.48</c:v>
                </c:pt>
                <c:pt idx="2009">
                  <c:v>1.48</c:v>
                </c:pt>
                <c:pt idx="2010">
                  <c:v>1.48</c:v>
                </c:pt>
                <c:pt idx="2011">
                  <c:v>1.48</c:v>
                </c:pt>
                <c:pt idx="2012">
                  <c:v>1.48</c:v>
                </c:pt>
                <c:pt idx="2013">
                  <c:v>1.48</c:v>
                </c:pt>
                <c:pt idx="2014">
                  <c:v>1.48</c:v>
                </c:pt>
                <c:pt idx="2015">
                  <c:v>1.48</c:v>
                </c:pt>
                <c:pt idx="2016">
                  <c:v>1.48</c:v>
                </c:pt>
                <c:pt idx="2017">
                  <c:v>1.48</c:v>
                </c:pt>
                <c:pt idx="2018">
                  <c:v>1.48</c:v>
                </c:pt>
                <c:pt idx="2019">
                  <c:v>1.48</c:v>
                </c:pt>
                <c:pt idx="2020">
                  <c:v>1.48</c:v>
                </c:pt>
                <c:pt idx="2021">
                  <c:v>1.48</c:v>
                </c:pt>
                <c:pt idx="2022">
                  <c:v>1.48</c:v>
                </c:pt>
                <c:pt idx="2023">
                  <c:v>1.48</c:v>
                </c:pt>
                <c:pt idx="2024">
                  <c:v>1.48</c:v>
                </c:pt>
                <c:pt idx="2025">
                  <c:v>1.48</c:v>
                </c:pt>
                <c:pt idx="2026">
                  <c:v>1.48</c:v>
                </c:pt>
                <c:pt idx="2027">
                  <c:v>1.48</c:v>
                </c:pt>
                <c:pt idx="2028">
                  <c:v>1.48</c:v>
                </c:pt>
                <c:pt idx="2029">
                  <c:v>1.48</c:v>
                </c:pt>
                <c:pt idx="2030">
                  <c:v>1.48</c:v>
                </c:pt>
                <c:pt idx="2031">
                  <c:v>1.48</c:v>
                </c:pt>
                <c:pt idx="2032">
                  <c:v>1.48</c:v>
                </c:pt>
                <c:pt idx="2033">
                  <c:v>1.48</c:v>
                </c:pt>
                <c:pt idx="2034">
                  <c:v>1.48</c:v>
                </c:pt>
                <c:pt idx="2035">
                  <c:v>1.48</c:v>
                </c:pt>
                <c:pt idx="2036">
                  <c:v>1.48</c:v>
                </c:pt>
                <c:pt idx="2037">
                  <c:v>1.48</c:v>
                </c:pt>
                <c:pt idx="2038">
                  <c:v>1.48</c:v>
                </c:pt>
                <c:pt idx="2039">
                  <c:v>1.48</c:v>
                </c:pt>
                <c:pt idx="2040">
                  <c:v>1.48</c:v>
                </c:pt>
                <c:pt idx="2041">
                  <c:v>1.48</c:v>
                </c:pt>
                <c:pt idx="2042">
                  <c:v>1.48</c:v>
                </c:pt>
                <c:pt idx="2043">
                  <c:v>1.48</c:v>
                </c:pt>
                <c:pt idx="2044">
                  <c:v>1.48</c:v>
                </c:pt>
                <c:pt idx="2045">
                  <c:v>1.48</c:v>
                </c:pt>
                <c:pt idx="2046">
                  <c:v>1.48</c:v>
                </c:pt>
                <c:pt idx="2047">
                  <c:v>1.48</c:v>
                </c:pt>
                <c:pt idx="2048">
                  <c:v>1.48</c:v>
                </c:pt>
                <c:pt idx="2049">
                  <c:v>1.48</c:v>
                </c:pt>
                <c:pt idx="2050">
                  <c:v>1.48</c:v>
                </c:pt>
                <c:pt idx="2051">
                  <c:v>1.48</c:v>
                </c:pt>
                <c:pt idx="2052">
                  <c:v>1.48</c:v>
                </c:pt>
                <c:pt idx="2053">
                  <c:v>1.48</c:v>
                </c:pt>
                <c:pt idx="2054">
                  <c:v>1.48</c:v>
                </c:pt>
                <c:pt idx="2055">
                  <c:v>1.48</c:v>
                </c:pt>
                <c:pt idx="2056">
                  <c:v>1.48</c:v>
                </c:pt>
                <c:pt idx="2057">
                  <c:v>1.48</c:v>
                </c:pt>
                <c:pt idx="2058">
                  <c:v>1.48</c:v>
                </c:pt>
                <c:pt idx="2059">
                  <c:v>1.48</c:v>
                </c:pt>
                <c:pt idx="2060">
                  <c:v>1.48</c:v>
                </c:pt>
                <c:pt idx="2061">
                  <c:v>1.48</c:v>
                </c:pt>
                <c:pt idx="2062">
                  <c:v>1.48</c:v>
                </c:pt>
                <c:pt idx="2063">
                  <c:v>1.48</c:v>
                </c:pt>
                <c:pt idx="2064">
                  <c:v>1.48</c:v>
                </c:pt>
                <c:pt idx="2065">
                  <c:v>1.48</c:v>
                </c:pt>
                <c:pt idx="2066">
                  <c:v>1.48</c:v>
                </c:pt>
                <c:pt idx="2067">
                  <c:v>1.48</c:v>
                </c:pt>
                <c:pt idx="2068">
                  <c:v>1.48</c:v>
                </c:pt>
                <c:pt idx="2069">
                  <c:v>1.48</c:v>
                </c:pt>
                <c:pt idx="2070">
                  <c:v>1.48</c:v>
                </c:pt>
                <c:pt idx="2071">
                  <c:v>1.48</c:v>
                </c:pt>
                <c:pt idx="2072">
                  <c:v>1.48</c:v>
                </c:pt>
                <c:pt idx="2073">
                  <c:v>1.48</c:v>
                </c:pt>
                <c:pt idx="2074">
                  <c:v>1.48</c:v>
                </c:pt>
                <c:pt idx="2075">
                  <c:v>1.48</c:v>
                </c:pt>
                <c:pt idx="2076">
                  <c:v>1.48</c:v>
                </c:pt>
                <c:pt idx="2077">
                  <c:v>1.48</c:v>
                </c:pt>
                <c:pt idx="2078">
                  <c:v>1.48</c:v>
                </c:pt>
                <c:pt idx="2079">
                  <c:v>1.48</c:v>
                </c:pt>
                <c:pt idx="2080">
                  <c:v>1.48</c:v>
                </c:pt>
                <c:pt idx="2081">
                  <c:v>1.48</c:v>
                </c:pt>
                <c:pt idx="2082">
                  <c:v>1.48</c:v>
                </c:pt>
                <c:pt idx="2083">
                  <c:v>1.48</c:v>
                </c:pt>
                <c:pt idx="2084">
                  <c:v>1.48</c:v>
                </c:pt>
                <c:pt idx="2085">
                  <c:v>1.48</c:v>
                </c:pt>
                <c:pt idx="2086">
                  <c:v>1.48</c:v>
                </c:pt>
                <c:pt idx="2087">
                  <c:v>1.48</c:v>
                </c:pt>
                <c:pt idx="2088">
                  <c:v>1.48</c:v>
                </c:pt>
                <c:pt idx="2089">
                  <c:v>1.48</c:v>
                </c:pt>
                <c:pt idx="2090">
                  <c:v>1.48</c:v>
                </c:pt>
                <c:pt idx="2091">
                  <c:v>1.48</c:v>
                </c:pt>
                <c:pt idx="2092">
                  <c:v>1.48</c:v>
                </c:pt>
                <c:pt idx="2093">
                  <c:v>1.48</c:v>
                </c:pt>
                <c:pt idx="2094">
                  <c:v>1.48</c:v>
                </c:pt>
                <c:pt idx="2095">
                  <c:v>1.48</c:v>
                </c:pt>
                <c:pt idx="2096">
                  <c:v>1.48</c:v>
                </c:pt>
                <c:pt idx="2097">
                  <c:v>1.48</c:v>
                </c:pt>
                <c:pt idx="2098">
                  <c:v>1.48</c:v>
                </c:pt>
                <c:pt idx="2099">
                  <c:v>1.48</c:v>
                </c:pt>
                <c:pt idx="2100">
                  <c:v>1.48</c:v>
                </c:pt>
                <c:pt idx="2101">
                  <c:v>1.48</c:v>
                </c:pt>
                <c:pt idx="2102">
                  <c:v>1.48</c:v>
                </c:pt>
                <c:pt idx="2103">
                  <c:v>1.48</c:v>
                </c:pt>
                <c:pt idx="2104">
                  <c:v>1.48</c:v>
                </c:pt>
                <c:pt idx="2105">
                  <c:v>1.48</c:v>
                </c:pt>
                <c:pt idx="2106">
                  <c:v>1.48</c:v>
                </c:pt>
                <c:pt idx="2107">
                  <c:v>1.48</c:v>
                </c:pt>
                <c:pt idx="2108">
                  <c:v>1.48</c:v>
                </c:pt>
                <c:pt idx="2109">
                  <c:v>1.48</c:v>
                </c:pt>
                <c:pt idx="2110">
                  <c:v>1.48</c:v>
                </c:pt>
                <c:pt idx="2111">
                  <c:v>1.48</c:v>
                </c:pt>
                <c:pt idx="2112">
                  <c:v>1.48</c:v>
                </c:pt>
                <c:pt idx="2113">
                  <c:v>1.48</c:v>
                </c:pt>
                <c:pt idx="2114">
                  <c:v>1.48</c:v>
                </c:pt>
                <c:pt idx="2115">
                  <c:v>1.48</c:v>
                </c:pt>
                <c:pt idx="2116">
                  <c:v>1.48</c:v>
                </c:pt>
                <c:pt idx="2117">
                  <c:v>1.48</c:v>
                </c:pt>
                <c:pt idx="2118">
                  <c:v>1.48</c:v>
                </c:pt>
                <c:pt idx="2119">
                  <c:v>1.48</c:v>
                </c:pt>
                <c:pt idx="2120">
                  <c:v>1.48</c:v>
                </c:pt>
                <c:pt idx="2121">
                  <c:v>1.48</c:v>
                </c:pt>
                <c:pt idx="2122">
                  <c:v>1.48</c:v>
                </c:pt>
                <c:pt idx="2123">
                  <c:v>1.48</c:v>
                </c:pt>
                <c:pt idx="2124">
                  <c:v>1.48</c:v>
                </c:pt>
                <c:pt idx="2125">
                  <c:v>1.48</c:v>
                </c:pt>
                <c:pt idx="2126">
                  <c:v>1.48</c:v>
                </c:pt>
                <c:pt idx="2127">
                  <c:v>1.48</c:v>
                </c:pt>
                <c:pt idx="2128">
                  <c:v>1.48</c:v>
                </c:pt>
                <c:pt idx="2129">
                  <c:v>1.48</c:v>
                </c:pt>
                <c:pt idx="2130">
                  <c:v>1.48</c:v>
                </c:pt>
                <c:pt idx="2131">
                  <c:v>1.48</c:v>
                </c:pt>
                <c:pt idx="2132">
                  <c:v>1.48</c:v>
                </c:pt>
                <c:pt idx="2133">
                  <c:v>1.48</c:v>
                </c:pt>
                <c:pt idx="2134">
                  <c:v>1.48</c:v>
                </c:pt>
                <c:pt idx="2135">
                  <c:v>1.48</c:v>
                </c:pt>
                <c:pt idx="2136">
                  <c:v>1.48</c:v>
                </c:pt>
                <c:pt idx="2137">
                  <c:v>1.48</c:v>
                </c:pt>
                <c:pt idx="2138">
                  <c:v>1.48</c:v>
                </c:pt>
                <c:pt idx="2139">
                  <c:v>1.48</c:v>
                </c:pt>
                <c:pt idx="2140">
                  <c:v>1.48</c:v>
                </c:pt>
                <c:pt idx="2141">
                  <c:v>1.48</c:v>
                </c:pt>
                <c:pt idx="2142">
                  <c:v>1.48</c:v>
                </c:pt>
                <c:pt idx="2143">
                  <c:v>1.48</c:v>
                </c:pt>
                <c:pt idx="2144">
                  <c:v>1.48</c:v>
                </c:pt>
                <c:pt idx="2145">
                  <c:v>1.48</c:v>
                </c:pt>
                <c:pt idx="2146">
                  <c:v>1.48</c:v>
                </c:pt>
                <c:pt idx="2147">
                  <c:v>1.48</c:v>
                </c:pt>
                <c:pt idx="2148">
                  <c:v>1.48</c:v>
                </c:pt>
                <c:pt idx="2149">
                  <c:v>1.48</c:v>
                </c:pt>
                <c:pt idx="2150">
                  <c:v>1.48</c:v>
                </c:pt>
                <c:pt idx="2151">
                  <c:v>1.48</c:v>
                </c:pt>
                <c:pt idx="2152">
                  <c:v>1.48</c:v>
                </c:pt>
                <c:pt idx="2153">
                  <c:v>1.48</c:v>
                </c:pt>
                <c:pt idx="2154">
                  <c:v>1.48</c:v>
                </c:pt>
                <c:pt idx="2155">
                  <c:v>1.48</c:v>
                </c:pt>
                <c:pt idx="2156">
                  <c:v>1.48</c:v>
                </c:pt>
                <c:pt idx="2157">
                  <c:v>1.48</c:v>
                </c:pt>
                <c:pt idx="2158">
                  <c:v>1.48</c:v>
                </c:pt>
                <c:pt idx="2159">
                  <c:v>1.48</c:v>
                </c:pt>
                <c:pt idx="2160">
                  <c:v>1.48</c:v>
                </c:pt>
                <c:pt idx="2161">
                  <c:v>1.48</c:v>
                </c:pt>
                <c:pt idx="2162">
                  <c:v>1.48</c:v>
                </c:pt>
                <c:pt idx="2163">
                  <c:v>1.48</c:v>
                </c:pt>
                <c:pt idx="2164">
                  <c:v>1.48</c:v>
                </c:pt>
                <c:pt idx="2165">
                  <c:v>1.48</c:v>
                </c:pt>
                <c:pt idx="2166">
                  <c:v>1.48</c:v>
                </c:pt>
                <c:pt idx="2167">
                  <c:v>1.48</c:v>
                </c:pt>
                <c:pt idx="2168">
                  <c:v>1.48</c:v>
                </c:pt>
                <c:pt idx="2169">
                  <c:v>1.48</c:v>
                </c:pt>
                <c:pt idx="2170">
                  <c:v>1.48</c:v>
                </c:pt>
                <c:pt idx="2171">
                  <c:v>1.48</c:v>
                </c:pt>
                <c:pt idx="2172">
                  <c:v>1.48</c:v>
                </c:pt>
                <c:pt idx="2173">
                  <c:v>1.48</c:v>
                </c:pt>
                <c:pt idx="2174">
                  <c:v>1.48</c:v>
                </c:pt>
                <c:pt idx="2175">
                  <c:v>1.48</c:v>
                </c:pt>
                <c:pt idx="2176">
                  <c:v>1.48</c:v>
                </c:pt>
                <c:pt idx="2177">
                  <c:v>1.48</c:v>
                </c:pt>
                <c:pt idx="2178">
                  <c:v>1.48</c:v>
                </c:pt>
                <c:pt idx="2179">
                  <c:v>1.48</c:v>
                </c:pt>
                <c:pt idx="2180">
                  <c:v>1.48</c:v>
                </c:pt>
                <c:pt idx="2181">
                  <c:v>1.48</c:v>
                </c:pt>
                <c:pt idx="2182">
                  <c:v>1.48</c:v>
                </c:pt>
                <c:pt idx="2183">
                  <c:v>1.48</c:v>
                </c:pt>
                <c:pt idx="2184">
                  <c:v>1.48</c:v>
                </c:pt>
                <c:pt idx="2185">
                  <c:v>1.48</c:v>
                </c:pt>
                <c:pt idx="2186">
                  <c:v>1.48</c:v>
                </c:pt>
                <c:pt idx="2187">
                  <c:v>1.48</c:v>
                </c:pt>
                <c:pt idx="2188">
                  <c:v>1.48</c:v>
                </c:pt>
                <c:pt idx="2189">
                  <c:v>1.48</c:v>
                </c:pt>
                <c:pt idx="2190">
                  <c:v>1.48</c:v>
                </c:pt>
                <c:pt idx="2191">
                  <c:v>1.48</c:v>
                </c:pt>
                <c:pt idx="2192">
                  <c:v>1.48</c:v>
                </c:pt>
                <c:pt idx="2193">
                  <c:v>1.48</c:v>
                </c:pt>
                <c:pt idx="2194">
                  <c:v>1.48</c:v>
                </c:pt>
                <c:pt idx="2195">
                  <c:v>1.48</c:v>
                </c:pt>
                <c:pt idx="2196">
                  <c:v>1.48</c:v>
                </c:pt>
                <c:pt idx="2197">
                  <c:v>1.48</c:v>
                </c:pt>
                <c:pt idx="2198">
                  <c:v>1.48</c:v>
                </c:pt>
                <c:pt idx="2199">
                  <c:v>1.48</c:v>
                </c:pt>
                <c:pt idx="2200">
                  <c:v>1.48</c:v>
                </c:pt>
                <c:pt idx="2201">
                  <c:v>1.48</c:v>
                </c:pt>
                <c:pt idx="2202">
                  <c:v>1.48</c:v>
                </c:pt>
                <c:pt idx="2203">
                  <c:v>1.48</c:v>
                </c:pt>
                <c:pt idx="2204">
                  <c:v>1.48</c:v>
                </c:pt>
                <c:pt idx="2205">
                  <c:v>1.48</c:v>
                </c:pt>
                <c:pt idx="2206">
                  <c:v>1.48</c:v>
                </c:pt>
                <c:pt idx="2207">
                  <c:v>1.48</c:v>
                </c:pt>
                <c:pt idx="2208">
                  <c:v>1.48</c:v>
                </c:pt>
                <c:pt idx="2209">
                  <c:v>1.48</c:v>
                </c:pt>
                <c:pt idx="2210">
                  <c:v>1.48</c:v>
                </c:pt>
                <c:pt idx="2211">
                  <c:v>1.48</c:v>
                </c:pt>
                <c:pt idx="2212">
                  <c:v>1.48</c:v>
                </c:pt>
                <c:pt idx="2213">
                  <c:v>1.48</c:v>
                </c:pt>
                <c:pt idx="2214">
                  <c:v>1.48</c:v>
                </c:pt>
                <c:pt idx="2215">
                  <c:v>1.48</c:v>
                </c:pt>
                <c:pt idx="2216">
                  <c:v>1.48</c:v>
                </c:pt>
                <c:pt idx="2217">
                  <c:v>1.48</c:v>
                </c:pt>
                <c:pt idx="2218">
                  <c:v>1.48</c:v>
                </c:pt>
                <c:pt idx="2219">
                  <c:v>1.48</c:v>
                </c:pt>
                <c:pt idx="2220">
                  <c:v>1.48</c:v>
                </c:pt>
                <c:pt idx="2221">
                  <c:v>1.48</c:v>
                </c:pt>
                <c:pt idx="2222">
                  <c:v>1.48</c:v>
                </c:pt>
                <c:pt idx="2223">
                  <c:v>1.48</c:v>
                </c:pt>
                <c:pt idx="2224">
                  <c:v>1.48</c:v>
                </c:pt>
                <c:pt idx="2225">
                  <c:v>1.48</c:v>
                </c:pt>
                <c:pt idx="2226">
                  <c:v>1.48</c:v>
                </c:pt>
                <c:pt idx="2227">
                  <c:v>1.48</c:v>
                </c:pt>
                <c:pt idx="2228">
                  <c:v>1.48</c:v>
                </c:pt>
                <c:pt idx="2229">
                  <c:v>1.48</c:v>
                </c:pt>
                <c:pt idx="2230">
                  <c:v>1.48</c:v>
                </c:pt>
                <c:pt idx="2231">
                  <c:v>1.48</c:v>
                </c:pt>
                <c:pt idx="2232">
                  <c:v>1.48</c:v>
                </c:pt>
                <c:pt idx="2233">
                  <c:v>1.48</c:v>
                </c:pt>
                <c:pt idx="2234">
                  <c:v>1.48</c:v>
                </c:pt>
                <c:pt idx="2235">
                  <c:v>1.48</c:v>
                </c:pt>
                <c:pt idx="2236">
                  <c:v>1.48</c:v>
                </c:pt>
                <c:pt idx="2237">
                  <c:v>1.48</c:v>
                </c:pt>
                <c:pt idx="2238">
                  <c:v>1.48</c:v>
                </c:pt>
                <c:pt idx="2239">
                  <c:v>1.48</c:v>
                </c:pt>
                <c:pt idx="2240">
                  <c:v>1.48</c:v>
                </c:pt>
                <c:pt idx="2241">
                  <c:v>1.48</c:v>
                </c:pt>
                <c:pt idx="2242">
                  <c:v>1.48</c:v>
                </c:pt>
                <c:pt idx="2243">
                  <c:v>1.48</c:v>
                </c:pt>
                <c:pt idx="2244">
                  <c:v>1.48</c:v>
                </c:pt>
                <c:pt idx="2245">
                  <c:v>1.48</c:v>
                </c:pt>
                <c:pt idx="2246">
                  <c:v>1.48</c:v>
                </c:pt>
                <c:pt idx="2247">
                  <c:v>1.48</c:v>
                </c:pt>
                <c:pt idx="2248">
                  <c:v>1.48</c:v>
                </c:pt>
                <c:pt idx="2249">
                  <c:v>1.48</c:v>
                </c:pt>
                <c:pt idx="2250">
                  <c:v>1.48</c:v>
                </c:pt>
                <c:pt idx="2251">
                  <c:v>1.48</c:v>
                </c:pt>
                <c:pt idx="2252">
                  <c:v>1.48</c:v>
                </c:pt>
                <c:pt idx="2253">
                  <c:v>1.48</c:v>
                </c:pt>
                <c:pt idx="2254">
                  <c:v>1.48</c:v>
                </c:pt>
                <c:pt idx="2255">
                  <c:v>1.48</c:v>
                </c:pt>
                <c:pt idx="2256">
                  <c:v>1.48</c:v>
                </c:pt>
                <c:pt idx="2257">
                  <c:v>1.48</c:v>
                </c:pt>
                <c:pt idx="2258">
                  <c:v>1.48</c:v>
                </c:pt>
                <c:pt idx="2259">
                  <c:v>1.48</c:v>
                </c:pt>
                <c:pt idx="2260">
                  <c:v>1.48</c:v>
                </c:pt>
                <c:pt idx="2261">
                  <c:v>1.48</c:v>
                </c:pt>
                <c:pt idx="2262">
                  <c:v>1.48</c:v>
                </c:pt>
                <c:pt idx="2263">
                  <c:v>1.48</c:v>
                </c:pt>
                <c:pt idx="2264">
                  <c:v>1.48</c:v>
                </c:pt>
                <c:pt idx="2265">
                  <c:v>1.48</c:v>
                </c:pt>
                <c:pt idx="2266">
                  <c:v>1.48</c:v>
                </c:pt>
                <c:pt idx="2267">
                  <c:v>1.48</c:v>
                </c:pt>
                <c:pt idx="2268">
                  <c:v>1.48</c:v>
                </c:pt>
                <c:pt idx="2269">
                  <c:v>1.48</c:v>
                </c:pt>
                <c:pt idx="2270">
                  <c:v>1.48</c:v>
                </c:pt>
                <c:pt idx="2271">
                  <c:v>1.48</c:v>
                </c:pt>
                <c:pt idx="2272">
                  <c:v>1.48</c:v>
                </c:pt>
                <c:pt idx="2273">
                  <c:v>1.48</c:v>
                </c:pt>
                <c:pt idx="2274">
                  <c:v>1.48</c:v>
                </c:pt>
                <c:pt idx="2275">
                  <c:v>1.48</c:v>
                </c:pt>
                <c:pt idx="2276">
                  <c:v>1.48</c:v>
                </c:pt>
                <c:pt idx="2277">
                  <c:v>1.48</c:v>
                </c:pt>
                <c:pt idx="2278">
                  <c:v>1.48</c:v>
                </c:pt>
                <c:pt idx="2279">
                  <c:v>1.48</c:v>
                </c:pt>
                <c:pt idx="2280">
                  <c:v>1.48</c:v>
                </c:pt>
                <c:pt idx="2281">
                  <c:v>1.48</c:v>
                </c:pt>
                <c:pt idx="2282">
                  <c:v>1.48</c:v>
                </c:pt>
                <c:pt idx="2283">
                  <c:v>1.48</c:v>
                </c:pt>
                <c:pt idx="2284">
                  <c:v>1.48</c:v>
                </c:pt>
                <c:pt idx="2285">
                  <c:v>1.48</c:v>
                </c:pt>
                <c:pt idx="2286">
                  <c:v>1.48</c:v>
                </c:pt>
                <c:pt idx="2287">
                  <c:v>1.48</c:v>
                </c:pt>
                <c:pt idx="2288">
                  <c:v>1.48</c:v>
                </c:pt>
                <c:pt idx="2289">
                  <c:v>1.48</c:v>
                </c:pt>
                <c:pt idx="2290">
                  <c:v>1.48</c:v>
                </c:pt>
                <c:pt idx="2291">
                  <c:v>1.48</c:v>
                </c:pt>
                <c:pt idx="2292">
                  <c:v>1.48</c:v>
                </c:pt>
                <c:pt idx="2293">
                  <c:v>1.48</c:v>
                </c:pt>
                <c:pt idx="2294">
                  <c:v>1.48</c:v>
                </c:pt>
                <c:pt idx="2295">
                  <c:v>1.48</c:v>
                </c:pt>
                <c:pt idx="2296">
                  <c:v>1.48</c:v>
                </c:pt>
                <c:pt idx="2297">
                  <c:v>1.48</c:v>
                </c:pt>
                <c:pt idx="2298">
                  <c:v>1.48</c:v>
                </c:pt>
                <c:pt idx="2299">
                  <c:v>1.48</c:v>
                </c:pt>
                <c:pt idx="2300">
                  <c:v>1.48</c:v>
                </c:pt>
                <c:pt idx="2301">
                  <c:v>1.48</c:v>
                </c:pt>
                <c:pt idx="2302">
                  <c:v>1.48</c:v>
                </c:pt>
                <c:pt idx="2303">
                  <c:v>1.48</c:v>
                </c:pt>
                <c:pt idx="2304">
                  <c:v>1.48</c:v>
                </c:pt>
                <c:pt idx="2305">
                  <c:v>1.48</c:v>
                </c:pt>
                <c:pt idx="2306">
                  <c:v>1.48</c:v>
                </c:pt>
                <c:pt idx="2307">
                  <c:v>1.48</c:v>
                </c:pt>
                <c:pt idx="2308">
                  <c:v>1.48</c:v>
                </c:pt>
                <c:pt idx="2309">
                  <c:v>1.48</c:v>
                </c:pt>
                <c:pt idx="2310">
                  <c:v>1.48</c:v>
                </c:pt>
                <c:pt idx="2311">
                  <c:v>1.48</c:v>
                </c:pt>
                <c:pt idx="2312">
                  <c:v>1.48</c:v>
                </c:pt>
                <c:pt idx="2313">
                  <c:v>1.48</c:v>
                </c:pt>
                <c:pt idx="2314">
                  <c:v>1.48</c:v>
                </c:pt>
                <c:pt idx="2315">
                  <c:v>1.48</c:v>
                </c:pt>
                <c:pt idx="2316">
                  <c:v>1.48</c:v>
                </c:pt>
                <c:pt idx="2317">
                  <c:v>1.48</c:v>
                </c:pt>
                <c:pt idx="2318">
                  <c:v>1.48</c:v>
                </c:pt>
                <c:pt idx="2319">
                  <c:v>1.48</c:v>
                </c:pt>
                <c:pt idx="2320">
                  <c:v>1.48</c:v>
                </c:pt>
                <c:pt idx="2321">
                  <c:v>1.48</c:v>
                </c:pt>
                <c:pt idx="2322">
                  <c:v>1.48</c:v>
                </c:pt>
                <c:pt idx="2323">
                  <c:v>1.48</c:v>
                </c:pt>
                <c:pt idx="2324">
                  <c:v>1.48</c:v>
                </c:pt>
                <c:pt idx="2325">
                  <c:v>1.48</c:v>
                </c:pt>
                <c:pt idx="2326">
                  <c:v>1.48</c:v>
                </c:pt>
                <c:pt idx="2327">
                  <c:v>1.48</c:v>
                </c:pt>
                <c:pt idx="2328">
                  <c:v>1.48</c:v>
                </c:pt>
                <c:pt idx="2329">
                  <c:v>1.48</c:v>
                </c:pt>
                <c:pt idx="2330">
                  <c:v>1.48</c:v>
                </c:pt>
                <c:pt idx="2331">
                  <c:v>1.48</c:v>
                </c:pt>
                <c:pt idx="2332">
                  <c:v>1.48</c:v>
                </c:pt>
                <c:pt idx="2333">
                  <c:v>1.48</c:v>
                </c:pt>
                <c:pt idx="2334">
                  <c:v>1.48</c:v>
                </c:pt>
                <c:pt idx="2335">
                  <c:v>1.48</c:v>
                </c:pt>
                <c:pt idx="2336">
                  <c:v>1.48</c:v>
                </c:pt>
                <c:pt idx="2337">
                  <c:v>1.48</c:v>
                </c:pt>
                <c:pt idx="2338">
                  <c:v>1.48</c:v>
                </c:pt>
                <c:pt idx="2339">
                  <c:v>1.48</c:v>
                </c:pt>
                <c:pt idx="2340">
                  <c:v>1.48</c:v>
                </c:pt>
                <c:pt idx="2341">
                  <c:v>1.48</c:v>
                </c:pt>
                <c:pt idx="2342">
                  <c:v>1.48</c:v>
                </c:pt>
                <c:pt idx="2343">
                  <c:v>1.48</c:v>
                </c:pt>
                <c:pt idx="2344">
                  <c:v>1.48</c:v>
                </c:pt>
                <c:pt idx="2345">
                  <c:v>1.48</c:v>
                </c:pt>
                <c:pt idx="2346">
                  <c:v>1.48</c:v>
                </c:pt>
                <c:pt idx="2347">
                  <c:v>1.48</c:v>
                </c:pt>
                <c:pt idx="2348">
                  <c:v>1.48</c:v>
                </c:pt>
                <c:pt idx="2349">
                  <c:v>1.48</c:v>
                </c:pt>
                <c:pt idx="2350">
                  <c:v>1.48</c:v>
                </c:pt>
                <c:pt idx="2351">
                  <c:v>1.48</c:v>
                </c:pt>
                <c:pt idx="2352">
                  <c:v>1.48</c:v>
                </c:pt>
                <c:pt idx="2353">
                  <c:v>1.48</c:v>
                </c:pt>
                <c:pt idx="2354">
                  <c:v>1.48</c:v>
                </c:pt>
                <c:pt idx="2355">
                  <c:v>1.48</c:v>
                </c:pt>
                <c:pt idx="2356">
                  <c:v>1.48</c:v>
                </c:pt>
                <c:pt idx="2357">
                  <c:v>1.48</c:v>
                </c:pt>
                <c:pt idx="2358">
                  <c:v>1.48</c:v>
                </c:pt>
                <c:pt idx="2359">
                  <c:v>1.48</c:v>
                </c:pt>
                <c:pt idx="2360">
                  <c:v>1.48</c:v>
                </c:pt>
                <c:pt idx="2361">
                  <c:v>1.48</c:v>
                </c:pt>
                <c:pt idx="2362">
                  <c:v>1.48</c:v>
                </c:pt>
                <c:pt idx="2363">
                  <c:v>1.48</c:v>
                </c:pt>
                <c:pt idx="2364">
                  <c:v>1.48</c:v>
                </c:pt>
                <c:pt idx="2365">
                  <c:v>1.48</c:v>
                </c:pt>
                <c:pt idx="2366">
                  <c:v>1.48</c:v>
                </c:pt>
                <c:pt idx="2367">
                  <c:v>1.48</c:v>
                </c:pt>
                <c:pt idx="2368">
                  <c:v>1.48</c:v>
                </c:pt>
                <c:pt idx="2369">
                  <c:v>1.48</c:v>
                </c:pt>
                <c:pt idx="2370">
                  <c:v>1.48</c:v>
                </c:pt>
                <c:pt idx="2371">
                  <c:v>1.48</c:v>
                </c:pt>
                <c:pt idx="2372">
                  <c:v>1.48</c:v>
                </c:pt>
                <c:pt idx="2373">
                  <c:v>1.48</c:v>
                </c:pt>
                <c:pt idx="2374">
                  <c:v>1.48</c:v>
                </c:pt>
                <c:pt idx="2375">
                  <c:v>1.48</c:v>
                </c:pt>
                <c:pt idx="2376">
                  <c:v>1.48</c:v>
                </c:pt>
                <c:pt idx="2377">
                  <c:v>1.48</c:v>
                </c:pt>
                <c:pt idx="2378">
                  <c:v>1.48</c:v>
                </c:pt>
                <c:pt idx="2379">
                  <c:v>1.48</c:v>
                </c:pt>
                <c:pt idx="2380">
                  <c:v>1.48</c:v>
                </c:pt>
                <c:pt idx="2381">
                  <c:v>1.48</c:v>
                </c:pt>
                <c:pt idx="2382">
                  <c:v>1.48</c:v>
                </c:pt>
                <c:pt idx="2383">
                  <c:v>1.48</c:v>
                </c:pt>
                <c:pt idx="2384">
                  <c:v>1.48</c:v>
                </c:pt>
                <c:pt idx="2385">
                  <c:v>1.48</c:v>
                </c:pt>
                <c:pt idx="2386">
                  <c:v>1.48</c:v>
                </c:pt>
                <c:pt idx="2387">
                  <c:v>1.48</c:v>
                </c:pt>
                <c:pt idx="2388">
                  <c:v>1.48</c:v>
                </c:pt>
                <c:pt idx="2389">
                  <c:v>1.48</c:v>
                </c:pt>
                <c:pt idx="2390">
                  <c:v>1.48</c:v>
                </c:pt>
                <c:pt idx="2391">
                  <c:v>1.48</c:v>
                </c:pt>
                <c:pt idx="2392">
                  <c:v>1.48</c:v>
                </c:pt>
                <c:pt idx="2393">
                  <c:v>1.48</c:v>
                </c:pt>
                <c:pt idx="2394">
                  <c:v>1.48</c:v>
                </c:pt>
                <c:pt idx="2395">
                  <c:v>1.48</c:v>
                </c:pt>
                <c:pt idx="2396">
                  <c:v>1.48</c:v>
                </c:pt>
                <c:pt idx="2397">
                  <c:v>1.48</c:v>
                </c:pt>
                <c:pt idx="2398">
                  <c:v>1.48</c:v>
                </c:pt>
                <c:pt idx="2399">
                  <c:v>1.48</c:v>
                </c:pt>
                <c:pt idx="2400">
                  <c:v>1.48</c:v>
                </c:pt>
                <c:pt idx="2401">
                  <c:v>1.48</c:v>
                </c:pt>
                <c:pt idx="2402">
                  <c:v>1.48</c:v>
                </c:pt>
                <c:pt idx="2403">
                  <c:v>1.48</c:v>
                </c:pt>
                <c:pt idx="2404">
                  <c:v>1.48</c:v>
                </c:pt>
                <c:pt idx="2405">
                  <c:v>1.48</c:v>
                </c:pt>
                <c:pt idx="2406">
                  <c:v>1.48</c:v>
                </c:pt>
                <c:pt idx="2407">
                  <c:v>1.48</c:v>
                </c:pt>
                <c:pt idx="2408">
                  <c:v>1.48</c:v>
                </c:pt>
                <c:pt idx="2409">
                  <c:v>1.48</c:v>
                </c:pt>
                <c:pt idx="2410">
                  <c:v>1.48</c:v>
                </c:pt>
                <c:pt idx="2411">
                  <c:v>1.48</c:v>
                </c:pt>
                <c:pt idx="2412">
                  <c:v>1.48</c:v>
                </c:pt>
                <c:pt idx="2413">
                  <c:v>1.48</c:v>
                </c:pt>
                <c:pt idx="2414">
                  <c:v>1.48</c:v>
                </c:pt>
                <c:pt idx="2415">
                  <c:v>1.48</c:v>
                </c:pt>
                <c:pt idx="2416">
                  <c:v>1.48</c:v>
                </c:pt>
                <c:pt idx="2417">
                  <c:v>1.48</c:v>
                </c:pt>
                <c:pt idx="2418">
                  <c:v>1.48</c:v>
                </c:pt>
                <c:pt idx="2419">
                  <c:v>1.48</c:v>
                </c:pt>
                <c:pt idx="2420">
                  <c:v>1.48</c:v>
                </c:pt>
                <c:pt idx="2421">
                  <c:v>1.48</c:v>
                </c:pt>
                <c:pt idx="2422">
                  <c:v>1.48</c:v>
                </c:pt>
                <c:pt idx="2423">
                  <c:v>1.48</c:v>
                </c:pt>
                <c:pt idx="2424">
                  <c:v>1.48</c:v>
                </c:pt>
                <c:pt idx="2425">
                  <c:v>1.48</c:v>
                </c:pt>
                <c:pt idx="2426">
                  <c:v>1.48</c:v>
                </c:pt>
                <c:pt idx="2427">
                  <c:v>1.48</c:v>
                </c:pt>
                <c:pt idx="2428">
                  <c:v>1.48</c:v>
                </c:pt>
                <c:pt idx="2429">
                  <c:v>1.48</c:v>
                </c:pt>
                <c:pt idx="2430">
                  <c:v>1.48</c:v>
                </c:pt>
                <c:pt idx="2431">
                  <c:v>1.48</c:v>
                </c:pt>
                <c:pt idx="2432">
                  <c:v>1.48</c:v>
                </c:pt>
                <c:pt idx="2433">
                  <c:v>1.48</c:v>
                </c:pt>
                <c:pt idx="2434">
                  <c:v>1.48</c:v>
                </c:pt>
                <c:pt idx="2435">
                  <c:v>1.48</c:v>
                </c:pt>
                <c:pt idx="2436">
                  <c:v>1.48</c:v>
                </c:pt>
                <c:pt idx="2437">
                  <c:v>1.48</c:v>
                </c:pt>
                <c:pt idx="2438">
                  <c:v>1.48</c:v>
                </c:pt>
                <c:pt idx="2439">
                  <c:v>1.48</c:v>
                </c:pt>
                <c:pt idx="2440">
                  <c:v>1.48</c:v>
                </c:pt>
                <c:pt idx="2441">
                  <c:v>1.48</c:v>
                </c:pt>
                <c:pt idx="2442">
                  <c:v>1.48</c:v>
                </c:pt>
                <c:pt idx="2443">
                  <c:v>1.48</c:v>
                </c:pt>
                <c:pt idx="2444">
                  <c:v>1.48</c:v>
                </c:pt>
                <c:pt idx="2445">
                  <c:v>1.48</c:v>
                </c:pt>
                <c:pt idx="2446">
                  <c:v>1.48</c:v>
                </c:pt>
                <c:pt idx="2447">
                  <c:v>1.48</c:v>
                </c:pt>
                <c:pt idx="2448">
                  <c:v>1.48</c:v>
                </c:pt>
                <c:pt idx="2449">
                  <c:v>1.48</c:v>
                </c:pt>
                <c:pt idx="2450">
                  <c:v>1.48</c:v>
                </c:pt>
                <c:pt idx="2451">
                  <c:v>1.48</c:v>
                </c:pt>
                <c:pt idx="2452">
                  <c:v>1.48</c:v>
                </c:pt>
                <c:pt idx="2453">
                  <c:v>1.48</c:v>
                </c:pt>
                <c:pt idx="2454">
                  <c:v>1.48</c:v>
                </c:pt>
                <c:pt idx="2455">
                  <c:v>1.48</c:v>
                </c:pt>
                <c:pt idx="2456">
                  <c:v>1.48</c:v>
                </c:pt>
                <c:pt idx="2457">
                  <c:v>1.48</c:v>
                </c:pt>
                <c:pt idx="2458">
                  <c:v>1.48</c:v>
                </c:pt>
                <c:pt idx="2459">
                  <c:v>1.48</c:v>
                </c:pt>
                <c:pt idx="2460">
                  <c:v>1.48</c:v>
                </c:pt>
                <c:pt idx="2461">
                  <c:v>1.48</c:v>
                </c:pt>
                <c:pt idx="2462">
                  <c:v>1.48</c:v>
                </c:pt>
                <c:pt idx="2463">
                  <c:v>1.48</c:v>
                </c:pt>
                <c:pt idx="2464">
                  <c:v>1.48</c:v>
                </c:pt>
                <c:pt idx="2465">
                  <c:v>1.48</c:v>
                </c:pt>
                <c:pt idx="2466">
                  <c:v>1.48</c:v>
                </c:pt>
                <c:pt idx="2467">
                  <c:v>1.48</c:v>
                </c:pt>
                <c:pt idx="2468">
                  <c:v>1.48</c:v>
                </c:pt>
                <c:pt idx="2469">
                  <c:v>1.48</c:v>
                </c:pt>
                <c:pt idx="2470">
                  <c:v>1.48</c:v>
                </c:pt>
                <c:pt idx="2471">
                  <c:v>1.48</c:v>
                </c:pt>
                <c:pt idx="2472">
                  <c:v>1.48</c:v>
                </c:pt>
                <c:pt idx="2473">
                  <c:v>1.48</c:v>
                </c:pt>
                <c:pt idx="2474">
                  <c:v>1.48</c:v>
                </c:pt>
                <c:pt idx="2475">
                  <c:v>1.48</c:v>
                </c:pt>
                <c:pt idx="2476">
                  <c:v>1.48</c:v>
                </c:pt>
                <c:pt idx="2477">
                  <c:v>1.48</c:v>
                </c:pt>
                <c:pt idx="2478">
                  <c:v>1.48</c:v>
                </c:pt>
                <c:pt idx="2479">
                  <c:v>1.48</c:v>
                </c:pt>
                <c:pt idx="2480">
                  <c:v>1.48</c:v>
                </c:pt>
                <c:pt idx="2481">
                  <c:v>1.48</c:v>
                </c:pt>
                <c:pt idx="2482">
                  <c:v>1.48</c:v>
                </c:pt>
                <c:pt idx="2483">
                  <c:v>1.48</c:v>
                </c:pt>
                <c:pt idx="2484">
                  <c:v>1.48</c:v>
                </c:pt>
                <c:pt idx="2485">
                  <c:v>1.48</c:v>
                </c:pt>
                <c:pt idx="2486">
                  <c:v>1.48</c:v>
                </c:pt>
                <c:pt idx="2487">
                  <c:v>1.48</c:v>
                </c:pt>
                <c:pt idx="2488">
                  <c:v>1.48</c:v>
                </c:pt>
                <c:pt idx="2489">
                  <c:v>1.48</c:v>
                </c:pt>
                <c:pt idx="2490">
                  <c:v>1.48</c:v>
                </c:pt>
                <c:pt idx="2491">
                  <c:v>1.48</c:v>
                </c:pt>
                <c:pt idx="2492">
                  <c:v>1.48</c:v>
                </c:pt>
                <c:pt idx="2493">
                  <c:v>1.48</c:v>
                </c:pt>
                <c:pt idx="2494">
                  <c:v>1.48</c:v>
                </c:pt>
                <c:pt idx="2495">
                  <c:v>1.48</c:v>
                </c:pt>
                <c:pt idx="2496">
                  <c:v>1.48</c:v>
                </c:pt>
                <c:pt idx="2497">
                  <c:v>1.48</c:v>
                </c:pt>
                <c:pt idx="2498">
                  <c:v>1.48</c:v>
                </c:pt>
                <c:pt idx="2499">
                  <c:v>1.48</c:v>
                </c:pt>
                <c:pt idx="2500">
                  <c:v>1.48</c:v>
                </c:pt>
                <c:pt idx="2501">
                  <c:v>1.48</c:v>
                </c:pt>
                <c:pt idx="2502">
                  <c:v>1.48</c:v>
                </c:pt>
                <c:pt idx="2503">
                  <c:v>1.48</c:v>
                </c:pt>
                <c:pt idx="2504">
                  <c:v>1.48</c:v>
                </c:pt>
                <c:pt idx="2505">
                  <c:v>1.48</c:v>
                </c:pt>
                <c:pt idx="2506">
                  <c:v>1.48</c:v>
                </c:pt>
                <c:pt idx="2507">
                  <c:v>1.48</c:v>
                </c:pt>
                <c:pt idx="2508">
                  <c:v>1.48</c:v>
                </c:pt>
                <c:pt idx="2509">
                  <c:v>1.48</c:v>
                </c:pt>
                <c:pt idx="2510">
                  <c:v>1.48</c:v>
                </c:pt>
                <c:pt idx="2511">
                  <c:v>1.48</c:v>
                </c:pt>
                <c:pt idx="2512">
                  <c:v>1.48</c:v>
                </c:pt>
                <c:pt idx="2513">
                  <c:v>1.48</c:v>
                </c:pt>
                <c:pt idx="2514">
                  <c:v>1.48</c:v>
                </c:pt>
                <c:pt idx="2515">
                  <c:v>1.48</c:v>
                </c:pt>
                <c:pt idx="2516">
                  <c:v>1.48</c:v>
                </c:pt>
                <c:pt idx="2517">
                  <c:v>1.48</c:v>
                </c:pt>
                <c:pt idx="2518">
                  <c:v>1.48</c:v>
                </c:pt>
                <c:pt idx="2519">
                  <c:v>1.48</c:v>
                </c:pt>
                <c:pt idx="2520">
                  <c:v>1.48</c:v>
                </c:pt>
                <c:pt idx="2521">
                  <c:v>1.48</c:v>
                </c:pt>
                <c:pt idx="2522">
                  <c:v>1.48</c:v>
                </c:pt>
                <c:pt idx="2523">
                  <c:v>1.48</c:v>
                </c:pt>
                <c:pt idx="2524">
                  <c:v>1.48</c:v>
                </c:pt>
                <c:pt idx="2525">
                  <c:v>1.48</c:v>
                </c:pt>
                <c:pt idx="2526">
                  <c:v>1.48</c:v>
                </c:pt>
                <c:pt idx="2527">
                  <c:v>1.48</c:v>
                </c:pt>
                <c:pt idx="2528">
                  <c:v>1.48</c:v>
                </c:pt>
                <c:pt idx="2529">
                  <c:v>1.48</c:v>
                </c:pt>
                <c:pt idx="2530">
                  <c:v>1.48</c:v>
                </c:pt>
                <c:pt idx="2531">
                  <c:v>1.48</c:v>
                </c:pt>
                <c:pt idx="2532">
                  <c:v>1.48</c:v>
                </c:pt>
                <c:pt idx="2533">
                  <c:v>1.48</c:v>
                </c:pt>
                <c:pt idx="2534">
                  <c:v>1.48</c:v>
                </c:pt>
                <c:pt idx="2535">
                  <c:v>1.48</c:v>
                </c:pt>
                <c:pt idx="2536">
                  <c:v>1.48</c:v>
                </c:pt>
                <c:pt idx="2537">
                  <c:v>1.48</c:v>
                </c:pt>
                <c:pt idx="2538">
                  <c:v>1.48</c:v>
                </c:pt>
                <c:pt idx="2539">
                  <c:v>1.48</c:v>
                </c:pt>
                <c:pt idx="2540">
                  <c:v>1.48</c:v>
                </c:pt>
                <c:pt idx="2541">
                  <c:v>1.48</c:v>
                </c:pt>
                <c:pt idx="2542">
                  <c:v>1.48</c:v>
                </c:pt>
                <c:pt idx="2543">
                  <c:v>1.48</c:v>
                </c:pt>
                <c:pt idx="2544">
                  <c:v>1.48</c:v>
                </c:pt>
                <c:pt idx="2545">
                  <c:v>1.48</c:v>
                </c:pt>
                <c:pt idx="2546">
                  <c:v>1.48</c:v>
                </c:pt>
                <c:pt idx="2547">
                  <c:v>1.48</c:v>
                </c:pt>
                <c:pt idx="2548">
                  <c:v>1.48</c:v>
                </c:pt>
                <c:pt idx="2549">
                  <c:v>1.48</c:v>
                </c:pt>
                <c:pt idx="2550">
                  <c:v>1.48</c:v>
                </c:pt>
                <c:pt idx="2551">
                  <c:v>1.48</c:v>
                </c:pt>
                <c:pt idx="2552">
                  <c:v>1.48</c:v>
                </c:pt>
                <c:pt idx="2553">
                  <c:v>1.48</c:v>
                </c:pt>
                <c:pt idx="2554">
                  <c:v>1.48</c:v>
                </c:pt>
                <c:pt idx="2555">
                  <c:v>1.48</c:v>
                </c:pt>
                <c:pt idx="2556">
                  <c:v>1.48</c:v>
                </c:pt>
                <c:pt idx="2557">
                  <c:v>1.48</c:v>
                </c:pt>
                <c:pt idx="2558">
                  <c:v>1.48</c:v>
                </c:pt>
                <c:pt idx="2559">
                  <c:v>1.48</c:v>
                </c:pt>
                <c:pt idx="2560">
                  <c:v>1.48</c:v>
                </c:pt>
                <c:pt idx="2561">
                  <c:v>1.48</c:v>
                </c:pt>
                <c:pt idx="2562">
                  <c:v>1.48</c:v>
                </c:pt>
                <c:pt idx="2563">
                  <c:v>1.48</c:v>
                </c:pt>
                <c:pt idx="2564">
                  <c:v>1.48</c:v>
                </c:pt>
                <c:pt idx="2565">
                  <c:v>1.48</c:v>
                </c:pt>
                <c:pt idx="2566">
                  <c:v>1.48</c:v>
                </c:pt>
                <c:pt idx="2567">
                  <c:v>1.48</c:v>
                </c:pt>
                <c:pt idx="2568">
                  <c:v>1.48</c:v>
                </c:pt>
                <c:pt idx="2569">
                  <c:v>1.48</c:v>
                </c:pt>
                <c:pt idx="2570">
                  <c:v>1.48</c:v>
                </c:pt>
                <c:pt idx="2571">
                  <c:v>1.48</c:v>
                </c:pt>
                <c:pt idx="2572">
                  <c:v>1.48</c:v>
                </c:pt>
                <c:pt idx="2573">
                  <c:v>1.48</c:v>
                </c:pt>
                <c:pt idx="2574">
                  <c:v>1.48</c:v>
                </c:pt>
                <c:pt idx="2575">
                  <c:v>1.48</c:v>
                </c:pt>
                <c:pt idx="2576">
                  <c:v>1.48</c:v>
                </c:pt>
                <c:pt idx="2577">
                  <c:v>1.48</c:v>
                </c:pt>
                <c:pt idx="2578">
                  <c:v>1.48</c:v>
                </c:pt>
                <c:pt idx="2579">
                  <c:v>1.48</c:v>
                </c:pt>
                <c:pt idx="2580">
                  <c:v>1.48</c:v>
                </c:pt>
                <c:pt idx="2581">
                  <c:v>1.48</c:v>
                </c:pt>
                <c:pt idx="2582">
                  <c:v>1.48</c:v>
                </c:pt>
                <c:pt idx="2583">
                  <c:v>1.48</c:v>
                </c:pt>
                <c:pt idx="2584">
                  <c:v>1.48</c:v>
                </c:pt>
                <c:pt idx="2585">
                  <c:v>1.48</c:v>
                </c:pt>
                <c:pt idx="2586">
                  <c:v>1.48</c:v>
                </c:pt>
                <c:pt idx="2587">
                  <c:v>1.48</c:v>
                </c:pt>
                <c:pt idx="2588">
                  <c:v>1.48</c:v>
                </c:pt>
                <c:pt idx="2589">
                  <c:v>1.48</c:v>
                </c:pt>
                <c:pt idx="2590">
                  <c:v>1.48</c:v>
                </c:pt>
                <c:pt idx="2591">
                  <c:v>1.48</c:v>
                </c:pt>
                <c:pt idx="2592">
                  <c:v>1.48</c:v>
                </c:pt>
                <c:pt idx="2593">
                  <c:v>1.48</c:v>
                </c:pt>
                <c:pt idx="2594">
                  <c:v>1.48</c:v>
                </c:pt>
                <c:pt idx="2595">
                  <c:v>1.48</c:v>
                </c:pt>
                <c:pt idx="2596">
                  <c:v>1.48</c:v>
                </c:pt>
                <c:pt idx="2597">
                  <c:v>1.48</c:v>
                </c:pt>
                <c:pt idx="2598">
                  <c:v>1.48</c:v>
                </c:pt>
                <c:pt idx="2599">
                  <c:v>1.48</c:v>
                </c:pt>
                <c:pt idx="2600">
                  <c:v>1.48</c:v>
                </c:pt>
                <c:pt idx="2601">
                  <c:v>1.48</c:v>
                </c:pt>
                <c:pt idx="2602">
                  <c:v>1.48</c:v>
                </c:pt>
                <c:pt idx="2603">
                  <c:v>1.48</c:v>
                </c:pt>
                <c:pt idx="2604">
                  <c:v>1.48</c:v>
                </c:pt>
                <c:pt idx="2605">
                  <c:v>1.48</c:v>
                </c:pt>
                <c:pt idx="2606">
                  <c:v>1.48</c:v>
                </c:pt>
                <c:pt idx="2607">
                  <c:v>1.48</c:v>
                </c:pt>
                <c:pt idx="2608">
                  <c:v>1.48</c:v>
                </c:pt>
                <c:pt idx="2609">
                  <c:v>1.48</c:v>
                </c:pt>
                <c:pt idx="2610">
                  <c:v>1.48</c:v>
                </c:pt>
                <c:pt idx="2611">
                  <c:v>1.48</c:v>
                </c:pt>
                <c:pt idx="2612">
                  <c:v>1.48</c:v>
                </c:pt>
                <c:pt idx="2613">
                  <c:v>1.48</c:v>
                </c:pt>
                <c:pt idx="2614">
                  <c:v>1.48</c:v>
                </c:pt>
                <c:pt idx="2615">
                  <c:v>1.48</c:v>
                </c:pt>
                <c:pt idx="2616">
                  <c:v>1.48</c:v>
                </c:pt>
                <c:pt idx="2617">
                  <c:v>1.48</c:v>
                </c:pt>
                <c:pt idx="2618">
                  <c:v>1.48</c:v>
                </c:pt>
                <c:pt idx="2619">
                  <c:v>1.48</c:v>
                </c:pt>
                <c:pt idx="2620">
                  <c:v>1.48</c:v>
                </c:pt>
                <c:pt idx="2621">
                  <c:v>1.48</c:v>
                </c:pt>
                <c:pt idx="2622">
                  <c:v>1.48</c:v>
                </c:pt>
                <c:pt idx="2623">
                  <c:v>1.48</c:v>
                </c:pt>
                <c:pt idx="2624">
                  <c:v>1.48</c:v>
                </c:pt>
                <c:pt idx="2625">
                  <c:v>1.48</c:v>
                </c:pt>
                <c:pt idx="2626">
                  <c:v>1.48</c:v>
                </c:pt>
                <c:pt idx="2627">
                  <c:v>1.48</c:v>
                </c:pt>
                <c:pt idx="2628">
                  <c:v>1.48</c:v>
                </c:pt>
                <c:pt idx="2629">
                  <c:v>1.48</c:v>
                </c:pt>
                <c:pt idx="2630">
                  <c:v>1.48</c:v>
                </c:pt>
                <c:pt idx="2631">
                  <c:v>1.48</c:v>
                </c:pt>
                <c:pt idx="2632">
                  <c:v>1.48</c:v>
                </c:pt>
                <c:pt idx="2633">
                  <c:v>1.48</c:v>
                </c:pt>
                <c:pt idx="2634">
                  <c:v>1.48</c:v>
                </c:pt>
                <c:pt idx="2635">
                  <c:v>1.48</c:v>
                </c:pt>
                <c:pt idx="2636">
                  <c:v>1.48</c:v>
                </c:pt>
                <c:pt idx="2637">
                  <c:v>1.48</c:v>
                </c:pt>
                <c:pt idx="2638">
                  <c:v>1.48</c:v>
                </c:pt>
                <c:pt idx="2639">
                  <c:v>1.48</c:v>
                </c:pt>
                <c:pt idx="2640">
                  <c:v>1.48</c:v>
                </c:pt>
                <c:pt idx="2641">
                  <c:v>1.48</c:v>
                </c:pt>
                <c:pt idx="2642">
                  <c:v>1.48</c:v>
                </c:pt>
                <c:pt idx="2643">
                  <c:v>1.48</c:v>
                </c:pt>
                <c:pt idx="2644">
                  <c:v>1.48</c:v>
                </c:pt>
                <c:pt idx="2645">
                  <c:v>1.48</c:v>
                </c:pt>
                <c:pt idx="2646">
                  <c:v>1.48</c:v>
                </c:pt>
                <c:pt idx="2647">
                  <c:v>1.48</c:v>
                </c:pt>
                <c:pt idx="2648">
                  <c:v>1.48</c:v>
                </c:pt>
                <c:pt idx="2649">
                  <c:v>1.48</c:v>
                </c:pt>
                <c:pt idx="2650">
                  <c:v>1.48</c:v>
                </c:pt>
                <c:pt idx="2651">
                  <c:v>1.48</c:v>
                </c:pt>
                <c:pt idx="2652">
                  <c:v>1.48</c:v>
                </c:pt>
                <c:pt idx="2653">
                  <c:v>1.48</c:v>
                </c:pt>
                <c:pt idx="2654">
                  <c:v>1.48</c:v>
                </c:pt>
                <c:pt idx="2655">
                  <c:v>1.48</c:v>
                </c:pt>
                <c:pt idx="2656">
                  <c:v>1.48</c:v>
                </c:pt>
                <c:pt idx="2657">
                  <c:v>1.48</c:v>
                </c:pt>
                <c:pt idx="2658">
                  <c:v>1.48</c:v>
                </c:pt>
                <c:pt idx="2659">
                  <c:v>1.48</c:v>
                </c:pt>
                <c:pt idx="2660">
                  <c:v>1.48</c:v>
                </c:pt>
                <c:pt idx="2661">
                  <c:v>1.48</c:v>
                </c:pt>
                <c:pt idx="2662">
                  <c:v>1.48</c:v>
                </c:pt>
                <c:pt idx="2663">
                  <c:v>1.48</c:v>
                </c:pt>
                <c:pt idx="2664">
                  <c:v>1.48</c:v>
                </c:pt>
                <c:pt idx="2665">
                  <c:v>1.48</c:v>
                </c:pt>
                <c:pt idx="2666">
                  <c:v>1.48</c:v>
                </c:pt>
                <c:pt idx="2667">
                  <c:v>1.48</c:v>
                </c:pt>
                <c:pt idx="2668">
                  <c:v>1.48</c:v>
                </c:pt>
                <c:pt idx="2669">
                  <c:v>1.48</c:v>
                </c:pt>
                <c:pt idx="2670">
                  <c:v>1.48</c:v>
                </c:pt>
                <c:pt idx="2671">
                  <c:v>1.48</c:v>
                </c:pt>
                <c:pt idx="2672">
                  <c:v>1.48</c:v>
                </c:pt>
                <c:pt idx="2673">
                  <c:v>1.48</c:v>
                </c:pt>
                <c:pt idx="2674">
                  <c:v>1.48</c:v>
                </c:pt>
                <c:pt idx="2675">
                  <c:v>1.48</c:v>
                </c:pt>
                <c:pt idx="2676">
                  <c:v>1.48</c:v>
                </c:pt>
                <c:pt idx="2677">
                  <c:v>1.48</c:v>
                </c:pt>
                <c:pt idx="2678">
                  <c:v>1.48</c:v>
                </c:pt>
                <c:pt idx="2679">
                  <c:v>1.48</c:v>
                </c:pt>
                <c:pt idx="2680">
                  <c:v>1.48</c:v>
                </c:pt>
                <c:pt idx="2681">
                  <c:v>1.48</c:v>
                </c:pt>
                <c:pt idx="2682">
                  <c:v>1.48</c:v>
                </c:pt>
                <c:pt idx="2683">
                  <c:v>1.48</c:v>
                </c:pt>
                <c:pt idx="2684">
                  <c:v>1.48</c:v>
                </c:pt>
                <c:pt idx="2685">
                  <c:v>1.48</c:v>
                </c:pt>
                <c:pt idx="2686">
                  <c:v>1.48</c:v>
                </c:pt>
                <c:pt idx="2687">
                  <c:v>1.48</c:v>
                </c:pt>
                <c:pt idx="2688">
                  <c:v>1.48</c:v>
                </c:pt>
                <c:pt idx="2689">
                  <c:v>1.48</c:v>
                </c:pt>
                <c:pt idx="2690">
                  <c:v>1.48</c:v>
                </c:pt>
                <c:pt idx="2691">
                  <c:v>1.48</c:v>
                </c:pt>
                <c:pt idx="2692">
                  <c:v>1.48</c:v>
                </c:pt>
                <c:pt idx="2693">
                  <c:v>1.48</c:v>
                </c:pt>
                <c:pt idx="2694">
                  <c:v>1.48</c:v>
                </c:pt>
                <c:pt idx="2695">
                  <c:v>1.48</c:v>
                </c:pt>
                <c:pt idx="2696">
                  <c:v>1.48</c:v>
                </c:pt>
                <c:pt idx="2697">
                  <c:v>1.48</c:v>
                </c:pt>
                <c:pt idx="2698">
                  <c:v>1.48</c:v>
                </c:pt>
                <c:pt idx="2699">
                  <c:v>1.48</c:v>
                </c:pt>
                <c:pt idx="2700">
                  <c:v>1.48</c:v>
                </c:pt>
                <c:pt idx="2701">
                  <c:v>1.48</c:v>
                </c:pt>
                <c:pt idx="2702">
                  <c:v>1.48</c:v>
                </c:pt>
                <c:pt idx="2703">
                  <c:v>1.48</c:v>
                </c:pt>
                <c:pt idx="2704">
                  <c:v>1.48</c:v>
                </c:pt>
                <c:pt idx="2705">
                  <c:v>1.48</c:v>
                </c:pt>
                <c:pt idx="2706">
                  <c:v>1.48</c:v>
                </c:pt>
                <c:pt idx="2707">
                  <c:v>1.48</c:v>
                </c:pt>
                <c:pt idx="2708">
                  <c:v>1.48</c:v>
                </c:pt>
                <c:pt idx="2709">
                  <c:v>1.48</c:v>
                </c:pt>
                <c:pt idx="2710">
                  <c:v>1.48</c:v>
                </c:pt>
                <c:pt idx="2711">
                  <c:v>1.48</c:v>
                </c:pt>
                <c:pt idx="2712">
                  <c:v>1.48</c:v>
                </c:pt>
                <c:pt idx="2713">
                  <c:v>1.48</c:v>
                </c:pt>
                <c:pt idx="2714">
                  <c:v>1.48</c:v>
                </c:pt>
                <c:pt idx="2715">
                  <c:v>1.48</c:v>
                </c:pt>
                <c:pt idx="2716">
                  <c:v>1.48</c:v>
                </c:pt>
                <c:pt idx="2717">
                  <c:v>1.48</c:v>
                </c:pt>
                <c:pt idx="2718">
                  <c:v>1.48</c:v>
                </c:pt>
                <c:pt idx="2719">
                  <c:v>1.48</c:v>
                </c:pt>
                <c:pt idx="2720">
                  <c:v>1.48</c:v>
                </c:pt>
                <c:pt idx="2721">
                  <c:v>1.48</c:v>
                </c:pt>
                <c:pt idx="2722">
                  <c:v>1.48</c:v>
                </c:pt>
                <c:pt idx="2723">
                  <c:v>1.48</c:v>
                </c:pt>
                <c:pt idx="2724">
                  <c:v>1.48</c:v>
                </c:pt>
                <c:pt idx="2725">
                  <c:v>1.48</c:v>
                </c:pt>
                <c:pt idx="2726">
                  <c:v>1.48</c:v>
                </c:pt>
                <c:pt idx="2727">
                  <c:v>1.48</c:v>
                </c:pt>
                <c:pt idx="2728">
                  <c:v>1.48</c:v>
                </c:pt>
                <c:pt idx="2729">
                  <c:v>1.48</c:v>
                </c:pt>
                <c:pt idx="2730">
                  <c:v>1.48</c:v>
                </c:pt>
                <c:pt idx="2731">
                  <c:v>1.48</c:v>
                </c:pt>
                <c:pt idx="2732">
                  <c:v>1.48</c:v>
                </c:pt>
                <c:pt idx="2733">
                  <c:v>1.48</c:v>
                </c:pt>
                <c:pt idx="2734">
                  <c:v>1.48</c:v>
                </c:pt>
                <c:pt idx="2735">
                  <c:v>1.48</c:v>
                </c:pt>
                <c:pt idx="2736">
                  <c:v>1.48</c:v>
                </c:pt>
                <c:pt idx="2737">
                  <c:v>1.48</c:v>
                </c:pt>
                <c:pt idx="2738">
                  <c:v>1.48</c:v>
                </c:pt>
                <c:pt idx="2739">
                  <c:v>1.48</c:v>
                </c:pt>
                <c:pt idx="2740">
                  <c:v>1.48</c:v>
                </c:pt>
                <c:pt idx="2741">
                  <c:v>1.48</c:v>
                </c:pt>
                <c:pt idx="2742">
                  <c:v>1.48</c:v>
                </c:pt>
                <c:pt idx="2743">
                  <c:v>1.48</c:v>
                </c:pt>
                <c:pt idx="2744">
                  <c:v>1.48</c:v>
                </c:pt>
                <c:pt idx="2745">
                  <c:v>1.48</c:v>
                </c:pt>
                <c:pt idx="2746">
                  <c:v>1.48</c:v>
                </c:pt>
                <c:pt idx="2747">
                  <c:v>1.48</c:v>
                </c:pt>
                <c:pt idx="2748">
                  <c:v>1.48</c:v>
                </c:pt>
                <c:pt idx="2749">
                  <c:v>1.48</c:v>
                </c:pt>
                <c:pt idx="2750">
                  <c:v>1.48</c:v>
                </c:pt>
                <c:pt idx="2751">
                  <c:v>1.48</c:v>
                </c:pt>
                <c:pt idx="2752">
                  <c:v>1.48</c:v>
                </c:pt>
                <c:pt idx="2753">
                  <c:v>1.48</c:v>
                </c:pt>
                <c:pt idx="2754">
                  <c:v>1.48</c:v>
                </c:pt>
                <c:pt idx="2755">
                  <c:v>1.48</c:v>
                </c:pt>
                <c:pt idx="2756">
                  <c:v>1.48</c:v>
                </c:pt>
                <c:pt idx="2757">
                  <c:v>1.48</c:v>
                </c:pt>
                <c:pt idx="2758">
                  <c:v>1.48</c:v>
                </c:pt>
                <c:pt idx="2759">
                  <c:v>1.48</c:v>
                </c:pt>
                <c:pt idx="2760">
                  <c:v>1.48</c:v>
                </c:pt>
                <c:pt idx="2761">
                  <c:v>1.48</c:v>
                </c:pt>
                <c:pt idx="2762">
                  <c:v>1.48</c:v>
                </c:pt>
                <c:pt idx="2763">
                  <c:v>1.48</c:v>
                </c:pt>
                <c:pt idx="2764">
                  <c:v>1.48</c:v>
                </c:pt>
                <c:pt idx="2765">
                  <c:v>1.48</c:v>
                </c:pt>
                <c:pt idx="2766">
                  <c:v>1.48</c:v>
                </c:pt>
                <c:pt idx="2767">
                  <c:v>1.48</c:v>
                </c:pt>
                <c:pt idx="2768">
                  <c:v>1.48</c:v>
                </c:pt>
                <c:pt idx="2769">
                  <c:v>1.48</c:v>
                </c:pt>
                <c:pt idx="2770">
                  <c:v>1.48</c:v>
                </c:pt>
                <c:pt idx="2771">
                  <c:v>1.48</c:v>
                </c:pt>
                <c:pt idx="2772">
                  <c:v>1.48</c:v>
                </c:pt>
                <c:pt idx="2773">
                  <c:v>1.48</c:v>
                </c:pt>
                <c:pt idx="2774">
                  <c:v>1.48</c:v>
                </c:pt>
                <c:pt idx="2775">
                  <c:v>1.48</c:v>
                </c:pt>
                <c:pt idx="2776">
                  <c:v>1.48</c:v>
                </c:pt>
                <c:pt idx="2777">
                  <c:v>1.48</c:v>
                </c:pt>
                <c:pt idx="2778">
                  <c:v>1.48</c:v>
                </c:pt>
                <c:pt idx="2779">
                  <c:v>1.48</c:v>
                </c:pt>
                <c:pt idx="2780">
                  <c:v>1.48</c:v>
                </c:pt>
                <c:pt idx="2781">
                  <c:v>1.48</c:v>
                </c:pt>
                <c:pt idx="2782">
                  <c:v>1.48</c:v>
                </c:pt>
                <c:pt idx="2783">
                  <c:v>1.48</c:v>
                </c:pt>
                <c:pt idx="2784">
                  <c:v>1.48</c:v>
                </c:pt>
                <c:pt idx="2785">
                  <c:v>1.48</c:v>
                </c:pt>
                <c:pt idx="2786">
                  <c:v>1.48</c:v>
                </c:pt>
                <c:pt idx="2787">
                  <c:v>1.48</c:v>
                </c:pt>
                <c:pt idx="2788">
                  <c:v>1.48</c:v>
                </c:pt>
                <c:pt idx="2789">
                  <c:v>1.48</c:v>
                </c:pt>
                <c:pt idx="2790">
                  <c:v>1.48</c:v>
                </c:pt>
                <c:pt idx="2791">
                  <c:v>1.48</c:v>
                </c:pt>
                <c:pt idx="2792">
                  <c:v>1.48</c:v>
                </c:pt>
                <c:pt idx="2793">
                  <c:v>1.48</c:v>
                </c:pt>
                <c:pt idx="2794">
                  <c:v>1.48</c:v>
                </c:pt>
                <c:pt idx="2795">
                  <c:v>1.48</c:v>
                </c:pt>
                <c:pt idx="2796">
                  <c:v>1.48</c:v>
                </c:pt>
                <c:pt idx="2797">
                  <c:v>1.48</c:v>
                </c:pt>
                <c:pt idx="2798">
                  <c:v>1.48</c:v>
                </c:pt>
                <c:pt idx="2799">
                  <c:v>1.48</c:v>
                </c:pt>
                <c:pt idx="2800">
                  <c:v>1.48</c:v>
                </c:pt>
                <c:pt idx="2801">
                  <c:v>1.48</c:v>
                </c:pt>
                <c:pt idx="2802">
                  <c:v>1.48</c:v>
                </c:pt>
                <c:pt idx="2803">
                  <c:v>1.48</c:v>
                </c:pt>
                <c:pt idx="2804">
                  <c:v>1.48</c:v>
                </c:pt>
                <c:pt idx="2805">
                  <c:v>1.48</c:v>
                </c:pt>
                <c:pt idx="2806">
                  <c:v>1.48</c:v>
                </c:pt>
                <c:pt idx="2807">
                  <c:v>1.48</c:v>
                </c:pt>
                <c:pt idx="2808">
                  <c:v>1.48</c:v>
                </c:pt>
                <c:pt idx="2809">
                  <c:v>1.48</c:v>
                </c:pt>
                <c:pt idx="2810">
                  <c:v>1.48</c:v>
                </c:pt>
                <c:pt idx="2811">
                  <c:v>1.48</c:v>
                </c:pt>
                <c:pt idx="2812">
                  <c:v>1.48</c:v>
                </c:pt>
                <c:pt idx="2813">
                  <c:v>1.48</c:v>
                </c:pt>
                <c:pt idx="2814">
                  <c:v>1.48</c:v>
                </c:pt>
                <c:pt idx="2815">
                  <c:v>1.48</c:v>
                </c:pt>
                <c:pt idx="2816">
                  <c:v>1.48</c:v>
                </c:pt>
                <c:pt idx="2817">
                  <c:v>1.48</c:v>
                </c:pt>
                <c:pt idx="2818">
                  <c:v>1.48</c:v>
                </c:pt>
                <c:pt idx="2819">
                  <c:v>1.48</c:v>
                </c:pt>
                <c:pt idx="2820">
                  <c:v>1.48</c:v>
                </c:pt>
                <c:pt idx="2821">
                  <c:v>1.48</c:v>
                </c:pt>
                <c:pt idx="2822">
                  <c:v>1.48</c:v>
                </c:pt>
                <c:pt idx="2823">
                  <c:v>1.48</c:v>
                </c:pt>
                <c:pt idx="2824">
                  <c:v>1.48</c:v>
                </c:pt>
                <c:pt idx="2825">
                  <c:v>1.48</c:v>
                </c:pt>
                <c:pt idx="2826">
                  <c:v>1.48</c:v>
                </c:pt>
                <c:pt idx="2827">
                  <c:v>1.48</c:v>
                </c:pt>
                <c:pt idx="2828">
                  <c:v>1.48</c:v>
                </c:pt>
                <c:pt idx="2829">
                  <c:v>1.48</c:v>
                </c:pt>
                <c:pt idx="2830">
                  <c:v>1.48</c:v>
                </c:pt>
                <c:pt idx="2831">
                  <c:v>1.48</c:v>
                </c:pt>
                <c:pt idx="2832">
                  <c:v>1.48</c:v>
                </c:pt>
                <c:pt idx="2833">
                  <c:v>1.48</c:v>
                </c:pt>
                <c:pt idx="2834">
                  <c:v>1.48</c:v>
                </c:pt>
                <c:pt idx="2835">
                  <c:v>1.48</c:v>
                </c:pt>
                <c:pt idx="2836">
                  <c:v>1.48</c:v>
                </c:pt>
                <c:pt idx="2837">
                  <c:v>1.48</c:v>
                </c:pt>
                <c:pt idx="2838">
                  <c:v>1.48</c:v>
                </c:pt>
                <c:pt idx="2839">
                  <c:v>1.48</c:v>
                </c:pt>
                <c:pt idx="2840">
                  <c:v>1.48</c:v>
                </c:pt>
                <c:pt idx="2841">
                  <c:v>1.48</c:v>
                </c:pt>
                <c:pt idx="2842">
                  <c:v>1.48</c:v>
                </c:pt>
                <c:pt idx="2843">
                  <c:v>1.48</c:v>
                </c:pt>
                <c:pt idx="2844">
                  <c:v>1.48</c:v>
                </c:pt>
                <c:pt idx="2845">
                  <c:v>1.48</c:v>
                </c:pt>
                <c:pt idx="2846">
                  <c:v>1.48</c:v>
                </c:pt>
                <c:pt idx="2847">
                  <c:v>1.48</c:v>
                </c:pt>
                <c:pt idx="2848">
                  <c:v>1.48</c:v>
                </c:pt>
                <c:pt idx="2849">
                  <c:v>1.48</c:v>
                </c:pt>
                <c:pt idx="2850">
                  <c:v>1.48</c:v>
                </c:pt>
                <c:pt idx="2851">
                  <c:v>1.48</c:v>
                </c:pt>
                <c:pt idx="2852">
                  <c:v>1.48</c:v>
                </c:pt>
                <c:pt idx="2853">
                  <c:v>1.48</c:v>
                </c:pt>
                <c:pt idx="2854">
                  <c:v>1.48</c:v>
                </c:pt>
                <c:pt idx="2855">
                  <c:v>1.48</c:v>
                </c:pt>
                <c:pt idx="2856">
                  <c:v>1.48</c:v>
                </c:pt>
                <c:pt idx="2857">
                  <c:v>1.48</c:v>
                </c:pt>
                <c:pt idx="2858">
                  <c:v>1.48</c:v>
                </c:pt>
                <c:pt idx="2859">
                  <c:v>1.48</c:v>
                </c:pt>
                <c:pt idx="2860">
                  <c:v>1.48</c:v>
                </c:pt>
                <c:pt idx="2861">
                  <c:v>1.48</c:v>
                </c:pt>
                <c:pt idx="2862">
                  <c:v>1.48</c:v>
                </c:pt>
                <c:pt idx="2863">
                  <c:v>1.48</c:v>
                </c:pt>
                <c:pt idx="2864">
                  <c:v>1.48</c:v>
                </c:pt>
                <c:pt idx="2865">
                  <c:v>1.48</c:v>
                </c:pt>
                <c:pt idx="2866">
                  <c:v>1.48</c:v>
                </c:pt>
                <c:pt idx="2867">
                  <c:v>1.48</c:v>
                </c:pt>
                <c:pt idx="2868">
                  <c:v>1.48</c:v>
                </c:pt>
                <c:pt idx="2869">
                  <c:v>1.48</c:v>
                </c:pt>
                <c:pt idx="2870">
                  <c:v>1.48</c:v>
                </c:pt>
                <c:pt idx="2871">
                  <c:v>1.48</c:v>
                </c:pt>
                <c:pt idx="2872">
                  <c:v>1.48</c:v>
                </c:pt>
                <c:pt idx="2873">
                  <c:v>1.48</c:v>
                </c:pt>
                <c:pt idx="2874">
                  <c:v>1.48</c:v>
                </c:pt>
                <c:pt idx="2875">
                  <c:v>1.48</c:v>
                </c:pt>
                <c:pt idx="2876">
                  <c:v>1.48</c:v>
                </c:pt>
                <c:pt idx="2877">
                  <c:v>1.48</c:v>
                </c:pt>
                <c:pt idx="2878">
                  <c:v>1.48</c:v>
                </c:pt>
                <c:pt idx="2879">
                  <c:v>1.48</c:v>
                </c:pt>
                <c:pt idx="2880">
                  <c:v>1.48</c:v>
                </c:pt>
                <c:pt idx="2881">
                  <c:v>1.48</c:v>
                </c:pt>
                <c:pt idx="2882">
                  <c:v>1.48</c:v>
                </c:pt>
                <c:pt idx="2883">
                  <c:v>1.48</c:v>
                </c:pt>
                <c:pt idx="2884">
                  <c:v>1.48</c:v>
                </c:pt>
                <c:pt idx="2885">
                  <c:v>1.48</c:v>
                </c:pt>
                <c:pt idx="2886">
                  <c:v>1.48</c:v>
                </c:pt>
                <c:pt idx="2887">
                  <c:v>1.48</c:v>
                </c:pt>
                <c:pt idx="2888">
                  <c:v>1.48</c:v>
                </c:pt>
                <c:pt idx="2889">
                  <c:v>1.48</c:v>
                </c:pt>
                <c:pt idx="2890">
                  <c:v>1.48</c:v>
                </c:pt>
                <c:pt idx="2891">
                  <c:v>1.48</c:v>
                </c:pt>
                <c:pt idx="2892">
                  <c:v>1.48</c:v>
                </c:pt>
                <c:pt idx="2893">
                  <c:v>1.48</c:v>
                </c:pt>
                <c:pt idx="2894">
                  <c:v>1.48</c:v>
                </c:pt>
                <c:pt idx="2895">
                  <c:v>1.48</c:v>
                </c:pt>
                <c:pt idx="2896">
                  <c:v>1.48</c:v>
                </c:pt>
                <c:pt idx="2897">
                  <c:v>1.48</c:v>
                </c:pt>
                <c:pt idx="2898">
                  <c:v>1.48</c:v>
                </c:pt>
                <c:pt idx="2899">
                  <c:v>1.48</c:v>
                </c:pt>
                <c:pt idx="2900">
                  <c:v>1.48</c:v>
                </c:pt>
                <c:pt idx="2901">
                  <c:v>1.48</c:v>
                </c:pt>
                <c:pt idx="2902">
                  <c:v>1.48</c:v>
                </c:pt>
                <c:pt idx="2903">
                  <c:v>1.48</c:v>
                </c:pt>
                <c:pt idx="2904">
                  <c:v>1.48</c:v>
                </c:pt>
                <c:pt idx="2905">
                  <c:v>1.48</c:v>
                </c:pt>
                <c:pt idx="2906">
                  <c:v>1.48</c:v>
                </c:pt>
                <c:pt idx="2907">
                  <c:v>1.48</c:v>
                </c:pt>
                <c:pt idx="2908">
                  <c:v>1.48</c:v>
                </c:pt>
                <c:pt idx="2909">
                  <c:v>1.48</c:v>
                </c:pt>
                <c:pt idx="2910">
                  <c:v>1.48</c:v>
                </c:pt>
                <c:pt idx="2911">
                  <c:v>1.48</c:v>
                </c:pt>
                <c:pt idx="2912">
                  <c:v>1.48</c:v>
                </c:pt>
                <c:pt idx="2913">
                  <c:v>1.48</c:v>
                </c:pt>
                <c:pt idx="2914">
                  <c:v>1.48</c:v>
                </c:pt>
                <c:pt idx="2915">
                  <c:v>1.48</c:v>
                </c:pt>
                <c:pt idx="2916">
                  <c:v>1.48</c:v>
                </c:pt>
                <c:pt idx="2917">
                  <c:v>1.48</c:v>
                </c:pt>
                <c:pt idx="2918">
                  <c:v>1.48</c:v>
                </c:pt>
                <c:pt idx="2919">
                  <c:v>1.48</c:v>
                </c:pt>
                <c:pt idx="2920">
                  <c:v>1.48</c:v>
                </c:pt>
                <c:pt idx="2921">
                  <c:v>1.48</c:v>
                </c:pt>
                <c:pt idx="2922">
                  <c:v>1.48</c:v>
                </c:pt>
                <c:pt idx="2923">
                  <c:v>1.48</c:v>
                </c:pt>
                <c:pt idx="2924">
                  <c:v>1.48</c:v>
                </c:pt>
                <c:pt idx="2925">
                  <c:v>1.48</c:v>
                </c:pt>
                <c:pt idx="2926">
                  <c:v>1.48</c:v>
                </c:pt>
                <c:pt idx="2927">
                  <c:v>1.48</c:v>
                </c:pt>
                <c:pt idx="2928">
                  <c:v>1.48</c:v>
                </c:pt>
                <c:pt idx="2929">
                  <c:v>1.48</c:v>
                </c:pt>
                <c:pt idx="2930">
                  <c:v>1.48</c:v>
                </c:pt>
                <c:pt idx="2931">
                  <c:v>1.48</c:v>
                </c:pt>
                <c:pt idx="2932">
                  <c:v>1.48</c:v>
                </c:pt>
                <c:pt idx="2933">
                  <c:v>1.48</c:v>
                </c:pt>
                <c:pt idx="2934">
                  <c:v>1.48</c:v>
                </c:pt>
                <c:pt idx="2935">
                  <c:v>1.48</c:v>
                </c:pt>
                <c:pt idx="2936">
                  <c:v>1.48</c:v>
                </c:pt>
                <c:pt idx="2937">
                  <c:v>1.48</c:v>
                </c:pt>
                <c:pt idx="2938">
                  <c:v>1.48</c:v>
                </c:pt>
                <c:pt idx="2939">
                  <c:v>1.48</c:v>
                </c:pt>
                <c:pt idx="2940">
                  <c:v>1.48</c:v>
                </c:pt>
                <c:pt idx="2941">
                  <c:v>1.48</c:v>
                </c:pt>
                <c:pt idx="2942">
                  <c:v>1.48</c:v>
                </c:pt>
                <c:pt idx="2943">
                  <c:v>1.48</c:v>
                </c:pt>
                <c:pt idx="2944">
                  <c:v>1.48</c:v>
                </c:pt>
                <c:pt idx="2945">
                  <c:v>1.48</c:v>
                </c:pt>
                <c:pt idx="2946">
                  <c:v>1.48</c:v>
                </c:pt>
                <c:pt idx="2947">
                  <c:v>1.48</c:v>
                </c:pt>
                <c:pt idx="2948">
                  <c:v>1.48</c:v>
                </c:pt>
                <c:pt idx="2949">
                  <c:v>1.48</c:v>
                </c:pt>
                <c:pt idx="2950">
                  <c:v>1.48</c:v>
                </c:pt>
                <c:pt idx="2951">
                  <c:v>1.48</c:v>
                </c:pt>
                <c:pt idx="2952">
                  <c:v>1.48</c:v>
                </c:pt>
                <c:pt idx="2953">
                  <c:v>1.48</c:v>
                </c:pt>
                <c:pt idx="2954">
                  <c:v>1.48</c:v>
                </c:pt>
                <c:pt idx="2955">
                  <c:v>1.48</c:v>
                </c:pt>
                <c:pt idx="2956">
                  <c:v>1.48</c:v>
                </c:pt>
                <c:pt idx="2957">
                  <c:v>1.48</c:v>
                </c:pt>
                <c:pt idx="2958">
                  <c:v>1.48</c:v>
                </c:pt>
                <c:pt idx="2959">
                  <c:v>1.48</c:v>
                </c:pt>
                <c:pt idx="2960">
                  <c:v>1.48</c:v>
                </c:pt>
                <c:pt idx="2961">
                  <c:v>1.48</c:v>
                </c:pt>
                <c:pt idx="2962">
                  <c:v>1.48</c:v>
                </c:pt>
                <c:pt idx="2963">
                  <c:v>1.48</c:v>
                </c:pt>
                <c:pt idx="2964">
                  <c:v>1.48</c:v>
                </c:pt>
                <c:pt idx="2965">
                  <c:v>1.48</c:v>
                </c:pt>
                <c:pt idx="2966">
                  <c:v>1.48</c:v>
                </c:pt>
                <c:pt idx="2967">
                  <c:v>1.48</c:v>
                </c:pt>
                <c:pt idx="2968">
                  <c:v>1.48</c:v>
                </c:pt>
                <c:pt idx="2969">
                  <c:v>1.48</c:v>
                </c:pt>
                <c:pt idx="2970">
                  <c:v>1.48</c:v>
                </c:pt>
                <c:pt idx="2971">
                  <c:v>1.48</c:v>
                </c:pt>
                <c:pt idx="2972">
                  <c:v>1.48</c:v>
                </c:pt>
                <c:pt idx="2973">
                  <c:v>1.48</c:v>
                </c:pt>
                <c:pt idx="2974">
                  <c:v>1.48</c:v>
                </c:pt>
                <c:pt idx="2975">
                  <c:v>1.48</c:v>
                </c:pt>
                <c:pt idx="2976">
                  <c:v>1.48</c:v>
                </c:pt>
                <c:pt idx="2977">
                  <c:v>1.48</c:v>
                </c:pt>
                <c:pt idx="2978">
                  <c:v>1.48</c:v>
                </c:pt>
                <c:pt idx="2979">
                  <c:v>1.48</c:v>
                </c:pt>
                <c:pt idx="2980">
                  <c:v>1.48</c:v>
                </c:pt>
                <c:pt idx="2981">
                  <c:v>1.48</c:v>
                </c:pt>
                <c:pt idx="2982">
                  <c:v>1.48</c:v>
                </c:pt>
                <c:pt idx="2983">
                  <c:v>1.48</c:v>
                </c:pt>
                <c:pt idx="2984">
                  <c:v>1.48</c:v>
                </c:pt>
                <c:pt idx="2985">
                  <c:v>1.48</c:v>
                </c:pt>
                <c:pt idx="2986">
                  <c:v>1.48</c:v>
                </c:pt>
                <c:pt idx="2987">
                  <c:v>1.48</c:v>
                </c:pt>
                <c:pt idx="2988">
                  <c:v>1.48</c:v>
                </c:pt>
                <c:pt idx="2989">
                  <c:v>1.48</c:v>
                </c:pt>
                <c:pt idx="2990">
                  <c:v>1.48</c:v>
                </c:pt>
                <c:pt idx="2991">
                  <c:v>1.48</c:v>
                </c:pt>
                <c:pt idx="2992">
                  <c:v>1.48</c:v>
                </c:pt>
                <c:pt idx="2993">
                  <c:v>1.48</c:v>
                </c:pt>
                <c:pt idx="2994">
                  <c:v>1.48</c:v>
                </c:pt>
                <c:pt idx="2995">
                  <c:v>1.48</c:v>
                </c:pt>
                <c:pt idx="2996">
                  <c:v>1.48</c:v>
                </c:pt>
                <c:pt idx="2997">
                  <c:v>1.48</c:v>
                </c:pt>
                <c:pt idx="2998">
                  <c:v>1.48</c:v>
                </c:pt>
                <c:pt idx="2999">
                  <c:v>1.48</c:v>
                </c:pt>
                <c:pt idx="3000">
                  <c:v>1.48</c:v>
                </c:pt>
                <c:pt idx="3001">
                  <c:v>1.48</c:v>
                </c:pt>
                <c:pt idx="3002">
                  <c:v>1.48</c:v>
                </c:pt>
                <c:pt idx="3003">
                  <c:v>1.48</c:v>
                </c:pt>
                <c:pt idx="3004">
                  <c:v>1.48</c:v>
                </c:pt>
                <c:pt idx="3005">
                  <c:v>1.48</c:v>
                </c:pt>
                <c:pt idx="3006">
                  <c:v>1.48</c:v>
                </c:pt>
                <c:pt idx="3007">
                  <c:v>1.48</c:v>
                </c:pt>
                <c:pt idx="3008">
                  <c:v>1.48</c:v>
                </c:pt>
                <c:pt idx="3009">
                  <c:v>1.48</c:v>
                </c:pt>
                <c:pt idx="3010">
                  <c:v>1.48</c:v>
                </c:pt>
                <c:pt idx="3011">
                  <c:v>1.48</c:v>
                </c:pt>
                <c:pt idx="3012">
                  <c:v>1.48</c:v>
                </c:pt>
                <c:pt idx="3013">
                  <c:v>1.48</c:v>
                </c:pt>
                <c:pt idx="3014">
                  <c:v>1.48</c:v>
                </c:pt>
                <c:pt idx="3015">
                  <c:v>1.48</c:v>
                </c:pt>
                <c:pt idx="3016">
                  <c:v>1.48</c:v>
                </c:pt>
                <c:pt idx="3017">
                  <c:v>1.48</c:v>
                </c:pt>
                <c:pt idx="3018">
                  <c:v>1.48</c:v>
                </c:pt>
                <c:pt idx="3019">
                  <c:v>1.48</c:v>
                </c:pt>
                <c:pt idx="3020">
                  <c:v>1.48</c:v>
                </c:pt>
                <c:pt idx="3021">
                  <c:v>1.48</c:v>
                </c:pt>
                <c:pt idx="3022">
                  <c:v>1.48</c:v>
                </c:pt>
                <c:pt idx="3023">
                  <c:v>1.48</c:v>
                </c:pt>
                <c:pt idx="3024">
                  <c:v>1.48</c:v>
                </c:pt>
                <c:pt idx="3025">
                  <c:v>1.48</c:v>
                </c:pt>
                <c:pt idx="3026">
                  <c:v>1.48</c:v>
                </c:pt>
                <c:pt idx="3027">
                  <c:v>1.48</c:v>
                </c:pt>
                <c:pt idx="3028">
                  <c:v>1.48</c:v>
                </c:pt>
                <c:pt idx="3029">
                  <c:v>1.48</c:v>
                </c:pt>
                <c:pt idx="3030">
                  <c:v>1.48</c:v>
                </c:pt>
                <c:pt idx="3031">
                  <c:v>1.48</c:v>
                </c:pt>
                <c:pt idx="3032">
                  <c:v>1.48</c:v>
                </c:pt>
                <c:pt idx="3033">
                  <c:v>1.48</c:v>
                </c:pt>
                <c:pt idx="3034">
                  <c:v>1.48</c:v>
                </c:pt>
                <c:pt idx="3035">
                  <c:v>1.48</c:v>
                </c:pt>
                <c:pt idx="3036">
                  <c:v>1.48</c:v>
                </c:pt>
                <c:pt idx="3037">
                  <c:v>1.48</c:v>
                </c:pt>
                <c:pt idx="3038">
                  <c:v>1.48</c:v>
                </c:pt>
                <c:pt idx="3039">
                  <c:v>1.48</c:v>
                </c:pt>
                <c:pt idx="3040">
                  <c:v>1.48</c:v>
                </c:pt>
                <c:pt idx="3041">
                  <c:v>1.48</c:v>
                </c:pt>
                <c:pt idx="3042">
                  <c:v>1.48</c:v>
                </c:pt>
                <c:pt idx="3043">
                  <c:v>1.48</c:v>
                </c:pt>
                <c:pt idx="3044">
                  <c:v>1.48</c:v>
                </c:pt>
                <c:pt idx="3045">
                  <c:v>1.48</c:v>
                </c:pt>
                <c:pt idx="3046">
                  <c:v>1.48</c:v>
                </c:pt>
                <c:pt idx="3047">
                  <c:v>1.48</c:v>
                </c:pt>
                <c:pt idx="3048">
                  <c:v>1.48</c:v>
                </c:pt>
                <c:pt idx="3049">
                  <c:v>1.48</c:v>
                </c:pt>
                <c:pt idx="3050">
                  <c:v>1.48</c:v>
                </c:pt>
                <c:pt idx="3051">
                  <c:v>1.48</c:v>
                </c:pt>
                <c:pt idx="3052">
                  <c:v>1.48</c:v>
                </c:pt>
                <c:pt idx="3053">
                  <c:v>1.48</c:v>
                </c:pt>
                <c:pt idx="3054">
                  <c:v>1.48</c:v>
                </c:pt>
                <c:pt idx="3055">
                  <c:v>1.48</c:v>
                </c:pt>
                <c:pt idx="3056">
                  <c:v>1.48</c:v>
                </c:pt>
                <c:pt idx="3057">
                  <c:v>1.48</c:v>
                </c:pt>
                <c:pt idx="3058">
                  <c:v>1.48</c:v>
                </c:pt>
                <c:pt idx="3059">
                  <c:v>1.48</c:v>
                </c:pt>
                <c:pt idx="3060">
                  <c:v>1.48</c:v>
                </c:pt>
                <c:pt idx="3061">
                  <c:v>1.48</c:v>
                </c:pt>
                <c:pt idx="3062">
                  <c:v>1.48</c:v>
                </c:pt>
                <c:pt idx="3063">
                  <c:v>1.48</c:v>
                </c:pt>
                <c:pt idx="3064">
                  <c:v>1.48</c:v>
                </c:pt>
                <c:pt idx="3065">
                  <c:v>1.48</c:v>
                </c:pt>
                <c:pt idx="3066">
                  <c:v>1.48</c:v>
                </c:pt>
                <c:pt idx="3067">
                  <c:v>1.48</c:v>
                </c:pt>
                <c:pt idx="3068">
                  <c:v>1.48</c:v>
                </c:pt>
                <c:pt idx="3069">
                  <c:v>1.48</c:v>
                </c:pt>
                <c:pt idx="3070">
                  <c:v>1.48</c:v>
                </c:pt>
                <c:pt idx="3071">
                  <c:v>1.48</c:v>
                </c:pt>
                <c:pt idx="3072">
                  <c:v>1.48</c:v>
                </c:pt>
                <c:pt idx="3073">
                  <c:v>1.48</c:v>
                </c:pt>
                <c:pt idx="3074">
                  <c:v>1.48</c:v>
                </c:pt>
                <c:pt idx="3075">
                  <c:v>1.48</c:v>
                </c:pt>
                <c:pt idx="3076">
                  <c:v>1.48</c:v>
                </c:pt>
                <c:pt idx="3077">
                  <c:v>1.48</c:v>
                </c:pt>
                <c:pt idx="3078">
                  <c:v>1.48</c:v>
                </c:pt>
                <c:pt idx="3079">
                  <c:v>1.48</c:v>
                </c:pt>
                <c:pt idx="3080">
                  <c:v>1.48</c:v>
                </c:pt>
                <c:pt idx="3081">
                  <c:v>1.48</c:v>
                </c:pt>
                <c:pt idx="3082">
                  <c:v>1.48</c:v>
                </c:pt>
                <c:pt idx="3083">
                  <c:v>1.48</c:v>
                </c:pt>
                <c:pt idx="3084">
                  <c:v>1.48</c:v>
                </c:pt>
                <c:pt idx="3085">
                  <c:v>1.48</c:v>
                </c:pt>
                <c:pt idx="3086">
                  <c:v>1.48</c:v>
                </c:pt>
                <c:pt idx="3087">
                  <c:v>1.48</c:v>
                </c:pt>
                <c:pt idx="3088">
                  <c:v>1.48</c:v>
                </c:pt>
                <c:pt idx="3089">
                  <c:v>1.48</c:v>
                </c:pt>
                <c:pt idx="3090">
                  <c:v>1.48</c:v>
                </c:pt>
                <c:pt idx="3091">
                  <c:v>1.48</c:v>
                </c:pt>
                <c:pt idx="3092">
                  <c:v>1.48</c:v>
                </c:pt>
                <c:pt idx="3093">
                  <c:v>1.48</c:v>
                </c:pt>
                <c:pt idx="3094">
                  <c:v>1.48</c:v>
                </c:pt>
                <c:pt idx="3095">
                  <c:v>1.48</c:v>
                </c:pt>
                <c:pt idx="3096">
                  <c:v>1.48</c:v>
                </c:pt>
                <c:pt idx="3097">
                  <c:v>1.48</c:v>
                </c:pt>
                <c:pt idx="3098">
                  <c:v>1.48</c:v>
                </c:pt>
                <c:pt idx="3099">
                  <c:v>1.48</c:v>
                </c:pt>
                <c:pt idx="3100">
                  <c:v>1.48</c:v>
                </c:pt>
                <c:pt idx="3101">
                  <c:v>1.48</c:v>
                </c:pt>
                <c:pt idx="3102">
                  <c:v>1.48</c:v>
                </c:pt>
                <c:pt idx="3103">
                  <c:v>1.48</c:v>
                </c:pt>
                <c:pt idx="3104">
                  <c:v>1.48</c:v>
                </c:pt>
                <c:pt idx="3105">
                  <c:v>1.48</c:v>
                </c:pt>
                <c:pt idx="3106">
                  <c:v>1.48</c:v>
                </c:pt>
                <c:pt idx="3107">
                  <c:v>1.48</c:v>
                </c:pt>
                <c:pt idx="3108">
                  <c:v>1.48</c:v>
                </c:pt>
                <c:pt idx="3109">
                  <c:v>1.48</c:v>
                </c:pt>
                <c:pt idx="3110">
                  <c:v>1.48</c:v>
                </c:pt>
                <c:pt idx="3111">
                  <c:v>1.48</c:v>
                </c:pt>
                <c:pt idx="3112">
                  <c:v>1.48</c:v>
                </c:pt>
                <c:pt idx="3113">
                  <c:v>1.48</c:v>
                </c:pt>
                <c:pt idx="3114">
                  <c:v>1.48</c:v>
                </c:pt>
                <c:pt idx="3115">
                  <c:v>1.48</c:v>
                </c:pt>
                <c:pt idx="3116">
                  <c:v>1.48</c:v>
                </c:pt>
                <c:pt idx="3117">
                  <c:v>1.48</c:v>
                </c:pt>
                <c:pt idx="3118">
                  <c:v>1.48</c:v>
                </c:pt>
                <c:pt idx="3119">
                  <c:v>1.48</c:v>
                </c:pt>
                <c:pt idx="3120">
                  <c:v>1.48</c:v>
                </c:pt>
                <c:pt idx="3121">
                  <c:v>1.48</c:v>
                </c:pt>
                <c:pt idx="3122">
                  <c:v>1.48</c:v>
                </c:pt>
                <c:pt idx="3123">
                  <c:v>1.48</c:v>
                </c:pt>
                <c:pt idx="3124">
                  <c:v>1.48</c:v>
                </c:pt>
                <c:pt idx="3125">
                  <c:v>1.48</c:v>
                </c:pt>
                <c:pt idx="3126">
                  <c:v>1.48</c:v>
                </c:pt>
                <c:pt idx="3127">
                  <c:v>1.48</c:v>
                </c:pt>
                <c:pt idx="3128">
                  <c:v>1.48</c:v>
                </c:pt>
                <c:pt idx="3129">
                  <c:v>1.48</c:v>
                </c:pt>
                <c:pt idx="3130">
                  <c:v>1.48</c:v>
                </c:pt>
                <c:pt idx="3131">
                  <c:v>1.48</c:v>
                </c:pt>
                <c:pt idx="3132">
                  <c:v>1.48</c:v>
                </c:pt>
                <c:pt idx="3133">
                  <c:v>1.48</c:v>
                </c:pt>
                <c:pt idx="3134">
                  <c:v>1.48</c:v>
                </c:pt>
                <c:pt idx="3135">
                  <c:v>1.48</c:v>
                </c:pt>
                <c:pt idx="3136">
                  <c:v>1.48</c:v>
                </c:pt>
                <c:pt idx="3137">
                  <c:v>1.48</c:v>
                </c:pt>
                <c:pt idx="3138">
                  <c:v>1.48</c:v>
                </c:pt>
                <c:pt idx="3139">
                  <c:v>1.48</c:v>
                </c:pt>
                <c:pt idx="3140">
                  <c:v>1.48</c:v>
                </c:pt>
                <c:pt idx="3141">
                  <c:v>1.48</c:v>
                </c:pt>
                <c:pt idx="3142">
                  <c:v>1.48</c:v>
                </c:pt>
                <c:pt idx="3143">
                  <c:v>1.48</c:v>
                </c:pt>
                <c:pt idx="3144">
                  <c:v>1.48</c:v>
                </c:pt>
                <c:pt idx="3145">
                  <c:v>1.48</c:v>
                </c:pt>
                <c:pt idx="3146">
                  <c:v>1.48</c:v>
                </c:pt>
                <c:pt idx="3147">
                  <c:v>1.48</c:v>
                </c:pt>
                <c:pt idx="3148">
                  <c:v>1.48</c:v>
                </c:pt>
                <c:pt idx="3149">
                  <c:v>1.48</c:v>
                </c:pt>
                <c:pt idx="3150">
                  <c:v>1.48</c:v>
                </c:pt>
                <c:pt idx="3151">
                  <c:v>1.48</c:v>
                </c:pt>
                <c:pt idx="3152">
                  <c:v>1.48</c:v>
                </c:pt>
                <c:pt idx="3153">
                  <c:v>1.48</c:v>
                </c:pt>
                <c:pt idx="3154">
                  <c:v>1.48</c:v>
                </c:pt>
                <c:pt idx="3155">
                  <c:v>1.48</c:v>
                </c:pt>
                <c:pt idx="3156">
                  <c:v>1.48</c:v>
                </c:pt>
                <c:pt idx="3157">
                  <c:v>1.48</c:v>
                </c:pt>
                <c:pt idx="3158">
                  <c:v>1.48</c:v>
                </c:pt>
                <c:pt idx="3159">
                  <c:v>1.48</c:v>
                </c:pt>
                <c:pt idx="3160">
                  <c:v>1.48</c:v>
                </c:pt>
                <c:pt idx="3161">
                  <c:v>1.48</c:v>
                </c:pt>
                <c:pt idx="3162">
                  <c:v>1.48</c:v>
                </c:pt>
                <c:pt idx="3163">
                  <c:v>1.48</c:v>
                </c:pt>
                <c:pt idx="3164">
                  <c:v>1.48</c:v>
                </c:pt>
                <c:pt idx="3165">
                  <c:v>1.48</c:v>
                </c:pt>
                <c:pt idx="3166">
                  <c:v>1.48</c:v>
                </c:pt>
                <c:pt idx="3167">
                  <c:v>1.48</c:v>
                </c:pt>
                <c:pt idx="3168">
                  <c:v>1.48</c:v>
                </c:pt>
                <c:pt idx="3169">
                  <c:v>1.48</c:v>
                </c:pt>
                <c:pt idx="3170">
                  <c:v>1.48</c:v>
                </c:pt>
                <c:pt idx="3171">
                  <c:v>1.48</c:v>
                </c:pt>
                <c:pt idx="3172">
                  <c:v>1.48</c:v>
                </c:pt>
                <c:pt idx="3173">
                  <c:v>1.48</c:v>
                </c:pt>
                <c:pt idx="3174">
                  <c:v>1.48</c:v>
                </c:pt>
                <c:pt idx="3175">
                  <c:v>1.48</c:v>
                </c:pt>
                <c:pt idx="3176">
                  <c:v>1.48</c:v>
                </c:pt>
                <c:pt idx="3177">
                  <c:v>1.48</c:v>
                </c:pt>
                <c:pt idx="3178">
                  <c:v>1.48</c:v>
                </c:pt>
                <c:pt idx="3179">
                  <c:v>1.48</c:v>
                </c:pt>
                <c:pt idx="3180">
                  <c:v>1.48</c:v>
                </c:pt>
                <c:pt idx="3181">
                  <c:v>1.48</c:v>
                </c:pt>
                <c:pt idx="3182">
                  <c:v>1.48</c:v>
                </c:pt>
                <c:pt idx="3183">
                  <c:v>1.48</c:v>
                </c:pt>
                <c:pt idx="3184">
                  <c:v>1.48</c:v>
                </c:pt>
                <c:pt idx="3185">
                  <c:v>1.48</c:v>
                </c:pt>
                <c:pt idx="3186">
                  <c:v>1.48</c:v>
                </c:pt>
                <c:pt idx="3187">
                  <c:v>1.48</c:v>
                </c:pt>
                <c:pt idx="3188">
                  <c:v>1.48</c:v>
                </c:pt>
                <c:pt idx="3189">
                  <c:v>1.48</c:v>
                </c:pt>
                <c:pt idx="3190">
                  <c:v>1.48</c:v>
                </c:pt>
                <c:pt idx="3191">
                  <c:v>1.48</c:v>
                </c:pt>
                <c:pt idx="3192">
                  <c:v>1.48</c:v>
                </c:pt>
                <c:pt idx="3193">
                  <c:v>1.48</c:v>
                </c:pt>
                <c:pt idx="3194">
                  <c:v>1.48</c:v>
                </c:pt>
                <c:pt idx="3195">
                  <c:v>1.48</c:v>
                </c:pt>
                <c:pt idx="3196">
                  <c:v>1.48</c:v>
                </c:pt>
                <c:pt idx="3197">
                  <c:v>1.48</c:v>
                </c:pt>
                <c:pt idx="3198">
                  <c:v>1.48</c:v>
                </c:pt>
                <c:pt idx="3199">
                  <c:v>1.48</c:v>
                </c:pt>
                <c:pt idx="3200">
                  <c:v>1.48</c:v>
                </c:pt>
                <c:pt idx="3201">
                  <c:v>1.48</c:v>
                </c:pt>
                <c:pt idx="3202">
                  <c:v>1.48</c:v>
                </c:pt>
                <c:pt idx="3203">
                  <c:v>1.48</c:v>
                </c:pt>
                <c:pt idx="3204">
                  <c:v>1.48</c:v>
                </c:pt>
                <c:pt idx="3205">
                  <c:v>1.48</c:v>
                </c:pt>
                <c:pt idx="3206">
                  <c:v>1.48</c:v>
                </c:pt>
                <c:pt idx="3207">
                  <c:v>1.48</c:v>
                </c:pt>
                <c:pt idx="3208">
                  <c:v>1.48</c:v>
                </c:pt>
                <c:pt idx="3209">
                  <c:v>1.48</c:v>
                </c:pt>
                <c:pt idx="3210">
                  <c:v>1.48</c:v>
                </c:pt>
                <c:pt idx="3211">
                  <c:v>1.48</c:v>
                </c:pt>
                <c:pt idx="3212">
                  <c:v>1.48</c:v>
                </c:pt>
                <c:pt idx="3213">
                  <c:v>1.48</c:v>
                </c:pt>
                <c:pt idx="3214">
                  <c:v>1.48</c:v>
                </c:pt>
                <c:pt idx="3215">
                  <c:v>1.48</c:v>
                </c:pt>
                <c:pt idx="3216">
                  <c:v>1.48</c:v>
                </c:pt>
                <c:pt idx="3217">
                  <c:v>1.48</c:v>
                </c:pt>
                <c:pt idx="3218">
                  <c:v>1.48</c:v>
                </c:pt>
                <c:pt idx="3219">
                  <c:v>1.48</c:v>
                </c:pt>
                <c:pt idx="3220">
                  <c:v>1.48</c:v>
                </c:pt>
                <c:pt idx="3221">
                  <c:v>1.48</c:v>
                </c:pt>
                <c:pt idx="3222">
                  <c:v>1.48</c:v>
                </c:pt>
                <c:pt idx="3223">
                  <c:v>1.48</c:v>
                </c:pt>
                <c:pt idx="3224">
                  <c:v>1.48</c:v>
                </c:pt>
                <c:pt idx="3225">
                  <c:v>1.48</c:v>
                </c:pt>
                <c:pt idx="3226">
                  <c:v>1.48</c:v>
                </c:pt>
                <c:pt idx="3227">
                  <c:v>1.48</c:v>
                </c:pt>
                <c:pt idx="3228">
                  <c:v>1.48</c:v>
                </c:pt>
                <c:pt idx="3229">
                  <c:v>1.48</c:v>
                </c:pt>
                <c:pt idx="3230">
                  <c:v>1.48</c:v>
                </c:pt>
                <c:pt idx="3231">
                  <c:v>1.48</c:v>
                </c:pt>
                <c:pt idx="3232">
                  <c:v>1.48</c:v>
                </c:pt>
                <c:pt idx="3233">
                  <c:v>1.48</c:v>
                </c:pt>
                <c:pt idx="3234">
                  <c:v>1.48</c:v>
                </c:pt>
                <c:pt idx="3235">
                  <c:v>1.48</c:v>
                </c:pt>
                <c:pt idx="3236">
                  <c:v>1.48</c:v>
                </c:pt>
                <c:pt idx="3237">
                  <c:v>1.48</c:v>
                </c:pt>
                <c:pt idx="3238">
                  <c:v>1.48</c:v>
                </c:pt>
                <c:pt idx="3239">
                  <c:v>1.48</c:v>
                </c:pt>
                <c:pt idx="3240">
                  <c:v>1.48</c:v>
                </c:pt>
                <c:pt idx="3241">
                  <c:v>1.48</c:v>
                </c:pt>
                <c:pt idx="3242">
                  <c:v>1.48</c:v>
                </c:pt>
                <c:pt idx="3243">
                  <c:v>1.48</c:v>
                </c:pt>
                <c:pt idx="3244">
                  <c:v>1.48</c:v>
                </c:pt>
                <c:pt idx="3245">
                  <c:v>1.48</c:v>
                </c:pt>
                <c:pt idx="3246">
                  <c:v>1.48</c:v>
                </c:pt>
                <c:pt idx="3247">
                  <c:v>1.48</c:v>
                </c:pt>
                <c:pt idx="3248">
                  <c:v>1.48</c:v>
                </c:pt>
                <c:pt idx="3249">
                  <c:v>1.48</c:v>
                </c:pt>
                <c:pt idx="3250">
                  <c:v>1.48</c:v>
                </c:pt>
                <c:pt idx="3251">
                  <c:v>1.48</c:v>
                </c:pt>
                <c:pt idx="3252">
                  <c:v>1.48</c:v>
                </c:pt>
                <c:pt idx="3253">
                  <c:v>1.48</c:v>
                </c:pt>
                <c:pt idx="3254">
                  <c:v>1.48</c:v>
                </c:pt>
                <c:pt idx="3255">
                  <c:v>1.48</c:v>
                </c:pt>
                <c:pt idx="3256">
                  <c:v>1.48</c:v>
                </c:pt>
                <c:pt idx="3257">
                  <c:v>1.48</c:v>
                </c:pt>
                <c:pt idx="3258">
                  <c:v>1.48</c:v>
                </c:pt>
                <c:pt idx="3259">
                  <c:v>1.48</c:v>
                </c:pt>
                <c:pt idx="3260">
                  <c:v>1.48</c:v>
                </c:pt>
                <c:pt idx="3261">
                  <c:v>1.48</c:v>
                </c:pt>
                <c:pt idx="3262">
                  <c:v>1.48</c:v>
                </c:pt>
                <c:pt idx="3263">
                  <c:v>1.48</c:v>
                </c:pt>
                <c:pt idx="3264">
                  <c:v>1.48</c:v>
                </c:pt>
                <c:pt idx="3265">
                  <c:v>1.48</c:v>
                </c:pt>
                <c:pt idx="3266">
                  <c:v>1.48</c:v>
                </c:pt>
                <c:pt idx="3267">
                  <c:v>1.48</c:v>
                </c:pt>
                <c:pt idx="3268">
                  <c:v>1.48</c:v>
                </c:pt>
                <c:pt idx="3269">
                  <c:v>1.48</c:v>
                </c:pt>
                <c:pt idx="3270">
                  <c:v>1.48</c:v>
                </c:pt>
                <c:pt idx="3271">
                  <c:v>1.48</c:v>
                </c:pt>
                <c:pt idx="3272">
                  <c:v>1.48</c:v>
                </c:pt>
                <c:pt idx="3273">
                  <c:v>1.48</c:v>
                </c:pt>
                <c:pt idx="3274">
                  <c:v>1.48</c:v>
                </c:pt>
                <c:pt idx="3275">
                  <c:v>1.48</c:v>
                </c:pt>
                <c:pt idx="3276">
                  <c:v>1.48</c:v>
                </c:pt>
                <c:pt idx="3277">
                  <c:v>1.48</c:v>
                </c:pt>
                <c:pt idx="3278">
                  <c:v>1.48</c:v>
                </c:pt>
                <c:pt idx="3279">
                  <c:v>1.48</c:v>
                </c:pt>
                <c:pt idx="3280">
                  <c:v>1.48</c:v>
                </c:pt>
                <c:pt idx="3281">
                  <c:v>1.48</c:v>
                </c:pt>
                <c:pt idx="3282">
                  <c:v>1.48</c:v>
                </c:pt>
                <c:pt idx="3283">
                  <c:v>1.48</c:v>
                </c:pt>
                <c:pt idx="3284">
                  <c:v>1.48</c:v>
                </c:pt>
                <c:pt idx="3285">
                  <c:v>1.48</c:v>
                </c:pt>
                <c:pt idx="3286">
                  <c:v>1.48</c:v>
                </c:pt>
                <c:pt idx="3287">
                  <c:v>1.48</c:v>
                </c:pt>
                <c:pt idx="3288">
                  <c:v>1.48</c:v>
                </c:pt>
                <c:pt idx="3289">
                  <c:v>1.48</c:v>
                </c:pt>
                <c:pt idx="3290">
                  <c:v>1.48</c:v>
                </c:pt>
                <c:pt idx="3291">
                  <c:v>1.48</c:v>
                </c:pt>
                <c:pt idx="3292">
                  <c:v>1.48</c:v>
                </c:pt>
                <c:pt idx="3293">
                  <c:v>1.48</c:v>
                </c:pt>
                <c:pt idx="3294">
                  <c:v>1.48</c:v>
                </c:pt>
                <c:pt idx="3295">
                  <c:v>1.48</c:v>
                </c:pt>
                <c:pt idx="3296">
                  <c:v>1.48</c:v>
                </c:pt>
                <c:pt idx="3297">
                  <c:v>1.48</c:v>
                </c:pt>
                <c:pt idx="3298">
                  <c:v>1.48</c:v>
                </c:pt>
                <c:pt idx="3299">
                  <c:v>1.48</c:v>
                </c:pt>
                <c:pt idx="3300">
                  <c:v>1.48</c:v>
                </c:pt>
                <c:pt idx="3301">
                  <c:v>1.48</c:v>
                </c:pt>
                <c:pt idx="3302">
                  <c:v>1.48</c:v>
                </c:pt>
                <c:pt idx="3303">
                  <c:v>1.48</c:v>
                </c:pt>
                <c:pt idx="3304">
                  <c:v>1.48</c:v>
                </c:pt>
                <c:pt idx="3305">
                  <c:v>1.48</c:v>
                </c:pt>
                <c:pt idx="3306">
                  <c:v>1.48</c:v>
                </c:pt>
                <c:pt idx="3307">
                  <c:v>1.48</c:v>
                </c:pt>
                <c:pt idx="3308">
                  <c:v>1.48</c:v>
                </c:pt>
                <c:pt idx="3309">
                  <c:v>1.48</c:v>
                </c:pt>
                <c:pt idx="3310">
                  <c:v>1.48</c:v>
                </c:pt>
                <c:pt idx="3311">
                  <c:v>1.48</c:v>
                </c:pt>
                <c:pt idx="3312">
                  <c:v>1.48</c:v>
                </c:pt>
                <c:pt idx="3313">
                  <c:v>1.48</c:v>
                </c:pt>
                <c:pt idx="3314">
                  <c:v>1.48</c:v>
                </c:pt>
                <c:pt idx="3315">
                  <c:v>1.48</c:v>
                </c:pt>
                <c:pt idx="3316">
                  <c:v>1.48</c:v>
                </c:pt>
                <c:pt idx="3317">
                  <c:v>1.48</c:v>
                </c:pt>
                <c:pt idx="3318">
                  <c:v>1.48</c:v>
                </c:pt>
                <c:pt idx="3319">
                  <c:v>1.48</c:v>
                </c:pt>
                <c:pt idx="3320">
                  <c:v>1.48</c:v>
                </c:pt>
                <c:pt idx="3321">
                  <c:v>1.48</c:v>
                </c:pt>
                <c:pt idx="3322">
                  <c:v>1.48</c:v>
                </c:pt>
                <c:pt idx="3323">
                  <c:v>1.48</c:v>
                </c:pt>
                <c:pt idx="3324">
                  <c:v>1.48</c:v>
                </c:pt>
                <c:pt idx="3325">
                  <c:v>1.48</c:v>
                </c:pt>
                <c:pt idx="3326">
                  <c:v>1.48</c:v>
                </c:pt>
                <c:pt idx="3327">
                  <c:v>1.48</c:v>
                </c:pt>
                <c:pt idx="3328">
                  <c:v>1.48</c:v>
                </c:pt>
                <c:pt idx="3329">
                  <c:v>1.48</c:v>
                </c:pt>
                <c:pt idx="3330">
                  <c:v>1.48</c:v>
                </c:pt>
                <c:pt idx="3331">
                  <c:v>1.48</c:v>
                </c:pt>
                <c:pt idx="3332">
                  <c:v>1.48</c:v>
                </c:pt>
                <c:pt idx="3333">
                  <c:v>1.48</c:v>
                </c:pt>
                <c:pt idx="3334">
                  <c:v>1.48</c:v>
                </c:pt>
                <c:pt idx="3335">
                  <c:v>1.48</c:v>
                </c:pt>
                <c:pt idx="3336">
                  <c:v>1.48</c:v>
                </c:pt>
                <c:pt idx="3337">
                  <c:v>1.48</c:v>
                </c:pt>
                <c:pt idx="3338">
                  <c:v>1.48</c:v>
                </c:pt>
                <c:pt idx="3339">
                  <c:v>1.48</c:v>
                </c:pt>
                <c:pt idx="3340">
                  <c:v>1.48</c:v>
                </c:pt>
                <c:pt idx="3341">
                  <c:v>1.48</c:v>
                </c:pt>
                <c:pt idx="3342">
                  <c:v>1.48</c:v>
                </c:pt>
                <c:pt idx="3343">
                  <c:v>1.48</c:v>
                </c:pt>
                <c:pt idx="3344">
                  <c:v>1.48</c:v>
                </c:pt>
                <c:pt idx="3345">
                  <c:v>1.48</c:v>
                </c:pt>
                <c:pt idx="3346">
                  <c:v>1.48</c:v>
                </c:pt>
                <c:pt idx="3347">
                  <c:v>1.48</c:v>
                </c:pt>
                <c:pt idx="3348">
                  <c:v>1.48</c:v>
                </c:pt>
                <c:pt idx="3349">
                  <c:v>1.48</c:v>
                </c:pt>
                <c:pt idx="3350">
                  <c:v>1.48</c:v>
                </c:pt>
                <c:pt idx="3351">
                  <c:v>1.48</c:v>
                </c:pt>
                <c:pt idx="3352">
                  <c:v>1.48</c:v>
                </c:pt>
                <c:pt idx="3353">
                  <c:v>1.48</c:v>
                </c:pt>
                <c:pt idx="3354">
                  <c:v>1.48</c:v>
                </c:pt>
                <c:pt idx="3355">
                  <c:v>1.48</c:v>
                </c:pt>
                <c:pt idx="3356">
                  <c:v>1.48</c:v>
                </c:pt>
                <c:pt idx="3357">
                  <c:v>1.48</c:v>
                </c:pt>
                <c:pt idx="3358">
                  <c:v>1.48</c:v>
                </c:pt>
                <c:pt idx="3359">
                  <c:v>1.48</c:v>
                </c:pt>
                <c:pt idx="3360">
                  <c:v>1.48</c:v>
                </c:pt>
                <c:pt idx="3361">
                  <c:v>1.48</c:v>
                </c:pt>
                <c:pt idx="3362">
                  <c:v>1.48</c:v>
                </c:pt>
                <c:pt idx="3363">
                  <c:v>1.48</c:v>
                </c:pt>
                <c:pt idx="3364">
                  <c:v>1.48</c:v>
                </c:pt>
                <c:pt idx="3365">
                  <c:v>1.48</c:v>
                </c:pt>
                <c:pt idx="3366">
                  <c:v>1.48</c:v>
                </c:pt>
                <c:pt idx="3367">
                  <c:v>1.48</c:v>
                </c:pt>
                <c:pt idx="3368">
                  <c:v>1.48</c:v>
                </c:pt>
                <c:pt idx="3369">
                  <c:v>1.48</c:v>
                </c:pt>
                <c:pt idx="3370">
                  <c:v>1.48</c:v>
                </c:pt>
                <c:pt idx="3371">
                  <c:v>1.48</c:v>
                </c:pt>
                <c:pt idx="3372">
                  <c:v>1.48</c:v>
                </c:pt>
                <c:pt idx="3373">
                  <c:v>1.48</c:v>
                </c:pt>
                <c:pt idx="3374">
                  <c:v>1.48</c:v>
                </c:pt>
                <c:pt idx="3375">
                  <c:v>1.48</c:v>
                </c:pt>
                <c:pt idx="3376">
                  <c:v>1.48</c:v>
                </c:pt>
                <c:pt idx="3377">
                  <c:v>1.48</c:v>
                </c:pt>
                <c:pt idx="3378">
                  <c:v>1.48</c:v>
                </c:pt>
                <c:pt idx="3379">
                  <c:v>1.48</c:v>
                </c:pt>
                <c:pt idx="3380">
                  <c:v>1.48</c:v>
                </c:pt>
                <c:pt idx="3381">
                  <c:v>1.48</c:v>
                </c:pt>
                <c:pt idx="3382">
                  <c:v>1.48</c:v>
                </c:pt>
                <c:pt idx="3383">
                  <c:v>1.48</c:v>
                </c:pt>
                <c:pt idx="3384">
                  <c:v>1.48</c:v>
                </c:pt>
                <c:pt idx="3385">
                  <c:v>1.48</c:v>
                </c:pt>
                <c:pt idx="3386">
                  <c:v>1.48</c:v>
                </c:pt>
                <c:pt idx="3387">
                  <c:v>1.48</c:v>
                </c:pt>
                <c:pt idx="3388">
                  <c:v>1.48</c:v>
                </c:pt>
                <c:pt idx="3389">
                  <c:v>1.48</c:v>
                </c:pt>
                <c:pt idx="3390">
                  <c:v>1.48</c:v>
                </c:pt>
                <c:pt idx="3391">
                  <c:v>1.48</c:v>
                </c:pt>
                <c:pt idx="3392">
                  <c:v>1.48</c:v>
                </c:pt>
                <c:pt idx="3393">
                  <c:v>1.48</c:v>
                </c:pt>
                <c:pt idx="3394">
                  <c:v>1.48</c:v>
                </c:pt>
                <c:pt idx="3395">
                  <c:v>1.48</c:v>
                </c:pt>
                <c:pt idx="3396">
                  <c:v>1.48</c:v>
                </c:pt>
                <c:pt idx="3397">
                  <c:v>1.48</c:v>
                </c:pt>
                <c:pt idx="3398">
                  <c:v>1.48</c:v>
                </c:pt>
                <c:pt idx="3399">
                  <c:v>1.48</c:v>
                </c:pt>
                <c:pt idx="3400">
                  <c:v>1.48</c:v>
                </c:pt>
                <c:pt idx="3401">
                  <c:v>1.48</c:v>
                </c:pt>
                <c:pt idx="3402">
                  <c:v>1.48</c:v>
                </c:pt>
                <c:pt idx="3403">
                  <c:v>1.48</c:v>
                </c:pt>
                <c:pt idx="3404">
                  <c:v>1.48</c:v>
                </c:pt>
                <c:pt idx="3405">
                  <c:v>1.48</c:v>
                </c:pt>
                <c:pt idx="3406">
                  <c:v>1.48</c:v>
                </c:pt>
                <c:pt idx="3407">
                  <c:v>1.48</c:v>
                </c:pt>
                <c:pt idx="3408">
                  <c:v>1.48</c:v>
                </c:pt>
                <c:pt idx="3409">
                  <c:v>1.48</c:v>
                </c:pt>
                <c:pt idx="3410">
                  <c:v>1.48</c:v>
                </c:pt>
                <c:pt idx="3411">
                  <c:v>1.48</c:v>
                </c:pt>
                <c:pt idx="3412">
                  <c:v>1.48</c:v>
                </c:pt>
                <c:pt idx="3413">
                  <c:v>1.48</c:v>
                </c:pt>
                <c:pt idx="3414">
                  <c:v>1.48</c:v>
                </c:pt>
                <c:pt idx="3415">
                  <c:v>1.48</c:v>
                </c:pt>
                <c:pt idx="3416">
                  <c:v>1.48</c:v>
                </c:pt>
                <c:pt idx="3417">
                  <c:v>1.48</c:v>
                </c:pt>
                <c:pt idx="3418">
                  <c:v>1.48</c:v>
                </c:pt>
                <c:pt idx="3419">
                  <c:v>1.48</c:v>
                </c:pt>
                <c:pt idx="3420">
                  <c:v>1.48</c:v>
                </c:pt>
                <c:pt idx="3421">
                  <c:v>1.48</c:v>
                </c:pt>
                <c:pt idx="3422">
                  <c:v>1.48</c:v>
                </c:pt>
                <c:pt idx="3423">
                  <c:v>1.48</c:v>
                </c:pt>
                <c:pt idx="3424">
                  <c:v>1.48</c:v>
                </c:pt>
                <c:pt idx="3425">
                  <c:v>1.48</c:v>
                </c:pt>
                <c:pt idx="3426">
                  <c:v>1.48</c:v>
                </c:pt>
                <c:pt idx="3427">
                  <c:v>1.48</c:v>
                </c:pt>
                <c:pt idx="3428">
                  <c:v>1.48</c:v>
                </c:pt>
                <c:pt idx="3429">
                  <c:v>1.48</c:v>
                </c:pt>
                <c:pt idx="3430">
                  <c:v>1.48</c:v>
                </c:pt>
                <c:pt idx="3431">
                  <c:v>1.48</c:v>
                </c:pt>
                <c:pt idx="3432">
                  <c:v>1.48</c:v>
                </c:pt>
                <c:pt idx="3433">
                  <c:v>1.48</c:v>
                </c:pt>
                <c:pt idx="3434">
                  <c:v>1.48</c:v>
                </c:pt>
                <c:pt idx="3435">
                  <c:v>1.48</c:v>
                </c:pt>
                <c:pt idx="3436">
                  <c:v>1.48</c:v>
                </c:pt>
                <c:pt idx="3437">
                  <c:v>1.48</c:v>
                </c:pt>
                <c:pt idx="3438">
                  <c:v>1.48</c:v>
                </c:pt>
                <c:pt idx="3439">
                  <c:v>1.48</c:v>
                </c:pt>
                <c:pt idx="3440">
                  <c:v>1.48</c:v>
                </c:pt>
                <c:pt idx="3441">
                  <c:v>1.48</c:v>
                </c:pt>
                <c:pt idx="3442">
                  <c:v>1.48</c:v>
                </c:pt>
                <c:pt idx="3443">
                  <c:v>1.48</c:v>
                </c:pt>
                <c:pt idx="3444">
                  <c:v>1.48</c:v>
                </c:pt>
                <c:pt idx="3445">
                  <c:v>1.48</c:v>
                </c:pt>
                <c:pt idx="3446">
                  <c:v>1.48</c:v>
                </c:pt>
                <c:pt idx="3447">
                  <c:v>1.48</c:v>
                </c:pt>
                <c:pt idx="3448">
                  <c:v>1.48</c:v>
                </c:pt>
                <c:pt idx="3449">
                  <c:v>1.48</c:v>
                </c:pt>
                <c:pt idx="3450">
                  <c:v>1.48</c:v>
                </c:pt>
                <c:pt idx="3451">
                  <c:v>1.48</c:v>
                </c:pt>
                <c:pt idx="3452">
                  <c:v>1.48</c:v>
                </c:pt>
                <c:pt idx="3453">
                  <c:v>1.48</c:v>
                </c:pt>
                <c:pt idx="3454">
                  <c:v>1.48</c:v>
                </c:pt>
                <c:pt idx="3455">
                  <c:v>1.48</c:v>
                </c:pt>
                <c:pt idx="3456">
                  <c:v>1.48</c:v>
                </c:pt>
                <c:pt idx="3457">
                  <c:v>1.48</c:v>
                </c:pt>
                <c:pt idx="3458">
                  <c:v>1.48</c:v>
                </c:pt>
                <c:pt idx="3459">
                  <c:v>1.48</c:v>
                </c:pt>
                <c:pt idx="3460">
                  <c:v>1.48</c:v>
                </c:pt>
                <c:pt idx="3461">
                  <c:v>1.48</c:v>
                </c:pt>
                <c:pt idx="3462">
                  <c:v>1.48</c:v>
                </c:pt>
                <c:pt idx="3463">
                  <c:v>1.48</c:v>
                </c:pt>
                <c:pt idx="3464">
                  <c:v>1.48</c:v>
                </c:pt>
                <c:pt idx="3465">
                  <c:v>1.48</c:v>
                </c:pt>
                <c:pt idx="3466">
                  <c:v>1.48</c:v>
                </c:pt>
                <c:pt idx="3467">
                  <c:v>1.48</c:v>
                </c:pt>
                <c:pt idx="3468">
                  <c:v>1.48</c:v>
                </c:pt>
                <c:pt idx="3469">
                  <c:v>1.48</c:v>
                </c:pt>
                <c:pt idx="3470">
                  <c:v>1.48</c:v>
                </c:pt>
                <c:pt idx="3471">
                  <c:v>1.48</c:v>
                </c:pt>
                <c:pt idx="3472">
                  <c:v>1.48</c:v>
                </c:pt>
                <c:pt idx="3473">
                  <c:v>1.48</c:v>
                </c:pt>
                <c:pt idx="3474">
                  <c:v>1.48</c:v>
                </c:pt>
                <c:pt idx="3475">
                  <c:v>1.48</c:v>
                </c:pt>
                <c:pt idx="3476">
                  <c:v>1.48</c:v>
                </c:pt>
                <c:pt idx="3477">
                  <c:v>1.48</c:v>
                </c:pt>
                <c:pt idx="3478">
                  <c:v>1.48</c:v>
                </c:pt>
                <c:pt idx="3479">
                  <c:v>1.48</c:v>
                </c:pt>
                <c:pt idx="3480">
                  <c:v>1.48</c:v>
                </c:pt>
                <c:pt idx="3481">
                  <c:v>1.48</c:v>
                </c:pt>
                <c:pt idx="3482">
                  <c:v>1.48</c:v>
                </c:pt>
                <c:pt idx="3483">
                  <c:v>1.48</c:v>
                </c:pt>
                <c:pt idx="3484">
                  <c:v>1.48</c:v>
                </c:pt>
                <c:pt idx="3485">
                  <c:v>1.48</c:v>
                </c:pt>
                <c:pt idx="3486">
                  <c:v>1.48</c:v>
                </c:pt>
                <c:pt idx="3487">
                  <c:v>1.48</c:v>
                </c:pt>
                <c:pt idx="3488">
                  <c:v>1.48</c:v>
                </c:pt>
                <c:pt idx="3489">
                  <c:v>1.48</c:v>
                </c:pt>
                <c:pt idx="3490">
                  <c:v>1.48</c:v>
                </c:pt>
                <c:pt idx="3491">
                  <c:v>1.48</c:v>
                </c:pt>
                <c:pt idx="3492">
                  <c:v>1.48</c:v>
                </c:pt>
                <c:pt idx="3493">
                  <c:v>1.48</c:v>
                </c:pt>
                <c:pt idx="3494">
                  <c:v>1.48</c:v>
                </c:pt>
                <c:pt idx="3495">
                  <c:v>1.48</c:v>
                </c:pt>
                <c:pt idx="3496">
                  <c:v>1.48</c:v>
                </c:pt>
                <c:pt idx="3497">
                  <c:v>1.48</c:v>
                </c:pt>
                <c:pt idx="3498">
                  <c:v>1.48</c:v>
                </c:pt>
                <c:pt idx="3499">
                  <c:v>1.48</c:v>
                </c:pt>
                <c:pt idx="3500">
                  <c:v>1.48</c:v>
                </c:pt>
                <c:pt idx="3501">
                  <c:v>1.48</c:v>
                </c:pt>
                <c:pt idx="3502">
                  <c:v>1.48</c:v>
                </c:pt>
                <c:pt idx="3503">
                  <c:v>1.48</c:v>
                </c:pt>
                <c:pt idx="3504">
                  <c:v>1.48</c:v>
                </c:pt>
                <c:pt idx="3505">
                  <c:v>1.48</c:v>
                </c:pt>
                <c:pt idx="3506">
                  <c:v>1.48</c:v>
                </c:pt>
                <c:pt idx="3507">
                  <c:v>1.48</c:v>
                </c:pt>
                <c:pt idx="3508">
                  <c:v>1.48</c:v>
                </c:pt>
                <c:pt idx="3509">
                  <c:v>1.48</c:v>
                </c:pt>
                <c:pt idx="3510">
                  <c:v>1.48</c:v>
                </c:pt>
                <c:pt idx="3511">
                  <c:v>1.48</c:v>
                </c:pt>
                <c:pt idx="3512">
                  <c:v>1.48</c:v>
                </c:pt>
                <c:pt idx="3513">
                  <c:v>1.48</c:v>
                </c:pt>
                <c:pt idx="3514">
                  <c:v>1.48</c:v>
                </c:pt>
                <c:pt idx="3515">
                  <c:v>1.48</c:v>
                </c:pt>
                <c:pt idx="3516">
                  <c:v>1.48</c:v>
                </c:pt>
                <c:pt idx="3517">
                  <c:v>1.48</c:v>
                </c:pt>
                <c:pt idx="3518">
                  <c:v>1.48</c:v>
                </c:pt>
                <c:pt idx="3519">
                  <c:v>1.48</c:v>
                </c:pt>
                <c:pt idx="3520">
                  <c:v>1.48</c:v>
                </c:pt>
                <c:pt idx="3521">
                  <c:v>1.48</c:v>
                </c:pt>
                <c:pt idx="3522">
                  <c:v>1.48</c:v>
                </c:pt>
                <c:pt idx="3523">
                  <c:v>1.48</c:v>
                </c:pt>
                <c:pt idx="3524">
                  <c:v>1.48</c:v>
                </c:pt>
                <c:pt idx="3525">
                  <c:v>1.48</c:v>
                </c:pt>
                <c:pt idx="3526">
                  <c:v>1.48</c:v>
                </c:pt>
                <c:pt idx="3527">
                  <c:v>1.48</c:v>
                </c:pt>
                <c:pt idx="3528">
                  <c:v>1.48</c:v>
                </c:pt>
                <c:pt idx="3529">
                  <c:v>1.48</c:v>
                </c:pt>
                <c:pt idx="3530">
                  <c:v>1.48</c:v>
                </c:pt>
                <c:pt idx="3531">
                  <c:v>1.48</c:v>
                </c:pt>
                <c:pt idx="3532">
                  <c:v>1.48</c:v>
                </c:pt>
                <c:pt idx="3533">
                  <c:v>1.48</c:v>
                </c:pt>
                <c:pt idx="3534">
                  <c:v>1.48</c:v>
                </c:pt>
                <c:pt idx="3535">
                  <c:v>1.48</c:v>
                </c:pt>
                <c:pt idx="3536">
                  <c:v>1.48</c:v>
                </c:pt>
                <c:pt idx="3537">
                  <c:v>1.48</c:v>
                </c:pt>
                <c:pt idx="3538">
                  <c:v>1.48</c:v>
                </c:pt>
                <c:pt idx="3539">
                  <c:v>1.48</c:v>
                </c:pt>
                <c:pt idx="3540">
                  <c:v>1.48</c:v>
                </c:pt>
                <c:pt idx="3541">
                  <c:v>1.48</c:v>
                </c:pt>
                <c:pt idx="3542">
                  <c:v>1.48</c:v>
                </c:pt>
                <c:pt idx="3543">
                  <c:v>1.48</c:v>
                </c:pt>
                <c:pt idx="3544">
                  <c:v>1.48</c:v>
                </c:pt>
                <c:pt idx="3545">
                  <c:v>1.48</c:v>
                </c:pt>
                <c:pt idx="3546">
                  <c:v>1.48</c:v>
                </c:pt>
                <c:pt idx="3547">
                  <c:v>1.48</c:v>
                </c:pt>
                <c:pt idx="3548">
                  <c:v>1.48</c:v>
                </c:pt>
                <c:pt idx="3549">
                  <c:v>1.48</c:v>
                </c:pt>
                <c:pt idx="3550">
                  <c:v>1.48</c:v>
                </c:pt>
                <c:pt idx="3551">
                  <c:v>1.48</c:v>
                </c:pt>
                <c:pt idx="3552">
                  <c:v>1.48</c:v>
                </c:pt>
                <c:pt idx="3553">
                  <c:v>1.48</c:v>
                </c:pt>
                <c:pt idx="3554">
                  <c:v>1.48</c:v>
                </c:pt>
                <c:pt idx="3555">
                  <c:v>1.48</c:v>
                </c:pt>
                <c:pt idx="3556">
                  <c:v>1.48</c:v>
                </c:pt>
                <c:pt idx="3557">
                  <c:v>1.48</c:v>
                </c:pt>
                <c:pt idx="3558">
                  <c:v>1.48</c:v>
                </c:pt>
                <c:pt idx="3559">
                  <c:v>1.48</c:v>
                </c:pt>
                <c:pt idx="3560">
                  <c:v>1.48</c:v>
                </c:pt>
                <c:pt idx="3561">
                  <c:v>1.48</c:v>
                </c:pt>
                <c:pt idx="3562">
                  <c:v>1.48</c:v>
                </c:pt>
                <c:pt idx="3563">
                  <c:v>1.48</c:v>
                </c:pt>
                <c:pt idx="3564">
                  <c:v>1.48</c:v>
                </c:pt>
                <c:pt idx="3565">
                  <c:v>1.48</c:v>
                </c:pt>
                <c:pt idx="3566">
                  <c:v>1.48</c:v>
                </c:pt>
                <c:pt idx="3567">
                  <c:v>1.48</c:v>
                </c:pt>
                <c:pt idx="3568">
                  <c:v>1.48</c:v>
                </c:pt>
                <c:pt idx="3569">
                  <c:v>1.48</c:v>
                </c:pt>
                <c:pt idx="3570">
                  <c:v>1.48</c:v>
                </c:pt>
                <c:pt idx="3571">
                  <c:v>1.48</c:v>
                </c:pt>
                <c:pt idx="3572">
                  <c:v>1.48</c:v>
                </c:pt>
                <c:pt idx="3573">
                  <c:v>1.48</c:v>
                </c:pt>
                <c:pt idx="3574">
                  <c:v>1.48</c:v>
                </c:pt>
                <c:pt idx="3575">
                  <c:v>1.48</c:v>
                </c:pt>
                <c:pt idx="3576">
                  <c:v>1.48</c:v>
                </c:pt>
                <c:pt idx="3577">
                  <c:v>1.48</c:v>
                </c:pt>
                <c:pt idx="3578">
                  <c:v>1.48</c:v>
                </c:pt>
                <c:pt idx="3579">
                  <c:v>1.48</c:v>
                </c:pt>
                <c:pt idx="3580">
                  <c:v>1.48</c:v>
                </c:pt>
                <c:pt idx="3581">
                  <c:v>1.48</c:v>
                </c:pt>
                <c:pt idx="3582">
                  <c:v>1.48</c:v>
                </c:pt>
                <c:pt idx="3583">
                  <c:v>1.48</c:v>
                </c:pt>
                <c:pt idx="3584">
                  <c:v>1.48</c:v>
                </c:pt>
                <c:pt idx="3585">
                  <c:v>1.48</c:v>
                </c:pt>
                <c:pt idx="3586">
                  <c:v>1.48</c:v>
                </c:pt>
                <c:pt idx="3587">
                  <c:v>1.48</c:v>
                </c:pt>
                <c:pt idx="3588">
                  <c:v>1.48</c:v>
                </c:pt>
                <c:pt idx="3589">
                  <c:v>1.48</c:v>
                </c:pt>
                <c:pt idx="3590">
                  <c:v>1.48</c:v>
                </c:pt>
                <c:pt idx="3591">
                  <c:v>1.48</c:v>
                </c:pt>
                <c:pt idx="3592">
                  <c:v>1.48</c:v>
                </c:pt>
                <c:pt idx="3593">
                  <c:v>1.48</c:v>
                </c:pt>
                <c:pt idx="3594">
                  <c:v>1.48</c:v>
                </c:pt>
                <c:pt idx="3595">
                  <c:v>1.48</c:v>
                </c:pt>
                <c:pt idx="3596">
                  <c:v>1.48</c:v>
                </c:pt>
                <c:pt idx="3597">
                  <c:v>1.48</c:v>
                </c:pt>
                <c:pt idx="3598">
                  <c:v>1.48</c:v>
                </c:pt>
                <c:pt idx="3599">
                  <c:v>1.48</c:v>
                </c:pt>
                <c:pt idx="3600">
                  <c:v>1.48</c:v>
                </c:pt>
                <c:pt idx="3601">
                  <c:v>1.48</c:v>
                </c:pt>
                <c:pt idx="3602">
                  <c:v>1.48</c:v>
                </c:pt>
                <c:pt idx="3603">
                  <c:v>1.48</c:v>
                </c:pt>
                <c:pt idx="3604">
                  <c:v>1.48</c:v>
                </c:pt>
                <c:pt idx="3605">
                  <c:v>1.48</c:v>
                </c:pt>
                <c:pt idx="3606">
                  <c:v>1.48</c:v>
                </c:pt>
                <c:pt idx="3607">
                  <c:v>1.48</c:v>
                </c:pt>
                <c:pt idx="3608">
                  <c:v>1.48</c:v>
                </c:pt>
                <c:pt idx="3609">
                  <c:v>1.48</c:v>
                </c:pt>
                <c:pt idx="3610">
                  <c:v>1.48</c:v>
                </c:pt>
                <c:pt idx="3611">
                  <c:v>1.48</c:v>
                </c:pt>
                <c:pt idx="3612">
                  <c:v>1.48</c:v>
                </c:pt>
                <c:pt idx="3613">
                  <c:v>1.48</c:v>
                </c:pt>
                <c:pt idx="3614">
                  <c:v>1.48</c:v>
                </c:pt>
                <c:pt idx="3615">
                  <c:v>1.48</c:v>
                </c:pt>
                <c:pt idx="3616">
                  <c:v>1.48</c:v>
                </c:pt>
                <c:pt idx="3617">
                  <c:v>1.48</c:v>
                </c:pt>
                <c:pt idx="3618">
                  <c:v>1.48</c:v>
                </c:pt>
                <c:pt idx="3619">
                  <c:v>1.48</c:v>
                </c:pt>
                <c:pt idx="3620">
                  <c:v>1.48</c:v>
                </c:pt>
                <c:pt idx="3621">
                  <c:v>1.48</c:v>
                </c:pt>
                <c:pt idx="3622">
                  <c:v>1.48</c:v>
                </c:pt>
                <c:pt idx="3623">
                  <c:v>1.48</c:v>
                </c:pt>
                <c:pt idx="3624">
                  <c:v>1.48</c:v>
                </c:pt>
                <c:pt idx="3625">
                  <c:v>1.48</c:v>
                </c:pt>
                <c:pt idx="3626">
                  <c:v>1.48</c:v>
                </c:pt>
                <c:pt idx="3627">
                  <c:v>1.48</c:v>
                </c:pt>
                <c:pt idx="3628">
                  <c:v>1.48</c:v>
                </c:pt>
                <c:pt idx="3629">
                  <c:v>1.48</c:v>
                </c:pt>
                <c:pt idx="3630">
                  <c:v>1.48</c:v>
                </c:pt>
                <c:pt idx="3631">
                  <c:v>1.48</c:v>
                </c:pt>
                <c:pt idx="3632">
                  <c:v>1.48</c:v>
                </c:pt>
                <c:pt idx="3633">
                  <c:v>1.48</c:v>
                </c:pt>
                <c:pt idx="3634">
                  <c:v>1.48</c:v>
                </c:pt>
                <c:pt idx="3635">
                  <c:v>1.48</c:v>
                </c:pt>
                <c:pt idx="3636">
                  <c:v>1.48</c:v>
                </c:pt>
                <c:pt idx="3637">
                  <c:v>1.48</c:v>
                </c:pt>
                <c:pt idx="3638">
                  <c:v>1.48</c:v>
                </c:pt>
                <c:pt idx="3639">
                  <c:v>1.48</c:v>
                </c:pt>
                <c:pt idx="3640">
                  <c:v>1.48</c:v>
                </c:pt>
                <c:pt idx="3641">
                  <c:v>1.48</c:v>
                </c:pt>
                <c:pt idx="3642">
                  <c:v>1.48</c:v>
                </c:pt>
                <c:pt idx="3643">
                  <c:v>1.48</c:v>
                </c:pt>
                <c:pt idx="3644">
                  <c:v>1.48</c:v>
                </c:pt>
                <c:pt idx="3645">
                  <c:v>1.48</c:v>
                </c:pt>
                <c:pt idx="3646">
                  <c:v>1.48</c:v>
                </c:pt>
                <c:pt idx="3647">
                  <c:v>1.48</c:v>
                </c:pt>
                <c:pt idx="3648">
                  <c:v>1.48</c:v>
                </c:pt>
                <c:pt idx="3649">
                  <c:v>1.48</c:v>
                </c:pt>
                <c:pt idx="3650">
                  <c:v>1.48</c:v>
                </c:pt>
                <c:pt idx="3651">
                  <c:v>1.48</c:v>
                </c:pt>
                <c:pt idx="3652">
                  <c:v>1.48</c:v>
                </c:pt>
                <c:pt idx="3653">
                  <c:v>1.48</c:v>
                </c:pt>
                <c:pt idx="3654">
                  <c:v>1.48</c:v>
                </c:pt>
                <c:pt idx="3655">
                  <c:v>1.48</c:v>
                </c:pt>
                <c:pt idx="3656">
                  <c:v>1.48</c:v>
                </c:pt>
                <c:pt idx="3657">
                  <c:v>1.48</c:v>
                </c:pt>
                <c:pt idx="3658">
                  <c:v>1.48</c:v>
                </c:pt>
                <c:pt idx="3659">
                  <c:v>1.48</c:v>
                </c:pt>
                <c:pt idx="3660">
                  <c:v>1.48</c:v>
                </c:pt>
                <c:pt idx="3661">
                  <c:v>1.48</c:v>
                </c:pt>
                <c:pt idx="3662">
                  <c:v>1.48</c:v>
                </c:pt>
                <c:pt idx="3663">
                  <c:v>1.48</c:v>
                </c:pt>
                <c:pt idx="3664">
                  <c:v>1.48</c:v>
                </c:pt>
                <c:pt idx="3665">
                  <c:v>1.48</c:v>
                </c:pt>
                <c:pt idx="3666">
                  <c:v>1.48</c:v>
                </c:pt>
                <c:pt idx="3667">
                  <c:v>1.48</c:v>
                </c:pt>
                <c:pt idx="3668">
                  <c:v>1.48</c:v>
                </c:pt>
                <c:pt idx="3669">
                  <c:v>1.48</c:v>
                </c:pt>
                <c:pt idx="3670">
                  <c:v>1.48</c:v>
                </c:pt>
                <c:pt idx="3671">
                  <c:v>1.48</c:v>
                </c:pt>
                <c:pt idx="3672">
                  <c:v>1.48</c:v>
                </c:pt>
                <c:pt idx="3673">
                  <c:v>1.48</c:v>
                </c:pt>
                <c:pt idx="3674">
                  <c:v>1.48</c:v>
                </c:pt>
                <c:pt idx="3675">
                  <c:v>1.48</c:v>
                </c:pt>
                <c:pt idx="3676">
                  <c:v>1.48</c:v>
                </c:pt>
                <c:pt idx="3677">
                  <c:v>1.48</c:v>
                </c:pt>
                <c:pt idx="3678">
                  <c:v>1.48</c:v>
                </c:pt>
                <c:pt idx="3679">
                  <c:v>1.48</c:v>
                </c:pt>
                <c:pt idx="3680">
                  <c:v>1.48</c:v>
                </c:pt>
                <c:pt idx="3681">
                  <c:v>1.48</c:v>
                </c:pt>
                <c:pt idx="3682">
                  <c:v>1.48</c:v>
                </c:pt>
                <c:pt idx="3683">
                  <c:v>1.48</c:v>
                </c:pt>
                <c:pt idx="3684">
                  <c:v>1.48</c:v>
                </c:pt>
                <c:pt idx="3685">
                  <c:v>1.48</c:v>
                </c:pt>
                <c:pt idx="3686">
                  <c:v>1.48</c:v>
                </c:pt>
                <c:pt idx="3687">
                  <c:v>1.48</c:v>
                </c:pt>
                <c:pt idx="3688">
                  <c:v>1.48</c:v>
                </c:pt>
                <c:pt idx="3689">
                  <c:v>1.48</c:v>
                </c:pt>
                <c:pt idx="3690">
                  <c:v>1.48</c:v>
                </c:pt>
                <c:pt idx="3691">
                  <c:v>1.48</c:v>
                </c:pt>
                <c:pt idx="3692">
                  <c:v>1.48</c:v>
                </c:pt>
                <c:pt idx="3693">
                  <c:v>1.48</c:v>
                </c:pt>
                <c:pt idx="3694">
                  <c:v>1.48</c:v>
                </c:pt>
                <c:pt idx="3695">
                  <c:v>1.48</c:v>
                </c:pt>
                <c:pt idx="3696">
                  <c:v>1.48</c:v>
                </c:pt>
                <c:pt idx="3697">
                  <c:v>1.48</c:v>
                </c:pt>
                <c:pt idx="3698">
                  <c:v>1.48</c:v>
                </c:pt>
                <c:pt idx="3699">
                  <c:v>1.48</c:v>
                </c:pt>
                <c:pt idx="3700">
                  <c:v>1.48</c:v>
                </c:pt>
                <c:pt idx="3701">
                  <c:v>1.48</c:v>
                </c:pt>
                <c:pt idx="3702">
                  <c:v>1.48</c:v>
                </c:pt>
                <c:pt idx="3703">
                  <c:v>1.48</c:v>
                </c:pt>
                <c:pt idx="3704">
                  <c:v>1.48</c:v>
                </c:pt>
                <c:pt idx="3705">
                  <c:v>1.48</c:v>
                </c:pt>
                <c:pt idx="3706">
                  <c:v>1.48</c:v>
                </c:pt>
                <c:pt idx="3707">
                  <c:v>1.48</c:v>
                </c:pt>
                <c:pt idx="3708">
                  <c:v>1.48</c:v>
                </c:pt>
                <c:pt idx="3709">
                  <c:v>1.48</c:v>
                </c:pt>
                <c:pt idx="3710">
                  <c:v>1.48</c:v>
                </c:pt>
                <c:pt idx="3711">
                  <c:v>1.48</c:v>
                </c:pt>
                <c:pt idx="3712">
                  <c:v>1.48</c:v>
                </c:pt>
                <c:pt idx="3713">
                  <c:v>1.48</c:v>
                </c:pt>
                <c:pt idx="3714">
                  <c:v>1.48</c:v>
                </c:pt>
                <c:pt idx="3715">
                  <c:v>1.48</c:v>
                </c:pt>
                <c:pt idx="3716">
                  <c:v>1.48</c:v>
                </c:pt>
                <c:pt idx="3717">
                  <c:v>1.48</c:v>
                </c:pt>
                <c:pt idx="3718">
                  <c:v>1.48</c:v>
                </c:pt>
                <c:pt idx="3719">
                  <c:v>1.48</c:v>
                </c:pt>
                <c:pt idx="3720">
                  <c:v>1.48</c:v>
                </c:pt>
                <c:pt idx="3721">
                  <c:v>1.48</c:v>
                </c:pt>
                <c:pt idx="3722">
                  <c:v>1.48</c:v>
                </c:pt>
                <c:pt idx="3723">
                  <c:v>1.48</c:v>
                </c:pt>
                <c:pt idx="3724">
                  <c:v>1.48</c:v>
                </c:pt>
                <c:pt idx="3725">
                  <c:v>1.48</c:v>
                </c:pt>
                <c:pt idx="3726">
                  <c:v>1.48</c:v>
                </c:pt>
                <c:pt idx="3727">
                  <c:v>1.48</c:v>
                </c:pt>
                <c:pt idx="3728">
                  <c:v>1.48</c:v>
                </c:pt>
                <c:pt idx="3729">
                  <c:v>1.48</c:v>
                </c:pt>
                <c:pt idx="3730">
                  <c:v>1.48</c:v>
                </c:pt>
                <c:pt idx="3731">
                  <c:v>1.48</c:v>
                </c:pt>
                <c:pt idx="3732">
                  <c:v>1.48</c:v>
                </c:pt>
                <c:pt idx="3733">
                  <c:v>1.48</c:v>
                </c:pt>
                <c:pt idx="3734">
                  <c:v>1.48</c:v>
                </c:pt>
                <c:pt idx="3735">
                  <c:v>1.48</c:v>
                </c:pt>
                <c:pt idx="3736">
                  <c:v>1.48</c:v>
                </c:pt>
                <c:pt idx="3737">
                  <c:v>1.48</c:v>
                </c:pt>
                <c:pt idx="3738">
                  <c:v>1.48</c:v>
                </c:pt>
                <c:pt idx="3739">
                  <c:v>1.48</c:v>
                </c:pt>
                <c:pt idx="3740">
                  <c:v>1.48</c:v>
                </c:pt>
                <c:pt idx="3741">
                  <c:v>1.48</c:v>
                </c:pt>
                <c:pt idx="3742">
                  <c:v>1.48</c:v>
                </c:pt>
                <c:pt idx="3743">
                  <c:v>1.48</c:v>
                </c:pt>
                <c:pt idx="3744">
                  <c:v>1.48</c:v>
                </c:pt>
                <c:pt idx="3745">
                  <c:v>1.48</c:v>
                </c:pt>
                <c:pt idx="3746">
                  <c:v>1.48</c:v>
                </c:pt>
                <c:pt idx="3747">
                  <c:v>1.48</c:v>
                </c:pt>
                <c:pt idx="3748">
                  <c:v>1.48</c:v>
                </c:pt>
                <c:pt idx="3749">
                  <c:v>1.48</c:v>
                </c:pt>
                <c:pt idx="3750">
                  <c:v>1.48</c:v>
                </c:pt>
                <c:pt idx="3751">
                  <c:v>1.48</c:v>
                </c:pt>
                <c:pt idx="3752">
                  <c:v>1.48</c:v>
                </c:pt>
                <c:pt idx="3753">
                  <c:v>1.48</c:v>
                </c:pt>
                <c:pt idx="3754">
                  <c:v>1.48</c:v>
                </c:pt>
                <c:pt idx="3755">
                  <c:v>1.48</c:v>
                </c:pt>
                <c:pt idx="3756">
                  <c:v>1.48</c:v>
                </c:pt>
                <c:pt idx="3757">
                  <c:v>1.48</c:v>
                </c:pt>
                <c:pt idx="3758">
                  <c:v>1.48</c:v>
                </c:pt>
                <c:pt idx="3759">
                  <c:v>1.48</c:v>
                </c:pt>
                <c:pt idx="3760">
                  <c:v>1.48</c:v>
                </c:pt>
                <c:pt idx="3761">
                  <c:v>1.48</c:v>
                </c:pt>
                <c:pt idx="3762">
                  <c:v>1.48</c:v>
                </c:pt>
                <c:pt idx="3763">
                  <c:v>1.48</c:v>
                </c:pt>
                <c:pt idx="3764">
                  <c:v>1.48</c:v>
                </c:pt>
                <c:pt idx="3765">
                  <c:v>1.48</c:v>
                </c:pt>
                <c:pt idx="3766">
                  <c:v>1.48</c:v>
                </c:pt>
                <c:pt idx="3767">
                  <c:v>1.48</c:v>
                </c:pt>
                <c:pt idx="3768">
                  <c:v>1.48</c:v>
                </c:pt>
                <c:pt idx="3769">
                  <c:v>1.48</c:v>
                </c:pt>
                <c:pt idx="3770">
                  <c:v>1.48</c:v>
                </c:pt>
                <c:pt idx="3771">
                  <c:v>1.48</c:v>
                </c:pt>
                <c:pt idx="3772">
                  <c:v>1.48</c:v>
                </c:pt>
                <c:pt idx="3773">
                  <c:v>1.48</c:v>
                </c:pt>
                <c:pt idx="3774">
                  <c:v>1.48</c:v>
                </c:pt>
                <c:pt idx="3775">
                  <c:v>1.48</c:v>
                </c:pt>
                <c:pt idx="3776">
                  <c:v>1.48</c:v>
                </c:pt>
                <c:pt idx="3777">
                  <c:v>1.48</c:v>
                </c:pt>
                <c:pt idx="3778">
                  <c:v>1.48</c:v>
                </c:pt>
                <c:pt idx="3779">
                  <c:v>1.48</c:v>
                </c:pt>
                <c:pt idx="3780">
                  <c:v>1.48</c:v>
                </c:pt>
                <c:pt idx="3781">
                  <c:v>1.48</c:v>
                </c:pt>
                <c:pt idx="3782">
                  <c:v>1.48</c:v>
                </c:pt>
                <c:pt idx="3783">
                  <c:v>1.48</c:v>
                </c:pt>
                <c:pt idx="3784">
                  <c:v>1.48</c:v>
                </c:pt>
                <c:pt idx="3785">
                  <c:v>1.48</c:v>
                </c:pt>
                <c:pt idx="3786">
                  <c:v>1.48</c:v>
                </c:pt>
                <c:pt idx="3787">
                  <c:v>1.48</c:v>
                </c:pt>
                <c:pt idx="3788">
                  <c:v>1.48</c:v>
                </c:pt>
                <c:pt idx="3789">
                  <c:v>1.48</c:v>
                </c:pt>
                <c:pt idx="3790">
                  <c:v>1.48</c:v>
                </c:pt>
                <c:pt idx="3791">
                  <c:v>1.48</c:v>
                </c:pt>
                <c:pt idx="3792">
                  <c:v>1.48</c:v>
                </c:pt>
                <c:pt idx="3793">
                  <c:v>1.48</c:v>
                </c:pt>
                <c:pt idx="3794">
                  <c:v>1.48</c:v>
                </c:pt>
                <c:pt idx="3795">
                  <c:v>1.48</c:v>
                </c:pt>
                <c:pt idx="3796">
                  <c:v>1.48</c:v>
                </c:pt>
                <c:pt idx="3797">
                  <c:v>1.48</c:v>
                </c:pt>
                <c:pt idx="3798">
                  <c:v>1.48</c:v>
                </c:pt>
                <c:pt idx="3799">
                  <c:v>1.48</c:v>
                </c:pt>
                <c:pt idx="3800">
                  <c:v>1.48</c:v>
                </c:pt>
                <c:pt idx="3801">
                  <c:v>1.48</c:v>
                </c:pt>
                <c:pt idx="3802">
                  <c:v>1.48</c:v>
                </c:pt>
                <c:pt idx="3803">
                  <c:v>1.48</c:v>
                </c:pt>
                <c:pt idx="3804">
                  <c:v>1.48</c:v>
                </c:pt>
                <c:pt idx="3805">
                  <c:v>1.48</c:v>
                </c:pt>
                <c:pt idx="3806">
                  <c:v>1.48</c:v>
                </c:pt>
                <c:pt idx="3807">
                  <c:v>1.48</c:v>
                </c:pt>
                <c:pt idx="3808">
                  <c:v>1.48</c:v>
                </c:pt>
                <c:pt idx="3809">
                  <c:v>1.48</c:v>
                </c:pt>
                <c:pt idx="3810">
                  <c:v>1.48</c:v>
                </c:pt>
                <c:pt idx="3811">
                  <c:v>1.48</c:v>
                </c:pt>
                <c:pt idx="3812">
                  <c:v>1.48</c:v>
                </c:pt>
                <c:pt idx="3813">
                  <c:v>1.48</c:v>
                </c:pt>
                <c:pt idx="3814">
                  <c:v>1.48</c:v>
                </c:pt>
                <c:pt idx="3815">
                  <c:v>1.48</c:v>
                </c:pt>
                <c:pt idx="3816">
                  <c:v>1.48</c:v>
                </c:pt>
                <c:pt idx="3817">
                  <c:v>1.48</c:v>
                </c:pt>
                <c:pt idx="3818">
                  <c:v>1.48</c:v>
                </c:pt>
                <c:pt idx="3819">
                  <c:v>1.48</c:v>
                </c:pt>
                <c:pt idx="3820">
                  <c:v>1.48</c:v>
                </c:pt>
                <c:pt idx="3821">
                  <c:v>1.48</c:v>
                </c:pt>
                <c:pt idx="3822">
                  <c:v>1.48</c:v>
                </c:pt>
                <c:pt idx="3823">
                  <c:v>1.48</c:v>
                </c:pt>
                <c:pt idx="3824">
                  <c:v>1.48</c:v>
                </c:pt>
                <c:pt idx="3825">
                  <c:v>1.48</c:v>
                </c:pt>
                <c:pt idx="3826">
                  <c:v>1.48</c:v>
                </c:pt>
                <c:pt idx="3827">
                  <c:v>1.48</c:v>
                </c:pt>
                <c:pt idx="3828">
                  <c:v>1.48</c:v>
                </c:pt>
                <c:pt idx="3829">
                  <c:v>1.48</c:v>
                </c:pt>
                <c:pt idx="3830">
                  <c:v>1.48</c:v>
                </c:pt>
                <c:pt idx="3831">
                  <c:v>1.48</c:v>
                </c:pt>
                <c:pt idx="3832">
                  <c:v>1.48</c:v>
                </c:pt>
                <c:pt idx="3833">
                  <c:v>1.48</c:v>
                </c:pt>
                <c:pt idx="3834">
                  <c:v>1.48</c:v>
                </c:pt>
                <c:pt idx="3835">
                  <c:v>1.48</c:v>
                </c:pt>
                <c:pt idx="3836">
                  <c:v>1.48</c:v>
                </c:pt>
                <c:pt idx="3837">
                  <c:v>1.48</c:v>
                </c:pt>
                <c:pt idx="3838">
                  <c:v>1.48</c:v>
                </c:pt>
                <c:pt idx="3839">
                  <c:v>1.48</c:v>
                </c:pt>
                <c:pt idx="3840">
                  <c:v>1.48</c:v>
                </c:pt>
                <c:pt idx="3841">
                  <c:v>1.48</c:v>
                </c:pt>
                <c:pt idx="3842">
                  <c:v>1.48</c:v>
                </c:pt>
                <c:pt idx="3843">
                  <c:v>1.48</c:v>
                </c:pt>
                <c:pt idx="3844">
                  <c:v>1.48</c:v>
                </c:pt>
                <c:pt idx="3845">
                  <c:v>1.48</c:v>
                </c:pt>
                <c:pt idx="3846">
                  <c:v>1.48</c:v>
                </c:pt>
                <c:pt idx="3847">
                  <c:v>1.48</c:v>
                </c:pt>
                <c:pt idx="3848">
                  <c:v>1.48</c:v>
                </c:pt>
                <c:pt idx="3849">
                  <c:v>1.48</c:v>
                </c:pt>
                <c:pt idx="3850">
                  <c:v>1.48</c:v>
                </c:pt>
                <c:pt idx="3851">
                  <c:v>1.48</c:v>
                </c:pt>
                <c:pt idx="3852">
                  <c:v>1.48</c:v>
                </c:pt>
                <c:pt idx="3853">
                  <c:v>1.48</c:v>
                </c:pt>
                <c:pt idx="3854">
                  <c:v>1.48</c:v>
                </c:pt>
                <c:pt idx="3855">
                  <c:v>1.48</c:v>
                </c:pt>
                <c:pt idx="3856">
                  <c:v>1.48</c:v>
                </c:pt>
                <c:pt idx="3857">
                  <c:v>1.48</c:v>
                </c:pt>
                <c:pt idx="3858">
                  <c:v>1.48</c:v>
                </c:pt>
                <c:pt idx="3859">
                  <c:v>1.48</c:v>
                </c:pt>
                <c:pt idx="3860">
                  <c:v>1.48</c:v>
                </c:pt>
                <c:pt idx="3861">
                  <c:v>1.48</c:v>
                </c:pt>
                <c:pt idx="3862">
                  <c:v>1.48</c:v>
                </c:pt>
                <c:pt idx="3863">
                  <c:v>1.48</c:v>
                </c:pt>
                <c:pt idx="3864">
                  <c:v>1.48</c:v>
                </c:pt>
                <c:pt idx="3865">
                  <c:v>1.48</c:v>
                </c:pt>
                <c:pt idx="3866">
                  <c:v>1.48</c:v>
                </c:pt>
                <c:pt idx="3867">
                  <c:v>1.48</c:v>
                </c:pt>
                <c:pt idx="3868">
                  <c:v>1.48</c:v>
                </c:pt>
                <c:pt idx="3869">
                  <c:v>1.48</c:v>
                </c:pt>
                <c:pt idx="3870">
                  <c:v>1.48</c:v>
                </c:pt>
                <c:pt idx="3871">
                  <c:v>1.48</c:v>
                </c:pt>
                <c:pt idx="3872">
                  <c:v>1.48</c:v>
                </c:pt>
                <c:pt idx="3873">
                  <c:v>1.48</c:v>
                </c:pt>
                <c:pt idx="3874">
                  <c:v>1.48</c:v>
                </c:pt>
                <c:pt idx="3875">
                  <c:v>1.48</c:v>
                </c:pt>
                <c:pt idx="3876">
                  <c:v>1.48</c:v>
                </c:pt>
                <c:pt idx="3877">
                  <c:v>1.48</c:v>
                </c:pt>
                <c:pt idx="3878">
                  <c:v>1.48</c:v>
                </c:pt>
                <c:pt idx="3879">
                  <c:v>1.48</c:v>
                </c:pt>
                <c:pt idx="3880">
                  <c:v>1.48</c:v>
                </c:pt>
                <c:pt idx="3881">
                  <c:v>1.48</c:v>
                </c:pt>
                <c:pt idx="3882">
                  <c:v>1.48</c:v>
                </c:pt>
                <c:pt idx="3883">
                  <c:v>1.48</c:v>
                </c:pt>
                <c:pt idx="3884">
                  <c:v>1.48</c:v>
                </c:pt>
                <c:pt idx="3885">
                  <c:v>1.48</c:v>
                </c:pt>
                <c:pt idx="3886">
                  <c:v>1.48</c:v>
                </c:pt>
                <c:pt idx="3887">
                  <c:v>1.48</c:v>
                </c:pt>
                <c:pt idx="3888">
                  <c:v>1.48</c:v>
                </c:pt>
                <c:pt idx="3889">
                  <c:v>1.48</c:v>
                </c:pt>
                <c:pt idx="3890">
                  <c:v>1.48</c:v>
                </c:pt>
                <c:pt idx="3891">
                  <c:v>1.48</c:v>
                </c:pt>
                <c:pt idx="3892">
                  <c:v>1.48</c:v>
                </c:pt>
                <c:pt idx="3893">
                  <c:v>1.48</c:v>
                </c:pt>
                <c:pt idx="3894">
                  <c:v>1.48</c:v>
                </c:pt>
                <c:pt idx="3895">
                  <c:v>1.48</c:v>
                </c:pt>
                <c:pt idx="3896">
                  <c:v>1.48</c:v>
                </c:pt>
                <c:pt idx="3897">
                  <c:v>1.48</c:v>
                </c:pt>
                <c:pt idx="3898">
                  <c:v>1.48</c:v>
                </c:pt>
                <c:pt idx="3899">
                  <c:v>1.48</c:v>
                </c:pt>
                <c:pt idx="3900">
                  <c:v>1.48</c:v>
                </c:pt>
                <c:pt idx="3901">
                  <c:v>1.48</c:v>
                </c:pt>
                <c:pt idx="3902">
                  <c:v>1.48</c:v>
                </c:pt>
                <c:pt idx="3903">
                  <c:v>1.48</c:v>
                </c:pt>
                <c:pt idx="3904">
                  <c:v>1.48</c:v>
                </c:pt>
                <c:pt idx="3905">
                  <c:v>1.48</c:v>
                </c:pt>
                <c:pt idx="3906">
                  <c:v>1.48</c:v>
                </c:pt>
                <c:pt idx="3907">
                  <c:v>1.48</c:v>
                </c:pt>
                <c:pt idx="3908">
                  <c:v>1.48</c:v>
                </c:pt>
                <c:pt idx="3909">
                  <c:v>1.48</c:v>
                </c:pt>
                <c:pt idx="3910">
                  <c:v>1.48</c:v>
                </c:pt>
                <c:pt idx="3911">
                  <c:v>1.48</c:v>
                </c:pt>
                <c:pt idx="3912">
                  <c:v>1.48</c:v>
                </c:pt>
                <c:pt idx="3913">
                  <c:v>1.48</c:v>
                </c:pt>
                <c:pt idx="3914">
                  <c:v>1.48</c:v>
                </c:pt>
                <c:pt idx="3915">
                  <c:v>1.48</c:v>
                </c:pt>
                <c:pt idx="3916">
                  <c:v>1.48</c:v>
                </c:pt>
                <c:pt idx="3917">
                  <c:v>1.48</c:v>
                </c:pt>
                <c:pt idx="3918">
                  <c:v>1.48</c:v>
                </c:pt>
                <c:pt idx="3919">
                  <c:v>1.48</c:v>
                </c:pt>
                <c:pt idx="3920">
                  <c:v>1.48</c:v>
                </c:pt>
                <c:pt idx="3921">
                  <c:v>1.48</c:v>
                </c:pt>
                <c:pt idx="3922">
                  <c:v>1.48</c:v>
                </c:pt>
                <c:pt idx="3923">
                  <c:v>1.48</c:v>
                </c:pt>
                <c:pt idx="3924">
                  <c:v>1.48</c:v>
                </c:pt>
                <c:pt idx="3925">
                  <c:v>1.48</c:v>
                </c:pt>
                <c:pt idx="3926">
                  <c:v>1.48</c:v>
                </c:pt>
                <c:pt idx="3927">
                  <c:v>1.48</c:v>
                </c:pt>
                <c:pt idx="3928">
                  <c:v>1.48</c:v>
                </c:pt>
                <c:pt idx="3929">
                  <c:v>1.48</c:v>
                </c:pt>
                <c:pt idx="3930">
                  <c:v>1.48</c:v>
                </c:pt>
                <c:pt idx="3931">
                  <c:v>1.48</c:v>
                </c:pt>
                <c:pt idx="3932">
                  <c:v>1.48</c:v>
                </c:pt>
                <c:pt idx="3933">
                  <c:v>1.48</c:v>
                </c:pt>
                <c:pt idx="3934">
                  <c:v>1.48</c:v>
                </c:pt>
                <c:pt idx="3935">
                  <c:v>1.48</c:v>
                </c:pt>
                <c:pt idx="3936">
                  <c:v>1.48</c:v>
                </c:pt>
                <c:pt idx="3937">
                  <c:v>1.48</c:v>
                </c:pt>
                <c:pt idx="3938">
                  <c:v>1.48</c:v>
                </c:pt>
                <c:pt idx="3939">
                  <c:v>1.48</c:v>
                </c:pt>
                <c:pt idx="3940">
                  <c:v>1.48</c:v>
                </c:pt>
                <c:pt idx="3941">
                  <c:v>1.48</c:v>
                </c:pt>
                <c:pt idx="3942">
                  <c:v>1.48</c:v>
                </c:pt>
                <c:pt idx="3943">
                  <c:v>1.48</c:v>
                </c:pt>
                <c:pt idx="3944">
                  <c:v>1.48</c:v>
                </c:pt>
                <c:pt idx="3945">
                  <c:v>1.48</c:v>
                </c:pt>
                <c:pt idx="3946">
                  <c:v>1.48</c:v>
                </c:pt>
                <c:pt idx="3947">
                  <c:v>1.48</c:v>
                </c:pt>
                <c:pt idx="3948">
                  <c:v>1.48</c:v>
                </c:pt>
                <c:pt idx="3949">
                  <c:v>1.48</c:v>
                </c:pt>
                <c:pt idx="3950">
                  <c:v>1.48</c:v>
                </c:pt>
                <c:pt idx="3951">
                  <c:v>1.48</c:v>
                </c:pt>
                <c:pt idx="3952">
                  <c:v>1.48</c:v>
                </c:pt>
                <c:pt idx="3953">
                  <c:v>1.48</c:v>
                </c:pt>
                <c:pt idx="3954">
                  <c:v>1.48</c:v>
                </c:pt>
                <c:pt idx="3955">
                  <c:v>1.48</c:v>
                </c:pt>
                <c:pt idx="3956">
                  <c:v>1.48</c:v>
                </c:pt>
                <c:pt idx="3957">
                  <c:v>1.48</c:v>
                </c:pt>
                <c:pt idx="3958">
                  <c:v>1.48</c:v>
                </c:pt>
                <c:pt idx="3959">
                  <c:v>1.48</c:v>
                </c:pt>
                <c:pt idx="3960">
                  <c:v>1.48</c:v>
                </c:pt>
                <c:pt idx="3961">
                  <c:v>1.48</c:v>
                </c:pt>
                <c:pt idx="3962">
                  <c:v>1.48</c:v>
                </c:pt>
                <c:pt idx="3963">
                  <c:v>1.48</c:v>
                </c:pt>
                <c:pt idx="3964">
                  <c:v>1.48</c:v>
                </c:pt>
                <c:pt idx="3965">
                  <c:v>1.48</c:v>
                </c:pt>
                <c:pt idx="3966">
                  <c:v>1.48</c:v>
                </c:pt>
                <c:pt idx="3967">
                  <c:v>1.48</c:v>
                </c:pt>
                <c:pt idx="3968">
                  <c:v>1.48</c:v>
                </c:pt>
                <c:pt idx="3969">
                  <c:v>1.48</c:v>
                </c:pt>
                <c:pt idx="3970">
                  <c:v>1.48</c:v>
                </c:pt>
                <c:pt idx="3971">
                  <c:v>1.48</c:v>
                </c:pt>
                <c:pt idx="3972">
                  <c:v>1.48</c:v>
                </c:pt>
                <c:pt idx="3973">
                  <c:v>1.48</c:v>
                </c:pt>
                <c:pt idx="3974">
                  <c:v>1.48</c:v>
                </c:pt>
                <c:pt idx="3975">
                  <c:v>1.48</c:v>
                </c:pt>
                <c:pt idx="3976">
                  <c:v>1.48</c:v>
                </c:pt>
                <c:pt idx="3977">
                  <c:v>1.48</c:v>
                </c:pt>
                <c:pt idx="3978">
                  <c:v>1.48</c:v>
                </c:pt>
                <c:pt idx="3979">
                  <c:v>1.48</c:v>
                </c:pt>
                <c:pt idx="3980">
                  <c:v>1.48</c:v>
                </c:pt>
                <c:pt idx="3981">
                  <c:v>1.48</c:v>
                </c:pt>
                <c:pt idx="3982">
                  <c:v>1.48</c:v>
                </c:pt>
                <c:pt idx="3983">
                  <c:v>1.48</c:v>
                </c:pt>
                <c:pt idx="3984">
                  <c:v>1.48</c:v>
                </c:pt>
                <c:pt idx="3985">
                  <c:v>1.48</c:v>
                </c:pt>
                <c:pt idx="3986">
                  <c:v>1.48</c:v>
                </c:pt>
                <c:pt idx="3987">
                  <c:v>1.48</c:v>
                </c:pt>
                <c:pt idx="3988">
                  <c:v>1.48</c:v>
                </c:pt>
                <c:pt idx="3989">
                  <c:v>1.48</c:v>
                </c:pt>
                <c:pt idx="3990">
                  <c:v>1.48</c:v>
                </c:pt>
                <c:pt idx="3991">
                  <c:v>1.48</c:v>
                </c:pt>
                <c:pt idx="3992">
                  <c:v>1.48</c:v>
                </c:pt>
                <c:pt idx="3993">
                  <c:v>1.48</c:v>
                </c:pt>
                <c:pt idx="3994">
                  <c:v>1.48</c:v>
                </c:pt>
                <c:pt idx="3995">
                  <c:v>1.48</c:v>
                </c:pt>
                <c:pt idx="3996">
                  <c:v>1.48</c:v>
                </c:pt>
                <c:pt idx="3997">
                  <c:v>1.48</c:v>
                </c:pt>
                <c:pt idx="3998">
                  <c:v>1.48</c:v>
                </c:pt>
                <c:pt idx="3999">
                  <c:v>1.48</c:v>
                </c:pt>
                <c:pt idx="4000">
                  <c:v>1.48</c:v>
                </c:pt>
                <c:pt idx="4001">
                  <c:v>1.48</c:v>
                </c:pt>
                <c:pt idx="4002">
                  <c:v>1.48</c:v>
                </c:pt>
                <c:pt idx="4003">
                  <c:v>1.48</c:v>
                </c:pt>
                <c:pt idx="4004">
                  <c:v>1.48</c:v>
                </c:pt>
                <c:pt idx="4005">
                  <c:v>1.48</c:v>
                </c:pt>
                <c:pt idx="4006">
                  <c:v>1.48</c:v>
                </c:pt>
                <c:pt idx="4007">
                  <c:v>1.48</c:v>
                </c:pt>
                <c:pt idx="4008">
                  <c:v>1.48</c:v>
                </c:pt>
                <c:pt idx="4009">
                  <c:v>1.48</c:v>
                </c:pt>
                <c:pt idx="4010">
                  <c:v>1.48</c:v>
                </c:pt>
                <c:pt idx="4011">
                  <c:v>1.48</c:v>
                </c:pt>
                <c:pt idx="4012">
                  <c:v>1.48</c:v>
                </c:pt>
                <c:pt idx="4013">
                  <c:v>1.48</c:v>
                </c:pt>
                <c:pt idx="4014">
                  <c:v>1.48</c:v>
                </c:pt>
                <c:pt idx="4015">
                  <c:v>1.48</c:v>
                </c:pt>
                <c:pt idx="4016">
                  <c:v>1.48</c:v>
                </c:pt>
                <c:pt idx="4017">
                  <c:v>1.48</c:v>
                </c:pt>
                <c:pt idx="4018">
                  <c:v>1.48</c:v>
                </c:pt>
                <c:pt idx="4019">
                  <c:v>1.48</c:v>
                </c:pt>
                <c:pt idx="4020">
                  <c:v>1.48</c:v>
                </c:pt>
                <c:pt idx="4021">
                  <c:v>1.48</c:v>
                </c:pt>
                <c:pt idx="4022">
                  <c:v>1.48</c:v>
                </c:pt>
                <c:pt idx="4023">
                  <c:v>1.48</c:v>
                </c:pt>
                <c:pt idx="4024">
                  <c:v>1.48</c:v>
                </c:pt>
                <c:pt idx="4025">
                  <c:v>1.48</c:v>
                </c:pt>
                <c:pt idx="4026">
                  <c:v>1.48</c:v>
                </c:pt>
                <c:pt idx="4027">
                  <c:v>1.48</c:v>
                </c:pt>
                <c:pt idx="4028">
                  <c:v>1.48</c:v>
                </c:pt>
                <c:pt idx="4029">
                  <c:v>1.48</c:v>
                </c:pt>
                <c:pt idx="4030">
                  <c:v>1.48</c:v>
                </c:pt>
                <c:pt idx="4031">
                  <c:v>1.48</c:v>
                </c:pt>
                <c:pt idx="4032">
                  <c:v>1.48</c:v>
                </c:pt>
                <c:pt idx="4033">
                  <c:v>1.48</c:v>
                </c:pt>
                <c:pt idx="4034">
                  <c:v>1.48</c:v>
                </c:pt>
                <c:pt idx="4035">
                  <c:v>1.48</c:v>
                </c:pt>
                <c:pt idx="4036">
                  <c:v>1.48</c:v>
                </c:pt>
                <c:pt idx="4037">
                  <c:v>1.48</c:v>
                </c:pt>
                <c:pt idx="4038">
                  <c:v>1.48</c:v>
                </c:pt>
                <c:pt idx="4039">
                  <c:v>1.48</c:v>
                </c:pt>
                <c:pt idx="4040">
                  <c:v>1.48</c:v>
                </c:pt>
                <c:pt idx="4041">
                  <c:v>1.48</c:v>
                </c:pt>
                <c:pt idx="4042">
                  <c:v>1.48</c:v>
                </c:pt>
                <c:pt idx="4043">
                  <c:v>1.48</c:v>
                </c:pt>
                <c:pt idx="4044">
                  <c:v>1.48</c:v>
                </c:pt>
                <c:pt idx="4045">
                  <c:v>1.48</c:v>
                </c:pt>
                <c:pt idx="4046">
                  <c:v>1.48</c:v>
                </c:pt>
                <c:pt idx="4047">
                  <c:v>1.48</c:v>
                </c:pt>
                <c:pt idx="4048">
                  <c:v>1.48</c:v>
                </c:pt>
                <c:pt idx="4049">
                  <c:v>1.48</c:v>
                </c:pt>
                <c:pt idx="4050">
                  <c:v>1.48</c:v>
                </c:pt>
                <c:pt idx="4051">
                  <c:v>1.48</c:v>
                </c:pt>
                <c:pt idx="4052">
                  <c:v>1.48</c:v>
                </c:pt>
                <c:pt idx="4053">
                  <c:v>1.48</c:v>
                </c:pt>
                <c:pt idx="4054">
                  <c:v>1.48</c:v>
                </c:pt>
                <c:pt idx="4055">
                  <c:v>1.48</c:v>
                </c:pt>
                <c:pt idx="4056">
                  <c:v>1.48</c:v>
                </c:pt>
                <c:pt idx="4057">
                  <c:v>1.48</c:v>
                </c:pt>
                <c:pt idx="4058">
                  <c:v>1.48</c:v>
                </c:pt>
                <c:pt idx="4059">
                  <c:v>1.48</c:v>
                </c:pt>
                <c:pt idx="4060">
                  <c:v>1.48</c:v>
                </c:pt>
                <c:pt idx="4061">
                  <c:v>1.48</c:v>
                </c:pt>
                <c:pt idx="4062">
                  <c:v>1.48</c:v>
                </c:pt>
                <c:pt idx="4063">
                  <c:v>1.48</c:v>
                </c:pt>
                <c:pt idx="4064">
                  <c:v>1.48</c:v>
                </c:pt>
                <c:pt idx="4065">
                  <c:v>1.48</c:v>
                </c:pt>
                <c:pt idx="4066">
                  <c:v>1.48</c:v>
                </c:pt>
                <c:pt idx="4067">
                  <c:v>1.48</c:v>
                </c:pt>
                <c:pt idx="4068">
                  <c:v>1.48</c:v>
                </c:pt>
                <c:pt idx="4069">
                  <c:v>1.48</c:v>
                </c:pt>
                <c:pt idx="4070">
                  <c:v>1.48</c:v>
                </c:pt>
                <c:pt idx="4071">
                  <c:v>1.48</c:v>
                </c:pt>
                <c:pt idx="4072">
                  <c:v>1.48</c:v>
                </c:pt>
                <c:pt idx="4073">
                  <c:v>1.48</c:v>
                </c:pt>
                <c:pt idx="4074">
                  <c:v>1.48</c:v>
                </c:pt>
                <c:pt idx="4075">
                  <c:v>1.48</c:v>
                </c:pt>
                <c:pt idx="4076">
                  <c:v>1.48</c:v>
                </c:pt>
                <c:pt idx="4077">
                  <c:v>1.48</c:v>
                </c:pt>
                <c:pt idx="4078">
                  <c:v>1.48</c:v>
                </c:pt>
                <c:pt idx="4079">
                  <c:v>1.48</c:v>
                </c:pt>
                <c:pt idx="4080">
                  <c:v>1.48</c:v>
                </c:pt>
                <c:pt idx="4081">
                  <c:v>1.48</c:v>
                </c:pt>
                <c:pt idx="4082">
                  <c:v>1.48</c:v>
                </c:pt>
                <c:pt idx="4083">
                  <c:v>1.48</c:v>
                </c:pt>
                <c:pt idx="4084">
                  <c:v>1.48</c:v>
                </c:pt>
                <c:pt idx="4085">
                  <c:v>1.48</c:v>
                </c:pt>
                <c:pt idx="4086">
                  <c:v>1.48</c:v>
                </c:pt>
                <c:pt idx="4087">
                  <c:v>1.48</c:v>
                </c:pt>
                <c:pt idx="4088">
                  <c:v>1.48</c:v>
                </c:pt>
                <c:pt idx="4089">
                  <c:v>1.48</c:v>
                </c:pt>
                <c:pt idx="4090">
                  <c:v>1.48</c:v>
                </c:pt>
                <c:pt idx="4091">
                  <c:v>1.48</c:v>
                </c:pt>
                <c:pt idx="4092">
                  <c:v>1.48</c:v>
                </c:pt>
                <c:pt idx="4093">
                  <c:v>1.48</c:v>
                </c:pt>
                <c:pt idx="4094">
                  <c:v>1.48</c:v>
                </c:pt>
                <c:pt idx="4095">
                  <c:v>1.48</c:v>
                </c:pt>
                <c:pt idx="4096">
                  <c:v>1.48</c:v>
                </c:pt>
                <c:pt idx="4097">
                  <c:v>1.48</c:v>
                </c:pt>
                <c:pt idx="4098">
                  <c:v>1.48</c:v>
                </c:pt>
                <c:pt idx="4099">
                  <c:v>1.48</c:v>
                </c:pt>
                <c:pt idx="4100">
                  <c:v>1.48</c:v>
                </c:pt>
                <c:pt idx="4101">
                  <c:v>1.48</c:v>
                </c:pt>
                <c:pt idx="4102">
                  <c:v>1.48</c:v>
                </c:pt>
                <c:pt idx="4103">
                  <c:v>1.48</c:v>
                </c:pt>
                <c:pt idx="4104">
                  <c:v>1.48</c:v>
                </c:pt>
                <c:pt idx="4105">
                  <c:v>1.48</c:v>
                </c:pt>
                <c:pt idx="4106">
                  <c:v>1.48</c:v>
                </c:pt>
                <c:pt idx="4107">
                  <c:v>1.48</c:v>
                </c:pt>
                <c:pt idx="4108">
                  <c:v>1.48</c:v>
                </c:pt>
                <c:pt idx="4109">
                  <c:v>1.48</c:v>
                </c:pt>
                <c:pt idx="4110">
                  <c:v>1.48</c:v>
                </c:pt>
                <c:pt idx="4111">
                  <c:v>1.48</c:v>
                </c:pt>
                <c:pt idx="4112">
                  <c:v>1.48</c:v>
                </c:pt>
                <c:pt idx="4113">
                  <c:v>1.48</c:v>
                </c:pt>
                <c:pt idx="4114">
                  <c:v>1.48</c:v>
                </c:pt>
                <c:pt idx="4115">
                  <c:v>1.48</c:v>
                </c:pt>
                <c:pt idx="4116">
                  <c:v>1.48</c:v>
                </c:pt>
                <c:pt idx="4117">
                  <c:v>1.48</c:v>
                </c:pt>
                <c:pt idx="4118">
                  <c:v>1.48</c:v>
                </c:pt>
                <c:pt idx="4119">
                  <c:v>1.48</c:v>
                </c:pt>
                <c:pt idx="4120">
                  <c:v>1.48</c:v>
                </c:pt>
                <c:pt idx="4121">
                  <c:v>1.48</c:v>
                </c:pt>
                <c:pt idx="4122">
                  <c:v>1.48</c:v>
                </c:pt>
                <c:pt idx="4123">
                  <c:v>1.48</c:v>
                </c:pt>
                <c:pt idx="4124">
                  <c:v>1.48</c:v>
                </c:pt>
                <c:pt idx="4125">
                  <c:v>1.48</c:v>
                </c:pt>
                <c:pt idx="4126">
                  <c:v>1.48</c:v>
                </c:pt>
                <c:pt idx="4127">
                  <c:v>1.48</c:v>
                </c:pt>
                <c:pt idx="4128">
                  <c:v>1.48</c:v>
                </c:pt>
                <c:pt idx="4129">
                  <c:v>1.48</c:v>
                </c:pt>
                <c:pt idx="4130">
                  <c:v>1.48</c:v>
                </c:pt>
                <c:pt idx="4131">
                  <c:v>1.48</c:v>
                </c:pt>
                <c:pt idx="4132">
                  <c:v>1.48</c:v>
                </c:pt>
                <c:pt idx="4133">
                  <c:v>1.48</c:v>
                </c:pt>
                <c:pt idx="4134">
                  <c:v>1.48</c:v>
                </c:pt>
                <c:pt idx="4135">
                  <c:v>1.48</c:v>
                </c:pt>
                <c:pt idx="4136">
                  <c:v>1.48</c:v>
                </c:pt>
                <c:pt idx="4137">
                  <c:v>1.48</c:v>
                </c:pt>
                <c:pt idx="4138">
                  <c:v>1.48</c:v>
                </c:pt>
                <c:pt idx="4139">
                  <c:v>1.48</c:v>
                </c:pt>
                <c:pt idx="4140">
                  <c:v>1.48</c:v>
                </c:pt>
                <c:pt idx="4141">
                  <c:v>1.48</c:v>
                </c:pt>
                <c:pt idx="4142">
                  <c:v>1.48</c:v>
                </c:pt>
                <c:pt idx="4143">
                  <c:v>1.48</c:v>
                </c:pt>
                <c:pt idx="4144">
                  <c:v>1.48</c:v>
                </c:pt>
                <c:pt idx="4145">
                  <c:v>1.48</c:v>
                </c:pt>
                <c:pt idx="4146">
                  <c:v>1.48</c:v>
                </c:pt>
                <c:pt idx="4147">
                  <c:v>1.48</c:v>
                </c:pt>
                <c:pt idx="4148">
                  <c:v>1.48</c:v>
                </c:pt>
                <c:pt idx="4149">
                  <c:v>1.48</c:v>
                </c:pt>
                <c:pt idx="4150">
                  <c:v>1.48</c:v>
                </c:pt>
                <c:pt idx="4151">
                  <c:v>1.48</c:v>
                </c:pt>
                <c:pt idx="4152">
                  <c:v>1.48</c:v>
                </c:pt>
                <c:pt idx="4153">
                  <c:v>1.48</c:v>
                </c:pt>
                <c:pt idx="4154">
                  <c:v>1.48</c:v>
                </c:pt>
                <c:pt idx="4155">
                  <c:v>1.48</c:v>
                </c:pt>
                <c:pt idx="4156">
                  <c:v>1.48</c:v>
                </c:pt>
                <c:pt idx="4157">
                  <c:v>1.48</c:v>
                </c:pt>
                <c:pt idx="4158">
                  <c:v>1.48</c:v>
                </c:pt>
                <c:pt idx="4159">
                  <c:v>1.48</c:v>
                </c:pt>
                <c:pt idx="4160">
                  <c:v>1.48</c:v>
                </c:pt>
                <c:pt idx="4161">
                  <c:v>1.48</c:v>
                </c:pt>
                <c:pt idx="4162">
                  <c:v>1.48</c:v>
                </c:pt>
                <c:pt idx="4163">
                  <c:v>1.48</c:v>
                </c:pt>
                <c:pt idx="4164">
                  <c:v>1.48</c:v>
                </c:pt>
                <c:pt idx="4165">
                  <c:v>1.48</c:v>
                </c:pt>
                <c:pt idx="4166">
                  <c:v>1.48</c:v>
                </c:pt>
                <c:pt idx="4167">
                  <c:v>1.48</c:v>
                </c:pt>
                <c:pt idx="4168">
                  <c:v>1.48</c:v>
                </c:pt>
                <c:pt idx="4169">
                  <c:v>1.48</c:v>
                </c:pt>
                <c:pt idx="4170">
                  <c:v>1.48</c:v>
                </c:pt>
                <c:pt idx="4171">
                  <c:v>1.48</c:v>
                </c:pt>
                <c:pt idx="4172">
                  <c:v>1.48</c:v>
                </c:pt>
                <c:pt idx="4173">
                  <c:v>1.48</c:v>
                </c:pt>
                <c:pt idx="4174">
                  <c:v>1.48</c:v>
                </c:pt>
                <c:pt idx="4175">
                  <c:v>1.48</c:v>
                </c:pt>
                <c:pt idx="4176">
                  <c:v>1.48</c:v>
                </c:pt>
                <c:pt idx="4177">
                  <c:v>1.48</c:v>
                </c:pt>
                <c:pt idx="4178">
                  <c:v>1.48</c:v>
                </c:pt>
                <c:pt idx="4179">
                  <c:v>1.48</c:v>
                </c:pt>
                <c:pt idx="4180">
                  <c:v>1.48</c:v>
                </c:pt>
                <c:pt idx="4181">
                  <c:v>1.48</c:v>
                </c:pt>
                <c:pt idx="4182">
                  <c:v>1.48</c:v>
                </c:pt>
                <c:pt idx="4183">
                  <c:v>1.48</c:v>
                </c:pt>
                <c:pt idx="4184">
                  <c:v>1.48</c:v>
                </c:pt>
                <c:pt idx="4185">
                  <c:v>1.48</c:v>
                </c:pt>
                <c:pt idx="4186">
                  <c:v>1.48</c:v>
                </c:pt>
                <c:pt idx="4187">
                  <c:v>1.48</c:v>
                </c:pt>
                <c:pt idx="4188">
                  <c:v>1.48</c:v>
                </c:pt>
                <c:pt idx="4189">
                  <c:v>1.48</c:v>
                </c:pt>
                <c:pt idx="4190">
                  <c:v>1.48</c:v>
                </c:pt>
                <c:pt idx="4191">
                  <c:v>1.48</c:v>
                </c:pt>
                <c:pt idx="4192">
                  <c:v>1.48</c:v>
                </c:pt>
                <c:pt idx="4193">
                  <c:v>1.48</c:v>
                </c:pt>
                <c:pt idx="4194">
                  <c:v>1.48</c:v>
                </c:pt>
                <c:pt idx="4195">
                  <c:v>1.48</c:v>
                </c:pt>
                <c:pt idx="4196">
                  <c:v>1.48</c:v>
                </c:pt>
                <c:pt idx="4197">
                  <c:v>1.48</c:v>
                </c:pt>
                <c:pt idx="4198">
                  <c:v>1.48</c:v>
                </c:pt>
                <c:pt idx="4199">
                  <c:v>1.48</c:v>
                </c:pt>
                <c:pt idx="4200">
                  <c:v>1.48</c:v>
                </c:pt>
                <c:pt idx="4201">
                  <c:v>1.48</c:v>
                </c:pt>
                <c:pt idx="4202">
                  <c:v>1.48</c:v>
                </c:pt>
                <c:pt idx="4203">
                  <c:v>1.48</c:v>
                </c:pt>
                <c:pt idx="4204">
                  <c:v>1.48</c:v>
                </c:pt>
                <c:pt idx="4205">
                  <c:v>1.48</c:v>
                </c:pt>
                <c:pt idx="4206">
                  <c:v>1.48</c:v>
                </c:pt>
                <c:pt idx="4207">
                  <c:v>1.48</c:v>
                </c:pt>
                <c:pt idx="4208">
                  <c:v>1.48</c:v>
                </c:pt>
                <c:pt idx="4209">
                  <c:v>1.48</c:v>
                </c:pt>
                <c:pt idx="4210">
                  <c:v>1.48</c:v>
                </c:pt>
                <c:pt idx="4211">
                  <c:v>1.48</c:v>
                </c:pt>
                <c:pt idx="4212">
                  <c:v>1.48</c:v>
                </c:pt>
                <c:pt idx="4213">
                  <c:v>1.48</c:v>
                </c:pt>
                <c:pt idx="4214">
                  <c:v>1.48</c:v>
                </c:pt>
                <c:pt idx="4215">
                  <c:v>1.48</c:v>
                </c:pt>
                <c:pt idx="4216">
                  <c:v>1.48</c:v>
                </c:pt>
                <c:pt idx="4217">
                  <c:v>1.48</c:v>
                </c:pt>
                <c:pt idx="4218">
                  <c:v>1.48</c:v>
                </c:pt>
                <c:pt idx="4219">
                  <c:v>1.48</c:v>
                </c:pt>
                <c:pt idx="4220">
                  <c:v>1.48</c:v>
                </c:pt>
                <c:pt idx="4221">
                  <c:v>1.48</c:v>
                </c:pt>
                <c:pt idx="4222">
                  <c:v>1.48</c:v>
                </c:pt>
                <c:pt idx="4223">
                  <c:v>1.48</c:v>
                </c:pt>
                <c:pt idx="4224">
                  <c:v>1.48</c:v>
                </c:pt>
                <c:pt idx="4225">
                  <c:v>1.48</c:v>
                </c:pt>
                <c:pt idx="4226">
                  <c:v>1.48</c:v>
                </c:pt>
                <c:pt idx="4227">
                  <c:v>1.48</c:v>
                </c:pt>
                <c:pt idx="4228">
                  <c:v>1.48</c:v>
                </c:pt>
                <c:pt idx="4229">
                  <c:v>1.48</c:v>
                </c:pt>
                <c:pt idx="4230">
                  <c:v>1.48</c:v>
                </c:pt>
                <c:pt idx="4231">
                  <c:v>1.48</c:v>
                </c:pt>
                <c:pt idx="4232">
                  <c:v>1.48</c:v>
                </c:pt>
                <c:pt idx="4233">
                  <c:v>1.48</c:v>
                </c:pt>
                <c:pt idx="4234">
                  <c:v>1.48</c:v>
                </c:pt>
                <c:pt idx="4235">
                  <c:v>1.48</c:v>
                </c:pt>
                <c:pt idx="4236">
                  <c:v>1.48</c:v>
                </c:pt>
                <c:pt idx="4237">
                  <c:v>1.48</c:v>
                </c:pt>
                <c:pt idx="4238">
                  <c:v>1.48</c:v>
                </c:pt>
                <c:pt idx="4239">
                  <c:v>1.48</c:v>
                </c:pt>
                <c:pt idx="4240">
                  <c:v>1.48</c:v>
                </c:pt>
                <c:pt idx="4241">
                  <c:v>1.48</c:v>
                </c:pt>
                <c:pt idx="4242">
                  <c:v>1.48</c:v>
                </c:pt>
                <c:pt idx="4243">
                  <c:v>1.48</c:v>
                </c:pt>
                <c:pt idx="4244">
                  <c:v>1.48</c:v>
                </c:pt>
                <c:pt idx="4245">
                  <c:v>1.48</c:v>
                </c:pt>
                <c:pt idx="4246">
                  <c:v>1.48</c:v>
                </c:pt>
                <c:pt idx="4247">
                  <c:v>1.48</c:v>
                </c:pt>
                <c:pt idx="4248">
                  <c:v>1.48</c:v>
                </c:pt>
                <c:pt idx="4249">
                  <c:v>1.48</c:v>
                </c:pt>
                <c:pt idx="4250">
                  <c:v>1.48</c:v>
                </c:pt>
                <c:pt idx="4251">
                  <c:v>1.48</c:v>
                </c:pt>
                <c:pt idx="4252">
                  <c:v>1.48</c:v>
                </c:pt>
                <c:pt idx="4253">
                  <c:v>1.48</c:v>
                </c:pt>
                <c:pt idx="4254">
                  <c:v>1.48</c:v>
                </c:pt>
                <c:pt idx="4255">
                  <c:v>1.48</c:v>
                </c:pt>
                <c:pt idx="4256">
                  <c:v>1.48</c:v>
                </c:pt>
                <c:pt idx="4257">
                  <c:v>1.48</c:v>
                </c:pt>
                <c:pt idx="4258">
                  <c:v>1.48</c:v>
                </c:pt>
                <c:pt idx="4259">
                  <c:v>1.48</c:v>
                </c:pt>
                <c:pt idx="4260">
                  <c:v>1.48</c:v>
                </c:pt>
                <c:pt idx="4261">
                  <c:v>1.48</c:v>
                </c:pt>
                <c:pt idx="4262">
                  <c:v>1.48</c:v>
                </c:pt>
                <c:pt idx="4263">
                  <c:v>1.48</c:v>
                </c:pt>
                <c:pt idx="4264">
                  <c:v>1.48</c:v>
                </c:pt>
                <c:pt idx="4265">
                  <c:v>1.48</c:v>
                </c:pt>
                <c:pt idx="4266">
                  <c:v>1.48</c:v>
                </c:pt>
                <c:pt idx="4267">
                  <c:v>1.48</c:v>
                </c:pt>
                <c:pt idx="4268">
                  <c:v>1.48</c:v>
                </c:pt>
                <c:pt idx="4269">
                  <c:v>1.48</c:v>
                </c:pt>
                <c:pt idx="4270">
                  <c:v>1.48</c:v>
                </c:pt>
                <c:pt idx="4271">
                  <c:v>1.48</c:v>
                </c:pt>
                <c:pt idx="4272">
                  <c:v>1.48</c:v>
                </c:pt>
                <c:pt idx="4273">
                  <c:v>1.48</c:v>
                </c:pt>
                <c:pt idx="4274">
                  <c:v>1.48</c:v>
                </c:pt>
                <c:pt idx="4275">
                  <c:v>1.48</c:v>
                </c:pt>
                <c:pt idx="4276">
                  <c:v>1.48</c:v>
                </c:pt>
                <c:pt idx="4277">
                  <c:v>1.48</c:v>
                </c:pt>
                <c:pt idx="4278">
                  <c:v>1.48</c:v>
                </c:pt>
                <c:pt idx="4279">
                  <c:v>1.48</c:v>
                </c:pt>
                <c:pt idx="4280">
                  <c:v>1.48</c:v>
                </c:pt>
                <c:pt idx="4281">
                  <c:v>1.48</c:v>
                </c:pt>
                <c:pt idx="4282">
                  <c:v>1.48</c:v>
                </c:pt>
                <c:pt idx="4283">
                  <c:v>1.48</c:v>
                </c:pt>
                <c:pt idx="4284">
                  <c:v>1.48</c:v>
                </c:pt>
                <c:pt idx="4285">
                  <c:v>1.48</c:v>
                </c:pt>
                <c:pt idx="4286">
                  <c:v>1.48</c:v>
                </c:pt>
                <c:pt idx="4287">
                  <c:v>1.48</c:v>
                </c:pt>
                <c:pt idx="4288">
                  <c:v>1.48</c:v>
                </c:pt>
                <c:pt idx="4289">
                  <c:v>1.48</c:v>
                </c:pt>
                <c:pt idx="4290">
                  <c:v>1.48</c:v>
                </c:pt>
                <c:pt idx="4291">
                  <c:v>1.48</c:v>
                </c:pt>
                <c:pt idx="4292">
                  <c:v>1.48</c:v>
                </c:pt>
                <c:pt idx="4293">
                  <c:v>1.48</c:v>
                </c:pt>
                <c:pt idx="4294">
                  <c:v>1.48</c:v>
                </c:pt>
                <c:pt idx="4295">
                  <c:v>1.48</c:v>
                </c:pt>
                <c:pt idx="4296">
                  <c:v>1.48</c:v>
                </c:pt>
                <c:pt idx="4297">
                  <c:v>1.48</c:v>
                </c:pt>
                <c:pt idx="4298">
                  <c:v>1.48</c:v>
                </c:pt>
                <c:pt idx="4299">
                  <c:v>1.48</c:v>
                </c:pt>
                <c:pt idx="4300">
                  <c:v>1.48</c:v>
                </c:pt>
                <c:pt idx="4301">
                  <c:v>1.48</c:v>
                </c:pt>
                <c:pt idx="4302">
                  <c:v>1.48</c:v>
                </c:pt>
                <c:pt idx="4303">
                  <c:v>1.48</c:v>
                </c:pt>
                <c:pt idx="4304">
                  <c:v>1.48</c:v>
                </c:pt>
                <c:pt idx="4305">
                  <c:v>1.48</c:v>
                </c:pt>
                <c:pt idx="4306">
                  <c:v>1.48</c:v>
                </c:pt>
                <c:pt idx="4307">
                  <c:v>1.48</c:v>
                </c:pt>
                <c:pt idx="4308">
                  <c:v>1.48</c:v>
                </c:pt>
                <c:pt idx="4309">
                  <c:v>1.48</c:v>
                </c:pt>
                <c:pt idx="4310">
                  <c:v>1.48</c:v>
                </c:pt>
                <c:pt idx="4311">
                  <c:v>1.48</c:v>
                </c:pt>
                <c:pt idx="4312">
                  <c:v>1.48</c:v>
                </c:pt>
                <c:pt idx="4313">
                  <c:v>1.48</c:v>
                </c:pt>
                <c:pt idx="4314">
                  <c:v>1.48</c:v>
                </c:pt>
                <c:pt idx="4315">
                  <c:v>1.48</c:v>
                </c:pt>
                <c:pt idx="4316">
                  <c:v>1.48</c:v>
                </c:pt>
                <c:pt idx="4317">
                  <c:v>1.48</c:v>
                </c:pt>
                <c:pt idx="4318">
                  <c:v>1.48</c:v>
                </c:pt>
                <c:pt idx="4319">
                  <c:v>1.48</c:v>
                </c:pt>
                <c:pt idx="4320">
                  <c:v>1.48</c:v>
                </c:pt>
                <c:pt idx="4321">
                  <c:v>1.48</c:v>
                </c:pt>
                <c:pt idx="4322">
                  <c:v>1.48</c:v>
                </c:pt>
                <c:pt idx="4323">
                  <c:v>1.48</c:v>
                </c:pt>
                <c:pt idx="4324">
                  <c:v>1.48</c:v>
                </c:pt>
                <c:pt idx="4325">
                  <c:v>1.48</c:v>
                </c:pt>
                <c:pt idx="4326">
                  <c:v>1.48</c:v>
                </c:pt>
                <c:pt idx="4327">
                  <c:v>1.48</c:v>
                </c:pt>
                <c:pt idx="4328">
                  <c:v>1.48</c:v>
                </c:pt>
                <c:pt idx="4329">
                  <c:v>1.48</c:v>
                </c:pt>
                <c:pt idx="4330">
                  <c:v>1.48</c:v>
                </c:pt>
                <c:pt idx="4331">
                  <c:v>1.48</c:v>
                </c:pt>
                <c:pt idx="4332">
                  <c:v>1.48</c:v>
                </c:pt>
                <c:pt idx="4333">
                  <c:v>1.48</c:v>
                </c:pt>
                <c:pt idx="4334">
                  <c:v>1.48</c:v>
                </c:pt>
                <c:pt idx="4335">
                  <c:v>1.48</c:v>
                </c:pt>
                <c:pt idx="4336">
                  <c:v>1.48</c:v>
                </c:pt>
                <c:pt idx="4337">
                  <c:v>1.48</c:v>
                </c:pt>
                <c:pt idx="4338">
                  <c:v>1.48</c:v>
                </c:pt>
                <c:pt idx="4339">
                  <c:v>1.48</c:v>
                </c:pt>
                <c:pt idx="4340">
                  <c:v>1.48</c:v>
                </c:pt>
                <c:pt idx="4341">
                  <c:v>1.48</c:v>
                </c:pt>
                <c:pt idx="4342">
                  <c:v>1.48</c:v>
                </c:pt>
                <c:pt idx="4343">
                  <c:v>1.48</c:v>
                </c:pt>
                <c:pt idx="4344">
                  <c:v>1.48</c:v>
                </c:pt>
                <c:pt idx="4345">
                  <c:v>1.48</c:v>
                </c:pt>
                <c:pt idx="4346">
                  <c:v>1.48</c:v>
                </c:pt>
                <c:pt idx="4347">
                  <c:v>1.48</c:v>
                </c:pt>
                <c:pt idx="4348">
                  <c:v>1.48</c:v>
                </c:pt>
                <c:pt idx="4349">
                  <c:v>1.48</c:v>
                </c:pt>
                <c:pt idx="4350">
                  <c:v>1.48</c:v>
                </c:pt>
                <c:pt idx="4351">
                  <c:v>1.48</c:v>
                </c:pt>
                <c:pt idx="4352">
                  <c:v>1.48</c:v>
                </c:pt>
                <c:pt idx="4353">
                  <c:v>1.48</c:v>
                </c:pt>
                <c:pt idx="4354">
                  <c:v>1.48</c:v>
                </c:pt>
                <c:pt idx="4355">
                  <c:v>1.48</c:v>
                </c:pt>
                <c:pt idx="4356">
                  <c:v>1.48</c:v>
                </c:pt>
                <c:pt idx="4357">
                  <c:v>1.48</c:v>
                </c:pt>
                <c:pt idx="4358">
                  <c:v>1.48</c:v>
                </c:pt>
                <c:pt idx="4359">
                  <c:v>1.48</c:v>
                </c:pt>
                <c:pt idx="4360">
                  <c:v>1.48</c:v>
                </c:pt>
                <c:pt idx="4361">
                  <c:v>1.48</c:v>
                </c:pt>
                <c:pt idx="4362">
                  <c:v>1.48</c:v>
                </c:pt>
                <c:pt idx="4363">
                  <c:v>1.48</c:v>
                </c:pt>
                <c:pt idx="4364">
                  <c:v>1.48</c:v>
                </c:pt>
                <c:pt idx="4365">
                  <c:v>1.48</c:v>
                </c:pt>
                <c:pt idx="4366">
                  <c:v>1.48</c:v>
                </c:pt>
                <c:pt idx="4367">
                  <c:v>1.48</c:v>
                </c:pt>
                <c:pt idx="4368">
                  <c:v>1.48</c:v>
                </c:pt>
                <c:pt idx="4369">
                  <c:v>1.48</c:v>
                </c:pt>
                <c:pt idx="4370">
                  <c:v>1.48</c:v>
                </c:pt>
                <c:pt idx="4371">
                  <c:v>1.48</c:v>
                </c:pt>
                <c:pt idx="4372">
                  <c:v>1.48</c:v>
                </c:pt>
                <c:pt idx="4373">
                  <c:v>1.48</c:v>
                </c:pt>
                <c:pt idx="4374">
                  <c:v>1.48</c:v>
                </c:pt>
                <c:pt idx="4375">
                  <c:v>1.48</c:v>
                </c:pt>
                <c:pt idx="4376">
                  <c:v>1.48</c:v>
                </c:pt>
                <c:pt idx="4377">
                  <c:v>1.48</c:v>
                </c:pt>
                <c:pt idx="4378">
                  <c:v>1.48</c:v>
                </c:pt>
                <c:pt idx="4379">
                  <c:v>1.48</c:v>
                </c:pt>
                <c:pt idx="4380">
                  <c:v>1.48</c:v>
                </c:pt>
                <c:pt idx="4381">
                  <c:v>1.48</c:v>
                </c:pt>
                <c:pt idx="4382">
                  <c:v>1.48</c:v>
                </c:pt>
                <c:pt idx="4383">
                  <c:v>1.48</c:v>
                </c:pt>
                <c:pt idx="4384">
                  <c:v>1.48</c:v>
                </c:pt>
                <c:pt idx="4385">
                  <c:v>1.48</c:v>
                </c:pt>
                <c:pt idx="4386">
                  <c:v>1.48</c:v>
                </c:pt>
                <c:pt idx="4387">
                  <c:v>1.48</c:v>
                </c:pt>
                <c:pt idx="4388">
                  <c:v>1.48</c:v>
                </c:pt>
                <c:pt idx="4389">
                  <c:v>1.48</c:v>
                </c:pt>
                <c:pt idx="4390">
                  <c:v>1.48</c:v>
                </c:pt>
                <c:pt idx="4391">
                  <c:v>1.48</c:v>
                </c:pt>
                <c:pt idx="4392">
                  <c:v>1.48</c:v>
                </c:pt>
                <c:pt idx="4393">
                  <c:v>1.48</c:v>
                </c:pt>
                <c:pt idx="4394">
                  <c:v>1.48</c:v>
                </c:pt>
                <c:pt idx="4395">
                  <c:v>1.48</c:v>
                </c:pt>
                <c:pt idx="4396">
                  <c:v>1.48</c:v>
                </c:pt>
                <c:pt idx="4397">
                  <c:v>1.48</c:v>
                </c:pt>
                <c:pt idx="4398">
                  <c:v>1.48</c:v>
                </c:pt>
                <c:pt idx="4399">
                  <c:v>1.48</c:v>
                </c:pt>
                <c:pt idx="4400">
                  <c:v>1.48</c:v>
                </c:pt>
                <c:pt idx="4401">
                  <c:v>1.48</c:v>
                </c:pt>
                <c:pt idx="4402">
                  <c:v>1.48</c:v>
                </c:pt>
                <c:pt idx="4403">
                  <c:v>1.48</c:v>
                </c:pt>
                <c:pt idx="4404">
                  <c:v>1.48</c:v>
                </c:pt>
                <c:pt idx="4405">
                  <c:v>1.48</c:v>
                </c:pt>
                <c:pt idx="4406">
                  <c:v>1.48</c:v>
                </c:pt>
                <c:pt idx="4407">
                  <c:v>1.48</c:v>
                </c:pt>
                <c:pt idx="4408">
                  <c:v>1.48</c:v>
                </c:pt>
                <c:pt idx="4409">
                  <c:v>1.48</c:v>
                </c:pt>
                <c:pt idx="4410">
                  <c:v>1.48</c:v>
                </c:pt>
                <c:pt idx="4411">
                  <c:v>1.48</c:v>
                </c:pt>
                <c:pt idx="4412">
                  <c:v>1.48</c:v>
                </c:pt>
                <c:pt idx="4413">
                  <c:v>1.48</c:v>
                </c:pt>
                <c:pt idx="4414">
                  <c:v>1.48</c:v>
                </c:pt>
                <c:pt idx="4415">
                  <c:v>1.48</c:v>
                </c:pt>
                <c:pt idx="4416">
                  <c:v>1.48</c:v>
                </c:pt>
                <c:pt idx="4417">
                  <c:v>1.48</c:v>
                </c:pt>
                <c:pt idx="4418">
                  <c:v>1.48</c:v>
                </c:pt>
                <c:pt idx="4419">
                  <c:v>1.48</c:v>
                </c:pt>
                <c:pt idx="4420">
                  <c:v>1.48</c:v>
                </c:pt>
                <c:pt idx="4421">
                  <c:v>1.48</c:v>
                </c:pt>
                <c:pt idx="4422">
                  <c:v>1.48</c:v>
                </c:pt>
                <c:pt idx="4423">
                  <c:v>1.48</c:v>
                </c:pt>
                <c:pt idx="4424">
                  <c:v>1.48</c:v>
                </c:pt>
                <c:pt idx="4425">
                  <c:v>1.48</c:v>
                </c:pt>
                <c:pt idx="4426">
                  <c:v>1.48</c:v>
                </c:pt>
                <c:pt idx="4427">
                  <c:v>1.48</c:v>
                </c:pt>
                <c:pt idx="4428">
                  <c:v>1.48</c:v>
                </c:pt>
                <c:pt idx="4429">
                  <c:v>1.48</c:v>
                </c:pt>
                <c:pt idx="4430">
                  <c:v>1.48</c:v>
                </c:pt>
                <c:pt idx="4431">
                  <c:v>1.48</c:v>
                </c:pt>
                <c:pt idx="4432">
                  <c:v>1.48</c:v>
                </c:pt>
                <c:pt idx="4433">
                  <c:v>1.48</c:v>
                </c:pt>
                <c:pt idx="4434">
                  <c:v>1.48</c:v>
                </c:pt>
                <c:pt idx="4435">
                  <c:v>1.48</c:v>
                </c:pt>
                <c:pt idx="4436">
                  <c:v>1.48</c:v>
                </c:pt>
                <c:pt idx="4437">
                  <c:v>1.48</c:v>
                </c:pt>
                <c:pt idx="4438">
                  <c:v>1.48</c:v>
                </c:pt>
                <c:pt idx="4439">
                  <c:v>1.48</c:v>
                </c:pt>
                <c:pt idx="4440">
                  <c:v>1.48</c:v>
                </c:pt>
                <c:pt idx="4441">
                  <c:v>1.48</c:v>
                </c:pt>
                <c:pt idx="4442">
                  <c:v>1.48</c:v>
                </c:pt>
                <c:pt idx="4443">
                  <c:v>1.48</c:v>
                </c:pt>
                <c:pt idx="4444">
                  <c:v>1.48</c:v>
                </c:pt>
                <c:pt idx="4445">
                  <c:v>1.48</c:v>
                </c:pt>
                <c:pt idx="4446">
                  <c:v>1.48</c:v>
                </c:pt>
                <c:pt idx="4447">
                  <c:v>1.48</c:v>
                </c:pt>
                <c:pt idx="4448">
                  <c:v>1.48</c:v>
                </c:pt>
                <c:pt idx="4449">
                  <c:v>1.48</c:v>
                </c:pt>
                <c:pt idx="4450">
                  <c:v>1.48</c:v>
                </c:pt>
                <c:pt idx="4451">
                  <c:v>1.48</c:v>
                </c:pt>
                <c:pt idx="4452">
                  <c:v>1.48</c:v>
                </c:pt>
                <c:pt idx="4453">
                  <c:v>1.48</c:v>
                </c:pt>
                <c:pt idx="4454">
                  <c:v>1.48</c:v>
                </c:pt>
                <c:pt idx="4455">
                  <c:v>1.48</c:v>
                </c:pt>
                <c:pt idx="4456">
                  <c:v>1.48</c:v>
                </c:pt>
                <c:pt idx="4457">
                  <c:v>1.48</c:v>
                </c:pt>
                <c:pt idx="4458">
                  <c:v>1.48</c:v>
                </c:pt>
                <c:pt idx="4459">
                  <c:v>1.48</c:v>
                </c:pt>
                <c:pt idx="4460">
                  <c:v>1.48</c:v>
                </c:pt>
                <c:pt idx="4461">
                  <c:v>1.48</c:v>
                </c:pt>
                <c:pt idx="4462">
                  <c:v>1.48</c:v>
                </c:pt>
                <c:pt idx="4463">
                  <c:v>1.48</c:v>
                </c:pt>
                <c:pt idx="4464">
                  <c:v>1.48</c:v>
                </c:pt>
                <c:pt idx="4465">
                  <c:v>1.48</c:v>
                </c:pt>
                <c:pt idx="4466">
                  <c:v>1.48</c:v>
                </c:pt>
                <c:pt idx="4467">
                  <c:v>1.48</c:v>
                </c:pt>
                <c:pt idx="4468">
                  <c:v>1.48</c:v>
                </c:pt>
                <c:pt idx="4469">
                  <c:v>1.48</c:v>
                </c:pt>
                <c:pt idx="4470">
                  <c:v>1.48</c:v>
                </c:pt>
                <c:pt idx="4471">
                  <c:v>1.48</c:v>
                </c:pt>
                <c:pt idx="4472">
                  <c:v>1.48</c:v>
                </c:pt>
                <c:pt idx="4473">
                  <c:v>1.48</c:v>
                </c:pt>
                <c:pt idx="4474">
                  <c:v>1.48</c:v>
                </c:pt>
                <c:pt idx="4475">
                  <c:v>1.48</c:v>
                </c:pt>
                <c:pt idx="4476">
                  <c:v>1.48</c:v>
                </c:pt>
                <c:pt idx="4477">
                  <c:v>1.48</c:v>
                </c:pt>
                <c:pt idx="4478">
                  <c:v>1.48</c:v>
                </c:pt>
                <c:pt idx="4479">
                  <c:v>1.48</c:v>
                </c:pt>
                <c:pt idx="4480">
                  <c:v>1.48</c:v>
                </c:pt>
                <c:pt idx="4481">
                  <c:v>1.48</c:v>
                </c:pt>
                <c:pt idx="4482">
                  <c:v>1.48</c:v>
                </c:pt>
                <c:pt idx="4483">
                  <c:v>1.48</c:v>
                </c:pt>
                <c:pt idx="4484">
                  <c:v>1.48</c:v>
                </c:pt>
                <c:pt idx="4485">
                  <c:v>1.48</c:v>
                </c:pt>
                <c:pt idx="4486">
                  <c:v>1.48</c:v>
                </c:pt>
                <c:pt idx="4487">
                  <c:v>1.48</c:v>
                </c:pt>
                <c:pt idx="4488">
                  <c:v>1.48</c:v>
                </c:pt>
                <c:pt idx="4489">
                  <c:v>1.48</c:v>
                </c:pt>
                <c:pt idx="4490">
                  <c:v>1.48</c:v>
                </c:pt>
                <c:pt idx="4491">
                  <c:v>1.48</c:v>
                </c:pt>
                <c:pt idx="4492">
                  <c:v>1.48</c:v>
                </c:pt>
                <c:pt idx="4493">
                  <c:v>1.48</c:v>
                </c:pt>
                <c:pt idx="4494">
                  <c:v>1.48</c:v>
                </c:pt>
                <c:pt idx="4495">
                  <c:v>1.48</c:v>
                </c:pt>
                <c:pt idx="4496">
                  <c:v>1.48</c:v>
                </c:pt>
                <c:pt idx="4497">
                  <c:v>1.48</c:v>
                </c:pt>
                <c:pt idx="4498">
                  <c:v>1.48</c:v>
                </c:pt>
                <c:pt idx="4499">
                  <c:v>1.48</c:v>
                </c:pt>
                <c:pt idx="4500">
                  <c:v>1.48</c:v>
                </c:pt>
                <c:pt idx="4501">
                  <c:v>1.48</c:v>
                </c:pt>
                <c:pt idx="4502">
                  <c:v>1.48</c:v>
                </c:pt>
                <c:pt idx="4503">
                  <c:v>1.48</c:v>
                </c:pt>
                <c:pt idx="4504">
                  <c:v>1.48</c:v>
                </c:pt>
                <c:pt idx="4505">
                  <c:v>1.48</c:v>
                </c:pt>
                <c:pt idx="4506">
                  <c:v>1.48</c:v>
                </c:pt>
                <c:pt idx="4507">
                  <c:v>1.48</c:v>
                </c:pt>
                <c:pt idx="4508">
                  <c:v>1.48</c:v>
                </c:pt>
                <c:pt idx="4509">
                  <c:v>1.48</c:v>
                </c:pt>
                <c:pt idx="4510">
                  <c:v>1.48</c:v>
                </c:pt>
                <c:pt idx="4511">
                  <c:v>1.48</c:v>
                </c:pt>
                <c:pt idx="4512">
                  <c:v>1.48</c:v>
                </c:pt>
                <c:pt idx="4513">
                  <c:v>1.48</c:v>
                </c:pt>
                <c:pt idx="4514">
                  <c:v>1.48</c:v>
                </c:pt>
                <c:pt idx="4515">
                  <c:v>1.48</c:v>
                </c:pt>
                <c:pt idx="4516">
                  <c:v>1.48</c:v>
                </c:pt>
                <c:pt idx="4517">
                  <c:v>1.48</c:v>
                </c:pt>
                <c:pt idx="4518">
                  <c:v>1.48</c:v>
                </c:pt>
                <c:pt idx="4519">
                  <c:v>1.48</c:v>
                </c:pt>
                <c:pt idx="4520">
                  <c:v>1.48</c:v>
                </c:pt>
                <c:pt idx="4521">
                  <c:v>1.48</c:v>
                </c:pt>
                <c:pt idx="4522">
                  <c:v>1.48</c:v>
                </c:pt>
                <c:pt idx="4523">
                  <c:v>1.48</c:v>
                </c:pt>
                <c:pt idx="4524">
                  <c:v>1.48</c:v>
                </c:pt>
                <c:pt idx="4525">
                  <c:v>1.48</c:v>
                </c:pt>
                <c:pt idx="4526">
                  <c:v>1.48</c:v>
                </c:pt>
                <c:pt idx="4527">
                  <c:v>1.48</c:v>
                </c:pt>
                <c:pt idx="4528">
                  <c:v>1.48</c:v>
                </c:pt>
                <c:pt idx="4529">
                  <c:v>1.48</c:v>
                </c:pt>
                <c:pt idx="4530">
                  <c:v>1.48</c:v>
                </c:pt>
                <c:pt idx="4531">
                  <c:v>1.48</c:v>
                </c:pt>
                <c:pt idx="4532">
                  <c:v>1.48</c:v>
                </c:pt>
                <c:pt idx="4533">
                  <c:v>1.48</c:v>
                </c:pt>
                <c:pt idx="4534">
                  <c:v>1.48</c:v>
                </c:pt>
                <c:pt idx="4535">
                  <c:v>1.48</c:v>
                </c:pt>
                <c:pt idx="4536">
                  <c:v>1.48</c:v>
                </c:pt>
                <c:pt idx="4537">
                  <c:v>1.48</c:v>
                </c:pt>
                <c:pt idx="4538">
                  <c:v>1.48</c:v>
                </c:pt>
                <c:pt idx="4539">
                  <c:v>1.48</c:v>
                </c:pt>
                <c:pt idx="4540">
                  <c:v>1.48</c:v>
                </c:pt>
                <c:pt idx="4541">
                  <c:v>1.48</c:v>
                </c:pt>
                <c:pt idx="4542">
                  <c:v>1.48</c:v>
                </c:pt>
                <c:pt idx="4543">
                  <c:v>1.48</c:v>
                </c:pt>
                <c:pt idx="4544">
                  <c:v>1.48</c:v>
                </c:pt>
                <c:pt idx="4545">
                  <c:v>1.48</c:v>
                </c:pt>
                <c:pt idx="4546">
                  <c:v>1.48</c:v>
                </c:pt>
                <c:pt idx="4547">
                  <c:v>1.48</c:v>
                </c:pt>
                <c:pt idx="4548">
                  <c:v>1.48</c:v>
                </c:pt>
                <c:pt idx="4549">
                  <c:v>1.48</c:v>
                </c:pt>
                <c:pt idx="4550">
                  <c:v>1.48</c:v>
                </c:pt>
                <c:pt idx="4551">
                  <c:v>1.48</c:v>
                </c:pt>
                <c:pt idx="4552">
                  <c:v>1.48</c:v>
                </c:pt>
                <c:pt idx="4553">
                  <c:v>1.48</c:v>
                </c:pt>
                <c:pt idx="4554">
                  <c:v>1.48</c:v>
                </c:pt>
                <c:pt idx="4555">
                  <c:v>1.48</c:v>
                </c:pt>
                <c:pt idx="4556">
                  <c:v>1.48</c:v>
                </c:pt>
                <c:pt idx="4557">
                  <c:v>1.48</c:v>
                </c:pt>
                <c:pt idx="4558">
                  <c:v>1.48</c:v>
                </c:pt>
                <c:pt idx="4559">
                  <c:v>1.48</c:v>
                </c:pt>
                <c:pt idx="4560">
                  <c:v>1.48</c:v>
                </c:pt>
                <c:pt idx="4561">
                  <c:v>1.48</c:v>
                </c:pt>
                <c:pt idx="4562">
                  <c:v>1.48</c:v>
                </c:pt>
                <c:pt idx="4563">
                  <c:v>1.48</c:v>
                </c:pt>
                <c:pt idx="4564">
                  <c:v>1.48</c:v>
                </c:pt>
                <c:pt idx="4565">
                  <c:v>1.48</c:v>
                </c:pt>
                <c:pt idx="4566">
                  <c:v>1.48</c:v>
                </c:pt>
                <c:pt idx="4567">
                  <c:v>1.48</c:v>
                </c:pt>
                <c:pt idx="4568">
                  <c:v>1.48</c:v>
                </c:pt>
                <c:pt idx="4569">
                  <c:v>1.48</c:v>
                </c:pt>
                <c:pt idx="4570">
                  <c:v>1.48</c:v>
                </c:pt>
                <c:pt idx="4571">
                  <c:v>1.48</c:v>
                </c:pt>
                <c:pt idx="4572">
                  <c:v>1.48</c:v>
                </c:pt>
                <c:pt idx="4573">
                  <c:v>1.48</c:v>
                </c:pt>
                <c:pt idx="4574">
                  <c:v>1.48</c:v>
                </c:pt>
                <c:pt idx="4575">
                  <c:v>1.48</c:v>
                </c:pt>
                <c:pt idx="4576">
                  <c:v>1.48</c:v>
                </c:pt>
                <c:pt idx="4577">
                  <c:v>1.48</c:v>
                </c:pt>
                <c:pt idx="4578">
                  <c:v>1.48</c:v>
                </c:pt>
                <c:pt idx="4579">
                  <c:v>1.48</c:v>
                </c:pt>
                <c:pt idx="4580">
                  <c:v>1.48</c:v>
                </c:pt>
                <c:pt idx="4581">
                  <c:v>1.48</c:v>
                </c:pt>
                <c:pt idx="4582">
                  <c:v>1.48</c:v>
                </c:pt>
                <c:pt idx="4583">
                  <c:v>1.48</c:v>
                </c:pt>
                <c:pt idx="4584">
                  <c:v>1.48</c:v>
                </c:pt>
                <c:pt idx="4585">
                  <c:v>1.48</c:v>
                </c:pt>
                <c:pt idx="4586">
                  <c:v>1.48</c:v>
                </c:pt>
                <c:pt idx="4587">
                  <c:v>1.48</c:v>
                </c:pt>
                <c:pt idx="4588">
                  <c:v>1.48</c:v>
                </c:pt>
                <c:pt idx="4589">
                  <c:v>1.48</c:v>
                </c:pt>
                <c:pt idx="4590">
                  <c:v>1.48</c:v>
                </c:pt>
                <c:pt idx="4591">
                  <c:v>1.48</c:v>
                </c:pt>
                <c:pt idx="4592">
                  <c:v>1.48</c:v>
                </c:pt>
                <c:pt idx="4593">
                  <c:v>1.48</c:v>
                </c:pt>
                <c:pt idx="4594">
                  <c:v>1.48</c:v>
                </c:pt>
                <c:pt idx="4595">
                  <c:v>1.48</c:v>
                </c:pt>
                <c:pt idx="4596">
                  <c:v>1.48</c:v>
                </c:pt>
                <c:pt idx="4597">
                  <c:v>1.48</c:v>
                </c:pt>
                <c:pt idx="4598">
                  <c:v>1.48</c:v>
                </c:pt>
                <c:pt idx="4599">
                  <c:v>1.48</c:v>
                </c:pt>
                <c:pt idx="4600">
                  <c:v>1.48</c:v>
                </c:pt>
                <c:pt idx="4601">
                  <c:v>1.48</c:v>
                </c:pt>
                <c:pt idx="4602">
                  <c:v>1.48</c:v>
                </c:pt>
                <c:pt idx="4603">
                  <c:v>1.48</c:v>
                </c:pt>
                <c:pt idx="4604">
                  <c:v>1.48</c:v>
                </c:pt>
                <c:pt idx="4605">
                  <c:v>1.48</c:v>
                </c:pt>
                <c:pt idx="4606">
                  <c:v>1.48</c:v>
                </c:pt>
                <c:pt idx="4607">
                  <c:v>1.48</c:v>
                </c:pt>
                <c:pt idx="4608">
                  <c:v>1.48</c:v>
                </c:pt>
                <c:pt idx="4609">
                  <c:v>1.48</c:v>
                </c:pt>
                <c:pt idx="4610">
                  <c:v>1.48</c:v>
                </c:pt>
                <c:pt idx="4611">
                  <c:v>1.48</c:v>
                </c:pt>
                <c:pt idx="4612">
                  <c:v>1.48</c:v>
                </c:pt>
                <c:pt idx="4613">
                  <c:v>1.48</c:v>
                </c:pt>
                <c:pt idx="4614">
                  <c:v>1.48</c:v>
                </c:pt>
                <c:pt idx="4615">
                  <c:v>1.48</c:v>
                </c:pt>
                <c:pt idx="4616">
                  <c:v>1.48</c:v>
                </c:pt>
                <c:pt idx="4617">
                  <c:v>1.48</c:v>
                </c:pt>
                <c:pt idx="4618">
                  <c:v>1.48</c:v>
                </c:pt>
                <c:pt idx="4619">
                  <c:v>1.48</c:v>
                </c:pt>
                <c:pt idx="4620">
                  <c:v>1.48</c:v>
                </c:pt>
                <c:pt idx="4621">
                  <c:v>1.48</c:v>
                </c:pt>
                <c:pt idx="4622">
                  <c:v>1.48</c:v>
                </c:pt>
                <c:pt idx="4623">
                  <c:v>1.48</c:v>
                </c:pt>
                <c:pt idx="4624">
                  <c:v>1.48</c:v>
                </c:pt>
                <c:pt idx="4625">
                  <c:v>1.48</c:v>
                </c:pt>
                <c:pt idx="4626">
                  <c:v>1.48</c:v>
                </c:pt>
                <c:pt idx="4627">
                  <c:v>1.48</c:v>
                </c:pt>
                <c:pt idx="4628">
                  <c:v>1.48</c:v>
                </c:pt>
                <c:pt idx="4629">
                  <c:v>1.48</c:v>
                </c:pt>
                <c:pt idx="4630">
                  <c:v>1.48</c:v>
                </c:pt>
                <c:pt idx="4631">
                  <c:v>1.48</c:v>
                </c:pt>
                <c:pt idx="4632">
                  <c:v>1.48</c:v>
                </c:pt>
                <c:pt idx="4633">
                  <c:v>1.48</c:v>
                </c:pt>
                <c:pt idx="4634">
                  <c:v>1.48</c:v>
                </c:pt>
                <c:pt idx="4635">
                  <c:v>1.48</c:v>
                </c:pt>
                <c:pt idx="4636">
                  <c:v>1.48</c:v>
                </c:pt>
                <c:pt idx="4637">
                  <c:v>1.48</c:v>
                </c:pt>
                <c:pt idx="4638">
                  <c:v>1.48</c:v>
                </c:pt>
                <c:pt idx="4639">
                  <c:v>1.48</c:v>
                </c:pt>
                <c:pt idx="4640">
                  <c:v>1.48</c:v>
                </c:pt>
                <c:pt idx="4641">
                  <c:v>1.48</c:v>
                </c:pt>
                <c:pt idx="4642">
                  <c:v>1.48</c:v>
                </c:pt>
                <c:pt idx="4643">
                  <c:v>1.48</c:v>
                </c:pt>
                <c:pt idx="4644">
                  <c:v>1.48</c:v>
                </c:pt>
                <c:pt idx="4645">
                  <c:v>1.48</c:v>
                </c:pt>
                <c:pt idx="4646">
                  <c:v>1.48</c:v>
                </c:pt>
                <c:pt idx="4647">
                  <c:v>1.48</c:v>
                </c:pt>
                <c:pt idx="4648">
                  <c:v>1.48</c:v>
                </c:pt>
                <c:pt idx="4649">
                  <c:v>1.48</c:v>
                </c:pt>
                <c:pt idx="4650">
                  <c:v>1.48</c:v>
                </c:pt>
                <c:pt idx="4651">
                  <c:v>1.48</c:v>
                </c:pt>
                <c:pt idx="4652">
                  <c:v>1.48</c:v>
                </c:pt>
                <c:pt idx="4653">
                  <c:v>1.48</c:v>
                </c:pt>
                <c:pt idx="4654">
                  <c:v>1.48</c:v>
                </c:pt>
                <c:pt idx="4655">
                  <c:v>1.48</c:v>
                </c:pt>
                <c:pt idx="4656">
                  <c:v>1.48</c:v>
                </c:pt>
                <c:pt idx="4657">
                  <c:v>1.48</c:v>
                </c:pt>
                <c:pt idx="4658">
                  <c:v>1.48</c:v>
                </c:pt>
                <c:pt idx="4659">
                  <c:v>1.48</c:v>
                </c:pt>
                <c:pt idx="4660">
                  <c:v>1.48</c:v>
                </c:pt>
                <c:pt idx="4661">
                  <c:v>1.48</c:v>
                </c:pt>
                <c:pt idx="4662">
                  <c:v>1.48</c:v>
                </c:pt>
                <c:pt idx="4663">
                  <c:v>1.48</c:v>
                </c:pt>
                <c:pt idx="4664">
                  <c:v>1.48</c:v>
                </c:pt>
                <c:pt idx="4665">
                  <c:v>1.48</c:v>
                </c:pt>
                <c:pt idx="4666">
                  <c:v>1.48</c:v>
                </c:pt>
                <c:pt idx="4667">
                  <c:v>1.48</c:v>
                </c:pt>
                <c:pt idx="4668">
                  <c:v>1.48</c:v>
                </c:pt>
                <c:pt idx="4669">
                  <c:v>1.48</c:v>
                </c:pt>
                <c:pt idx="4670">
                  <c:v>1.48</c:v>
                </c:pt>
                <c:pt idx="4671">
                  <c:v>1.48</c:v>
                </c:pt>
                <c:pt idx="4672">
                  <c:v>1.48</c:v>
                </c:pt>
                <c:pt idx="4673">
                  <c:v>1.48</c:v>
                </c:pt>
                <c:pt idx="4674">
                  <c:v>1.48</c:v>
                </c:pt>
                <c:pt idx="4675">
                  <c:v>1.48</c:v>
                </c:pt>
                <c:pt idx="4676">
                  <c:v>1.48</c:v>
                </c:pt>
                <c:pt idx="4677">
                  <c:v>1.48</c:v>
                </c:pt>
                <c:pt idx="4678">
                  <c:v>1.48</c:v>
                </c:pt>
                <c:pt idx="4679">
                  <c:v>1.48</c:v>
                </c:pt>
                <c:pt idx="4680">
                  <c:v>1.48</c:v>
                </c:pt>
                <c:pt idx="4681">
                  <c:v>1.48</c:v>
                </c:pt>
                <c:pt idx="4682">
                  <c:v>1.48</c:v>
                </c:pt>
                <c:pt idx="4683">
                  <c:v>1.48</c:v>
                </c:pt>
                <c:pt idx="4684">
                  <c:v>1.48</c:v>
                </c:pt>
                <c:pt idx="4685">
                  <c:v>1.48</c:v>
                </c:pt>
                <c:pt idx="4686">
                  <c:v>1.48</c:v>
                </c:pt>
                <c:pt idx="4687">
                  <c:v>1.48</c:v>
                </c:pt>
                <c:pt idx="4688">
                  <c:v>1.48</c:v>
                </c:pt>
                <c:pt idx="4689">
                  <c:v>1.48</c:v>
                </c:pt>
                <c:pt idx="4690">
                  <c:v>1.48</c:v>
                </c:pt>
                <c:pt idx="4691">
                  <c:v>1.48</c:v>
                </c:pt>
                <c:pt idx="4692">
                  <c:v>1.48</c:v>
                </c:pt>
                <c:pt idx="4693">
                  <c:v>1.48</c:v>
                </c:pt>
                <c:pt idx="4694">
                  <c:v>1.48</c:v>
                </c:pt>
                <c:pt idx="4695">
                  <c:v>1.48</c:v>
                </c:pt>
                <c:pt idx="4696">
                  <c:v>1.48</c:v>
                </c:pt>
                <c:pt idx="4697">
                  <c:v>1.48</c:v>
                </c:pt>
                <c:pt idx="4698">
                  <c:v>1.48</c:v>
                </c:pt>
                <c:pt idx="4699">
                  <c:v>1.48</c:v>
                </c:pt>
                <c:pt idx="4700">
                  <c:v>1.48</c:v>
                </c:pt>
                <c:pt idx="4701">
                  <c:v>1.48</c:v>
                </c:pt>
                <c:pt idx="4702">
                  <c:v>1.48</c:v>
                </c:pt>
                <c:pt idx="4703">
                  <c:v>1.48</c:v>
                </c:pt>
                <c:pt idx="4704">
                  <c:v>1.48</c:v>
                </c:pt>
                <c:pt idx="4705">
                  <c:v>1.48</c:v>
                </c:pt>
                <c:pt idx="4706">
                  <c:v>1.48</c:v>
                </c:pt>
                <c:pt idx="4707">
                  <c:v>1.48</c:v>
                </c:pt>
                <c:pt idx="4708">
                  <c:v>1.48</c:v>
                </c:pt>
                <c:pt idx="4709">
                  <c:v>1.48</c:v>
                </c:pt>
                <c:pt idx="4710">
                  <c:v>1.48</c:v>
                </c:pt>
                <c:pt idx="4711">
                  <c:v>1.48</c:v>
                </c:pt>
                <c:pt idx="4712">
                  <c:v>1.48</c:v>
                </c:pt>
                <c:pt idx="4713">
                  <c:v>1.48</c:v>
                </c:pt>
                <c:pt idx="4714">
                  <c:v>1.48</c:v>
                </c:pt>
                <c:pt idx="4715">
                  <c:v>1.48</c:v>
                </c:pt>
                <c:pt idx="4716">
                  <c:v>1.48</c:v>
                </c:pt>
                <c:pt idx="4717">
                  <c:v>1.48</c:v>
                </c:pt>
                <c:pt idx="4718">
                  <c:v>1.48</c:v>
                </c:pt>
                <c:pt idx="4719">
                  <c:v>1.48</c:v>
                </c:pt>
                <c:pt idx="4720">
                  <c:v>1.48</c:v>
                </c:pt>
                <c:pt idx="4721">
                  <c:v>1.48</c:v>
                </c:pt>
                <c:pt idx="4722">
                  <c:v>1.48</c:v>
                </c:pt>
                <c:pt idx="4723">
                  <c:v>1.48</c:v>
                </c:pt>
                <c:pt idx="4724">
                  <c:v>1.48</c:v>
                </c:pt>
                <c:pt idx="4725">
                  <c:v>1.48</c:v>
                </c:pt>
                <c:pt idx="4726">
                  <c:v>1.48</c:v>
                </c:pt>
                <c:pt idx="4727">
                  <c:v>1.48</c:v>
                </c:pt>
                <c:pt idx="4728">
                  <c:v>1.48</c:v>
                </c:pt>
                <c:pt idx="4729">
                  <c:v>1.48</c:v>
                </c:pt>
                <c:pt idx="4730">
                  <c:v>1.48</c:v>
                </c:pt>
                <c:pt idx="4731">
                  <c:v>1.48</c:v>
                </c:pt>
                <c:pt idx="4732">
                  <c:v>1.48</c:v>
                </c:pt>
                <c:pt idx="4733">
                  <c:v>1.48</c:v>
                </c:pt>
                <c:pt idx="4734">
                  <c:v>1.48</c:v>
                </c:pt>
                <c:pt idx="4735">
                  <c:v>1.48</c:v>
                </c:pt>
                <c:pt idx="4736">
                  <c:v>1.48</c:v>
                </c:pt>
                <c:pt idx="4737">
                  <c:v>1.48</c:v>
                </c:pt>
                <c:pt idx="4738">
                  <c:v>1.48</c:v>
                </c:pt>
                <c:pt idx="4739">
                  <c:v>1.48</c:v>
                </c:pt>
                <c:pt idx="4740">
                  <c:v>1.48</c:v>
                </c:pt>
                <c:pt idx="4741">
                  <c:v>1.48</c:v>
                </c:pt>
                <c:pt idx="4742">
                  <c:v>1.48</c:v>
                </c:pt>
                <c:pt idx="4743">
                  <c:v>1.48</c:v>
                </c:pt>
                <c:pt idx="4744">
                  <c:v>1.48</c:v>
                </c:pt>
                <c:pt idx="4745">
                  <c:v>1.48</c:v>
                </c:pt>
                <c:pt idx="4746">
                  <c:v>1.48</c:v>
                </c:pt>
                <c:pt idx="4747">
                  <c:v>1.48</c:v>
                </c:pt>
                <c:pt idx="4748">
                  <c:v>1.48</c:v>
                </c:pt>
                <c:pt idx="4749">
                  <c:v>1.48</c:v>
                </c:pt>
                <c:pt idx="4750">
                  <c:v>1.48</c:v>
                </c:pt>
                <c:pt idx="4751">
                  <c:v>1.48</c:v>
                </c:pt>
                <c:pt idx="4752">
                  <c:v>1.48</c:v>
                </c:pt>
                <c:pt idx="4753">
                  <c:v>1.48</c:v>
                </c:pt>
                <c:pt idx="4754">
                  <c:v>1.48</c:v>
                </c:pt>
                <c:pt idx="4755">
                  <c:v>1.48</c:v>
                </c:pt>
                <c:pt idx="4756">
                  <c:v>1.48</c:v>
                </c:pt>
                <c:pt idx="4757">
                  <c:v>1.48</c:v>
                </c:pt>
                <c:pt idx="4758">
                  <c:v>1.48</c:v>
                </c:pt>
                <c:pt idx="4759">
                  <c:v>1.48</c:v>
                </c:pt>
                <c:pt idx="4760">
                  <c:v>1.48</c:v>
                </c:pt>
                <c:pt idx="4761">
                  <c:v>1.48</c:v>
                </c:pt>
                <c:pt idx="4762">
                  <c:v>1.48</c:v>
                </c:pt>
                <c:pt idx="4763">
                  <c:v>1.48</c:v>
                </c:pt>
                <c:pt idx="4764">
                  <c:v>1.48</c:v>
                </c:pt>
                <c:pt idx="4765">
                  <c:v>1.48</c:v>
                </c:pt>
                <c:pt idx="4766">
                  <c:v>1.48</c:v>
                </c:pt>
                <c:pt idx="4767">
                  <c:v>1.48</c:v>
                </c:pt>
                <c:pt idx="4768">
                  <c:v>1.48</c:v>
                </c:pt>
                <c:pt idx="4769">
                  <c:v>1.48</c:v>
                </c:pt>
                <c:pt idx="4770">
                  <c:v>1.48</c:v>
                </c:pt>
                <c:pt idx="4771">
                  <c:v>1.48</c:v>
                </c:pt>
                <c:pt idx="4772">
                  <c:v>1.48</c:v>
                </c:pt>
                <c:pt idx="4773">
                  <c:v>1.48</c:v>
                </c:pt>
                <c:pt idx="4774">
                  <c:v>1.48</c:v>
                </c:pt>
                <c:pt idx="4775">
                  <c:v>1.48</c:v>
                </c:pt>
                <c:pt idx="4776">
                  <c:v>1.48</c:v>
                </c:pt>
                <c:pt idx="4777">
                  <c:v>1.48</c:v>
                </c:pt>
                <c:pt idx="4778">
                  <c:v>1.48</c:v>
                </c:pt>
                <c:pt idx="4779">
                  <c:v>1.48</c:v>
                </c:pt>
                <c:pt idx="4780">
                  <c:v>1.48</c:v>
                </c:pt>
                <c:pt idx="4781">
                  <c:v>1.48</c:v>
                </c:pt>
                <c:pt idx="4782">
                  <c:v>1.48</c:v>
                </c:pt>
                <c:pt idx="4783">
                  <c:v>1.48</c:v>
                </c:pt>
                <c:pt idx="4784">
                  <c:v>1.48</c:v>
                </c:pt>
                <c:pt idx="4785">
                  <c:v>1.48</c:v>
                </c:pt>
                <c:pt idx="4786">
                  <c:v>1.48</c:v>
                </c:pt>
                <c:pt idx="4787">
                  <c:v>1.48</c:v>
                </c:pt>
                <c:pt idx="4788">
                  <c:v>1.48</c:v>
                </c:pt>
                <c:pt idx="4789">
                  <c:v>1.48</c:v>
                </c:pt>
                <c:pt idx="4790">
                  <c:v>1.48</c:v>
                </c:pt>
                <c:pt idx="4791">
                  <c:v>1.48</c:v>
                </c:pt>
                <c:pt idx="4792">
                  <c:v>1.48</c:v>
                </c:pt>
                <c:pt idx="4793">
                  <c:v>1.48</c:v>
                </c:pt>
                <c:pt idx="4794">
                  <c:v>1.48</c:v>
                </c:pt>
                <c:pt idx="4795">
                  <c:v>1.48</c:v>
                </c:pt>
                <c:pt idx="4796">
                  <c:v>1.48</c:v>
                </c:pt>
                <c:pt idx="4797">
                  <c:v>1.48</c:v>
                </c:pt>
                <c:pt idx="4798">
                  <c:v>1.48</c:v>
                </c:pt>
                <c:pt idx="4799">
                  <c:v>1.48</c:v>
                </c:pt>
                <c:pt idx="4800">
                  <c:v>1.48</c:v>
                </c:pt>
                <c:pt idx="4801">
                  <c:v>1.48</c:v>
                </c:pt>
                <c:pt idx="4802">
                  <c:v>1.48</c:v>
                </c:pt>
                <c:pt idx="4803">
                  <c:v>1.48</c:v>
                </c:pt>
                <c:pt idx="4804">
                  <c:v>1.48</c:v>
                </c:pt>
                <c:pt idx="4805">
                  <c:v>1.48</c:v>
                </c:pt>
                <c:pt idx="4806">
                  <c:v>1.48</c:v>
                </c:pt>
                <c:pt idx="4807">
                  <c:v>1.48</c:v>
                </c:pt>
                <c:pt idx="4808">
                  <c:v>1.48</c:v>
                </c:pt>
                <c:pt idx="4809">
                  <c:v>1.48</c:v>
                </c:pt>
                <c:pt idx="4810">
                  <c:v>1.48</c:v>
                </c:pt>
                <c:pt idx="4811">
                  <c:v>1.48</c:v>
                </c:pt>
                <c:pt idx="4812">
                  <c:v>1.48</c:v>
                </c:pt>
                <c:pt idx="4813">
                  <c:v>1.48</c:v>
                </c:pt>
                <c:pt idx="4814">
                  <c:v>1.48</c:v>
                </c:pt>
                <c:pt idx="4815">
                  <c:v>1.48</c:v>
                </c:pt>
                <c:pt idx="4816">
                  <c:v>1.48</c:v>
                </c:pt>
                <c:pt idx="4817">
                  <c:v>1.48</c:v>
                </c:pt>
                <c:pt idx="4818">
                  <c:v>1.48</c:v>
                </c:pt>
                <c:pt idx="4819">
                  <c:v>1.48</c:v>
                </c:pt>
                <c:pt idx="4820">
                  <c:v>1.48</c:v>
                </c:pt>
                <c:pt idx="4821">
                  <c:v>1.48</c:v>
                </c:pt>
                <c:pt idx="4822">
                  <c:v>1.48</c:v>
                </c:pt>
                <c:pt idx="4823">
                  <c:v>1.48</c:v>
                </c:pt>
                <c:pt idx="4824">
                  <c:v>1.48</c:v>
                </c:pt>
                <c:pt idx="4825">
                  <c:v>1.48</c:v>
                </c:pt>
                <c:pt idx="4826">
                  <c:v>1.48</c:v>
                </c:pt>
                <c:pt idx="4827">
                  <c:v>1.48</c:v>
                </c:pt>
                <c:pt idx="4828">
                  <c:v>1.48</c:v>
                </c:pt>
                <c:pt idx="4829">
                  <c:v>1.48</c:v>
                </c:pt>
                <c:pt idx="4830">
                  <c:v>1.48</c:v>
                </c:pt>
                <c:pt idx="4831">
                  <c:v>1.48</c:v>
                </c:pt>
                <c:pt idx="4832">
                  <c:v>1.48</c:v>
                </c:pt>
                <c:pt idx="4833">
                  <c:v>1.48</c:v>
                </c:pt>
                <c:pt idx="4834">
                  <c:v>1.48</c:v>
                </c:pt>
                <c:pt idx="4835">
                  <c:v>1.48</c:v>
                </c:pt>
                <c:pt idx="4836">
                  <c:v>1.48</c:v>
                </c:pt>
                <c:pt idx="4837">
                  <c:v>1.48</c:v>
                </c:pt>
                <c:pt idx="4838">
                  <c:v>1.48</c:v>
                </c:pt>
                <c:pt idx="4839">
                  <c:v>1.48</c:v>
                </c:pt>
                <c:pt idx="4840">
                  <c:v>1.48</c:v>
                </c:pt>
                <c:pt idx="4841">
                  <c:v>1.48</c:v>
                </c:pt>
                <c:pt idx="4842">
                  <c:v>1.48</c:v>
                </c:pt>
                <c:pt idx="4843">
                  <c:v>1.48</c:v>
                </c:pt>
                <c:pt idx="4844">
                  <c:v>1.48</c:v>
                </c:pt>
                <c:pt idx="4845">
                  <c:v>1.48</c:v>
                </c:pt>
                <c:pt idx="4846">
                  <c:v>1.48</c:v>
                </c:pt>
                <c:pt idx="4847">
                  <c:v>1.48</c:v>
                </c:pt>
                <c:pt idx="4848">
                  <c:v>1.48</c:v>
                </c:pt>
                <c:pt idx="4849">
                  <c:v>1.48</c:v>
                </c:pt>
                <c:pt idx="4850">
                  <c:v>1.48</c:v>
                </c:pt>
                <c:pt idx="4851">
                  <c:v>1.48</c:v>
                </c:pt>
                <c:pt idx="4852">
                  <c:v>1.48</c:v>
                </c:pt>
                <c:pt idx="4853">
                  <c:v>1.48</c:v>
                </c:pt>
                <c:pt idx="4854">
                  <c:v>1.48</c:v>
                </c:pt>
                <c:pt idx="4855">
                  <c:v>1.48</c:v>
                </c:pt>
                <c:pt idx="4856">
                  <c:v>1.48</c:v>
                </c:pt>
                <c:pt idx="4857">
                  <c:v>1.48</c:v>
                </c:pt>
                <c:pt idx="4858">
                  <c:v>1.48</c:v>
                </c:pt>
                <c:pt idx="4859">
                  <c:v>1.48</c:v>
                </c:pt>
                <c:pt idx="4860">
                  <c:v>1.48</c:v>
                </c:pt>
                <c:pt idx="4861">
                  <c:v>1.48</c:v>
                </c:pt>
                <c:pt idx="4862">
                  <c:v>1.48</c:v>
                </c:pt>
                <c:pt idx="4863">
                  <c:v>1.48</c:v>
                </c:pt>
                <c:pt idx="4864">
                  <c:v>1.48</c:v>
                </c:pt>
                <c:pt idx="4865">
                  <c:v>1.48</c:v>
                </c:pt>
                <c:pt idx="4866">
                  <c:v>1.48</c:v>
                </c:pt>
                <c:pt idx="4867">
                  <c:v>1.48</c:v>
                </c:pt>
                <c:pt idx="4868">
                  <c:v>1.48</c:v>
                </c:pt>
                <c:pt idx="4869">
                  <c:v>1.48</c:v>
                </c:pt>
                <c:pt idx="4870">
                  <c:v>1.48</c:v>
                </c:pt>
                <c:pt idx="4871">
                  <c:v>1.48</c:v>
                </c:pt>
                <c:pt idx="4872">
                  <c:v>1.48</c:v>
                </c:pt>
                <c:pt idx="4873">
                  <c:v>1.48</c:v>
                </c:pt>
                <c:pt idx="4874">
                  <c:v>1.48</c:v>
                </c:pt>
                <c:pt idx="4875">
                  <c:v>1.48</c:v>
                </c:pt>
                <c:pt idx="4876">
                  <c:v>1.48</c:v>
                </c:pt>
                <c:pt idx="4877">
                  <c:v>1.48</c:v>
                </c:pt>
                <c:pt idx="4878">
                  <c:v>1.48</c:v>
                </c:pt>
                <c:pt idx="4879">
                  <c:v>1.48</c:v>
                </c:pt>
                <c:pt idx="4880">
                  <c:v>1.48</c:v>
                </c:pt>
                <c:pt idx="4881">
                  <c:v>1.48</c:v>
                </c:pt>
                <c:pt idx="4882">
                  <c:v>1.48</c:v>
                </c:pt>
                <c:pt idx="4883">
                  <c:v>1.48</c:v>
                </c:pt>
                <c:pt idx="4884">
                  <c:v>1.48</c:v>
                </c:pt>
                <c:pt idx="4885">
                  <c:v>1.48</c:v>
                </c:pt>
                <c:pt idx="4886">
                  <c:v>1.48</c:v>
                </c:pt>
                <c:pt idx="4887">
                  <c:v>1.48</c:v>
                </c:pt>
                <c:pt idx="4888">
                  <c:v>1.48</c:v>
                </c:pt>
                <c:pt idx="4889">
                  <c:v>1.48</c:v>
                </c:pt>
                <c:pt idx="4890">
                  <c:v>1.48</c:v>
                </c:pt>
                <c:pt idx="4891">
                  <c:v>1.48</c:v>
                </c:pt>
                <c:pt idx="4892">
                  <c:v>1.48</c:v>
                </c:pt>
                <c:pt idx="4893">
                  <c:v>1.48</c:v>
                </c:pt>
                <c:pt idx="4894">
                  <c:v>1.48</c:v>
                </c:pt>
                <c:pt idx="4895">
                  <c:v>1.48</c:v>
                </c:pt>
                <c:pt idx="4896">
                  <c:v>1.48</c:v>
                </c:pt>
                <c:pt idx="4897">
                  <c:v>1.48</c:v>
                </c:pt>
                <c:pt idx="4898">
                  <c:v>1.48</c:v>
                </c:pt>
                <c:pt idx="4899">
                  <c:v>1.48</c:v>
                </c:pt>
                <c:pt idx="4900">
                  <c:v>1.48</c:v>
                </c:pt>
                <c:pt idx="4901">
                  <c:v>1.48</c:v>
                </c:pt>
                <c:pt idx="4902">
                  <c:v>1.48</c:v>
                </c:pt>
                <c:pt idx="4903">
                  <c:v>1.48</c:v>
                </c:pt>
                <c:pt idx="4904">
                  <c:v>1.48</c:v>
                </c:pt>
                <c:pt idx="4905">
                  <c:v>1.48</c:v>
                </c:pt>
                <c:pt idx="4906">
                  <c:v>1.48</c:v>
                </c:pt>
                <c:pt idx="4907">
                  <c:v>1.48</c:v>
                </c:pt>
                <c:pt idx="4908">
                  <c:v>1.48</c:v>
                </c:pt>
                <c:pt idx="4909">
                  <c:v>1.48</c:v>
                </c:pt>
                <c:pt idx="4910">
                  <c:v>1.48</c:v>
                </c:pt>
                <c:pt idx="4911">
                  <c:v>1.48</c:v>
                </c:pt>
                <c:pt idx="4912">
                  <c:v>1.48</c:v>
                </c:pt>
                <c:pt idx="4913">
                  <c:v>1.48</c:v>
                </c:pt>
                <c:pt idx="4914">
                  <c:v>1.48</c:v>
                </c:pt>
                <c:pt idx="4915">
                  <c:v>1.48</c:v>
                </c:pt>
                <c:pt idx="4916">
                  <c:v>1.48</c:v>
                </c:pt>
                <c:pt idx="4917">
                  <c:v>1.48</c:v>
                </c:pt>
                <c:pt idx="4918">
                  <c:v>1.48</c:v>
                </c:pt>
                <c:pt idx="4919">
                  <c:v>1.48</c:v>
                </c:pt>
                <c:pt idx="4920">
                  <c:v>1.48</c:v>
                </c:pt>
                <c:pt idx="4921">
                  <c:v>1.48</c:v>
                </c:pt>
                <c:pt idx="4922">
                  <c:v>1.48</c:v>
                </c:pt>
                <c:pt idx="4923">
                  <c:v>1.48</c:v>
                </c:pt>
                <c:pt idx="4924">
                  <c:v>1.48</c:v>
                </c:pt>
                <c:pt idx="4925">
                  <c:v>1.48</c:v>
                </c:pt>
                <c:pt idx="4926">
                  <c:v>1.48</c:v>
                </c:pt>
                <c:pt idx="4927">
                  <c:v>1.48</c:v>
                </c:pt>
                <c:pt idx="4928">
                  <c:v>1.48</c:v>
                </c:pt>
                <c:pt idx="4929">
                  <c:v>1.48</c:v>
                </c:pt>
                <c:pt idx="4930">
                  <c:v>1.48</c:v>
                </c:pt>
                <c:pt idx="4931">
                  <c:v>1.48</c:v>
                </c:pt>
                <c:pt idx="4932">
                  <c:v>1.48</c:v>
                </c:pt>
                <c:pt idx="4933">
                  <c:v>1.48</c:v>
                </c:pt>
                <c:pt idx="4934">
                  <c:v>1.48</c:v>
                </c:pt>
                <c:pt idx="4935">
                  <c:v>1.48</c:v>
                </c:pt>
                <c:pt idx="4936">
                  <c:v>1.48</c:v>
                </c:pt>
                <c:pt idx="4937">
                  <c:v>1.48</c:v>
                </c:pt>
                <c:pt idx="4938">
                  <c:v>1.48</c:v>
                </c:pt>
                <c:pt idx="4939">
                  <c:v>1.48</c:v>
                </c:pt>
                <c:pt idx="4940">
                  <c:v>1.48</c:v>
                </c:pt>
                <c:pt idx="4941">
                  <c:v>1.48</c:v>
                </c:pt>
                <c:pt idx="4942">
                  <c:v>1.48</c:v>
                </c:pt>
                <c:pt idx="4943">
                  <c:v>1.48</c:v>
                </c:pt>
                <c:pt idx="4944">
                  <c:v>1.48</c:v>
                </c:pt>
                <c:pt idx="4945">
                  <c:v>1.48</c:v>
                </c:pt>
                <c:pt idx="4946">
                  <c:v>1.48</c:v>
                </c:pt>
                <c:pt idx="4947">
                  <c:v>1.48</c:v>
                </c:pt>
                <c:pt idx="4948">
                  <c:v>1.48</c:v>
                </c:pt>
                <c:pt idx="4949">
                  <c:v>1.48</c:v>
                </c:pt>
                <c:pt idx="4950">
                  <c:v>1.48</c:v>
                </c:pt>
                <c:pt idx="4951">
                  <c:v>1.48</c:v>
                </c:pt>
                <c:pt idx="4952">
                  <c:v>1.48</c:v>
                </c:pt>
                <c:pt idx="4953">
                  <c:v>1.48</c:v>
                </c:pt>
                <c:pt idx="4954">
                  <c:v>1.48</c:v>
                </c:pt>
                <c:pt idx="4955">
                  <c:v>1.48</c:v>
                </c:pt>
                <c:pt idx="4956">
                  <c:v>1.48</c:v>
                </c:pt>
                <c:pt idx="4957">
                  <c:v>1.48</c:v>
                </c:pt>
                <c:pt idx="4958">
                  <c:v>1.48</c:v>
                </c:pt>
                <c:pt idx="4959">
                  <c:v>1.48</c:v>
                </c:pt>
                <c:pt idx="4960">
                  <c:v>1.48</c:v>
                </c:pt>
                <c:pt idx="4961">
                  <c:v>1.48</c:v>
                </c:pt>
                <c:pt idx="4962">
                  <c:v>1.48</c:v>
                </c:pt>
                <c:pt idx="4963">
                  <c:v>1.48</c:v>
                </c:pt>
                <c:pt idx="4964">
                  <c:v>1.48</c:v>
                </c:pt>
                <c:pt idx="4965">
                  <c:v>1.48</c:v>
                </c:pt>
                <c:pt idx="4966">
                  <c:v>1.48</c:v>
                </c:pt>
                <c:pt idx="4967">
                  <c:v>1.48</c:v>
                </c:pt>
                <c:pt idx="4968">
                  <c:v>1.48</c:v>
                </c:pt>
                <c:pt idx="4969">
                  <c:v>1.48</c:v>
                </c:pt>
                <c:pt idx="4970">
                  <c:v>1.48</c:v>
                </c:pt>
                <c:pt idx="4971">
                  <c:v>1.48</c:v>
                </c:pt>
                <c:pt idx="4972">
                  <c:v>1.48</c:v>
                </c:pt>
                <c:pt idx="4973">
                  <c:v>1.48</c:v>
                </c:pt>
                <c:pt idx="4974">
                  <c:v>1.48</c:v>
                </c:pt>
                <c:pt idx="4975">
                  <c:v>1.48</c:v>
                </c:pt>
                <c:pt idx="4976">
                  <c:v>1.48</c:v>
                </c:pt>
                <c:pt idx="4977">
                  <c:v>1.48</c:v>
                </c:pt>
                <c:pt idx="4978">
                  <c:v>1.48</c:v>
                </c:pt>
                <c:pt idx="4979">
                  <c:v>1.48</c:v>
                </c:pt>
                <c:pt idx="4980">
                  <c:v>1.48</c:v>
                </c:pt>
                <c:pt idx="4981">
                  <c:v>1.48</c:v>
                </c:pt>
                <c:pt idx="4982">
                  <c:v>1.48</c:v>
                </c:pt>
                <c:pt idx="4983">
                  <c:v>1.48</c:v>
                </c:pt>
                <c:pt idx="4984">
                  <c:v>1.48</c:v>
                </c:pt>
                <c:pt idx="4985">
                  <c:v>1.48</c:v>
                </c:pt>
                <c:pt idx="4986">
                  <c:v>1.48</c:v>
                </c:pt>
                <c:pt idx="4987">
                  <c:v>1.48</c:v>
                </c:pt>
                <c:pt idx="4988">
                  <c:v>1.48</c:v>
                </c:pt>
                <c:pt idx="4989">
                  <c:v>1.48</c:v>
                </c:pt>
                <c:pt idx="4990">
                  <c:v>1.48</c:v>
                </c:pt>
                <c:pt idx="4991">
                  <c:v>1.48</c:v>
                </c:pt>
                <c:pt idx="4992">
                  <c:v>1.48</c:v>
                </c:pt>
                <c:pt idx="4993">
                  <c:v>1.48</c:v>
                </c:pt>
                <c:pt idx="4994">
                  <c:v>1.48</c:v>
                </c:pt>
                <c:pt idx="4995">
                  <c:v>1.48</c:v>
                </c:pt>
                <c:pt idx="4996">
                  <c:v>1.48</c:v>
                </c:pt>
                <c:pt idx="4997">
                  <c:v>1.48</c:v>
                </c:pt>
                <c:pt idx="4998">
                  <c:v>1.48</c:v>
                </c:pt>
                <c:pt idx="4999">
                  <c:v>1.48</c:v>
                </c:pt>
                <c:pt idx="5000">
                  <c:v>1.48</c:v>
                </c:pt>
                <c:pt idx="5001">
                  <c:v>1.48</c:v>
                </c:pt>
                <c:pt idx="5002">
                  <c:v>1.48</c:v>
                </c:pt>
                <c:pt idx="5003">
                  <c:v>1.48</c:v>
                </c:pt>
                <c:pt idx="5004">
                  <c:v>1.48</c:v>
                </c:pt>
                <c:pt idx="5005">
                  <c:v>1.48</c:v>
                </c:pt>
                <c:pt idx="5006">
                  <c:v>1.48</c:v>
                </c:pt>
                <c:pt idx="5007">
                  <c:v>1.48</c:v>
                </c:pt>
                <c:pt idx="5008">
                  <c:v>1.48</c:v>
                </c:pt>
                <c:pt idx="5009">
                  <c:v>1.48</c:v>
                </c:pt>
                <c:pt idx="5010">
                  <c:v>1.48</c:v>
                </c:pt>
                <c:pt idx="5011">
                  <c:v>1.48</c:v>
                </c:pt>
                <c:pt idx="5012">
                  <c:v>1.48</c:v>
                </c:pt>
                <c:pt idx="5013">
                  <c:v>1.48</c:v>
                </c:pt>
                <c:pt idx="5014">
                  <c:v>1.48</c:v>
                </c:pt>
                <c:pt idx="5015">
                  <c:v>1.48</c:v>
                </c:pt>
                <c:pt idx="5016">
                  <c:v>1.48</c:v>
                </c:pt>
                <c:pt idx="5017">
                  <c:v>1.48</c:v>
                </c:pt>
                <c:pt idx="5018">
                  <c:v>1.48</c:v>
                </c:pt>
                <c:pt idx="5019">
                  <c:v>1.48</c:v>
                </c:pt>
                <c:pt idx="5020">
                  <c:v>1.48</c:v>
                </c:pt>
                <c:pt idx="5021">
                  <c:v>1.48</c:v>
                </c:pt>
                <c:pt idx="5022">
                  <c:v>1.48</c:v>
                </c:pt>
                <c:pt idx="5023">
                  <c:v>1.48</c:v>
                </c:pt>
                <c:pt idx="5024">
                  <c:v>1.48</c:v>
                </c:pt>
                <c:pt idx="5025">
                  <c:v>1.48</c:v>
                </c:pt>
                <c:pt idx="5026">
                  <c:v>1.48</c:v>
                </c:pt>
                <c:pt idx="5027">
                  <c:v>1.48</c:v>
                </c:pt>
                <c:pt idx="5028">
                  <c:v>1.48</c:v>
                </c:pt>
                <c:pt idx="5029">
                  <c:v>1.48</c:v>
                </c:pt>
                <c:pt idx="5030">
                  <c:v>1.48</c:v>
                </c:pt>
                <c:pt idx="5031">
                  <c:v>1.48</c:v>
                </c:pt>
                <c:pt idx="5032">
                  <c:v>1.48</c:v>
                </c:pt>
                <c:pt idx="5033">
                  <c:v>1.48</c:v>
                </c:pt>
                <c:pt idx="5034">
                  <c:v>1.48</c:v>
                </c:pt>
                <c:pt idx="5035">
                  <c:v>1.48</c:v>
                </c:pt>
                <c:pt idx="5036">
                  <c:v>1.48</c:v>
                </c:pt>
                <c:pt idx="5037">
                  <c:v>1.48</c:v>
                </c:pt>
                <c:pt idx="5038">
                  <c:v>1.48</c:v>
                </c:pt>
                <c:pt idx="5039">
                  <c:v>1.48</c:v>
                </c:pt>
                <c:pt idx="5040">
                  <c:v>1.48</c:v>
                </c:pt>
                <c:pt idx="5041">
                  <c:v>1.48</c:v>
                </c:pt>
                <c:pt idx="5042">
                  <c:v>1.48</c:v>
                </c:pt>
                <c:pt idx="5043">
                  <c:v>1.48</c:v>
                </c:pt>
                <c:pt idx="5044">
                  <c:v>1.48</c:v>
                </c:pt>
                <c:pt idx="5045">
                  <c:v>1.48</c:v>
                </c:pt>
                <c:pt idx="5046">
                  <c:v>1.48</c:v>
                </c:pt>
                <c:pt idx="5047">
                  <c:v>1.48</c:v>
                </c:pt>
                <c:pt idx="5048">
                  <c:v>1.48</c:v>
                </c:pt>
                <c:pt idx="5049">
                  <c:v>1.48</c:v>
                </c:pt>
                <c:pt idx="5050">
                  <c:v>1.48</c:v>
                </c:pt>
                <c:pt idx="5051">
                  <c:v>1.48</c:v>
                </c:pt>
                <c:pt idx="5052">
                  <c:v>1.48</c:v>
                </c:pt>
                <c:pt idx="5053">
                  <c:v>1.48</c:v>
                </c:pt>
                <c:pt idx="5054">
                  <c:v>1.48</c:v>
                </c:pt>
                <c:pt idx="5055">
                  <c:v>1.48</c:v>
                </c:pt>
                <c:pt idx="5056">
                  <c:v>1.48</c:v>
                </c:pt>
                <c:pt idx="5057">
                  <c:v>1.48</c:v>
                </c:pt>
                <c:pt idx="5058">
                  <c:v>1.48</c:v>
                </c:pt>
                <c:pt idx="5059">
                  <c:v>1.48</c:v>
                </c:pt>
                <c:pt idx="5060">
                  <c:v>1.48</c:v>
                </c:pt>
                <c:pt idx="5061">
                  <c:v>1.48</c:v>
                </c:pt>
                <c:pt idx="5062">
                  <c:v>1.48</c:v>
                </c:pt>
                <c:pt idx="5063">
                  <c:v>1.48</c:v>
                </c:pt>
                <c:pt idx="5064">
                  <c:v>1.48</c:v>
                </c:pt>
                <c:pt idx="5065">
                  <c:v>1.48</c:v>
                </c:pt>
                <c:pt idx="5066">
                  <c:v>1.48</c:v>
                </c:pt>
                <c:pt idx="5067">
                  <c:v>1.48</c:v>
                </c:pt>
                <c:pt idx="5068">
                  <c:v>1.48</c:v>
                </c:pt>
                <c:pt idx="5069">
                  <c:v>1.48</c:v>
                </c:pt>
                <c:pt idx="5070">
                  <c:v>1.48</c:v>
                </c:pt>
                <c:pt idx="5071">
                  <c:v>1.48</c:v>
                </c:pt>
                <c:pt idx="5072">
                  <c:v>1.48</c:v>
                </c:pt>
                <c:pt idx="5073">
                  <c:v>1.48</c:v>
                </c:pt>
                <c:pt idx="5074">
                  <c:v>1.48</c:v>
                </c:pt>
                <c:pt idx="5075">
                  <c:v>1.48</c:v>
                </c:pt>
                <c:pt idx="5076">
                  <c:v>1.48</c:v>
                </c:pt>
                <c:pt idx="5077">
                  <c:v>1.48</c:v>
                </c:pt>
                <c:pt idx="5078">
                  <c:v>1.48</c:v>
                </c:pt>
                <c:pt idx="5079">
                  <c:v>1.48</c:v>
                </c:pt>
                <c:pt idx="5080">
                  <c:v>1.48</c:v>
                </c:pt>
                <c:pt idx="5081">
                  <c:v>1.48</c:v>
                </c:pt>
                <c:pt idx="5082">
                  <c:v>1.48</c:v>
                </c:pt>
                <c:pt idx="5083">
                  <c:v>1.48</c:v>
                </c:pt>
                <c:pt idx="5084">
                  <c:v>1.48</c:v>
                </c:pt>
                <c:pt idx="5085">
                  <c:v>1.48</c:v>
                </c:pt>
                <c:pt idx="5086">
                  <c:v>1.48</c:v>
                </c:pt>
                <c:pt idx="5087">
                  <c:v>1.48</c:v>
                </c:pt>
                <c:pt idx="5088">
                  <c:v>1.48</c:v>
                </c:pt>
                <c:pt idx="5089">
                  <c:v>1.48</c:v>
                </c:pt>
                <c:pt idx="5090">
                  <c:v>1.48</c:v>
                </c:pt>
                <c:pt idx="5091">
                  <c:v>1.48</c:v>
                </c:pt>
                <c:pt idx="5092">
                  <c:v>1.48</c:v>
                </c:pt>
                <c:pt idx="5093">
                  <c:v>1.48</c:v>
                </c:pt>
                <c:pt idx="5094">
                  <c:v>1.48</c:v>
                </c:pt>
                <c:pt idx="5095">
                  <c:v>1.48</c:v>
                </c:pt>
                <c:pt idx="5096">
                  <c:v>1.48</c:v>
                </c:pt>
                <c:pt idx="5097">
                  <c:v>1.48</c:v>
                </c:pt>
                <c:pt idx="5098">
                  <c:v>1.48</c:v>
                </c:pt>
                <c:pt idx="5099">
                  <c:v>1.48</c:v>
                </c:pt>
                <c:pt idx="5100">
                  <c:v>1.48</c:v>
                </c:pt>
                <c:pt idx="5101">
                  <c:v>1.48</c:v>
                </c:pt>
                <c:pt idx="5102">
                  <c:v>1.48</c:v>
                </c:pt>
                <c:pt idx="5103">
                  <c:v>1.48</c:v>
                </c:pt>
                <c:pt idx="5104">
                  <c:v>1.48</c:v>
                </c:pt>
                <c:pt idx="5105">
                  <c:v>1.48</c:v>
                </c:pt>
                <c:pt idx="5106">
                  <c:v>1.48</c:v>
                </c:pt>
                <c:pt idx="5107">
                  <c:v>1.48</c:v>
                </c:pt>
                <c:pt idx="5108">
                  <c:v>1.48</c:v>
                </c:pt>
                <c:pt idx="5109">
                  <c:v>1.48</c:v>
                </c:pt>
                <c:pt idx="5110">
                  <c:v>1.48</c:v>
                </c:pt>
                <c:pt idx="5111">
                  <c:v>1.48</c:v>
                </c:pt>
                <c:pt idx="5112">
                  <c:v>1.48</c:v>
                </c:pt>
                <c:pt idx="5113">
                  <c:v>1.48</c:v>
                </c:pt>
                <c:pt idx="5114">
                  <c:v>1.48</c:v>
                </c:pt>
                <c:pt idx="5115">
                  <c:v>1.48</c:v>
                </c:pt>
                <c:pt idx="5116">
                  <c:v>1.48</c:v>
                </c:pt>
                <c:pt idx="5117">
                  <c:v>1.48</c:v>
                </c:pt>
                <c:pt idx="5118">
                  <c:v>1.48</c:v>
                </c:pt>
                <c:pt idx="5119">
                  <c:v>1.48</c:v>
                </c:pt>
                <c:pt idx="5120">
                  <c:v>1.48</c:v>
                </c:pt>
                <c:pt idx="5121">
                  <c:v>1.48</c:v>
                </c:pt>
                <c:pt idx="5122">
                  <c:v>1.48</c:v>
                </c:pt>
                <c:pt idx="5123">
                  <c:v>1.48</c:v>
                </c:pt>
                <c:pt idx="5124">
                  <c:v>1.48</c:v>
                </c:pt>
                <c:pt idx="5125">
                  <c:v>1.48</c:v>
                </c:pt>
                <c:pt idx="5126">
                  <c:v>1.48</c:v>
                </c:pt>
                <c:pt idx="5127">
                  <c:v>1.48</c:v>
                </c:pt>
                <c:pt idx="5128">
                  <c:v>1.48</c:v>
                </c:pt>
                <c:pt idx="5129">
                  <c:v>1.48</c:v>
                </c:pt>
                <c:pt idx="5130">
                  <c:v>1.48</c:v>
                </c:pt>
                <c:pt idx="5131">
                  <c:v>1.48</c:v>
                </c:pt>
                <c:pt idx="5132">
                  <c:v>1.48</c:v>
                </c:pt>
                <c:pt idx="5133">
                  <c:v>1.48</c:v>
                </c:pt>
                <c:pt idx="5134">
                  <c:v>1.48</c:v>
                </c:pt>
                <c:pt idx="5135">
                  <c:v>1.48</c:v>
                </c:pt>
                <c:pt idx="5136">
                  <c:v>1.48</c:v>
                </c:pt>
                <c:pt idx="5137">
                  <c:v>1.48</c:v>
                </c:pt>
                <c:pt idx="5138">
                  <c:v>1.48</c:v>
                </c:pt>
                <c:pt idx="5139">
                  <c:v>1.48</c:v>
                </c:pt>
                <c:pt idx="5140">
                  <c:v>1.48</c:v>
                </c:pt>
                <c:pt idx="5141">
                  <c:v>1.48</c:v>
                </c:pt>
                <c:pt idx="5142">
                  <c:v>1.48</c:v>
                </c:pt>
                <c:pt idx="5143">
                  <c:v>1.48</c:v>
                </c:pt>
                <c:pt idx="5144">
                  <c:v>1.48</c:v>
                </c:pt>
                <c:pt idx="5145">
                  <c:v>1.48</c:v>
                </c:pt>
                <c:pt idx="5146">
                  <c:v>1.48</c:v>
                </c:pt>
                <c:pt idx="5147">
                  <c:v>1.48</c:v>
                </c:pt>
                <c:pt idx="5148">
                  <c:v>1.48</c:v>
                </c:pt>
                <c:pt idx="5149">
                  <c:v>1.48</c:v>
                </c:pt>
                <c:pt idx="5150">
                  <c:v>1.48</c:v>
                </c:pt>
                <c:pt idx="5151">
                  <c:v>1.48</c:v>
                </c:pt>
                <c:pt idx="5152">
                  <c:v>1.48</c:v>
                </c:pt>
                <c:pt idx="5153">
                  <c:v>1.48</c:v>
                </c:pt>
                <c:pt idx="5154">
                  <c:v>1.48</c:v>
                </c:pt>
                <c:pt idx="5155">
                  <c:v>1.48</c:v>
                </c:pt>
                <c:pt idx="5156">
                  <c:v>1.48</c:v>
                </c:pt>
                <c:pt idx="5157">
                  <c:v>1.48</c:v>
                </c:pt>
                <c:pt idx="5158">
                  <c:v>1.48</c:v>
                </c:pt>
                <c:pt idx="5159">
                  <c:v>1.48</c:v>
                </c:pt>
                <c:pt idx="5160">
                  <c:v>1.48</c:v>
                </c:pt>
                <c:pt idx="5161">
                  <c:v>1.48</c:v>
                </c:pt>
                <c:pt idx="5162">
                  <c:v>1.48</c:v>
                </c:pt>
                <c:pt idx="5163">
                  <c:v>1.48</c:v>
                </c:pt>
                <c:pt idx="5164">
                  <c:v>1.48</c:v>
                </c:pt>
                <c:pt idx="5165">
                  <c:v>1.48</c:v>
                </c:pt>
                <c:pt idx="5166">
                  <c:v>1.48</c:v>
                </c:pt>
                <c:pt idx="5167">
                  <c:v>1.48</c:v>
                </c:pt>
                <c:pt idx="5168">
                  <c:v>1.48</c:v>
                </c:pt>
                <c:pt idx="5169">
                  <c:v>1.48</c:v>
                </c:pt>
                <c:pt idx="5170">
                  <c:v>1.48</c:v>
                </c:pt>
                <c:pt idx="5171">
                  <c:v>1.48</c:v>
                </c:pt>
                <c:pt idx="5172">
                  <c:v>1.48</c:v>
                </c:pt>
                <c:pt idx="5173">
                  <c:v>1.48</c:v>
                </c:pt>
                <c:pt idx="5174">
                  <c:v>1.48</c:v>
                </c:pt>
                <c:pt idx="5175">
                  <c:v>1.48</c:v>
                </c:pt>
                <c:pt idx="5176">
                  <c:v>1.48</c:v>
                </c:pt>
                <c:pt idx="5177">
                  <c:v>1.48</c:v>
                </c:pt>
                <c:pt idx="5178">
                  <c:v>1.48</c:v>
                </c:pt>
                <c:pt idx="5179">
                  <c:v>1.48</c:v>
                </c:pt>
                <c:pt idx="5180">
                  <c:v>1.48</c:v>
                </c:pt>
                <c:pt idx="5181">
                  <c:v>1.48</c:v>
                </c:pt>
                <c:pt idx="5182">
                  <c:v>1.48</c:v>
                </c:pt>
                <c:pt idx="5183">
                  <c:v>1.48</c:v>
                </c:pt>
                <c:pt idx="5184">
                  <c:v>1.48</c:v>
                </c:pt>
                <c:pt idx="5185">
                  <c:v>1.48</c:v>
                </c:pt>
                <c:pt idx="5186">
                  <c:v>1.48</c:v>
                </c:pt>
                <c:pt idx="5187">
                  <c:v>1.48</c:v>
                </c:pt>
                <c:pt idx="5188">
                  <c:v>1.48</c:v>
                </c:pt>
                <c:pt idx="5189">
                  <c:v>1.48</c:v>
                </c:pt>
                <c:pt idx="5190">
                  <c:v>1.48</c:v>
                </c:pt>
                <c:pt idx="5191">
                  <c:v>1.48</c:v>
                </c:pt>
                <c:pt idx="5192">
                  <c:v>1.48</c:v>
                </c:pt>
                <c:pt idx="5193">
                  <c:v>1.48</c:v>
                </c:pt>
                <c:pt idx="5194">
                  <c:v>1.48</c:v>
                </c:pt>
                <c:pt idx="5195">
                  <c:v>1.48</c:v>
                </c:pt>
                <c:pt idx="5196">
                  <c:v>1.48</c:v>
                </c:pt>
                <c:pt idx="5197">
                  <c:v>1.48</c:v>
                </c:pt>
                <c:pt idx="5198">
                  <c:v>1.48</c:v>
                </c:pt>
                <c:pt idx="5199">
                  <c:v>1.48</c:v>
                </c:pt>
                <c:pt idx="5200">
                  <c:v>1.48</c:v>
                </c:pt>
                <c:pt idx="5201">
                  <c:v>1.48</c:v>
                </c:pt>
                <c:pt idx="5202">
                  <c:v>1.48</c:v>
                </c:pt>
                <c:pt idx="5203">
                  <c:v>1.48</c:v>
                </c:pt>
                <c:pt idx="5204">
                  <c:v>1.48</c:v>
                </c:pt>
                <c:pt idx="5205">
                  <c:v>1.48</c:v>
                </c:pt>
                <c:pt idx="5206">
                  <c:v>1.48</c:v>
                </c:pt>
                <c:pt idx="5207">
                  <c:v>1.48</c:v>
                </c:pt>
                <c:pt idx="5208">
                  <c:v>1.48</c:v>
                </c:pt>
                <c:pt idx="5209">
                  <c:v>1.48</c:v>
                </c:pt>
                <c:pt idx="5210">
                  <c:v>1.48</c:v>
                </c:pt>
                <c:pt idx="5211">
                  <c:v>1.48</c:v>
                </c:pt>
                <c:pt idx="5212">
                  <c:v>1.48</c:v>
                </c:pt>
                <c:pt idx="5213">
                  <c:v>1.48</c:v>
                </c:pt>
                <c:pt idx="5214">
                  <c:v>1.48</c:v>
                </c:pt>
                <c:pt idx="5215">
                  <c:v>1.48</c:v>
                </c:pt>
                <c:pt idx="5216">
                  <c:v>1.48</c:v>
                </c:pt>
                <c:pt idx="5217">
                  <c:v>1.48</c:v>
                </c:pt>
                <c:pt idx="5218">
                  <c:v>1.48</c:v>
                </c:pt>
                <c:pt idx="5219">
                  <c:v>1.48</c:v>
                </c:pt>
                <c:pt idx="5220">
                  <c:v>1.48</c:v>
                </c:pt>
                <c:pt idx="5221">
                  <c:v>1.48</c:v>
                </c:pt>
                <c:pt idx="5222">
                  <c:v>1.48</c:v>
                </c:pt>
                <c:pt idx="5223">
                  <c:v>1.48</c:v>
                </c:pt>
                <c:pt idx="5224">
                  <c:v>1.48</c:v>
                </c:pt>
                <c:pt idx="5225">
                  <c:v>1.48</c:v>
                </c:pt>
                <c:pt idx="5226">
                  <c:v>1.48</c:v>
                </c:pt>
                <c:pt idx="5227">
                  <c:v>1.48</c:v>
                </c:pt>
                <c:pt idx="5228">
                  <c:v>1.48</c:v>
                </c:pt>
                <c:pt idx="5229">
                  <c:v>1.48</c:v>
                </c:pt>
                <c:pt idx="5230">
                  <c:v>1.48</c:v>
                </c:pt>
                <c:pt idx="5231">
                  <c:v>1.48</c:v>
                </c:pt>
                <c:pt idx="5232">
                  <c:v>1.48</c:v>
                </c:pt>
                <c:pt idx="5233">
                  <c:v>1.48</c:v>
                </c:pt>
                <c:pt idx="5234">
                  <c:v>1.48</c:v>
                </c:pt>
                <c:pt idx="5235">
                  <c:v>1.48</c:v>
                </c:pt>
                <c:pt idx="5236">
                  <c:v>1.48</c:v>
                </c:pt>
                <c:pt idx="5237">
                  <c:v>1.48</c:v>
                </c:pt>
                <c:pt idx="5238">
                  <c:v>1.48</c:v>
                </c:pt>
                <c:pt idx="5239">
                  <c:v>1.48</c:v>
                </c:pt>
                <c:pt idx="5240">
                  <c:v>1.48</c:v>
                </c:pt>
                <c:pt idx="5241">
                  <c:v>1.48</c:v>
                </c:pt>
                <c:pt idx="5242">
                  <c:v>1.48</c:v>
                </c:pt>
                <c:pt idx="5243">
                  <c:v>1.48</c:v>
                </c:pt>
                <c:pt idx="5244">
                  <c:v>1.48</c:v>
                </c:pt>
                <c:pt idx="5245">
                  <c:v>1.48</c:v>
                </c:pt>
                <c:pt idx="5246">
                  <c:v>1.48</c:v>
                </c:pt>
                <c:pt idx="5247">
                  <c:v>1.48</c:v>
                </c:pt>
                <c:pt idx="5248">
                  <c:v>1.48</c:v>
                </c:pt>
                <c:pt idx="5249">
                  <c:v>1.48</c:v>
                </c:pt>
                <c:pt idx="5250">
                  <c:v>1.48</c:v>
                </c:pt>
                <c:pt idx="5251">
                  <c:v>1.48</c:v>
                </c:pt>
                <c:pt idx="5252">
                  <c:v>1.48</c:v>
                </c:pt>
                <c:pt idx="5253">
                  <c:v>1.48</c:v>
                </c:pt>
                <c:pt idx="5254">
                  <c:v>1.48</c:v>
                </c:pt>
                <c:pt idx="5255">
                  <c:v>1.48</c:v>
                </c:pt>
                <c:pt idx="5256">
                  <c:v>1.48</c:v>
                </c:pt>
                <c:pt idx="5257">
                  <c:v>1.48</c:v>
                </c:pt>
                <c:pt idx="5258">
                  <c:v>1.48</c:v>
                </c:pt>
                <c:pt idx="5259">
                  <c:v>1.48</c:v>
                </c:pt>
                <c:pt idx="5260">
                  <c:v>1.48</c:v>
                </c:pt>
                <c:pt idx="5261">
                  <c:v>1.48</c:v>
                </c:pt>
                <c:pt idx="5262">
                  <c:v>1.48</c:v>
                </c:pt>
                <c:pt idx="5263">
                  <c:v>1.48</c:v>
                </c:pt>
                <c:pt idx="5264">
                  <c:v>1.48</c:v>
                </c:pt>
                <c:pt idx="5265">
                  <c:v>1.48</c:v>
                </c:pt>
                <c:pt idx="5266">
                  <c:v>1.48</c:v>
                </c:pt>
                <c:pt idx="5267">
                  <c:v>1.48</c:v>
                </c:pt>
                <c:pt idx="5268">
                  <c:v>1.48</c:v>
                </c:pt>
                <c:pt idx="5269">
                  <c:v>1.48</c:v>
                </c:pt>
                <c:pt idx="5270">
                  <c:v>1.48</c:v>
                </c:pt>
                <c:pt idx="5271">
                  <c:v>1.48</c:v>
                </c:pt>
                <c:pt idx="5272">
                  <c:v>1.48</c:v>
                </c:pt>
                <c:pt idx="5273">
                  <c:v>1.48</c:v>
                </c:pt>
                <c:pt idx="5274">
                  <c:v>1.48</c:v>
                </c:pt>
                <c:pt idx="5275">
                  <c:v>1.48</c:v>
                </c:pt>
                <c:pt idx="5276">
                  <c:v>1.48</c:v>
                </c:pt>
                <c:pt idx="5277">
                  <c:v>1.48</c:v>
                </c:pt>
                <c:pt idx="5278">
                  <c:v>1.48</c:v>
                </c:pt>
                <c:pt idx="5279">
                  <c:v>1.48</c:v>
                </c:pt>
                <c:pt idx="5280">
                  <c:v>1.48</c:v>
                </c:pt>
                <c:pt idx="5281">
                  <c:v>1.48</c:v>
                </c:pt>
                <c:pt idx="5282">
                  <c:v>1.48</c:v>
                </c:pt>
                <c:pt idx="5283">
                  <c:v>1.48</c:v>
                </c:pt>
                <c:pt idx="5284">
                  <c:v>1.48</c:v>
                </c:pt>
                <c:pt idx="5285">
                  <c:v>1.48</c:v>
                </c:pt>
                <c:pt idx="5286">
                  <c:v>1.48</c:v>
                </c:pt>
                <c:pt idx="5287">
                  <c:v>1.48</c:v>
                </c:pt>
                <c:pt idx="5288">
                  <c:v>1.48</c:v>
                </c:pt>
                <c:pt idx="5289">
                  <c:v>1.48</c:v>
                </c:pt>
                <c:pt idx="5290">
                  <c:v>1.48</c:v>
                </c:pt>
                <c:pt idx="5291">
                  <c:v>1.48</c:v>
                </c:pt>
                <c:pt idx="5292">
                  <c:v>1.48</c:v>
                </c:pt>
                <c:pt idx="5293">
                  <c:v>1.48</c:v>
                </c:pt>
                <c:pt idx="5294">
                  <c:v>1.48</c:v>
                </c:pt>
                <c:pt idx="5295">
                  <c:v>1.48</c:v>
                </c:pt>
                <c:pt idx="5296">
                  <c:v>1.48</c:v>
                </c:pt>
                <c:pt idx="5297">
                  <c:v>1.48</c:v>
                </c:pt>
                <c:pt idx="5298">
                  <c:v>1.48</c:v>
                </c:pt>
                <c:pt idx="5299">
                  <c:v>1.48</c:v>
                </c:pt>
                <c:pt idx="5300">
                  <c:v>1.48</c:v>
                </c:pt>
                <c:pt idx="5301">
                  <c:v>1.48</c:v>
                </c:pt>
                <c:pt idx="5302">
                  <c:v>1.48</c:v>
                </c:pt>
                <c:pt idx="5303">
                  <c:v>1.48</c:v>
                </c:pt>
                <c:pt idx="5304">
                  <c:v>1.48</c:v>
                </c:pt>
                <c:pt idx="5305">
                  <c:v>1.48</c:v>
                </c:pt>
                <c:pt idx="5306">
                  <c:v>1.48</c:v>
                </c:pt>
                <c:pt idx="5307">
                  <c:v>1.48</c:v>
                </c:pt>
                <c:pt idx="5308">
                  <c:v>1.48</c:v>
                </c:pt>
                <c:pt idx="5309">
                  <c:v>1.48</c:v>
                </c:pt>
                <c:pt idx="5310">
                  <c:v>1.48</c:v>
                </c:pt>
                <c:pt idx="5311">
                  <c:v>1.48</c:v>
                </c:pt>
                <c:pt idx="5312">
                  <c:v>1.48</c:v>
                </c:pt>
                <c:pt idx="5313">
                  <c:v>1.48</c:v>
                </c:pt>
                <c:pt idx="5314">
                  <c:v>1.48</c:v>
                </c:pt>
                <c:pt idx="5315">
                  <c:v>1.48</c:v>
                </c:pt>
                <c:pt idx="5316">
                  <c:v>1.48</c:v>
                </c:pt>
                <c:pt idx="5317">
                  <c:v>1.48</c:v>
                </c:pt>
                <c:pt idx="5318">
                  <c:v>1.48</c:v>
                </c:pt>
                <c:pt idx="5319">
                  <c:v>1.48</c:v>
                </c:pt>
                <c:pt idx="5320">
                  <c:v>1.48</c:v>
                </c:pt>
                <c:pt idx="5321">
                  <c:v>1.48</c:v>
                </c:pt>
                <c:pt idx="5322">
                  <c:v>1.48</c:v>
                </c:pt>
                <c:pt idx="5323">
                  <c:v>1.48</c:v>
                </c:pt>
                <c:pt idx="5324">
                  <c:v>1.48</c:v>
                </c:pt>
                <c:pt idx="5325">
                  <c:v>1.48</c:v>
                </c:pt>
                <c:pt idx="5326">
                  <c:v>1.48</c:v>
                </c:pt>
                <c:pt idx="5327">
                  <c:v>1.48</c:v>
                </c:pt>
                <c:pt idx="5328">
                  <c:v>1.48</c:v>
                </c:pt>
                <c:pt idx="5329">
                  <c:v>1.48</c:v>
                </c:pt>
                <c:pt idx="5330">
                  <c:v>1.48</c:v>
                </c:pt>
                <c:pt idx="5331">
                  <c:v>1.48</c:v>
                </c:pt>
                <c:pt idx="5332">
                  <c:v>1.48</c:v>
                </c:pt>
                <c:pt idx="5333">
                  <c:v>1.48</c:v>
                </c:pt>
                <c:pt idx="5334">
                  <c:v>1.48</c:v>
                </c:pt>
                <c:pt idx="5335">
                  <c:v>1.48</c:v>
                </c:pt>
                <c:pt idx="5336">
                  <c:v>1.48</c:v>
                </c:pt>
                <c:pt idx="5337">
                  <c:v>1.48</c:v>
                </c:pt>
                <c:pt idx="5338">
                  <c:v>1.48</c:v>
                </c:pt>
                <c:pt idx="5339">
                  <c:v>1.48</c:v>
                </c:pt>
                <c:pt idx="5340">
                  <c:v>1.48</c:v>
                </c:pt>
                <c:pt idx="5341">
                  <c:v>1.48</c:v>
                </c:pt>
                <c:pt idx="5342">
                  <c:v>1.48</c:v>
                </c:pt>
                <c:pt idx="5343">
                  <c:v>1.48</c:v>
                </c:pt>
                <c:pt idx="5344">
                  <c:v>1.48</c:v>
                </c:pt>
                <c:pt idx="5345">
                  <c:v>1.48</c:v>
                </c:pt>
                <c:pt idx="5346">
                  <c:v>1.48</c:v>
                </c:pt>
                <c:pt idx="5347">
                  <c:v>1.48</c:v>
                </c:pt>
                <c:pt idx="5348">
                  <c:v>1.48</c:v>
                </c:pt>
                <c:pt idx="5349">
                  <c:v>1.48</c:v>
                </c:pt>
                <c:pt idx="5350">
                  <c:v>1.48</c:v>
                </c:pt>
                <c:pt idx="5351">
                  <c:v>1.48</c:v>
                </c:pt>
                <c:pt idx="5352">
                  <c:v>1.48</c:v>
                </c:pt>
                <c:pt idx="5353">
                  <c:v>1.48</c:v>
                </c:pt>
                <c:pt idx="5354">
                  <c:v>1.48</c:v>
                </c:pt>
                <c:pt idx="5355">
                  <c:v>1.48</c:v>
                </c:pt>
                <c:pt idx="5356">
                  <c:v>1.48</c:v>
                </c:pt>
                <c:pt idx="5357">
                  <c:v>1.48</c:v>
                </c:pt>
                <c:pt idx="5358">
                  <c:v>1.48</c:v>
                </c:pt>
                <c:pt idx="5359">
                  <c:v>1.48</c:v>
                </c:pt>
                <c:pt idx="5360">
                  <c:v>1.48</c:v>
                </c:pt>
                <c:pt idx="5361">
                  <c:v>1.48</c:v>
                </c:pt>
                <c:pt idx="5362">
                  <c:v>1.48</c:v>
                </c:pt>
                <c:pt idx="5363">
                  <c:v>1.48</c:v>
                </c:pt>
                <c:pt idx="5364">
                  <c:v>1.48</c:v>
                </c:pt>
                <c:pt idx="5365">
                  <c:v>1.48</c:v>
                </c:pt>
                <c:pt idx="5366">
                  <c:v>1.48</c:v>
                </c:pt>
                <c:pt idx="5367">
                  <c:v>1.48</c:v>
                </c:pt>
                <c:pt idx="5368">
                  <c:v>1.48</c:v>
                </c:pt>
                <c:pt idx="5369">
                  <c:v>1.48</c:v>
                </c:pt>
                <c:pt idx="5370">
                  <c:v>1.48</c:v>
                </c:pt>
                <c:pt idx="5371">
                  <c:v>1.48</c:v>
                </c:pt>
                <c:pt idx="5372">
                  <c:v>1.48</c:v>
                </c:pt>
                <c:pt idx="5373">
                  <c:v>1.48</c:v>
                </c:pt>
                <c:pt idx="5374">
                  <c:v>1.48</c:v>
                </c:pt>
                <c:pt idx="5375">
                  <c:v>1.48</c:v>
                </c:pt>
                <c:pt idx="5376">
                  <c:v>1.48</c:v>
                </c:pt>
                <c:pt idx="5377">
                  <c:v>1.48</c:v>
                </c:pt>
                <c:pt idx="5378">
                  <c:v>1.48</c:v>
                </c:pt>
                <c:pt idx="5379">
                  <c:v>1.48</c:v>
                </c:pt>
                <c:pt idx="5380">
                  <c:v>1.48</c:v>
                </c:pt>
                <c:pt idx="5381">
                  <c:v>1.48</c:v>
                </c:pt>
                <c:pt idx="5382">
                  <c:v>1.48</c:v>
                </c:pt>
                <c:pt idx="5383">
                  <c:v>1.48</c:v>
                </c:pt>
                <c:pt idx="5384">
                  <c:v>1.48</c:v>
                </c:pt>
                <c:pt idx="5385">
                  <c:v>1.48</c:v>
                </c:pt>
                <c:pt idx="5386">
                  <c:v>1.48</c:v>
                </c:pt>
                <c:pt idx="5387">
                  <c:v>1.48</c:v>
                </c:pt>
                <c:pt idx="5388">
                  <c:v>1.48</c:v>
                </c:pt>
                <c:pt idx="5389">
                  <c:v>1.48</c:v>
                </c:pt>
                <c:pt idx="5390">
                  <c:v>1.48</c:v>
                </c:pt>
                <c:pt idx="5391">
                  <c:v>1.48</c:v>
                </c:pt>
                <c:pt idx="5392">
                  <c:v>1.48</c:v>
                </c:pt>
                <c:pt idx="5393">
                  <c:v>1.48</c:v>
                </c:pt>
                <c:pt idx="5394">
                  <c:v>1.48</c:v>
                </c:pt>
                <c:pt idx="5395">
                  <c:v>1.48</c:v>
                </c:pt>
                <c:pt idx="5396">
                  <c:v>1.48</c:v>
                </c:pt>
                <c:pt idx="5397">
                  <c:v>1.48</c:v>
                </c:pt>
                <c:pt idx="5398">
                  <c:v>1.48</c:v>
                </c:pt>
                <c:pt idx="5399">
                  <c:v>1.48</c:v>
                </c:pt>
                <c:pt idx="5400">
                  <c:v>1.48</c:v>
                </c:pt>
                <c:pt idx="5401">
                  <c:v>1.48</c:v>
                </c:pt>
                <c:pt idx="5402">
                  <c:v>1.48</c:v>
                </c:pt>
                <c:pt idx="5403">
                  <c:v>1.48</c:v>
                </c:pt>
                <c:pt idx="5404">
                  <c:v>1.48</c:v>
                </c:pt>
                <c:pt idx="5405">
                  <c:v>1.48</c:v>
                </c:pt>
                <c:pt idx="5406">
                  <c:v>1.48</c:v>
                </c:pt>
                <c:pt idx="5407">
                  <c:v>1.48</c:v>
                </c:pt>
                <c:pt idx="5408">
                  <c:v>1.48</c:v>
                </c:pt>
                <c:pt idx="5409">
                  <c:v>1.48</c:v>
                </c:pt>
                <c:pt idx="5410">
                  <c:v>1.48</c:v>
                </c:pt>
                <c:pt idx="5411">
                  <c:v>1.48</c:v>
                </c:pt>
                <c:pt idx="5412">
                  <c:v>1.48</c:v>
                </c:pt>
                <c:pt idx="5413">
                  <c:v>1.48</c:v>
                </c:pt>
                <c:pt idx="5414">
                  <c:v>1.48</c:v>
                </c:pt>
                <c:pt idx="5415">
                  <c:v>1.48</c:v>
                </c:pt>
                <c:pt idx="5416">
                  <c:v>1.48</c:v>
                </c:pt>
                <c:pt idx="5417">
                  <c:v>1.48</c:v>
                </c:pt>
                <c:pt idx="5418">
                  <c:v>1.48</c:v>
                </c:pt>
                <c:pt idx="5419">
                  <c:v>1.48</c:v>
                </c:pt>
                <c:pt idx="5420">
                  <c:v>1.48</c:v>
                </c:pt>
                <c:pt idx="5421">
                  <c:v>1.48</c:v>
                </c:pt>
                <c:pt idx="5422">
                  <c:v>1.48</c:v>
                </c:pt>
                <c:pt idx="5423">
                  <c:v>1.48</c:v>
                </c:pt>
                <c:pt idx="5424">
                  <c:v>1.48</c:v>
                </c:pt>
                <c:pt idx="5425">
                  <c:v>1.48</c:v>
                </c:pt>
                <c:pt idx="5426">
                  <c:v>1.48</c:v>
                </c:pt>
                <c:pt idx="5427">
                  <c:v>1.48</c:v>
                </c:pt>
                <c:pt idx="5428">
                  <c:v>1.48</c:v>
                </c:pt>
                <c:pt idx="5429">
                  <c:v>1.48</c:v>
                </c:pt>
                <c:pt idx="5430">
                  <c:v>1.48</c:v>
                </c:pt>
                <c:pt idx="5431">
                  <c:v>1.48</c:v>
                </c:pt>
                <c:pt idx="5432">
                  <c:v>1.48</c:v>
                </c:pt>
                <c:pt idx="5433">
                  <c:v>1.48</c:v>
                </c:pt>
                <c:pt idx="5434">
                  <c:v>1.48</c:v>
                </c:pt>
                <c:pt idx="5435">
                  <c:v>1.48</c:v>
                </c:pt>
                <c:pt idx="5436">
                  <c:v>1.48</c:v>
                </c:pt>
                <c:pt idx="5437">
                  <c:v>1.48</c:v>
                </c:pt>
                <c:pt idx="5438">
                  <c:v>1.48</c:v>
                </c:pt>
                <c:pt idx="5439">
                  <c:v>1.48</c:v>
                </c:pt>
                <c:pt idx="5440">
                  <c:v>1.48</c:v>
                </c:pt>
                <c:pt idx="5441">
                  <c:v>1.48</c:v>
                </c:pt>
                <c:pt idx="5442">
                  <c:v>1.48</c:v>
                </c:pt>
                <c:pt idx="5443">
                  <c:v>1.48</c:v>
                </c:pt>
                <c:pt idx="5444">
                  <c:v>1.48</c:v>
                </c:pt>
                <c:pt idx="5445">
                  <c:v>1.48</c:v>
                </c:pt>
                <c:pt idx="5446">
                  <c:v>1.48</c:v>
                </c:pt>
                <c:pt idx="5447">
                  <c:v>1.48</c:v>
                </c:pt>
                <c:pt idx="5448">
                  <c:v>1.48</c:v>
                </c:pt>
                <c:pt idx="5449">
                  <c:v>1.48</c:v>
                </c:pt>
                <c:pt idx="5450">
                  <c:v>1.48</c:v>
                </c:pt>
                <c:pt idx="5451">
                  <c:v>1.48</c:v>
                </c:pt>
                <c:pt idx="5452">
                  <c:v>1.48</c:v>
                </c:pt>
                <c:pt idx="5453">
                  <c:v>1.48</c:v>
                </c:pt>
                <c:pt idx="5454">
                  <c:v>1.48</c:v>
                </c:pt>
                <c:pt idx="5455">
                  <c:v>1.48</c:v>
                </c:pt>
                <c:pt idx="5456">
                  <c:v>1.48</c:v>
                </c:pt>
                <c:pt idx="5457">
                  <c:v>1.48</c:v>
                </c:pt>
                <c:pt idx="5458">
                  <c:v>1.48</c:v>
                </c:pt>
                <c:pt idx="5459">
                  <c:v>1.48</c:v>
                </c:pt>
                <c:pt idx="5460">
                  <c:v>1.48</c:v>
                </c:pt>
                <c:pt idx="5461">
                  <c:v>1.48</c:v>
                </c:pt>
                <c:pt idx="5462">
                  <c:v>1.48</c:v>
                </c:pt>
                <c:pt idx="5463">
                  <c:v>1.48</c:v>
                </c:pt>
                <c:pt idx="5464">
                  <c:v>1.48</c:v>
                </c:pt>
                <c:pt idx="5465">
                  <c:v>1.48</c:v>
                </c:pt>
                <c:pt idx="5466">
                  <c:v>1.48</c:v>
                </c:pt>
                <c:pt idx="5467">
                  <c:v>1.48</c:v>
                </c:pt>
                <c:pt idx="5468">
                  <c:v>1.48</c:v>
                </c:pt>
                <c:pt idx="5469">
                  <c:v>1.48</c:v>
                </c:pt>
                <c:pt idx="5470">
                  <c:v>1.48</c:v>
                </c:pt>
                <c:pt idx="5471">
                  <c:v>1.48</c:v>
                </c:pt>
                <c:pt idx="5472">
                  <c:v>1.48</c:v>
                </c:pt>
                <c:pt idx="5473">
                  <c:v>1.48</c:v>
                </c:pt>
                <c:pt idx="5474">
                  <c:v>1.48</c:v>
                </c:pt>
                <c:pt idx="5475">
                  <c:v>1.48</c:v>
                </c:pt>
                <c:pt idx="5476">
                  <c:v>1.48</c:v>
                </c:pt>
                <c:pt idx="5477">
                  <c:v>1.48</c:v>
                </c:pt>
                <c:pt idx="5478">
                  <c:v>1.48</c:v>
                </c:pt>
                <c:pt idx="5479">
                  <c:v>1.48</c:v>
                </c:pt>
                <c:pt idx="5480">
                  <c:v>1.48</c:v>
                </c:pt>
                <c:pt idx="5481">
                  <c:v>1.48</c:v>
                </c:pt>
                <c:pt idx="5482">
                  <c:v>1.48</c:v>
                </c:pt>
                <c:pt idx="5483">
                  <c:v>1.48</c:v>
                </c:pt>
                <c:pt idx="5484">
                  <c:v>1.48</c:v>
                </c:pt>
                <c:pt idx="5485">
                  <c:v>1.48</c:v>
                </c:pt>
                <c:pt idx="5486">
                  <c:v>1.48</c:v>
                </c:pt>
                <c:pt idx="5487">
                  <c:v>1.48</c:v>
                </c:pt>
                <c:pt idx="5488">
                  <c:v>1.48</c:v>
                </c:pt>
                <c:pt idx="5489">
                  <c:v>1.48</c:v>
                </c:pt>
                <c:pt idx="5490">
                  <c:v>1.48</c:v>
                </c:pt>
                <c:pt idx="5491">
                  <c:v>1.48</c:v>
                </c:pt>
                <c:pt idx="5492">
                  <c:v>1.48</c:v>
                </c:pt>
                <c:pt idx="5493">
                  <c:v>1.48</c:v>
                </c:pt>
                <c:pt idx="5494">
                  <c:v>1.48</c:v>
                </c:pt>
                <c:pt idx="5495">
                  <c:v>1.48</c:v>
                </c:pt>
                <c:pt idx="5496">
                  <c:v>1.48</c:v>
                </c:pt>
                <c:pt idx="5497">
                  <c:v>1.48</c:v>
                </c:pt>
                <c:pt idx="5498">
                  <c:v>1.48</c:v>
                </c:pt>
                <c:pt idx="5499">
                  <c:v>1.48</c:v>
                </c:pt>
                <c:pt idx="5500">
                  <c:v>1.48</c:v>
                </c:pt>
                <c:pt idx="5501">
                  <c:v>1.48</c:v>
                </c:pt>
                <c:pt idx="5502">
                  <c:v>1.48</c:v>
                </c:pt>
                <c:pt idx="5503">
                  <c:v>1.48</c:v>
                </c:pt>
                <c:pt idx="5504">
                  <c:v>1.48</c:v>
                </c:pt>
                <c:pt idx="5505">
                  <c:v>1.48</c:v>
                </c:pt>
                <c:pt idx="5506">
                  <c:v>1.48</c:v>
                </c:pt>
                <c:pt idx="5507">
                  <c:v>1.48</c:v>
                </c:pt>
                <c:pt idx="5508">
                  <c:v>1.48</c:v>
                </c:pt>
                <c:pt idx="5509">
                  <c:v>1.48</c:v>
                </c:pt>
                <c:pt idx="5510">
                  <c:v>1.48</c:v>
                </c:pt>
                <c:pt idx="5511">
                  <c:v>1.48</c:v>
                </c:pt>
                <c:pt idx="5512">
                  <c:v>1.48</c:v>
                </c:pt>
                <c:pt idx="5513">
                  <c:v>1.48</c:v>
                </c:pt>
                <c:pt idx="5514">
                  <c:v>1.48</c:v>
                </c:pt>
                <c:pt idx="5515">
                  <c:v>1.48</c:v>
                </c:pt>
                <c:pt idx="5516">
                  <c:v>1.48</c:v>
                </c:pt>
                <c:pt idx="5517">
                  <c:v>1.48</c:v>
                </c:pt>
                <c:pt idx="5518">
                  <c:v>1.48</c:v>
                </c:pt>
                <c:pt idx="5519">
                  <c:v>1.48</c:v>
                </c:pt>
                <c:pt idx="5520">
                  <c:v>1.48</c:v>
                </c:pt>
                <c:pt idx="5521">
                  <c:v>1.48</c:v>
                </c:pt>
                <c:pt idx="5522">
                  <c:v>1.48</c:v>
                </c:pt>
                <c:pt idx="5523">
                  <c:v>1.48</c:v>
                </c:pt>
                <c:pt idx="5524">
                  <c:v>1.48</c:v>
                </c:pt>
                <c:pt idx="5525">
                  <c:v>1.48</c:v>
                </c:pt>
                <c:pt idx="5526">
                  <c:v>1.48</c:v>
                </c:pt>
                <c:pt idx="5527">
                  <c:v>1.48</c:v>
                </c:pt>
                <c:pt idx="5528">
                  <c:v>1.48</c:v>
                </c:pt>
                <c:pt idx="5529">
                  <c:v>1.48</c:v>
                </c:pt>
                <c:pt idx="5530">
                  <c:v>1.48</c:v>
                </c:pt>
                <c:pt idx="5531">
                  <c:v>1.48</c:v>
                </c:pt>
                <c:pt idx="5532">
                  <c:v>1.48</c:v>
                </c:pt>
                <c:pt idx="5533">
                  <c:v>1.48</c:v>
                </c:pt>
                <c:pt idx="5534">
                  <c:v>1.48</c:v>
                </c:pt>
                <c:pt idx="5535">
                  <c:v>1.48</c:v>
                </c:pt>
                <c:pt idx="5536">
                  <c:v>1.48</c:v>
                </c:pt>
                <c:pt idx="5537">
                  <c:v>1.48</c:v>
                </c:pt>
                <c:pt idx="5538">
                  <c:v>1.48</c:v>
                </c:pt>
                <c:pt idx="5539">
                  <c:v>1.48</c:v>
                </c:pt>
                <c:pt idx="5540">
                  <c:v>1.48</c:v>
                </c:pt>
                <c:pt idx="5541">
                  <c:v>1.48</c:v>
                </c:pt>
                <c:pt idx="5542">
                  <c:v>1.48</c:v>
                </c:pt>
                <c:pt idx="5543">
                  <c:v>1.48</c:v>
                </c:pt>
                <c:pt idx="5544">
                  <c:v>1.48</c:v>
                </c:pt>
                <c:pt idx="5545">
                  <c:v>1.48</c:v>
                </c:pt>
                <c:pt idx="5546">
                  <c:v>1.48</c:v>
                </c:pt>
                <c:pt idx="5547">
                  <c:v>1.48</c:v>
                </c:pt>
                <c:pt idx="5548">
                  <c:v>1.48</c:v>
                </c:pt>
                <c:pt idx="5549">
                  <c:v>1.48</c:v>
                </c:pt>
                <c:pt idx="5550">
                  <c:v>1.48</c:v>
                </c:pt>
                <c:pt idx="5551">
                  <c:v>1.48</c:v>
                </c:pt>
                <c:pt idx="5552">
                  <c:v>1.48</c:v>
                </c:pt>
                <c:pt idx="5553">
                  <c:v>1.48</c:v>
                </c:pt>
                <c:pt idx="5554">
                  <c:v>1.48</c:v>
                </c:pt>
                <c:pt idx="5555">
                  <c:v>1.48</c:v>
                </c:pt>
                <c:pt idx="5556">
                  <c:v>1.48</c:v>
                </c:pt>
                <c:pt idx="5557">
                  <c:v>1.48</c:v>
                </c:pt>
                <c:pt idx="5558">
                  <c:v>1.48</c:v>
                </c:pt>
                <c:pt idx="5559">
                  <c:v>1.48</c:v>
                </c:pt>
                <c:pt idx="5560">
                  <c:v>1.48</c:v>
                </c:pt>
                <c:pt idx="5561">
                  <c:v>1.48</c:v>
                </c:pt>
                <c:pt idx="5562">
                  <c:v>1.48</c:v>
                </c:pt>
                <c:pt idx="5563">
                  <c:v>1.48</c:v>
                </c:pt>
                <c:pt idx="5564">
                  <c:v>1.48</c:v>
                </c:pt>
                <c:pt idx="5565">
                  <c:v>1.48</c:v>
                </c:pt>
                <c:pt idx="5566">
                  <c:v>1.48</c:v>
                </c:pt>
                <c:pt idx="5567">
                  <c:v>1.48</c:v>
                </c:pt>
                <c:pt idx="5568">
                  <c:v>1.48</c:v>
                </c:pt>
                <c:pt idx="5569">
                  <c:v>1.48</c:v>
                </c:pt>
                <c:pt idx="5570">
                  <c:v>1.48</c:v>
                </c:pt>
                <c:pt idx="5571">
                  <c:v>1.48</c:v>
                </c:pt>
                <c:pt idx="5572">
                  <c:v>1.48</c:v>
                </c:pt>
                <c:pt idx="5573">
                  <c:v>1.48</c:v>
                </c:pt>
                <c:pt idx="5574">
                  <c:v>1.48</c:v>
                </c:pt>
                <c:pt idx="5575">
                  <c:v>1.48</c:v>
                </c:pt>
                <c:pt idx="5576">
                  <c:v>1.48</c:v>
                </c:pt>
                <c:pt idx="5577">
                  <c:v>1.48</c:v>
                </c:pt>
                <c:pt idx="5578">
                  <c:v>1.48</c:v>
                </c:pt>
                <c:pt idx="5579">
                  <c:v>1.48</c:v>
                </c:pt>
                <c:pt idx="5580">
                  <c:v>1.48</c:v>
                </c:pt>
                <c:pt idx="5581">
                  <c:v>1.48</c:v>
                </c:pt>
                <c:pt idx="5582">
                  <c:v>1.48</c:v>
                </c:pt>
                <c:pt idx="5583">
                  <c:v>1.48</c:v>
                </c:pt>
                <c:pt idx="5584">
                  <c:v>1.48</c:v>
                </c:pt>
                <c:pt idx="5585">
                  <c:v>1.48</c:v>
                </c:pt>
                <c:pt idx="5586">
                  <c:v>1.48</c:v>
                </c:pt>
                <c:pt idx="5587">
                  <c:v>1.48</c:v>
                </c:pt>
                <c:pt idx="5588">
                  <c:v>1.48</c:v>
                </c:pt>
                <c:pt idx="5589">
                  <c:v>1.48</c:v>
                </c:pt>
                <c:pt idx="5590">
                  <c:v>1.48</c:v>
                </c:pt>
                <c:pt idx="5591">
                  <c:v>1.48</c:v>
                </c:pt>
                <c:pt idx="5592">
                  <c:v>1.48</c:v>
                </c:pt>
                <c:pt idx="5593">
                  <c:v>1.48</c:v>
                </c:pt>
                <c:pt idx="5594">
                  <c:v>1.48</c:v>
                </c:pt>
                <c:pt idx="5595">
                  <c:v>1.48</c:v>
                </c:pt>
                <c:pt idx="5596">
                  <c:v>1.48</c:v>
                </c:pt>
                <c:pt idx="5597">
                  <c:v>1.48</c:v>
                </c:pt>
                <c:pt idx="5598">
                  <c:v>1.48</c:v>
                </c:pt>
                <c:pt idx="5599">
                  <c:v>1.48</c:v>
                </c:pt>
                <c:pt idx="5600">
                  <c:v>1.48</c:v>
                </c:pt>
                <c:pt idx="5601">
                  <c:v>1.48</c:v>
                </c:pt>
                <c:pt idx="5602">
                  <c:v>1.48</c:v>
                </c:pt>
                <c:pt idx="5603">
                  <c:v>1.48</c:v>
                </c:pt>
                <c:pt idx="5604">
                  <c:v>1.48</c:v>
                </c:pt>
                <c:pt idx="5605">
                  <c:v>1.48</c:v>
                </c:pt>
                <c:pt idx="5606">
                  <c:v>1.48</c:v>
                </c:pt>
                <c:pt idx="5607">
                  <c:v>1.48</c:v>
                </c:pt>
                <c:pt idx="5608">
                  <c:v>1.48</c:v>
                </c:pt>
                <c:pt idx="5609">
                  <c:v>1.48</c:v>
                </c:pt>
                <c:pt idx="5610">
                  <c:v>1.48</c:v>
                </c:pt>
                <c:pt idx="5611">
                  <c:v>1.48</c:v>
                </c:pt>
                <c:pt idx="5612">
                  <c:v>1.48</c:v>
                </c:pt>
                <c:pt idx="5613">
                  <c:v>1.48</c:v>
                </c:pt>
                <c:pt idx="5614">
                  <c:v>1.48</c:v>
                </c:pt>
                <c:pt idx="5615">
                  <c:v>1.48</c:v>
                </c:pt>
                <c:pt idx="5616">
                  <c:v>1.48</c:v>
                </c:pt>
                <c:pt idx="5617">
                  <c:v>1.48</c:v>
                </c:pt>
                <c:pt idx="5618">
                  <c:v>1.48</c:v>
                </c:pt>
                <c:pt idx="5619">
                  <c:v>1.48</c:v>
                </c:pt>
                <c:pt idx="5620">
                  <c:v>1.48</c:v>
                </c:pt>
                <c:pt idx="5621">
                  <c:v>1.48</c:v>
                </c:pt>
                <c:pt idx="5622">
                  <c:v>1.48</c:v>
                </c:pt>
                <c:pt idx="5623">
                  <c:v>1.48</c:v>
                </c:pt>
                <c:pt idx="5624">
                  <c:v>1.48</c:v>
                </c:pt>
                <c:pt idx="5625">
                  <c:v>1.48</c:v>
                </c:pt>
                <c:pt idx="5626">
                  <c:v>1.48</c:v>
                </c:pt>
                <c:pt idx="5627">
                  <c:v>1.48</c:v>
                </c:pt>
                <c:pt idx="5628">
                  <c:v>1.48</c:v>
                </c:pt>
                <c:pt idx="5629">
                  <c:v>1.48</c:v>
                </c:pt>
                <c:pt idx="5630">
                  <c:v>1.48</c:v>
                </c:pt>
                <c:pt idx="5631">
                  <c:v>1.48</c:v>
                </c:pt>
                <c:pt idx="5632">
                  <c:v>1.48</c:v>
                </c:pt>
                <c:pt idx="5633">
                  <c:v>1.48</c:v>
                </c:pt>
                <c:pt idx="5634">
                  <c:v>1.48</c:v>
                </c:pt>
                <c:pt idx="5635">
                  <c:v>1.48</c:v>
                </c:pt>
                <c:pt idx="5636">
                  <c:v>1.48</c:v>
                </c:pt>
                <c:pt idx="5637">
                  <c:v>1.48</c:v>
                </c:pt>
                <c:pt idx="5638">
                  <c:v>1.48</c:v>
                </c:pt>
                <c:pt idx="5639">
                  <c:v>1.48</c:v>
                </c:pt>
                <c:pt idx="5640">
                  <c:v>1.48</c:v>
                </c:pt>
                <c:pt idx="5641">
                  <c:v>1.48</c:v>
                </c:pt>
                <c:pt idx="5642">
                  <c:v>1.48</c:v>
                </c:pt>
                <c:pt idx="5643">
                  <c:v>1.48</c:v>
                </c:pt>
                <c:pt idx="5644">
                  <c:v>1.48</c:v>
                </c:pt>
                <c:pt idx="5645">
                  <c:v>1.48</c:v>
                </c:pt>
                <c:pt idx="5646">
                  <c:v>1.48</c:v>
                </c:pt>
                <c:pt idx="5647">
                  <c:v>1.48</c:v>
                </c:pt>
                <c:pt idx="5648">
                  <c:v>1.48</c:v>
                </c:pt>
                <c:pt idx="5649">
                  <c:v>1.48</c:v>
                </c:pt>
                <c:pt idx="5650">
                  <c:v>1.48</c:v>
                </c:pt>
                <c:pt idx="5651">
                  <c:v>1.48</c:v>
                </c:pt>
                <c:pt idx="5652">
                  <c:v>1.48</c:v>
                </c:pt>
                <c:pt idx="5653">
                  <c:v>1.48</c:v>
                </c:pt>
                <c:pt idx="5654">
                  <c:v>1.48</c:v>
                </c:pt>
                <c:pt idx="5655">
                  <c:v>1.48</c:v>
                </c:pt>
                <c:pt idx="5656">
                  <c:v>1.48</c:v>
                </c:pt>
                <c:pt idx="5657">
                  <c:v>1.48</c:v>
                </c:pt>
                <c:pt idx="5658">
                  <c:v>1.48</c:v>
                </c:pt>
                <c:pt idx="5659">
                  <c:v>1.48</c:v>
                </c:pt>
                <c:pt idx="5660">
                  <c:v>1.48</c:v>
                </c:pt>
                <c:pt idx="5661">
                  <c:v>1.48</c:v>
                </c:pt>
                <c:pt idx="5662">
                  <c:v>1.48</c:v>
                </c:pt>
                <c:pt idx="5663">
                  <c:v>1.48</c:v>
                </c:pt>
                <c:pt idx="5664">
                  <c:v>1.48</c:v>
                </c:pt>
                <c:pt idx="5665">
                  <c:v>1.48</c:v>
                </c:pt>
                <c:pt idx="5666">
                  <c:v>1.48</c:v>
                </c:pt>
                <c:pt idx="5667">
                  <c:v>1.48</c:v>
                </c:pt>
                <c:pt idx="5668">
                  <c:v>1.48</c:v>
                </c:pt>
                <c:pt idx="5669">
                  <c:v>1.48</c:v>
                </c:pt>
                <c:pt idx="5670">
                  <c:v>1.48</c:v>
                </c:pt>
                <c:pt idx="5671">
                  <c:v>1.48</c:v>
                </c:pt>
                <c:pt idx="5672">
                  <c:v>1.48</c:v>
                </c:pt>
                <c:pt idx="5673">
                  <c:v>1.48</c:v>
                </c:pt>
                <c:pt idx="5674">
                  <c:v>1.48</c:v>
                </c:pt>
                <c:pt idx="5675">
                  <c:v>1.48</c:v>
                </c:pt>
                <c:pt idx="5676">
                  <c:v>1.48</c:v>
                </c:pt>
                <c:pt idx="5677">
                  <c:v>1.48</c:v>
                </c:pt>
                <c:pt idx="5678">
                  <c:v>1.48</c:v>
                </c:pt>
                <c:pt idx="5679">
                  <c:v>1.48</c:v>
                </c:pt>
                <c:pt idx="5680">
                  <c:v>1.48</c:v>
                </c:pt>
                <c:pt idx="5681">
                  <c:v>1.48</c:v>
                </c:pt>
                <c:pt idx="5682">
                  <c:v>1.48</c:v>
                </c:pt>
                <c:pt idx="5683">
                  <c:v>1.48</c:v>
                </c:pt>
                <c:pt idx="5684">
                  <c:v>1.48</c:v>
                </c:pt>
                <c:pt idx="5685">
                  <c:v>1.48</c:v>
                </c:pt>
                <c:pt idx="5686">
                  <c:v>1.48</c:v>
                </c:pt>
                <c:pt idx="5687">
                  <c:v>1.48</c:v>
                </c:pt>
                <c:pt idx="5688">
                  <c:v>1.48</c:v>
                </c:pt>
                <c:pt idx="5689">
                  <c:v>1.48</c:v>
                </c:pt>
                <c:pt idx="5690">
                  <c:v>1.48</c:v>
                </c:pt>
                <c:pt idx="5691">
                  <c:v>1.48</c:v>
                </c:pt>
                <c:pt idx="5692">
                  <c:v>1.48</c:v>
                </c:pt>
                <c:pt idx="5693">
                  <c:v>1.48</c:v>
                </c:pt>
                <c:pt idx="5694">
                  <c:v>1.48</c:v>
                </c:pt>
                <c:pt idx="5695">
                  <c:v>1.48</c:v>
                </c:pt>
                <c:pt idx="5696">
                  <c:v>1.48</c:v>
                </c:pt>
                <c:pt idx="5697">
                  <c:v>1.48</c:v>
                </c:pt>
                <c:pt idx="5698">
                  <c:v>1.48</c:v>
                </c:pt>
                <c:pt idx="5699">
                  <c:v>1.48</c:v>
                </c:pt>
                <c:pt idx="5700">
                  <c:v>1.48</c:v>
                </c:pt>
                <c:pt idx="5701">
                  <c:v>1.48</c:v>
                </c:pt>
                <c:pt idx="5702">
                  <c:v>1.48</c:v>
                </c:pt>
                <c:pt idx="5703">
                  <c:v>1.48</c:v>
                </c:pt>
                <c:pt idx="5704">
                  <c:v>1.48</c:v>
                </c:pt>
                <c:pt idx="5705">
                  <c:v>1.48</c:v>
                </c:pt>
                <c:pt idx="5706">
                  <c:v>1.48</c:v>
                </c:pt>
                <c:pt idx="5707">
                  <c:v>1.48</c:v>
                </c:pt>
                <c:pt idx="5708">
                  <c:v>1.48</c:v>
                </c:pt>
                <c:pt idx="5709">
                  <c:v>1.48</c:v>
                </c:pt>
                <c:pt idx="5710">
                  <c:v>1.48</c:v>
                </c:pt>
                <c:pt idx="5711">
                  <c:v>1.48</c:v>
                </c:pt>
                <c:pt idx="5712">
                  <c:v>1.48</c:v>
                </c:pt>
                <c:pt idx="5713">
                  <c:v>1.48</c:v>
                </c:pt>
                <c:pt idx="5714">
                  <c:v>1.48</c:v>
                </c:pt>
                <c:pt idx="5715">
                  <c:v>1.48</c:v>
                </c:pt>
                <c:pt idx="5716">
                  <c:v>1.48</c:v>
                </c:pt>
                <c:pt idx="5717">
                  <c:v>1.48</c:v>
                </c:pt>
                <c:pt idx="5718">
                  <c:v>1.48</c:v>
                </c:pt>
                <c:pt idx="5719">
                  <c:v>1.48</c:v>
                </c:pt>
                <c:pt idx="5720">
                  <c:v>1.48</c:v>
                </c:pt>
                <c:pt idx="5721">
                  <c:v>1.48</c:v>
                </c:pt>
                <c:pt idx="5722">
                  <c:v>1.48</c:v>
                </c:pt>
                <c:pt idx="5723">
                  <c:v>1.48</c:v>
                </c:pt>
                <c:pt idx="5724">
                  <c:v>1.48</c:v>
                </c:pt>
                <c:pt idx="5725">
                  <c:v>1.48</c:v>
                </c:pt>
                <c:pt idx="5726">
                  <c:v>1.48</c:v>
                </c:pt>
                <c:pt idx="5727">
                  <c:v>1.48</c:v>
                </c:pt>
                <c:pt idx="5728">
                  <c:v>1.48</c:v>
                </c:pt>
                <c:pt idx="5729">
                  <c:v>1.48</c:v>
                </c:pt>
                <c:pt idx="5730">
                  <c:v>1.48</c:v>
                </c:pt>
                <c:pt idx="5731">
                  <c:v>1.48</c:v>
                </c:pt>
                <c:pt idx="5732">
                  <c:v>1.48</c:v>
                </c:pt>
                <c:pt idx="5733">
                  <c:v>1.48</c:v>
                </c:pt>
                <c:pt idx="5734">
                  <c:v>1.48</c:v>
                </c:pt>
                <c:pt idx="5735">
                  <c:v>1.48</c:v>
                </c:pt>
                <c:pt idx="5736">
                  <c:v>1.48</c:v>
                </c:pt>
                <c:pt idx="5737">
                  <c:v>1.48</c:v>
                </c:pt>
                <c:pt idx="5738">
                  <c:v>1.48</c:v>
                </c:pt>
                <c:pt idx="5739">
                  <c:v>1.48</c:v>
                </c:pt>
                <c:pt idx="5740">
                  <c:v>1.48</c:v>
                </c:pt>
                <c:pt idx="5741">
                  <c:v>1.48</c:v>
                </c:pt>
                <c:pt idx="5742">
                  <c:v>1.48</c:v>
                </c:pt>
                <c:pt idx="5743">
                  <c:v>1.48</c:v>
                </c:pt>
                <c:pt idx="5744">
                  <c:v>1.48</c:v>
                </c:pt>
                <c:pt idx="5745">
                  <c:v>1.48</c:v>
                </c:pt>
                <c:pt idx="5746">
                  <c:v>1.48</c:v>
                </c:pt>
                <c:pt idx="5747">
                  <c:v>1.48</c:v>
                </c:pt>
                <c:pt idx="5748">
                  <c:v>1.48</c:v>
                </c:pt>
                <c:pt idx="5749">
                  <c:v>1.48</c:v>
                </c:pt>
                <c:pt idx="5750">
                  <c:v>1.48</c:v>
                </c:pt>
                <c:pt idx="5751">
                  <c:v>1.48</c:v>
                </c:pt>
                <c:pt idx="5752">
                  <c:v>1.48</c:v>
                </c:pt>
                <c:pt idx="5753">
                  <c:v>1.48</c:v>
                </c:pt>
                <c:pt idx="5754">
                  <c:v>1.48</c:v>
                </c:pt>
                <c:pt idx="5755">
                  <c:v>1.48</c:v>
                </c:pt>
                <c:pt idx="5756">
                  <c:v>1.48</c:v>
                </c:pt>
                <c:pt idx="5757">
                  <c:v>1.48</c:v>
                </c:pt>
                <c:pt idx="5758">
                  <c:v>1.48</c:v>
                </c:pt>
                <c:pt idx="5759">
                  <c:v>1.48</c:v>
                </c:pt>
                <c:pt idx="5760">
                  <c:v>1.48</c:v>
                </c:pt>
                <c:pt idx="5761">
                  <c:v>1.48</c:v>
                </c:pt>
                <c:pt idx="5762">
                  <c:v>1.48</c:v>
                </c:pt>
                <c:pt idx="5763">
                  <c:v>1.48</c:v>
                </c:pt>
                <c:pt idx="5764">
                  <c:v>1.48</c:v>
                </c:pt>
                <c:pt idx="5765">
                  <c:v>1.48</c:v>
                </c:pt>
                <c:pt idx="5766">
                  <c:v>1.48</c:v>
                </c:pt>
                <c:pt idx="5767">
                  <c:v>1.48</c:v>
                </c:pt>
                <c:pt idx="5768">
                  <c:v>1.48</c:v>
                </c:pt>
                <c:pt idx="5769">
                  <c:v>1.48</c:v>
                </c:pt>
                <c:pt idx="5770">
                  <c:v>1.48</c:v>
                </c:pt>
                <c:pt idx="5771">
                  <c:v>1.48</c:v>
                </c:pt>
                <c:pt idx="5772">
                  <c:v>1.48</c:v>
                </c:pt>
                <c:pt idx="5773">
                  <c:v>1.48</c:v>
                </c:pt>
                <c:pt idx="5774">
                  <c:v>1.48</c:v>
                </c:pt>
                <c:pt idx="5775">
                  <c:v>1.48</c:v>
                </c:pt>
                <c:pt idx="5776">
                  <c:v>1.48</c:v>
                </c:pt>
                <c:pt idx="5777">
                  <c:v>1.48</c:v>
                </c:pt>
                <c:pt idx="5778">
                  <c:v>1.48</c:v>
                </c:pt>
                <c:pt idx="5779">
                  <c:v>1.48</c:v>
                </c:pt>
                <c:pt idx="5780">
                  <c:v>1.48</c:v>
                </c:pt>
                <c:pt idx="5781">
                  <c:v>1.48</c:v>
                </c:pt>
                <c:pt idx="5782">
                  <c:v>1.48</c:v>
                </c:pt>
                <c:pt idx="5783">
                  <c:v>1.48</c:v>
                </c:pt>
                <c:pt idx="5784">
                  <c:v>1.48</c:v>
                </c:pt>
                <c:pt idx="5785">
                  <c:v>1.48</c:v>
                </c:pt>
                <c:pt idx="5786">
                  <c:v>1.48</c:v>
                </c:pt>
                <c:pt idx="5787">
                  <c:v>1.48</c:v>
                </c:pt>
                <c:pt idx="5788">
                  <c:v>1.48</c:v>
                </c:pt>
                <c:pt idx="5789">
                  <c:v>1.48</c:v>
                </c:pt>
                <c:pt idx="5790">
                  <c:v>1.48</c:v>
                </c:pt>
                <c:pt idx="5791">
                  <c:v>1.48</c:v>
                </c:pt>
                <c:pt idx="5792">
                  <c:v>1.48</c:v>
                </c:pt>
                <c:pt idx="5793">
                  <c:v>1.48</c:v>
                </c:pt>
                <c:pt idx="5794">
                  <c:v>1.48</c:v>
                </c:pt>
                <c:pt idx="5795">
                  <c:v>1.48</c:v>
                </c:pt>
                <c:pt idx="5796">
                  <c:v>1.48</c:v>
                </c:pt>
                <c:pt idx="5797">
                  <c:v>1.48</c:v>
                </c:pt>
                <c:pt idx="5798">
                  <c:v>1.48</c:v>
                </c:pt>
                <c:pt idx="5799">
                  <c:v>1.48</c:v>
                </c:pt>
                <c:pt idx="5800">
                  <c:v>1.48</c:v>
                </c:pt>
                <c:pt idx="5801">
                  <c:v>1.48</c:v>
                </c:pt>
                <c:pt idx="5802">
                  <c:v>1.48</c:v>
                </c:pt>
                <c:pt idx="5803">
                  <c:v>1.48</c:v>
                </c:pt>
                <c:pt idx="5804">
                  <c:v>1.48</c:v>
                </c:pt>
                <c:pt idx="5805">
                  <c:v>1.48</c:v>
                </c:pt>
                <c:pt idx="5806">
                  <c:v>1.48</c:v>
                </c:pt>
                <c:pt idx="5807">
                  <c:v>1.48</c:v>
                </c:pt>
                <c:pt idx="5808">
                  <c:v>1.48</c:v>
                </c:pt>
                <c:pt idx="5809">
                  <c:v>1.48</c:v>
                </c:pt>
                <c:pt idx="5810">
                  <c:v>1.48</c:v>
                </c:pt>
                <c:pt idx="5811">
                  <c:v>1.48</c:v>
                </c:pt>
                <c:pt idx="5812">
                  <c:v>1.48</c:v>
                </c:pt>
                <c:pt idx="5813">
                  <c:v>1.48</c:v>
                </c:pt>
                <c:pt idx="5814">
                  <c:v>1.48</c:v>
                </c:pt>
                <c:pt idx="5815">
                  <c:v>1.48</c:v>
                </c:pt>
                <c:pt idx="5816">
                  <c:v>1.48</c:v>
                </c:pt>
                <c:pt idx="5817">
                  <c:v>1.48</c:v>
                </c:pt>
                <c:pt idx="5818">
                  <c:v>1.48</c:v>
                </c:pt>
                <c:pt idx="5819">
                  <c:v>1.48</c:v>
                </c:pt>
                <c:pt idx="5820">
                  <c:v>1.48</c:v>
                </c:pt>
                <c:pt idx="5821">
                  <c:v>1.48</c:v>
                </c:pt>
                <c:pt idx="5822">
                  <c:v>1.48</c:v>
                </c:pt>
                <c:pt idx="5823">
                  <c:v>1.48</c:v>
                </c:pt>
                <c:pt idx="5824">
                  <c:v>1.48</c:v>
                </c:pt>
                <c:pt idx="5825">
                  <c:v>1.48</c:v>
                </c:pt>
                <c:pt idx="5826">
                  <c:v>1.48</c:v>
                </c:pt>
                <c:pt idx="5827">
                  <c:v>1.48</c:v>
                </c:pt>
                <c:pt idx="5828">
                  <c:v>1.48</c:v>
                </c:pt>
                <c:pt idx="5829">
                  <c:v>1.48</c:v>
                </c:pt>
                <c:pt idx="5830">
                  <c:v>1.48</c:v>
                </c:pt>
                <c:pt idx="5831">
                  <c:v>1.48</c:v>
                </c:pt>
                <c:pt idx="5832">
                  <c:v>1.48</c:v>
                </c:pt>
                <c:pt idx="5833">
                  <c:v>1.48</c:v>
                </c:pt>
                <c:pt idx="5834">
                  <c:v>1.48</c:v>
                </c:pt>
                <c:pt idx="5835">
                  <c:v>1.48</c:v>
                </c:pt>
                <c:pt idx="5836">
                  <c:v>1.48</c:v>
                </c:pt>
                <c:pt idx="5837">
                  <c:v>1.48</c:v>
                </c:pt>
                <c:pt idx="5838">
                  <c:v>1.48</c:v>
                </c:pt>
                <c:pt idx="5839">
                  <c:v>1.48</c:v>
                </c:pt>
                <c:pt idx="5840">
                  <c:v>1.48</c:v>
                </c:pt>
                <c:pt idx="5841">
                  <c:v>1.48</c:v>
                </c:pt>
                <c:pt idx="5842">
                  <c:v>1.48</c:v>
                </c:pt>
                <c:pt idx="5843">
                  <c:v>1.48</c:v>
                </c:pt>
                <c:pt idx="5844">
                  <c:v>1.48</c:v>
                </c:pt>
                <c:pt idx="5845">
                  <c:v>1.48</c:v>
                </c:pt>
                <c:pt idx="5846">
                  <c:v>1.48</c:v>
                </c:pt>
                <c:pt idx="5847">
                  <c:v>1.48</c:v>
                </c:pt>
                <c:pt idx="5848">
                  <c:v>1.48</c:v>
                </c:pt>
                <c:pt idx="5849">
                  <c:v>1.48</c:v>
                </c:pt>
                <c:pt idx="5850">
                  <c:v>1.48</c:v>
                </c:pt>
                <c:pt idx="5851">
                  <c:v>1.48</c:v>
                </c:pt>
                <c:pt idx="5852">
                  <c:v>1.48</c:v>
                </c:pt>
                <c:pt idx="5853">
                  <c:v>1.48</c:v>
                </c:pt>
                <c:pt idx="5854">
                  <c:v>1.48</c:v>
                </c:pt>
                <c:pt idx="5855">
                  <c:v>1.48</c:v>
                </c:pt>
                <c:pt idx="5856">
                  <c:v>1.48</c:v>
                </c:pt>
                <c:pt idx="5857">
                  <c:v>1.48</c:v>
                </c:pt>
                <c:pt idx="5858">
                  <c:v>1.48</c:v>
                </c:pt>
                <c:pt idx="5859">
                  <c:v>1.48</c:v>
                </c:pt>
                <c:pt idx="5860">
                  <c:v>1.48</c:v>
                </c:pt>
                <c:pt idx="5861">
                  <c:v>1.48</c:v>
                </c:pt>
                <c:pt idx="5862">
                  <c:v>1.48</c:v>
                </c:pt>
                <c:pt idx="5863">
                  <c:v>1.48</c:v>
                </c:pt>
                <c:pt idx="5864">
                  <c:v>1.48</c:v>
                </c:pt>
                <c:pt idx="5865">
                  <c:v>1.48</c:v>
                </c:pt>
                <c:pt idx="5866">
                  <c:v>1.48</c:v>
                </c:pt>
                <c:pt idx="5867">
                  <c:v>1.48</c:v>
                </c:pt>
                <c:pt idx="5868">
                  <c:v>1.48</c:v>
                </c:pt>
                <c:pt idx="5869">
                  <c:v>1.48</c:v>
                </c:pt>
                <c:pt idx="5870">
                  <c:v>1.48</c:v>
                </c:pt>
                <c:pt idx="5871">
                  <c:v>1.48</c:v>
                </c:pt>
                <c:pt idx="5872">
                  <c:v>1.48</c:v>
                </c:pt>
                <c:pt idx="5873">
                  <c:v>1.48</c:v>
                </c:pt>
                <c:pt idx="5874">
                  <c:v>1.48</c:v>
                </c:pt>
                <c:pt idx="5875">
                  <c:v>1.48</c:v>
                </c:pt>
                <c:pt idx="5876">
                  <c:v>1.48</c:v>
                </c:pt>
                <c:pt idx="5877">
                  <c:v>1.48</c:v>
                </c:pt>
                <c:pt idx="5878">
                  <c:v>1.48</c:v>
                </c:pt>
                <c:pt idx="5879">
                  <c:v>1.48</c:v>
                </c:pt>
                <c:pt idx="5880">
                  <c:v>1.48</c:v>
                </c:pt>
                <c:pt idx="5881">
                  <c:v>1.48</c:v>
                </c:pt>
                <c:pt idx="5882">
                  <c:v>1.48</c:v>
                </c:pt>
                <c:pt idx="5883">
                  <c:v>1.48</c:v>
                </c:pt>
                <c:pt idx="5884">
                  <c:v>1.48</c:v>
                </c:pt>
                <c:pt idx="5885">
                  <c:v>1.48</c:v>
                </c:pt>
                <c:pt idx="5886">
                  <c:v>1.48</c:v>
                </c:pt>
                <c:pt idx="5887">
                  <c:v>1.48</c:v>
                </c:pt>
                <c:pt idx="5888">
                  <c:v>1.48</c:v>
                </c:pt>
                <c:pt idx="5889">
                  <c:v>1.48</c:v>
                </c:pt>
                <c:pt idx="5890">
                  <c:v>1.48</c:v>
                </c:pt>
                <c:pt idx="5891">
                  <c:v>1.48</c:v>
                </c:pt>
                <c:pt idx="5892">
                  <c:v>1.48</c:v>
                </c:pt>
                <c:pt idx="5893">
                  <c:v>1.48</c:v>
                </c:pt>
                <c:pt idx="5894">
                  <c:v>1.48</c:v>
                </c:pt>
                <c:pt idx="5895">
                  <c:v>1.48</c:v>
                </c:pt>
                <c:pt idx="5896">
                  <c:v>1.48</c:v>
                </c:pt>
                <c:pt idx="5897">
                  <c:v>1.48</c:v>
                </c:pt>
                <c:pt idx="5898">
                  <c:v>1.48</c:v>
                </c:pt>
                <c:pt idx="5899">
                  <c:v>1.48</c:v>
                </c:pt>
                <c:pt idx="5900">
                  <c:v>1.48</c:v>
                </c:pt>
                <c:pt idx="5901">
                  <c:v>1.48</c:v>
                </c:pt>
                <c:pt idx="5902">
                  <c:v>1.48</c:v>
                </c:pt>
                <c:pt idx="5903">
                  <c:v>1.48</c:v>
                </c:pt>
                <c:pt idx="5904">
                  <c:v>1.48</c:v>
                </c:pt>
                <c:pt idx="5905">
                  <c:v>1.48</c:v>
                </c:pt>
                <c:pt idx="5906">
                  <c:v>1.48</c:v>
                </c:pt>
                <c:pt idx="5907">
                  <c:v>1.48</c:v>
                </c:pt>
                <c:pt idx="5908">
                  <c:v>1.48</c:v>
                </c:pt>
                <c:pt idx="5909">
                  <c:v>1.48</c:v>
                </c:pt>
                <c:pt idx="5910">
                  <c:v>1.48</c:v>
                </c:pt>
                <c:pt idx="5911">
                  <c:v>1.48</c:v>
                </c:pt>
                <c:pt idx="5912">
                  <c:v>1.48</c:v>
                </c:pt>
                <c:pt idx="5913">
                  <c:v>1.48</c:v>
                </c:pt>
                <c:pt idx="5914">
                  <c:v>1.48</c:v>
                </c:pt>
                <c:pt idx="5915">
                  <c:v>1.48</c:v>
                </c:pt>
                <c:pt idx="5916">
                  <c:v>1.48</c:v>
                </c:pt>
                <c:pt idx="5917">
                  <c:v>1.48</c:v>
                </c:pt>
                <c:pt idx="5918">
                  <c:v>1.48</c:v>
                </c:pt>
                <c:pt idx="5919">
                  <c:v>1.48</c:v>
                </c:pt>
                <c:pt idx="5920">
                  <c:v>1.48</c:v>
                </c:pt>
                <c:pt idx="5921">
                  <c:v>1.48</c:v>
                </c:pt>
                <c:pt idx="5922">
                  <c:v>1.48</c:v>
                </c:pt>
                <c:pt idx="5923">
                  <c:v>1.48</c:v>
                </c:pt>
                <c:pt idx="5924">
                  <c:v>1.48</c:v>
                </c:pt>
                <c:pt idx="5925">
                  <c:v>1.48</c:v>
                </c:pt>
                <c:pt idx="5926">
                  <c:v>1.48</c:v>
                </c:pt>
                <c:pt idx="5927">
                  <c:v>1.48</c:v>
                </c:pt>
                <c:pt idx="5928">
                  <c:v>1.48</c:v>
                </c:pt>
                <c:pt idx="5929">
                  <c:v>1.48</c:v>
                </c:pt>
                <c:pt idx="5930">
                  <c:v>1.48</c:v>
                </c:pt>
                <c:pt idx="5931">
                  <c:v>1.48</c:v>
                </c:pt>
                <c:pt idx="5932">
                  <c:v>1.48</c:v>
                </c:pt>
                <c:pt idx="5933">
                  <c:v>1.48</c:v>
                </c:pt>
                <c:pt idx="5934">
                  <c:v>1.48</c:v>
                </c:pt>
                <c:pt idx="5935">
                  <c:v>1.48</c:v>
                </c:pt>
                <c:pt idx="5936">
                  <c:v>1.48</c:v>
                </c:pt>
                <c:pt idx="5937">
                  <c:v>1.48</c:v>
                </c:pt>
                <c:pt idx="5938">
                  <c:v>1.48</c:v>
                </c:pt>
                <c:pt idx="5939">
                  <c:v>1.48</c:v>
                </c:pt>
                <c:pt idx="5940">
                  <c:v>1.48</c:v>
                </c:pt>
                <c:pt idx="5941">
                  <c:v>1.48</c:v>
                </c:pt>
                <c:pt idx="5942">
                  <c:v>1.48</c:v>
                </c:pt>
                <c:pt idx="5943">
                  <c:v>1.48</c:v>
                </c:pt>
                <c:pt idx="5944">
                  <c:v>1.48</c:v>
                </c:pt>
                <c:pt idx="5945">
                  <c:v>1.48</c:v>
                </c:pt>
                <c:pt idx="5946">
                  <c:v>1.48</c:v>
                </c:pt>
                <c:pt idx="5947">
                  <c:v>1.48</c:v>
                </c:pt>
                <c:pt idx="5948">
                  <c:v>1.48</c:v>
                </c:pt>
                <c:pt idx="5949">
                  <c:v>1.48</c:v>
                </c:pt>
                <c:pt idx="5950">
                  <c:v>1.48</c:v>
                </c:pt>
                <c:pt idx="5951">
                  <c:v>1.48</c:v>
                </c:pt>
                <c:pt idx="5952">
                  <c:v>1.48</c:v>
                </c:pt>
                <c:pt idx="5953">
                  <c:v>1.48</c:v>
                </c:pt>
                <c:pt idx="5954">
                  <c:v>1.48</c:v>
                </c:pt>
                <c:pt idx="5955">
                  <c:v>1.48</c:v>
                </c:pt>
                <c:pt idx="5956">
                  <c:v>1.48</c:v>
                </c:pt>
                <c:pt idx="5957">
                  <c:v>1.48</c:v>
                </c:pt>
                <c:pt idx="5958">
                  <c:v>1.48</c:v>
                </c:pt>
                <c:pt idx="5959">
                  <c:v>1.48</c:v>
                </c:pt>
                <c:pt idx="5960">
                  <c:v>1.48</c:v>
                </c:pt>
                <c:pt idx="5961">
                  <c:v>1.48</c:v>
                </c:pt>
                <c:pt idx="5962">
                  <c:v>1.48</c:v>
                </c:pt>
                <c:pt idx="5963">
                  <c:v>1.48</c:v>
                </c:pt>
                <c:pt idx="5964">
                  <c:v>1.48</c:v>
                </c:pt>
                <c:pt idx="5965">
                  <c:v>1.48</c:v>
                </c:pt>
                <c:pt idx="5966">
                  <c:v>1.48</c:v>
                </c:pt>
                <c:pt idx="5967">
                  <c:v>1.48</c:v>
                </c:pt>
                <c:pt idx="5968">
                  <c:v>1.48</c:v>
                </c:pt>
                <c:pt idx="5969">
                  <c:v>1.48</c:v>
                </c:pt>
                <c:pt idx="5970">
                  <c:v>1.48</c:v>
                </c:pt>
                <c:pt idx="5971">
                  <c:v>1.48</c:v>
                </c:pt>
                <c:pt idx="5972">
                  <c:v>1.48</c:v>
                </c:pt>
                <c:pt idx="5973">
                  <c:v>1.48</c:v>
                </c:pt>
                <c:pt idx="5974">
                  <c:v>1.48</c:v>
                </c:pt>
                <c:pt idx="5975">
                  <c:v>1.48</c:v>
                </c:pt>
                <c:pt idx="5976">
                  <c:v>1.48</c:v>
                </c:pt>
                <c:pt idx="5977">
                  <c:v>1.48</c:v>
                </c:pt>
                <c:pt idx="5978">
                  <c:v>1.48</c:v>
                </c:pt>
                <c:pt idx="5979">
                  <c:v>1.48</c:v>
                </c:pt>
                <c:pt idx="5980">
                  <c:v>1.48</c:v>
                </c:pt>
                <c:pt idx="5981">
                  <c:v>1.48</c:v>
                </c:pt>
                <c:pt idx="5982">
                  <c:v>1.48</c:v>
                </c:pt>
                <c:pt idx="5983">
                  <c:v>1.48</c:v>
                </c:pt>
                <c:pt idx="5984">
                  <c:v>1.48</c:v>
                </c:pt>
                <c:pt idx="5985">
                  <c:v>1.48</c:v>
                </c:pt>
                <c:pt idx="5986">
                  <c:v>1.48</c:v>
                </c:pt>
                <c:pt idx="5987">
                  <c:v>1.48</c:v>
                </c:pt>
                <c:pt idx="5988">
                  <c:v>1.48</c:v>
                </c:pt>
                <c:pt idx="5989">
                  <c:v>1.48</c:v>
                </c:pt>
                <c:pt idx="5990">
                  <c:v>1.48</c:v>
                </c:pt>
                <c:pt idx="5991">
                  <c:v>1.48</c:v>
                </c:pt>
                <c:pt idx="5992">
                  <c:v>1.48</c:v>
                </c:pt>
                <c:pt idx="5993">
                  <c:v>1.48</c:v>
                </c:pt>
                <c:pt idx="5994">
                  <c:v>1.48</c:v>
                </c:pt>
                <c:pt idx="5995">
                  <c:v>1.48</c:v>
                </c:pt>
                <c:pt idx="5996">
                  <c:v>1.48</c:v>
                </c:pt>
                <c:pt idx="5997">
                  <c:v>1.48</c:v>
                </c:pt>
                <c:pt idx="5998">
                  <c:v>1.48</c:v>
                </c:pt>
                <c:pt idx="5999">
                  <c:v>1.48</c:v>
                </c:pt>
                <c:pt idx="6000">
                  <c:v>1.48</c:v>
                </c:pt>
                <c:pt idx="6001">
                  <c:v>1.48</c:v>
                </c:pt>
                <c:pt idx="6002">
                  <c:v>1.48</c:v>
                </c:pt>
                <c:pt idx="6003">
                  <c:v>1.48</c:v>
                </c:pt>
                <c:pt idx="6004">
                  <c:v>1.48</c:v>
                </c:pt>
                <c:pt idx="6005">
                  <c:v>1.48</c:v>
                </c:pt>
                <c:pt idx="6006">
                  <c:v>1.48</c:v>
                </c:pt>
                <c:pt idx="6007">
                  <c:v>1.48</c:v>
                </c:pt>
                <c:pt idx="6008">
                  <c:v>1.48</c:v>
                </c:pt>
                <c:pt idx="6009">
                  <c:v>1.48</c:v>
                </c:pt>
                <c:pt idx="6010">
                  <c:v>1.48</c:v>
                </c:pt>
                <c:pt idx="6011">
                  <c:v>1.48</c:v>
                </c:pt>
                <c:pt idx="6012">
                  <c:v>1.48</c:v>
                </c:pt>
                <c:pt idx="6013">
                  <c:v>1.48</c:v>
                </c:pt>
                <c:pt idx="6014">
                  <c:v>1.48</c:v>
                </c:pt>
                <c:pt idx="6015">
                  <c:v>1.48</c:v>
                </c:pt>
                <c:pt idx="6016">
                  <c:v>1.48</c:v>
                </c:pt>
                <c:pt idx="6017">
                  <c:v>1.48</c:v>
                </c:pt>
                <c:pt idx="6018">
                  <c:v>1.48</c:v>
                </c:pt>
                <c:pt idx="6019">
                  <c:v>1.48</c:v>
                </c:pt>
                <c:pt idx="6020">
                  <c:v>1.48</c:v>
                </c:pt>
                <c:pt idx="6021">
                  <c:v>1.48</c:v>
                </c:pt>
                <c:pt idx="6022">
                  <c:v>1.48</c:v>
                </c:pt>
                <c:pt idx="6023">
                  <c:v>1.48</c:v>
                </c:pt>
                <c:pt idx="6024">
                  <c:v>1.48</c:v>
                </c:pt>
                <c:pt idx="6025">
                  <c:v>1.48</c:v>
                </c:pt>
                <c:pt idx="6026">
                  <c:v>1.48</c:v>
                </c:pt>
                <c:pt idx="6027">
                  <c:v>1.48</c:v>
                </c:pt>
                <c:pt idx="6028">
                  <c:v>1.48</c:v>
                </c:pt>
                <c:pt idx="6029">
                  <c:v>1.48</c:v>
                </c:pt>
                <c:pt idx="6030">
                  <c:v>1.48</c:v>
                </c:pt>
                <c:pt idx="6031">
                  <c:v>1.48</c:v>
                </c:pt>
                <c:pt idx="6032">
                  <c:v>1.48</c:v>
                </c:pt>
                <c:pt idx="6033">
                  <c:v>1.48</c:v>
                </c:pt>
                <c:pt idx="6034">
                  <c:v>1.48</c:v>
                </c:pt>
                <c:pt idx="6035">
                  <c:v>1.48</c:v>
                </c:pt>
                <c:pt idx="6036">
                  <c:v>1.48</c:v>
                </c:pt>
                <c:pt idx="6037">
                  <c:v>1.48</c:v>
                </c:pt>
                <c:pt idx="6038">
                  <c:v>1.48</c:v>
                </c:pt>
                <c:pt idx="6039">
                  <c:v>1.48</c:v>
                </c:pt>
                <c:pt idx="6040">
                  <c:v>1.48</c:v>
                </c:pt>
                <c:pt idx="6041">
                  <c:v>1.48</c:v>
                </c:pt>
                <c:pt idx="6042">
                  <c:v>1.48</c:v>
                </c:pt>
                <c:pt idx="6043">
                  <c:v>1.48</c:v>
                </c:pt>
                <c:pt idx="6044">
                  <c:v>1.48</c:v>
                </c:pt>
                <c:pt idx="6045">
                  <c:v>1.48</c:v>
                </c:pt>
                <c:pt idx="6046">
                  <c:v>1.48</c:v>
                </c:pt>
                <c:pt idx="6047">
                  <c:v>1.48</c:v>
                </c:pt>
                <c:pt idx="6048">
                  <c:v>1.48</c:v>
                </c:pt>
                <c:pt idx="6049">
                  <c:v>1.48</c:v>
                </c:pt>
                <c:pt idx="6050">
                  <c:v>1.48</c:v>
                </c:pt>
                <c:pt idx="6051">
                  <c:v>1.48</c:v>
                </c:pt>
                <c:pt idx="6052">
                  <c:v>1.48</c:v>
                </c:pt>
                <c:pt idx="6053">
                  <c:v>1.48</c:v>
                </c:pt>
                <c:pt idx="6054">
                  <c:v>1.48</c:v>
                </c:pt>
                <c:pt idx="6055">
                  <c:v>1.48</c:v>
                </c:pt>
                <c:pt idx="6056">
                  <c:v>1.48</c:v>
                </c:pt>
                <c:pt idx="6057">
                  <c:v>1.48</c:v>
                </c:pt>
                <c:pt idx="6058">
                  <c:v>1.48</c:v>
                </c:pt>
                <c:pt idx="6059">
                  <c:v>1.48</c:v>
                </c:pt>
                <c:pt idx="6060">
                  <c:v>1.48</c:v>
                </c:pt>
                <c:pt idx="6061">
                  <c:v>1.48</c:v>
                </c:pt>
                <c:pt idx="6062">
                  <c:v>1.48</c:v>
                </c:pt>
                <c:pt idx="6063">
                  <c:v>1.48</c:v>
                </c:pt>
                <c:pt idx="6064">
                  <c:v>1.48</c:v>
                </c:pt>
                <c:pt idx="6065">
                  <c:v>1.48</c:v>
                </c:pt>
                <c:pt idx="6066">
                  <c:v>1.48</c:v>
                </c:pt>
                <c:pt idx="6067">
                  <c:v>1.48</c:v>
                </c:pt>
                <c:pt idx="6068">
                  <c:v>1.48</c:v>
                </c:pt>
                <c:pt idx="6069">
                  <c:v>1.48</c:v>
                </c:pt>
                <c:pt idx="6070">
                  <c:v>1.48</c:v>
                </c:pt>
                <c:pt idx="6071">
                  <c:v>1.48</c:v>
                </c:pt>
                <c:pt idx="6072">
                  <c:v>1.48</c:v>
                </c:pt>
                <c:pt idx="6073">
                  <c:v>1.48</c:v>
                </c:pt>
                <c:pt idx="6074">
                  <c:v>1.48</c:v>
                </c:pt>
                <c:pt idx="6075">
                  <c:v>1.48</c:v>
                </c:pt>
                <c:pt idx="6076">
                  <c:v>1.48</c:v>
                </c:pt>
                <c:pt idx="6077">
                  <c:v>1.48</c:v>
                </c:pt>
                <c:pt idx="6078">
                  <c:v>1.48</c:v>
                </c:pt>
                <c:pt idx="6079">
                  <c:v>1.48</c:v>
                </c:pt>
                <c:pt idx="6080">
                  <c:v>1.48</c:v>
                </c:pt>
                <c:pt idx="6081">
                  <c:v>1.48</c:v>
                </c:pt>
                <c:pt idx="6082">
                  <c:v>1.48</c:v>
                </c:pt>
                <c:pt idx="6083">
                  <c:v>1.48</c:v>
                </c:pt>
                <c:pt idx="6084">
                  <c:v>1.48</c:v>
                </c:pt>
                <c:pt idx="6085">
                  <c:v>1.48</c:v>
                </c:pt>
                <c:pt idx="6086">
                  <c:v>1.48</c:v>
                </c:pt>
                <c:pt idx="6087">
                  <c:v>1.48</c:v>
                </c:pt>
                <c:pt idx="6088">
                  <c:v>1.48</c:v>
                </c:pt>
                <c:pt idx="6089">
                  <c:v>1.48</c:v>
                </c:pt>
                <c:pt idx="6090">
                  <c:v>1.48</c:v>
                </c:pt>
                <c:pt idx="6091">
                  <c:v>1.48</c:v>
                </c:pt>
                <c:pt idx="6092">
                  <c:v>1.48</c:v>
                </c:pt>
                <c:pt idx="6093">
                  <c:v>1.48</c:v>
                </c:pt>
                <c:pt idx="6094">
                  <c:v>1.48</c:v>
                </c:pt>
                <c:pt idx="6095">
                  <c:v>1.48</c:v>
                </c:pt>
                <c:pt idx="6096">
                  <c:v>1.48</c:v>
                </c:pt>
                <c:pt idx="6097">
                  <c:v>1.48</c:v>
                </c:pt>
                <c:pt idx="6098">
                  <c:v>1.48</c:v>
                </c:pt>
                <c:pt idx="6099">
                  <c:v>1.48</c:v>
                </c:pt>
                <c:pt idx="6100">
                  <c:v>1.48</c:v>
                </c:pt>
                <c:pt idx="6101">
                  <c:v>1.48</c:v>
                </c:pt>
                <c:pt idx="6102">
                  <c:v>1.48</c:v>
                </c:pt>
                <c:pt idx="6103">
                  <c:v>1.48</c:v>
                </c:pt>
                <c:pt idx="6104">
                  <c:v>1.48</c:v>
                </c:pt>
                <c:pt idx="6105">
                  <c:v>1.48</c:v>
                </c:pt>
                <c:pt idx="6106">
                  <c:v>1.48</c:v>
                </c:pt>
                <c:pt idx="6107">
                  <c:v>1.48</c:v>
                </c:pt>
                <c:pt idx="6108">
                  <c:v>1.48</c:v>
                </c:pt>
                <c:pt idx="6109">
                  <c:v>1.48</c:v>
                </c:pt>
                <c:pt idx="6110">
                  <c:v>1.48</c:v>
                </c:pt>
                <c:pt idx="6111">
                  <c:v>1.48</c:v>
                </c:pt>
                <c:pt idx="6112">
                  <c:v>1.48</c:v>
                </c:pt>
                <c:pt idx="6113">
                  <c:v>1.48</c:v>
                </c:pt>
                <c:pt idx="6114">
                  <c:v>1.48</c:v>
                </c:pt>
                <c:pt idx="6115">
                  <c:v>1.48</c:v>
                </c:pt>
                <c:pt idx="6116">
                  <c:v>1.48</c:v>
                </c:pt>
                <c:pt idx="6117">
                  <c:v>1.48</c:v>
                </c:pt>
                <c:pt idx="6118">
                  <c:v>1.48</c:v>
                </c:pt>
                <c:pt idx="6119">
                  <c:v>1.48</c:v>
                </c:pt>
                <c:pt idx="6120">
                  <c:v>1.48</c:v>
                </c:pt>
                <c:pt idx="6121">
                  <c:v>1.48</c:v>
                </c:pt>
                <c:pt idx="6122">
                  <c:v>1.48</c:v>
                </c:pt>
                <c:pt idx="6123">
                  <c:v>1.48</c:v>
                </c:pt>
                <c:pt idx="6124">
                  <c:v>1.48</c:v>
                </c:pt>
                <c:pt idx="6125">
                  <c:v>1.48</c:v>
                </c:pt>
                <c:pt idx="6126">
                  <c:v>1.48</c:v>
                </c:pt>
                <c:pt idx="6127">
                  <c:v>1.48</c:v>
                </c:pt>
                <c:pt idx="6128">
                  <c:v>1.48</c:v>
                </c:pt>
                <c:pt idx="6129">
                  <c:v>1.48</c:v>
                </c:pt>
                <c:pt idx="6130">
                  <c:v>1.48</c:v>
                </c:pt>
              </c:numCache>
            </c:numRef>
          </c:val>
          <c:smooth val="0"/>
          <c:extLst>
            <c:ext xmlns:c16="http://schemas.microsoft.com/office/drawing/2014/chart" uri="{C3380CC4-5D6E-409C-BE32-E72D297353CC}">
              <c16:uniqueId val="{00000004-FE79-4F56-8C61-D5CCC4ABBB15}"/>
            </c:ext>
          </c:extLst>
        </c:ser>
        <c:ser>
          <c:idx val="5"/>
          <c:order val="5"/>
          <c:tx>
            <c:v>Last</c:v>
          </c:tx>
          <c:spPr>
            <a:ln>
              <a:noFill/>
            </a:ln>
          </c:spPr>
          <c:marker>
            <c:symbol val="circle"/>
            <c:size val="7"/>
            <c:spPr>
              <a:solidFill>
                <a:srgbClr val="F9C113"/>
              </a:solidFill>
              <a:ln>
                <a:solidFill>
                  <a:srgbClr val="1F2F44"/>
                </a:solidFill>
              </a:ln>
            </c:spPr>
          </c:marker>
          <c:dLbls>
            <c:dLbl>
              <c:idx val="6130"/>
              <c:tx>
                <c:rich>
                  <a:bodyPr/>
                  <a:lstStyle/>
                  <a:p>
                    <a:r>
                      <a:rPr lang="en-US" sz="900" b="1" baseline="0">
                        <a:solidFill>
                          <a:srgbClr val="000000"/>
                        </a:solidFill>
                        <a:latin typeface="Roboto Light"/>
                      </a:rPr>
                      <a:t>Oct 26: 2.1</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FE79-4F56-8C61-D5CCC4ABBB15}"/>
                </c:ext>
              </c:extLst>
            </c:dLbl>
            <c:spPr>
              <a:noFill/>
              <a:ln>
                <a:noFill/>
              </a:ln>
              <a:effectLst/>
            </c:spPr>
            <c:txPr>
              <a:bodyPr/>
              <a:lstStyle/>
              <a:p>
                <a:pPr>
                  <a:defRPr sz="900" b="1" baseline="0">
                    <a:solidFill>
                      <a:srgbClr val="000000"/>
                    </a:solidFill>
                    <a:latin typeface="Roboto Light"/>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'L1'!$A$2:$A$6132</c:f>
              <c:numCache>
                <c:formatCode>yyyy\-mm\-dd</c:formatCode>
                <c:ptCount val="6131"/>
                <c:pt idx="0">
                  <c:v>37292</c:v>
                </c:pt>
                <c:pt idx="1">
                  <c:v>37293</c:v>
                </c:pt>
                <c:pt idx="2">
                  <c:v>37294</c:v>
                </c:pt>
                <c:pt idx="3">
                  <c:v>37295</c:v>
                </c:pt>
                <c:pt idx="4">
                  <c:v>37300</c:v>
                </c:pt>
                <c:pt idx="5">
                  <c:v>37301</c:v>
                </c:pt>
                <c:pt idx="6">
                  <c:v>37302</c:v>
                </c:pt>
                <c:pt idx="7">
                  <c:v>37305</c:v>
                </c:pt>
                <c:pt idx="8">
                  <c:v>37306</c:v>
                </c:pt>
                <c:pt idx="9">
                  <c:v>37307</c:v>
                </c:pt>
                <c:pt idx="10">
                  <c:v>37308</c:v>
                </c:pt>
                <c:pt idx="11">
                  <c:v>37309</c:v>
                </c:pt>
                <c:pt idx="12">
                  <c:v>37312</c:v>
                </c:pt>
                <c:pt idx="13">
                  <c:v>37313</c:v>
                </c:pt>
                <c:pt idx="14">
                  <c:v>37314</c:v>
                </c:pt>
                <c:pt idx="15">
                  <c:v>37315</c:v>
                </c:pt>
                <c:pt idx="16">
                  <c:v>37316</c:v>
                </c:pt>
                <c:pt idx="17">
                  <c:v>37319</c:v>
                </c:pt>
                <c:pt idx="18">
                  <c:v>37320</c:v>
                </c:pt>
                <c:pt idx="19">
                  <c:v>37321</c:v>
                </c:pt>
                <c:pt idx="20">
                  <c:v>37322</c:v>
                </c:pt>
                <c:pt idx="21">
                  <c:v>37323</c:v>
                </c:pt>
                <c:pt idx="22">
                  <c:v>37326</c:v>
                </c:pt>
                <c:pt idx="23">
                  <c:v>37327</c:v>
                </c:pt>
                <c:pt idx="24">
                  <c:v>37328</c:v>
                </c:pt>
                <c:pt idx="25">
                  <c:v>37329</c:v>
                </c:pt>
                <c:pt idx="26">
                  <c:v>37330</c:v>
                </c:pt>
                <c:pt idx="27">
                  <c:v>37333</c:v>
                </c:pt>
                <c:pt idx="28">
                  <c:v>37334</c:v>
                </c:pt>
                <c:pt idx="29">
                  <c:v>37335</c:v>
                </c:pt>
                <c:pt idx="30">
                  <c:v>37336</c:v>
                </c:pt>
                <c:pt idx="31">
                  <c:v>37337</c:v>
                </c:pt>
                <c:pt idx="32">
                  <c:v>37340</c:v>
                </c:pt>
                <c:pt idx="33">
                  <c:v>37341</c:v>
                </c:pt>
                <c:pt idx="34">
                  <c:v>37342</c:v>
                </c:pt>
                <c:pt idx="35">
                  <c:v>37343</c:v>
                </c:pt>
                <c:pt idx="36">
                  <c:v>37347</c:v>
                </c:pt>
                <c:pt idx="37">
                  <c:v>37348</c:v>
                </c:pt>
                <c:pt idx="38">
                  <c:v>37349</c:v>
                </c:pt>
                <c:pt idx="39">
                  <c:v>37350</c:v>
                </c:pt>
                <c:pt idx="40">
                  <c:v>37351</c:v>
                </c:pt>
                <c:pt idx="41">
                  <c:v>37354</c:v>
                </c:pt>
                <c:pt idx="42">
                  <c:v>37355</c:v>
                </c:pt>
                <c:pt idx="43">
                  <c:v>37356</c:v>
                </c:pt>
                <c:pt idx="44">
                  <c:v>37357</c:v>
                </c:pt>
                <c:pt idx="45">
                  <c:v>37358</c:v>
                </c:pt>
                <c:pt idx="46">
                  <c:v>37361</c:v>
                </c:pt>
                <c:pt idx="47">
                  <c:v>37362</c:v>
                </c:pt>
                <c:pt idx="48">
                  <c:v>37363</c:v>
                </c:pt>
                <c:pt idx="49">
                  <c:v>37364</c:v>
                </c:pt>
                <c:pt idx="50">
                  <c:v>37365</c:v>
                </c:pt>
                <c:pt idx="51">
                  <c:v>37368</c:v>
                </c:pt>
                <c:pt idx="52">
                  <c:v>37369</c:v>
                </c:pt>
                <c:pt idx="53">
                  <c:v>37370</c:v>
                </c:pt>
                <c:pt idx="54">
                  <c:v>37371</c:v>
                </c:pt>
                <c:pt idx="55">
                  <c:v>37372</c:v>
                </c:pt>
                <c:pt idx="56">
                  <c:v>37375</c:v>
                </c:pt>
                <c:pt idx="57">
                  <c:v>37376</c:v>
                </c:pt>
                <c:pt idx="58">
                  <c:v>37378</c:v>
                </c:pt>
                <c:pt idx="59">
                  <c:v>37379</c:v>
                </c:pt>
                <c:pt idx="60">
                  <c:v>37382</c:v>
                </c:pt>
                <c:pt idx="61">
                  <c:v>37383</c:v>
                </c:pt>
                <c:pt idx="62">
                  <c:v>37384</c:v>
                </c:pt>
                <c:pt idx="63">
                  <c:v>37385</c:v>
                </c:pt>
                <c:pt idx="64">
                  <c:v>37386</c:v>
                </c:pt>
                <c:pt idx="65">
                  <c:v>37389</c:v>
                </c:pt>
                <c:pt idx="66">
                  <c:v>37390</c:v>
                </c:pt>
                <c:pt idx="67">
                  <c:v>37391</c:v>
                </c:pt>
                <c:pt idx="68">
                  <c:v>37392</c:v>
                </c:pt>
                <c:pt idx="69">
                  <c:v>37393</c:v>
                </c:pt>
                <c:pt idx="70">
                  <c:v>37396</c:v>
                </c:pt>
                <c:pt idx="71">
                  <c:v>37397</c:v>
                </c:pt>
                <c:pt idx="72">
                  <c:v>37398</c:v>
                </c:pt>
                <c:pt idx="73">
                  <c:v>37399</c:v>
                </c:pt>
                <c:pt idx="74">
                  <c:v>37400</c:v>
                </c:pt>
                <c:pt idx="75">
                  <c:v>37403</c:v>
                </c:pt>
                <c:pt idx="76">
                  <c:v>37404</c:v>
                </c:pt>
                <c:pt idx="77">
                  <c:v>37405</c:v>
                </c:pt>
                <c:pt idx="78">
                  <c:v>37407</c:v>
                </c:pt>
                <c:pt idx="79">
                  <c:v>37410</c:v>
                </c:pt>
                <c:pt idx="80">
                  <c:v>37411</c:v>
                </c:pt>
                <c:pt idx="81">
                  <c:v>37412</c:v>
                </c:pt>
                <c:pt idx="82">
                  <c:v>37413</c:v>
                </c:pt>
                <c:pt idx="83">
                  <c:v>37414</c:v>
                </c:pt>
                <c:pt idx="84">
                  <c:v>37417</c:v>
                </c:pt>
                <c:pt idx="85">
                  <c:v>37418</c:v>
                </c:pt>
                <c:pt idx="86">
                  <c:v>37419</c:v>
                </c:pt>
                <c:pt idx="87">
                  <c:v>37420</c:v>
                </c:pt>
                <c:pt idx="88">
                  <c:v>37421</c:v>
                </c:pt>
                <c:pt idx="89">
                  <c:v>37424</c:v>
                </c:pt>
                <c:pt idx="90">
                  <c:v>37425</c:v>
                </c:pt>
                <c:pt idx="91">
                  <c:v>37426</c:v>
                </c:pt>
                <c:pt idx="92">
                  <c:v>37427</c:v>
                </c:pt>
                <c:pt idx="93">
                  <c:v>37428</c:v>
                </c:pt>
                <c:pt idx="94">
                  <c:v>37431</c:v>
                </c:pt>
                <c:pt idx="95">
                  <c:v>37432</c:v>
                </c:pt>
                <c:pt idx="96">
                  <c:v>37433</c:v>
                </c:pt>
                <c:pt idx="97">
                  <c:v>37434</c:v>
                </c:pt>
                <c:pt idx="98">
                  <c:v>37435</c:v>
                </c:pt>
                <c:pt idx="99">
                  <c:v>37438</c:v>
                </c:pt>
                <c:pt idx="100">
                  <c:v>37439</c:v>
                </c:pt>
                <c:pt idx="101">
                  <c:v>37440</c:v>
                </c:pt>
                <c:pt idx="102">
                  <c:v>37441</c:v>
                </c:pt>
                <c:pt idx="103">
                  <c:v>37442</c:v>
                </c:pt>
                <c:pt idx="104">
                  <c:v>37445</c:v>
                </c:pt>
                <c:pt idx="105">
                  <c:v>37447</c:v>
                </c:pt>
                <c:pt idx="106">
                  <c:v>37448</c:v>
                </c:pt>
                <c:pt idx="107">
                  <c:v>37449</c:v>
                </c:pt>
                <c:pt idx="108">
                  <c:v>37452</c:v>
                </c:pt>
                <c:pt idx="109">
                  <c:v>37453</c:v>
                </c:pt>
                <c:pt idx="110">
                  <c:v>37454</c:v>
                </c:pt>
                <c:pt idx="111">
                  <c:v>37455</c:v>
                </c:pt>
                <c:pt idx="112">
                  <c:v>37456</c:v>
                </c:pt>
                <c:pt idx="113">
                  <c:v>37459</c:v>
                </c:pt>
                <c:pt idx="114">
                  <c:v>37460</c:v>
                </c:pt>
                <c:pt idx="115">
                  <c:v>37461</c:v>
                </c:pt>
                <c:pt idx="116">
                  <c:v>37462</c:v>
                </c:pt>
                <c:pt idx="117">
                  <c:v>37463</c:v>
                </c:pt>
                <c:pt idx="118">
                  <c:v>37466</c:v>
                </c:pt>
                <c:pt idx="119">
                  <c:v>37467</c:v>
                </c:pt>
                <c:pt idx="120">
                  <c:v>37468</c:v>
                </c:pt>
                <c:pt idx="121">
                  <c:v>37469</c:v>
                </c:pt>
                <c:pt idx="122">
                  <c:v>37470</c:v>
                </c:pt>
                <c:pt idx="123">
                  <c:v>37473</c:v>
                </c:pt>
                <c:pt idx="124">
                  <c:v>37474</c:v>
                </c:pt>
                <c:pt idx="125">
                  <c:v>37475</c:v>
                </c:pt>
                <c:pt idx="126">
                  <c:v>37476</c:v>
                </c:pt>
                <c:pt idx="127">
                  <c:v>37477</c:v>
                </c:pt>
                <c:pt idx="128">
                  <c:v>37480</c:v>
                </c:pt>
                <c:pt idx="129">
                  <c:v>37481</c:v>
                </c:pt>
                <c:pt idx="130">
                  <c:v>37482</c:v>
                </c:pt>
                <c:pt idx="131">
                  <c:v>37483</c:v>
                </c:pt>
                <c:pt idx="132">
                  <c:v>37484</c:v>
                </c:pt>
                <c:pt idx="133">
                  <c:v>37487</c:v>
                </c:pt>
                <c:pt idx="134">
                  <c:v>37488</c:v>
                </c:pt>
                <c:pt idx="135">
                  <c:v>37489</c:v>
                </c:pt>
                <c:pt idx="136">
                  <c:v>37490</c:v>
                </c:pt>
                <c:pt idx="137">
                  <c:v>37491</c:v>
                </c:pt>
                <c:pt idx="138">
                  <c:v>37494</c:v>
                </c:pt>
                <c:pt idx="139">
                  <c:v>37495</c:v>
                </c:pt>
                <c:pt idx="140">
                  <c:v>37496</c:v>
                </c:pt>
                <c:pt idx="141">
                  <c:v>37497</c:v>
                </c:pt>
                <c:pt idx="142">
                  <c:v>37498</c:v>
                </c:pt>
                <c:pt idx="143">
                  <c:v>37501</c:v>
                </c:pt>
                <c:pt idx="144">
                  <c:v>37502</c:v>
                </c:pt>
                <c:pt idx="145">
                  <c:v>37503</c:v>
                </c:pt>
                <c:pt idx="146">
                  <c:v>37504</c:v>
                </c:pt>
                <c:pt idx="147">
                  <c:v>37505</c:v>
                </c:pt>
                <c:pt idx="148">
                  <c:v>37508</c:v>
                </c:pt>
                <c:pt idx="149">
                  <c:v>37509</c:v>
                </c:pt>
                <c:pt idx="150">
                  <c:v>37510</c:v>
                </c:pt>
                <c:pt idx="151">
                  <c:v>37511</c:v>
                </c:pt>
                <c:pt idx="152">
                  <c:v>37512</c:v>
                </c:pt>
                <c:pt idx="153">
                  <c:v>37515</c:v>
                </c:pt>
                <c:pt idx="154">
                  <c:v>37516</c:v>
                </c:pt>
                <c:pt idx="155">
                  <c:v>37517</c:v>
                </c:pt>
                <c:pt idx="156">
                  <c:v>37518</c:v>
                </c:pt>
                <c:pt idx="157">
                  <c:v>37519</c:v>
                </c:pt>
                <c:pt idx="158">
                  <c:v>37522</c:v>
                </c:pt>
                <c:pt idx="159">
                  <c:v>37523</c:v>
                </c:pt>
                <c:pt idx="160">
                  <c:v>37524</c:v>
                </c:pt>
                <c:pt idx="161">
                  <c:v>37525</c:v>
                </c:pt>
                <c:pt idx="162">
                  <c:v>37526</c:v>
                </c:pt>
                <c:pt idx="163">
                  <c:v>37529</c:v>
                </c:pt>
                <c:pt idx="164">
                  <c:v>37530</c:v>
                </c:pt>
                <c:pt idx="165">
                  <c:v>37531</c:v>
                </c:pt>
                <c:pt idx="166">
                  <c:v>37532</c:v>
                </c:pt>
                <c:pt idx="167">
                  <c:v>37533</c:v>
                </c:pt>
                <c:pt idx="168">
                  <c:v>37536</c:v>
                </c:pt>
                <c:pt idx="169">
                  <c:v>37537</c:v>
                </c:pt>
                <c:pt idx="170">
                  <c:v>37538</c:v>
                </c:pt>
                <c:pt idx="171">
                  <c:v>37539</c:v>
                </c:pt>
                <c:pt idx="172">
                  <c:v>37540</c:v>
                </c:pt>
                <c:pt idx="173">
                  <c:v>37543</c:v>
                </c:pt>
                <c:pt idx="174">
                  <c:v>37544</c:v>
                </c:pt>
                <c:pt idx="175">
                  <c:v>37545</c:v>
                </c:pt>
                <c:pt idx="176">
                  <c:v>37546</c:v>
                </c:pt>
                <c:pt idx="177">
                  <c:v>37547</c:v>
                </c:pt>
                <c:pt idx="178">
                  <c:v>37550</c:v>
                </c:pt>
                <c:pt idx="179">
                  <c:v>37551</c:v>
                </c:pt>
                <c:pt idx="180">
                  <c:v>37552</c:v>
                </c:pt>
                <c:pt idx="181">
                  <c:v>37553</c:v>
                </c:pt>
                <c:pt idx="182">
                  <c:v>37554</c:v>
                </c:pt>
                <c:pt idx="183">
                  <c:v>37557</c:v>
                </c:pt>
                <c:pt idx="184">
                  <c:v>37558</c:v>
                </c:pt>
                <c:pt idx="185">
                  <c:v>37559</c:v>
                </c:pt>
                <c:pt idx="186">
                  <c:v>37560</c:v>
                </c:pt>
                <c:pt idx="187">
                  <c:v>37561</c:v>
                </c:pt>
                <c:pt idx="188">
                  <c:v>37564</c:v>
                </c:pt>
                <c:pt idx="189">
                  <c:v>37565</c:v>
                </c:pt>
                <c:pt idx="190">
                  <c:v>37566</c:v>
                </c:pt>
                <c:pt idx="191">
                  <c:v>37567</c:v>
                </c:pt>
                <c:pt idx="192">
                  <c:v>37568</c:v>
                </c:pt>
                <c:pt idx="193">
                  <c:v>37571</c:v>
                </c:pt>
                <c:pt idx="194">
                  <c:v>37572</c:v>
                </c:pt>
                <c:pt idx="195">
                  <c:v>37573</c:v>
                </c:pt>
                <c:pt idx="196">
                  <c:v>37574</c:v>
                </c:pt>
                <c:pt idx="197">
                  <c:v>37578</c:v>
                </c:pt>
                <c:pt idx="198">
                  <c:v>37579</c:v>
                </c:pt>
                <c:pt idx="199">
                  <c:v>37580</c:v>
                </c:pt>
                <c:pt idx="200">
                  <c:v>37581</c:v>
                </c:pt>
                <c:pt idx="201">
                  <c:v>37582</c:v>
                </c:pt>
                <c:pt idx="202">
                  <c:v>37585</c:v>
                </c:pt>
                <c:pt idx="203">
                  <c:v>37586</c:v>
                </c:pt>
                <c:pt idx="204">
                  <c:v>37587</c:v>
                </c:pt>
                <c:pt idx="205">
                  <c:v>37588</c:v>
                </c:pt>
                <c:pt idx="206">
                  <c:v>37589</c:v>
                </c:pt>
                <c:pt idx="207">
                  <c:v>37592</c:v>
                </c:pt>
                <c:pt idx="208">
                  <c:v>37593</c:v>
                </c:pt>
                <c:pt idx="209">
                  <c:v>37594</c:v>
                </c:pt>
                <c:pt idx="210">
                  <c:v>37595</c:v>
                </c:pt>
                <c:pt idx="211">
                  <c:v>37596</c:v>
                </c:pt>
                <c:pt idx="212">
                  <c:v>37599</c:v>
                </c:pt>
                <c:pt idx="213">
                  <c:v>37600</c:v>
                </c:pt>
                <c:pt idx="214">
                  <c:v>37601</c:v>
                </c:pt>
                <c:pt idx="215">
                  <c:v>37602</c:v>
                </c:pt>
                <c:pt idx="216">
                  <c:v>37603</c:v>
                </c:pt>
                <c:pt idx="217">
                  <c:v>37606</c:v>
                </c:pt>
                <c:pt idx="218">
                  <c:v>37607</c:v>
                </c:pt>
                <c:pt idx="219">
                  <c:v>37608</c:v>
                </c:pt>
                <c:pt idx="220">
                  <c:v>37609</c:v>
                </c:pt>
                <c:pt idx="221">
                  <c:v>37610</c:v>
                </c:pt>
                <c:pt idx="222">
                  <c:v>37613</c:v>
                </c:pt>
                <c:pt idx="223">
                  <c:v>37616</c:v>
                </c:pt>
                <c:pt idx="224">
                  <c:v>37617</c:v>
                </c:pt>
                <c:pt idx="225">
                  <c:v>37620</c:v>
                </c:pt>
                <c:pt idx="226">
                  <c:v>37623</c:v>
                </c:pt>
                <c:pt idx="227">
                  <c:v>37624</c:v>
                </c:pt>
                <c:pt idx="228">
                  <c:v>37627</c:v>
                </c:pt>
                <c:pt idx="229">
                  <c:v>37628</c:v>
                </c:pt>
                <c:pt idx="230">
                  <c:v>37629</c:v>
                </c:pt>
                <c:pt idx="231">
                  <c:v>37630</c:v>
                </c:pt>
                <c:pt idx="232">
                  <c:v>37631</c:v>
                </c:pt>
                <c:pt idx="233">
                  <c:v>37634</c:v>
                </c:pt>
                <c:pt idx="234">
                  <c:v>37635</c:v>
                </c:pt>
                <c:pt idx="235">
                  <c:v>37636</c:v>
                </c:pt>
                <c:pt idx="236">
                  <c:v>37637</c:v>
                </c:pt>
                <c:pt idx="237">
                  <c:v>37638</c:v>
                </c:pt>
                <c:pt idx="238">
                  <c:v>37641</c:v>
                </c:pt>
                <c:pt idx="239">
                  <c:v>37642</c:v>
                </c:pt>
                <c:pt idx="240">
                  <c:v>37643</c:v>
                </c:pt>
                <c:pt idx="241">
                  <c:v>37644</c:v>
                </c:pt>
                <c:pt idx="242">
                  <c:v>37645</c:v>
                </c:pt>
                <c:pt idx="243">
                  <c:v>37648</c:v>
                </c:pt>
                <c:pt idx="244">
                  <c:v>37649</c:v>
                </c:pt>
                <c:pt idx="245">
                  <c:v>37650</c:v>
                </c:pt>
                <c:pt idx="246">
                  <c:v>37651</c:v>
                </c:pt>
                <c:pt idx="247">
                  <c:v>37652</c:v>
                </c:pt>
                <c:pt idx="248">
                  <c:v>37655</c:v>
                </c:pt>
                <c:pt idx="249">
                  <c:v>37656</c:v>
                </c:pt>
                <c:pt idx="250">
                  <c:v>37657</c:v>
                </c:pt>
                <c:pt idx="251">
                  <c:v>37658</c:v>
                </c:pt>
                <c:pt idx="252">
                  <c:v>37659</c:v>
                </c:pt>
                <c:pt idx="253">
                  <c:v>37662</c:v>
                </c:pt>
                <c:pt idx="254">
                  <c:v>37663</c:v>
                </c:pt>
                <c:pt idx="255">
                  <c:v>37664</c:v>
                </c:pt>
                <c:pt idx="256">
                  <c:v>37665</c:v>
                </c:pt>
                <c:pt idx="257">
                  <c:v>37666</c:v>
                </c:pt>
                <c:pt idx="258">
                  <c:v>37669</c:v>
                </c:pt>
                <c:pt idx="259">
                  <c:v>37670</c:v>
                </c:pt>
                <c:pt idx="260">
                  <c:v>37671</c:v>
                </c:pt>
                <c:pt idx="261">
                  <c:v>37672</c:v>
                </c:pt>
                <c:pt idx="262">
                  <c:v>37673</c:v>
                </c:pt>
                <c:pt idx="263">
                  <c:v>37676</c:v>
                </c:pt>
                <c:pt idx="264">
                  <c:v>37677</c:v>
                </c:pt>
                <c:pt idx="265">
                  <c:v>37678</c:v>
                </c:pt>
                <c:pt idx="266">
                  <c:v>37679</c:v>
                </c:pt>
                <c:pt idx="267">
                  <c:v>37680</c:v>
                </c:pt>
                <c:pt idx="268">
                  <c:v>37685</c:v>
                </c:pt>
                <c:pt idx="269">
                  <c:v>37686</c:v>
                </c:pt>
                <c:pt idx="270">
                  <c:v>37687</c:v>
                </c:pt>
                <c:pt idx="271">
                  <c:v>37690</c:v>
                </c:pt>
                <c:pt idx="272">
                  <c:v>37691</c:v>
                </c:pt>
                <c:pt idx="273">
                  <c:v>37692</c:v>
                </c:pt>
                <c:pt idx="274">
                  <c:v>37693</c:v>
                </c:pt>
                <c:pt idx="275">
                  <c:v>37694</c:v>
                </c:pt>
                <c:pt idx="276">
                  <c:v>37697</c:v>
                </c:pt>
                <c:pt idx="277">
                  <c:v>37698</c:v>
                </c:pt>
                <c:pt idx="278">
                  <c:v>37699</c:v>
                </c:pt>
                <c:pt idx="279">
                  <c:v>37700</c:v>
                </c:pt>
                <c:pt idx="280">
                  <c:v>37701</c:v>
                </c:pt>
                <c:pt idx="281">
                  <c:v>37704</c:v>
                </c:pt>
                <c:pt idx="282">
                  <c:v>37705</c:v>
                </c:pt>
                <c:pt idx="283">
                  <c:v>37706</c:v>
                </c:pt>
                <c:pt idx="284">
                  <c:v>37707</c:v>
                </c:pt>
                <c:pt idx="285">
                  <c:v>37708</c:v>
                </c:pt>
                <c:pt idx="286">
                  <c:v>37711</c:v>
                </c:pt>
                <c:pt idx="287">
                  <c:v>37712</c:v>
                </c:pt>
                <c:pt idx="288">
                  <c:v>37713</c:v>
                </c:pt>
                <c:pt idx="289">
                  <c:v>37714</c:v>
                </c:pt>
                <c:pt idx="290">
                  <c:v>37715</c:v>
                </c:pt>
                <c:pt idx="291">
                  <c:v>37718</c:v>
                </c:pt>
                <c:pt idx="292">
                  <c:v>37719</c:v>
                </c:pt>
                <c:pt idx="293">
                  <c:v>37720</c:v>
                </c:pt>
                <c:pt idx="294">
                  <c:v>37721</c:v>
                </c:pt>
                <c:pt idx="295">
                  <c:v>37722</c:v>
                </c:pt>
                <c:pt idx="296">
                  <c:v>37725</c:v>
                </c:pt>
                <c:pt idx="297">
                  <c:v>37726</c:v>
                </c:pt>
                <c:pt idx="298">
                  <c:v>37727</c:v>
                </c:pt>
                <c:pt idx="299">
                  <c:v>37728</c:v>
                </c:pt>
                <c:pt idx="300">
                  <c:v>37733</c:v>
                </c:pt>
                <c:pt idx="301">
                  <c:v>37734</c:v>
                </c:pt>
                <c:pt idx="302">
                  <c:v>37735</c:v>
                </c:pt>
                <c:pt idx="303">
                  <c:v>37736</c:v>
                </c:pt>
                <c:pt idx="304">
                  <c:v>37739</c:v>
                </c:pt>
                <c:pt idx="305">
                  <c:v>37740</c:v>
                </c:pt>
                <c:pt idx="306">
                  <c:v>37741</c:v>
                </c:pt>
                <c:pt idx="307">
                  <c:v>37743</c:v>
                </c:pt>
                <c:pt idx="308">
                  <c:v>37746</c:v>
                </c:pt>
                <c:pt idx="309">
                  <c:v>37747</c:v>
                </c:pt>
                <c:pt idx="310">
                  <c:v>37748</c:v>
                </c:pt>
                <c:pt idx="311">
                  <c:v>37749</c:v>
                </c:pt>
                <c:pt idx="312">
                  <c:v>37750</c:v>
                </c:pt>
                <c:pt idx="313">
                  <c:v>37753</c:v>
                </c:pt>
                <c:pt idx="314">
                  <c:v>37754</c:v>
                </c:pt>
                <c:pt idx="315">
                  <c:v>37755</c:v>
                </c:pt>
                <c:pt idx="316">
                  <c:v>37756</c:v>
                </c:pt>
                <c:pt idx="317">
                  <c:v>37757</c:v>
                </c:pt>
                <c:pt idx="318">
                  <c:v>37760</c:v>
                </c:pt>
                <c:pt idx="319">
                  <c:v>37761</c:v>
                </c:pt>
                <c:pt idx="320">
                  <c:v>37762</c:v>
                </c:pt>
                <c:pt idx="321">
                  <c:v>37763</c:v>
                </c:pt>
                <c:pt idx="322">
                  <c:v>37764</c:v>
                </c:pt>
                <c:pt idx="323">
                  <c:v>37767</c:v>
                </c:pt>
                <c:pt idx="324">
                  <c:v>37768</c:v>
                </c:pt>
                <c:pt idx="325">
                  <c:v>37769</c:v>
                </c:pt>
                <c:pt idx="326">
                  <c:v>37770</c:v>
                </c:pt>
                <c:pt idx="327">
                  <c:v>37771</c:v>
                </c:pt>
                <c:pt idx="328">
                  <c:v>37774</c:v>
                </c:pt>
                <c:pt idx="329">
                  <c:v>37775</c:v>
                </c:pt>
                <c:pt idx="330">
                  <c:v>37776</c:v>
                </c:pt>
                <c:pt idx="331">
                  <c:v>37777</c:v>
                </c:pt>
                <c:pt idx="332">
                  <c:v>37778</c:v>
                </c:pt>
                <c:pt idx="333">
                  <c:v>37781</c:v>
                </c:pt>
                <c:pt idx="334">
                  <c:v>37782</c:v>
                </c:pt>
                <c:pt idx="335">
                  <c:v>37783</c:v>
                </c:pt>
                <c:pt idx="336">
                  <c:v>37784</c:v>
                </c:pt>
                <c:pt idx="337">
                  <c:v>37785</c:v>
                </c:pt>
                <c:pt idx="338">
                  <c:v>37788</c:v>
                </c:pt>
                <c:pt idx="339">
                  <c:v>37789</c:v>
                </c:pt>
                <c:pt idx="340">
                  <c:v>37790</c:v>
                </c:pt>
                <c:pt idx="341">
                  <c:v>37792</c:v>
                </c:pt>
                <c:pt idx="342">
                  <c:v>37795</c:v>
                </c:pt>
                <c:pt idx="343">
                  <c:v>37796</c:v>
                </c:pt>
                <c:pt idx="344">
                  <c:v>37797</c:v>
                </c:pt>
                <c:pt idx="345">
                  <c:v>37798</c:v>
                </c:pt>
                <c:pt idx="346">
                  <c:v>37799</c:v>
                </c:pt>
                <c:pt idx="347">
                  <c:v>37802</c:v>
                </c:pt>
                <c:pt idx="348">
                  <c:v>37803</c:v>
                </c:pt>
                <c:pt idx="349">
                  <c:v>37804</c:v>
                </c:pt>
                <c:pt idx="350">
                  <c:v>37805</c:v>
                </c:pt>
                <c:pt idx="351">
                  <c:v>37806</c:v>
                </c:pt>
                <c:pt idx="352">
                  <c:v>37809</c:v>
                </c:pt>
                <c:pt idx="353">
                  <c:v>37810</c:v>
                </c:pt>
                <c:pt idx="354">
                  <c:v>37812</c:v>
                </c:pt>
                <c:pt idx="355">
                  <c:v>37813</c:v>
                </c:pt>
                <c:pt idx="356">
                  <c:v>37816</c:v>
                </c:pt>
                <c:pt idx="357">
                  <c:v>37817</c:v>
                </c:pt>
                <c:pt idx="358">
                  <c:v>37818</c:v>
                </c:pt>
                <c:pt idx="359">
                  <c:v>37819</c:v>
                </c:pt>
                <c:pt idx="360">
                  <c:v>37820</c:v>
                </c:pt>
                <c:pt idx="361">
                  <c:v>37823</c:v>
                </c:pt>
                <c:pt idx="362">
                  <c:v>37824</c:v>
                </c:pt>
                <c:pt idx="363">
                  <c:v>37825</c:v>
                </c:pt>
                <c:pt idx="364">
                  <c:v>37826</c:v>
                </c:pt>
                <c:pt idx="365">
                  <c:v>37827</c:v>
                </c:pt>
                <c:pt idx="366">
                  <c:v>37830</c:v>
                </c:pt>
                <c:pt idx="367">
                  <c:v>37831</c:v>
                </c:pt>
                <c:pt idx="368">
                  <c:v>37832</c:v>
                </c:pt>
                <c:pt idx="369">
                  <c:v>37833</c:v>
                </c:pt>
                <c:pt idx="370">
                  <c:v>37834</c:v>
                </c:pt>
                <c:pt idx="371">
                  <c:v>37837</c:v>
                </c:pt>
                <c:pt idx="372">
                  <c:v>37838</c:v>
                </c:pt>
                <c:pt idx="373">
                  <c:v>37839</c:v>
                </c:pt>
                <c:pt idx="374">
                  <c:v>37840</c:v>
                </c:pt>
                <c:pt idx="375">
                  <c:v>37841</c:v>
                </c:pt>
                <c:pt idx="376">
                  <c:v>37844</c:v>
                </c:pt>
                <c:pt idx="377">
                  <c:v>37845</c:v>
                </c:pt>
                <c:pt idx="378">
                  <c:v>37846</c:v>
                </c:pt>
                <c:pt idx="379">
                  <c:v>37847</c:v>
                </c:pt>
                <c:pt idx="380">
                  <c:v>37848</c:v>
                </c:pt>
                <c:pt idx="381">
                  <c:v>37851</c:v>
                </c:pt>
                <c:pt idx="382">
                  <c:v>37852</c:v>
                </c:pt>
                <c:pt idx="383">
                  <c:v>37853</c:v>
                </c:pt>
                <c:pt idx="384">
                  <c:v>37854</c:v>
                </c:pt>
                <c:pt idx="385">
                  <c:v>37855</c:v>
                </c:pt>
                <c:pt idx="386">
                  <c:v>37858</c:v>
                </c:pt>
                <c:pt idx="387">
                  <c:v>37859</c:v>
                </c:pt>
                <c:pt idx="388">
                  <c:v>37860</c:v>
                </c:pt>
                <c:pt idx="389">
                  <c:v>37861</c:v>
                </c:pt>
                <c:pt idx="390">
                  <c:v>37862</c:v>
                </c:pt>
                <c:pt idx="391">
                  <c:v>37865</c:v>
                </c:pt>
                <c:pt idx="392">
                  <c:v>37866</c:v>
                </c:pt>
                <c:pt idx="393">
                  <c:v>37867</c:v>
                </c:pt>
                <c:pt idx="394">
                  <c:v>37868</c:v>
                </c:pt>
                <c:pt idx="395">
                  <c:v>37869</c:v>
                </c:pt>
                <c:pt idx="396">
                  <c:v>37872</c:v>
                </c:pt>
                <c:pt idx="397">
                  <c:v>37873</c:v>
                </c:pt>
                <c:pt idx="398">
                  <c:v>37874</c:v>
                </c:pt>
                <c:pt idx="399">
                  <c:v>37875</c:v>
                </c:pt>
                <c:pt idx="400">
                  <c:v>37876</c:v>
                </c:pt>
                <c:pt idx="401">
                  <c:v>37879</c:v>
                </c:pt>
                <c:pt idx="402">
                  <c:v>37880</c:v>
                </c:pt>
                <c:pt idx="403">
                  <c:v>37881</c:v>
                </c:pt>
                <c:pt idx="404">
                  <c:v>37882</c:v>
                </c:pt>
                <c:pt idx="405">
                  <c:v>37883</c:v>
                </c:pt>
                <c:pt idx="406">
                  <c:v>37886</c:v>
                </c:pt>
                <c:pt idx="407">
                  <c:v>37887</c:v>
                </c:pt>
                <c:pt idx="408">
                  <c:v>37888</c:v>
                </c:pt>
                <c:pt idx="409">
                  <c:v>37889</c:v>
                </c:pt>
                <c:pt idx="410">
                  <c:v>37890</c:v>
                </c:pt>
                <c:pt idx="411">
                  <c:v>37893</c:v>
                </c:pt>
                <c:pt idx="412">
                  <c:v>37894</c:v>
                </c:pt>
                <c:pt idx="413">
                  <c:v>37895</c:v>
                </c:pt>
                <c:pt idx="414">
                  <c:v>37896</c:v>
                </c:pt>
                <c:pt idx="415">
                  <c:v>37897</c:v>
                </c:pt>
                <c:pt idx="416">
                  <c:v>37900</c:v>
                </c:pt>
                <c:pt idx="417">
                  <c:v>37901</c:v>
                </c:pt>
                <c:pt idx="418">
                  <c:v>37902</c:v>
                </c:pt>
                <c:pt idx="419">
                  <c:v>37903</c:v>
                </c:pt>
                <c:pt idx="420">
                  <c:v>37904</c:v>
                </c:pt>
                <c:pt idx="421">
                  <c:v>37907</c:v>
                </c:pt>
                <c:pt idx="422">
                  <c:v>37908</c:v>
                </c:pt>
                <c:pt idx="423">
                  <c:v>37909</c:v>
                </c:pt>
                <c:pt idx="424">
                  <c:v>37910</c:v>
                </c:pt>
                <c:pt idx="425">
                  <c:v>37911</c:v>
                </c:pt>
                <c:pt idx="426">
                  <c:v>37914</c:v>
                </c:pt>
                <c:pt idx="427">
                  <c:v>37915</c:v>
                </c:pt>
                <c:pt idx="428">
                  <c:v>37916</c:v>
                </c:pt>
                <c:pt idx="429">
                  <c:v>37917</c:v>
                </c:pt>
                <c:pt idx="430">
                  <c:v>37918</c:v>
                </c:pt>
                <c:pt idx="431">
                  <c:v>37921</c:v>
                </c:pt>
                <c:pt idx="432">
                  <c:v>37922</c:v>
                </c:pt>
                <c:pt idx="433">
                  <c:v>37923</c:v>
                </c:pt>
                <c:pt idx="434">
                  <c:v>37924</c:v>
                </c:pt>
                <c:pt idx="435">
                  <c:v>37925</c:v>
                </c:pt>
                <c:pt idx="436">
                  <c:v>37928</c:v>
                </c:pt>
                <c:pt idx="437">
                  <c:v>37929</c:v>
                </c:pt>
                <c:pt idx="438">
                  <c:v>37930</c:v>
                </c:pt>
                <c:pt idx="439">
                  <c:v>37931</c:v>
                </c:pt>
                <c:pt idx="440">
                  <c:v>37932</c:v>
                </c:pt>
                <c:pt idx="441">
                  <c:v>37935</c:v>
                </c:pt>
                <c:pt idx="442">
                  <c:v>37936</c:v>
                </c:pt>
                <c:pt idx="443">
                  <c:v>37937</c:v>
                </c:pt>
                <c:pt idx="444">
                  <c:v>37938</c:v>
                </c:pt>
                <c:pt idx="445">
                  <c:v>37939</c:v>
                </c:pt>
                <c:pt idx="446">
                  <c:v>37942</c:v>
                </c:pt>
                <c:pt idx="447">
                  <c:v>37943</c:v>
                </c:pt>
                <c:pt idx="448">
                  <c:v>37944</c:v>
                </c:pt>
                <c:pt idx="449">
                  <c:v>37945</c:v>
                </c:pt>
                <c:pt idx="450">
                  <c:v>37946</c:v>
                </c:pt>
                <c:pt idx="451">
                  <c:v>37949</c:v>
                </c:pt>
                <c:pt idx="452">
                  <c:v>37950</c:v>
                </c:pt>
                <c:pt idx="453">
                  <c:v>37951</c:v>
                </c:pt>
                <c:pt idx="454">
                  <c:v>37952</c:v>
                </c:pt>
                <c:pt idx="455">
                  <c:v>37953</c:v>
                </c:pt>
                <c:pt idx="456">
                  <c:v>37956</c:v>
                </c:pt>
                <c:pt idx="457">
                  <c:v>37957</c:v>
                </c:pt>
                <c:pt idx="458">
                  <c:v>37958</c:v>
                </c:pt>
                <c:pt idx="459">
                  <c:v>37959</c:v>
                </c:pt>
                <c:pt idx="460">
                  <c:v>37960</c:v>
                </c:pt>
                <c:pt idx="461">
                  <c:v>37963</c:v>
                </c:pt>
                <c:pt idx="462">
                  <c:v>37964</c:v>
                </c:pt>
                <c:pt idx="463">
                  <c:v>37965</c:v>
                </c:pt>
                <c:pt idx="464">
                  <c:v>37966</c:v>
                </c:pt>
                <c:pt idx="465">
                  <c:v>37967</c:v>
                </c:pt>
                <c:pt idx="466">
                  <c:v>37970</c:v>
                </c:pt>
                <c:pt idx="467">
                  <c:v>37971</c:v>
                </c:pt>
                <c:pt idx="468">
                  <c:v>37972</c:v>
                </c:pt>
                <c:pt idx="469">
                  <c:v>37973</c:v>
                </c:pt>
                <c:pt idx="470">
                  <c:v>37974</c:v>
                </c:pt>
                <c:pt idx="471">
                  <c:v>37977</c:v>
                </c:pt>
                <c:pt idx="472">
                  <c:v>37978</c:v>
                </c:pt>
                <c:pt idx="473">
                  <c:v>37981</c:v>
                </c:pt>
                <c:pt idx="474">
                  <c:v>37984</c:v>
                </c:pt>
                <c:pt idx="475">
                  <c:v>37985</c:v>
                </c:pt>
                <c:pt idx="476">
                  <c:v>37988</c:v>
                </c:pt>
                <c:pt idx="477">
                  <c:v>37991</c:v>
                </c:pt>
                <c:pt idx="478">
                  <c:v>37992</c:v>
                </c:pt>
                <c:pt idx="479">
                  <c:v>37993</c:v>
                </c:pt>
                <c:pt idx="480">
                  <c:v>37994</c:v>
                </c:pt>
                <c:pt idx="481">
                  <c:v>37995</c:v>
                </c:pt>
                <c:pt idx="482">
                  <c:v>37998</c:v>
                </c:pt>
                <c:pt idx="483">
                  <c:v>37999</c:v>
                </c:pt>
                <c:pt idx="484">
                  <c:v>38000</c:v>
                </c:pt>
                <c:pt idx="485">
                  <c:v>38001</c:v>
                </c:pt>
                <c:pt idx="486">
                  <c:v>38002</c:v>
                </c:pt>
                <c:pt idx="487">
                  <c:v>38005</c:v>
                </c:pt>
                <c:pt idx="488">
                  <c:v>38006</c:v>
                </c:pt>
                <c:pt idx="489">
                  <c:v>38007</c:v>
                </c:pt>
                <c:pt idx="490">
                  <c:v>38008</c:v>
                </c:pt>
                <c:pt idx="491">
                  <c:v>38009</c:v>
                </c:pt>
                <c:pt idx="492">
                  <c:v>38012</c:v>
                </c:pt>
                <c:pt idx="493">
                  <c:v>38013</c:v>
                </c:pt>
                <c:pt idx="494">
                  <c:v>38014</c:v>
                </c:pt>
                <c:pt idx="495">
                  <c:v>38015</c:v>
                </c:pt>
                <c:pt idx="496">
                  <c:v>38016</c:v>
                </c:pt>
                <c:pt idx="497">
                  <c:v>38019</c:v>
                </c:pt>
                <c:pt idx="498">
                  <c:v>38020</c:v>
                </c:pt>
                <c:pt idx="499">
                  <c:v>38021</c:v>
                </c:pt>
                <c:pt idx="500">
                  <c:v>38022</c:v>
                </c:pt>
                <c:pt idx="501">
                  <c:v>38023</c:v>
                </c:pt>
                <c:pt idx="502">
                  <c:v>38026</c:v>
                </c:pt>
                <c:pt idx="503">
                  <c:v>38027</c:v>
                </c:pt>
                <c:pt idx="504">
                  <c:v>38028</c:v>
                </c:pt>
                <c:pt idx="505">
                  <c:v>38029</c:v>
                </c:pt>
                <c:pt idx="506">
                  <c:v>38030</c:v>
                </c:pt>
                <c:pt idx="507">
                  <c:v>38033</c:v>
                </c:pt>
                <c:pt idx="508">
                  <c:v>38034</c:v>
                </c:pt>
                <c:pt idx="509">
                  <c:v>38035</c:v>
                </c:pt>
                <c:pt idx="510">
                  <c:v>38036</c:v>
                </c:pt>
                <c:pt idx="511">
                  <c:v>38037</c:v>
                </c:pt>
                <c:pt idx="512">
                  <c:v>38042</c:v>
                </c:pt>
                <c:pt idx="513">
                  <c:v>38043</c:v>
                </c:pt>
                <c:pt idx="514">
                  <c:v>38044</c:v>
                </c:pt>
                <c:pt idx="515">
                  <c:v>38047</c:v>
                </c:pt>
                <c:pt idx="516">
                  <c:v>38048</c:v>
                </c:pt>
                <c:pt idx="517">
                  <c:v>38049</c:v>
                </c:pt>
                <c:pt idx="518">
                  <c:v>38050</c:v>
                </c:pt>
                <c:pt idx="519">
                  <c:v>38051</c:v>
                </c:pt>
                <c:pt idx="520">
                  <c:v>38054</c:v>
                </c:pt>
                <c:pt idx="521">
                  <c:v>38055</c:v>
                </c:pt>
                <c:pt idx="522">
                  <c:v>38056</c:v>
                </c:pt>
                <c:pt idx="523">
                  <c:v>38057</c:v>
                </c:pt>
                <c:pt idx="524">
                  <c:v>38058</c:v>
                </c:pt>
                <c:pt idx="525">
                  <c:v>38061</c:v>
                </c:pt>
                <c:pt idx="526">
                  <c:v>38062</c:v>
                </c:pt>
                <c:pt idx="527">
                  <c:v>38063</c:v>
                </c:pt>
                <c:pt idx="528">
                  <c:v>38064</c:v>
                </c:pt>
                <c:pt idx="529">
                  <c:v>38065</c:v>
                </c:pt>
                <c:pt idx="530">
                  <c:v>38068</c:v>
                </c:pt>
                <c:pt idx="531">
                  <c:v>38069</c:v>
                </c:pt>
                <c:pt idx="532">
                  <c:v>38070</c:v>
                </c:pt>
                <c:pt idx="533">
                  <c:v>38071</c:v>
                </c:pt>
                <c:pt idx="534">
                  <c:v>38072</c:v>
                </c:pt>
                <c:pt idx="535">
                  <c:v>38075</c:v>
                </c:pt>
                <c:pt idx="536">
                  <c:v>38076</c:v>
                </c:pt>
                <c:pt idx="537">
                  <c:v>38077</c:v>
                </c:pt>
                <c:pt idx="538">
                  <c:v>38078</c:v>
                </c:pt>
                <c:pt idx="539">
                  <c:v>38079</c:v>
                </c:pt>
                <c:pt idx="540">
                  <c:v>38082</c:v>
                </c:pt>
                <c:pt idx="541">
                  <c:v>38083</c:v>
                </c:pt>
                <c:pt idx="542">
                  <c:v>38084</c:v>
                </c:pt>
                <c:pt idx="543">
                  <c:v>38085</c:v>
                </c:pt>
                <c:pt idx="544">
                  <c:v>38089</c:v>
                </c:pt>
                <c:pt idx="545">
                  <c:v>38090</c:v>
                </c:pt>
                <c:pt idx="546">
                  <c:v>38091</c:v>
                </c:pt>
                <c:pt idx="547">
                  <c:v>38092</c:v>
                </c:pt>
                <c:pt idx="548">
                  <c:v>38093</c:v>
                </c:pt>
                <c:pt idx="549">
                  <c:v>38096</c:v>
                </c:pt>
                <c:pt idx="550">
                  <c:v>38097</c:v>
                </c:pt>
                <c:pt idx="551">
                  <c:v>38099</c:v>
                </c:pt>
                <c:pt idx="552">
                  <c:v>38100</c:v>
                </c:pt>
                <c:pt idx="553">
                  <c:v>38103</c:v>
                </c:pt>
                <c:pt idx="554">
                  <c:v>38104</c:v>
                </c:pt>
                <c:pt idx="555">
                  <c:v>38105</c:v>
                </c:pt>
                <c:pt idx="556">
                  <c:v>38106</c:v>
                </c:pt>
                <c:pt idx="557">
                  <c:v>38107</c:v>
                </c:pt>
                <c:pt idx="558">
                  <c:v>38110</c:v>
                </c:pt>
                <c:pt idx="559">
                  <c:v>38111</c:v>
                </c:pt>
                <c:pt idx="560">
                  <c:v>38112</c:v>
                </c:pt>
                <c:pt idx="561">
                  <c:v>38113</c:v>
                </c:pt>
                <c:pt idx="562">
                  <c:v>38114</c:v>
                </c:pt>
                <c:pt idx="563">
                  <c:v>38117</c:v>
                </c:pt>
                <c:pt idx="564">
                  <c:v>38118</c:v>
                </c:pt>
                <c:pt idx="565">
                  <c:v>38119</c:v>
                </c:pt>
                <c:pt idx="566">
                  <c:v>38120</c:v>
                </c:pt>
                <c:pt idx="567">
                  <c:v>38121</c:v>
                </c:pt>
                <c:pt idx="568">
                  <c:v>38124</c:v>
                </c:pt>
                <c:pt idx="569">
                  <c:v>38125</c:v>
                </c:pt>
                <c:pt idx="570">
                  <c:v>38126</c:v>
                </c:pt>
                <c:pt idx="571">
                  <c:v>38127</c:v>
                </c:pt>
                <c:pt idx="572">
                  <c:v>38128</c:v>
                </c:pt>
                <c:pt idx="573">
                  <c:v>38131</c:v>
                </c:pt>
                <c:pt idx="574">
                  <c:v>38132</c:v>
                </c:pt>
                <c:pt idx="575">
                  <c:v>38133</c:v>
                </c:pt>
                <c:pt idx="576">
                  <c:v>38134</c:v>
                </c:pt>
                <c:pt idx="577">
                  <c:v>38135</c:v>
                </c:pt>
                <c:pt idx="578">
                  <c:v>38138</c:v>
                </c:pt>
                <c:pt idx="579">
                  <c:v>38139</c:v>
                </c:pt>
                <c:pt idx="580">
                  <c:v>38140</c:v>
                </c:pt>
                <c:pt idx="581">
                  <c:v>38141</c:v>
                </c:pt>
                <c:pt idx="582">
                  <c:v>38142</c:v>
                </c:pt>
                <c:pt idx="583">
                  <c:v>38145</c:v>
                </c:pt>
                <c:pt idx="584">
                  <c:v>38146</c:v>
                </c:pt>
                <c:pt idx="585">
                  <c:v>38147</c:v>
                </c:pt>
                <c:pt idx="586">
                  <c:v>38149</c:v>
                </c:pt>
                <c:pt idx="587">
                  <c:v>38152</c:v>
                </c:pt>
                <c:pt idx="588">
                  <c:v>38153</c:v>
                </c:pt>
                <c:pt idx="589">
                  <c:v>38154</c:v>
                </c:pt>
                <c:pt idx="590">
                  <c:v>38155</c:v>
                </c:pt>
                <c:pt idx="591">
                  <c:v>38156</c:v>
                </c:pt>
                <c:pt idx="592">
                  <c:v>38159</c:v>
                </c:pt>
                <c:pt idx="593">
                  <c:v>38160</c:v>
                </c:pt>
                <c:pt idx="594">
                  <c:v>38161</c:v>
                </c:pt>
                <c:pt idx="595">
                  <c:v>38162</c:v>
                </c:pt>
                <c:pt idx="596">
                  <c:v>38163</c:v>
                </c:pt>
                <c:pt idx="597">
                  <c:v>38166</c:v>
                </c:pt>
                <c:pt idx="598">
                  <c:v>38167</c:v>
                </c:pt>
                <c:pt idx="599">
                  <c:v>38168</c:v>
                </c:pt>
                <c:pt idx="600">
                  <c:v>38169</c:v>
                </c:pt>
                <c:pt idx="601">
                  <c:v>38170</c:v>
                </c:pt>
                <c:pt idx="602">
                  <c:v>38173</c:v>
                </c:pt>
                <c:pt idx="603">
                  <c:v>38174</c:v>
                </c:pt>
                <c:pt idx="604">
                  <c:v>38175</c:v>
                </c:pt>
                <c:pt idx="605">
                  <c:v>38176</c:v>
                </c:pt>
                <c:pt idx="606">
                  <c:v>38180</c:v>
                </c:pt>
                <c:pt idx="607">
                  <c:v>38181</c:v>
                </c:pt>
                <c:pt idx="608">
                  <c:v>38182</c:v>
                </c:pt>
                <c:pt idx="609">
                  <c:v>38183</c:v>
                </c:pt>
                <c:pt idx="610">
                  <c:v>38184</c:v>
                </c:pt>
                <c:pt idx="611">
                  <c:v>38187</c:v>
                </c:pt>
                <c:pt idx="612">
                  <c:v>38188</c:v>
                </c:pt>
                <c:pt idx="613">
                  <c:v>38189</c:v>
                </c:pt>
                <c:pt idx="614">
                  <c:v>38190</c:v>
                </c:pt>
                <c:pt idx="615">
                  <c:v>38191</c:v>
                </c:pt>
                <c:pt idx="616">
                  <c:v>38194</c:v>
                </c:pt>
                <c:pt idx="617">
                  <c:v>38195</c:v>
                </c:pt>
                <c:pt idx="618">
                  <c:v>38196</c:v>
                </c:pt>
                <c:pt idx="619">
                  <c:v>38197</c:v>
                </c:pt>
                <c:pt idx="620">
                  <c:v>38198</c:v>
                </c:pt>
                <c:pt idx="621">
                  <c:v>38201</c:v>
                </c:pt>
                <c:pt idx="622">
                  <c:v>38202</c:v>
                </c:pt>
                <c:pt idx="623">
                  <c:v>38203</c:v>
                </c:pt>
                <c:pt idx="624">
                  <c:v>38204</c:v>
                </c:pt>
                <c:pt idx="625">
                  <c:v>38205</c:v>
                </c:pt>
                <c:pt idx="626">
                  <c:v>38208</c:v>
                </c:pt>
                <c:pt idx="627">
                  <c:v>38209</c:v>
                </c:pt>
                <c:pt idx="628">
                  <c:v>38210</c:v>
                </c:pt>
                <c:pt idx="629">
                  <c:v>38211</c:v>
                </c:pt>
                <c:pt idx="630">
                  <c:v>38212</c:v>
                </c:pt>
                <c:pt idx="631">
                  <c:v>38215</c:v>
                </c:pt>
                <c:pt idx="632">
                  <c:v>38216</c:v>
                </c:pt>
                <c:pt idx="633">
                  <c:v>38217</c:v>
                </c:pt>
                <c:pt idx="634">
                  <c:v>38218</c:v>
                </c:pt>
                <c:pt idx="635">
                  <c:v>38219</c:v>
                </c:pt>
                <c:pt idx="636">
                  <c:v>38222</c:v>
                </c:pt>
                <c:pt idx="637">
                  <c:v>38223</c:v>
                </c:pt>
                <c:pt idx="638">
                  <c:v>38224</c:v>
                </c:pt>
                <c:pt idx="639">
                  <c:v>38225</c:v>
                </c:pt>
                <c:pt idx="640">
                  <c:v>38226</c:v>
                </c:pt>
                <c:pt idx="641">
                  <c:v>38229</c:v>
                </c:pt>
                <c:pt idx="642">
                  <c:v>38230</c:v>
                </c:pt>
                <c:pt idx="643">
                  <c:v>38231</c:v>
                </c:pt>
                <c:pt idx="644">
                  <c:v>38232</c:v>
                </c:pt>
                <c:pt idx="645">
                  <c:v>38233</c:v>
                </c:pt>
                <c:pt idx="646">
                  <c:v>38236</c:v>
                </c:pt>
                <c:pt idx="647">
                  <c:v>38238</c:v>
                </c:pt>
                <c:pt idx="648">
                  <c:v>38239</c:v>
                </c:pt>
                <c:pt idx="649">
                  <c:v>38240</c:v>
                </c:pt>
                <c:pt idx="650">
                  <c:v>38243</c:v>
                </c:pt>
                <c:pt idx="651">
                  <c:v>38244</c:v>
                </c:pt>
                <c:pt idx="652">
                  <c:v>38245</c:v>
                </c:pt>
                <c:pt idx="653">
                  <c:v>38246</c:v>
                </c:pt>
                <c:pt idx="654">
                  <c:v>38247</c:v>
                </c:pt>
                <c:pt idx="655">
                  <c:v>38250</c:v>
                </c:pt>
                <c:pt idx="656">
                  <c:v>38251</c:v>
                </c:pt>
                <c:pt idx="657">
                  <c:v>38252</c:v>
                </c:pt>
                <c:pt idx="658">
                  <c:v>38253</c:v>
                </c:pt>
                <c:pt idx="659">
                  <c:v>38254</c:v>
                </c:pt>
                <c:pt idx="660">
                  <c:v>38257</c:v>
                </c:pt>
                <c:pt idx="661">
                  <c:v>38258</c:v>
                </c:pt>
                <c:pt idx="662">
                  <c:v>38259</c:v>
                </c:pt>
                <c:pt idx="663">
                  <c:v>38260</c:v>
                </c:pt>
                <c:pt idx="664">
                  <c:v>38261</c:v>
                </c:pt>
                <c:pt idx="665">
                  <c:v>38264</c:v>
                </c:pt>
                <c:pt idx="666">
                  <c:v>38265</c:v>
                </c:pt>
                <c:pt idx="667">
                  <c:v>38266</c:v>
                </c:pt>
                <c:pt idx="668">
                  <c:v>38267</c:v>
                </c:pt>
                <c:pt idx="669">
                  <c:v>38268</c:v>
                </c:pt>
                <c:pt idx="670">
                  <c:v>38271</c:v>
                </c:pt>
                <c:pt idx="671">
                  <c:v>38273</c:v>
                </c:pt>
                <c:pt idx="672">
                  <c:v>38274</c:v>
                </c:pt>
                <c:pt idx="673">
                  <c:v>38275</c:v>
                </c:pt>
                <c:pt idx="674">
                  <c:v>38278</c:v>
                </c:pt>
                <c:pt idx="675">
                  <c:v>38279</c:v>
                </c:pt>
                <c:pt idx="676">
                  <c:v>38280</c:v>
                </c:pt>
                <c:pt idx="677">
                  <c:v>38281</c:v>
                </c:pt>
                <c:pt idx="678">
                  <c:v>38282</c:v>
                </c:pt>
                <c:pt idx="679">
                  <c:v>38285</c:v>
                </c:pt>
                <c:pt idx="680">
                  <c:v>38286</c:v>
                </c:pt>
                <c:pt idx="681">
                  <c:v>38287</c:v>
                </c:pt>
                <c:pt idx="682">
                  <c:v>38288</c:v>
                </c:pt>
                <c:pt idx="683">
                  <c:v>38289</c:v>
                </c:pt>
                <c:pt idx="684">
                  <c:v>38292</c:v>
                </c:pt>
                <c:pt idx="685">
                  <c:v>38294</c:v>
                </c:pt>
                <c:pt idx="686">
                  <c:v>38295</c:v>
                </c:pt>
                <c:pt idx="687">
                  <c:v>38296</c:v>
                </c:pt>
                <c:pt idx="688">
                  <c:v>38299</c:v>
                </c:pt>
                <c:pt idx="689">
                  <c:v>38300</c:v>
                </c:pt>
                <c:pt idx="690">
                  <c:v>38301</c:v>
                </c:pt>
                <c:pt idx="691">
                  <c:v>38302</c:v>
                </c:pt>
                <c:pt idx="692">
                  <c:v>38303</c:v>
                </c:pt>
                <c:pt idx="693">
                  <c:v>38307</c:v>
                </c:pt>
                <c:pt idx="694">
                  <c:v>38308</c:v>
                </c:pt>
                <c:pt idx="695">
                  <c:v>38309</c:v>
                </c:pt>
                <c:pt idx="696">
                  <c:v>38310</c:v>
                </c:pt>
                <c:pt idx="697">
                  <c:v>38313</c:v>
                </c:pt>
                <c:pt idx="698">
                  <c:v>38314</c:v>
                </c:pt>
                <c:pt idx="699">
                  <c:v>38315</c:v>
                </c:pt>
                <c:pt idx="700">
                  <c:v>38316</c:v>
                </c:pt>
                <c:pt idx="701">
                  <c:v>38317</c:v>
                </c:pt>
                <c:pt idx="702">
                  <c:v>38320</c:v>
                </c:pt>
                <c:pt idx="703">
                  <c:v>38321</c:v>
                </c:pt>
                <c:pt idx="704">
                  <c:v>38322</c:v>
                </c:pt>
                <c:pt idx="705">
                  <c:v>38323</c:v>
                </c:pt>
                <c:pt idx="706">
                  <c:v>38324</c:v>
                </c:pt>
                <c:pt idx="707">
                  <c:v>38327</c:v>
                </c:pt>
                <c:pt idx="708">
                  <c:v>38328</c:v>
                </c:pt>
                <c:pt idx="709">
                  <c:v>38329</c:v>
                </c:pt>
                <c:pt idx="710">
                  <c:v>38330</c:v>
                </c:pt>
                <c:pt idx="711">
                  <c:v>38331</c:v>
                </c:pt>
                <c:pt idx="712">
                  <c:v>38334</c:v>
                </c:pt>
                <c:pt idx="713">
                  <c:v>38335</c:v>
                </c:pt>
                <c:pt idx="714">
                  <c:v>38336</c:v>
                </c:pt>
                <c:pt idx="715">
                  <c:v>38337</c:v>
                </c:pt>
                <c:pt idx="716">
                  <c:v>38338</c:v>
                </c:pt>
                <c:pt idx="717">
                  <c:v>38341</c:v>
                </c:pt>
                <c:pt idx="718">
                  <c:v>38342</c:v>
                </c:pt>
                <c:pt idx="719">
                  <c:v>38343</c:v>
                </c:pt>
                <c:pt idx="720">
                  <c:v>38344</c:v>
                </c:pt>
                <c:pt idx="721">
                  <c:v>38348</c:v>
                </c:pt>
                <c:pt idx="722">
                  <c:v>38349</c:v>
                </c:pt>
                <c:pt idx="723">
                  <c:v>38350</c:v>
                </c:pt>
                <c:pt idx="724">
                  <c:v>38351</c:v>
                </c:pt>
                <c:pt idx="725">
                  <c:v>38355</c:v>
                </c:pt>
                <c:pt idx="726">
                  <c:v>38356</c:v>
                </c:pt>
                <c:pt idx="727">
                  <c:v>38357</c:v>
                </c:pt>
                <c:pt idx="728">
                  <c:v>38358</c:v>
                </c:pt>
                <c:pt idx="729">
                  <c:v>38359</c:v>
                </c:pt>
                <c:pt idx="730">
                  <c:v>38362</c:v>
                </c:pt>
                <c:pt idx="731">
                  <c:v>38363</c:v>
                </c:pt>
                <c:pt idx="732">
                  <c:v>38364</c:v>
                </c:pt>
                <c:pt idx="733">
                  <c:v>38365</c:v>
                </c:pt>
                <c:pt idx="734">
                  <c:v>38366</c:v>
                </c:pt>
                <c:pt idx="735">
                  <c:v>38369</c:v>
                </c:pt>
                <c:pt idx="736">
                  <c:v>38370</c:v>
                </c:pt>
                <c:pt idx="737">
                  <c:v>38371</c:v>
                </c:pt>
                <c:pt idx="738">
                  <c:v>38372</c:v>
                </c:pt>
                <c:pt idx="739">
                  <c:v>38373</c:v>
                </c:pt>
                <c:pt idx="740">
                  <c:v>38376</c:v>
                </c:pt>
                <c:pt idx="741">
                  <c:v>38378</c:v>
                </c:pt>
                <c:pt idx="742">
                  <c:v>38379</c:v>
                </c:pt>
                <c:pt idx="743">
                  <c:v>38380</c:v>
                </c:pt>
                <c:pt idx="744">
                  <c:v>38383</c:v>
                </c:pt>
                <c:pt idx="745">
                  <c:v>38384</c:v>
                </c:pt>
                <c:pt idx="746">
                  <c:v>38385</c:v>
                </c:pt>
                <c:pt idx="747">
                  <c:v>38386</c:v>
                </c:pt>
                <c:pt idx="748">
                  <c:v>38387</c:v>
                </c:pt>
                <c:pt idx="749">
                  <c:v>38392</c:v>
                </c:pt>
                <c:pt idx="750">
                  <c:v>38393</c:v>
                </c:pt>
                <c:pt idx="751">
                  <c:v>38394</c:v>
                </c:pt>
                <c:pt idx="752">
                  <c:v>38397</c:v>
                </c:pt>
                <c:pt idx="753">
                  <c:v>38398</c:v>
                </c:pt>
                <c:pt idx="754">
                  <c:v>38399</c:v>
                </c:pt>
                <c:pt idx="755">
                  <c:v>38400</c:v>
                </c:pt>
                <c:pt idx="756">
                  <c:v>38401</c:v>
                </c:pt>
                <c:pt idx="757">
                  <c:v>38404</c:v>
                </c:pt>
                <c:pt idx="758">
                  <c:v>38405</c:v>
                </c:pt>
                <c:pt idx="759">
                  <c:v>38406</c:v>
                </c:pt>
                <c:pt idx="760">
                  <c:v>38407</c:v>
                </c:pt>
                <c:pt idx="761">
                  <c:v>38408</c:v>
                </c:pt>
                <c:pt idx="762">
                  <c:v>38411</c:v>
                </c:pt>
                <c:pt idx="763">
                  <c:v>38412</c:v>
                </c:pt>
                <c:pt idx="764">
                  <c:v>38413</c:v>
                </c:pt>
                <c:pt idx="765">
                  <c:v>38414</c:v>
                </c:pt>
                <c:pt idx="766">
                  <c:v>38415</c:v>
                </c:pt>
                <c:pt idx="767">
                  <c:v>38418</c:v>
                </c:pt>
                <c:pt idx="768">
                  <c:v>38419</c:v>
                </c:pt>
                <c:pt idx="769">
                  <c:v>38420</c:v>
                </c:pt>
                <c:pt idx="770">
                  <c:v>38421</c:v>
                </c:pt>
                <c:pt idx="771">
                  <c:v>38422</c:v>
                </c:pt>
                <c:pt idx="772">
                  <c:v>38425</c:v>
                </c:pt>
                <c:pt idx="773">
                  <c:v>38426</c:v>
                </c:pt>
                <c:pt idx="774">
                  <c:v>38427</c:v>
                </c:pt>
                <c:pt idx="775">
                  <c:v>38428</c:v>
                </c:pt>
                <c:pt idx="776">
                  <c:v>38429</c:v>
                </c:pt>
                <c:pt idx="777">
                  <c:v>38432</c:v>
                </c:pt>
                <c:pt idx="778">
                  <c:v>38433</c:v>
                </c:pt>
                <c:pt idx="779">
                  <c:v>38434</c:v>
                </c:pt>
                <c:pt idx="780">
                  <c:v>38435</c:v>
                </c:pt>
                <c:pt idx="781">
                  <c:v>38439</c:v>
                </c:pt>
                <c:pt idx="782">
                  <c:v>38440</c:v>
                </c:pt>
                <c:pt idx="783">
                  <c:v>38441</c:v>
                </c:pt>
                <c:pt idx="784">
                  <c:v>38442</c:v>
                </c:pt>
                <c:pt idx="785">
                  <c:v>38443</c:v>
                </c:pt>
                <c:pt idx="786">
                  <c:v>38446</c:v>
                </c:pt>
                <c:pt idx="787">
                  <c:v>38447</c:v>
                </c:pt>
                <c:pt idx="788">
                  <c:v>38448</c:v>
                </c:pt>
                <c:pt idx="789">
                  <c:v>38449</c:v>
                </c:pt>
                <c:pt idx="790">
                  <c:v>38450</c:v>
                </c:pt>
                <c:pt idx="791">
                  <c:v>38453</c:v>
                </c:pt>
                <c:pt idx="792">
                  <c:v>38454</c:v>
                </c:pt>
                <c:pt idx="793">
                  <c:v>38455</c:v>
                </c:pt>
                <c:pt idx="794">
                  <c:v>38456</c:v>
                </c:pt>
                <c:pt idx="795">
                  <c:v>38457</c:v>
                </c:pt>
                <c:pt idx="796">
                  <c:v>38460</c:v>
                </c:pt>
                <c:pt idx="797">
                  <c:v>38461</c:v>
                </c:pt>
                <c:pt idx="798">
                  <c:v>38462</c:v>
                </c:pt>
                <c:pt idx="799">
                  <c:v>38464</c:v>
                </c:pt>
                <c:pt idx="800">
                  <c:v>38467</c:v>
                </c:pt>
                <c:pt idx="801">
                  <c:v>38468</c:v>
                </c:pt>
                <c:pt idx="802">
                  <c:v>38469</c:v>
                </c:pt>
                <c:pt idx="803">
                  <c:v>38470</c:v>
                </c:pt>
                <c:pt idx="804">
                  <c:v>38471</c:v>
                </c:pt>
                <c:pt idx="805">
                  <c:v>38474</c:v>
                </c:pt>
                <c:pt idx="806">
                  <c:v>38475</c:v>
                </c:pt>
                <c:pt idx="807">
                  <c:v>38476</c:v>
                </c:pt>
                <c:pt idx="808">
                  <c:v>38477</c:v>
                </c:pt>
                <c:pt idx="809">
                  <c:v>38478</c:v>
                </c:pt>
                <c:pt idx="810">
                  <c:v>38481</c:v>
                </c:pt>
                <c:pt idx="811">
                  <c:v>38482</c:v>
                </c:pt>
                <c:pt idx="812">
                  <c:v>38483</c:v>
                </c:pt>
                <c:pt idx="813">
                  <c:v>38484</c:v>
                </c:pt>
                <c:pt idx="814">
                  <c:v>38485</c:v>
                </c:pt>
                <c:pt idx="815">
                  <c:v>38488</c:v>
                </c:pt>
                <c:pt idx="816">
                  <c:v>38489</c:v>
                </c:pt>
                <c:pt idx="817">
                  <c:v>38490</c:v>
                </c:pt>
                <c:pt idx="818">
                  <c:v>38491</c:v>
                </c:pt>
                <c:pt idx="819">
                  <c:v>38492</c:v>
                </c:pt>
                <c:pt idx="820">
                  <c:v>38495</c:v>
                </c:pt>
                <c:pt idx="821">
                  <c:v>38496</c:v>
                </c:pt>
                <c:pt idx="822">
                  <c:v>38497</c:v>
                </c:pt>
                <c:pt idx="823">
                  <c:v>38499</c:v>
                </c:pt>
                <c:pt idx="824">
                  <c:v>38502</c:v>
                </c:pt>
                <c:pt idx="825">
                  <c:v>38503</c:v>
                </c:pt>
                <c:pt idx="826">
                  <c:v>38504</c:v>
                </c:pt>
                <c:pt idx="827">
                  <c:v>38505</c:v>
                </c:pt>
                <c:pt idx="828">
                  <c:v>38506</c:v>
                </c:pt>
                <c:pt idx="829">
                  <c:v>38509</c:v>
                </c:pt>
                <c:pt idx="830">
                  <c:v>38510</c:v>
                </c:pt>
                <c:pt idx="831">
                  <c:v>38511</c:v>
                </c:pt>
                <c:pt idx="832">
                  <c:v>38512</c:v>
                </c:pt>
                <c:pt idx="833">
                  <c:v>38513</c:v>
                </c:pt>
                <c:pt idx="834">
                  <c:v>38516</c:v>
                </c:pt>
                <c:pt idx="835">
                  <c:v>38517</c:v>
                </c:pt>
                <c:pt idx="836">
                  <c:v>38518</c:v>
                </c:pt>
                <c:pt idx="837">
                  <c:v>38519</c:v>
                </c:pt>
                <c:pt idx="838">
                  <c:v>38520</c:v>
                </c:pt>
                <c:pt idx="839">
                  <c:v>38523</c:v>
                </c:pt>
                <c:pt idx="840">
                  <c:v>38524</c:v>
                </c:pt>
                <c:pt idx="841">
                  <c:v>38525</c:v>
                </c:pt>
                <c:pt idx="842">
                  <c:v>38526</c:v>
                </c:pt>
                <c:pt idx="843">
                  <c:v>38527</c:v>
                </c:pt>
                <c:pt idx="844">
                  <c:v>38530</c:v>
                </c:pt>
                <c:pt idx="845">
                  <c:v>38531</c:v>
                </c:pt>
                <c:pt idx="846">
                  <c:v>38532</c:v>
                </c:pt>
                <c:pt idx="847">
                  <c:v>38533</c:v>
                </c:pt>
                <c:pt idx="848">
                  <c:v>38534</c:v>
                </c:pt>
                <c:pt idx="849">
                  <c:v>38537</c:v>
                </c:pt>
                <c:pt idx="850">
                  <c:v>38538</c:v>
                </c:pt>
                <c:pt idx="851">
                  <c:v>38539</c:v>
                </c:pt>
                <c:pt idx="852">
                  <c:v>38540</c:v>
                </c:pt>
                <c:pt idx="853">
                  <c:v>38541</c:v>
                </c:pt>
                <c:pt idx="854">
                  <c:v>38544</c:v>
                </c:pt>
                <c:pt idx="855">
                  <c:v>38545</c:v>
                </c:pt>
                <c:pt idx="856">
                  <c:v>38546</c:v>
                </c:pt>
                <c:pt idx="857">
                  <c:v>38547</c:v>
                </c:pt>
                <c:pt idx="858">
                  <c:v>38548</c:v>
                </c:pt>
                <c:pt idx="859">
                  <c:v>38551</c:v>
                </c:pt>
                <c:pt idx="860">
                  <c:v>38552</c:v>
                </c:pt>
                <c:pt idx="861">
                  <c:v>38553</c:v>
                </c:pt>
                <c:pt idx="862">
                  <c:v>38554</c:v>
                </c:pt>
                <c:pt idx="863">
                  <c:v>38555</c:v>
                </c:pt>
                <c:pt idx="864">
                  <c:v>38558</c:v>
                </c:pt>
                <c:pt idx="865">
                  <c:v>38559</c:v>
                </c:pt>
                <c:pt idx="866">
                  <c:v>38560</c:v>
                </c:pt>
                <c:pt idx="867">
                  <c:v>38561</c:v>
                </c:pt>
                <c:pt idx="868">
                  <c:v>38562</c:v>
                </c:pt>
                <c:pt idx="869">
                  <c:v>38565</c:v>
                </c:pt>
                <c:pt idx="870">
                  <c:v>38566</c:v>
                </c:pt>
                <c:pt idx="871">
                  <c:v>38567</c:v>
                </c:pt>
                <c:pt idx="872">
                  <c:v>38568</c:v>
                </c:pt>
                <c:pt idx="873">
                  <c:v>38569</c:v>
                </c:pt>
                <c:pt idx="874">
                  <c:v>38572</c:v>
                </c:pt>
                <c:pt idx="875">
                  <c:v>38573</c:v>
                </c:pt>
                <c:pt idx="876">
                  <c:v>38574</c:v>
                </c:pt>
                <c:pt idx="877">
                  <c:v>38575</c:v>
                </c:pt>
                <c:pt idx="878">
                  <c:v>38576</c:v>
                </c:pt>
                <c:pt idx="879">
                  <c:v>38579</c:v>
                </c:pt>
                <c:pt idx="880">
                  <c:v>38580</c:v>
                </c:pt>
                <c:pt idx="881">
                  <c:v>38581</c:v>
                </c:pt>
                <c:pt idx="882">
                  <c:v>38582</c:v>
                </c:pt>
                <c:pt idx="883">
                  <c:v>38583</c:v>
                </c:pt>
                <c:pt idx="884">
                  <c:v>38586</c:v>
                </c:pt>
                <c:pt idx="885">
                  <c:v>38587</c:v>
                </c:pt>
                <c:pt idx="886">
                  <c:v>38588</c:v>
                </c:pt>
                <c:pt idx="887">
                  <c:v>38589</c:v>
                </c:pt>
                <c:pt idx="888">
                  <c:v>38590</c:v>
                </c:pt>
                <c:pt idx="889">
                  <c:v>38593</c:v>
                </c:pt>
                <c:pt idx="890">
                  <c:v>38594</c:v>
                </c:pt>
                <c:pt idx="891">
                  <c:v>38595</c:v>
                </c:pt>
                <c:pt idx="892">
                  <c:v>38596</c:v>
                </c:pt>
                <c:pt idx="893">
                  <c:v>38597</c:v>
                </c:pt>
                <c:pt idx="894">
                  <c:v>38600</c:v>
                </c:pt>
                <c:pt idx="895">
                  <c:v>38601</c:v>
                </c:pt>
                <c:pt idx="896">
                  <c:v>38603</c:v>
                </c:pt>
                <c:pt idx="897">
                  <c:v>38604</c:v>
                </c:pt>
                <c:pt idx="898">
                  <c:v>38607</c:v>
                </c:pt>
                <c:pt idx="899">
                  <c:v>38608</c:v>
                </c:pt>
                <c:pt idx="900">
                  <c:v>38609</c:v>
                </c:pt>
                <c:pt idx="901">
                  <c:v>38610</c:v>
                </c:pt>
                <c:pt idx="902">
                  <c:v>38611</c:v>
                </c:pt>
                <c:pt idx="903">
                  <c:v>38614</c:v>
                </c:pt>
                <c:pt idx="904">
                  <c:v>38615</c:v>
                </c:pt>
                <c:pt idx="905">
                  <c:v>38616</c:v>
                </c:pt>
                <c:pt idx="906">
                  <c:v>38617</c:v>
                </c:pt>
                <c:pt idx="907">
                  <c:v>38618</c:v>
                </c:pt>
                <c:pt idx="908">
                  <c:v>38621</c:v>
                </c:pt>
                <c:pt idx="909">
                  <c:v>38622</c:v>
                </c:pt>
                <c:pt idx="910">
                  <c:v>38623</c:v>
                </c:pt>
                <c:pt idx="911">
                  <c:v>38624</c:v>
                </c:pt>
                <c:pt idx="912">
                  <c:v>38625</c:v>
                </c:pt>
                <c:pt idx="913">
                  <c:v>38628</c:v>
                </c:pt>
                <c:pt idx="914">
                  <c:v>38629</c:v>
                </c:pt>
                <c:pt idx="915">
                  <c:v>38630</c:v>
                </c:pt>
                <c:pt idx="916">
                  <c:v>38631</c:v>
                </c:pt>
                <c:pt idx="917">
                  <c:v>38632</c:v>
                </c:pt>
                <c:pt idx="918">
                  <c:v>38635</c:v>
                </c:pt>
                <c:pt idx="919">
                  <c:v>38636</c:v>
                </c:pt>
                <c:pt idx="920">
                  <c:v>38638</c:v>
                </c:pt>
                <c:pt idx="921">
                  <c:v>38639</c:v>
                </c:pt>
                <c:pt idx="922">
                  <c:v>38642</c:v>
                </c:pt>
                <c:pt idx="923">
                  <c:v>38643</c:v>
                </c:pt>
                <c:pt idx="924">
                  <c:v>38644</c:v>
                </c:pt>
                <c:pt idx="925">
                  <c:v>38645</c:v>
                </c:pt>
                <c:pt idx="926">
                  <c:v>38646</c:v>
                </c:pt>
                <c:pt idx="927">
                  <c:v>38649</c:v>
                </c:pt>
                <c:pt idx="928">
                  <c:v>38650</c:v>
                </c:pt>
                <c:pt idx="929">
                  <c:v>38651</c:v>
                </c:pt>
                <c:pt idx="930">
                  <c:v>38652</c:v>
                </c:pt>
                <c:pt idx="931">
                  <c:v>38653</c:v>
                </c:pt>
                <c:pt idx="932">
                  <c:v>38656</c:v>
                </c:pt>
                <c:pt idx="933">
                  <c:v>38657</c:v>
                </c:pt>
                <c:pt idx="934">
                  <c:v>38659</c:v>
                </c:pt>
                <c:pt idx="935">
                  <c:v>38660</c:v>
                </c:pt>
                <c:pt idx="936">
                  <c:v>38663</c:v>
                </c:pt>
                <c:pt idx="937">
                  <c:v>38664</c:v>
                </c:pt>
                <c:pt idx="938">
                  <c:v>38665</c:v>
                </c:pt>
                <c:pt idx="939">
                  <c:v>38666</c:v>
                </c:pt>
                <c:pt idx="940">
                  <c:v>38667</c:v>
                </c:pt>
                <c:pt idx="941">
                  <c:v>38670</c:v>
                </c:pt>
                <c:pt idx="942">
                  <c:v>38672</c:v>
                </c:pt>
                <c:pt idx="943">
                  <c:v>38673</c:v>
                </c:pt>
                <c:pt idx="944">
                  <c:v>38674</c:v>
                </c:pt>
                <c:pt idx="945">
                  <c:v>38677</c:v>
                </c:pt>
                <c:pt idx="946">
                  <c:v>38678</c:v>
                </c:pt>
                <c:pt idx="947">
                  <c:v>38679</c:v>
                </c:pt>
                <c:pt idx="948">
                  <c:v>38680</c:v>
                </c:pt>
                <c:pt idx="949">
                  <c:v>38681</c:v>
                </c:pt>
                <c:pt idx="950">
                  <c:v>38684</c:v>
                </c:pt>
                <c:pt idx="951">
                  <c:v>38685</c:v>
                </c:pt>
                <c:pt idx="952">
                  <c:v>38686</c:v>
                </c:pt>
                <c:pt idx="953">
                  <c:v>38687</c:v>
                </c:pt>
                <c:pt idx="954">
                  <c:v>38688</c:v>
                </c:pt>
                <c:pt idx="955">
                  <c:v>38691</c:v>
                </c:pt>
                <c:pt idx="956">
                  <c:v>38692</c:v>
                </c:pt>
                <c:pt idx="957">
                  <c:v>38693</c:v>
                </c:pt>
                <c:pt idx="958">
                  <c:v>38694</c:v>
                </c:pt>
                <c:pt idx="959">
                  <c:v>38695</c:v>
                </c:pt>
                <c:pt idx="960">
                  <c:v>38698</c:v>
                </c:pt>
                <c:pt idx="961">
                  <c:v>38699</c:v>
                </c:pt>
                <c:pt idx="962">
                  <c:v>38700</c:v>
                </c:pt>
                <c:pt idx="963">
                  <c:v>38701</c:v>
                </c:pt>
                <c:pt idx="964">
                  <c:v>38702</c:v>
                </c:pt>
                <c:pt idx="965">
                  <c:v>38705</c:v>
                </c:pt>
                <c:pt idx="966">
                  <c:v>38706</c:v>
                </c:pt>
                <c:pt idx="967">
                  <c:v>38707</c:v>
                </c:pt>
                <c:pt idx="968">
                  <c:v>38708</c:v>
                </c:pt>
                <c:pt idx="969">
                  <c:v>38709</c:v>
                </c:pt>
                <c:pt idx="970">
                  <c:v>38712</c:v>
                </c:pt>
                <c:pt idx="971">
                  <c:v>38713</c:v>
                </c:pt>
                <c:pt idx="972">
                  <c:v>38714</c:v>
                </c:pt>
                <c:pt idx="973">
                  <c:v>38715</c:v>
                </c:pt>
                <c:pt idx="974">
                  <c:v>38719</c:v>
                </c:pt>
                <c:pt idx="975">
                  <c:v>38720</c:v>
                </c:pt>
                <c:pt idx="976">
                  <c:v>38721</c:v>
                </c:pt>
                <c:pt idx="977">
                  <c:v>38722</c:v>
                </c:pt>
                <c:pt idx="978">
                  <c:v>38723</c:v>
                </c:pt>
                <c:pt idx="979">
                  <c:v>38726</c:v>
                </c:pt>
                <c:pt idx="980">
                  <c:v>38727</c:v>
                </c:pt>
                <c:pt idx="981">
                  <c:v>38728</c:v>
                </c:pt>
                <c:pt idx="982">
                  <c:v>38729</c:v>
                </c:pt>
                <c:pt idx="983">
                  <c:v>38730</c:v>
                </c:pt>
                <c:pt idx="984">
                  <c:v>38733</c:v>
                </c:pt>
                <c:pt idx="985">
                  <c:v>38734</c:v>
                </c:pt>
                <c:pt idx="986">
                  <c:v>38735</c:v>
                </c:pt>
                <c:pt idx="987">
                  <c:v>38736</c:v>
                </c:pt>
                <c:pt idx="988">
                  <c:v>38737</c:v>
                </c:pt>
                <c:pt idx="989">
                  <c:v>38740</c:v>
                </c:pt>
                <c:pt idx="990">
                  <c:v>38741</c:v>
                </c:pt>
                <c:pt idx="991">
                  <c:v>38743</c:v>
                </c:pt>
                <c:pt idx="992">
                  <c:v>38744</c:v>
                </c:pt>
                <c:pt idx="993">
                  <c:v>38747</c:v>
                </c:pt>
                <c:pt idx="994">
                  <c:v>38748</c:v>
                </c:pt>
                <c:pt idx="995">
                  <c:v>38749</c:v>
                </c:pt>
                <c:pt idx="996">
                  <c:v>38750</c:v>
                </c:pt>
                <c:pt idx="997">
                  <c:v>38751</c:v>
                </c:pt>
                <c:pt idx="998">
                  <c:v>38754</c:v>
                </c:pt>
                <c:pt idx="999">
                  <c:v>38755</c:v>
                </c:pt>
                <c:pt idx="1000">
                  <c:v>38756</c:v>
                </c:pt>
                <c:pt idx="1001">
                  <c:v>38757</c:v>
                </c:pt>
                <c:pt idx="1002">
                  <c:v>38758</c:v>
                </c:pt>
                <c:pt idx="1003">
                  <c:v>38761</c:v>
                </c:pt>
                <c:pt idx="1004">
                  <c:v>38762</c:v>
                </c:pt>
                <c:pt idx="1005">
                  <c:v>38763</c:v>
                </c:pt>
                <c:pt idx="1006">
                  <c:v>38764</c:v>
                </c:pt>
                <c:pt idx="1007">
                  <c:v>38765</c:v>
                </c:pt>
                <c:pt idx="1008">
                  <c:v>38768</c:v>
                </c:pt>
                <c:pt idx="1009">
                  <c:v>38769</c:v>
                </c:pt>
                <c:pt idx="1010">
                  <c:v>38770</c:v>
                </c:pt>
                <c:pt idx="1011">
                  <c:v>38771</c:v>
                </c:pt>
                <c:pt idx="1012">
                  <c:v>38772</c:v>
                </c:pt>
                <c:pt idx="1013">
                  <c:v>38777</c:v>
                </c:pt>
                <c:pt idx="1014">
                  <c:v>38778</c:v>
                </c:pt>
                <c:pt idx="1015">
                  <c:v>38779</c:v>
                </c:pt>
                <c:pt idx="1016">
                  <c:v>38782</c:v>
                </c:pt>
                <c:pt idx="1017">
                  <c:v>38783</c:v>
                </c:pt>
                <c:pt idx="1018">
                  <c:v>38784</c:v>
                </c:pt>
                <c:pt idx="1019">
                  <c:v>38785</c:v>
                </c:pt>
                <c:pt idx="1020">
                  <c:v>38786</c:v>
                </c:pt>
                <c:pt idx="1021">
                  <c:v>38789</c:v>
                </c:pt>
                <c:pt idx="1022">
                  <c:v>38790</c:v>
                </c:pt>
                <c:pt idx="1023">
                  <c:v>38791</c:v>
                </c:pt>
                <c:pt idx="1024">
                  <c:v>38792</c:v>
                </c:pt>
                <c:pt idx="1025">
                  <c:v>38793</c:v>
                </c:pt>
                <c:pt idx="1026">
                  <c:v>38796</c:v>
                </c:pt>
                <c:pt idx="1027">
                  <c:v>38797</c:v>
                </c:pt>
                <c:pt idx="1028">
                  <c:v>38798</c:v>
                </c:pt>
                <c:pt idx="1029">
                  <c:v>38799</c:v>
                </c:pt>
                <c:pt idx="1030">
                  <c:v>38800</c:v>
                </c:pt>
                <c:pt idx="1031">
                  <c:v>38803</c:v>
                </c:pt>
                <c:pt idx="1032">
                  <c:v>38804</c:v>
                </c:pt>
                <c:pt idx="1033">
                  <c:v>38805</c:v>
                </c:pt>
                <c:pt idx="1034">
                  <c:v>38806</c:v>
                </c:pt>
                <c:pt idx="1035">
                  <c:v>38807</c:v>
                </c:pt>
                <c:pt idx="1036">
                  <c:v>38810</c:v>
                </c:pt>
                <c:pt idx="1037">
                  <c:v>38811</c:v>
                </c:pt>
                <c:pt idx="1038">
                  <c:v>38812</c:v>
                </c:pt>
                <c:pt idx="1039">
                  <c:v>38813</c:v>
                </c:pt>
                <c:pt idx="1040">
                  <c:v>38814</c:v>
                </c:pt>
                <c:pt idx="1041">
                  <c:v>38817</c:v>
                </c:pt>
                <c:pt idx="1042">
                  <c:v>38818</c:v>
                </c:pt>
                <c:pt idx="1043">
                  <c:v>38819</c:v>
                </c:pt>
                <c:pt idx="1044">
                  <c:v>38820</c:v>
                </c:pt>
                <c:pt idx="1045">
                  <c:v>38824</c:v>
                </c:pt>
                <c:pt idx="1046">
                  <c:v>38825</c:v>
                </c:pt>
                <c:pt idx="1047">
                  <c:v>38826</c:v>
                </c:pt>
                <c:pt idx="1048">
                  <c:v>38827</c:v>
                </c:pt>
                <c:pt idx="1049">
                  <c:v>38831</c:v>
                </c:pt>
                <c:pt idx="1050">
                  <c:v>38832</c:v>
                </c:pt>
                <c:pt idx="1051">
                  <c:v>38833</c:v>
                </c:pt>
                <c:pt idx="1052">
                  <c:v>38834</c:v>
                </c:pt>
                <c:pt idx="1053">
                  <c:v>38835</c:v>
                </c:pt>
                <c:pt idx="1054">
                  <c:v>38839</c:v>
                </c:pt>
                <c:pt idx="1055">
                  <c:v>38840</c:v>
                </c:pt>
                <c:pt idx="1056">
                  <c:v>38841</c:v>
                </c:pt>
                <c:pt idx="1057">
                  <c:v>38842</c:v>
                </c:pt>
                <c:pt idx="1058">
                  <c:v>38845</c:v>
                </c:pt>
                <c:pt idx="1059">
                  <c:v>38846</c:v>
                </c:pt>
                <c:pt idx="1060">
                  <c:v>38847</c:v>
                </c:pt>
                <c:pt idx="1061">
                  <c:v>38848</c:v>
                </c:pt>
                <c:pt idx="1062">
                  <c:v>38849</c:v>
                </c:pt>
                <c:pt idx="1063">
                  <c:v>38852</c:v>
                </c:pt>
                <c:pt idx="1064">
                  <c:v>38853</c:v>
                </c:pt>
                <c:pt idx="1065">
                  <c:v>38854</c:v>
                </c:pt>
                <c:pt idx="1066">
                  <c:v>38855</c:v>
                </c:pt>
                <c:pt idx="1067">
                  <c:v>38856</c:v>
                </c:pt>
                <c:pt idx="1068">
                  <c:v>38859</c:v>
                </c:pt>
                <c:pt idx="1069">
                  <c:v>38860</c:v>
                </c:pt>
                <c:pt idx="1070">
                  <c:v>38861</c:v>
                </c:pt>
                <c:pt idx="1071">
                  <c:v>38862</c:v>
                </c:pt>
                <c:pt idx="1072">
                  <c:v>38863</c:v>
                </c:pt>
                <c:pt idx="1073">
                  <c:v>38866</c:v>
                </c:pt>
                <c:pt idx="1074">
                  <c:v>38867</c:v>
                </c:pt>
                <c:pt idx="1075">
                  <c:v>38868</c:v>
                </c:pt>
                <c:pt idx="1076">
                  <c:v>38869</c:v>
                </c:pt>
                <c:pt idx="1077">
                  <c:v>38870</c:v>
                </c:pt>
                <c:pt idx="1078">
                  <c:v>38873</c:v>
                </c:pt>
                <c:pt idx="1079">
                  <c:v>38874</c:v>
                </c:pt>
                <c:pt idx="1080">
                  <c:v>38875</c:v>
                </c:pt>
                <c:pt idx="1081">
                  <c:v>38876</c:v>
                </c:pt>
                <c:pt idx="1082">
                  <c:v>38877</c:v>
                </c:pt>
                <c:pt idx="1083">
                  <c:v>38880</c:v>
                </c:pt>
                <c:pt idx="1084">
                  <c:v>38881</c:v>
                </c:pt>
                <c:pt idx="1085">
                  <c:v>38882</c:v>
                </c:pt>
                <c:pt idx="1086">
                  <c:v>38884</c:v>
                </c:pt>
                <c:pt idx="1087">
                  <c:v>38887</c:v>
                </c:pt>
                <c:pt idx="1088">
                  <c:v>38888</c:v>
                </c:pt>
                <c:pt idx="1089">
                  <c:v>38889</c:v>
                </c:pt>
                <c:pt idx="1090">
                  <c:v>38890</c:v>
                </c:pt>
                <c:pt idx="1091">
                  <c:v>38891</c:v>
                </c:pt>
                <c:pt idx="1092">
                  <c:v>38894</c:v>
                </c:pt>
                <c:pt idx="1093">
                  <c:v>38895</c:v>
                </c:pt>
                <c:pt idx="1094">
                  <c:v>38896</c:v>
                </c:pt>
                <c:pt idx="1095">
                  <c:v>38897</c:v>
                </c:pt>
                <c:pt idx="1096">
                  <c:v>38898</c:v>
                </c:pt>
                <c:pt idx="1097">
                  <c:v>38901</c:v>
                </c:pt>
                <c:pt idx="1098">
                  <c:v>38902</c:v>
                </c:pt>
                <c:pt idx="1099">
                  <c:v>38903</c:v>
                </c:pt>
                <c:pt idx="1100">
                  <c:v>38904</c:v>
                </c:pt>
                <c:pt idx="1101">
                  <c:v>38905</c:v>
                </c:pt>
                <c:pt idx="1102">
                  <c:v>38908</c:v>
                </c:pt>
                <c:pt idx="1103">
                  <c:v>38909</c:v>
                </c:pt>
                <c:pt idx="1104">
                  <c:v>38910</c:v>
                </c:pt>
                <c:pt idx="1105">
                  <c:v>38911</c:v>
                </c:pt>
                <c:pt idx="1106">
                  <c:v>38912</c:v>
                </c:pt>
                <c:pt idx="1107">
                  <c:v>38915</c:v>
                </c:pt>
                <c:pt idx="1108">
                  <c:v>38916</c:v>
                </c:pt>
                <c:pt idx="1109">
                  <c:v>38917</c:v>
                </c:pt>
                <c:pt idx="1110">
                  <c:v>38918</c:v>
                </c:pt>
                <c:pt idx="1111">
                  <c:v>38919</c:v>
                </c:pt>
                <c:pt idx="1112">
                  <c:v>38922</c:v>
                </c:pt>
                <c:pt idx="1113">
                  <c:v>38923</c:v>
                </c:pt>
                <c:pt idx="1114">
                  <c:v>38924</c:v>
                </c:pt>
                <c:pt idx="1115">
                  <c:v>38925</c:v>
                </c:pt>
                <c:pt idx="1116">
                  <c:v>38926</c:v>
                </c:pt>
                <c:pt idx="1117">
                  <c:v>38929</c:v>
                </c:pt>
                <c:pt idx="1118">
                  <c:v>38930</c:v>
                </c:pt>
                <c:pt idx="1119">
                  <c:v>38931</c:v>
                </c:pt>
                <c:pt idx="1120">
                  <c:v>38932</c:v>
                </c:pt>
                <c:pt idx="1121">
                  <c:v>38933</c:v>
                </c:pt>
                <c:pt idx="1122">
                  <c:v>38936</c:v>
                </c:pt>
                <c:pt idx="1123">
                  <c:v>38937</c:v>
                </c:pt>
                <c:pt idx="1124">
                  <c:v>38938</c:v>
                </c:pt>
                <c:pt idx="1125">
                  <c:v>38939</c:v>
                </c:pt>
                <c:pt idx="1126">
                  <c:v>38940</c:v>
                </c:pt>
                <c:pt idx="1127">
                  <c:v>38943</c:v>
                </c:pt>
                <c:pt idx="1128">
                  <c:v>38944</c:v>
                </c:pt>
                <c:pt idx="1129">
                  <c:v>38945</c:v>
                </c:pt>
                <c:pt idx="1130">
                  <c:v>38946</c:v>
                </c:pt>
                <c:pt idx="1131">
                  <c:v>38947</c:v>
                </c:pt>
                <c:pt idx="1132">
                  <c:v>38950</c:v>
                </c:pt>
                <c:pt idx="1133">
                  <c:v>38951</c:v>
                </c:pt>
                <c:pt idx="1134">
                  <c:v>38952</c:v>
                </c:pt>
                <c:pt idx="1135">
                  <c:v>38953</c:v>
                </c:pt>
                <c:pt idx="1136">
                  <c:v>38954</c:v>
                </c:pt>
                <c:pt idx="1137">
                  <c:v>38957</c:v>
                </c:pt>
                <c:pt idx="1138">
                  <c:v>38958</c:v>
                </c:pt>
                <c:pt idx="1139">
                  <c:v>38959</c:v>
                </c:pt>
                <c:pt idx="1140">
                  <c:v>38960</c:v>
                </c:pt>
                <c:pt idx="1141">
                  <c:v>38961</c:v>
                </c:pt>
                <c:pt idx="1142">
                  <c:v>38964</c:v>
                </c:pt>
                <c:pt idx="1143">
                  <c:v>38965</c:v>
                </c:pt>
                <c:pt idx="1144">
                  <c:v>38966</c:v>
                </c:pt>
                <c:pt idx="1145">
                  <c:v>38968</c:v>
                </c:pt>
                <c:pt idx="1146">
                  <c:v>38971</c:v>
                </c:pt>
                <c:pt idx="1147">
                  <c:v>38972</c:v>
                </c:pt>
                <c:pt idx="1148">
                  <c:v>38973</c:v>
                </c:pt>
                <c:pt idx="1149">
                  <c:v>38974</c:v>
                </c:pt>
                <c:pt idx="1150">
                  <c:v>38975</c:v>
                </c:pt>
                <c:pt idx="1151">
                  <c:v>38978</c:v>
                </c:pt>
                <c:pt idx="1152">
                  <c:v>38979</c:v>
                </c:pt>
                <c:pt idx="1153">
                  <c:v>38980</c:v>
                </c:pt>
                <c:pt idx="1154">
                  <c:v>38981</c:v>
                </c:pt>
                <c:pt idx="1155">
                  <c:v>38982</c:v>
                </c:pt>
                <c:pt idx="1156">
                  <c:v>38985</c:v>
                </c:pt>
                <c:pt idx="1157">
                  <c:v>38986</c:v>
                </c:pt>
                <c:pt idx="1158">
                  <c:v>38987</c:v>
                </c:pt>
                <c:pt idx="1159">
                  <c:v>38988</c:v>
                </c:pt>
                <c:pt idx="1160">
                  <c:v>38989</c:v>
                </c:pt>
                <c:pt idx="1161">
                  <c:v>38992</c:v>
                </c:pt>
                <c:pt idx="1162">
                  <c:v>38993</c:v>
                </c:pt>
                <c:pt idx="1163">
                  <c:v>38994</c:v>
                </c:pt>
                <c:pt idx="1164">
                  <c:v>38995</c:v>
                </c:pt>
                <c:pt idx="1165">
                  <c:v>38996</c:v>
                </c:pt>
                <c:pt idx="1166">
                  <c:v>38999</c:v>
                </c:pt>
                <c:pt idx="1167">
                  <c:v>39000</c:v>
                </c:pt>
                <c:pt idx="1168">
                  <c:v>39001</c:v>
                </c:pt>
                <c:pt idx="1169">
                  <c:v>39003</c:v>
                </c:pt>
                <c:pt idx="1170">
                  <c:v>39006</c:v>
                </c:pt>
                <c:pt idx="1171">
                  <c:v>39007</c:v>
                </c:pt>
                <c:pt idx="1172">
                  <c:v>39008</c:v>
                </c:pt>
                <c:pt idx="1173">
                  <c:v>39009</c:v>
                </c:pt>
                <c:pt idx="1174">
                  <c:v>39010</c:v>
                </c:pt>
                <c:pt idx="1175">
                  <c:v>39013</c:v>
                </c:pt>
                <c:pt idx="1176">
                  <c:v>39014</c:v>
                </c:pt>
                <c:pt idx="1177">
                  <c:v>39015</c:v>
                </c:pt>
                <c:pt idx="1178">
                  <c:v>39016</c:v>
                </c:pt>
                <c:pt idx="1179">
                  <c:v>39017</c:v>
                </c:pt>
                <c:pt idx="1180">
                  <c:v>39020</c:v>
                </c:pt>
                <c:pt idx="1181">
                  <c:v>39021</c:v>
                </c:pt>
                <c:pt idx="1182">
                  <c:v>39022</c:v>
                </c:pt>
                <c:pt idx="1183">
                  <c:v>39024</c:v>
                </c:pt>
                <c:pt idx="1184">
                  <c:v>39027</c:v>
                </c:pt>
                <c:pt idx="1185">
                  <c:v>39028</c:v>
                </c:pt>
                <c:pt idx="1186">
                  <c:v>39029</c:v>
                </c:pt>
                <c:pt idx="1187">
                  <c:v>39030</c:v>
                </c:pt>
                <c:pt idx="1188">
                  <c:v>39031</c:v>
                </c:pt>
                <c:pt idx="1189">
                  <c:v>39034</c:v>
                </c:pt>
                <c:pt idx="1190">
                  <c:v>39035</c:v>
                </c:pt>
                <c:pt idx="1191">
                  <c:v>39037</c:v>
                </c:pt>
                <c:pt idx="1192">
                  <c:v>39038</c:v>
                </c:pt>
                <c:pt idx="1193">
                  <c:v>39042</c:v>
                </c:pt>
                <c:pt idx="1194">
                  <c:v>39043</c:v>
                </c:pt>
                <c:pt idx="1195">
                  <c:v>39044</c:v>
                </c:pt>
                <c:pt idx="1196">
                  <c:v>39045</c:v>
                </c:pt>
                <c:pt idx="1197">
                  <c:v>39048</c:v>
                </c:pt>
                <c:pt idx="1198">
                  <c:v>39049</c:v>
                </c:pt>
                <c:pt idx="1199">
                  <c:v>39050</c:v>
                </c:pt>
                <c:pt idx="1200">
                  <c:v>39051</c:v>
                </c:pt>
                <c:pt idx="1201">
                  <c:v>39052</c:v>
                </c:pt>
                <c:pt idx="1202">
                  <c:v>39055</c:v>
                </c:pt>
                <c:pt idx="1203">
                  <c:v>39056</c:v>
                </c:pt>
                <c:pt idx="1204">
                  <c:v>39057</c:v>
                </c:pt>
                <c:pt idx="1205">
                  <c:v>39058</c:v>
                </c:pt>
                <c:pt idx="1206">
                  <c:v>39059</c:v>
                </c:pt>
                <c:pt idx="1207">
                  <c:v>39062</c:v>
                </c:pt>
                <c:pt idx="1208">
                  <c:v>39063</c:v>
                </c:pt>
                <c:pt idx="1209">
                  <c:v>39064</c:v>
                </c:pt>
                <c:pt idx="1210">
                  <c:v>39065</c:v>
                </c:pt>
                <c:pt idx="1211">
                  <c:v>39066</c:v>
                </c:pt>
                <c:pt idx="1212">
                  <c:v>39069</c:v>
                </c:pt>
                <c:pt idx="1213">
                  <c:v>39070</c:v>
                </c:pt>
                <c:pt idx="1214">
                  <c:v>39071</c:v>
                </c:pt>
                <c:pt idx="1215">
                  <c:v>39072</c:v>
                </c:pt>
                <c:pt idx="1216">
                  <c:v>39073</c:v>
                </c:pt>
                <c:pt idx="1217">
                  <c:v>39077</c:v>
                </c:pt>
                <c:pt idx="1218">
                  <c:v>39078</c:v>
                </c:pt>
                <c:pt idx="1219">
                  <c:v>39079</c:v>
                </c:pt>
                <c:pt idx="1220">
                  <c:v>39084</c:v>
                </c:pt>
                <c:pt idx="1221">
                  <c:v>39085</c:v>
                </c:pt>
                <c:pt idx="1222">
                  <c:v>39086</c:v>
                </c:pt>
                <c:pt idx="1223">
                  <c:v>39087</c:v>
                </c:pt>
                <c:pt idx="1224">
                  <c:v>39090</c:v>
                </c:pt>
                <c:pt idx="1225">
                  <c:v>39091</c:v>
                </c:pt>
                <c:pt idx="1226">
                  <c:v>39092</c:v>
                </c:pt>
                <c:pt idx="1227">
                  <c:v>39093</c:v>
                </c:pt>
                <c:pt idx="1228">
                  <c:v>39094</c:v>
                </c:pt>
                <c:pt idx="1229">
                  <c:v>39097</c:v>
                </c:pt>
                <c:pt idx="1230">
                  <c:v>39098</c:v>
                </c:pt>
                <c:pt idx="1231">
                  <c:v>39099</c:v>
                </c:pt>
                <c:pt idx="1232">
                  <c:v>39100</c:v>
                </c:pt>
                <c:pt idx="1233">
                  <c:v>39101</c:v>
                </c:pt>
                <c:pt idx="1234">
                  <c:v>39104</c:v>
                </c:pt>
                <c:pt idx="1235">
                  <c:v>39105</c:v>
                </c:pt>
                <c:pt idx="1236">
                  <c:v>39106</c:v>
                </c:pt>
                <c:pt idx="1237">
                  <c:v>39108</c:v>
                </c:pt>
                <c:pt idx="1238">
                  <c:v>39111</c:v>
                </c:pt>
                <c:pt idx="1239">
                  <c:v>39112</c:v>
                </c:pt>
                <c:pt idx="1240">
                  <c:v>39113</c:v>
                </c:pt>
                <c:pt idx="1241">
                  <c:v>39114</c:v>
                </c:pt>
                <c:pt idx="1242">
                  <c:v>39115</c:v>
                </c:pt>
                <c:pt idx="1243">
                  <c:v>39118</c:v>
                </c:pt>
                <c:pt idx="1244">
                  <c:v>39119</c:v>
                </c:pt>
                <c:pt idx="1245">
                  <c:v>39120</c:v>
                </c:pt>
                <c:pt idx="1246">
                  <c:v>39121</c:v>
                </c:pt>
                <c:pt idx="1247">
                  <c:v>39122</c:v>
                </c:pt>
                <c:pt idx="1248">
                  <c:v>39125</c:v>
                </c:pt>
                <c:pt idx="1249">
                  <c:v>39126</c:v>
                </c:pt>
                <c:pt idx="1250">
                  <c:v>39127</c:v>
                </c:pt>
                <c:pt idx="1251">
                  <c:v>39128</c:v>
                </c:pt>
                <c:pt idx="1252">
                  <c:v>39129</c:v>
                </c:pt>
                <c:pt idx="1253">
                  <c:v>39134</c:v>
                </c:pt>
                <c:pt idx="1254">
                  <c:v>39135</c:v>
                </c:pt>
                <c:pt idx="1255">
                  <c:v>39136</c:v>
                </c:pt>
                <c:pt idx="1256">
                  <c:v>39139</c:v>
                </c:pt>
                <c:pt idx="1257">
                  <c:v>39140</c:v>
                </c:pt>
                <c:pt idx="1258">
                  <c:v>39141</c:v>
                </c:pt>
                <c:pt idx="1259">
                  <c:v>39142</c:v>
                </c:pt>
                <c:pt idx="1260">
                  <c:v>39143</c:v>
                </c:pt>
                <c:pt idx="1261">
                  <c:v>39146</c:v>
                </c:pt>
                <c:pt idx="1262">
                  <c:v>39147</c:v>
                </c:pt>
                <c:pt idx="1263">
                  <c:v>39148</c:v>
                </c:pt>
                <c:pt idx="1264">
                  <c:v>39149</c:v>
                </c:pt>
                <c:pt idx="1265">
                  <c:v>39150</c:v>
                </c:pt>
                <c:pt idx="1266">
                  <c:v>39153</c:v>
                </c:pt>
                <c:pt idx="1267">
                  <c:v>39154</c:v>
                </c:pt>
                <c:pt idx="1268">
                  <c:v>39155</c:v>
                </c:pt>
                <c:pt idx="1269">
                  <c:v>39156</c:v>
                </c:pt>
                <c:pt idx="1270">
                  <c:v>39157</c:v>
                </c:pt>
                <c:pt idx="1271">
                  <c:v>39160</c:v>
                </c:pt>
                <c:pt idx="1272">
                  <c:v>39161</c:v>
                </c:pt>
                <c:pt idx="1273">
                  <c:v>39162</c:v>
                </c:pt>
                <c:pt idx="1274">
                  <c:v>39163</c:v>
                </c:pt>
                <c:pt idx="1275">
                  <c:v>39164</c:v>
                </c:pt>
                <c:pt idx="1276">
                  <c:v>39167</c:v>
                </c:pt>
                <c:pt idx="1277">
                  <c:v>39168</c:v>
                </c:pt>
                <c:pt idx="1278">
                  <c:v>39169</c:v>
                </c:pt>
                <c:pt idx="1279">
                  <c:v>39170</c:v>
                </c:pt>
                <c:pt idx="1280">
                  <c:v>39171</c:v>
                </c:pt>
                <c:pt idx="1281">
                  <c:v>39174</c:v>
                </c:pt>
                <c:pt idx="1282">
                  <c:v>39175</c:v>
                </c:pt>
                <c:pt idx="1283">
                  <c:v>39176</c:v>
                </c:pt>
                <c:pt idx="1284">
                  <c:v>39177</c:v>
                </c:pt>
                <c:pt idx="1285">
                  <c:v>39181</c:v>
                </c:pt>
                <c:pt idx="1286">
                  <c:v>39182</c:v>
                </c:pt>
                <c:pt idx="1287">
                  <c:v>39183</c:v>
                </c:pt>
                <c:pt idx="1288">
                  <c:v>39184</c:v>
                </c:pt>
                <c:pt idx="1289">
                  <c:v>39185</c:v>
                </c:pt>
                <c:pt idx="1290">
                  <c:v>39188</c:v>
                </c:pt>
                <c:pt idx="1291">
                  <c:v>39189</c:v>
                </c:pt>
                <c:pt idx="1292">
                  <c:v>39190</c:v>
                </c:pt>
                <c:pt idx="1293">
                  <c:v>39191</c:v>
                </c:pt>
                <c:pt idx="1294">
                  <c:v>39192</c:v>
                </c:pt>
                <c:pt idx="1295">
                  <c:v>39195</c:v>
                </c:pt>
                <c:pt idx="1296">
                  <c:v>39196</c:v>
                </c:pt>
                <c:pt idx="1297">
                  <c:v>39197</c:v>
                </c:pt>
                <c:pt idx="1298">
                  <c:v>39198</c:v>
                </c:pt>
                <c:pt idx="1299">
                  <c:v>39199</c:v>
                </c:pt>
                <c:pt idx="1300">
                  <c:v>39202</c:v>
                </c:pt>
                <c:pt idx="1301">
                  <c:v>39204</c:v>
                </c:pt>
                <c:pt idx="1302">
                  <c:v>39205</c:v>
                </c:pt>
                <c:pt idx="1303">
                  <c:v>39206</c:v>
                </c:pt>
                <c:pt idx="1304">
                  <c:v>39209</c:v>
                </c:pt>
                <c:pt idx="1305">
                  <c:v>39210</c:v>
                </c:pt>
                <c:pt idx="1306">
                  <c:v>39211</c:v>
                </c:pt>
                <c:pt idx="1307">
                  <c:v>39212</c:v>
                </c:pt>
                <c:pt idx="1308">
                  <c:v>39213</c:v>
                </c:pt>
                <c:pt idx="1309">
                  <c:v>39216</c:v>
                </c:pt>
                <c:pt idx="1310">
                  <c:v>39217</c:v>
                </c:pt>
                <c:pt idx="1311">
                  <c:v>39218</c:v>
                </c:pt>
                <c:pt idx="1312">
                  <c:v>39219</c:v>
                </c:pt>
                <c:pt idx="1313">
                  <c:v>39220</c:v>
                </c:pt>
                <c:pt idx="1314">
                  <c:v>39223</c:v>
                </c:pt>
                <c:pt idx="1315">
                  <c:v>39224</c:v>
                </c:pt>
                <c:pt idx="1316">
                  <c:v>39225</c:v>
                </c:pt>
                <c:pt idx="1317">
                  <c:v>39226</c:v>
                </c:pt>
                <c:pt idx="1318">
                  <c:v>39227</c:v>
                </c:pt>
                <c:pt idx="1319">
                  <c:v>39230</c:v>
                </c:pt>
                <c:pt idx="1320">
                  <c:v>39231</c:v>
                </c:pt>
                <c:pt idx="1321">
                  <c:v>39232</c:v>
                </c:pt>
                <c:pt idx="1322">
                  <c:v>39233</c:v>
                </c:pt>
                <c:pt idx="1323">
                  <c:v>39234</c:v>
                </c:pt>
                <c:pt idx="1324">
                  <c:v>39237</c:v>
                </c:pt>
                <c:pt idx="1325">
                  <c:v>39238</c:v>
                </c:pt>
                <c:pt idx="1326">
                  <c:v>39239</c:v>
                </c:pt>
                <c:pt idx="1327">
                  <c:v>39241</c:v>
                </c:pt>
                <c:pt idx="1328">
                  <c:v>39244</c:v>
                </c:pt>
                <c:pt idx="1329">
                  <c:v>39245</c:v>
                </c:pt>
                <c:pt idx="1330">
                  <c:v>39246</c:v>
                </c:pt>
                <c:pt idx="1331">
                  <c:v>39247</c:v>
                </c:pt>
                <c:pt idx="1332">
                  <c:v>39248</c:v>
                </c:pt>
                <c:pt idx="1333">
                  <c:v>39251</c:v>
                </c:pt>
                <c:pt idx="1334">
                  <c:v>39252</c:v>
                </c:pt>
                <c:pt idx="1335">
                  <c:v>39253</c:v>
                </c:pt>
                <c:pt idx="1336">
                  <c:v>39254</c:v>
                </c:pt>
                <c:pt idx="1337">
                  <c:v>39255</c:v>
                </c:pt>
                <c:pt idx="1338">
                  <c:v>39258</c:v>
                </c:pt>
                <c:pt idx="1339">
                  <c:v>39259</c:v>
                </c:pt>
                <c:pt idx="1340">
                  <c:v>39260</c:v>
                </c:pt>
                <c:pt idx="1341">
                  <c:v>39261</c:v>
                </c:pt>
                <c:pt idx="1342">
                  <c:v>39262</c:v>
                </c:pt>
                <c:pt idx="1343">
                  <c:v>39265</c:v>
                </c:pt>
                <c:pt idx="1344">
                  <c:v>39266</c:v>
                </c:pt>
                <c:pt idx="1345">
                  <c:v>39267</c:v>
                </c:pt>
                <c:pt idx="1346">
                  <c:v>39268</c:v>
                </c:pt>
                <c:pt idx="1347">
                  <c:v>39269</c:v>
                </c:pt>
                <c:pt idx="1348">
                  <c:v>39273</c:v>
                </c:pt>
                <c:pt idx="1349">
                  <c:v>39274</c:v>
                </c:pt>
                <c:pt idx="1350">
                  <c:v>39275</c:v>
                </c:pt>
                <c:pt idx="1351">
                  <c:v>39276</c:v>
                </c:pt>
                <c:pt idx="1352">
                  <c:v>39279</c:v>
                </c:pt>
                <c:pt idx="1353">
                  <c:v>39280</c:v>
                </c:pt>
                <c:pt idx="1354">
                  <c:v>39281</c:v>
                </c:pt>
                <c:pt idx="1355">
                  <c:v>39282</c:v>
                </c:pt>
                <c:pt idx="1356">
                  <c:v>39283</c:v>
                </c:pt>
                <c:pt idx="1357">
                  <c:v>39286</c:v>
                </c:pt>
                <c:pt idx="1358">
                  <c:v>39287</c:v>
                </c:pt>
                <c:pt idx="1359">
                  <c:v>39288</c:v>
                </c:pt>
                <c:pt idx="1360">
                  <c:v>39289</c:v>
                </c:pt>
                <c:pt idx="1361">
                  <c:v>39290</c:v>
                </c:pt>
                <c:pt idx="1362">
                  <c:v>39293</c:v>
                </c:pt>
                <c:pt idx="1363">
                  <c:v>39294</c:v>
                </c:pt>
                <c:pt idx="1364">
                  <c:v>39295</c:v>
                </c:pt>
                <c:pt idx="1365">
                  <c:v>39296</c:v>
                </c:pt>
                <c:pt idx="1366">
                  <c:v>39297</c:v>
                </c:pt>
                <c:pt idx="1367">
                  <c:v>39300</c:v>
                </c:pt>
                <c:pt idx="1368">
                  <c:v>39301</c:v>
                </c:pt>
                <c:pt idx="1369">
                  <c:v>39302</c:v>
                </c:pt>
                <c:pt idx="1370">
                  <c:v>39303</c:v>
                </c:pt>
                <c:pt idx="1371">
                  <c:v>39304</c:v>
                </c:pt>
                <c:pt idx="1372">
                  <c:v>39307</c:v>
                </c:pt>
                <c:pt idx="1373">
                  <c:v>39308</c:v>
                </c:pt>
                <c:pt idx="1374">
                  <c:v>39309</c:v>
                </c:pt>
                <c:pt idx="1375">
                  <c:v>39310</c:v>
                </c:pt>
                <c:pt idx="1376">
                  <c:v>39311</c:v>
                </c:pt>
                <c:pt idx="1377">
                  <c:v>39314</c:v>
                </c:pt>
                <c:pt idx="1378">
                  <c:v>39315</c:v>
                </c:pt>
                <c:pt idx="1379">
                  <c:v>39316</c:v>
                </c:pt>
                <c:pt idx="1380">
                  <c:v>39317</c:v>
                </c:pt>
                <c:pt idx="1381">
                  <c:v>39318</c:v>
                </c:pt>
                <c:pt idx="1382">
                  <c:v>39321</c:v>
                </c:pt>
                <c:pt idx="1383">
                  <c:v>39322</c:v>
                </c:pt>
                <c:pt idx="1384">
                  <c:v>39323</c:v>
                </c:pt>
                <c:pt idx="1385">
                  <c:v>39324</c:v>
                </c:pt>
                <c:pt idx="1386">
                  <c:v>39325</c:v>
                </c:pt>
                <c:pt idx="1387">
                  <c:v>39328</c:v>
                </c:pt>
                <c:pt idx="1388">
                  <c:v>39329</c:v>
                </c:pt>
                <c:pt idx="1389">
                  <c:v>39330</c:v>
                </c:pt>
                <c:pt idx="1390">
                  <c:v>39331</c:v>
                </c:pt>
                <c:pt idx="1391">
                  <c:v>39335</c:v>
                </c:pt>
                <c:pt idx="1392">
                  <c:v>39336</c:v>
                </c:pt>
                <c:pt idx="1393">
                  <c:v>39337</c:v>
                </c:pt>
                <c:pt idx="1394">
                  <c:v>39338</c:v>
                </c:pt>
                <c:pt idx="1395">
                  <c:v>39339</c:v>
                </c:pt>
                <c:pt idx="1396">
                  <c:v>39342</c:v>
                </c:pt>
                <c:pt idx="1397">
                  <c:v>39343</c:v>
                </c:pt>
                <c:pt idx="1398">
                  <c:v>39344</c:v>
                </c:pt>
                <c:pt idx="1399">
                  <c:v>39345</c:v>
                </c:pt>
                <c:pt idx="1400">
                  <c:v>39346</c:v>
                </c:pt>
                <c:pt idx="1401">
                  <c:v>39349</c:v>
                </c:pt>
                <c:pt idx="1402">
                  <c:v>39350</c:v>
                </c:pt>
                <c:pt idx="1403">
                  <c:v>39351</c:v>
                </c:pt>
                <c:pt idx="1404">
                  <c:v>39352</c:v>
                </c:pt>
                <c:pt idx="1405">
                  <c:v>39353</c:v>
                </c:pt>
                <c:pt idx="1406">
                  <c:v>39356</c:v>
                </c:pt>
                <c:pt idx="1407">
                  <c:v>39357</c:v>
                </c:pt>
                <c:pt idx="1408">
                  <c:v>39358</c:v>
                </c:pt>
                <c:pt idx="1409">
                  <c:v>39359</c:v>
                </c:pt>
                <c:pt idx="1410">
                  <c:v>39360</c:v>
                </c:pt>
                <c:pt idx="1411">
                  <c:v>39363</c:v>
                </c:pt>
                <c:pt idx="1412">
                  <c:v>39364</c:v>
                </c:pt>
                <c:pt idx="1413">
                  <c:v>39365</c:v>
                </c:pt>
                <c:pt idx="1414">
                  <c:v>39366</c:v>
                </c:pt>
                <c:pt idx="1415">
                  <c:v>39370</c:v>
                </c:pt>
                <c:pt idx="1416">
                  <c:v>39371</c:v>
                </c:pt>
                <c:pt idx="1417">
                  <c:v>39372</c:v>
                </c:pt>
                <c:pt idx="1418">
                  <c:v>39373</c:v>
                </c:pt>
                <c:pt idx="1419">
                  <c:v>39374</c:v>
                </c:pt>
                <c:pt idx="1420">
                  <c:v>39377</c:v>
                </c:pt>
                <c:pt idx="1421">
                  <c:v>39378</c:v>
                </c:pt>
                <c:pt idx="1422">
                  <c:v>39379</c:v>
                </c:pt>
                <c:pt idx="1423">
                  <c:v>39380</c:v>
                </c:pt>
                <c:pt idx="1424">
                  <c:v>39381</c:v>
                </c:pt>
                <c:pt idx="1425">
                  <c:v>39384</c:v>
                </c:pt>
                <c:pt idx="1426">
                  <c:v>39385</c:v>
                </c:pt>
                <c:pt idx="1427">
                  <c:v>39386</c:v>
                </c:pt>
                <c:pt idx="1428">
                  <c:v>39387</c:v>
                </c:pt>
                <c:pt idx="1429">
                  <c:v>39391</c:v>
                </c:pt>
                <c:pt idx="1430">
                  <c:v>39392</c:v>
                </c:pt>
                <c:pt idx="1431">
                  <c:v>39393</c:v>
                </c:pt>
                <c:pt idx="1432">
                  <c:v>39394</c:v>
                </c:pt>
                <c:pt idx="1433">
                  <c:v>39395</c:v>
                </c:pt>
                <c:pt idx="1434">
                  <c:v>39398</c:v>
                </c:pt>
                <c:pt idx="1435">
                  <c:v>39399</c:v>
                </c:pt>
                <c:pt idx="1436">
                  <c:v>39400</c:v>
                </c:pt>
                <c:pt idx="1437">
                  <c:v>39402</c:v>
                </c:pt>
                <c:pt idx="1438">
                  <c:v>39405</c:v>
                </c:pt>
                <c:pt idx="1439">
                  <c:v>39407</c:v>
                </c:pt>
                <c:pt idx="1440">
                  <c:v>39408</c:v>
                </c:pt>
                <c:pt idx="1441">
                  <c:v>39409</c:v>
                </c:pt>
                <c:pt idx="1442">
                  <c:v>39412</c:v>
                </c:pt>
                <c:pt idx="1443">
                  <c:v>39413</c:v>
                </c:pt>
                <c:pt idx="1444">
                  <c:v>39414</c:v>
                </c:pt>
                <c:pt idx="1445">
                  <c:v>39415</c:v>
                </c:pt>
                <c:pt idx="1446">
                  <c:v>39416</c:v>
                </c:pt>
                <c:pt idx="1447">
                  <c:v>39419</c:v>
                </c:pt>
                <c:pt idx="1448">
                  <c:v>39420</c:v>
                </c:pt>
                <c:pt idx="1449">
                  <c:v>39421</c:v>
                </c:pt>
                <c:pt idx="1450">
                  <c:v>39422</c:v>
                </c:pt>
                <c:pt idx="1451">
                  <c:v>39423</c:v>
                </c:pt>
                <c:pt idx="1452">
                  <c:v>39426</c:v>
                </c:pt>
                <c:pt idx="1453">
                  <c:v>39427</c:v>
                </c:pt>
                <c:pt idx="1454">
                  <c:v>39428</c:v>
                </c:pt>
                <c:pt idx="1455">
                  <c:v>39429</c:v>
                </c:pt>
                <c:pt idx="1456">
                  <c:v>39430</c:v>
                </c:pt>
                <c:pt idx="1457">
                  <c:v>39433</c:v>
                </c:pt>
                <c:pt idx="1458">
                  <c:v>39434</c:v>
                </c:pt>
                <c:pt idx="1459">
                  <c:v>39435</c:v>
                </c:pt>
                <c:pt idx="1460">
                  <c:v>39436</c:v>
                </c:pt>
                <c:pt idx="1461">
                  <c:v>39437</c:v>
                </c:pt>
                <c:pt idx="1462">
                  <c:v>39442</c:v>
                </c:pt>
                <c:pt idx="1463">
                  <c:v>39443</c:v>
                </c:pt>
                <c:pt idx="1464">
                  <c:v>39444</c:v>
                </c:pt>
                <c:pt idx="1465">
                  <c:v>39449</c:v>
                </c:pt>
                <c:pt idx="1466">
                  <c:v>39450</c:v>
                </c:pt>
                <c:pt idx="1467">
                  <c:v>39451</c:v>
                </c:pt>
                <c:pt idx="1468">
                  <c:v>39454</c:v>
                </c:pt>
                <c:pt idx="1469">
                  <c:v>39455</c:v>
                </c:pt>
                <c:pt idx="1470">
                  <c:v>39456</c:v>
                </c:pt>
                <c:pt idx="1471">
                  <c:v>39457</c:v>
                </c:pt>
                <c:pt idx="1472">
                  <c:v>39458</c:v>
                </c:pt>
                <c:pt idx="1473">
                  <c:v>39461</c:v>
                </c:pt>
                <c:pt idx="1474">
                  <c:v>39462</c:v>
                </c:pt>
                <c:pt idx="1475">
                  <c:v>39463</c:v>
                </c:pt>
                <c:pt idx="1476">
                  <c:v>39464</c:v>
                </c:pt>
                <c:pt idx="1477">
                  <c:v>39465</c:v>
                </c:pt>
                <c:pt idx="1478">
                  <c:v>39468</c:v>
                </c:pt>
                <c:pt idx="1479">
                  <c:v>39469</c:v>
                </c:pt>
                <c:pt idx="1480">
                  <c:v>39470</c:v>
                </c:pt>
                <c:pt idx="1481">
                  <c:v>39471</c:v>
                </c:pt>
                <c:pt idx="1482">
                  <c:v>39475</c:v>
                </c:pt>
                <c:pt idx="1483">
                  <c:v>39476</c:v>
                </c:pt>
                <c:pt idx="1484">
                  <c:v>39477</c:v>
                </c:pt>
                <c:pt idx="1485">
                  <c:v>39478</c:v>
                </c:pt>
                <c:pt idx="1486">
                  <c:v>39479</c:v>
                </c:pt>
                <c:pt idx="1487">
                  <c:v>39484</c:v>
                </c:pt>
                <c:pt idx="1488">
                  <c:v>39485</c:v>
                </c:pt>
                <c:pt idx="1489">
                  <c:v>39486</c:v>
                </c:pt>
                <c:pt idx="1490">
                  <c:v>39489</c:v>
                </c:pt>
                <c:pt idx="1491">
                  <c:v>39490</c:v>
                </c:pt>
                <c:pt idx="1492">
                  <c:v>39491</c:v>
                </c:pt>
                <c:pt idx="1493">
                  <c:v>39492</c:v>
                </c:pt>
                <c:pt idx="1494">
                  <c:v>39493</c:v>
                </c:pt>
                <c:pt idx="1495">
                  <c:v>39496</c:v>
                </c:pt>
                <c:pt idx="1496">
                  <c:v>39497</c:v>
                </c:pt>
                <c:pt idx="1497">
                  <c:v>39498</c:v>
                </c:pt>
                <c:pt idx="1498">
                  <c:v>39499</c:v>
                </c:pt>
                <c:pt idx="1499">
                  <c:v>39500</c:v>
                </c:pt>
                <c:pt idx="1500">
                  <c:v>39503</c:v>
                </c:pt>
                <c:pt idx="1501">
                  <c:v>39504</c:v>
                </c:pt>
                <c:pt idx="1502">
                  <c:v>39505</c:v>
                </c:pt>
                <c:pt idx="1503">
                  <c:v>39506</c:v>
                </c:pt>
                <c:pt idx="1504">
                  <c:v>39507</c:v>
                </c:pt>
                <c:pt idx="1505">
                  <c:v>39510</c:v>
                </c:pt>
                <c:pt idx="1506">
                  <c:v>39511</c:v>
                </c:pt>
                <c:pt idx="1507">
                  <c:v>39512</c:v>
                </c:pt>
                <c:pt idx="1508">
                  <c:v>39513</c:v>
                </c:pt>
                <c:pt idx="1509">
                  <c:v>39514</c:v>
                </c:pt>
                <c:pt idx="1510">
                  <c:v>39517</c:v>
                </c:pt>
                <c:pt idx="1511">
                  <c:v>39518</c:v>
                </c:pt>
                <c:pt idx="1512">
                  <c:v>39519</c:v>
                </c:pt>
                <c:pt idx="1513">
                  <c:v>39520</c:v>
                </c:pt>
                <c:pt idx="1514">
                  <c:v>39521</c:v>
                </c:pt>
                <c:pt idx="1515">
                  <c:v>39524</c:v>
                </c:pt>
                <c:pt idx="1516">
                  <c:v>39525</c:v>
                </c:pt>
                <c:pt idx="1517">
                  <c:v>39526</c:v>
                </c:pt>
                <c:pt idx="1518">
                  <c:v>39527</c:v>
                </c:pt>
                <c:pt idx="1519">
                  <c:v>39531</c:v>
                </c:pt>
                <c:pt idx="1520">
                  <c:v>39532</c:v>
                </c:pt>
                <c:pt idx="1521">
                  <c:v>39533</c:v>
                </c:pt>
                <c:pt idx="1522">
                  <c:v>39534</c:v>
                </c:pt>
                <c:pt idx="1523">
                  <c:v>39535</c:v>
                </c:pt>
                <c:pt idx="1524">
                  <c:v>39538</c:v>
                </c:pt>
                <c:pt idx="1525">
                  <c:v>39539</c:v>
                </c:pt>
                <c:pt idx="1526">
                  <c:v>39540</c:v>
                </c:pt>
                <c:pt idx="1527">
                  <c:v>39541</c:v>
                </c:pt>
                <c:pt idx="1528">
                  <c:v>39542</c:v>
                </c:pt>
                <c:pt idx="1529">
                  <c:v>39545</c:v>
                </c:pt>
                <c:pt idx="1530">
                  <c:v>39546</c:v>
                </c:pt>
                <c:pt idx="1531">
                  <c:v>39547</c:v>
                </c:pt>
                <c:pt idx="1532">
                  <c:v>39548</c:v>
                </c:pt>
                <c:pt idx="1533">
                  <c:v>39549</c:v>
                </c:pt>
                <c:pt idx="1534">
                  <c:v>39552</c:v>
                </c:pt>
                <c:pt idx="1535">
                  <c:v>39553</c:v>
                </c:pt>
                <c:pt idx="1536">
                  <c:v>39554</c:v>
                </c:pt>
                <c:pt idx="1537">
                  <c:v>39555</c:v>
                </c:pt>
                <c:pt idx="1538">
                  <c:v>39556</c:v>
                </c:pt>
                <c:pt idx="1539">
                  <c:v>39560</c:v>
                </c:pt>
                <c:pt idx="1540">
                  <c:v>39561</c:v>
                </c:pt>
                <c:pt idx="1541">
                  <c:v>39562</c:v>
                </c:pt>
                <c:pt idx="1542">
                  <c:v>39563</c:v>
                </c:pt>
                <c:pt idx="1543">
                  <c:v>39566</c:v>
                </c:pt>
                <c:pt idx="1544">
                  <c:v>39567</c:v>
                </c:pt>
                <c:pt idx="1545">
                  <c:v>39568</c:v>
                </c:pt>
                <c:pt idx="1546">
                  <c:v>39570</c:v>
                </c:pt>
                <c:pt idx="1547">
                  <c:v>39573</c:v>
                </c:pt>
                <c:pt idx="1548">
                  <c:v>39574</c:v>
                </c:pt>
                <c:pt idx="1549">
                  <c:v>39575</c:v>
                </c:pt>
                <c:pt idx="1550">
                  <c:v>39576</c:v>
                </c:pt>
                <c:pt idx="1551">
                  <c:v>39577</c:v>
                </c:pt>
                <c:pt idx="1552">
                  <c:v>39580</c:v>
                </c:pt>
                <c:pt idx="1553">
                  <c:v>39581</c:v>
                </c:pt>
                <c:pt idx="1554">
                  <c:v>39582</c:v>
                </c:pt>
                <c:pt idx="1555">
                  <c:v>39583</c:v>
                </c:pt>
                <c:pt idx="1556">
                  <c:v>39584</c:v>
                </c:pt>
                <c:pt idx="1557">
                  <c:v>39587</c:v>
                </c:pt>
                <c:pt idx="1558">
                  <c:v>39588</c:v>
                </c:pt>
                <c:pt idx="1559">
                  <c:v>39589</c:v>
                </c:pt>
                <c:pt idx="1560">
                  <c:v>39591</c:v>
                </c:pt>
                <c:pt idx="1561">
                  <c:v>39594</c:v>
                </c:pt>
                <c:pt idx="1562">
                  <c:v>39595</c:v>
                </c:pt>
                <c:pt idx="1563">
                  <c:v>39596</c:v>
                </c:pt>
                <c:pt idx="1564">
                  <c:v>39597</c:v>
                </c:pt>
                <c:pt idx="1565">
                  <c:v>39598</c:v>
                </c:pt>
                <c:pt idx="1566">
                  <c:v>39601</c:v>
                </c:pt>
                <c:pt idx="1567">
                  <c:v>39602</c:v>
                </c:pt>
                <c:pt idx="1568">
                  <c:v>39603</c:v>
                </c:pt>
                <c:pt idx="1569">
                  <c:v>39604</c:v>
                </c:pt>
                <c:pt idx="1570">
                  <c:v>39605</c:v>
                </c:pt>
                <c:pt idx="1571">
                  <c:v>39608</c:v>
                </c:pt>
                <c:pt idx="1572">
                  <c:v>39609</c:v>
                </c:pt>
                <c:pt idx="1573">
                  <c:v>39610</c:v>
                </c:pt>
                <c:pt idx="1574">
                  <c:v>39611</c:v>
                </c:pt>
                <c:pt idx="1575">
                  <c:v>39612</c:v>
                </c:pt>
                <c:pt idx="1576">
                  <c:v>39615</c:v>
                </c:pt>
                <c:pt idx="1577">
                  <c:v>39616</c:v>
                </c:pt>
                <c:pt idx="1578">
                  <c:v>39617</c:v>
                </c:pt>
                <c:pt idx="1579">
                  <c:v>39618</c:v>
                </c:pt>
                <c:pt idx="1580">
                  <c:v>39619</c:v>
                </c:pt>
                <c:pt idx="1581">
                  <c:v>39622</c:v>
                </c:pt>
                <c:pt idx="1582">
                  <c:v>39623</c:v>
                </c:pt>
                <c:pt idx="1583">
                  <c:v>39624</c:v>
                </c:pt>
                <c:pt idx="1584">
                  <c:v>39625</c:v>
                </c:pt>
                <c:pt idx="1585">
                  <c:v>39626</c:v>
                </c:pt>
                <c:pt idx="1586">
                  <c:v>39629</c:v>
                </c:pt>
                <c:pt idx="1587">
                  <c:v>39630</c:v>
                </c:pt>
                <c:pt idx="1588">
                  <c:v>39631</c:v>
                </c:pt>
                <c:pt idx="1589">
                  <c:v>39632</c:v>
                </c:pt>
                <c:pt idx="1590">
                  <c:v>39633</c:v>
                </c:pt>
                <c:pt idx="1591">
                  <c:v>39636</c:v>
                </c:pt>
                <c:pt idx="1592">
                  <c:v>39637</c:v>
                </c:pt>
                <c:pt idx="1593">
                  <c:v>39639</c:v>
                </c:pt>
                <c:pt idx="1594">
                  <c:v>39640</c:v>
                </c:pt>
                <c:pt idx="1595">
                  <c:v>39643</c:v>
                </c:pt>
                <c:pt idx="1596">
                  <c:v>39644</c:v>
                </c:pt>
                <c:pt idx="1597">
                  <c:v>39645</c:v>
                </c:pt>
                <c:pt idx="1598">
                  <c:v>39646</c:v>
                </c:pt>
                <c:pt idx="1599">
                  <c:v>39647</c:v>
                </c:pt>
                <c:pt idx="1600">
                  <c:v>39650</c:v>
                </c:pt>
                <c:pt idx="1601">
                  <c:v>39651</c:v>
                </c:pt>
                <c:pt idx="1602">
                  <c:v>39652</c:v>
                </c:pt>
                <c:pt idx="1603">
                  <c:v>39653</c:v>
                </c:pt>
                <c:pt idx="1604">
                  <c:v>39654</c:v>
                </c:pt>
                <c:pt idx="1605">
                  <c:v>39657</c:v>
                </c:pt>
                <c:pt idx="1606">
                  <c:v>39658</c:v>
                </c:pt>
                <c:pt idx="1607">
                  <c:v>39659</c:v>
                </c:pt>
                <c:pt idx="1608">
                  <c:v>39660</c:v>
                </c:pt>
                <c:pt idx="1609">
                  <c:v>39661</c:v>
                </c:pt>
                <c:pt idx="1610">
                  <c:v>39664</c:v>
                </c:pt>
                <c:pt idx="1611">
                  <c:v>39665</c:v>
                </c:pt>
                <c:pt idx="1612">
                  <c:v>39666</c:v>
                </c:pt>
                <c:pt idx="1613">
                  <c:v>39667</c:v>
                </c:pt>
                <c:pt idx="1614">
                  <c:v>39668</c:v>
                </c:pt>
                <c:pt idx="1615">
                  <c:v>39671</c:v>
                </c:pt>
                <c:pt idx="1616">
                  <c:v>39672</c:v>
                </c:pt>
                <c:pt idx="1617">
                  <c:v>39673</c:v>
                </c:pt>
                <c:pt idx="1618">
                  <c:v>39674</c:v>
                </c:pt>
                <c:pt idx="1619">
                  <c:v>39675</c:v>
                </c:pt>
                <c:pt idx="1620">
                  <c:v>39678</c:v>
                </c:pt>
                <c:pt idx="1621">
                  <c:v>39679</c:v>
                </c:pt>
                <c:pt idx="1622">
                  <c:v>39680</c:v>
                </c:pt>
                <c:pt idx="1623">
                  <c:v>39681</c:v>
                </c:pt>
                <c:pt idx="1624">
                  <c:v>39682</c:v>
                </c:pt>
                <c:pt idx="1625">
                  <c:v>39685</c:v>
                </c:pt>
                <c:pt idx="1626">
                  <c:v>39686</c:v>
                </c:pt>
                <c:pt idx="1627">
                  <c:v>39687</c:v>
                </c:pt>
                <c:pt idx="1628">
                  <c:v>39688</c:v>
                </c:pt>
                <c:pt idx="1629">
                  <c:v>39689</c:v>
                </c:pt>
                <c:pt idx="1630">
                  <c:v>39692</c:v>
                </c:pt>
                <c:pt idx="1631">
                  <c:v>39693</c:v>
                </c:pt>
                <c:pt idx="1632">
                  <c:v>39694</c:v>
                </c:pt>
                <c:pt idx="1633">
                  <c:v>39695</c:v>
                </c:pt>
                <c:pt idx="1634">
                  <c:v>39696</c:v>
                </c:pt>
                <c:pt idx="1635">
                  <c:v>39699</c:v>
                </c:pt>
                <c:pt idx="1636">
                  <c:v>39700</c:v>
                </c:pt>
                <c:pt idx="1637">
                  <c:v>39701</c:v>
                </c:pt>
                <c:pt idx="1638">
                  <c:v>39702</c:v>
                </c:pt>
                <c:pt idx="1639">
                  <c:v>39703</c:v>
                </c:pt>
                <c:pt idx="1640">
                  <c:v>39706</c:v>
                </c:pt>
                <c:pt idx="1641">
                  <c:v>39707</c:v>
                </c:pt>
                <c:pt idx="1642">
                  <c:v>39708</c:v>
                </c:pt>
                <c:pt idx="1643">
                  <c:v>39709</c:v>
                </c:pt>
                <c:pt idx="1644">
                  <c:v>39710</c:v>
                </c:pt>
                <c:pt idx="1645">
                  <c:v>39713</c:v>
                </c:pt>
                <c:pt idx="1646">
                  <c:v>39714</c:v>
                </c:pt>
                <c:pt idx="1647">
                  <c:v>39715</c:v>
                </c:pt>
                <c:pt idx="1648">
                  <c:v>39716</c:v>
                </c:pt>
                <c:pt idx="1649">
                  <c:v>39717</c:v>
                </c:pt>
                <c:pt idx="1650">
                  <c:v>39720</c:v>
                </c:pt>
                <c:pt idx="1651">
                  <c:v>39721</c:v>
                </c:pt>
                <c:pt idx="1652">
                  <c:v>39722</c:v>
                </c:pt>
                <c:pt idx="1653">
                  <c:v>39723</c:v>
                </c:pt>
                <c:pt idx="1654">
                  <c:v>39724</c:v>
                </c:pt>
                <c:pt idx="1655">
                  <c:v>39727</c:v>
                </c:pt>
                <c:pt idx="1656">
                  <c:v>39728</c:v>
                </c:pt>
                <c:pt idx="1657">
                  <c:v>39729</c:v>
                </c:pt>
                <c:pt idx="1658">
                  <c:v>39730</c:v>
                </c:pt>
                <c:pt idx="1659">
                  <c:v>39731</c:v>
                </c:pt>
                <c:pt idx="1660">
                  <c:v>39734</c:v>
                </c:pt>
                <c:pt idx="1661">
                  <c:v>39735</c:v>
                </c:pt>
                <c:pt idx="1662">
                  <c:v>39736</c:v>
                </c:pt>
                <c:pt idx="1663">
                  <c:v>39737</c:v>
                </c:pt>
                <c:pt idx="1664">
                  <c:v>39738</c:v>
                </c:pt>
                <c:pt idx="1665">
                  <c:v>39741</c:v>
                </c:pt>
                <c:pt idx="1666">
                  <c:v>39742</c:v>
                </c:pt>
                <c:pt idx="1667">
                  <c:v>39743</c:v>
                </c:pt>
                <c:pt idx="1668">
                  <c:v>39744</c:v>
                </c:pt>
                <c:pt idx="1669">
                  <c:v>39745</c:v>
                </c:pt>
                <c:pt idx="1670">
                  <c:v>39748</c:v>
                </c:pt>
                <c:pt idx="1671">
                  <c:v>39749</c:v>
                </c:pt>
                <c:pt idx="1672">
                  <c:v>39750</c:v>
                </c:pt>
                <c:pt idx="1673">
                  <c:v>39751</c:v>
                </c:pt>
                <c:pt idx="1674">
                  <c:v>39752</c:v>
                </c:pt>
                <c:pt idx="1675">
                  <c:v>39755</c:v>
                </c:pt>
                <c:pt idx="1676">
                  <c:v>39756</c:v>
                </c:pt>
                <c:pt idx="1677">
                  <c:v>39757</c:v>
                </c:pt>
                <c:pt idx="1678">
                  <c:v>39758</c:v>
                </c:pt>
                <c:pt idx="1679">
                  <c:v>39759</c:v>
                </c:pt>
                <c:pt idx="1680">
                  <c:v>39762</c:v>
                </c:pt>
                <c:pt idx="1681">
                  <c:v>39763</c:v>
                </c:pt>
                <c:pt idx="1682">
                  <c:v>39764</c:v>
                </c:pt>
                <c:pt idx="1683">
                  <c:v>39765</c:v>
                </c:pt>
                <c:pt idx="1684">
                  <c:v>39766</c:v>
                </c:pt>
                <c:pt idx="1685">
                  <c:v>39769</c:v>
                </c:pt>
                <c:pt idx="1686">
                  <c:v>39770</c:v>
                </c:pt>
                <c:pt idx="1687">
                  <c:v>39771</c:v>
                </c:pt>
                <c:pt idx="1688">
                  <c:v>39773</c:v>
                </c:pt>
                <c:pt idx="1689">
                  <c:v>39776</c:v>
                </c:pt>
                <c:pt idx="1690">
                  <c:v>39777</c:v>
                </c:pt>
                <c:pt idx="1691">
                  <c:v>39778</c:v>
                </c:pt>
                <c:pt idx="1692">
                  <c:v>39779</c:v>
                </c:pt>
                <c:pt idx="1693">
                  <c:v>39780</c:v>
                </c:pt>
                <c:pt idx="1694">
                  <c:v>39783</c:v>
                </c:pt>
                <c:pt idx="1695">
                  <c:v>39784</c:v>
                </c:pt>
                <c:pt idx="1696">
                  <c:v>39785</c:v>
                </c:pt>
                <c:pt idx="1697">
                  <c:v>39786</c:v>
                </c:pt>
                <c:pt idx="1698">
                  <c:v>39787</c:v>
                </c:pt>
                <c:pt idx="1699">
                  <c:v>39790</c:v>
                </c:pt>
                <c:pt idx="1700">
                  <c:v>39791</c:v>
                </c:pt>
                <c:pt idx="1701">
                  <c:v>39792</c:v>
                </c:pt>
                <c:pt idx="1702">
                  <c:v>39793</c:v>
                </c:pt>
                <c:pt idx="1703">
                  <c:v>39794</c:v>
                </c:pt>
                <c:pt idx="1704">
                  <c:v>39797</c:v>
                </c:pt>
                <c:pt idx="1705">
                  <c:v>39798</c:v>
                </c:pt>
                <c:pt idx="1706">
                  <c:v>39799</c:v>
                </c:pt>
                <c:pt idx="1707">
                  <c:v>39800</c:v>
                </c:pt>
                <c:pt idx="1708">
                  <c:v>39801</c:v>
                </c:pt>
                <c:pt idx="1709">
                  <c:v>39804</c:v>
                </c:pt>
                <c:pt idx="1710">
                  <c:v>39805</c:v>
                </c:pt>
                <c:pt idx="1711">
                  <c:v>39808</c:v>
                </c:pt>
                <c:pt idx="1712">
                  <c:v>39811</c:v>
                </c:pt>
                <c:pt idx="1713">
                  <c:v>39812</c:v>
                </c:pt>
                <c:pt idx="1714">
                  <c:v>39815</c:v>
                </c:pt>
                <c:pt idx="1715">
                  <c:v>39818</c:v>
                </c:pt>
                <c:pt idx="1716">
                  <c:v>39819</c:v>
                </c:pt>
                <c:pt idx="1717">
                  <c:v>39820</c:v>
                </c:pt>
                <c:pt idx="1718">
                  <c:v>39821</c:v>
                </c:pt>
                <c:pt idx="1719">
                  <c:v>39822</c:v>
                </c:pt>
                <c:pt idx="1720">
                  <c:v>39825</c:v>
                </c:pt>
                <c:pt idx="1721">
                  <c:v>39826</c:v>
                </c:pt>
                <c:pt idx="1722">
                  <c:v>39827</c:v>
                </c:pt>
                <c:pt idx="1723">
                  <c:v>39828</c:v>
                </c:pt>
                <c:pt idx="1724">
                  <c:v>39829</c:v>
                </c:pt>
                <c:pt idx="1725">
                  <c:v>39832</c:v>
                </c:pt>
                <c:pt idx="1726">
                  <c:v>39833</c:v>
                </c:pt>
                <c:pt idx="1727">
                  <c:v>39834</c:v>
                </c:pt>
                <c:pt idx="1728">
                  <c:v>39835</c:v>
                </c:pt>
                <c:pt idx="1729">
                  <c:v>39836</c:v>
                </c:pt>
                <c:pt idx="1730">
                  <c:v>39839</c:v>
                </c:pt>
                <c:pt idx="1731">
                  <c:v>39840</c:v>
                </c:pt>
                <c:pt idx="1732">
                  <c:v>39841</c:v>
                </c:pt>
                <c:pt idx="1733">
                  <c:v>39842</c:v>
                </c:pt>
                <c:pt idx="1734">
                  <c:v>39843</c:v>
                </c:pt>
                <c:pt idx="1735">
                  <c:v>39846</c:v>
                </c:pt>
                <c:pt idx="1736">
                  <c:v>39847</c:v>
                </c:pt>
                <c:pt idx="1737">
                  <c:v>39848</c:v>
                </c:pt>
                <c:pt idx="1738">
                  <c:v>39849</c:v>
                </c:pt>
                <c:pt idx="1739">
                  <c:v>39850</c:v>
                </c:pt>
                <c:pt idx="1740">
                  <c:v>39853</c:v>
                </c:pt>
                <c:pt idx="1741">
                  <c:v>39854</c:v>
                </c:pt>
                <c:pt idx="1742">
                  <c:v>39855</c:v>
                </c:pt>
                <c:pt idx="1743">
                  <c:v>39856</c:v>
                </c:pt>
                <c:pt idx="1744">
                  <c:v>39857</c:v>
                </c:pt>
                <c:pt idx="1745">
                  <c:v>39860</c:v>
                </c:pt>
                <c:pt idx="1746">
                  <c:v>39861</c:v>
                </c:pt>
                <c:pt idx="1747">
                  <c:v>39862</c:v>
                </c:pt>
                <c:pt idx="1748">
                  <c:v>39863</c:v>
                </c:pt>
                <c:pt idx="1749">
                  <c:v>39864</c:v>
                </c:pt>
                <c:pt idx="1750">
                  <c:v>39869</c:v>
                </c:pt>
                <c:pt idx="1751">
                  <c:v>39870</c:v>
                </c:pt>
                <c:pt idx="1752">
                  <c:v>39871</c:v>
                </c:pt>
                <c:pt idx="1753">
                  <c:v>39874</c:v>
                </c:pt>
                <c:pt idx="1754">
                  <c:v>39875</c:v>
                </c:pt>
                <c:pt idx="1755">
                  <c:v>39876</c:v>
                </c:pt>
                <c:pt idx="1756">
                  <c:v>39877</c:v>
                </c:pt>
                <c:pt idx="1757">
                  <c:v>39878</c:v>
                </c:pt>
                <c:pt idx="1758">
                  <c:v>39881</c:v>
                </c:pt>
                <c:pt idx="1759">
                  <c:v>39882</c:v>
                </c:pt>
                <c:pt idx="1760">
                  <c:v>39883</c:v>
                </c:pt>
                <c:pt idx="1761">
                  <c:v>39884</c:v>
                </c:pt>
                <c:pt idx="1762">
                  <c:v>39885</c:v>
                </c:pt>
                <c:pt idx="1763">
                  <c:v>39888</c:v>
                </c:pt>
                <c:pt idx="1764">
                  <c:v>39889</c:v>
                </c:pt>
                <c:pt idx="1765">
                  <c:v>39890</c:v>
                </c:pt>
                <c:pt idx="1766">
                  <c:v>39891</c:v>
                </c:pt>
                <c:pt idx="1767">
                  <c:v>39892</c:v>
                </c:pt>
                <c:pt idx="1768">
                  <c:v>39895</c:v>
                </c:pt>
                <c:pt idx="1769">
                  <c:v>39896</c:v>
                </c:pt>
                <c:pt idx="1770">
                  <c:v>39897</c:v>
                </c:pt>
                <c:pt idx="1771">
                  <c:v>39898</c:v>
                </c:pt>
                <c:pt idx="1772">
                  <c:v>39899</c:v>
                </c:pt>
                <c:pt idx="1773">
                  <c:v>39902</c:v>
                </c:pt>
                <c:pt idx="1774">
                  <c:v>39903</c:v>
                </c:pt>
                <c:pt idx="1775">
                  <c:v>39904</c:v>
                </c:pt>
                <c:pt idx="1776">
                  <c:v>39905</c:v>
                </c:pt>
                <c:pt idx="1777">
                  <c:v>39906</c:v>
                </c:pt>
                <c:pt idx="1778">
                  <c:v>39909</c:v>
                </c:pt>
                <c:pt idx="1779">
                  <c:v>39910</c:v>
                </c:pt>
                <c:pt idx="1780">
                  <c:v>39911</c:v>
                </c:pt>
                <c:pt idx="1781">
                  <c:v>39912</c:v>
                </c:pt>
                <c:pt idx="1782">
                  <c:v>39916</c:v>
                </c:pt>
                <c:pt idx="1783">
                  <c:v>39917</c:v>
                </c:pt>
                <c:pt idx="1784">
                  <c:v>39918</c:v>
                </c:pt>
                <c:pt idx="1785">
                  <c:v>39919</c:v>
                </c:pt>
                <c:pt idx="1786">
                  <c:v>39920</c:v>
                </c:pt>
                <c:pt idx="1787">
                  <c:v>39923</c:v>
                </c:pt>
                <c:pt idx="1788">
                  <c:v>39925</c:v>
                </c:pt>
                <c:pt idx="1789">
                  <c:v>39926</c:v>
                </c:pt>
                <c:pt idx="1790">
                  <c:v>39927</c:v>
                </c:pt>
                <c:pt idx="1791">
                  <c:v>39930</c:v>
                </c:pt>
                <c:pt idx="1792">
                  <c:v>39931</c:v>
                </c:pt>
                <c:pt idx="1793">
                  <c:v>39932</c:v>
                </c:pt>
                <c:pt idx="1794">
                  <c:v>39933</c:v>
                </c:pt>
                <c:pt idx="1795">
                  <c:v>39937</c:v>
                </c:pt>
                <c:pt idx="1796">
                  <c:v>39938</c:v>
                </c:pt>
                <c:pt idx="1797">
                  <c:v>39939</c:v>
                </c:pt>
                <c:pt idx="1798">
                  <c:v>39940</c:v>
                </c:pt>
                <c:pt idx="1799">
                  <c:v>39941</c:v>
                </c:pt>
                <c:pt idx="1800">
                  <c:v>39944</c:v>
                </c:pt>
                <c:pt idx="1801">
                  <c:v>39945</c:v>
                </c:pt>
                <c:pt idx="1802">
                  <c:v>39946</c:v>
                </c:pt>
                <c:pt idx="1803">
                  <c:v>39947</c:v>
                </c:pt>
                <c:pt idx="1804">
                  <c:v>39948</c:v>
                </c:pt>
                <c:pt idx="1805">
                  <c:v>39951</c:v>
                </c:pt>
                <c:pt idx="1806">
                  <c:v>39952</c:v>
                </c:pt>
                <c:pt idx="1807">
                  <c:v>39953</c:v>
                </c:pt>
                <c:pt idx="1808">
                  <c:v>39954</c:v>
                </c:pt>
                <c:pt idx="1809">
                  <c:v>39955</c:v>
                </c:pt>
                <c:pt idx="1810">
                  <c:v>39958</c:v>
                </c:pt>
                <c:pt idx="1811">
                  <c:v>39959</c:v>
                </c:pt>
                <c:pt idx="1812">
                  <c:v>39960</c:v>
                </c:pt>
                <c:pt idx="1813">
                  <c:v>39961</c:v>
                </c:pt>
                <c:pt idx="1814">
                  <c:v>39962</c:v>
                </c:pt>
                <c:pt idx="1815">
                  <c:v>39965</c:v>
                </c:pt>
                <c:pt idx="1816">
                  <c:v>39966</c:v>
                </c:pt>
                <c:pt idx="1817">
                  <c:v>39967</c:v>
                </c:pt>
                <c:pt idx="1818">
                  <c:v>39968</c:v>
                </c:pt>
                <c:pt idx="1819">
                  <c:v>39969</c:v>
                </c:pt>
                <c:pt idx="1820">
                  <c:v>39972</c:v>
                </c:pt>
                <c:pt idx="1821">
                  <c:v>39973</c:v>
                </c:pt>
                <c:pt idx="1822">
                  <c:v>39974</c:v>
                </c:pt>
                <c:pt idx="1823">
                  <c:v>39976</c:v>
                </c:pt>
                <c:pt idx="1824">
                  <c:v>39979</c:v>
                </c:pt>
                <c:pt idx="1825">
                  <c:v>39980</c:v>
                </c:pt>
                <c:pt idx="1826">
                  <c:v>39981</c:v>
                </c:pt>
                <c:pt idx="1827">
                  <c:v>39982</c:v>
                </c:pt>
                <c:pt idx="1828">
                  <c:v>39983</c:v>
                </c:pt>
                <c:pt idx="1829">
                  <c:v>39986</c:v>
                </c:pt>
                <c:pt idx="1830">
                  <c:v>39987</c:v>
                </c:pt>
                <c:pt idx="1831">
                  <c:v>39988</c:v>
                </c:pt>
                <c:pt idx="1832">
                  <c:v>39989</c:v>
                </c:pt>
                <c:pt idx="1833">
                  <c:v>39990</c:v>
                </c:pt>
                <c:pt idx="1834">
                  <c:v>39993</c:v>
                </c:pt>
                <c:pt idx="1835">
                  <c:v>39994</c:v>
                </c:pt>
                <c:pt idx="1836">
                  <c:v>39995</c:v>
                </c:pt>
                <c:pt idx="1837">
                  <c:v>39996</c:v>
                </c:pt>
                <c:pt idx="1838">
                  <c:v>39997</c:v>
                </c:pt>
                <c:pt idx="1839">
                  <c:v>40000</c:v>
                </c:pt>
                <c:pt idx="1840">
                  <c:v>40001</c:v>
                </c:pt>
                <c:pt idx="1841">
                  <c:v>40002</c:v>
                </c:pt>
                <c:pt idx="1842">
                  <c:v>40004</c:v>
                </c:pt>
                <c:pt idx="1843">
                  <c:v>40007</c:v>
                </c:pt>
                <c:pt idx="1844">
                  <c:v>40008</c:v>
                </c:pt>
                <c:pt idx="1845">
                  <c:v>40009</c:v>
                </c:pt>
                <c:pt idx="1846">
                  <c:v>40010</c:v>
                </c:pt>
                <c:pt idx="1847">
                  <c:v>40011</c:v>
                </c:pt>
                <c:pt idx="1848">
                  <c:v>40014</c:v>
                </c:pt>
                <c:pt idx="1849">
                  <c:v>40015</c:v>
                </c:pt>
                <c:pt idx="1850">
                  <c:v>40016</c:v>
                </c:pt>
                <c:pt idx="1851">
                  <c:v>40017</c:v>
                </c:pt>
                <c:pt idx="1852">
                  <c:v>40018</c:v>
                </c:pt>
                <c:pt idx="1853">
                  <c:v>40021</c:v>
                </c:pt>
                <c:pt idx="1854">
                  <c:v>40022</c:v>
                </c:pt>
                <c:pt idx="1855">
                  <c:v>40023</c:v>
                </c:pt>
                <c:pt idx="1856">
                  <c:v>40024</c:v>
                </c:pt>
                <c:pt idx="1857">
                  <c:v>40025</c:v>
                </c:pt>
                <c:pt idx="1858">
                  <c:v>40028</c:v>
                </c:pt>
                <c:pt idx="1859">
                  <c:v>40029</c:v>
                </c:pt>
                <c:pt idx="1860">
                  <c:v>40030</c:v>
                </c:pt>
                <c:pt idx="1861">
                  <c:v>40031</c:v>
                </c:pt>
                <c:pt idx="1862">
                  <c:v>40032</c:v>
                </c:pt>
                <c:pt idx="1863">
                  <c:v>40035</c:v>
                </c:pt>
                <c:pt idx="1864">
                  <c:v>40036</c:v>
                </c:pt>
                <c:pt idx="1865">
                  <c:v>40037</c:v>
                </c:pt>
                <c:pt idx="1866">
                  <c:v>40038</c:v>
                </c:pt>
                <c:pt idx="1867">
                  <c:v>40039</c:v>
                </c:pt>
                <c:pt idx="1868">
                  <c:v>40042</c:v>
                </c:pt>
                <c:pt idx="1869">
                  <c:v>40043</c:v>
                </c:pt>
                <c:pt idx="1870">
                  <c:v>40044</c:v>
                </c:pt>
                <c:pt idx="1871">
                  <c:v>40045</c:v>
                </c:pt>
                <c:pt idx="1872">
                  <c:v>40046</c:v>
                </c:pt>
                <c:pt idx="1873">
                  <c:v>40049</c:v>
                </c:pt>
                <c:pt idx="1874">
                  <c:v>40050</c:v>
                </c:pt>
                <c:pt idx="1875">
                  <c:v>40051</c:v>
                </c:pt>
                <c:pt idx="1876">
                  <c:v>40052</c:v>
                </c:pt>
                <c:pt idx="1877">
                  <c:v>40053</c:v>
                </c:pt>
                <c:pt idx="1878">
                  <c:v>40056</c:v>
                </c:pt>
                <c:pt idx="1879">
                  <c:v>40057</c:v>
                </c:pt>
                <c:pt idx="1880">
                  <c:v>40058</c:v>
                </c:pt>
                <c:pt idx="1881">
                  <c:v>40059</c:v>
                </c:pt>
                <c:pt idx="1882">
                  <c:v>40060</c:v>
                </c:pt>
                <c:pt idx="1883">
                  <c:v>40064</c:v>
                </c:pt>
                <c:pt idx="1884">
                  <c:v>40065</c:v>
                </c:pt>
                <c:pt idx="1885">
                  <c:v>40066</c:v>
                </c:pt>
                <c:pt idx="1886">
                  <c:v>40067</c:v>
                </c:pt>
                <c:pt idx="1887">
                  <c:v>40070</c:v>
                </c:pt>
                <c:pt idx="1888">
                  <c:v>40071</c:v>
                </c:pt>
                <c:pt idx="1889">
                  <c:v>40072</c:v>
                </c:pt>
                <c:pt idx="1890">
                  <c:v>40073</c:v>
                </c:pt>
                <c:pt idx="1891">
                  <c:v>40074</c:v>
                </c:pt>
                <c:pt idx="1892">
                  <c:v>40077</c:v>
                </c:pt>
                <c:pt idx="1893">
                  <c:v>40078</c:v>
                </c:pt>
                <c:pt idx="1894">
                  <c:v>40079</c:v>
                </c:pt>
                <c:pt idx="1895">
                  <c:v>40080</c:v>
                </c:pt>
                <c:pt idx="1896">
                  <c:v>40081</c:v>
                </c:pt>
                <c:pt idx="1897">
                  <c:v>40084</c:v>
                </c:pt>
                <c:pt idx="1898">
                  <c:v>40085</c:v>
                </c:pt>
                <c:pt idx="1899">
                  <c:v>40086</c:v>
                </c:pt>
                <c:pt idx="1900">
                  <c:v>40087</c:v>
                </c:pt>
                <c:pt idx="1901">
                  <c:v>40088</c:v>
                </c:pt>
                <c:pt idx="1902">
                  <c:v>40091</c:v>
                </c:pt>
                <c:pt idx="1903">
                  <c:v>40092</c:v>
                </c:pt>
                <c:pt idx="1904">
                  <c:v>40093</c:v>
                </c:pt>
                <c:pt idx="1905">
                  <c:v>40094</c:v>
                </c:pt>
                <c:pt idx="1906">
                  <c:v>40095</c:v>
                </c:pt>
                <c:pt idx="1907">
                  <c:v>40099</c:v>
                </c:pt>
                <c:pt idx="1908">
                  <c:v>40100</c:v>
                </c:pt>
                <c:pt idx="1909">
                  <c:v>40101</c:v>
                </c:pt>
                <c:pt idx="1910">
                  <c:v>40102</c:v>
                </c:pt>
                <c:pt idx="1911">
                  <c:v>40105</c:v>
                </c:pt>
                <c:pt idx="1912">
                  <c:v>40106</c:v>
                </c:pt>
                <c:pt idx="1913">
                  <c:v>40107</c:v>
                </c:pt>
                <c:pt idx="1914">
                  <c:v>40108</c:v>
                </c:pt>
                <c:pt idx="1915">
                  <c:v>40109</c:v>
                </c:pt>
                <c:pt idx="1916">
                  <c:v>40112</c:v>
                </c:pt>
                <c:pt idx="1917">
                  <c:v>40113</c:v>
                </c:pt>
                <c:pt idx="1918">
                  <c:v>40114</c:v>
                </c:pt>
                <c:pt idx="1919">
                  <c:v>40115</c:v>
                </c:pt>
                <c:pt idx="1920">
                  <c:v>40116</c:v>
                </c:pt>
                <c:pt idx="1921">
                  <c:v>40120</c:v>
                </c:pt>
                <c:pt idx="1922">
                  <c:v>40121</c:v>
                </c:pt>
                <c:pt idx="1923">
                  <c:v>40122</c:v>
                </c:pt>
                <c:pt idx="1924">
                  <c:v>40123</c:v>
                </c:pt>
                <c:pt idx="1925">
                  <c:v>40126</c:v>
                </c:pt>
                <c:pt idx="1926">
                  <c:v>40127</c:v>
                </c:pt>
                <c:pt idx="1927">
                  <c:v>40128</c:v>
                </c:pt>
                <c:pt idx="1928">
                  <c:v>40129</c:v>
                </c:pt>
                <c:pt idx="1929">
                  <c:v>40130</c:v>
                </c:pt>
                <c:pt idx="1930">
                  <c:v>40133</c:v>
                </c:pt>
                <c:pt idx="1931">
                  <c:v>40134</c:v>
                </c:pt>
                <c:pt idx="1932">
                  <c:v>40135</c:v>
                </c:pt>
                <c:pt idx="1933">
                  <c:v>40136</c:v>
                </c:pt>
                <c:pt idx="1934">
                  <c:v>40140</c:v>
                </c:pt>
                <c:pt idx="1935">
                  <c:v>40141</c:v>
                </c:pt>
                <c:pt idx="1936">
                  <c:v>40142</c:v>
                </c:pt>
                <c:pt idx="1937">
                  <c:v>40143</c:v>
                </c:pt>
                <c:pt idx="1938">
                  <c:v>40144</c:v>
                </c:pt>
                <c:pt idx="1939">
                  <c:v>40147</c:v>
                </c:pt>
                <c:pt idx="1940">
                  <c:v>40148</c:v>
                </c:pt>
                <c:pt idx="1941">
                  <c:v>40149</c:v>
                </c:pt>
                <c:pt idx="1942">
                  <c:v>40150</c:v>
                </c:pt>
                <c:pt idx="1943">
                  <c:v>40151</c:v>
                </c:pt>
                <c:pt idx="1944">
                  <c:v>40154</c:v>
                </c:pt>
                <c:pt idx="1945">
                  <c:v>40155</c:v>
                </c:pt>
                <c:pt idx="1946">
                  <c:v>40156</c:v>
                </c:pt>
                <c:pt idx="1947">
                  <c:v>40157</c:v>
                </c:pt>
                <c:pt idx="1948">
                  <c:v>40158</c:v>
                </c:pt>
                <c:pt idx="1949">
                  <c:v>40161</c:v>
                </c:pt>
                <c:pt idx="1950">
                  <c:v>40162</c:v>
                </c:pt>
                <c:pt idx="1951">
                  <c:v>40163</c:v>
                </c:pt>
                <c:pt idx="1952">
                  <c:v>40164</c:v>
                </c:pt>
                <c:pt idx="1953">
                  <c:v>40165</c:v>
                </c:pt>
                <c:pt idx="1954">
                  <c:v>40168</c:v>
                </c:pt>
                <c:pt idx="1955">
                  <c:v>40169</c:v>
                </c:pt>
                <c:pt idx="1956">
                  <c:v>40170</c:v>
                </c:pt>
                <c:pt idx="1957">
                  <c:v>40175</c:v>
                </c:pt>
                <c:pt idx="1958">
                  <c:v>40176</c:v>
                </c:pt>
                <c:pt idx="1959">
                  <c:v>40177</c:v>
                </c:pt>
                <c:pt idx="1960">
                  <c:v>40182</c:v>
                </c:pt>
                <c:pt idx="1961">
                  <c:v>40183</c:v>
                </c:pt>
                <c:pt idx="1962">
                  <c:v>40184</c:v>
                </c:pt>
                <c:pt idx="1963">
                  <c:v>40185</c:v>
                </c:pt>
                <c:pt idx="1964">
                  <c:v>40186</c:v>
                </c:pt>
                <c:pt idx="1965">
                  <c:v>40189</c:v>
                </c:pt>
                <c:pt idx="1966">
                  <c:v>40190</c:v>
                </c:pt>
                <c:pt idx="1967">
                  <c:v>40191</c:v>
                </c:pt>
                <c:pt idx="1968">
                  <c:v>40192</c:v>
                </c:pt>
                <c:pt idx="1969">
                  <c:v>40193</c:v>
                </c:pt>
                <c:pt idx="1970">
                  <c:v>40196</c:v>
                </c:pt>
                <c:pt idx="1971">
                  <c:v>40197</c:v>
                </c:pt>
                <c:pt idx="1972">
                  <c:v>40198</c:v>
                </c:pt>
                <c:pt idx="1973">
                  <c:v>40199</c:v>
                </c:pt>
                <c:pt idx="1974">
                  <c:v>40200</c:v>
                </c:pt>
                <c:pt idx="1975">
                  <c:v>40204</c:v>
                </c:pt>
                <c:pt idx="1976">
                  <c:v>40205</c:v>
                </c:pt>
                <c:pt idx="1977">
                  <c:v>40206</c:v>
                </c:pt>
                <c:pt idx="1978">
                  <c:v>40207</c:v>
                </c:pt>
                <c:pt idx="1979">
                  <c:v>40210</c:v>
                </c:pt>
                <c:pt idx="1980">
                  <c:v>40211</c:v>
                </c:pt>
                <c:pt idx="1981">
                  <c:v>40212</c:v>
                </c:pt>
                <c:pt idx="1982">
                  <c:v>40213</c:v>
                </c:pt>
                <c:pt idx="1983">
                  <c:v>40214</c:v>
                </c:pt>
                <c:pt idx="1984">
                  <c:v>40217</c:v>
                </c:pt>
                <c:pt idx="1985">
                  <c:v>40218</c:v>
                </c:pt>
                <c:pt idx="1986">
                  <c:v>40219</c:v>
                </c:pt>
                <c:pt idx="1987">
                  <c:v>40220</c:v>
                </c:pt>
                <c:pt idx="1988">
                  <c:v>40221</c:v>
                </c:pt>
                <c:pt idx="1989">
                  <c:v>40226</c:v>
                </c:pt>
                <c:pt idx="1990">
                  <c:v>40227</c:v>
                </c:pt>
                <c:pt idx="1991">
                  <c:v>40228</c:v>
                </c:pt>
                <c:pt idx="1992">
                  <c:v>40231</c:v>
                </c:pt>
                <c:pt idx="1993">
                  <c:v>40232</c:v>
                </c:pt>
                <c:pt idx="1994">
                  <c:v>40233</c:v>
                </c:pt>
                <c:pt idx="1995">
                  <c:v>40234</c:v>
                </c:pt>
                <c:pt idx="1996">
                  <c:v>40235</c:v>
                </c:pt>
                <c:pt idx="1997">
                  <c:v>40238</c:v>
                </c:pt>
                <c:pt idx="1998">
                  <c:v>40239</c:v>
                </c:pt>
                <c:pt idx="1999">
                  <c:v>40240</c:v>
                </c:pt>
                <c:pt idx="2000">
                  <c:v>40241</c:v>
                </c:pt>
                <c:pt idx="2001">
                  <c:v>40242</c:v>
                </c:pt>
                <c:pt idx="2002">
                  <c:v>40245</c:v>
                </c:pt>
                <c:pt idx="2003">
                  <c:v>40246</c:v>
                </c:pt>
                <c:pt idx="2004">
                  <c:v>40247</c:v>
                </c:pt>
                <c:pt idx="2005">
                  <c:v>40248</c:v>
                </c:pt>
                <c:pt idx="2006">
                  <c:v>40249</c:v>
                </c:pt>
                <c:pt idx="2007">
                  <c:v>40252</c:v>
                </c:pt>
                <c:pt idx="2008">
                  <c:v>40253</c:v>
                </c:pt>
                <c:pt idx="2009">
                  <c:v>40254</c:v>
                </c:pt>
                <c:pt idx="2010">
                  <c:v>40255</c:v>
                </c:pt>
                <c:pt idx="2011">
                  <c:v>40256</c:v>
                </c:pt>
                <c:pt idx="2012">
                  <c:v>40259</c:v>
                </c:pt>
                <c:pt idx="2013">
                  <c:v>40260</c:v>
                </c:pt>
                <c:pt idx="2014">
                  <c:v>40261</c:v>
                </c:pt>
                <c:pt idx="2015">
                  <c:v>40262</c:v>
                </c:pt>
                <c:pt idx="2016">
                  <c:v>40263</c:v>
                </c:pt>
                <c:pt idx="2017">
                  <c:v>40266</c:v>
                </c:pt>
                <c:pt idx="2018">
                  <c:v>40267</c:v>
                </c:pt>
                <c:pt idx="2019">
                  <c:v>40268</c:v>
                </c:pt>
                <c:pt idx="2020">
                  <c:v>40269</c:v>
                </c:pt>
                <c:pt idx="2021">
                  <c:v>40273</c:v>
                </c:pt>
                <c:pt idx="2022">
                  <c:v>40274</c:v>
                </c:pt>
                <c:pt idx="2023">
                  <c:v>40275</c:v>
                </c:pt>
                <c:pt idx="2024">
                  <c:v>40276</c:v>
                </c:pt>
                <c:pt idx="2025">
                  <c:v>40277</c:v>
                </c:pt>
                <c:pt idx="2026">
                  <c:v>40280</c:v>
                </c:pt>
                <c:pt idx="2027">
                  <c:v>40281</c:v>
                </c:pt>
                <c:pt idx="2028">
                  <c:v>40282</c:v>
                </c:pt>
                <c:pt idx="2029">
                  <c:v>40283</c:v>
                </c:pt>
                <c:pt idx="2030">
                  <c:v>40284</c:v>
                </c:pt>
                <c:pt idx="2031">
                  <c:v>40287</c:v>
                </c:pt>
                <c:pt idx="2032">
                  <c:v>40288</c:v>
                </c:pt>
                <c:pt idx="2033">
                  <c:v>40290</c:v>
                </c:pt>
                <c:pt idx="2034">
                  <c:v>40291</c:v>
                </c:pt>
                <c:pt idx="2035">
                  <c:v>40294</c:v>
                </c:pt>
                <c:pt idx="2036">
                  <c:v>40295</c:v>
                </c:pt>
                <c:pt idx="2037">
                  <c:v>40296</c:v>
                </c:pt>
                <c:pt idx="2038">
                  <c:v>40297</c:v>
                </c:pt>
                <c:pt idx="2039">
                  <c:v>40298</c:v>
                </c:pt>
                <c:pt idx="2040">
                  <c:v>40301</c:v>
                </c:pt>
                <c:pt idx="2041">
                  <c:v>40302</c:v>
                </c:pt>
                <c:pt idx="2042">
                  <c:v>40303</c:v>
                </c:pt>
                <c:pt idx="2043">
                  <c:v>40304</c:v>
                </c:pt>
                <c:pt idx="2044">
                  <c:v>40305</c:v>
                </c:pt>
                <c:pt idx="2045">
                  <c:v>40308</c:v>
                </c:pt>
                <c:pt idx="2046">
                  <c:v>40309</c:v>
                </c:pt>
                <c:pt idx="2047">
                  <c:v>40310</c:v>
                </c:pt>
                <c:pt idx="2048">
                  <c:v>40311</c:v>
                </c:pt>
                <c:pt idx="2049">
                  <c:v>40312</c:v>
                </c:pt>
                <c:pt idx="2050">
                  <c:v>40315</c:v>
                </c:pt>
                <c:pt idx="2051">
                  <c:v>40316</c:v>
                </c:pt>
                <c:pt idx="2052">
                  <c:v>40317</c:v>
                </c:pt>
                <c:pt idx="2053">
                  <c:v>40318</c:v>
                </c:pt>
                <c:pt idx="2054">
                  <c:v>40319</c:v>
                </c:pt>
                <c:pt idx="2055">
                  <c:v>40322</c:v>
                </c:pt>
                <c:pt idx="2056">
                  <c:v>40323</c:v>
                </c:pt>
                <c:pt idx="2057">
                  <c:v>40324</c:v>
                </c:pt>
                <c:pt idx="2058">
                  <c:v>40325</c:v>
                </c:pt>
                <c:pt idx="2059">
                  <c:v>40326</c:v>
                </c:pt>
                <c:pt idx="2060">
                  <c:v>40329</c:v>
                </c:pt>
                <c:pt idx="2061">
                  <c:v>40330</c:v>
                </c:pt>
                <c:pt idx="2062">
                  <c:v>40331</c:v>
                </c:pt>
                <c:pt idx="2063">
                  <c:v>40333</c:v>
                </c:pt>
                <c:pt idx="2064">
                  <c:v>40336</c:v>
                </c:pt>
                <c:pt idx="2065">
                  <c:v>40337</c:v>
                </c:pt>
                <c:pt idx="2066">
                  <c:v>40338</c:v>
                </c:pt>
                <c:pt idx="2067">
                  <c:v>40339</c:v>
                </c:pt>
                <c:pt idx="2068">
                  <c:v>40340</c:v>
                </c:pt>
                <c:pt idx="2069">
                  <c:v>40343</c:v>
                </c:pt>
                <c:pt idx="2070">
                  <c:v>40344</c:v>
                </c:pt>
                <c:pt idx="2071">
                  <c:v>40345</c:v>
                </c:pt>
                <c:pt idx="2072">
                  <c:v>40346</c:v>
                </c:pt>
                <c:pt idx="2073">
                  <c:v>40347</c:v>
                </c:pt>
                <c:pt idx="2074">
                  <c:v>40350</c:v>
                </c:pt>
                <c:pt idx="2075">
                  <c:v>40351</c:v>
                </c:pt>
                <c:pt idx="2076">
                  <c:v>40352</c:v>
                </c:pt>
                <c:pt idx="2077">
                  <c:v>40353</c:v>
                </c:pt>
                <c:pt idx="2078">
                  <c:v>40354</c:v>
                </c:pt>
                <c:pt idx="2079">
                  <c:v>40357</c:v>
                </c:pt>
                <c:pt idx="2080">
                  <c:v>40358</c:v>
                </c:pt>
                <c:pt idx="2081">
                  <c:v>40359</c:v>
                </c:pt>
                <c:pt idx="2082">
                  <c:v>40360</c:v>
                </c:pt>
                <c:pt idx="2083">
                  <c:v>40361</c:v>
                </c:pt>
                <c:pt idx="2084">
                  <c:v>40364</c:v>
                </c:pt>
                <c:pt idx="2085">
                  <c:v>40365</c:v>
                </c:pt>
                <c:pt idx="2086">
                  <c:v>40366</c:v>
                </c:pt>
                <c:pt idx="2087">
                  <c:v>40367</c:v>
                </c:pt>
                <c:pt idx="2088">
                  <c:v>40371</c:v>
                </c:pt>
                <c:pt idx="2089">
                  <c:v>40372</c:v>
                </c:pt>
                <c:pt idx="2090">
                  <c:v>40373</c:v>
                </c:pt>
                <c:pt idx="2091">
                  <c:v>40374</c:v>
                </c:pt>
                <c:pt idx="2092">
                  <c:v>40375</c:v>
                </c:pt>
                <c:pt idx="2093">
                  <c:v>40378</c:v>
                </c:pt>
                <c:pt idx="2094">
                  <c:v>40379</c:v>
                </c:pt>
                <c:pt idx="2095">
                  <c:v>40380</c:v>
                </c:pt>
                <c:pt idx="2096">
                  <c:v>40381</c:v>
                </c:pt>
                <c:pt idx="2097">
                  <c:v>40382</c:v>
                </c:pt>
                <c:pt idx="2098">
                  <c:v>40385</c:v>
                </c:pt>
                <c:pt idx="2099">
                  <c:v>40386</c:v>
                </c:pt>
                <c:pt idx="2100">
                  <c:v>40387</c:v>
                </c:pt>
                <c:pt idx="2101">
                  <c:v>40388</c:v>
                </c:pt>
                <c:pt idx="2102">
                  <c:v>40389</c:v>
                </c:pt>
                <c:pt idx="2103">
                  <c:v>40392</c:v>
                </c:pt>
                <c:pt idx="2104">
                  <c:v>40393</c:v>
                </c:pt>
                <c:pt idx="2105">
                  <c:v>40394</c:v>
                </c:pt>
                <c:pt idx="2106">
                  <c:v>40395</c:v>
                </c:pt>
                <c:pt idx="2107">
                  <c:v>40396</c:v>
                </c:pt>
                <c:pt idx="2108">
                  <c:v>40399</c:v>
                </c:pt>
                <c:pt idx="2109">
                  <c:v>40400</c:v>
                </c:pt>
                <c:pt idx="2110">
                  <c:v>40401</c:v>
                </c:pt>
                <c:pt idx="2111">
                  <c:v>40402</c:v>
                </c:pt>
                <c:pt idx="2112">
                  <c:v>40403</c:v>
                </c:pt>
                <c:pt idx="2113">
                  <c:v>40406</c:v>
                </c:pt>
                <c:pt idx="2114">
                  <c:v>40407</c:v>
                </c:pt>
                <c:pt idx="2115">
                  <c:v>40408</c:v>
                </c:pt>
                <c:pt idx="2116">
                  <c:v>40409</c:v>
                </c:pt>
                <c:pt idx="2117">
                  <c:v>40410</c:v>
                </c:pt>
                <c:pt idx="2118">
                  <c:v>40413</c:v>
                </c:pt>
                <c:pt idx="2119">
                  <c:v>40414</c:v>
                </c:pt>
                <c:pt idx="2120">
                  <c:v>40415</c:v>
                </c:pt>
                <c:pt idx="2121">
                  <c:v>40416</c:v>
                </c:pt>
                <c:pt idx="2122">
                  <c:v>40417</c:v>
                </c:pt>
                <c:pt idx="2123">
                  <c:v>40420</c:v>
                </c:pt>
                <c:pt idx="2124">
                  <c:v>40421</c:v>
                </c:pt>
                <c:pt idx="2125">
                  <c:v>40422</c:v>
                </c:pt>
                <c:pt idx="2126">
                  <c:v>40423</c:v>
                </c:pt>
                <c:pt idx="2127">
                  <c:v>40424</c:v>
                </c:pt>
                <c:pt idx="2128">
                  <c:v>40427</c:v>
                </c:pt>
                <c:pt idx="2129">
                  <c:v>40429</c:v>
                </c:pt>
                <c:pt idx="2130">
                  <c:v>40430</c:v>
                </c:pt>
                <c:pt idx="2131">
                  <c:v>40431</c:v>
                </c:pt>
                <c:pt idx="2132">
                  <c:v>40434</c:v>
                </c:pt>
                <c:pt idx="2133">
                  <c:v>40435</c:v>
                </c:pt>
                <c:pt idx="2134">
                  <c:v>40436</c:v>
                </c:pt>
                <c:pt idx="2135">
                  <c:v>40437</c:v>
                </c:pt>
                <c:pt idx="2136">
                  <c:v>40438</c:v>
                </c:pt>
                <c:pt idx="2137">
                  <c:v>40441</c:v>
                </c:pt>
                <c:pt idx="2138">
                  <c:v>40442</c:v>
                </c:pt>
                <c:pt idx="2139">
                  <c:v>40443</c:v>
                </c:pt>
                <c:pt idx="2140">
                  <c:v>40444</c:v>
                </c:pt>
                <c:pt idx="2141">
                  <c:v>40445</c:v>
                </c:pt>
                <c:pt idx="2142">
                  <c:v>40448</c:v>
                </c:pt>
                <c:pt idx="2143">
                  <c:v>40449</c:v>
                </c:pt>
                <c:pt idx="2144">
                  <c:v>40450</c:v>
                </c:pt>
                <c:pt idx="2145">
                  <c:v>40451</c:v>
                </c:pt>
                <c:pt idx="2146">
                  <c:v>40452</c:v>
                </c:pt>
                <c:pt idx="2147">
                  <c:v>40455</c:v>
                </c:pt>
                <c:pt idx="2148">
                  <c:v>40456</c:v>
                </c:pt>
                <c:pt idx="2149">
                  <c:v>40457</c:v>
                </c:pt>
                <c:pt idx="2150">
                  <c:v>40458</c:v>
                </c:pt>
                <c:pt idx="2151">
                  <c:v>40459</c:v>
                </c:pt>
                <c:pt idx="2152">
                  <c:v>40462</c:v>
                </c:pt>
                <c:pt idx="2153">
                  <c:v>40464</c:v>
                </c:pt>
                <c:pt idx="2154">
                  <c:v>40465</c:v>
                </c:pt>
                <c:pt idx="2155">
                  <c:v>40466</c:v>
                </c:pt>
                <c:pt idx="2156">
                  <c:v>40469</c:v>
                </c:pt>
                <c:pt idx="2157">
                  <c:v>40470</c:v>
                </c:pt>
                <c:pt idx="2158">
                  <c:v>40471</c:v>
                </c:pt>
                <c:pt idx="2159">
                  <c:v>40472</c:v>
                </c:pt>
                <c:pt idx="2160">
                  <c:v>40473</c:v>
                </c:pt>
                <c:pt idx="2161">
                  <c:v>40476</c:v>
                </c:pt>
                <c:pt idx="2162">
                  <c:v>40477</c:v>
                </c:pt>
                <c:pt idx="2163">
                  <c:v>40478</c:v>
                </c:pt>
                <c:pt idx="2164">
                  <c:v>40479</c:v>
                </c:pt>
                <c:pt idx="2165">
                  <c:v>40480</c:v>
                </c:pt>
                <c:pt idx="2166">
                  <c:v>40483</c:v>
                </c:pt>
                <c:pt idx="2167">
                  <c:v>40485</c:v>
                </c:pt>
                <c:pt idx="2168">
                  <c:v>40486</c:v>
                </c:pt>
                <c:pt idx="2169">
                  <c:v>40487</c:v>
                </c:pt>
                <c:pt idx="2170">
                  <c:v>40490</c:v>
                </c:pt>
                <c:pt idx="2171">
                  <c:v>40491</c:v>
                </c:pt>
                <c:pt idx="2172">
                  <c:v>40492</c:v>
                </c:pt>
                <c:pt idx="2173">
                  <c:v>40493</c:v>
                </c:pt>
                <c:pt idx="2174">
                  <c:v>40494</c:v>
                </c:pt>
                <c:pt idx="2175">
                  <c:v>40498</c:v>
                </c:pt>
                <c:pt idx="2176">
                  <c:v>40499</c:v>
                </c:pt>
                <c:pt idx="2177">
                  <c:v>40500</c:v>
                </c:pt>
                <c:pt idx="2178">
                  <c:v>40501</c:v>
                </c:pt>
                <c:pt idx="2179">
                  <c:v>40504</c:v>
                </c:pt>
                <c:pt idx="2180">
                  <c:v>40505</c:v>
                </c:pt>
                <c:pt idx="2181">
                  <c:v>40506</c:v>
                </c:pt>
                <c:pt idx="2182">
                  <c:v>40507</c:v>
                </c:pt>
                <c:pt idx="2183">
                  <c:v>40508</c:v>
                </c:pt>
                <c:pt idx="2184">
                  <c:v>40511</c:v>
                </c:pt>
                <c:pt idx="2185">
                  <c:v>40512</c:v>
                </c:pt>
                <c:pt idx="2186">
                  <c:v>40513</c:v>
                </c:pt>
                <c:pt idx="2187">
                  <c:v>40514</c:v>
                </c:pt>
                <c:pt idx="2188">
                  <c:v>40515</c:v>
                </c:pt>
                <c:pt idx="2189">
                  <c:v>40518</c:v>
                </c:pt>
                <c:pt idx="2190">
                  <c:v>40519</c:v>
                </c:pt>
                <c:pt idx="2191">
                  <c:v>40520</c:v>
                </c:pt>
                <c:pt idx="2192">
                  <c:v>40521</c:v>
                </c:pt>
                <c:pt idx="2193">
                  <c:v>40522</c:v>
                </c:pt>
                <c:pt idx="2194">
                  <c:v>40525</c:v>
                </c:pt>
                <c:pt idx="2195">
                  <c:v>40526</c:v>
                </c:pt>
                <c:pt idx="2196">
                  <c:v>40527</c:v>
                </c:pt>
                <c:pt idx="2197">
                  <c:v>40528</c:v>
                </c:pt>
                <c:pt idx="2198">
                  <c:v>40529</c:v>
                </c:pt>
                <c:pt idx="2199">
                  <c:v>40532</c:v>
                </c:pt>
                <c:pt idx="2200">
                  <c:v>40533</c:v>
                </c:pt>
                <c:pt idx="2201">
                  <c:v>40534</c:v>
                </c:pt>
                <c:pt idx="2202">
                  <c:v>40535</c:v>
                </c:pt>
                <c:pt idx="2203">
                  <c:v>40539</c:v>
                </c:pt>
                <c:pt idx="2204">
                  <c:v>40540</c:v>
                </c:pt>
                <c:pt idx="2205">
                  <c:v>40541</c:v>
                </c:pt>
                <c:pt idx="2206">
                  <c:v>40542</c:v>
                </c:pt>
                <c:pt idx="2207">
                  <c:v>40546</c:v>
                </c:pt>
                <c:pt idx="2208">
                  <c:v>40547</c:v>
                </c:pt>
                <c:pt idx="2209">
                  <c:v>40548</c:v>
                </c:pt>
                <c:pt idx="2210">
                  <c:v>40549</c:v>
                </c:pt>
                <c:pt idx="2211">
                  <c:v>40550</c:v>
                </c:pt>
                <c:pt idx="2212">
                  <c:v>40553</c:v>
                </c:pt>
                <c:pt idx="2213">
                  <c:v>40554</c:v>
                </c:pt>
                <c:pt idx="2214">
                  <c:v>40555</c:v>
                </c:pt>
                <c:pt idx="2215">
                  <c:v>40556</c:v>
                </c:pt>
                <c:pt idx="2216">
                  <c:v>40557</c:v>
                </c:pt>
                <c:pt idx="2217">
                  <c:v>40560</c:v>
                </c:pt>
                <c:pt idx="2218">
                  <c:v>40561</c:v>
                </c:pt>
                <c:pt idx="2219">
                  <c:v>40562</c:v>
                </c:pt>
                <c:pt idx="2220">
                  <c:v>40563</c:v>
                </c:pt>
                <c:pt idx="2221">
                  <c:v>40564</c:v>
                </c:pt>
                <c:pt idx="2222">
                  <c:v>40567</c:v>
                </c:pt>
                <c:pt idx="2223">
                  <c:v>40569</c:v>
                </c:pt>
                <c:pt idx="2224">
                  <c:v>40570</c:v>
                </c:pt>
                <c:pt idx="2225">
                  <c:v>40571</c:v>
                </c:pt>
                <c:pt idx="2226">
                  <c:v>40574</c:v>
                </c:pt>
                <c:pt idx="2227">
                  <c:v>40575</c:v>
                </c:pt>
                <c:pt idx="2228">
                  <c:v>40576</c:v>
                </c:pt>
                <c:pt idx="2229">
                  <c:v>40577</c:v>
                </c:pt>
                <c:pt idx="2230">
                  <c:v>40578</c:v>
                </c:pt>
                <c:pt idx="2231">
                  <c:v>40581</c:v>
                </c:pt>
                <c:pt idx="2232">
                  <c:v>40582</c:v>
                </c:pt>
                <c:pt idx="2233">
                  <c:v>40583</c:v>
                </c:pt>
                <c:pt idx="2234">
                  <c:v>40584</c:v>
                </c:pt>
                <c:pt idx="2235">
                  <c:v>40585</c:v>
                </c:pt>
                <c:pt idx="2236">
                  <c:v>40588</c:v>
                </c:pt>
                <c:pt idx="2237">
                  <c:v>40589</c:v>
                </c:pt>
                <c:pt idx="2238">
                  <c:v>40590</c:v>
                </c:pt>
                <c:pt idx="2239">
                  <c:v>40591</c:v>
                </c:pt>
                <c:pt idx="2240">
                  <c:v>40592</c:v>
                </c:pt>
                <c:pt idx="2241">
                  <c:v>40595</c:v>
                </c:pt>
                <c:pt idx="2242">
                  <c:v>40596</c:v>
                </c:pt>
                <c:pt idx="2243">
                  <c:v>40597</c:v>
                </c:pt>
                <c:pt idx="2244">
                  <c:v>40598</c:v>
                </c:pt>
                <c:pt idx="2245">
                  <c:v>40599</c:v>
                </c:pt>
                <c:pt idx="2246">
                  <c:v>40602</c:v>
                </c:pt>
                <c:pt idx="2247">
                  <c:v>40603</c:v>
                </c:pt>
                <c:pt idx="2248">
                  <c:v>40604</c:v>
                </c:pt>
                <c:pt idx="2249">
                  <c:v>40605</c:v>
                </c:pt>
                <c:pt idx="2250">
                  <c:v>40606</c:v>
                </c:pt>
                <c:pt idx="2251">
                  <c:v>40611</c:v>
                </c:pt>
                <c:pt idx="2252">
                  <c:v>40612</c:v>
                </c:pt>
                <c:pt idx="2253">
                  <c:v>40613</c:v>
                </c:pt>
                <c:pt idx="2254">
                  <c:v>40616</c:v>
                </c:pt>
                <c:pt idx="2255">
                  <c:v>40617</c:v>
                </c:pt>
                <c:pt idx="2256">
                  <c:v>40618</c:v>
                </c:pt>
                <c:pt idx="2257">
                  <c:v>40619</c:v>
                </c:pt>
                <c:pt idx="2258">
                  <c:v>40620</c:v>
                </c:pt>
                <c:pt idx="2259">
                  <c:v>40623</c:v>
                </c:pt>
                <c:pt idx="2260">
                  <c:v>40624</c:v>
                </c:pt>
                <c:pt idx="2261">
                  <c:v>40625</c:v>
                </c:pt>
                <c:pt idx="2262">
                  <c:v>40626</c:v>
                </c:pt>
                <c:pt idx="2263">
                  <c:v>40627</c:v>
                </c:pt>
                <c:pt idx="2264">
                  <c:v>40630</c:v>
                </c:pt>
                <c:pt idx="2265">
                  <c:v>40631</c:v>
                </c:pt>
                <c:pt idx="2266">
                  <c:v>40632</c:v>
                </c:pt>
                <c:pt idx="2267">
                  <c:v>40633</c:v>
                </c:pt>
                <c:pt idx="2268">
                  <c:v>40634</c:v>
                </c:pt>
                <c:pt idx="2269">
                  <c:v>40637</c:v>
                </c:pt>
                <c:pt idx="2270">
                  <c:v>40638</c:v>
                </c:pt>
                <c:pt idx="2271">
                  <c:v>40639</c:v>
                </c:pt>
                <c:pt idx="2272">
                  <c:v>40640</c:v>
                </c:pt>
                <c:pt idx="2273">
                  <c:v>40641</c:v>
                </c:pt>
                <c:pt idx="2274">
                  <c:v>40644</c:v>
                </c:pt>
                <c:pt idx="2275">
                  <c:v>40645</c:v>
                </c:pt>
                <c:pt idx="2276">
                  <c:v>40646</c:v>
                </c:pt>
                <c:pt idx="2277">
                  <c:v>40647</c:v>
                </c:pt>
                <c:pt idx="2278">
                  <c:v>40648</c:v>
                </c:pt>
                <c:pt idx="2279">
                  <c:v>40651</c:v>
                </c:pt>
                <c:pt idx="2280">
                  <c:v>40652</c:v>
                </c:pt>
                <c:pt idx="2281">
                  <c:v>40653</c:v>
                </c:pt>
                <c:pt idx="2282">
                  <c:v>40658</c:v>
                </c:pt>
                <c:pt idx="2283">
                  <c:v>40659</c:v>
                </c:pt>
                <c:pt idx="2284">
                  <c:v>40660</c:v>
                </c:pt>
                <c:pt idx="2285">
                  <c:v>40661</c:v>
                </c:pt>
                <c:pt idx="2286">
                  <c:v>40662</c:v>
                </c:pt>
                <c:pt idx="2287">
                  <c:v>40665</c:v>
                </c:pt>
                <c:pt idx="2288">
                  <c:v>40666</c:v>
                </c:pt>
                <c:pt idx="2289">
                  <c:v>40667</c:v>
                </c:pt>
                <c:pt idx="2290">
                  <c:v>40668</c:v>
                </c:pt>
                <c:pt idx="2291">
                  <c:v>40669</c:v>
                </c:pt>
                <c:pt idx="2292">
                  <c:v>40672</c:v>
                </c:pt>
                <c:pt idx="2293">
                  <c:v>40673</c:v>
                </c:pt>
                <c:pt idx="2294">
                  <c:v>40674</c:v>
                </c:pt>
                <c:pt idx="2295">
                  <c:v>40675</c:v>
                </c:pt>
                <c:pt idx="2296">
                  <c:v>40676</c:v>
                </c:pt>
                <c:pt idx="2297">
                  <c:v>40679</c:v>
                </c:pt>
                <c:pt idx="2298">
                  <c:v>40680</c:v>
                </c:pt>
                <c:pt idx="2299">
                  <c:v>40681</c:v>
                </c:pt>
                <c:pt idx="2300">
                  <c:v>40682</c:v>
                </c:pt>
                <c:pt idx="2301">
                  <c:v>40683</c:v>
                </c:pt>
                <c:pt idx="2302">
                  <c:v>40686</c:v>
                </c:pt>
                <c:pt idx="2303">
                  <c:v>40687</c:v>
                </c:pt>
                <c:pt idx="2304">
                  <c:v>40688</c:v>
                </c:pt>
                <c:pt idx="2305">
                  <c:v>40689</c:v>
                </c:pt>
                <c:pt idx="2306">
                  <c:v>40690</c:v>
                </c:pt>
                <c:pt idx="2307">
                  <c:v>40693</c:v>
                </c:pt>
                <c:pt idx="2308">
                  <c:v>40694</c:v>
                </c:pt>
                <c:pt idx="2309">
                  <c:v>40695</c:v>
                </c:pt>
                <c:pt idx="2310">
                  <c:v>40696</c:v>
                </c:pt>
                <c:pt idx="2311">
                  <c:v>40697</c:v>
                </c:pt>
                <c:pt idx="2312">
                  <c:v>40700</c:v>
                </c:pt>
                <c:pt idx="2313">
                  <c:v>40701</c:v>
                </c:pt>
                <c:pt idx="2314">
                  <c:v>40702</c:v>
                </c:pt>
                <c:pt idx="2315">
                  <c:v>40703</c:v>
                </c:pt>
                <c:pt idx="2316">
                  <c:v>40704</c:v>
                </c:pt>
                <c:pt idx="2317">
                  <c:v>40707</c:v>
                </c:pt>
                <c:pt idx="2318">
                  <c:v>40708</c:v>
                </c:pt>
                <c:pt idx="2319">
                  <c:v>40709</c:v>
                </c:pt>
                <c:pt idx="2320">
                  <c:v>40710</c:v>
                </c:pt>
                <c:pt idx="2321">
                  <c:v>40711</c:v>
                </c:pt>
                <c:pt idx="2322">
                  <c:v>40714</c:v>
                </c:pt>
                <c:pt idx="2323">
                  <c:v>40715</c:v>
                </c:pt>
                <c:pt idx="2324">
                  <c:v>40716</c:v>
                </c:pt>
                <c:pt idx="2325">
                  <c:v>40718</c:v>
                </c:pt>
                <c:pt idx="2326">
                  <c:v>40721</c:v>
                </c:pt>
                <c:pt idx="2327">
                  <c:v>40722</c:v>
                </c:pt>
                <c:pt idx="2328">
                  <c:v>40723</c:v>
                </c:pt>
                <c:pt idx="2329">
                  <c:v>40724</c:v>
                </c:pt>
                <c:pt idx="2330">
                  <c:v>40725</c:v>
                </c:pt>
                <c:pt idx="2331">
                  <c:v>40728</c:v>
                </c:pt>
                <c:pt idx="2332">
                  <c:v>40729</c:v>
                </c:pt>
                <c:pt idx="2333">
                  <c:v>40730</c:v>
                </c:pt>
                <c:pt idx="2334">
                  <c:v>40731</c:v>
                </c:pt>
                <c:pt idx="2335">
                  <c:v>40732</c:v>
                </c:pt>
                <c:pt idx="2336">
                  <c:v>40735</c:v>
                </c:pt>
                <c:pt idx="2337">
                  <c:v>40736</c:v>
                </c:pt>
                <c:pt idx="2338">
                  <c:v>40737</c:v>
                </c:pt>
                <c:pt idx="2339">
                  <c:v>40738</c:v>
                </c:pt>
                <c:pt idx="2340">
                  <c:v>40739</c:v>
                </c:pt>
                <c:pt idx="2341">
                  <c:v>40742</c:v>
                </c:pt>
                <c:pt idx="2342">
                  <c:v>40743</c:v>
                </c:pt>
                <c:pt idx="2343">
                  <c:v>40744</c:v>
                </c:pt>
                <c:pt idx="2344">
                  <c:v>40745</c:v>
                </c:pt>
                <c:pt idx="2345">
                  <c:v>40746</c:v>
                </c:pt>
                <c:pt idx="2346">
                  <c:v>40749</c:v>
                </c:pt>
                <c:pt idx="2347">
                  <c:v>40750</c:v>
                </c:pt>
                <c:pt idx="2348">
                  <c:v>40751</c:v>
                </c:pt>
                <c:pt idx="2349">
                  <c:v>40752</c:v>
                </c:pt>
                <c:pt idx="2350">
                  <c:v>40753</c:v>
                </c:pt>
                <c:pt idx="2351">
                  <c:v>40756</c:v>
                </c:pt>
                <c:pt idx="2352">
                  <c:v>40757</c:v>
                </c:pt>
                <c:pt idx="2353">
                  <c:v>40758</c:v>
                </c:pt>
                <c:pt idx="2354">
                  <c:v>40759</c:v>
                </c:pt>
                <c:pt idx="2355">
                  <c:v>40760</c:v>
                </c:pt>
                <c:pt idx="2356">
                  <c:v>40763</c:v>
                </c:pt>
                <c:pt idx="2357">
                  <c:v>40764</c:v>
                </c:pt>
                <c:pt idx="2358">
                  <c:v>40765</c:v>
                </c:pt>
                <c:pt idx="2359">
                  <c:v>40766</c:v>
                </c:pt>
                <c:pt idx="2360">
                  <c:v>40767</c:v>
                </c:pt>
                <c:pt idx="2361">
                  <c:v>40770</c:v>
                </c:pt>
                <c:pt idx="2362">
                  <c:v>40771</c:v>
                </c:pt>
                <c:pt idx="2363">
                  <c:v>40772</c:v>
                </c:pt>
                <c:pt idx="2364">
                  <c:v>40773</c:v>
                </c:pt>
                <c:pt idx="2365">
                  <c:v>40774</c:v>
                </c:pt>
                <c:pt idx="2366">
                  <c:v>40777</c:v>
                </c:pt>
                <c:pt idx="2367">
                  <c:v>40778</c:v>
                </c:pt>
                <c:pt idx="2368">
                  <c:v>40779</c:v>
                </c:pt>
                <c:pt idx="2369">
                  <c:v>40780</c:v>
                </c:pt>
                <c:pt idx="2370">
                  <c:v>40781</c:v>
                </c:pt>
                <c:pt idx="2371">
                  <c:v>40784</c:v>
                </c:pt>
                <c:pt idx="2372">
                  <c:v>40785</c:v>
                </c:pt>
                <c:pt idx="2373">
                  <c:v>40786</c:v>
                </c:pt>
                <c:pt idx="2374">
                  <c:v>40787</c:v>
                </c:pt>
                <c:pt idx="2375">
                  <c:v>40788</c:v>
                </c:pt>
                <c:pt idx="2376">
                  <c:v>40791</c:v>
                </c:pt>
                <c:pt idx="2377">
                  <c:v>40792</c:v>
                </c:pt>
                <c:pt idx="2378">
                  <c:v>40794</c:v>
                </c:pt>
                <c:pt idx="2379">
                  <c:v>40795</c:v>
                </c:pt>
                <c:pt idx="2380">
                  <c:v>40798</c:v>
                </c:pt>
                <c:pt idx="2381">
                  <c:v>40799</c:v>
                </c:pt>
                <c:pt idx="2382">
                  <c:v>40800</c:v>
                </c:pt>
                <c:pt idx="2383">
                  <c:v>40801</c:v>
                </c:pt>
                <c:pt idx="2384">
                  <c:v>40802</c:v>
                </c:pt>
                <c:pt idx="2385">
                  <c:v>40805</c:v>
                </c:pt>
                <c:pt idx="2386">
                  <c:v>40806</c:v>
                </c:pt>
                <c:pt idx="2387">
                  <c:v>40807</c:v>
                </c:pt>
                <c:pt idx="2388">
                  <c:v>40808</c:v>
                </c:pt>
                <c:pt idx="2389">
                  <c:v>40809</c:v>
                </c:pt>
                <c:pt idx="2390">
                  <c:v>40812</c:v>
                </c:pt>
                <c:pt idx="2391">
                  <c:v>40813</c:v>
                </c:pt>
                <c:pt idx="2392">
                  <c:v>40814</c:v>
                </c:pt>
                <c:pt idx="2393">
                  <c:v>40815</c:v>
                </c:pt>
                <c:pt idx="2394">
                  <c:v>40816</c:v>
                </c:pt>
                <c:pt idx="2395">
                  <c:v>40819</c:v>
                </c:pt>
                <c:pt idx="2396">
                  <c:v>40820</c:v>
                </c:pt>
                <c:pt idx="2397">
                  <c:v>40821</c:v>
                </c:pt>
                <c:pt idx="2398">
                  <c:v>40822</c:v>
                </c:pt>
                <c:pt idx="2399">
                  <c:v>40823</c:v>
                </c:pt>
                <c:pt idx="2400">
                  <c:v>40826</c:v>
                </c:pt>
                <c:pt idx="2401">
                  <c:v>40827</c:v>
                </c:pt>
                <c:pt idx="2402">
                  <c:v>40829</c:v>
                </c:pt>
                <c:pt idx="2403">
                  <c:v>40830</c:v>
                </c:pt>
                <c:pt idx="2404">
                  <c:v>40833</c:v>
                </c:pt>
                <c:pt idx="2405">
                  <c:v>40834</c:v>
                </c:pt>
                <c:pt idx="2406">
                  <c:v>40835</c:v>
                </c:pt>
                <c:pt idx="2407">
                  <c:v>40836</c:v>
                </c:pt>
                <c:pt idx="2408">
                  <c:v>40837</c:v>
                </c:pt>
                <c:pt idx="2409">
                  <c:v>40840</c:v>
                </c:pt>
                <c:pt idx="2410">
                  <c:v>40841</c:v>
                </c:pt>
                <c:pt idx="2411">
                  <c:v>40842</c:v>
                </c:pt>
                <c:pt idx="2412">
                  <c:v>40843</c:v>
                </c:pt>
                <c:pt idx="2413">
                  <c:v>40844</c:v>
                </c:pt>
                <c:pt idx="2414">
                  <c:v>40847</c:v>
                </c:pt>
                <c:pt idx="2415">
                  <c:v>40848</c:v>
                </c:pt>
                <c:pt idx="2416">
                  <c:v>40850</c:v>
                </c:pt>
                <c:pt idx="2417">
                  <c:v>40851</c:v>
                </c:pt>
                <c:pt idx="2418">
                  <c:v>40854</c:v>
                </c:pt>
                <c:pt idx="2419">
                  <c:v>40855</c:v>
                </c:pt>
                <c:pt idx="2420">
                  <c:v>40856</c:v>
                </c:pt>
                <c:pt idx="2421">
                  <c:v>40857</c:v>
                </c:pt>
                <c:pt idx="2422">
                  <c:v>40858</c:v>
                </c:pt>
                <c:pt idx="2423">
                  <c:v>40861</c:v>
                </c:pt>
                <c:pt idx="2424">
                  <c:v>40863</c:v>
                </c:pt>
                <c:pt idx="2425">
                  <c:v>40864</c:v>
                </c:pt>
                <c:pt idx="2426">
                  <c:v>40865</c:v>
                </c:pt>
                <c:pt idx="2427">
                  <c:v>40868</c:v>
                </c:pt>
                <c:pt idx="2428">
                  <c:v>40869</c:v>
                </c:pt>
                <c:pt idx="2429">
                  <c:v>40870</c:v>
                </c:pt>
                <c:pt idx="2430">
                  <c:v>40871</c:v>
                </c:pt>
                <c:pt idx="2431">
                  <c:v>40872</c:v>
                </c:pt>
                <c:pt idx="2432">
                  <c:v>40875</c:v>
                </c:pt>
                <c:pt idx="2433">
                  <c:v>40876</c:v>
                </c:pt>
                <c:pt idx="2434">
                  <c:v>40877</c:v>
                </c:pt>
                <c:pt idx="2435">
                  <c:v>40878</c:v>
                </c:pt>
                <c:pt idx="2436">
                  <c:v>40879</c:v>
                </c:pt>
                <c:pt idx="2437">
                  <c:v>40882</c:v>
                </c:pt>
                <c:pt idx="2438">
                  <c:v>40883</c:v>
                </c:pt>
                <c:pt idx="2439">
                  <c:v>40884</c:v>
                </c:pt>
                <c:pt idx="2440">
                  <c:v>40885</c:v>
                </c:pt>
                <c:pt idx="2441">
                  <c:v>40886</c:v>
                </c:pt>
                <c:pt idx="2442">
                  <c:v>40889</c:v>
                </c:pt>
                <c:pt idx="2443">
                  <c:v>40890</c:v>
                </c:pt>
                <c:pt idx="2444">
                  <c:v>40891</c:v>
                </c:pt>
                <c:pt idx="2445">
                  <c:v>40892</c:v>
                </c:pt>
                <c:pt idx="2446">
                  <c:v>40893</c:v>
                </c:pt>
                <c:pt idx="2447">
                  <c:v>40896</c:v>
                </c:pt>
                <c:pt idx="2448">
                  <c:v>40897</c:v>
                </c:pt>
                <c:pt idx="2449">
                  <c:v>40898</c:v>
                </c:pt>
                <c:pt idx="2450">
                  <c:v>40899</c:v>
                </c:pt>
                <c:pt idx="2451">
                  <c:v>40900</c:v>
                </c:pt>
                <c:pt idx="2452">
                  <c:v>40903</c:v>
                </c:pt>
                <c:pt idx="2453">
                  <c:v>40904</c:v>
                </c:pt>
                <c:pt idx="2454">
                  <c:v>40905</c:v>
                </c:pt>
                <c:pt idx="2455">
                  <c:v>40906</c:v>
                </c:pt>
                <c:pt idx="2456">
                  <c:v>40910</c:v>
                </c:pt>
                <c:pt idx="2457">
                  <c:v>40911</c:v>
                </c:pt>
                <c:pt idx="2458">
                  <c:v>40912</c:v>
                </c:pt>
                <c:pt idx="2459">
                  <c:v>40913</c:v>
                </c:pt>
                <c:pt idx="2460">
                  <c:v>40914</c:v>
                </c:pt>
                <c:pt idx="2461">
                  <c:v>40917</c:v>
                </c:pt>
                <c:pt idx="2462">
                  <c:v>40918</c:v>
                </c:pt>
                <c:pt idx="2463">
                  <c:v>40919</c:v>
                </c:pt>
                <c:pt idx="2464">
                  <c:v>40920</c:v>
                </c:pt>
                <c:pt idx="2465">
                  <c:v>40921</c:v>
                </c:pt>
                <c:pt idx="2466">
                  <c:v>40924</c:v>
                </c:pt>
                <c:pt idx="2467">
                  <c:v>40925</c:v>
                </c:pt>
                <c:pt idx="2468">
                  <c:v>40926</c:v>
                </c:pt>
                <c:pt idx="2469">
                  <c:v>40927</c:v>
                </c:pt>
                <c:pt idx="2470">
                  <c:v>40928</c:v>
                </c:pt>
                <c:pt idx="2471">
                  <c:v>40931</c:v>
                </c:pt>
                <c:pt idx="2472">
                  <c:v>40932</c:v>
                </c:pt>
                <c:pt idx="2473">
                  <c:v>40934</c:v>
                </c:pt>
                <c:pt idx="2474">
                  <c:v>40935</c:v>
                </c:pt>
                <c:pt idx="2475">
                  <c:v>40938</c:v>
                </c:pt>
                <c:pt idx="2476">
                  <c:v>40939</c:v>
                </c:pt>
                <c:pt idx="2477">
                  <c:v>40940</c:v>
                </c:pt>
                <c:pt idx="2478">
                  <c:v>40941</c:v>
                </c:pt>
                <c:pt idx="2479">
                  <c:v>40942</c:v>
                </c:pt>
                <c:pt idx="2480">
                  <c:v>40945</c:v>
                </c:pt>
                <c:pt idx="2481">
                  <c:v>40946</c:v>
                </c:pt>
                <c:pt idx="2482">
                  <c:v>40947</c:v>
                </c:pt>
                <c:pt idx="2483">
                  <c:v>40948</c:v>
                </c:pt>
                <c:pt idx="2484">
                  <c:v>40949</c:v>
                </c:pt>
                <c:pt idx="2485">
                  <c:v>40952</c:v>
                </c:pt>
                <c:pt idx="2486">
                  <c:v>40953</c:v>
                </c:pt>
                <c:pt idx="2487">
                  <c:v>40954</c:v>
                </c:pt>
                <c:pt idx="2488">
                  <c:v>40955</c:v>
                </c:pt>
                <c:pt idx="2489">
                  <c:v>40956</c:v>
                </c:pt>
                <c:pt idx="2490">
                  <c:v>40961</c:v>
                </c:pt>
                <c:pt idx="2491">
                  <c:v>40962</c:v>
                </c:pt>
                <c:pt idx="2492">
                  <c:v>40963</c:v>
                </c:pt>
                <c:pt idx="2493">
                  <c:v>40966</c:v>
                </c:pt>
                <c:pt idx="2494">
                  <c:v>40967</c:v>
                </c:pt>
                <c:pt idx="2495">
                  <c:v>40968</c:v>
                </c:pt>
                <c:pt idx="2496">
                  <c:v>40969</c:v>
                </c:pt>
                <c:pt idx="2497">
                  <c:v>40970</c:v>
                </c:pt>
                <c:pt idx="2498">
                  <c:v>40973</c:v>
                </c:pt>
                <c:pt idx="2499">
                  <c:v>40974</c:v>
                </c:pt>
                <c:pt idx="2500">
                  <c:v>40975</c:v>
                </c:pt>
                <c:pt idx="2501">
                  <c:v>40976</c:v>
                </c:pt>
                <c:pt idx="2502">
                  <c:v>40977</c:v>
                </c:pt>
                <c:pt idx="2503">
                  <c:v>40980</c:v>
                </c:pt>
                <c:pt idx="2504">
                  <c:v>40981</c:v>
                </c:pt>
                <c:pt idx="2505">
                  <c:v>40982</c:v>
                </c:pt>
                <c:pt idx="2506">
                  <c:v>40983</c:v>
                </c:pt>
                <c:pt idx="2507">
                  <c:v>40984</c:v>
                </c:pt>
                <c:pt idx="2508">
                  <c:v>40987</c:v>
                </c:pt>
                <c:pt idx="2509">
                  <c:v>40988</c:v>
                </c:pt>
                <c:pt idx="2510">
                  <c:v>40989</c:v>
                </c:pt>
                <c:pt idx="2511">
                  <c:v>40990</c:v>
                </c:pt>
                <c:pt idx="2512">
                  <c:v>40991</c:v>
                </c:pt>
                <c:pt idx="2513">
                  <c:v>40994</c:v>
                </c:pt>
                <c:pt idx="2514">
                  <c:v>40995</c:v>
                </c:pt>
                <c:pt idx="2515">
                  <c:v>40996</c:v>
                </c:pt>
                <c:pt idx="2516">
                  <c:v>40997</c:v>
                </c:pt>
                <c:pt idx="2517">
                  <c:v>40998</c:v>
                </c:pt>
                <c:pt idx="2518">
                  <c:v>41001</c:v>
                </c:pt>
                <c:pt idx="2519">
                  <c:v>41002</c:v>
                </c:pt>
                <c:pt idx="2520">
                  <c:v>41003</c:v>
                </c:pt>
                <c:pt idx="2521">
                  <c:v>41004</c:v>
                </c:pt>
                <c:pt idx="2522">
                  <c:v>41008</c:v>
                </c:pt>
                <c:pt idx="2523">
                  <c:v>41009</c:v>
                </c:pt>
                <c:pt idx="2524">
                  <c:v>41010</c:v>
                </c:pt>
                <c:pt idx="2525">
                  <c:v>41011</c:v>
                </c:pt>
                <c:pt idx="2526">
                  <c:v>41012</c:v>
                </c:pt>
                <c:pt idx="2527">
                  <c:v>41015</c:v>
                </c:pt>
                <c:pt idx="2528">
                  <c:v>41016</c:v>
                </c:pt>
                <c:pt idx="2529">
                  <c:v>41017</c:v>
                </c:pt>
                <c:pt idx="2530">
                  <c:v>41018</c:v>
                </c:pt>
                <c:pt idx="2531">
                  <c:v>41019</c:v>
                </c:pt>
                <c:pt idx="2532">
                  <c:v>41022</c:v>
                </c:pt>
                <c:pt idx="2533">
                  <c:v>41023</c:v>
                </c:pt>
                <c:pt idx="2534">
                  <c:v>41024</c:v>
                </c:pt>
                <c:pt idx="2535">
                  <c:v>41025</c:v>
                </c:pt>
                <c:pt idx="2536">
                  <c:v>41026</c:v>
                </c:pt>
                <c:pt idx="2537">
                  <c:v>41029</c:v>
                </c:pt>
                <c:pt idx="2538">
                  <c:v>41031</c:v>
                </c:pt>
                <c:pt idx="2539">
                  <c:v>41032</c:v>
                </c:pt>
                <c:pt idx="2540">
                  <c:v>41033</c:v>
                </c:pt>
                <c:pt idx="2541">
                  <c:v>41036</c:v>
                </c:pt>
                <c:pt idx="2542">
                  <c:v>41037</c:v>
                </c:pt>
                <c:pt idx="2543">
                  <c:v>41038</c:v>
                </c:pt>
                <c:pt idx="2544">
                  <c:v>41039</c:v>
                </c:pt>
                <c:pt idx="2545">
                  <c:v>41040</c:v>
                </c:pt>
                <c:pt idx="2546">
                  <c:v>41043</c:v>
                </c:pt>
                <c:pt idx="2547">
                  <c:v>41044</c:v>
                </c:pt>
                <c:pt idx="2548">
                  <c:v>41045</c:v>
                </c:pt>
                <c:pt idx="2549">
                  <c:v>41046</c:v>
                </c:pt>
                <c:pt idx="2550">
                  <c:v>41047</c:v>
                </c:pt>
                <c:pt idx="2551">
                  <c:v>41050</c:v>
                </c:pt>
                <c:pt idx="2552">
                  <c:v>41051</c:v>
                </c:pt>
                <c:pt idx="2553">
                  <c:v>41052</c:v>
                </c:pt>
                <c:pt idx="2554">
                  <c:v>41053</c:v>
                </c:pt>
                <c:pt idx="2555">
                  <c:v>41054</c:v>
                </c:pt>
                <c:pt idx="2556">
                  <c:v>41057</c:v>
                </c:pt>
                <c:pt idx="2557">
                  <c:v>41058</c:v>
                </c:pt>
                <c:pt idx="2558">
                  <c:v>41059</c:v>
                </c:pt>
                <c:pt idx="2559">
                  <c:v>41060</c:v>
                </c:pt>
                <c:pt idx="2560">
                  <c:v>41061</c:v>
                </c:pt>
                <c:pt idx="2561">
                  <c:v>41064</c:v>
                </c:pt>
                <c:pt idx="2562">
                  <c:v>41065</c:v>
                </c:pt>
                <c:pt idx="2563">
                  <c:v>41066</c:v>
                </c:pt>
                <c:pt idx="2564">
                  <c:v>41068</c:v>
                </c:pt>
                <c:pt idx="2565">
                  <c:v>41071</c:v>
                </c:pt>
                <c:pt idx="2566">
                  <c:v>41072</c:v>
                </c:pt>
                <c:pt idx="2567">
                  <c:v>41073</c:v>
                </c:pt>
                <c:pt idx="2568">
                  <c:v>41074</c:v>
                </c:pt>
                <c:pt idx="2569">
                  <c:v>41075</c:v>
                </c:pt>
                <c:pt idx="2570">
                  <c:v>41078</c:v>
                </c:pt>
                <c:pt idx="2571">
                  <c:v>41079</c:v>
                </c:pt>
                <c:pt idx="2572">
                  <c:v>41080</c:v>
                </c:pt>
                <c:pt idx="2573">
                  <c:v>41081</c:v>
                </c:pt>
                <c:pt idx="2574">
                  <c:v>41082</c:v>
                </c:pt>
                <c:pt idx="2575">
                  <c:v>41085</c:v>
                </c:pt>
                <c:pt idx="2576">
                  <c:v>41086</c:v>
                </c:pt>
                <c:pt idx="2577">
                  <c:v>41087</c:v>
                </c:pt>
                <c:pt idx="2578">
                  <c:v>41088</c:v>
                </c:pt>
                <c:pt idx="2579">
                  <c:v>41089</c:v>
                </c:pt>
                <c:pt idx="2580">
                  <c:v>41092</c:v>
                </c:pt>
                <c:pt idx="2581">
                  <c:v>41093</c:v>
                </c:pt>
                <c:pt idx="2582">
                  <c:v>41094</c:v>
                </c:pt>
                <c:pt idx="2583">
                  <c:v>41095</c:v>
                </c:pt>
                <c:pt idx="2584">
                  <c:v>41096</c:v>
                </c:pt>
                <c:pt idx="2585">
                  <c:v>41100</c:v>
                </c:pt>
                <c:pt idx="2586">
                  <c:v>41101</c:v>
                </c:pt>
                <c:pt idx="2587">
                  <c:v>41102</c:v>
                </c:pt>
                <c:pt idx="2588">
                  <c:v>41103</c:v>
                </c:pt>
                <c:pt idx="2589">
                  <c:v>41106</c:v>
                </c:pt>
                <c:pt idx="2590">
                  <c:v>41107</c:v>
                </c:pt>
                <c:pt idx="2591">
                  <c:v>41108</c:v>
                </c:pt>
                <c:pt idx="2592">
                  <c:v>41109</c:v>
                </c:pt>
                <c:pt idx="2593">
                  <c:v>41110</c:v>
                </c:pt>
                <c:pt idx="2594">
                  <c:v>41113</c:v>
                </c:pt>
                <c:pt idx="2595">
                  <c:v>41114</c:v>
                </c:pt>
                <c:pt idx="2596">
                  <c:v>41115</c:v>
                </c:pt>
                <c:pt idx="2597">
                  <c:v>41116</c:v>
                </c:pt>
                <c:pt idx="2598">
                  <c:v>41117</c:v>
                </c:pt>
                <c:pt idx="2599">
                  <c:v>41120</c:v>
                </c:pt>
                <c:pt idx="2600">
                  <c:v>41121</c:v>
                </c:pt>
                <c:pt idx="2601">
                  <c:v>41122</c:v>
                </c:pt>
                <c:pt idx="2602">
                  <c:v>41123</c:v>
                </c:pt>
                <c:pt idx="2603">
                  <c:v>41124</c:v>
                </c:pt>
                <c:pt idx="2604">
                  <c:v>41127</c:v>
                </c:pt>
                <c:pt idx="2605">
                  <c:v>41128</c:v>
                </c:pt>
                <c:pt idx="2606">
                  <c:v>41129</c:v>
                </c:pt>
                <c:pt idx="2607">
                  <c:v>41130</c:v>
                </c:pt>
                <c:pt idx="2608">
                  <c:v>41131</c:v>
                </c:pt>
                <c:pt idx="2609">
                  <c:v>41134</c:v>
                </c:pt>
                <c:pt idx="2610">
                  <c:v>41135</c:v>
                </c:pt>
                <c:pt idx="2611">
                  <c:v>41136</c:v>
                </c:pt>
                <c:pt idx="2612">
                  <c:v>41137</c:v>
                </c:pt>
                <c:pt idx="2613">
                  <c:v>41138</c:v>
                </c:pt>
                <c:pt idx="2614">
                  <c:v>41141</c:v>
                </c:pt>
                <c:pt idx="2615">
                  <c:v>41142</c:v>
                </c:pt>
                <c:pt idx="2616">
                  <c:v>41143</c:v>
                </c:pt>
                <c:pt idx="2617">
                  <c:v>41144</c:v>
                </c:pt>
                <c:pt idx="2618">
                  <c:v>41145</c:v>
                </c:pt>
                <c:pt idx="2619">
                  <c:v>41148</c:v>
                </c:pt>
                <c:pt idx="2620">
                  <c:v>41149</c:v>
                </c:pt>
                <c:pt idx="2621">
                  <c:v>41150</c:v>
                </c:pt>
                <c:pt idx="2622">
                  <c:v>41151</c:v>
                </c:pt>
                <c:pt idx="2623">
                  <c:v>41152</c:v>
                </c:pt>
                <c:pt idx="2624">
                  <c:v>41155</c:v>
                </c:pt>
                <c:pt idx="2625">
                  <c:v>41156</c:v>
                </c:pt>
                <c:pt idx="2626">
                  <c:v>41157</c:v>
                </c:pt>
                <c:pt idx="2627">
                  <c:v>41158</c:v>
                </c:pt>
                <c:pt idx="2628">
                  <c:v>41162</c:v>
                </c:pt>
                <c:pt idx="2629">
                  <c:v>41163</c:v>
                </c:pt>
                <c:pt idx="2630">
                  <c:v>41164</c:v>
                </c:pt>
                <c:pt idx="2631">
                  <c:v>41165</c:v>
                </c:pt>
                <c:pt idx="2632">
                  <c:v>41166</c:v>
                </c:pt>
                <c:pt idx="2633">
                  <c:v>41169</c:v>
                </c:pt>
                <c:pt idx="2634">
                  <c:v>41170</c:v>
                </c:pt>
                <c:pt idx="2635">
                  <c:v>41171</c:v>
                </c:pt>
                <c:pt idx="2636">
                  <c:v>41172</c:v>
                </c:pt>
                <c:pt idx="2637">
                  <c:v>41173</c:v>
                </c:pt>
                <c:pt idx="2638">
                  <c:v>41176</c:v>
                </c:pt>
                <c:pt idx="2639">
                  <c:v>41177</c:v>
                </c:pt>
                <c:pt idx="2640">
                  <c:v>41178</c:v>
                </c:pt>
                <c:pt idx="2641">
                  <c:v>41179</c:v>
                </c:pt>
                <c:pt idx="2642">
                  <c:v>41180</c:v>
                </c:pt>
                <c:pt idx="2643">
                  <c:v>41183</c:v>
                </c:pt>
                <c:pt idx="2644">
                  <c:v>41184</c:v>
                </c:pt>
                <c:pt idx="2645">
                  <c:v>41185</c:v>
                </c:pt>
                <c:pt idx="2646">
                  <c:v>41186</c:v>
                </c:pt>
                <c:pt idx="2647">
                  <c:v>41187</c:v>
                </c:pt>
                <c:pt idx="2648">
                  <c:v>41190</c:v>
                </c:pt>
                <c:pt idx="2649">
                  <c:v>41191</c:v>
                </c:pt>
                <c:pt idx="2650">
                  <c:v>41192</c:v>
                </c:pt>
                <c:pt idx="2651">
                  <c:v>41193</c:v>
                </c:pt>
                <c:pt idx="2652">
                  <c:v>41197</c:v>
                </c:pt>
                <c:pt idx="2653">
                  <c:v>41198</c:v>
                </c:pt>
                <c:pt idx="2654">
                  <c:v>41199</c:v>
                </c:pt>
                <c:pt idx="2655">
                  <c:v>41200</c:v>
                </c:pt>
                <c:pt idx="2656">
                  <c:v>41201</c:v>
                </c:pt>
                <c:pt idx="2657">
                  <c:v>41204</c:v>
                </c:pt>
                <c:pt idx="2658">
                  <c:v>41205</c:v>
                </c:pt>
                <c:pt idx="2659">
                  <c:v>41206</c:v>
                </c:pt>
                <c:pt idx="2660">
                  <c:v>41207</c:v>
                </c:pt>
                <c:pt idx="2661">
                  <c:v>41208</c:v>
                </c:pt>
                <c:pt idx="2662">
                  <c:v>41211</c:v>
                </c:pt>
                <c:pt idx="2663">
                  <c:v>41212</c:v>
                </c:pt>
                <c:pt idx="2664">
                  <c:v>41213</c:v>
                </c:pt>
                <c:pt idx="2665">
                  <c:v>41214</c:v>
                </c:pt>
                <c:pt idx="2666">
                  <c:v>41218</c:v>
                </c:pt>
                <c:pt idx="2667">
                  <c:v>41219</c:v>
                </c:pt>
                <c:pt idx="2668">
                  <c:v>41220</c:v>
                </c:pt>
                <c:pt idx="2669">
                  <c:v>41221</c:v>
                </c:pt>
                <c:pt idx="2670">
                  <c:v>41222</c:v>
                </c:pt>
                <c:pt idx="2671">
                  <c:v>41225</c:v>
                </c:pt>
                <c:pt idx="2672">
                  <c:v>41226</c:v>
                </c:pt>
                <c:pt idx="2673">
                  <c:v>41227</c:v>
                </c:pt>
                <c:pt idx="2674">
                  <c:v>41229</c:v>
                </c:pt>
                <c:pt idx="2675">
                  <c:v>41232</c:v>
                </c:pt>
                <c:pt idx="2676">
                  <c:v>41234</c:v>
                </c:pt>
                <c:pt idx="2677">
                  <c:v>41235</c:v>
                </c:pt>
                <c:pt idx="2678">
                  <c:v>41236</c:v>
                </c:pt>
                <c:pt idx="2679">
                  <c:v>41239</c:v>
                </c:pt>
                <c:pt idx="2680">
                  <c:v>41240</c:v>
                </c:pt>
                <c:pt idx="2681">
                  <c:v>41241</c:v>
                </c:pt>
                <c:pt idx="2682">
                  <c:v>41242</c:v>
                </c:pt>
                <c:pt idx="2683">
                  <c:v>41243</c:v>
                </c:pt>
                <c:pt idx="2684">
                  <c:v>41246</c:v>
                </c:pt>
                <c:pt idx="2685">
                  <c:v>41247</c:v>
                </c:pt>
                <c:pt idx="2686">
                  <c:v>41248</c:v>
                </c:pt>
                <c:pt idx="2687">
                  <c:v>41249</c:v>
                </c:pt>
                <c:pt idx="2688">
                  <c:v>41250</c:v>
                </c:pt>
                <c:pt idx="2689">
                  <c:v>41253</c:v>
                </c:pt>
                <c:pt idx="2690">
                  <c:v>41254</c:v>
                </c:pt>
                <c:pt idx="2691">
                  <c:v>41255</c:v>
                </c:pt>
                <c:pt idx="2692">
                  <c:v>41256</c:v>
                </c:pt>
                <c:pt idx="2693">
                  <c:v>41257</c:v>
                </c:pt>
                <c:pt idx="2694">
                  <c:v>41260</c:v>
                </c:pt>
                <c:pt idx="2695">
                  <c:v>41261</c:v>
                </c:pt>
                <c:pt idx="2696">
                  <c:v>41262</c:v>
                </c:pt>
                <c:pt idx="2697">
                  <c:v>41263</c:v>
                </c:pt>
                <c:pt idx="2698">
                  <c:v>41264</c:v>
                </c:pt>
                <c:pt idx="2699">
                  <c:v>41269</c:v>
                </c:pt>
                <c:pt idx="2700">
                  <c:v>41270</c:v>
                </c:pt>
                <c:pt idx="2701">
                  <c:v>41271</c:v>
                </c:pt>
                <c:pt idx="2702">
                  <c:v>41276</c:v>
                </c:pt>
                <c:pt idx="2703">
                  <c:v>41277</c:v>
                </c:pt>
                <c:pt idx="2704">
                  <c:v>41278</c:v>
                </c:pt>
                <c:pt idx="2705">
                  <c:v>41281</c:v>
                </c:pt>
                <c:pt idx="2706">
                  <c:v>41282</c:v>
                </c:pt>
                <c:pt idx="2707">
                  <c:v>41283</c:v>
                </c:pt>
                <c:pt idx="2708">
                  <c:v>41284</c:v>
                </c:pt>
                <c:pt idx="2709">
                  <c:v>41285</c:v>
                </c:pt>
                <c:pt idx="2710">
                  <c:v>41288</c:v>
                </c:pt>
                <c:pt idx="2711">
                  <c:v>41289</c:v>
                </c:pt>
                <c:pt idx="2712">
                  <c:v>41290</c:v>
                </c:pt>
                <c:pt idx="2713">
                  <c:v>41291</c:v>
                </c:pt>
                <c:pt idx="2714">
                  <c:v>41292</c:v>
                </c:pt>
                <c:pt idx="2715">
                  <c:v>41295</c:v>
                </c:pt>
                <c:pt idx="2716">
                  <c:v>41296</c:v>
                </c:pt>
                <c:pt idx="2717">
                  <c:v>41297</c:v>
                </c:pt>
                <c:pt idx="2718">
                  <c:v>41298</c:v>
                </c:pt>
                <c:pt idx="2719">
                  <c:v>41302</c:v>
                </c:pt>
                <c:pt idx="2720">
                  <c:v>41303</c:v>
                </c:pt>
                <c:pt idx="2721">
                  <c:v>41304</c:v>
                </c:pt>
                <c:pt idx="2722">
                  <c:v>41305</c:v>
                </c:pt>
                <c:pt idx="2723">
                  <c:v>41306</c:v>
                </c:pt>
                <c:pt idx="2724">
                  <c:v>41309</c:v>
                </c:pt>
                <c:pt idx="2725">
                  <c:v>41310</c:v>
                </c:pt>
                <c:pt idx="2726">
                  <c:v>41311</c:v>
                </c:pt>
                <c:pt idx="2727">
                  <c:v>41312</c:v>
                </c:pt>
                <c:pt idx="2728">
                  <c:v>41313</c:v>
                </c:pt>
                <c:pt idx="2729">
                  <c:v>41318</c:v>
                </c:pt>
                <c:pt idx="2730">
                  <c:v>41319</c:v>
                </c:pt>
                <c:pt idx="2731">
                  <c:v>41320</c:v>
                </c:pt>
                <c:pt idx="2732">
                  <c:v>41323</c:v>
                </c:pt>
                <c:pt idx="2733">
                  <c:v>41324</c:v>
                </c:pt>
                <c:pt idx="2734">
                  <c:v>41325</c:v>
                </c:pt>
                <c:pt idx="2735">
                  <c:v>41326</c:v>
                </c:pt>
                <c:pt idx="2736">
                  <c:v>41327</c:v>
                </c:pt>
                <c:pt idx="2737">
                  <c:v>41330</c:v>
                </c:pt>
                <c:pt idx="2738">
                  <c:v>41331</c:v>
                </c:pt>
                <c:pt idx="2739">
                  <c:v>41332</c:v>
                </c:pt>
                <c:pt idx="2740">
                  <c:v>41333</c:v>
                </c:pt>
                <c:pt idx="2741">
                  <c:v>41334</c:v>
                </c:pt>
                <c:pt idx="2742">
                  <c:v>41337</c:v>
                </c:pt>
                <c:pt idx="2743">
                  <c:v>41338</c:v>
                </c:pt>
                <c:pt idx="2744">
                  <c:v>41339</c:v>
                </c:pt>
                <c:pt idx="2745">
                  <c:v>41340</c:v>
                </c:pt>
                <c:pt idx="2746">
                  <c:v>41341</c:v>
                </c:pt>
                <c:pt idx="2747">
                  <c:v>41344</c:v>
                </c:pt>
                <c:pt idx="2748">
                  <c:v>41345</c:v>
                </c:pt>
                <c:pt idx="2749">
                  <c:v>41346</c:v>
                </c:pt>
                <c:pt idx="2750">
                  <c:v>41347</c:v>
                </c:pt>
                <c:pt idx="2751">
                  <c:v>41348</c:v>
                </c:pt>
                <c:pt idx="2752">
                  <c:v>41351</c:v>
                </c:pt>
                <c:pt idx="2753">
                  <c:v>41352</c:v>
                </c:pt>
                <c:pt idx="2754">
                  <c:v>41353</c:v>
                </c:pt>
                <c:pt idx="2755">
                  <c:v>41354</c:v>
                </c:pt>
                <c:pt idx="2756">
                  <c:v>41355</c:v>
                </c:pt>
                <c:pt idx="2757">
                  <c:v>41358</c:v>
                </c:pt>
                <c:pt idx="2758">
                  <c:v>41359</c:v>
                </c:pt>
                <c:pt idx="2759">
                  <c:v>41360</c:v>
                </c:pt>
                <c:pt idx="2760">
                  <c:v>41361</c:v>
                </c:pt>
                <c:pt idx="2761">
                  <c:v>41365</c:v>
                </c:pt>
                <c:pt idx="2762">
                  <c:v>41366</c:v>
                </c:pt>
                <c:pt idx="2763">
                  <c:v>41367</c:v>
                </c:pt>
                <c:pt idx="2764">
                  <c:v>41368</c:v>
                </c:pt>
                <c:pt idx="2765">
                  <c:v>41369</c:v>
                </c:pt>
                <c:pt idx="2766">
                  <c:v>41372</c:v>
                </c:pt>
                <c:pt idx="2767">
                  <c:v>41373</c:v>
                </c:pt>
                <c:pt idx="2768">
                  <c:v>41374</c:v>
                </c:pt>
                <c:pt idx="2769">
                  <c:v>41375</c:v>
                </c:pt>
                <c:pt idx="2770">
                  <c:v>41376</c:v>
                </c:pt>
                <c:pt idx="2771">
                  <c:v>41379</c:v>
                </c:pt>
                <c:pt idx="2772">
                  <c:v>41380</c:v>
                </c:pt>
                <c:pt idx="2773">
                  <c:v>41381</c:v>
                </c:pt>
                <c:pt idx="2774">
                  <c:v>41382</c:v>
                </c:pt>
                <c:pt idx="2775">
                  <c:v>41383</c:v>
                </c:pt>
                <c:pt idx="2776">
                  <c:v>41386</c:v>
                </c:pt>
                <c:pt idx="2777">
                  <c:v>41387</c:v>
                </c:pt>
                <c:pt idx="2778">
                  <c:v>41388</c:v>
                </c:pt>
                <c:pt idx="2779">
                  <c:v>41389</c:v>
                </c:pt>
                <c:pt idx="2780">
                  <c:v>41390</c:v>
                </c:pt>
                <c:pt idx="2781">
                  <c:v>41393</c:v>
                </c:pt>
                <c:pt idx="2782">
                  <c:v>41394</c:v>
                </c:pt>
                <c:pt idx="2783">
                  <c:v>41396</c:v>
                </c:pt>
                <c:pt idx="2784">
                  <c:v>41397</c:v>
                </c:pt>
                <c:pt idx="2785">
                  <c:v>41400</c:v>
                </c:pt>
                <c:pt idx="2786">
                  <c:v>41401</c:v>
                </c:pt>
                <c:pt idx="2787">
                  <c:v>41402</c:v>
                </c:pt>
                <c:pt idx="2788">
                  <c:v>41403</c:v>
                </c:pt>
                <c:pt idx="2789">
                  <c:v>41404</c:v>
                </c:pt>
                <c:pt idx="2790">
                  <c:v>41407</c:v>
                </c:pt>
                <c:pt idx="2791">
                  <c:v>41408</c:v>
                </c:pt>
                <c:pt idx="2792">
                  <c:v>41409</c:v>
                </c:pt>
                <c:pt idx="2793">
                  <c:v>41410</c:v>
                </c:pt>
                <c:pt idx="2794">
                  <c:v>41411</c:v>
                </c:pt>
                <c:pt idx="2795">
                  <c:v>41414</c:v>
                </c:pt>
                <c:pt idx="2796">
                  <c:v>41415</c:v>
                </c:pt>
                <c:pt idx="2797">
                  <c:v>41416</c:v>
                </c:pt>
                <c:pt idx="2798">
                  <c:v>41417</c:v>
                </c:pt>
                <c:pt idx="2799">
                  <c:v>41418</c:v>
                </c:pt>
                <c:pt idx="2800">
                  <c:v>41421</c:v>
                </c:pt>
                <c:pt idx="2801">
                  <c:v>41422</c:v>
                </c:pt>
                <c:pt idx="2802">
                  <c:v>41423</c:v>
                </c:pt>
                <c:pt idx="2803">
                  <c:v>41425</c:v>
                </c:pt>
                <c:pt idx="2804">
                  <c:v>41428</c:v>
                </c:pt>
                <c:pt idx="2805">
                  <c:v>41429</c:v>
                </c:pt>
                <c:pt idx="2806">
                  <c:v>41430</c:v>
                </c:pt>
                <c:pt idx="2807">
                  <c:v>41431</c:v>
                </c:pt>
                <c:pt idx="2808">
                  <c:v>41432</c:v>
                </c:pt>
                <c:pt idx="2809">
                  <c:v>41435</c:v>
                </c:pt>
                <c:pt idx="2810">
                  <c:v>41436</c:v>
                </c:pt>
                <c:pt idx="2811">
                  <c:v>41437</c:v>
                </c:pt>
                <c:pt idx="2812">
                  <c:v>41438</c:v>
                </c:pt>
                <c:pt idx="2813">
                  <c:v>41439</c:v>
                </c:pt>
                <c:pt idx="2814">
                  <c:v>41442</c:v>
                </c:pt>
                <c:pt idx="2815">
                  <c:v>41443</c:v>
                </c:pt>
                <c:pt idx="2816">
                  <c:v>41444</c:v>
                </c:pt>
                <c:pt idx="2817">
                  <c:v>41445</c:v>
                </c:pt>
                <c:pt idx="2818">
                  <c:v>41446</c:v>
                </c:pt>
                <c:pt idx="2819">
                  <c:v>41449</c:v>
                </c:pt>
                <c:pt idx="2820">
                  <c:v>41450</c:v>
                </c:pt>
                <c:pt idx="2821">
                  <c:v>41451</c:v>
                </c:pt>
                <c:pt idx="2822">
                  <c:v>41452</c:v>
                </c:pt>
                <c:pt idx="2823">
                  <c:v>41453</c:v>
                </c:pt>
                <c:pt idx="2824">
                  <c:v>41456</c:v>
                </c:pt>
                <c:pt idx="2825">
                  <c:v>41457</c:v>
                </c:pt>
                <c:pt idx="2826">
                  <c:v>41458</c:v>
                </c:pt>
                <c:pt idx="2827">
                  <c:v>41459</c:v>
                </c:pt>
                <c:pt idx="2828">
                  <c:v>41460</c:v>
                </c:pt>
                <c:pt idx="2829">
                  <c:v>41463</c:v>
                </c:pt>
                <c:pt idx="2830">
                  <c:v>41465</c:v>
                </c:pt>
                <c:pt idx="2831">
                  <c:v>41466</c:v>
                </c:pt>
                <c:pt idx="2832">
                  <c:v>41467</c:v>
                </c:pt>
                <c:pt idx="2833">
                  <c:v>41470</c:v>
                </c:pt>
                <c:pt idx="2834">
                  <c:v>41471</c:v>
                </c:pt>
                <c:pt idx="2835">
                  <c:v>41472</c:v>
                </c:pt>
                <c:pt idx="2836">
                  <c:v>41473</c:v>
                </c:pt>
                <c:pt idx="2837">
                  <c:v>41474</c:v>
                </c:pt>
                <c:pt idx="2838">
                  <c:v>41477</c:v>
                </c:pt>
                <c:pt idx="2839">
                  <c:v>41478</c:v>
                </c:pt>
                <c:pt idx="2840">
                  <c:v>41479</c:v>
                </c:pt>
                <c:pt idx="2841">
                  <c:v>41480</c:v>
                </c:pt>
                <c:pt idx="2842">
                  <c:v>41481</c:v>
                </c:pt>
                <c:pt idx="2843">
                  <c:v>41484</c:v>
                </c:pt>
                <c:pt idx="2844">
                  <c:v>41485</c:v>
                </c:pt>
                <c:pt idx="2845">
                  <c:v>41486</c:v>
                </c:pt>
                <c:pt idx="2846">
                  <c:v>41487</c:v>
                </c:pt>
                <c:pt idx="2847">
                  <c:v>41488</c:v>
                </c:pt>
                <c:pt idx="2848">
                  <c:v>41491</c:v>
                </c:pt>
                <c:pt idx="2849">
                  <c:v>41492</c:v>
                </c:pt>
                <c:pt idx="2850">
                  <c:v>41493</c:v>
                </c:pt>
                <c:pt idx="2851">
                  <c:v>41494</c:v>
                </c:pt>
                <c:pt idx="2852">
                  <c:v>41495</c:v>
                </c:pt>
                <c:pt idx="2853">
                  <c:v>41498</c:v>
                </c:pt>
                <c:pt idx="2854">
                  <c:v>41499</c:v>
                </c:pt>
                <c:pt idx="2855">
                  <c:v>41500</c:v>
                </c:pt>
                <c:pt idx="2856">
                  <c:v>41501</c:v>
                </c:pt>
                <c:pt idx="2857">
                  <c:v>41502</c:v>
                </c:pt>
                <c:pt idx="2858">
                  <c:v>41505</c:v>
                </c:pt>
                <c:pt idx="2859">
                  <c:v>41506</c:v>
                </c:pt>
                <c:pt idx="2860">
                  <c:v>41507</c:v>
                </c:pt>
                <c:pt idx="2861">
                  <c:v>41508</c:v>
                </c:pt>
                <c:pt idx="2862">
                  <c:v>41509</c:v>
                </c:pt>
                <c:pt idx="2863">
                  <c:v>41512</c:v>
                </c:pt>
                <c:pt idx="2864">
                  <c:v>41513</c:v>
                </c:pt>
                <c:pt idx="2865">
                  <c:v>41514</c:v>
                </c:pt>
                <c:pt idx="2866">
                  <c:v>41515</c:v>
                </c:pt>
                <c:pt idx="2867">
                  <c:v>41516</c:v>
                </c:pt>
                <c:pt idx="2868">
                  <c:v>41519</c:v>
                </c:pt>
                <c:pt idx="2869">
                  <c:v>41520</c:v>
                </c:pt>
                <c:pt idx="2870">
                  <c:v>41521</c:v>
                </c:pt>
                <c:pt idx="2871">
                  <c:v>41522</c:v>
                </c:pt>
                <c:pt idx="2872">
                  <c:v>41523</c:v>
                </c:pt>
                <c:pt idx="2873">
                  <c:v>41526</c:v>
                </c:pt>
                <c:pt idx="2874">
                  <c:v>41527</c:v>
                </c:pt>
                <c:pt idx="2875">
                  <c:v>41528</c:v>
                </c:pt>
                <c:pt idx="2876">
                  <c:v>41529</c:v>
                </c:pt>
                <c:pt idx="2877">
                  <c:v>41530</c:v>
                </c:pt>
                <c:pt idx="2878">
                  <c:v>41533</c:v>
                </c:pt>
                <c:pt idx="2879">
                  <c:v>41534</c:v>
                </c:pt>
                <c:pt idx="2880">
                  <c:v>41535</c:v>
                </c:pt>
                <c:pt idx="2881">
                  <c:v>41536</c:v>
                </c:pt>
                <c:pt idx="2882">
                  <c:v>41537</c:v>
                </c:pt>
                <c:pt idx="2883">
                  <c:v>41540</c:v>
                </c:pt>
                <c:pt idx="2884">
                  <c:v>41541</c:v>
                </c:pt>
                <c:pt idx="2885">
                  <c:v>41542</c:v>
                </c:pt>
                <c:pt idx="2886">
                  <c:v>41543</c:v>
                </c:pt>
                <c:pt idx="2887">
                  <c:v>41544</c:v>
                </c:pt>
                <c:pt idx="2888">
                  <c:v>41547</c:v>
                </c:pt>
                <c:pt idx="2889">
                  <c:v>41548</c:v>
                </c:pt>
                <c:pt idx="2890">
                  <c:v>41549</c:v>
                </c:pt>
                <c:pt idx="2891">
                  <c:v>41550</c:v>
                </c:pt>
                <c:pt idx="2892">
                  <c:v>41551</c:v>
                </c:pt>
                <c:pt idx="2893">
                  <c:v>41554</c:v>
                </c:pt>
                <c:pt idx="2894">
                  <c:v>41555</c:v>
                </c:pt>
                <c:pt idx="2895">
                  <c:v>41556</c:v>
                </c:pt>
                <c:pt idx="2896">
                  <c:v>41557</c:v>
                </c:pt>
                <c:pt idx="2897">
                  <c:v>41558</c:v>
                </c:pt>
                <c:pt idx="2898">
                  <c:v>41561</c:v>
                </c:pt>
                <c:pt idx="2899">
                  <c:v>41562</c:v>
                </c:pt>
                <c:pt idx="2900">
                  <c:v>41563</c:v>
                </c:pt>
                <c:pt idx="2901">
                  <c:v>41564</c:v>
                </c:pt>
                <c:pt idx="2902">
                  <c:v>41565</c:v>
                </c:pt>
                <c:pt idx="2903">
                  <c:v>41568</c:v>
                </c:pt>
                <c:pt idx="2904">
                  <c:v>41569</c:v>
                </c:pt>
                <c:pt idx="2905">
                  <c:v>41570</c:v>
                </c:pt>
                <c:pt idx="2906">
                  <c:v>41571</c:v>
                </c:pt>
                <c:pt idx="2907">
                  <c:v>41572</c:v>
                </c:pt>
                <c:pt idx="2908">
                  <c:v>41575</c:v>
                </c:pt>
                <c:pt idx="2909">
                  <c:v>41576</c:v>
                </c:pt>
                <c:pt idx="2910">
                  <c:v>41577</c:v>
                </c:pt>
                <c:pt idx="2911">
                  <c:v>41578</c:v>
                </c:pt>
                <c:pt idx="2912">
                  <c:v>41579</c:v>
                </c:pt>
                <c:pt idx="2913">
                  <c:v>41582</c:v>
                </c:pt>
                <c:pt idx="2914">
                  <c:v>41583</c:v>
                </c:pt>
                <c:pt idx="2915">
                  <c:v>41584</c:v>
                </c:pt>
                <c:pt idx="2916">
                  <c:v>41585</c:v>
                </c:pt>
                <c:pt idx="2917">
                  <c:v>41586</c:v>
                </c:pt>
                <c:pt idx="2918">
                  <c:v>41589</c:v>
                </c:pt>
                <c:pt idx="2919">
                  <c:v>41590</c:v>
                </c:pt>
                <c:pt idx="2920">
                  <c:v>41591</c:v>
                </c:pt>
                <c:pt idx="2921">
                  <c:v>41592</c:v>
                </c:pt>
                <c:pt idx="2922">
                  <c:v>41596</c:v>
                </c:pt>
                <c:pt idx="2923">
                  <c:v>41597</c:v>
                </c:pt>
                <c:pt idx="2924">
                  <c:v>41599</c:v>
                </c:pt>
                <c:pt idx="2925">
                  <c:v>41600</c:v>
                </c:pt>
                <c:pt idx="2926">
                  <c:v>41603</c:v>
                </c:pt>
                <c:pt idx="2927">
                  <c:v>41604</c:v>
                </c:pt>
                <c:pt idx="2928">
                  <c:v>41605</c:v>
                </c:pt>
                <c:pt idx="2929">
                  <c:v>41606</c:v>
                </c:pt>
                <c:pt idx="2930">
                  <c:v>41607</c:v>
                </c:pt>
                <c:pt idx="2931">
                  <c:v>41610</c:v>
                </c:pt>
                <c:pt idx="2932">
                  <c:v>41611</c:v>
                </c:pt>
                <c:pt idx="2933">
                  <c:v>41612</c:v>
                </c:pt>
                <c:pt idx="2934">
                  <c:v>41613</c:v>
                </c:pt>
                <c:pt idx="2935">
                  <c:v>41614</c:v>
                </c:pt>
                <c:pt idx="2936">
                  <c:v>41617</c:v>
                </c:pt>
                <c:pt idx="2937">
                  <c:v>41618</c:v>
                </c:pt>
                <c:pt idx="2938">
                  <c:v>41619</c:v>
                </c:pt>
                <c:pt idx="2939">
                  <c:v>41620</c:v>
                </c:pt>
                <c:pt idx="2940">
                  <c:v>41621</c:v>
                </c:pt>
                <c:pt idx="2941">
                  <c:v>41624</c:v>
                </c:pt>
                <c:pt idx="2942">
                  <c:v>41625</c:v>
                </c:pt>
                <c:pt idx="2943">
                  <c:v>41626</c:v>
                </c:pt>
                <c:pt idx="2944">
                  <c:v>41627</c:v>
                </c:pt>
                <c:pt idx="2945">
                  <c:v>41628</c:v>
                </c:pt>
                <c:pt idx="2946">
                  <c:v>41631</c:v>
                </c:pt>
                <c:pt idx="2947">
                  <c:v>41634</c:v>
                </c:pt>
                <c:pt idx="2948">
                  <c:v>41635</c:v>
                </c:pt>
                <c:pt idx="2949">
                  <c:v>41638</c:v>
                </c:pt>
                <c:pt idx="2950">
                  <c:v>41641</c:v>
                </c:pt>
                <c:pt idx="2951">
                  <c:v>41642</c:v>
                </c:pt>
                <c:pt idx="2952">
                  <c:v>41645</c:v>
                </c:pt>
                <c:pt idx="2953">
                  <c:v>41646</c:v>
                </c:pt>
                <c:pt idx="2954">
                  <c:v>41647</c:v>
                </c:pt>
                <c:pt idx="2955">
                  <c:v>41648</c:v>
                </c:pt>
                <c:pt idx="2956">
                  <c:v>41649</c:v>
                </c:pt>
                <c:pt idx="2957">
                  <c:v>41652</c:v>
                </c:pt>
                <c:pt idx="2958">
                  <c:v>41653</c:v>
                </c:pt>
                <c:pt idx="2959">
                  <c:v>41654</c:v>
                </c:pt>
                <c:pt idx="2960">
                  <c:v>41655</c:v>
                </c:pt>
                <c:pt idx="2961">
                  <c:v>41656</c:v>
                </c:pt>
                <c:pt idx="2962">
                  <c:v>41659</c:v>
                </c:pt>
                <c:pt idx="2963">
                  <c:v>41660</c:v>
                </c:pt>
                <c:pt idx="2964">
                  <c:v>41661</c:v>
                </c:pt>
                <c:pt idx="2965">
                  <c:v>41662</c:v>
                </c:pt>
                <c:pt idx="2966">
                  <c:v>41663</c:v>
                </c:pt>
                <c:pt idx="2967">
                  <c:v>41666</c:v>
                </c:pt>
                <c:pt idx="2968">
                  <c:v>41667</c:v>
                </c:pt>
                <c:pt idx="2969">
                  <c:v>41668</c:v>
                </c:pt>
                <c:pt idx="2970">
                  <c:v>41669</c:v>
                </c:pt>
                <c:pt idx="2971">
                  <c:v>41670</c:v>
                </c:pt>
                <c:pt idx="2972">
                  <c:v>41673</c:v>
                </c:pt>
                <c:pt idx="2973">
                  <c:v>41674</c:v>
                </c:pt>
                <c:pt idx="2974">
                  <c:v>41675</c:v>
                </c:pt>
                <c:pt idx="2975">
                  <c:v>41676</c:v>
                </c:pt>
                <c:pt idx="2976">
                  <c:v>41677</c:v>
                </c:pt>
                <c:pt idx="2977">
                  <c:v>41680</c:v>
                </c:pt>
                <c:pt idx="2978">
                  <c:v>41681</c:v>
                </c:pt>
                <c:pt idx="2979">
                  <c:v>41682</c:v>
                </c:pt>
                <c:pt idx="2980">
                  <c:v>41683</c:v>
                </c:pt>
                <c:pt idx="2981">
                  <c:v>41684</c:v>
                </c:pt>
                <c:pt idx="2982">
                  <c:v>41687</c:v>
                </c:pt>
                <c:pt idx="2983">
                  <c:v>41688</c:v>
                </c:pt>
                <c:pt idx="2984">
                  <c:v>41689</c:v>
                </c:pt>
                <c:pt idx="2985">
                  <c:v>41690</c:v>
                </c:pt>
                <c:pt idx="2986">
                  <c:v>41691</c:v>
                </c:pt>
                <c:pt idx="2987">
                  <c:v>41694</c:v>
                </c:pt>
                <c:pt idx="2988">
                  <c:v>41695</c:v>
                </c:pt>
                <c:pt idx="2989">
                  <c:v>41696</c:v>
                </c:pt>
                <c:pt idx="2990">
                  <c:v>41697</c:v>
                </c:pt>
                <c:pt idx="2991">
                  <c:v>41698</c:v>
                </c:pt>
                <c:pt idx="2992">
                  <c:v>41703</c:v>
                </c:pt>
                <c:pt idx="2993">
                  <c:v>41704</c:v>
                </c:pt>
                <c:pt idx="2994">
                  <c:v>41705</c:v>
                </c:pt>
                <c:pt idx="2995">
                  <c:v>41708</c:v>
                </c:pt>
                <c:pt idx="2996">
                  <c:v>41709</c:v>
                </c:pt>
                <c:pt idx="2997">
                  <c:v>41710</c:v>
                </c:pt>
                <c:pt idx="2998">
                  <c:v>41711</c:v>
                </c:pt>
                <c:pt idx="2999">
                  <c:v>41712</c:v>
                </c:pt>
                <c:pt idx="3000">
                  <c:v>41715</c:v>
                </c:pt>
                <c:pt idx="3001">
                  <c:v>41716</c:v>
                </c:pt>
                <c:pt idx="3002">
                  <c:v>41717</c:v>
                </c:pt>
                <c:pt idx="3003">
                  <c:v>41718</c:v>
                </c:pt>
                <c:pt idx="3004">
                  <c:v>41719</c:v>
                </c:pt>
                <c:pt idx="3005">
                  <c:v>41722</c:v>
                </c:pt>
                <c:pt idx="3006">
                  <c:v>41723</c:v>
                </c:pt>
                <c:pt idx="3007">
                  <c:v>41724</c:v>
                </c:pt>
                <c:pt idx="3008">
                  <c:v>41725</c:v>
                </c:pt>
                <c:pt idx="3009">
                  <c:v>41726</c:v>
                </c:pt>
                <c:pt idx="3010">
                  <c:v>41729</c:v>
                </c:pt>
                <c:pt idx="3011">
                  <c:v>41730</c:v>
                </c:pt>
                <c:pt idx="3012">
                  <c:v>41731</c:v>
                </c:pt>
                <c:pt idx="3013">
                  <c:v>41732</c:v>
                </c:pt>
                <c:pt idx="3014">
                  <c:v>41733</c:v>
                </c:pt>
                <c:pt idx="3015">
                  <c:v>41736</c:v>
                </c:pt>
                <c:pt idx="3016">
                  <c:v>41737</c:v>
                </c:pt>
                <c:pt idx="3017">
                  <c:v>41738</c:v>
                </c:pt>
                <c:pt idx="3018">
                  <c:v>41739</c:v>
                </c:pt>
                <c:pt idx="3019">
                  <c:v>41740</c:v>
                </c:pt>
                <c:pt idx="3020">
                  <c:v>41743</c:v>
                </c:pt>
                <c:pt idx="3021">
                  <c:v>41744</c:v>
                </c:pt>
                <c:pt idx="3022">
                  <c:v>41745</c:v>
                </c:pt>
                <c:pt idx="3023">
                  <c:v>41746</c:v>
                </c:pt>
                <c:pt idx="3024">
                  <c:v>41751</c:v>
                </c:pt>
                <c:pt idx="3025">
                  <c:v>41752</c:v>
                </c:pt>
                <c:pt idx="3026">
                  <c:v>41753</c:v>
                </c:pt>
                <c:pt idx="3027">
                  <c:v>41754</c:v>
                </c:pt>
                <c:pt idx="3028">
                  <c:v>41757</c:v>
                </c:pt>
                <c:pt idx="3029">
                  <c:v>41758</c:v>
                </c:pt>
                <c:pt idx="3030">
                  <c:v>41759</c:v>
                </c:pt>
                <c:pt idx="3031">
                  <c:v>41761</c:v>
                </c:pt>
                <c:pt idx="3032">
                  <c:v>41764</c:v>
                </c:pt>
                <c:pt idx="3033">
                  <c:v>41765</c:v>
                </c:pt>
                <c:pt idx="3034">
                  <c:v>41766</c:v>
                </c:pt>
                <c:pt idx="3035">
                  <c:v>41767</c:v>
                </c:pt>
                <c:pt idx="3036">
                  <c:v>41768</c:v>
                </c:pt>
                <c:pt idx="3037">
                  <c:v>41771</c:v>
                </c:pt>
                <c:pt idx="3038">
                  <c:v>41772</c:v>
                </c:pt>
                <c:pt idx="3039">
                  <c:v>41773</c:v>
                </c:pt>
                <c:pt idx="3040">
                  <c:v>41774</c:v>
                </c:pt>
                <c:pt idx="3041">
                  <c:v>41775</c:v>
                </c:pt>
                <c:pt idx="3042">
                  <c:v>41778</c:v>
                </c:pt>
                <c:pt idx="3043">
                  <c:v>41779</c:v>
                </c:pt>
                <c:pt idx="3044">
                  <c:v>41780</c:v>
                </c:pt>
                <c:pt idx="3045">
                  <c:v>41781</c:v>
                </c:pt>
                <c:pt idx="3046">
                  <c:v>41782</c:v>
                </c:pt>
                <c:pt idx="3047">
                  <c:v>41785</c:v>
                </c:pt>
                <c:pt idx="3048">
                  <c:v>41786</c:v>
                </c:pt>
                <c:pt idx="3049">
                  <c:v>41787</c:v>
                </c:pt>
                <c:pt idx="3050">
                  <c:v>41788</c:v>
                </c:pt>
                <c:pt idx="3051">
                  <c:v>41789</c:v>
                </c:pt>
                <c:pt idx="3052">
                  <c:v>41792</c:v>
                </c:pt>
                <c:pt idx="3053">
                  <c:v>41793</c:v>
                </c:pt>
                <c:pt idx="3054">
                  <c:v>41794</c:v>
                </c:pt>
                <c:pt idx="3055">
                  <c:v>41795</c:v>
                </c:pt>
                <c:pt idx="3056">
                  <c:v>41796</c:v>
                </c:pt>
                <c:pt idx="3057">
                  <c:v>41799</c:v>
                </c:pt>
                <c:pt idx="3058">
                  <c:v>41800</c:v>
                </c:pt>
                <c:pt idx="3059">
                  <c:v>41801</c:v>
                </c:pt>
                <c:pt idx="3060">
                  <c:v>41803</c:v>
                </c:pt>
                <c:pt idx="3061">
                  <c:v>41806</c:v>
                </c:pt>
                <c:pt idx="3062">
                  <c:v>41807</c:v>
                </c:pt>
                <c:pt idx="3063">
                  <c:v>41808</c:v>
                </c:pt>
                <c:pt idx="3064">
                  <c:v>41810</c:v>
                </c:pt>
                <c:pt idx="3065">
                  <c:v>41813</c:v>
                </c:pt>
                <c:pt idx="3066">
                  <c:v>41814</c:v>
                </c:pt>
                <c:pt idx="3067">
                  <c:v>41815</c:v>
                </c:pt>
                <c:pt idx="3068">
                  <c:v>41816</c:v>
                </c:pt>
                <c:pt idx="3069">
                  <c:v>41817</c:v>
                </c:pt>
                <c:pt idx="3070">
                  <c:v>41820</c:v>
                </c:pt>
                <c:pt idx="3071">
                  <c:v>41821</c:v>
                </c:pt>
                <c:pt idx="3072">
                  <c:v>41822</c:v>
                </c:pt>
                <c:pt idx="3073">
                  <c:v>41823</c:v>
                </c:pt>
                <c:pt idx="3074">
                  <c:v>41824</c:v>
                </c:pt>
                <c:pt idx="3075">
                  <c:v>41827</c:v>
                </c:pt>
                <c:pt idx="3076">
                  <c:v>41828</c:v>
                </c:pt>
                <c:pt idx="3077">
                  <c:v>41830</c:v>
                </c:pt>
                <c:pt idx="3078">
                  <c:v>41831</c:v>
                </c:pt>
                <c:pt idx="3079">
                  <c:v>41834</c:v>
                </c:pt>
                <c:pt idx="3080">
                  <c:v>41835</c:v>
                </c:pt>
                <c:pt idx="3081">
                  <c:v>41836</c:v>
                </c:pt>
                <c:pt idx="3082">
                  <c:v>41837</c:v>
                </c:pt>
                <c:pt idx="3083">
                  <c:v>41838</c:v>
                </c:pt>
                <c:pt idx="3084">
                  <c:v>41841</c:v>
                </c:pt>
                <c:pt idx="3085">
                  <c:v>41842</c:v>
                </c:pt>
                <c:pt idx="3086">
                  <c:v>41843</c:v>
                </c:pt>
                <c:pt idx="3087">
                  <c:v>41844</c:v>
                </c:pt>
                <c:pt idx="3088">
                  <c:v>41845</c:v>
                </c:pt>
                <c:pt idx="3089">
                  <c:v>41848</c:v>
                </c:pt>
                <c:pt idx="3090">
                  <c:v>41849</c:v>
                </c:pt>
                <c:pt idx="3091">
                  <c:v>41850</c:v>
                </c:pt>
                <c:pt idx="3092">
                  <c:v>41851</c:v>
                </c:pt>
                <c:pt idx="3093">
                  <c:v>41852</c:v>
                </c:pt>
                <c:pt idx="3094">
                  <c:v>41855</c:v>
                </c:pt>
                <c:pt idx="3095">
                  <c:v>41856</c:v>
                </c:pt>
                <c:pt idx="3096">
                  <c:v>41857</c:v>
                </c:pt>
                <c:pt idx="3097">
                  <c:v>41858</c:v>
                </c:pt>
                <c:pt idx="3098">
                  <c:v>41859</c:v>
                </c:pt>
                <c:pt idx="3099">
                  <c:v>41862</c:v>
                </c:pt>
                <c:pt idx="3100">
                  <c:v>41863</c:v>
                </c:pt>
                <c:pt idx="3101">
                  <c:v>41864</c:v>
                </c:pt>
                <c:pt idx="3102">
                  <c:v>41865</c:v>
                </c:pt>
                <c:pt idx="3103">
                  <c:v>41866</c:v>
                </c:pt>
                <c:pt idx="3104">
                  <c:v>41869</c:v>
                </c:pt>
                <c:pt idx="3105">
                  <c:v>41870</c:v>
                </c:pt>
                <c:pt idx="3106">
                  <c:v>41871</c:v>
                </c:pt>
                <c:pt idx="3107">
                  <c:v>41872</c:v>
                </c:pt>
                <c:pt idx="3108">
                  <c:v>41873</c:v>
                </c:pt>
                <c:pt idx="3109">
                  <c:v>41876</c:v>
                </c:pt>
                <c:pt idx="3110">
                  <c:v>41877</c:v>
                </c:pt>
                <c:pt idx="3111">
                  <c:v>41878</c:v>
                </c:pt>
                <c:pt idx="3112">
                  <c:v>41879</c:v>
                </c:pt>
                <c:pt idx="3113">
                  <c:v>41880</c:v>
                </c:pt>
                <c:pt idx="3114">
                  <c:v>41883</c:v>
                </c:pt>
                <c:pt idx="3115">
                  <c:v>41884</c:v>
                </c:pt>
                <c:pt idx="3116">
                  <c:v>41885</c:v>
                </c:pt>
                <c:pt idx="3117">
                  <c:v>41886</c:v>
                </c:pt>
                <c:pt idx="3118">
                  <c:v>41887</c:v>
                </c:pt>
                <c:pt idx="3119">
                  <c:v>41890</c:v>
                </c:pt>
                <c:pt idx="3120">
                  <c:v>41891</c:v>
                </c:pt>
                <c:pt idx="3121">
                  <c:v>41892</c:v>
                </c:pt>
                <c:pt idx="3122">
                  <c:v>41893</c:v>
                </c:pt>
                <c:pt idx="3123">
                  <c:v>41894</c:v>
                </c:pt>
                <c:pt idx="3124">
                  <c:v>41897</c:v>
                </c:pt>
                <c:pt idx="3125">
                  <c:v>41898</c:v>
                </c:pt>
                <c:pt idx="3126">
                  <c:v>41899</c:v>
                </c:pt>
                <c:pt idx="3127">
                  <c:v>41900</c:v>
                </c:pt>
                <c:pt idx="3128">
                  <c:v>41901</c:v>
                </c:pt>
                <c:pt idx="3129">
                  <c:v>41904</c:v>
                </c:pt>
                <c:pt idx="3130">
                  <c:v>41905</c:v>
                </c:pt>
                <c:pt idx="3131">
                  <c:v>41906</c:v>
                </c:pt>
                <c:pt idx="3132">
                  <c:v>41907</c:v>
                </c:pt>
                <c:pt idx="3133">
                  <c:v>41908</c:v>
                </c:pt>
                <c:pt idx="3134">
                  <c:v>41911</c:v>
                </c:pt>
                <c:pt idx="3135">
                  <c:v>41912</c:v>
                </c:pt>
                <c:pt idx="3136">
                  <c:v>41913</c:v>
                </c:pt>
                <c:pt idx="3137">
                  <c:v>41914</c:v>
                </c:pt>
                <c:pt idx="3138">
                  <c:v>41915</c:v>
                </c:pt>
                <c:pt idx="3139">
                  <c:v>41918</c:v>
                </c:pt>
                <c:pt idx="3140">
                  <c:v>41919</c:v>
                </c:pt>
                <c:pt idx="3141">
                  <c:v>41920</c:v>
                </c:pt>
                <c:pt idx="3142">
                  <c:v>41921</c:v>
                </c:pt>
                <c:pt idx="3143">
                  <c:v>41922</c:v>
                </c:pt>
                <c:pt idx="3144">
                  <c:v>41925</c:v>
                </c:pt>
                <c:pt idx="3145">
                  <c:v>41926</c:v>
                </c:pt>
                <c:pt idx="3146">
                  <c:v>41927</c:v>
                </c:pt>
                <c:pt idx="3147">
                  <c:v>41928</c:v>
                </c:pt>
                <c:pt idx="3148">
                  <c:v>41929</c:v>
                </c:pt>
                <c:pt idx="3149">
                  <c:v>41932</c:v>
                </c:pt>
                <c:pt idx="3150">
                  <c:v>41933</c:v>
                </c:pt>
                <c:pt idx="3151">
                  <c:v>41934</c:v>
                </c:pt>
                <c:pt idx="3152">
                  <c:v>41935</c:v>
                </c:pt>
                <c:pt idx="3153">
                  <c:v>41936</c:v>
                </c:pt>
                <c:pt idx="3154">
                  <c:v>41939</c:v>
                </c:pt>
                <c:pt idx="3155">
                  <c:v>41940</c:v>
                </c:pt>
                <c:pt idx="3156">
                  <c:v>41941</c:v>
                </c:pt>
                <c:pt idx="3157">
                  <c:v>41942</c:v>
                </c:pt>
                <c:pt idx="3158">
                  <c:v>41943</c:v>
                </c:pt>
                <c:pt idx="3159">
                  <c:v>41946</c:v>
                </c:pt>
                <c:pt idx="3160">
                  <c:v>41947</c:v>
                </c:pt>
                <c:pt idx="3161">
                  <c:v>41948</c:v>
                </c:pt>
                <c:pt idx="3162">
                  <c:v>41949</c:v>
                </c:pt>
                <c:pt idx="3163">
                  <c:v>41950</c:v>
                </c:pt>
                <c:pt idx="3164">
                  <c:v>41953</c:v>
                </c:pt>
                <c:pt idx="3165">
                  <c:v>41954</c:v>
                </c:pt>
                <c:pt idx="3166">
                  <c:v>41955</c:v>
                </c:pt>
                <c:pt idx="3167">
                  <c:v>41956</c:v>
                </c:pt>
                <c:pt idx="3168">
                  <c:v>41957</c:v>
                </c:pt>
                <c:pt idx="3169">
                  <c:v>41960</c:v>
                </c:pt>
                <c:pt idx="3170">
                  <c:v>41961</c:v>
                </c:pt>
                <c:pt idx="3171">
                  <c:v>41962</c:v>
                </c:pt>
                <c:pt idx="3172">
                  <c:v>41964</c:v>
                </c:pt>
                <c:pt idx="3173">
                  <c:v>41967</c:v>
                </c:pt>
                <c:pt idx="3174">
                  <c:v>41968</c:v>
                </c:pt>
                <c:pt idx="3175">
                  <c:v>41969</c:v>
                </c:pt>
                <c:pt idx="3176">
                  <c:v>41970</c:v>
                </c:pt>
                <c:pt idx="3177">
                  <c:v>41971</c:v>
                </c:pt>
                <c:pt idx="3178">
                  <c:v>41974</c:v>
                </c:pt>
                <c:pt idx="3179">
                  <c:v>41975</c:v>
                </c:pt>
                <c:pt idx="3180">
                  <c:v>41976</c:v>
                </c:pt>
                <c:pt idx="3181">
                  <c:v>41977</c:v>
                </c:pt>
                <c:pt idx="3182">
                  <c:v>41978</c:v>
                </c:pt>
                <c:pt idx="3183">
                  <c:v>41981</c:v>
                </c:pt>
                <c:pt idx="3184">
                  <c:v>41982</c:v>
                </c:pt>
                <c:pt idx="3185">
                  <c:v>41983</c:v>
                </c:pt>
                <c:pt idx="3186">
                  <c:v>41984</c:v>
                </c:pt>
                <c:pt idx="3187">
                  <c:v>41985</c:v>
                </c:pt>
                <c:pt idx="3188">
                  <c:v>41988</c:v>
                </c:pt>
                <c:pt idx="3189">
                  <c:v>41989</c:v>
                </c:pt>
                <c:pt idx="3190">
                  <c:v>41990</c:v>
                </c:pt>
                <c:pt idx="3191">
                  <c:v>41991</c:v>
                </c:pt>
                <c:pt idx="3192">
                  <c:v>41992</c:v>
                </c:pt>
                <c:pt idx="3193">
                  <c:v>41995</c:v>
                </c:pt>
                <c:pt idx="3194">
                  <c:v>41996</c:v>
                </c:pt>
                <c:pt idx="3195">
                  <c:v>41999</c:v>
                </c:pt>
                <c:pt idx="3196">
                  <c:v>42002</c:v>
                </c:pt>
                <c:pt idx="3197">
                  <c:v>42003</c:v>
                </c:pt>
                <c:pt idx="3198">
                  <c:v>42006</c:v>
                </c:pt>
                <c:pt idx="3199">
                  <c:v>42009</c:v>
                </c:pt>
                <c:pt idx="3200">
                  <c:v>42010</c:v>
                </c:pt>
                <c:pt idx="3201">
                  <c:v>42011</c:v>
                </c:pt>
                <c:pt idx="3202">
                  <c:v>42012</c:v>
                </c:pt>
                <c:pt idx="3203">
                  <c:v>42013</c:v>
                </c:pt>
                <c:pt idx="3204">
                  <c:v>42016</c:v>
                </c:pt>
                <c:pt idx="3205">
                  <c:v>42017</c:v>
                </c:pt>
                <c:pt idx="3206">
                  <c:v>42018</c:v>
                </c:pt>
                <c:pt idx="3207">
                  <c:v>42019</c:v>
                </c:pt>
                <c:pt idx="3208">
                  <c:v>42020</c:v>
                </c:pt>
                <c:pt idx="3209">
                  <c:v>42023</c:v>
                </c:pt>
                <c:pt idx="3210">
                  <c:v>42024</c:v>
                </c:pt>
                <c:pt idx="3211">
                  <c:v>42025</c:v>
                </c:pt>
                <c:pt idx="3212">
                  <c:v>42026</c:v>
                </c:pt>
                <c:pt idx="3213">
                  <c:v>42027</c:v>
                </c:pt>
                <c:pt idx="3214">
                  <c:v>42030</c:v>
                </c:pt>
                <c:pt idx="3215">
                  <c:v>42031</c:v>
                </c:pt>
                <c:pt idx="3216">
                  <c:v>42032</c:v>
                </c:pt>
                <c:pt idx="3217">
                  <c:v>42033</c:v>
                </c:pt>
                <c:pt idx="3218">
                  <c:v>42034</c:v>
                </c:pt>
                <c:pt idx="3219">
                  <c:v>42037</c:v>
                </c:pt>
                <c:pt idx="3220">
                  <c:v>42038</c:v>
                </c:pt>
                <c:pt idx="3221">
                  <c:v>42039</c:v>
                </c:pt>
                <c:pt idx="3222">
                  <c:v>42040</c:v>
                </c:pt>
                <c:pt idx="3223">
                  <c:v>42041</c:v>
                </c:pt>
                <c:pt idx="3224">
                  <c:v>42044</c:v>
                </c:pt>
                <c:pt idx="3225">
                  <c:v>42045</c:v>
                </c:pt>
                <c:pt idx="3226">
                  <c:v>42046</c:v>
                </c:pt>
                <c:pt idx="3227">
                  <c:v>42047</c:v>
                </c:pt>
                <c:pt idx="3228">
                  <c:v>42048</c:v>
                </c:pt>
                <c:pt idx="3229">
                  <c:v>42053</c:v>
                </c:pt>
                <c:pt idx="3230">
                  <c:v>42054</c:v>
                </c:pt>
                <c:pt idx="3231">
                  <c:v>42055</c:v>
                </c:pt>
                <c:pt idx="3232">
                  <c:v>42058</c:v>
                </c:pt>
                <c:pt idx="3233">
                  <c:v>42059</c:v>
                </c:pt>
                <c:pt idx="3234">
                  <c:v>42060</c:v>
                </c:pt>
                <c:pt idx="3235">
                  <c:v>42061</c:v>
                </c:pt>
                <c:pt idx="3236">
                  <c:v>42062</c:v>
                </c:pt>
                <c:pt idx="3237">
                  <c:v>42065</c:v>
                </c:pt>
                <c:pt idx="3238">
                  <c:v>42066</c:v>
                </c:pt>
                <c:pt idx="3239">
                  <c:v>42067</c:v>
                </c:pt>
                <c:pt idx="3240">
                  <c:v>42068</c:v>
                </c:pt>
                <c:pt idx="3241">
                  <c:v>42069</c:v>
                </c:pt>
                <c:pt idx="3242">
                  <c:v>42072</c:v>
                </c:pt>
                <c:pt idx="3243">
                  <c:v>42073</c:v>
                </c:pt>
                <c:pt idx="3244">
                  <c:v>42074</c:v>
                </c:pt>
                <c:pt idx="3245">
                  <c:v>42075</c:v>
                </c:pt>
                <c:pt idx="3246">
                  <c:v>42076</c:v>
                </c:pt>
                <c:pt idx="3247">
                  <c:v>42079</c:v>
                </c:pt>
                <c:pt idx="3248">
                  <c:v>42080</c:v>
                </c:pt>
                <c:pt idx="3249">
                  <c:v>42081</c:v>
                </c:pt>
                <c:pt idx="3250">
                  <c:v>42082</c:v>
                </c:pt>
                <c:pt idx="3251">
                  <c:v>42083</c:v>
                </c:pt>
                <c:pt idx="3252">
                  <c:v>42086</c:v>
                </c:pt>
                <c:pt idx="3253">
                  <c:v>42087</c:v>
                </c:pt>
                <c:pt idx="3254">
                  <c:v>42088</c:v>
                </c:pt>
                <c:pt idx="3255">
                  <c:v>42089</c:v>
                </c:pt>
                <c:pt idx="3256">
                  <c:v>42090</c:v>
                </c:pt>
                <c:pt idx="3257">
                  <c:v>42093</c:v>
                </c:pt>
                <c:pt idx="3258">
                  <c:v>42094</c:v>
                </c:pt>
                <c:pt idx="3259">
                  <c:v>42095</c:v>
                </c:pt>
                <c:pt idx="3260">
                  <c:v>42096</c:v>
                </c:pt>
                <c:pt idx="3261">
                  <c:v>42100</c:v>
                </c:pt>
                <c:pt idx="3262">
                  <c:v>42101</c:v>
                </c:pt>
                <c:pt idx="3263">
                  <c:v>42102</c:v>
                </c:pt>
                <c:pt idx="3264">
                  <c:v>42103</c:v>
                </c:pt>
                <c:pt idx="3265">
                  <c:v>42104</c:v>
                </c:pt>
                <c:pt idx="3266">
                  <c:v>42107</c:v>
                </c:pt>
                <c:pt idx="3267">
                  <c:v>42108</c:v>
                </c:pt>
                <c:pt idx="3268">
                  <c:v>42109</c:v>
                </c:pt>
                <c:pt idx="3269">
                  <c:v>42110</c:v>
                </c:pt>
                <c:pt idx="3270">
                  <c:v>42111</c:v>
                </c:pt>
                <c:pt idx="3271">
                  <c:v>42114</c:v>
                </c:pt>
                <c:pt idx="3272">
                  <c:v>42116</c:v>
                </c:pt>
                <c:pt idx="3273">
                  <c:v>42117</c:v>
                </c:pt>
                <c:pt idx="3274">
                  <c:v>42118</c:v>
                </c:pt>
                <c:pt idx="3275">
                  <c:v>42121</c:v>
                </c:pt>
                <c:pt idx="3276">
                  <c:v>42122</c:v>
                </c:pt>
                <c:pt idx="3277">
                  <c:v>42123</c:v>
                </c:pt>
                <c:pt idx="3278">
                  <c:v>42124</c:v>
                </c:pt>
                <c:pt idx="3279">
                  <c:v>42128</c:v>
                </c:pt>
                <c:pt idx="3280">
                  <c:v>42129</c:v>
                </c:pt>
                <c:pt idx="3281">
                  <c:v>42130</c:v>
                </c:pt>
                <c:pt idx="3282">
                  <c:v>42131</c:v>
                </c:pt>
                <c:pt idx="3283">
                  <c:v>42132</c:v>
                </c:pt>
                <c:pt idx="3284">
                  <c:v>42135</c:v>
                </c:pt>
                <c:pt idx="3285">
                  <c:v>42136</c:v>
                </c:pt>
                <c:pt idx="3286">
                  <c:v>42137</c:v>
                </c:pt>
                <c:pt idx="3287">
                  <c:v>42138</c:v>
                </c:pt>
                <c:pt idx="3288">
                  <c:v>42139</c:v>
                </c:pt>
                <c:pt idx="3289">
                  <c:v>42142</c:v>
                </c:pt>
                <c:pt idx="3290">
                  <c:v>42143</c:v>
                </c:pt>
                <c:pt idx="3291">
                  <c:v>42144</c:v>
                </c:pt>
                <c:pt idx="3292">
                  <c:v>42145</c:v>
                </c:pt>
                <c:pt idx="3293">
                  <c:v>42146</c:v>
                </c:pt>
                <c:pt idx="3294">
                  <c:v>42149</c:v>
                </c:pt>
                <c:pt idx="3295">
                  <c:v>42150</c:v>
                </c:pt>
                <c:pt idx="3296">
                  <c:v>42151</c:v>
                </c:pt>
                <c:pt idx="3297">
                  <c:v>42152</c:v>
                </c:pt>
                <c:pt idx="3298">
                  <c:v>42153</c:v>
                </c:pt>
                <c:pt idx="3299">
                  <c:v>42156</c:v>
                </c:pt>
                <c:pt idx="3300">
                  <c:v>42157</c:v>
                </c:pt>
                <c:pt idx="3301">
                  <c:v>42158</c:v>
                </c:pt>
                <c:pt idx="3302">
                  <c:v>42160</c:v>
                </c:pt>
                <c:pt idx="3303">
                  <c:v>42163</c:v>
                </c:pt>
                <c:pt idx="3304">
                  <c:v>42164</c:v>
                </c:pt>
                <c:pt idx="3305">
                  <c:v>42165</c:v>
                </c:pt>
                <c:pt idx="3306">
                  <c:v>42166</c:v>
                </c:pt>
                <c:pt idx="3307">
                  <c:v>42167</c:v>
                </c:pt>
                <c:pt idx="3308">
                  <c:v>42170</c:v>
                </c:pt>
                <c:pt idx="3309">
                  <c:v>42171</c:v>
                </c:pt>
                <c:pt idx="3310">
                  <c:v>42172</c:v>
                </c:pt>
                <c:pt idx="3311">
                  <c:v>42173</c:v>
                </c:pt>
                <c:pt idx="3312">
                  <c:v>42174</c:v>
                </c:pt>
                <c:pt idx="3313">
                  <c:v>42177</c:v>
                </c:pt>
                <c:pt idx="3314">
                  <c:v>42178</c:v>
                </c:pt>
                <c:pt idx="3315">
                  <c:v>42179</c:v>
                </c:pt>
                <c:pt idx="3316">
                  <c:v>42180</c:v>
                </c:pt>
                <c:pt idx="3317">
                  <c:v>42181</c:v>
                </c:pt>
                <c:pt idx="3318">
                  <c:v>42184</c:v>
                </c:pt>
                <c:pt idx="3319">
                  <c:v>42185</c:v>
                </c:pt>
                <c:pt idx="3320">
                  <c:v>42186</c:v>
                </c:pt>
                <c:pt idx="3321">
                  <c:v>42187</c:v>
                </c:pt>
                <c:pt idx="3322">
                  <c:v>42188</c:v>
                </c:pt>
                <c:pt idx="3323">
                  <c:v>42191</c:v>
                </c:pt>
                <c:pt idx="3324">
                  <c:v>42192</c:v>
                </c:pt>
                <c:pt idx="3325">
                  <c:v>42193</c:v>
                </c:pt>
                <c:pt idx="3326">
                  <c:v>42195</c:v>
                </c:pt>
                <c:pt idx="3327">
                  <c:v>42198</c:v>
                </c:pt>
                <c:pt idx="3328">
                  <c:v>42199</c:v>
                </c:pt>
                <c:pt idx="3329">
                  <c:v>42200</c:v>
                </c:pt>
                <c:pt idx="3330">
                  <c:v>42201</c:v>
                </c:pt>
                <c:pt idx="3331">
                  <c:v>42202</c:v>
                </c:pt>
                <c:pt idx="3332">
                  <c:v>42205</c:v>
                </c:pt>
                <c:pt idx="3333">
                  <c:v>42206</c:v>
                </c:pt>
                <c:pt idx="3334">
                  <c:v>42207</c:v>
                </c:pt>
                <c:pt idx="3335">
                  <c:v>42208</c:v>
                </c:pt>
                <c:pt idx="3336">
                  <c:v>42209</c:v>
                </c:pt>
                <c:pt idx="3337">
                  <c:v>42212</c:v>
                </c:pt>
                <c:pt idx="3338">
                  <c:v>42213</c:v>
                </c:pt>
                <c:pt idx="3339">
                  <c:v>42214</c:v>
                </c:pt>
                <c:pt idx="3340">
                  <c:v>42215</c:v>
                </c:pt>
                <c:pt idx="3341">
                  <c:v>42216</c:v>
                </c:pt>
                <c:pt idx="3342">
                  <c:v>42219</c:v>
                </c:pt>
                <c:pt idx="3343">
                  <c:v>42220</c:v>
                </c:pt>
                <c:pt idx="3344">
                  <c:v>42221</c:v>
                </c:pt>
                <c:pt idx="3345">
                  <c:v>42222</c:v>
                </c:pt>
                <c:pt idx="3346">
                  <c:v>42223</c:v>
                </c:pt>
                <c:pt idx="3347">
                  <c:v>42226</c:v>
                </c:pt>
                <c:pt idx="3348">
                  <c:v>42227</c:v>
                </c:pt>
                <c:pt idx="3349">
                  <c:v>42228</c:v>
                </c:pt>
                <c:pt idx="3350">
                  <c:v>42229</c:v>
                </c:pt>
                <c:pt idx="3351">
                  <c:v>42230</c:v>
                </c:pt>
                <c:pt idx="3352">
                  <c:v>42233</c:v>
                </c:pt>
                <c:pt idx="3353">
                  <c:v>42234</c:v>
                </c:pt>
                <c:pt idx="3354">
                  <c:v>42235</c:v>
                </c:pt>
                <c:pt idx="3355">
                  <c:v>42236</c:v>
                </c:pt>
                <c:pt idx="3356">
                  <c:v>42237</c:v>
                </c:pt>
                <c:pt idx="3357">
                  <c:v>42240</c:v>
                </c:pt>
                <c:pt idx="3358">
                  <c:v>42241</c:v>
                </c:pt>
                <c:pt idx="3359">
                  <c:v>42242</c:v>
                </c:pt>
                <c:pt idx="3360">
                  <c:v>42243</c:v>
                </c:pt>
                <c:pt idx="3361">
                  <c:v>42244</c:v>
                </c:pt>
                <c:pt idx="3362">
                  <c:v>42247</c:v>
                </c:pt>
                <c:pt idx="3363">
                  <c:v>42248</c:v>
                </c:pt>
                <c:pt idx="3364">
                  <c:v>42249</c:v>
                </c:pt>
                <c:pt idx="3365">
                  <c:v>42250</c:v>
                </c:pt>
                <c:pt idx="3366">
                  <c:v>42251</c:v>
                </c:pt>
                <c:pt idx="3367">
                  <c:v>42255</c:v>
                </c:pt>
                <c:pt idx="3368">
                  <c:v>42256</c:v>
                </c:pt>
                <c:pt idx="3369">
                  <c:v>42257</c:v>
                </c:pt>
                <c:pt idx="3370">
                  <c:v>42258</c:v>
                </c:pt>
                <c:pt idx="3371">
                  <c:v>42261</c:v>
                </c:pt>
                <c:pt idx="3372">
                  <c:v>42262</c:v>
                </c:pt>
                <c:pt idx="3373">
                  <c:v>42263</c:v>
                </c:pt>
                <c:pt idx="3374">
                  <c:v>42264</c:v>
                </c:pt>
                <c:pt idx="3375">
                  <c:v>42265</c:v>
                </c:pt>
                <c:pt idx="3376">
                  <c:v>42268</c:v>
                </c:pt>
                <c:pt idx="3377">
                  <c:v>42269</c:v>
                </c:pt>
                <c:pt idx="3378">
                  <c:v>42270</c:v>
                </c:pt>
                <c:pt idx="3379">
                  <c:v>42271</c:v>
                </c:pt>
                <c:pt idx="3380">
                  <c:v>42272</c:v>
                </c:pt>
                <c:pt idx="3381">
                  <c:v>42275</c:v>
                </c:pt>
                <c:pt idx="3382">
                  <c:v>42276</c:v>
                </c:pt>
                <c:pt idx="3383">
                  <c:v>42277</c:v>
                </c:pt>
                <c:pt idx="3384">
                  <c:v>42278</c:v>
                </c:pt>
                <c:pt idx="3385">
                  <c:v>42279</c:v>
                </c:pt>
                <c:pt idx="3386">
                  <c:v>42282</c:v>
                </c:pt>
                <c:pt idx="3387">
                  <c:v>42283</c:v>
                </c:pt>
                <c:pt idx="3388">
                  <c:v>42284</c:v>
                </c:pt>
                <c:pt idx="3389">
                  <c:v>42285</c:v>
                </c:pt>
                <c:pt idx="3390">
                  <c:v>42286</c:v>
                </c:pt>
                <c:pt idx="3391">
                  <c:v>42290</c:v>
                </c:pt>
                <c:pt idx="3392">
                  <c:v>42291</c:v>
                </c:pt>
                <c:pt idx="3393">
                  <c:v>42292</c:v>
                </c:pt>
                <c:pt idx="3394">
                  <c:v>42293</c:v>
                </c:pt>
                <c:pt idx="3395">
                  <c:v>42296</c:v>
                </c:pt>
                <c:pt idx="3396">
                  <c:v>42297</c:v>
                </c:pt>
                <c:pt idx="3397">
                  <c:v>42298</c:v>
                </c:pt>
                <c:pt idx="3398">
                  <c:v>42299</c:v>
                </c:pt>
                <c:pt idx="3399">
                  <c:v>42300</c:v>
                </c:pt>
                <c:pt idx="3400">
                  <c:v>42303</c:v>
                </c:pt>
                <c:pt idx="3401">
                  <c:v>42304</c:v>
                </c:pt>
                <c:pt idx="3402">
                  <c:v>42305</c:v>
                </c:pt>
                <c:pt idx="3403">
                  <c:v>42306</c:v>
                </c:pt>
                <c:pt idx="3404">
                  <c:v>42307</c:v>
                </c:pt>
                <c:pt idx="3405">
                  <c:v>42311</c:v>
                </c:pt>
                <c:pt idx="3406">
                  <c:v>42312</c:v>
                </c:pt>
                <c:pt idx="3407">
                  <c:v>42313</c:v>
                </c:pt>
                <c:pt idx="3408">
                  <c:v>42314</c:v>
                </c:pt>
                <c:pt idx="3409">
                  <c:v>42317</c:v>
                </c:pt>
                <c:pt idx="3410">
                  <c:v>42318</c:v>
                </c:pt>
                <c:pt idx="3411">
                  <c:v>42319</c:v>
                </c:pt>
                <c:pt idx="3412">
                  <c:v>42320</c:v>
                </c:pt>
                <c:pt idx="3413">
                  <c:v>42321</c:v>
                </c:pt>
                <c:pt idx="3414">
                  <c:v>42324</c:v>
                </c:pt>
                <c:pt idx="3415">
                  <c:v>42325</c:v>
                </c:pt>
                <c:pt idx="3416">
                  <c:v>42326</c:v>
                </c:pt>
                <c:pt idx="3417">
                  <c:v>42327</c:v>
                </c:pt>
                <c:pt idx="3418">
                  <c:v>42331</c:v>
                </c:pt>
                <c:pt idx="3419">
                  <c:v>42332</c:v>
                </c:pt>
                <c:pt idx="3420">
                  <c:v>42333</c:v>
                </c:pt>
                <c:pt idx="3421">
                  <c:v>42334</c:v>
                </c:pt>
                <c:pt idx="3422">
                  <c:v>42335</c:v>
                </c:pt>
                <c:pt idx="3423">
                  <c:v>42338</c:v>
                </c:pt>
                <c:pt idx="3424">
                  <c:v>42339</c:v>
                </c:pt>
                <c:pt idx="3425">
                  <c:v>42340</c:v>
                </c:pt>
                <c:pt idx="3426">
                  <c:v>42341</c:v>
                </c:pt>
                <c:pt idx="3427">
                  <c:v>42342</c:v>
                </c:pt>
                <c:pt idx="3428">
                  <c:v>42345</c:v>
                </c:pt>
                <c:pt idx="3429">
                  <c:v>42346</c:v>
                </c:pt>
                <c:pt idx="3430">
                  <c:v>42347</c:v>
                </c:pt>
                <c:pt idx="3431">
                  <c:v>42348</c:v>
                </c:pt>
                <c:pt idx="3432">
                  <c:v>42349</c:v>
                </c:pt>
                <c:pt idx="3433">
                  <c:v>42352</c:v>
                </c:pt>
                <c:pt idx="3434">
                  <c:v>42353</c:v>
                </c:pt>
                <c:pt idx="3435">
                  <c:v>42354</c:v>
                </c:pt>
                <c:pt idx="3436">
                  <c:v>42355</c:v>
                </c:pt>
                <c:pt idx="3437">
                  <c:v>42356</c:v>
                </c:pt>
                <c:pt idx="3438">
                  <c:v>42359</c:v>
                </c:pt>
                <c:pt idx="3439">
                  <c:v>42360</c:v>
                </c:pt>
                <c:pt idx="3440">
                  <c:v>42361</c:v>
                </c:pt>
                <c:pt idx="3441">
                  <c:v>42366</c:v>
                </c:pt>
                <c:pt idx="3442">
                  <c:v>42367</c:v>
                </c:pt>
                <c:pt idx="3443">
                  <c:v>42368</c:v>
                </c:pt>
                <c:pt idx="3444">
                  <c:v>42373</c:v>
                </c:pt>
                <c:pt idx="3445">
                  <c:v>42374</c:v>
                </c:pt>
                <c:pt idx="3446">
                  <c:v>42375</c:v>
                </c:pt>
                <c:pt idx="3447">
                  <c:v>42376</c:v>
                </c:pt>
                <c:pt idx="3448">
                  <c:v>42377</c:v>
                </c:pt>
                <c:pt idx="3449">
                  <c:v>42380</c:v>
                </c:pt>
                <c:pt idx="3450">
                  <c:v>42381</c:v>
                </c:pt>
                <c:pt idx="3451">
                  <c:v>42382</c:v>
                </c:pt>
                <c:pt idx="3452">
                  <c:v>42383</c:v>
                </c:pt>
                <c:pt idx="3453">
                  <c:v>42384</c:v>
                </c:pt>
                <c:pt idx="3454">
                  <c:v>42387</c:v>
                </c:pt>
                <c:pt idx="3455">
                  <c:v>42388</c:v>
                </c:pt>
                <c:pt idx="3456">
                  <c:v>42389</c:v>
                </c:pt>
                <c:pt idx="3457">
                  <c:v>42390</c:v>
                </c:pt>
                <c:pt idx="3458">
                  <c:v>42391</c:v>
                </c:pt>
                <c:pt idx="3459">
                  <c:v>42395</c:v>
                </c:pt>
                <c:pt idx="3460">
                  <c:v>42396</c:v>
                </c:pt>
                <c:pt idx="3461">
                  <c:v>42397</c:v>
                </c:pt>
                <c:pt idx="3462">
                  <c:v>42398</c:v>
                </c:pt>
                <c:pt idx="3463">
                  <c:v>42401</c:v>
                </c:pt>
                <c:pt idx="3464">
                  <c:v>42402</c:v>
                </c:pt>
                <c:pt idx="3465">
                  <c:v>42403</c:v>
                </c:pt>
                <c:pt idx="3466">
                  <c:v>42404</c:v>
                </c:pt>
                <c:pt idx="3467">
                  <c:v>42405</c:v>
                </c:pt>
                <c:pt idx="3468">
                  <c:v>42410</c:v>
                </c:pt>
                <c:pt idx="3469">
                  <c:v>42411</c:v>
                </c:pt>
                <c:pt idx="3470">
                  <c:v>42412</c:v>
                </c:pt>
                <c:pt idx="3471">
                  <c:v>42415</c:v>
                </c:pt>
                <c:pt idx="3472">
                  <c:v>42416</c:v>
                </c:pt>
                <c:pt idx="3473">
                  <c:v>42417</c:v>
                </c:pt>
                <c:pt idx="3474">
                  <c:v>42418</c:v>
                </c:pt>
                <c:pt idx="3475">
                  <c:v>42419</c:v>
                </c:pt>
                <c:pt idx="3476">
                  <c:v>42422</c:v>
                </c:pt>
                <c:pt idx="3477">
                  <c:v>42423</c:v>
                </c:pt>
                <c:pt idx="3478">
                  <c:v>42424</c:v>
                </c:pt>
                <c:pt idx="3479">
                  <c:v>42425</c:v>
                </c:pt>
                <c:pt idx="3480">
                  <c:v>42426</c:v>
                </c:pt>
                <c:pt idx="3481">
                  <c:v>42429</c:v>
                </c:pt>
                <c:pt idx="3482">
                  <c:v>42430</c:v>
                </c:pt>
                <c:pt idx="3483">
                  <c:v>42431</c:v>
                </c:pt>
                <c:pt idx="3484">
                  <c:v>42432</c:v>
                </c:pt>
                <c:pt idx="3485">
                  <c:v>42433</c:v>
                </c:pt>
                <c:pt idx="3486">
                  <c:v>42436</c:v>
                </c:pt>
                <c:pt idx="3487">
                  <c:v>42437</c:v>
                </c:pt>
                <c:pt idx="3488">
                  <c:v>42438</c:v>
                </c:pt>
                <c:pt idx="3489">
                  <c:v>42439</c:v>
                </c:pt>
                <c:pt idx="3490">
                  <c:v>42440</c:v>
                </c:pt>
                <c:pt idx="3491">
                  <c:v>42443</c:v>
                </c:pt>
                <c:pt idx="3492">
                  <c:v>42444</c:v>
                </c:pt>
                <c:pt idx="3493">
                  <c:v>42445</c:v>
                </c:pt>
                <c:pt idx="3494">
                  <c:v>42446</c:v>
                </c:pt>
                <c:pt idx="3495">
                  <c:v>42447</c:v>
                </c:pt>
                <c:pt idx="3496">
                  <c:v>42450</c:v>
                </c:pt>
                <c:pt idx="3497">
                  <c:v>42451</c:v>
                </c:pt>
                <c:pt idx="3498">
                  <c:v>42452</c:v>
                </c:pt>
                <c:pt idx="3499">
                  <c:v>42453</c:v>
                </c:pt>
                <c:pt idx="3500">
                  <c:v>42457</c:v>
                </c:pt>
                <c:pt idx="3501">
                  <c:v>42458</c:v>
                </c:pt>
                <c:pt idx="3502">
                  <c:v>42459</c:v>
                </c:pt>
                <c:pt idx="3503">
                  <c:v>42460</c:v>
                </c:pt>
                <c:pt idx="3504">
                  <c:v>42461</c:v>
                </c:pt>
                <c:pt idx="3505">
                  <c:v>42464</c:v>
                </c:pt>
                <c:pt idx="3506">
                  <c:v>42465</c:v>
                </c:pt>
                <c:pt idx="3507">
                  <c:v>42466</c:v>
                </c:pt>
                <c:pt idx="3508">
                  <c:v>42467</c:v>
                </c:pt>
                <c:pt idx="3509">
                  <c:v>42468</c:v>
                </c:pt>
                <c:pt idx="3510">
                  <c:v>42471</c:v>
                </c:pt>
                <c:pt idx="3511">
                  <c:v>42472</c:v>
                </c:pt>
                <c:pt idx="3512">
                  <c:v>42473</c:v>
                </c:pt>
                <c:pt idx="3513">
                  <c:v>42474</c:v>
                </c:pt>
                <c:pt idx="3514">
                  <c:v>42475</c:v>
                </c:pt>
                <c:pt idx="3515">
                  <c:v>42478</c:v>
                </c:pt>
                <c:pt idx="3516">
                  <c:v>42479</c:v>
                </c:pt>
                <c:pt idx="3517">
                  <c:v>42480</c:v>
                </c:pt>
                <c:pt idx="3518">
                  <c:v>42482</c:v>
                </c:pt>
                <c:pt idx="3519">
                  <c:v>42485</c:v>
                </c:pt>
                <c:pt idx="3520">
                  <c:v>42486</c:v>
                </c:pt>
                <c:pt idx="3521">
                  <c:v>42487</c:v>
                </c:pt>
                <c:pt idx="3522">
                  <c:v>42488</c:v>
                </c:pt>
                <c:pt idx="3523">
                  <c:v>42489</c:v>
                </c:pt>
                <c:pt idx="3524">
                  <c:v>42492</c:v>
                </c:pt>
                <c:pt idx="3525">
                  <c:v>42493</c:v>
                </c:pt>
                <c:pt idx="3526">
                  <c:v>42494</c:v>
                </c:pt>
                <c:pt idx="3527">
                  <c:v>42495</c:v>
                </c:pt>
                <c:pt idx="3528">
                  <c:v>42496</c:v>
                </c:pt>
                <c:pt idx="3529">
                  <c:v>42499</c:v>
                </c:pt>
                <c:pt idx="3530">
                  <c:v>42500</c:v>
                </c:pt>
                <c:pt idx="3531">
                  <c:v>42501</c:v>
                </c:pt>
                <c:pt idx="3532">
                  <c:v>42502</c:v>
                </c:pt>
                <c:pt idx="3533">
                  <c:v>42503</c:v>
                </c:pt>
                <c:pt idx="3534">
                  <c:v>42506</c:v>
                </c:pt>
                <c:pt idx="3535">
                  <c:v>42507</c:v>
                </c:pt>
                <c:pt idx="3536">
                  <c:v>42508</c:v>
                </c:pt>
                <c:pt idx="3537">
                  <c:v>42509</c:v>
                </c:pt>
                <c:pt idx="3538">
                  <c:v>42510</c:v>
                </c:pt>
                <c:pt idx="3539">
                  <c:v>42513</c:v>
                </c:pt>
                <c:pt idx="3540">
                  <c:v>42514</c:v>
                </c:pt>
                <c:pt idx="3541">
                  <c:v>42515</c:v>
                </c:pt>
                <c:pt idx="3542">
                  <c:v>42517</c:v>
                </c:pt>
                <c:pt idx="3543">
                  <c:v>42520</c:v>
                </c:pt>
                <c:pt idx="3544">
                  <c:v>42521</c:v>
                </c:pt>
                <c:pt idx="3545">
                  <c:v>42522</c:v>
                </c:pt>
                <c:pt idx="3546">
                  <c:v>42523</c:v>
                </c:pt>
                <c:pt idx="3547">
                  <c:v>42524</c:v>
                </c:pt>
                <c:pt idx="3548">
                  <c:v>42527</c:v>
                </c:pt>
                <c:pt idx="3549">
                  <c:v>42528</c:v>
                </c:pt>
                <c:pt idx="3550">
                  <c:v>42529</c:v>
                </c:pt>
                <c:pt idx="3551">
                  <c:v>42530</c:v>
                </c:pt>
                <c:pt idx="3552">
                  <c:v>42531</c:v>
                </c:pt>
                <c:pt idx="3553">
                  <c:v>42534</c:v>
                </c:pt>
                <c:pt idx="3554">
                  <c:v>42535</c:v>
                </c:pt>
                <c:pt idx="3555">
                  <c:v>42536</c:v>
                </c:pt>
                <c:pt idx="3556">
                  <c:v>42537</c:v>
                </c:pt>
                <c:pt idx="3557">
                  <c:v>42538</c:v>
                </c:pt>
                <c:pt idx="3558">
                  <c:v>42541</c:v>
                </c:pt>
                <c:pt idx="3559">
                  <c:v>42542</c:v>
                </c:pt>
                <c:pt idx="3560">
                  <c:v>42543</c:v>
                </c:pt>
                <c:pt idx="3561">
                  <c:v>42544</c:v>
                </c:pt>
                <c:pt idx="3562">
                  <c:v>42545</c:v>
                </c:pt>
                <c:pt idx="3563">
                  <c:v>42548</c:v>
                </c:pt>
                <c:pt idx="3564">
                  <c:v>42549</c:v>
                </c:pt>
                <c:pt idx="3565">
                  <c:v>42550</c:v>
                </c:pt>
                <c:pt idx="3566">
                  <c:v>42551</c:v>
                </c:pt>
                <c:pt idx="3567">
                  <c:v>42552</c:v>
                </c:pt>
                <c:pt idx="3568">
                  <c:v>42555</c:v>
                </c:pt>
                <c:pt idx="3569">
                  <c:v>42556</c:v>
                </c:pt>
                <c:pt idx="3570">
                  <c:v>42557</c:v>
                </c:pt>
                <c:pt idx="3571">
                  <c:v>42558</c:v>
                </c:pt>
                <c:pt idx="3572">
                  <c:v>42559</c:v>
                </c:pt>
                <c:pt idx="3573">
                  <c:v>42562</c:v>
                </c:pt>
                <c:pt idx="3574">
                  <c:v>42563</c:v>
                </c:pt>
                <c:pt idx="3575">
                  <c:v>42564</c:v>
                </c:pt>
                <c:pt idx="3576">
                  <c:v>42565</c:v>
                </c:pt>
                <c:pt idx="3577">
                  <c:v>42566</c:v>
                </c:pt>
                <c:pt idx="3578">
                  <c:v>42569</c:v>
                </c:pt>
                <c:pt idx="3579">
                  <c:v>42570</c:v>
                </c:pt>
                <c:pt idx="3580">
                  <c:v>42571</c:v>
                </c:pt>
                <c:pt idx="3581">
                  <c:v>42572</c:v>
                </c:pt>
                <c:pt idx="3582">
                  <c:v>42573</c:v>
                </c:pt>
                <c:pt idx="3583">
                  <c:v>42576</c:v>
                </c:pt>
                <c:pt idx="3584">
                  <c:v>42577</c:v>
                </c:pt>
                <c:pt idx="3585">
                  <c:v>42578</c:v>
                </c:pt>
                <c:pt idx="3586">
                  <c:v>42579</c:v>
                </c:pt>
                <c:pt idx="3587">
                  <c:v>42580</c:v>
                </c:pt>
                <c:pt idx="3588">
                  <c:v>42583</c:v>
                </c:pt>
                <c:pt idx="3589">
                  <c:v>42584</c:v>
                </c:pt>
                <c:pt idx="3590">
                  <c:v>42585</c:v>
                </c:pt>
                <c:pt idx="3591">
                  <c:v>42586</c:v>
                </c:pt>
                <c:pt idx="3592">
                  <c:v>42587</c:v>
                </c:pt>
                <c:pt idx="3593">
                  <c:v>42590</c:v>
                </c:pt>
                <c:pt idx="3594">
                  <c:v>42591</c:v>
                </c:pt>
                <c:pt idx="3595">
                  <c:v>42592</c:v>
                </c:pt>
                <c:pt idx="3596">
                  <c:v>42593</c:v>
                </c:pt>
                <c:pt idx="3597">
                  <c:v>42594</c:v>
                </c:pt>
                <c:pt idx="3598">
                  <c:v>42597</c:v>
                </c:pt>
                <c:pt idx="3599">
                  <c:v>42598</c:v>
                </c:pt>
                <c:pt idx="3600">
                  <c:v>42599</c:v>
                </c:pt>
                <c:pt idx="3601">
                  <c:v>42600</c:v>
                </c:pt>
                <c:pt idx="3602">
                  <c:v>42601</c:v>
                </c:pt>
                <c:pt idx="3603">
                  <c:v>42604</c:v>
                </c:pt>
                <c:pt idx="3604">
                  <c:v>42605</c:v>
                </c:pt>
                <c:pt idx="3605">
                  <c:v>42606</c:v>
                </c:pt>
                <c:pt idx="3606">
                  <c:v>42607</c:v>
                </c:pt>
                <c:pt idx="3607">
                  <c:v>42608</c:v>
                </c:pt>
                <c:pt idx="3608">
                  <c:v>42611</c:v>
                </c:pt>
                <c:pt idx="3609">
                  <c:v>42612</c:v>
                </c:pt>
                <c:pt idx="3610">
                  <c:v>42613</c:v>
                </c:pt>
                <c:pt idx="3611">
                  <c:v>42614</c:v>
                </c:pt>
                <c:pt idx="3612">
                  <c:v>42615</c:v>
                </c:pt>
                <c:pt idx="3613">
                  <c:v>42618</c:v>
                </c:pt>
                <c:pt idx="3614">
                  <c:v>42619</c:v>
                </c:pt>
                <c:pt idx="3615">
                  <c:v>42621</c:v>
                </c:pt>
                <c:pt idx="3616">
                  <c:v>42622</c:v>
                </c:pt>
                <c:pt idx="3617">
                  <c:v>42625</c:v>
                </c:pt>
                <c:pt idx="3618">
                  <c:v>42626</c:v>
                </c:pt>
                <c:pt idx="3619">
                  <c:v>42627</c:v>
                </c:pt>
                <c:pt idx="3620">
                  <c:v>42628</c:v>
                </c:pt>
                <c:pt idx="3621">
                  <c:v>42629</c:v>
                </c:pt>
                <c:pt idx="3622">
                  <c:v>42632</c:v>
                </c:pt>
                <c:pt idx="3623">
                  <c:v>42633</c:v>
                </c:pt>
                <c:pt idx="3624">
                  <c:v>42634</c:v>
                </c:pt>
                <c:pt idx="3625">
                  <c:v>42635</c:v>
                </c:pt>
                <c:pt idx="3626">
                  <c:v>42636</c:v>
                </c:pt>
                <c:pt idx="3627">
                  <c:v>42639</c:v>
                </c:pt>
                <c:pt idx="3628">
                  <c:v>42640</c:v>
                </c:pt>
                <c:pt idx="3629">
                  <c:v>42641</c:v>
                </c:pt>
                <c:pt idx="3630">
                  <c:v>42642</c:v>
                </c:pt>
                <c:pt idx="3631">
                  <c:v>42643</c:v>
                </c:pt>
                <c:pt idx="3632">
                  <c:v>42646</c:v>
                </c:pt>
                <c:pt idx="3633">
                  <c:v>42647</c:v>
                </c:pt>
                <c:pt idx="3634">
                  <c:v>42648</c:v>
                </c:pt>
                <c:pt idx="3635">
                  <c:v>42649</c:v>
                </c:pt>
                <c:pt idx="3636">
                  <c:v>42650</c:v>
                </c:pt>
                <c:pt idx="3637">
                  <c:v>42653</c:v>
                </c:pt>
                <c:pt idx="3638">
                  <c:v>42654</c:v>
                </c:pt>
                <c:pt idx="3639">
                  <c:v>42656</c:v>
                </c:pt>
                <c:pt idx="3640">
                  <c:v>42657</c:v>
                </c:pt>
                <c:pt idx="3641">
                  <c:v>42660</c:v>
                </c:pt>
                <c:pt idx="3642">
                  <c:v>42661</c:v>
                </c:pt>
                <c:pt idx="3643">
                  <c:v>42662</c:v>
                </c:pt>
                <c:pt idx="3644">
                  <c:v>42663</c:v>
                </c:pt>
                <c:pt idx="3645">
                  <c:v>42664</c:v>
                </c:pt>
                <c:pt idx="3646">
                  <c:v>42667</c:v>
                </c:pt>
                <c:pt idx="3647">
                  <c:v>42668</c:v>
                </c:pt>
                <c:pt idx="3648">
                  <c:v>42669</c:v>
                </c:pt>
                <c:pt idx="3649">
                  <c:v>42670</c:v>
                </c:pt>
                <c:pt idx="3650">
                  <c:v>42671</c:v>
                </c:pt>
                <c:pt idx="3651">
                  <c:v>42674</c:v>
                </c:pt>
                <c:pt idx="3652">
                  <c:v>42675</c:v>
                </c:pt>
                <c:pt idx="3653">
                  <c:v>42677</c:v>
                </c:pt>
                <c:pt idx="3654">
                  <c:v>42678</c:v>
                </c:pt>
                <c:pt idx="3655">
                  <c:v>42681</c:v>
                </c:pt>
                <c:pt idx="3656">
                  <c:v>42682</c:v>
                </c:pt>
                <c:pt idx="3657">
                  <c:v>42683</c:v>
                </c:pt>
                <c:pt idx="3658">
                  <c:v>42684</c:v>
                </c:pt>
                <c:pt idx="3659">
                  <c:v>42685</c:v>
                </c:pt>
                <c:pt idx="3660">
                  <c:v>42688</c:v>
                </c:pt>
                <c:pt idx="3661">
                  <c:v>42690</c:v>
                </c:pt>
                <c:pt idx="3662">
                  <c:v>42691</c:v>
                </c:pt>
                <c:pt idx="3663">
                  <c:v>42692</c:v>
                </c:pt>
                <c:pt idx="3664">
                  <c:v>42695</c:v>
                </c:pt>
                <c:pt idx="3665">
                  <c:v>42696</c:v>
                </c:pt>
                <c:pt idx="3666">
                  <c:v>42697</c:v>
                </c:pt>
                <c:pt idx="3667">
                  <c:v>42698</c:v>
                </c:pt>
                <c:pt idx="3668">
                  <c:v>42699</c:v>
                </c:pt>
                <c:pt idx="3669">
                  <c:v>42702</c:v>
                </c:pt>
                <c:pt idx="3670">
                  <c:v>42703</c:v>
                </c:pt>
                <c:pt idx="3671">
                  <c:v>42704</c:v>
                </c:pt>
                <c:pt idx="3672">
                  <c:v>42705</c:v>
                </c:pt>
                <c:pt idx="3673">
                  <c:v>42706</c:v>
                </c:pt>
                <c:pt idx="3674">
                  <c:v>42709</c:v>
                </c:pt>
                <c:pt idx="3675">
                  <c:v>42710</c:v>
                </c:pt>
                <c:pt idx="3676">
                  <c:v>42711</c:v>
                </c:pt>
                <c:pt idx="3677">
                  <c:v>42712</c:v>
                </c:pt>
                <c:pt idx="3678">
                  <c:v>42713</c:v>
                </c:pt>
                <c:pt idx="3679">
                  <c:v>42716</c:v>
                </c:pt>
                <c:pt idx="3680">
                  <c:v>42717</c:v>
                </c:pt>
                <c:pt idx="3681">
                  <c:v>42718</c:v>
                </c:pt>
                <c:pt idx="3682">
                  <c:v>42719</c:v>
                </c:pt>
                <c:pt idx="3683">
                  <c:v>42720</c:v>
                </c:pt>
                <c:pt idx="3684">
                  <c:v>42723</c:v>
                </c:pt>
                <c:pt idx="3685">
                  <c:v>42724</c:v>
                </c:pt>
                <c:pt idx="3686">
                  <c:v>42725</c:v>
                </c:pt>
                <c:pt idx="3687">
                  <c:v>42726</c:v>
                </c:pt>
                <c:pt idx="3688">
                  <c:v>42727</c:v>
                </c:pt>
                <c:pt idx="3689">
                  <c:v>42730</c:v>
                </c:pt>
                <c:pt idx="3690">
                  <c:v>42731</c:v>
                </c:pt>
                <c:pt idx="3691">
                  <c:v>42732</c:v>
                </c:pt>
                <c:pt idx="3692">
                  <c:v>42733</c:v>
                </c:pt>
                <c:pt idx="3693">
                  <c:v>42737</c:v>
                </c:pt>
                <c:pt idx="3694">
                  <c:v>42738</c:v>
                </c:pt>
                <c:pt idx="3695">
                  <c:v>42739</c:v>
                </c:pt>
                <c:pt idx="3696">
                  <c:v>42740</c:v>
                </c:pt>
                <c:pt idx="3697">
                  <c:v>42741</c:v>
                </c:pt>
                <c:pt idx="3698">
                  <c:v>42744</c:v>
                </c:pt>
                <c:pt idx="3699">
                  <c:v>42745</c:v>
                </c:pt>
                <c:pt idx="3700">
                  <c:v>42746</c:v>
                </c:pt>
                <c:pt idx="3701">
                  <c:v>42747</c:v>
                </c:pt>
                <c:pt idx="3702">
                  <c:v>42748</c:v>
                </c:pt>
                <c:pt idx="3703">
                  <c:v>42751</c:v>
                </c:pt>
                <c:pt idx="3704">
                  <c:v>42752</c:v>
                </c:pt>
                <c:pt idx="3705">
                  <c:v>42753</c:v>
                </c:pt>
                <c:pt idx="3706">
                  <c:v>42754</c:v>
                </c:pt>
                <c:pt idx="3707">
                  <c:v>42755</c:v>
                </c:pt>
                <c:pt idx="3708">
                  <c:v>42758</c:v>
                </c:pt>
                <c:pt idx="3709">
                  <c:v>42759</c:v>
                </c:pt>
                <c:pt idx="3710">
                  <c:v>42761</c:v>
                </c:pt>
                <c:pt idx="3711">
                  <c:v>42762</c:v>
                </c:pt>
                <c:pt idx="3712">
                  <c:v>42765</c:v>
                </c:pt>
                <c:pt idx="3713">
                  <c:v>42766</c:v>
                </c:pt>
                <c:pt idx="3714">
                  <c:v>42767</c:v>
                </c:pt>
                <c:pt idx="3715">
                  <c:v>42768</c:v>
                </c:pt>
                <c:pt idx="3716">
                  <c:v>42769</c:v>
                </c:pt>
                <c:pt idx="3717">
                  <c:v>42772</c:v>
                </c:pt>
                <c:pt idx="3718">
                  <c:v>42773</c:v>
                </c:pt>
                <c:pt idx="3719">
                  <c:v>42774</c:v>
                </c:pt>
                <c:pt idx="3720">
                  <c:v>42775</c:v>
                </c:pt>
                <c:pt idx="3721">
                  <c:v>42776</c:v>
                </c:pt>
                <c:pt idx="3722">
                  <c:v>42779</c:v>
                </c:pt>
                <c:pt idx="3723">
                  <c:v>42780</c:v>
                </c:pt>
                <c:pt idx="3724">
                  <c:v>42781</c:v>
                </c:pt>
                <c:pt idx="3725">
                  <c:v>42782</c:v>
                </c:pt>
                <c:pt idx="3726">
                  <c:v>42783</c:v>
                </c:pt>
                <c:pt idx="3727">
                  <c:v>42786</c:v>
                </c:pt>
                <c:pt idx="3728">
                  <c:v>42787</c:v>
                </c:pt>
                <c:pt idx="3729">
                  <c:v>42788</c:v>
                </c:pt>
                <c:pt idx="3730">
                  <c:v>42789</c:v>
                </c:pt>
                <c:pt idx="3731">
                  <c:v>42790</c:v>
                </c:pt>
                <c:pt idx="3732">
                  <c:v>42795</c:v>
                </c:pt>
                <c:pt idx="3733">
                  <c:v>42796</c:v>
                </c:pt>
                <c:pt idx="3734">
                  <c:v>42797</c:v>
                </c:pt>
                <c:pt idx="3735">
                  <c:v>42800</c:v>
                </c:pt>
                <c:pt idx="3736">
                  <c:v>42801</c:v>
                </c:pt>
                <c:pt idx="3737">
                  <c:v>42802</c:v>
                </c:pt>
                <c:pt idx="3738">
                  <c:v>42803</c:v>
                </c:pt>
                <c:pt idx="3739">
                  <c:v>42804</c:v>
                </c:pt>
                <c:pt idx="3740">
                  <c:v>42807</c:v>
                </c:pt>
                <c:pt idx="3741">
                  <c:v>42808</c:v>
                </c:pt>
                <c:pt idx="3742">
                  <c:v>42809</c:v>
                </c:pt>
                <c:pt idx="3743">
                  <c:v>42810</c:v>
                </c:pt>
                <c:pt idx="3744">
                  <c:v>42811</c:v>
                </c:pt>
                <c:pt idx="3745">
                  <c:v>42814</c:v>
                </c:pt>
                <c:pt idx="3746">
                  <c:v>42815</c:v>
                </c:pt>
                <c:pt idx="3747">
                  <c:v>42816</c:v>
                </c:pt>
                <c:pt idx="3748">
                  <c:v>42817</c:v>
                </c:pt>
                <c:pt idx="3749">
                  <c:v>42818</c:v>
                </c:pt>
                <c:pt idx="3750">
                  <c:v>42821</c:v>
                </c:pt>
                <c:pt idx="3751">
                  <c:v>42822</c:v>
                </c:pt>
                <c:pt idx="3752">
                  <c:v>42823</c:v>
                </c:pt>
                <c:pt idx="3753">
                  <c:v>42824</c:v>
                </c:pt>
                <c:pt idx="3754">
                  <c:v>42825</c:v>
                </c:pt>
                <c:pt idx="3755">
                  <c:v>42828</c:v>
                </c:pt>
                <c:pt idx="3756">
                  <c:v>42829</c:v>
                </c:pt>
                <c:pt idx="3757">
                  <c:v>42830</c:v>
                </c:pt>
                <c:pt idx="3758">
                  <c:v>42831</c:v>
                </c:pt>
                <c:pt idx="3759">
                  <c:v>42832</c:v>
                </c:pt>
                <c:pt idx="3760">
                  <c:v>42835</c:v>
                </c:pt>
                <c:pt idx="3761">
                  <c:v>42836</c:v>
                </c:pt>
                <c:pt idx="3762">
                  <c:v>42837</c:v>
                </c:pt>
                <c:pt idx="3763">
                  <c:v>42838</c:v>
                </c:pt>
                <c:pt idx="3764">
                  <c:v>42842</c:v>
                </c:pt>
                <c:pt idx="3765">
                  <c:v>42843</c:v>
                </c:pt>
                <c:pt idx="3766">
                  <c:v>42844</c:v>
                </c:pt>
                <c:pt idx="3767">
                  <c:v>42845</c:v>
                </c:pt>
                <c:pt idx="3768">
                  <c:v>42849</c:v>
                </c:pt>
                <c:pt idx="3769">
                  <c:v>42850</c:v>
                </c:pt>
                <c:pt idx="3770">
                  <c:v>42851</c:v>
                </c:pt>
                <c:pt idx="3771">
                  <c:v>42852</c:v>
                </c:pt>
                <c:pt idx="3772">
                  <c:v>42853</c:v>
                </c:pt>
                <c:pt idx="3773">
                  <c:v>42857</c:v>
                </c:pt>
                <c:pt idx="3774">
                  <c:v>42858</c:v>
                </c:pt>
                <c:pt idx="3775">
                  <c:v>42859</c:v>
                </c:pt>
                <c:pt idx="3776">
                  <c:v>42860</c:v>
                </c:pt>
                <c:pt idx="3777">
                  <c:v>42863</c:v>
                </c:pt>
                <c:pt idx="3778">
                  <c:v>42864</c:v>
                </c:pt>
                <c:pt idx="3779">
                  <c:v>42865</c:v>
                </c:pt>
                <c:pt idx="3780">
                  <c:v>42866</c:v>
                </c:pt>
                <c:pt idx="3781">
                  <c:v>42867</c:v>
                </c:pt>
                <c:pt idx="3782">
                  <c:v>42870</c:v>
                </c:pt>
                <c:pt idx="3783">
                  <c:v>42871</c:v>
                </c:pt>
                <c:pt idx="3784">
                  <c:v>42872</c:v>
                </c:pt>
                <c:pt idx="3785">
                  <c:v>42873</c:v>
                </c:pt>
                <c:pt idx="3786">
                  <c:v>42874</c:v>
                </c:pt>
                <c:pt idx="3787">
                  <c:v>42877</c:v>
                </c:pt>
                <c:pt idx="3788">
                  <c:v>42878</c:v>
                </c:pt>
                <c:pt idx="3789">
                  <c:v>42879</c:v>
                </c:pt>
                <c:pt idx="3790">
                  <c:v>42880</c:v>
                </c:pt>
                <c:pt idx="3791">
                  <c:v>42881</c:v>
                </c:pt>
                <c:pt idx="3792">
                  <c:v>42884</c:v>
                </c:pt>
                <c:pt idx="3793">
                  <c:v>42885</c:v>
                </c:pt>
                <c:pt idx="3794">
                  <c:v>42886</c:v>
                </c:pt>
                <c:pt idx="3795">
                  <c:v>42887</c:v>
                </c:pt>
                <c:pt idx="3796">
                  <c:v>42888</c:v>
                </c:pt>
                <c:pt idx="3797">
                  <c:v>42891</c:v>
                </c:pt>
                <c:pt idx="3798">
                  <c:v>42892</c:v>
                </c:pt>
                <c:pt idx="3799">
                  <c:v>42893</c:v>
                </c:pt>
                <c:pt idx="3800">
                  <c:v>42894</c:v>
                </c:pt>
                <c:pt idx="3801">
                  <c:v>42895</c:v>
                </c:pt>
                <c:pt idx="3802">
                  <c:v>42898</c:v>
                </c:pt>
                <c:pt idx="3803">
                  <c:v>42899</c:v>
                </c:pt>
                <c:pt idx="3804">
                  <c:v>42900</c:v>
                </c:pt>
                <c:pt idx="3805">
                  <c:v>42902</c:v>
                </c:pt>
                <c:pt idx="3806">
                  <c:v>42905</c:v>
                </c:pt>
                <c:pt idx="3807">
                  <c:v>42906</c:v>
                </c:pt>
                <c:pt idx="3808">
                  <c:v>42907</c:v>
                </c:pt>
                <c:pt idx="3809">
                  <c:v>42908</c:v>
                </c:pt>
                <c:pt idx="3810">
                  <c:v>42909</c:v>
                </c:pt>
                <c:pt idx="3811">
                  <c:v>42912</c:v>
                </c:pt>
                <c:pt idx="3812">
                  <c:v>42913</c:v>
                </c:pt>
                <c:pt idx="3813">
                  <c:v>42914</c:v>
                </c:pt>
                <c:pt idx="3814">
                  <c:v>42915</c:v>
                </c:pt>
                <c:pt idx="3815">
                  <c:v>42916</c:v>
                </c:pt>
                <c:pt idx="3816">
                  <c:v>42919</c:v>
                </c:pt>
                <c:pt idx="3817">
                  <c:v>42920</c:v>
                </c:pt>
                <c:pt idx="3818">
                  <c:v>42921</c:v>
                </c:pt>
                <c:pt idx="3819">
                  <c:v>42922</c:v>
                </c:pt>
                <c:pt idx="3820">
                  <c:v>42923</c:v>
                </c:pt>
                <c:pt idx="3821">
                  <c:v>42926</c:v>
                </c:pt>
                <c:pt idx="3822">
                  <c:v>42927</c:v>
                </c:pt>
                <c:pt idx="3823">
                  <c:v>42928</c:v>
                </c:pt>
                <c:pt idx="3824">
                  <c:v>42929</c:v>
                </c:pt>
                <c:pt idx="3825">
                  <c:v>42930</c:v>
                </c:pt>
                <c:pt idx="3826">
                  <c:v>42933</c:v>
                </c:pt>
                <c:pt idx="3827">
                  <c:v>42934</c:v>
                </c:pt>
                <c:pt idx="3828">
                  <c:v>42935</c:v>
                </c:pt>
                <c:pt idx="3829">
                  <c:v>42936</c:v>
                </c:pt>
                <c:pt idx="3830">
                  <c:v>42937</c:v>
                </c:pt>
                <c:pt idx="3831">
                  <c:v>42940</c:v>
                </c:pt>
                <c:pt idx="3832">
                  <c:v>42941</c:v>
                </c:pt>
                <c:pt idx="3833">
                  <c:v>42942</c:v>
                </c:pt>
                <c:pt idx="3834">
                  <c:v>42943</c:v>
                </c:pt>
                <c:pt idx="3835">
                  <c:v>42944</c:v>
                </c:pt>
                <c:pt idx="3836">
                  <c:v>42947</c:v>
                </c:pt>
                <c:pt idx="3837">
                  <c:v>42948</c:v>
                </c:pt>
                <c:pt idx="3838">
                  <c:v>42949</c:v>
                </c:pt>
                <c:pt idx="3839">
                  <c:v>42950</c:v>
                </c:pt>
                <c:pt idx="3840">
                  <c:v>42951</c:v>
                </c:pt>
                <c:pt idx="3841">
                  <c:v>42954</c:v>
                </c:pt>
                <c:pt idx="3842">
                  <c:v>42955</c:v>
                </c:pt>
                <c:pt idx="3843">
                  <c:v>42956</c:v>
                </c:pt>
                <c:pt idx="3844">
                  <c:v>42957</c:v>
                </c:pt>
                <c:pt idx="3845">
                  <c:v>42958</c:v>
                </c:pt>
                <c:pt idx="3846">
                  <c:v>42961</c:v>
                </c:pt>
                <c:pt idx="3847">
                  <c:v>42962</c:v>
                </c:pt>
                <c:pt idx="3848">
                  <c:v>42963</c:v>
                </c:pt>
                <c:pt idx="3849">
                  <c:v>42964</c:v>
                </c:pt>
                <c:pt idx="3850">
                  <c:v>42965</c:v>
                </c:pt>
                <c:pt idx="3851">
                  <c:v>42968</c:v>
                </c:pt>
                <c:pt idx="3852">
                  <c:v>42969</c:v>
                </c:pt>
                <c:pt idx="3853">
                  <c:v>42970</c:v>
                </c:pt>
                <c:pt idx="3854">
                  <c:v>42971</c:v>
                </c:pt>
                <c:pt idx="3855">
                  <c:v>42972</c:v>
                </c:pt>
                <c:pt idx="3856">
                  <c:v>42975</c:v>
                </c:pt>
                <c:pt idx="3857">
                  <c:v>42976</c:v>
                </c:pt>
                <c:pt idx="3858">
                  <c:v>42977</c:v>
                </c:pt>
                <c:pt idx="3859">
                  <c:v>42978</c:v>
                </c:pt>
                <c:pt idx="3860">
                  <c:v>42979</c:v>
                </c:pt>
                <c:pt idx="3861">
                  <c:v>42982</c:v>
                </c:pt>
                <c:pt idx="3862">
                  <c:v>42983</c:v>
                </c:pt>
                <c:pt idx="3863">
                  <c:v>42984</c:v>
                </c:pt>
                <c:pt idx="3864">
                  <c:v>42986</c:v>
                </c:pt>
                <c:pt idx="3865">
                  <c:v>42989</c:v>
                </c:pt>
                <c:pt idx="3866">
                  <c:v>42990</c:v>
                </c:pt>
                <c:pt idx="3867">
                  <c:v>42991</c:v>
                </c:pt>
                <c:pt idx="3868">
                  <c:v>42992</c:v>
                </c:pt>
                <c:pt idx="3869">
                  <c:v>42993</c:v>
                </c:pt>
                <c:pt idx="3870">
                  <c:v>42996</c:v>
                </c:pt>
                <c:pt idx="3871">
                  <c:v>42997</c:v>
                </c:pt>
                <c:pt idx="3872">
                  <c:v>42998</c:v>
                </c:pt>
                <c:pt idx="3873">
                  <c:v>42999</c:v>
                </c:pt>
                <c:pt idx="3874">
                  <c:v>43000</c:v>
                </c:pt>
                <c:pt idx="3875">
                  <c:v>43003</c:v>
                </c:pt>
                <c:pt idx="3876">
                  <c:v>43004</c:v>
                </c:pt>
                <c:pt idx="3877">
                  <c:v>43005</c:v>
                </c:pt>
                <c:pt idx="3878">
                  <c:v>43006</c:v>
                </c:pt>
                <c:pt idx="3879">
                  <c:v>43007</c:v>
                </c:pt>
                <c:pt idx="3880">
                  <c:v>43010</c:v>
                </c:pt>
                <c:pt idx="3881">
                  <c:v>43011</c:v>
                </c:pt>
                <c:pt idx="3882">
                  <c:v>43012</c:v>
                </c:pt>
                <c:pt idx="3883">
                  <c:v>43013</c:v>
                </c:pt>
                <c:pt idx="3884">
                  <c:v>43014</c:v>
                </c:pt>
                <c:pt idx="3885">
                  <c:v>43017</c:v>
                </c:pt>
                <c:pt idx="3886">
                  <c:v>43018</c:v>
                </c:pt>
                <c:pt idx="3887">
                  <c:v>43019</c:v>
                </c:pt>
                <c:pt idx="3888">
                  <c:v>43021</c:v>
                </c:pt>
                <c:pt idx="3889">
                  <c:v>43024</c:v>
                </c:pt>
                <c:pt idx="3890">
                  <c:v>43025</c:v>
                </c:pt>
                <c:pt idx="3891">
                  <c:v>43026</c:v>
                </c:pt>
                <c:pt idx="3892">
                  <c:v>43027</c:v>
                </c:pt>
                <c:pt idx="3893">
                  <c:v>43028</c:v>
                </c:pt>
                <c:pt idx="3894">
                  <c:v>43031</c:v>
                </c:pt>
                <c:pt idx="3895">
                  <c:v>43032</c:v>
                </c:pt>
                <c:pt idx="3896">
                  <c:v>43033</c:v>
                </c:pt>
                <c:pt idx="3897">
                  <c:v>43034</c:v>
                </c:pt>
                <c:pt idx="3898">
                  <c:v>43035</c:v>
                </c:pt>
                <c:pt idx="3899">
                  <c:v>43038</c:v>
                </c:pt>
                <c:pt idx="3900">
                  <c:v>43039</c:v>
                </c:pt>
                <c:pt idx="3901">
                  <c:v>43040</c:v>
                </c:pt>
                <c:pt idx="3902">
                  <c:v>43042</c:v>
                </c:pt>
                <c:pt idx="3903">
                  <c:v>43045</c:v>
                </c:pt>
                <c:pt idx="3904">
                  <c:v>43046</c:v>
                </c:pt>
                <c:pt idx="3905">
                  <c:v>43047</c:v>
                </c:pt>
                <c:pt idx="3906">
                  <c:v>43048</c:v>
                </c:pt>
                <c:pt idx="3907">
                  <c:v>43049</c:v>
                </c:pt>
                <c:pt idx="3908">
                  <c:v>43052</c:v>
                </c:pt>
                <c:pt idx="3909">
                  <c:v>43053</c:v>
                </c:pt>
                <c:pt idx="3910">
                  <c:v>43055</c:v>
                </c:pt>
                <c:pt idx="3911">
                  <c:v>43056</c:v>
                </c:pt>
                <c:pt idx="3912">
                  <c:v>43060</c:v>
                </c:pt>
                <c:pt idx="3913">
                  <c:v>43061</c:v>
                </c:pt>
                <c:pt idx="3914">
                  <c:v>43062</c:v>
                </c:pt>
                <c:pt idx="3915">
                  <c:v>43063</c:v>
                </c:pt>
                <c:pt idx="3916">
                  <c:v>43066</c:v>
                </c:pt>
                <c:pt idx="3917">
                  <c:v>43067</c:v>
                </c:pt>
                <c:pt idx="3918">
                  <c:v>43068</c:v>
                </c:pt>
                <c:pt idx="3919">
                  <c:v>43069</c:v>
                </c:pt>
                <c:pt idx="3920">
                  <c:v>43070</c:v>
                </c:pt>
                <c:pt idx="3921">
                  <c:v>43073</c:v>
                </c:pt>
                <c:pt idx="3922">
                  <c:v>43074</c:v>
                </c:pt>
                <c:pt idx="3923">
                  <c:v>43075</c:v>
                </c:pt>
                <c:pt idx="3924">
                  <c:v>43076</c:v>
                </c:pt>
                <c:pt idx="3925">
                  <c:v>43077</c:v>
                </c:pt>
                <c:pt idx="3926">
                  <c:v>43080</c:v>
                </c:pt>
                <c:pt idx="3927">
                  <c:v>43081</c:v>
                </c:pt>
                <c:pt idx="3928">
                  <c:v>43082</c:v>
                </c:pt>
                <c:pt idx="3929">
                  <c:v>43083</c:v>
                </c:pt>
                <c:pt idx="3930">
                  <c:v>43084</c:v>
                </c:pt>
                <c:pt idx="3931">
                  <c:v>43087</c:v>
                </c:pt>
                <c:pt idx="3932">
                  <c:v>43088</c:v>
                </c:pt>
                <c:pt idx="3933">
                  <c:v>43089</c:v>
                </c:pt>
                <c:pt idx="3934">
                  <c:v>43090</c:v>
                </c:pt>
                <c:pt idx="3935">
                  <c:v>43091</c:v>
                </c:pt>
                <c:pt idx="3936">
                  <c:v>43095</c:v>
                </c:pt>
                <c:pt idx="3937">
                  <c:v>43096</c:v>
                </c:pt>
                <c:pt idx="3938">
                  <c:v>43097</c:v>
                </c:pt>
                <c:pt idx="3939">
                  <c:v>43102</c:v>
                </c:pt>
                <c:pt idx="3940">
                  <c:v>43103</c:v>
                </c:pt>
                <c:pt idx="3941">
                  <c:v>43104</c:v>
                </c:pt>
                <c:pt idx="3942">
                  <c:v>43105</c:v>
                </c:pt>
                <c:pt idx="3943">
                  <c:v>43108</c:v>
                </c:pt>
                <c:pt idx="3944">
                  <c:v>43109</c:v>
                </c:pt>
                <c:pt idx="3945">
                  <c:v>43110</c:v>
                </c:pt>
                <c:pt idx="3946">
                  <c:v>43111</c:v>
                </c:pt>
                <c:pt idx="3947">
                  <c:v>43112</c:v>
                </c:pt>
                <c:pt idx="3948">
                  <c:v>43115</c:v>
                </c:pt>
                <c:pt idx="3949">
                  <c:v>43116</c:v>
                </c:pt>
                <c:pt idx="3950">
                  <c:v>43117</c:v>
                </c:pt>
                <c:pt idx="3951">
                  <c:v>43118</c:v>
                </c:pt>
                <c:pt idx="3952">
                  <c:v>43119</c:v>
                </c:pt>
                <c:pt idx="3953">
                  <c:v>43122</c:v>
                </c:pt>
                <c:pt idx="3954">
                  <c:v>43123</c:v>
                </c:pt>
                <c:pt idx="3955">
                  <c:v>43124</c:v>
                </c:pt>
                <c:pt idx="3956">
                  <c:v>43126</c:v>
                </c:pt>
                <c:pt idx="3957">
                  <c:v>43129</c:v>
                </c:pt>
                <c:pt idx="3958">
                  <c:v>43130</c:v>
                </c:pt>
                <c:pt idx="3959">
                  <c:v>43131</c:v>
                </c:pt>
                <c:pt idx="3960">
                  <c:v>43132</c:v>
                </c:pt>
                <c:pt idx="3961">
                  <c:v>43133</c:v>
                </c:pt>
                <c:pt idx="3962">
                  <c:v>43136</c:v>
                </c:pt>
                <c:pt idx="3963">
                  <c:v>43137</c:v>
                </c:pt>
                <c:pt idx="3964">
                  <c:v>43138</c:v>
                </c:pt>
                <c:pt idx="3965">
                  <c:v>43139</c:v>
                </c:pt>
                <c:pt idx="3966">
                  <c:v>43140</c:v>
                </c:pt>
                <c:pt idx="3967">
                  <c:v>43145</c:v>
                </c:pt>
                <c:pt idx="3968">
                  <c:v>43146</c:v>
                </c:pt>
                <c:pt idx="3969">
                  <c:v>43147</c:v>
                </c:pt>
                <c:pt idx="3970">
                  <c:v>43150</c:v>
                </c:pt>
                <c:pt idx="3971">
                  <c:v>43151</c:v>
                </c:pt>
                <c:pt idx="3972">
                  <c:v>43152</c:v>
                </c:pt>
                <c:pt idx="3973">
                  <c:v>43153</c:v>
                </c:pt>
                <c:pt idx="3974">
                  <c:v>43154</c:v>
                </c:pt>
                <c:pt idx="3975">
                  <c:v>43157</c:v>
                </c:pt>
                <c:pt idx="3976">
                  <c:v>43158</c:v>
                </c:pt>
                <c:pt idx="3977">
                  <c:v>43159</c:v>
                </c:pt>
                <c:pt idx="3978">
                  <c:v>43160</c:v>
                </c:pt>
                <c:pt idx="3979">
                  <c:v>43161</c:v>
                </c:pt>
                <c:pt idx="3980">
                  <c:v>43164</c:v>
                </c:pt>
                <c:pt idx="3981">
                  <c:v>43165</c:v>
                </c:pt>
                <c:pt idx="3982">
                  <c:v>43166</c:v>
                </c:pt>
                <c:pt idx="3983">
                  <c:v>43167</c:v>
                </c:pt>
                <c:pt idx="3984">
                  <c:v>43168</c:v>
                </c:pt>
                <c:pt idx="3985">
                  <c:v>43171</c:v>
                </c:pt>
                <c:pt idx="3986">
                  <c:v>43172</c:v>
                </c:pt>
                <c:pt idx="3987">
                  <c:v>43173</c:v>
                </c:pt>
                <c:pt idx="3988">
                  <c:v>43174</c:v>
                </c:pt>
                <c:pt idx="3989">
                  <c:v>43175</c:v>
                </c:pt>
                <c:pt idx="3990">
                  <c:v>43178</c:v>
                </c:pt>
                <c:pt idx="3991">
                  <c:v>43179</c:v>
                </c:pt>
                <c:pt idx="3992">
                  <c:v>43180</c:v>
                </c:pt>
                <c:pt idx="3993">
                  <c:v>43181</c:v>
                </c:pt>
                <c:pt idx="3994">
                  <c:v>43182</c:v>
                </c:pt>
                <c:pt idx="3995">
                  <c:v>43185</c:v>
                </c:pt>
                <c:pt idx="3996">
                  <c:v>43186</c:v>
                </c:pt>
                <c:pt idx="3997">
                  <c:v>43187</c:v>
                </c:pt>
                <c:pt idx="3998">
                  <c:v>43188</c:v>
                </c:pt>
                <c:pt idx="3999">
                  <c:v>43192</c:v>
                </c:pt>
                <c:pt idx="4000">
                  <c:v>43193</c:v>
                </c:pt>
                <c:pt idx="4001">
                  <c:v>43194</c:v>
                </c:pt>
                <c:pt idx="4002">
                  <c:v>43195</c:v>
                </c:pt>
                <c:pt idx="4003">
                  <c:v>43196</c:v>
                </c:pt>
                <c:pt idx="4004">
                  <c:v>43199</c:v>
                </c:pt>
                <c:pt idx="4005">
                  <c:v>43200</c:v>
                </c:pt>
                <c:pt idx="4006">
                  <c:v>43201</c:v>
                </c:pt>
                <c:pt idx="4007">
                  <c:v>43202</c:v>
                </c:pt>
                <c:pt idx="4008">
                  <c:v>43203</c:v>
                </c:pt>
                <c:pt idx="4009">
                  <c:v>43206</c:v>
                </c:pt>
                <c:pt idx="4010">
                  <c:v>43207</c:v>
                </c:pt>
                <c:pt idx="4011">
                  <c:v>43208</c:v>
                </c:pt>
                <c:pt idx="4012">
                  <c:v>43209</c:v>
                </c:pt>
                <c:pt idx="4013">
                  <c:v>43210</c:v>
                </c:pt>
                <c:pt idx="4014">
                  <c:v>43213</c:v>
                </c:pt>
                <c:pt idx="4015">
                  <c:v>43214</c:v>
                </c:pt>
                <c:pt idx="4016">
                  <c:v>43215</c:v>
                </c:pt>
                <c:pt idx="4017">
                  <c:v>43216</c:v>
                </c:pt>
                <c:pt idx="4018">
                  <c:v>43217</c:v>
                </c:pt>
                <c:pt idx="4019">
                  <c:v>43220</c:v>
                </c:pt>
                <c:pt idx="4020">
                  <c:v>43222</c:v>
                </c:pt>
                <c:pt idx="4021">
                  <c:v>43223</c:v>
                </c:pt>
                <c:pt idx="4022">
                  <c:v>43224</c:v>
                </c:pt>
                <c:pt idx="4023">
                  <c:v>43227</c:v>
                </c:pt>
                <c:pt idx="4024">
                  <c:v>43228</c:v>
                </c:pt>
                <c:pt idx="4025">
                  <c:v>43229</c:v>
                </c:pt>
                <c:pt idx="4026">
                  <c:v>43230</c:v>
                </c:pt>
                <c:pt idx="4027">
                  <c:v>43231</c:v>
                </c:pt>
                <c:pt idx="4028">
                  <c:v>43234</c:v>
                </c:pt>
                <c:pt idx="4029">
                  <c:v>43235</c:v>
                </c:pt>
                <c:pt idx="4030">
                  <c:v>43236</c:v>
                </c:pt>
                <c:pt idx="4031">
                  <c:v>43237</c:v>
                </c:pt>
                <c:pt idx="4032">
                  <c:v>43238</c:v>
                </c:pt>
                <c:pt idx="4033">
                  <c:v>43241</c:v>
                </c:pt>
                <c:pt idx="4034">
                  <c:v>43242</c:v>
                </c:pt>
                <c:pt idx="4035">
                  <c:v>43243</c:v>
                </c:pt>
                <c:pt idx="4036">
                  <c:v>43244</c:v>
                </c:pt>
                <c:pt idx="4037">
                  <c:v>43245</c:v>
                </c:pt>
                <c:pt idx="4038">
                  <c:v>43248</c:v>
                </c:pt>
                <c:pt idx="4039">
                  <c:v>43249</c:v>
                </c:pt>
                <c:pt idx="4040">
                  <c:v>43250</c:v>
                </c:pt>
                <c:pt idx="4041">
                  <c:v>43252</c:v>
                </c:pt>
                <c:pt idx="4042">
                  <c:v>43255</c:v>
                </c:pt>
                <c:pt idx="4043">
                  <c:v>43256</c:v>
                </c:pt>
                <c:pt idx="4044">
                  <c:v>43257</c:v>
                </c:pt>
                <c:pt idx="4045">
                  <c:v>43258</c:v>
                </c:pt>
                <c:pt idx="4046">
                  <c:v>43259</c:v>
                </c:pt>
                <c:pt idx="4047">
                  <c:v>43262</c:v>
                </c:pt>
                <c:pt idx="4048">
                  <c:v>43263</c:v>
                </c:pt>
                <c:pt idx="4049">
                  <c:v>43264</c:v>
                </c:pt>
                <c:pt idx="4050">
                  <c:v>43265</c:v>
                </c:pt>
                <c:pt idx="4051">
                  <c:v>43266</c:v>
                </c:pt>
                <c:pt idx="4052">
                  <c:v>43269</c:v>
                </c:pt>
                <c:pt idx="4053">
                  <c:v>43270</c:v>
                </c:pt>
                <c:pt idx="4054">
                  <c:v>43271</c:v>
                </c:pt>
                <c:pt idx="4055">
                  <c:v>43272</c:v>
                </c:pt>
                <c:pt idx="4056">
                  <c:v>43273</c:v>
                </c:pt>
                <c:pt idx="4057">
                  <c:v>43276</c:v>
                </c:pt>
                <c:pt idx="4058">
                  <c:v>43277</c:v>
                </c:pt>
                <c:pt idx="4059">
                  <c:v>43278</c:v>
                </c:pt>
                <c:pt idx="4060">
                  <c:v>43279</c:v>
                </c:pt>
                <c:pt idx="4061">
                  <c:v>43280</c:v>
                </c:pt>
                <c:pt idx="4062">
                  <c:v>43283</c:v>
                </c:pt>
                <c:pt idx="4063">
                  <c:v>43284</c:v>
                </c:pt>
                <c:pt idx="4064">
                  <c:v>43285</c:v>
                </c:pt>
                <c:pt idx="4065">
                  <c:v>43286</c:v>
                </c:pt>
                <c:pt idx="4066">
                  <c:v>43287</c:v>
                </c:pt>
                <c:pt idx="4067">
                  <c:v>43291</c:v>
                </c:pt>
                <c:pt idx="4068">
                  <c:v>43292</c:v>
                </c:pt>
                <c:pt idx="4069">
                  <c:v>43293</c:v>
                </c:pt>
                <c:pt idx="4070">
                  <c:v>43294</c:v>
                </c:pt>
                <c:pt idx="4071">
                  <c:v>43297</c:v>
                </c:pt>
                <c:pt idx="4072">
                  <c:v>43298</c:v>
                </c:pt>
                <c:pt idx="4073">
                  <c:v>43299</c:v>
                </c:pt>
                <c:pt idx="4074">
                  <c:v>43300</c:v>
                </c:pt>
                <c:pt idx="4075">
                  <c:v>43301</c:v>
                </c:pt>
                <c:pt idx="4076">
                  <c:v>43304</c:v>
                </c:pt>
                <c:pt idx="4077">
                  <c:v>43305</c:v>
                </c:pt>
                <c:pt idx="4078">
                  <c:v>43306</c:v>
                </c:pt>
                <c:pt idx="4079">
                  <c:v>43307</c:v>
                </c:pt>
                <c:pt idx="4080">
                  <c:v>43308</c:v>
                </c:pt>
                <c:pt idx="4081">
                  <c:v>43311</c:v>
                </c:pt>
                <c:pt idx="4082">
                  <c:v>43312</c:v>
                </c:pt>
                <c:pt idx="4083">
                  <c:v>43313</c:v>
                </c:pt>
                <c:pt idx="4084">
                  <c:v>43314</c:v>
                </c:pt>
                <c:pt idx="4085">
                  <c:v>43315</c:v>
                </c:pt>
                <c:pt idx="4086">
                  <c:v>43318</c:v>
                </c:pt>
                <c:pt idx="4087">
                  <c:v>43319</c:v>
                </c:pt>
                <c:pt idx="4088">
                  <c:v>43320</c:v>
                </c:pt>
                <c:pt idx="4089">
                  <c:v>43321</c:v>
                </c:pt>
                <c:pt idx="4090">
                  <c:v>43322</c:v>
                </c:pt>
                <c:pt idx="4091">
                  <c:v>43325</c:v>
                </c:pt>
                <c:pt idx="4092">
                  <c:v>43326</c:v>
                </c:pt>
                <c:pt idx="4093">
                  <c:v>43327</c:v>
                </c:pt>
                <c:pt idx="4094">
                  <c:v>43328</c:v>
                </c:pt>
                <c:pt idx="4095">
                  <c:v>43329</c:v>
                </c:pt>
                <c:pt idx="4096">
                  <c:v>43332</c:v>
                </c:pt>
                <c:pt idx="4097">
                  <c:v>43333</c:v>
                </c:pt>
                <c:pt idx="4098">
                  <c:v>43334</c:v>
                </c:pt>
                <c:pt idx="4099">
                  <c:v>43335</c:v>
                </c:pt>
                <c:pt idx="4100">
                  <c:v>43336</c:v>
                </c:pt>
                <c:pt idx="4101">
                  <c:v>43339</c:v>
                </c:pt>
                <c:pt idx="4102">
                  <c:v>43340</c:v>
                </c:pt>
                <c:pt idx="4103">
                  <c:v>43341</c:v>
                </c:pt>
                <c:pt idx="4104">
                  <c:v>43342</c:v>
                </c:pt>
                <c:pt idx="4105">
                  <c:v>43343</c:v>
                </c:pt>
                <c:pt idx="4106">
                  <c:v>43346</c:v>
                </c:pt>
                <c:pt idx="4107">
                  <c:v>43347</c:v>
                </c:pt>
                <c:pt idx="4108">
                  <c:v>43348</c:v>
                </c:pt>
                <c:pt idx="4109">
                  <c:v>43349</c:v>
                </c:pt>
                <c:pt idx="4110">
                  <c:v>43353</c:v>
                </c:pt>
                <c:pt idx="4111">
                  <c:v>43354</c:v>
                </c:pt>
                <c:pt idx="4112">
                  <c:v>43355</c:v>
                </c:pt>
                <c:pt idx="4113">
                  <c:v>43356</c:v>
                </c:pt>
                <c:pt idx="4114">
                  <c:v>43357</c:v>
                </c:pt>
                <c:pt idx="4115">
                  <c:v>43360</c:v>
                </c:pt>
                <c:pt idx="4116">
                  <c:v>43361</c:v>
                </c:pt>
                <c:pt idx="4117">
                  <c:v>43362</c:v>
                </c:pt>
                <c:pt idx="4118">
                  <c:v>43363</c:v>
                </c:pt>
                <c:pt idx="4119">
                  <c:v>43364</c:v>
                </c:pt>
                <c:pt idx="4120">
                  <c:v>43367</c:v>
                </c:pt>
                <c:pt idx="4121">
                  <c:v>43368</c:v>
                </c:pt>
                <c:pt idx="4122">
                  <c:v>43369</c:v>
                </c:pt>
                <c:pt idx="4123">
                  <c:v>43370</c:v>
                </c:pt>
                <c:pt idx="4124">
                  <c:v>43371</c:v>
                </c:pt>
                <c:pt idx="4125">
                  <c:v>43374</c:v>
                </c:pt>
                <c:pt idx="4126">
                  <c:v>43375</c:v>
                </c:pt>
                <c:pt idx="4127">
                  <c:v>43376</c:v>
                </c:pt>
                <c:pt idx="4128">
                  <c:v>43377</c:v>
                </c:pt>
                <c:pt idx="4129">
                  <c:v>43378</c:v>
                </c:pt>
                <c:pt idx="4130">
                  <c:v>43381</c:v>
                </c:pt>
                <c:pt idx="4131">
                  <c:v>43382</c:v>
                </c:pt>
                <c:pt idx="4132">
                  <c:v>43383</c:v>
                </c:pt>
                <c:pt idx="4133">
                  <c:v>43384</c:v>
                </c:pt>
                <c:pt idx="4134">
                  <c:v>43388</c:v>
                </c:pt>
                <c:pt idx="4135">
                  <c:v>43389</c:v>
                </c:pt>
                <c:pt idx="4136">
                  <c:v>43390</c:v>
                </c:pt>
                <c:pt idx="4137">
                  <c:v>43391</c:v>
                </c:pt>
                <c:pt idx="4138">
                  <c:v>43392</c:v>
                </c:pt>
                <c:pt idx="4139">
                  <c:v>43395</c:v>
                </c:pt>
                <c:pt idx="4140">
                  <c:v>43396</c:v>
                </c:pt>
                <c:pt idx="4141">
                  <c:v>43397</c:v>
                </c:pt>
                <c:pt idx="4142">
                  <c:v>43398</c:v>
                </c:pt>
                <c:pt idx="4143">
                  <c:v>43399</c:v>
                </c:pt>
                <c:pt idx="4144">
                  <c:v>43402</c:v>
                </c:pt>
                <c:pt idx="4145">
                  <c:v>43403</c:v>
                </c:pt>
                <c:pt idx="4146">
                  <c:v>43404</c:v>
                </c:pt>
                <c:pt idx="4147">
                  <c:v>43405</c:v>
                </c:pt>
                <c:pt idx="4148">
                  <c:v>43409</c:v>
                </c:pt>
                <c:pt idx="4149">
                  <c:v>43410</c:v>
                </c:pt>
                <c:pt idx="4150">
                  <c:v>43411</c:v>
                </c:pt>
                <c:pt idx="4151">
                  <c:v>43412</c:v>
                </c:pt>
                <c:pt idx="4152">
                  <c:v>43413</c:v>
                </c:pt>
                <c:pt idx="4153">
                  <c:v>43416</c:v>
                </c:pt>
                <c:pt idx="4154">
                  <c:v>43417</c:v>
                </c:pt>
                <c:pt idx="4155">
                  <c:v>43418</c:v>
                </c:pt>
                <c:pt idx="4156">
                  <c:v>43420</c:v>
                </c:pt>
                <c:pt idx="4157">
                  <c:v>43423</c:v>
                </c:pt>
                <c:pt idx="4158">
                  <c:v>43425</c:v>
                </c:pt>
                <c:pt idx="4159">
                  <c:v>43426</c:v>
                </c:pt>
                <c:pt idx="4160">
                  <c:v>43427</c:v>
                </c:pt>
                <c:pt idx="4161">
                  <c:v>43430</c:v>
                </c:pt>
                <c:pt idx="4162">
                  <c:v>43431</c:v>
                </c:pt>
                <c:pt idx="4163">
                  <c:v>43432</c:v>
                </c:pt>
                <c:pt idx="4164">
                  <c:v>43433</c:v>
                </c:pt>
                <c:pt idx="4165">
                  <c:v>43434</c:v>
                </c:pt>
                <c:pt idx="4166">
                  <c:v>43437</c:v>
                </c:pt>
                <c:pt idx="4167">
                  <c:v>43438</c:v>
                </c:pt>
                <c:pt idx="4168">
                  <c:v>43439</c:v>
                </c:pt>
                <c:pt idx="4169">
                  <c:v>43440</c:v>
                </c:pt>
                <c:pt idx="4170">
                  <c:v>43441</c:v>
                </c:pt>
                <c:pt idx="4171">
                  <c:v>43444</c:v>
                </c:pt>
                <c:pt idx="4172">
                  <c:v>43445</c:v>
                </c:pt>
                <c:pt idx="4173">
                  <c:v>43446</c:v>
                </c:pt>
                <c:pt idx="4174">
                  <c:v>43447</c:v>
                </c:pt>
                <c:pt idx="4175">
                  <c:v>43448</c:v>
                </c:pt>
                <c:pt idx="4176">
                  <c:v>43451</c:v>
                </c:pt>
                <c:pt idx="4177">
                  <c:v>43452</c:v>
                </c:pt>
                <c:pt idx="4178">
                  <c:v>43453</c:v>
                </c:pt>
                <c:pt idx="4179">
                  <c:v>43454</c:v>
                </c:pt>
                <c:pt idx="4180">
                  <c:v>43455</c:v>
                </c:pt>
                <c:pt idx="4181">
                  <c:v>43460</c:v>
                </c:pt>
                <c:pt idx="4182">
                  <c:v>43461</c:v>
                </c:pt>
                <c:pt idx="4183">
                  <c:v>43462</c:v>
                </c:pt>
                <c:pt idx="4184">
                  <c:v>43467</c:v>
                </c:pt>
                <c:pt idx="4185">
                  <c:v>43468</c:v>
                </c:pt>
                <c:pt idx="4186">
                  <c:v>43469</c:v>
                </c:pt>
                <c:pt idx="4187">
                  <c:v>43472</c:v>
                </c:pt>
                <c:pt idx="4188">
                  <c:v>43473</c:v>
                </c:pt>
                <c:pt idx="4189">
                  <c:v>43474</c:v>
                </c:pt>
                <c:pt idx="4190">
                  <c:v>43475</c:v>
                </c:pt>
                <c:pt idx="4191">
                  <c:v>43476</c:v>
                </c:pt>
                <c:pt idx="4192">
                  <c:v>43479</c:v>
                </c:pt>
                <c:pt idx="4193">
                  <c:v>43480</c:v>
                </c:pt>
                <c:pt idx="4194">
                  <c:v>43481</c:v>
                </c:pt>
                <c:pt idx="4195">
                  <c:v>43482</c:v>
                </c:pt>
                <c:pt idx="4196">
                  <c:v>43483</c:v>
                </c:pt>
                <c:pt idx="4197">
                  <c:v>43486</c:v>
                </c:pt>
                <c:pt idx="4198">
                  <c:v>43487</c:v>
                </c:pt>
                <c:pt idx="4199">
                  <c:v>43488</c:v>
                </c:pt>
                <c:pt idx="4200">
                  <c:v>43489</c:v>
                </c:pt>
                <c:pt idx="4201">
                  <c:v>43493</c:v>
                </c:pt>
                <c:pt idx="4202">
                  <c:v>43494</c:v>
                </c:pt>
                <c:pt idx="4203">
                  <c:v>43495</c:v>
                </c:pt>
                <c:pt idx="4204">
                  <c:v>43496</c:v>
                </c:pt>
                <c:pt idx="4205">
                  <c:v>43497</c:v>
                </c:pt>
                <c:pt idx="4206">
                  <c:v>43500</c:v>
                </c:pt>
                <c:pt idx="4207">
                  <c:v>43501</c:v>
                </c:pt>
                <c:pt idx="4208">
                  <c:v>43502</c:v>
                </c:pt>
                <c:pt idx="4209">
                  <c:v>43503</c:v>
                </c:pt>
                <c:pt idx="4210">
                  <c:v>43504</c:v>
                </c:pt>
                <c:pt idx="4211">
                  <c:v>43507</c:v>
                </c:pt>
                <c:pt idx="4212">
                  <c:v>43508</c:v>
                </c:pt>
                <c:pt idx="4213">
                  <c:v>43509</c:v>
                </c:pt>
                <c:pt idx="4214">
                  <c:v>43510</c:v>
                </c:pt>
                <c:pt idx="4215">
                  <c:v>43511</c:v>
                </c:pt>
                <c:pt idx="4216">
                  <c:v>43514</c:v>
                </c:pt>
                <c:pt idx="4217">
                  <c:v>43515</c:v>
                </c:pt>
                <c:pt idx="4218">
                  <c:v>43516</c:v>
                </c:pt>
                <c:pt idx="4219">
                  <c:v>43517</c:v>
                </c:pt>
                <c:pt idx="4220">
                  <c:v>43518</c:v>
                </c:pt>
                <c:pt idx="4221">
                  <c:v>43521</c:v>
                </c:pt>
                <c:pt idx="4222">
                  <c:v>43522</c:v>
                </c:pt>
                <c:pt idx="4223">
                  <c:v>43523</c:v>
                </c:pt>
                <c:pt idx="4224">
                  <c:v>43524</c:v>
                </c:pt>
                <c:pt idx="4225">
                  <c:v>43525</c:v>
                </c:pt>
                <c:pt idx="4226">
                  <c:v>43530</c:v>
                </c:pt>
                <c:pt idx="4227">
                  <c:v>43531</c:v>
                </c:pt>
                <c:pt idx="4228">
                  <c:v>43532</c:v>
                </c:pt>
                <c:pt idx="4229">
                  <c:v>43535</c:v>
                </c:pt>
                <c:pt idx="4230">
                  <c:v>43536</c:v>
                </c:pt>
                <c:pt idx="4231">
                  <c:v>43537</c:v>
                </c:pt>
                <c:pt idx="4232">
                  <c:v>43538</c:v>
                </c:pt>
                <c:pt idx="4233">
                  <c:v>43539</c:v>
                </c:pt>
                <c:pt idx="4234">
                  <c:v>43542</c:v>
                </c:pt>
                <c:pt idx="4235">
                  <c:v>43543</c:v>
                </c:pt>
                <c:pt idx="4236">
                  <c:v>43544</c:v>
                </c:pt>
                <c:pt idx="4237">
                  <c:v>43545</c:v>
                </c:pt>
                <c:pt idx="4238">
                  <c:v>43546</c:v>
                </c:pt>
                <c:pt idx="4239">
                  <c:v>43549</c:v>
                </c:pt>
                <c:pt idx="4240">
                  <c:v>43550</c:v>
                </c:pt>
                <c:pt idx="4241">
                  <c:v>43551</c:v>
                </c:pt>
                <c:pt idx="4242">
                  <c:v>43552</c:v>
                </c:pt>
                <c:pt idx="4243">
                  <c:v>43553</c:v>
                </c:pt>
                <c:pt idx="4244">
                  <c:v>43556</c:v>
                </c:pt>
                <c:pt idx="4245">
                  <c:v>43557</c:v>
                </c:pt>
                <c:pt idx="4246">
                  <c:v>43558</c:v>
                </c:pt>
                <c:pt idx="4247">
                  <c:v>43559</c:v>
                </c:pt>
                <c:pt idx="4248">
                  <c:v>43560</c:v>
                </c:pt>
                <c:pt idx="4249">
                  <c:v>43563</c:v>
                </c:pt>
                <c:pt idx="4250">
                  <c:v>43564</c:v>
                </c:pt>
                <c:pt idx="4251">
                  <c:v>43565</c:v>
                </c:pt>
                <c:pt idx="4252">
                  <c:v>43566</c:v>
                </c:pt>
                <c:pt idx="4253">
                  <c:v>43567</c:v>
                </c:pt>
                <c:pt idx="4254">
                  <c:v>43570</c:v>
                </c:pt>
                <c:pt idx="4255">
                  <c:v>43571</c:v>
                </c:pt>
                <c:pt idx="4256">
                  <c:v>43572</c:v>
                </c:pt>
                <c:pt idx="4257">
                  <c:v>43573</c:v>
                </c:pt>
                <c:pt idx="4258">
                  <c:v>43577</c:v>
                </c:pt>
                <c:pt idx="4259">
                  <c:v>43578</c:v>
                </c:pt>
                <c:pt idx="4260">
                  <c:v>43579</c:v>
                </c:pt>
                <c:pt idx="4261">
                  <c:v>43580</c:v>
                </c:pt>
                <c:pt idx="4262">
                  <c:v>43581</c:v>
                </c:pt>
                <c:pt idx="4263">
                  <c:v>43584</c:v>
                </c:pt>
                <c:pt idx="4264">
                  <c:v>43585</c:v>
                </c:pt>
                <c:pt idx="4265">
                  <c:v>43587</c:v>
                </c:pt>
                <c:pt idx="4266">
                  <c:v>43588</c:v>
                </c:pt>
                <c:pt idx="4267">
                  <c:v>43591</c:v>
                </c:pt>
                <c:pt idx="4268">
                  <c:v>43592</c:v>
                </c:pt>
                <c:pt idx="4269">
                  <c:v>43593</c:v>
                </c:pt>
                <c:pt idx="4270">
                  <c:v>43594</c:v>
                </c:pt>
                <c:pt idx="4271">
                  <c:v>43595</c:v>
                </c:pt>
                <c:pt idx="4272">
                  <c:v>43598</c:v>
                </c:pt>
                <c:pt idx="4273">
                  <c:v>43599</c:v>
                </c:pt>
                <c:pt idx="4274">
                  <c:v>43600</c:v>
                </c:pt>
                <c:pt idx="4275">
                  <c:v>43601</c:v>
                </c:pt>
                <c:pt idx="4276">
                  <c:v>43602</c:v>
                </c:pt>
                <c:pt idx="4277">
                  <c:v>43605</c:v>
                </c:pt>
                <c:pt idx="4278">
                  <c:v>43606</c:v>
                </c:pt>
                <c:pt idx="4279">
                  <c:v>43607</c:v>
                </c:pt>
                <c:pt idx="4280">
                  <c:v>43608</c:v>
                </c:pt>
                <c:pt idx="4281">
                  <c:v>43609</c:v>
                </c:pt>
                <c:pt idx="4282">
                  <c:v>43612</c:v>
                </c:pt>
                <c:pt idx="4283">
                  <c:v>43613</c:v>
                </c:pt>
                <c:pt idx="4284">
                  <c:v>43614</c:v>
                </c:pt>
                <c:pt idx="4285">
                  <c:v>43615</c:v>
                </c:pt>
                <c:pt idx="4286">
                  <c:v>43616</c:v>
                </c:pt>
                <c:pt idx="4287">
                  <c:v>43619</c:v>
                </c:pt>
                <c:pt idx="4288">
                  <c:v>43620</c:v>
                </c:pt>
                <c:pt idx="4289">
                  <c:v>43621</c:v>
                </c:pt>
                <c:pt idx="4290">
                  <c:v>43622</c:v>
                </c:pt>
                <c:pt idx="4291">
                  <c:v>43623</c:v>
                </c:pt>
                <c:pt idx="4292">
                  <c:v>43626</c:v>
                </c:pt>
                <c:pt idx="4293">
                  <c:v>43627</c:v>
                </c:pt>
                <c:pt idx="4294">
                  <c:v>43628</c:v>
                </c:pt>
                <c:pt idx="4295">
                  <c:v>43629</c:v>
                </c:pt>
                <c:pt idx="4296">
                  <c:v>43630</c:v>
                </c:pt>
                <c:pt idx="4297">
                  <c:v>43633</c:v>
                </c:pt>
                <c:pt idx="4298">
                  <c:v>43634</c:v>
                </c:pt>
                <c:pt idx="4299">
                  <c:v>43635</c:v>
                </c:pt>
                <c:pt idx="4300">
                  <c:v>43637</c:v>
                </c:pt>
                <c:pt idx="4301">
                  <c:v>43640</c:v>
                </c:pt>
                <c:pt idx="4302">
                  <c:v>43641</c:v>
                </c:pt>
                <c:pt idx="4303">
                  <c:v>43642</c:v>
                </c:pt>
                <c:pt idx="4304">
                  <c:v>43643</c:v>
                </c:pt>
                <c:pt idx="4305">
                  <c:v>43644</c:v>
                </c:pt>
                <c:pt idx="4306">
                  <c:v>43647</c:v>
                </c:pt>
                <c:pt idx="4307">
                  <c:v>43648</c:v>
                </c:pt>
                <c:pt idx="4308">
                  <c:v>43649</c:v>
                </c:pt>
                <c:pt idx="4309">
                  <c:v>43650</c:v>
                </c:pt>
                <c:pt idx="4310">
                  <c:v>43651</c:v>
                </c:pt>
                <c:pt idx="4311">
                  <c:v>43654</c:v>
                </c:pt>
                <c:pt idx="4312">
                  <c:v>43656</c:v>
                </c:pt>
                <c:pt idx="4313">
                  <c:v>43657</c:v>
                </c:pt>
                <c:pt idx="4314">
                  <c:v>43658</c:v>
                </c:pt>
                <c:pt idx="4315">
                  <c:v>43661</c:v>
                </c:pt>
                <c:pt idx="4316">
                  <c:v>43662</c:v>
                </c:pt>
                <c:pt idx="4317">
                  <c:v>43663</c:v>
                </c:pt>
                <c:pt idx="4318">
                  <c:v>43664</c:v>
                </c:pt>
                <c:pt idx="4319">
                  <c:v>43665</c:v>
                </c:pt>
                <c:pt idx="4320">
                  <c:v>43668</c:v>
                </c:pt>
                <c:pt idx="4321">
                  <c:v>43669</c:v>
                </c:pt>
                <c:pt idx="4322">
                  <c:v>43670</c:v>
                </c:pt>
                <c:pt idx="4323">
                  <c:v>43671</c:v>
                </c:pt>
                <c:pt idx="4324">
                  <c:v>43672</c:v>
                </c:pt>
                <c:pt idx="4325">
                  <c:v>43675</c:v>
                </c:pt>
                <c:pt idx="4326">
                  <c:v>43676</c:v>
                </c:pt>
                <c:pt idx="4327">
                  <c:v>43677</c:v>
                </c:pt>
                <c:pt idx="4328">
                  <c:v>43678</c:v>
                </c:pt>
                <c:pt idx="4329">
                  <c:v>43679</c:v>
                </c:pt>
                <c:pt idx="4330">
                  <c:v>43682</c:v>
                </c:pt>
                <c:pt idx="4331">
                  <c:v>43683</c:v>
                </c:pt>
                <c:pt idx="4332">
                  <c:v>43684</c:v>
                </c:pt>
                <c:pt idx="4333">
                  <c:v>43685</c:v>
                </c:pt>
                <c:pt idx="4334">
                  <c:v>43686</c:v>
                </c:pt>
                <c:pt idx="4335">
                  <c:v>43689</c:v>
                </c:pt>
                <c:pt idx="4336">
                  <c:v>43690</c:v>
                </c:pt>
                <c:pt idx="4337">
                  <c:v>43691</c:v>
                </c:pt>
                <c:pt idx="4338">
                  <c:v>43692</c:v>
                </c:pt>
                <c:pt idx="4339">
                  <c:v>43693</c:v>
                </c:pt>
                <c:pt idx="4340">
                  <c:v>43696</c:v>
                </c:pt>
                <c:pt idx="4341">
                  <c:v>43697</c:v>
                </c:pt>
                <c:pt idx="4342">
                  <c:v>43698</c:v>
                </c:pt>
                <c:pt idx="4343">
                  <c:v>43699</c:v>
                </c:pt>
                <c:pt idx="4344">
                  <c:v>43700</c:v>
                </c:pt>
                <c:pt idx="4345">
                  <c:v>43703</c:v>
                </c:pt>
                <c:pt idx="4346">
                  <c:v>43704</c:v>
                </c:pt>
                <c:pt idx="4347">
                  <c:v>43705</c:v>
                </c:pt>
                <c:pt idx="4348">
                  <c:v>43706</c:v>
                </c:pt>
                <c:pt idx="4349">
                  <c:v>43707</c:v>
                </c:pt>
                <c:pt idx="4350">
                  <c:v>43710</c:v>
                </c:pt>
                <c:pt idx="4351">
                  <c:v>43711</c:v>
                </c:pt>
                <c:pt idx="4352">
                  <c:v>43712</c:v>
                </c:pt>
                <c:pt idx="4353">
                  <c:v>43713</c:v>
                </c:pt>
                <c:pt idx="4354">
                  <c:v>43714</c:v>
                </c:pt>
                <c:pt idx="4355">
                  <c:v>43717</c:v>
                </c:pt>
                <c:pt idx="4356">
                  <c:v>43718</c:v>
                </c:pt>
                <c:pt idx="4357">
                  <c:v>43719</c:v>
                </c:pt>
                <c:pt idx="4358">
                  <c:v>43720</c:v>
                </c:pt>
                <c:pt idx="4359">
                  <c:v>43721</c:v>
                </c:pt>
                <c:pt idx="4360">
                  <c:v>43724</c:v>
                </c:pt>
                <c:pt idx="4361">
                  <c:v>43725</c:v>
                </c:pt>
                <c:pt idx="4362">
                  <c:v>43726</c:v>
                </c:pt>
                <c:pt idx="4363">
                  <c:v>43727</c:v>
                </c:pt>
                <c:pt idx="4364">
                  <c:v>43728</c:v>
                </c:pt>
                <c:pt idx="4365">
                  <c:v>43731</c:v>
                </c:pt>
                <c:pt idx="4366">
                  <c:v>43732</c:v>
                </c:pt>
                <c:pt idx="4367">
                  <c:v>43733</c:v>
                </c:pt>
                <c:pt idx="4368">
                  <c:v>43734</c:v>
                </c:pt>
                <c:pt idx="4369">
                  <c:v>43735</c:v>
                </c:pt>
                <c:pt idx="4370">
                  <c:v>43738</c:v>
                </c:pt>
                <c:pt idx="4371">
                  <c:v>43739</c:v>
                </c:pt>
                <c:pt idx="4372">
                  <c:v>43740</c:v>
                </c:pt>
                <c:pt idx="4373">
                  <c:v>43741</c:v>
                </c:pt>
                <c:pt idx="4374">
                  <c:v>43742</c:v>
                </c:pt>
                <c:pt idx="4375">
                  <c:v>43745</c:v>
                </c:pt>
                <c:pt idx="4376">
                  <c:v>43746</c:v>
                </c:pt>
                <c:pt idx="4377">
                  <c:v>43747</c:v>
                </c:pt>
                <c:pt idx="4378">
                  <c:v>43748</c:v>
                </c:pt>
                <c:pt idx="4379">
                  <c:v>43749</c:v>
                </c:pt>
                <c:pt idx="4380">
                  <c:v>43752</c:v>
                </c:pt>
                <c:pt idx="4381">
                  <c:v>43753</c:v>
                </c:pt>
                <c:pt idx="4382">
                  <c:v>43754</c:v>
                </c:pt>
                <c:pt idx="4383">
                  <c:v>43755</c:v>
                </c:pt>
                <c:pt idx="4384">
                  <c:v>43756</c:v>
                </c:pt>
                <c:pt idx="4385">
                  <c:v>43759</c:v>
                </c:pt>
                <c:pt idx="4386">
                  <c:v>43760</c:v>
                </c:pt>
                <c:pt idx="4387">
                  <c:v>43761</c:v>
                </c:pt>
                <c:pt idx="4388">
                  <c:v>43762</c:v>
                </c:pt>
                <c:pt idx="4389">
                  <c:v>43763</c:v>
                </c:pt>
                <c:pt idx="4390">
                  <c:v>43766</c:v>
                </c:pt>
                <c:pt idx="4391">
                  <c:v>43767</c:v>
                </c:pt>
                <c:pt idx="4392">
                  <c:v>43768</c:v>
                </c:pt>
                <c:pt idx="4393">
                  <c:v>43769</c:v>
                </c:pt>
                <c:pt idx="4394">
                  <c:v>43770</c:v>
                </c:pt>
                <c:pt idx="4395">
                  <c:v>43773</c:v>
                </c:pt>
                <c:pt idx="4396">
                  <c:v>43774</c:v>
                </c:pt>
                <c:pt idx="4397">
                  <c:v>43775</c:v>
                </c:pt>
                <c:pt idx="4398">
                  <c:v>43776</c:v>
                </c:pt>
                <c:pt idx="4399">
                  <c:v>43777</c:v>
                </c:pt>
                <c:pt idx="4400">
                  <c:v>43780</c:v>
                </c:pt>
                <c:pt idx="4401">
                  <c:v>43781</c:v>
                </c:pt>
                <c:pt idx="4402">
                  <c:v>43782</c:v>
                </c:pt>
                <c:pt idx="4403">
                  <c:v>43783</c:v>
                </c:pt>
                <c:pt idx="4404">
                  <c:v>43787</c:v>
                </c:pt>
                <c:pt idx="4405">
                  <c:v>43788</c:v>
                </c:pt>
                <c:pt idx="4406">
                  <c:v>43790</c:v>
                </c:pt>
                <c:pt idx="4407">
                  <c:v>43791</c:v>
                </c:pt>
                <c:pt idx="4408">
                  <c:v>43794</c:v>
                </c:pt>
                <c:pt idx="4409">
                  <c:v>43795</c:v>
                </c:pt>
                <c:pt idx="4410">
                  <c:v>43796</c:v>
                </c:pt>
                <c:pt idx="4411">
                  <c:v>43797</c:v>
                </c:pt>
                <c:pt idx="4412">
                  <c:v>43798</c:v>
                </c:pt>
                <c:pt idx="4413">
                  <c:v>43801</c:v>
                </c:pt>
                <c:pt idx="4414">
                  <c:v>43802</c:v>
                </c:pt>
                <c:pt idx="4415">
                  <c:v>43803</c:v>
                </c:pt>
                <c:pt idx="4416">
                  <c:v>43804</c:v>
                </c:pt>
                <c:pt idx="4417">
                  <c:v>43805</c:v>
                </c:pt>
                <c:pt idx="4418">
                  <c:v>43808</c:v>
                </c:pt>
                <c:pt idx="4419">
                  <c:v>43809</c:v>
                </c:pt>
                <c:pt idx="4420">
                  <c:v>43810</c:v>
                </c:pt>
                <c:pt idx="4421">
                  <c:v>43811</c:v>
                </c:pt>
                <c:pt idx="4422">
                  <c:v>43812</c:v>
                </c:pt>
                <c:pt idx="4423">
                  <c:v>43815</c:v>
                </c:pt>
                <c:pt idx="4424">
                  <c:v>43816</c:v>
                </c:pt>
                <c:pt idx="4425">
                  <c:v>43817</c:v>
                </c:pt>
                <c:pt idx="4426">
                  <c:v>43818</c:v>
                </c:pt>
                <c:pt idx="4427">
                  <c:v>43819</c:v>
                </c:pt>
                <c:pt idx="4428">
                  <c:v>43822</c:v>
                </c:pt>
                <c:pt idx="4429">
                  <c:v>43825</c:v>
                </c:pt>
                <c:pt idx="4430">
                  <c:v>43826</c:v>
                </c:pt>
                <c:pt idx="4431">
                  <c:v>43829</c:v>
                </c:pt>
                <c:pt idx="4432">
                  <c:v>43832</c:v>
                </c:pt>
                <c:pt idx="4433">
                  <c:v>43833</c:v>
                </c:pt>
                <c:pt idx="4434">
                  <c:v>43836</c:v>
                </c:pt>
                <c:pt idx="4435">
                  <c:v>43837</c:v>
                </c:pt>
                <c:pt idx="4436">
                  <c:v>43838</c:v>
                </c:pt>
                <c:pt idx="4437">
                  <c:v>43839</c:v>
                </c:pt>
                <c:pt idx="4438">
                  <c:v>43840</c:v>
                </c:pt>
                <c:pt idx="4439">
                  <c:v>43843</c:v>
                </c:pt>
                <c:pt idx="4440">
                  <c:v>43844</c:v>
                </c:pt>
                <c:pt idx="4441">
                  <c:v>43845</c:v>
                </c:pt>
                <c:pt idx="4442">
                  <c:v>43846</c:v>
                </c:pt>
                <c:pt idx="4443">
                  <c:v>43847</c:v>
                </c:pt>
                <c:pt idx="4444">
                  <c:v>43850</c:v>
                </c:pt>
                <c:pt idx="4445">
                  <c:v>43851</c:v>
                </c:pt>
                <c:pt idx="4446">
                  <c:v>43852</c:v>
                </c:pt>
                <c:pt idx="4447">
                  <c:v>43853</c:v>
                </c:pt>
                <c:pt idx="4448">
                  <c:v>43854</c:v>
                </c:pt>
                <c:pt idx="4449">
                  <c:v>43857</c:v>
                </c:pt>
                <c:pt idx="4450">
                  <c:v>43858</c:v>
                </c:pt>
                <c:pt idx="4451">
                  <c:v>43859</c:v>
                </c:pt>
                <c:pt idx="4452">
                  <c:v>43860</c:v>
                </c:pt>
                <c:pt idx="4453">
                  <c:v>43861</c:v>
                </c:pt>
                <c:pt idx="4454">
                  <c:v>43864</c:v>
                </c:pt>
                <c:pt idx="4455">
                  <c:v>43865</c:v>
                </c:pt>
                <c:pt idx="4456">
                  <c:v>43866</c:v>
                </c:pt>
                <c:pt idx="4457">
                  <c:v>43867</c:v>
                </c:pt>
                <c:pt idx="4458">
                  <c:v>43868</c:v>
                </c:pt>
                <c:pt idx="4459">
                  <c:v>43871</c:v>
                </c:pt>
                <c:pt idx="4460">
                  <c:v>43872</c:v>
                </c:pt>
                <c:pt idx="4461">
                  <c:v>43873</c:v>
                </c:pt>
                <c:pt idx="4462">
                  <c:v>43874</c:v>
                </c:pt>
                <c:pt idx="4463">
                  <c:v>43875</c:v>
                </c:pt>
                <c:pt idx="4464">
                  <c:v>43878</c:v>
                </c:pt>
                <c:pt idx="4465">
                  <c:v>43879</c:v>
                </c:pt>
                <c:pt idx="4466">
                  <c:v>43880</c:v>
                </c:pt>
                <c:pt idx="4467">
                  <c:v>43881</c:v>
                </c:pt>
                <c:pt idx="4468">
                  <c:v>43882</c:v>
                </c:pt>
                <c:pt idx="4469">
                  <c:v>43887</c:v>
                </c:pt>
                <c:pt idx="4470">
                  <c:v>43888</c:v>
                </c:pt>
                <c:pt idx="4471">
                  <c:v>43889</c:v>
                </c:pt>
                <c:pt idx="4472">
                  <c:v>43892</c:v>
                </c:pt>
                <c:pt idx="4473">
                  <c:v>43893</c:v>
                </c:pt>
                <c:pt idx="4474">
                  <c:v>43894</c:v>
                </c:pt>
                <c:pt idx="4475">
                  <c:v>43895</c:v>
                </c:pt>
                <c:pt idx="4476">
                  <c:v>43896</c:v>
                </c:pt>
                <c:pt idx="4477">
                  <c:v>43899</c:v>
                </c:pt>
                <c:pt idx="4478">
                  <c:v>43900</c:v>
                </c:pt>
                <c:pt idx="4479">
                  <c:v>43901</c:v>
                </c:pt>
                <c:pt idx="4480">
                  <c:v>43902</c:v>
                </c:pt>
                <c:pt idx="4481">
                  <c:v>43903</c:v>
                </c:pt>
                <c:pt idx="4482">
                  <c:v>43906</c:v>
                </c:pt>
                <c:pt idx="4483">
                  <c:v>43907</c:v>
                </c:pt>
                <c:pt idx="4484">
                  <c:v>43908</c:v>
                </c:pt>
                <c:pt idx="4485">
                  <c:v>43909</c:v>
                </c:pt>
                <c:pt idx="4486">
                  <c:v>43910</c:v>
                </c:pt>
                <c:pt idx="4487">
                  <c:v>43913</c:v>
                </c:pt>
                <c:pt idx="4488">
                  <c:v>43914</c:v>
                </c:pt>
                <c:pt idx="4489">
                  <c:v>43915</c:v>
                </c:pt>
                <c:pt idx="4490">
                  <c:v>43916</c:v>
                </c:pt>
                <c:pt idx="4491">
                  <c:v>43917</c:v>
                </c:pt>
                <c:pt idx="4492">
                  <c:v>43920</c:v>
                </c:pt>
                <c:pt idx="4493">
                  <c:v>43921</c:v>
                </c:pt>
                <c:pt idx="4494">
                  <c:v>43922</c:v>
                </c:pt>
                <c:pt idx="4495">
                  <c:v>43923</c:v>
                </c:pt>
                <c:pt idx="4496">
                  <c:v>43924</c:v>
                </c:pt>
                <c:pt idx="4497">
                  <c:v>43927</c:v>
                </c:pt>
                <c:pt idx="4498">
                  <c:v>43928</c:v>
                </c:pt>
                <c:pt idx="4499">
                  <c:v>43929</c:v>
                </c:pt>
                <c:pt idx="4500">
                  <c:v>43930</c:v>
                </c:pt>
                <c:pt idx="4501">
                  <c:v>43934</c:v>
                </c:pt>
                <c:pt idx="4502">
                  <c:v>43935</c:v>
                </c:pt>
                <c:pt idx="4503">
                  <c:v>43936</c:v>
                </c:pt>
                <c:pt idx="4504">
                  <c:v>43937</c:v>
                </c:pt>
                <c:pt idx="4505">
                  <c:v>43938</c:v>
                </c:pt>
                <c:pt idx="4506">
                  <c:v>43941</c:v>
                </c:pt>
                <c:pt idx="4507">
                  <c:v>43943</c:v>
                </c:pt>
                <c:pt idx="4508">
                  <c:v>43944</c:v>
                </c:pt>
                <c:pt idx="4509">
                  <c:v>43945</c:v>
                </c:pt>
                <c:pt idx="4510">
                  <c:v>43948</c:v>
                </c:pt>
                <c:pt idx="4511">
                  <c:v>43949</c:v>
                </c:pt>
                <c:pt idx="4512">
                  <c:v>43950</c:v>
                </c:pt>
                <c:pt idx="4513">
                  <c:v>43951</c:v>
                </c:pt>
                <c:pt idx="4514">
                  <c:v>43955</c:v>
                </c:pt>
                <c:pt idx="4515">
                  <c:v>43956</c:v>
                </c:pt>
                <c:pt idx="4516">
                  <c:v>43957</c:v>
                </c:pt>
                <c:pt idx="4517">
                  <c:v>43958</c:v>
                </c:pt>
                <c:pt idx="4518">
                  <c:v>43959</c:v>
                </c:pt>
                <c:pt idx="4519">
                  <c:v>43962</c:v>
                </c:pt>
                <c:pt idx="4520">
                  <c:v>43963</c:v>
                </c:pt>
                <c:pt idx="4521">
                  <c:v>43964</c:v>
                </c:pt>
                <c:pt idx="4522">
                  <c:v>43965</c:v>
                </c:pt>
                <c:pt idx="4523">
                  <c:v>43966</c:v>
                </c:pt>
                <c:pt idx="4524">
                  <c:v>43969</c:v>
                </c:pt>
                <c:pt idx="4525">
                  <c:v>43970</c:v>
                </c:pt>
                <c:pt idx="4526">
                  <c:v>43971</c:v>
                </c:pt>
                <c:pt idx="4527">
                  <c:v>43972</c:v>
                </c:pt>
                <c:pt idx="4528">
                  <c:v>43973</c:v>
                </c:pt>
                <c:pt idx="4529">
                  <c:v>43976</c:v>
                </c:pt>
                <c:pt idx="4530">
                  <c:v>43977</c:v>
                </c:pt>
                <c:pt idx="4531">
                  <c:v>43978</c:v>
                </c:pt>
                <c:pt idx="4532">
                  <c:v>43979</c:v>
                </c:pt>
                <c:pt idx="4533">
                  <c:v>43980</c:v>
                </c:pt>
                <c:pt idx="4534">
                  <c:v>43983</c:v>
                </c:pt>
                <c:pt idx="4535">
                  <c:v>43984</c:v>
                </c:pt>
                <c:pt idx="4536">
                  <c:v>43985</c:v>
                </c:pt>
                <c:pt idx="4537">
                  <c:v>43986</c:v>
                </c:pt>
                <c:pt idx="4538">
                  <c:v>43987</c:v>
                </c:pt>
                <c:pt idx="4539">
                  <c:v>43990</c:v>
                </c:pt>
                <c:pt idx="4540">
                  <c:v>43991</c:v>
                </c:pt>
                <c:pt idx="4541">
                  <c:v>43992</c:v>
                </c:pt>
                <c:pt idx="4542">
                  <c:v>43994</c:v>
                </c:pt>
                <c:pt idx="4543">
                  <c:v>43997</c:v>
                </c:pt>
                <c:pt idx="4544">
                  <c:v>43998</c:v>
                </c:pt>
                <c:pt idx="4545">
                  <c:v>43999</c:v>
                </c:pt>
                <c:pt idx="4546">
                  <c:v>44000</c:v>
                </c:pt>
                <c:pt idx="4547">
                  <c:v>44001</c:v>
                </c:pt>
                <c:pt idx="4548">
                  <c:v>44004</c:v>
                </c:pt>
                <c:pt idx="4549">
                  <c:v>44005</c:v>
                </c:pt>
                <c:pt idx="4550">
                  <c:v>44006</c:v>
                </c:pt>
                <c:pt idx="4551">
                  <c:v>44007</c:v>
                </c:pt>
                <c:pt idx="4552">
                  <c:v>44008</c:v>
                </c:pt>
                <c:pt idx="4553">
                  <c:v>44011</c:v>
                </c:pt>
                <c:pt idx="4554">
                  <c:v>44012</c:v>
                </c:pt>
                <c:pt idx="4555">
                  <c:v>44013</c:v>
                </c:pt>
                <c:pt idx="4556">
                  <c:v>44014</c:v>
                </c:pt>
                <c:pt idx="4557">
                  <c:v>44015</c:v>
                </c:pt>
                <c:pt idx="4558">
                  <c:v>44018</c:v>
                </c:pt>
                <c:pt idx="4559">
                  <c:v>44019</c:v>
                </c:pt>
                <c:pt idx="4560">
                  <c:v>44020</c:v>
                </c:pt>
                <c:pt idx="4561">
                  <c:v>44021</c:v>
                </c:pt>
                <c:pt idx="4562">
                  <c:v>44022</c:v>
                </c:pt>
                <c:pt idx="4563">
                  <c:v>44025</c:v>
                </c:pt>
                <c:pt idx="4564">
                  <c:v>44026</c:v>
                </c:pt>
                <c:pt idx="4565">
                  <c:v>44027</c:v>
                </c:pt>
                <c:pt idx="4566">
                  <c:v>44028</c:v>
                </c:pt>
                <c:pt idx="4567">
                  <c:v>44029</c:v>
                </c:pt>
                <c:pt idx="4568">
                  <c:v>44032</c:v>
                </c:pt>
                <c:pt idx="4569">
                  <c:v>44033</c:v>
                </c:pt>
                <c:pt idx="4570">
                  <c:v>44034</c:v>
                </c:pt>
                <c:pt idx="4571">
                  <c:v>44035</c:v>
                </c:pt>
                <c:pt idx="4572">
                  <c:v>44036</c:v>
                </c:pt>
                <c:pt idx="4573">
                  <c:v>44039</c:v>
                </c:pt>
                <c:pt idx="4574">
                  <c:v>44040</c:v>
                </c:pt>
                <c:pt idx="4575">
                  <c:v>44041</c:v>
                </c:pt>
                <c:pt idx="4576">
                  <c:v>44042</c:v>
                </c:pt>
                <c:pt idx="4577">
                  <c:v>44043</c:v>
                </c:pt>
                <c:pt idx="4578">
                  <c:v>44046</c:v>
                </c:pt>
                <c:pt idx="4579">
                  <c:v>44047</c:v>
                </c:pt>
                <c:pt idx="4580">
                  <c:v>44048</c:v>
                </c:pt>
                <c:pt idx="4581">
                  <c:v>44049</c:v>
                </c:pt>
                <c:pt idx="4582">
                  <c:v>44050</c:v>
                </c:pt>
                <c:pt idx="4583">
                  <c:v>44053</c:v>
                </c:pt>
                <c:pt idx="4584">
                  <c:v>44054</c:v>
                </c:pt>
                <c:pt idx="4585">
                  <c:v>44055</c:v>
                </c:pt>
                <c:pt idx="4586">
                  <c:v>44056</c:v>
                </c:pt>
                <c:pt idx="4587">
                  <c:v>44057</c:v>
                </c:pt>
                <c:pt idx="4588">
                  <c:v>44060</c:v>
                </c:pt>
                <c:pt idx="4589">
                  <c:v>44061</c:v>
                </c:pt>
                <c:pt idx="4590">
                  <c:v>44062</c:v>
                </c:pt>
                <c:pt idx="4591">
                  <c:v>44063</c:v>
                </c:pt>
                <c:pt idx="4592">
                  <c:v>44064</c:v>
                </c:pt>
                <c:pt idx="4593">
                  <c:v>44067</c:v>
                </c:pt>
                <c:pt idx="4594">
                  <c:v>44068</c:v>
                </c:pt>
                <c:pt idx="4595">
                  <c:v>44069</c:v>
                </c:pt>
                <c:pt idx="4596">
                  <c:v>44070</c:v>
                </c:pt>
                <c:pt idx="4597">
                  <c:v>44071</c:v>
                </c:pt>
                <c:pt idx="4598">
                  <c:v>44074</c:v>
                </c:pt>
                <c:pt idx="4599">
                  <c:v>44075</c:v>
                </c:pt>
                <c:pt idx="4600">
                  <c:v>44076</c:v>
                </c:pt>
                <c:pt idx="4601">
                  <c:v>44077</c:v>
                </c:pt>
                <c:pt idx="4602">
                  <c:v>44078</c:v>
                </c:pt>
                <c:pt idx="4603">
                  <c:v>44082</c:v>
                </c:pt>
                <c:pt idx="4604">
                  <c:v>44083</c:v>
                </c:pt>
                <c:pt idx="4605">
                  <c:v>44084</c:v>
                </c:pt>
                <c:pt idx="4606">
                  <c:v>44085</c:v>
                </c:pt>
                <c:pt idx="4607">
                  <c:v>44088</c:v>
                </c:pt>
                <c:pt idx="4608">
                  <c:v>44089</c:v>
                </c:pt>
                <c:pt idx="4609">
                  <c:v>44090</c:v>
                </c:pt>
                <c:pt idx="4610">
                  <c:v>44091</c:v>
                </c:pt>
                <c:pt idx="4611">
                  <c:v>44092</c:v>
                </c:pt>
                <c:pt idx="4612">
                  <c:v>44095</c:v>
                </c:pt>
                <c:pt idx="4613">
                  <c:v>44096</c:v>
                </c:pt>
                <c:pt idx="4614">
                  <c:v>44097</c:v>
                </c:pt>
                <c:pt idx="4615">
                  <c:v>44098</c:v>
                </c:pt>
                <c:pt idx="4616">
                  <c:v>44099</c:v>
                </c:pt>
                <c:pt idx="4617">
                  <c:v>44102</c:v>
                </c:pt>
                <c:pt idx="4618">
                  <c:v>44103</c:v>
                </c:pt>
                <c:pt idx="4619">
                  <c:v>44104</c:v>
                </c:pt>
                <c:pt idx="4620">
                  <c:v>44105</c:v>
                </c:pt>
                <c:pt idx="4621">
                  <c:v>44106</c:v>
                </c:pt>
                <c:pt idx="4622">
                  <c:v>44109</c:v>
                </c:pt>
                <c:pt idx="4623">
                  <c:v>44110</c:v>
                </c:pt>
                <c:pt idx="4624">
                  <c:v>44111</c:v>
                </c:pt>
                <c:pt idx="4625">
                  <c:v>44112</c:v>
                </c:pt>
                <c:pt idx="4626">
                  <c:v>44113</c:v>
                </c:pt>
                <c:pt idx="4627">
                  <c:v>44117</c:v>
                </c:pt>
                <c:pt idx="4628">
                  <c:v>44118</c:v>
                </c:pt>
                <c:pt idx="4629">
                  <c:v>44119</c:v>
                </c:pt>
                <c:pt idx="4630">
                  <c:v>44120</c:v>
                </c:pt>
                <c:pt idx="4631">
                  <c:v>44123</c:v>
                </c:pt>
                <c:pt idx="4632">
                  <c:v>44124</c:v>
                </c:pt>
                <c:pt idx="4633">
                  <c:v>44125</c:v>
                </c:pt>
                <c:pt idx="4634">
                  <c:v>44126</c:v>
                </c:pt>
                <c:pt idx="4635">
                  <c:v>44127</c:v>
                </c:pt>
                <c:pt idx="4636">
                  <c:v>44130</c:v>
                </c:pt>
                <c:pt idx="4637">
                  <c:v>44131</c:v>
                </c:pt>
                <c:pt idx="4638">
                  <c:v>44132</c:v>
                </c:pt>
                <c:pt idx="4639">
                  <c:v>44133</c:v>
                </c:pt>
                <c:pt idx="4640">
                  <c:v>44134</c:v>
                </c:pt>
                <c:pt idx="4641">
                  <c:v>44138</c:v>
                </c:pt>
                <c:pt idx="4642">
                  <c:v>44139</c:v>
                </c:pt>
                <c:pt idx="4643">
                  <c:v>44140</c:v>
                </c:pt>
                <c:pt idx="4644">
                  <c:v>44141</c:v>
                </c:pt>
                <c:pt idx="4645">
                  <c:v>44144</c:v>
                </c:pt>
                <c:pt idx="4646">
                  <c:v>44145</c:v>
                </c:pt>
                <c:pt idx="4647">
                  <c:v>44146</c:v>
                </c:pt>
                <c:pt idx="4648">
                  <c:v>44147</c:v>
                </c:pt>
                <c:pt idx="4649">
                  <c:v>44148</c:v>
                </c:pt>
                <c:pt idx="4650">
                  <c:v>44151</c:v>
                </c:pt>
                <c:pt idx="4651">
                  <c:v>44152</c:v>
                </c:pt>
                <c:pt idx="4652">
                  <c:v>44153</c:v>
                </c:pt>
                <c:pt idx="4653">
                  <c:v>44154</c:v>
                </c:pt>
                <c:pt idx="4654">
                  <c:v>44155</c:v>
                </c:pt>
                <c:pt idx="4655">
                  <c:v>44158</c:v>
                </c:pt>
                <c:pt idx="4656">
                  <c:v>44159</c:v>
                </c:pt>
                <c:pt idx="4657">
                  <c:v>44160</c:v>
                </c:pt>
                <c:pt idx="4658">
                  <c:v>44161</c:v>
                </c:pt>
                <c:pt idx="4659">
                  <c:v>44162</c:v>
                </c:pt>
                <c:pt idx="4660">
                  <c:v>44165</c:v>
                </c:pt>
                <c:pt idx="4661">
                  <c:v>44166</c:v>
                </c:pt>
                <c:pt idx="4662">
                  <c:v>44167</c:v>
                </c:pt>
                <c:pt idx="4663">
                  <c:v>44168</c:v>
                </c:pt>
                <c:pt idx="4664">
                  <c:v>44169</c:v>
                </c:pt>
                <c:pt idx="4665">
                  <c:v>44172</c:v>
                </c:pt>
                <c:pt idx="4666">
                  <c:v>44173</c:v>
                </c:pt>
                <c:pt idx="4667">
                  <c:v>44174</c:v>
                </c:pt>
                <c:pt idx="4668">
                  <c:v>44175</c:v>
                </c:pt>
                <c:pt idx="4669">
                  <c:v>44176</c:v>
                </c:pt>
                <c:pt idx="4670">
                  <c:v>44179</c:v>
                </c:pt>
                <c:pt idx="4671">
                  <c:v>44180</c:v>
                </c:pt>
                <c:pt idx="4672">
                  <c:v>44181</c:v>
                </c:pt>
                <c:pt idx="4673">
                  <c:v>44182</c:v>
                </c:pt>
                <c:pt idx="4674">
                  <c:v>44183</c:v>
                </c:pt>
                <c:pt idx="4675">
                  <c:v>44186</c:v>
                </c:pt>
                <c:pt idx="4676">
                  <c:v>44187</c:v>
                </c:pt>
                <c:pt idx="4677">
                  <c:v>44188</c:v>
                </c:pt>
                <c:pt idx="4678">
                  <c:v>44193</c:v>
                </c:pt>
                <c:pt idx="4679">
                  <c:v>44194</c:v>
                </c:pt>
                <c:pt idx="4680">
                  <c:v>44195</c:v>
                </c:pt>
                <c:pt idx="4681">
                  <c:v>44200</c:v>
                </c:pt>
                <c:pt idx="4682">
                  <c:v>44201</c:v>
                </c:pt>
                <c:pt idx="4683">
                  <c:v>44202</c:v>
                </c:pt>
                <c:pt idx="4684">
                  <c:v>44203</c:v>
                </c:pt>
                <c:pt idx="4685">
                  <c:v>44204</c:v>
                </c:pt>
                <c:pt idx="4686">
                  <c:v>44207</c:v>
                </c:pt>
                <c:pt idx="4687">
                  <c:v>44208</c:v>
                </c:pt>
                <c:pt idx="4688">
                  <c:v>44209</c:v>
                </c:pt>
                <c:pt idx="4689">
                  <c:v>44210</c:v>
                </c:pt>
                <c:pt idx="4690">
                  <c:v>44211</c:v>
                </c:pt>
                <c:pt idx="4691">
                  <c:v>44214</c:v>
                </c:pt>
                <c:pt idx="4692">
                  <c:v>44215</c:v>
                </c:pt>
                <c:pt idx="4693">
                  <c:v>44216</c:v>
                </c:pt>
                <c:pt idx="4694">
                  <c:v>44217</c:v>
                </c:pt>
                <c:pt idx="4695">
                  <c:v>44218</c:v>
                </c:pt>
                <c:pt idx="4696">
                  <c:v>44222</c:v>
                </c:pt>
                <c:pt idx="4697">
                  <c:v>44223</c:v>
                </c:pt>
                <c:pt idx="4698">
                  <c:v>44224</c:v>
                </c:pt>
                <c:pt idx="4699">
                  <c:v>44225</c:v>
                </c:pt>
                <c:pt idx="4700">
                  <c:v>44228</c:v>
                </c:pt>
                <c:pt idx="4701">
                  <c:v>44229</c:v>
                </c:pt>
                <c:pt idx="4702">
                  <c:v>44230</c:v>
                </c:pt>
                <c:pt idx="4703">
                  <c:v>44231</c:v>
                </c:pt>
                <c:pt idx="4704">
                  <c:v>44232</c:v>
                </c:pt>
                <c:pt idx="4705">
                  <c:v>44235</c:v>
                </c:pt>
                <c:pt idx="4706">
                  <c:v>44236</c:v>
                </c:pt>
                <c:pt idx="4707">
                  <c:v>44237</c:v>
                </c:pt>
                <c:pt idx="4708">
                  <c:v>44238</c:v>
                </c:pt>
                <c:pt idx="4709">
                  <c:v>44239</c:v>
                </c:pt>
                <c:pt idx="4710">
                  <c:v>44244</c:v>
                </c:pt>
                <c:pt idx="4711">
                  <c:v>44245</c:v>
                </c:pt>
                <c:pt idx="4712">
                  <c:v>44246</c:v>
                </c:pt>
                <c:pt idx="4713">
                  <c:v>44249</c:v>
                </c:pt>
                <c:pt idx="4714">
                  <c:v>44250</c:v>
                </c:pt>
                <c:pt idx="4715">
                  <c:v>44251</c:v>
                </c:pt>
                <c:pt idx="4716">
                  <c:v>44252</c:v>
                </c:pt>
                <c:pt idx="4717">
                  <c:v>44253</c:v>
                </c:pt>
                <c:pt idx="4718">
                  <c:v>44256</c:v>
                </c:pt>
                <c:pt idx="4719">
                  <c:v>44257</c:v>
                </c:pt>
                <c:pt idx="4720">
                  <c:v>44258</c:v>
                </c:pt>
                <c:pt idx="4721">
                  <c:v>44259</c:v>
                </c:pt>
                <c:pt idx="4722">
                  <c:v>44260</c:v>
                </c:pt>
                <c:pt idx="4723">
                  <c:v>44263</c:v>
                </c:pt>
                <c:pt idx="4724">
                  <c:v>44264</c:v>
                </c:pt>
                <c:pt idx="4725">
                  <c:v>44265</c:v>
                </c:pt>
                <c:pt idx="4726">
                  <c:v>44266</c:v>
                </c:pt>
                <c:pt idx="4727">
                  <c:v>44267</c:v>
                </c:pt>
                <c:pt idx="4728">
                  <c:v>44270</c:v>
                </c:pt>
                <c:pt idx="4729">
                  <c:v>44271</c:v>
                </c:pt>
                <c:pt idx="4730">
                  <c:v>44272</c:v>
                </c:pt>
                <c:pt idx="4731">
                  <c:v>44273</c:v>
                </c:pt>
                <c:pt idx="4732">
                  <c:v>44274</c:v>
                </c:pt>
                <c:pt idx="4733">
                  <c:v>44277</c:v>
                </c:pt>
                <c:pt idx="4734">
                  <c:v>44278</c:v>
                </c:pt>
                <c:pt idx="4735">
                  <c:v>44279</c:v>
                </c:pt>
                <c:pt idx="4736">
                  <c:v>44280</c:v>
                </c:pt>
                <c:pt idx="4737">
                  <c:v>44281</c:v>
                </c:pt>
                <c:pt idx="4738">
                  <c:v>44284</c:v>
                </c:pt>
                <c:pt idx="4739">
                  <c:v>44285</c:v>
                </c:pt>
                <c:pt idx="4740">
                  <c:v>44286</c:v>
                </c:pt>
                <c:pt idx="4741">
                  <c:v>44287</c:v>
                </c:pt>
                <c:pt idx="4742">
                  <c:v>44291</c:v>
                </c:pt>
                <c:pt idx="4743">
                  <c:v>44292</c:v>
                </c:pt>
                <c:pt idx="4744">
                  <c:v>44293</c:v>
                </c:pt>
                <c:pt idx="4745">
                  <c:v>44294</c:v>
                </c:pt>
                <c:pt idx="4746">
                  <c:v>44295</c:v>
                </c:pt>
                <c:pt idx="4747">
                  <c:v>44298</c:v>
                </c:pt>
                <c:pt idx="4748">
                  <c:v>44299</c:v>
                </c:pt>
                <c:pt idx="4749">
                  <c:v>44300</c:v>
                </c:pt>
                <c:pt idx="4750">
                  <c:v>44301</c:v>
                </c:pt>
                <c:pt idx="4751">
                  <c:v>44302</c:v>
                </c:pt>
                <c:pt idx="4752">
                  <c:v>44305</c:v>
                </c:pt>
                <c:pt idx="4753">
                  <c:v>44306</c:v>
                </c:pt>
                <c:pt idx="4754">
                  <c:v>44308</c:v>
                </c:pt>
                <c:pt idx="4755">
                  <c:v>44309</c:v>
                </c:pt>
                <c:pt idx="4756">
                  <c:v>44312</c:v>
                </c:pt>
                <c:pt idx="4757">
                  <c:v>44313</c:v>
                </c:pt>
                <c:pt idx="4758">
                  <c:v>44314</c:v>
                </c:pt>
                <c:pt idx="4759">
                  <c:v>44315</c:v>
                </c:pt>
                <c:pt idx="4760">
                  <c:v>44316</c:v>
                </c:pt>
                <c:pt idx="4761">
                  <c:v>44319</c:v>
                </c:pt>
                <c:pt idx="4762">
                  <c:v>44320</c:v>
                </c:pt>
                <c:pt idx="4763">
                  <c:v>44321</c:v>
                </c:pt>
                <c:pt idx="4764">
                  <c:v>44322</c:v>
                </c:pt>
                <c:pt idx="4765">
                  <c:v>44323</c:v>
                </c:pt>
                <c:pt idx="4766">
                  <c:v>44326</c:v>
                </c:pt>
                <c:pt idx="4767">
                  <c:v>44327</c:v>
                </c:pt>
                <c:pt idx="4768">
                  <c:v>44328</c:v>
                </c:pt>
                <c:pt idx="4769">
                  <c:v>44329</c:v>
                </c:pt>
                <c:pt idx="4770">
                  <c:v>44330</c:v>
                </c:pt>
                <c:pt idx="4771">
                  <c:v>44333</c:v>
                </c:pt>
                <c:pt idx="4772">
                  <c:v>44334</c:v>
                </c:pt>
                <c:pt idx="4773">
                  <c:v>44335</c:v>
                </c:pt>
                <c:pt idx="4774">
                  <c:v>44336</c:v>
                </c:pt>
                <c:pt idx="4775">
                  <c:v>44337</c:v>
                </c:pt>
                <c:pt idx="4776">
                  <c:v>44340</c:v>
                </c:pt>
                <c:pt idx="4777">
                  <c:v>44341</c:v>
                </c:pt>
                <c:pt idx="4778">
                  <c:v>44342</c:v>
                </c:pt>
                <c:pt idx="4779">
                  <c:v>44343</c:v>
                </c:pt>
                <c:pt idx="4780">
                  <c:v>44344</c:v>
                </c:pt>
                <c:pt idx="4781">
                  <c:v>44347</c:v>
                </c:pt>
                <c:pt idx="4782">
                  <c:v>44348</c:v>
                </c:pt>
                <c:pt idx="4783">
                  <c:v>44349</c:v>
                </c:pt>
                <c:pt idx="4784">
                  <c:v>44351</c:v>
                </c:pt>
                <c:pt idx="4785">
                  <c:v>44354</c:v>
                </c:pt>
                <c:pt idx="4786">
                  <c:v>44355</c:v>
                </c:pt>
                <c:pt idx="4787">
                  <c:v>44356</c:v>
                </c:pt>
                <c:pt idx="4788">
                  <c:v>44357</c:v>
                </c:pt>
                <c:pt idx="4789">
                  <c:v>44358</c:v>
                </c:pt>
                <c:pt idx="4790">
                  <c:v>44361</c:v>
                </c:pt>
                <c:pt idx="4791">
                  <c:v>44362</c:v>
                </c:pt>
                <c:pt idx="4792">
                  <c:v>44363</c:v>
                </c:pt>
                <c:pt idx="4793">
                  <c:v>44364</c:v>
                </c:pt>
                <c:pt idx="4794">
                  <c:v>44365</c:v>
                </c:pt>
                <c:pt idx="4795">
                  <c:v>44368</c:v>
                </c:pt>
                <c:pt idx="4796">
                  <c:v>44369</c:v>
                </c:pt>
                <c:pt idx="4797">
                  <c:v>44370</c:v>
                </c:pt>
                <c:pt idx="4798">
                  <c:v>44371</c:v>
                </c:pt>
                <c:pt idx="4799">
                  <c:v>44372</c:v>
                </c:pt>
                <c:pt idx="4800">
                  <c:v>44375</c:v>
                </c:pt>
                <c:pt idx="4801">
                  <c:v>44376</c:v>
                </c:pt>
                <c:pt idx="4802">
                  <c:v>44377</c:v>
                </c:pt>
                <c:pt idx="4803">
                  <c:v>44378</c:v>
                </c:pt>
                <c:pt idx="4804">
                  <c:v>44379</c:v>
                </c:pt>
                <c:pt idx="4805">
                  <c:v>44382</c:v>
                </c:pt>
                <c:pt idx="4806">
                  <c:v>44383</c:v>
                </c:pt>
                <c:pt idx="4807">
                  <c:v>44384</c:v>
                </c:pt>
                <c:pt idx="4808">
                  <c:v>44385</c:v>
                </c:pt>
                <c:pt idx="4809">
                  <c:v>44389</c:v>
                </c:pt>
                <c:pt idx="4810">
                  <c:v>44390</c:v>
                </c:pt>
                <c:pt idx="4811">
                  <c:v>44391</c:v>
                </c:pt>
                <c:pt idx="4812">
                  <c:v>44392</c:v>
                </c:pt>
                <c:pt idx="4813">
                  <c:v>44393</c:v>
                </c:pt>
                <c:pt idx="4814">
                  <c:v>44396</c:v>
                </c:pt>
                <c:pt idx="4815">
                  <c:v>44397</c:v>
                </c:pt>
                <c:pt idx="4816">
                  <c:v>44398</c:v>
                </c:pt>
                <c:pt idx="4817">
                  <c:v>44399</c:v>
                </c:pt>
                <c:pt idx="4818">
                  <c:v>44400</c:v>
                </c:pt>
                <c:pt idx="4819">
                  <c:v>44403</c:v>
                </c:pt>
                <c:pt idx="4820">
                  <c:v>44404</c:v>
                </c:pt>
                <c:pt idx="4821">
                  <c:v>44405</c:v>
                </c:pt>
                <c:pt idx="4822">
                  <c:v>44406</c:v>
                </c:pt>
                <c:pt idx="4823">
                  <c:v>44407</c:v>
                </c:pt>
                <c:pt idx="4824">
                  <c:v>44410</c:v>
                </c:pt>
                <c:pt idx="4825">
                  <c:v>44411</c:v>
                </c:pt>
                <c:pt idx="4826">
                  <c:v>44412</c:v>
                </c:pt>
                <c:pt idx="4827">
                  <c:v>44413</c:v>
                </c:pt>
                <c:pt idx="4828">
                  <c:v>44414</c:v>
                </c:pt>
                <c:pt idx="4829">
                  <c:v>44417</c:v>
                </c:pt>
                <c:pt idx="4830">
                  <c:v>44418</c:v>
                </c:pt>
                <c:pt idx="4831">
                  <c:v>44419</c:v>
                </c:pt>
                <c:pt idx="4832">
                  <c:v>44420</c:v>
                </c:pt>
                <c:pt idx="4833">
                  <c:v>44421</c:v>
                </c:pt>
                <c:pt idx="4834">
                  <c:v>44424</c:v>
                </c:pt>
                <c:pt idx="4835">
                  <c:v>44425</c:v>
                </c:pt>
                <c:pt idx="4836">
                  <c:v>44426</c:v>
                </c:pt>
                <c:pt idx="4837">
                  <c:v>44427</c:v>
                </c:pt>
                <c:pt idx="4838">
                  <c:v>44428</c:v>
                </c:pt>
                <c:pt idx="4839">
                  <c:v>44431</c:v>
                </c:pt>
                <c:pt idx="4840">
                  <c:v>44432</c:v>
                </c:pt>
                <c:pt idx="4841">
                  <c:v>44433</c:v>
                </c:pt>
                <c:pt idx="4842">
                  <c:v>44434</c:v>
                </c:pt>
                <c:pt idx="4843">
                  <c:v>44435</c:v>
                </c:pt>
                <c:pt idx="4844">
                  <c:v>44438</c:v>
                </c:pt>
                <c:pt idx="4845">
                  <c:v>44439</c:v>
                </c:pt>
                <c:pt idx="4846">
                  <c:v>44440</c:v>
                </c:pt>
                <c:pt idx="4847">
                  <c:v>44441</c:v>
                </c:pt>
                <c:pt idx="4848">
                  <c:v>44442</c:v>
                </c:pt>
                <c:pt idx="4849">
                  <c:v>44445</c:v>
                </c:pt>
                <c:pt idx="4850">
                  <c:v>44447</c:v>
                </c:pt>
                <c:pt idx="4851">
                  <c:v>44448</c:v>
                </c:pt>
                <c:pt idx="4852">
                  <c:v>44449</c:v>
                </c:pt>
                <c:pt idx="4853">
                  <c:v>44452</c:v>
                </c:pt>
                <c:pt idx="4854">
                  <c:v>44453</c:v>
                </c:pt>
                <c:pt idx="4855">
                  <c:v>44454</c:v>
                </c:pt>
                <c:pt idx="4856">
                  <c:v>44455</c:v>
                </c:pt>
                <c:pt idx="4857">
                  <c:v>44456</c:v>
                </c:pt>
                <c:pt idx="4858">
                  <c:v>44459</c:v>
                </c:pt>
                <c:pt idx="4859">
                  <c:v>44460</c:v>
                </c:pt>
                <c:pt idx="4860">
                  <c:v>44461</c:v>
                </c:pt>
                <c:pt idx="4861">
                  <c:v>44462</c:v>
                </c:pt>
                <c:pt idx="4862">
                  <c:v>44463</c:v>
                </c:pt>
                <c:pt idx="4863">
                  <c:v>44466</c:v>
                </c:pt>
                <c:pt idx="4864">
                  <c:v>44467</c:v>
                </c:pt>
                <c:pt idx="4865">
                  <c:v>44468</c:v>
                </c:pt>
                <c:pt idx="4866">
                  <c:v>44469</c:v>
                </c:pt>
                <c:pt idx="4867">
                  <c:v>44470</c:v>
                </c:pt>
                <c:pt idx="4868">
                  <c:v>44473</c:v>
                </c:pt>
                <c:pt idx="4869">
                  <c:v>44474</c:v>
                </c:pt>
                <c:pt idx="4870">
                  <c:v>44475</c:v>
                </c:pt>
                <c:pt idx="4871">
                  <c:v>44476</c:v>
                </c:pt>
                <c:pt idx="4872">
                  <c:v>44477</c:v>
                </c:pt>
                <c:pt idx="4873">
                  <c:v>44480</c:v>
                </c:pt>
                <c:pt idx="4874">
                  <c:v>44482</c:v>
                </c:pt>
                <c:pt idx="4875">
                  <c:v>44483</c:v>
                </c:pt>
                <c:pt idx="4876">
                  <c:v>44484</c:v>
                </c:pt>
                <c:pt idx="4877">
                  <c:v>44487</c:v>
                </c:pt>
                <c:pt idx="4878">
                  <c:v>44488</c:v>
                </c:pt>
                <c:pt idx="4879">
                  <c:v>44489</c:v>
                </c:pt>
                <c:pt idx="4880">
                  <c:v>44490</c:v>
                </c:pt>
                <c:pt idx="4881">
                  <c:v>44491</c:v>
                </c:pt>
                <c:pt idx="4882">
                  <c:v>44494</c:v>
                </c:pt>
                <c:pt idx="4883">
                  <c:v>44495</c:v>
                </c:pt>
                <c:pt idx="4884">
                  <c:v>44496</c:v>
                </c:pt>
                <c:pt idx="4885">
                  <c:v>44497</c:v>
                </c:pt>
                <c:pt idx="4886">
                  <c:v>44498</c:v>
                </c:pt>
                <c:pt idx="4887">
                  <c:v>44501</c:v>
                </c:pt>
                <c:pt idx="4888">
                  <c:v>44503</c:v>
                </c:pt>
                <c:pt idx="4889">
                  <c:v>44504</c:v>
                </c:pt>
                <c:pt idx="4890">
                  <c:v>44505</c:v>
                </c:pt>
                <c:pt idx="4891">
                  <c:v>44508</c:v>
                </c:pt>
                <c:pt idx="4892">
                  <c:v>44509</c:v>
                </c:pt>
                <c:pt idx="4893">
                  <c:v>44510</c:v>
                </c:pt>
                <c:pt idx="4894">
                  <c:v>44511</c:v>
                </c:pt>
                <c:pt idx="4895">
                  <c:v>44512</c:v>
                </c:pt>
                <c:pt idx="4896">
                  <c:v>44516</c:v>
                </c:pt>
                <c:pt idx="4897">
                  <c:v>44517</c:v>
                </c:pt>
                <c:pt idx="4898">
                  <c:v>44518</c:v>
                </c:pt>
                <c:pt idx="4899">
                  <c:v>44519</c:v>
                </c:pt>
                <c:pt idx="4900">
                  <c:v>44522</c:v>
                </c:pt>
                <c:pt idx="4901">
                  <c:v>44523</c:v>
                </c:pt>
                <c:pt idx="4902">
                  <c:v>44524</c:v>
                </c:pt>
                <c:pt idx="4903">
                  <c:v>44525</c:v>
                </c:pt>
                <c:pt idx="4904">
                  <c:v>44526</c:v>
                </c:pt>
                <c:pt idx="4905">
                  <c:v>44529</c:v>
                </c:pt>
                <c:pt idx="4906">
                  <c:v>44530</c:v>
                </c:pt>
                <c:pt idx="4907">
                  <c:v>44531</c:v>
                </c:pt>
                <c:pt idx="4908">
                  <c:v>44532</c:v>
                </c:pt>
                <c:pt idx="4909">
                  <c:v>44533</c:v>
                </c:pt>
                <c:pt idx="4910">
                  <c:v>44536</c:v>
                </c:pt>
                <c:pt idx="4911">
                  <c:v>44537</c:v>
                </c:pt>
                <c:pt idx="4912">
                  <c:v>44538</c:v>
                </c:pt>
                <c:pt idx="4913">
                  <c:v>44539</c:v>
                </c:pt>
                <c:pt idx="4914">
                  <c:v>44540</c:v>
                </c:pt>
                <c:pt idx="4915">
                  <c:v>44543</c:v>
                </c:pt>
                <c:pt idx="4916">
                  <c:v>44544</c:v>
                </c:pt>
                <c:pt idx="4917">
                  <c:v>44545</c:v>
                </c:pt>
                <c:pt idx="4918">
                  <c:v>44546</c:v>
                </c:pt>
                <c:pt idx="4919">
                  <c:v>44547</c:v>
                </c:pt>
                <c:pt idx="4920">
                  <c:v>44550</c:v>
                </c:pt>
                <c:pt idx="4921">
                  <c:v>44551</c:v>
                </c:pt>
                <c:pt idx="4922">
                  <c:v>44552</c:v>
                </c:pt>
                <c:pt idx="4923">
                  <c:v>44553</c:v>
                </c:pt>
                <c:pt idx="4924">
                  <c:v>44557</c:v>
                </c:pt>
                <c:pt idx="4925">
                  <c:v>44558</c:v>
                </c:pt>
                <c:pt idx="4926">
                  <c:v>44559</c:v>
                </c:pt>
                <c:pt idx="4927">
                  <c:v>44560</c:v>
                </c:pt>
                <c:pt idx="4928">
                  <c:v>44564</c:v>
                </c:pt>
                <c:pt idx="4929">
                  <c:v>44565</c:v>
                </c:pt>
                <c:pt idx="4930">
                  <c:v>44566</c:v>
                </c:pt>
                <c:pt idx="4931">
                  <c:v>44567</c:v>
                </c:pt>
                <c:pt idx="4932">
                  <c:v>44568</c:v>
                </c:pt>
                <c:pt idx="4933">
                  <c:v>44571</c:v>
                </c:pt>
                <c:pt idx="4934">
                  <c:v>44572</c:v>
                </c:pt>
                <c:pt idx="4935">
                  <c:v>44573</c:v>
                </c:pt>
                <c:pt idx="4936">
                  <c:v>44574</c:v>
                </c:pt>
                <c:pt idx="4937">
                  <c:v>44575</c:v>
                </c:pt>
                <c:pt idx="4938">
                  <c:v>44578</c:v>
                </c:pt>
                <c:pt idx="4939">
                  <c:v>44579</c:v>
                </c:pt>
                <c:pt idx="4940">
                  <c:v>44580</c:v>
                </c:pt>
                <c:pt idx="4941">
                  <c:v>44581</c:v>
                </c:pt>
                <c:pt idx="4942">
                  <c:v>44582</c:v>
                </c:pt>
                <c:pt idx="4943">
                  <c:v>44585</c:v>
                </c:pt>
                <c:pt idx="4944">
                  <c:v>44586</c:v>
                </c:pt>
                <c:pt idx="4945">
                  <c:v>44587</c:v>
                </c:pt>
                <c:pt idx="4946">
                  <c:v>44588</c:v>
                </c:pt>
                <c:pt idx="4947">
                  <c:v>44589</c:v>
                </c:pt>
                <c:pt idx="4948">
                  <c:v>44592</c:v>
                </c:pt>
                <c:pt idx="4949">
                  <c:v>44593</c:v>
                </c:pt>
                <c:pt idx="4950">
                  <c:v>44594</c:v>
                </c:pt>
                <c:pt idx="4951">
                  <c:v>44595</c:v>
                </c:pt>
                <c:pt idx="4952">
                  <c:v>44596</c:v>
                </c:pt>
                <c:pt idx="4953">
                  <c:v>44599</c:v>
                </c:pt>
                <c:pt idx="4954">
                  <c:v>44600</c:v>
                </c:pt>
                <c:pt idx="4955">
                  <c:v>44601</c:v>
                </c:pt>
                <c:pt idx="4956">
                  <c:v>44602</c:v>
                </c:pt>
                <c:pt idx="4957">
                  <c:v>44603</c:v>
                </c:pt>
                <c:pt idx="4958">
                  <c:v>44606</c:v>
                </c:pt>
                <c:pt idx="4959">
                  <c:v>44607</c:v>
                </c:pt>
                <c:pt idx="4960">
                  <c:v>44608</c:v>
                </c:pt>
                <c:pt idx="4961">
                  <c:v>44609</c:v>
                </c:pt>
                <c:pt idx="4962">
                  <c:v>44610</c:v>
                </c:pt>
                <c:pt idx="4963">
                  <c:v>44613</c:v>
                </c:pt>
                <c:pt idx="4964">
                  <c:v>44614</c:v>
                </c:pt>
                <c:pt idx="4965">
                  <c:v>44615</c:v>
                </c:pt>
                <c:pt idx="4966">
                  <c:v>44616</c:v>
                </c:pt>
                <c:pt idx="4967">
                  <c:v>44617</c:v>
                </c:pt>
                <c:pt idx="4968">
                  <c:v>44622</c:v>
                </c:pt>
                <c:pt idx="4969">
                  <c:v>44623</c:v>
                </c:pt>
                <c:pt idx="4970">
                  <c:v>44624</c:v>
                </c:pt>
                <c:pt idx="4971">
                  <c:v>44627</c:v>
                </c:pt>
                <c:pt idx="4972">
                  <c:v>44628</c:v>
                </c:pt>
                <c:pt idx="4973">
                  <c:v>44629</c:v>
                </c:pt>
                <c:pt idx="4974">
                  <c:v>44630</c:v>
                </c:pt>
                <c:pt idx="4975">
                  <c:v>44631</c:v>
                </c:pt>
                <c:pt idx="4976">
                  <c:v>44634</c:v>
                </c:pt>
                <c:pt idx="4977">
                  <c:v>44635</c:v>
                </c:pt>
                <c:pt idx="4978">
                  <c:v>44636</c:v>
                </c:pt>
                <c:pt idx="4979">
                  <c:v>44637</c:v>
                </c:pt>
                <c:pt idx="4980">
                  <c:v>44638</c:v>
                </c:pt>
                <c:pt idx="4981">
                  <c:v>44641</c:v>
                </c:pt>
                <c:pt idx="4982">
                  <c:v>44642</c:v>
                </c:pt>
                <c:pt idx="4983">
                  <c:v>44643</c:v>
                </c:pt>
                <c:pt idx="4984">
                  <c:v>44644</c:v>
                </c:pt>
                <c:pt idx="4985">
                  <c:v>44645</c:v>
                </c:pt>
                <c:pt idx="4986">
                  <c:v>44648</c:v>
                </c:pt>
                <c:pt idx="4987">
                  <c:v>44649</c:v>
                </c:pt>
                <c:pt idx="4988">
                  <c:v>44650</c:v>
                </c:pt>
                <c:pt idx="4989">
                  <c:v>44651</c:v>
                </c:pt>
                <c:pt idx="4990">
                  <c:v>44652</c:v>
                </c:pt>
                <c:pt idx="4991">
                  <c:v>44655</c:v>
                </c:pt>
                <c:pt idx="4992">
                  <c:v>44656</c:v>
                </c:pt>
                <c:pt idx="4993">
                  <c:v>44657</c:v>
                </c:pt>
                <c:pt idx="4994">
                  <c:v>44658</c:v>
                </c:pt>
                <c:pt idx="4995">
                  <c:v>44659</c:v>
                </c:pt>
                <c:pt idx="4996">
                  <c:v>44662</c:v>
                </c:pt>
                <c:pt idx="4997">
                  <c:v>44663</c:v>
                </c:pt>
                <c:pt idx="4998">
                  <c:v>44664</c:v>
                </c:pt>
                <c:pt idx="4999">
                  <c:v>44665</c:v>
                </c:pt>
                <c:pt idx="5000">
                  <c:v>44669</c:v>
                </c:pt>
                <c:pt idx="5001">
                  <c:v>44670</c:v>
                </c:pt>
                <c:pt idx="5002">
                  <c:v>44671</c:v>
                </c:pt>
                <c:pt idx="5003">
                  <c:v>44673</c:v>
                </c:pt>
                <c:pt idx="5004">
                  <c:v>44676</c:v>
                </c:pt>
                <c:pt idx="5005">
                  <c:v>44677</c:v>
                </c:pt>
                <c:pt idx="5006">
                  <c:v>44678</c:v>
                </c:pt>
                <c:pt idx="5007">
                  <c:v>44679</c:v>
                </c:pt>
                <c:pt idx="5008">
                  <c:v>44680</c:v>
                </c:pt>
                <c:pt idx="5009">
                  <c:v>44683</c:v>
                </c:pt>
                <c:pt idx="5010">
                  <c:v>44684</c:v>
                </c:pt>
                <c:pt idx="5011">
                  <c:v>44685</c:v>
                </c:pt>
                <c:pt idx="5012">
                  <c:v>44686</c:v>
                </c:pt>
                <c:pt idx="5013">
                  <c:v>44687</c:v>
                </c:pt>
                <c:pt idx="5014">
                  <c:v>44690</c:v>
                </c:pt>
                <c:pt idx="5015">
                  <c:v>44691</c:v>
                </c:pt>
                <c:pt idx="5016">
                  <c:v>44692</c:v>
                </c:pt>
                <c:pt idx="5017">
                  <c:v>44693</c:v>
                </c:pt>
                <c:pt idx="5018">
                  <c:v>44694</c:v>
                </c:pt>
                <c:pt idx="5019">
                  <c:v>44697</c:v>
                </c:pt>
                <c:pt idx="5020">
                  <c:v>44698</c:v>
                </c:pt>
                <c:pt idx="5021">
                  <c:v>44699</c:v>
                </c:pt>
                <c:pt idx="5022">
                  <c:v>44700</c:v>
                </c:pt>
                <c:pt idx="5023">
                  <c:v>44701</c:v>
                </c:pt>
                <c:pt idx="5024">
                  <c:v>44704</c:v>
                </c:pt>
                <c:pt idx="5025">
                  <c:v>44705</c:v>
                </c:pt>
                <c:pt idx="5026">
                  <c:v>44706</c:v>
                </c:pt>
                <c:pt idx="5027">
                  <c:v>44707</c:v>
                </c:pt>
                <c:pt idx="5028">
                  <c:v>44708</c:v>
                </c:pt>
                <c:pt idx="5029">
                  <c:v>44711</c:v>
                </c:pt>
                <c:pt idx="5030">
                  <c:v>44712</c:v>
                </c:pt>
                <c:pt idx="5031">
                  <c:v>44713</c:v>
                </c:pt>
                <c:pt idx="5032">
                  <c:v>44714</c:v>
                </c:pt>
                <c:pt idx="5033">
                  <c:v>44715</c:v>
                </c:pt>
                <c:pt idx="5034">
                  <c:v>44718</c:v>
                </c:pt>
                <c:pt idx="5035">
                  <c:v>44719</c:v>
                </c:pt>
                <c:pt idx="5036">
                  <c:v>44720</c:v>
                </c:pt>
                <c:pt idx="5037">
                  <c:v>44721</c:v>
                </c:pt>
                <c:pt idx="5038">
                  <c:v>44722</c:v>
                </c:pt>
                <c:pt idx="5039">
                  <c:v>44725</c:v>
                </c:pt>
                <c:pt idx="5040">
                  <c:v>44726</c:v>
                </c:pt>
                <c:pt idx="5041">
                  <c:v>44727</c:v>
                </c:pt>
                <c:pt idx="5042">
                  <c:v>44729</c:v>
                </c:pt>
                <c:pt idx="5043">
                  <c:v>44732</c:v>
                </c:pt>
                <c:pt idx="5044">
                  <c:v>44733</c:v>
                </c:pt>
                <c:pt idx="5045">
                  <c:v>44734</c:v>
                </c:pt>
                <c:pt idx="5046">
                  <c:v>44735</c:v>
                </c:pt>
                <c:pt idx="5047">
                  <c:v>44736</c:v>
                </c:pt>
                <c:pt idx="5048">
                  <c:v>44739</c:v>
                </c:pt>
                <c:pt idx="5049">
                  <c:v>44740</c:v>
                </c:pt>
                <c:pt idx="5050">
                  <c:v>44741</c:v>
                </c:pt>
                <c:pt idx="5051">
                  <c:v>44742</c:v>
                </c:pt>
                <c:pt idx="5052">
                  <c:v>44743</c:v>
                </c:pt>
                <c:pt idx="5053">
                  <c:v>44746</c:v>
                </c:pt>
                <c:pt idx="5054">
                  <c:v>44747</c:v>
                </c:pt>
                <c:pt idx="5055">
                  <c:v>44748</c:v>
                </c:pt>
                <c:pt idx="5056">
                  <c:v>44749</c:v>
                </c:pt>
                <c:pt idx="5057">
                  <c:v>44750</c:v>
                </c:pt>
                <c:pt idx="5058">
                  <c:v>44753</c:v>
                </c:pt>
                <c:pt idx="5059">
                  <c:v>44754</c:v>
                </c:pt>
                <c:pt idx="5060">
                  <c:v>44755</c:v>
                </c:pt>
                <c:pt idx="5061">
                  <c:v>44756</c:v>
                </c:pt>
                <c:pt idx="5062">
                  <c:v>44757</c:v>
                </c:pt>
                <c:pt idx="5063">
                  <c:v>44760</c:v>
                </c:pt>
                <c:pt idx="5064">
                  <c:v>44761</c:v>
                </c:pt>
                <c:pt idx="5065">
                  <c:v>44762</c:v>
                </c:pt>
                <c:pt idx="5066">
                  <c:v>44763</c:v>
                </c:pt>
                <c:pt idx="5067">
                  <c:v>44764</c:v>
                </c:pt>
                <c:pt idx="5068">
                  <c:v>44767</c:v>
                </c:pt>
                <c:pt idx="5069">
                  <c:v>44768</c:v>
                </c:pt>
                <c:pt idx="5070">
                  <c:v>44769</c:v>
                </c:pt>
                <c:pt idx="5071">
                  <c:v>44770</c:v>
                </c:pt>
                <c:pt idx="5072">
                  <c:v>44771</c:v>
                </c:pt>
                <c:pt idx="5073">
                  <c:v>44774</c:v>
                </c:pt>
                <c:pt idx="5074">
                  <c:v>44775</c:v>
                </c:pt>
                <c:pt idx="5075">
                  <c:v>44776</c:v>
                </c:pt>
                <c:pt idx="5076">
                  <c:v>44777</c:v>
                </c:pt>
                <c:pt idx="5077">
                  <c:v>44778</c:v>
                </c:pt>
                <c:pt idx="5078">
                  <c:v>44781</c:v>
                </c:pt>
                <c:pt idx="5079">
                  <c:v>44782</c:v>
                </c:pt>
                <c:pt idx="5080">
                  <c:v>44783</c:v>
                </c:pt>
                <c:pt idx="5081">
                  <c:v>44784</c:v>
                </c:pt>
                <c:pt idx="5082">
                  <c:v>44785</c:v>
                </c:pt>
                <c:pt idx="5083">
                  <c:v>44788</c:v>
                </c:pt>
                <c:pt idx="5084">
                  <c:v>44789</c:v>
                </c:pt>
                <c:pt idx="5085">
                  <c:v>44790</c:v>
                </c:pt>
                <c:pt idx="5086">
                  <c:v>44791</c:v>
                </c:pt>
                <c:pt idx="5087">
                  <c:v>44792</c:v>
                </c:pt>
                <c:pt idx="5088">
                  <c:v>44795</c:v>
                </c:pt>
                <c:pt idx="5089">
                  <c:v>44796</c:v>
                </c:pt>
                <c:pt idx="5090">
                  <c:v>44797</c:v>
                </c:pt>
                <c:pt idx="5091">
                  <c:v>44798</c:v>
                </c:pt>
                <c:pt idx="5092">
                  <c:v>44799</c:v>
                </c:pt>
                <c:pt idx="5093">
                  <c:v>44802</c:v>
                </c:pt>
                <c:pt idx="5094">
                  <c:v>44803</c:v>
                </c:pt>
                <c:pt idx="5095">
                  <c:v>44804</c:v>
                </c:pt>
                <c:pt idx="5096">
                  <c:v>44805</c:v>
                </c:pt>
                <c:pt idx="5097">
                  <c:v>44806</c:v>
                </c:pt>
                <c:pt idx="5098">
                  <c:v>44809</c:v>
                </c:pt>
                <c:pt idx="5099">
                  <c:v>44810</c:v>
                </c:pt>
                <c:pt idx="5100">
                  <c:v>44812</c:v>
                </c:pt>
                <c:pt idx="5101">
                  <c:v>44813</c:v>
                </c:pt>
                <c:pt idx="5102">
                  <c:v>44816</c:v>
                </c:pt>
                <c:pt idx="5103">
                  <c:v>44817</c:v>
                </c:pt>
                <c:pt idx="5104">
                  <c:v>44818</c:v>
                </c:pt>
                <c:pt idx="5105">
                  <c:v>44819</c:v>
                </c:pt>
                <c:pt idx="5106">
                  <c:v>44820</c:v>
                </c:pt>
                <c:pt idx="5107">
                  <c:v>44823</c:v>
                </c:pt>
                <c:pt idx="5108">
                  <c:v>44824</c:v>
                </c:pt>
                <c:pt idx="5109">
                  <c:v>44825</c:v>
                </c:pt>
                <c:pt idx="5110">
                  <c:v>44826</c:v>
                </c:pt>
                <c:pt idx="5111">
                  <c:v>44827</c:v>
                </c:pt>
                <c:pt idx="5112">
                  <c:v>44830</c:v>
                </c:pt>
                <c:pt idx="5113">
                  <c:v>44831</c:v>
                </c:pt>
                <c:pt idx="5114">
                  <c:v>44832</c:v>
                </c:pt>
                <c:pt idx="5115">
                  <c:v>44833</c:v>
                </c:pt>
                <c:pt idx="5116">
                  <c:v>44834</c:v>
                </c:pt>
                <c:pt idx="5117">
                  <c:v>44837</c:v>
                </c:pt>
                <c:pt idx="5118">
                  <c:v>44838</c:v>
                </c:pt>
                <c:pt idx="5119">
                  <c:v>44839</c:v>
                </c:pt>
                <c:pt idx="5120">
                  <c:v>44840</c:v>
                </c:pt>
                <c:pt idx="5121">
                  <c:v>44841</c:v>
                </c:pt>
                <c:pt idx="5122">
                  <c:v>44844</c:v>
                </c:pt>
                <c:pt idx="5123">
                  <c:v>44845</c:v>
                </c:pt>
                <c:pt idx="5124">
                  <c:v>44847</c:v>
                </c:pt>
                <c:pt idx="5125">
                  <c:v>44848</c:v>
                </c:pt>
                <c:pt idx="5126">
                  <c:v>44851</c:v>
                </c:pt>
                <c:pt idx="5127">
                  <c:v>44852</c:v>
                </c:pt>
                <c:pt idx="5128">
                  <c:v>44853</c:v>
                </c:pt>
                <c:pt idx="5129">
                  <c:v>44854</c:v>
                </c:pt>
                <c:pt idx="5130">
                  <c:v>44855</c:v>
                </c:pt>
                <c:pt idx="5131">
                  <c:v>44858</c:v>
                </c:pt>
                <c:pt idx="5132">
                  <c:v>44859</c:v>
                </c:pt>
                <c:pt idx="5133">
                  <c:v>44860</c:v>
                </c:pt>
                <c:pt idx="5134">
                  <c:v>44861</c:v>
                </c:pt>
                <c:pt idx="5135">
                  <c:v>44862</c:v>
                </c:pt>
                <c:pt idx="5136">
                  <c:v>44865</c:v>
                </c:pt>
                <c:pt idx="5137">
                  <c:v>44866</c:v>
                </c:pt>
                <c:pt idx="5138">
                  <c:v>44868</c:v>
                </c:pt>
                <c:pt idx="5139">
                  <c:v>44869</c:v>
                </c:pt>
                <c:pt idx="5140">
                  <c:v>44872</c:v>
                </c:pt>
                <c:pt idx="5141">
                  <c:v>44873</c:v>
                </c:pt>
                <c:pt idx="5142">
                  <c:v>44874</c:v>
                </c:pt>
                <c:pt idx="5143">
                  <c:v>44875</c:v>
                </c:pt>
                <c:pt idx="5144">
                  <c:v>44876</c:v>
                </c:pt>
                <c:pt idx="5145">
                  <c:v>44879</c:v>
                </c:pt>
                <c:pt idx="5146">
                  <c:v>44881</c:v>
                </c:pt>
                <c:pt idx="5147">
                  <c:v>44882</c:v>
                </c:pt>
                <c:pt idx="5148">
                  <c:v>44883</c:v>
                </c:pt>
                <c:pt idx="5149">
                  <c:v>44886</c:v>
                </c:pt>
                <c:pt idx="5150">
                  <c:v>44887</c:v>
                </c:pt>
                <c:pt idx="5151">
                  <c:v>44888</c:v>
                </c:pt>
                <c:pt idx="5152">
                  <c:v>44889</c:v>
                </c:pt>
                <c:pt idx="5153">
                  <c:v>44890</c:v>
                </c:pt>
                <c:pt idx="5154">
                  <c:v>44893</c:v>
                </c:pt>
                <c:pt idx="5155">
                  <c:v>44894</c:v>
                </c:pt>
                <c:pt idx="5156">
                  <c:v>44895</c:v>
                </c:pt>
                <c:pt idx="5157">
                  <c:v>44896</c:v>
                </c:pt>
                <c:pt idx="5158">
                  <c:v>44897</c:v>
                </c:pt>
                <c:pt idx="5159">
                  <c:v>44900</c:v>
                </c:pt>
                <c:pt idx="5160">
                  <c:v>44901</c:v>
                </c:pt>
                <c:pt idx="5161">
                  <c:v>44902</c:v>
                </c:pt>
                <c:pt idx="5162">
                  <c:v>44903</c:v>
                </c:pt>
                <c:pt idx="5163">
                  <c:v>44904</c:v>
                </c:pt>
                <c:pt idx="5164">
                  <c:v>44907</c:v>
                </c:pt>
                <c:pt idx="5165">
                  <c:v>44908</c:v>
                </c:pt>
                <c:pt idx="5166">
                  <c:v>44909</c:v>
                </c:pt>
                <c:pt idx="5167">
                  <c:v>44910</c:v>
                </c:pt>
                <c:pt idx="5168">
                  <c:v>44911</c:v>
                </c:pt>
                <c:pt idx="5169">
                  <c:v>44914</c:v>
                </c:pt>
                <c:pt idx="5170">
                  <c:v>44915</c:v>
                </c:pt>
                <c:pt idx="5171">
                  <c:v>44916</c:v>
                </c:pt>
                <c:pt idx="5172">
                  <c:v>44917</c:v>
                </c:pt>
                <c:pt idx="5173">
                  <c:v>44918</c:v>
                </c:pt>
                <c:pt idx="5174">
                  <c:v>44921</c:v>
                </c:pt>
                <c:pt idx="5175">
                  <c:v>44922</c:v>
                </c:pt>
                <c:pt idx="5176">
                  <c:v>44923</c:v>
                </c:pt>
                <c:pt idx="5177">
                  <c:v>44924</c:v>
                </c:pt>
                <c:pt idx="5178">
                  <c:v>44928</c:v>
                </c:pt>
                <c:pt idx="5179">
                  <c:v>44929</c:v>
                </c:pt>
                <c:pt idx="5180">
                  <c:v>44930</c:v>
                </c:pt>
                <c:pt idx="5181">
                  <c:v>44931</c:v>
                </c:pt>
                <c:pt idx="5182">
                  <c:v>44932</c:v>
                </c:pt>
                <c:pt idx="5183">
                  <c:v>44935</c:v>
                </c:pt>
                <c:pt idx="5184">
                  <c:v>44936</c:v>
                </c:pt>
                <c:pt idx="5185">
                  <c:v>44937</c:v>
                </c:pt>
                <c:pt idx="5186">
                  <c:v>44938</c:v>
                </c:pt>
                <c:pt idx="5187">
                  <c:v>44939</c:v>
                </c:pt>
                <c:pt idx="5188">
                  <c:v>44942</c:v>
                </c:pt>
                <c:pt idx="5189">
                  <c:v>44943</c:v>
                </c:pt>
                <c:pt idx="5190">
                  <c:v>44944</c:v>
                </c:pt>
                <c:pt idx="5191">
                  <c:v>44945</c:v>
                </c:pt>
                <c:pt idx="5192">
                  <c:v>44946</c:v>
                </c:pt>
                <c:pt idx="5193">
                  <c:v>44949</c:v>
                </c:pt>
                <c:pt idx="5194">
                  <c:v>44950</c:v>
                </c:pt>
                <c:pt idx="5195">
                  <c:v>44951</c:v>
                </c:pt>
                <c:pt idx="5196">
                  <c:v>44952</c:v>
                </c:pt>
                <c:pt idx="5197">
                  <c:v>44953</c:v>
                </c:pt>
                <c:pt idx="5198">
                  <c:v>44956</c:v>
                </c:pt>
                <c:pt idx="5199">
                  <c:v>44957</c:v>
                </c:pt>
                <c:pt idx="5200">
                  <c:v>44958</c:v>
                </c:pt>
                <c:pt idx="5201">
                  <c:v>44959</c:v>
                </c:pt>
                <c:pt idx="5202">
                  <c:v>44960</c:v>
                </c:pt>
                <c:pt idx="5203">
                  <c:v>44963</c:v>
                </c:pt>
                <c:pt idx="5204">
                  <c:v>44964</c:v>
                </c:pt>
                <c:pt idx="5205">
                  <c:v>44965</c:v>
                </c:pt>
                <c:pt idx="5206">
                  <c:v>44966</c:v>
                </c:pt>
                <c:pt idx="5207">
                  <c:v>44967</c:v>
                </c:pt>
                <c:pt idx="5208">
                  <c:v>44970</c:v>
                </c:pt>
                <c:pt idx="5209">
                  <c:v>44971</c:v>
                </c:pt>
                <c:pt idx="5210">
                  <c:v>44972</c:v>
                </c:pt>
                <c:pt idx="5211">
                  <c:v>44973</c:v>
                </c:pt>
                <c:pt idx="5212">
                  <c:v>44974</c:v>
                </c:pt>
                <c:pt idx="5213">
                  <c:v>44979</c:v>
                </c:pt>
                <c:pt idx="5214">
                  <c:v>44980</c:v>
                </c:pt>
                <c:pt idx="5215">
                  <c:v>44981</c:v>
                </c:pt>
                <c:pt idx="5216">
                  <c:v>44984</c:v>
                </c:pt>
                <c:pt idx="5217">
                  <c:v>44985</c:v>
                </c:pt>
                <c:pt idx="5218">
                  <c:v>44986</c:v>
                </c:pt>
                <c:pt idx="5219">
                  <c:v>44987</c:v>
                </c:pt>
                <c:pt idx="5220">
                  <c:v>44988</c:v>
                </c:pt>
                <c:pt idx="5221">
                  <c:v>44991</c:v>
                </c:pt>
                <c:pt idx="5222">
                  <c:v>44992</c:v>
                </c:pt>
                <c:pt idx="5223">
                  <c:v>44993</c:v>
                </c:pt>
                <c:pt idx="5224">
                  <c:v>44994</c:v>
                </c:pt>
                <c:pt idx="5225">
                  <c:v>44995</c:v>
                </c:pt>
                <c:pt idx="5226">
                  <c:v>44998</c:v>
                </c:pt>
                <c:pt idx="5227">
                  <c:v>44999</c:v>
                </c:pt>
                <c:pt idx="5228">
                  <c:v>45000</c:v>
                </c:pt>
                <c:pt idx="5229">
                  <c:v>45001</c:v>
                </c:pt>
                <c:pt idx="5230">
                  <c:v>45002</c:v>
                </c:pt>
                <c:pt idx="5231">
                  <c:v>45005</c:v>
                </c:pt>
                <c:pt idx="5232">
                  <c:v>45006</c:v>
                </c:pt>
                <c:pt idx="5233">
                  <c:v>45007</c:v>
                </c:pt>
                <c:pt idx="5234">
                  <c:v>45008</c:v>
                </c:pt>
                <c:pt idx="5235">
                  <c:v>45009</c:v>
                </c:pt>
                <c:pt idx="5236">
                  <c:v>45012</c:v>
                </c:pt>
                <c:pt idx="5237">
                  <c:v>45013</c:v>
                </c:pt>
                <c:pt idx="5238">
                  <c:v>45014</c:v>
                </c:pt>
                <c:pt idx="5239">
                  <c:v>45015</c:v>
                </c:pt>
                <c:pt idx="5240">
                  <c:v>45016</c:v>
                </c:pt>
                <c:pt idx="5241">
                  <c:v>45019</c:v>
                </c:pt>
                <c:pt idx="5242">
                  <c:v>45020</c:v>
                </c:pt>
                <c:pt idx="5243">
                  <c:v>45021</c:v>
                </c:pt>
                <c:pt idx="5244">
                  <c:v>45022</c:v>
                </c:pt>
                <c:pt idx="5245">
                  <c:v>45026</c:v>
                </c:pt>
                <c:pt idx="5246">
                  <c:v>45027</c:v>
                </c:pt>
                <c:pt idx="5247">
                  <c:v>45028</c:v>
                </c:pt>
                <c:pt idx="5248">
                  <c:v>45029</c:v>
                </c:pt>
                <c:pt idx="5249">
                  <c:v>45030</c:v>
                </c:pt>
                <c:pt idx="5250">
                  <c:v>45033</c:v>
                </c:pt>
                <c:pt idx="5251">
                  <c:v>45034</c:v>
                </c:pt>
                <c:pt idx="5252">
                  <c:v>45035</c:v>
                </c:pt>
                <c:pt idx="5253">
                  <c:v>45036</c:v>
                </c:pt>
                <c:pt idx="5254">
                  <c:v>45040</c:v>
                </c:pt>
                <c:pt idx="5255">
                  <c:v>45041</c:v>
                </c:pt>
                <c:pt idx="5256">
                  <c:v>45042</c:v>
                </c:pt>
                <c:pt idx="5257">
                  <c:v>45043</c:v>
                </c:pt>
                <c:pt idx="5258">
                  <c:v>45044</c:v>
                </c:pt>
                <c:pt idx="5259">
                  <c:v>45048</c:v>
                </c:pt>
                <c:pt idx="5260">
                  <c:v>45049</c:v>
                </c:pt>
                <c:pt idx="5261">
                  <c:v>45050</c:v>
                </c:pt>
                <c:pt idx="5262">
                  <c:v>45051</c:v>
                </c:pt>
                <c:pt idx="5263">
                  <c:v>45054</c:v>
                </c:pt>
                <c:pt idx="5264">
                  <c:v>45055</c:v>
                </c:pt>
                <c:pt idx="5265">
                  <c:v>45056</c:v>
                </c:pt>
                <c:pt idx="5266">
                  <c:v>45057</c:v>
                </c:pt>
                <c:pt idx="5267">
                  <c:v>45058</c:v>
                </c:pt>
                <c:pt idx="5268">
                  <c:v>45061</c:v>
                </c:pt>
                <c:pt idx="5269">
                  <c:v>45062</c:v>
                </c:pt>
                <c:pt idx="5270">
                  <c:v>45063</c:v>
                </c:pt>
                <c:pt idx="5271">
                  <c:v>45064</c:v>
                </c:pt>
                <c:pt idx="5272">
                  <c:v>45065</c:v>
                </c:pt>
                <c:pt idx="5273">
                  <c:v>45068</c:v>
                </c:pt>
                <c:pt idx="5274">
                  <c:v>45069</c:v>
                </c:pt>
                <c:pt idx="5275">
                  <c:v>45070</c:v>
                </c:pt>
                <c:pt idx="5276">
                  <c:v>45071</c:v>
                </c:pt>
                <c:pt idx="5277">
                  <c:v>45072</c:v>
                </c:pt>
                <c:pt idx="5278">
                  <c:v>45075</c:v>
                </c:pt>
                <c:pt idx="5279">
                  <c:v>45076</c:v>
                </c:pt>
                <c:pt idx="5280">
                  <c:v>45077</c:v>
                </c:pt>
                <c:pt idx="5281">
                  <c:v>45078</c:v>
                </c:pt>
                <c:pt idx="5282">
                  <c:v>45079</c:v>
                </c:pt>
                <c:pt idx="5283">
                  <c:v>45082</c:v>
                </c:pt>
                <c:pt idx="5284">
                  <c:v>45083</c:v>
                </c:pt>
                <c:pt idx="5285">
                  <c:v>45084</c:v>
                </c:pt>
                <c:pt idx="5286">
                  <c:v>45086</c:v>
                </c:pt>
                <c:pt idx="5287">
                  <c:v>45089</c:v>
                </c:pt>
                <c:pt idx="5288">
                  <c:v>45090</c:v>
                </c:pt>
                <c:pt idx="5289">
                  <c:v>45091</c:v>
                </c:pt>
                <c:pt idx="5290">
                  <c:v>45092</c:v>
                </c:pt>
                <c:pt idx="5291">
                  <c:v>45093</c:v>
                </c:pt>
                <c:pt idx="5292">
                  <c:v>45096</c:v>
                </c:pt>
                <c:pt idx="5293">
                  <c:v>45097</c:v>
                </c:pt>
                <c:pt idx="5294">
                  <c:v>45098</c:v>
                </c:pt>
                <c:pt idx="5295">
                  <c:v>45099</c:v>
                </c:pt>
                <c:pt idx="5296">
                  <c:v>45100</c:v>
                </c:pt>
                <c:pt idx="5297">
                  <c:v>45103</c:v>
                </c:pt>
                <c:pt idx="5298">
                  <c:v>45104</c:v>
                </c:pt>
                <c:pt idx="5299">
                  <c:v>45105</c:v>
                </c:pt>
                <c:pt idx="5300">
                  <c:v>45106</c:v>
                </c:pt>
                <c:pt idx="5301">
                  <c:v>45107</c:v>
                </c:pt>
                <c:pt idx="5302">
                  <c:v>45110</c:v>
                </c:pt>
                <c:pt idx="5303">
                  <c:v>45111</c:v>
                </c:pt>
                <c:pt idx="5304">
                  <c:v>45112</c:v>
                </c:pt>
                <c:pt idx="5305">
                  <c:v>45113</c:v>
                </c:pt>
                <c:pt idx="5306">
                  <c:v>45114</c:v>
                </c:pt>
                <c:pt idx="5307">
                  <c:v>45117</c:v>
                </c:pt>
                <c:pt idx="5308">
                  <c:v>45118</c:v>
                </c:pt>
                <c:pt idx="5309">
                  <c:v>45119</c:v>
                </c:pt>
                <c:pt idx="5310">
                  <c:v>45120</c:v>
                </c:pt>
                <c:pt idx="5311">
                  <c:v>45121</c:v>
                </c:pt>
                <c:pt idx="5312">
                  <c:v>45124</c:v>
                </c:pt>
                <c:pt idx="5313">
                  <c:v>45125</c:v>
                </c:pt>
                <c:pt idx="5314">
                  <c:v>45126</c:v>
                </c:pt>
                <c:pt idx="5315">
                  <c:v>45127</c:v>
                </c:pt>
                <c:pt idx="5316">
                  <c:v>45128</c:v>
                </c:pt>
                <c:pt idx="5317">
                  <c:v>45131</c:v>
                </c:pt>
                <c:pt idx="5318">
                  <c:v>45132</c:v>
                </c:pt>
                <c:pt idx="5319">
                  <c:v>45133</c:v>
                </c:pt>
                <c:pt idx="5320">
                  <c:v>45134</c:v>
                </c:pt>
                <c:pt idx="5321">
                  <c:v>45135</c:v>
                </c:pt>
                <c:pt idx="5322">
                  <c:v>45138</c:v>
                </c:pt>
                <c:pt idx="5323">
                  <c:v>45139</c:v>
                </c:pt>
                <c:pt idx="5324">
                  <c:v>45140</c:v>
                </c:pt>
                <c:pt idx="5325">
                  <c:v>45141</c:v>
                </c:pt>
                <c:pt idx="5326">
                  <c:v>45142</c:v>
                </c:pt>
                <c:pt idx="5327">
                  <c:v>45145</c:v>
                </c:pt>
                <c:pt idx="5328">
                  <c:v>45146</c:v>
                </c:pt>
                <c:pt idx="5329">
                  <c:v>45147</c:v>
                </c:pt>
                <c:pt idx="5330">
                  <c:v>45148</c:v>
                </c:pt>
                <c:pt idx="5331">
                  <c:v>45149</c:v>
                </c:pt>
                <c:pt idx="5332">
                  <c:v>45152</c:v>
                </c:pt>
                <c:pt idx="5333">
                  <c:v>45153</c:v>
                </c:pt>
                <c:pt idx="5334">
                  <c:v>45154</c:v>
                </c:pt>
                <c:pt idx="5335">
                  <c:v>45155</c:v>
                </c:pt>
                <c:pt idx="5336">
                  <c:v>45156</c:v>
                </c:pt>
                <c:pt idx="5337">
                  <c:v>45159</c:v>
                </c:pt>
                <c:pt idx="5338">
                  <c:v>45160</c:v>
                </c:pt>
                <c:pt idx="5339">
                  <c:v>45161</c:v>
                </c:pt>
                <c:pt idx="5340">
                  <c:v>45162</c:v>
                </c:pt>
                <c:pt idx="5341">
                  <c:v>45163</c:v>
                </c:pt>
                <c:pt idx="5342">
                  <c:v>45166</c:v>
                </c:pt>
                <c:pt idx="5343">
                  <c:v>45167</c:v>
                </c:pt>
                <c:pt idx="5344">
                  <c:v>45168</c:v>
                </c:pt>
                <c:pt idx="5345">
                  <c:v>45169</c:v>
                </c:pt>
                <c:pt idx="5346">
                  <c:v>45170</c:v>
                </c:pt>
                <c:pt idx="5347">
                  <c:v>45173</c:v>
                </c:pt>
                <c:pt idx="5348">
                  <c:v>45174</c:v>
                </c:pt>
                <c:pt idx="5349">
                  <c:v>45175</c:v>
                </c:pt>
                <c:pt idx="5350">
                  <c:v>45177</c:v>
                </c:pt>
                <c:pt idx="5351">
                  <c:v>45180</c:v>
                </c:pt>
                <c:pt idx="5352">
                  <c:v>45181</c:v>
                </c:pt>
                <c:pt idx="5353">
                  <c:v>45182</c:v>
                </c:pt>
                <c:pt idx="5354">
                  <c:v>45183</c:v>
                </c:pt>
                <c:pt idx="5355">
                  <c:v>45184</c:v>
                </c:pt>
                <c:pt idx="5356">
                  <c:v>45187</c:v>
                </c:pt>
                <c:pt idx="5357">
                  <c:v>45188</c:v>
                </c:pt>
                <c:pt idx="5358">
                  <c:v>45189</c:v>
                </c:pt>
                <c:pt idx="5359">
                  <c:v>45190</c:v>
                </c:pt>
                <c:pt idx="5360">
                  <c:v>45191</c:v>
                </c:pt>
                <c:pt idx="5361">
                  <c:v>45194</c:v>
                </c:pt>
                <c:pt idx="5362">
                  <c:v>45195</c:v>
                </c:pt>
                <c:pt idx="5363">
                  <c:v>45196</c:v>
                </c:pt>
                <c:pt idx="5364">
                  <c:v>45197</c:v>
                </c:pt>
                <c:pt idx="5365">
                  <c:v>45198</c:v>
                </c:pt>
                <c:pt idx="5366">
                  <c:v>45201</c:v>
                </c:pt>
                <c:pt idx="5367">
                  <c:v>45202</c:v>
                </c:pt>
                <c:pt idx="5368">
                  <c:v>45203</c:v>
                </c:pt>
                <c:pt idx="5369">
                  <c:v>45204</c:v>
                </c:pt>
                <c:pt idx="5370">
                  <c:v>45205</c:v>
                </c:pt>
                <c:pt idx="5371">
                  <c:v>45208</c:v>
                </c:pt>
                <c:pt idx="5372">
                  <c:v>45209</c:v>
                </c:pt>
                <c:pt idx="5373">
                  <c:v>45210</c:v>
                </c:pt>
                <c:pt idx="5374">
                  <c:v>45212</c:v>
                </c:pt>
                <c:pt idx="5375">
                  <c:v>45215</c:v>
                </c:pt>
                <c:pt idx="5376">
                  <c:v>45216</c:v>
                </c:pt>
                <c:pt idx="5377">
                  <c:v>45217</c:v>
                </c:pt>
                <c:pt idx="5378">
                  <c:v>45218</c:v>
                </c:pt>
                <c:pt idx="5379">
                  <c:v>45219</c:v>
                </c:pt>
                <c:pt idx="5380">
                  <c:v>45222</c:v>
                </c:pt>
                <c:pt idx="5381">
                  <c:v>45223</c:v>
                </c:pt>
                <c:pt idx="5382">
                  <c:v>45224</c:v>
                </c:pt>
                <c:pt idx="5383">
                  <c:v>45225</c:v>
                </c:pt>
                <c:pt idx="5384">
                  <c:v>45226</c:v>
                </c:pt>
                <c:pt idx="5385">
                  <c:v>45229</c:v>
                </c:pt>
                <c:pt idx="5386">
                  <c:v>45230</c:v>
                </c:pt>
                <c:pt idx="5387">
                  <c:v>45231</c:v>
                </c:pt>
                <c:pt idx="5388">
                  <c:v>45233</c:v>
                </c:pt>
                <c:pt idx="5389">
                  <c:v>45236</c:v>
                </c:pt>
                <c:pt idx="5390">
                  <c:v>45237</c:v>
                </c:pt>
                <c:pt idx="5391">
                  <c:v>45238</c:v>
                </c:pt>
                <c:pt idx="5392">
                  <c:v>45239</c:v>
                </c:pt>
                <c:pt idx="5393">
                  <c:v>45240</c:v>
                </c:pt>
                <c:pt idx="5394">
                  <c:v>45243</c:v>
                </c:pt>
                <c:pt idx="5395">
                  <c:v>45244</c:v>
                </c:pt>
                <c:pt idx="5396">
                  <c:v>45246</c:v>
                </c:pt>
                <c:pt idx="5397">
                  <c:v>45247</c:v>
                </c:pt>
                <c:pt idx="5398">
                  <c:v>45250</c:v>
                </c:pt>
                <c:pt idx="5399">
                  <c:v>45251</c:v>
                </c:pt>
                <c:pt idx="5400">
                  <c:v>45252</c:v>
                </c:pt>
                <c:pt idx="5401">
                  <c:v>45253</c:v>
                </c:pt>
                <c:pt idx="5402">
                  <c:v>45254</c:v>
                </c:pt>
                <c:pt idx="5403">
                  <c:v>45257</c:v>
                </c:pt>
                <c:pt idx="5404">
                  <c:v>45258</c:v>
                </c:pt>
                <c:pt idx="5405">
                  <c:v>45259</c:v>
                </c:pt>
                <c:pt idx="5406">
                  <c:v>45260</c:v>
                </c:pt>
                <c:pt idx="5407">
                  <c:v>45261</c:v>
                </c:pt>
                <c:pt idx="5408">
                  <c:v>45264</c:v>
                </c:pt>
                <c:pt idx="5409">
                  <c:v>45265</c:v>
                </c:pt>
                <c:pt idx="5410">
                  <c:v>45266</c:v>
                </c:pt>
                <c:pt idx="5411">
                  <c:v>45267</c:v>
                </c:pt>
                <c:pt idx="5412">
                  <c:v>45268</c:v>
                </c:pt>
                <c:pt idx="5413">
                  <c:v>45271</c:v>
                </c:pt>
                <c:pt idx="5414">
                  <c:v>45272</c:v>
                </c:pt>
                <c:pt idx="5415">
                  <c:v>45273</c:v>
                </c:pt>
                <c:pt idx="5416">
                  <c:v>45274</c:v>
                </c:pt>
                <c:pt idx="5417">
                  <c:v>45275</c:v>
                </c:pt>
                <c:pt idx="5418">
                  <c:v>45278</c:v>
                </c:pt>
                <c:pt idx="5419">
                  <c:v>45279</c:v>
                </c:pt>
                <c:pt idx="5420">
                  <c:v>45280</c:v>
                </c:pt>
                <c:pt idx="5421">
                  <c:v>45281</c:v>
                </c:pt>
                <c:pt idx="5422">
                  <c:v>45282</c:v>
                </c:pt>
                <c:pt idx="5423">
                  <c:v>45286</c:v>
                </c:pt>
                <c:pt idx="5424">
                  <c:v>45287</c:v>
                </c:pt>
                <c:pt idx="5425">
                  <c:v>45288</c:v>
                </c:pt>
                <c:pt idx="5426">
                  <c:v>45293</c:v>
                </c:pt>
                <c:pt idx="5427">
                  <c:v>45294</c:v>
                </c:pt>
                <c:pt idx="5428">
                  <c:v>45295</c:v>
                </c:pt>
                <c:pt idx="5429">
                  <c:v>45296</c:v>
                </c:pt>
                <c:pt idx="5430">
                  <c:v>45299</c:v>
                </c:pt>
                <c:pt idx="5431">
                  <c:v>45300</c:v>
                </c:pt>
                <c:pt idx="5432">
                  <c:v>45301</c:v>
                </c:pt>
                <c:pt idx="5433">
                  <c:v>45302</c:v>
                </c:pt>
                <c:pt idx="5434">
                  <c:v>45303</c:v>
                </c:pt>
                <c:pt idx="5435">
                  <c:v>45306</c:v>
                </c:pt>
                <c:pt idx="5436">
                  <c:v>45307</c:v>
                </c:pt>
                <c:pt idx="5437">
                  <c:v>45308</c:v>
                </c:pt>
                <c:pt idx="5438">
                  <c:v>45309</c:v>
                </c:pt>
                <c:pt idx="5439">
                  <c:v>45310</c:v>
                </c:pt>
                <c:pt idx="5440">
                  <c:v>45313</c:v>
                </c:pt>
                <c:pt idx="5441">
                  <c:v>45314</c:v>
                </c:pt>
                <c:pt idx="5442">
                  <c:v>45315</c:v>
                </c:pt>
                <c:pt idx="5443">
                  <c:v>45316</c:v>
                </c:pt>
                <c:pt idx="5444">
                  <c:v>45317</c:v>
                </c:pt>
                <c:pt idx="5445">
                  <c:v>45320</c:v>
                </c:pt>
                <c:pt idx="5446">
                  <c:v>45321</c:v>
                </c:pt>
                <c:pt idx="5447">
                  <c:v>45322</c:v>
                </c:pt>
                <c:pt idx="5448">
                  <c:v>45323</c:v>
                </c:pt>
                <c:pt idx="5449">
                  <c:v>45324</c:v>
                </c:pt>
                <c:pt idx="5450">
                  <c:v>45327</c:v>
                </c:pt>
                <c:pt idx="5451">
                  <c:v>45328</c:v>
                </c:pt>
                <c:pt idx="5452">
                  <c:v>45329</c:v>
                </c:pt>
                <c:pt idx="5453">
                  <c:v>45330</c:v>
                </c:pt>
                <c:pt idx="5454">
                  <c:v>45331</c:v>
                </c:pt>
                <c:pt idx="5455">
                  <c:v>45336</c:v>
                </c:pt>
                <c:pt idx="5456">
                  <c:v>45337</c:v>
                </c:pt>
                <c:pt idx="5457">
                  <c:v>45338</c:v>
                </c:pt>
                <c:pt idx="5458">
                  <c:v>45341</c:v>
                </c:pt>
                <c:pt idx="5459">
                  <c:v>45342</c:v>
                </c:pt>
                <c:pt idx="5460">
                  <c:v>45343</c:v>
                </c:pt>
                <c:pt idx="5461">
                  <c:v>45344</c:v>
                </c:pt>
                <c:pt idx="5462">
                  <c:v>45345</c:v>
                </c:pt>
                <c:pt idx="5463">
                  <c:v>45348</c:v>
                </c:pt>
                <c:pt idx="5464">
                  <c:v>45349</c:v>
                </c:pt>
                <c:pt idx="5465">
                  <c:v>45350</c:v>
                </c:pt>
                <c:pt idx="5466">
                  <c:v>45351</c:v>
                </c:pt>
                <c:pt idx="5467">
                  <c:v>45352</c:v>
                </c:pt>
                <c:pt idx="5468">
                  <c:v>45355</c:v>
                </c:pt>
                <c:pt idx="5469">
                  <c:v>45356</c:v>
                </c:pt>
                <c:pt idx="5470">
                  <c:v>45357</c:v>
                </c:pt>
                <c:pt idx="5471">
                  <c:v>45358</c:v>
                </c:pt>
                <c:pt idx="5472">
                  <c:v>45359</c:v>
                </c:pt>
                <c:pt idx="5473">
                  <c:v>45362</c:v>
                </c:pt>
                <c:pt idx="5474">
                  <c:v>45363</c:v>
                </c:pt>
                <c:pt idx="5475">
                  <c:v>45364</c:v>
                </c:pt>
                <c:pt idx="5476">
                  <c:v>45365</c:v>
                </c:pt>
                <c:pt idx="5477">
                  <c:v>45366</c:v>
                </c:pt>
                <c:pt idx="5478">
                  <c:v>45369</c:v>
                </c:pt>
                <c:pt idx="5479">
                  <c:v>45370</c:v>
                </c:pt>
                <c:pt idx="5480">
                  <c:v>45371</c:v>
                </c:pt>
                <c:pt idx="5481">
                  <c:v>45372</c:v>
                </c:pt>
                <c:pt idx="5482">
                  <c:v>45373</c:v>
                </c:pt>
                <c:pt idx="5483">
                  <c:v>45376</c:v>
                </c:pt>
                <c:pt idx="5484">
                  <c:v>45377</c:v>
                </c:pt>
                <c:pt idx="5485">
                  <c:v>45378</c:v>
                </c:pt>
                <c:pt idx="5486">
                  <c:v>45379</c:v>
                </c:pt>
                <c:pt idx="5487">
                  <c:v>45383</c:v>
                </c:pt>
                <c:pt idx="5488">
                  <c:v>45384</c:v>
                </c:pt>
                <c:pt idx="5489">
                  <c:v>45385</c:v>
                </c:pt>
                <c:pt idx="5490">
                  <c:v>45386</c:v>
                </c:pt>
                <c:pt idx="5491">
                  <c:v>45387</c:v>
                </c:pt>
                <c:pt idx="5492">
                  <c:v>45390</c:v>
                </c:pt>
                <c:pt idx="5493">
                  <c:v>45391</c:v>
                </c:pt>
                <c:pt idx="5494">
                  <c:v>45392</c:v>
                </c:pt>
                <c:pt idx="5495">
                  <c:v>45393</c:v>
                </c:pt>
                <c:pt idx="5496">
                  <c:v>45394</c:v>
                </c:pt>
                <c:pt idx="5497">
                  <c:v>45397</c:v>
                </c:pt>
                <c:pt idx="5498">
                  <c:v>45398</c:v>
                </c:pt>
                <c:pt idx="5499">
                  <c:v>45399</c:v>
                </c:pt>
                <c:pt idx="5500">
                  <c:v>45400</c:v>
                </c:pt>
                <c:pt idx="5501">
                  <c:v>45401</c:v>
                </c:pt>
                <c:pt idx="5502">
                  <c:v>45404</c:v>
                </c:pt>
                <c:pt idx="5503">
                  <c:v>45405</c:v>
                </c:pt>
                <c:pt idx="5504">
                  <c:v>45406</c:v>
                </c:pt>
                <c:pt idx="5505">
                  <c:v>45407</c:v>
                </c:pt>
                <c:pt idx="5506">
                  <c:v>45408</c:v>
                </c:pt>
                <c:pt idx="5507">
                  <c:v>45411</c:v>
                </c:pt>
                <c:pt idx="5508">
                  <c:v>45412</c:v>
                </c:pt>
                <c:pt idx="5509">
                  <c:v>45414</c:v>
                </c:pt>
                <c:pt idx="5510">
                  <c:v>45415</c:v>
                </c:pt>
                <c:pt idx="5511">
                  <c:v>45418</c:v>
                </c:pt>
                <c:pt idx="5512">
                  <c:v>45419</c:v>
                </c:pt>
                <c:pt idx="5513">
                  <c:v>45420</c:v>
                </c:pt>
                <c:pt idx="5514">
                  <c:v>45421</c:v>
                </c:pt>
                <c:pt idx="5515">
                  <c:v>45422</c:v>
                </c:pt>
                <c:pt idx="5516">
                  <c:v>45425</c:v>
                </c:pt>
                <c:pt idx="5517">
                  <c:v>45426</c:v>
                </c:pt>
                <c:pt idx="5518">
                  <c:v>45427</c:v>
                </c:pt>
                <c:pt idx="5519">
                  <c:v>45428</c:v>
                </c:pt>
                <c:pt idx="5520">
                  <c:v>45429</c:v>
                </c:pt>
                <c:pt idx="5521">
                  <c:v>45432</c:v>
                </c:pt>
                <c:pt idx="5522">
                  <c:v>45433</c:v>
                </c:pt>
                <c:pt idx="5523">
                  <c:v>45434</c:v>
                </c:pt>
                <c:pt idx="5524">
                  <c:v>45435</c:v>
                </c:pt>
                <c:pt idx="5525">
                  <c:v>45436</c:v>
                </c:pt>
                <c:pt idx="5526">
                  <c:v>45439</c:v>
                </c:pt>
                <c:pt idx="5527">
                  <c:v>45440</c:v>
                </c:pt>
                <c:pt idx="5528">
                  <c:v>45441</c:v>
                </c:pt>
                <c:pt idx="5529">
                  <c:v>45443</c:v>
                </c:pt>
                <c:pt idx="5530">
                  <c:v>45446</c:v>
                </c:pt>
                <c:pt idx="5531">
                  <c:v>45447</c:v>
                </c:pt>
                <c:pt idx="5532">
                  <c:v>45448</c:v>
                </c:pt>
                <c:pt idx="5533">
                  <c:v>45449</c:v>
                </c:pt>
                <c:pt idx="5534">
                  <c:v>45450</c:v>
                </c:pt>
                <c:pt idx="5535">
                  <c:v>45453</c:v>
                </c:pt>
                <c:pt idx="5536">
                  <c:v>45454</c:v>
                </c:pt>
                <c:pt idx="5537">
                  <c:v>45455</c:v>
                </c:pt>
                <c:pt idx="5538">
                  <c:v>45456</c:v>
                </c:pt>
                <c:pt idx="5539">
                  <c:v>45457</c:v>
                </c:pt>
                <c:pt idx="5540">
                  <c:v>45460</c:v>
                </c:pt>
                <c:pt idx="5541">
                  <c:v>45461</c:v>
                </c:pt>
                <c:pt idx="5542">
                  <c:v>45462</c:v>
                </c:pt>
                <c:pt idx="5543">
                  <c:v>45463</c:v>
                </c:pt>
                <c:pt idx="5544">
                  <c:v>45464</c:v>
                </c:pt>
                <c:pt idx="5545">
                  <c:v>45467</c:v>
                </c:pt>
                <c:pt idx="5546">
                  <c:v>45468</c:v>
                </c:pt>
                <c:pt idx="5547">
                  <c:v>45469</c:v>
                </c:pt>
                <c:pt idx="5548">
                  <c:v>45470</c:v>
                </c:pt>
                <c:pt idx="5549">
                  <c:v>45471</c:v>
                </c:pt>
                <c:pt idx="5550">
                  <c:v>45474</c:v>
                </c:pt>
                <c:pt idx="5551">
                  <c:v>45475</c:v>
                </c:pt>
                <c:pt idx="5552">
                  <c:v>45476</c:v>
                </c:pt>
                <c:pt idx="5553">
                  <c:v>45477</c:v>
                </c:pt>
                <c:pt idx="5554">
                  <c:v>45478</c:v>
                </c:pt>
                <c:pt idx="5555">
                  <c:v>45481</c:v>
                </c:pt>
                <c:pt idx="5556">
                  <c:v>45482</c:v>
                </c:pt>
                <c:pt idx="5557">
                  <c:v>45483</c:v>
                </c:pt>
                <c:pt idx="5558">
                  <c:v>45484</c:v>
                </c:pt>
                <c:pt idx="5559">
                  <c:v>45485</c:v>
                </c:pt>
                <c:pt idx="5560">
                  <c:v>45488</c:v>
                </c:pt>
                <c:pt idx="5561">
                  <c:v>45489</c:v>
                </c:pt>
                <c:pt idx="5562">
                  <c:v>45490</c:v>
                </c:pt>
                <c:pt idx="5563">
                  <c:v>45491</c:v>
                </c:pt>
                <c:pt idx="5564">
                  <c:v>45492</c:v>
                </c:pt>
                <c:pt idx="5565">
                  <c:v>45495</c:v>
                </c:pt>
                <c:pt idx="5566">
                  <c:v>45496</c:v>
                </c:pt>
                <c:pt idx="5567">
                  <c:v>45497</c:v>
                </c:pt>
                <c:pt idx="5568">
                  <c:v>45498</c:v>
                </c:pt>
                <c:pt idx="5569">
                  <c:v>45499</c:v>
                </c:pt>
                <c:pt idx="5570">
                  <c:v>45502</c:v>
                </c:pt>
                <c:pt idx="5571">
                  <c:v>45503</c:v>
                </c:pt>
                <c:pt idx="5572">
                  <c:v>45504</c:v>
                </c:pt>
                <c:pt idx="5573">
                  <c:v>45505</c:v>
                </c:pt>
                <c:pt idx="5574">
                  <c:v>45506</c:v>
                </c:pt>
                <c:pt idx="5575">
                  <c:v>45509</c:v>
                </c:pt>
                <c:pt idx="5576">
                  <c:v>45510</c:v>
                </c:pt>
                <c:pt idx="5577">
                  <c:v>45511</c:v>
                </c:pt>
                <c:pt idx="5578">
                  <c:v>45512</c:v>
                </c:pt>
                <c:pt idx="5579">
                  <c:v>45513</c:v>
                </c:pt>
                <c:pt idx="5580">
                  <c:v>45516</c:v>
                </c:pt>
                <c:pt idx="5581">
                  <c:v>45517</c:v>
                </c:pt>
                <c:pt idx="5582">
                  <c:v>45518</c:v>
                </c:pt>
                <c:pt idx="5583">
                  <c:v>45519</c:v>
                </c:pt>
                <c:pt idx="5584">
                  <c:v>45520</c:v>
                </c:pt>
                <c:pt idx="5585">
                  <c:v>45523</c:v>
                </c:pt>
                <c:pt idx="5586">
                  <c:v>45524</c:v>
                </c:pt>
                <c:pt idx="5587">
                  <c:v>45525</c:v>
                </c:pt>
                <c:pt idx="5588">
                  <c:v>45526</c:v>
                </c:pt>
                <c:pt idx="5589">
                  <c:v>45527</c:v>
                </c:pt>
                <c:pt idx="5590">
                  <c:v>45530</c:v>
                </c:pt>
                <c:pt idx="5591">
                  <c:v>45531</c:v>
                </c:pt>
                <c:pt idx="5592">
                  <c:v>45532</c:v>
                </c:pt>
                <c:pt idx="5593">
                  <c:v>45533</c:v>
                </c:pt>
                <c:pt idx="5594">
                  <c:v>45534</c:v>
                </c:pt>
                <c:pt idx="5595">
                  <c:v>45537</c:v>
                </c:pt>
                <c:pt idx="5596">
                  <c:v>45538</c:v>
                </c:pt>
                <c:pt idx="5597">
                  <c:v>45539</c:v>
                </c:pt>
                <c:pt idx="5598">
                  <c:v>45540</c:v>
                </c:pt>
                <c:pt idx="5599">
                  <c:v>45541</c:v>
                </c:pt>
                <c:pt idx="5600">
                  <c:v>45544</c:v>
                </c:pt>
                <c:pt idx="5601">
                  <c:v>45545</c:v>
                </c:pt>
                <c:pt idx="5602">
                  <c:v>45546</c:v>
                </c:pt>
                <c:pt idx="5603">
                  <c:v>45547</c:v>
                </c:pt>
                <c:pt idx="5604">
                  <c:v>45548</c:v>
                </c:pt>
                <c:pt idx="5605">
                  <c:v>45551</c:v>
                </c:pt>
                <c:pt idx="5606">
                  <c:v>45552</c:v>
                </c:pt>
                <c:pt idx="5607">
                  <c:v>45553</c:v>
                </c:pt>
                <c:pt idx="5608">
                  <c:v>45554</c:v>
                </c:pt>
                <c:pt idx="5609">
                  <c:v>45555</c:v>
                </c:pt>
                <c:pt idx="5610">
                  <c:v>45558</c:v>
                </c:pt>
                <c:pt idx="5611">
                  <c:v>45559</c:v>
                </c:pt>
                <c:pt idx="5612">
                  <c:v>45560</c:v>
                </c:pt>
                <c:pt idx="5613">
                  <c:v>45561</c:v>
                </c:pt>
                <c:pt idx="5614">
                  <c:v>45562</c:v>
                </c:pt>
                <c:pt idx="5615">
                  <c:v>45565</c:v>
                </c:pt>
                <c:pt idx="5616">
                  <c:v>45566</c:v>
                </c:pt>
                <c:pt idx="5617">
                  <c:v>45567</c:v>
                </c:pt>
                <c:pt idx="5618">
                  <c:v>45568</c:v>
                </c:pt>
                <c:pt idx="5619">
                  <c:v>45569</c:v>
                </c:pt>
                <c:pt idx="5620">
                  <c:v>45572</c:v>
                </c:pt>
                <c:pt idx="5621">
                  <c:v>45573</c:v>
                </c:pt>
                <c:pt idx="5622">
                  <c:v>45574</c:v>
                </c:pt>
                <c:pt idx="5623">
                  <c:v>45575</c:v>
                </c:pt>
                <c:pt idx="5624">
                  <c:v>45576</c:v>
                </c:pt>
                <c:pt idx="5625">
                  <c:v>45579</c:v>
                </c:pt>
                <c:pt idx="5626">
                  <c:v>45580</c:v>
                </c:pt>
                <c:pt idx="5627">
                  <c:v>45581</c:v>
                </c:pt>
                <c:pt idx="5628">
                  <c:v>45582</c:v>
                </c:pt>
                <c:pt idx="5629">
                  <c:v>45583</c:v>
                </c:pt>
                <c:pt idx="5630">
                  <c:v>45586</c:v>
                </c:pt>
                <c:pt idx="5631">
                  <c:v>45587</c:v>
                </c:pt>
                <c:pt idx="5632">
                  <c:v>45588</c:v>
                </c:pt>
                <c:pt idx="5633">
                  <c:v>45589</c:v>
                </c:pt>
                <c:pt idx="5634">
                  <c:v>45590</c:v>
                </c:pt>
                <c:pt idx="5635">
                  <c:v>45593</c:v>
                </c:pt>
                <c:pt idx="5636">
                  <c:v>45594</c:v>
                </c:pt>
                <c:pt idx="5637">
                  <c:v>45595</c:v>
                </c:pt>
                <c:pt idx="5638">
                  <c:v>45596</c:v>
                </c:pt>
                <c:pt idx="5639">
                  <c:v>45597</c:v>
                </c:pt>
                <c:pt idx="5640">
                  <c:v>45600</c:v>
                </c:pt>
                <c:pt idx="5641">
                  <c:v>45601</c:v>
                </c:pt>
                <c:pt idx="5642">
                  <c:v>45602</c:v>
                </c:pt>
                <c:pt idx="5643">
                  <c:v>45603</c:v>
                </c:pt>
                <c:pt idx="5644">
                  <c:v>45604</c:v>
                </c:pt>
                <c:pt idx="5645">
                  <c:v>45607</c:v>
                </c:pt>
                <c:pt idx="5646">
                  <c:v>45608</c:v>
                </c:pt>
                <c:pt idx="5647">
                  <c:v>45609</c:v>
                </c:pt>
                <c:pt idx="5648">
                  <c:v>45610</c:v>
                </c:pt>
                <c:pt idx="5649">
                  <c:v>45614</c:v>
                </c:pt>
                <c:pt idx="5650">
                  <c:v>45615</c:v>
                </c:pt>
                <c:pt idx="5651">
                  <c:v>45617</c:v>
                </c:pt>
                <c:pt idx="5652">
                  <c:v>45618</c:v>
                </c:pt>
                <c:pt idx="5653">
                  <c:v>45621</c:v>
                </c:pt>
                <c:pt idx="5654">
                  <c:v>45622</c:v>
                </c:pt>
                <c:pt idx="5655">
                  <c:v>45623</c:v>
                </c:pt>
                <c:pt idx="5656">
                  <c:v>45624</c:v>
                </c:pt>
                <c:pt idx="5657">
                  <c:v>45625</c:v>
                </c:pt>
                <c:pt idx="5658">
                  <c:v>45628</c:v>
                </c:pt>
                <c:pt idx="5659">
                  <c:v>45629</c:v>
                </c:pt>
                <c:pt idx="5660">
                  <c:v>45630</c:v>
                </c:pt>
                <c:pt idx="5661">
                  <c:v>45631</c:v>
                </c:pt>
                <c:pt idx="5662">
                  <c:v>45632</c:v>
                </c:pt>
                <c:pt idx="5663">
                  <c:v>45635</c:v>
                </c:pt>
                <c:pt idx="5664">
                  <c:v>45636</c:v>
                </c:pt>
                <c:pt idx="5665">
                  <c:v>45637</c:v>
                </c:pt>
                <c:pt idx="5666">
                  <c:v>45638</c:v>
                </c:pt>
                <c:pt idx="5667">
                  <c:v>45639</c:v>
                </c:pt>
                <c:pt idx="5668">
                  <c:v>45642</c:v>
                </c:pt>
                <c:pt idx="5669">
                  <c:v>45643</c:v>
                </c:pt>
                <c:pt idx="5670">
                  <c:v>45644</c:v>
                </c:pt>
                <c:pt idx="5671">
                  <c:v>45645</c:v>
                </c:pt>
                <c:pt idx="5672">
                  <c:v>45646</c:v>
                </c:pt>
                <c:pt idx="5673">
                  <c:v>45649</c:v>
                </c:pt>
                <c:pt idx="5674">
                  <c:v>45652</c:v>
                </c:pt>
                <c:pt idx="5675">
                  <c:v>45653</c:v>
                </c:pt>
                <c:pt idx="5676">
                  <c:v>45656</c:v>
                </c:pt>
                <c:pt idx="5677">
                  <c:v>45659</c:v>
                </c:pt>
                <c:pt idx="5678">
                  <c:v>45660</c:v>
                </c:pt>
                <c:pt idx="5679">
                  <c:v>45663</c:v>
                </c:pt>
                <c:pt idx="5680">
                  <c:v>45664</c:v>
                </c:pt>
                <c:pt idx="5681">
                  <c:v>45665</c:v>
                </c:pt>
                <c:pt idx="5682">
                  <c:v>45666</c:v>
                </c:pt>
                <c:pt idx="5683">
                  <c:v>45667</c:v>
                </c:pt>
                <c:pt idx="5684">
                  <c:v>45670</c:v>
                </c:pt>
                <c:pt idx="5685">
                  <c:v>45671</c:v>
                </c:pt>
                <c:pt idx="5686">
                  <c:v>45672</c:v>
                </c:pt>
                <c:pt idx="5687">
                  <c:v>45673</c:v>
                </c:pt>
                <c:pt idx="5688">
                  <c:v>45674</c:v>
                </c:pt>
                <c:pt idx="5689">
                  <c:v>45677</c:v>
                </c:pt>
                <c:pt idx="5690">
                  <c:v>45678</c:v>
                </c:pt>
                <c:pt idx="5691">
                  <c:v>45679</c:v>
                </c:pt>
                <c:pt idx="5692">
                  <c:v>45680</c:v>
                </c:pt>
                <c:pt idx="5693">
                  <c:v>45681</c:v>
                </c:pt>
                <c:pt idx="5694">
                  <c:v>45684</c:v>
                </c:pt>
                <c:pt idx="5695">
                  <c:v>45685</c:v>
                </c:pt>
                <c:pt idx="5696">
                  <c:v>45686</c:v>
                </c:pt>
                <c:pt idx="5697">
                  <c:v>45687</c:v>
                </c:pt>
                <c:pt idx="5698">
                  <c:v>45688</c:v>
                </c:pt>
                <c:pt idx="5699">
                  <c:v>45691</c:v>
                </c:pt>
                <c:pt idx="5700">
                  <c:v>45692</c:v>
                </c:pt>
                <c:pt idx="5701">
                  <c:v>45693</c:v>
                </c:pt>
                <c:pt idx="5702">
                  <c:v>45694</c:v>
                </c:pt>
                <c:pt idx="5703">
                  <c:v>45695</c:v>
                </c:pt>
                <c:pt idx="5704">
                  <c:v>45698</c:v>
                </c:pt>
                <c:pt idx="5705">
                  <c:v>45699</c:v>
                </c:pt>
                <c:pt idx="5706">
                  <c:v>45700</c:v>
                </c:pt>
                <c:pt idx="5707">
                  <c:v>45701</c:v>
                </c:pt>
                <c:pt idx="5708">
                  <c:v>45702</c:v>
                </c:pt>
                <c:pt idx="5709">
                  <c:v>45705</c:v>
                </c:pt>
                <c:pt idx="5710">
                  <c:v>45706</c:v>
                </c:pt>
                <c:pt idx="5711">
                  <c:v>45707</c:v>
                </c:pt>
                <c:pt idx="5712">
                  <c:v>45708</c:v>
                </c:pt>
                <c:pt idx="5713">
                  <c:v>45709</c:v>
                </c:pt>
                <c:pt idx="5714">
                  <c:v>45712</c:v>
                </c:pt>
                <c:pt idx="5715">
                  <c:v>45713</c:v>
                </c:pt>
                <c:pt idx="5716">
                  <c:v>45714</c:v>
                </c:pt>
                <c:pt idx="5717">
                  <c:v>45715</c:v>
                </c:pt>
                <c:pt idx="5718">
                  <c:v>45716</c:v>
                </c:pt>
                <c:pt idx="5719">
                  <c:v>45721</c:v>
                </c:pt>
                <c:pt idx="5720">
                  <c:v>45722</c:v>
                </c:pt>
                <c:pt idx="5721">
                  <c:v>45723</c:v>
                </c:pt>
                <c:pt idx="5722">
                  <c:v>45726</c:v>
                </c:pt>
                <c:pt idx="5723">
                  <c:v>45727</c:v>
                </c:pt>
                <c:pt idx="5724">
                  <c:v>45728</c:v>
                </c:pt>
                <c:pt idx="5725">
                  <c:v>45729</c:v>
                </c:pt>
                <c:pt idx="5726">
                  <c:v>45730</c:v>
                </c:pt>
                <c:pt idx="5727">
                  <c:v>45733</c:v>
                </c:pt>
                <c:pt idx="5728">
                  <c:v>45734</c:v>
                </c:pt>
                <c:pt idx="5729">
                  <c:v>45735</c:v>
                </c:pt>
                <c:pt idx="5730">
                  <c:v>45736</c:v>
                </c:pt>
                <c:pt idx="5731">
                  <c:v>45737</c:v>
                </c:pt>
                <c:pt idx="5732">
                  <c:v>45740</c:v>
                </c:pt>
                <c:pt idx="5733">
                  <c:v>45741</c:v>
                </c:pt>
                <c:pt idx="5734">
                  <c:v>45742</c:v>
                </c:pt>
                <c:pt idx="5735">
                  <c:v>45743</c:v>
                </c:pt>
                <c:pt idx="5736">
                  <c:v>45744</c:v>
                </c:pt>
                <c:pt idx="5737">
                  <c:v>45747</c:v>
                </c:pt>
                <c:pt idx="5738">
                  <c:v>45748</c:v>
                </c:pt>
                <c:pt idx="5739">
                  <c:v>45749</c:v>
                </c:pt>
                <c:pt idx="5740">
                  <c:v>45750</c:v>
                </c:pt>
                <c:pt idx="5741">
                  <c:v>45751</c:v>
                </c:pt>
                <c:pt idx="5742">
                  <c:v>45754</c:v>
                </c:pt>
                <c:pt idx="5743">
                  <c:v>45755</c:v>
                </c:pt>
                <c:pt idx="5744">
                  <c:v>45756</c:v>
                </c:pt>
                <c:pt idx="5745">
                  <c:v>45757</c:v>
                </c:pt>
                <c:pt idx="5746">
                  <c:v>45758</c:v>
                </c:pt>
                <c:pt idx="5747">
                  <c:v>45761</c:v>
                </c:pt>
                <c:pt idx="5748">
                  <c:v>45762</c:v>
                </c:pt>
                <c:pt idx="5749">
                  <c:v>45763</c:v>
                </c:pt>
                <c:pt idx="5750">
                  <c:v>45764</c:v>
                </c:pt>
                <c:pt idx="5751">
                  <c:v>45769</c:v>
                </c:pt>
                <c:pt idx="5752">
                  <c:v>45770</c:v>
                </c:pt>
                <c:pt idx="5753">
                  <c:v>45771</c:v>
                </c:pt>
                <c:pt idx="5754">
                  <c:v>45772</c:v>
                </c:pt>
                <c:pt idx="5755">
                  <c:v>45775</c:v>
                </c:pt>
                <c:pt idx="5756">
                  <c:v>45776</c:v>
                </c:pt>
                <c:pt idx="5757">
                  <c:v>45777</c:v>
                </c:pt>
                <c:pt idx="5758">
                  <c:v>45779</c:v>
                </c:pt>
                <c:pt idx="5759">
                  <c:v>45782</c:v>
                </c:pt>
                <c:pt idx="5760">
                  <c:v>45783</c:v>
                </c:pt>
                <c:pt idx="5761">
                  <c:v>45784</c:v>
                </c:pt>
                <c:pt idx="5762">
                  <c:v>45785</c:v>
                </c:pt>
                <c:pt idx="5763">
                  <c:v>45786</c:v>
                </c:pt>
                <c:pt idx="5764">
                  <c:v>45789</c:v>
                </c:pt>
                <c:pt idx="5765">
                  <c:v>45790</c:v>
                </c:pt>
                <c:pt idx="5766">
                  <c:v>45791</c:v>
                </c:pt>
                <c:pt idx="5767">
                  <c:v>45792</c:v>
                </c:pt>
                <c:pt idx="5768">
                  <c:v>45793</c:v>
                </c:pt>
                <c:pt idx="5769">
                  <c:v>45796</c:v>
                </c:pt>
                <c:pt idx="5770">
                  <c:v>45797</c:v>
                </c:pt>
                <c:pt idx="5771">
                  <c:v>45798</c:v>
                </c:pt>
                <c:pt idx="5772">
                  <c:v>45799</c:v>
                </c:pt>
                <c:pt idx="5773">
                  <c:v>45800</c:v>
                </c:pt>
                <c:pt idx="5774">
                  <c:v>45803</c:v>
                </c:pt>
                <c:pt idx="5775">
                  <c:v>45804</c:v>
                </c:pt>
                <c:pt idx="5776">
                  <c:v>45805</c:v>
                </c:pt>
                <c:pt idx="5777">
                  <c:v>45806</c:v>
                </c:pt>
                <c:pt idx="5778">
                  <c:v>45807</c:v>
                </c:pt>
                <c:pt idx="5779">
                  <c:v>45810</c:v>
                </c:pt>
                <c:pt idx="5780">
                  <c:v>45811</c:v>
                </c:pt>
                <c:pt idx="5781">
                  <c:v>45812</c:v>
                </c:pt>
                <c:pt idx="5782">
                  <c:v>45813</c:v>
                </c:pt>
                <c:pt idx="5783">
                  <c:v>45814</c:v>
                </c:pt>
                <c:pt idx="5784">
                  <c:v>45817</c:v>
                </c:pt>
                <c:pt idx="5785">
                  <c:v>45818</c:v>
                </c:pt>
                <c:pt idx="5786">
                  <c:v>45819</c:v>
                </c:pt>
                <c:pt idx="5787">
                  <c:v>45820</c:v>
                </c:pt>
                <c:pt idx="5788">
                  <c:v>45821</c:v>
                </c:pt>
                <c:pt idx="5789">
                  <c:v>45824</c:v>
                </c:pt>
                <c:pt idx="5790">
                  <c:v>45825</c:v>
                </c:pt>
                <c:pt idx="5791">
                  <c:v>45826</c:v>
                </c:pt>
                <c:pt idx="5792">
                  <c:v>45828</c:v>
                </c:pt>
                <c:pt idx="5793">
                  <c:v>45831</c:v>
                </c:pt>
                <c:pt idx="5794">
                  <c:v>45832</c:v>
                </c:pt>
                <c:pt idx="5795">
                  <c:v>45833</c:v>
                </c:pt>
                <c:pt idx="5796">
                  <c:v>45834</c:v>
                </c:pt>
                <c:pt idx="5797">
                  <c:v>45835</c:v>
                </c:pt>
                <c:pt idx="5798">
                  <c:v>45838</c:v>
                </c:pt>
                <c:pt idx="5799">
                  <c:v>45839</c:v>
                </c:pt>
                <c:pt idx="5800">
                  <c:v>45840</c:v>
                </c:pt>
                <c:pt idx="5801">
                  <c:v>45841</c:v>
                </c:pt>
                <c:pt idx="5802">
                  <c:v>45842</c:v>
                </c:pt>
                <c:pt idx="5803">
                  <c:v>45845</c:v>
                </c:pt>
                <c:pt idx="5804">
                  <c:v>45846</c:v>
                </c:pt>
                <c:pt idx="5805">
                  <c:v>45847</c:v>
                </c:pt>
                <c:pt idx="5806">
                  <c:v>45848</c:v>
                </c:pt>
                <c:pt idx="5807">
                  <c:v>45849</c:v>
                </c:pt>
                <c:pt idx="5808">
                  <c:v>45852</c:v>
                </c:pt>
                <c:pt idx="5809">
                  <c:v>45853</c:v>
                </c:pt>
                <c:pt idx="5810">
                  <c:v>45854</c:v>
                </c:pt>
                <c:pt idx="5811">
                  <c:v>45855</c:v>
                </c:pt>
                <c:pt idx="5812">
                  <c:v>45856</c:v>
                </c:pt>
                <c:pt idx="5813">
                  <c:v>45859</c:v>
                </c:pt>
                <c:pt idx="5814">
                  <c:v>45860</c:v>
                </c:pt>
                <c:pt idx="5815">
                  <c:v>45861</c:v>
                </c:pt>
                <c:pt idx="5816">
                  <c:v>45862</c:v>
                </c:pt>
                <c:pt idx="5817">
                  <c:v>45863</c:v>
                </c:pt>
                <c:pt idx="5818">
                  <c:v>45866</c:v>
                </c:pt>
                <c:pt idx="5819">
                  <c:v>45867</c:v>
                </c:pt>
                <c:pt idx="5820">
                  <c:v>45868</c:v>
                </c:pt>
                <c:pt idx="5821">
                  <c:v>45869</c:v>
                </c:pt>
                <c:pt idx="5822">
                  <c:v>45870</c:v>
                </c:pt>
                <c:pt idx="5823">
                  <c:v>45873</c:v>
                </c:pt>
                <c:pt idx="5824">
                  <c:v>45874</c:v>
                </c:pt>
                <c:pt idx="5825">
                  <c:v>45875</c:v>
                </c:pt>
                <c:pt idx="5826">
                  <c:v>45876</c:v>
                </c:pt>
                <c:pt idx="5827">
                  <c:v>45877</c:v>
                </c:pt>
                <c:pt idx="5828">
                  <c:v>45880</c:v>
                </c:pt>
                <c:pt idx="5829">
                  <c:v>45881</c:v>
                </c:pt>
                <c:pt idx="5830">
                  <c:v>45882</c:v>
                </c:pt>
                <c:pt idx="5831">
                  <c:v>45883</c:v>
                </c:pt>
                <c:pt idx="5832">
                  <c:v>45884</c:v>
                </c:pt>
                <c:pt idx="5833">
                  <c:v>45887</c:v>
                </c:pt>
                <c:pt idx="5834">
                  <c:v>45888</c:v>
                </c:pt>
                <c:pt idx="5835">
                  <c:v>45889</c:v>
                </c:pt>
                <c:pt idx="5836">
                  <c:v>45890</c:v>
                </c:pt>
                <c:pt idx="5837">
                  <c:v>45891</c:v>
                </c:pt>
                <c:pt idx="5838">
                  <c:v>45894</c:v>
                </c:pt>
                <c:pt idx="5839">
                  <c:v>45895</c:v>
                </c:pt>
                <c:pt idx="5840">
                  <c:v>45896</c:v>
                </c:pt>
                <c:pt idx="5841">
                  <c:v>45897</c:v>
                </c:pt>
                <c:pt idx="5842">
                  <c:v>45898</c:v>
                </c:pt>
                <c:pt idx="5843">
                  <c:v>45901</c:v>
                </c:pt>
                <c:pt idx="5844">
                  <c:v>45902</c:v>
                </c:pt>
                <c:pt idx="5845">
                  <c:v>45903</c:v>
                </c:pt>
                <c:pt idx="5846">
                  <c:v>45904</c:v>
                </c:pt>
                <c:pt idx="5847">
                  <c:v>45905</c:v>
                </c:pt>
                <c:pt idx="5848">
                  <c:v>45908</c:v>
                </c:pt>
                <c:pt idx="5849">
                  <c:v>45909</c:v>
                </c:pt>
                <c:pt idx="5850">
                  <c:v>45910</c:v>
                </c:pt>
                <c:pt idx="5851">
                  <c:v>45911</c:v>
                </c:pt>
                <c:pt idx="5852">
                  <c:v>45912</c:v>
                </c:pt>
                <c:pt idx="5853">
                  <c:v>45915</c:v>
                </c:pt>
                <c:pt idx="5854">
                  <c:v>45916</c:v>
                </c:pt>
                <c:pt idx="5855">
                  <c:v>45917</c:v>
                </c:pt>
                <c:pt idx="5856">
                  <c:v>45918</c:v>
                </c:pt>
                <c:pt idx="5857">
                  <c:v>45919</c:v>
                </c:pt>
                <c:pt idx="5858">
                  <c:v>45922</c:v>
                </c:pt>
                <c:pt idx="5859">
                  <c:v>45923</c:v>
                </c:pt>
                <c:pt idx="5860">
                  <c:v>45924</c:v>
                </c:pt>
                <c:pt idx="5861">
                  <c:v>45925</c:v>
                </c:pt>
                <c:pt idx="5862">
                  <c:v>45926</c:v>
                </c:pt>
                <c:pt idx="5863">
                  <c:v>45929</c:v>
                </c:pt>
                <c:pt idx="5864">
                  <c:v>45930</c:v>
                </c:pt>
                <c:pt idx="5865">
                  <c:v>45931</c:v>
                </c:pt>
                <c:pt idx="5866">
                  <c:v>45932</c:v>
                </c:pt>
                <c:pt idx="5867">
                  <c:v>45933</c:v>
                </c:pt>
                <c:pt idx="5868">
                  <c:v>45936</c:v>
                </c:pt>
                <c:pt idx="5869">
                  <c:v>45937</c:v>
                </c:pt>
                <c:pt idx="5870">
                  <c:v>45938</c:v>
                </c:pt>
                <c:pt idx="5871">
                  <c:v>45939</c:v>
                </c:pt>
                <c:pt idx="5872">
                  <c:v>45940</c:v>
                </c:pt>
                <c:pt idx="5873">
                  <c:v>45943</c:v>
                </c:pt>
                <c:pt idx="5874">
                  <c:v>45944</c:v>
                </c:pt>
                <c:pt idx="5875">
                  <c:v>45945</c:v>
                </c:pt>
                <c:pt idx="5876">
                  <c:v>45946</c:v>
                </c:pt>
                <c:pt idx="5877">
                  <c:v>45947</c:v>
                </c:pt>
                <c:pt idx="5878">
                  <c:v>45950</c:v>
                </c:pt>
                <c:pt idx="5879">
                  <c:v>45951</c:v>
                </c:pt>
                <c:pt idx="5880">
                  <c:v>45952</c:v>
                </c:pt>
                <c:pt idx="5881">
                  <c:v>45953</c:v>
                </c:pt>
                <c:pt idx="5882">
                  <c:v>45954</c:v>
                </c:pt>
                <c:pt idx="5883">
                  <c:v>45957</c:v>
                </c:pt>
                <c:pt idx="5884">
                  <c:v>45958</c:v>
                </c:pt>
                <c:pt idx="5885">
                  <c:v>45959</c:v>
                </c:pt>
                <c:pt idx="5886">
                  <c:v>45960</c:v>
                </c:pt>
                <c:pt idx="5887">
                  <c:v>45961</c:v>
                </c:pt>
                <c:pt idx="5888">
                  <c:v>45964</c:v>
                </c:pt>
                <c:pt idx="5889">
                  <c:v>45965</c:v>
                </c:pt>
                <c:pt idx="5890">
                  <c:v>45966</c:v>
                </c:pt>
                <c:pt idx="5891">
                  <c:v>45967</c:v>
                </c:pt>
                <c:pt idx="5892">
                  <c:v>45968</c:v>
                </c:pt>
                <c:pt idx="5893">
                  <c:v>45971</c:v>
                </c:pt>
                <c:pt idx="5894">
                  <c:v>45972</c:v>
                </c:pt>
                <c:pt idx="5895">
                  <c:v>45973</c:v>
                </c:pt>
                <c:pt idx="5896">
                  <c:v>45974</c:v>
                </c:pt>
                <c:pt idx="5897">
                  <c:v>45975</c:v>
                </c:pt>
                <c:pt idx="5898">
                  <c:v>45978</c:v>
                </c:pt>
                <c:pt idx="5899">
                  <c:v>45979</c:v>
                </c:pt>
                <c:pt idx="5900">
                  <c:v>45980</c:v>
                </c:pt>
                <c:pt idx="5901">
                  <c:v>45982</c:v>
                </c:pt>
                <c:pt idx="5902">
                  <c:v>45985</c:v>
                </c:pt>
                <c:pt idx="5903">
                  <c:v>45986</c:v>
                </c:pt>
                <c:pt idx="5904">
                  <c:v>45987</c:v>
                </c:pt>
                <c:pt idx="5905">
                  <c:v>45988</c:v>
                </c:pt>
                <c:pt idx="5906">
                  <c:v>45989</c:v>
                </c:pt>
                <c:pt idx="5907">
                  <c:v>45992</c:v>
                </c:pt>
                <c:pt idx="5908">
                  <c:v>45993</c:v>
                </c:pt>
                <c:pt idx="5909">
                  <c:v>45994</c:v>
                </c:pt>
                <c:pt idx="5910">
                  <c:v>45995</c:v>
                </c:pt>
                <c:pt idx="5911">
                  <c:v>45996</c:v>
                </c:pt>
                <c:pt idx="5912">
                  <c:v>45999</c:v>
                </c:pt>
                <c:pt idx="5913">
                  <c:v>46000</c:v>
                </c:pt>
                <c:pt idx="5914">
                  <c:v>46001</c:v>
                </c:pt>
                <c:pt idx="5915">
                  <c:v>46002</c:v>
                </c:pt>
                <c:pt idx="5916">
                  <c:v>46003</c:v>
                </c:pt>
                <c:pt idx="5917">
                  <c:v>46006</c:v>
                </c:pt>
                <c:pt idx="5918">
                  <c:v>46007</c:v>
                </c:pt>
                <c:pt idx="5919">
                  <c:v>46008</c:v>
                </c:pt>
                <c:pt idx="5920">
                  <c:v>46009</c:v>
                </c:pt>
                <c:pt idx="5921">
                  <c:v>46010</c:v>
                </c:pt>
                <c:pt idx="5922">
                  <c:v>46013</c:v>
                </c:pt>
                <c:pt idx="5923">
                  <c:v>46014</c:v>
                </c:pt>
                <c:pt idx="5924">
                  <c:v>46017</c:v>
                </c:pt>
                <c:pt idx="5925">
                  <c:v>46020</c:v>
                </c:pt>
                <c:pt idx="5926">
                  <c:v>46021</c:v>
                </c:pt>
                <c:pt idx="5927">
                  <c:v>46024</c:v>
                </c:pt>
                <c:pt idx="5928">
                  <c:v>46027</c:v>
                </c:pt>
                <c:pt idx="5929">
                  <c:v>46028</c:v>
                </c:pt>
                <c:pt idx="5930">
                  <c:v>46029</c:v>
                </c:pt>
                <c:pt idx="5931">
                  <c:v>46030</c:v>
                </c:pt>
                <c:pt idx="5932">
                  <c:v>46031</c:v>
                </c:pt>
                <c:pt idx="5933">
                  <c:v>46034</c:v>
                </c:pt>
                <c:pt idx="5934">
                  <c:v>46035</c:v>
                </c:pt>
                <c:pt idx="5935">
                  <c:v>46036</c:v>
                </c:pt>
                <c:pt idx="5936">
                  <c:v>46037</c:v>
                </c:pt>
                <c:pt idx="5937">
                  <c:v>46038</c:v>
                </c:pt>
                <c:pt idx="5938">
                  <c:v>46041</c:v>
                </c:pt>
                <c:pt idx="5939">
                  <c:v>46042</c:v>
                </c:pt>
                <c:pt idx="5940">
                  <c:v>46043</c:v>
                </c:pt>
                <c:pt idx="5941">
                  <c:v>46044</c:v>
                </c:pt>
                <c:pt idx="5942">
                  <c:v>46045</c:v>
                </c:pt>
                <c:pt idx="5943">
                  <c:v>46048</c:v>
                </c:pt>
                <c:pt idx="5944">
                  <c:v>46049</c:v>
                </c:pt>
                <c:pt idx="5945">
                  <c:v>46050</c:v>
                </c:pt>
                <c:pt idx="5946">
                  <c:v>46051</c:v>
                </c:pt>
                <c:pt idx="5947">
                  <c:v>46052</c:v>
                </c:pt>
                <c:pt idx="5948">
                  <c:v>46055</c:v>
                </c:pt>
                <c:pt idx="5949">
                  <c:v>46056</c:v>
                </c:pt>
                <c:pt idx="5950">
                  <c:v>46057</c:v>
                </c:pt>
                <c:pt idx="5951">
                  <c:v>46058</c:v>
                </c:pt>
                <c:pt idx="5952">
                  <c:v>46059</c:v>
                </c:pt>
                <c:pt idx="5953">
                  <c:v>46062</c:v>
                </c:pt>
                <c:pt idx="5954">
                  <c:v>46063</c:v>
                </c:pt>
                <c:pt idx="5955">
                  <c:v>46064</c:v>
                </c:pt>
                <c:pt idx="5956">
                  <c:v>46065</c:v>
                </c:pt>
                <c:pt idx="5957">
                  <c:v>46066</c:v>
                </c:pt>
                <c:pt idx="5958">
                  <c:v>46071</c:v>
                </c:pt>
                <c:pt idx="5959">
                  <c:v>46072</c:v>
                </c:pt>
                <c:pt idx="5960">
                  <c:v>46073</c:v>
                </c:pt>
                <c:pt idx="5961">
                  <c:v>46076</c:v>
                </c:pt>
                <c:pt idx="5962">
                  <c:v>46077</c:v>
                </c:pt>
                <c:pt idx="5963">
                  <c:v>46078</c:v>
                </c:pt>
                <c:pt idx="5964">
                  <c:v>46079</c:v>
                </c:pt>
                <c:pt idx="5965">
                  <c:v>46080</c:v>
                </c:pt>
                <c:pt idx="5966">
                  <c:v>46083</c:v>
                </c:pt>
                <c:pt idx="5967">
                  <c:v>46084</c:v>
                </c:pt>
                <c:pt idx="5968">
                  <c:v>46085</c:v>
                </c:pt>
                <c:pt idx="5969">
                  <c:v>46086</c:v>
                </c:pt>
                <c:pt idx="5970">
                  <c:v>46087</c:v>
                </c:pt>
                <c:pt idx="5971">
                  <c:v>46090</c:v>
                </c:pt>
                <c:pt idx="5972">
                  <c:v>46091</c:v>
                </c:pt>
                <c:pt idx="5973">
                  <c:v>46092</c:v>
                </c:pt>
                <c:pt idx="5974">
                  <c:v>46093</c:v>
                </c:pt>
                <c:pt idx="5975">
                  <c:v>46094</c:v>
                </c:pt>
                <c:pt idx="5976">
                  <c:v>46097</c:v>
                </c:pt>
                <c:pt idx="5977">
                  <c:v>46098</c:v>
                </c:pt>
                <c:pt idx="5978">
                  <c:v>46099</c:v>
                </c:pt>
                <c:pt idx="5979">
                  <c:v>46100</c:v>
                </c:pt>
                <c:pt idx="5980">
                  <c:v>46101</c:v>
                </c:pt>
                <c:pt idx="5981">
                  <c:v>46104</c:v>
                </c:pt>
                <c:pt idx="5982">
                  <c:v>46105</c:v>
                </c:pt>
                <c:pt idx="5983">
                  <c:v>46106</c:v>
                </c:pt>
                <c:pt idx="5984">
                  <c:v>46107</c:v>
                </c:pt>
                <c:pt idx="5985">
                  <c:v>46108</c:v>
                </c:pt>
                <c:pt idx="5986">
                  <c:v>46111</c:v>
                </c:pt>
                <c:pt idx="5987">
                  <c:v>46112</c:v>
                </c:pt>
                <c:pt idx="5988">
                  <c:v>46113</c:v>
                </c:pt>
                <c:pt idx="5989">
                  <c:v>46114</c:v>
                </c:pt>
                <c:pt idx="5990">
                  <c:v>46118</c:v>
                </c:pt>
                <c:pt idx="5991">
                  <c:v>46119</c:v>
                </c:pt>
                <c:pt idx="5992">
                  <c:v>46120</c:v>
                </c:pt>
                <c:pt idx="5993">
                  <c:v>46121</c:v>
                </c:pt>
                <c:pt idx="5994">
                  <c:v>46122</c:v>
                </c:pt>
                <c:pt idx="5995">
                  <c:v>46125</c:v>
                </c:pt>
                <c:pt idx="5996">
                  <c:v>46126</c:v>
                </c:pt>
                <c:pt idx="5997">
                  <c:v>46127</c:v>
                </c:pt>
                <c:pt idx="5998">
                  <c:v>46128</c:v>
                </c:pt>
                <c:pt idx="5999">
                  <c:v>46129</c:v>
                </c:pt>
                <c:pt idx="6000">
                  <c:v>46132</c:v>
                </c:pt>
                <c:pt idx="6001">
                  <c:v>46134</c:v>
                </c:pt>
                <c:pt idx="6002">
                  <c:v>46135</c:v>
                </c:pt>
                <c:pt idx="6003">
                  <c:v>46136</c:v>
                </c:pt>
                <c:pt idx="6004">
                  <c:v>46139</c:v>
                </c:pt>
                <c:pt idx="6005">
                  <c:v>46140</c:v>
                </c:pt>
                <c:pt idx="6006">
                  <c:v>46141</c:v>
                </c:pt>
                <c:pt idx="6007">
                  <c:v>46142</c:v>
                </c:pt>
                <c:pt idx="6008">
                  <c:v>46146</c:v>
                </c:pt>
                <c:pt idx="6009">
                  <c:v>46147</c:v>
                </c:pt>
                <c:pt idx="6010">
                  <c:v>46148</c:v>
                </c:pt>
                <c:pt idx="6011">
                  <c:v>46149</c:v>
                </c:pt>
                <c:pt idx="6012">
                  <c:v>46150</c:v>
                </c:pt>
                <c:pt idx="6013">
                  <c:v>46153</c:v>
                </c:pt>
                <c:pt idx="6014">
                  <c:v>46154</c:v>
                </c:pt>
                <c:pt idx="6015">
                  <c:v>46155</c:v>
                </c:pt>
                <c:pt idx="6016">
                  <c:v>46156</c:v>
                </c:pt>
                <c:pt idx="6017">
                  <c:v>46157</c:v>
                </c:pt>
                <c:pt idx="6018">
                  <c:v>46160</c:v>
                </c:pt>
                <c:pt idx="6019">
                  <c:v>46161</c:v>
                </c:pt>
                <c:pt idx="6020">
                  <c:v>46162</c:v>
                </c:pt>
                <c:pt idx="6021">
                  <c:v>46163</c:v>
                </c:pt>
                <c:pt idx="6022">
                  <c:v>46164</c:v>
                </c:pt>
                <c:pt idx="6023">
                  <c:v>46167</c:v>
                </c:pt>
                <c:pt idx="6024">
                  <c:v>46168</c:v>
                </c:pt>
                <c:pt idx="6025">
                  <c:v>46169</c:v>
                </c:pt>
                <c:pt idx="6026">
                  <c:v>46170</c:v>
                </c:pt>
                <c:pt idx="6027">
                  <c:v>46171</c:v>
                </c:pt>
                <c:pt idx="6028">
                  <c:v>46174</c:v>
                </c:pt>
                <c:pt idx="6029">
                  <c:v>46175</c:v>
                </c:pt>
                <c:pt idx="6030">
                  <c:v>46176</c:v>
                </c:pt>
                <c:pt idx="6031">
                  <c:v>46178</c:v>
                </c:pt>
                <c:pt idx="6032">
                  <c:v>46181</c:v>
                </c:pt>
                <c:pt idx="6033">
                  <c:v>46182</c:v>
                </c:pt>
                <c:pt idx="6034">
                  <c:v>46183</c:v>
                </c:pt>
                <c:pt idx="6035">
                  <c:v>46184</c:v>
                </c:pt>
                <c:pt idx="6036">
                  <c:v>46185</c:v>
                </c:pt>
                <c:pt idx="6037">
                  <c:v>46188</c:v>
                </c:pt>
                <c:pt idx="6038">
                  <c:v>46189</c:v>
                </c:pt>
                <c:pt idx="6039">
                  <c:v>46190</c:v>
                </c:pt>
                <c:pt idx="6040">
                  <c:v>46191</c:v>
                </c:pt>
                <c:pt idx="6041">
                  <c:v>46192</c:v>
                </c:pt>
                <c:pt idx="6042">
                  <c:v>46195</c:v>
                </c:pt>
                <c:pt idx="6043">
                  <c:v>46196</c:v>
                </c:pt>
                <c:pt idx="6044">
                  <c:v>46197</c:v>
                </c:pt>
                <c:pt idx="6045">
                  <c:v>46198</c:v>
                </c:pt>
                <c:pt idx="6046">
                  <c:v>46199</c:v>
                </c:pt>
                <c:pt idx="6047">
                  <c:v>46202</c:v>
                </c:pt>
                <c:pt idx="6048">
                  <c:v>46203</c:v>
                </c:pt>
                <c:pt idx="6049">
                  <c:v>46204</c:v>
                </c:pt>
                <c:pt idx="6050">
                  <c:v>46205</c:v>
                </c:pt>
                <c:pt idx="6051">
                  <c:v>46206</c:v>
                </c:pt>
                <c:pt idx="6052">
                  <c:v>46209</c:v>
                </c:pt>
                <c:pt idx="6053">
                  <c:v>46210</c:v>
                </c:pt>
                <c:pt idx="6054">
                  <c:v>46211</c:v>
                </c:pt>
                <c:pt idx="6055">
                  <c:v>46212</c:v>
                </c:pt>
                <c:pt idx="6056">
                  <c:v>46213</c:v>
                </c:pt>
                <c:pt idx="6057">
                  <c:v>46216</c:v>
                </c:pt>
                <c:pt idx="6058">
                  <c:v>46217</c:v>
                </c:pt>
                <c:pt idx="6059">
                  <c:v>46218</c:v>
                </c:pt>
                <c:pt idx="6060">
                  <c:v>46219</c:v>
                </c:pt>
                <c:pt idx="6061">
                  <c:v>46220</c:v>
                </c:pt>
                <c:pt idx="6062">
                  <c:v>46223</c:v>
                </c:pt>
                <c:pt idx="6063">
                  <c:v>46224</c:v>
                </c:pt>
                <c:pt idx="6064">
                  <c:v>46225</c:v>
                </c:pt>
                <c:pt idx="6065">
                  <c:v>46226</c:v>
                </c:pt>
                <c:pt idx="6066">
                  <c:v>46227</c:v>
                </c:pt>
                <c:pt idx="6067">
                  <c:v>46230</c:v>
                </c:pt>
                <c:pt idx="6068">
                  <c:v>46231</c:v>
                </c:pt>
                <c:pt idx="6069">
                  <c:v>46232</c:v>
                </c:pt>
                <c:pt idx="6070">
                  <c:v>46233</c:v>
                </c:pt>
                <c:pt idx="6071">
                  <c:v>46234</c:v>
                </c:pt>
                <c:pt idx="6072">
                  <c:v>46237</c:v>
                </c:pt>
                <c:pt idx="6073">
                  <c:v>46238</c:v>
                </c:pt>
                <c:pt idx="6074">
                  <c:v>46239</c:v>
                </c:pt>
                <c:pt idx="6075">
                  <c:v>46240</c:v>
                </c:pt>
                <c:pt idx="6076">
                  <c:v>46241</c:v>
                </c:pt>
                <c:pt idx="6077">
                  <c:v>46244</c:v>
                </c:pt>
                <c:pt idx="6078">
                  <c:v>46245</c:v>
                </c:pt>
                <c:pt idx="6079">
                  <c:v>46246</c:v>
                </c:pt>
                <c:pt idx="6080">
                  <c:v>46247</c:v>
                </c:pt>
                <c:pt idx="6081">
                  <c:v>46248</c:v>
                </c:pt>
                <c:pt idx="6082">
                  <c:v>46251</c:v>
                </c:pt>
                <c:pt idx="6083">
                  <c:v>46252</c:v>
                </c:pt>
                <c:pt idx="6084">
                  <c:v>46253</c:v>
                </c:pt>
                <c:pt idx="6085">
                  <c:v>46254</c:v>
                </c:pt>
                <c:pt idx="6086">
                  <c:v>46255</c:v>
                </c:pt>
                <c:pt idx="6087">
                  <c:v>46258</c:v>
                </c:pt>
                <c:pt idx="6088">
                  <c:v>46259</c:v>
                </c:pt>
                <c:pt idx="6089">
                  <c:v>46260</c:v>
                </c:pt>
                <c:pt idx="6090">
                  <c:v>46261</c:v>
                </c:pt>
                <c:pt idx="6091">
                  <c:v>46262</c:v>
                </c:pt>
                <c:pt idx="6092">
                  <c:v>46265</c:v>
                </c:pt>
                <c:pt idx="6093">
                  <c:v>46266</c:v>
                </c:pt>
                <c:pt idx="6094">
                  <c:v>46267</c:v>
                </c:pt>
                <c:pt idx="6095">
                  <c:v>46268</c:v>
                </c:pt>
                <c:pt idx="6096">
                  <c:v>46269</c:v>
                </c:pt>
                <c:pt idx="6097">
                  <c:v>46273</c:v>
                </c:pt>
                <c:pt idx="6098">
                  <c:v>46274</c:v>
                </c:pt>
                <c:pt idx="6099">
                  <c:v>46275</c:v>
                </c:pt>
                <c:pt idx="6100">
                  <c:v>46276</c:v>
                </c:pt>
                <c:pt idx="6101">
                  <c:v>46279</c:v>
                </c:pt>
                <c:pt idx="6102">
                  <c:v>46280</c:v>
                </c:pt>
                <c:pt idx="6103">
                  <c:v>46281</c:v>
                </c:pt>
                <c:pt idx="6104">
                  <c:v>46282</c:v>
                </c:pt>
                <c:pt idx="6105">
                  <c:v>46283</c:v>
                </c:pt>
                <c:pt idx="6106">
                  <c:v>46286</c:v>
                </c:pt>
                <c:pt idx="6107">
                  <c:v>46287</c:v>
                </c:pt>
                <c:pt idx="6108">
                  <c:v>46288</c:v>
                </c:pt>
                <c:pt idx="6109">
                  <c:v>46289</c:v>
                </c:pt>
                <c:pt idx="6110">
                  <c:v>46290</c:v>
                </c:pt>
                <c:pt idx="6111">
                  <c:v>46293</c:v>
                </c:pt>
                <c:pt idx="6112">
                  <c:v>46294</c:v>
                </c:pt>
                <c:pt idx="6113">
                  <c:v>46295</c:v>
                </c:pt>
                <c:pt idx="6114">
                  <c:v>46296</c:v>
                </c:pt>
                <c:pt idx="6115">
                  <c:v>46297</c:v>
                </c:pt>
                <c:pt idx="6116">
                  <c:v>46300</c:v>
                </c:pt>
                <c:pt idx="6117">
                  <c:v>46301</c:v>
                </c:pt>
                <c:pt idx="6118">
                  <c:v>46302</c:v>
                </c:pt>
                <c:pt idx="6119">
                  <c:v>46303</c:v>
                </c:pt>
                <c:pt idx="6120">
                  <c:v>46304</c:v>
                </c:pt>
                <c:pt idx="6121">
                  <c:v>46308</c:v>
                </c:pt>
                <c:pt idx="6122">
                  <c:v>46309</c:v>
                </c:pt>
                <c:pt idx="6123">
                  <c:v>46310</c:v>
                </c:pt>
                <c:pt idx="6124">
                  <c:v>46311</c:v>
                </c:pt>
                <c:pt idx="6125">
                  <c:v>46314</c:v>
                </c:pt>
                <c:pt idx="6126">
                  <c:v>46315</c:v>
                </c:pt>
                <c:pt idx="6127">
                  <c:v>46316</c:v>
                </c:pt>
                <c:pt idx="6128">
                  <c:v>46317</c:v>
                </c:pt>
                <c:pt idx="6129">
                  <c:v>46318</c:v>
                </c:pt>
                <c:pt idx="6130">
                  <c:v>46321</c:v>
                </c:pt>
              </c:numCache>
            </c:numRef>
          </c:cat>
          <c:val>
            <c:numRef>
              <c:f>'L1'!$G$2:$G$6132</c:f>
              <c:numCache>
                <c:formatCode>General</c:formatCode>
                <c:ptCount val="6131"/>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#N/A</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#N/A</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pt idx="3301">
                  <c:v>#N/A</c:v>
                </c:pt>
                <c:pt idx="3302">
                  <c:v>#N/A</c:v>
                </c:pt>
                <c:pt idx="3303">
                  <c:v>#N/A</c:v>
                </c:pt>
                <c:pt idx="3304">
                  <c:v>#N/A</c:v>
                </c:pt>
                <c:pt idx="3305">
                  <c:v>#N/A</c:v>
                </c:pt>
                <c:pt idx="3306">
                  <c:v>#N/A</c:v>
                </c:pt>
                <c:pt idx="3307">
                  <c:v>#N/A</c:v>
                </c:pt>
                <c:pt idx="3308">
                  <c:v>#N/A</c:v>
                </c:pt>
                <c:pt idx="3309">
                  <c:v>#N/A</c:v>
                </c:pt>
                <c:pt idx="3310">
                  <c:v>#N/A</c:v>
                </c:pt>
                <c:pt idx="3311">
                  <c:v>#N/A</c:v>
                </c:pt>
                <c:pt idx="3312">
                  <c:v>#N/A</c:v>
                </c:pt>
                <c:pt idx="3313">
                  <c:v>#N/A</c:v>
                </c:pt>
                <c:pt idx="3314">
                  <c:v>#N/A</c:v>
                </c:pt>
                <c:pt idx="3315">
                  <c:v>#N/A</c:v>
                </c:pt>
                <c:pt idx="3316">
                  <c:v>#N/A</c:v>
                </c:pt>
                <c:pt idx="3317">
                  <c:v>#N/A</c:v>
                </c:pt>
                <c:pt idx="3318">
                  <c:v>#N/A</c:v>
                </c:pt>
                <c:pt idx="3319">
                  <c:v>#N/A</c:v>
                </c:pt>
                <c:pt idx="3320">
                  <c:v>#N/A</c:v>
                </c:pt>
                <c:pt idx="3321">
                  <c:v>#N/A</c:v>
                </c:pt>
                <c:pt idx="3322">
                  <c:v>#N/A</c:v>
                </c:pt>
                <c:pt idx="3323">
                  <c:v>#N/A</c:v>
                </c:pt>
                <c:pt idx="3324">
                  <c:v>#N/A</c:v>
                </c:pt>
                <c:pt idx="3325">
                  <c:v>#N/A</c:v>
                </c:pt>
                <c:pt idx="3326">
                  <c:v>#N/A</c:v>
                </c:pt>
                <c:pt idx="3327">
                  <c:v>#N/A</c:v>
                </c:pt>
                <c:pt idx="3328">
                  <c:v>#N/A</c:v>
                </c:pt>
                <c:pt idx="3329">
                  <c:v>#N/A</c:v>
                </c:pt>
                <c:pt idx="3330">
                  <c:v>#N/A</c:v>
                </c:pt>
                <c:pt idx="3331">
                  <c:v>#N/A</c:v>
                </c:pt>
                <c:pt idx="3332">
                  <c:v>#N/A</c:v>
                </c:pt>
                <c:pt idx="3333">
                  <c:v>#N/A</c:v>
                </c:pt>
                <c:pt idx="3334">
                  <c:v>#N/A</c:v>
                </c:pt>
                <c:pt idx="3335">
                  <c:v>#N/A</c:v>
                </c:pt>
                <c:pt idx="3336">
                  <c:v>#N/A</c:v>
                </c:pt>
                <c:pt idx="3337">
                  <c:v>#N/A</c:v>
                </c:pt>
                <c:pt idx="3338">
                  <c:v>#N/A</c:v>
                </c:pt>
                <c:pt idx="3339">
                  <c:v>#N/A</c:v>
                </c:pt>
                <c:pt idx="3340">
                  <c:v>#N/A</c:v>
                </c:pt>
                <c:pt idx="3341">
                  <c:v>#N/A</c:v>
                </c:pt>
                <c:pt idx="3342">
                  <c:v>#N/A</c:v>
                </c:pt>
                <c:pt idx="3343">
                  <c:v>#N/A</c:v>
                </c:pt>
                <c:pt idx="3344">
                  <c:v>#N/A</c:v>
                </c:pt>
                <c:pt idx="3345">
                  <c:v>#N/A</c:v>
                </c:pt>
                <c:pt idx="3346">
                  <c:v>#N/A</c:v>
                </c:pt>
                <c:pt idx="3347">
                  <c:v>#N/A</c:v>
                </c:pt>
                <c:pt idx="3348">
                  <c:v>#N/A</c:v>
                </c:pt>
                <c:pt idx="3349">
                  <c:v>#N/A</c:v>
                </c:pt>
                <c:pt idx="3350">
                  <c:v>#N/A</c:v>
                </c:pt>
                <c:pt idx="3351">
                  <c:v>#N/A</c:v>
                </c:pt>
                <c:pt idx="3352">
                  <c:v>#N/A</c:v>
                </c:pt>
                <c:pt idx="3353">
                  <c:v>#N/A</c:v>
                </c:pt>
                <c:pt idx="3354">
                  <c:v>#N/A</c:v>
                </c:pt>
                <c:pt idx="3355">
                  <c:v>#N/A</c:v>
                </c:pt>
                <c:pt idx="3356">
                  <c:v>#N/A</c:v>
                </c:pt>
                <c:pt idx="3357">
                  <c:v>#N/A</c:v>
                </c:pt>
                <c:pt idx="3358">
                  <c:v>#N/A</c:v>
                </c:pt>
                <c:pt idx="3359">
                  <c:v>#N/A</c:v>
                </c:pt>
                <c:pt idx="3360">
                  <c:v>#N/A</c:v>
                </c:pt>
                <c:pt idx="3361">
                  <c:v>#N/A</c:v>
                </c:pt>
                <c:pt idx="3362">
                  <c:v>#N/A</c:v>
                </c:pt>
                <c:pt idx="3363">
                  <c:v>#N/A</c:v>
                </c:pt>
                <c:pt idx="3364">
                  <c:v>#N/A</c:v>
                </c:pt>
                <c:pt idx="3365">
                  <c:v>#N/A</c:v>
                </c:pt>
                <c:pt idx="3366">
                  <c:v>#N/A</c:v>
                </c:pt>
                <c:pt idx="3367">
                  <c:v>#N/A</c:v>
                </c:pt>
                <c:pt idx="3368">
                  <c:v>#N/A</c:v>
                </c:pt>
                <c:pt idx="3369">
                  <c:v>#N/A</c:v>
                </c:pt>
                <c:pt idx="3370">
                  <c:v>#N/A</c:v>
                </c:pt>
                <c:pt idx="3371">
                  <c:v>#N/A</c:v>
                </c:pt>
                <c:pt idx="3372">
                  <c:v>#N/A</c:v>
                </c:pt>
                <c:pt idx="3373">
                  <c:v>#N/A</c:v>
                </c:pt>
                <c:pt idx="3374">
                  <c:v>#N/A</c:v>
                </c:pt>
                <c:pt idx="3375">
                  <c:v>#N/A</c:v>
                </c:pt>
                <c:pt idx="3376">
                  <c:v>#N/A</c:v>
                </c:pt>
                <c:pt idx="3377">
                  <c:v>#N/A</c:v>
                </c:pt>
                <c:pt idx="3378">
                  <c:v>#N/A</c:v>
                </c:pt>
                <c:pt idx="3379">
                  <c:v>#N/A</c:v>
                </c:pt>
                <c:pt idx="3380">
                  <c:v>#N/A</c:v>
                </c:pt>
                <c:pt idx="3381">
                  <c:v>#N/A</c:v>
                </c:pt>
                <c:pt idx="3382">
                  <c:v>#N/A</c:v>
                </c:pt>
                <c:pt idx="3383">
                  <c:v>#N/A</c:v>
                </c:pt>
                <c:pt idx="3384">
                  <c:v>#N/A</c:v>
                </c:pt>
                <c:pt idx="3385">
                  <c:v>#N/A</c:v>
                </c:pt>
                <c:pt idx="3386">
                  <c:v>#N/A</c:v>
                </c:pt>
                <c:pt idx="3387">
                  <c:v>#N/A</c:v>
                </c:pt>
                <c:pt idx="3388">
                  <c:v>#N/A</c:v>
                </c:pt>
                <c:pt idx="3389">
                  <c:v>#N/A</c:v>
                </c:pt>
                <c:pt idx="3390">
                  <c:v>#N/A</c:v>
                </c:pt>
                <c:pt idx="3391">
                  <c:v>#N/A</c:v>
                </c:pt>
                <c:pt idx="3392">
                  <c:v>#N/A</c:v>
                </c:pt>
                <c:pt idx="3393">
                  <c:v>#N/A</c:v>
                </c:pt>
                <c:pt idx="3394">
                  <c:v>#N/A</c:v>
                </c:pt>
                <c:pt idx="3395">
                  <c:v>#N/A</c:v>
                </c:pt>
                <c:pt idx="3396">
                  <c:v>#N/A</c:v>
                </c:pt>
                <c:pt idx="3397">
                  <c:v>#N/A</c:v>
                </c:pt>
                <c:pt idx="3398">
                  <c:v>#N/A</c:v>
                </c:pt>
                <c:pt idx="3399">
                  <c:v>#N/A</c:v>
                </c:pt>
                <c:pt idx="3400">
                  <c:v>#N/A</c:v>
                </c:pt>
                <c:pt idx="3401">
                  <c:v>#N/A</c:v>
                </c:pt>
                <c:pt idx="3402">
                  <c:v>#N/A</c:v>
                </c:pt>
                <c:pt idx="3403">
                  <c:v>#N/A</c:v>
                </c:pt>
                <c:pt idx="3404">
                  <c:v>#N/A</c:v>
                </c:pt>
                <c:pt idx="3405">
                  <c:v>#N/A</c:v>
                </c:pt>
                <c:pt idx="3406">
                  <c:v>#N/A</c:v>
                </c:pt>
                <c:pt idx="3407">
                  <c:v>#N/A</c:v>
                </c:pt>
                <c:pt idx="3408">
                  <c:v>#N/A</c:v>
                </c:pt>
                <c:pt idx="3409">
                  <c:v>#N/A</c:v>
                </c:pt>
                <c:pt idx="3410">
                  <c:v>#N/A</c:v>
                </c:pt>
                <c:pt idx="3411">
                  <c:v>#N/A</c:v>
                </c:pt>
                <c:pt idx="3412">
                  <c:v>#N/A</c:v>
                </c:pt>
                <c:pt idx="3413">
                  <c:v>#N/A</c:v>
                </c:pt>
                <c:pt idx="3414">
                  <c:v>#N/A</c:v>
                </c:pt>
                <c:pt idx="3415">
                  <c:v>#N/A</c:v>
                </c:pt>
                <c:pt idx="3416">
                  <c:v>#N/A</c:v>
                </c:pt>
                <c:pt idx="3417">
                  <c:v>#N/A</c:v>
                </c:pt>
                <c:pt idx="3418">
                  <c:v>#N/A</c:v>
                </c:pt>
                <c:pt idx="3419">
                  <c:v>#N/A</c:v>
                </c:pt>
                <c:pt idx="3420">
                  <c:v>#N/A</c:v>
                </c:pt>
                <c:pt idx="3421">
                  <c:v>#N/A</c:v>
                </c:pt>
                <c:pt idx="3422">
                  <c:v>#N/A</c:v>
                </c:pt>
                <c:pt idx="3423">
                  <c:v>#N/A</c:v>
                </c:pt>
                <c:pt idx="3424">
                  <c:v>#N/A</c:v>
                </c:pt>
                <c:pt idx="3425">
                  <c:v>#N/A</c:v>
                </c:pt>
                <c:pt idx="3426">
                  <c:v>#N/A</c:v>
                </c:pt>
                <c:pt idx="3427">
                  <c:v>#N/A</c:v>
                </c:pt>
                <c:pt idx="3428">
                  <c:v>#N/A</c:v>
                </c:pt>
                <c:pt idx="3429">
                  <c:v>#N/A</c:v>
                </c:pt>
                <c:pt idx="3430">
                  <c:v>#N/A</c:v>
                </c:pt>
                <c:pt idx="3431">
                  <c:v>#N/A</c:v>
                </c:pt>
                <c:pt idx="3432">
                  <c:v>#N/A</c:v>
                </c:pt>
                <c:pt idx="3433">
                  <c:v>#N/A</c:v>
                </c:pt>
                <c:pt idx="3434">
                  <c:v>#N/A</c:v>
                </c:pt>
                <c:pt idx="3435">
                  <c:v>#N/A</c:v>
                </c:pt>
                <c:pt idx="3436">
                  <c:v>#N/A</c:v>
                </c:pt>
                <c:pt idx="3437">
                  <c:v>#N/A</c:v>
                </c:pt>
                <c:pt idx="3438">
                  <c:v>#N/A</c:v>
                </c:pt>
                <c:pt idx="3439">
                  <c:v>#N/A</c:v>
                </c:pt>
                <c:pt idx="3440">
                  <c:v>#N/A</c:v>
                </c:pt>
                <c:pt idx="3441">
                  <c:v>#N/A</c:v>
                </c:pt>
                <c:pt idx="3442">
                  <c:v>#N/A</c:v>
                </c:pt>
                <c:pt idx="3443">
                  <c:v>#N/A</c:v>
                </c:pt>
                <c:pt idx="3444">
                  <c:v>#N/A</c:v>
                </c:pt>
                <c:pt idx="3445">
                  <c:v>#N/A</c:v>
                </c:pt>
                <c:pt idx="3446">
                  <c:v>#N/A</c:v>
                </c:pt>
                <c:pt idx="3447">
                  <c:v>#N/A</c:v>
                </c:pt>
                <c:pt idx="3448">
                  <c:v>#N/A</c:v>
                </c:pt>
                <c:pt idx="3449">
                  <c:v>#N/A</c:v>
                </c:pt>
                <c:pt idx="3450">
                  <c:v>#N/A</c:v>
                </c:pt>
                <c:pt idx="3451">
                  <c:v>#N/A</c:v>
                </c:pt>
                <c:pt idx="3452">
                  <c:v>#N/A</c:v>
                </c:pt>
                <c:pt idx="3453">
                  <c:v>#N/A</c:v>
                </c:pt>
                <c:pt idx="3454">
                  <c:v>#N/A</c:v>
                </c:pt>
                <c:pt idx="3455">
                  <c:v>#N/A</c:v>
                </c:pt>
                <c:pt idx="3456">
                  <c:v>#N/A</c:v>
                </c:pt>
                <c:pt idx="3457">
                  <c:v>#N/A</c:v>
                </c:pt>
                <c:pt idx="3458">
                  <c:v>#N/A</c:v>
                </c:pt>
                <c:pt idx="3459">
                  <c:v>#N/A</c:v>
                </c:pt>
                <c:pt idx="3460">
                  <c:v>#N/A</c:v>
                </c:pt>
                <c:pt idx="3461">
                  <c:v>#N/A</c:v>
                </c:pt>
                <c:pt idx="3462">
                  <c:v>#N/A</c:v>
                </c:pt>
                <c:pt idx="3463">
                  <c:v>#N/A</c:v>
                </c:pt>
                <c:pt idx="3464">
                  <c:v>#N/A</c:v>
                </c:pt>
                <c:pt idx="3465">
                  <c:v>#N/A</c:v>
                </c:pt>
                <c:pt idx="3466">
                  <c:v>#N/A</c:v>
                </c:pt>
                <c:pt idx="3467">
                  <c:v>#N/A</c:v>
                </c:pt>
                <c:pt idx="3468">
                  <c:v>#N/A</c:v>
                </c:pt>
                <c:pt idx="3469">
                  <c:v>#N/A</c:v>
                </c:pt>
                <c:pt idx="3470">
                  <c:v>#N/A</c:v>
                </c:pt>
                <c:pt idx="3471">
                  <c:v>#N/A</c:v>
                </c:pt>
                <c:pt idx="3472">
                  <c:v>#N/A</c:v>
                </c:pt>
                <c:pt idx="3473">
                  <c:v>#N/A</c:v>
                </c:pt>
                <c:pt idx="3474">
                  <c:v>#N/A</c:v>
                </c:pt>
                <c:pt idx="3475">
                  <c:v>#N/A</c:v>
                </c:pt>
                <c:pt idx="3476">
                  <c:v>#N/A</c:v>
                </c:pt>
                <c:pt idx="3477">
                  <c:v>#N/A</c:v>
                </c:pt>
                <c:pt idx="3478">
                  <c:v>#N/A</c:v>
                </c:pt>
                <c:pt idx="3479">
                  <c:v>#N/A</c:v>
                </c:pt>
                <c:pt idx="3480">
                  <c:v>#N/A</c:v>
                </c:pt>
                <c:pt idx="3481">
                  <c:v>#N/A</c:v>
                </c:pt>
                <c:pt idx="3482">
                  <c:v>#N/A</c:v>
                </c:pt>
                <c:pt idx="3483">
                  <c:v>#N/A</c:v>
                </c:pt>
                <c:pt idx="3484">
                  <c:v>#N/A</c:v>
                </c:pt>
                <c:pt idx="3485">
                  <c:v>#N/A</c:v>
                </c:pt>
                <c:pt idx="3486">
                  <c:v>#N/A</c:v>
                </c:pt>
                <c:pt idx="3487">
                  <c:v>#N/A</c:v>
                </c:pt>
                <c:pt idx="3488">
                  <c:v>#N/A</c:v>
                </c:pt>
                <c:pt idx="3489">
                  <c:v>#N/A</c:v>
                </c:pt>
                <c:pt idx="3490">
                  <c:v>#N/A</c:v>
                </c:pt>
                <c:pt idx="3491">
                  <c:v>#N/A</c:v>
                </c:pt>
                <c:pt idx="3492">
                  <c:v>#N/A</c:v>
                </c:pt>
                <c:pt idx="3493">
                  <c:v>#N/A</c:v>
                </c:pt>
                <c:pt idx="3494">
                  <c:v>#N/A</c:v>
                </c:pt>
                <c:pt idx="3495">
                  <c:v>#N/A</c:v>
                </c:pt>
                <c:pt idx="3496">
                  <c:v>#N/A</c:v>
                </c:pt>
                <c:pt idx="3497">
                  <c:v>#N/A</c:v>
                </c:pt>
                <c:pt idx="3498">
                  <c:v>#N/A</c:v>
                </c:pt>
                <c:pt idx="3499">
                  <c:v>#N/A</c:v>
                </c:pt>
                <c:pt idx="3500">
                  <c:v>#N/A</c:v>
                </c:pt>
                <c:pt idx="3501">
                  <c:v>#N/A</c:v>
                </c:pt>
                <c:pt idx="3502">
                  <c:v>#N/A</c:v>
                </c:pt>
                <c:pt idx="3503">
                  <c:v>#N/A</c:v>
                </c:pt>
                <c:pt idx="3504">
                  <c:v>#N/A</c:v>
                </c:pt>
                <c:pt idx="3505">
                  <c:v>#N/A</c:v>
                </c:pt>
                <c:pt idx="3506">
                  <c:v>#N/A</c:v>
                </c:pt>
                <c:pt idx="3507">
                  <c:v>#N/A</c:v>
                </c:pt>
                <c:pt idx="3508">
                  <c:v>#N/A</c:v>
                </c:pt>
                <c:pt idx="3509">
                  <c:v>#N/A</c:v>
                </c:pt>
                <c:pt idx="3510">
                  <c:v>#N/A</c:v>
                </c:pt>
                <c:pt idx="3511">
                  <c:v>#N/A</c:v>
                </c:pt>
                <c:pt idx="3512">
                  <c:v>#N/A</c:v>
                </c:pt>
                <c:pt idx="3513">
                  <c:v>#N/A</c:v>
                </c:pt>
                <c:pt idx="3514">
                  <c:v>#N/A</c:v>
                </c:pt>
                <c:pt idx="3515">
                  <c:v>#N/A</c:v>
                </c:pt>
                <c:pt idx="3516">
                  <c:v>#N/A</c:v>
                </c:pt>
                <c:pt idx="3517">
                  <c:v>#N/A</c:v>
                </c:pt>
                <c:pt idx="3518">
                  <c:v>#N/A</c:v>
                </c:pt>
                <c:pt idx="3519">
                  <c:v>#N/A</c:v>
                </c:pt>
                <c:pt idx="3520">
                  <c:v>#N/A</c:v>
                </c:pt>
                <c:pt idx="3521">
                  <c:v>#N/A</c:v>
                </c:pt>
                <c:pt idx="3522">
                  <c:v>#N/A</c:v>
                </c:pt>
                <c:pt idx="3523">
                  <c:v>#N/A</c:v>
                </c:pt>
                <c:pt idx="3524">
                  <c:v>#N/A</c:v>
                </c:pt>
                <c:pt idx="3525">
                  <c:v>#N/A</c:v>
                </c:pt>
                <c:pt idx="3526">
                  <c:v>#N/A</c:v>
                </c:pt>
                <c:pt idx="3527">
                  <c:v>#N/A</c:v>
                </c:pt>
                <c:pt idx="3528">
                  <c:v>#N/A</c:v>
                </c:pt>
                <c:pt idx="3529">
                  <c:v>#N/A</c:v>
                </c:pt>
                <c:pt idx="3530">
                  <c:v>#N/A</c:v>
                </c:pt>
                <c:pt idx="3531">
                  <c:v>#N/A</c:v>
                </c:pt>
                <c:pt idx="3532">
                  <c:v>#N/A</c:v>
                </c:pt>
                <c:pt idx="3533">
                  <c:v>#N/A</c:v>
                </c:pt>
                <c:pt idx="3534">
                  <c:v>#N/A</c:v>
                </c:pt>
                <c:pt idx="3535">
                  <c:v>#N/A</c:v>
                </c:pt>
                <c:pt idx="3536">
                  <c:v>#N/A</c:v>
                </c:pt>
                <c:pt idx="3537">
                  <c:v>#N/A</c:v>
                </c:pt>
                <c:pt idx="3538">
                  <c:v>#N/A</c:v>
                </c:pt>
                <c:pt idx="3539">
                  <c:v>#N/A</c:v>
                </c:pt>
                <c:pt idx="3540">
                  <c:v>#N/A</c:v>
                </c:pt>
                <c:pt idx="3541">
                  <c:v>#N/A</c:v>
                </c:pt>
                <c:pt idx="3542">
                  <c:v>#N/A</c:v>
                </c:pt>
                <c:pt idx="3543">
                  <c:v>#N/A</c:v>
                </c:pt>
                <c:pt idx="3544">
                  <c:v>#N/A</c:v>
                </c:pt>
                <c:pt idx="3545">
                  <c:v>#N/A</c:v>
                </c:pt>
                <c:pt idx="3546">
                  <c:v>#N/A</c:v>
                </c:pt>
                <c:pt idx="3547">
                  <c:v>#N/A</c:v>
                </c:pt>
                <c:pt idx="3548">
                  <c:v>#N/A</c:v>
                </c:pt>
                <c:pt idx="3549">
                  <c:v>#N/A</c:v>
                </c:pt>
                <c:pt idx="3550">
                  <c:v>#N/A</c:v>
                </c:pt>
                <c:pt idx="3551">
                  <c:v>#N/A</c:v>
                </c:pt>
                <c:pt idx="3552">
                  <c:v>#N/A</c:v>
                </c:pt>
                <c:pt idx="3553">
                  <c:v>#N/A</c:v>
                </c:pt>
                <c:pt idx="3554">
                  <c:v>#N/A</c:v>
                </c:pt>
                <c:pt idx="3555">
                  <c:v>#N/A</c:v>
                </c:pt>
                <c:pt idx="3556">
                  <c:v>#N/A</c:v>
                </c:pt>
                <c:pt idx="3557">
                  <c:v>#N/A</c:v>
                </c:pt>
                <c:pt idx="3558">
                  <c:v>#N/A</c:v>
                </c:pt>
                <c:pt idx="3559">
                  <c:v>#N/A</c:v>
                </c:pt>
                <c:pt idx="3560">
                  <c:v>#N/A</c:v>
                </c:pt>
                <c:pt idx="3561">
                  <c:v>#N/A</c:v>
                </c:pt>
                <c:pt idx="3562">
                  <c:v>#N/A</c:v>
                </c:pt>
                <c:pt idx="3563">
                  <c:v>#N/A</c:v>
                </c:pt>
                <c:pt idx="3564">
                  <c:v>#N/A</c:v>
                </c:pt>
                <c:pt idx="3565">
                  <c:v>#N/A</c:v>
                </c:pt>
                <c:pt idx="3566">
                  <c:v>#N/A</c:v>
                </c:pt>
                <c:pt idx="3567">
                  <c:v>#N/A</c:v>
                </c:pt>
                <c:pt idx="3568">
                  <c:v>#N/A</c:v>
                </c:pt>
                <c:pt idx="3569">
                  <c:v>#N/A</c:v>
                </c:pt>
                <c:pt idx="3570">
                  <c:v>#N/A</c:v>
                </c:pt>
                <c:pt idx="3571">
                  <c:v>#N/A</c:v>
                </c:pt>
                <c:pt idx="3572">
                  <c:v>#N/A</c:v>
                </c:pt>
                <c:pt idx="3573">
                  <c:v>#N/A</c:v>
                </c:pt>
                <c:pt idx="3574">
                  <c:v>#N/A</c:v>
                </c:pt>
                <c:pt idx="3575">
                  <c:v>#N/A</c:v>
                </c:pt>
                <c:pt idx="3576">
                  <c:v>#N/A</c:v>
                </c:pt>
                <c:pt idx="3577">
                  <c:v>#N/A</c:v>
                </c:pt>
                <c:pt idx="3578">
                  <c:v>#N/A</c:v>
                </c:pt>
                <c:pt idx="3579">
                  <c:v>#N/A</c:v>
                </c:pt>
                <c:pt idx="3580">
                  <c:v>#N/A</c:v>
                </c:pt>
                <c:pt idx="3581">
                  <c:v>#N/A</c:v>
                </c:pt>
                <c:pt idx="3582">
                  <c:v>#N/A</c:v>
                </c:pt>
                <c:pt idx="3583">
                  <c:v>#N/A</c:v>
                </c:pt>
                <c:pt idx="3584">
                  <c:v>#N/A</c:v>
                </c:pt>
                <c:pt idx="3585">
                  <c:v>#N/A</c:v>
                </c:pt>
                <c:pt idx="3586">
                  <c:v>#N/A</c:v>
                </c:pt>
                <c:pt idx="3587">
                  <c:v>#N/A</c:v>
                </c:pt>
                <c:pt idx="3588">
                  <c:v>#N/A</c:v>
                </c:pt>
                <c:pt idx="3589">
                  <c:v>#N/A</c:v>
                </c:pt>
                <c:pt idx="3590">
                  <c:v>#N/A</c:v>
                </c:pt>
                <c:pt idx="3591">
                  <c:v>#N/A</c:v>
                </c:pt>
                <c:pt idx="3592">
                  <c:v>#N/A</c:v>
                </c:pt>
                <c:pt idx="3593">
                  <c:v>#N/A</c:v>
                </c:pt>
                <c:pt idx="3594">
                  <c:v>#N/A</c:v>
                </c:pt>
                <c:pt idx="3595">
                  <c:v>#N/A</c:v>
                </c:pt>
                <c:pt idx="3596">
                  <c:v>#N/A</c:v>
                </c:pt>
                <c:pt idx="3597">
                  <c:v>#N/A</c:v>
                </c:pt>
                <c:pt idx="3598">
                  <c:v>#N/A</c:v>
                </c:pt>
                <c:pt idx="3599">
                  <c:v>#N/A</c:v>
                </c:pt>
                <c:pt idx="3600">
                  <c:v>#N/A</c:v>
                </c:pt>
                <c:pt idx="3601">
                  <c:v>#N/A</c:v>
                </c:pt>
                <c:pt idx="3602">
                  <c:v>#N/A</c:v>
                </c:pt>
                <c:pt idx="3603">
                  <c:v>#N/A</c:v>
                </c:pt>
                <c:pt idx="3604">
                  <c:v>#N/A</c:v>
                </c:pt>
                <c:pt idx="3605">
                  <c:v>#N/A</c:v>
                </c:pt>
                <c:pt idx="3606">
                  <c:v>#N/A</c:v>
                </c:pt>
                <c:pt idx="3607">
                  <c:v>#N/A</c:v>
                </c:pt>
                <c:pt idx="3608">
                  <c:v>#N/A</c:v>
                </c:pt>
                <c:pt idx="3609">
                  <c:v>#N/A</c:v>
                </c:pt>
                <c:pt idx="3610">
                  <c:v>#N/A</c:v>
                </c:pt>
                <c:pt idx="3611">
                  <c:v>#N/A</c:v>
                </c:pt>
                <c:pt idx="3612">
                  <c:v>#N/A</c:v>
                </c:pt>
                <c:pt idx="3613">
                  <c:v>#N/A</c:v>
                </c:pt>
                <c:pt idx="3614">
                  <c:v>#N/A</c:v>
                </c:pt>
                <c:pt idx="3615">
                  <c:v>#N/A</c:v>
                </c:pt>
                <c:pt idx="3616">
                  <c:v>#N/A</c:v>
                </c:pt>
                <c:pt idx="3617">
                  <c:v>#N/A</c:v>
                </c:pt>
                <c:pt idx="3618">
                  <c:v>#N/A</c:v>
                </c:pt>
                <c:pt idx="3619">
                  <c:v>#N/A</c:v>
                </c:pt>
                <c:pt idx="3620">
                  <c:v>#N/A</c:v>
                </c:pt>
                <c:pt idx="3621">
                  <c:v>#N/A</c:v>
                </c:pt>
                <c:pt idx="3622">
                  <c:v>#N/A</c:v>
                </c:pt>
                <c:pt idx="3623">
                  <c:v>#N/A</c:v>
                </c:pt>
                <c:pt idx="3624">
                  <c:v>#N/A</c:v>
                </c:pt>
                <c:pt idx="3625">
                  <c:v>#N/A</c:v>
                </c:pt>
                <c:pt idx="3626">
                  <c:v>#N/A</c:v>
                </c:pt>
                <c:pt idx="3627">
                  <c:v>#N/A</c:v>
                </c:pt>
                <c:pt idx="3628">
                  <c:v>#N/A</c:v>
                </c:pt>
                <c:pt idx="3629">
                  <c:v>#N/A</c:v>
                </c:pt>
                <c:pt idx="3630">
                  <c:v>#N/A</c:v>
                </c:pt>
                <c:pt idx="3631">
                  <c:v>#N/A</c:v>
                </c:pt>
                <c:pt idx="3632">
                  <c:v>#N/A</c:v>
                </c:pt>
                <c:pt idx="3633">
                  <c:v>#N/A</c:v>
                </c:pt>
                <c:pt idx="3634">
                  <c:v>#N/A</c:v>
                </c:pt>
                <c:pt idx="3635">
                  <c:v>#N/A</c:v>
                </c:pt>
                <c:pt idx="3636">
                  <c:v>#N/A</c:v>
                </c:pt>
                <c:pt idx="3637">
                  <c:v>#N/A</c:v>
                </c:pt>
                <c:pt idx="3638">
                  <c:v>#N/A</c:v>
                </c:pt>
                <c:pt idx="3639">
                  <c:v>#N/A</c:v>
                </c:pt>
                <c:pt idx="3640">
                  <c:v>#N/A</c:v>
                </c:pt>
                <c:pt idx="3641">
                  <c:v>#N/A</c:v>
                </c:pt>
                <c:pt idx="3642">
                  <c:v>#N/A</c:v>
                </c:pt>
                <c:pt idx="3643">
                  <c:v>#N/A</c:v>
                </c:pt>
                <c:pt idx="3644">
                  <c:v>#N/A</c:v>
                </c:pt>
                <c:pt idx="3645">
                  <c:v>#N/A</c:v>
                </c:pt>
                <c:pt idx="3646">
                  <c:v>#N/A</c:v>
                </c:pt>
                <c:pt idx="3647">
                  <c:v>#N/A</c:v>
                </c:pt>
                <c:pt idx="3648">
                  <c:v>#N/A</c:v>
                </c:pt>
                <c:pt idx="3649">
                  <c:v>#N/A</c:v>
                </c:pt>
                <c:pt idx="3650">
                  <c:v>#N/A</c:v>
                </c:pt>
                <c:pt idx="3651">
                  <c:v>#N/A</c:v>
                </c:pt>
                <c:pt idx="3652">
                  <c:v>#N/A</c:v>
                </c:pt>
                <c:pt idx="3653">
                  <c:v>#N/A</c:v>
                </c:pt>
                <c:pt idx="3654">
                  <c:v>#N/A</c:v>
                </c:pt>
                <c:pt idx="3655">
                  <c:v>#N/A</c:v>
                </c:pt>
                <c:pt idx="3656">
                  <c:v>#N/A</c:v>
                </c:pt>
                <c:pt idx="3657">
                  <c:v>#N/A</c:v>
                </c:pt>
                <c:pt idx="3658">
                  <c:v>#N/A</c:v>
                </c:pt>
                <c:pt idx="3659">
                  <c:v>#N/A</c:v>
                </c:pt>
                <c:pt idx="3660">
                  <c:v>#N/A</c:v>
                </c:pt>
                <c:pt idx="3661">
                  <c:v>#N/A</c:v>
                </c:pt>
                <c:pt idx="3662">
                  <c:v>#N/A</c:v>
                </c:pt>
                <c:pt idx="3663">
                  <c:v>#N/A</c:v>
                </c:pt>
                <c:pt idx="3664">
                  <c:v>#N/A</c:v>
                </c:pt>
                <c:pt idx="3665">
                  <c:v>#N/A</c:v>
                </c:pt>
                <c:pt idx="3666">
                  <c:v>#N/A</c:v>
                </c:pt>
                <c:pt idx="3667">
                  <c:v>#N/A</c:v>
                </c:pt>
                <c:pt idx="3668">
                  <c:v>#N/A</c:v>
                </c:pt>
                <c:pt idx="3669">
                  <c:v>#N/A</c:v>
                </c:pt>
                <c:pt idx="3670">
                  <c:v>#N/A</c:v>
                </c:pt>
                <c:pt idx="3671">
                  <c:v>#N/A</c:v>
                </c:pt>
                <c:pt idx="3672">
                  <c:v>#N/A</c:v>
                </c:pt>
                <c:pt idx="3673">
                  <c:v>#N/A</c:v>
                </c:pt>
                <c:pt idx="3674">
                  <c:v>#N/A</c:v>
                </c:pt>
                <c:pt idx="3675">
                  <c:v>#N/A</c:v>
                </c:pt>
                <c:pt idx="3676">
                  <c:v>#N/A</c:v>
                </c:pt>
                <c:pt idx="3677">
                  <c:v>#N/A</c:v>
                </c:pt>
                <c:pt idx="3678">
                  <c:v>#N/A</c:v>
                </c:pt>
                <c:pt idx="3679">
                  <c:v>#N/A</c:v>
                </c:pt>
                <c:pt idx="3680">
                  <c:v>#N/A</c:v>
                </c:pt>
                <c:pt idx="3681">
                  <c:v>#N/A</c:v>
                </c:pt>
                <c:pt idx="3682">
                  <c:v>#N/A</c:v>
                </c:pt>
                <c:pt idx="3683">
                  <c:v>#N/A</c:v>
                </c:pt>
                <c:pt idx="3684">
                  <c:v>#N/A</c:v>
                </c:pt>
                <c:pt idx="3685">
                  <c:v>#N/A</c:v>
                </c:pt>
                <c:pt idx="3686">
                  <c:v>#N/A</c:v>
                </c:pt>
                <c:pt idx="3687">
                  <c:v>#N/A</c:v>
                </c:pt>
                <c:pt idx="3688">
                  <c:v>#N/A</c:v>
                </c:pt>
                <c:pt idx="3689">
                  <c:v>#N/A</c:v>
                </c:pt>
                <c:pt idx="3690">
                  <c:v>#N/A</c:v>
                </c:pt>
                <c:pt idx="3691">
                  <c:v>#N/A</c:v>
                </c:pt>
                <c:pt idx="3692">
                  <c:v>#N/A</c:v>
                </c:pt>
                <c:pt idx="3693">
                  <c:v>#N/A</c:v>
                </c:pt>
                <c:pt idx="3694">
                  <c:v>#N/A</c:v>
                </c:pt>
                <c:pt idx="3695">
                  <c:v>#N/A</c:v>
                </c:pt>
                <c:pt idx="3696">
                  <c:v>#N/A</c:v>
                </c:pt>
                <c:pt idx="3697">
                  <c:v>#N/A</c:v>
                </c:pt>
                <c:pt idx="3698">
                  <c:v>#N/A</c:v>
                </c:pt>
                <c:pt idx="3699">
                  <c:v>#N/A</c:v>
                </c:pt>
                <c:pt idx="3700">
                  <c:v>#N/A</c:v>
                </c:pt>
                <c:pt idx="3701">
                  <c:v>#N/A</c:v>
                </c:pt>
                <c:pt idx="3702">
                  <c:v>#N/A</c:v>
                </c:pt>
                <c:pt idx="3703">
                  <c:v>#N/A</c:v>
                </c:pt>
                <c:pt idx="3704">
                  <c:v>#N/A</c:v>
                </c:pt>
                <c:pt idx="3705">
                  <c:v>#N/A</c:v>
                </c:pt>
                <c:pt idx="3706">
                  <c:v>#N/A</c:v>
                </c:pt>
                <c:pt idx="3707">
                  <c:v>#N/A</c:v>
                </c:pt>
                <c:pt idx="3708">
                  <c:v>#N/A</c:v>
                </c:pt>
                <c:pt idx="3709">
                  <c:v>#N/A</c:v>
                </c:pt>
                <c:pt idx="3710">
                  <c:v>#N/A</c:v>
                </c:pt>
                <c:pt idx="3711">
                  <c:v>#N/A</c:v>
                </c:pt>
                <c:pt idx="3712">
                  <c:v>#N/A</c:v>
                </c:pt>
                <c:pt idx="3713">
                  <c:v>#N/A</c:v>
                </c:pt>
                <c:pt idx="3714">
                  <c:v>#N/A</c:v>
                </c:pt>
                <c:pt idx="3715">
                  <c:v>#N/A</c:v>
                </c:pt>
                <c:pt idx="3716">
                  <c:v>#N/A</c:v>
                </c:pt>
                <c:pt idx="3717">
                  <c:v>#N/A</c:v>
                </c:pt>
                <c:pt idx="3718">
                  <c:v>#N/A</c:v>
                </c:pt>
                <c:pt idx="3719">
                  <c:v>#N/A</c:v>
                </c:pt>
                <c:pt idx="3720">
                  <c:v>#N/A</c:v>
                </c:pt>
                <c:pt idx="3721">
                  <c:v>#N/A</c:v>
                </c:pt>
                <c:pt idx="3722">
                  <c:v>#N/A</c:v>
                </c:pt>
                <c:pt idx="3723">
                  <c:v>#N/A</c:v>
                </c:pt>
                <c:pt idx="3724">
                  <c:v>#N/A</c:v>
                </c:pt>
                <c:pt idx="3725">
                  <c:v>#N/A</c:v>
                </c:pt>
                <c:pt idx="3726">
                  <c:v>#N/A</c:v>
                </c:pt>
                <c:pt idx="3727">
                  <c:v>#N/A</c:v>
                </c:pt>
                <c:pt idx="3728">
                  <c:v>#N/A</c:v>
                </c:pt>
                <c:pt idx="3729">
                  <c:v>#N/A</c:v>
                </c:pt>
                <c:pt idx="3730">
                  <c:v>#N/A</c:v>
                </c:pt>
                <c:pt idx="3731">
                  <c:v>#N/A</c:v>
                </c:pt>
                <c:pt idx="3732">
                  <c:v>#N/A</c:v>
                </c:pt>
                <c:pt idx="3733">
                  <c:v>#N/A</c:v>
                </c:pt>
                <c:pt idx="3734">
                  <c:v>#N/A</c:v>
                </c:pt>
                <c:pt idx="3735">
                  <c:v>#N/A</c:v>
                </c:pt>
                <c:pt idx="3736">
                  <c:v>#N/A</c:v>
                </c:pt>
                <c:pt idx="3737">
                  <c:v>#N/A</c:v>
                </c:pt>
                <c:pt idx="3738">
                  <c:v>#N/A</c:v>
                </c:pt>
                <c:pt idx="3739">
                  <c:v>#N/A</c:v>
                </c:pt>
                <c:pt idx="3740">
                  <c:v>#N/A</c:v>
                </c:pt>
                <c:pt idx="3741">
                  <c:v>#N/A</c:v>
                </c:pt>
                <c:pt idx="3742">
                  <c:v>#N/A</c:v>
                </c:pt>
                <c:pt idx="3743">
                  <c:v>#N/A</c:v>
                </c:pt>
                <c:pt idx="3744">
                  <c:v>#N/A</c:v>
                </c:pt>
                <c:pt idx="3745">
                  <c:v>#N/A</c:v>
                </c:pt>
                <c:pt idx="3746">
                  <c:v>#N/A</c:v>
                </c:pt>
                <c:pt idx="3747">
                  <c:v>#N/A</c:v>
                </c:pt>
                <c:pt idx="3748">
                  <c:v>#N/A</c:v>
                </c:pt>
                <c:pt idx="3749">
                  <c:v>#N/A</c:v>
                </c:pt>
                <c:pt idx="3750">
                  <c:v>#N/A</c:v>
                </c:pt>
                <c:pt idx="3751">
                  <c:v>#N/A</c:v>
                </c:pt>
                <c:pt idx="3752">
                  <c:v>#N/A</c:v>
                </c:pt>
                <c:pt idx="3753">
                  <c:v>#N/A</c:v>
                </c:pt>
                <c:pt idx="3754">
                  <c:v>#N/A</c:v>
                </c:pt>
                <c:pt idx="3755">
                  <c:v>#N/A</c:v>
                </c:pt>
                <c:pt idx="3756">
                  <c:v>#N/A</c:v>
                </c:pt>
                <c:pt idx="3757">
                  <c:v>#N/A</c:v>
                </c:pt>
                <c:pt idx="3758">
                  <c:v>#N/A</c:v>
                </c:pt>
                <c:pt idx="3759">
                  <c:v>#N/A</c:v>
                </c:pt>
                <c:pt idx="3760">
                  <c:v>#N/A</c:v>
                </c:pt>
                <c:pt idx="3761">
                  <c:v>#N/A</c:v>
                </c:pt>
                <c:pt idx="3762">
                  <c:v>#N/A</c:v>
                </c:pt>
                <c:pt idx="3763">
                  <c:v>#N/A</c:v>
                </c:pt>
                <c:pt idx="3764">
                  <c:v>#N/A</c:v>
                </c:pt>
                <c:pt idx="3765">
                  <c:v>#N/A</c:v>
                </c:pt>
                <c:pt idx="3766">
                  <c:v>#N/A</c:v>
                </c:pt>
                <c:pt idx="3767">
                  <c:v>#N/A</c:v>
                </c:pt>
                <c:pt idx="3768">
                  <c:v>#N/A</c:v>
                </c:pt>
                <c:pt idx="3769">
                  <c:v>#N/A</c:v>
                </c:pt>
                <c:pt idx="3770">
                  <c:v>#N/A</c:v>
                </c:pt>
                <c:pt idx="3771">
                  <c:v>#N/A</c:v>
                </c:pt>
                <c:pt idx="3772">
                  <c:v>#N/A</c:v>
                </c:pt>
                <c:pt idx="3773">
                  <c:v>#N/A</c:v>
                </c:pt>
                <c:pt idx="3774">
                  <c:v>#N/A</c:v>
                </c:pt>
                <c:pt idx="3775">
                  <c:v>#N/A</c:v>
                </c:pt>
                <c:pt idx="3776">
                  <c:v>#N/A</c:v>
                </c:pt>
                <c:pt idx="3777">
                  <c:v>#N/A</c:v>
                </c:pt>
                <c:pt idx="3778">
                  <c:v>#N/A</c:v>
                </c:pt>
                <c:pt idx="3779">
                  <c:v>#N/A</c:v>
                </c:pt>
                <c:pt idx="3780">
                  <c:v>#N/A</c:v>
                </c:pt>
                <c:pt idx="3781">
                  <c:v>#N/A</c:v>
                </c:pt>
                <c:pt idx="3782">
                  <c:v>#N/A</c:v>
                </c:pt>
                <c:pt idx="3783">
                  <c:v>#N/A</c:v>
                </c:pt>
                <c:pt idx="3784">
                  <c:v>#N/A</c:v>
                </c:pt>
                <c:pt idx="3785">
                  <c:v>#N/A</c:v>
                </c:pt>
                <c:pt idx="3786">
                  <c:v>#N/A</c:v>
                </c:pt>
                <c:pt idx="3787">
                  <c:v>#N/A</c:v>
                </c:pt>
                <c:pt idx="3788">
                  <c:v>#N/A</c:v>
                </c:pt>
                <c:pt idx="3789">
                  <c:v>#N/A</c:v>
                </c:pt>
                <c:pt idx="3790">
                  <c:v>#N/A</c:v>
                </c:pt>
                <c:pt idx="3791">
                  <c:v>#N/A</c:v>
                </c:pt>
                <c:pt idx="3792">
                  <c:v>#N/A</c:v>
                </c:pt>
                <c:pt idx="3793">
                  <c:v>#N/A</c:v>
                </c:pt>
                <c:pt idx="3794">
                  <c:v>#N/A</c:v>
                </c:pt>
                <c:pt idx="3795">
                  <c:v>#N/A</c:v>
                </c:pt>
                <c:pt idx="3796">
                  <c:v>#N/A</c:v>
                </c:pt>
                <c:pt idx="3797">
                  <c:v>#N/A</c:v>
                </c:pt>
                <c:pt idx="3798">
                  <c:v>#N/A</c:v>
                </c:pt>
                <c:pt idx="3799">
                  <c:v>#N/A</c:v>
                </c:pt>
                <c:pt idx="3800">
                  <c:v>#N/A</c:v>
                </c:pt>
                <c:pt idx="3801">
                  <c:v>#N/A</c:v>
                </c:pt>
                <c:pt idx="3802">
                  <c:v>#N/A</c:v>
                </c:pt>
                <c:pt idx="3803">
                  <c:v>#N/A</c:v>
                </c:pt>
                <c:pt idx="3804">
                  <c:v>#N/A</c:v>
                </c:pt>
                <c:pt idx="3805">
                  <c:v>#N/A</c:v>
                </c:pt>
                <c:pt idx="3806">
                  <c:v>#N/A</c:v>
                </c:pt>
                <c:pt idx="3807">
                  <c:v>#N/A</c:v>
                </c:pt>
                <c:pt idx="3808">
                  <c:v>#N/A</c:v>
                </c:pt>
                <c:pt idx="3809">
                  <c:v>#N/A</c:v>
                </c:pt>
                <c:pt idx="3810">
                  <c:v>#N/A</c:v>
                </c:pt>
                <c:pt idx="3811">
                  <c:v>#N/A</c:v>
                </c:pt>
                <c:pt idx="3812">
                  <c:v>#N/A</c:v>
                </c:pt>
                <c:pt idx="3813">
                  <c:v>#N/A</c:v>
                </c:pt>
                <c:pt idx="3814">
                  <c:v>#N/A</c:v>
                </c:pt>
                <c:pt idx="3815">
                  <c:v>#N/A</c:v>
                </c:pt>
                <c:pt idx="3816">
                  <c:v>#N/A</c:v>
                </c:pt>
                <c:pt idx="3817">
                  <c:v>#N/A</c:v>
                </c:pt>
                <c:pt idx="3818">
                  <c:v>#N/A</c:v>
                </c:pt>
                <c:pt idx="3819">
                  <c:v>#N/A</c:v>
                </c:pt>
                <c:pt idx="3820">
                  <c:v>#N/A</c:v>
                </c:pt>
                <c:pt idx="3821">
                  <c:v>#N/A</c:v>
                </c:pt>
                <c:pt idx="3822">
                  <c:v>#N/A</c:v>
                </c:pt>
                <c:pt idx="3823">
                  <c:v>#N/A</c:v>
                </c:pt>
                <c:pt idx="3824">
                  <c:v>#N/A</c:v>
                </c:pt>
                <c:pt idx="3825">
                  <c:v>#N/A</c:v>
                </c:pt>
                <c:pt idx="3826">
                  <c:v>#N/A</c:v>
                </c:pt>
                <c:pt idx="3827">
                  <c:v>#N/A</c:v>
                </c:pt>
                <c:pt idx="3828">
                  <c:v>#N/A</c:v>
                </c:pt>
                <c:pt idx="3829">
                  <c:v>#N/A</c:v>
                </c:pt>
                <c:pt idx="3830">
                  <c:v>#N/A</c:v>
                </c:pt>
                <c:pt idx="3831">
                  <c:v>#N/A</c:v>
                </c:pt>
                <c:pt idx="3832">
                  <c:v>#N/A</c:v>
                </c:pt>
                <c:pt idx="3833">
                  <c:v>#N/A</c:v>
                </c:pt>
                <c:pt idx="3834">
                  <c:v>#N/A</c:v>
                </c:pt>
                <c:pt idx="3835">
                  <c:v>#N/A</c:v>
                </c:pt>
                <c:pt idx="3836">
                  <c:v>#N/A</c:v>
                </c:pt>
                <c:pt idx="3837">
                  <c:v>#N/A</c:v>
                </c:pt>
                <c:pt idx="3838">
                  <c:v>#N/A</c:v>
                </c:pt>
                <c:pt idx="3839">
                  <c:v>#N/A</c:v>
                </c:pt>
                <c:pt idx="3840">
                  <c:v>#N/A</c:v>
                </c:pt>
                <c:pt idx="3841">
                  <c:v>#N/A</c:v>
                </c:pt>
                <c:pt idx="3842">
                  <c:v>#N/A</c:v>
                </c:pt>
                <c:pt idx="3843">
                  <c:v>#N/A</c:v>
                </c:pt>
                <c:pt idx="3844">
                  <c:v>#N/A</c:v>
                </c:pt>
                <c:pt idx="3845">
                  <c:v>#N/A</c:v>
                </c:pt>
                <c:pt idx="3846">
                  <c:v>#N/A</c:v>
                </c:pt>
                <c:pt idx="3847">
                  <c:v>#N/A</c:v>
                </c:pt>
                <c:pt idx="3848">
                  <c:v>#N/A</c:v>
                </c:pt>
                <c:pt idx="3849">
                  <c:v>#N/A</c:v>
                </c:pt>
                <c:pt idx="3850">
                  <c:v>#N/A</c:v>
                </c:pt>
                <c:pt idx="3851">
                  <c:v>#N/A</c:v>
                </c:pt>
                <c:pt idx="3852">
                  <c:v>#N/A</c:v>
                </c:pt>
                <c:pt idx="3853">
                  <c:v>#N/A</c:v>
                </c:pt>
                <c:pt idx="3854">
                  <c:v>#N/A</c:v>
                </c:pt>
                <c:pt idx="3855">
                  <c:v>#N/A</c:v>
                </c:pt>
                <c:pt idx="3856">
                  <c:v>#N/A</c:v>
                </c:pt>
                <c:pt idx="3857">
                  <c:v>#N/A</c:v>
                </c:pt>
                <c:pt idx="3858">
                  <c:v>#N/A</c:v>
                </c:pt>
                <c:pt idx="3859">
                  <c:v>#N/A</c:v>
                </c:pt>
                <c:pt idx="3860">
                  <c:v>#N/A</c:v>
                </c:pt>
                <c:pt idx="3861">
                  <c:v>#N/A</c:v>
                </c:pt>
                <c:pt idx="3862">
                  <c:v>#N/A</c:v>
                </c:pt>
                <c:pt idx="3863">
                  <c:v>#N/A</c:v>
                </c:pt>
                <c:pt idx="3864">
                  <c:v>#N/A</c:v>
                </c:pt>
                <c:pt idx="3865">
                  <c:v>#N/A</c:v>
                </c:pt>
                <c:pt idx="3866">
                  <c:v>#N/A</c:v>
                </c:pt>
                <c:pt idx="3867">
                  <c:v>#N/A</c:v>
                </c:pt>
                <c:pt idx="3868">
                  <c:v>#N/A</c:v>
                </c:pt>
                <c:pt idx="3869">
                  <c:v>#N/A</c:v>
                </c:pt>
                <c:pt idx="3870">
                  <c:v>#N/A</c:v>
                </c:pt>
                <c:pt idx="3871">
                  <c:v>#N/A</c:v>
                </c:pt>
                <c:pt idx="3872">
                  <c:v>#N/A</c:v>
                </c:pt>
                <c:pt idx="3873">
                  <c:v>#N/A</c:v>
                </c:pt>
                <c:pt idx="3874">
                  <c:v>#N/A</c:v>
                </c:pt>
                <c:pt idx="3875">
                  <c:v>#N/A</c:v>
                </c:pt>
                <c:pt idx="3876">
                  <c:v>#N/A</c:v>
                </c:pt>
                <c:pt idx="3877">
                  <c:v>#N/A</c:v>
                </c:pt>
                <c:pt idx="3878">
                  <c:v>#N/A</c:v>
                </c:pt>
                <c:pt idx="3879">
                  <c:v>#N/A</c:v>
                </c:pt>
                <c:pt idx="3880">
                  <c:v>#N/A</c:v>
                </c:pt>
                <c:pt idx="3881">
                  <c:v>#N/A</c:v>
                </c:pt>
                <c:pt idx="3882">
                  <c:v>#N/A</c:v>
                </c:pt>
                <c:pt idx="3883">
                  <c:v>#N/A</c:v>
                </c:pt>
                <c:pt idx="3884">
                  <c:v>#N/A</c:v>
                </c:pt>
                <c:pt idx="3885">
                  <c:v>#N/A</c:v>
                </c:pt>
                <c:pt idx="3886">
                  <c:v>#N/A</c:v>
                </c:pt>
                <c:pt idx="3887">
                  <c:v>#N/A</c:v>
                </c:pt>
                <c:pt idx="3888">
                  <c:v>#N/A</c:v>
                </c:pt>
                <c:pt idx="3889">
                  <c:v>#N/A</c:v>
                </c:pt>
                <c:pt idx="3890">
                  <c:v>#N/A</c:v>
                </c:pt>
                <c:pt idx="3891">
                  <c:v>#N/A</c:v>
                </c:pt>
                <c:pt idx="3892">
                  <c:v>#N/A</c:v>
                </c:pt>
                <c:pt idx="3893">
                  <c:v>#N/A</c:v>
                </c:pt>
                <c:pt idx="3894">
                  <c:v>#N/A</c:v>
                </c:pt>
                <c:pt idx="3895">
                  <c:v>#N/A</c:v>
                </c:pt>
                <c:pt idx="3896">
                  <c:v>#N/A</c:v>
                </c:pt>
                <c:pt idx="3897">
                  <c:v>#N/A</c:v>
                </c:pt>
                <c:pt idx="3898">
                  <c:v>#N/A</c:v>
                </c:pt>
                <c:pt idx="3899">
                  <c:v>#N/A</c:v>
                </c:pt>
                <c:pt idx="3900">
                  <c:v>#N/A</c:v>
                </c:pt>
                <c:pt idx="3901">
                  <c:v>#N/A</c:v>
                </c:pt>
                <c:pt idx="3902">
                  <c:v>#N/A</c:v>
                </c:pt>
                <c:pt idx="3903">
                  <c:v>#N/A</c:v>
                </c:pt>
                <c:pt idx="3904">
                  <c:v>#N/A</c:v>
                </c:pt>
                <c:pt idx="3905">
                  <c:v>#N/A</c:v>
                </c:pt>
                <c:pt idx="3906">
                  <c:v>#N/A</c:v>
                </c:pt>
                <c:pt idx="3907">
                  <c:v>#N/A</c:v>
                </c:pt>
                <c:pt idx="3908">
                  <c:v>#N/A</c:v>
                </c:pt>
                <c:pt idx="3909">
                  <c:v>#N/A</c:v>
                </c:pt>
                <c:pt idx="3910">
                  <c:v>#N/A</c:v>
                </c:pt>
                <c:pt idx="3911">
                  <c:v>#N/A</c:v>
                </c:pt>
                <c:pt idx="3912">
                  <c:v>#N/A</c:v>
                </c:pt>
                <c:pt idx="3913">
                  <c:v>#N/A</c:v>
                </c:pt>
                <c:pt idx="3914">
                  <c:v>#N/A</c:v>
                </c:pt>
                <c:pt idx="3915">
                  <c:v>#N/A</c:v>
                </c:pt>
                <c:pt idx="3916">
                  <c:v>#N/A</c:v>
                </c:pt>
                <c:pt idx="3917">
                  <c:v>#N/A</c:v>
                </c:pt>
                <c:pt idx="3918">
                  <c:v>#N/A</c:v>
                </c:pt>
                <c:pt idx="3919">
                  <c:v>#N/A</c:v>
                </c:pt>
                <c:pt idx="3920">
                  <c:v>#N/A</c:v>
                </c:pt>
                <c:pt idx="3921">
                  <c:v>#N/A</c:v>
                </c:pt>
                <c:pt idx="3922">
                  <c:v>#N/A</c:v>
                </c:pt>
                <c:pt idx="3923">
                  <c:v>#N/A</c:v>
                </c:pt>
                <c:pt idx="3924">
                  <c:v>#N/A</c:v>
                </c:pt>
                <c:pt idx="3925">
                  <c:v>#N/A</c:v>
                </c:pt>
                <c:pt idx="3926">
                  <c:v>#N/A</c:v>
                </c:pt>
                <c:pt idx="3927">
                  <c:v>#N/A</c:v>
                </c:pt>
                <c:pt idx="3928">
                  <c:v>#N/A</c:v>
                </c:pt>
                <c:pt idx="3929">
                  <c:v>#N/A</c:v>
                </c:pt>
                <c:pt idx="3930">
                  <c:v>#N/A</c:v>
                </c:pt>
                <c:pt idx="3931">
                  <c:v>#N/A</c:v>
                </c:pt>
                <c:pt idx="3932">
                  <c:v>#N/A</c:v>
                </c:pt>
                <c:pt idx="3933">
                  <c:v>#N/A</c:v>
                </c:pt>
                <c:pt idx="3934">
                  <c:v>#N/A</c:v>
                </c:pt>
                <c:pt idx="3935">
                  <c:v>#N/A</c:v>
                </c:pt>
                <c:pt idx="3936">
                  <c:v>#N/A</c:v>
                </c:pt>
                <c:pt idx="3937">
                  <c:v>#N/A</c:v>
                </c:pt>
                <c:pt idx="3938">
                  <c:v>#N/A</c:v>
                </c:pt>
                <c:pt idx="3939">
                  <c:v>#N/A</c:v>
                </c:pt>
                <c:pt idx="3940">
                  <c:v>#N/A</c:v>
                </c:pt>
                <c:pt idx="3941">
                  <c:v>#N/A</c:v>
                </c:pt>
                <c:pt idx="3942">
                  <c:v>#N/A</c:v>
                </c:pt>
                <c:pt idx="3943">
                  <c:v>#N/A</c:v>
                </c:pt>
                <c:pt idx="3944">
                  <c:v>#N/A</c:v>
                </c:pt>
                <c:pt idx="3945">
                  <c:v>#N/A</c:v>
                </c:pt>
                <c:pt idx="3946">
                  <c:v>#N/A</c:v>
                </c:pt>
                <c:pt idx="3947">
                  <c:v>#N/A</c:v>
                </c:pt>
                <c:pt idx="3948">
                  <c:v>#N/A</c:v>
                </c:pt>
                <c:pt idx="3949">
                  <c:v>#N/A</c:v>
                </c:pt>
                <c:pt idx="3950">
                  <c:v>#N/A</c:v>
                </c:pt>
                <c:pt idx="3951">
                  <c:v>#N/A</c:v>
                </c:pt>
                <c:pt idx="3952">
                  <c:v>#N/A</c:v>
                </c:pt>
                <c:pt idx="3953">
                  <c:v>#N/A</c:v>
                </c:pt>
                <c:pt idx="3954">
                  <c:v>#N/A</c:v>
                </c:pt>
                <c:pt idx="3955">
                  <c:v>#N/A</c:v>
                </c:pt>
                <c:pt idx="3956">
                  <c:v>#N/A</c:v>
                </c:pt>
                <c:pt idx="3957">
                  <c:v>#N/A</c:v>
                </c:pt>
                <c:pt idx="3958">
                  <c:v>#N/A</c:v>
                </c:pt>
                <c:pt idx="3959">
                  <c:v>#N/A</c:v>
                </c:pt>
                <c:pt idx="3960">
                  <c:v>#N/A</c:v>
                </c:pt>
                <c:pt idx="3961">
                  <c:v>#N/A</c:v>
                </c:pt>
                <c:pt idx="3962">
                  <c:v>#N/A</c:v>
                </c:pt>
                <c:pt idx="3963">
                  <c:v>#N/A</c:v>
                </c:pt>
                <c:pt idx="3964">
                  <c:v>#N/A</c:v>
                </c:pt>
                <c:pt idx="3965">
                  <c:v>#N/A</c:v>
                </c:pt>
                <c:pt idx="3966">
                  <c:v>#N/A</c:v>
                </c:pt>
                <c:pt idx="3967">
                  <c:v>#N/A</c:v>
                </c:pt>
                <c:pt idx="3968">
                  <c:v>#N/A</c:v>
                </c:pt>
                <c:pt idx="3969">
                  <c:v>#N/A</c:v>
                </c:pt>
                <c:pt idx="3970">
                  <c:v>#N/A</c:v>
                </c:pt>
                <c:pt idx="3971">
                  <c:v>#N/A</c:v>
                </c:pt>
                <c:pt idx="3972">
                  <c:v>#N/A</c:v>
                </c:pt>
                <c:pt idx="3973">
                  <c:v>#N/A</c:v>
                </c:pt>
                <c:pt idx="3974">
                  <c:v>#N/A</c:v>
                </c:pt>
                <c:pt idx="3975">
                  <c:v>#N/A</c:v>
                </c:pt>
                <c:pt idx="3976">
                  <c:v>#N/A</c:v>
                </c:pt>
                <c:pt idx="3977">
                  <c:v>#N/A</c:v>
                </c:pt>
                <c:pt idx="3978">
                  <c:v>#N/A</c:v>
                </c:pt>
                <c:pt idx="3979">
                  <c:v>#N/A</c:v>
                </c:pt>
                <c:pt idx="3980">
                  <c:v>#N/A</c:v>
                </c:pt>
                <c:pt idx="3981">
                  <c:v>#N/A</c:v>
                </c:pt>
                <c:pt idx="3982">
                  <c:v>#N/A</c:v>
                </c:pt>
                <c:pt idx="3983">
                  <c:v>#N/A</c:v>
                </c:pt>
                <c:pt idx="3984">
                  <c:v>#N/A</c:v>
                </c:pt>
                <c:pt idx="3985">
                  <c:v>#N/A</c:v>
                </c:pt>
                <c:pt idx="3986">
                  <c:v>#N/A</c:v>
                </c:pt>
                <c:pt idx="3987">
                  <c:v>#N/A</c:v>
                </c:pt>
                <c:pt idx="3988">
                  <c:v>#N/A</c:v>
                </c:pt>
                <c:pt idx="3989">
                  <c:v>#N/A</c:v>
                </c:pt>
                <c:pt idx="3990">
                  <c:v>#N/A</c:v>
                </c:pt>
                <c:pt idx="3991">
                  <c:v>#N/A</c:v>
                </c:pt>
                <c:pt idx="3992">
                  <c:v>#N/A</c:v>
                </c:pt>
                <c:pt idx="3993">
                  <c:v>#N/A</c:v>
                </c:pt>
                <c:pt idx="3994">
                  <c:v>#N/A</c:v>
                </c:pt>
                <c:pt idx="3995">
                  <c:v>#N/A</c:v>
                </c:pt>
                <c:pt idx="3996">
                  <c:v>#N/A</c:v>
                </c:pt>
                <c:pt idx="3997">
                  <c:v>#N/A</c:v>
                </c:pt>
                <c:pt idx="3998">
                  <c:v>#N/A</c:v>
                </c:pt>
                <c:pt idx="3999">
                  <c:v>#N/A</c:v>
                </c:pt>
                <c:pt idx="4000">
                  <c:v>#N/A</c:v>
                </c:pt>
                <c:pt idx="4001">
                  <c:v>#N/A</c:v>
                </c:pt>
                <c:pt idx="4002">
                  <c:v>#N/A</c:v>
                </c:pt>
                <c:pt idx="4003">
                  <c:v>#N/A</c:v>
                </c:pt>
                <c:pt idx="4004">
                  <c:v>#N/A</c:v>
                </c:pt>
                <c:pt idx="4005">
                  <c:v>#N/A</c:v>
                </c:pt>
                <c:pt idx="4006">
                  <c:v>#N/A</c:v>
                </c:pt>
                <c:pt idx="4007">
                  <c:v>#N/A</c:v>
                </c:pt>
                <c:pt idx="4008">
                  <c:v>#N/A</c:v>
                </c:pt>
                <c:pt idx="4009">
                  <c:v>#N/A</c:v>
                </c:pt>
                <c:pt idx="4010">
                  <c:v>#N/A</c:v>
                </c:pt>
                <c:pt idx="4011">
                  <c:v>#N/A</c:v>
                </c:pt>
                <c:pt idx="4012">
                  <c:v>#N/A</c:v>
                </c:pt>
                <c:pt idx="4013">
                  <c:v>#N/A</c:v>
                </c:pt>
                <c:pt idx="4014">
                  <c:v>#N/A</c:v>
                </c:pt>
                <c:pt idx="4015">
                  <c:v>#N/A</c:v>
                </c:pt>
                <c:pt idx="4016">
                  <c:v>#N/A</c:v>
                </c:pt>
                <c:pt idx="4017">
                  <c:v>#N/A</c:v>
                </c:pt>
                <c:pt idx="4018">
                  <c:v>#N/A</c:v>
                </c:pt>
                <c:pt idx="4019">
                  <c:v>#N/A</c:v>
                </c:pt>
                <c:pt idx="4020">
                  <c:v>#N/A</c:v>
                </c:pt>
                <c:pt idx="4021">
                  <c:v>#N/A</c:v>
                </c:pt>
                <c:pt idx="4022">
                  <c:v>#N/A</c:v>
                </c:pt>
                <c:pt idx="4023">
                  <c:v>#N/A</c:v>
                </c:pt>
                <c:pt idx="4024">
                  <c:v>#N/A</c:v>
                </c:pt>
                <c:pt idx="4025">
                  <c:v>#N/A</c:v>
                </c:pt>
                <c:pt idx="4026">
                  <c:v>#N/A</c:v>
                </c:pt>
                <c:pt idx="4027">
                  <c:v>#N/A</c:v>
                </c:pt>
                <c:pt idx="4028">
                  <c:v>#N/A</c:v>
                </c:pt>
                <c:pt idx="4029">
                  <c:v>#N/A</c:v>
                </c:pt>
                <c:pt idx="4030">
                  <c:v>#N/A</c:v>
                </c:pt>
                <c:pt idx="4031">
                  <c:v>#N/A</c:v>
                </c:pt>
                <c:pt idx="4032">
                  <c:v>#N/A</c:v>
                </c:pt>
                <c:pt idx="4033">
                  <c:v>#N/A</c:v>
                </c:pt>
                <c:pt idx="4034">
                  <c:v>#N/A</c:v>
                </c:pt>
                <c:pt idx="4035">
                  <c:v>#N/A</c:v>
                </c:pt>
                <c:pt idx="4036">
                  <c:v>#N/A</c:v>
                </c:pt>
                <c:pt idx="4037">
                  <c:v>#N/A</c:v>
                </c:pt>
                <c:pt idx="4038">
                  <c:v>#N/A</c:v>
                </c:pt>
                <c:pt idx="4039">
                  <c:v>#N/A</c:v>
                </c:pt>
                <c:pt idx="4040">
                  <c:v>#N/A</c:v>
                </c:pt>
                <c:pt idx="4041">
                  <c:v>#N/A</c:v>
                </c:pt>
                <c:pt idx="4042">
                  <c:v>#N/A</c:v>
                </c:pt>
                <c:pt idx="4043">
                  <c:v>#N/A</c:v>
                </c:pt>
                <c:pt idx="4044">
                  <c:v>#N/A</c:v>
                </c:pt>
                <c:pt idx="4045">
                  <c:v>#N/A</c:v>
                </c:pt>
                <c:pt idx="4046">
                  <c:v>#N/A</c:v>
                </c:pt>
                <c:pt idx="4047">
                  <c:v>#N/A</c:v>
                </c:pt>
                <c:pt idx="4048">
                  <c:v>#N/A</c:v>
                </c:pt>
                <c:pt idx="4049">
                  <c:v>#N/A</c:v>
                </c:pt>
                <c:pt idx="4050">
                  <c:v>#N/A</c:v>
                </c:pt>
                <c:pt idx="4051">
                  <c:v>#N/A</c:v>
                </c:pt>
                <c:pt idx="4052">
                  <c:v>#N/A</c:v>
                </c:pt>
                <c:pt idx="4053">
                  <c:v>#N/A</c:v>
                </c:pt>
                <c:pt idx="4054">
                  <c:v>#N/A</c:v>
                </c:pt>
                <c:pt idx="4055">
                  <c:v>#N/A</c:v>
                </c:pt>
                <c:pt idx="4056">
                  <c:v>#N/A</c:v>
                </c:pt>
                <c:pt idx="4057">
                  <c:v>#N/A</c:v>
                </c:pt>
                <c:pt idx="4058">
                  <c:v>#N/A</c:v>
                </c:pt>
                <c:pt idx="4059">
                  <c:v>#N/A</c:v>
                </c:pt>
                <c:pt idx="4060">
                  <c:v>#N/A</c:v>
                </c:pt>
                <c:pt idx="4061">
                  <c:v>#N/A</c:v>
                </c:pt>
                <c:pt idx="4062">
                  <c:v>#N/A</c:v>
                </c:pt>
                <c:pt idx="4063">
                  <c:v>#N/A</c:v>
                </c:pt>
                <c:pt idx="4064">
                  <c:v>#N/A</c:v>
                </c:pt>
                <c:pt idx="4065">
                  <c:v>#N/A</c:v>
                </c:pt>
                <c:pt idx="4066">
                  <c:v>#N/A</c:v>
                </c:pt>
                <c:pt idx="4067">
                  <c:v>#N/A</c:v>
                </c:pt>
                <c:pt idx="4068">
                  <c:v>#N/A</c:v>
                </c:pt>
                <c:pt idx="4069">
                  <c:v>#N/A</c:v>
                </c:pt>
                <c:pt idx="4070">
                  <c:v>#N/A</c:v>
                </c:pt>
                <c:pt idx="4071">
                  <c:v>#N/A</c:v>
                </c:pt>
                <c:pt idx="4072">
                  <c:v>#N/A</c:v>
                </c:pt>
                <c:pt idx="4073">
                  <c:v>#N/A</c:v>
                </c:pt>
                <c:pt idx="4074">
                  <c:v>#N/A</c:v>
                </c:pt>
                <c:pt idx="4075">
                  <c:v>#N/A</c:v>
                </c:pt>
                <c:pt idx="4076">
                  <c:v>#N/A</c:v>
                </c:pt>
                <c:pt idx="4077">
                  <c:v>#N/A</c:v>
                </c:pt>
                <c:pt idx="4078">
                  <c:v>#N/A</c:v>
                </c:pt>
                <c:pt idx="4079">
                  <c:v>#N/A</c:v>
                </c:pt>
                <c:pt idx="4080">
                  <c:v>#N/A</c:v>
                </c:pt>
                <c:pt idx="4081">
                  <c:v>#N/A</c:v>
                </c:pt>
                <c:pt idx="4082">
                  <c:v>#N/A</c:v>
                </c:pt>
                <c:pt idx="4083">
                  <c:v>#N/A</c:v>
                </c:pt>
                <c:pt idx="4084">
                  <c:v>#N/A</c:v>
                </c:pt>
                <c:pt idx="4085">
                  <c:v>#N/A</c:v>
                </c:pt>
                <c:pt idx="4086">
                  <c:v>#N/A</c:v>
                </c:pt>
                <c:pt idx="4087">
                  <c:v>#N/A</c:v>
                </c:pt>
                <c:pt idx="4088">
                  <c:v>#N/A</c:v>
                </c:pt>
                <c:pt idx="4089">
                  <c:v>#N/A</c:v>
                </c:pt>
                <c:pt idx="4090">
                  <c:v>#N/A</c:v>
                </c:pt>
                <c:pt idx="4091">
                  <c:v>#N/A</c:v>
                </c:pt>
                <c:pt idx="4092">
                  <c:v>#N/A</c:v>
                </c:pt>
                <c:pt idx="4093">
                  <c:v>#N/A</c:v>
                </c:pt>
                <c:pt idx="4094">
                  <c:v>#N/A</c:v>
                </c:pt>
                <c:pt idx="4095">
                  <c:v>#N/A</c:v>
                </c:pt>
                <c:pt idx="4096">
                  <c:v>#N/A</c:v>
                </c:pt>
                <c:pt idx="4097">
                  <c:v>#N/A</c:v>
                </c:pt>
                <c:pt idx="4098">
                  <c:v>#N/A</c:v>
                </c:pt>
                <c:pt idx="4099">
                  <c:v>#N/A</c:v>
                </c:pt>
                <c:pt idx="4100">
                  <c:v>#N/A</c:v>
                </c:pt>
                <c:pt idx="4101">
                  <c:v>#N/A</c:v>
                </c:pt>
                <c:pt idx="4102">
                  <c:v>#N/A</c:v>
                </c:pt>
                <c:pt idx="4103">
                  <c:v>#N/A</c:v>
                </c:pt>
                <c:pt idx="4104">
                  <c:v>#N/A</c:v>
                </c:pt>
                <c:pt idx="4105">
                  <c:v>#N/A</c:v>
                </c:pt>
                <c:pt idx="4106">
                  <c:v>#N/A</c:v>
                </c:pt>
                <c:pt idx="4107">
                  <c:v>#N/A</c:v>
                </c:pt>
                <c:pt idx="4108">
                  <c:v>#N/A</c:v>
                </c:pt>
                <c:pt idx="4109">
                  <c:v>#N/A</c:v>
                </c:pt>
                <c:pt idx="4110">
                  <c:v>#N/A</c:v>
                </c:pt>
                <c:pt idx="4111">
                  <c:v>#N/A</c:v>
                </c:pt>
                <c:pt idx="4112">
                  <c:v>#N/A</c:v>
                </c:pt>
                <c:pt idx="4113">
                  <c:v>#N/A</c:v>
                </c:pt>
                <c:pt idx="4114">
                  <c:v>#N/A</c:v>
                </c:pt>
                <c:pt idx="4115">
                  <c:v>#N/A</c:v>
                </c:pt>
                <c:pt idx="4116">
                  <c:v>#N/A</c:v>
                </c:pt>
                <c:pt idx="4117">
                  <c:v>#N/A</c:v>
                </c:pt>
                <c:pt idx="4118">
                  <c:v>#N/A</c:v>
                </c:pt>
                <c:pt idx="4119">
                  <c:v>#N/A</c:v>
                </c:pt>
                <c:pt idx="4120">
                  <c:v>#N/A</c:v>
                </c:pt>
                <c:pt idx="4121">
                  <c:v>#N/A</c:v>
                </c:pt>
                <c:pt idx="4122">
                  <c:v>#N/A</c:v>
                </c:pt>
                <c:pt idx="4123">
                  <c:v>#N/A</c:v>
                </c:pt>
                <c:pt idx="4124">
                  <c:v>#N/A</c:v>
                </c:pt>
                <c:pt idx="4125">
                  <c:v>#N/A</c:v>
                </c:pt>
                <c:pt idx="4126">
                  <c:v>#N/A</c:v>
                </c:pt>
                <c:pt idx="4127">
                  <c:v>#N/A</c:v>
                </c:pt>
                <c:pt idx="4128">
                  <c:v>#N/A</c:v>
                </c:pt>
                <c:pt idx="4129">
                  <c:v>#N/A</c:v>
                </c:pt>
                <c:pt idx="4130">
                  <c:v>#N/A</c:v>
                </c:pt>
                <c:pt idx="4131">
                  <c:v>#N/A</c:v>
                </c:pt>
                <c:pt idx="4132">
                  <c:v>#N/A</c:v>
                </c:pt>
                <c:pt idx="4133">
                  <c:v>#N/A</c:v>
                </c:pt>
                <c:pt idx="4134">
                  <c:v>#N/A</c:v>
                </c:pt>
                <c:pt idx="4135">
                  <c:v>#N/A</c:v>
                </c:pt>
                <c:pt idx="4136">
                  <c:v>#N/A</c:v>
                </c:pt>
                <c:pt idx="4137">
                  <c:v>#N/A</c:v>
                </c:pt>
                <c:pt idx="4138">
                  <c:v>#N/A</c:v>
                </c:pt>
                <c:pt idx="4139">
                  <c:v>#N/A</c:v>
                </c:pt>
                <c:pt idx="4140">
                  <c:v>#N/A</c:v>
                </c:pt>
                <c:pt idx="4141">
                  <c:v>#N/A</c:v>
                </c:pt>
                <c:pt idx="4142">
                  <c:v>#N/A</c:v>
                </c:pt>
                <c:pt idx="4143">
                  <c:v>#N/A</c:v>
                </c:pt>
                <c:pt idx="4144">
                  <c:v>#N/A</c:v>
                </c:pt>
                <c:pt idx="4145">
                  <c:v>#N/A</c:v>
                </c:pt>
                <c:pt idx="4146">
                  <c:v>#N/A</c:v>
                </c:pt>
                <c:pt idx="4147">
                  <c:v>#N/A</c:v>
                </c:pt>
                <c:pt idx="4148">
                  <c:v>#N/A</c:v>
                </c:pt>
                <c:pt idx="4149">
                  <c:v>#N/A</c:v>
                </c:pt>
                <c:pt idx="4150">
                  <c:v>#N/A</c:v>
                </c:pt>
                <c:pt idx="4151">
                  <c:v>#N/A</c:v>
                </c:pt>
                <c:pt idx="4152">
                  <c:v>#N/A</c:v>
                </c:pt>
                <c:pt idx="4153">
                  <c:v>#N/A</c:v>
                </c:pt>
                <c:pt idx="4154">
                  <c:v>#N/A</c:v>
                </c:pt>
                <c:pt idx="4155">
                  <c:v>#N/A</c:v>
                </c:pt>
                <c:pt idx="4156">
                  <c:v>#N/A</c:v>
                </c:pt>
                <c:pt idx="4157">
                  <c:v>#N/A</c:v>
                </c:pt>
                <c:pt idx="4158">
                  <c:v>#N/A</c:v>
                </c:pt>
                <c:pt idx="4159">
                  <c:v>#N/A</c:v>
                </c:pt>
                <c:pt idx="4160">
                  <c:v>#N/A</c:v>
                </c:pt>
                <c:pt idx="4161">
                  <c:v>#N/A</c:v>
                </c:pt>
                <c:pt idx="4162">
                  <c:v>#N/A</c:v>
                </c:pt>
                <c:pt idx="4163">
                  <c:v>#N/A</c:v>
                </c:pt>
                <c:pt idx="4164">
                  <c:v>#N/A</c:v>
                </c:pt>
                <c:pt idx="4165">
                  <c:v>#N/A</c:v>
                </c:pt>
                <c:pt idx="4166">
                  <c:v>#N/A</c:v>
                </c:pt>
                <c:pt idx="4167">
                  <c:v>#N/A</c:v>
                </c:pt>
                <c:pt idx="4168">
                  <c:v>#N/A</c:v>
                </c:pt>
                <c:pt idx="4169">
                  <c:v>#N/A</c:v>
                </c:pt>
                <c:pt idx="4170">
                  <c:v>#N/A</c:v>
                </c:pt>
                <c:pt idx="4171">
                  <c:v>#N/A</c:v>
                </c:pt>
                <c:pt idx="4172">
                  <c:v>#N/A</c:v>
                </c:pt>
                <c:pt idx="4173">
                  <c:v>#N/A</c:v>
                </c:pt>
                <c:pt idx="4174">
                  <c:v>#N/A</c:v>
                </c:pt>
                <c:pt idx="4175">
                  <c:v>#N/A</c:v>
                </c:pt>
                <c:pt idx="4176">
                  <c:v>#N/A</c:v>
                </c:pt>
                <c:pt idx="4177">
                  <c:v>#N/A</c:v>
                </c:pt>
                <c:pt idx="4178">
                  <c:v>#N/A</c:v>
                </c:pt>
                <c:pt idx="4179">
                  <c:v>#N/A</c:v>
                </c:pt>
                <c:pt idx="4180">
                  <c:v>#N/A</c:v>
                </c:pt>
                <c:pt idx="4181">
                  <c:v>#N/A</c:v>
                </c:pt>
                <c:pt idx="4182">
                  <c:v>#N/A</c:v>
                </c:pt>
                <c:pt idx="4183">
                  <c:v>#N/A</c:v>
                </c:pt>
                <c:pt idx="4184">
                  <c:v>#N/A</c:v>
                </c:pt>
                <c:pt idx="4185">
                  <c:v>#N/A</c:v>
                </c:pt>
                <c:pt idx="4186">
                  <c:v>#N/A</c:v>
                </c:pt>
                <c:pt idx="4187">
                  <c:v>#N/A</c:v>
                </c:pt>
                <c:pt idx="4188">
                  <c:v>#N/A</c:v>
                </c:pt>
                <c:pt idx="4189">
                  <c:v>#N/A</c:v>
                </c:pt>
                <c:pt idx="4190">
                  <c:v>#N/A</c:v>
                </c:pt>
                <c:pt idx="4191">
                  <c:v>#N/A</c:v>
                </c:pt>
                <c:pt idx="4192">
                  <c:v>#N/A</c:v>
                </c:pt>
                <c:pt idx="4193">
                  <c:v>#N/A</c:v>
                </c:pt>
                <c:pt idx="4194">
                  <c:v>#N/A</c:v>
                </c:pt>
                <c:pt idx="4195">
                  <c:v>#N/A</c:v>
                </c:pt>
                <c:pt idx="4196">
                  <c:v>#N/A</c:v>
                </c:pt>
                <c:pt idx="4197">
                  <c:v>#N/A</c:v>
                </c:pt>
                <c:pt idx="4198">
                  <c:v>#N/A</c:v>
                </c:pt>
                <c:pt idx="4199">
                  <c:v>#N/A</c:v>
                </c:pt>
                <c:pt idx="4200">
                  <c:v>#N/A</c:v>
                </c:pt>
                <c:pt idx="4201">
                  <c:v>#N/A</c:v>
                </c:pt>
                <c:pt idx="4202">
                  <c:v>#N/A</c:v>
                </c:pt>
                <c:pt idx="4203">
                  <c:v>#N/A</c:v>
                </c:pt>
                <c:pt idx="4204">
                  <c:v>#N/A</c:v>
                </c:pt>
                <c:pt idx="4205">
                  <c:v>#N/A</c:v>
                </c:pt>
                <c:pt idx="4206">
                  <c:v>#N/A</c:v>
                </c:pt>
                <c:pt idx="4207">
                  <c:v>#N/A</c:v>
                </c:pt>
                <c:pt idx="4208">
                  <c:v>#N/A</c:v>
                </c:pt>
                <c:pt idx="4209">
                  <c:v>#N/A</c:v>
                </c:pt>
                <c:pt idx="4210">
                  <c:v>#N/A</c:v>
                </c:pt>
                <c:pt idx="4211">
                  <c:v>#N/A</c:v>
                </c:pt>
                <c:pt idx="4212">
                  <c:v>#N/A</c:v>
                </c:pt>
                <c:pt idx="4213">
                  <c:v>#N/A</c:v>
                </c:pt>
                <c:pt idx="4214">
                  <c:v>#N/A</c:v>
                </c:pt>
                <c:pt idx="4215">
                  <c:v>#N/A</c:v>
                </c:pt>
                <c:pt idx="4216">
                  <c:v>#N/A</c:v>
                </c:pt>
                <c:pt idx="4217">
                  <c:v>#N/A</c:v>
                </c:pt>
                <c:pt idx="4218">
                  <c:v>#N/A</c:v>
                </c:pt>
                <c:pt idx="4219">
                  <c:v>#N/A</c:v>
                </c:pt>
                <c:pt idx="4220">
                  <c:v>#N/A</c:v>
                </c:pt>
                <c:pt idx="4221">
                  <c:v>#N/A</c:v>
                </c:pt>
                <c:pt idx="4222">
                  <c:v>#N/A</c:v>
                </c:pt>
                <c:pt idx="4223">
                  <c:v>#N/A</c:v>
                </c:pt>
                <c:pt idx="4224">
                  <c:v>#N/A</c:v>
                </c:pt>
                <c:pt idx="4225">
                  <c:v>#N/A</c:v>
                </c:pt>
                <c:pt idx="4226">
                  <c:v>#N/A</c:v>
                </c:pt>
                <c:pt idx="4227">
                  <c:v>#N/A</c:v>
                </c:pt>
                <c:pt idx="4228">
                  <c:v>#N/A</c:v>
                </c:pt>
                <c:pt idx="4229">
                  <c:v>#N/A</c:v>
                </c:pt>
                <c:pt idx="4230">
                  <c:v>#N/A</c:v>
                </c:pt>
                <c:pt idx="4231">
                  <c:v>#N/A</c:v>
                </c:pt>
                <c:pt idx="4232">
                  <c:v>#N/A</c:v>
                </c:pt>
                <c:pt idx="4233">
                  <c:v>#N/A</c:v>
                </c:pt>
                <c:pt idx="4234">
                  <c:v>#N/A</c:v>
                </c:pt>
                <c:pt idx="4235">
                  <c:v>#N/A</c:v>
                </c:pt>
                <c:pt idx="4236">
                  <c:v>#N/A</c:v>
                </c:pt>
                <c:pt idx="4237">
                  <c:v>#N/A</c:v>
                </c:pt>
                <c:pt idx="4238">
                  <c:v>#N/A</c:v>
                </c:pt>
                <c:pt idx="4239">
                  <c:v>#N/A</c:v>
                </c:pt>
                <c:pt idx="4240">
                  <c:v>#N/A</c:v>
                </c:pt>
                <c:pt idx="4241">
                  <c:v>#N/A</c:v>
                </c:pt>
                <c:pt idx="4242">
                  <c:v>#N/A</c:v>
                </c:pt>
                <c:pt idx="4243">
                  <c:v>#N/A</c:v>
                </c:pt>
                <c:pt idx="4244">
                  <c:v>#N/A</c:v>
                </c:pt>
                <c:pt idx="4245">
                  <c:v>#N/A</c:v>
                </c:pt>
                <c:pt idx="4246">
                  <c:v>#N/A</c:v>
                </c:pt>
                <c:pt idx="4247">
                  <c:v>#N/A</c:v>
                </c:pt>
                <c:pt idx="4248">
                  <c:v>#N/A</c:v>
                </c:pt>
                <c:pt idx="4249">
                  <c:v>#N/A</c:v>
                </c:pt>
                <c:pt idx="4250">
                  <c:v>#N/A</c:v>
                </c:pt>
                <c:pt idx="4251">
                  <c:v>#N/A</c:v>
                </c:pt>
                <c:pt idx="4252">
                  <c:v>#N/A</c:v>
                </c:pt>
                <c:pt idx="4253">
                  <c:v>#N/A</c:v>
                </c:pt>
                <c:pt idx="4254">
                  <c:v>#N/A</c:v>
                </c:pt>
                <c:pt idx="4255">
                  <c:v>#N/A</c:v>
                </c:pt>
                <c:pt idx="4256">
                  <c:v>#N/A</c:v>
                </c:pt>
                <c:pt idx="4257">
                  <c:v>#N/A</c:v>
                </c:pt>
                <c:pt idx="4258">
                  <c:v>#N/A</c:v>
                </c:pt>
                <c:pt idx="4259">
                  <c:v>#N/A</c:v>
                </c:pt>
                <c:pt idx="4260">
                  <c:v>#N/A</c:v>
                </c:pt>
                <c:pt idx="4261">
                  <c:v>#N/A</c:v>
                </c:pt>
                <c:pt idx="4262">
                  <c:v>#N/A</c:v>
                </c:pt>
                <c:pt idx="4263">
                  <c:v>#N/A</c:v>
                </c:pt>
                <c:pt idx="4264">
                  <c:v>#N/A</c:v>
                </c:pt>
                <c:pt idx="4265">
                  <c:v>#N/A</c:v>
                </c:pt>
                <c:pt idx="4266">
                  <c:v>#N/A</c:v>
                </c:pt>
                <c:pt idx="4267">
                  <c:v>#N/A</c:v>
                </c:pt>
                <c:pt idx="4268">
                  <c:v>#N/A</c:v>
                </c:pt>
                <c:pt idx="4269">
                  <c:v>#N/A</c:v>
                </c:pt>
                <c:pt idx="4270">
                  <c:v>#N/A</c:v>
                </c:pt>
                <c:pt idx="4271">
                  <c:v>#N/A</c:v>
                </c:pt>
                <c:pt idx="4272">
                  <c:v>#N/A</c:v>
                </c:pt>
                <c:pt idx="4273">
                  <c:v>#N/A</c:v>
                </c:pt>
                <c:pt idx="4274">
                  <c:v>#N/A</c:v>
                </c:pt>
                <c:pt idx="4275">
                  <c:v>#N/A</c:v>
                </c:pt>
                <c:pt idx="4276">
                  <c:v>#N/A</c:v>
                </c:pt>
                <c:pt idx="4277">
                  <c:v>#N/A</c:v>
                </c:pt>
                <c:pt idx="4278">
                  <c:v>#N/A</c:v>
                </c:pt>
                <c:pt idx="4279">
                  <c:v>#N/A</c:v>
                </c:pt>
                <c:pt idx="4280">
                  <c:v>#N/A</c:v>
                </c:pt>
                <c:pt idx="4281">
                  <c:v>#N/A</c:v>
                </c:pt>
                <c:pt idx="4282">
                  <c:v>#N/A</c:v>
                </c:pt>
                <c:pt idx="4283">
                  <c:v>#N/A</c:v>
                </c:pt>
                <c:pt idx="4284">
                  <c:v>#N/A</c:v>
                </c:pt>
                <c:pt idx="4285">
                  <c:v>#N/A</c:v>
                </c:pt>
                <c:pt idx="4286">
                  <c:v>#N/A</c:v>
                </c:pt>
                <c:pt idx="4287">
                  <c:v>#N/A</c:v>
                </c:pt>
                <c:pt idx="4288">
                  <c:v>#N/A</c:v>
                </c:pt>
                <c:pt idx="4289">
                  <c:v>#N/A</c:v>
                </c:pt>
                <c:pt idx="4290">
                  <c:v>#N/A</c:v>
                </c:pt>
                <c:pt idx="4291">
                  <c:v>#N/A</c:v>
                </c:pt>
                <c:pt idx="4292">
                  <c:v>#N/A</c:v>
                </c:pt>
                <c:pt idx="4293">
                  <c:v>#N/A</c:v>
                </c:pt>
                <c:pt idx="4294">
                  <c:v>#N/A</c:v>
                </c:pt>
                <c:pt idx="4295">
                  <c:v>#N/A</c:v>
                </c:pt>
                <c:pt idx="4296">
                  <c:v>#N/A</c:v>
                </c:pt>
                <c:pt idx="4297">
                  <c:v>#N/A</c:v>
                </c:pt>
                <c:pt idx="4298">
                  <c:v>#N/A</c:v>
                </c:pt>
                <c:pt idx="4299">
                  <c:v>#N/A</c:v>
                </c:pt>
                <c:pt idx="4300">
                  <c:v>#N/A</c:v>
                </c:pt>
                <c:pt idx="4301">
                  <c:v>#N/A</c:v>
                </c:pt>
                <c:pt idx="4302">
                  <c:v>#N/A</c:v>
                </c:pt>
                <c:pt idx="4303">
                  <c:v>#N/A</c:v>
                </c:pt>
                <c:pt idx="4304">
                  <c:v>#N/A</c:v>
                </c:pt>
                <c:pt idx="4305">
                  <c:v>#N/A</c:v>
                </c:pt>
                <c:pt idx="4306">
                  <c:v>#N/A</c:v>
                </c:pt>
                <c:pt idx="4307">
                  <c:v>#N/A</c:v>
                </c:pt>
                <c:pt idx="4308">
                  <c:v>#N/A</c:v>
                </c:pt>
                <c:pt idx="4309">
                  <c:v>#N/A</c:v>
                </c:pt>
                <c:pt idx="4310">
                  <c:v>#N/A</c:v>
                </c:pt>
                <c:pt idx="4311">
                  <c:v>#N/A</c:v>
                </c:pt>
                <c:pt idx="4312">
                  <c:v>#N/A</c:v>
                </c:pt>
                <c:pt idx="4313">
                  <c:v>#N/A</c:v>
                </c:pt>
                <c:pt idx="4314">
                  <c:v>#N/A</c:v>
                </c:pt>
                <c:pt idx="4315">
                  <c:v>#N/A</c:v>
                </c:pt>
                <c:pt idx="4316">
                  <c:v>#N/A</c:v>
                </c:pt>
                <c:pt idx="4317">
                  <c:v>#N/A</c:v>
                </c:pt>
                <c:pt idx="4318">
                  <c:v>#N/A</c:v>
                </c:pt>
                <c:pt idx="4319">
                  <c:v>#N/A</c:v>
                </c:pt>
                <c:pt idx="4320">
                  <c:v>#N/A</c:v>
                </c:pt>
                <c:pt idx="4321">
                  <c:v>#N/A</c:v>
                </c:pt>
                <c:pt idx="4322">
                  <c:v>#N/A</c:v>
                </c:pt>
                <c:pt idx="4323">
                  <c:v>#N/A</c:v>
                </c:pt>
                <c:pt idx="4324">
                  <c:v>#N/A</c:v>
                </c:pt>
                <c:pt idx="4325">
                  <c:v>#N/A</c:v>
                </c:pt>
                <c:pt idx="4326">
                  <c:v>#N/A</c:v>
                </c:pt>
                <c:pt idx="4327">
                  <c:v>#N/A</c:v>
                </c:pt>
                <c:pt idx="4328">
                  <c:v>#N/A</c:v>
                </c:pt>
                <c:pt idx="4329">
                  <c:v>#N/A</c:v>
                </c:pt>
                <c:pt idx="4330">
                  <c:v>#N/A</c:v>
                </c:pt>
                <c:pt idx="4331">
                  <c:v>#N/A</c:v>
                </c:pt>
                <c:pt idx="4332">
                  <c:v>#N/A</c:v>
                </c:pt>
                <c:pt idx="4333">
                  <c:v>#N/A</c:v>
                </c:pt>
                <c:pt idx="4334">
                  <c:v>#N/A</c:v>
                </c:pt>
                <c:pt idx="4335">
                  <c:v>#N/A</c:v>
                </c:pt>
                <c:pt idx="4336">
                  <c:v>#N/A</c:v>
                </c:pt>
                <c:pt idx="4337">
                  <c:v>#N/A</c:v>
                </c:pt>
                <c:pt idx="4338">
                  <c:v>#N/A</c:v>
                </c:pt>
                <c:pt idx="4339">
                  <c:v>#N/A</c:v>
                </c:pt>
                <c:pt idx="4340">
                  <c:v>#N/A</c:v>
                </c:pt>
                <c:pt idx="4341">
                  <c:v>#N/A</c:v>
                </c:pt>
                <c:pt idx="4342">
                  <c:v>#N/A</c:v>
                </c:pt>
                <c:pt idx="4343">
                  <c:v>#N/A</c:v>
                </c:pt>
                <c:pt idx="4344">
                  <c:v>#N/A</c:v>
                </c:pt>
                <c:pt idx="4345">
                  <c:v>#N/A</c:v>
                </c:pt>
                <c:pt idx="4346">
                  <c:v>#N/A</c:v>
                </c:pt>
                <c:pt idx="4347">
                  <c:v>#N/A</c:v>
                </c:pt>
                <c:pt idx="4348">
                  <c:v>#N/A</c:v>
                </c:pt>
                <c:pt idx="4349">
                  <c:v>#N/A</c:v>
                </c:pt>
                <c:pt idx="4350">
                  <c:v>#N/A</c:v>
                </c:pt>
                <c:pt idx="4351">
                  <c:v>#N/A</c:v>
                </c:pt>
                <c:pt idx="4352">
                  <c:v>#N/A</c:v>
                </c:pt>
                <c:pt idx="4353">
                  <c:v>#N/A</c:v>
                </c:pt>
                <c:pt idx="4354">
                  <c:v>#N/A</c:v>
                </c:pt>
                <c:pt idx="4355">
                  <c:v>#N/A</c:v>
                </c:pt>
                <c:pt idx="4356">
                  <c:v>#N/A</c:v>
                </c:pt>
                <c:pt idx="4357">
                  <c:v>#N/A</c:v>
                </c:pt>
                <c:pt idx="4358">
                  <c:v>#N/A</c:v>
                </c:pt>
                <c:pt idx="4359">
                  <c:v>#N/A</c:v>
                </c:pt>
                <c:pt idx="4360">
                  <c:v>#N/A</c:v>
                </c:pt>
                <c:pt idx="4361">
                  <c:v>#N/A</c:v>
                </c:pt>
                <c:pt idx="4362">
                  <c:v>#N/A</c:v>
                </c:pt>
                <c:pt idx="4363">
                  <c:v>#N/A</c:v>
                </c:pt>
                <c:pt idx="4364">
                  <c:v>#N/A</c:v>
                </c:pt>
                <c:pt idx="4365">
                  <c:v>#N/A</c:v>
                </c:pt>
                <c:pt idx="4366">
                  <c:v>#N/A</c:v>
                </c:pt>
                <c:pt idx="4367">
                  <c:v>#N/A</c:v>
                </c:pt>
                <c:pt idx="4368">
                  <c:v>#N/A</c:v>
                </c:pt>
                <c:pt idx="4369">
                  <c:v>#N/A</c:v>
                </c:pt>
                <c:pt idx="4370">
                  <c:v>#N/A</c:v>
                </c:pt>
                <c:pt idx="4371">
                  <c:v>#N/A</c:v>
                </c:pt>
                <c:pt idx="4372">
                  <c:v>#N/A</c:v>
                </c:pt>
                <c:pt idx="4373">
                  <c:v>#N/A</c:v>
                </c:pt>
                <c:pt idx="4374">
                  <c:v>#N/A</c:v>
                </c:pt>
                <c:pt idx="4375">
                  <c:v>#N/A</c:v>
                </c:pt>
                <c:pt idx="4376">
                  <c:v>#N/A</c:v>
                </c:pt>
                <c:pt idx="4377">
                  <c:v>#N/A</c:v>
                </c:pt>
                <c:pt idx="4378">
                  <c:v>#N/A</c:v>
                </c:pt>
                <c:pt idx="4379">
                  <c:v>#N/A</c:v>
                </c:pt>
                <c:pt idx="4380">
                  <c:v>#N/A</c:v>
                </c:pt>
                <c:pt idx="4381">
                  <c:v>#N/A</c:v>
                </c:pt>
                <c:pt idx="4382">
                  <c:v>#N/A</c:v>
                </c:pt>
                <c:pt idx="4383">
                  <c:v>#N/A</c:v>
                </c:pt>
                <c:pt idx="4384">
                  <c:v>#N/A</c:v>
                </c:pt>
                <c:pt idx="4385">
                  <c:v>#N/A</c:v>
                </c:pt>
                <c:pt idx="4386">
                  <c:v>#N/A</c:v>
                </c:pt>
                <c:pt idx="4387">
                  <c:v>#N/A</c:v>
                </c:pt>
                <c:pt idx="4388">
                  <c:v>#N/A</c:v>
                </c:pt>
                <c:pt idx="4389">
                  <c:v>#N/A</c:v>
                </c:pt>
                <c:pt idx="4390">
                  <c:v>#N/A</c:v>
                </c:pt>
                <c:pt idx="4391">
                  <c:v>#N/A</c:v>
                </c:pt>
                <c:pt idx="4392">
                  <c:v>#N/A</c:v>
                </c:pt>
                <c:pt idx="4393">
                  <c:v>#N/A</c:v>
                </c:pt>
                <c:pt idx="4394">
                  <c:v>#N/A</c:v>
                </c:pt>
                <c:pt idx="4395">
                  <c:v>#N/A</c:v>
                </c:pt>
                <c:pt idx="4396">
                  <c:v>#N/A</c:v>
                </c:pt>
                <c:pt idx="4397">
                  <c:v>#N/A</c:v>
                </c:pt>
                <c:pt idx="4398">
                  <c:v>#N/A</c:v>
                </c:pt>
                <c:pt idx="4399">
                  <c:v>#N/A</c:v>
                </c:pt>
                <c:pt idx="4400">
                  <c:v>#N/A</c:v>
                </c:pt>
                <c:pt idx="4401">
                  <c:v>#N/A</c:v>
                </c:pt>
                <c:pt idx="4402">
                  <c:v>#N/A</c:v>
                </c:pt>
                <c:pt idx="4403">
                  <c:v>#N/A</c:v>
                </c:pt>
                <c:pt idx="4404">
                  <c:v>#N/A</c:v>
                </c:pt>
                <c:pt idx="4405">
                  <c:v>#N/A</c:v>
                </c:pt>
                <c:pt idx="4406">
                  <c:v>#N/A</c:v>
                </c:pt>
                <c:pt idx="4407">
                  <c:v>#N/A</c:v>
                </c:pt>
                <c:pt idx="4408">
                  <c:v>#N/A</c:v>
                </c:pt>
                <c:pt idx="4409">
                  <c:v>#N/A</c:v>
                </c:pt>
                <c:pt idx="4410">
                  <c:v>#N/A</c:v>
                </c:pt>
                <c:pt idx="4411">
                  <c:v>#N/A</c:v>
                </c:pt>
                <c:pt idx="4412">
                  <c:v>#N/A</c:v>
                </c:pt>
                <c:pt idx="4413">
                  <c:v>#N/A</c:v>
                </c:pt>
                <c:pt idx="4414">
                  <c:v>#N/A</c:v>
                </c:pt>
                <c:pt idx="4415">
                  <c:v>#N/A</c:v>
                </c:pt>
                <c:pt idx="4416">
                  <c:v>#N/A</c:v>
                </c:pt>
                <c:pt idx="4417">
                  <c:v>#N/A</c:v>
                </c:pt>
                <c:pt idx="4418">
                  <c:v>#N/A</c:v>
                </c:pt>
                <c:pt idx="4419">
                  <c:v>#N/A</c:v>
                </c:pt>
                <c:pt idx="4420">
                  <c:v>#N/A</c:v>
                </c:pt>
                <c:pt idx="4421">
                  <c:v>#N/A</c:v>
                </c:pt>
                <c:pt idx="4422">
                  <c:v>#N/A</c:v>
                </c:pt>
                <c:pt idx="4423">
                  <c:v>#N/A</c:v>
                </c:pt>
                <c:pt idx="4424">
                  <c:v>#N/A</c:v>
                </c:pt>
                <c:pt idx="4425">
                  <c:v>#N/A</c:v>
                </c:pt>
                <c:pt idx="4426">
                  <c:v>#N/A</c:v>
                </c:pt>
                <c:pt idx="4427">
                  <c:v>#N/A</c:v>
                </c:pt>
                <c:pt idx="4428">
                  <c:v>#N/A</c:v>
                </c:pt>
                <c:pt idx="4429">
                  <c:v>#N/A</c:v>
                </c:pt>
                <c:pt idx="4430">
                  <c:v>#N/A</c:v>
                </c:pt>
                <c:pt idx="4431">
                  <c:v>#N/A</c:v>
                </c:pt>
                <c:pt idx="4432">
                  <c:v>#N/A</c:v>
                </c:pt>
                <c:pt idx="4433">
                  <c:v>#N/A</c:v>
                </c:pt>
                <c:pt idx="4434">
                  <c:v>#N/A</c:v>
                </c:pt>
                <c:pt idx="4435">
                  <c:v>#N/A</c:v>
                </c:pt>
                <c:pt idx="4436">
                  <c:v>#N/A</c:v>
                </c:pt>
                <c:pt idx="4437">
                  <c:v>#N/A</c:v>
                </c:pt>
                <c:pt idx="4438">
                  <c:v>#N/A</c:v>
                </c:pt>
                <c:pt idx="4439">
                  <c:v>#N/A</c:v>
                </c:pt>
                <c:pt idx="4440">
                  <c:v>#N/A</c:v>
                </c:pt>
                <c:pt idx="4441">
                  <c:v>#N/A</c:v>
                </c:pt>
                <c:pt idx="4442">
                  <c:v>#N/A</c:v>
                </c:pt>
                <c:pt idx="4443">
                  <c:v>#N/A</c:v>
                </c:pt>
                <c:pt idx="4444">
                  <c:v>#N/A</c:v>
                </c:pt>
                <c:pt idx="4445">
                  <c:v>#N/A</c:v>
                </c:pt>
                <c:pt idx="4446">
                  <c:v>#N/A</c:v>
                </c:pt>
                <c:pt idx="4447">
                  <c:v>#N/A</c:v>
                </c:pt>
                <c:pt idx="4448">
                  <c:v>#N/A</c:v>
                </c:pt>
                <c:pt idx="4449">
                  <c:v>#N/A</c:v>
                </c:pt>
                <c:pt idx="4450">
                  <c:v>#N/A</c:v>
                </c:pt>
                <c:pt idx="4451">
                  <c:v>#N/A</c:v>
                </c:pt>
                <c:pt idx="4452">
                  <c:v>#N/A</c:v>
                </c:pt>
                <c:pt idx="4453">
                  <c:v>#N/A</c:v>
                </c:pt>
                <c:pt idx="4454">
                  <c:v>#N/A</c:v>
                </c:pt>
                <c:pt idx="4455">
                  <c:v>#N/A</c:v>
                </c:pt>
                <c:pt idx="4456">
                  <c:v>#N/A</c:v>
                </c:pt>
                <c:pt idx="4457">
                  <c:v>#N/A</c:v>
                </c:pt>
                <c:pt idx="4458">
                  <c:v>#N/A</c:v>
                </c:pt>
                <c:pt idx="4459">
                  <c:v>#N/A</c:v>
                </c:pt>
                <c:pt idx="4460">
                  <c:v>#N/A</c:v>
                </c:pt>
                <c:pt idx="4461">
                  <c:v>#N/A</c:v>
                </c:pt>
                <c:pt idx="4462">
                  <c:v>#N/A</c:v>
                </c:pt>
                <c:pt idx="4463">
                  <c:v>#N/A</c:v>
                </c:pt>
                <c:pt idx="4464">
                  <c:v>#N/A</c:v>
                </c:pt>
                <c:pt idx="4465">
                  <c:v>#N/A</c:v>
                </c:pt>
                <c:pt idx="4466">
                  <c:v>#N/A</c:v>
                </c:pt>
                <c:pt idx="4467">
                  <c:v>#N/A</c:v>
                </c:pt>
                <c:pt idx="4468">
                  <c:v>#N/A</c:v>
                </c:pt>
                <c:pt idx="4469">
                  <c:v>#N/A</c:v>
                </c:pt>
                <c:pt idx="4470">
                  <c:v>#N/A</c:v>
                </c:pt>
                <c:pt idx="4471">
                  <c:v>#N/A</c:v>
                </c:pt>
                <c:pt idx="4472">
                  <c:v>#N/A</c:v>
                </c:pt>
                <c:pt idx="4473">
                  <c:v>#N/A</c:v>
                </c:pt>
                <c:pt idx="4474">
                  <c:v>#N/A</c:v>
                </c:pt>
                <c:pt idx="4475">
                  <c:v>#N/A</c:v>
                </c:pt>
                <c:pt idx="4476">
                  <c:v>#N/A</c:v>
                </c:pt>
                <c:pt idx="4477">
                  <c:v>#N/A</c:v>
                </c:pt>
                <c:pt idx="4478">
                  <c:v>#N/A</c:v>
                </c:pt>
                <c:pt idx="4479">
                  <c:v>#N/A</c:v>
                </c:pt>
                <c:pt idx="4480">
                  <c:v>#N/A</c:v>
                </c:pt>
                <c:pt idx="4481">
                  <c:v>#N/A</c:v>
                </c:pt>
                <c:pt idx="4482">
                  <c:v>#N/A</c:v>
                </c:pt>
                <c:pt idx="4483">
                  <c:v>#N/A</c:v>
                </c:pt>
                <c:pt idx="4484">
                  <c:v>#N/A</c:v>
                </c:pt>
                <c:pt idx="4485">
                  <c:v>#N/A</c:v>
                </c:pt>
                <c:pt idx="4486">
                  <c:v>#N/A</c:v>
                </c:pt>
                <c:pt idx="4487">
                  <c:v>#N/A</c:v>
                </c:pt>
                <c:pt idx="4488">
                  <c:v>#N/A</c:v>
                </c:pt>
                <c:pt idx="4489">
                  <c:v>#N/A</c:v>
                </c:pt>
                <c:pt idx="4490">
                  <c:v>#N/A</c:v>
                </c:pt>
                <c:pt idx="4491">
                  <c:v>#N/A</c:v>
                </c:pt>
                <c:pt idx="4492">
                  <c:v>#N/A</c:v>
                </c:pt>
                <c:pt idx="4493">
                  <c:v>#N/A</c:v>
                </c:pt>
                <c:pt idx="4494">
                  <c:v>#N/A</c:v>
                </c:pt>
                <c:pt idx="4495">
                  <c:v>#N/A</c:v>
                </c:pt>
                <c:pt idx="4496">
                  <c:v>#N/A</c:v>
                </c:pt>
                <c:pt idx="4497">
                  <c:v>#N/A</c:v>
                </c:pt>
                <c:pt idx="4498">
                  <c:v>#N/A</c:v>
                </c:pt>
                <c:pt idx="4499">
                  <c:v>#N/A</c:v>
                </c:pt>
                <c:pt idx="4500">
                  <c:v>#N/A</c:v>
                </c:pt>
                <c:pt idx="4501">
                  <c:v>#N/A</c:v>
                </c:pt>
                <c:pt idx="4502">
                  <c:v>#N/A</c:v>
                </c:pt>
                <c:pt idx="4503">
                  <c:v>#N/A</c:v>
                </c:pt>
                <c:pt idx="4504">
                  <c:v>#N/A</c:v>
                </c:pt>
                <c:pt idx="4505">
                  <c:v>#N/A</c:v>
                </c:pt>
                <c:pt idx="4506">
                  <c:v>#N/A</c:v>
                </c:pt>
                <c:pt idx="4507">
                  <c:v>#N/A</c:v>
                </c:pt>
                <c:pt idx="4508">
                  <c:v>#N/A</c:v>
                </c:pt>
                <c:pt idx="4509">
                  <c:v>#N/A</c:v>
                </c:pt>
                <c:pt idx="4510">
                  <c:v>#N/A</c:v>
                </c:pt>
                <c:pt idx="4511">
                  <c:v>#N/A</c:v>
                </c:pt>
                <c:pt idx="4512">
                  <c:v>#N/A</c:v>
                </c:pt>
                <c:pt idx="4513">
                  <c:v>#N/A</c:v>
                </c:pt>
                <c:pt idx="4514">
                  <c:v>#N/A</c:v>
                </c:pt>
                <c:pt idx="4515">
                  <c:v>#N/A</c:v>
                </c:pt>
                <c:pt idx="4516">
                  <c:v>#N/A</c:v>
                </c:pt>
                <c:pt idx="4517">
                  <c:v>#N/A</c:v>
                </c:pt>
                <c:pt idx="4518">
                  <c:v>#N/A</c:v>
                </c:pt>
                <c:pt idx="4519">
                  <c:v>#N/A</c:v>
                </c:pt>
                <c:pt idx="4520">
                  <c:v>#N/A</c:v>
                </c:pt>
                <c:pt idx="4521">
                  <c:v>#N/A</c:v>
                </c:pt>
                <c:pt idx="4522">
                  <c:v>#N/A</c:v>
                </c:pt>
                <c:pt idx="4523">
                  <c:v>#N/A</c:v>
                </c:pt>
                <c:pt idx="4524">
                  <c:v>#N/A</c:v>
                </c:pt>
                <c:pt idx="4525">
                  <c:v>#N/A</c:v>
                </c:pt>
                <c:pt idx="4526">
                  <c:v>#N/A</c:v>
                </c:pt>
                <c:pt idx="4527">
                  <c:v>#N/A</c:v>
                </c:pt>
                <c:pt idx="4528">
                  <c:v>#N/A</c:v>
                </c:pt>
                <c:pt idx="4529">
                  <c:v>#N/A</c:v>
                </c:pt>
                <c:pt idx="4530">
                  <c:v>#N/A</c:v>
                </c:pt>
                <c:pt idx="4531">
                  <c:v>#N/A</c:v>
                </c:pt>
                <c:pt idx="4532">
                  <c:v>#N/A</c:v>
                </c:pt>
                <c:pt idx="4533">
                  <c:v>#N/A</c:v>
                </c:pt>
                <c:pt idx="4534">
                  <c:v>#N/A</c:v>
                </c:pt>
                <c:pt idx="4535">
                  <c:v>#N/A</c:v>
                </c:pt>
                <c:pt idx="4536">
                  <c:v>#N/A</c:v>
                </c:pt>
                <c:pt idx="4537">
                  <c:v>#N/A</c:v>
                </c:pt>
                <c:pt idx="4538">
                  <c:v>#N/A</c:v>
                </c:pt>
                <c:pt idx="4539">
                  <c:v>#N/A</c:v>
                </c:pt>
                <c:pt idx="4540">
                  <c:v>#N/A</c:v>
                </c:pt>
                <c:pt idx="4541">
                  <c:v>#N/A</c:v>
                </c:pt>
                <c:pt idx="4542">
                  <c:v>#N/A</c:v>
                </c:pt>
                <c:pt idx="4543">
                  <c:v>#N/A</c:v>
                </c:pt>
                <c:pt idx="4544">
                  <c:v>#N/A</c:v>
                </c:pt>
                <c:pt idx="4545">
                  <c:v>#N/A</c:v>
                </c:pt>
                <c:pt idx="4546">
                  <c:v>#N/A</c:v>
                </c:pt>
                <c:pt idx="4547">
                  <c:v>#N/A</c:v>
                </c:pt>
                <c:pt idx="4548">
                  <c:v>#N/A</c:v>
                </c:pt>
                <c:pt idx="4549">
                  <c:v>#N/A</c:v>
                </c:pt>
                <c:pt idx="4550">
                  <c:v>#N/A</c:v>
                </c:pt>
                <c:pt idx="4551">
                  <c:v>#N/A</c:v>
                </c:pt>
                <c:pt idx="4552">
                  <c:v>#N/A</c:v>
                </c:pt>
                <c:pt idx="4553">
                  <c:v>#N/A</c:v>
                </c:pt>
                <c:pt idx="4554">
                  <c:v>#N/A</c:v>
                </c:pt>
                <c:pt idx="4555">
                  <c:v>#N/A</c:v>
                </c:pt>
                <c:pt idx="4556">
                  <c:v>#N/A</c:v>
                </c:pt>
                <c:pt idx="4557">
                  <c:v>#N/A</c:v>
                </c:pt>
                <c:pt idx="4558">
                  <c:v>#N/A</c:v>
                </c:pt>
                <c:pt idx="4559">
                  <c:v>#N/A</c:v>
                </c:pt>
                <c:pt idx="4560">
                  <c:v>#N/A</c:v>
                </c:pt>
                <c:pt idx="4561">
                  <c:v>#N/A</c:v>
                </c:pt>
                <c:pt idx="4562">
                  <c:v>#N/A</c:v>
                </c:pt>
                <c:pt idx="4563">
                  <c:v>#N/A</c:v>
                </c:pt>
                <c:pt idx="4564">
                  <c:v>#N/A</c:v>
                </c:pt>
                <c:pt idx="4565">
                  <c:v>#N/A</c:v>
                </c:pt>
                <c:pt idx="4566">
                  <c:v>#N/A</c:v>
                </c:pt>
                <c:pt idx="4567">
                  <c:v>#N/A</c:v>
                </c:pt>
                <c:pt idx="4568">
                  <c:v>#N/A</c:v>
                </c:pt>
                <c:pt idx="4569">
                  <c:v>#N/A</c:v>
                </c:pt>
                <c:pt idx="4570">
                  <c:v>#N/A</c:v>
                </c:pt>
                <c:pt idx="4571">
                  <c:v>#N/A</c:v>
                </c:pt>
                <c:pt idx="4572">
                  <c:v>#N/A</c:v>
                </c:pt>
                <c:pt idx="4573">
                  <c:v>#N/A</c:v>
                </c:pt>
                <c:pt idx="4574">
                  <c:v>#N/A</c:v>
                </c:pt>
                <c:pt idx="4575">
                  <c:v>#N/A</c:v>
                </c:pt>
                <c:pt idx="4576">
                  <c:v>#N/A</c:v>
                </c:pt>
                <c:pt idx="4577">
                  <c:v>#N/A</c:v>
                </c:pt>
                <c:pt idx="4578">
                  <c:v>#N/A</c:v>
                </c:pt>
                <c:pt idx="4579">
                  <c:v>#N/A</c:v>
                </c:pt>
                <c:pt idx="4580">
                  <c:v>#N/A</c:v>
                </c:pt>
                <c:pt idx="4581">
                  <c:v>#N/A</c:v>
                </c:pt>
                <c:pt idx="4582">
                  <c:v>#N/A</c:v>
                </c:pt>
                <c:pt idx="4583">
                  <c:v>#N/A</c:v>
                </c:pt>
                <c:pt idx="4584">
                  <c:v>#N/A</c:v>
                </c:pt>
                <c:pt idx="4585">
                  <c:v>#N/A</c:v>
                </c:pt>
                <c:pt idx="4586">
                  <c:v>#N/A</c:v>
                </c:pt>
                <c:pt idx="4587">
                  <c:v>#N/A</c:v>
                </c:pt>
                <c:pt idx="4588">
                  <c:v>#N/A</c:v>
                </c:pt>
                <c:pt idx="4589">
                  <c:v>#N/A</c:v>
                </c:pt>
                <c:pt idx="4590">
                  <c:v>#N/A</c:v>
                </c:pt>
                <c:pt idx="4591">
                  <c:v>#N/A</c:v>
                </c:pt>
                <c:pt idx="4592">
                  <c:v>#N/A</c:v>
                </c:pt>
                <c:pt idx="4593">
                  <c:v>#N/A</c:v>
                </c:pt>
                <c:pt idx="4594">
                  <c:v>#N/A</c:v>
                </c:pt>
                <c:pt idx="4595">
                  <c:v>#N/A</c:v>
                </c:pt>
                <c:pt idx="4596">
                  <c:v>#N/A</c:v>
                </c:pt>
                <c:pt idx="4597">
                  <c:v>#N/A</c:v>
                </c:pt>
                <c:pt idx="4598">
                  <c:v>#N/A</c:v>
                </c:pt>
                <c:pt idx="4599">
                  <c:v>#N/A</c:v>
                </c:pt>
                <c:pt idx="4600">
                  <c:v>#N/A</c:v>
                </c:pt>
                <c:pt idx="4601">
                  <c:v>#N/A</c:v>
                </c:pt>
                <c:pt idx="4602">
                  <c:v>#N/A</c:v>
                </c:pt>
                <c:pt idx="4603">
                  <c:v>#N/A</c:v>
                </c:pt>
                <c:pt idx="4604">
                  <c:v>#N/A</c:v>
                </c:pt>
                <c:pt idx="4605">
                  <c:v>#N/A</c:v>
                </c:pt>
                <c:pt idx="4606">
                  <c:v>#N/A</c:v>
                </c:pt>
                <c:pt idx="4607">
                  <c:v>#N/A</c:v>
                </c:pt>
                <c:pt idx="4608">
                  <c:v>#N/A</c:v>
                </c:pt>
                <c:pt idx="4609">
                  <c:v>#N/A</c:v>
                </c:pt>
                <c:pt idx="4610">
                  <c:v>#N/A</c:v>
                </c:pt>
                <c:pt idx="4611">
                  <c:v>#N/A</c:v>
                </c:pt>
                <c:pt idx="4612">
                  <c:v>#N/A</c:v>
                </c:pt>
                <c:pt idx="4613">
                  <c:v>#N/A</c:v>
                </c:pt>
                <c:pt idx="4614">
                  <c:v>#N/A</c:v>
                </c:pt>
                <c:pt idx="4615">
                  <c:v>#N/A</c:v>
                </c:pt>
                <c:pt idx="4616">
                  <c:v>#N/A</c:v>
                </c:pt>
                <c:pt idx="4617">
                  <c:v>#N/A</c:v>
                </c:pt>
                <c:pt idx="4618">
                  <c:v>#N/A</c:v>
                </c:pt>
                <c:pt idx="4619">
                  <c:v>#N/A</c:v>
                </c:pt>
                <c:pt idx="4620">
                  <c:v>#N/A</c:v>
                </c:pt>
                <c:pt idx="4621">
                  <c:v>#N/A</c:v>
                </c:pt>
                <c:pt idx="4622">
                  <c:v>#N/A</c:v>
                </c:pt>
                <c:pt idx="4623">
                  <c:v>#N/A</c:v>
                </c:pt>
                <c:pt idx="4624">
                  <c:v>#N/A</c:v>
                </c:pt>
                <c:pt idx="4625">
                  <c:v>#N/A</c:v>
                </c:pt>
                <c:pt idx="4626">
                  <c:v>#N/A</c:v>
                </c:pt>
                <c:pt idx="4627">
                  <c:v>#N/A</c:v>
                </c:pt>
                <c:pt idx="4628">
                  <c:v>#N/A</c:v>
                </c:pt>
                <c:pt idx="4629">
                  <c:v>#N/A</c:v>
                </c:pt>
                <c:pt idx="4630">
                  <c:v>#N/A</c:v>
                </c:pt>
                <c:pt idx="4631">
                  <c:v>#N/A</c:v>
                </c:pt>
                <c:pt idx="4632">
                  <c:v>#N/A</c:v>
                </c:pt>
                <c:pt idx="4633">
                  <c:v>#N/A</c:v>
                </c:pt>
                <c:pt idx="4634">
                  <c:v>#N/A</c:v>
                </c:pt>
                <c:pt idx="4635">
                  <c:v>#N/A</c:v>
                </c:pt>
                <c:pt idx="4636">
                  <c:v>#N/A</c:v>
                </c:pt>
                <c:pt idx="4637">
                  <c:v>#N/A</c:v>
                </c:pt>
                <c:pt idx="4638">
                  <c:v>#N/A</c:v>
                </c:pt>
                <c:pt idx="4639">
                  <c:v>#N/A</c:v>
                </c:pt>
                <c:pt idx="4640">
                  <c:v>#N/A</c:v>
                </c:pt>
                <c:pt idx="4641">
                  <c:v>#N/A</c:v>
                </c:pt>
                <c:pt idx="4642">
                  <c:v>#N/A</c:v>
                </c:pt>
                <c:pt idx="4643">
                  <c:v>#N/A</c:v>
                </c:pt>
                <c:pt idx="4644">
                  <c:v>#N/A</c:v>
                </c:pt>
                <c:pt idx="4645">
                  <c:v>#N/A</c:v>
                </c:pt>
                <c:pt idx="4646">
                  <c:v>#N/A</c:v>
                </c:pt>
                <c:pt idx="4647">
                  <c:v>#N/A</c:v>
                </c:pt>
                <c:pt idx="4648">
                  <c:v>#N/A</c:v>
                </c:pt>
                <c:pt idx="4649">
                  <c:v>#N/A</c:v>
                </c:pt>
                <c:pt idx="4650">
                  <c:v>#N/A</c:v>
                </c:pt>
                <c:pt idx="4651">
                  <c:v>#N/A</c:v>
                </c:pt>
                <c:pt idx="4652">
                  <c:v>#N/A</c:v>
                </c:pt>
                <c:pt idx="4653">
                  <c:v>#N/A</c:v>
                </c:pt>
                <c:pt idx="4654">
                  <c:v>#N/A</c:v>
                </c:pt>
                <c:pt idx="4655">
                  <c:v>#N/A</c:v>
                </c:pt>
                <c:pt idx="4656">
                  <c:v>#N/A</c:v>
                </c:pt>
                <c:pt idx="4657">
                  <c:v>#N/A</c:v>
                </c:pt>
                <c:pt idx="4658">
                  <c:v>#N/A</c:v>
                </c:pt>
                <c:pt idx="4659">
                  <c:v>#N/A</c:v>
                </c:pt>
                <c:pt idx="4660">
                  <c:v>#N/A</c:v>
                </c:pt>
                <c:pt idx="4661">
                  <c:v>#N/A</c:v>
                </c:pt>
                <c:pt idx="4662">
                  <c:v>#N/A</c:v>
                </c:pt>
                <c:pt idx="4663">
                  <c:v>#N/A</c:v>
                </c:pt>
                <c:pt idx="4664">
                  <c:v>#N/A</c:v>
                </c:pt>
                <c:pt idx="4665">
                  <c:v>#N/A</c:v>
                </c:pt>
                <c:pt idx="4666">
                  <c:v>#N/A</c:v>
                </c:pt>
                <c:pt idx="4667">
                  <c:v>#N/A</c:v>
                </c:pt>
                <c:pt idx="4668">
                  <c:v>#N/A</c:v>
                </c:pt>
                <c:pt idx="4669">
                  <c:v>#N/A</c:v>
                </c:pt>
                <c:pt idx="4670">
                  <c:v>#N/A</c:v>
                </c:pt>
                <c:pt idx="4671">
                  <c:v>#N/A</c:v>
                </c:pt>
                <c:pt idx="4672">
                  <c:v>#N/A</c:v>
                </c:pt>
                <c:pt idx="4673">
                  <c:v>#N/A</c:v>
                </c:pt>
                <c:pt idx="4674">
                  <c:v>#N/A</c:v>
                </c:pt>
                <c:pt idx="4675">
                  <c:v>#N/A</c:v>
                </c:pt>
                <c:pt idx="4676">
                  <c:v>#N/A</c:v>
                </c:pt>
                <c:pt idx="4677">
                  <c:v>#N/A</c:v>
                </c:pt>
                <c:pt idx="4678">
                  <c:v>#N/A</c:v>
                </c:pt>
                <c:pt idx="4679">
                  <c:v>#N/A</c:v>
                </c:pt>
                <c:pt idx="4680">
                  <c:v>#N/A</c:v>
                </c:pt>
                <c:pt idx="4681">
                  <c:v>#N/A</c:v>
                </c:pt>
                <c:pt idx="4682">
                  <c:v>#N/A</c:v>
                </c:pt>
                <c:pt idx="4683">
                  <c:v>#N/A</c:v>
                </c:pt>
                <c:pt idx="4684">
                  <c:v>#N/A</c:v>
                </c:pt>
                <c:pt idx="4685">
                  <c:v>#N/A</c:v>
                </c:pt>
                <c:pt idx="4686">
                  <c:v>#N/A</c:v>
                </c:pt>
                <c:pt idx="4687">
                  <c:v>#N/A</c:v>
                </c:pt>
                <c:pt idx="4688">
                  <c:v>#N/A</c:v>
                </c:pt>
                <c:pt idx="4689">
                  <c:v>#N/A</c:v>
                </c:pt>
                <c:pt idx="4690">
                  <c:v>#N/A</c:v>
                </c:pt>
                <c:pt idx="4691">
                  <c:v>#N/A</c:v>
                </c:pt>
                <c:pt idx="4692">
                  <c:v>#N/A</c:v>
                </c:pt>
                <c:pt idx="4693">
                  <c:v>#N/A</c:v>
                </c:pt>
                <c:pt idx="4694">
                  <c:v>#N/A</c:v>
                </c:pt>
                <c:pt idx="4695">
                  <c:v>#N/A</c:v>
                </c:pt>
                <c:pt idx="4696">
                  <c:v>#N/A</c:v>
                </c:pt>
                <c:pt idx="4697">
                  <c:v>#N/A</c:v>
                </c:pt>
                <c:pt idx="4698">
                  <c:v>#N/A</c:v>
                </c:pt>
                <c:pt idx="4699">
                  <c:v>#N/A</c:v>
                </c:pt>
                <c:pt idx="4700">
                  <c:v>#N/A</c:v>
                </c:pt>
                <c:pt idx="4701">
                  <c:v>#N/A</c:v>
                </c:pt>
                <c:pt idx="4702">
                  <c:v>#N/A</c:v>
                </c:pt>
                <c:pt idx="4703">
                  <c:v>#N/A</c:v>
                </c:pt>
                <c:pt idx="4704">
                  <c:v>#N/A</c:v>
                </c:pt>
                <c:pt idx="4705">
                  <c:v>#N/A</c:v>
                </c:pt>
                <c:pt idx="4706">
                  <c:v>#N/A</c:v>
                </c:pt>
                <c:pt idx="4707">
                  <c:v>#N/A</c:v>
                </c:pt>
                <c:pt idx="4708">
                  <c:v>#N/A</c:v>
                </c:pt>
                <c:pt idx="4709">
                  <c:v>#N/A</c:v>
                </c:pt>
                <c:pt idx="4710">
                  <c:v>#N/A</c:v>
                </c:pt>
                <c:pt idx="4711">
                  <c:v>#N/A</c:v>
                </c:pt>
                <c:pt idx="4712">
                  <c:v>#N/A</c:v>
                </c:pt>
                <c:pt idx="4713">
                  <c:v>#N/A</c:v>
                </c:pt>
                <c:pt idx="4714">
                  <c:v>#N/A</c:v>
                </c:pt>
                <c:pt idx="4715">
                  <c:v>#N/A</c:v>
                </c:pt>
                <c:pt idx="4716">
                  <c:v>#N/A</c:v>
                </c:pt>
                <c:pt idx="4717">
                  <c:v>#N/A</c:v>
                </c:pt>
                <c:pt idx="4718">
                  <c:v>#N/A</c:v>
                </c:pt>
                <c:pt idx="4719">
                  <c:v>#N/A</c:v>
                </c:pt>
                <c:pt idx="4720">
                  <c:v>#N/A</c:v>
                </c:pt>
                <c:pt idx="4721">
                  <c:v>#N/A</c:v>
                </c:pt>
                <c:pt idx="4722">
                  <c:v>#N/A</c:v>
                </c:pt>
                <c:pt idx="4723">
                  <c:v>#N/A</c:v>
                </c:pt>
                <c:pt idx="4724">
                  <c:v>#N/A</c:v>
                </c:pt>
                <c:pt idx="4725">
                  <c:v>#N/A</c:v>
                </c:pt>
                <c:pt idx="4726">
                  <c:v>#N/A</c:v>
                </c:pt>
                <c:pt idx="4727">
                  <c:v>#N/A</c:v>
                </c:pt>
                <c:pt idx="4728">
                  <c:v>#N/A</c:v>
                </c:pt>
                <c:pt idx="4729">
                  <c:v>#N/A</c:v>
                </c:pt>
                <c:pt idx="4730">
                  <c:v>#N/A</c:v>
                </c:pt>
                <c:pt idx="4731">
                  <c:v>#N/A</c:v>
                </c:pt>
                <c:pt idx="4732">
                  <c:v>#N/A</c:v>
                </c:pt>
                <c:pt idx="4733">
                  <c:v>#N/A</c:v>
                </c:pt>
                <c:pt idx="4734">
                  <c:v>#N/A</c:v>
                </c:pt>
                <c:pt idx="4735">
                  <c:v>#N/A</c:v>
                </c:pt>
                <c:pt idx="4736">
                  <c:v>#N/A</c:v>
                </c:pt>
                <c:pt idx="4737">
                  <c:v>#N/A</c:v>
                </c:pt>
                <c:pt idx="4738">
                  <c:v>#N/A</c:v>
                </c:pt>
                <c:pt idx="4739">
                  <c:v>#N/A</c:v>
                </c:pt>
                <c:pt idx="4740">
                  <c:v>#N/A</c:v>
                </c:pt>
                <c:pt idx="4741">
                  <c:v>#N/A</c:v>
                </c:pt>
                <c:pt idx="4742">
                  <c:v>#N/A</c:v>
                </c:pt>
                <c:pt idx="4743">
                  <c:v>#N/A</c:v>
                </c:pt>
                <c:pt idx="4744">
                  <c:v>#N/A</c:v>
                </c:pt>
                <c:pt idx="4745">
                  <c:v>#N/A</c:v>
                </c:pt>
                <c:pt idx="4746">
                  <c:v>#N/A</c:v>
                </c:pt>
                <c:pt idx="4747">
                  <c:v>#N/A</c:v>
                </c:pt>
                <c:pt idx="4748">
                  <c:v>#N/A</c:v>
                </c:pt>
                <c:pt idx="4749">
                  <c:v>#N/A</c:v>
                </c:pt>
                <c:pt idx="4750">
                  <c:v>#N/A</c:v>
                </c:pt>
                <c:pt idx="4751">
                  <c:v>#N/A</c:v>
                </c:pt>
                <c:pt idx="4752">
                  <c:v>#N/A</c:v>
                </c:pt>
                <c:pt idx="4753">
                  <c:v>#N/A</c:v>
                </c:pt>
                <c:pt idx="4754">
                  <c:v>#N/A</c:v>
                </c:pt>
                <c:pt idx="4755">
                  <c:v>#N/A</c:v>
                </c:pt>
                <c:pt idx="4756">
                  <c:v>#N/A</c:v>
                </c:pt>
                <c:pt idx="4757">
                  <c:v>#N/A</c:v>
                </c:pt>
                <c:pt idx="4758">
                  <c:v>#N/A</c:v>
                </c:pt>
                <c:pt idx="4759">
                  <c:v>#N/A</c:v>
                </c:pt>
                <c:pt idx="4760">
                  <c:v>#N/A</c:v>
                </c:pt>
                <c:pt idx="4761">
                  <c:v>#N/A</c:v>
                </c:pt>
                <c:pt idx="4762">
                  <c:v>#N/A</c:v>
                </c:pt>
                <c:pt idx="4763">
                  <c:v>#N/A</c:v>
                </c:pt>
                <c:pt idx="4764">
                  <c:v>#N/A</c:v>
                </c:pt>
                <c:pt idx="4765">
                  <c:v>#N/A</c:v>
                </c:pt>
                <c:pt idx="4766">
                  <c:v>#N/A</c:v>
                </c:pt>
                <c:pt idx="4767">
                  <c:v>#N/A</c:v>
                </c:pt>
                <c:pt idx="4768">
                  <c:v>#N/A</c:v>
                </c:pt>
                <c:pt idx="4769">
                  <c:v>#N/A</c:v>
                </c:pt>
                <c:pt idx="4770">
                  <c:v>#N/A</c:v>
                </c:pt>
                <c:pt idx="4771">
                  <c:v>#N/A</c:v>
                </c:pt>
                <c:pt idx="4772">
                  <c:v>#N/A</c:v>
                </c:pt>
                <c:pt idx="4773">
                  <c:v>#N/A</c:v>
                </c:pt>
                <c:pt idx="4774">
                  <c:v>#N/A</c:v>
                </c:pt>
                <c:pt idx="4775">
                  <c:v>#N/A</c:v>
                </c:pt>
                <c:pt idx="4776">
                  <c:v>#N/A</c:v>
                </c:pt>
                <c:pt idx="4777">
                  <c:v>#N/A</c:v>
                </c:pt>
                <c:pt idx="4778">
                  <c:v>#N/A</c:v>
                </c:pt>
                <c:pt idx="4779">
                  <c:v>#N/A</c:v>
                </c:pt>
                <c:pt idx="4780">
                  <c:v>#N/A</c:v>
                </c:pt>
                <c:pt idx="4781">
                  <c:v>#N/A</c:v>
                </c:pt>
                <c:pt idx="4782">
                  <c:v>#N/A</c:v>
                </c:pt>
                <c:pt idx="4783">
                  <c:v>#N/A</c:v>
                </c:pt>
                <c:pt idx="4784">
                  <c:v>#N/A</c:v>
                </c:pt>
                <c:pt idx="4785">
                  <c:v>#N/A</c:v>
                </c:pt>
                <c:pt idx="4786">
                  <c:v>#N/A</c:v>
                </c:pt>
                <c:pt idx="4787">
                  <c:v>#N/A</c:v>
                </c:pt>
                <c:pt idx="4788">
                  <c:v>#N/A</c:v>
                </c:pt>
                <c:pt idx="4789">
                  <c:v>#N/A</c:v>
                </c:pt>
                <c:pt idx="4790">
                  <c:v>#N/A</c:v>
                </c:pt>
                <c:pt idx="4791">
                  <c:v>#N/A</c:v>
                </c:pt>
                <c:pt idx="4792">
                  <c:v>#N/A</c:v>
                </c:pt>
                <c:pt idx="4793">
                  <c:v>#N/A</c:v>
                </c:pt>
                <c:pt idx="4794">
                  <c:v>#N/A</c:v>
                </c:pt>
                <c:pt idx="4795">
                  <c:v>#N/A</c:v>
                </c:pt>
                <c:pt idx="4796">
                  <c:v>#N/A</c:v>
                </c:pt>
                <c:pt idx="4797">
                  <c:v>#N/A</c:v>
                </c:pt>
                <c:pt idx="4798">
                  <c:v>#N/A</c:v>
                </c:pt>
                <c:pt idx="4799">
                  <c:v>#N/A</c:v>
                </c:pt>
                <c:pt idx="4800">
                  <c:v>#N/A</c:v>
                </c:pt>
                <c:pt idx="4801">
                  <c:v>#N/A</c:v>
                </c:pt>
                <c:pt idx="4802">
                  <c:v>#N/A</c:v>
                </c:pt>
                <c:pt idx="4803">
                  <c:v>#N/A</c:v>
                </c:pt>
                <c:pt idx="4804">
                  <c:v>#N/A</c:v>
                </c:pt>
                <c:pt idx="4805">
                  <c:v>#N/A</c:v>
                </c:pt>
                <c:pt idx="4806">
                  <c:v>#N/A</c:v>
                </c:pt>
                <c:pt idx="4807">
                  <c:v>#N/A</c:v>
                </c:pt>
                <c:pt idx="4808">
                  <c:v>#N/A</c:v>
                </c:pt>
                <c:pt idx="4809">
                  <c:v>#N/A</c:v>
                </c:pt>
                <c:pt idx="4810">
                  <c:v>#N/A</c:v>
                </c:pt>
                <c:pt idx="4811">
                  <c:v>#N/A</c:v>
                </c:pt>
                <c:pt idx="4812">
                  <c:v>#N/A</c:v>
                </c:pt>
                <c:pt idx="4813">
                  <c:v>#N/A</c:v>
                </c:pt>
                <c:pt idx="4814">
                  <c:v>#N/A</c:v>
                </c:pt>
                <c:pt idx="4815">
                  <c:v>#N/A</c:v>
                </c:pt>
                <c:pt idx="4816">
                  <c:v>#N/A</c:v>
                </c:pt>
                <c:pt idx="4817">
                  <c:v>#N/A</c:v>
                </c:pt>
                <c:pt idx="4818">
                  <c:v>#N/A</c:v>
                </c:pt>
                <c:pt idx="4819">
                  <c:v>#N/A</c:v>
                </c:pt>
                <c:pt idx="4820">
                  <c:v>#N/A</c:v>
                </c:pt>
                <c:pt idx="4821">
                  <c:v>#N/A</c:v>
                </c:pt>
                <c:pt idx="4822">
                  <c:v>#N/A</c:v>
                </c:pt>
                <c:pt idx="4823">
                  <c:v>#N/A</c:v>
                </c:pt>
                <c:pt idx="4824">
                  <c:v>#N/A</c:v>
                </c:pt>
                <c:pt idx="4825">
                  <c:v>#N/A</c:v>
                </c:pt>
                <c:pt idx="4826">
                  <c:v>#N/A</c:v>
                </c:pt>
                <c:pt idx="4827">
                  <c:v>#N/A</c:v>
                </c:pt>
                <c:pt idx="4828">
                  <c:v>#N/A</c:v>
                </c:pt>
                <c:pt idx="4829">
                  <c:v>#N/A</c:v>
                </c:pt>
                <c:pt idx="4830">
                  <c:v>#N/A</c:v>
                </c:pt>
                <c:pt idx="4831">
                  <c:v>#N/A</c:v>
                </c:pt>
                <c:pt idx="4832">
                  <c:v>#N/A</c:v>
                </c:pt>
                <c:pt idx="4833">
                  <c:v>#N/A</c:v>
                </c:pt>
                <c:pt idx="4834">
                  <c:v>#N/A</c:v>
                </c:pt>
                <c:pt idx="4835">
                  <c:v>#N/A</c:v>
                </c:pt>
                <c:pt idx="4836">
                  <c:v>#N/A</c:v>
                </c:pt>
                <c:pt idx="4837">
                  <c:v>#N/A</c:v>
                </c:pt>
                <c:pt idx="4838">
                  <c:v>#N/A</c:v>
                </c:pt>
                <c:pt idx="4839">
                  <c:v>#N/A</c:v>
                </c:pt>
                <c:pt idx="4840">
                  <c:v>#N/A</c:v>
                </c:pt>
                <c:pt idx="4841">
                  <c:v>#N/A</c:v>
                </c:pt>
                <c:pt idx="4842">
                  <c:v>#N/A</c:v>
                </c:pt>
                <c:pt idx="4843">
                  <c:v>#N/A</c:v>
                </c:pt>
                <c:pt idx="4844">
                  <c:v>#N/A</c:v>
                </c:pt>
                <c:pt idx="4845">
                  <c:v>#N/A</c:v>
                </c:pt>
                <c:pt idx="4846">
                  <c:v>#N/A</c:v>
                </c:pt>
                <c:pt idx="4847">
                  <c:v>#N/A</c:v>
                </c:pt>
                <c:pt idx="4848">
                  <c:v>#N/A</c:v>
                </c:pt>
                <c:pt idx="4849">
                  <c:v>#N/A</c:v>
                </c:pt>
                <c:pt idx="4850">
                  <c:v>#N/A</c:v>
                </c:pt>
                <c:pt idx="4851">
                  <c:v>#N/A</c:v>
                </c:pt>
                <c:pt idx="4852">
                  <c:v>#N/A</c:v>
                </c:pt>
                <c:pt idx="4853">
                  <c:v>#N/A</c:v>
                </c:pt>
                <c:pt idx="4854">
                  <c:v>#N/A</c:v>
                </c:pt>
                <c:pt idx="4855">
                  <c:v>#N/A</c:v>
                </c:pt>
                <c:pt idx="4856">
                  <c:v>#N/A</c:v>
                </c:pt>
                <c:pt idx="4857">
                  <c:v>#N/A</c:v>
                </c:pt>
                <c:pt idx="4858">
                  <c:v>#N/A</c:v>
                </c:pt>
                <c:pt idx="4859">
                  <c:v>#N/A</c:v>
                </c:pt>
                <c:pt idx="4860">
                  <c:v>#N/A</c:v>
                </c:pt>
                <c:pt idx="4861">
                  <c:v>#N/A</c:v>
                </c:pt>
                <c:pt idx="4862">
                  <c:v>#N/A</c:v>
                </c:pt>
                <c:pt idx="4863">
                  <c:v>#N/A</c:v>
                </c:pt>
                <c:pt idx="4864">
                  <c:v>#N/A</c:v>
                </c:pt>
                <c:pt idx="4865">
                  <c:v>#N/A</c:v>
                </c:pt>
                <c:pt idx="4866">
                  <c:v>#N/A</c:v>
                </c:pt>
                <c:pt idx="4867">
                  <c:v>#N/A</c:v>
                </c:pt>
                <c:pt idx="4868">
                  <c:v>#N/A</c:v>
                </c:pt>
                <c:pt idx="4869">
                  <c:v>#N/A</c:v>
                </c:pt>
                <c:pt idx="4870">
                  <c:v>#N/A</c:v>
                </c:pt>
                <c:pt idx="4871">
                  <c:v>#N/A</c:v>
                </c:pt>
                <c:pt idx="4872">
                  <c:v>#N/A</c:v>
                </c:pt>
                <c:pt idx="4873">
                  <c:v>#N/A</c:v>
                </c:pt>
                <c:pt idx="4874">
                  <c:v>#N/A</c:v>
                </c:pt>
                <c:pt idx="4875">
                  <c:v>#N/A</c:v>
                </c:pt>
                <c:pt idx="4876">
                  <c:v>#N/A</c:v>
                </c:pt>
                <c:pt idx="4877">
                  <c:v>#N/A</c:v>
                </c:pt>
                <c:pt idx="4878">
                  <c:v>#N/A</c:v>
                </c:pt>
                <c:pt idx="4879">
                  <c:v>#N/A</c:v>
                </c:pt>
                <c:pt idx="4880">
                  <c:v>#N/A</c:v>
                </c:pt>
                <c:pt idx="4881">
                  <c:v>#N/A</c:v>
                </c:pt>
                <c:pt idx="4882">
                  <c:v>#N/A</c:v>
                </c:pt>
                <c:pt idx="4883">
                  <c:v>#N/A</c:v>
                </c:pt>
                <c:pt idx="4884">
                  <c:v>#N/A</c:v>
                </c:pt>
                <c:pt idx="4885">
                  <c:v>#N/A</c:v>
                </c:pt>
                <c:pt idx="4886">
                  <c:v>#N/A</c:v>
                </c:pt>
                <c:pt idx="4887">
                  <c:v>#N/A</c:v>
                </c:pt>
                <c:pt idx="4888">
                  <c:v>#N/A</c:v>
                </c:pt>
                <c:pt idx="4889">
                  <c:v>#N/A</c:v>
                </c:pt>
                <c:pt idx="4890">
                  <c:v>#N/A</c:v>
                </c:pt>
                <c:pt idx="4891">
                  <c:v>#N/A</c:v>
                </c:pt>
                <c:pt idx="4892">
                  <c:v>#N/A</c:v>
                </c:pt>
                <c:pt idx="4893">
                  <c:v>#N/A</c:v>
                </c:pt>
                <c:pt idx="4894">
                  <c:v>#N/A</c:v>
                </c:pt>
                <c:pt idx="4895">
                  <c:v>#N/A</c:v>
                </c:pt>
                <c:pt idx="4896">
                  <c:v>#N/A</c:v>
                </c:pt>
                <c:pt idx="4897">
                  <c:v>#N/A</c:v>
                </c:pt>
                <c:pt idx="4898">
                  <c:v>#N/A</c:v>
                </c:pt>
                <c:pt idx="4899">
                  <c:v>#N/A</c:v>
                </c:pt>
                <c:pt idx="4900">
                  <c:v>#N/A</c:v>
                </c:pt>
                <c:pt idx="4901">
                  <c:v>#N/A</c:v>
                </c:pt>
                <c:pt idx="4902">
                  <c:v>#N/A</c:v>
                </c:pt>
                <c:pt idx="4903">
                  <c:v>#N/A</c:v>
                </c:pt>
                <c:pt idx="4904">
                  <c:v>#N/A</c:v>
                </c:pt>
                <c:pt idx="4905">
                  <c:v>#N/A</c:v>
                </c:pt>
                <c:pt idx="4906">
                  <c:v>#N/A</c:v>
                </c:pt>
                <c:pt idx="4907">
                  <c:v>#N/A</c:v>
                </c:pt>
                <c:pt idx="4908">
                  <c:v>#N/A</c:v>
                </c:pt>
                <c:pt idx="4909">
                  <c:v>#N/A</c:v>
                </c:pt>
                <c:pt idx="4910">
                  <c:v>#N/A</c:v>
                </c:pt>
                <c:pt idx="4911">
                  <c:v>#N/A</c:v>
                </c:pt>
                <c:pt idx="4912">
                  <c:v>#N/A</c:v>
                </c:pt>
                <c:pt idx="4913">
                  <c:v>#N/A</c:v>
                </c:pt>
                <c:pt idx="4914">
                  <c:v>#N/A</c:v>
                </c:pt>
                <c:pt idx="4915">
                  <c:v>#N/A</c:v>
                </c:pt>
                <c:pt idx="4916">
                  <c:v>#N/A</c:v>
                </c:pt>
                <c:pt idx="4917">
                  <c:v>#N/A</c:v>
                </c:pt>
                <c:pt idx="4918">
                  <c:v>#N/A</c:v>
                </c:pt>
                <c:pt idx="4919">
                  <c:v>#N/A</c:v>
                </c:pt>
                <c:pt idx="4920">
                  <c:v>#N/A</c:v>
                </c:pt>
                <c:pt idx="4921">
                  <c:v>#N/A</c:v>
                </c:pt>
                <c:pt idx="4922">
                  <c:v>#N/A</c:v>
                </c:pt>
                <c:pt idx="4923">
                  <c:v>#N/A</c:v>
                </c:pt>
                <c:pt idx="4924">
                  <c:v>#N/A</c:v>
                </c:pt>
                <c:pt idx="4925">
                  <c:v>#N/A</c:v>
                </c:pt>
                <c:pt idx="4926">
                  <c:v>#N/A</c:v>
                </c:pt>
                <c:pt idx="4927">
                  <c:v>#N/A</c:v>
                </c:pt>
                <c:pt idx="4928">
                  <c:v>#N/A</c:v>
                </c:pt>
                <c:pt idx="4929">
                  <c:v>#N/A</c:v>
                </c:pt>
                <c:pt idx="4930">
                  <c:v>#N/A</c:v>
                </c:pt>
                <c:pt idx="4931">
                  <c:v>#N/A</c:v>
                </c:pt>
                <c:pt idx="4932">
                  <c:v>#N/A</c:v>
                </c:pt>
                <c:pt idx="4933">
                  <c:v>#N/A</c:v>
                </c:pt>
                <c:pt idx="4934">
                  <c:v>#N/A</c:v>
                </c:pt>
                <c:pt idx="4935">
                  <c:v>#N/A</c:v>
                </c:pt>
                <c:pt idx="4936">
                  <c:v>#N/A</c:v>
                </c:pt>
                <c:pt idx="4937">
                  <c:v>#N/A</c:v>
                </c:pt>
                <c:pt idx="4938">
                  <c:v>#N/A</c:v>
                </c:pt>
                <c:pt idx="4939">
                  <c:v>#N/A</c:v>
                </c:pt>
                <c:pt idx="4940">
                  <c:v>#N/A</c:v>
                </c:pt>
                <c:pt idx="4941">
                  <c:v>#N/A</c:v>
                </c:pt>
                <c:pt idx="4942">
                  <c:v>#N/A</c:v>
                </c:pt>
                <c:pt idx="4943">
                  <c:v>#N/A</c:v>
                </c:pt>
                <c:pt idx="4944">
                  <c:v>#N/A</c:v>
                </c:pt>
                <c:pt idx="4945">
                  <c:v>#N/A</c:v>
                </c:pt>
                <c:pt idx="4946">
                  <c:v>#N/A</c:v>
                </c:pt>
                <c:pt idx="4947">
                  <c:v>#N/A</c:v>
                </c:pt>
                <c:pt idx="4948">
                  <c:v>#N/A</c:v>
                </c:pt>
                <c:pt idx="4949">
                  <c:v>#N/A</c:v>
                </c:pt>
                <c:pt idx="4950">
                  <c:v>#N/A</c:v>
                </c:pt>
                <c:pt idx="4951">
                  <c:v>#N/A</c:v>
                </c:pt>
                <c:pt idx="4952">
                  <c:v>#N/A</c:v>
                </c:pt>
                <c:pt idx="4953">
                  <c:v>#N/A</c:v>
                </c:pt>
                <c:pt idx="4954">
                  <c:v>#N/A</c:v>
                </c:pt>
                <c:pt idx="4955">
                  <c:v>#N/A</c:v>
                </c:pt>
                <c:pt idx="4956">
                  <c:v>#N/A</c:v>
                </c:pt>
                <c:pt idx="4957">
                  <c:v>#N/A</c:v>
                </c:pt>
                <c:pt idx="4958">
                  <c:v>#N/A</c:v>
                </c:pt>
                <c:pt idx="4959">
                  <c:v>#N/A</c:v>
                </c:pt>
                <c:pt idx="4960">
                  <c:v>#N/A</c:v>
                </c:pt>
                <c:pt idx="4961">
                  <c:v>#N/A</c:v>
                </c:pt>
                <c:pt idx="4962">
                  <c:v>#N/A</c:v>
                </c:pt>
                <c:pt idx="4963">
                  <c:v>#N/A</c:v>
                </c:pt>
                <c:pt idx="4964">
                  <c:v>#N/A</c:v>
                </c:pt>
                <c:pt idx="4965">
                  <c:v>#N/A</c:v>
                </c:pt>
                <c:pt idx="4966">
                  <c:v>#N/A</c:v>
                </c:pt>
                <c:pt idx="4967">
                  <c:v>#N/A</c:v>
                </c:pt>
                <c:pt idx="4968">
                  <c:v>#N/A</c:v>
                </c:pt>
                <c:pt idx="4969">
                  <c:v>#N/A</c:v>
                </c:pt>
                <c:pt idx="4970">
                  <c:v>#N/A</c:v>
                </c:pt>
                <c:pt idx="4971">
                  <c:v>#N/A</c:v>
                </c:pt>
                <c:pt idx="4972">
                  <c:v>#N/A</c:v>
                </c:pt>
                <c:pt idx="4973">
                  <c:v>#N/A</c:v>
                </c:pt>
                <c:pt idx="4974">
                  <c:v>#N/A</c:v>
                </c:pt>
                <c:pt idx="4975">
                  <c:v>#N/A</c:v>
                </c:pt>
                <c:pt idx="4976">
                  <c:v>#N/A</c:v>
                </c:pt>
                <c:pt idx="4977">
                  <c:v>#N/A</c:v>
                </c:pt>
                <c:pt idx="4978">
                  <c:v>#N/A</c:v>
                </c:pt>
                <c:pt idx="4979">
                  <c:v>#N/A</c:v>
                </c:pt>
                <c:pt idx="4980">
                  <c:v>#N/A</c:v>
                </c:pt>
                <c:pt idx="4981">
                  <c:v>#N/A</c:v>
                </c:pt>
                <c:pt idx="4982">
                  <c:v>#N/A</c:v>
                </c:pt>
                <c:pt idx="4983">
                  <c:v>#N/A</c:v>
                </c:pt>
                <c:pt idx="4984">
                  <c:v>#N/A</c:v>
                </c:pt>
                <c:pt idx="4985">
                  <c:v>#N/A</c:v>
                </c:pt>
                <c:pt idx="4986">
                  <c:v>#N/A</c:v>
                </c:pt>
                <c:pt idx="4987">
                  <c:v>#N/A</c:v>
                </c:pt>
                <c:pt idx="4988">
                  <c:v>#N/A</c:v>
                </c:pt>
                <c:pt idx="4989">
                  <c:v>#N/A</c:v>
                </c:pt>
                <c:pt idx="4990">
                  <c:v>#N/A</c:v>
                </c:pt>
                <c:pt idx="4991">
                  <c:v>#N/A</c:v>
                </c:pt>
                <c:pt idx="4992">
                  <c:v>#N/A</c:v>
                </c:pt>
                <c:pt idx="4993">
                  <c:v>#N/A</c:v>
                </c:pt>
                <c:pt idx="4994">
                  <c:v>#N/A</c:v>
                </c:pt>
                <c:pt idx="4995">
                  <c:v>#N/A</c:v>
                </c:pt>
                <c:pt idx="4996">
                  <c:v>#N/A</c:v>
                </c:pt>
                <c:pt idx="4997">
                  <c:v>#N/A</c:v>
                </c:pt>
                <c:pt idx="4998">
                  <c:v>#N/A</c:v>
                </c:pt>
                <c:pt idx="4999">
                  <c:v>#N/A</c:v>
                </c:pt>
                <c:pt idx="5000">
                  <c:v>#N/A</c:v>
                </c:pt>
                <c:pt idx="5001">
                  <c:v>#N/A</c:v>
                </c:pt>
                <c:pt idx="5002">
                  <c:v>#N/A</c:v>
                </c:pt>
                <c:pt idx="5003">
                  <c:v>#N/A</c:v>
                </c:pt>
                <c:pt idx="5004">
                  <c:v>#N/A</c:v>
                </c:pt>
                <c:pt idx="5005">
                  <c:v>#N/A</c:v>
                </c:pt>
                <c:pt idx="5006">
                  <c:v>#N/A</c:v>
                </c:pt>
                <c:pt idx="5007">
                  <c:v>#N/A</c:v>
                </c:pt>
                <c:pt idx="5008">
                  <c:v>#N/A</c:v>
                </c:pt>
                <c:pt idx="5009">
                  <c:v>#N/A</c:v>
                </c:pt>
                <c:pt idx="5010">
                  <c:v>#N/A</c:v>
                </c:pt>
                <c:pt idx="5011">
                  <c:v>#N/A</c:v>
                </c:pt>
                <c:pt idx="5012">
                  <c:v>#N/A</c:v>
                </c:pt>
                <c:pt idx="5013">
                  <c:v>#N/A</c:v>
                </c:pt>
                <c:pt idx="5014">
                  <c:v>#N/A</c:v>
                </c:pt>
                <c:pt idx="5015">
                  <c:v>#N/A</c:v>
                </c:pt>
                <c:pt idx="5016">
                  <c:v>#N/A</c:v>
                </c:pt>
                <c:pt idx="5017">
                  <c:v>#N/A</c:v>
                </c:pt>
                <c:pt idx="5018">
                  <c:v>#N/A</c:v>
                </c:pt>
                <c:pt idx="5019">
                  <c:v>#N/A</c:v>
                </c:pt>
                <c:pt idx="5020">
                  <c:v>#N/A</c:v>
                </c:pt>
                <c:pt idx="5021">
                  <c:v>#N/A</c:v>
                </c:pt>
                <c:pt idx="5022">
                  <c:v>#N/A</c:v>
                </c:pt>
                <c:pt idx="5023">
                  <c:v>#N/A</c:v>
                </c:pt>
                <c:pt idx="5024">
                  <c:v>#N/A</c:v>
                </c:pt>
                <c:pt idx="5025">
                  <c:v>#N/A</c:v>
                </c:pt>
                <c:pt idx="5026">
                  <c:v>#N/A</c:v>
                </c:pt>
                <c:pt idx="5027">
                  <c:v>#N/A</c:v>
                </c:pt>
                <c:pt idx="5028">
                  <c:v>#N/A</c:v>
                </c:pt>
                <c:pt idx="5029">
                  <c:v>#N/A</c:v>
                </c:pt>
                <c:pt idx="5030">
                  <c:v>#N/A</c:v>
                </c:pt>
                <c:pt idx="5031">
                  <c:v>#N/A</c:v>
                </c:pt>
                <c:pt idx="5032">
                  <c:v>#N/A</c:v>
                </c:pt>
                <c:pt idx="5033">
                  <c:v>#N/A</c:v>
                </c:pt>
                <c:pt idx="5034">
                  <c:v>#N/A</c:v>
                </c:pt>
                <c:pt idx="5035">
                  <c:v>#N/A</c:v>
                </c:pt>
                <c:pt idx="5036">
                  <c:v>#N/A</c:v>
                </c:pt>
                <c:pt idx="5037">
                  <c:v>#N/A</c:v>
                </c:pt>
                <c:pt idx="5038">
                  <c:v>#N/A</c:v>
                </c:pt>
                <c:pt idx="5039">
                  <c:v>#N/A</c:v>
                </c:pt>
                <c:pt idx="5040">
                  <c:v>#N/A</c:v>
                </c:pt>
                <c:pt idx="5041">
                  <c:v>#N/A</c:v>
                </c:pt>
                <c:pt idx="5042">
                  <c:v>#N/A</c:v>
                </c:pt>
                <c:pt idx="5043">
                  <c:v>#N/A</c:v>
                </c:pt>
                <c:pt idx="5044">
                  <c:v>#N/A</c:v>
                </c:pt>
                <c:pt idx="5045">
                  <c:v>#N/A</c:v>
                </c:pt>
                <c:pt idx="5046">
                  <c:v>#N/A</c:v>
                </c:pt>
                <c:pt idx="5047">
                  <c:v>#N/A</c:v>
                </c:pt>
                <c:pt idx="5048">
                  <c:v>#N/A</c:v>
                </c:pt>
                <c:pt idx="5049">
                  <c:v>#N/A</c:v>
                </c:pt>
                <c:pt idx="5050">
                  <c:v>#N/A</c:v>
                </c:pt>
                <c:pt idx="5051">
                  <c:v>#N/A</c:v>
                </c:pt>
                <c:pt idx="5052">
                  <c:v>#N/A</c:v>
                </c:pt>
                <c:pt idx="5053">
                  <c:v>#N/A</c:v>
                </c:pt>
                <c:pt idx="5054">
                  <c:v>#N/A</c:v>
                </c:pt>
                <c:pt idx="5055">
                  <c:v>#N/A</c:v>
                </c:pt>
                <c:pt idx="5056">
                  <c:v>#N/A</c:v>
                </c:pt>
                <c:pt idx="5057">
                  <c:v>#N/A</c:v>
                </c:pt>
                <c:pt idx="5058">
                  <c:v>#N/A</c:v>
                </c:pt>
                <c:pt idx="5059">
                  <c:v>#N/A</c:v>
                </c:pt>
                <c:pt idx="5060">
                  <c:v>#N/A</c:v>
                </c:pt>
                <c:pt idx="5061">
                  <c:v>#N/A</c:v>
                </c:pt>
                <c:pt idx="5062">
                  <c:v>#N/A</c:v>
                </c:pt>
                <c:pt idx="5063">
                  <c:v>#N/A</c:v>
                </c:pt>
                <c:pt idx="5064">
                  <c:v>#N/A</c:v>
                </c:pt>
                <c:pt idx="5065">
                  <c:v>#N/A</c:v>
                </c:pt>
                <c:pt idx="5066">
                  <c:v>#N/A</c:v>
                </c:pt>
                <c:pt idx="5067">
                  <c:v>#N/A</c:v>
                </c:pt>
                <c:pt idx="5068">
                  <c:v>#N/A</c:v>
                </c:pt>
                <c:pt idx="5069">
                  <c:v>#N/A</c:v>
                </c:pt>
                <c:pt idx="5070">
                  <c:v>#N/A</c:v>
                </c:pt>
                <c:pt idx="5071">
                  <c:v>#N/A</c:v>
                </c:pt>
                <c:pt idx="5072">
                  <c:v>#N/A</c:v>
                </c:pt>
                <c:pt idx="5073">
                  <c:v>#N/A</c:v>
                </c:pt>
                <c:pt idx="5074">
                  <c:v>#N/A</c:v>
                </c:pt>
                <c:pt idx="5075">
                  <c:v>#N/A</c:v>
                </c:pt>
                <c:pt idx="5076">
                  <c:v>#N/A</c:v>
                </c:pt>
                <c:pt idx="5077">
                  <c:v>#N/A</c:v>
                </c:pt>
                <c:pt idx="5078">
                  <c:v>#N/A</c:v>
                </c:pt>
                <c:pt idx="5079">
                  <c:v>#N/A</c:v>
                </c:pt>
                <c:pt idx="5080">
                  <c:v>#N/A</c:v>
                </c:pt>
                <c:pt idx="5081">
                  <c:v>#N/A</c:v>
                </c:pt>
                <c:pt idx="5082">
                  <c:v>#N/A</c:v>
                </c:pt>
                <c:pt idx="5083">
                  <c:v>#N/A</c:v>
                </c:pt>
                <c:pt idx="5084">
                  <c:v>#N/A</c:v>
                </c:pt>
                <c:pt idx="5085">
                  <c:v>#N/A</c:v>
                </c:pt>
                <c:pt idx="5086">
                  <c:v>#N/A</c:v>
                </c:pt>
                <c:pt idx="5087">
                  <c:v>#N/A</c:v>
                </c:pt>
                <c:pt idx="5088">
                  <c:v>#N/A</c:v>
                </c:pt>
                <c:pt idx="5089">
                  <c:v>#N/A</c:v>
                </c:pt>
                <c:pt idx="5090">
                  <c:v>#N/A</c:v>
                </c:pt>
                <c:pt idx="5091">
                  <c:v>#N/A</c:v>
                </c:pt>
                <c:pt idx="5092">
                  <c:v>#N/A</c:v>
                </c:pt>
                <c:pt idx="5093">
                  <c:v>#N/A</c:v>
                </c:pt>
                <c:pt idx="5094">
                  <c:v>#N/A</c:v>
                </c:pt>
                <c:pt idx="5095">
                  <c:v>#N/A</c:v>
                </c:pt>
                <c:pt idx="5096">
                  <c:v>#N/A</c:v>
                </c:pt>
                <c:pt idx="5097">
                  <c:v>#N/A</c:v>
                </c:pt>
                <c:pt idx="5098">
                  <c:v>#N/A</c:v>
                </c:pt>
                <c:pt idx="5099">
                  <c:v>#N/A</c:v>
                </c:pt>
                <c:pt idx="5100">
                  <c:v>#N/A</c:v>
                </c:pt>
                <c:pt idx="5101">
                  <c:v>#N/A</c:v>
                </c:pt>
                <c:pt idx="5102">
                  <c:v>#N/A</c:v>
                </c:pt>
                <c:pt idx="5103">
                  <c:v>#N/A</c:v>
                </c:pt>
                <c:pt idx="5104">
                  <c:v>#N/A</c:v>
                </c:pt>
                <c:pt idx="5105">
                  <c:v>#N/A</c:v>
                </c:pt>
                <c:pt idx="5106">
                  <c:v>#N/A</c:v>
                </c:pt>
                <c:pt idx="5107">
                  <c:v>#N/A</c:v>
                </c:pt>
                <c:pt idx="5108">
                  <c:v>#N/A</c:v>
                </c:pt>
                <c:pt idx="5109">
                  <c:v>#N/A</c:v>
                </c:pt>
                <c:pt idx="5110">
                  <c:v>#N/A</c:v>
                </c:pt>
                <c:pt idx="5111">
                  <c:v>#N/A</c:v>
                </c:pt>
                <c:pt idx="5112">
                  <c:v>#N/A</c:v>
                </c:pt>
                <c:pt idx="5113">
                  <c:v>#N/A</c:v>
                </c:pt>
                <c:pt idx="5114">
                  <c:v>#N/A</c:v>
                </c:pt>
                <c:pt idx="5115">
                  <c:v>#N/A</c:v>
                </c:pt>
                <c:pt idx="5116">
                  <c:v>#N/A</c:v>
                </c:pt>
                <c:pt idx="5117">
                  <c:v>#N/A</c:v>
                </c:pt>
                <c:pt idx="5118">
                  <c:v>#N/A</c:v>
                </c:pt>
                <c:pt idx="5119">
                  <c:v>#N/A</c:v>
                </c:pt>
                <c:pt idx="5120">
                  <c:v>#N/A</c:v>
                </c:pt>
                <c:pt idx="5121">
                  <c:v>#N/A</c:v>
                </c:pt>
                <c:pt idx="5122">
                  <c:v>#N/A</c:v>
                </c:pt>
                <c:pt idx="5123">
                  <c:v>#N/A</c:v>
                </c:pt>
                <c:pt idx="5124">
                  <c:v>#N/A</c:v>
                </c:pt>
                <c:pt idx="5125">
                  <c:v>#N/A</c:v>
                </c:pt>
                <c:pt idx="5126">
                  <c:v>#N/A</c:v>
                </c:pt>
                <c:pt idx="5127">
                  <c:v>#N/A</c:v>
                </c:pt>
                <c:pt idx="5128">
                  <c:v>#N/A</c:v>
                </c:pt>
                <c:pt idx="5129">
                  <c:v>#N/A</c:v>
                </c:pt>
                <c:pt idx="5130">
                  <c:v>#N/A</c:v>
                </c:pt>
                <c:pt idx="5131">
                  <c:v>#N/A</c:v>
                </c:pt>
                <c:pt idx="5132">
                  <c:v>#N/A</c:v>
                </c:pt>
                <c:pt idx="5133">
                  <c:v>#N/A</c:v>
                </c:pt>
                <c:pt idx="5134">
                  <c:v>#N/A</c:v>
                </c:pt>
                <c:pt idx="5135">
                  <c:v>#N/A</c:v>
                </c:pt>
                <c:pt idx="5136">
                  <c:v>#N/A</c:v>
                </c:pt>
                <c:pt idx="5137">
                  <c:v>#N/A</c:v>
                </c:pt>
                <c:pt idx="5138">
                  <c:v>#N/A</c:v>
                </c:pt>
                <c:pt idx="5139">
                  <c:v>#N/A</c:v>
                </c:pt>
                <c:pt idx="5140">
                  <c:v>#N/A</c:v>
                </c:pt>
                <c:pt idx="5141">
                  <c:v>#N/A</c:v>
                </c:pt>
                <c:pt idx="5142">
                  <c:v>#N/A</c:v>
                </c:pt>
                <c:pt idx="5143">
                  <c:v>#N/A</c:v>
                </c:pt>
                <c:pt idx="5144">
                  <c:v>#N/A</c:v>
                </c:pt>
                <c:pt idx="5145">
                  <c:v>#N/A</c:v>
                </c:pt>
                <c:pt idx="5146">
                  <c:v>#N/A</c:v>
                </c:pt>
                <c:pt idx="5147">
                  <c:v>#N/A</c:v>
                </c:pt>
                <c:pt idx="5148">
                  <c:v>#N/A</c:v>
                </c:pt>
                <c:pt idx="5149">
                  <c:v>#N/A</c:v>
                </c:pt>
                <c:pt idx="5150">
                  <c:v>#N/A</c:v>
                </c:pt>
                <c:pt idx="5151">
                  <c:v>#N/A</c:v>
                </c:pt>
                <c:pt idx="5152">
                  <c:v>#N/A</c:v>
                </c:pt>
                <c:pt idx="5153">
                  <c:v>#N/A</c:v>
                </c:pt>
                <c:pt idx="5154">
                  <c:v>#N/A</c:v>
                </c:pt>
                <c:pt idx="5155">
                  <c:v>#N/A</c:v>
                </c:pt>
                <c:pt idx="5156">
                  <c:v>#N/A</c:v>
                </c:pt>
                <c:pt idx="5157">
                  <c:v>#N/A</c:v>
                </c:pt>
                <c:pt idx="5158">
                  <c:v>#N/A</c:v>
                </c:pt>
                <c:pt idx="5159">
                  <c:v>#N/A</c:v>
                </c:pt>
                <c:pt idx="5160">
                  <c:v>#N/A</c:v>
                </c:pt>
                <c:pt idx="5161">
                  <c:v>#N/A</c:v>
                </c:pt>
                <c:pt idx="5162">
                  <c:v>#N/A</c:v>
                </c:pt>
                <c:pt idx="5163">
                  <c:v>#N/A</c:v>
                </c:pt>
                <c:pt idx="5164">
                  <c:v>#N/A</c:v>
                </c:pt>
                <c:pt idx="5165">
                  <c:v>#N/A</c:v>
                </c:pt>
                <c:pt idx="5166">
                  <c:v>#N/A</c:v>
                </c:pt>
                <c:pt idx="5167">
                  <c:v>#N/A</c:v>
                </c:pt>
                <c:pt idx="5168">
                  <c:v>#N/A</c:v>
                </c:pt>
                <c:pt idx="5169">
                  <c:v>#N/A</c:v>
                </c:pt>
                <c:pt idx="5170">
                  <c:v>#N/A</c:v>
                </c:pt>
                <c:pt idx="5171">
                  <c:v>#N/A</c:v>
                </c:pt>
                <c:pt idx="5172">
                  <c:v>#N/A</c:v>
                </c:pt>
                <c:pt idx="5173">
                  <c:v>#N/A</c:v>
                </c:pt>
                <c:pt idx="5174">
                  <c:v>#N/A</c:v>
                </c:pt>
                <c:pt idx="5175">
                  <c:v>#N/A</c:v>
                </c:pt>
                <c:pt idx="5176">
                  <c:v>#N/A</c:v>
                </c:pt>
                <c:pt idx="5177">
                  <c:v>#N/A</c:v>
                </c:pt>
                <c:pt idx="5178">
                  <c:v>#N/A</c:v>
                </c:pt>
                <c:pt idx="5179">
                  <c:v>#N/A</c:v>
                </c:pt>
                <c:pt idx="5180">
                  <c:v>#N/A</c:v>
                </c:pt>
                <c:pt idx="5181">
                  <c:v>#N/A</c:v>
                </c:pt>
                <c:pt idx="5182">
                  <c:v>#N/A</c:v>
                </c:pt>
                <c:pt idx="5183">
                  <c:v>#N/A</c:v>
                </c:pt>
                <c:pt idx="5184">
                  <c:v>#N/A</c:v>
                </c:pt>
                <c:pt idx="5185">
                  <c:v>#N/A</c:v>
                </c:pt>
                <c:pt idx="5186">
                  <c:v>#N/A</c:v>
                </c:pt>
                <c:pt idx="5187">
                  <c:v>#N/A</c:v>
                </c:pt>
                <c:pt idx="5188">
                  <c:v>#N/A</c:v>
                </c:pt>
                <c:pt idx="5189">
                  <c:v>#N/A</c:v>
                </c:pt>
                <c:pt idx="5190">
                  <c:v>#N/A</c:v>
                </c:pt>
                <c:pt idx="5191">
                  <c:v>#N/A</c:v>
                </c:pt>
                <c:pt idx="5192">
                  <c:v>#N/A</c:v>
                </c:pt>
                <c:pt idx="5193">
                  <c:v>#N/A</c:v>
                </c:pt>
                <c:pt idx="5194">
                  <c:v>#N/A</c:v>
                </c:pt>
                <c:pt idx="5195">
                  <c:v>#N/A</c:v>
                </c:pt>
                <c:pt idx="5196">
                  <c:v>#N/A</c:v>
                </c:pt>
                <c:pt idx="5197">
                  <c:v>#N/A</c:v>
                </c:pt>
                <c:pt idx="5198">
                  <c:v>#N/A</c:v>
                </c:pt>
                <c:pt idx="5199">
                  <c:v>#N/A</c:v>
                </c:pt>
                <c:pt idx="5200">
                  <c:v>#N/A</c:v>
                </c:pt>
                <c:pt idx="5201">
                  <c:v>#N/A</c:v>
                </c:pt>
                <c:pt idx="5202">
                  <c:v>#N/A</c:v>
                </c:pt>
                <c:pt idx="5203">
                  <c:v>#N/A</c:v>
                </c:pt>
                <c:pt idx="5204">
                  <c:v>#N/A</c:v>
                </c:pt>
                <c:pt idx="5205">
                  <c:v>#N/A</c:v>
                </c:pt>
                <c:pt idx="5206">
                  <c:v>#N/A</c:v>
                </c:pt>
                <c:pt idx="5207">
                  <c:v>#N/A</c:v>
                </c:pt>
                <c:pt idx="5208">
                  <c:v>#N/A</c:v>
                </c:pt>
                <c:pt idx="5209">
                  <c:v>#N/A</c:v>
                </c:pt>
                <c:pt idx="5210">
                  <c:v>#N/A</c:v>
                </c:pt>
                <c:pt idx="5211">
                  <c:v>#N/A</c:v>
                </c:pt>
                <c:pt idx="5212">
                  <c:v>#N/A</c:v>
                </c:pt>
                <c:pt idx="5213">
                  <c:v>#N/A</c:v>
                </c:pt>
                <c:pt idx="5214">
                  <c:v>#N/A</c:v>
                </c:pt>
                <c:pt idx="5215">
                  <c:v>#N/A</c:v>
                </c:pt>
                <c:pt idx="5216">
                  <c:v>#N/A</c:v>
                </c:pt>
                <c:pt idx="5217">
                  <c:v>#N/A</c:v>
                </c:pt>
                <c:pt idx="5218">
                  <c:v>#N/A</c:v>
                </c:pt>
                <c:pt idx="5219">
                  <c:v>#N/A</c:v>
                </c:pt>
                <c:pt idx="5220">
                  <c:v>#N/A</c:v>
                </c:pt>
                <c:pt idx="5221">
                  <c:v>#N/A</c:v>
                </c:pt>
                <c:pt idx="5222">
                  <c:v>#N/A</c:v>
                </c:pt>
                <c:pt idx="5223">
                  <c:v>#N/A</c:v>
                </c:pt>
                <c:pt idx="5224">
                  <c:v>#N/A</c:v>
                </c:pt>
                <c:pt idx="5225">
                  <c:v>#N/A</c:v>
                </c:pt>
                <c:pt idx="5226">
                  <c:v>#N/A</c:v>
                </c:pt>
                <c:pt idx="5227">
                  <c:v>#N/A</c:v>
                </c:pt>
                <c:pt idx="5228">
                  <c:v>#N/A</c:v>
                </c:pt>
                <c:pt idx="5229">
                  <c:v>#N/A</c:v>
                </c:pt>
                <c:pt idx="5230">
                  <c:v>#N/A</c:v>
                </c:pt>
                <c:pt idx="5231">
                  <c:v>#N/A</c:v>
                </c:pt>
                <c:pt idx="5232">
                  <c:v>#N/A</c:v>
                </c:pt>
                <c:pt idx="5233">
                  <c:v>#N/A</c:v>
                </c:pt>
                <c:pt idx="5234">
                  <c:v>#N/A</c:v>
                </c:pt>
                <c:pt idx="5235">
                  <c:v>#N/A</c:v>
                </c:pt>
                <c:pt idx="5236">
                  <c:v>#N/A</c:v>
                </c:pt>
                <c:pt idx="5237">
                  <c:v>#N/A</c:v>
                </c:pt>
                <c:pt idx="5238">
                  <c:v>#N/A</c:v>
                </c:pt>
                <c:pt idx="5239">
                  <c:v>#N/A</c:v>
                </c:pt>
                <c:pt idx="5240">
                  <c:v>#N/A</c:v>
                </c:pt>
                <c:pt idx="5241">
                  <c:v>#N/A</c:v>
                </c:pt>
                <c:pt idx="5242">
                  <c:v>#N/A</c:v>
                </c:pt>
                <c:pt idx="5243">
                  <c:v>#N/A</c:v>
                </c:pt>
                <c:pt idx="5244">
                  <c:v>#N/A</c:v>
                </c:pt>
                <c:pt idx="5245">
                  <c:v>#N/A</c:v>
                </c:pt>
                <c:pt idx="5246">
                  <c:v>#N/A</c:v>
                </c:pt>
                <c:pt idx="5247">
                  <c:v>#N/A</c:v>
                </c:pt>
                <c:pt idx="5248">
                  <c:v>#N/A</c:v>
                </c:pt>
                <c:pt idx="5249">
                  <c:v>#N/A</c:v>
                </c:pt>
                <c:pt idx="5250">
                  <c:v>#N/A</c:v>
                </c:pt>
                <c:pt idx="5251">
                  <c:v>#N/A</c:v>
                </c:pt>
                <c:pt idx="5252">
                  <c:v>#N/A</c:v>
                </c:pt>
                <c:pt idx="5253">
                  <c:v>#N/A</c:v>
                </c:pt>
                <c:pt idx="5254">
                  <c:v>#N/A</c:v>
                </c:pt>
                <c:pt idx="5255">
                  <c:v>#N/A</c:v>
                </c:pt>
                <c:pt idx="5256">
                  <c:v>#N/A</c:v>
                </c:pt>
                <c:pt idx="5257">
                  <c:v>#N/A</c:v>
                </c:pt>
                <c:pt idx="5258">
                  <c:v>#N/A</c:v>
                </c:pt>
                <c:pt idx="5259">
                  <c:v>#N/A</c:v>
                </c:pt>
                <c:pt idx="5260">
                  <c:v>#N/A</c:v>
                </c:pt>
                <c:pt idx="5261">
                  <c:v>#N/A</c:v>
                </c:pt>
                <c:pt idx="5262">
                  <c:v>#N/A</c:v>
                </c:pt>
                <c:pt idx="5263">
                  <c:v>#N/A</c:v>
                </c:pt>
                <c:pt idx="5264">
                  <c:v>#N/A</c:v>
                </c:pt>
                <c:pt idx="5265">
                  <c:v>#N/A</c:v>
                </c:pt>
                <c:pt idx="5266">
                  <c:v>#N/A</c:v>
                </c:pt>
                <c:pt idx="5267">
                  <c:v>#N/A</c:v>
                </c:pt>
                <c:pt idx="5268">
                  <c:v>#N/A</c:v>
                </c:pt>
                <c:pt idx="5269">
                  <c:v>#N/A</c:v>
                </c:pt>
                <c:pt idx="5270">
                  <c:v>#N/A</c:v>
                </c:pt>
                <c:pt idx="5271">
                  <c:v>#N/A</c:v>
                </c:pt>
                <c:pt idx="5272">
                  <c:v>#N/A</c:v>
                </c:pt>
                <c:pt idx="5273">
                  <c:v>#N/A</c:v>
                </c:pt>
                <c:pt idx="5274">
                  <c:v>#N/A</c:v>
                </c:pt>
                <c:pt idx="5275">
                  <c:v>#N/A</c:v>
                </c:pt>
                <c:pt idx="5276">
                  <c:v>#N/A</c:v>
                </c:pt>
                <c:pt idx="5277">
                  <c:v>#N/A</c:v>
                </c:pt>
                <c:pt idx="5278">
                  <c:v>#N/A</c:v>
                </c:pt>
                <c:pt idx="5279">
                  <c:v>#N/A</c:v>
                </c:pt>
                <c:pt idx="5280">
                  <c:v>#N/A</c:v>
                </c:pt>
                <c:pt idx="5281">
                  <c:v>#N/A</c:v>
                </c:pt>
                <c:pt idx="5282">
                  <c:v>#N/A</c:v>
                </c:pt>
                <c:pt idx="5283">
                  <c:v>#N/A</c:v>
                </c:pt>
                <c:pt idx="5284">
                  <c:v>#N/A</c:v>
                </c:pt>
                <c:pt idx="5285">
                  <c:v>#N/A</c:v>
                </c:pt>
                <c:pt idx="5286">
                  <c:v>#N/A</c:v>
                </c:pt>
                <c:pt idx="5287">
                  <c:v>#N/A</c:v>
                </c:pt>
                <c:pt idx="5288">
                  <c:v>#N/A</c:v>
                </c:pt>
                <c:pt idx="5289">
                  <c:v>#N/A</c:v>
                </c:pt>
                <c:pt idx="5290">
                  <c:v>#N/A</c:v>
                </c:pt>
                <c:pt idx="5291">
                  <c:v>#N/A</c:v>
                </c:pt>
                <c:pt idx="5292">
                  <c:v>#N/A</c:v>
                </c:pt>
                <c:pt idx="5293">
                  <c:v>#N/A</c:v>
                </c:pt>
                <c:pt idx="5294">
                  <c:v>#N/A</c:v>
                </c:pt>
                <c:pt idx="5295">
                  <c:v>#N/A</c:v>
                </c:pt>
                <c:pt idx="5296">
                  <c:v>#N/A</c:v>
                </c:pt>
                <c:pt idx="5297">
                  <c:v>#N/A</c:v>
                </c:pt>
                <c:pt idx="5298">
                  <c:v>#N/A</c:v>
                </c:pt>
                <c:pt idx="5299">
                  <c:v>#N/A</c:v>
                </c:pt>
                <c:pt idx="5300">
                  <c:v>#N/A</c:v>
                </c:pt>
                <c:pt idx="5301">
                  <c:v>#N/A</c:v>
                </c:pt>
                <c:pt idx="5302">
                  <c:v>#N/A</c:v>
                </c:pt>
                <c:pt idx="5303">
                  <c:v>#N/A</c:v>
                </c:pt>
                <c:pt idx="5304">
                  <c:v>#N/A</c:v>
                </c:pt>
                <c:pt idx="5305">
                  <c:v>#N/A</c:v>
                </c:pt>
                <c:pt idx="5306">
                  <c:v>#N/A</c:v>
                </c:pt>
                <c:pt idx="5307">
                  <c:v>#N/A</c:v>
                </c:pt>
                <c:pt idx="5308">
                  <c:v>#N/A</c:v>
                </c:pt>
                <c:pt idx="5309">
                  <c:v>#N/A</c:v>
                </c:pt>
                <c:pt idx="5310">
                  <c:v>#N/A</c:v>
                </c:pt>
                <c:pt idx="5311">
                  <c:v>#N/A</c:v>
                </c:pt>
                <c:pt idx="5312">
                  <c:v>#N/A</c:v>
                </c:pt>
                <c:pt idx="5313">
                  <c:v>#N/A</c:v>
                </c:pt>
                <c:pt idx="5314">
                  <c:v>#N/A</c:v>
                </c:pt>
                <c:pt idx="5315">
                  <c:v>#N/A</c:v>
                </c:pt>
                <c:pt idx="5316">
                  <c:v>#N/A</c:v>
                </c:pt>
                <c:pt idx="5317">
                  <c:v>#N/A</c:v>
                </c:pt>
                <c:pt idx="5318">
                  <c:v>#N/A</c:v>
                </c:pt>
                <c:pt idx="5319">
                  <c:v>#N/A</c:v>
                </c:pt>
                <c:pt idx="5320">
                  <c:v>#N/A</c:v>
                </c:pt>
                <c:pt idx="5321">
                  <c:v>#N/A</c:v>
                </c:pt>
                <c:pt idx="5322">
                  <c:v>#N/A</c:v>
                </c:pt>
                <c:pt idx="5323">
                  <c:v>#N/A</c:v>
                </c:pt>
                <c:pt idx="5324">
                  <c:v>#N/A</c:v>
                </c:pt>
                <c:pt idx="5325">
                  <c:v>#N/A</c:v>
                </c:pt>
                <c:pt idx="5326">
                  <c:v>#N/A</c:v>
                </c:pt>
                <c:pt idx="5327">
                  <c:v>#N/A</c:v>
                </c:pt>
                <c:pt idx="5328">
                  <c:v>#N/A</c:v>
                </c:pt>
                <c:pt idx="5329">
                  <c:v>#N/A</c:v>
                </c:pt>
                <c:pt idx="5330">
                  <c:v>#N/A</c:v>
                </c:pt>
                <c:pt idx="5331">
                  <c:v>#N/A</c:v>
                </c:pt>
                <c:pt idx="5332">
                  <c:v>#N/A</c:v>
                </c:pt>
                <c:pt idx="5333">
                  <c:v>#N/A</c:v>
                </c:pt>
                <c:pt idx="5334">
                  <c:v>#N/A</c:v>
                </c:pt>
                <c:pt idx="5335">
                  <c:v>#N/A</c:v>
                </c:pt>
                <c:pt idx="5336">
                  <c:v>#N/A</c:v>
                </c:pt>
                <c:pt idx="5337">
                  <c:v>#N/A</c:v>
                </c:pt>
                <c:pt idx="5338">
                  <c:v>#N/A</c:v>
                </c:pt>
                <c:pt idx="5339">
                  <c:v>#N/A</c:v>
                </c:pt>
                <c:pt idx="5340">
                  <c:v>#N/A</c:v>
                </c:pt>
                <c:pt idx="5341">
                  <c:v>#N/A</c:v>
                </c:pt>
                <c:pt idx="5342">
                  <c:v>#N/A</c:v>
                </c:pt>
                <c:pt idx="5343">
                  <c:v>#N/A</c:v>
                </c:pt>
                <c:pt idx="5344">
                  <c:v>#N/A</c:v>
                </c:pt>
                <c:pt idx="5345">
                  <c:v>#N/A</c:v>
                </c:pt>
                <c:pt idx="5346">
                  <c:v>#N/A</c:v>
                </c:pt>
                <c:pt idx="5347">
                  <c:v>#N/A</c:v>
                </c:pt>
                <c:pt idx="5348">
                  <c:v>#N/A</c:v>
                </c:pt>
                <c:pt idx="5349">
                  <c:v>#N/A</c:v>
                </c:pt>
                <c:pt idx="5350">
                  <c:v>#N/A</c:v>
                </c:pt>
                <c:pt idx="5351">
                  <c:v>#N/A</c:v>
                </c:pt>
                <c:pt idx="5352">
                  <c:v>#N/A</c:v>
                </c:pt>
                <c:pt idx="5353">
                  <c:v>#N/A</c:v>
                </c:pt>
                <c:pt idx="5354">
                  <c:v>#N/A</c:v>
                </c:pt>
                <c:pt idx="5355">
                  <c:v>#N/A</c:v>
                </c:pt>
                <c:pt idx="5356">
                  <c:v>#N/A</c:v>
                </c:pt>
                <c:pt idx="5357">
                  <c:v>#N/A</c:v>
                </c:pt>
                <c:pt idx="5358">
                  <c:v>#N/A</c:v>
                </c:pt>
                <c:pt idx="5359">
                  <c:v>#N/A</c:v>
                </c:pt>
                <c:pt idx="5360">
                  <c:v>#N/A</c:v>
                </c:pt>
                <c:pt idx="5361">
                  <c:v>#N/A</c:v>
                </c:pt>
                <c:pt idx="5362">
                  <c:v>#N/A</c:v>
                </c:pt>
                <c:pt idx="5363">
                  <c:v>#N/A</c:v>
                </c:pt>
                <c:pt idx="5364">
                  <c:v>#N/A</c:v>
                </c:pt>
                <c:pt idx="5365">
                  <c:v>#N/A</c:v>
                </c:pt>
                <c:pt idx="5366">
                  <c:v>#N/A</c:v>
                </c:pt>
                <c:pt idx="5367">
                  <c:v>#N/A</c:v>
                </c:pt>
                <c:pt idx="5368">
                  <c:v>#N/A</c:v>
                </c:pt>
                <c:pt idx="5369">
                  <c:v>#N/A</c:v>
                </c:pt>
                <c:pt idx="5370">
                  <c:v>#N/A</c:v>
                </c:pt>
                <c:pt idx="5371">
                  <c:v>#N/A</c:v>
                </c:pt>
                <c:pt idx="5372">
                  <c:v>#N/A</c:v>
                </c:pt>
                <c:pt idx="5373">
                  <c:v>#N/A</c:v>
                </c:pt>
                <c:pt idx="5374">
                  <c:v>#N/A</c:v>
                </c:pt>
                <c:pt idx="5375">
                  <c:v>#N/A</c:v>
                </c:pt>
                <c:pt idx="5376">
                  <c:v>#N/A</c:v>
                </c:pt>
                <c:pt idx="5377">
                  <c:v>#N/A</c:v>
                </c:pt>
                <c:pt idx="5378">
                  <c:v>#N/A</c:v>
                </c:pt>
                <c:pt idx="5379">
                  <c:v>#N/A</c:v>
                </c:pt>
                <c:pt idx="5380">
                  <c:v>#N/A</c:v>
                </c:pt>
                <c:pt idx="5381">
                  <c:v>#N/A</c:v>
                </c:pt>
                <c:pt idx="5382">
                  <c:v>#N/A</c:v>
                </c:pt>
                <c:pt idx="5383">
                  <c:v>#N/A</c:v>
                </c:pt>
                <c:pt idx="5384">
                  <c:v>#N/A</c:v>
                </c:pt>
                <c:pt idx="5385">
                  <c:v>#N/A</c:v>
                </c:pt>
                <c:pt idx="5386">
                  <c:v>#N/A</c:v>
                </c:pt>
                <c:pt idx="5387">
                  <c:v>#N/A</c:v>
                </c:pt>
                <c:pt idx="5388">
                  <c:v>#N/A</c:v>
                </c:pt>
                <c:pt idx="5389">
                  <c:v>#N/A</c:v>
                </c:pt>
                <c:pt idx="5390">
                  <c:v>#N/A</c:v>
                </c:pt>
                <c:pt idx="5391">
                  <c:v>#N/A</c:v>
                </c:pt>
                <c:pt idx="5392">
                  <c:v>#N/A</c:v>
                </c:pt>
                <c:pt idx="5393">
                  <c:v>#N/A</c:v>
                </c:pt>
                <c:pt idx="5394">
                  <c:v>#N/A</c:v>
                </c:pt>
                <c:pt idx="5395">
                  <c:v>#N/A</c:v>
                </c:pt>
                <c:pt idx="5396">
                  <c:v>#N/A</c:v>
                </c:pt>
                <c:pt idx="5397">
                  <c:v>#N/A</c:v>
                </c:pt>
                <c:pt idx="5398">
                  <c:v>#N/A</c:v>
                </c:pt>
                <c:pt idx="5399">
                  <c:v>#N/A</c:v>
                </c:pt>
                <c:pt idx="5400">
                  <c:v>#N/A</c:v>
                </c:pt>
                <c:pt idx="5401">
                  <c:v>#N/A</c:v>
                </c:pt>
                <c:pt idx="5402">
                  <c:v>#N/A</c:v>
                </c:pt>
                <c:pt idx="5403">
                  <c:v>#N/A</c:v>
                </c:pt>
                <c:pt idx="5404">
                  <c:v>#N/A</c:v>
                </c:pt>
                <c:pt idx="5405">
                  <c:v>#N/A</c:v>
                </c:pt>
                <c:pt idx="5406">
                  <c:v>#N/A</c:v>
                </c:pt>
                <c:pt idx="5407">
                  <c:v>#N/A</c:v>
                </c:pt>
                <c:pt idx="5408">
                  <c:v>#N/A</c:v>
                </c:pt>
                <c:pt idx="5409">
                  <c:v>#N/A</c:v>
                </c:pt>
                <c:pt idx="5410">
                  <c:v>#N/A</c:v>
                </c:pt>
                <c:pt idx="5411">
                  <c:v>#N/A</c:v>
                </c:pt>
                <c:pt idx="5412">
                  <c:v>#N/A</c:v>
                </c:pt>
                <c:pt idx="5413">
                  <c:v>#N/A</c:v>
                </c:pt>
                <c:pt idx="5414">
                  <c:v>#N/A</c:v>
                </c:pt>
                <c:pt idx="5415">
                  <c:v>#N/A</c:v>
                </c:pt>
                <c:pt idx="5416">
                  <c:v>#N/A</c:v>
                </c:pt>
                <c:pt idx="5417">
                  <c:v>#N/A</c:v>
                </c:pt>
                <c:pt idx="5418">
                  <c:v>#N/A</c:v>
                </c:pt>
                <c:pt idx="5419">
                  <c:v>#N/A</c:v>
                </c:pt>
                <c:pt idx="5420">
                  <c:v>#N/A</c:v>
                </c:pt>
                <c:pt idx="5421">
                  <c:v>#N/A</c:v>
                </c:pt>
                <c:pt idx="5422">
                  <c:v>#N/A</c:v>
                </c:pt>
                <c:pt idx="5423">
                  <c:v>#N/A</c:v>
                </c:pt>
                <c:pt idx="5424">
                  <c:v>#N/A</c:v>
                </c:pt>
                <c:pt idx="5425">
                  <c:v>#N/A</c:v>
                </c:pt>
                <c:pt idx="5426">
                  <c:v>#N/A</c:v>
                </c:pt>
                <c:pt idx="5427">
                  <c:v>#N/A</c:v>
                </c:pt>
                <c:pt idx="5428">
                  <c:v>#N/A</c:v>
                </c:pt>
                <c:pt idx="5429">
                  <c:v>#N/A</c:v>
                </c:pt>
                <c:pt idx="5430">
                  <c:v>#N/A</c:v>
                </c:pt>
                <c:pt idx="5431">
                  <c:v>#N/A</c:v>
                </c:pt>
                <c:pt idx="5432">
                  <c:v>#N/A</c:v>
                </c:pt>
                <c:pt idx="5433">
                  <c:v>#N/A</c:v>
                </c:pt>
                <c:pt idx="5434">
                  <c:v>#N/A</c:v>
                </c:pt>
                <c:pt idx="5435">
                  <c:v>#N/A</c:v>
                </c:pt>
                <c:pt idx="5436">
                  <c:v>#N/A</c:v>
                </c:pt>
                <c:pt idx="5437">
                  <c:v>#N/A</c:v>
                </c:pt>
                <c:pt idx="5438">
                  <c:v>#N/A</c:v>
                </c:pt>
                <c:pt idx="5439">
                  <c:v>#N/A</c:v>
                </c:pt>
                <c:pt idx="5440">
                  <c:v>#N/A</c:v>
                </c:pt>
                <c:pt idx="5441">
                  <c:v>#N/A</c:v>
                </c:pt>
                <c:pt idx="5442">
                  <c:v>#N/A</c:v>
                </c:pt>
                <c:pt idx="5443">
                  <c:v>#N/A</c:v>
                </c:pt>
                <c:pt idx="5444">
                  <c:v>#N/A</c:v>
                </c:pt>
                <c:pt idx="5445">
                  <c:v>#N/A</c:v>
                </c:pt>
                <c:pt idx="5446">
                  <c:v>#N/A</c:v>
                </c:pt>
                <c:pt idx="5447">
                  <c:v>#N/A</c:v>
                </c:pt>
                <c:pt idx="5448">
                  <c:v>#N/A</c:v>
                </c:pt>
                <c:pt idx="5449">
                  <c:v>#N/A</c:v>
                </c:pt>
                <c:pt idx="5450">
                  <c:v>#N/A</c:v>
                </c:pt>
                <c:pt idx="5451">
                  <c:v>#N/A</c:v>
                </c:pt>
                <c:pt idx="5452">
                  <c:v>#N/A</c:v>
                </c:pt>
                <c:pt idx="5453">
                  <c:v>#N/A</c:v>
                </c:pt>
                <c:pt idx="5454">
                  <c:v>#N/A</c:v>
                </c:pt>
                <c:pt idx="5455">
                  <c:v>#N/A</c:v>
                </c:pt>
                <c:pt idx="5456">
                  <c:v>#N/A</c:v>
                </c:pt>
                <c:pt idx="5457">
                  <c:v>#N/A</c:v>
                </c:pt>
                <c:pt idx="5458">
                  <c:v>#N/A</c:v>
                </c:pt>
                <c:pt idx="5459">
                  <c:v>#N/A</c:v>
                </c:pt>
                <c:pt idx="5460">
                  <c:v>#N/A</c:v>
                </c:pt>
                <c:pt idx="5461">
                  <c:v>#N/A</c:v>
                </c:pt>
                <c:pt idx="5462">
                  <c:v>#N/A</c:v>
                </c:pt>
                <c:pt idx="5463">
                  <c:v>#N/A</c:v>
                </c:pt>
                <c:pt idx="5464">
                  <c:v>#N/A</c:v>
                </c:pt>
                <c:pt idx="5465">
                  <c:v>#N/A</c:v>
                </c:pt>
                <c:pt idx="5466">
                  <c:v>#N/A</c:v>
                </c:pt>
                <c:pt idx="5467">
                  <c:v>#N/A</c:v>
                </c:pt>
                <c:pt idx="5468">
                  <c:v>#N/A</c:v>
                </c:pt>
                <c:pt idx="5469">
                  <c:v>#N/A</c:v>
                </c:pt>
                <c:pt idx="5470">
                  <c:v>#N/A</c:v>
                </c:pt>
                <c:pt idx="5471">
                  <c:v>#N/A</c:v>
                </c:pt>
                <c:pt idx="5472">
                  <c:v>#N/A</c:v>
                </c:pt>
                <c:pt idx="5473">
                  <c:v>#N/A</c:v>
                </c:pt>
                <c:pt idx="5474">
                  <c:v>#N/A</c:v>
                </c:pt>
                <c:pt idx="5475">
                  <c:v>#N/A</c:v>
                </c:pt>
                <c:pt idx="5476">
                  <c:v>#N/A</c:v>
                </c:pt>
                <c:pt idx="5477">
                  <c:v>#N/A</c:v>
                </c:pt>
                <c:pt idx="5478">
                  <c:v>#N/A</c:v>
                </c:pt>
                <c:pt idx="5479">
                  <c:v>#N/A</c:v>
                </c:pt>
                <c:pt idx="5480">
                  <c:v>#N/A</c:v>
                </c:pt>
                <c:pt idx="5481">
                  <c:v>#N/A</c:v>
                </c:pt>
                <c:pt idx="5482">
                  <c:v>#N/A</c:v>
                </c:pt>
                <c:pt idx="5483">
                  <c:v>#N/A</c:v>
                </c:pt>
                <c:pt idx="5484">
                  <c:v>#N/A</c:v>
                </c:pt>
                <c:pt idx="5485">
                  <c:v>#N/A</c:v>
                </c:pt>
                <c:pt idx="5486">
                  <c:v>#N/A</c:v>
                </c:pt>
                <c:pt idx="5487">
                  <c:v>#N/A</c:v>
                </c:pt>
                <c:pt idx="5488">
                  <c:v>#N/A</c:v>
                </c:pt>
                <c:pt idx="5489">
                  <c:v>#N/A</c:v>
                </c:pt>
                <c:pt idx="5490">
                  <c:v>#N/A</c:v>
                </c:pt>
                <c:pt idx="5491">
                  <c:v>#N/A</c:v>
                </c:pt>
                <c:pt idx="5492">
                  <c:v>#N/A</c:v>
                </c:pt>
                <c:pt idx="5493">
                  <c:v>#N/A</c:v>
                </c:pt>
                <c:pt idx="5494">
                  <c:v>#N/A</c:v>
                </c:pt>
                <c:pt idx="5495">
                  <c:v>#N/A</c:v>
                </c:pt>
                <c:pt idx="5496">
                  <c:v>#N/A</c:v>
                </c:pt>
                <c:pt idx="5497">
                  <c:v>#N/A</c:v>
                </c:pt>
                <c:pt idx="5498">
                  <c:v>#N/A</c:v>
                </c:pt>
                <c:pt idx="5499">
                  <c:v>#N/A</c:v>
                </c:pt>
                <c:pt idx="5500">
                  <c:v>#N/A</c:v>
                </c:pt>
                <c:pt idx="5501">
                  <c:v>#N/A</c:v>
                </c:pt>
                <c:pt idx="5502">
                  <c:v>#N/A</c:v>
                </c:pt>
                <c:pt idx="5503">
                  <c:v>#N/A</c:v>
                </c:pt>
                <c:pt idx="5504">
                  <c:v>#N/A</c:v>
                </c:pt>
                <c:pt idx="5505">
                  <c:v>#N/A</c:v>
                </c:pt>
                <c:pt idx="5506">
                  <c:v>#N/A</c:v>
                </c:pt>
                <c:pt idx="5507">
                  <c:v>#N/A</c:v>
                </c:pt>
                <c:pt idx="5508">
                  <c:v>#N/A</c:v>
                </c:pt>
                <c:pt idx="5509">
                  <c:v>#N/A</c:v>
                </c:pt>
                <c:pt idx="5510">
                  <c:v>#N/A</c:v>
                </c:pt>
                <c:pt idx="5511">
                  <c:v>#N/A</c:v>
                </c:pt>
                <c:pt idx="5512">
                  <c:v>#N/A</c:v>
                </c:pt>
                <c:pt idx="5513">
                  <c:v>#N/A</c:v>
                </c:pt>
                <c:pt idx="5514">
                  <c:v>#N/A</c:v>
                </c:pt>
                <c:pt idx="5515">
                  <c:v>#N/A</c:v>
                </c:pt>
                <c:pt idx="5516">
                  <c:v>#N/A</c:v>
                </c:pt>
                <c:pt idx="5517">
                  <c:v>#N/A</c:v>
                </c:pt>
                <c:pt idx="5518">
                  <c:v>#N/A</c:v>
                </c:pt>
                <c:pt idx="5519">
                  <c:v>#N/A</c:v>
                </c:pt>
                <c:pt idx="5520">
                  <c:v>#N/A</c:v>
                </c:pt>
                <c:pt idx="5521">
                  <c:v>#N/A</c:v>
                </c:pt>
                <c:pt idx="5522">
                  <c:v>#N/A</c:v>
                </c:pt>
                <c:pt idx="5523">
                  <c:v>#N/A</c:v>
                </c:pt>
                <c:pt idx="5524">
                  <c:v>#N/A</c:v>
                </c:pt>
                <c:pt idx="5525">
                  <c:v>#N/A</c:v>
                </c:pt>
                <c:pt idx="5526">
                  <c:v>#N/A</c:v>
                </c:pt>
                <c:pt idx="5527">
                  <c:v>#N/A</c:v>
                </c:pt>
                <c:pt idx="5528">
                  <c:v>#N/A</c:v>
                </c:pt>
                <c:pt idx="5529">
                  <c:v>#N/A</c:v>
                </c:pt>
                <c:pt idx="5530">
                  <c:v>#N/A</c:v>
                </c:pt>
                <c:pt idx="5531">
                  <c:v>#N/A</c:v>
                </c:pt>
                <c:pt idx="5532">
                  <c:v>#N/A</c:v>
                </c:pt>
                <c:pt idx="5533">
                  <c:v>#N/A</c:v>
                </c:pt>
                <c:pt idx="5534">
                  <c:v>#N/A</c:v>
                </c:pt>
                <c:pt idx="5535">
                  <c:v>#N/A</c:v>
                </c:pt>
                <c:pt idx="5536">
                  <c:v>#N/A</c:v>
                </c:pt>
                <c:pt idx="5537">
                  <c:v>#N/A</c:v>
                </c:pt>
                <c:pt idx="5538">
                  <c:v>#N/A</c:v>
                </c:pt>
                <c:pt idx="5539">
                  <c:v>#N/A</c:v>
                </c:pt>
                <c:pt idx="5540">
                  <c:v>#N/A</c:v>
                </c:pt>
                <c:pt idx="5541">
                  <c:v>#N/A</c:v>
                </c:pt>
                <c:pt idx="5542">
                  <c:v>#N/A</c:v>
                </c:pt>
                <c:pt idx="5543">
                  <c:v>#N/A</c:v>
                </c:pt>
                <c:pt idx="5544">
                  <c:v>#N/A</c:v>
                </c:pt>
                <c:pt idx="5545">
                  <c:v>#N/A</c:v>
                </c:pt>
                <c:pt idx="5546">
                  <c:v>#N/A</c:v>
                </c:pt>
                <c:pt idx="5547">
                  <c:v>#N/A</c:v>
                </c:pt>
                <c:pt idx="5548">
                  <c:v>#N/A</c:v>
                </c:pt>
                <c:pt idx="5549">
                  <c:v>#N/A</c:v>
                </c:pt>
                <c:pt idx="5550">
                  <c:v>#N/A</c:v>
                </c:pt>
                <c:pt idx="5551">
                  <c:v>#N/A</c:v>
                </c:pt>
                <c:pt idx="5552">
                  <c:v>#N/A</c:v>
                </c:pt>
                <c:pt idx="5553">
                  <c:v>#N/A</c:v>
                </c:pt>
                <c:pt idx="5554">
                  <c:v>#N/A</c:v>
                </c:pt>
                <c:pt idx="5555">
                  <c:v>#N/A</c:v>
                </c:pt>
                <c:pt idx="5556">
                  <c:v>#N/A</c:v>
                </c:pt>
                <c:pt idx="5557">
                  <c:v>#N/A</c:v>
                </c:pt>
                <c:pt idx="5558">
                  <c:v>#N/A</c:v>
                </c:pt>
                <c:pt idx="5559">
                  <c:v>#N/A</c:v>
                </c:pt>
                <c:pt idx="5560">
                  <c:v>#N/A</c:v>
                </c:pt>
                <c:pt idx="5561">
                  <c:v>#N/A</c:v>
                </c:pt>
                <c:pt idx="5562">
                  <c:v>#N/A</c:v>
                </c:pt>
                <c:pt idx="5563">
                  <c:v>#N/A</c:v>
                </c:pt>
                <c:pt idx="5564">
                  <c:v>#N/A</c:v>
                </c:pt>
                <c:pt idx="5565">
                  <c:v>#N/A</c:v>
                </c:pt>
                <c:pt idx="5566">
                  <c:v>#N/A</c:v>
                </c:pt>
                <c:pt idx="5567">
                  <c:v>#N/A</c:v>
                </c:pt>
                <c:pt idx="5568">
                  <c:v>#N/A</c:v>
                </c:pt>
                <c:pt idx="5569">
                  <c:v>#N/A</c:v>
                </c:pt>
                <c:pt idx="5570">
                  <c:v>#N/A</c:v>
                </c:pt>
                <c:pt idx="5571">
                  <c:v>#N/A</c:v>
                </c:pt>
                <c:pt idx="5572">
                  <c:v>#N/A</c:v>
                </c:pt>
                <c:pt idx="5573">
                  <c:v>#N/A</c:v>
                </c:pt>
                <c:pt idx="5574">
                  <c:v>#N/A</c:v>
                </c:pt>
                <c:pt idx="5575">
                  <c:v>#N/A</c:v>
                </c:pt>
                <c:pt idx="5576">
                  <c:v>#N/A</c:v>
                </c:pt>
                <c:pt idx="5577">
                  <c:v>#N/A</c:v>
                </c:pt>
                <c:pt idx="5578">
                  <c:v>#N/A</c:v>
                </c:pt>
                <c:pt idx="5579">
                  <c:v>#N/A</c:v>
                </c:pt>
                <c:pt idx="5580">
                  <c:v>#N/A</c:v>
                </c:pt>
                <c:pt idx="5581">
                  <c:v>#N/A</c:v>
                </c:pt>
                <c:pt idx="5582">
                  <c:v>#N/A</c:v>
                </c:pt>
                <c:pt idx="5583">
                  <c:v>#N/A</c:v>
                </c:pt>
                <c:pt idx="5584">
                  <c:v>#N/A</c:v>
                </c:pt>
                <c:pt idx="5585">
                  <c:v>#N/A</c:v>
                </c:pt>
                <c:pt idx="5586">
                  <c:v>#N/A</c:v>
                </c:pt>
                <c:pt idx="5587">
                  <c:v>#N/A</c:v>
                </c:pt>
                <c:pt idx="5588">
                  <c:v>#N/A</c:v>
                </c:pt>
                <c:pt idx="5589">
                  <c:v>#N/A</c:v>
                </c:pt>
                <c:pt idx="5590">
                  <c:v>#N/A</c:v>
                </c:pt>
                <c:pt idx="5591">
                  <c:v>#N/A</c:v>
                </c:pt>
                <c:pt idx="5592">
                  <c:v>#N/A</c:v>
                </c:pt>
                <c:pt idx="5593">
                  <c:v>#N/A</c:v>
                </c:pt>
                <c:pt idx="5594">
                  <c:v>#N/A</c:v>
                </c:pt>
                <c:pt idx="5595">
                  <c:v>#N/A</c:v>
                </c:pt>
                <c:pt idx="5596">
                  <c:v>#N/A</c:v>
                </c:pt>
                <c:pt idx="5597">
                  <c:v>#N/A</c:v>
                </c:pt>
                <c:pt idx="5598">
                  <c:v>#N/A</c:v>
                </c:pt>
                <c:pt idx="5599">
                  <c:v>#N/A</c:v>
                </c:pt>
                <c:pt idx="5600">
                  <c:v>#N/A</c:v>
                </c:pt>
                <c:pt idx="5601">
                  <c:v>#N/A</c:v>
                </c:pt>
                <c:pt idx="5602">
                  <c:v>#N/A</c:v>
                </c:pt>
                <c:pt idx="5603">
                  <c:v>#N/A</c:v>
                </c:pt>
                <c:pt idx="5604">
                  <c:v>#N/A</c:v>
                </c:pt>
                <c:pt idx="5605">
                  <c:v>#N/A</c:v>
                </c:pt>
                <c:pt idx="5606">
                  <c:v>#N/A</c:v>
                </c:pt>
                <c:pt idx="5607">
                  <c:v>#N/A</c:v>
                </c:pt>
                <c:pt idx="5608">
                  <c:v>#N/A</c:v>
                </c:pt>
                <c:pt idx="5609">
                  <c:v>#N/A</c:v>
                </c:pt>
                <c:pt idx="5610">
                  <c:v>#N/A</c:v>
                </c:pt>
                <c:pt idx="5611">
                  <c:v>#N/A</c:v>
                </c:pt>
                <c:pt idx="5612">
                  <c:v>#N/A</c:v>
                </c:pt>
                <c:pt idx="5613">
                  <c:v>#N/A</c:v>
                </c:pt>
                <c:pt idx="5614">
                  <c:v>#N/A</c:v>
                </c:pt>
                <c:pt idx="5615">
                  <c:v>#N/A</c:v>
                </c:pt>
                <c:pt idx="5616">
                  <c:v>#N/A</c:v>
                </c:pt>
                <c:pt idx="5617">
                  <c:v>#N/A</c:v>
                </c:pt>
                <c:pt idx="5618">
                  <c:v>#N/A</c:v>
                </c:pt>
                <c:pt idx="5619">
                  <c:v>#N/A</c:v>
                </c:pt>
                <c:pt idx="5620">
                  <c:v>#N/A</c:v>
                </c:pt>
                <c:pt idx="5621">
                  <c:v>#N/A</c:v>
                </c:pt>
                <c:pt idx="5622">
                  <c:v>#N/A</c:v>
                </c:pt>
                <c:pt idx="5623">
                  <c:v>#N/A</c:v>
                </c:pt>
                <c:pt idx="5624">
                  <c:v>#N/A</c:v>
                </c:pt>
                <c:pt idx="5625">
                  <c:v>#N/A</c:v>
                </c:pt>
                <c:pt idx="5626">
                  <c:v>#N/A</c:v>
                </c:pt>
                <c:pt idx="5627">
                  <c:v>#N/A</c:v>
                </c:pt>
                <c:pt idx="5628">
                  <c:v>#N/A</c:v>
                </c:pt>
                <c:pt idx="5629">
                  <c:v>#N/A</c:v>
                </c:pt>
                <c:pt idx="5630">
                  <c:v>#N/A</c:v>
                </c:pt>
                <c:pt idx="5631">
                  <c:v>#N/A</c:v>
                </c:pt>
                <c:pt idx="5632">
                  <c:v>#N/A</c:v>
                </c:pt>
                <c:pt idx="5633">
                  <c:v>#N/A</c:v>
                </c:pt>
                <c:pt idx="5634">
                  <c:v>#N/A</c:v>
                </c:pt>
                <c:pt idx="5635">
                  <c:v>#N/A</c:v>
                </c:pt>
                <c:pt idx="5636">
                  <c:v>#N/A</c:v>
                </c:pt>
                <c:pt idx="5637">
                  <c:v>#N/A</c:v>
                </c:pt>
                <c:pt idx="5638">
                  <c:v>#N/A</c:v>
                </c:pt>
                <c:pt idx="5639">
                  <c:v>#N/A</c:v>
                </c:pt>
                <c:pt idx="5640">
                  <c:v>#N/A</c:v>
                </c:pt>
                <c:pt idx="5641">
                  <c:v>#N/A</c:v>
                </c:pt>
                <c:pt idx="5642">
                  <c:v>#N/A</c:v>
                </c:pt>
                <c:pt idx="5643">
                  <c:v>#N/A</c:v>
                </c:pt>
                <c:pt idx="5644">
                  <c:v>#N/A</c:v>
                </c:pt>
                <c:pt idx="5645">
                  <c:v>#N/A</c:v>
                </c:pt>
                <c:pt idx="5646">
                  <c:v>#N/A</c:v>
                </c:pt>
                <c:pt idx="5647">
                  <c:v>#N/A</c:v>
                </c:pt>
                <c:pt idx="5648">
                  <c:v>#N/A</c:v>
                </c:pt>
                <c:pt idx="5649">
                  <c:v>#N/A</c:v>
                </c:pt>
                <c:pt idx="5650">
                  <c:v>#N/A</c:v>
                </c:pt>
                <c:pt idx="5651">
                  <c:v>#N/A</c:v>
                </c:pt>
                <c:pt idx="5652">
                  <c:v>#N/A</c:v>
                </c:pt>
                <c:pt idx="5653">
                  <c:v>#N/A</c:v>
                </c:pt>
                <c:pt idx="5654">
                  <c:v>#N/A</c:v>
                </c:pt>
                <c:pt idx="5655">
                  <c:v>#N/A</c:v>
                </c:pt>
                <c:pt idx="5656">
                  <c:v>#N/A</c:v>
                </c:pt>
                <c:pt idx="5657">
                  <c:v>#N/A</c:v>
                </c:pt>
                <c:pt idx="5658">
                  <c:v>#N/A</c:v>
                </c:pt>
                <c:pt idx="5659">
                  <c:v>#N/A</c:v>
                </c:pt>
                <c:pt idx="5660">
                  <c:v>#N/A</c:v>
                </c:pt>
                <c:pt idx="5661">
                  <c:v>#N/A</c:v>
                </c:pt>
                <c:pt idx="5662">
                  <c:v>#N/A</c:v>
                </c:pt>
                <c:pt idx="5663">
                  <c:v>#N/A</c:v>
                </c:pt>
                <c:pt idx="5664">
                  <c:v>#N/A</c:v>
                </c:pt>
                <c:pt idx="5665">
                  <c:v>#N/A</c:v>
                </c:pt>
                <c:pt idx="5666">
                  <c:v>#N/A</c:v>
                </c:pt>
                <c:pt idx="5667">
                  <c:v>#N/A</c:v>
                </c:pt>
                <c:pt idx="5668">
                  <c:v>#N/A</c:v>
                </c:pt>
                <c:pt idx="5669">
                  <c:v>#N/A</c:v>
                </c:pt>
                <c:pt idx="5670">
                  <c:v>#N/A</c:v>
                </c:pt>
                <c:pt idx="5671">
                  <c:v>#N/A</c:v>
                </c:pt>
                <c:pt idx="5672">
                  <c:v>#N/A</c:v>
                </c:pt>
                <c:pt idx="5673">
                  <c:v>#N/A</c:v>
                </c:pt>
                <c:pt idx="5674">
                  <c:v>#N/A</c:v>
                </c:pt>
                <c:pt idx="5675">
                  <c:v>#N/A</c:v>
                </c:pt>
                <c:pt idx="5676">
                  <c:v>#N/A</c:v>
                </c:pt>
                <c:pt idx="5677">
                  <c:v>#N/A</c:v>
                </c:pt>
                <c:pt idx="5678">
                  <c:v>#N/A</c:v>
                </c:pt>
                <c:pt idx="5679">
                  <c:v>#N/A</c:v>
                </c:pt>
                <c:pt idx="5680">
                  <c:v>#N/A</c:v>
                </c:pt>
                <c:pt idx="5681">
                  <c:v>#N/A</c:v>
                </c:pt>
                <c:pt idx="5682">
                  <c:v>#N/A</c:v>
                </c:pt>
                <c:pt idx="5683">
                  <c:v>#N/A</c:v>
                </c:pt>
                <c:pt idx="5684">
                  <c:v>#N/A</c:v>
                </c:pt>
                <c:pt idx="5685">
                  <c:v>#N/A</c:v>
                </c:pt>
                <c:pt idx="5686">
                  <c:v>#N/A</c:v>
                </c:pt>
                <c:pt idx="5687">
                  <c:v>#N/A</c:v>
                </c:pt>
                <c:pt idx="5688">
                  <c:v>#N/A</c:v>
                </c:pt>
                <c:pt idx="5689">
                  <c:v>#N/A</c:v>
                </c:pt>
                <c:pt idx="5690">
                  <c:v>#N/A</c:v>
                </c:pt>
                <c:pt idx="5691">
                  <c:v>#N/A</c:v>
                </c:pt>
                <c:pt idx="5692">
                  <c:v>#N/A</c:v>
                </c:pt>
                <c:pt idx="5693">
                  <c:v>#N/A</c:v>
                </c:pt>
                <c:pt idx="5694">
                  <c:v>#N/A</c:v>
                </c:pt>
                <c:pt idx="5695">
                  <c:v>#N/A</c:v>
                </c:pt>
                <c:pt idx="5696">
                  <c:v>#N/A</c:v>
                </c:pt>
                <c:pt idx="5697">
                  <c:v>#N/A</c:v>
                </c:pt>
                <c:pt idx="5698">
                  <c:v>#N/A</c:v>
                </c:pt>
                <c:pt idx="5699">
                  <c:v>#N/A</c:v>
                </c:pt>
                <c:pt idx="5700">
                  <c:v>#N/A</c:v>
                </c:pt>
                <c:pt idx="5701">
                  <c:v>#N/A</c:v>
                </c:pt>
                <c:pt idx="5702">
                  <c:v>#N/A</c:v>
                </c:pt>
                <c:pt idx="5703">
                  <c:v>#N/A</c:v>
                </c:pt>
                <c:pt idx="5704">
                  <c:v>#N/A</c:v>
                </c:pt>
                <c:pt idx="5705">
                  <c:v>#N/A</c:v>
                </c:pt>
                <c:pt idx="5706">
                  <c:v>#N/A</c:v>
                </c:pt>
                <c:pt idx="5707">
                  <c:v>#N/A</c:v>
                </c:pt>
                <c:pt idx="5708">
                  <c:v>#N/A</c:v>
                </c:pt>
                <c:pt idx="5709">
                  <c:v>#N/A</c:v>
                </c:pt>
                <c:pt idx="5710">
                  <c:v>#N/A</c:v>
                </c:pt>
                <c:pt idx="5711">
                  <c:v>#N/A</c:v>
                </c:pt>
                <c:pt idx="5712">
                  <c:v>#N/A</c:v>
                </c:pt>
                <c:pt idx="5713">
                  <c:v>#N/A</c:v>
                </c:pt>
                <c:pt idx="5714">
                  <c:v>#N/A</c:v>
                </c:pt>
                <c:pt idx="5715">
                  <c:v>#N/A</c:v>
                </c:pt>
                <c:pt idx="5716">
                  <c:v>#N/A</c:v>
                </c:pt>
                <c:pt idx="5717">
                  <c:v>#N/A</c:v>
                </c:pt>
                <c:pt idx="5718">
                  <c:v>#N/A</c:v>
                </c:pt>
                <c:pt idx="5719">
                  <c:v>#N/A</c:v>
                </c:pt>
                <c:pt idx="5720">
                  <c:v>#N/A</c:v>
                </c:pt>
                <c:pt idx="5721">
                  <c:v>#N/A</c:v>
                </c:pt>
                <c:pt idx="5722">
                  <c:v>#N/A</c:v>
                </c:pt>
                <c:pt idx="5723">
                  <c:v>#N/A</c:v>
                </c:pt>
                <c:pt idx="5724">
                  <c:v>#N/A</c:v>
                </c:pt>
                <c:pt idx="5725">
                  <c:v>#N/A</c:v>
                </c:pt>
                <c:pt idx="5726">
                  <c:v>#N/A</c:v>
                </c:pt>
                <c:pt idx="5727">
                  <c:v>#N/A</c:v>
                </c:pt>
                <c:pt idx="5728">
                  <c:v>#N/A</c:v>
                </c:pt>
                <c:pt idx="5729">
                  <c:v>#N/A</c:v>
                </c:pt>
                <c:pt idx="5730">
                  <c:v>#N/A</c:v>
                </c:pt>
                <c:pt idx="5731">
                  <c:v>#N/A</c:v>
                </c:pt>
                <c:pt idx="5732">
                  <c:v>#N/A</c:v>
                </c:pt>
                <c:pt idx="5733">
                  <c:v>#N/A</c:v>
                </c:pt>
                <c:pt idx="5734">
                  <c:v>#N/A</c:v>
                </c:pt>
                <c:pt idx="5735">
                  <c:v>#N/A</c:v>
                </c:pt>
                <c:pt idx="5736">
                  <c:v>#N/A</c:v>
                </c:pt>
                <c:pt idx="5737">
                  <c:v>#N/A</c:v>
                </c:pt>
                <c:pt idx="5738">
                  <c:v>#N/A</c:v>
                </c:pt>
                <c:pt idx="5739">
                  <c:v>#N/A</c:v>
                </c:pt>
                <c:pt idx="5740">
                  <c:v>#N/A</c:v>
                </c:pt>
                <c:pt idx="5741">
                  <c:v>#N/A</c:v>
                </c:pt>
                <c:pt idx="5742">
                  <c:v>#N/A</c:v>
                </c:pt>
                <c:pt idx="5743">
                  <c:v>#N/A</c:v>
                </c:pt>
                <c:pt idx="5744">
                  <c:v>#N/A</c:v>
                </c:pt>
                <c:pt idx="5745">
                  <c:v>#N/A</c:v>
                </c:pt>
                <c:pt idx="5746">
                  <c:v>#N/A</c:v>
                </c:pt>
                <c:pt idx="5747">
                  <c:v>#N/A</c:v>
                </c:pt>
                <c:pt idx="5748">
                  <c:v>#N/A</c:v>
                </c:pt>
                <c:pt idx="5749">
                  <c:v>#N/A</c:v>
                </c:pt>
                <c:pt idx="5750">
                  <c:v>#N/A</c:v>
                </c:pt>
                <c:pt idx="5751">
                  <c:v>#N/A</c:v>
                </c:pt>
                <c:pt idx="5752">
                  <c:v>#N/A</c:v>
                </c:pt>
                <c:pt idx="5753">
                  <c:v>#N/A</c:v>
                </c:pt>
                <c:pt idx="5754">
                  <c:v>#N/A</c:v>
                </c:pt>
                <c:pt idx="5755">
                  <c:v>#N/A</c:v>
                </c:pt>
                <c:pt idx="5756">
                  <c:v>#N/A</c:v>
                </c:pt>
                <c:pt idx="5757">
                  <c:v>#N/A</c:v>
                </c:pt>
                <c:pt idx="5758">
                  <c:v>#N/A</c:v>
                </c:pt>
                <c:pt idx="5759">
                  <c:v>#N/A</c:v>
                </c:pt>
                <c:pt idx="5760">
                  <c:v>#N/A</c:v>
                </c:pt>
                <c:pt idx="5761">
                  <c:v>#N/A</c:v>
                </c:pt>
                <c:pt idx="5762">
                  <c:v>#N/A</c:v>
                </c:pt>
                <c:pt idx="5763">
                  <c:v>#N/A</c:v>
                </c:pt>
                <c:pt idx="5764">
                  <c:v>#N/A</c:v>
                </c:pt>
                <c:pt idx="5765">
                  <c:v>#N/A</c:v>
                </c:pt>
                <c:pt idx="5766">
                  <c:v>#N/A</c:v>
                </c:pt>
                <c:pt idx="5767">
                  <c:v>#N/A</c:v>
                </c:pt>
                <c:pt idx="5768">
                  <c:v>#N/A</c:v>
                </c:pt>
                <c:pt idx="5769">
                  <c:v>#N/A</c:v>
                </c:pt>
                <c:pt idx="5770">
                  <c:v>#N/A</c:v>
                </c:pt>
                <c:pt idx="5771">
                  <c:v>#N/A</c:v>
                </c:pt>
                <c:pt idx="5772">
                  <c:v>#N/A</c:v>
                </c:pt>
                <c:pt idx="5773">
                  <c:v>#N/A</c:v>
                </c:pt>
                <c:pt idx="5774">
                  <c:v>#N/A</c:v>
                </c:pt>
                <c:pt idx="5775">
                  <c:v>#N/A</c:v>
                </c:pt>
                <c:pt idx="5776">
                  <c:v>#N/A</c:v>
                </c:pt>
                <c:pt idx="5777">
                  <c:v>#N/A</c:v>
                </c:pt>
                <c:pt idx="5778">
                  <c:v>#N/A</c:v>
                </c:pt>
                <c:pt idx="5779">
                  <c:v>#N/A</c:v>
                </c:pt>
                <c:pt idx="5780">
                  <c:v>#N/A</c:v>
                </c:pt>
                <c:pt idx="5781">
                  <c:v>#N/A</c:v>
                </c:pt>
                <c:pt idx="5782">
                  <c:v>#N/A</c:v>
                </c:pt>
                <c:pt idx="5783">
                  <c:v>#N/A</c:v>
                </c:pt>
                <c:pt idx="5784">
                  <c:v>#N/A</c:v>
                </c:pt>
                <c:pt idx="5785">
                  <c:v>#N/A</c:v>
                </c:pt>
                <c:pt idx="5786">
                  <c:v>#N/A</c:v>
                </c:pt>
                <c:pt idx="5787">
                  <c:v>#N/A</c:v>
                </c:pt>
                <c:pt idx="5788">
                  <c:v>#N/A</c:v>
                </c:pt>
                <c:pt idx="5789">
                  <c:v>#N/A</c:v>
                </c:pt>
                <c:pt idx="5790">
                  <c:v>#N/A</c:v>
                </c:pt>
                <c:pt idx="5791">
                  <c:v>#N/A</c:v>
                </c:pt>
                <c:pt idx="5792">
                  <c:v>#N/A</c:v>
                </c:pt>
                <c:pt idx="5793">
                  <c:v>#N/A</c:v>
                </c:pt>
                <c:pt idx="5794">
                  <c:v>#N/A</c:v>
                </c:pt>
                <c:pt idx="5795">
                  <c:v>#N/A</c:v>
                </c:pt>
                <c:pt idx="5796">
                  <c:v>#N/A</c:v>
                </c:pt>
                <c:pt idx="5797">
                  <c:v>#N/A</c:v>
                </c:pt>
                <c:pt idx="5798">
                  <c:v>#N/A</c:v>
                </c:pt>
                <c:pt idx="5799">
                  <c:v>#N/A</c:v>
                </c:pt>
                <c:pt idx="5800">
                  <c:v>#N/A</c:v>
                </c:pt>
                <c:pt idx="5801">
                  <c:v>#N/A</c:v>
                </c:pt>
                <c:pt idx="5802">
                  <c:v>#N/A</c:v>
                </c:pt>
                <c:pt idx="5803">
                  <c:v>#N/A</c:v>
                </c:pt>
                <c:pt idx="5804">
                  <c:v>#N/A</c:v>
                </c:pt>
                <c:pt idx="5805">
                  <c:v>#N/A</c:v>
                </c:pt>
                <c:pt idx="5806">
                  <c:v>#N/A</c:v>
                </c:pt>
                <c:pt idx="5807">
                  <c:v>#N/A</c:v>
                </c:pt>
                <c:pt idx="5808">
                  <c:v>#N/A</c:v>
                </c:pt>
                <c:pt idx="5809">
                  <c:v>#N/A</c:v>
                </c:pt>
                <c:pt idx="5810">
                  <c:v>#N/A</c:v>
                </c:pt>
                <c:pt idx="5811">
                  <c:v>#N/A</c:v>
                </c:pt>
                <c:pt idx="5812">
                  <c:v>#N/A</c:v>
                </c:pt>
                <c:pt idx="5813">
                  <c:v>#N/A</c:v>
                </c:pt>
                <c:pt idx="5814">
                  <c:v>#N/A</c:v>
                </c:pt>
                <c:pt idx="5815">
                  <c:v>#N/A</c:v>
                </c:pt>
                <c:pt idx="5816">
                  <c:v>#N/A</c:v>
                </c:pt>
                <c:pt idx="5817">
                  <c:v>#N/A</c:v>
                </c:pt>
                <c:pt idx="5818">
                  <c:v>#N/A</c:v>
                </c:pt>
                <c:pt idx="5819">
                  <c:v>#N/A</c:v>
                </c:pt>
                <c:pt idx="5820">
                  <c:v>#N/A</c:v>
                </c:pt>
                <c:pt idx="5821">
                  <c:v>#N/A</c:v>
                </c:pt>
                <c:pt idx="5822">
                  <c:v>#N/A</c:v>
                </c:pt>
                <c:pt idx="5823">
                  <c:v>#N/A</c:v>
                </c:pt>
                <c:pt idx="5824">
                  <c:v>#N/A</c:v>
                </c:pt>
                <c:pt idx="5825">
                  <c:v>#N/A</c:v>
                </c:pt>
                <c:pt idx="5826">
                  <c:v>#N/A</c:v>
                </c:pt>
                <c:pt idx="5827">
                  <c:v>#N/A</c:v>
                </c:pt>
                <c:pt idx="5828">
                  <c:v>#N/A</c:v>
                </c:pt>
                <c:pt idx="5829">
                  <c:v>#N/A</c:v>
                </c:pt>
                <c:pt idx="5830">
                  <c:v>#N/A</c:v>
                </c:pt>
                <c:pt idx="5831">
                  <c:v>#N/A</c:v>
                </c:pt>
                <c:pt idx="5832">
                  <c:v>#N/A</c:v>
                </c:pt>
                <c:pt idx="5833">
                  <c:v>#N/A</c:v>
                </c:pt>
                <c:pt idx="5834">
                  <c:v>#N/A</c:v>
                </c:pt>
                <c:pt idx="5835">
                  <c:v>#N/A</c:v>
                </c:pt>
                <c:pt idx="5836">
                  <c:v>#N/A</c:v>
                </c:pt>
                <c:pt idx="5837">
                  <c:v>#N/A</c:v>
                </c:pt>
                <c:pt idx="5838">
                  <c:v>#N/A</c:v>
                </c:pt>
                <c:pt idx="5839">
                  <c:v>#N/A</c:v>
                </c:pt>
                <c:pt idx="5840">
                  <c:v>#N/A</c:v>
                </c:pt>
                <c:pt idx="5841">
                  <c:v>#N/A</c:v>
                </c:pt>
                <c:pt idx="5842">
                  <c:v>#N/A</c:v>
                </c:pt>
                <c:pt idx="5843">
                  <c:v>#N/A</c:v>
                </c:pt>
                <c:pt idx="5844">
                  <c:v>#N/A</c:v>
                </c:pt>
                <c:pt idx="5845">
                  <c:v>#N/A</c:v>
                </c:pt>
                <c:pt idx="5846">
                  <c:v>#N/A</c:v>
                </c:pt>
                <c:pt idx="5847">
                  <c:v>#N/A</c:v>
                </c:pt>
                <c:pt idx="5848">
                  <c:v>#N/A</c:v>
                </c:pt>
                <c:pt idx="5849">
                  <c:v>#N/A</c:v>
                </c:pt>
                <c:pt idx="5850">
                  <c:v>#N/A</c:v>
                </c:pt>
                <c:pt idx="5851">
                  <c:v>#N/A</c:v>
                </c:pt>
                <c:pt idx="5852">
                  <c:v>#N/A</c:v>
                </c:pt>
                <c:pt idx="5853">
                  <c:v>#N/A</c:v>
                </c:pt>
                <c:pt idx="5854">
                  <c:v>#N/A</c:v>
                </c:pt>
                <c:pt idx="5855">
                  <c:v>#N/A</c:v>
                </c:pt>
                <c:pt idx="5856">
                  <c:v>#N/A</c:v>
                </c:pt>
                <c:pt idx="5857">
                  <c:v>#N/A</c:v>
                </c:pt>
                <c:pt idx="5858">
                  <c:v>#N/A</c:v>
                </c:pt>
                <c:pt idx="5859">
                  <c:v>#N/A</c:v>
                </c:pt>
                <c:pt idx="5860">
                  <c:v>#N/A</c:v>
                </c:pt>
                <c:pt idx="5861">
                  <c:v>#N/A</c:v>
                </c:pt>
                <c:pt idx="5862">
                  <c:v>#N/A</c:v>
                </c:pt>
                <c:pt idx="5863">
                  <c:v>#N/A</c:v>
                </c:pt>
                <c:pt idx="5864">
                  <c:v>#N/A</c:v>
                </c:pt>
                <c:pt idx="5865">
                  <c:v>#N/A</c:v>
                </c:pt>
                <c:pt idx="5866">
                  <c:v>#N/A</c:v>
                </c:pt>
                <c:pt idx="5867">
                  <c:v>#N/A</c:v>
                </c:pt>
                <c:pt idx="5868">
                  <c:v>#N/A</c:v>
                </c:pt>
                <c:pt idx="5869">
                  <c:v>#N/A</c:v>
                </c:pt>
                <c:pt idx="5870">
                  <c:v>#N/A</c:v>
                </c:pt>
                <c:pt idx="5871">
                  <c:v>#N/A</c:v>
                </c:pt>
                <c:pt idx="5872">
                  <c:v>#N/A</c:v>
                </c:pt>
                <c:pt idx="5873">
                  <c:v>#N/A</c:v>
                </c:pt>
                <c:pt idx="5874">
                  <c:v>#N/A</c:v>
                </c:pt>
                <c:pt idx="5875">
                  <c:v>#N/A</c:v>
                </c:pt>
                <c:pt idx="5876">
                  <c:v>#N/A</c:v>
                </c:pt>
                <c:pt idx="5877">
                  <c:v>#N/A</c:v>
                </c:pt>
                <c:pt idx="5878">
                  <c:v>#N/A</c:v>
                </c:pt>
                <c:pt idx="5879">
                  <c:v>#N/A</c:v>
                </c:pt>
                <c:pt idx="5880">
                  <c:v>#N/A</c:v>
                </c:pt>
                <c:pt idx="5881">
                  <c:v>#N/A</c:v>
                </c:pt>
                <c:pt idx="5882">
                  <c:v>#N/A</c:v>
                </c:pt>
                <c:pt idx="5883">
                  <c:v>#N/A</c:v>
                </c:pt>
                <c:pt idx="5884">
                  <c:v>#N/A</c:v>
                </c:pt>
                <c:pt idx="5885">
                  <c:v>#N/A</c:v>
                </c:pt>
                <c:pt idx="5886">
                  <c:v>#N/A</c:v>
                </c:pt>
                <c:pt idx="5887">
                  <c:v>#N/A</c:v>
                </c:pt>
                <c:pt idx="5888">
                  <c:v>#N/A</c:v>
                </c:pt>
                <c:pt idx="5889">
                  <c:v>#N/A</c:v>
                </c:pt>
                <c:pt idx="5890">
                  <c:v>#N/A</c:v>
                </c:pt>
                <c:pt idx="5891">
                  <c:v>#N/A</c:v>
                </c:pt>
                <c:pt idx="5892">
                  <c:v>#N/A</c:v>
                </c:pt>
                <c:pt idx="5893">
                  <c:v>#N/A</c:v>
                </c:pt>
                <c:pt idx="5894">
                  <c:v>#N/A</c:v>
                </c:pt>
                <c:pt idx="5895">
                  <c:v>#N/A</c:v>
                </c:pt>
                <c:pt idx="5896">
                  <c:v>#N/A</c:v>
                </c:pt>
                <c:pt idx="5897">
                  <c:v>#N/A</c:v>
                </c:pt>
                <c:pt idx="5898">
                  <c:v>#N/A</c:v>
                </c:pt>
                <c:pt idx="5899">
                  <c:v>#N/A</c:v>
                </c:pt>
                <c:pt idx="5900">
                  <c:v>#N/A</c:v>
                </c:pt>
                <c:pt idx="5901">
                  <c:v>#N/A</c:v>
                </c:pt>
                <c:pt idx="5902">
                  <c:v>#N/A</c:v>
                </c:pt>
                <c:pt idx="5903">
                  <c:v>#N/A</c:v>
                </c:pt>
                <c:pt idx="5904">
                  <c:v>#N/A</c:v>
                </c:pt>
                <c:pt idx="5905">
                  <c:v>#N/A</c:v>
                </c:pt>
                <c:pt idx="5906">
                  <c:v>#N/A</c:v>
                </c:pt>
                <c:pt idx="5907">
                  <c:v>#N/A</c:v>
                </c:pt>
                <c:pt idx="5908">
                  <c:v>#N/A</c:v>
                </c:pt>
                <c:pt idx="5909">
                  <c:v>#N/A</c:v>
                </c:pt>
                <c:pt idx="5910">
                  <c:v>#N/A</c:v>
                </c:pt>
                <c:pt idx="5911">
                  <c:v>#N/A</c:v>
                </c:pt>
                <c:pt idx="5912">
                  <c:v>#N/A</c:v>
                </c:pt>
                <c:pt idx="5913">
                  <c:v>#N/A</c:v>
                </c:pt>
                <c:pt idx="5914">
                  <c:v>#N/A</c:v>
                </c:pt>
                <c:pt idx="5915">
                  <c:v>#N/A</c:v>
                </c:pt>
                <c:pt idx="5916">
                  <c:v>#N/A</c:v>
                </c:pt>
                <c:pt idx="5917">
                  <c:v>#N/A</c:v>
                </c:pt>
                <c:pt idx="5918">
                  <c:v>#N/A</c:v>
                </c:pt>
                <c:pt idx="5919">
                  <c:v>#N/A</c:v>
                </c:pt>
                <c:pt idx="5920">
                  <c:v>#N/A</c:v>
                </c:pt>
                <c:pt idx="5921">
                  <c:v>#N/A</c:v>
                </c:pt>
                <c:pt idx="5922">
                  <c:v>#N/A</c:v>
                </c:pt>
                <c:pt idx="5923">
                  <c:v>#N/A</c:v>
                </c:pt>
                <c:pt idx="5924">
                  <c:v>#N/A</c:v>
                </c:pt>
                <c:pt idx="5925">
                  <c:v>#N/A</c:v>
                </c:pt>
                <c:pt idx="5926">
                  <c:v>#N/A</c:v>
                </c:pt>
                <c:pt idx="5927">
                  <c:v>#N/A</c:v>
                </c:pt>
                <c:pt idx="5928">
                  <c:v>#N/A</c:v>
                </c:pt>
                <c:pt idx="5929">
                  <c:v>#N/A</c:v>
                </c:pt>
                <c:pt idx="5930">
                  <c:v>#N/A</c:v>
                </c:pt>
                <c:pt idx="5931">
                  <c:v>#N/A</c:v>
                </c:pt>
                <c:pt idx="5932">
                  <c:v>#N/A</c:v>
                </c:pt>
                <c:pt idx="5933">
                  <c:v>#N/A</c:v>
                </c:pt>
                <c:pt idx="5934">
                  <c:v>#N/A</c:v>
                </c:pt>
                <c:pt idx="5935">
                  <c:v>#N/A</c:v>
                </c:pt>
                <c:pt idx="5936">
                  <c:v>#N/A</c:v>
                </c:pt>
                <c:pt idx="5937">
                  <c:v>#N/A</c:v>
                </c:pt>
                <c:pt idx="5938">
                  <c:v>#N/A</c:v>
                </c:pt>
                <c:pt idx="5939">
                  <c:v>#N/A</c:v>
                </c:pt>
                <c:pt idx="5940">
                  <c:v>#N/A</c:v>
                </c:pt>
                <c:pt idx="5941">
                  <c:v>#N/A</c:v>
                </c:pt>
                <c:pt idx="5942">
                  <c:v>#N/A</c:v>
                </c:pt>
                <c:pt idx="5943">
                  <c:v>#N/A</c:v>
                </c:pt>
                <c:pt idx="5944">
                  <c:v>#N/A</c:v>
                </c:pt>
                <c:pt idx="5945">
                  <c:v>#N/A</c:v>
                </c:pt>
                <c:pt idx="5946">
                  <c:v>#N/A</c:v>
                </c:pt>
                <c:pt idx="5947">
                  <c:v>#N/A</c:v>
                </c:pt>
                <c:pt idx="5948">
                  <c:v>#N/A</c:v>
                </c:pt>
                <c:pt idx="5949">
                  <c:v>#N/A</c:v>
                </c:pt>
                <c:pt idx="5950">
                  <c:v>#N/A</c:v>
                </c:pt>
                <c:pt idx="5951">
                  <c:v>#N/A</c:v>
                </c:pt>
                <c:pt idx="5952">
                  <c:v>#N/A</c:v>
                </c:pt>
                <c:pt idx="5953">
                  <c:v>#N/A</c:v>
                </c:pt>
                <c:pt idx="5954">
                  <c:v>#N/A</c:v>
                </c:pt>
                <c:pt idx="5955">
                  <c:v>#N/A</c:v>
                </c:pt>
                <c:pt idx="5956">
                  <c:v>#N/A</c:v>
                </c:pt>
                <c:pt idx="5957">
                  <c:v>#N/A</c:v>
                </c:pt>
                <c:pt idx="5958">
                  <c:v>#N/A</c:v>
                </c:pt>
                <c:pt idx="5959">
                  <c:v>#N/A</c:v>
                </c:pt>
                <c:pt idx="5960">
                  <c:v>#N/A</c:v>
                </c:pt>
                <c:pt idx="5961">
                  <c:v>#N/A</c:v>
                </c:pt>
                <c:pt idx="5962">
                  <c:v>#N/A</c:v>
                </c:pt>
                <c:pt idx="5963">
                  <c:v>#N/A</c:v>
                </c:pt>
                <c:pt idx="5964">
                  <c:v>#N/A</c:v>
                </c:pt>
                <c:pt idx="5965">
                  <c:v>#N/A</c:v>
                </c:pt>
                <c:pt idx="5966">
                  <c:v>#N/A</c:v>
                </c:pt>
                <c:pt idx="5967">
                  <c:v>#N/A</c:v>
                </c:pt>
                <c:pt idx="5968">
                  <c:v>#N/A</c:v>
                </c:pt>
                <c:pt idx="5969">
                  <c:v>#N/A</c:v>
                </c:pt>
                <c:pt idx="5970">
                  <c:v>#N/A</c:v>
                </c:pt>
                <c:pt idx="5971">
                  <c:v>#N/A</c:v>
                </c:pt>
                <c:pt idx="5972">
                  <c:v>#N/A</c:v>
                </c:pt>
                <c:pt idx="5973">
                  <c:v>#N/A</c:v>
                </c:pt>
                <c:pt idx="5974">
                  <c:v>#N/A</c:v>
                </c:pt>
                <c:pt idx="5975">
                  <c:v>#N/A</c:v>
                </c:pt>
                <c:pt idx="5976">
                  <c:v>#N/A</c:v>
                </c:pt>
                <c:pt idx="5977">
                  <c:v>#N/A</c:v>
                </c:pt>
                <c:pt idx="5978">
                  <c:v>#N/A</c:v>
                </c:pt>
                <c:pt idx="5979">
                  <c:v>#N/A</c:v>
                </c:pt>
                <c:pt idx="5980">
                  <c:v>#N/A</c:v>
                </c:pt>
                <c:pt idx="5981">
                  <c:v>#N/A</c:v>
                </c:pt>
                <c:pt idx="5982">
                  <c:v>#N/A</c:v>
                </c:pt>
                <c:pt idx="5983">
                  <c:v>#N/A</c:v>
                </c:pt>
                <c:pt idx="5984">
                  <c:v>#N/A</c:v>
                </c:pt>
                <c:pt idx="5985">
                  <c:v>#N/A</c:v>
                </c:pt>
                <c:pt idx="5986">
                  <c:v>#N/A</c:v>
                </c:pt>
                <c:pt idx="5987">
                  <c:v>#N/A</c:v>
                </c:pt>
                <c:pt idx="5988">
                  <c:v>#N/A</c:v>
                </c:pt>
                <c:pt idx="5989">
                  <c:v>#N/A</c:v>
                </c:pt>
                <c:pt idx="5990">
                  <c:v>#N/A</c:v>
                </c:pt>
                <c:pt idx="5991">
                  <c:v>#N/A</c:v>
                </c:pt>
                <c:pt idx="5992">
                  <c:v>#N/A</c:v>
                </c:pt>
                <c:pt idx="5993">
                  <c:v>#N/A</c:v>
                </c:pt>
                <c:pt idx="5994">
                  <c:v>#N/A</c:v>
                </c:pt>
                <c:pt idx="5995">
                  <c:v>#N/A</c:v>
                </c:pt>
                <c:pt idx="5996">
                  <c:v>#N/A</c:v>
                </c:pt>
                <c:pt idx="5997">
                  <c:v>#N/A</c:v>
                </c:pt>
                <c:pt idx="5998">
                  <c:v>#N/A</c:v>
                </c:pt>
                <c:pt idx="5999">
                  <c:v>#N/A</c:v>
                </c:pt>
                <c:pt idx="6000">
                  <c:v>#N/A</c:v>
                </c:pt>
                <c:pt idx="6001">
                  <c:v>#N/A</c:v>
                </c:pt>
                <c:pt idx="6002">
                  <c:v>#N/A</c:v>
                </c:pt>
                <c:pt idx="6003">
                  <c:v>#N/A</c:v>
                </c:pt>
                <c:pt idx="6004">
                  <c:v>#N/A</c:v>
                </c:pt>
                <c:pt idx="6005">
                  <c:v>#N/A</c:v>
                </c:pt>
                <c:pt idx="6006">
                  <c:v>#N/A</c:v>
                </c:pt>
                <c:pt idx="6007">
                  <c:v>#N/A</c:v>
                </c:pt>
                <c:pt idx="6008">
                  <c:v>#N/A</c:v>
                </c:pt>
                <c:pt idx="6009">
                  <c:v>#N/A</c:v>
                </c:pt>
                <c:pt idx="6010">
                  <c:v>#N/A</c:v>
                </c:pt>
                <c:pt idx="6011">
                  <c:v>#N/A</c:v>
                </c:pt>
                <c:pt idx="6012">
                  <c:v>#N/A</c:v>
                </c:pt>
                <c:pt idx="6013">
                  <c:v>#N/A</c:v>
                </c:pt>
                <c:pt idx="6014">
                  <c:v>#N/A</c:v>
                </c:pt>
                <c:pt idx="6015">
                  <c:v>#N/A</c:v>
                </c:pt>
                <c:pt idx="6016">
                  <c:v>#N/A</c:v>
                </c:pt>
                <c:pt idx="6017">
                  <c:v>#N/A</c:v>
                </c:pt>
                <c:pt idx="6018">
                  <c:v>#N/A</c:v>
                </c:pt>
                <c:pt idx="6019">
                  <c:v>#N/A</c:v>
                </c:pt>
                <c:pt idx="6020">
                  <c:v>#N/A</c:v>
                </c:pt>
                <c:pt idx="6021">
                  <c:v>#N/A</c:v>
                </c:pt>
                <c:pt idx="6022">
                  <c:v>#N/A</c:v>
                </c:pt>
                <c:pt idx="6023">
                  <c:v>#N/A</c:v>
                </c:pt>
                <c:pt idx="6024">
                  <c:v>#N/A</c:v>
                </c:pt>
                <c:pt idx="6025">
                  <c:v>#N/A</c:v>
                </c:pt>
                <c:pt idx="6026">
                  <c:v>#N/A</c:v>
                </c:pt>
                <c:pt idx="6027">
                  <c:v>#N/A</c:v>
                </c:pt>
                <c:pt idx="6028">
                  <c:v>#N/A</c:v>
                </c:pt>
                <c:pt idx="6029">
                  <c:v>#N/A</c:v>
                </c:pt>
                <c:pt idx="6030">
                  <c:v>#N/A</c:v>
                </c:pt>
                <c:pt idx="6031">
                  <c:v>#N/A</c:v>
                </c:pt>
                <c:pt idx="6032">
                  <c:v>#N/A</c:v>
                </c:pt>
                <c:pt idx="6033">
                  <c:v>#N/A</c:v>
                </c:pt>
                <c:pt idx="6034">
                  <c:v>#N/A</c:v>
                </c:pt>
                <c:pt idx="6035">
                  <c:v>#N/A</c:v>
                </c:pt>
                <c:pt idx="6036">
                  <c:v>#N/A</c:v>
                </c:pt>
                <c:pt idx="6037">
                  <c:v>#N/A</c:v>
                </c:pt>
                <c:pt idx="6038">
                  <c:v>#N/A</c:v>
                </c:pt>
                <c:pt idx="6039">
                  <c:v>#N/A</c:v>
                </c:pt>
                <c:pt idx="6040">
                  <c:v>#N/A</c:v>
                </c:pt>
                <c:pt idx="6041">
                  <c:v>#N/A</c:v>
                </c:pt>
                <c:pt idx="6042">
                  <c:v>#N/A</c:v>
                </c:pt>
                <c:pt idx="6043">
                  <c:v>#N/A</c:v>
                </c:pt>
                <c:pt idx="6044">
                  <c:v>#N/A</c:v>
                </c:pt>
                <c:pt idx="6045">
                  <c:v>#N/A</c:v>
                </c:pt>
                <c:pt idx="6046">
                  <c:v>#N/A</c:v>
                </c:pt>
                <c:pt idx="6047">
                  <c:v>#N/A</c:v>
                </c:pt>
                <c:pt idx="6048">
                  <c:v>#N/A</c:v>
                </c:pt>
                <c:pt idx="6049">
                  <c:v>#N/A</c:v>
                </c:pt>
                <c:pt idx="6050">
                  <c:v>#N/A</c:v>
                </c:pt>
                <c:pt idx="6051">
                  <c:v>#N/A</c:v>
                </c:pt>
                <c:pt idx="6052">
                  <c:v>#N/A</c:v>
                </c:pt>
                <c:pt idx="6053">
                  <c:v>#N/A</c:v>
                </c:pt>
                <c:pt idx="6054">
                  <c:v>#N/A</c:v>
                </c:pt>
                <c:pt idx="6055">
                  <c:v>#N/A</c:v>
                </c:pt>
                <c:pt idx="6056">
                  <c:v>#N/A</c:v>
                </c:pt>
                <c:pt idx="6057">
                  <c:v>#N/A</c:v>
                </c:pt>
                <c:pt idx="6058">
                  <c:v>#N/A</c:v>
                </c:pt>
                <c:pt idx="6059">
                  <c:v>#N/A</c:v>
                </c:pt>
                <c:pt idx="6060">
                  <c:v>#N/A</c:v>
                </c:pt>
                <c:pt idx="6061">
                  <c:v>#N/A</c:v>
                </c:pt>
                <c:pt idx="6062">
                  <c:v>#N/A</c:v>
                </c:pt>
                <c:pt idx="6063">
                  <c:v>#N/A</c:v>
                </c:pt>
                <c:pt idx="6064">
                  <c:v>#N/A</c:v>
                </c:pt>
                <c:pt idx="6065">
                  <c:v>#N/A</c:v>
                </c:pt>
                <c:pt idx="6066">
                  <c:v>#N/A</c:v>
                </c:pt>
                <c:pt idx="6067">
                  <c:v>#N/A</c:v>
                </c:pt>
                <c:pt idx="6068">
                  <c:v>#N/A</c:v>
                </c:pt>
                <c:pt idx="6069">
                  <c:v>#N/A</c:v>
                </c:pt>
                <c:pt idx="6070">
                  <c:v>#N/A</c:v>
                </c:pt>
                <c:pt idx="6071">
                  <c:v>#N/A</c:v>
                </c:pt>
                <c:pt idx="6072">
                  <c:v>#N/A</c:v>
                </c:pt>
                <c:pt idx="6073">
                  <c:v>#N/A</c:v>
                </c:pt>
                <c:pt idx="6074">
                  <c:v>#N/A</c:v>
                </c:pt>
                <c:pt idx="6075">
                  <c:v>#N/A</c:v>
                </c:pt>
                <c:pt idx="6076">
                  <c:v>#N/A</c:v>
                </c:pt>
                <c:pt idx="6077">
                  <c:v>#N/A</c:v>
                </c:pt>
                <c:pt idx="6078">
                  <c:v>#N/A</c:v>
                </c:pt>
                <c:pt idx="6079">
                  <c:v>#N/A</c:v>
                </c:pt>
                <c:pt idx="6080">
                  <c:v>#N/A</c:v>
                </c:pt>
                <c:pt idx="6081">
                  <c:v>#N/A</c:v>
                </c:pt>
                <c:pt idx="6082">
                  <c:v>#N/A</c:v>
                </c:pt>
                <c:pt idx="6083">
                  <c:v>#N/A</c:v>
                </c:pt>
                <c:pt idx="6084">
                  <c:v>#N/A</c:v>
                </c:pt>
                <c:pt idx="6085">
                  <c:v>#N/A</c:v>
                </c:pt>
                <c:pt idx="6086">
                  <c:v>#N/A</c:v>
                </c:pt>
                <c:pt idx="6087">
                  <c:v>#N/A</c:v>
                </c:pt>
                <c:pt idx="6088">
                  <c:v>#N/A</c:v>
                </c:pt>
                <c:pt idx="6089">
                  <c:v>#N/A</c:v>
                </c:pt>
                <c:pt idx="6090">
                  <c:v>#N/A</c:v>
                </c:pt>
                <c:pt idx="6091">
                  <c:v>#N/A</c:v>
                </c:pt>
                <c:pt idx="6092">
                  <c:v>#N/A</c:v>
                </c:pt>
                <c:pt idx="6093">
                  <c:v>#N/A</c:v>
                </c:pt>
                <c:pt idx="6094">
                  <c:v>#N/A</c:v>
                </c:pt>
                <c:pt idx="6095">
                  <c:v>#N/A</c:v>
                </c:pt>
                <c:pt idx="6096">
                  <c:v>#N/A</c:v>
                </c:pt>
                <c:pt idx="6097">
                  <c:v>#N/A</c:v>
                </c:pt>
                <c:pt idx="6098">
                  <c:v>#N/A</c:v>
                </c:pt>
                <c:pt idx="6099">
                  <c:v>#N/A</c:v>
                </c:pt>
                <c:pt idx="6100">
                  <c:v>#N/A</c:v>
                </c:pt>
                <c:pt idx="6101">
                  <c:v>#N/A</c:v>
                </c:pt>
                <c:pt idx="6102">
                  <c:v>#N/A</c:v>
                </c:pt>
                <c:pt idx="6103">
                  <c:v>#N/A</c:v>
                </c:pt>
                <c:pt idx="6104">
                  <c:v>#N/A</c:v>
                </c:pt>
                <c:pt idx="6105">
                  <c:v>#N/A</c:v>
                </c:pt>
                <c:pt idx="6106">
                  <c:v>#N/A</c:v>
                </c:pt>
                <c:pt idx="6107">
                  <c:v>#N/A</c:v>
                </c:pt>
                <c:pt idx="6108">
                  <c:v>#N/A</c:v>
                </c:pt>
                <c:pt idx="6109">
                  <c:v>#N/A</c:v>
                </c:pt>
                <c:pt idx="6110">
                  <c:v>#N/A</c:v>
                </c:pt>
                <c:pt idx="6111">
                  <c:v>#N/A</c:v>
                </c:pt>
                <c:pt idx="6112">
                  <c:v>#N/A</c:v>
                </c:pt>
                <c:pt idx="6113">
                  <c:v>#N/A</c:v>
                </c:pt>
                <c:pt idx="6114">
                  <c:v>#N/A</c:v>
                </c:pt>
                <c:pt idx="6115">
                  <c:v>#N/A</c:v>
                </c:pt>
                <c:pt idx="6116">
                  <c:v>#N/A</c:v>
                </c:pt>
                <c:pt idx="6117">
                  <c:v>#N/A</c:v>
                </c:pt>
                <c:pt idx="6118">
                  <c:v>#N/A</c:v>
                </c:pt>
                <c:pt idx="6119">
                  <c:v>#N/A</c:v>
                </c:pt>
                <c:pt idx="6120">
                  <c:v>#N/A</c:v>
                </c:pt>
                <c:pt idx="6121">
                  <c:v>#N/A</c:v>
                </c:pt>
                <c:pt idx="6122">
                  <c:v>#N/A</c:v>
                </c:pt>
                <c:pt idx="6123">
                  <c:v>#N/A</c:v>
                </c:pt>
                <c:pt idx="6124">
                  <c:v>#N/A</c:v>
                </c:pt>
                <c:pt idx="6125">
                  <c:v>#N/A</c:v>
                </c:pt>
                <c:pt idx="6126">
                  <c:v>#N/A</c:v>
                </c:pt>
                <c:pt idx="6127">
                  <c:v>#N/A</c:v>
                </c:pt>
                <c:pt idx="6128">
                  <c:v>#N/A</c:v>
                </c:pt>
                <c:pt idx="6129">
                  <c:v>#N/A</c:v>
                </c:pt>
                <c:pt idx="6130">
                  <c:v>2.0673306469741548</c:v>
                </c:pt>
              </c:numCache>
            </c:numRef>
          </c:val>
          <c:smooth val="0"/>
          <c:extLst>
            <c:ext xmlns:c16="http://schemas.microsoft.com/office/drawing/2014/chart" uri="{C3380CC4-5D6E-409C-BE32-E72D297353CC}">
              <c16:uniqueId val="{00000006-FE79-4F56-8C61-D5CCC4ABBB15}"/>
            </c:ext>
          </c:extLst>
        </c:ser>
        <c:dLbls>
          <c:showLegendKey val="0"/>
          <c:showVal val="0"/>
          <c:showCatName val="0"/>
          <c:showSerName val="0"/>
          <c:showPercent val="0"/>
          <c:showBubbleSize val="0"/>
        </c:dLbls>
        <c:marker val="1"/>
        <c:smooth val="0"/>
        <c:axId val="50010001"/>
        <c:axId val="50010002"/>
      </c:lineChart>
      <c:dateAx>
        <c:axId val="50010001"/>
        <c:scaling>
          <c:orientation val="minMax"/>
        </c:scaling>
        <c:delete val="0"/>
        <c:axPos val="b"/>
        <c:numFmt formatCode="yyyy" sourceLinked="0"/>
        <c:majorTickMark val="none"/>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10002"/>
        <c:crossesAt val="-3"/>
        <c:auto val="1"/>
        <c:lblOffset val="100"/>
        <c:baseTimeUnit val="days"/>
        <c:majorUnit val="2"/>
        <c:majorTimeUnit val="years"/>
      </c:dateAx>
      <c:valAx>
        <c:axId val="50010002"/>
        <c:scaling>
          <c:orientation val="minMax"/>
          <c:max val="6"/>
          <c:min val="-3"/>
        </c:scaling>
        <c:delete val="0"/>
        <c:axPos val="l"/>
        <c:numFmt formatCode="0"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10001"/>
        <c:crosses val="autoZero"/>
        <c:crossBetween val="midCat"/>
        <c:majorUnit val="3"/>
      </c:valAx>
      <c:spPr>
        <a:noFill/>
        <a:ln>
          <a:noFill/>
        </a:ln>
      </c:spPr>
    </c:plotArea>
    <c:legend>
      <c:legendPos val="t"/>
      <c:legendEntry>
        <c:idx val="0"/>
        <c:delete val="1"/>
      </c:legendEntry>
      <c:legendEntry>
        <c:idx val="3"/>
        <c:delete val="1"/>
      </c:legendEntry>
      <c:legendEntry>
        <c:idx val="4"/>
        <c:delete val="1"/>
      </c:legendEntry>
      <c:legendEntry>
        <c:idx val="5"/>
        <c:delete val="1"/>
      </c:legendEntry>
      <c:overlay val="0"/>
      <c:txPr>
        <a:bodyPr/>
        <a:lstStyle/>
        <a:p>
          <a:pPr>
            <a:defRPr sz="900" b="0" baseline="0">
              <a:solidFill>
                <a:srgbClr val="000000"/>
              </a:solidFill>
              <a:latin typeface="Roboto Light"/>
            </a:defRPr>
          </a:pPr>
          <a:endParaRPr lang="en-US"/>
        </a:p>
      </c:txPr>
    </c:legend>
    <c:plotVisOnly val="1"/>
    <c:dispBlanksAs val="zero"/>
    <c:showDLblsOverMax val="0"/>
  </c:chart>
  <c:spPr>
    <a:solidFill>
      <a:srgbClr val="FFFFFF"/>
    </a:solidFill>
    <a:ln>
      <a:noFill/>
    </a:ln>
  </c:sp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v>Average return (%)</c:v>
          </c:tx>
          <c:invertIfNegative val="0"/>
          <c:dPt>
            <c:idx val="0"/>
            <c:invertIfNegative val="0"/>
            <c:bubble3D val="0"/>
            <c:spPr>
              <a:solidFill>
                <a:srgbClr val="8EB3DF"/>
              </a:solidFill>
              <a:ln>
                <a:noFill/>
              </a:ln>
            </c:spPr>
            <c:extLst>
              <c:ext xmlns:c16="http://schemas.microsoft.com/office/drawing/2014/chart" uri="{C3380CC4-5D6E-409C-BE32-E72D297353CC}">
                <c16:uniqueId val="{00000001-A91A-43DE-A954-E12901962865}"/>
              </c:ext>
            </c:extLst>
          </c:dPt>
          <c:dPt>
            <c:idx val="1"/>
            <c:invertIfNegative val="0"/>
            <c:bubble3D val="0"/>
            <c:spPr>
              <a:solidFill>
                <a:srgbClr val="8EB3DF"/>
              </a:solidFill>
              <a:ln>
                <a:noFill/>
              </a:ln>
            </c:spPr>
            <c:extLst>
              <c:ext xmlns:c16="http://schemas.microsoft.com/office/drawing/2014/chart" uri="{C3380CC4-5D6E-409C-BE32-E72D297353CC}">
                <c16:uniqueId val="{00000003-A91A-43DE-A954-E12901962865}"/>
              </c:ext>
            </c:extLst>
          </c:dPt>
          <c:dPt>
            <c:idx val="2"/>
            <c:invertIfNegative val="0"/>
            <c:bubble3D val="0"/>
            <c:spPr>
              <a:solidFill>
                <a:srgbClr val="1F2F44"/>
              </a:solidFill>
              <a:ln>
                <a:noFill/>
              </a:ln>
            </c:spPr>
            <c:extLst>
              <c:ext xmlns:c16="http://schemas.microsoft.com/office/drawing/2014/chart" uri="{C3380CC4-5D6E-409C-BE32-E72D297353CC}">
                <c16:uniqueId val="{00000005-A91A-43DE-A954-E12901962865}"/>
              </c:ext>
            </c:extLst>
          </c:dPt>
          <c:dPt>
            <c:idx val="3"/>
            <c:invertIfNegative val="0"/>
            <c:bubble3D val="0"/>
            <c:spPr>
              <a:solidFill>
                <a:srgbClr val="1F2F44"/>
              </a:solidFill>
              <a:ln>
                <a:noFill/>
              </a:ln>
            </c:spPr>
            <c:extLst>
              <c:ext xmlns:c16="http://schemas.microsoft.com/office/drawing/2014/chart" uri="{C3380CC4-5D6E-409C-BE32-E72D297353CC}">
                <c16:uniqueId val="{00000007-A91A-43DE-A954-E12901962865}"/>
              </c:ext>
            </c:extLst>
          </c:dPt>
          <c:dPt>
            <c:idx val="4"/>
            <c:invertIfNegative val="0"/>
            <c:bubble3D val="0"/>
            <c:spPr>
              <a:solidFill>
                <a:srgbClr val="1F2F44"/>
              </a:solidFill>
              <a:ln>
                <a:noFill/>
              </a:ln>
            </c:spPr>
            <c:extLst>
              <c:ext xmlns:c16="http://schemas.microsoft.com/office/drawing/2014/chart" uri="{C3380CC4-5D6E-409C-BE32-E72D297353CC}">
                <c16:uniqueId val="{00000009-A91A-43DE-A954-E12901962865}"/>
              </c:ext>
            </c:extLst>
          </c:dPt>
          <c:dPt>
            <c:idx val="5"/>
            <c:invertIfNegative val="0"/>
            <c:bubble3D val="0"/>
            <c:spPr>
              <a:solidFill>
                <a:srgbClr val="1F2F44"/>
              </a:solidFill>
              <a:ln>
                <a:noFill/>
              </a:ln>
            </c:spPr>
            <c:extLst>
              <c:ext xmlns:c16="http://schemas.microsoft.com/office/drawing/2014/chart" uri="{C3380CC4-5D6E-409C-BE32-E72D297353CC}">
                <c16:uniqueId val="{0000000B-A91A-43DE-A954-E12901962865}"/>
              </c:ext>
            </c:extLst>
          </c:dPt>
          <c:dPt>
            <c:idx val="6"/>
            <c:invertIfNegative val="0"/>
            <c:bubble3D val="0"/>
            <c:spPr>
              <a:solidFill>
                <a:srgbClr val="1F2F44"/>
              </a:solidFill>
              <a:ln>
                <a:noFill/>
              </a:ln>
            </c:spPr>
            <c:extLst>
              <c:ext xmlns:c16="http://schemas.microsoft.com/office/drawing/2014/chart" uri="{C3380CC4-5D6E-409C-BE32-E72D297353CC}">
                <c16:uniqueId val="{0000000D-A91A-43DE-A954-E12901962865}"/>
              </c:ext>
            </c:extLst>
          </c:dPt>
          <c:dLbls>
            <c:dLbl>
              <c:idx val="0"/>
              <c:tx>
                <c:rich>
                  <a:bodyPr/>
                  <a:lstStyle/>
                  <a:p>
                    <a:r>
                      <a:rPr lang="en-US" sz="900" b="0" baseline="0">
                        <a:solidFill>
                          <a:srgbClr val="000000"/>
                        </a:solidFill>
                        <a:latin typeface="Roboto Light"/>
                      </a:rPr>
                      <a:t>-2.1%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A91A-43DE-A954-E12901962865}"/>
                </c:ext>
              </c:extLst>
            </c:dLbl>
            <c:dLbl>
              <c:idx val="1"/>
              <c:tx>
                <c:rich>
                  <a:bodyPr/>
                  <a:lstStyle/>
                  <a:p>
                    <a:r>
                      <a:rPr lang="en-US" sz="900" b="0" baseline="0">
                        <a:solidFill>
                          <a:srgbClr val="000000"/>
                        </a:solidFill>
                        <a:latin typeface="Roboto Light"/>
                      </a:rPr>
                      <a:t>-1.0%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A91A-43DE-A954-E12901962865}"/>
                </c:ext>
              </c:extLst>
            </c:dLbl>
            <c:dLbl>
              <c:idx val="2"/>
              <c:tx>
                <c:rich>
                  <a:bodyPr/>
                  <a:lstStyle/>
                  <a:p>
                    <a:r>
                      <a:rPr lang="en-US" sz="900" b="0" baseline="0">
                        <a:solidFill>
                          <a:srgbClr val="000000"/>
                        </a:solidFill>
                        <a:latin typeface="Roboto Light"/>
                      </a:rPr>
                      <a:t>+0.1%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A91A-43DE-A954-E12901962865}"/>
                </c:ext>
              </c:extLst>
            </c:dLbl>
            <c:dLbl>
              <c:idx val="3"/>
              <c:tx>
                <c:rich>
                  <a:bodyPr/>
                  <a:lstStyle/>
                  <a:p>
                    <a:r>
                      <a:rPr lang="en-US" sz="900" b="0" baseline="0">
                        <a:solidFill>
                          <a:srgbClr val="000000"/>
                        </a:solidFill>
                        <a:latin typeface="Roboto Light"/>
                      </a:rPr>
                      <a:t>+0.5%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A91A-43DE-A954-E12901962865}"/>
                </c:ext>
              </c:extLst>
            </c:dLbl>
            <c:dLbl>
              <c:idx val="4"/>
              <c:tx>
                <c:rich>
                  <a:bodyPr/>
                  <a:lstStyle/>
                  <a:p>
                    <a:r>
                      <a:rPr lang="en-US" sz="900" b="0" baseline="0">
                        <a:solidFill>
                          <a:srgbClr val="000000"/>
                        </a:solidFill>
                        <a:latin typeface="Roboto Light"/>
                      </a:rPr>
                      <a:t>+1.1%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A91A-43DE-A954-E12901962865}"/>
                </c:ext>
              </c:extLst>
            </c:dLbl>
            <c:dLbl>
              <c:idx val="5"/>
              <c:tx>
                <c:rich>
                  <a:bodyPr/>
                  <a:lstStyle/>
                  <a:p>
                    <a:r>
                      <a:rPr lang="en-US" sz="900" b="0" baseline="0">
                        <a:solidFill>
                          <a:srgbClr val="000000"/>
                        </a:solidFill>
                        <a:latin typeface="Roboto Light"/>
                      </a:rPr>
                      <a:t>+1.2%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A91A-43DE-A954-E12901962865}"/>
                </c:ext>
              </c:extLst>
            </c:dLbl>
            <c:dLbl>
              <c:idx val="6"/>
              <c:tx>
                <c:rich>
                  <a:bodyPr/>
                  <a:lstStyle/>
                  <a:p>
                    <a:r>
                      <a:rPr lang="en-US" sz="900" b="0" baseline="0">
                        <a:solidFill>
                          <a:srgbClr val="000000"/>
                        </a:solidFill>
                        <a:latin typeface="Roboto Light"/>
                      </a:rPr>
                      <a:t>+1.4%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A91A-43DE-A954-E12901962865}"/>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'A1'!$A$2:$A$8</c:f>
              <c:strCache>
                <c:ptCount val="7"/>
                <c:pt idx="0">
                  <c:v>Ibovespa</c:v>
                </c:pt>
                <c:pt idx="1">
                  <c:v>SMLL</c:v>
                </c:pt>
                <c:pt idx="2">
                  <c:v>IMA-B 5+</c:v>
                </c:pt>
                <c:pt idx="3">
                  <c:v>IRF-M 1+</c:v>
                </c:pt>
                <c:pt idx="4">
                  <c:v>CDI</c:v>
                </c:pt>
                <c:pt idx="5">
                  <c:v>IMA-B 5</c:v>
                </c:pt>
                <c:pt idx="6">
                  <c:v>USDBRL</c:v>
                </c:pt>
              </c:strCache>
            </c:strRef>
          </c:cat>
          <c:val>
            <c:numRef>
              <c:f>'A1'!$B$2:$B$8</c:f>
              <c:numCache>
                <c:formatCode>General</c:formatCode>
                <c:ptCount val="7"/>
                <c:pt idx="0">
                  <c:v>-2.144956802866135</c:v>
                </c:pt>
                <c:pt idx="1">
                  <c:v>-0.95243233116431569</c:v>
                </c:pt>
                <c:pt idx="2">
                  <c:v>5.6855548389175281E-2</c:v>
                </c:pt>
                <c:pt idx="3">
                  <c:v>0.52016804398027661</c:v>
                </c:pt>
                <c:pt idx="4">
                  <c:v>1.087109797378748</c:v>
                </c:pt>
                <c:pt idx="5">
                  <c:v>1.1842578042721821</c:v>
                </c:pt>
                <c:pt idx="6">
                  <c:v>1.41793027879486</c:v>
                </c:pt>
              </c:numCache>
            </c:numRef>
          </c:val>
          <c:extLst>
            <c:ext xmlns:c16="http://schemas.microsoft.com/office/drawing/2014/chart" uri="{C3380CC4-5D6E-409C-BE32-E72D297353CC}">
              <c16:uniqueId val="{0000000E-A91A-43DE-A954-E12901962865}"/>
            </c:ext>
          </c:extLst>
        </c:ser>
        <c:dLbls>
          <c:showLegendKey val="0"/>
          <c:showVal val="0"/>
          <c:showCatName val="0"/>
          <c:showSerName val="0"/>
          <c:showPercent val="0"/>
          <c:showBubbleSize val="0"/>
        </c:dLbls>
        <c:gapWidth val="70"/>
        <c:axId val="50010001"/>
        <c:axId val="50010002"/>
      </c:barChart>
      <c:catAx>
        <c:axId val="5001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900" b="0" baseline="0">
                <a:solidFill>
                  <a:srgbClr val="000000"/>
                </a:solidFill>
                <a:latin typeface="Roboto Light"/>
              </a:defRPr>
            </a:pPr>
            <a:endParaRPr lang="en-US"/>
          </a:p>
        </c:txPr>
        <c:crossAx val="50010002"/>
        <c:crosses val="autoZero"/>
        <c:auto val="1"/>
        <c:lblAlgn val="ctr"/>
        <c:lblOffset val="100"/>
        <c:tickLblSkip val="1"/>
        <c:noMultiLvlLbl val="0"/>
      </c:catAx>
      <c:valAx>
        <c:axId val="50010002"/>
        <c:scaling>
          <c:orientation val="minMax"/>
          <c:max val="3"/>
          <c:min val="-4.2"/>
        </c:scaling>
        <c:delete val="1"/>
        <c:axPos val="b"/>
        <c:numFmt formatCode="General" sourceLinked="1"/>
        <c:majorTickMark val="out"/>
        <c:minorTickMark val="none"/>
        <c:tickLblPos val="nextTo"/>
        <c:crossAx val="5001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v>Excess over the Ibovespa (p.p.)</c:v>
          </c:tx>
          <c:invertIfNegative val="0"/>
          <c:dPt>
            <c:idx val="0"/>
            <c:invertIfNegative val="0"/>
            <c:bubble3D val="0"/>
            <c:spPr>
              <a:solidFill>
                <a:srgbClr val="8EB3DF"/>
              </a:solidFill>
              <a:ln>
                <a:noFill/>
              </a:ln>
            </c:spPr>
            <c:extLst>
              <c:ext xmlns:c16="http://schemas.microsoft.com/office/drawing/2014/chart" uri="{C3380CC4-5D6E-409C-BE32-E72D297353CC}">
                <c16:uniqueId val="{00000001-7719-4FE0-AFE8-DB54714328BA}"/>
              </c:ext>
            </c:extLst>
          </c:dPt>
          <c:dPt>
            <c:idx val="1"/>
            <c:invertIfNegative val="0"/>
            <c:bubble3D val="0"/>
            <c:spPr>
              <a:solidFill>
                <a:srgbClr val="8EB3DF"/>
              </a:solidFill>
              <a:ln>
                <a:noFill/>
              </a:ln>
            </c:spPr>
            <c:extLst>
              <c:ext xmlns:c16="http://schemas.microsoft.com/office/drawing/2014/chart" uri="{C3380CC4-5D6E-409C-BE32-E72D297353CC}">
                <c16:uniqueId val="{00000003-7719-4FE0-AFE8-DB54714328BA}"/>
              </c:ext>
            </c:extLst>
          </c:dPt>
          <c:dPt>
            <c:idx val="2"/>
            <c:invertIfNegative val="0"/>
            <c:bubble3D val="0"/>
            <c:spPr>
              <a:solidFill>
                <a:srgbClr val="8EB3DF"/>
              </a:solidFill>
              <a:ln>
                <a:noFill/>
              </a:ln>
            </c:spPr>
            <c:extLst>
              <c:ext xmlns:c16="http://schemas.microsoft.com/office/drawing/2014/chart" uri="{C3380CC4-5D6E-409C-BE32-E72D297353CC}">
                <c16:uniqueId val="{00000005-7719-4FE0-AFE8-DB54714328BA}"/>
              </c:ext>
            </c:extLst>
          </c:dPt>
          <c:dPt>
            <c:idx val="3"/>
            <c:invertIfNegative val="0"/>
            <c:bubble3D val="0"/>
            <c:spPr>
              <a:solidFill>
                <a:srgbClr val="8EB3DF"/>
              </a:solidFill>
              <a:ln>
                <a:noFill/>
              </a:ln>
            </c:spPr>
            <c:extLst>
              <c:ext xmlns:c16="http://schemas.microsoft.com/office/drawing/2014/chart" uri="{C3380CC4-5D6E-409C-BE32-E72D297353CC}">
                <c16:uniqueId val="{00000007-7719-4FE0-AFE8-DB54714328BA}"/>
              </c:ext>
            </c:extLst>
          </c:dPt>
          <c:dPt>
            <c:idx val="4"/>
            <c:invertIfNegative val="0"/>
            <c:bubble3D val="0"/>
            <c:spPr>
              <a:solidFill>
                <a:srgbClr val="1F2F44"/>
              </a:solidFill>
              <a:ln>
                <a:noFill/>
              </a:ln>
            </c:spPr>
            <c:extLst>
              <c:ext xmlns:c16="http://schemas.microsoft.com/office/drawing/2014/chart" uri="{C3380CC4-5D6E-409C-BE32-E72D297353CC}">
                <c16:uniqueId val="{00000009-7719-4FE0-AFE8-DB54714328BA}"/>
              </c:ext>
            </c:extLst>
          </c:dPt>
          <c:dPt>
            <c:idx val="5"/>
            <c:invertIfNegative val="0"/>
            <c:bubble3D val="0"/>
            <c:spPr>
              <a:solidFill>
                <a:srgbClr val="1F2F44"/>
              </a:solidFill>
              <a:ln>
                <a:noFill/>
              </a:ln>
            </c:spPr>
            <c:extLst>
              <c:ext xmlns:c16="http://schemas.microsoft.com/office/drawing/2014/chart" uri="{C3380CC4-5D6E-409C-BE32-E72D297353CC}">
                <c16:uniqueId val="{0000000B-7719-4FE0-AFE8-DB54714328BA}"/>
              </c:ext>
            </c:extLst>
          </c:dPt>
          <c:dPt>
            <c:idx val="6"/>
            <c:invertIfNegative val="0"/>
            <c:bubble3D val="0"/>
            <c:spPr>
              <a:solidFill>
                <a:srgbClr val="1F2F44"/>
              </a:solidFill>
              <a:ln>
                <a:noFill/>
              </a:ln>
            </c:spPr>
            <c:extLst>
              <c:ext xmlns:c16="http://schemas.microsoft.com/office/drawing/2014/chart" uri="{C3380CC4-5D6E-409C-BE32-E72D297353CC}">
                <c16:uniqueId val="{0000000D-7719-4FE0-AFE8-DB54714328BA}"/>
              </c:ext>
            </c:extLst>
          </c:dPt>
          <c:dPt>
            <c:idx val="7"/>
            <c:invertIfNegative val="0"/>
            <c:bubble3D val="0"/>
            <c:spPr>
              <a:solidFill>
                <a:srgbClr val="1F2F44"/>
              </a:solidFill>
              <a:ln>
                <a:noFill/>
              </a:ln>
            </c:spPr>
            <c:extLst>
              <c:ext xmlns:c16="http://schemas.microsoft.com/office/drawing/2014/chart" uri="{C3380CC4-5D6E-409C-BE32-E72D297353CC}">
                <c16:uniqueId val="{0000000F-7719-4FE0-AFE8-DB54714328BA}"/>
              </c:ext>
            </c:extLst>
          </c:dPt>
          <c:dPt>
            <c:idx val="8"/>
            <c:invertIfNegative val="0"/>
            <c:bubble3D val="0"/>
            <c:spPr>
              <a:solidFill>
                <a:srgbClr val="1F2F44"/>
              </a:solidFill>
              <a:ln>
                <a:noFill/>
              </a:ln>
            </c:spPr>
            <c:extLst>
              <c:ext xmlns:c16="http://schemas.microsoft.com/office/drawing/2014/chart" uri="{C3380CC4-5D6E-409C-BE32-E72D297353CC}">
                <c16:uniqueId val="{00000011-7719-4FE0-AFE8-DB54714328BA}"/>
              </c:ext>
            </c:extLst>
          </c:dPt>
          <c:dPt>
            <c:idx val="9"/>
            <c:invertIfNegative val="0"/>
            <c:bubble3D val="0"/>
            <c:spPr>
              <a:solidFill>
                <a:srgbClr val="1F2F44"/>
              </a:solidFill>
              <a:ln>
                <a:noFill/>
              </a:ln>
            </c:spPr>
            <c:extLst>
              <c:ext xmlns:c16="http://schemas.microsoft.com/office/drawing/2014/chart" uri="{C3380CC4-5D6E-409C-BE32-E72D297353CC}">
                <c16:uniqueId val="{00000013-7719-4FE0-AFE8-DB54714328BA}"/>
              </c:ext>
            </c:extLst>
          </c:dPt>
          <c:dPt>
            <c:idx val="10"/>
            <c:invertIfNegative val="0"/>
            <c:bubble3D val="0"/>
            <c:spPr>
              <a:solidFill>
                <a:srgbClr val="1F2F44"/>
              </a:solidFill>
              <a:ln>
                <a:noFill/>
              </a:ln>
            </c:spPr>
            <c:extLst>
              <c:ext xmlns:c16="http://schemas.microsoft.com/office/drawing/2014/chart" uri="{C3380CC4-5D6E-409C-BE32-E72D297353CC}">
                <c16:uniqueId val="{00000015-7719-4FE0-AFE8-DB54714328BA}"/>
              </c:ext>
            </c:extLst>
          </c:dPt>
          <c:dPt>
            <c:idx val="11"/>
            <c:invertIfNegative val="0"/>
            <c:bubble3D val="0"/>
            <c:spPr>
              <a:solidFill>
                <a:srgbClr val="1F2F44"/>
              </a:solidFill>
              <a:ln>
                <a:noFill/>
              </a:ln>
            </c:spPr>
            <c:extLst>
              <c:ext xmlns:c16="http://schemas.microsoft.com/office/drawing/2014/chart" uri="{C3380CC4-5D6E-409C-BE32-E72D297353CC}">
                <c16:uniqueId val="{00000017-7719-4FE0-AFE8-DB54714328BA}"/>
              </c:ext>
            </c:extLst>
          </c:dPt>
          <c:dPt>
            <c:idx val="12"/>
            <c:invertIfNegative val="0"/>
            <c:bubble3D val="0"/>
            <c:spPr>
              <a:solidFill>
                <a:srgbClr val="1F2F44"/>
              </a:solidFill>
              <a:ln>
                <a:noFill/>
              </a:ln>
            </c:spPr>
            <c:extLst>
              <c:ext xmlns:c16="http://schemas.microsoft.com/office/drawing/2014/chart" uri="{C3380CC4-5D6E-409C-BE32-E72D297353CC}">
                <c16:uniqueId val="{00000019-7719-4FE0-AFE8-DB54714328BA}"/>
              </c:ext>
            </c:extLst>
          </c:dPt>
          <c:dLbls>
            <c:dLbl>
              <c:idx val="0"/>
              <c:tx>
                <c:rich>
                  <a:bodyPr/>
                  <a:lstStyle/>
                  <a:p>
                    <a:r>
                      <a:rPr lang="en-US" sz="900" b="0" baseline="0">
                        <a:solidFill>
                          <a:srgbClr val="000000"/>
                        </a:solidFill>
                        <a:latin typeface="Roboto Light"/>
                      </a:rPr>
                      <a:t>-4.4%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719-4FE0-AFE8-DB54714328BA}"/>
                </c:ext>
              </c:extLst>
            </c:dLbl>
            <c:dLbl>
              <c:idx val="1"/>
              <c:tx>
                <c:rich>
                  <a:bodyPr/>
                  <a:lstStyle/>
                  <a:p>
                    <a:r>
                      <a:rPr lang="en-US" sz="900" b="0" baseline="0">
                        <a:solidFill>
                          <a:srgbClr val="000000"/>
                        </a:solidFill>
                        <a:latin typeface="Roboto Light"/>
                      </a:rPr>
                      <a:t>-1.9%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719-4FE0-AFE8-DB54714328BA}"/>
                </c:ext>
              </c:extLst>
            </c:dLbl>
            <c:dLbl>
              <c:idx val="2"/>
              <c:tx>
                <c:rich>
                  <a:bodyPr/>
                  <a:lstStyle/>
                  <a:p>
                    <a:r>
                      <a:rPr lang="en-US" sz="900" b="0" baseline="0">
                        <a:solidFill>
                          <a:srgbClr val="000000"/>
                        </a:solidFill>
                        <a:latin typeface="Roboto Light"/>
                      </a:rPr>
                      <a:t>-1.5%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719-4FE0-AFE8-DB54714328BA}"/>
                </c:ext>
              </c:extLst>
            </c:dLbl>
            <c:dLbl>
              <c:idx val="3"/>
              <c:tx>
                <c:rich>
                  <a:bodyPr/>
                  <a:lstStyle/>
                  <a:p>
                    <a:r>
                      <a:rPr lang="en-US" sz="900" b="0" baseline="0">
                        <a:solidFill>
                          <a:srgbClr val="000000"/>
                        </a:solidFill>
                        <a:latin typeface="Roboto Light"/>
                      </a:rPr>
                      <a:t>-0.3%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719-4FE0-AFE8-DB54714328BA}"/>
                </c:ext>
              </c:extLst>
            </c:dLbl>
            <c:dLbl>
              <c:idx val="4"/>
              <c:tx>
                <c:rich>
                  <a:bodyPr/>
                  <a:lstStyle/>
                  <a:p>
                    <a:r>
                      <a:rPr lang="en-US" sz="900" b="0" baseline="0">
                        <a:solidFill>
                          <a:srgbClr val="000000"/>
                        </a:solidFill>
                        <a:latin typeface="Roboto Light"/>
                      </a:rPr>
                      <a:t>+0.2%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7719-4FE0-AFE8-DB54714328BA}"/>
                </c:ext>
              </c:extLst>
            </c:dLbl>
            <c:dLbl>
              <c:idx val="5"/>
              <c:tx>
                <c:rich>
                  <a:bodyPr/>
                  <a:lstStyle/>
                  <a:p>
                    <a:r>
                      <a:rPr lang="en-US" sz="900" b="0" baseline="0">
                        <a:solidFill>
                          <a:srgbClr val="000000"/>
                        </a:solidFill>
                        <a:latin typeface="Roboto Light"/>
                      </a:rPr>
                      <a:t>+0.4%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719-4FE0-AFE8-DB54714328BA}"/>
                </c:ext>
              </c:extLst>
            </c:dLbl>
            <c:dLbl>
              <c:idx val="6"/>
              <c:tx>
                <c:rich>
                  <a:bodyPr/>
                  <a:lstStyle/>
                  <a:p>
                    <a:r>
                      <a:rPr lang="en-US" sz="900" b="0" baseline="0">
                        <a:solidFill>
                          <a:srgbClr val="000000"/>
                        </a:solidFill>
                        <a:latin typeface="Roboto Light"/>
                      </a:rPr>
                      <a:t>+0.7%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719-4FE0-AFE8-DB54714328BA}"/>
                </c:ext>
              </c:extLst>
            </c:dLbl>
            <c:dLbl>
              <c:idx val="7"/>
              <c:tx>
                <c:rich>
                  <a:bodyPr/>
                  <a:lstStyle/>
                  <a:p>
                    <a:r>
                      <a:rPr lang="en-US" sz="900" b="0" baseline="0">
                        <a:solidFill>
                          <a:srgbClr val="000000"/>
                        </a:solidFill>
                        <a:latin typeface="Roboto Light"/>
                      </a:rPr>
                      <a:t>+0.8%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719-4FE0-AFE8-DB54714328BA}"/>
                </c:ext>
              </c:extLst>
            </c:dLbl>
            <c:dLbl>
              <c:idx val="8"/>
              <c:tx>
                <c:rich>
                  <a:bodyPr/>
                  <a:lstStyle/>
                  <a:p>
                    <a:r>
                      <a:rPr lang="en-US" sz="900" b="0" baseline="0">
                        <a:solidFill>
                          <a:srgbClr val="000000"/>
                        </a:solidFill>
                        <a:latin typeface="Roboto Light"/>
                      </a:rPr>
                      <a:t>+1.4%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719-4FE0-AFE8-DB54714328BA}"/>
                </c:ext>
              </c:extLst>
            </c:dLbl>
            <c:dLbl>
              <c:idx val="9"/>
              <c:tx>
                <c:rich>
                  <a:bodyPr/>
                  <a:lstStyle/>
                  <a:p>
                    <a:r>
                      <a:rPr lang="en-US" sz="900" b="0" baseline="0">
                        <a:solidFill>
                          <a:srgbClr val="000000"/>
                        </a:solidFill>
                        <a:latin typeface="Roboto Light"/>
                      </a:rPr>
                      <a:t>+1.5%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7719-4FE0-AFE8-DB54714328BA}"/>
                </c:ext>
              </c:extLst>
            </c:dLbl>
            <c:dLbl>
              <c:idx val="10"/>
              <c:tx>
                <c:rich>
                  <a:bodyPr/>
                  <a:lstStyle/>
                  <a:p>
                    <a:r>
                      <a:rPr lang="en-US" sz="900" b="0" baseline="0">
                        <a:solidFill>
                          <a:srgbClr val="000000"/>
                        </a:solidFill>
                        <a:latin typeface="Roboto Light"/>
                      </a:rPr>
                      <a:t>+2.0%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7719-4FE0-AFE8-DB54714328BA}"/>
                </c:ext>
              </c:extLst>
            </c:dLbl>
            <c:dLbl>
              <c:idx val="11"/>
              <c:tx>
                <c:rich>
                  <a:bodyPr/>
                  <a:lstStyle/>
                  <a:p>
                    <a:r>
                      <a:rPr lang="en-US" sz="900" b="0" baseline="0">
                        <a:solidFill>
                          <a:srgbClr val="000000"/>
                        </a:solidFill>
                        <a:latin typeface="Roboto Light"/>
                      </a:rPr>
                      <a:t>+2.3%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7719-4FE0-AFE8-DB54714328BA}"/>
                </c:ext>
              </c:extLst>
            </c:dLbl>
            <c:dLbl>
              <c:idx val="12"/>
              <c:tx>
                <c:rich>
                  <a:bodyPr/>
                  <a:lstStyle/>
                  <a:p>
                    <a:r>
                      <a:rPr lang="en-US" sz="900" b="0" baseline="0">
                        <a:solidFill>
                          <a:srgbClr val="000000"/>
                        </a:solidFill>
                        <a:latin typeface="Roboto Light"/>
                      </a:rPr>
                      <a:t>+2.7%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9-7719-4FE0-AFE8-DB54714328BA}"/>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'F5'!$A$2:$A$14</c:f>
              <c:strCache>
                <c:ptCount val="13"/>
                <c:pt idx="0">
                  <c:v>TMT</c:v>
                </c:pt>
                <c:pt idx="1">
                  <c:v>Retail</c:v>
                </c:pt>
                <c:pt idx="2">
                  <c:v>Oil &amp; Gas</c:v>
                </c:pt>
                <c:pt idx="3">
                  <c:v>Non-bank Fin.</c:v>
                </c:pt>
                <c:pt idx="4">
                  <c:v>Transportation</c:v>
                </c:pt>
                <c:pt idx="5">
                  <c:v>Banks</c:v>
                </c:pt>
                <c:pt idx="6">
                  <c:v>Health Care</c:v>
                </c:pt>
                <c:pt idx="7">
                  <c:v>Agri &amp; Food</c:v>
                </c:pt>
                <c:pt idx="8">
                  <c:v>Real Estate</c:v>
                </c:pt>
                <c:pt idx="9">
                  <c:v>Capital Goods</c:v>
                </c:pt>
                <c:pt idx="10">
                  <c:v>Utilities</c:v>
                </c:pt>
                <c:pt idx="11">
                  <c:v>Pulp &amp; Paper</c:v>
                </c:pt>
                <c:pt idx="12">
                  <c:v>Metals &amp; Mining</c:v>
                </c:pt>
              </c:strCache>
            </c:strRef>
          </c:cat>
          <c:val>
            <c:numRef>
              <c:f>'F5'!$B$2:$B$14</c:f>
              <c:numCache>
                <c:formatCode>General</c:formatCode>
                <c:ptCount val="13"/>
                <c:pt idx="0">
                  <c:v>-4.3837900396466711</c:v>
                </c:pt>
                <c:pt idx="1">
                  <c:v>-1.9293209632446049</c:v>
                </c:pt>
                <c:pt idx="2">
                  <c:v>-1.500959834766235</c:v>
                </c:pt>
                <c:pt idx="3">
                  <c:v>-0.26584839986833131</c:v>
                </c:pt>
                <c:pt idx="4">
                  <c:v>0.16607069989493459</c:v>
                </c:pt>
                <c:pt idx="5">
                  <c:v>0.40374096180867203</c:v>
                </c:pt>
                <c:pt idx="6">
                  <c:v>0.71548088231721985</c:v>
                </c:pt>
                <c:pt idx="7">
                  <c:v>0.75619259965855312</c:v>
                </c:pt>
                <c:pt idx="8">
                  <c:v>1.379663673814479</c:v>
                </c:pt>
                <c:pt idx="9">
                  <c:v>1.5476849323772901</c:v>
                </c:pt>
                <c:pt idx="10">
                  <c:v>1.997861205453493</c:v>
                </c:pt>
                <c:pt idx="11">
                  <c:v>2.334423586577091</c:v>
                </c:pt>
                <c:pt idx="12">
                  <c:v>2.66698043193965</c:v>
                </c:pt>
              </c:numCache>
            </c:numRef>
          </c:val>
          <c:extLst>
            <c:ext xmlns:c16="http://schemas.microsoft.com/office/drawing/2014/chart" uri="{C3380CC4-5D6E-409C-BE32-E72D297353CC}">
              <c16:uniqueId val="{0000001A-7719-4FE0-AFE8-DB54714328BA}"/>
            </c:ext>
          </c:extLst>
        </c:ser>
        <c:dLbls>
          <c:showLegendKey val="0"/>
          <c:showVal val="0"/>
          <c:showCatName val="0"/>
          <c:showSerName val="0"/>
          <c:showPercent val="0"/>
          <c:showBubbleSize val="0"/>
        </c:dLbls>
        <c:gapWidth val="70"/>
        <c:axId val="50010001"/>
        <c:axId val="50010002"/>
      </c:barChart>
      <c:catAx>
        <c:axId val="5001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900" b="0" baseline="0">
                <a:solidFill>
                  <a:srgbClr val="000000"/>
                </a:solidFill>
                <a:latin typeface="Roboto Light"/>
              </a:defRPr>
            </a:pPr>
            <a:endParaRPr lang="en-US"/>
          </a:p>
        </c:txPr>
        <c:crossAx val="50010002"/>
        <c:crosses val="autoZero"/>
        <c:auto val="1"/>
        <c:lblAlgn val="ctr"/>
        <c:lblOffset val="100"/>
        <c:tickLblSkip val="1"/>
        <c:noMultiLvlLbl val="0"/>
      </c:catAx>
      <c:valAx>
        <c:axId val="50010002"/>
        <c:scaling>
          <c:orientation val="minMax"/>
          <c:max val="5"/>
          <c:min val="-7.5"/>
        </c:scaling>
        <c:delete val="1"/>
        <c:axPos val="b"/>
        <c:numFmt formatCode="General" sourceLinked="1"/>
        <c:majorTickMark val="out"/>
        <c:minorTickMark val="none"/>
        <c:tickLblPos val="nextTo"/>
        <c:crossAx val="5001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9"/>
          <c:y val="0.15"/>
          <c:w val="0.88"/>
          <c:h val="0.71"/>
        </c:manualLayout>
      </c:layout>
      <c:areaChart>
        <c:grouping val="stacked"/>
        <c:varyColors val="0"/>
        <c:ser>
          <c:idx val="0"/>
          <c:order val="0"/>
          <c:tx>
            <c:v>Hike</c:v>
          </c:tx>
          <c:spPr>
            <a:solidFill>
              <a:srgbClr val="FFCCCC"/>
            </a:solidFill>
            <a:ln>
              <a:noFill/>
            </a:ln>
          </c:spPr>
          <c:cat>
            <c:numRef>
              <c:f>'R2'!$A$2:$A$457</c:f>
              <c:numCache>
                <c:formatCode>yyyy\-mm\-dd</c:formatCode>
                <c:ptCount val="45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45677</c:v>
                </c:pt>
                <c:pt idx="13">
                  <c:v>45678</c:v>
                </c:pt>
                <c:pt idx="14">
                  <c:v>45679</c:v>
                </c:pt>
                <c:pt idx="15">
                  <c:v>45680</c:v>
                </c:pt>
                <c:pt idx="16">
                  <c:v>45681</c:v>
                </c:pt>
                <c:pt idx="17">
                  <c:v>45684</c:v>
                </c:pt>
                <c:pt idx="18">
                  <c:v>45685</c:v>
                </c:pt>
                <c:pt idx="19">
                  <c:v>45686</c:v>
                </c:pt>
                <c:pt idx="20">
                  <c:v>45687</c:v>
                </c:pt>
                <c:pt idx="21">
                  <c:v>45688</c:v>
                </c:pt>
                <c:pt idx="22">
                  <c:v>45691</c:v>
                </c:pt>
                <c:pt idx="23">
                  <c:v>45692</c:v>
                </c:pt>
                <c:pt idx="24">
                  <c:v>45693</c:v>
                </c:pt>
                <c:pt idx="25">
                  <c:v>45694</c:v>
                </c:pt>
                <c:pt idx="26">
                  <c:v>45695</c:v>
                </c:pt>
                <c:pt idx="27">
                  <c:v>45698</c:v>
                </c:pt>
                <c:pt idx="28">
                  <c:v>45699</c:v>
                </c:pt>
                <c:pt idx="29">
                  <c:v>45700</c:v>
                </c:pt>
                <c:pt idx="30">
                  <c:v>45701</c:v>
                </c:pt>
                <c:pt idx="31">
                  <c:v>45702</c:v>
                </c:pt>
                <c:pt idx="32">
                  <c:v>45705</c:v>
                </c:pt>
                <c:pt idx="33">
                  <c:v>45706</c:v>
                </c:pt>
                <c:pt idx="34">
                  <c:v>45707</c:v>
                </c:pt>
                <c:pt idx="35">
                  <c:v>45708</c:v>
                </c:pt>
                <c:pt idx="36">
                  <c:v>45709</c:v>
                </c:pt>
                <c:pt idx="37">
                  <c:v>45712</c:v>
                </c:pt>
                <c:pt idx="38">
                  <c:v>45713</c:v>
                </c:pt>
                <c:pt idx="39">
                  <c:v>45714</c:v>
                </c:pt>
                <c:pt idx="40">
                  <c:v>45715</c:v>
                </c:pt>
                <c:pt idx="41">
                  <c:v>45716</c:v>
                </c:pt>
                <c:pt idx="42">
                  <c:v>45721</c:v>
                </c:pt>
                <c:pt idx="43">
                  <c:v>45722</c:v>
                </c:pt>
                <c:pt idx="44">
                  <c:v>45723</c:v>
                </c:pt>
                <c:pt idx="45">
                  <c:v>45726</c:v>
                </c:pt>
                <c:pt idx="46">
                  <c:v>45727</c:v>
                </c:pt>
                <c:pt idx="47">
                  <c:v>45728</c:v>
                </c:pt>
                <c:pt idx="48">
                  <c:v>45729</c:v>
                </c:pt>
                <c:pt idx="49">
                  <c:v>45730</c:v>
                </c:pt>
                <c:pt idx="50">
                  <c:v>45733</c:v>
                </c:pt>
                <c:pt idx="51">
                  <c:v>45734</c:v>
                </c:pt>
                <c:pt idx="52">
                  <c:v>45735</c:v>
                </c:pt>
                <c:pt idx="53">
                  <c:v>45736</c:v>
                </c:pt>
                <c:pt idx="54">
                  <c:v>45737</c:v>
                </c:pt>
                <c:pt idx="55">
                  <c:v>45740</c:v>
                </c:pt>
                <c:pt idx="56">
                  <c:v>45741</c:v>
                </c:pt>
                <c:pt idx="57">
                  <c:v>45742</c:v>
                </c:pt>
                <c:pt idx="58">
                  <c:v>45743</c:v>
                </c:pt>
                <c:pt idx="59">
                  <c:v>45744</c:v>
                </c:pt>
                <c:pt idx="60">
                  <c:v>45747</c:v>
                </c:pt>
                <c:pt idx="61">
                  <c:v>45748</c:v>
                </c:pt>
                <c:pt idx="62">
                  <c:v>45749</c:v>
                </c:pt>
                <c:pt idx="63">
                  <c:v>45750</c:v>
                </c:pt>
                <c:pt idx="64">
                  <c:v>45751</c:v>
                </c:pt>
                <c:pt idx="65">
                  <c:v>45754</c:v>
                </c:pt>
                <c:pt idx="66">
                  <c:v>45755</c:v>
                </c:pt>
                <c:pt idx="67">
                  <c:v>45756</c:v>
                </c:pt>
                <c:pt idx="68">
                  <c:v>45757</c:v>
                </c:pt>
                <c:pt idx="69">
                  <c:v>45758</c:v>
                </c:pt>
                <c:pt idx="70">
                  <c:v>45761</c:v>
                </c:pt>
                <c:pt idx="71">
                  <c:v>45762</c:v>
                </c:pt>
                <c:pt idx="72">
                  <c:v>45763</c:v>
                </c:pt>
                <c:pt idx="73">
                  <c:v>45764</c:v>
                </c:pt>
                <c:pt idx="74">
                  <c:v>45769</c:v>
                </c:pt>
                <c:pt idx="75">
                  <c:v>45770</c:v>
                </c:pt>
                <c:pt idx="76">
                  <c:v>45771</c:v>
                </c:pt>
                <c:pt idx="77">
                  <c:v>45772</c:v>
                </c:pt>
                <c:pt idx="78">
                  <c:v>45775</c:v>
                </c:pt>
                <c:pt idx="79">
                  <c:v>45776</c:v>
                </c:pt>
                <c:pt idx="80">
                  <c:v>45777</c:v>
                </c:pt>
                <c:pt idx="81">
                  <c:v>45779</c:v>
                </c:pt>
                <c:pt idx="82">
                  <c:v>45782</c:v>
                </c:pt>
                <c:pt idx="83">
                  <c:v>45783</c:v>
                </c:pt>
                <c:pt idx="84">
                  <c:v>45784</c:v>
                </c:pt>
                <c:pt idx="85">
                  <c:v>45785</c:v>
                </c:pt>
                <c:pt idx="86">
                  <c:v>45786</c:v>
                </c:pt>
                <c:pt idx="87">
                  <c:v>45789</c:v>
                </c:pt>
                <c:pt idx="88">
                  <c:v>45790</c:v>
                </c:pt>
                <c:pt idx="89">
                  <c:v>45791</c:v>
                </c:pt>
                <c:pt idx="90">
                  <c:v>45792</c:v>
                </c:pt>
                <c:pt idx="91">
                  <c:v>45793</c:v>
                </c:pt>
                <c:pt idx="92">
                  <c:v>45796</c:v>
                </c:pt>
                <c:pt idx="93">
                  <c:v>45797</c:v>
                </c:pt>
                <c:pt idx="94">
                  <c:v>45798</c:v>
                </c:pt>
                <c:pt idx="95">
                  <c:v>45799</c:v>
                </c:pt>
                <c:pt idx="96">
                  <c:v>45800</c:v>
                </c:pt>
                <c:pt idx="97">
                  <c:v>45803</c:v>
                </c:pt>
                <c:pt idx="98">
                  <c:v>45804</c:v>
                </c:pt>
                <c:pt idx="99">
                  <c:v>45805</c:v>
                </c:pt>
                <c:pt idx="100">
                  <c:v>45806</c:v>
                </c:pt>
                <c:pt idx="101">
                  <c:v>45807</c:v>
                </c:pt>
                <c:pt idx="102">
                  <c:v>45810</c:v>
                </c:pt>
                <c:pt idx="103">
                  <c:v>45811</c:v>
                </c:pt>
                <c:pt idx="104">
                  <c:v>45812</c:v>
                </c:pt>
                <c:pt idx="105">
                  <c:v>45813</c:v>
                </c:pt>
                <c:pt idx="106">
                  <c:v>45814</c:v>
                </c:pt>
                <c:pt idx="107">
                  <c:v>45817</c:v>
                </c:pt>
                <c:pt idx="108">
                  <c:v>45818</c:v>
                </c:pt>
                <c:pt idx="109">
                  <c:v>45819</c:v>
                </c:pt>
                <c:pt idx="110">
                  <c:v>45820</c:v>
                </c:pt>
                <c:pt idx="111">
                  <c:v>45821</c:v>
                </c:pt>
                <c:pt idx="112">
                  <c:v>45824</c:v>
                </c:pt>
                <c:pt idx="113">
                  <c:v>45825</c:v>
                </c:pt>
                <c:pt idx="114">
                  <c:v>45826</c:v>
                </c:pt>
                <c:pt idx="115">
                  <c:v>45828</c:v>
                </c:pt>
                <c:pt idx="116">
                  <c:v>45831</c:v>
                </c:pt>
                <c:pt idx="117">
                  <c:v>45832</c:v>
                </c:pt>
                <c:pt idx="118">
                  <c:v>45833</c:v>
                </c:pt>
                <c:pt idx="119">
                  <c:v>45834</c:v>
                </c:pt>
                <c:pt idx="120">
                  <c:v>45835</c:v>
                </c:pt>
                <c:pt idx="121">
                  <c:v>45838</c:v>
                </c:pt>
                <c:pt idx="122">
                  <c:v>45839</c:v>
                </c:pt>
                <c:pt idx="123">
                  <c:v>45840</c:v>
                </c:pt>
                <c:pt idx="124">
                  <c:v>45841</c:v>
                </c:pt>
                <c:pt idx="125">
                  <c:v>45842</c:v>
                </c:pt>
                <c:pt idx="126">
                  <c:v>45845</c:v>
                </c:pt>
                <c:pt idx="127">
                  <c:v>45846</c:v>
                </c:pt>
                <c:pt idx="128">
                  <c:v>45847</c:v>
                </c:pt>
                <c:pt idx="129">
                  <c:v>45848</c:v>
                </c:pt>
                <c:pt idx="130">
                  <c:v>45849</c:v>
                </c:pt>
                <c:pt idx="131">
                  <c:v>45852</c:v>
                </c:pt>
                <c:pt idx="132">
                  <c:v>45853</c:v>
                </c:pt>
                <c:pt idx="133">
                  <c:v>45854</c:v>
                </c:pt>
                <c:pt idx="134">
                  <c:v>45855</c:v>
                </c:pt>
                <c:pt idx="135">
                  <c:v>45856</c:v>
                </c:pt>
                <c:pt idx="136">
                  <c:v>45859</c:v>
                </c:pt>
                <c:pt idx="137">
                  <c:v>45860</c:v>
                </c:pt>
                <c:pt idx="138">
                  <c:v>45861</c:v>
                </c:pt>
                <c:pt idx="139">
                  <c:v>45862</c:v>
                </c:pt>
                <c:pt idx="140">
                  <c:v>45863</c:v>
                </c:pt>
                <c:pt idx="141">
                  <c:v>45866</c:v>
                </c:pt>
                <c:pt idx="142">
                  <c:v>45867</c:v>
                </c:pt>
                <c:pt idx="143">
                  <c:v>45868</c:v>
                </c:pt>
                <c:pt idx="144">
                  <c:v>45869</c:v>
                </c:pt>
                <c:pt idx="145">
                  <c:v>45870</c:v>
                </c:pt>
                <c:pt idx="146">
                  <c:v>45873</c:v>
                </c:pt>
                <c:pt idx="147">
                  <c:v>45874</c:v>
                </c:pt>
                <c:pt idx="148">
                  <c:v>45875</c:v>
                </c:pt>
                <c:pt idx="149">
                  <c:v>45876</c:v>
                </c:pt>
                <c:pt idx="150">
                  <c:v>45877</c:v>
                </c:pt>
                <c:pt idx="151">
                  <c:v>45880</c:v>
                </c:pt>
                <c:pt idx="152">
                  <c:v>45881</c:v>
                </c:pt>
                <c:pt idx="153">
                  <c:v>45882</c:v>
                </c:pt>
                <c:pt idx="154">
                  <c:v>45883</c:v>
                </c:pt>
                <c:pt idx="155">
                  <c:v>45884</c:v>
                </c:pt>
                <c:pt idx="156">
                  <c:v>45887</c:v>
                </c:pt>
                <c:pt idx="157">
                  <c:v>45888</c:v>
                </c:pt>
                <c:pt idx="158">
                  <c:v>45889</c:v>
                </c:pt>
                <c:pt idx="159">
                  <c:v>45890</c:v>
                </c:pt>
                <c:pt idx="160">
                  <c:v>45891</c:v>
                </c:pt>
                <c:pt idx="161">
                  <c:v>45894</c:v>
                </c:pt>
                <c:pt idx="162">
                  <c:v>45895</c:v>
                </c:pt>
                <c:pt idx="163">
                  <c:v>45896</c:v>
                </c:pt>
                <c:pt idx="164">
                  <c:v>45897</c:v>
                </c:pt>
                <c:pt idx="165">
                  <c:v>45898</c:v>
                </c:pt>
                <c:pt idx="166">
                  <c:v>45901</c:v>
                </c:pt>
                <c:pt idx="167">
                  <c:v>45902</c:v>
                </c:pt>
                <c:pt idx="168">
                  <c:v>45903</c:v>
                </c:pt>
                <c:pt idx="169">
                  <c:v>45904</c:v>
                </c:pt>
                <c:pt idx="170">
                  <c:v>45905</c:v>
                </c:pt>
                <c:pt idx="171">
                  <c:v>45908</c:v>
                </c:pt>
                <c:pt idx="172">
                  <c:v>45909</c:v>
                </c:pt>
                <c:pt idx="173">
                  <c:v>45910</c:v>
                </c:pt>
                <c:pt idx="174">
                  <c:v>45911</c:v>
                </c:pt>
                <c:pt idx="175">
                  <c:v>45912</c:v>
                </c:pt>
                <c:pt idx="176">
                  <c:v>45915</c:v>
                </c:pt>
                <c:pt idx="177">
                  <c:v>45916</c:v>
                </c:pt>
                <c:pt idx="178">
                  <c:v>45917</c:v>
                </c:pt>
                <c:pt idx="179">
                  <c:v>45918</c:v>
                </c:pt>
                <c:pt idx="180">
                  <c:v>45919</c:v>
                </c:pt>
                <c:pt idx="181">
                  <c:v>45922</c:v>
                </c:pt>
                <c:pt idx="182">
                  <c:v>45923</c:v>
                </c:pt>
                <c:pt idx="183">
                  <c:v>45924</c:v>
                </c:pt>
                <c:pt idx="184">
                  <c:v>45925</c:v>
                </c:pt>
                <c:pt idx="185">
                  <c:v>45926</c:v>
                </c:pt>
                <c:pt idx="186">
                  <c:v>45929</c:v>
                </c:pt>
                <c:pt idx="187">
                  <c:v>45930</c:v>
                </c:pt>
                <c:pt idx="188">
                  <c:v>45931</c:v>
                </c:pt>
                <c:pt idx="189">
                  <c:v>45932</c:v>
                </c:pt>
                <c:pt idx="190">
                  <c:v>45933</c:v>
                </c:pt>
                <c:pt idx="191">
                  <c:v>45936</c:v>
                </c:pt>
                <c:pt idx="192">
                  <c:v>45937</c:v>
                </c:pt>
                <c:pt idx="193">
                  <c:v>45938</c:v>
                </c:pt>
                <c:pt idx="194">
                  <c:v>45939</c:v>
                </c:pt>
                <c:pt idx="195">
                  <c:v>45940</c:v>
                </c:pt>
                <c:pt idx="196">
                  <c:v>45943</c:v>
                </c:pt>
                <c:pt idx="197">
                  <c:v>45944</c:v>
                </c:pt>
                <c:pt idx="198">
                  <c:v>45945</c:v>
                </c:pt>
                <c:pt idx="199">
                  <c:v>45946</c:v>
                </c:pt>
                <c:pt idx="200">
                  <c:v>45947</c:v>
                </c:pt>
                <c:pt idx="201">
                  <c:v>45950</c:v>
                </c:pt>
                <c:pt idx="202">
                  <c:v>45951</c:v>
                </c:pt>
                <c:pt idx="203">
                  <c:v>45952</c:v>
                </c:pt>
                <c:pt idx="204">
                  <c:v>45953</c:v>
                </c:pt>
                <c:pt idx="205">
                  <c:v>45954</c:v>
                </c:pt>
                <c:pt idx="206">
                  <c:v>45957</c:v>
                </c:pt>
                <c:pt idx="207">
                  <c:v>45958</c:v>
                </c:pt>
                <c:pt idx="208">
                  <c:v>45959</c:v>
                </c:pt>
                <c:pt idx="209">
                  <c:v>45960</c:v>
                </c:pt>
                <c:pt idx="210">
                  <c:v>45961</c:v>
                </c:pt>
                <c:pt idx="211">
                  <c:v>45964</c:v>
                </c:pt>
                <c:pt idx="212">
                  <c:v>45965</c:v>
                </c:pt>
                <c:pt idx="213">
                  <c:v>45966</c:v>
                </c:pt>
                <c:pt idx="214">
                  <c:v>45967</c:v>
                </c:pt>
                <c:pt idx="215">
                  <c:v>45968</c:v>
                </c:pt>
                <c:pt idx="216">
                  <c:v>45971</c:v>
                </c:pt>
                <c:pt idx="217">
                  <c:v>45972</c:v>
                </c:pt>
                <c:pt idx="218">
                  <c:v>45973</c:v>
                </c:pt>
                <c:pt idx="219">
                  <c:v>45974</c:v>
                </c:pt>
                <c:pt idx="220">
                  <c:v>45975</c:v>
                </c:pt>
                <c:pt idx="221">
                  <c:v>45978</c:v>
                </c:pt>
                <c:pt idx="222">
                  <c:v>45979</c:v>
                </c:pt>
                <c:pt idx="223">
                  <c:v>45980</c:v>
                </c:pt>
                <c:pt idx="224">
                  <c:v>45982</c:v>
                </c:pt>
                <c:pt idx="225">
                  <c:v>45985</c:v>
                </c:pt>
                <c:pt idx="226">
                  <c:v>45986</c:v>
                </c:pt>
                <c:pt idx="227">
                  <c:v>45987</c:v>
                </c:pt>
                <c:pt idx="228">
                  <c:v>45988</c:v>
                </c:pt>
                <c:pt idx="229">
                  <c:v>45989</c:v>
                </c:pt>
                <c:pt idx="230">
                  <c:v>45992</c:v>
                </c:pt>
                <c:pt idx="231">
                  <c:v>45993</c:v>
                </c:pt>
                <c:pt idx="232">
                  <c:v>45994</c:v>
                </c:pt>
                <c:pt idx="233">
                  <c:v>45995</c:v>
                </c:pt>
                <c:pt idx="234">
                  <c:v>45996</c:v>
                </c:pt>
                <c:pt idx="235">
                  <c:v>45999</c:v>
                </c:pt>
                <c:pt idx="236">
                  <c:v>46000</c:v>
                </c:pt>
                <c:pt idx="237">
                  <c:v>46001</c:v>
                </c:pt>
                <c:pt idx="238">
                  <c:v>46002</c:v>
                </c:pt>
                <c:pt idx="239">
                  <c:v>46003</c:v>
                </c:pt>
                <c:pt idx="240">
                  <c:v>46006</c:v>
                </c:pt>
                <c:pt idx="241">
                  <c:v>46007</c:v>
                </c:pt>
                <c:pt idx="242">
                  <c:v>46008</c:v>
                </c:pt>
                <c:pt idx="243">
                  <c:v>46009</c:v>
                </c:pt>
                <c:pt idx="244">
                  <c:v>46010</c:v>
                </c:pt>
                <c:pt idx="245">
                  <c:v>46013</c:v>
                </c:pt>
                <c:pt idx="246">
                  <c:v>46014</c:v>
                </c:pt>
                <c:pt idx="247">
                  <c:v>46017</c:v>
                </c:pt>
                <c:pt idx="248">
                  <c:v>46020</c:v>
                </c:pt>
                <c:pt idx="249">
                  <c:v>46021</c:v>
                </c:pt>
                <c:pt idx="250">
                  <c:v>46024</c:v>
                </c:pt>
                <c:pt idx="251">
                  <c:v>46027</c:v>
                </c:pt>
                <c:pt idx="252">
                  <c:v>46028</c:v>
                </c:pt>
                <c:pt idx="253">
                  <c:v>46029</c:v>
                </c:pt>
                <c:pt idx="254">
                  <c:v>46030</c:v>
                </c:pt>
                <c:pt idx="255">
                  <c:v>46031</c:v>
                </c:pt>
                <c:pt idx="256">
                  <c:v>46034</c:v>
                </c:pt>
                <c:pt idx="257">
                  <c:v>46035</c:v>
                </c:pt>
                <c:pt idx="258">
                  <c:v>46036</c:v>
                </c:pt>
                <c:pt idx="259">
                  <c:v>46037</c:v>
                </c:pt>
                <c:pt idx="260">
                  <c:v>46038</c:v>
                </c:pt>
                <c:pt idx="261">
                  <c:v>46041</c:v>
                </c:pt>
                <c:pt idx="262">
                  <c:v>46042</c:v>
                </c:pt>
                <c:pt idx="263">
                  <c:v>46043</c:v>
                </c:pt>
                <c:pt idx="264">
                  <c:v>46044</c:v>
                </c:pt>
                <c:pt idx="265">
                  <c:v>46045</c:v>
                </c:pt>
                <c:pt idx="266">
                  <c:v>46048</c:v>
                </c:pt>
                <c:pt idx="267">
                  <c:v>46049</c:v>
                </c:pt>
                <c:pt idx="268">
                  <c:v>46050</c:v>
                </c:pt>
                <c:pt idx="269">
                  <c:v>46051</c:v>
                </c:pt>
                <c:pt idx="270">
                  <c:v>46052</c:v>
                </c:pt>
                <c:pt idx="271">
                  <c:v>46055</c:v>
                </c:pt>
                <c:pt idx="272">
                  <c:v>46056</c:v>
                </c:pt>
                <c:pt idx="273">
                  <c:v>46057</c:v>
                </c:pt>
                <c:pt idx="274">
                  <c:v>46058</c:v>
                </c:pt>
                <c:pt idx="275">
                  <c:v>46059</c:v>
                </c:pt>
                <c:pt idx="276">
                  <c:v>46062</c:v>
                </c:pt>
                <c:pt idx="277">
                  <c:v>46063</c:v>
                </c:pt>
                <c:pt idx="278">
                  <c:v>46064</c:v>
                </c:pt>
                <c:pt idx="279">
                  <c:v>46065</c:v>
                </c:pt>
                <c:pt idx="280">
                  <c:v>46066</c:v>
                </c:pt>
                <c:pt idx="281">
                  <c:v>46071</c:v>
                </c:pt>
                <c:pt idx="282">
                  <c:v>46072</c:v>
                </c:pt>
                <c:pt idx="283">
                  <c:v>46073</c:v>
                </c:pt>
                <c:pt idx="284">
                  <c:v>46076</c:v>
                </c:pt>
                <c:pt idx="285">
                  <c:v>46077</c:v>
                </c:pt>
                <c:pt idx="286">
                  <c:v>46078</c:v>
                </c:pt>
                <c:pt idx="287">
                  <c:v>46079</c:v>
                </c:pt>
                <c:pt idx="288">
                  <c:v>46080</c:v>
                </c:pt>
                <c:pt idx="289">
                  <c:v>46083</c:v>
                </c:pt>
                <c:pt idx="290">
                  <c:v>46084</c:v>
                </c:pt>
                <c:pt idx="291">
                  <c:v>46085</c:v>
                </c:pt>
                <c:pt idx="292">
                  <c:v>46086</c:v>
                </c:pt>
                <c:pt idx="293">
                  <c:v>46087</c:v>
                </c:pt>
                <c:pt idx="294">
                  <c:v>46090</c:v>
                </c:pt>
                <c:pt idx="295">
                  <c:v>46091</c:v>
                </c:pt>
                <c:pt idx="296">
                  <c:v>46092</c:v>
                </c:pt>
                <c:pt idx="297">
                  <c:v>46093</c:v>
                </c:pt>
                <c:pt idx="298">
                  <c:v>46094</c:v>
                </c:pt>
                <c:pt idx="299">
                  <c:v>46097</c:v>
                </c:pt>
                <c:pt idx="300">
                  <c:v>46098</c:v>
                </c:pt>
                <c:pt idx="301">
                  <c:v>46099</c:v>
                </c:pt>
                <c:pt idx="302">
                  <c:v>46100</c:v>
                </c:pt>
                <c:pt idx="303">
                  <c:v>46101</c:v>
                </c:pt>
                <c:pt idx="304">
                  <c:v>46104</c:v>
                </c:pt>
                <c:pt idx="305">
                  <c:v>46105</c:v>
                </c:pt>
                <c:pt idx="306">
                  <c:v>46106</c:v>
                </c:pt>
                <c:pt idx="307">
                  <c:v>46107</c:v>
                </c:pt>
                <c:pt idx="308">
                  <c:v>46108</c:v>
                </c:pt>
                <c:pt idx="309">
                  <c:v>46111</c:v>
                </c:pt>
                <c:pt idx="310">
                  <c:v>46112</c:v>
                </c:pt>
                <c:pt idx="311">
                  <c:v>46113</c:v>
                </c:pt>
                <c:pt idx="312">
                  <c:v>46114</c:v>
                </c:pt>
                <c:pt idx="313">
                  <c:v>46118</c:v>
                </c:pt>
                <c:pt idx="314">
                  <c:v>46119</c:v>
                </c:pt>
                <c:pt idx="315">
                  <c:v>46120</c:v>
                </c:pt>
                <c:pt idx="316">
                  <c:v>46121</c:v>
                </c:pt>
                <c:pt idx="317">
                  <c:v>46122</c:v>
                </c:pt>
                <c:pt idx="318">
                  <c:v>46125</c:v>
                </c:pt>
                <c:pt idx="319">
                  <c:v>46126</c:v>
                </c:pt>
                <c:pt idx="320">
                  <c:v>46127</c:v>
                </c:pt>
                <c:pt idx="321">
                  <c:v>46128</c:v>
                </c:pt>
                <c:pt idx="322">
                  <c:v>46129</c:v>
                </c:pt>
                <c:pt idx="323">
                  <c:v>46132</c:v>
                </c:pt>
                <c:pt idx="324">
                  <c:v>46133</c:v>
                </c:pt>
                <c:pt idx="325">
                  <c:v>46134</c:v>
                </c:pt>
                <c:pt idx="326">
                  <c:v>46135</c:v>
                </c:pt>
                <c:pt idx="327">
                  <c:v>46136</c:v>
                </c:pt>
                <c:pt idx="328">
                  <c:v>46139</c:v>
                </c:pt>
                <c:pt idx="329">
                  <c:v>46140</c:v>
                </c:pt>
                <c:pt idx="330">
                  <c:v>46141</c:v>
                </c:pt>
                <c:pt idx="331">
                  <c:v>46142</c:v>
                </c:pt>
                <c:pt idx="332">
                  <c:v>46143</c:v>
                </c:pt>
                <c:pt idx="333">
                  <c:v>46146</c:v>
                </c:pt>
                <c:pt idx="334">
                  <c:v>46147</c:v>
                </c:pt>
                <c:pt idx="335">
                  <c:v>46148</c:v>
                </c:pt>
                <c:pt idx="336">
                  <c:v>46149</c:v>
                </c:pt>
                <c:pt idx="337">
                  <c:v>46150</c:v>
                </c:pt>
                <c:pt idx="338">
                  <c:v>46153</c:v>
                </c:pt>
                <c:pt idx="339">
                  <c:v>46154</c:v>
                </c:pt>
                <c:pt idx="340">
                  <c:v>46155</c:v>
                </c:pt>
                <c:pt idx="341">
                  <c:v>46156</c:v>
                </c:pt>
                <c:pt idx="342">
                  <c:v>46157</c:v>
                </c:pt>
                <c:pt idx="343">
                  <c:v>46160</c:v>
                </c:pt>
                <c:pt idx="344">
                  <c:v>46161</c:v>
                </c:pt>
                <c:pt idx="345">
                  <c:v>46162</c:v>
                </c:pt>
                <c:pt idx="346">
                  <c:v>46163</c:v>
                </c:pt>
                <c:pt idx="347">
                  <c:v>46164</c:v>
                </c:pt>
                <c:pt idx="348">
                  <c:v>46167</c:v>
                </c:pt>
                <c:pt idx="349">
                  <c:v>46168</c:v>
                </c:pt>
                <c:pt idx="350">
                  <c:v>46169</c:v>
                </c:pt>
                <c:pt idx="351">
                  <c:v>46170</c:v>
                </c:pt>
                <c:pt idx="352">
                  <c:v>46171</c:v>
                </c:pt>
                <c:pt idx="353">
                  <c:v>46174</c:v>
                </c:pt>
                <c:pt idx="354">
                  <c:v>46175</c:v>
                </c:pt>
                <c:pt idx="355">
                  <c:v>46176</c:v>
                </c:pt>
                <c:pt idx="356">
                  <c:v>46177</c:v>
                </c:pt>
                <c:pt idx="357">
                  <c:v>46178</c:v>
                </c:pt>
                <c:pt idx="358">
                  <c:v>46181</c:v>
                </c:pt>
                <c:pt idx="359">
                  <c:v>46182</c:v>
                </c:pt>
                <c:pt idx="360">
                  <c:v>46183</c:v>
                </c:pt>
                <c:pt idx="361">
                  <c:v>46184</c:v>
                </c:pt>
                <c:pt idx="362">
                  <c:v>46185</c:v>
                </c:pt>
                <c:pt idx="363">
                  <c:v>46188</c:v>
                </c:pt>
                <c:pt idx="364">
                  <c:v>46189</c:v>
                </c:pt>
                <c:pt idx="365">
                  <c:v>46190</c:v>
                </c:pt>
                <c:pt idx="366">
                  <c:v>46191</c:v>
                </c:pt>
                <c:pt idx="367">
                  <c:v>46192</c:v>
                </c:pt>
                <c:pt idx="368">
                  <c:v>46195</c:v>
                </c:pt>
                <c:pt idx="369">
                  <c:v>46196</c:v>
                </c:pt>
                <c:pt idx="370">
                  <c:v>46197</c:v>
                </c:pt>
                <c:pt idx="371">
                  <c:v>46198</c:v>
                </c:pt>
                <c:pt idx="372">
                  <c:v>46199</c:v>
                </c:pt>
                <c:pt idx="373">
                  <c:v>46202</c:v>
                </c:pt>
                <c:pt idx="374">
                  <c:v>46203</c:v>
                </c:pt>
                <c:pt idx="375">
                  <c:v>46204</c:v>
                </c:pt>
                <c:pt idx="376">
                  <c:v>46205</c:v>
                </c:pt>
                <c:pt idx="377">
                  <c:v>46206</c:v>
                </c:pt>
                <c:pt idx="378">
                  <c:v>46209</c:v>
                </c:pt>
                <c:pt idx="379">
                  <c:v>46210</c:v>
                </c:pt>
                <c:pt idx="380">
                  <c:v>46211</c:v>
                </c:pt>
                <c:pt idx="381">
                  <c:v>46212</c:v>
                </c:pt>
                <c:pt idx="382">
                  <c:v>46213</c:v>
                </c:pt>
                <c:pt idx="383">
                  <c:v>46216</c:v>
                </c:pt>
                <c:pt idx="384">
                  <c:v>46217</c:v>
                </c:pt>
                <c:pt idx="385">
                  <c:v>46218</c:v>
                </c:pt>
                <c:pt idx="386">
                  <c:v>46219</c:v>
                </c:pt>
                <c:pt idx="387">
                  <c:v>46220</c:v>
                </c:pt>
                <c:pt idx="388">
                  <c:v>46223</c:v>
                </c:pt>
                <c:pt idx="389">
                  <c:v>46224</c:v>
                </c:pt>
                <c:pt idx="390">
                  <c:v>46225</c:v>
                </c:pt>
                <c:pt idx="391">
                  <c:v>46226</c:v>
                </c:pt>
                <c:pt idx="392">
                  <c:v>46227</c:v>
                </c:pt>
                <c:pt idx="393">
                  <c:v>46230</c:v>
                </c:pt>
                <c:pt idx="394">
                  <c:v>46231</c:v>
                </c:pt>
                <c:pt idx="395">
                  <c:v>46232</c:v>
                </c:pt>
                <c:pt idx="396">
                  <c:v>46233</c:v>
                </c:pt>
                <c:pt idx="397">
                  <c:v>46234</c:v>
                </c:pt>
                <c:pt idx="398">
                  <c:v>46237</c:v>
                </c:pt>
                <c:pt idx="399">
                  <c:v>46238</c:v>
                </c:pt>
                <c:pt idx="400">
                  <c:v>46239</c:v>
                </c:pt>
                <c:pt idx="401">
                  <c:v>46240</c:v>
                </c:pt>
                <c:pt idx="402">
                  <c:v>46241</c:v>
                </c:pt>
                <c:pt idx="403">
                  <c:v>46244</c:v>
                </c:pt>
                <c:pt idx="404">
                  <c:v>46245</c:v>
                </c:pt>
                <c:pt idx="405">
                  <c:v>46246</c:v>
                </c:pt>
                <c:pt idx="406">
                  <c:v>46247</c:v>
                </c:pt>
                <c:pt idx="407">
                  <c:v>46248</c:v>
                </c:pt>
                <c:pt idx="408">
                  <c:v>46251</c:v>
                </c:pt>
                <c:pt idx="409">
                  <c:v>46252</c:v>
                </c:pt>
                <c:pt idx="410">
                  <c:v>46253</c:v>
                </c:pt>
                <c:pt idx="411">
                  <c:v>46254</c:v>
                </c:pt>
                <c:pt idx="412">
                  <c:v>46255</c:v>
                </c:pt>
                <c:pt idx="413">
                  <c:v>46258</c:v>
                </c:pt>
                <c:pt idx="414">
                  <c:v>46259</c:v>
                </c:pt>
                <c:pt idx="415">
                  <c:v>46260</c:v>
                </c:pt>
                <c:pt idx="416">
                  <c:v>46261</c:v>
                </c:pt>
                <c:pt idx="417">
                  <c:v>46262</c:v>
                </c:pt>
                <c:pt idx="418">
                  <c:v>46265</c:v>
                </c:pt>
                <c:pt idx="419">
                  <c:v>46266</c:v>
                </c:pt>
                <c:pt idx="420">
                  <c:v>46267</c:v>
                </c:pt>
                <c:pt idx="421">
                  <c:v>46268</c:v>
                </c:pt>
                <c:pt idx="422">
                  <c:v>46269</c:v>
                </c:pt>
                <c:pt idx="423">
                  <c:v>46273</c:v>
                </c:pt>
                <c:pt idx="424">
                  <c:v>46274</c:v>
                </c:pt>
                <c:pt idx="425">
                  <c:v>46275</c:v>
                </c:pt>
                <c:pt idx="426">
                  <c:v>46276</c:v>
                </c:pt>
                <c:pt idx="427">
                  <c:v>46279</c:v>
                </c:pt>
                <c:pt idx="428">
                  <c:v>46280</c:v>
                </c:pt>
                <c:pt idx="429">
                  <c:v>46281</c:v>
                </c:pt>
                <c:pt idx="430">
                  <c:v>46282</c:v>
                </c:pt>
                <c:pt idx="431">
                  <c:v>46283</c:v>
                </c:pt>
                <c:pt idx="432">
                  <c:v>46286</c:v>
                </c:pt>
                <c:pt idx="433">
                  <c:v>46287</c:v>
                </c:pt>
                <c:pt idx="434">
                  <c:v>46288</c:v>
                </c:pt>
                <c:pt idx="435">
                  <c:v>46289</c:v>
                </c:pt>
                <c:pt idx="436">
                  <c:v>46290</c:v>
                </c:pt>
                <c:pt idx="437">
                  <c:v>46293</c:v>
                </c:pt>
                <c:pt idx="438">
                  <c:v>46294</c:v>
                </c:pt>
                <c:pt idx="439">
                  <c:v>46295</c:v>
                </c:pt>
                <c:pt idx="440">
                  <c:v>46296</c:v>
                </c:pt>
                <c:pt idx="441">
                  <c:v>46297</c:v>
                </c:pt>
                <c:pt idx="442">
                  <c:v>46300</c:v>
                </c:pt>
                <c:pt idx="443">
                  <c:v>46301</c:v>
                </c:pt>
                <c:pt idx="444">
                  <c:v>46302</c:v>
                </c:pt>
                <c:pt idx="445">
                  <c:v>46303</c:v>
                </c:pt>
                <c:pt idx="446">
                  <c:v>46304</c:v>
                </c:pt>
                <c:pt idx="447">
                  <c:v>46308</c:v>
                </c:pt>
                <c:pt idx="448">
                  <c:v>46309</c:v>
                </c:pt>
                <c:pt idx="449">
                  <c:v>46310</c:v>
                </c:pt>
                <c:pt idx="450">
                  <c:v>46311</c:v>
                </c:pt>
                <c:pt idx="451">
                  <c:v>46314</c:v>
                </c:pt>
                <c:pt idx="452">
                  <c:v>46315</c:v>
                </c:pt>
                <c:pt idx="453">
                  <c:v>46316</c:v>
                </c:pt>
                <c:pt idx="454">
                  <c:v>46317</c:v>
                </c:pt>
                <c:pt idx="455">
                  <c:v>46321</c:v>
                </c:pt>
              </c:numCache>
            </c:numRef>
          </c:cat>
          <c:val>
            <c:numRef>
              <c:f>'R2'!$B$2:$B$457</c:f>
              <c:numCache>
                <c:formatCode>General</c:formatCode>
                <c:ptCount val="456"/>
                <c:pt idx="0">
                  <c:v>16</c:v>
                </c:pt>
                <c:pt idx="1">
                  <c:v>16</c:v>
                </c:pt>
                <c:pt idx="2">
                  <c:v>16</c:v>
                </c:pt>
                <c:pt idx="3">
                  <c:v>16</c:v>
                </c:pt>
                <c:pt idx="4">
                  <c:v>16</c:v>
                </c:pt>
                <c:pt idx="5">
                  <c:v>16</c:v>
                </c:pt>
                <c:pt idx="6">
                  <c:v>16</c:v>
                </c:pt>
                <c:pt idx="7">
                  <c:v>16</c:v>
                </c:pt>
                <c:pt idx="8">
                  <c:v>16</c:v>
                </c:pt>
                <c:pt idx="9">
                  <c:v>16</c:v>
                </c:pt>
                <c:pt idx="10">
                  <c:v>16</c:v>
                </c:pt>
                <c:pt idx="11">
                  <c:v>16</c:v>
                </c:pt>
                <c:pt idx="12">
                  <c:v>16</c:v>
                </c:pt>
                <c:pt idx="13">
                  <c:v>16</c:v>
                </c:pt>
                <c:pt idx="14">
                  <c:v>16</c:v>
                </c:pt>
                <c:pt idx="15">
                  <c:v>16</c:v>
                </c:pt>
                <c:pt idx="16">
                  <c:v>16</c:v>
                </c:pt>
                <c:pt idx="17">
                  <c:v>16</c:v>
                </c:pt>
                <c:pt idx="18">
                  <c:v>16</c:v>
                </c:pt>
                <c:pt idx="19">
                  <c:v>16</c:v>
                </c:pt>
                <c:pt idx="20">
                  <c:v>16</c:v>
                </c:pt>
                <c:pt idx="21">
                  <c:v>16</c:v>
                </c:pt>
                <c:pt idx="22">
                  <c:v>16</c:v>
                </c:pt>
                <c:pt idx="23">
                  <c:v>16</c:v>
                </c:pt>
                <c:pt idx="24">
                  <c:v>16</c:v>
                </c:pt>
                <c:pt idx="25">
                  <c:v>16</c:v>
                </c:pt>
                <c:pt idx="26">
                  <c:v>16</c:v>
                </c:pt>
                <c:pt idx="27">
                  <c:v>16</c:v>
                </c:pt>
                <c:pt idx="28">
                  <c:v>16</c:v>
                </c:pt>
                <c:pt idx="29">
                  <c:v>16</c:v>
                </c:pt>
                <c:pt idx="30">
                  <c:v>16</c:v>
                </c:pt>
                <c:pt idx="31">
                  <c:v>16</c:v>
                </c:pt>
                <c:pt idx="32">
                  <c:v>16</c:v>
                </c:pt>
                <c:pt idx="33">
                  <c:v>16</c:v>
                </c:pt>
                <c:pt idx="34">
                  <c:v>16</c:v>
                </c:pt>
                <c:pt idx="35">
                  <c:v>16</c:v>
                </c:pt>
                <c:pt idx="36">
                  <c:v>16</c:v>
                </c:pt>
                <c:pt idx="37">
                  <c:v>16</c:v>
                </c:pt>
                <c:pt idx="38">
                  <c:v>16</c:v>
                </c:pt>
                <c:pt idx="39">
                  <c:v>16</c:v>
                </c:pt>
                <c:pt idx="40">
                  <c:v>16</c:v>
                </c:pt>
                <c:pt idx="41">
                  <c:v>16</c:v>
                </c:pt>
                <c:pt idx="42">
                  <c:v>16</c:v>
                </c:pt>
                <c:pt idx="43">
                  <c:v>16</c:v>
                </c:pt>
                <c:pt idx="44">
                  <c:v>16</c:v>
                </c:pt>
                <c:pt idx="45">
                  <c:v>16</c:v>
                </c:pt>
                <c:pt idx="46">
                  <c:v>16</c:v>
                </c:pt>
                <c:pt idx="47">
                  <c:v>16</c:v>
                </c:pt>
                <c:pt idx="48">
                  <c:v>16</c:v>
                </c:pt>
                <c:pt idx="49">
                  <c:v>16</c:v>
                </c:pt>
                <c:pt idx="50">
                  <c:v>16</c:v>
                </c:pt>
                <c:pt idx="51">
                  <c:v>16</c:v>
                </c:pt>
                <c:pt idx="52">
                  <c:v>16</c:v>
                </c:pt>
                <c:pt idx="53">
                  <c:v>16</c:v>
                </c:pt>
                <c:pt idx="54">
                  <c:v>16</c:v>
                </c:pt>
                <c:pt idx="55">
                  <c:v>16</c:v>
                </c:pt>
                <c:pt idx="56">
                  <c:v>16</c:v>
                </c:pt>
                <c:pt idx="57">
                  <c:v>16</c:v>
                </c:pt>
                <c:pt idx="58">
                  <c:v>16</c:v>
                </c:pt>
                <c:pt idx="59">
                  <c:v>16</c:v>
                </c:pt>
                <c:pt idx="60">
                  <c:v>16</c:v>
                </c:pt>
                <c:pt idx="61">
                  <c:v>16</c:v>
                </c:pt>
                <c:pt idx="62">
                  <c:v>16</c:v>
                </c:pt>
                <c:pt idx="63">
                  <c:v>16</c:v>
                </c:pt>
                <c:pt idx="64">
                  <c:v>16</c:v>
                </c:pt>
                <c:pt idx="65">
                  <c:v>16</c:v>
                </c:pt>
                <c:pt idx="66">
                  <c:v>16</c:v>
                </c:pt>
                <c:pt idx="67">
                  <c:v>16</c:v>
                </c:pt>
                <c:pt idx="68">
                  <c:v>16</c:v>
                </c:pt>
                <c:pt idx="69">
                  <c:v>16</c:v>
                </c:pt>
                <c:pt idx="70">
                  <c:v>16</c:v>
                </c:pt>
                <c:pt idx="71">
                  <c:v>16</c:v>
                </c:pt>
                <c:pt idx="72">
                  <c:v>16</c:v>
                </c:pt>
                <c:pt idx="73">
                  <c:v>16</c:v>
                </c:pt>
                <c:pt idx="74">
                  <c:v>16</c:v>
                </c:pt>
                <c:pt idx="75">
                  <c:v>16</c:v>
                </c:pt>
                <c:pt idx="76">
                  <c:v>16</c:v>
                </c:pt>
                <c:pt idx="77">
                  <c:v>16</c:v>
                </c:pt>
                <c:pt idx="78">
                  <c:v>16</c:v>
                </c:pt>
                <c:pt idx="79">
                  <c:v>16</c:v>
                </c:pt>
                <c:pt idx="80">
                  <c:v>16</c:v>
                </c:pt>
                <c:pt idx="81">
                  <c:v>16</c:v>
                </c:pt>
                <c:pt idx="82">
                  <c:v>16</c:v>
                </c:pt>
                <c:pt idx="83">
                  <c:v>16</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16</c:v>
                </c:pt>
                <c:pt idx="322">
                  <c:v>16</c:v>
                </c:pt>
                <c:pt idx="323">
                  <c:v>16</c:v>
                </c:pt>
                <c:pt idx="324">
                  <c:v>16</c:v>
                </c:pt>
                <c:pt idx="325">
                  <c:v>16</c:v>
                </c:pt>
                <c:pt idx="326">
                  <c:v>16</c:v>
                </c:pt>
                <c:pt idx="327">
                  <c:v>16</c:v>
                </c:pt>
                <c:pt idx="328">
                  <c:v>16</c:v>
                </c:pt>
                <c:pt idx="329">
                  <c:v>16</c:v>
                </c:pt>
                <c:pt idx="330">
                  <c:v>16</c:v>
                </c:pt>
                <c:pt idx="331">
                  <c:v>16</c:v>
                </c:pt>
                <c:pt idx="332">
                  <c:v>16</c:v>
                </c:pt>
                <c:pt idx="333">
                  <c:v>16</c:v>
                </c:pt>
                <c:pt idx="334">
                  <c:v>16</c:v>
                </c:pt>
                <c:pt idx="335">
                  <c:v>16</c:v>
                </c:pt>
                <c:pt idx="336">
                  <c:v>16</c:v>
                </c:pt>
                <c:pt idx="337">
                  <c:v>16</c:v>
                </c:pt>
                <c:pt idx="338">
                  <c:v>16</c:v>
                </c:pt>
                <c:pt idx="339">
                  <c:v>16</c:v>
                </c:pt>
                <c:pt idx="340">
                  <c:v>16</c:v>
                </c:pt>
                <c:pt idx="341">
                  <c:v>16</c:v>
                </c:pt>
                <c:pt idx="342">
                  <c:v>16</c:v>
                </c:pt>
                <c:pt idx="343">
                  <c:v>16</c:v>
                </c:pt>
                <c:pt idx="344">
                  <c:v>16</c:v>
                </c:pt>
                <c:pt idx="345">
                  <c:v>16</c:v>
                </c:pt>
                <c:pt idx="346">
                  <c:v>16</c:v>
                </c:pt>
                <c:pt idx="347">
                  <c:v>16</c:v>
                </c:pt>
                <c:pt idx="348">
                  <c:v>16</c:v>
                </c:pt>
                <c:pt idx="349">
                  <c:v>16</c:v>
                </c:pt>
                <c:pt idx="350">
                  <c:v>16</c:v>
                </c:pt>
                <c:pt idx="351">
                  <c:v>16</c:v>
                </c:pt>
                <c:pt idx="352">
                  <c:v>16</c:v>
                </c:pt>
                <c:pt idx="353">
                  <c:v>16</c:v>
                </c:pt>
                <c:pt idx="354">
                  <c:v>16</c:v>
                </c:pt>
                <c:pt idx="355">
                  <c:v>16</c:v>
                </c:pt>
                <c:pt idx="356">
                  <c:v>16</c:v>
                </c:pt>
                <c:pt idx="357">
                  <c:v>16</c:v>
                </c:pt>
                <c:pt idx="358">
                  <c:v>16</c:v>
                </c:pt>
                <c:pt idx="359">
                  <c:v>16</c:v>
                </c:pt>
                <c:pt idx="360">
                  <c:v>16</c:v>
                </c:pt>
                <c:pt idx="361">
                  <c:v>16</c:v>
                </c:pt>
                <c:pt idx="362">
                  <c:v>16</c:v>
                </c:pt>
                <c:pt idx="363">
                  <c:v>16</c:v>
                </c:pt>
                <c:pt idx="364">
                  <c:v>16</c:v>
                </c:pt>
                <c:pt idx="365">
                  <c:v>16</c:v>
                </c:pt>
                <c:pt idx="366">
                  <c:v>16</c:v>
                </c:pt>
                <c:pt idx="367">
                  <c:v>16</c:v>
                </c:pt>
                <c:pt idx="368">
                  <c:v>16</c:v>
                </c:pt>
                <c:pt idx="369">
                  <c:v>16</c:v>
                </c:pt>
                <c:pt idx="370">
                  <c:v>16</c:v>
                </c:pt>
                <c:pt idx="371">
                  <c:v>16</c:v>
                </c:pt>
                <c:pt idx="372">
                  <c:v>16</c:v>
                </c:pt>
                <c:pt idx="373">
                  <c:v>16</c:v>
                </c:pt>
                <c:pt idx="374">
                  <c:v>16</c:v>
                </c:pt>
                <c:pt idx="375">
                  <c:v>16</c:v>
                </c:pt>
                <c:pt idx="376">
                  <c:v>16</c:v>
                </c:pt>
                <c:pt idx="377">
                  <c:v>16</c:v>
                </c:pt>
                <c:pt idx="378">
                  <c:v>16</c:v>
                </c:pt>
                <c:pt idx="379">
                  <c:v>16</c:v>
                </c:pt>
                <c:pt idx="380">
                  <c:v>16</c:v>
                </c:pt>
                <c:pt idx="381">
                  <c:v>16</c:v>
                </c:pt>
                <c:pt idx="382">
                  <c:v>16</c:v>
                </c:pt>
                <c:pt idx="383">
                  <c:v>16</c:v>
                </c:pt>
                <c:pt idx="384">
                  <c:v>16</c:v>
                </c:pt>
                <c:pt idx="385">
                  <c:v>16</c:v>
                </c:pt>
                <c:pt idx="386">
                  <c:v>16</c:v>
                </c:pt>
                <c:pt idx="387">
                  <c:v>16</c:v>
                </c:pt>
                <c:pt idx="388">
                  <c:v>16</c:v>
                </c:pt>
                <c:pt idx="389">
                  <c:v>16</c:v>
                </c:pt>
                <c:pt idx="390">
                  <c:v>16</c:v>
                </c:pt>
                <c:pt idx="391">
                  <c:v>16</c:v>
                </c:pt>
                <c:pt idx="392">
                  <c:v>16</c:v>
                </c:pt>
                <c:pt idx="393">
                  <c:v>16</c:v>
                </c:pt>
                <c:pt idx="394">
                  <c:v>16</c:v>
                </c:pt>
                <c:pt idx="395">
                  <c:v>16</c:v>
                </c:pt>
                <c:pt idx="396">
                  <c:v>16</c:v>
                </c:pt>
                <c:pt idx="397">
                  <c:v>16</c:v>
                </c:pt>
                <c:pt idx="398">
                  <c:v>16</c:v>
                </c:pt>
                <c:pt idx="399">
                  <c:v>16</c:v>
                </c:pt>
                <c:pt idx="400">
                  <c:v>16</c:v>
                </c:pt>
                <c:pt idx="401">
                  <c:v>16</c:v>
                </c:pt>
                <c:pt idx="402">
                  <c:v>16</c:v>
                </c:pt>
                <c:pt idx="403">
                  <c:v>16</c:v>
                </c:pt>
                <c:pt idx="404">
                  <c:v>16</c:v>
                </c:pt>
                <c:pt idx="405">
                  <c:v>16</c:v>
                </c:pt>
                <c:pt idx="406">
                  <c:v>16</c:v>
                </c:pt>
                <c:pt idx="407">
                  <c:v>16</c:v>
                </c:pt>
                <c:pt idx="408">
                  <c:v>16</c:v>
                </c:pt>
                <c:pt idx="409">
                  <c:v>16</c:v>
                </c:pt>
                <c:pt idx="410">
                  <c:v>16</c:v>
                </c:pt>
                <c:pt idx="411">
                  <c:v>16</c:v>
                </c:pt>
                <c:pt idx="412">
                  <c:v>16</c:v>
                </c:pt>
                <c:pt idx="413">
                  <c:v>16</c:v>
                </c:pt>
                <c:pt idx="414">
                  <c:v>16</c:v>
                </c:pt>
                <c:pt idx="415">
                  <c:v>16</c:v>
                </c:pt>
                <c:pt idx="416">
                  <c:v>16</c:v>
                </c:pt>
                <c:pt idx="417">
                  <c:v>16</c:v>
                </c:pt>
                <c:pt idx="418">
                  <c:v>16</c:v>
                </c:pt>
                <c:pt idx="419">
                  <c:v>16</c:v>
                </c:pt>
                <c:pt idx="420">
                  <c:v>16</c:v>
                </c:pt>
                <c:pt idx="421">
                  <c:v>16</c:v>
                </c:pt>
                <c:pt idx="422">
                  <c:v>16</c:v>
                </c:pt>
                <c:pt idx="423">
                  <c:v>16</c:v>
                </c:pt>
                <c:pt idx="424">
                  <c:v>16</c:v>
                </c:pt>
                <c:pt idx="425">
                  <c:v>16</c:v>
                </c:pt>
                <c:pt idx="426">
                  <c:v>16</c:v>
                </c:pt>
                <c:pt idx="427">
                  <c:v>16</c:v>
                </c:pt>
                <c:pt idx="428">
                  <c:v>16</c:v>
                </c:pt>
                <c:pt idx="429">
                  <c:v>16</c:v>
                </c:pt>
                <c:pt idx="430">
                  <c:v>16</c:v>
                </c:pt>
                <c:pt idx="431">
                  <c:v>16</c:v>
                </c:pt>
                <c:pt idx="432">
                  <c:v>16</c:v>
                </c:pt>
                <c:pt idx="433">
                  <c:v>16</c:v>
                </c:pt>
                <c:pt idx="434">
                  <c:v>16</c:v>
                </c:pt>
                <c:pt idx="435">
                  <c:v>16</c:v>
                </c:pt>
                <c:pt idx="436">
                  <c:v>16</c:v>
                </c:pt>
                <c:pt idx="437">
                  <c:v>16</c:v>
                </c:pt>
                <c:pt idx="438">
                  <c:v>16</c:v>
                </c:pt>
                <c:pt idx="439">
                  <c:v>16</c:v>
                </c:pt>
                <c:pt idx="440">
                  <c:v>16</c:v>
                </c:pt>
                <c:pt idx="441">
                  <c:v>16</c:v>
                </c:pt>
                <c:pt idx="442">
                  <c:v>16</c:v>
                </c:pt>
                <c:pt idx="443">
                  <c:v>16</c:v>
                </c:pt>
                <c:pt idx="444">
                  <c:v>16</c:v>
                </c:pt>
                <c:pt idx="445">
                  <c:v>16</c:v>
                </c:pt>
                <c:pt idx="446">
                  <c:v>16</c:v>
                </c:pt>
                <c:pt idx="447">
                  <c:v>16</c:v>
                </c:pt>
                <c:pt idx="448">
                  <c:v>16</c:v>
                </c:pt>
                <c:pt idx="449">
                  <c:v>16</c:v>
                </c:pt>
                <c:pt idx="450">
                  <c:v>16</c:v>
                </c:pt>
                <c:pt idx="451">
                  <c:v>16</c:v>
                </c:pt>
                <c:pt idx="452">
                  <c:v>16</c:v>
                </c:pt>
                <c:pt idx="453">
                  <c:v>16</c:v>
                </c:pt>
                <c:pt idx="454">
                  <c:v>16</c:v>
                </c:pt>
                <c:pt idx="455">
                  <c:v>16</c:v>
                </c:pt>
              </c:numCache>
            </c:numRef>
          </c:val>
          <c:extLst>
            <c:ext xmlns:c16="http://schemas.microsoft.com/office/drawing/2014/chart" uri="{C3380CC4-5D6E-409C-BE32-E72D297353CC}">
              <c16:uniqueId val="{00000000-BDF1-4F25-9B82-6AE199C542F6}"/>
            </c:ext>
          </c:extLst>
        </c:ser>
        <c:ser>
          <c:idx val="1"/>
          <c:order val="1"/>
          <c:tx>
            <c:v>Cut</c:v>
          </c:tx>
          <c:spPr>
            <a:solidFill>
              <a:srgbClr val="E1FFE1"/>
            </a:solidFill>
            <a:ln>
              <a:noFill/>
            </a:ln>
          </c:spPr>
          <c:cat>
            <c:numRef>
              <c:f>'R2'!$A$2:$A$457</c:f>
              <c:numCache>
                <c:formatCode>yyyy\-mm\-dd</c:formatCode>
                <c:ptCount val="45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45677</c:v>
                </c:pt>
                <c:pt idx="13">
                  <c:v>45678</c:v>
                </c:pt>
                <c:pt idx="14">
                  <c:v>45679</c:v>
                </c:pt>
                <c:pt idx="15">
                  <c:v>45680</c:v>
                </c:pt>
                <c:pt idx="16">
                  <c:v>45681</c:v>
                </c:pt>
                <c:pt idx="17">
                  <c:v>45684</c:v>
                </c:pt>
                <c:pt idx="18">
                  <c:v>45685</c:v>
                </c:pt>
                <c:pt idx="19">
                  <c:v>45686</c:v>
                </c:pt>
                <c:pt idx="20">
                  <c:v>45687</c:v>
                </c:pt>
                <c:pt idx="21">
                  <c:v>45688</c:v>
                </c:pt>
                <c:pt idx="22">
                  <c:v>45691</c:v>
                </c:pt>
                <c:pt idx="23">
                  <c:v>45692</c:v>
                </c:pt>
                <c:pt idx="24">
                  <c:v>45693</c:v>
                </c:pt>
                <c:pt idx="25">
                  <c:v>45694</c:v>
                </c:pt>
                <c:pt idx="26">
                  <c:v>45695</c:v>
                </c:pt>
                <c:pt idx="27">
                  <c:v>45698</c:v>
                </c:pt>
                <c:pt idx="28">
                  <c:v>45699</c:v>
                </c:pt>
                <c:pt idx="29">
                  <c:v>45700</c:v>
                </c:pt>
                <c:pt idx="30">
                  <c:v>45701</c:v>
                </c:pt>
                <c:pt idx="31">
                  <c:v>45702</c:v>
                </c:pt>
                <c:pt idx="32">
                  <c:v>45705</c:v>
                </c:pt>
                <c:pt idx="33">
                  <c:v>45706</c:v>
                </c:pt>
                <c:pt idx="34">
                  <c:v>45707</c:v>
                </c:pt>
                <c:pt idx="35">
                  <c:v>45708</c:v>
                </c:pt>
                <c:pt idx="36">
                  <c:v>45709</c:v>
                </c:pt>
                <c:pt idx="37">
                  <c:v>45712</c:v>
                </c:pt>
                <c:pt idx="38">
                  <c:v>45713</c:v>
                </c:pt>
                <c:pt idx="39">
                  <c:v>45714</c:v>
                </c:pt>
                <c:pt idx="40">
                  <c:v>45715</c:v>
                </c:pt>
                <c:pt idx="41">
                  <c:v>45716</c:v>
                </c:pt>
                <c:pt idx="42">
                  <c:v>45721</c:v>
                </c:pt>
                <c:pt idx="43">
                  <c:v>45722</c:v>
                </c:pt>
                <c:pt idx="44">
                  <c:v>45723</c:v>
                </c:pt>
                <c:pt idx="45">
                  <c:v>45726</c:v>
                </c:pt>
                <c:pt idx="46">
                  <c:v>45727</c:v>
                </c:pt>
                <c:pt idx="47">
                  <c:v>45728</c:v>
                </c:pt>
                <c:pt idx="48">
                  <c:v>45729</c:v>
                </c:pt>
                <c:pt idx="49">
                  <c:v>45730</c:v>
                </c:pt>
                <c:pt idx="50">
                  <c:v>45733</c:v>
                </c:pt>
                <c:pt idx="51">
                  <c:v>45734</c:v>
                </c:pt>
                <c:pt idx="52">
                  <c:v>45735</c:v>
                </c:pt>
                <c:pt idx="53">
                  <c:v>45736</c:v>
                </c:pt>
                <c:pt idx="54">
                  <c:v>45737</c:v>
                </c:pt>
                <c:pt idx="55">
                  <c:v>45740</c:v>
                </c:pt>
                <c:pt idx="56">
                  <c:v>45741</c:v>
                </c:pt>
                <c:pt idx="57">
                  <c:v>45742</c:v>
                </c:pt>
                <c:pt idx="58">
                  <c:v>45743</c:v>
                </c:pt>
                <c:pt idx="59">
                  <c:v>45744</c:v>
                </c:pt>
                <c:pt idx="60">
                  <c:v>45747</c:v>
                </c:pt>
                <c:pt idx="61">
                  <c:v>45748</c:v>
                </c:pt>
                <c:pt idx="62">
                  <c:v>45749</c:v>
                </c:pt>
                <c:pt idx="63">
                  <c:v>45750</c:v>
                </c:pt>
                <c:pt idx="64">
                  <c:v>45751</c:v>
                </c:pt>
                <c:pt idx="65">
                  <c:v>45754</c:v>
                </c:pt>
                <c:pt idx="66">
                  <c:v>45755</c:v>
                </c:pt>
                <c:pt idx="67">
                  <c:v>45756</c:v>
                </c:pt>
                <c:pt idx="68">
                  <c:v>45757</c:v>
                </c:pt>
                <c:pt idx="69">
                  <c:v>45758</c:v>
                </c:pt>
                <c:pt idx="70">
                  <c:v>45761</c:v>
                </c:pt>
                <c:pt idx="71">
                  <c:v>45762</c:v>
                </c:pt>
                <c:pt idx="72">
                  <c:v>45763</c:v>
                </c:pt>
                <c:pt idx="73">
                  <c:v>45764</c:v>
                </c:pt>
                <c:pt idx="74">
                  <c:v>45769</c:v>
                </c:pt>
                <c:pt idx="75">
                  <c:v>45770</c:v>
                </c:pt>
                <c:pt idx="76">
                  <c:v>45771</c:v>
                </c:pt>
                <c:pt idx="77">
                  <c:v>45772</c:v>
                </c:pt>
                <c:pt idx="78">
                  <c:v>45775</c:v>
                </c:pt>
                <c:pt idx="79">
                  <c:v>45776</c:v>
                </c:pt>
                <c:pt idx="80">
                  <c:v>45777</c:v>
                </c:pt>
                <c:pt idx="81">
                  <c:v>45779</c:v>
                </c:pt>
                <c:pt idx="82">
                  <c:v>45782</c:v>
                </c:pt>
                <c:pt idx="83">
                  <c:v>45783</c:v>
                </c:pt>
                <c:pt idx="84">
                  <c:v>45784</c:v>
                </c:pt>
                <c:pt idx="85">
                  <c:v>45785</c:v>
                </c:pt>
                <c:pt idx="86">
                  <c:v>45786</c:v>
                </c:pt>
                <c:pt idx="87">
                  <c:v>45789</c:v>
                </c:pt>
                <c:pt idx="88">
                  <c:v>45790</c:v>
                </c:pt>
                <c:pt idx="89">
                  <c:v>45791</c:v>
                </c:pt>
                <c:pt idx="90">
                  <c:v>45792</c:v>
                </c:pt>
                <c:pt idx="91">
                  <c:v>45793</c:v>
                </c:pt>
                <c:pt idx="92">
                  <c:v>45796</c:v>
                </c:pt>
                <c:pt idx="93">
                  <c:v>45797</c:v>
                </c:pt>
                <c:pt idx="94">
                  <c:v>45798</c:v>
                </c:pt>
                <c:pt idx="95">
                  <c:v>45799</c:v>
                </c:pt>
                <c:pt idx="96">
                  <c:v>45800</c:v>
                </c:pt>
                <c:pt idx="97">
                  <c:v>45803</c:v>
                </c:pt>
                <c:pt idx="98">
                  <c:v>45804</c:v>
                </c:pt>
                <c:pt idx="99">
                  <c:v>45805</c:v>
                </c:pt>
                <c:pt idx="100">
                  <c:v>45806</c:v>
                </c:pt>
                <c:pt idx="101">
                  <c:v>45807</c:v>
                </c:pt>
                <c:pt idx="102">
                  <c:v>45810</c:v>
                </c:pt>
                <c:pt idx="103">
                  <c:v>45811</c:v>
                </c:pt>
                <c:pt idx="104">
                  <c:v>45812</c:v>
                </c:pt>
                <c:pt idx="105">
                  <c:v>45813</c:v>
                </c:pt>
                <c:pt idx="106">
                  <c:v>45814</c:v>
                </c:pt>
                <c:pt idx="107">
                  <c:v>45817</c:v>
                </c:pt>
                <c:pt idx="108">
                  <c:v>45818</c:v>
                </c:pt>
                <c:pt idx="109">
                  <c:v>45819</c:v>
                </c:pt>
                <c:pt idx="110">
                  <c:v>45820</c:v>
                </c:pt>
                <c:pt idx="111">
                  <c:v>45821</c:v>
                </c:pt>
                <c:pt idx="112">
                  <c:v>45824</c:v>
                </c:pt>
                <c:pt idx="113">
                  <c:v>45825</c:v>
                </c:pt>
                <c:pt idx="114">
                  <c:v>45826</c:v>
                </c:pt>
                <c:pt idx="115">
                  <c:v>45828</c:v>
                </c:pt>
                <c:pt idx="116">
                  <c:v>45831</c:v>
                </c:pt>
                <c:pt idx="117">
                  <c:v>45832</c:v>
                </c:pt>
                <c:pt idx="118">
                  <c:v>45833</c:v>
                </c:pt>
                <c:pt idx="119">
                  <c:v>45834</c:v>
                </c:pt>
                <c:pt idx="120">
                  <c:v>45835</c:v>
                </c:pt>
                <c:pt idx="121">
                  <c:v>45838</c:v>
                </c:pt>
                <c:pt idx="122">
                  <c:v>45839</c:v>
                </c:pt>
                <c:pt idx="123">
                  <c:v>45840</c:v>
                </c:pt>
                <c:pt idx="124">
                  <c:v>45841</c:v>
                </c:pt>
                <c:pt idx="125">
                  <c:v>45842</c:v>
                </c:pt>
                <c:pt idx="126">
                  <c:v>45845</c:v>
                </c:pt>
                <c:pt idx="127">
                  <c:v>45846</c:v>
                </c:pt>
                <c:pt idx="128">
                  <c:v>45847</c:v>
                </c:pt>
                <c:pt idx="129">
                  <c:v>45848</c:v>
                </c:pt>
                <c:pt idx="130">
                  <c:v>45849</c:v>
                </c:pt>
                <c:pt idx="131">
                  <c:v>45852</c:v>
                </c:pt>
                <c:pt idx="132">
                  <c:v>45853</c:v>
                </c:pt>
                <c:pt idx="133">
                  <c:v>45854</c:v>
                </c:pt>
                <c:pt idx="134">
                  <c:v>45855</c:v>
                </c:pt>
                <c:pt idx="135">
                  <c:v>45856</c:v>
                </c:pt>
                <c:pt idx="136">
                  <c:v>45859</c:v>
                </c:pt>
                <c:pt idx="137">
                  <c:v>45860</c:v>
                </c:pt>
                <c:pt idx="138">
                  <c:v>45861</c:v>
                </c:pt>
                <c:pt idx="139">
                  <c:v>45862</c:v>
                </c:pt>
                <c:pt idx="140">
                  <c:v>45863</c:v>
                </c:pt>
                <c:pt idx="141">
                  <c:v>45866</c:v>
                </c:pt>
                <c:pt idx="142">
                  <c:v>45867</c:v>
                </c:pt>
                <c:pt idx="143">
                  <c:v>45868</c:v>
                </c:pt>
                <c:pt idx="144">
                  <c:v>45869</c:v>
                </c:pt>
                <c:pt idx="145">
                  <c:v>45870</c:v>
                </c:pt>
                <c:pt idx="146">
                  <c:v>45873</c:v>
                </c:pt>
                <c:pt idx="147">
                  <c:v>45874</c:v>
                </c:pt>
                <c:pt idx="148">
                  <c:v>45875</c:v>
                </c:pt>
                <c:pt idx="149">
                  <c:v>45876</c:v>
                </c:pt>
                <c:pt idx="150">
                  <c:v>45877</c:v>
                </c:pt>
                <c:pt idx="151">
                  <c:v>45880</c:v>
                </c:pt>
                <c:pt idx="152">
                  <c:v>45881</c:v>
                </c:pt>
                <c:pt idx="153">
                  <c:v>45882</c:v>
                </c:pt>
                <c:pt idx="154">
                  <c:v>45883</c:v>
                </c:pt>
                <c:pt idx="155">
                  <c:v>45884</c:v>
                </c:pt>
                <c:pt idx="156">
                  <c:v>45887</c:v>
                </c:pt>
                <c:pt idx="157">
                  <c:v>45888</c:v>
                </c:pt>
                <c:pt idx="158">
                  <c:v>45889</c:v>
                </c:pt>
                <c:pt idx="159">
                  <c:v>45890</c:v>
                </c:pt>
                <c:pt idx="160">
                  <c:v>45891</c:v>
                </c:pt>
                <c:pt idx="161">
                  <c:v>45894</c:v>
                </c:pt>
                <c:pt idx="162">
                  <c:v>45895</c:v>
                </c:pt>
                <c:pt idx="163">
                  <c:v>45896</c:v>
                </c:pt>
                <c:pt idx="164">
                  <c:v>45897</c:v>
                </c:pt>
                <c:pt idx="165">
                  <c:v>45898</c:v>
                </c:pt>
                <c:pt idx="166">
                  <c:v>45901</c:v>
                </c:pt>
                <c:pt idx="167">
                  <c:v>45902</c:v>
                </c:pt>
                <c:pt idx="168">
                  <c:v>45903</c:v>
                </c:pt>
                <c:pt idx="169">
                  <c:v>45904</c:v>
                </c:pt>
                <c:pt idx="170">
                  <c:v>45905</c:v>
                </c:pt>
                <c:pt idx="171">
                  <c:v>45908</c:v>
                </c:pt>
                <c:pt idx="172">
                  <c:v>45909</c:v>
                </c:pt>
                <c:pt idx="173">
                  <c:v>45910</c:v>
                </c:pt>
                <c:pt idx="174">
                  <c:v>45911</c:v>
                </c:pt>
                <c:pt idx="175">
                  <c:v>45912</c:v>
                </c:pt>
                <c:pt idx="176">
                  <c:v>45915</c:v>
                </c:pt>
                <c:pt idx="177">
                  <c:v>45916</c:v>
                </c:pt>
                <c:pt idx="178">
                  <c:v>45917</c:v>
                </c:pt>
                <c:pt idx="179">
                  <c:v>45918</c:v>
                </c:pt>
                <c:pt idx="180">
                  <c:v>45919</c:v>
                </c:pt>
                <c:pt idx="181">
                  <c:v>45922</c:v>
                </c:pt>
                <c:pt idx="182">
                  <c:v>45923</c:v>
                </c:pt>
                <c:pt idx="183">
                  <c:v>45924</c:v>
                </c:pt>
                <c:pt idx="184">
                  <c:v>45925</c:v>
                </c:pt>
                <c:pt idx="185">
                  <c:v>45926</c:v>
                </c:pt>
                <c:pt idx="186">
                  <c:v>45929</c:v>
                </c:pt>
                <c:pt idx="187">
                  <c:v>45930</c:v>
                </c:pt>
                <c:pt idx="188">
                  <c:v>45931</c:v>
                </c:pt>
                <c:pt idx="189">
                  <c:v>45932</c:v>
                </c:pt>
                <c:pt idx="190">
                  <c:v>45933</c:v>
                </c:pt>
                <c:pt idx="191">
                  <c:v>45936</c:v>
                </c:pt>
                <c:pt idx="192">
                  <c:v>45937</c:v>
                </c:pt>
                <c:pt idx="193">
                  <c:v>45938</c:v>
                </c:pt>
                <c:pt idx="194">
                  <c:v>45939</c:v>
                </c:pt>
                <c:pt idx="195">
                  <c:v>45940</c:v>
                </c:pt>
                <c:pt idx="196">
                  <c:v>45943</c:v>
                </c:pt>
                <c:pt idx="197">
                  <c:v>45944</c:v>
                </c:pt>
                <c:pt idx="198">
                  <c:v>45945</c:v>
                </c:pt>
                <c:pt idx="199">
                  <c:v>45946</c:v>
                </c:pt>
                <c:pt idx="200">
                  <c:v>45947</c:v>
                </c:pt>
                <c:pt idx="201">
                  <c:v>45950</c:v>
                </c:pt>
                <c:pt idx="202">
                  <c:v>45951</c:v>
                </c:pt>
                <c:pt idx="203">
                  <c:v>45952</c:v>
                </c:pt>
                <c:pt idx="204">
                  <c:v>45953</c:v>
                </c:pt>
                <c:pt idx="205">
                  <c:v>45954</c:v>
                </c:pt>
                <c:pt idx="206">
                  <c:v>45957</c:v>
                </c:pt>
                <c:pt idx="207">
                  <c:v>45958</c:v>
                </c:pt>
                <c:pt idx="208">
                  <c:v>45959</c:v>
                </c:pt>
                <c:pt idx="209">
                  <c:v>45960</c:v>
                </c:pt>
                <c:pt idx="210">
                  <c:v>45961</c:v>
                </c:pt>
                <c:pt idx="211">
                  <c:v>45964</c:v>
                </c:pt>
                <c:pt idx="212">
                  <c:v>45965</c:v>
                </c:pt>
                <c:pt idx="213">
                  <c:v>45966</c:v>
                </c:pt>
                <c:pt idx="214">
                  <c:v>45967</c:v>
                </c:pt>
                <c:pt idx="215">
                  <c:v>45968</c:v>
                </c:pt>
                <c:pt idx="216">
                  <c:v>45971</c:v>
                </c:pt>
                <c:pt idx="217">
                  <c:v>45972</c:v>
                </c:pt>
                <c:pt idx="218">
                  <c:v>45973</c:v>
                </c:pt>
                <c:pt idx="219">
                  <c:v>45974</c:v>
                </c:pt>
                <c:pt idx="220">
                  <c:v>45975</c:v>
                </c:pt>
                <c:pt idx="221">
                  <c:v>45978</c:v>
                </c:pt>
                <c:pt idx="222">
                  <c:v>45979</c:v>
                </c:pt>
                <c:pt idx="223">
                  <c:v>45980</c:v>
                </c:pt>
                <c:pt idx="224">
                  <c:v>45982</c:v>
                </c:pt>
                <c:pt idx="225">
                  <c:v>45985</c:v>
                </c:pt>
                <c:pt idx="226">
                  <c:v>45986</c:v>
                </c:pt>
                <c:pt idx="227">
                  <c:v>45987</c:v>
                </c:pt>
                <c:pt idx="228">
                  <c:v>45988</c:v>
                </c:pt>
                <c:pt idx="229">
                  <c:v>45989</c:v>
                </c:pt>
                <c:pt idx="230">
                  <c:v>45992</c:v>
                </c:pt>
                <c:pt idx="231">
                  <c:v>45993</c:v>
                </c:pt>
                <c:pt idx="232">
                  <c:v>45994</c:v>
                </c:pt>
                <c:pt idx="233">
                  <c:v>45995</c:v>
                </c:pt>
                <c:pt idx="234">
                  <c:v>45996</c:v>
                </c:pt>
                <c:pt idx="235">
                  <c:v>45999</c:v>
                </c:pt>
                <c:pt idx="236">
                  <c:v>46000</c:v>
                </c:pt>
                <c:pt idx="237">
                  <c:v>46001</c:v>
                </c:pt>
                <c:pt idx="238">
                  <c:v>46002</c:v>
                </c:pt>
                <c:pt idx="239">
                  <c:v>46003</c:v>
                </c:pt>
                <c:pt idx="240">
                  <c:v>46006</c:v>
                </c:pt>
                <c:pt idx="241">
                  <c:v>46007</c:v>
                </c:pt>
                <c:pt idx="242">
                  <c:v>46008</c:v>
                </c:pt>
                <c:pt idx="243">
                  <c:v>46009</c:v>
                </c:pt>
                <c:pt idx="244">
                  <c:v>46010</c:v>
                </c:pt>
                <c:pt idx="245">
                  <c:v>46013</c:v>
                </c:pt>
                <c:pt idx="246">
                  <c:v>46014</c:v>
                </c:pt>
                <c:pt idx="247">
                  <c:v>46017</c:v>
                </c:pt>
                <c:pt idx="248">
                  <c:v>46020</c:v>
                </c:pt>
                <c:pt idx="249">
                  <c:v>46021</c:v>
                </c:pt>
                <c:pt idx="250">
                  <c:v>46024</c:v>
                </c:pt>
                <c:pt idx="251">
                  <c:v>46027</c:v>
                </c:pt>
                <c:pt idx="252">
                  <c:v>46028</c:v>
                </c:pt>
                <c:pt idx="253">
                  <c:v>46029</c:v>
                </c:pt>
                <c:pt idx="254">
                  <c:v>46030</c:v>
                </c:pt>
                <c:pt idx="255">
                  <c:v>46031</c:v>
                </c:pt>
                <c:pt idx="256">
                  <c:v>46034</c:v>
                </c:pt>
                <c:pt idx="257">
                  <c:v>46035</c:v>
                </c:pt>
                <c:pt idx="258">
                  <c:v>46036</c:v>
                </c:pt>
                <c:pt idx="259">
                  <c:v>46037</c:v>
                </c:pt>
                <c:pt idx="260">
                  <c:v>46038</c:v>
                </c:pt>
                <c:pt idx="261">
                  <c:v>46041</c:v>
                </c:pt>
                <c:pt idx="262">
                  <c:v>46042</c:v>
                </c:pt>
                <c:pt idx="263">
                  <c:v>46043</c:v>
                </c:pt>
                <c:pt idx="264">
                  <c:v>46044</c:v>
                </c:pt>
                <c:pt idx="265">
                  <c:v>46045</c:v>
                </c:pt>
                <c:pt idx="266">
                  <c:v>46048</c:v>
                </c:pt>
                <c:pt idx="267">
                  <c:v>46049</c:v>
                </c:pt>
                <c:pt idx="268">
                  <c:v>46050</c:v>
                </c:pt>
                <c:pt idx="269">
                  <c:v>46051</c:v>
                </c:pt>
                <c:pt idx="270">
                  <c:v>46052</c:v>
                </c:pt>
                <c:pt idx="271">
                  <c:v>46055</c:v>
                </c:pt>
                <c:pt idx="272">
                  <c:v>46056</c:v>
                </c:pt>
                <c:pt idx="273">
                  <c:v>46057</c:v>
                </c:pt>
                <c:pt idx="274">
                  <c:v>46058</c:v>
                </c:pt>
                <c:pt idx="275">
                  <c:v>46059</c:v>
                </c:pt>
                <c:pt idx="276">
                  <c:v>46062</c:v>
                </c:pt>
                <c:pt idx="277">
                  <c:v>46063</c:v>
                </c:pt>
                <c:pt idx="278">
                  <c:v>46064</c:v>
                </c:pt>
                <c:pt idx="279">
                  <c:v>46065</c:v>
                </c:pt>
                <c:pt idx="280">
                  <c:v>46066</c:v>
                </c:pt>
                <c:pt idx="281">
                  <c:v>46071</c:v>
                </c:pt>
                <c:pt idx="282">
                  <c:v>46072</c:v>
                </c:pt>
                <c:pt idx="283">
                  <c:v>46073</c:v>
                </c:pt>
                <c:pt idx="284">
                  <c:v>46076</c:v>
                </c:pt>
                <c:pt idx="285">
                  <c:v>46077</c:v>
                </c:pt>
                <c:pt idx="286">
                  <c:v>46078</c:v>
                </c:pt>
                <c:pt idx="287">
                  <c:v>46079</c:v>
                </c:pt>
                <c:pt idx="288">
                  <c:v>46080</c:v>
                </c:pt>
                <c:pt idx="289">
                  <c:v>46083</c:v>
                </c:pt>
                <c:pt idx="290">
                  <c:v>46084</c:v>
                </c:pt>
                <c:pt idx="291">
                  <c:v>46085</c:v>
                </c:pt>
                <c:pt idx="292">
                  <c:v>46086</c:v>
                </c:pt>
                <c:pt idx="293">
                  <c:v>46087</c:v>
                </c:pt>
                <c:pt idx="294">
                  <c:v>46090</c:v>
                </c:pt>
                <c:pt idx="295">
                  <c:v>46091</c:v>
                </c:pt>
                <c:pt idx="296">
                  <c:v>46092</c:v>
                </c:pt>
                <c:pt idx="297">
                  <c:v>46093</c:v>
                </c:pt>
                <c:pt idx="298">
                  <c:v>46094</c:v>
                </c:pt>
                <c:pt idx="299">
                  <c:v>46097</c:v>
                </c:pt>
                <c:pt idx="300">
                  <c:v>46098</c:v>
                </c:pt>
                <c:pt idx="301">
                  <c:v>46099</c:v>
                </c:pt>
                <c:pt idx="302">
                  <c:v>46100</c:v>
                </c:pt>
                <c:pt idx="303">
                  <c:v>46101</c:v>
                </c:pt>
                <c:pt idx="304">
                  <c:v>46104</c:v>
                </c:pt>
                <c:pt idx="305">
                  <c:v>46105</c:v>
                </c:pt>
                <c:pt idx="306">
                  <c:v>46106</c:v>
                </c:pt>
                <c:pt idx="307">
                  <c:v>46107</c:v>
                </c:pt>
                <c:pt idx="308">
                  <c:v>46108</c:v>
                </c:pt>
                <c:pt idx="309">
                  <c:v>46111</c:v>
                </c:pt>
                <c:pt idx="310">
                  <c:v>46112</c:v>
                </c:pt>
                <c:pt idx="311">
                  <c:v>46113</c:v>
                </c:pt>
                <c:pt idx="312">
                  <c:v>46114</c:v>
                </c:pt>
                <c:pt idx="313">
                  <c:v>46118</c:v>
                </c:pt>
                <c:pt idx="314">
                  <c:v>46119</c:v>
                </c:pt>
                <c:pt idx="315">
                  <c:v>46120</c:v>
                </c:pt>
                <c:pt idx="316">
                  <c:v>46121</c:v>
                </c:pt>
                <c:pt idx="317">
                  <c:v>46122</c:v>
                </c:pt>
                <c:pt idx="318">
                  <c:v>46125</c:v>
                </c:pt>
                <c:pt idx="319">
                  <c:v>46126</c:v>
                </c:pt>
                <c:pt idx="320">
                  <c:v>46127</c:v>
                </c:pt>
                <c:pt idx="321">
                  <c:v>46128</c:v>
                </c:pt>
                <c:pt idx="322">
                  <c:v>46129</c:v>
                </c:pt>
                <c:pt idx="323">
                  <c:v>46132</c:v>
                </c:pt>
                <c:pt idx="324">
                  <c:v>46133</c:v>
                </c:pt>
                <c:pt idx="325">
                  <c:v>46134</c:v>
                </c:pt>
                <c:pt idx="326">
                  <c:v>46135</c:v>
                </c:pt>
                <c:pt idx="327">
                  <c:v>46136</c:v>
                </c:pt>
                <c:pt idx="328">
                  <c:v>46139</c:v>
                </c:pt>
                <c:pt idx="329">
                  <c:v>46140</c:v>
                </c:pt>
                <c:pt idx="330">
                  <c:v>46141</c:v>
                </c:pt>
                <c:pt idx="331">
                  <c:v>46142</c:v>
                </c:pt>
                <c:pt idx="332">
                  <c:v>46143</c:v>
                </c:pt>
                <c:pt idx="333">
                  <c:v>46146</c:v>
                </c:pt>
                <c:pt idx="334">
                  <c:v>46147</c:v>
                </c:pt>
                <c:pt idx="335">
                  <c:v>46148</c:v>
                </c:pt>
                <c:pt idx="336">
                  <c:v>46149</c:v>
                </c:pt>
                <c:pt idx="337">
                  <c:v>46150</c:v>
                </c:pt>
                <c:pt idx="338">
                  <c:v>46153</c:v>
                </c:pt>
                <c:pt idx="339">
                  <c:v>46154</c:v>
                </c:pt>
                <c:pt idx="340">
                  <c:v>46155</c:v>
                </c:pt>
                <c:pt idx="341">
                  <c:v>46156</c:v>
                </c:pt>
                <c:pt idx="342">
                  <c:v>46157</c:v>
                </c:pt>
                <c:pt idx="343">
                  <c:v>46160</c:v>
                </c:pt>
                <c:pt idx="344">
                  <c:v>46161</c:v>
                </c:pt>
                <c:pt idx="345">
                  <c:v>46162</c:v>
                </c:pt>
                <c:pt idx="346">
                  <c:v>46163</c:v>
                </c:pt>
                <c:pt idx="347">
                  <c:v>46164</c:v>
                </c:pt>
                <c:pt idx="348">
                  <c:v>46167</c:v>
                </c:pt>
                <c:pt idx="349">
                  <c:v>46168</c:v>
                </c:pt>
                <c:pt idx="350">
                  <c:v>46169</c:v>
                </c:pt>
                <c:pt idx="351">
                  <c:v>46170</c:v>
                </c:pt>
                <c:pt idx="352">
                  <c:v>46171</c:v>
                </c:pt>
                <c:pt idx="353">
                  <c:v>46174</c:v>
                </c:pt>
                <c:pt idx="354">
                  <c:v>46175</c:v>
                </c:pt>
                <c:pt idx="355">
                  <c:v>46176</c:v>
                </c:pt>
                <c:pt idx="356">
                  <c:v>46177</c:v>
                </c:pt>
                <c:pt idx="357">
                  <c:v>46178</c:v>
                </c:pt>
                <c:pt idx="358">
                  <c:v>46181</c:v>
                </c:pt>
                <c:pt idx="359">
                  <c:v>46182</c:v>
                </c:pt>
                <c:pt idx="360">
                  <c:v>46183</c:v>
                </c:pt>
                <c:pt idx="361">
                  <c:v>46184</c:v>
                </c:pt>
                <c:pt idx="362">
                  <c:v>46185</c:v>
                </c:pt>
                <c:pt idx="363">
                  <c:v>46188</c:v>
                </c:pt>
                <c:pt idx="364">
                  <c:v>46189</c:v>
                </c:pt>
                <c:pt idx="365">
                  <c:v>46190</c:v>
                </c:pt>
                <c:pt idx="366">
                  <c:v>46191</c:v>
                </c:pt>
                <c:pt idx="367">
                  <c:v>46192</c:v>
                </c:pt>
                <c:pt idx="368">
                  <c:v>46195</c:v>
                </c:pt>
                <c:pt idx="369">
                  <c:v>46196</c:v>
                </c:pt>
                <c:pt idx="370">
                  <c:v>46197</c:v>
                </c:pt>
                <c:pt idx="371">
                  <c:v>46198</c:v>
                </c:pt>
                <c:pt idx="372">
                  <c:v>46199</c:v>
                </c:pt>
                <c:pt idx="373">
                  <c:v>46202</c:v>
                </c:pt>
                <c:pt idx="374">
                  <c:v>46203</c:v>
                </c:pt>
                <c:pt idx="375">
                  <c:v>46204</c:v>
                </c:pt>
                <c:pt idx="376">
                  <c:v>46205</c:v>
                </c:pt>
                <c:pt idx="377">
                  <c:v>46206</c:v>
                </c:pt>
                <c:pt idx="378">
                  <c:v>46209</c:v>
                </c:pt>
                <c:pt idx="379">
                  <c:v>46210</c:v>
                </c:pt>
                <c:pt idx="380">
                  <c:v>46211</c:v>
                </c:pt>
                <c:pt idx="381">
                  <c:v>46212</c:v>
                </c:pt>
                <c:pt idx="382">
                  <c:v>46213</c:v>
                </c:pt>
                <c:pt idx="383">
                  <c:v>46216</c:v>
                </c:pt>
                <c:pt idx="384">
                  <c:v>46217</c:v>
                </c:pt>
                <c:pt idx="385">
                  <c:v>46218</c:v>
                </c:pt>
                <c:pt idx="386">
                  <c:v>46219</c:v>
                </c:pt>
                <c:pt idx="387">
                  <c:v>46220</c:v>
                </c:pt>
                <c:pt idx="388">
                  <c:v>46223</c:v>
                </c:pt>
                <c:pt idx="389">
                  <c:v>46224</c:v>
                </c:pt>
                <c:pt idx="390">
                  <c:v>46225</c:v>
                </c:pt>
                <c:pt idx="391">
                  <c:v>46226</c:v>
                </c:pt>
                <c:pt idx="392">
                  <c:v>46227</c:v>
                </c:pt>
                <c:pt idx="393">
                  <c:v>46230</c:v>
                </c:pt>
                <c:pt idx="394">
                  <c:v>46231</c:v>
                </c:pt>
                <c:pt idx="395">
                  <c:v>46232</c:v>
                </c:pt>
                <c:pt idx="396">
                  <c:v>46233</c:v>
                </c:pt>
                <c:pt idx="397">
                  <c:v>46234</c:v>
                </c:pt>
                <c:pt idx="398">
                  <c:v>46237</c:v>
                </c:pt>
                <c:pt idx="399">
                  <c:v>46238</c:v>
                </c:pt>
                <c:pt idx="400">
                  <c:v>46239</c:v>
                </c:pt>
                <c:pt idx="401">
                  <c:v>46240</c:v>
                </c:pt>
                <c:pt idx="402">
                  <c:v>46241</c:v>
                </c:pt>
                <c:pt idx="403">
                  <c:v>46244</c:v>
                </c:pt>
                <c:pt idx="404">
                  <c:v>46245</c:v>
                </c:pt>
                <c:pt idx="405">
                  <c:v>46246</c:v>
                </c:pt>
                <c:pt idx="406">
                  <c:v>46247</c:v>
                </c:pt>
                <c:pt idx="407">
                  <c:v>46248</c:v>
                </c:pt>
                <c:pt idx="408">
                  <c:v>46251</c:v>
                </c:pt>
                <c:pt idx="409">
                  <c:v>46252</c:v>
                </c:pt>
                <c:pt idx="410">
                  <c:v>46253</c:v>
                </c:pt>
                <c:pt idx="411">
                  <c:v>46254</c:v>
                </c:pt>
                <c:pt idx="412">
                  <c:v>46255</c:v>
                </c:pt>
                <c:pt idx="413">
                  <c:v>46258</c:v>
                </c:pt>
                <c:pt idx="414">
                  <c:v>46259</c:v>
                </c:pt>
                <c:pt idx="415">
                  <c:v>46260</c:v>
                </c:pt>
                <c:pt idx="416">
                  <c:v>46261</c:v>
                </c:pt>
                <c:pt idx="417">
                  <c:v>46262</c:v>
                </c:pt>
                <c:pt idx="418">
                  <c:v>46265</c:v>
                </c:pt>
                <c:pt idx="419">
                  <c:v>46266</c:v>
                </c:pt>
                <c:pt idx="420">
                  <c:v>46267</c:v>
                </c:pt>
                <c:pt idx="421">
                  <c:v>46268</c:v>
                </c:pt>
                <c:pt idx="422">
                  <c:v>46269</c:v>
                </c:pt>
                <c:pt idx="423">
                  <c:v>46273</c:v>
                </c:pt>
                <c:pt idx="424">
                  <c:v>46274</c:v>
                </c:pt>
                <c:pt idx="425">
                  <c:v>46275</c:v>
                </c:pt>
                <c:pt idx="426">
                  <c:v>46276</c:v>
                </c:pt>
                <c:pt idx="427">
                  <c:v>46279</c:v>
                </c:pt>
                <c:pt idx="428">
                  <c:v>46280</c:v>
                </c:pt>
                <c:pt idx="429">
                  <c:v>46281</c:v>
                </c:pt>
                <c:pt idx="430">
                  <c:v>46282</c:v>
                </c:pt>
                <c:pt idx="431">
                  <c:v>46283</c:v>
                </c:pt>
                <c:pt idx="432">
                  <c:v>46286</c:v>
                </c:pt>
                <c:pt idx="433">
                  <c:v>46287</c:v>
                </c:pt>
                <c:pt idx="434">
                  <c:v>46288</c:v>
                </c:pt>
                <c:pt idx="435">
                  <c:v>46289</c:v>
                </c:pt>
                <c:pt idx="436">
                  <c:v>46290</c:v>
                </c:pt>
                <c:pt idx="437">
                  <c:v>46293</c:v>
                </c:pt>
                <c:pt idx="438">
                  <c:v>46294</c:v>
                </c:pt>
                <c:pt idx="439">
                  <c:v>46295</c:v>
                </c:pt>
                <c:pt idx="440">
                  <c:v>46296</c:v>
                </c:pt>
                <c:pt idx="441">
                  <c:v>46297</c:v>
                </c:pt>
                <c:pt idx="442">
                  <c:v>46300</c:v>
                </c:pt>
                <c:pt idx="443">
                  <c:v>46301</c:v>
                </c:pt>
                <c:pt idx="444">
                  <c:v>46302</c:v>
                </c:pt>
                <c:pt idx="445">
                  <c:v>46303</c:v>
                </c:pt>
                <c:pt idx="446">
                  <c:v>46304</c:v>
                </c:pt>
                <c:pt idx="447">
                  <c:v>46308</c:v>
                </c:pt>
                <c:pt idx="448">
                  <c:v>46309</c:v>
                </c:pt>
                <c:pt idx="449">
                  <c:v>46310</c:v>
                </c:pt>
                <c:pt idx="450">
                  <c:v>46311</c:v>
                </c:pt>
                <c:pt idx="451">
                  <c:v>46314</c:v>
                </c:pt>
                <c:pt idx="452">
                  <c:v>46315</c:v>
                </c:pt>
                <c:pt idx="453">
                  <c:v>46316</c:v>
                </c:pt>
                <c:pt idx="454">
                  <c:v>46317</c:v>
                </c:pt>
                <c:pt idx="455">
                  <c:v>46321</c:v>
                </c:pt>
              </c:numCache>
            </c:numRef>
          </c:cat>
          <c:val>
            <c:numRef>
              <c:f>'R2'!$C$2:$C$457</c:f>
              <c:numCache>
                <c:formatCode>General</c:formatCode>
                <c:ptCount val="45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16</c:v>
                </c:pt>
                <c:pt idx="85">
                  <c:v>16</c:v>
                </c:pt>
                <c:pt idx="86">
                  <c:v>16</c:v>
                </c:pt>
                <c:pt idx="87">
                  <c:v>16</c:v>
                </c:pt>
                <c:pt idx="88">
                  <c:v>16</c:v>
                </c:pt>
                <c:pt idx="89">
                  <c:v>16</c:v>
                </c:pt>
                <c:pt idx="90">
                  <c:v>16</c:v>
                </c:pt>
                <c:pt idx="91">
                  <c:v>16</c:v>
                </c:pt>
                <c:pt idx="92">
                  <c:v>16</c:v>
                </c:pt>
                <c:pt idx="93">
                  <c:v>16</c:v>
                </c:pt>
                <c:pt idx="94">
                  <c:v>16</c:v>
                </c:pt>
                <c:pt idx="95">
                  <c:v>16</c:v>
                </c:pt>
                <c:pt idx="96">
                  <c:v>16</c:v>
                </c:pt>
                <c:pt idx="97">
                  <c:v>16</c:v>
                </c:pt>
                <c:pt idx="98">
                  <c:v>16</c:v>
                </c:pt>
                <c:pt idx="99">
                  <c:v>16</c:v>
                </c:pt>
                <c:pt idx="100">
                  <c:v>16</c:v>
                </c:pt>
                <c:pt idx="101">
                  <c:v>16</c:v>
                </c:pt>
                <c:pt idx="102">
                  <c:v>16</c:v>
                </c:pt>
                <c:pt idx="103">
                  <c:v>16</c:v>
                </c:pt>
                <c:pt idx="104">
                  <c:v>16</c:v>
                </c:pt>
                <c:pt idx="105">
                  <c:v>16</c:v>
                </c:pt>
                <c:pt idx="106">
                  <c:v>16</c:v>
                </c:pt>
                <c:pt idx="107">
                  <c:v>16</c:v>
                </c:pt>
                <c:pt idx="108">
                  <c:v>16</c:v>
                </c:pt>
                <c:pt idx="109">
                  <c:v>16</c:v>
                </c:pt>
                <c:pt idx="110">
                  <c:v>16</c:v>
                </c:pt>
                <c:pt idx="111">
                  <c:v>16</c:v>
                </c:pt>
                <c:pt idx="112">
                  <c:v>16</c:v>
                </c:pt>
                <c:pt idx="113">
                  <c:v>16</c:v>
                </c:pt>
                <c:pt idx="114">
                  <c:v>16</c:v>
                </c:pt>
                <c:pt idx="115">
                  <c:v>16</c:v>
                </c:pt>
                <c:pt idx="116">
                  <c:v>16</c:v>
                </c:pt>
                <c:pt idx="117">
                  <c:v>16</c:v>
                </c:pt>
                <c:pt idx="118">
                  <c:v>16</c:v>
                </c:pt>
                <c:pt idx="119">
                  <c:v>16</c:v>
                </c:pt>
                <c:pt idx="120">
                  <c:v>16</c:v>
                </c:pt>
                <c:pt idx="121">
                  <c:v>16</c:v>
                </c:pt>
                <c:pt idx="122">
                  <c:v>16</c:v>
                </c:pt>
                <c:pt idx="123">
                  <c:v>16</c:v>
                </c:pt>
                <c:pt idx="124">
                  <c:v>16</c:v>
                </c:pt>
                <c:pt idx="125">
                  <c:v>16</c:v>
                </c:pt>
                <c:pt idx="126">
                  <c:v>16</c:v>
                </c:pt>
                <c:pt idx="127">
                  <c:v>16</c:v>
                </c:pt>
                <c:pt idx="128">
                  <c:v>16</c:v>
                </c:pt>
                <c:pt idx="129">
                  <c:v>16</c:v>
                </c:pt>
                <c:pt idx="130">
                  <c:v>16</c:v>
                </c:pt>
                <c:pt idx="131">
                  <c:v>16</c:v>
                </c:pt>
                <c:pt idx="132">
                  <c:v>16</c:v>
                </c:pt>
                <c:pt idx="133">
                  <c:v>16</c:v>
                </c:pt>
                <c:pt idx="134">
                  <c:v>16</c:v>
                </c:pt>
                <c:pt idx="135">
                  <c:v>16</c:v>
                </c:pt>
                <c:pt idx="136">
                  <c:v>16</c:v>
                </c:pt>
                <c:pt idx="137">
                  <c:v>16</c:v>
                </c:pt>
                <c:pt idx="138">
                  <c:v>16</c:v>
                </c:pt>
                <c:pt idx="139">
                  <c:v>16</c:v>
                </c:pt>
                <c:pt idx="140">
                  <c:v>16</c:v>
                </c:pt>
                <c:pt idx="141">
                  <c:v>16</c:v>
                </c:pt>
                <c:pt idx="142">
                  <c:v>16</c:v>
                </c:pt>
                <c:pt idx="143">
                  <c:v>16</c:v>
                </c:pt>
                <c:pt idx="144">
                  <c:v>16</c:v>
                </c:pt>
                <c:pt idx="145">
                  <c:v>16</c:v>
                </c:pt>
                <c:pt idx="146">
                  <c:v>16</c:v>
                </c:pt>
                <c:pt idx="147">
                  <c:v>16</c:v>
                </c:pt>
                <c:pt idx="148">
                  <c:v>16</c:v>
                </c:pt>
                <c:pt idx="149">
                  <c:v>16</c:v>
                </c:pt>
                <c:pt idx="150">
                  <c:v>16</c:v>
                </c:pt>
                <c:pt idx="151">
                  <c:v>16</c:v>
                </c:pt>
                <c:pt idx="152">
                  <c:v>16</c:v>
                </c:pt>
                <c:pt idx="153">
                  <c:v>16</c:v>
                </c:pt>
                <c:pt idx="154">
                  <c:v>16</c:v>
                </c:pt>
                <c:pt idx="155">
                  <c:v>16</c:v>
                </c:pt>
                <c:pt idx="156">
                  <c:v>16</c:v>
                </c:pt>
                <c:pt idx="157">
                  <c:v>16</c:v>
                </c:pt>
                <c:pt idx="158">
                  <c:v>16</c:v>
                </c:pt>
                <c:pt idx="159">
                  <c:v>16</c:v>
                </c:pt>
                <c:pt idx="160">
                  <c:v>16</c:v>
                </c:pt>
                <c:pt idx="161">
                  <c:v>16</c:v>
                </c:pt>
                <c:pt idx="162">
                  <c:v>16</c:v>
                </c:pt>
                <c:pt idx="163">
                  <c:v>16</c:v>
                </c:pt>
                <c:pt idx="164">
                  <c:v>16</c:v>
                </c:pt>
                <c:pt idx="165">
                  <c:v>16</c:v>
                </c:pt>
                <c:pt idx="166">
                  <c:v>16</c:v>
                </c:pt>
                <c:pt idx="167">
                  <c:v>16</c:v>
                </c:pt>
                <c:pt idx="168">
                  <c:v>16</c:v>
                </c:pt>
                <c:pt idx="169">
                  <c:v>16</c:v>
                </c:pt>
                <c:pt idx="170">
                  <c:v>16</c:v>
                </c:pt>
                <c:pt idx="171">
                  <c:v>16</c:v>
                </c:pt>
                <c:pt idx="172">
                  <c:v>16</c:v>
                </c:pt>
                <c:pt idx="173">
                  <c:v>16</c:v>
                </c:pt>
                <c:pt idx="174">
                  <c:v>16</c:v>
                </c:pt>
                <c:pt idx="175">
                  <c:v>16</c:v>
                </c:pt>
                <c:pt idx="176">
                  <c:v>16</c:v>
                </c:pt>
                <c:pt idx="177">
                  <c:v>16</c:v>
                </c:pt>
                <c:pt idx="178">
                  <c:v>16</c:v>
                </c:pt>
                <c:pt idx="179">
                  <c:v>16</c:v>
                </c:pt>
                <c:pt idx="180">
                  <c:v>16</c:v>
                </c:pt>
                <c:pt idx="181">
                  <c:v>16</c:v>
                </c:pt>
                <c:pt idx="182">
                  <c:v>16</c:v>
                </c:pt>
                <c:pt idx="183">
                  <c:v>16</c:v>
                </c:pt>
                <c:pt idx="184">
                  <c:v>16</c:v>
                </c:pt>
                <c:pt idx="185">
                  <c:v>16</c:v>
                </c:pt>
                <c:pt idx="186">
                  <c:v>16</c:v>
                </c:pt>
                <c:pt idx="187">
                  <c:v>16</c:v>
                </c:pt>
                <c:pt idx="188">
                  <c:v>16</c:v>
                </c:pt>
                <c:pt idx="189">
                  <c:v>16</c:v>
                </c:pt>
                <c:pt idx="190">
                  <c:v>16</c:v>
                </c:pt>
                <c:pt idx="191">
                  <c:v>16</c:v>
                </c:pt>
                <c:pt idx="192">
                  <c:v>16</c:v>
                </c:pt>
                <c:pt idx="193">
                  <c:v>16</c:v>
                </c:pt>
                <c:pt idx="194">
                  <c:v>16</c:v>
                </c:pt>
                <c:pt idx="195">
                  <c:v>16</c:v>
                </c:pt>
                <c:pt idx="196">
                  <c:v>16</c:v>
                </c:pt>
                <c:pt idx="197">
                  <c:v>16</c:v>
                </c:pt>
                <c:pt idx="198">
                  <c:v>16</c:v>
                </c:pt>
                <c:pt idx="199">
                  <c:v>16</c:v>
                </c:pt>
                <c:pt idx="200">
                  <c:v>16</c:v>
                </c:pt>
                <c:pt idx="201">
                  <c:v>16</c:v>
                </c:pt>
                <c:pt idx="202">
                  <c:v>16</c:v>
                </c:pt>
                <c:pt idx="203">
                  <c:v>16</c:v>
                </c:pt>
                <c:pt idx="204">
                  <c:v>16</c:v>
                </c:pt>
                <c:pt idx="205">
                  <c:v>16</c:v>
                </c:pt>
                <c:pt idx="206">
                  <c:v>16</c:v>
                </c:pt>
                <c:pt idx="207">
                  <c:v>16</c:v>
                </c:pt>
                <c:pt idx="208">
                  <c:v>16</c:v>
                </c:pt>
                <c:pt idx="209">
                  <c:v>16</c:v>
                </c:pt>
                <c:pt idx="210">
                  <c:v>16</c:v>
                </c:pt>
                <c:pt idx="211">
                  <c:v>16</c:v>
                </c:pt>
                <c:pt idx="212">
                  <c:v>16</c:v>
                </c:pt>
                <c:pt idx="213">
                  <c:v>16</c:v>
                </c:pt>
                <c:pt idx="214">
                  <c:v>16</c:v>
                </c:pt>
                <c:pt idx="215">
                  <c:v>16</c:v>
                </c:pt>
                <c:pt idx="216">
                  <c:v>16</c:v>
                </c:pt>
                <c:pt idx="217">
                  <c:v>16</c:v>
                </c:pt>
                <c:pt idx="218">
                  <c:v>16</c:v>
                </c:pt>
                <c:pt idx="219">
                  <c:v>16</c:v>
                </c:pt>
                <c:pt idx="220">
                  <c:v>16</c:v>
                </c:pt>
                <c:pt idx="221">
                  <c:v>16</c:v>
                </c:pt>
                <c:pt idx="222">
                  <c:v>16</c:v>
                </c:pt>
                <c:pt idx="223">
                  <c:v>16</c:v>
                </c:pt>
                <c:pt idx="224">
                  <c:v>16</c:v>
                </c:pt>
                <c:pt idx="225">
                  <c:v>16</c:v>
                </c:pt>
                <c:pt idx="226">
                  <c:v>16</c:v>
                </c:pt>
                <c:pt idx="227">
                  <c:v>16</c:v>
                </c:pt>
                <c:pt idx="228">
                  <c:v>16</c:v>
                </c:pt>
                <c:pt idx="229">
                  <c:v>16</c:v>
                </c:pt>
                <c:pt idx="230">
                  <c:v>16</c:v>
                </c:pt>
                <c:pt idx="231">
                  <c:v>16</c:v>
                </c:pt>
                <c:pt idx="232">
                  <c:v>16</c:v>
                </c:pt>
                <c:pt idx="233">
                  <c:v>16</c:v>
                </c:pt>
                <c:pt idx="234">
                  <c:v>16</c:v>
                </c:pt>
                <c:pt idx="235">
                  <c:v>16</c:v>
                </c:pt>
                <c:pt idx="236">
                  <c:v>16</c:v>
                </c:pt>
                <c:pt idx="237">
                  <c:v>16</c:v>
                </c:pt>
                <c:pt idx="238">
                  <c:v>16</c:v>
                </c:pt>
                <c:pt idx="239">
                  <c:v>16</c:v>
                </c:pt>
                <c:pt idx="240">
                  <c:v>16</c:v>
                </c:pt>
                <c:pt idx="241">
                  <c:v>16</c:v>
                </c:pt>
                <c:pt idx="242">
                  <c:v>16</c:v>
                </c:pt>
                <c:pt idx="243">
                  <c:v>16</c:v>
                </c:pt>
                <c:pt idx="244">
                  <c:v>16</c:v>
                </c:pt>
                <c:pt idx="245">
                  <c:v>16</c:v>
                </c:pt>
                <c:pt idx="246">
                  <c:v>16</c:v>
                </c:pt>
                <c:pt idx="247">
                  <c:v>16</c:v>
                </c:pt>
                <c:pt idx="248">
                  <c:v>16</c:v>
                </c:pt>
                <c:pt idx="249">
                  <c:v>16</c:v>
                </c:pt>
                <c:pt idx="250">
                  <c:v>16</c:v>
                </c:pt>
                <c:pt idx="251">
                  <c:v>16</c:v>
                </c:pt>
                <c:pt idx="252">
                  <c:v>16</c:v>
                </c:pt>
                <c:pt idx="253">
                  <c:v>16</c:v>
                </c:pt>
                <c:pt idx="254">
                  <c:v>16</c:v>
                </c:pt>
                <c:pt idx="255">
                  <c:v>16</c:v>
                </c:pt>
                <c:pt idx="256">
                  <c:v>16</c:v>
                </c:pt>
                <c:pt idx="257">
                  <c:v>16</c:v>
                </c:pt>
                <c:pt idx="258">
                  <c:v>16</c:v>
                </c:pt>
                <c:pt idx="259">
                  <c:v>16</c:v>
                </c:pt>
                <c:pt idx="260">
                  <c:v>16</c:v>
                </c:pt>
                <c:pt idx="261">
                  <c:v>16</c:v>
                </c:pt>
                <c:pt idx="262">
                  <c:v>16</c:v>
                </c:pt>
                <c:pt idx="263">
                  <c:v>16</c:v>
                </c:pt>
                <c:pt idx="264">
                  <c:v>16</c:v>
                </c:pt>
                <c:pt idx="265">
                  <c:v>16</c:v>
                </c:pt>
                <c:pt idx="266">
                  <c:v>16</c:v>
                </c:pt>
                <c:pt idx="267">
                  <c:v>16</c:v>
                </c:pt>
                <c:pt idx="268">
                  <c:v>16</c:v>
                </c:pt>
                <c:pt idx="269">
                  <c:v>16</c:v>
                </c:pt>
                <c:pt idx="270">
                  <c:v>16</c:v>
                </c:pt>
                <c:pt idx="271">
                  <c:v>16</c:v>
                </c:pt>
                <c:pt idx="272">
                  <c:v>16</c:v>
                </c:pt>
                <c:pt idx="273">
                  <c:v>16</c:v>
                </c:pt>
                <c:pt idx="274">
                  <c:v>16</c:v>
                </c:pt>
                <c:pt idx="275">
                  <c:v>16</c:v>
                </c:pt>
                <c:pt idx="276">
                  <c:v>16</c:v>
                </c:pt>
                <c:pt idx="277">
                  <c:v>16</c:v>
                </c:pt>
                <c:pt idx="278">
                  <c:v>16</c:v>
                </c:pt>
                <c:pt idx="279">
                  <c:v>16</c:v>
                </c:pt>
                <c:pt idx="280">
                  <c:v>16</c:v>
                </c:pt>
                <c:pt idx="281">
                  <c:v>16</c:v>
                </c:pt>
                <c:pt idx="282">
                  <c:v>16</c:v>
                </c:pt>
                <c:pt idx="283">
                  <c:v>16</c:v>
                </c:pt>
                <c:pt idx="284">
                  <c:v>16</c:v>
                </c:pt>
                <c:pt idx="285">
                  <c:v>16</c:v>
                </c:pt>
                <c:pt idx="286">
                  <c:v>16</c:v>
                </c:pt>
                <c:pt idx="287">
                  <c:v>16</c:v>
                </c:pt>
                <c:pt idx="288">
                  <c:v>16</c:v>
                </c:pt>
                <c:pt idx="289">
                  <c:v>16</c:v>
                </c:pt>
                <c:pt idx="290">
                  <c:v>16</c:v>
                </c:pt>
                <c:pt idx="291">
                  <c:v>16</c:v>
                </c:pt>
                <c:pt idx="292">
                  <c:v>16</c:v>
                </c:pt>
                <c:pt idx="293">
                  <c:v>16</c:v>
                </c:pt>
                <c:pt idx="294">
                  <c:v>16</c:v>
                </c:pt>
                <c:pt idx="295">
                  <c:v>16</c:v>
                </c:pt>
                <c:pt idx="296">
                  <c:v>16</c:v>
                </c:pt>
                <c:pt idx="297">
                  <c:v>16</c:v>
                </c:pt>
                <c:pt idx="298">
                  <c:v>16</c:v>
                </c:pt>
                <c:pt idx="299">
                  <c:v>16</c:v>
                </c:pt>
                <c:pt idx="300">
                  <c:v>16</c:v>
                </c:pt>
                <c:pt idx="301">
                  <c:v>16</c:v>
                </c:pt>
                <c:pt idx="302">
                  <c:v>16</c:v>
                </c:pt>
                <c:pt idx="303">
                  <c:v>16</c:v>
                </c:pt>
                <c:pt idx="304">
                  <c:v>16</c:v>
                </c:pt>
                <c:pt idx="305">
                  <c:v>16</c:v>
                </c:pt>
                <c:pt idx="306">
                  <c:v>16</c:v>
                </c:pt>
                <c:pt idx="307">
                  <c:v>16</c:v>
                </c:pt>
                <c:pt idx="308">
                  <c:v>16</c:v>
                </c:pt>
                <c:pt idx="309">
                  <c:v>16</c:v>
                </c:pt>
                <c:pt idx="310">
                  <c:v>16</c:v>
                </c:pt>
                <c:pt idx="311">
                  <c:v>16</c:v>
                </c:pt>
                <c:pt idx="312">
                  <c:v>16</c:v>
                </c:pt>
                <c:pt idx="313">
                  <c:v>16</c:v>
                </c:pt>
                <c:pt idx="314">
                  <c:v>16</c:v>
                </c:pt>
                <c:pt idx="315">
                  <c:v>16</c:v>
                </c:pt>
                <c:pt idx="316">
                  <c:v>16</c:v>
                </c:pt>
                <c:pt idx="317">
                  <c:v>16</c:v>
                </c:pt>
                <c:pt idx="318">
                  <c:v>16</c:v>
                </c:pt>
                <c:pt idx="319">
                  <c:v>16</c:v>
                </c:pt>
                <c:pt idx="320">
                  <c:v>16</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numCache>
            </c:numRef>
          </c:val>
          <c:extLst>
            <c:ext xmlns:c16="http://schemas.microsoft.com/office/drawing/2014/chart" uri="{C3380CC4-5D6E-409C-BE32-E72D297353CC}">
              <c16:uniqueId val="{00000001-BDF1-4F25-9B82-6AE199C542F6}"/>
            </c:ext>
          </c:extLst>
        </c:ser>
        <c:dLbls>
          <c:showLegendKey val="0"/>
          <c:showVal val="0"/>
          <c:showCatName val="0"/>
          <c:showSerName val="0"/>
          <c:showPercent val="0"/>
          <c:showBubbleSize val="0"/>
        </c:dLbls>
        <c:axId val="50020001"/>
        <c:axId val="50020002"/>
      </c:areaChart>
      <c:lineChart>
        <c:grouping val="standard"/>
        <c:varyColors val="0"/>
        <c:ser>
          <c:idx val="2"/>
          <c:order val="2"/>
          <c:tx>
            <c:v>360d Swap Pré-DI</c:v>
          </c:tx>
          <c:spPr>
            <a:ln w="28575">
              <a:solidFill>
                <a:srgbClr val="1F2F44"/>
              </a:solidFill>
            </a:ln>
          </c:spPr>
          <c:marker>
            <c:symbol val="none"/>
          </c:marker>
          <c:cat>
            <c:numRef>
              <c:f>'R2'!$A$2:$A$457</c:f>
              <c:numCache>
                <c:formatCode>yyyy\-mm\-dd</c:formatCode>
                <c:ptCount val="45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45677</c:v>
                </c:pt>
                <c:pt idx="13">
                  <c:v>45678</c:v>
                </c:pt>
                <c:pt idx="14">
                  <c:v>45679</c:v>
                </c:pt>
                <c:pt idx="15">
                  <c:v>45680</c:v>
                </c:pt>
                <c:pt idx="16">
                  <c:v>45681</c:v>
                </c:pt>
                <c:pt idx="17">
                  <c:v>45684</c:v>
                </c:pt>
                <c:pt idx="18">
                  <c:v>45685</c:v>
                </c:pt>
                <c:pt idx="19">
                  <c:v>45686</c:v>
                </c:pt>
                <c:pt idx="20">
                  <c:v>45687</c:v>
                </c:pt>
                <c:pt idx="21">
                  <c:v>45688</c:v>
                </c:pt>
                <c:pt idx="22">
                  <c:v>45691</c:v>
                </c:pt>
                <c:pt idx="23">
                  <c:v>45692</c:v>
                </c:pt>
                <c:pt idx="24">
                  <c:v>45693</c:v>
                </c:pt>
                <c:pt idx="25">
                  <c:v>45694</c:v>
                </c:pt>
                <c:pt idx="26">
                  <c:v>45695</c:v>
                </c:pt>
                <c:pt idx="27">
                  <c:v>45698</c:v>
                </c:pt>
                <c:pt idx="28">
                  <c:v>45699</c:v>
                </c:pt>
                <c:pt idx="29">
                  <c:v>45700</c:v>
                </c:pt>
                <c:pt idx="30">
                  <c:v>45701</c:v>
                </c:pt>
                <c:pt idx="31">
                  <c:v>45702</c:v>
                </c:pt>
                <c:pt idx="32">
                  <c:v>45705</c:v>
                </c:pt>
                <c:pt idx="33">
                  <c:v>45706</c:v>
                </c:pt>
                <c:pt idx="34">
                  <c:v>45707</c:v>
                </c:pt>
                <c:pt idx="35">
                  <c:v>45708</c:v>
                </c:pt>
                <c:pt idx="36">
                  <c:v>45709</c:v>
                </c:pt>
                <c:pt idx="37">
                  <c:v>45712</c:v>
                </c:pt>
                <c:pt idx="38">
                  <c:v>45713</c:v>
                </c:pt>
                <c:pt idx="39">
                  <c:v>45714</c:v>
                </c:pt>
                <c:pt idx="40">
                  <c:v>45715</c:v>
                </c:pt>
                <c:pt idx="41">
                  <c:v>45716</c:v>
                </c:pt>
                <c:pt idx="42">
                  <c:v>45721</c:v>
                </c:pt>
                <c:pt idx="43">
                  <c:v>45722</c:v>
                </c:pt>
                <c:pt idx="44">
                  <c:v>45723</c:v>
                </c:pt>
                <c:pt idx="45">
                  <c:v>45726</c:v>
                </c:pt>
                <c:pt idx="46">
                  <c:v>45727</c:v>
                </c:pt>
                <c:pt idx="47">
                  <c:v>45728</c:v>
                </c:pt>
                <c:pt idx="48">
                  <c:v>45729</c:v>
                </c:pt>
                <c:pt idx="49">
                  <c:v>45730</c:v>
                </c:pt>
                <c:pt idx="50">
                  <c:v>45733</c:v>
                </c:pt>
                <c:pt idx="51">
                  <c:v>45734</c:v>
                </c:pt>
                <c:pt idx="52">
                  <c:v>45735</c:v>
                </c:pt>
                <c:pt idx="53">
                  <c:v>45736</c:v>
                </c:pt>
                <c:pt idx="54">
                  <c:v>45737</c:v>
                </c:pt>
                <c:pt idx="55">
                  <c:v>45740</c:v>
                </c:pt>
                <c:pt idx="56">
                  <c:v>45741</c:v>
                </c:pt>
                <c:pt idx="57">
                  <c:v>45742</c:v>
                </c:pt>
                <c:pt idx="58">
                  <c:v>45743</c:v>
                </c:pt>
                <c:pt idx="59">
                  <c:v>45744</c:v>
                </c:pt>
                <c:pt idx="60">
                  <c:v>45747</c:v>
                </c:pt>
                <c:pt idx="61">
                  <c:v>45748</c:v>
                </c:pt>
                <c:pt idx="62">
                  <c:v>45749</c:v>
                </c:pt>
                <c:pt idx="63">
                  <c:v>45750</c:v>
                </c:pt>
                <c:pt idx="64">
                  <c:v>45751</c:v>
                </c:pt>
                <c:pt idx="65">
                  <c:v>45754</c:v>
                </c:pt>
                <c:pt idx="66">
                  <c:v>45755</c:v>
                </c:pt>
                <c:pt idx="67">
                  <c:v>45756</c:v>
                </c:pt>
                <c:pt idx="68">
                  <c:v>45757</c:v>
                </c:pt>
                <c:pt idx="69">
                  <c:v>45758</c:v>
                </c:pt>
                <c:pt idx="70">
                  <c:v>45761</c:v>
                </c:pt>
                <c:pt idx="71">
                  <c:v>45762</c:v>
                </c:pt>
                <c:pt idx="72">
                  <c:v>45763</c:v>
                </c:pt>
                <c:pt idx="73">
                  <c:v>45764</c:v>
                </c:pt>
                <c:pt idx="74">
                  <c:v>45769</c:v>
                </c:pt>
                <c:pt idx="75">
                  <c:v>45770</c:v>
                </c:pt>
                <c:pt idx="76">
                  <c:v>45771</c:v>
                </c:pt>
                <c:pt idx="77">
                  <c:v>45772</c:v>
                </c:pt>
                <c:pt idx="78">
                  <c:v>45775</c:v>
                </c:pt>
                <c:pt idx="79">
                  <c:v>45776</c:v>
                </c:pt>
                <c:pt idx="80">
                  <c:v>45777</c:v>
                </c:pt>
                <c:pt idx="81">
                  <c:v>45779</c:v>
                </c:pt>
                <c:pt idx="82">
                  <c:v>45782</c:v>
                </c:pt>
                <c:pt idx="83">
                  <c:v>45783</c:v>
                </c:pt>
                <c:pt idx="84">
                  <c:v>45784</c:v>
                </c:pt>
                <c:pt idx="85">
                  <c:v>45785</c:v>
                </c:pt>
                <c:pt idx="86">
                  <c:v>45786</c:v>
                </c:pt>
                <c:pt idx="87">
                  <c:v>45789</c:v>
                </c:pt>
                <c:pt idx="88">
                  <c:v>45790</c:v>
                </c:pt>
                <c:pt idx="89">
                  <c:v>45791</c:v>
                </c:pt>
                <c:pt idx="90">
                  <c:v>45792</c:v>
                </c:pt>
                <c:pt idx="91">
                  <c:v>45793</c:v>
                </c:pt>
                <c:pt idx="92">
                  <c:v>45796</c:v>
                </c:pt>
                <c:pt idx="93">
                  <c:v>45797</c:v>
                </c:pt>
                <c:pt idx="94">
                  <c:v>45798</c:v>
                </c:pt>
                <c:pt idx="95">
                  <c:v>45799</c:v>
                </c:pt>
                <c:pt idx="96">
                  <c:v>45800</c:v>
                </c:pt>
                <c:pt idx="97">
                  <c:v>45803</c:v>
                </c:pt>
                <c:pt idx="98">
                  <c:v>45804</c:v>
                </c:pt>
                <c:pt idx="99">
                  <c:v>45805</c:v>
                </c:pt>
                <c:pt idx="100">
                  <c:v>45806</c:v>
                </c:pt>
                <c:pt idx="101">
                  <c:v>45807</c:v>
                </c:pt>
                <c:pt idx="102">
                  <c:v>45810</c:v>
                </c:pt>
                <c:pt idx="103">
                  <c:v>45811</c:v>
                </c:pt>
                <c:pt idx="104">
                  <c:v>45812</c:v>
                </c:pt>
                <c:pt idx="105">
                  <c:v>45813</c:v>
                </c:pt>
                <c:pt idx="106">
                  <c:v>45814</c:v>
                </c:pt>
                <c:pt idx="107">
                  <c:v>45817</c:v>
                </c:pt>
                <c:pt idx="108">
                  <c:v>45818</c:v>
                </c:pt>
                <c:pt idx="109">
                  <c:v>45819</c:v>
                </c:pt>
                <c:pt idx="110">
                  <c:v>45820</c:v>
                </c:pt>
                <c:pt idx="111">
                  <c:v>45821</c:v>
                </c:pt>
                <c:pt idx="112">
                  <c:v>45824</c:v>
                </c:pt>
                <c:pt idx="113">
                  <c:v>45825</c:v>
                </c:pt>
                <c:pt idx="114">
                  <c:v>45826</c:v>
                </c:pt>
                <c:pt idx="115">
                  <c:v>45828</c:v>
                </c:pt>
                <c:pt idx="116">
                  <c:v>45831</c:v>
                </c:pt>
                <c:pt idx="117">
                  <c:v>45832</c:v>
                </c:pt>
                <c:pt idx="118">
                  <c:v>45833</c:v>
                </c:pt>
                <c:pt idx="119">
                  <c:v>45834</c:v>
                </c:pt>
                <c:pt idx="120">
                  <c:v>45835</c:v>
                </c:pt>
                <c:pt idx="121">
                  <c:v>45838</c:v>
                </c:pt>
                <c:pt idx="122">
                  <c:v>45839</c:v>
                </c:pt>
                <c:pt idx="123">
                  <c:v>45840</c:v>
                </c:pt>
                <c:pt idx="124">
                  <c:v>45841</c:v>
                </c:pt>
                <c:pt idx="125">
                  <c:v>45842</c:v>
                </c:pt>
                <c:pt idx="126">
                  <c:v>45845</c:v>
                </c:pt>
                <c:pt idx="127">
                  <c:v>45846</c:v>
                </c:pt>
                <c:pt idx="128">
                  <c:v>45847</c:v>
                </c:pt>
                <c:pt idx="129">
                  <c:v>45848</c:v>
                </c:pt>
                <c:pt idx="130">
                  <c:v>45849</c:v>
                </c:pt>
                <c:pt idx="131">
                  <c:v>45852</c:v>
                </c:pt>
                <c:pt idx="132">
                  <c:v>45853</c:v>
                </c:pt>
                <c:pt idx="133">
                  <c:v>45854</c:v>
                </c:pt>
                <c:pt idx="134">
                  <c:v>45855</c:v>
                </c:pt>
                <c:pt idx="135">
                  <c:v>45856</c:v>
                </c:pt>
                <c:pt idx="136">
                  <c:v>45859</c:v>
                </c:pt>
                <c:pt idx="137">
                  <c:v>45860</c:v>
                </c:pt>
                <c:pt idx="138">
                  <c:v>45861</c:v>
                </c:pt>
                <c:pt idx="139">
                  <c:v>45862</c:v>
                </c:pt>
                <c:pt idx="140">
                  <c:v>45863</c:v>
                </c:pt>
                <c:pt idx="141">
                  <c:v>45866</c:v>
                </c:pt>
                <c:pt idx="142">
                  <c:v>45867</c:v>
                </c:pt>
                <c:pt idx="143">
                  <c:v>45868</c:v>
                </c:pt>
                <c:pt idx="144">
                  <c:v>45869</c:v>
                </c:pt>
                <c:pt idx="145">
                  <c:v>45870</c:v>
                </c:pt>
                <c:pt idx="146">
                  <c:v>45873</c:v>
                </c:pt>
                <c:pt idx="147">
                  <c:v>45874</c:v>
                </c:pt>
                <c:pt idx="148">
                  <c:v>45875</c:v>
                </c:pt>
                <c:pt idx="149">
                  <c:v>45876</c:v>
                </c:pt>
                <c:pt idx="150">
                  <c:v>45877</c:v>
                </c:pt>
                <c:pt idx="151">
                  <c:v>45880</c:v>
                </c:pt>
                <c:pt idx="152">
                  <c:v>45881</c:v>
                </c:pt>
                <c:pt idx="153">
                  <c:v>45882</c:v>
                </c:pt>
                <c:pt idx="154">
                  <c:v>45883</c:v>
                </c:pt>
                <c:pt idx="155">
                  <c:v>45884</c:v>
                </c:pt>
                <c:pt idx="156">
                  <c:v>45887</c:v>
                </c:pt>
                <c:pt idx="157">
                  <c:v>45888</c:v>
                </c:pt>
                <c:pt idx="158">
                  <c:v>45889</c:v>
                </c:pt>
                <c:pt idx="159">
                  <c:v>45890</c:v>
                </c:pt>
                <c:pt idx="160">
                  <c:v>45891</c:v>
                </c:pt>
                <c:pt idx="161">
                  <c:v>45894</c:v>
                </c:pt>
                <c:pt idx="162">
                  <c:v>45895</c:v>
                </c:pt>
                <c:pt idx="163">
                  <c:v>45896</c:v>
                </c:pt>
                <c:pt idx="164">
                  <c:v>45897</c:v>
                </c:pt>
                <c:pt idx="165">
                  <c:v>45898</c:v>
                </c:pt>
                <c:pt idx="166">
                  <c:v>45901</c:v>
                </c:pt>
                <c:pt idx="167">
                  <c:v>45902</c:v>
                </c:pt>
                <c:pt idx="168">
                  <c:v>45903</c:v>
                </c:pt>
                <c:pt idx="169">
                  <c:v>45904</c:v>
                </c:pt>
                <c:pt idx="170">
                  <c:v>45905</c:v>
                </c:pt>
                <c:pt idx="171">
                  <c:v>45908</c:v>
                </c:pt>
                <c:pt idx="172">
                  <c:v>45909</c:v>
                </c:pt>
                <c:pt idx="173">
                  <c:v>45910</c:v>
                </c:pt>
                <c:pt idx="174">
                  <c:v>45911</c:v>
                </c:pt>
                <c:pt idx="175">
                  <c:v>45912</c:v>
                </c:pt>
                <c:pt idx="176">
                  <c:v>45915</c:v>
                </c:pt>
                <c:pt idx="177">
                  <c:v>45916</c:v>
                </c:pt>
                <c:pt idx="178">
                  <c:v>45917</c:v>
                </c:pt>
                <c:pt idx="179">
                  <c:v>45918</c:v>
                </c:pt>
                <c:pt idx="180">
                  <c:v>45919</c:v>
                </c:pt>
                <c:pt idx="181">
                  <c:v>45922</c:v>
                </c:pt>
                <c:pt idx="182">
                  <c:v>45923</c:v>
                </c:pt>
                <c:pt idx="183">
                  <c:v>45924</c:v>
                </c:pt>
                <c:pt idx="184">
                  <c:v>45925</c:v>
                </c:pt>
                <c:pt idx="185">
                  <c:v>45926</c:v>
                </c:pt>
                <c:pt idx="186">
                  <c:v>45929</c:v>
                </c:pt>
                <c:pt idx="187">
                  <c:v>45930</c:v>
                </c:pt>
                <c:pt idx="188">
                  <c:v>45931</c:v>
                </c:pt>
                <c:pt idx="189">
                  <c:v>45932</c:v>
                </c:pt>
                <c:pt idx="190">
                  <c:v>45933</c:v>
                </c:pt>
                <c:pt idx="191">
                  <c:v>45936</c:v>
                </c:pt>
                <c:pt idx="192">
                  <c:v>45937</c:v>
                </c:pt>
                <c:pt idx="193">
                  <c:v>45938</c:v>
                </c:pt>
                <c:pt idx="194">
                  <c:v>45939</c:v>
                </c:pt>
                <c:pt idx="195">
                  <c:v>45940</c:v>
                </c:pt>
                <c:pt idx="196">
                  <c:v>45943</c:v>
                </c:pt>
                <c:pt idx="197">
                  <c:v>45944</c:v>
                </c:pt>
                <c:pt idx="198">
                  <c:v>45945</c:v>
                </c:pt>
                <c:pt idx="199">
                  <c:v>45946</c:v>
                </c:pt>
                <c:pt idx="200">
                  <c:v>45947</c:v>
                </c:pt>
                <c:pt idx="201">
                  <c:v>45950</c:v>
                </c:pt>
                <c:pt idx="202">
                  <c:v>45951</c:v>
                </c:pt>
                <c:pt idx="203">
                  <c:v>45952</c:v>
                </c:pt>
                <c:pt idx="204">
                  <c:v>45953</c:v>
                </c:pt>
                <c:pt idx="205">
                  <c:v>45954</c:v>
                </c:pt>
                <c:pt idx="206">
                  <c:v>45957</c:v>
                </c:pt>
                <c:pt idx="207">
                  <c:v>45958</c:v>
                </c:pt>
                <c:pt idx="208">
                  <c:v>45959</c:v>
                </c:pt>
                <c:pt idx="209">
                  <c:v>45960</c:v>
                </c:pt>
                <c:pt idx="210">
                  <c:v>45961</c:v>
                </c:pt>
                <c:pt idx="211">
                  <c:v>45964</c:v>
                </c:pt>
                <c:pt idx="212">
                  <c:v>45965</c:v>
                </c:pt>
                <c:pt idx="213">
                  <c:v>45966</c:v>
                </c:pt>
                <c:pt idx="214">
                  <c:v>45967</c:v>
                </c:pt>
                <c:pt idx="215">
                  <c:v>45968</c:v>
                </c:pt>
                <c:pt idx="216">
                  <c:v>45971</c:v>
                </c:pt>
                <c:pt idx="217">
                  <c:v>45972</c:v>
                </c:pt>
                <c:pt idx="218">
                  <c:v>45973</c:v>
                </c:pt>
                <c:pt idx="219">
                  <c:v>45974</c:v>
                </c:pt>
                <c:pt idx="220">
                  <c:v>45975</c:v>
                </c:pt>
                <c:pt idx="221">
                  <c:v>45978</c:v>
                </c:pt>
                <c:pt idx="222">
                  <c:v>45979</c:v>
                </c:pt>
                <c:pt idx="223">
                  <c:v>45980</c:v>
                </c:pt>
                <c:pt idx="224">
                  <c:v>45982</c:v>
                </c:pt>
                <c:pt idx="225">
                  <c:v>45985</c:v>
                </c:pt>
                <c:pt idx="226">
                  <c:v>45986</c:v>
                </c:pt>
                <c:pt idx="227">
                  <c:v>45987</c:v>
                </c:pt>
                <c:pt idx="228">
                  <c:v>45988</c:v>
                </c:pt>
                <c:pt idx="229">
                  <c:v>45989</c:v>
                </c:pt>
                <c:pt idx="230">
                  <c:v>45992</c:v>
                </c:pt>
                <c:pt idx="231">
                  <c:v>45993</c:v>
                </c:pt>
                <c:pt idx="232">
                  <c:v>45994</c:v>
                </c:pt>
                <c:pt idx="233">
                  <c:v>45995</c:v>
                </c:pt>
                <c:pt idx="234">
                  <c:v>45996</c:v>
                </c:pt>
                <c:pt idx="235">
                  <c:v>45999</c:v>
                </c:pt>
                <c:pt idx="236">
                  <c:v>46000</c:v>
                </c:pt>
                <c:pt idx="237">
                  <c:v>46001</c:v>
                </c:pt>
                <c:pt idx="238">
                  <c:v>46002</c:v>
                </c:pt>
                <c:pt idx="239">
                  <c:v>46003</c:v>
                </c:pt>
                <c:pt idx="240">
                  <c:v>46006</c:v>
                </c:pt>
                <c:pt idx="241">
                  <c:v>46007</c:v>
                </c:pt>
                <c:pt idx="242">
                  <c:v>46008</c:v>
                </c:pt>
                <c:pt idx="243">
                  <c:v>46009</c:v>
                </c:pt>
                <c:pt idx="244">
                  <c:v>46010</c:v>
                </c:pt>
                <c:pt idx="245">
                  <c:v>46013</c:v>
                </c:pt>
                <c:pt idx="246">
                  <c:v>46014</c:v>
                </c:pt>
                <c:pt idx="247">
                  <c:v>46017</c:v>
                </c:pt>
                <c:pt idx="248">
                  <c:v>46020</c:v>
                </c:pt>
                <c:pt idx="249">
                  <c:v>46021</c:v>
                </c:pt>
                <c:pt idx="250">
                  <c:v>46024</c:v>
                </c:pt>
                <c:pt idx="251">
                  <c:v>46027</c:v>
                </c:pt>
                <c:pt idx="252">
                  <c:v>46028</c:v>
                </c:pt>
                <c:pt idx="253">
                  <c:v>46029</c:v>
                </c:pt>
                <c:pt idx="254">
                  <c:v>46030</c:v>
                </c:pt>
                <c:pt idx="255">
                  <c:v>46031</c:v>
                </c:pt>
                <c:pt idx="256">
                  <c:v>46034</c:v>
                </c:pt>
                <c:pt idx="257">
                  <c:v>46035</c:v>
                </c:pt>
                <c:pt idx="258">
                  <c:v>46036</c:v>
                </c:pt>
                <c:pt idx="259">
                  <c:v>46037</c:v>
                </c:pt>
                <c:pt idx="260">
                  <c:v>46038</c:v>
                </c:pt>
                <c:pt idx="261">
                  <c:v>46041</c:v>
                </c:pt>
                <c:pt idx="262">
                  <c:v>46042</c:v>
                </c:pt>
                <c:pt idx="263">
                  <c:v>46043</c:v>
                </c:pt>
                <c:pt idx="264">
                  <c:v>46044</c:v>
                </c:pt>
                <c:pt idx="265">
                  <c:v>46045</c:v>
                </c:pt>
                <c:pt idx="266">
                  <c:v>46048</c:v>
                </c:pt>
                <c:pt idx="267">
                  <c:v>46049</c:v>
                </c:pt>
                <c:pt idx="268">
                  <c:v>46050</c:v>
                </c:pt>
                <c:pt idx="269">
                  <c:v>46051</c:v>
                </c:pt>
                <c:pt idx="270">
                  <c:v>46052</c:v>
                </c:pt>
                <c:pt idx="271">
                  <c:v>46055</c:v>
                </c:pt>
                <c:pt idx="272">
                  <c:v>46056</c:v>
                </c:pt>
                <c:pt idx="273">
                  <c:v>46057</c:v>
                </c:pt>
                <c:pt idx="274">
                  <c:v>46058</c:v>
                </c:pt>
                <c:pt idx="275">
                  <c:v>46059</c:v>
                </c:pt>
                <c:pt idx="276">
                  <c:v>46062</c:v>
                </c:pt>
                <c:pt idx="277">
                  <c:v>46063</c:v>
                </c:pt>
                <c:pt idx="278">
                  <c:v>46064</c:v>
                </c:pt>
                <c:pt idx="279">
                  <c:v>46065</c:v>
                </c:pt>
                <c:pt idx="280">
                  <c:v>46066</c:v>
                </c:pt>
                <c:pt idx="281">
                  <c:v>46071</c:v>
                </c:pt>
                <c:pt idx="282">
                  <c:v>46072</c:v>
                </c:pt>
                <c:pt idx="283">
                  <c:v>46073</c:v>
                </c:pt>
                <c:pt idx="284">
                  <c:v>46076</c:v>
                </c:pt>
                <c:pt idx="285">
                  <c:v>46077</c:v>
                </c:pt>
                <c:pt idx="286">
                  <c:v>46078</c:v>
                </c:pt>
                <c:pt idx="287">
                  <c:v>46079</c:v>
                </c:pt>
                <c:pt idx="288">
                  <c:v>46080</c:v>
                </c:pt>
                <c:pt idx="289">
                  <c:v>46083</c:v>
                </c:pt>
                <c:pt idx="290">
                  <c:v>46084</c:v>
                </c:pt>
                <c:pt idx="291">
                  <c:v>46085</c:v>
                </c:pt>
                <c:pt idx="292">
                  <c:v>46086</c:v>
                </c:pt>
                <c:pt idx="293">
                  <c:v>46087</c:v>
                </c:pt>
                <c:pt idx="294">
                  <c:v>46090</c:v>
                </c:pt>
                <c:pt idx="295">
                  <c:v>46091</c:v>
                </c:pt>
                <c:pt idx="296">
                  <c:v>46092</c:v>
                </c:pt>
                <c:pt idx="297">
                  <c:v>46093</c:v>
                </c:pt>
                <c:pt idx="298">
                  <c:v>46094</c:v>
                </c:pt>
                <c:pt idx="299">
                  <c:v>46097</c:v>
                </c:pt>
                <c:pt idx="300">
                  <c:v>46098</c:v>
                </c:pt>
                <c:pt idx="301">
                  <c:v>46099</c:v>
                </c:pt>
                <c:pt idx="302">
                  <c:v>46100</c:v>
                </c:pt>
                <c:pt idx="303">
                  <c:v>46101</c:v>
                </c:pt>
                <c:pt idx="304">
                  <c:v>46104</c:v>
                </c:pt>
                <c:pt idx="305">
                  <c:v>46105</c:v>
                </c:pt>
                <c:pt idx="306">
                  <c:v>46106</c:v>
                </c:pt>
                <c:pt idx="307">
                  <c:v>46107</c:v>
                </c:pt>
                <c:pt idx="308">
                  <c:v>46108</c:v>
                </c:pt>
                <c:pt idx="309">
                  <c:v>46111</c:v>
                </c:pt>
                <c:pt idx="310">
                  <c:v>46112</c:v>
                </c:pt>
                <c:pt idx="311">
                  <c:v>46113</c:v>
                </c:pt>
                <c:pt idx="312">
                  <c:v>46114</c:v>
                </c:pt>
                <c:pt idx="313">
                  <c:v>46118</c:v>
                </c:pt>
                <c:pt idx="314">
                  <c:v>46119</c:v>
                </c:pt>
                <c:pt idx="315">
                  <c:v>46120</c:v>
                </c:pt>
                <c:pt idx="316">
                  <c:v>46121</c:v>
                </c:pt>
                <c:pt idx="317">
                  <c:v>46122</c:v>
                </c:pt>
                <c:pt idx="318">
                  <c:v>46125</c:v>
                </c:pt>
                <c:pt idx="319">
                  <c:v>46126</c:v>
                </c:pt>
                <c:pt idx="320">
                  <c:v>46127</c:v>
                </c:pt>
                <c:pt idx="321">
                  <c:v>46128</c:v>
                </c:pt>
                <c:pt idx="322">
                  <c:v>46129</c:v>
                </c:pt>
                <c:pt idx="323">
                  <c:v>46132</c:v>
                </c:pt>
                <c:pt idx="324">
                  <c:v>46133</c:v>
                </c:pt>
                <c:pt idx="325">
                  <c:v>46134</c:v>
                </c:pt>
                <c:pt idx="326">
                  <c:v>46135</c:v>
                </c:pt>
                <c:pt idx="327">
                  <c:v>46136</c:v>
                </c:pt>
                <c:pt idx="328">
                  <c:v>46139</c:v>
                </c:pt>
                <c:pt idx="329">
                  <c:v>46140</c:v>
                </c:pt>
                <c:pt idx="330">
                  <c:v>46141</c:v>
                </c:pt>
                <c:pt idx="331">
                  <c:v>46142</c:v>
                </c:pt>
                <c:pt idx="332">
                  <c:v>46143</c:v>
                </c:pt>
                <c:pt idx="333">
                  <c:v>46146</c:v>
                </c:pt>
                <c:pt idx="334">
                  <c:v>46147</c:v>
                </c:pt>
                <c:pt idx="335">
                  <c:v>46148</c:v>
                </c:pt>
                <c:pt idx="336">
                  <c:v>46149</c:v>
                </c:pt>
                <c:pt idx="337">
                  <c:v>46150</c:v>
                </c:pt>
                <c:pt idx="338">
                  <c:v>46153</c:v>
                </c:pt>
                <c:pt idx="339">
                  <c:v>46154</c:v>
                </c:pt>
                <c:pt idx="340">
                  <c:v>46155</c:v>
                </c:pt>
                <c:pt idx="341">
                  <c:v>46156</c:v>
                </c:pt>
                <c:pt idx="342">
                  <c:v>46157</c:v>
                </c:pt>
                <c:pt idx="343">
                  <c:v>46160</c:v>
                </c:pt>
                <c:pt idx="344">
                  <c:v>46161</c:v>
                </c:pt>
                <c:pt idx="345">
                  <c:v>46162</c:v>
                </c:pt>
                <c:pt idx="346">
                  <c:v>46163</c:v>
                </c:pt>
                <c:pt idx="347">
                  <c:v>46164</c:v>
                </c:pt>
                <c:pt idx="348">
                  <c:v>46167</c:v>
                </c:pt>
                <c:pt idx="349">
                  <c:v>46168</c:v>
                </c:pt>
                <c:pt idx="350">
                  <c:v>46169</c:v>
                </c:pt>
                <c:pt idx="351">
                  <c:v>46170</c:v>
                </c:pt>
                <c:pt idx="352">
                  <c:v>46171</c:v>
                </c:pt>
                <c:pt idx="353">
                  <c:v>46174</c:v>
                </c:pt>
                <c:pt idx="354">
                  <c:v>46175</c:v>
                </c:pt>
                <c:pt idx="355">
                  <c:v>46176</c:v>
                </c:pt>
                <c:pt idx="356">
                  <c:v>46177</c:v>
                </c:pt>
                <c:pt idx="357">
                  <c:v>46178</c:v>
                </c:pt>
                <c:pt idx="358">
                  <c:v>46181</c:v>
                </c:pt>
                <c:pt idx="359">
                  <c:v>46182</c:v>
                </c:pt>
                <c:pt idx="360">
                  <c:v>46183</c:v>
                </c:pt>
                <c:pt idx="361">
                  <c:v>46184</c:v>
                </c:pt>
                <c:pt idx="362">
                  <c:v>46185</c:v>
                </c:pt>
                <c:pt idx="363">
                  <c:v>46188</c:v>
                </c:pt>
                <c:pt idx="364">
                  <c:v>46189</c:v>
                </c:pt>
                <c:pt idx="365">
                  <c:v>46190</c:v>
                </c:pt>
                <c:pt idx="366">
                  <c:v>46191</c:v>
                </c:pt>
                <c:pt idx="367">
                  <c:v>46192</c:v>
                </c:pt>
                <c:pt idx="368">
                  <c:v>46195</c:v>
                </c:pt>
                <c:pt idx="369">
                  <c:v>46196</c:v>
                </c:pt>
                <c:pt idx="370">
                  <c:v>46197</c:v>
                </c:pt>
                <c:pt idx="371">
                  <c:v>46198</c:v>
                </c:pt>
                <c:pt idx="372">
                  <c:v>46199</c:v>
                </c:pt>
                <c:pt idx="373">
                  <c:v>46202</c:v>
                </c:pt>
                <c:pt idx="374">
                  <c:v>46203</c:v>
                </c:pt>
                <c:pt idx="375">
                  <c:v>46204</c:v>
                </c:pt>
                <c:pt idx="376">
                  <c:v>46205</c:v>
                </c:pt>
                <c:pt idx="377">
                  <c:v>46206</c:v>
                </c:pt>
                <c:pt idx="378">
                  <c:v>46209</c:v>
                </c:pt>
                <c:pt idx="379">
                  <c:v>46210</c:v>
                </c:pt>
                <c:pt idx="380">
                  <c:v>46211</c:v>
                </c:pt>
                <c:pt idx="381">
                  <c:v>46212</c:v>
                </c:pt>
                <c:pt idx="382">
                  <c:v>46213</c:v>
                </c:pt>
                <c:pt idx="383">
                  <c:v>46216</c:v>
                </c:pt>
                <c:pt idx="384">
                  <c:v>46217</c:v>
                </c:pt>
                <c:pt idx="385">
                  <c:v>46218</c:v>
                </c:pt>
                <c:pt idx="386">
                  <c:v>46219</c:v>
                </c:pt>
                <c:pt idx="387">
                  <c:v>46220</c:v>
                </c:pt>
                <c:pt idx="388">
                  <c:v>46223</c:v>
                </c:pt>
                <c:pt idx="389">
                  <c:v>46224</c:v>
                </c:pt>
                <c:pt idx="390">
                  <c:v>46225</c:v>
                </c:pt>
                <c:pt idx="391">
                  <c:v>46226</c:v>
                </c:pt>
                <c:pt idx="392">
                  <c:v>46227</c:v>
                </c:pt>
                <c:pt idx="393">
                  <c:v>46230</c:v>
                </c:pt>
                <c:pt idx="394">
                  <c:v>46231</c:v>
                </c:pt>
                <c:pt idx="395">
                  <c:v>46232</c:v>
                </c:pt>
                <c:pt idx="396">
                  <c:v>46233</c:v>
                </c:pt>
                <c:pt idx="397">
                  <c:v>46234</c:v>
                </c:pt>
                <c:pt idx="398">
                  <c:v>46237</c:v>
                </c:pt>
                <c:pt idx="399">
                  <c:v>46238</c:v>
                </c:pt>
                <c:pt idx="400">
                  <c:v>46239</c:v>
                </c:pt>
                <c:pt idx="401">
                  <c:v>46240</c:v>
                </c:pt>
                <c:pt idx="402">
                  <c:v>46241</c:v>
                </c:pt>
                <c:pt idx="403">
                  <c:v>46244</c:v>
                </c:pt>
                <c:pt idx="404">
                  <c:v>46245</c:v>
                </c:pt>
                <c:pt idx="405">
                  <c:v>46246</c:v>
                </c:pt>
                <c:pt idx="406">
                  <c:v>46247</c:v>
                </c:pt>
                <c:pt idx="407">
                  <c:v>46248</c:v>
                </c:pt>
                <c:pt idx="408">
                  <c:v>46251</c:v>
                </c:pt>
                <c:pt idx="409">
                  <c:v>46252</c:v>
                </c:pt>
                <c:pt idx="410">
                  <c:v>46253</c:v>
                </c:pt>
                <c:pt idx="411">
                  <c:v>46254</c:v>
                </c:pt>
                <c:pt idx="412">
                  <c:v>46255</c:v>
                </c:pt>
                <c:pt idx="413">
                  <c:v>46258</c:v>
                </c:pt>
                <c:pt idx="414">
                  <c:v>46259</c:v>
                </c:pt>
                <c:pt idx="415">
                  <c:v>46260</c:v>
                </c:pt>
                <c:pt idx="416">
                  <c:v>46261</c:v>
                </c:pt>
                <c:pt idx="417">
                  <c:v>46262</c:v>
                </c:pt>
                <c:pt idx="418">
                  <c:v>46265</c:v>
                </c:pt>
                <c:pt idx="419">
                  <c:v>46266</c:v>
                </c:pt>
                <c:pt idx="420">
                  <c:v>46267</c:v>
                </c:pt>
                <c:pt idx="421">
                  <c:v>46268</c:v>
                </c:pt>
                <c:pt idx="422">
                  <c:v>46269</c:v>
                </c:pt>
                <c:pt idx="423">
                  <c:v>46273</c:v>
                </c:pt>
                <c:pt idx="424">
                  <c:v>46274</c:v>
                </c:pt>
                <c:pt idx="425">
                  <c:v>46275</c:v>
                </c:pt>
                <c:pt idx="426">
                  <c:v>46276</c:v>
                </c:pt>
                <c:pt idx="427">
                  <c:v>46279</c:v>
                </c:pt>
                <c:pt idx="428">
                  <c:v>46280</c:v>
                </c:pt>
                <c:pt idx="429">
                  <c:v>46281</c:v>
                </c:pt>
                <c:pt idx="430">
                  <c:v>46282</c:v>
                </c:pt>
                <c:pt idx="431">
                  <c:v>46283</c:v>
                </c:pt>
                <c:pt idx="432">
                  <c:v>46286</c:v>
                </c:pt>
                <c:pt idx="433">
                  <c:v>46287</c:v>
                </c:pt>
                <c:pt idx="434">
                  <c:v>46288</c:v>
                </c:pt>
                <c:pt idx="435">
                  <c:v>46289</c:v>
                </c:pt>
                <c:pt idx="436">
                  <c:v>46290</c:v>
                </c:pt>
                <c:pt idx="437">
                  <c:v>46293</c:v>
                </c:pt>
                <c:pt idx="438">
                  <c:v>46294</c:v>
                </c:pt>
                <c:pt idx="439">
                  <c:v>46295</c:v>
                </c:pt>
                <c:pt idx="440">
                  <c:v>46296</c:v>
                </c:pt>
                <c:pt idx="441">
                  <c:v>46297</c:v>
                </c:pt>
                <c:pt idx="442">
                  <c:v>46300</c:v>
                </c:pt>
                <c:pt idx="443">
                  <c:v>46301</c:v>
                </c:pt>
                <c:pt idx="444">
                  <c:v>46302</c:v>
                </c:pt>
                <c:pt idx="445">
                  <c:v>46303</c:v>
                </c:pt>
                <c:pt idx="446">
                  <c:v>46304</c:v>
                </c:pt>
                <c:pt idx="447">
                  <c:v>46308</c:v>
                </c:pt>
                <c:pt idx="448">
                  <c:v>46309</c:v>
                </c:pt>
                <c:pt idx="449">
                  <c:v>46310</c:v>
                </c:pt>
                <c:pt idx="450">
                  <c:v>46311</c:v>
                </c:pt>
                <c:pt idx="451">
                  <c:v>46314</c:v>
                </c:pt>
                <c:pt idx="452">
                  <c:v>46315</c:v>
                </c:pt>
                <c:pt idx="453">
                  <c:v>46316</c:v>
                </c:pt>
                <c:pt idx="454">
                  <c:v>46317</c:v>
                </c:pt>
                <c:pt idx="455">
                  <c:v>46321</c:v>
                </c:pt>
              </c:numCache>
            </c:numRef>
          </c:cat>
          <c:val>
            <c:numRef>
              <c:f>'R2'!$D$2:$D$457</c:f>
              <c:numCache>
                <c:formatCode>General</c:formatCode>
                <c:ptCount val="456"/>
                <c:pt idx="0">
                  <c:v>15.17</c:v>
                </c:pt>
                <c:pt idx="1">
                  <c:v>15.06</c:v>
                </c:pt>
                <c:pt idx="2">
                  <c:v>14.99</c:v>
                </c:pt>
                <c:pt idx="3">
                  <c:v>15.03</c:v>
                </c:pt>
                <c:pt idx="4">
                  <c:v>14.99</c:v>
                </c:pt>
                <c:pt idx="5">
                  <c:v>14.95</c:v>
                </c:pt>
                <c:pt idx="6">
                  <c:v>15.07</c:v>
                </c:pt>
                <c:pt idx="7">
                  <c:v>14.96</c:v>
                </c:pt>
                <c:pt idx="8">
                  <c:v>14.92</c:v>
                </c:pt>
                <c:pt idx="9">
                  <c:v>14.85</c:v>
                </c:pt>
                <c:pt idx="10">
                  <c:v>14.93</c:v>
                </c:pt>
                <c:pt idx="11">
                  <c:v>14.99</c:v>
                </c:pt>
                <c:pt idx="12">
                  <c:v>14.96</c:v>
                </c:pt>
                <c:pt idx="13">
                  <c:v>14.98</c:v>
                </c:pt>
                <c:pt idx="14">
                  <c:v>14.94</c:v>
                </c:pt>
                <c:pt idx="15">
                  <c:v>15.07</c:v>
                </c:pt>
                <c:pt idx="16">
                  <c:v>15.18</c:v>
                </c:pt>
                <c:pt idx="17">
                  <c:v>15.2</c:v>
                </c:pt>
                <c:pt idx="18">
                  <c:v>15.19</c:v>
                </c:pt>
                <c:pt idx="19">
                  <c:v>15.26</c:v>
                </c:pt>
                <c:pt idx="20">
                  <c:v>14.9</c:v>
                </c:pt>
                <c:pt idx="21">
                  <c:v>14.95</c:v>
                </c:pt>
                <c:pt idx="22">
                  <c:v>14.96</c:v>
                </c:pt>
                <c:pt idx="23">
                  <c:v>14.97</c:v>
                </c:pt>
                <c:pt idx="24">
                  <c:v>15.03</c:v>
                </c:pt>
                <c:pt idx="25">
                  <c:v>15.01</c:v>
                </c:pt>
                <c:pt idx="26">
                  <c:v>15.11</c:v>
                </c:pt>
                <c:pt idx="27">
                  <c:v>15.07</c:v>
                </c:pt>
                <c:pt idx="28">
                  <c:v>15</c:v>
                </c:pt>
                <c:pt idx="29">
                  <c:v>14.97</c:v>
                </c:pt>
                <c:pt idx="30">
                  <c:v>14.9</c:v>
                </c:pt>
                <c:pt idx="31">
                  <c:v>14.86</c:v>
                </c:pt>
                <c:pt idx="32">
                  <c:v>14.72</c:v>
                </c:pt>
                <c:pt idx="33">
                  <c:v>14.72</c:v>
                </c:pt>
                <c:pt idx="34">
                  <c:v>14.75</c:v>
                </c:pt>
                <c:pt idx="35">
                  <c:v>14.7</c:v>
                </c:pt>
                <c:pt idx="36">
                  <c:v>14.53</c:v>
                </c:pt>
                <c:pt idx="37">
                  <c:v>14.66</c:v>
                </c:pt>
                <c:pt idx="38">
                  <c:v>14.62</c:v>
                </c:pt>
                <c:pt idx="39">
                  <c:v>14.8</c:v>
                </c:pt>
                <c:pt idx="40">
                  <c:v>14.86</c:v>
                </c:pt>
                <c:pt idx="41">
                  <c:v>15.03</c:v>
                </c:pt>
                <c:pt idx="42">
                  <c:v>14.86</c:v>
                </c:pt>
                <c:pt idx="43">
                  <c:v>14.85</c:v>
                </c:pt>
                <c:pt idx="44">
                  <c:v>14.78</c:v>
                </c:pt>
                <c:pt idx="45">
                  <c:v>14.86</c:v>
                </c:pt>
                <c:pt idx="46">
                  <c:v>14.76</c:v>
                </c:pt>
                <c:pt idx="47">
                  <c:v>14.77</c:v>
                </c:pt>
                <c:pt idx="48">
                  <c:v>14.76</c:v>
                </c:pt>
                <c:pt idx="49">
                  <c:v>14.79</c:v>
                </c:pt>
                <c:pt idx="50">
                  <c:v>14.78</c:v>
                </c:pt>
                <c:pt idx="51">
                  <c:v>14.76</c:v>
                </c:pt>
                <c:pt idx="52">
                  <c:v>14.74</c:v>
                </c:pt>
                <c:pt idx="53">
                  <c:v>14.91</c:v>
                </c:pt>
                <c:pt idx="54">
                  <c:v>15</c:v>
                </c:pt>
                <c:pt idx="55">
                  <c:v>15.09</c:v>
                </c:pt>
                <c:pt idx="56">
                  <c:v>15.19</c:v>
                </c:pt>
                <c:pt idx="57">
                  <c:v>15.24</c:v>
                </c:pt>
                <c:pt idx="58">
                  <c:v>15.09</c:v>
                </c:pt>
                <c:pt idx="59">
                  <c:v>15.18</c:v>
                </c:pt>
                <c:pt idx="60">
                  <c:v>15.09</c:v>
                </c:pt>
                <c:pt idx="61">
                  <c:v>15.03</c:v>
                </c:pt>
                <c:pt idx="62">
                  <c:v>15.05</c:v>
                </c:pt>
                <c:pt idx="63">
                  <c:v>14.77</c:v>
                </c:pt>
                <c:pt idx="64">
                  <c:v>14.66</c:v>
                </c:pt>
                <c:pt idx="65">
                  <c:v>14.63</c:v>
                </c:pt>
                <c:pt idx="66">
                  <c:v>14.72</c:v>
                </c:pt>
                <c:pt idx="67">
                  <c:v>14.81</c:v>
                </c:pt>
                <c:pt idx="68">
                  <c:v>14.78</c:v>
                </c:pt>
                <c:pt idx="69">
                  <c:v>14.73</c:v>
                </c:pt>
                <c:pt idx="70">
                  <c:v>14.62</c:v>
                </c:pt>
                <c:pt idx="71">
                  <c:v>14.67</c:v>
                </c:pt>
                <c:pt idx="72">
                  <c:v>14.64</c:v>
                </c:pt>
                <c:pt idx="73">
                  <c:v>14.67</c:v>
                </c:pt>
                <c:pt idx="74">
                  <c:v>14.64</c:v>
                </c:pt>
                <c:pt idx="75">
                  <c:v>14.54</c:v>
                </c:pt>
                <c:pt idx="76">
                  <c:v>14.41</c:v>
                </c:pt>
                <c:pt idx="77">
                  <c:v>14.48</c:v>
                </c:pt>
                <c:pt idx="78">
                  <c:v>14.49</c:v>
                </c:pt>
                <c:pt idx="79">
                  <c:v>14.53</c:v>
                </c:pt>
                <c:pt idx="80">
                  <c:v>14.48</c:v>
                </c:pt>
                <c:pt idx="81">
                  <c:v>14.53</c:v>
                </c:pt>
                <c:pt idx="82">
                  <c:v>14.59</c:v>
                </c:pt>
                <c:pt idx="83">
                  <c:v>14.54</c:v>
                </c:pt>
                <c:pt idx="84">
                  <c:v>14.59</c:v>
                </c:pt>
                <c:pt idx="85">
                  <c:v>14.61</c:v>
                </c:pt>
                <c:pt idx="86">
                  <c:v>14.63</c:v>
                </c:pt>
                <c:pt idx="87">
                  <c:v>14.64</c:v>
                </c:pt>
                <c:pt idx="88">
                  <c:v>14.63</c:v>
                </c:pt>
                <c:pt idx="89">
                  <c:v>14.67</c:v>
                </c:pt>
                <c:pt idx="90">
                  <c:v>14.69</c:v>
                </c:pt>
                <c:pt idx="91">
                  <c:v>14.58</c:v>
                </c:pt>
                <c:pt idx="92">
                  <c:v>14.52</c:v>
                </c:pt>
                <c:pt idx="93">
                  <c:v>14.56</c:v>
                </c:pt>
                <c:pt idx="94">
                  <c:v>14.59</c:v>
                </c:pt>
                <c:pt idx="95">
                  <c:v>14.57</c:v>
                </c:pt>
                <c:pt idx="96">
                  <c:v>14.56</c:v>
                </c:pt>
                <c:pt idx="97">
                  <c:v>14.52</c:v>
                </c:pt>
                <c:pt idx="98">
                  <c:v>14.46</c:v>
                </c:pt>
                <c:pt idx="99">
                  <c:v>14.51</c:v>
                </c:pt>
                <c:pt idx="100">
                  <c:v>14.56</c:v>
                </c:pt>
                <c:pt idx="101">
                  <c:v>14.64</c:v>
                </c:pt>
                <c:pt idx="102">
                  <c:v>14.65</c:v>
                </c:pt>
                <c:pt idx="103">
                  <c:v>14.67</c:v>
                </c:pt>
                <c:pt idx="104">
                  <c:v>14.7</c:v>
                </c:pt>
                <c:pt idx="105">
                  <c:v>14.82</c:v>
                </c:pt>
                <c:pt idx="106">
                  <c:v>14.8</c:v>
                </c:pt>
                <c:pt idx="107">
                  <c:v>14.72</c:v>
                </c:pt>
                <c:pt idx="108">
                  <c:v>14.67</c:v>
                </c:pt>
                <c:pt idx="109">
                  <c:v>14.74</c:v>
                </c:pt>
                <c:pt idx="110">
                  <c:v>14.72</c:v>
                </c:pt>
                <c:pt idx="111">
                  <c:v>14.67</c:v>
                </c:pt>
                <c:pt idx="112">
                  <c:v>14.7</c:v>
                </c:pt>
                <c:pt idx="113">
                  <c:v>14.72</c:v>
                </c:pt>
                <c:pt idx="114">
                  <c:v>14.73</c:v>
                </c:pt>
                <c:pt idx="115">
                  <c:v>14.81</c:v>
                </c:pt>
                <c:pt idx="116">
                  <c:v>14.8</c:v>
                </c:pt>
                <c:pt idx="117">
                  <c:v>14.75</c:v>
                </c:pt>
                <c:pt idx="118">
                  <c:v>14.76</c:v>
                </c:pt>
                <c:pt idx="119">
                  <c:v>14.73</c:v>
                </c:pt>
                <c:pt idx="120">
                  <c:v>14.74</c:v>
                </c:pt>
                <c:pt idx="121">
                  <c:v>14.69</c:v>
                </c:pt>
                <c:pt idx="122">
                  <c:v>14.68</c:v>
                </c:pt>
                <c:pt idx="123">
                  <c:v>14.67</c:v>
                </c:pt>
                <c:pt idx="124">
                  <c:v>14.67</c:v>
                </c:pt>
                <c:pt idx="125">
                  <c:v>14.7</c:v>
                </c:pt>
                <c:pt idx="126">
                  <c:v>14.7</c:v>
                </c:pt>
                <c:pt idx="127">
                  <c:v>14.69</c:v>
                </c:pt>
                <c:pt idx="128">
                  <c:v>14.68</c:v>
                </c:pt>
                <c:pt idx="129">
                  <c:v>14.77</c:v>
                </c:pt>
                <c:pt idx="130">
                  <c:v>14.8</c:v>
                </c:pt>
                <c:pt idx="131">
                  <c:v>14.77</c:v>
                </c:pt>
                <c:pt idx="132">
                  <c:v>14.79</c:v>
                </c:pt>
                <c:pt idx="133">
                  <c:v>14.79</c:v>
                </c:pt>
                <c:pt idx="134">
                  <c:v>14.78</c:v>
                </c:pt>
                <c:pt idx="135">
                  <c:v>14.81</c:v>
                </c:pt>
                <c:pt idx="136">
                  <c:v>14.76</c:v>
                </c:pt>
                <c:pt idx="137">
                  <c:v>14.72</c:v>
                </c:pt>
                <c:pt idx="138">
                  <c:v>14.7</c:v>
                </c:pt>
                <c:pt idx="139">
                  <c:v>14.71</c:v>
                </c:pt>
                <c:pt idx="140">
                  <c:v>14.7</c:v>
                </c:pt>
                <c:pt idx="141">
                  <c:v>14.68</c:v>
                </c:pt>
                <c:pt idx="142">
                  <c:v>14.63</c:v>
                </c:pt>
                <c:pt idx="143">
                  <c:v>14.69</c:v>
                </c:pt>
                <c:pt idx="144">
                  <c:v>14.76</c:v>
                </c:pt>
                <c:pt idx="145">
                  <c:v>14.65</c:v>
                </c:pt>
                <c:pt idx="146">
                  <c:v>14.62</c:v>
                </c:pt>
                <c:pt idx="147">
                  <c:v>14.62</c:v>
                </c:pt>
                <c:pt idx="148">
                  <c:v>14.61</c:v>
                </c:pt>
                <c:pt idx="149">
                  <c:v>14.57</c:v>
                </c:pt>
                <c:pt idx="150">
                  <c:v>14.59</c:v>
                </c:pt>
                <c:pt idx="151">
                  <c:v>14.55</c:v>
                </c:pt>
                <c:pt idx="152">
                  <c:v>14.46</c:v>
                </c:pt>
                <c:pt idx="153">
                  <c:v>14.43</c:v>
                </c:pt>
                <c:pt idx="154">
                  <c:v>14.44</c:v>
                </c:pt>
                <c:pt idx="155">
                  <c:v>14.42</c:v>
                </c:pt>
                <c:pt idx="156">
                  <c:v>14.43</c:v>
                </c:pt>
                <c:pt idx="157">
                  <c:v>14.53</c:v>
                </c:pt>
                <c:pt idx="158">
                  <c:v>14.47</c:v>
                </c:pt>
                <c:pt idx="159">
                  <c:v>14.51</c:v>
                </c:pt>
                <c:pt idx="160">
                  <c:v>14.41</c:v>
                </c:pt>
                <c:pt idx="161">
                  <c:v>14.36</c:v>
                </c:pt>
                <c:pt idx="162">
                  <c:v>14.4</c:v>
                </c:pt>
                <c:pt idx="163">
                  <c:v>14.39</c:v>
                </c:pt>
                <c:pt idx="164">
                  <c:v>14.36</c:v>
                </c:pt>
                <c:pt idx="165">
                  <c:v>14.39</c:v>
                </c:pt>
                <c:pt idx="166">
                  <c:v>14.35</c:v>
                </c:pt>
                <c:pt idx="167">
                  <c:v>14.39</c:v>
                </c:pt>
                <c:pt idx="168">
                  <c:v>14.38</c:v>
                </c:pt>
                <c:pt idx="169">
                  <c:v>14.36</c:v>
                </c:pt>
                <c:pt idx="170">
                  <c:v>14.34</c:v>
                </c:pt>
                <c:pt idx="171">
                  <c:v>14.32</c:v>
                </c:pt>
                <c:pt idx="172">
                  <c:v>14.34</c:v>
                </c:pt>
                <c:pt idx="173">
                  <c:v>14.37</c:v>
                </c:pt>
                <c:pt idx="174">
                  <c:v>14.39</c:v>
                </c:pt>
                <c:pt idx="175">
                  <c:v>14.39</c:v>
                </c:pt>
                <c:pt idx="176">
                  <c:v>14.35</c:v>
                </c:pt>
                <c:pt idx="177">
                  <c:v>14.32</c:v>
                </c:pt>
                <c:pt idx="178">
                  <c:v>14.29</c:v>
                </c:pt>
                <c:pt idx="179">
                  <c:v>14.34</c:v>
                </c:pt>
                <c:pt idx="180">
                  <c:v>14.34</c:v>
                </c:pt>
                <c:pt idx="181">
                  <c:v>14.37</c:v>
                </c:pt>
                <c:pt idx="182">
                  <c:v>14.32</c:v>
                </c:pt>
                <c:pt idx="183">
                  <c:v>14.34</c:v>
                </c:pt>
                <c:pt idx="184">
                  <c:v>14.38</c:v>
                </c:pt>
                <c:pt idx="185">
                  <c:v>14.36</c:v>
                </c:pt>
                <c:pt idx="186">
                  <c:v>14.36</c:v>
                </c:pt>
                <c:pt idx="187">
                  <c:v>14.34</c:v>
                </c:pt>
                <c:pt idx="188">
                  <c:v>14.35</c:v>
                </c:pt>
                <c:pt idx="189">
                  <c:v>14.37</c:v>
                </c:pt>
                <c:pt idx="190">
                  <c:v>14.39</c:v>
                </c:pt>
                <c:pt idx="191">
                  <c:v>14.35</c:v>
                </c:pt>
                <c:pt idx="192">
                  <c:v>14.39</c:v>
                </c:pt>
                <c:pt idx="193">
                  <c:v>14.37</c:v>
                </c:pt>
                <c:pt idx="194">
                  <c:v>14.3</c:v>
                </c:pt>
                <c:pt idx="195">
                  <c:v>14.27</c:v>
                </c:pt>
                <c:pt idx="196">
                  <c:v>14.26</c:v>
                </c:pt>
                <c:pt idx="197">
                  <c:v>14.25</c:v>
                </c:pt>
                <c:pt idx="198">
                  <c:v>14.28</c:v>
                </c:pt>
                <c:pt idx="199">
                  <c:v>14.27</c:v>
                </c:pt>
                <c:pt idx="200">
                  <c:v>14.27</c:v>
                </c:pt>
                <c:pt idx="201">
                  <c:v>14.23</c:v>
                </c:pt>
                <c:pt idx="202">
                  <c:v>14.19</c:v>
                </c:pt>
                <c:pt idx="203">
                  <c:v>14.15</c:v>
                </c:pt>
                <c:pt idx="204">
                  <c:v>14.14</c:v>
                </c:pt>
                <c:pt idx="205">
                  <c:v>14.09</c:v>
                </c:pt>
                <c:pt idx="206">
                  <c:v>14.07</c:v>
                </c:pt>
                <c:pt idx="207">
                  <c:v>14.08</c:v>
                </c:pt>
                <c:pt idx="208">
                  <c:v>14.07</c:v>
                </c:pt>
                <c:pt idx="209">
                  <c:v>14.15</c:v>
                </c:pt>
                <c:pt idx="210">
                  <c:v>14.09</c:v>
                </c:pt>
                <c:pt idx="211">
                  <c:v>14.11</c:v>
                </c:pt>
                <c:pt idx="212">
                  <c:v>14.08</c:v>
                </c:pt>
                <c:pt idx="213">
                  <c:v>14.06</c:v>
                </c:pt>
                <c:pt idx="214">
                  <c:v>14.09</c:v>
                </c:pt>
                <c:pt idx="215">
                  <c:v>14.09</c:v>
                </c:pt>
                <c:pt idx="216">
                  <c:v>14.04</c:v>
                </c:pt>
                <c:pt idx="217">
                  <c:v>13.88</c:v>
                </c:pt>
                <c:pt idx="218">
                  <c:v>13.87</c:v>
                </c:pt>
                <c:pt idx="219">
                  <c:v>13.86</c:v>
                </c:pt>
                <c:pt idx="220">
                  <c:v>13.83</c:v>
                </c:pt>
                <c:pt idx="221">
                  <c:v>13.84</c:v>
                </c:pt>
                <c:pt idx="222">
                  <c:v>13.82</c:v>
                </c:pt>
                <c:pt idx="223">
                  <c:v>13.82</c:v>
                </c:pt>
                <c:pt idx="224">
                  <c:v>13.82</c:v>
                </c:pt>
                <c:pt idx="225">
                  <c:v>13.73</c:v>
                </c:pt>
                <c:pt idx="226">
                  <c:v>13.69</c:v>
                </c:pt>
                <c:pt idx="227">
                  <c:v>13.7</c:v>
                </c:pt>
                <c:pt idx="228">
                  <c:v>13.71</c:v>
                </c:pt>
                <c:pt idx="229">
                  <c:v>13.75</c:v>
                </c:pt>
                <c:pt idx="230">
                  <c:v>13.76</c:v>
                </c:pt>
                <c:pt idx="231">
                  <c:v>13.73</c:v>
                </c:pt>
                <c:pt idx="232">
                  <c:v>13.73</c:v>
                </c:pt>
                <c:pt idx="233">
                  <c:v>13.69</c:v>
                </c:pt>
                <c:pt idx="234">
                  <c:v>13.96</c:v>
                </c:pt>
                <c:pt idx="235">
                  <c:v>13.86</c:v>
                </c:pt>
                <c:pt idx="236">
                  <c:v>13.83</c:v>
                </c:pt>
                <c:pt idx="237">
                  <c:v>13.85</c:v>
                </c:pt>
                <c:pt idx="238">
                  <c:v>13.85</c:v>
                </c:pt>
                <c:pt idx="239">
                  <c:v>13.75</c:v>
                </c:pt>
                <c:pt idx="240">
                  <c:v>13.72</c:v>
                </c:pt>
                <c:pt idx="241">
                  <c:v>13.76</c:v>
                </c:pt>
                <c:pt idx="242">
                  <c:v>13.9</c:v>
                </c:pt>
                <c:pt idx="243">
                  <c:v>13.9</c:v>
                </c:pt>
                <c:pt idx="244">
                  <c:v>13.84</c:v>
                </c:pt>
                <c:pt idx="245">
                  <c:v>13.89</c:v>
                </c:pt>
                <c:pt idx="246">
                  <c:v>13.88</c:v>
                </c:pt>
                <c:pt idx="247">
                  <c:v>13.79</c:v>
                </c:pt>
                <c:pt idx="248">
                  <c:v>13.81</c:v>
                </c:pt>
                <c:pt idx="249">
                  <c:v>13.83</c:v>
                </c:pt>
                <c:pt idx="250">
                  <c:v>13.73</c:v>
                </c:pt>
                <c:pt idx="251">
                  <c:v>13.71</c:v>
                </c:pt>
                <c:pt idx="252">
                  <c:v>13.74</c:v>
                </c:pt>
                <c:pt idx="253">
                  <c:v>13.69</c:v>
                </c:pt>
                <c:pt idx="254">
                  <c:v>13.72</c:v>
                </c:pt>
                <c:pt idx="255">
                  <c:v>13.76</c:v>
                </c:pt>
                <c:pt idx="256">
                  <c:v>13.73</c:v>
                </c:pt>
                <c:pt idx="257">
                  <c:v>13.68</c:v>
                </c:pt>
                <c:pt idx="258">
                  <c:v>13.71</c:v>
                </c:pt>
                <c:pt idx="259">
                  <c:v>13.73</c:v>
                </c:pt>
                <c:pt idx="260">
                  <c:v>13.79</c:v>
                </c:pt>
                <c:pt idx="261">
                  <c:v>13.72</c:v>
                </c:pt>
                <c:pt idx="262">
                  <c:v>13.76</c:v>
                </c:pt>
                <c:pt idx="263">
                  <c:v>13.7</c:v>
                </c:pt>
                <c:pt idx="264">
                  <c:v>13.65</c:v>
                </c:pt>
                <c:pt idx="265">
                  <c:v>13.65</c:v>
                </c:pt>
                <c:pt idx="266">
                  <c:v>13.62</c:v>
                </c:pt>
                <c:pt idx="267">
                  <c:v>13.51</c:v>
                </c:pt>
                <c:pt idx="268">
                  <c:v>13.44</c:v>
                </c:pt>
                <c:pt idx="269">
                  <c:v>13.39</c:v>
                </c:pt>
                <c:pt idx="270">
                  <c:v>13.39</c:v>
                </c:pt>
                <c:pt idx="271">
                  <c:v>13.36</c:v>
                </c:pt>
                <c:pt idx="272">
                  <c:v>13.32</c:v>
                </c:pt>
                <c:pt idx="273">
                  <c:v>13.31</c:v>
                </c:pt>
                <c:pt idx="274">
                  <c:v>13.28</c:v>
                </c:pt>
                <c:pt idx="275">
                  <c:v>13.25</c:v>
                </c:pt>
                <c:pt idx="276">
                  <c:v>13.23</c:v>
                </c:pt>
                <c:pt idx="277">
                  <c:v>13.26</c:v>
                </c:pt>
                <c:pt idx="278">
                  <c:v>13.21</c:v>
                </c:pt>
                <c:pt idx="279">
                  <c:v>13.19</c:v>
                </c:pt>
                <c:pt idx="280">
                  <c:v>13.19</c:v>
                </c:pt>
                <c:pt idx="281">
                  <c:v>13.16</c:v>
                </c:pt>
                <c:pt idx="282">
                  <c:v>13.16</c:v>
                </c:pt>
                <c:pt idx="283">
                  <c:v>13.11</c:v>
                </c:pt>
                <c:pt idx="284">
                  <c:v>13.08</c:v>
                </c:pt>
                <c:pt idx="285">
                  <c:v>13.06</c:v>
                </c:pt>
                <c:pt idx="286">
                  <c:v>13.07</c:v>
                </c:pt>
                <c:pt idx="287">
                  <c:v>13.02</c:v>
                </c:pt>
                <c:pt idx="288">
                  <c:v>13.13</c:v>
                </c:pt>
                <c:pt idx="289">
                  <c:v>13.15</c:v>
                </c:pt>
                <c:pt idx="290">
                  <c:v>13.29</c:v>
                </c:pt>
                <c:pt idx="291">
                  <c:v>13.23</c:v>
                </c:pt>
                <c:pt idx="292">
                  <c:v>13.36</c:v>
                </c:pt>
                <c:pt idx="293">
                  <c:v>13.52</c:v>
                </c:pt>
                <c:pt idx="294">
                  <c:v>13.61</c:v>
                </c:pt>
                <c:pt idx="295">
                  <c:v>13.4</c:v>
                </c:pt>
                <c:pt idx="296">
                  <c:v>13.51</c:v>
                </c:pt>
                <c:pt idx="297">
                  <c:v>13.79</c:v>
                </c:pt>
                <c:pt idx="298">
                  <c:v>14.22</c:v>
                </c:pt>
                <c:pt idx="299">
                  <c:v>13.97</c:v>
                </c:pt>
                <c:pt idx="300">
                  <c:v>14.06</c:v>
                </c:pt>
                <c:pt idx="301">
                  <c:v>14.04</c:v>
                </c:pt>
                <c:pt idx="302">
                  <c:v>13.93</c:v>
                </c:pt>
                <c:pt idx="303">
                  <c:v>14.36</c:v>
                </c:pt>
                <c:pt idx="304">
                  <c:v>14.08</c:v>
                </c:pt>
                <c:pt idx="305">
                  <c:v>14.12</c:v>
                </c:pt>
                <c:pt idx="306">
                  <c:v>14.02</c:v>
                </c:pt>
                <c:pt idx="307">
                  <c:v>14.29</c:v>
                </c:pt>
                <c:pt idx="308">
                  <c:v>14.35</c:v>
                </c:pt>
                <c:pt idx="309">
                  <c:v>14.27</c:v>
                </c:pt>
                <c:pt idx="310">
                  <c:v>13.99</c:v>
                </c:pt>
                <c:pt idx="311">
                  <c:v>13.94</c:v>
                </c:pt>
                <c:pt idx="312">
                  <c:v>13.96</c:v>
                </c:pt>
                <c:pt idx="313">
                  <c:v>14.08</c:v>
                </c:pt>
                <c:pt idx="314">
                  <c:v>14.17</c:v>
                </c:pt>
                <c:pt idx="315">
                  <c:v>13.8</c:v>
                </c:pt>
                <c:pt idx="316">
                  <c:v>13.76</c:v>
                </c:pt>
                <c:pt idx="317">
                  <c:v>13.91</c:v>
                </c:pt>
                <c:pt idx="318">
                  <c:v>13.92</c:v>
                </c:pt>
                <c:pt idx="319">
                  <c:v>13.81</c:v>
                </c:pt>
                <c:pt idx="320">
                  <c:v>13.77</c:v>
                </c:pt>
                <c:pt idx="321">
                  <c:v>13.89</c:v>
                </c:pt>
                <c:pt idx="322">
                  <c:v>13.68</c:v>
                </c:pt>
                <c:pt idx="323">
                  <c:v>13.89</c:v>
                </c:pt>
                <c:pt idx="324">
                  <c:v>13.89</c:v>
                </c:pt>
                <c:pt idx="325">
                  <c:v>13.81</c:v>
                </c:pt>
                <c:pt idx="326">
                  <c:v>14</c:v>
                </c:pt>
                <c:pt idx="327">
                  <c:v>13.98</c:v>
                </c:pt>
                <c:pt idx="328">
                  <c:v>13.98</c:v>
                </c:pt>
                <c:pt idx="329">
                  <c:v>14.02</c:v>
                </c:pt>
                <c:pt idx="330">
                  <c:v>14.02</c:v>
                </c:pt>
                <c:pt idx="331">
                  <c:v>14.04</c:v>
                </c:pt>
                <c:pt idx="332">
                  <c:v>14.04</c:v>
                </c:pt>
                <c:pt idx="333">
                  <c:v>14.04</c:v>
                </c:pt>
                <c:pt idx="334">
                  <c:v>14.05</c:v>
                </c:pt>
                <c:pt idx="335">
                  <c:v>13.89</c:v>
                </c:pt>
                <c:pt idx="336">
                  <c:v>13.92</c:v>
                </c:pt>
                <c:pt idx="337">
                  <c:v>13.91</c:v>
                </c:pt>
                <c:pt idx="338">
                  <c:v>14</c:v>
                </c:pt>
                <c:pt idx="339">
                  <c:v>14.03</c:v>
                </c:pt>
                <c:pt idx="340">
                  <c:v>14.17</c:v>
                </c:pt>
                <c:pt idx="341">
                  <c:v>14.12</c:v>
                </c:pt>
                <c:pt idx="342">
                  <c:v>14.21</c:v>
                </c:pt>
                <c:pt idx="343">
                  <c:v>14.13</c:v>
                </c:pt>
                <c:pt idx="344">
                  <c:v>14.12</c:v>
                </c:pt>
                <c:pt idx="345">
                  <c:v>14</c:v>
                </c:pt>
                <c:pt idx="346">
                  <c:v>13.97</c:v>
                </c:pt>
                <c:pt idx="347">
                  <c:v>14</c:v>
                </c:pt>
                <c:pt idx="348">
                  <c:v>13.89</c:v>
                </c:pt>
                <c:pt idx="349">
                  <c:v>13.98</c:v>
                </c:pt>
                <c:pt idx="350">
                  <c:v>13.99</c:v>
                </c:pt>
                <c:pt idx="351">
                  <c:v>13.98</c:v>
                </c:pt>
                <c:pt idx="352">
                  <c:v>14.03</c:v>
                </c:pt>
                <c:pt idx="353">
                  <c:v>14.15</c:v>
                </c:pt>
                <c:pt idx="354">
                  <c:v>14.16</c:v>
                </c:pt>
                <c:pt idx="355">
                  <c:v>14.37</c:v>
                </c:pt>
                <c:pt idx="356">
                  <c:v>14.37</c:v>
                </c:pt>
                <c:pt idx="357">
                  <c:v>14.55</c:v>
                </c:pt>
                <c:pt idx="358">
                  <c:v>14.73</c:v>
                </c:pt>
                <c:pt idx="359">
                  <c:v>14.82</c:v>
                </c:pt>
                <c:pt idx="360">
                  <c:v>14.81</c:v>
                </c:pt>
                <c:pt idx="361">
                  <c:v>14.56</c:v>
                </c:pt>
                <c:pt idx="362">
                  <c:v>14.55</c:v>
                </c:pt>
                <c:pt idx="363">
                  <c:v>14.21309589041096</c:v>
                </c:pt>
                <c:pt idx="364">
                  <c:v>14.312509241139381</c:v>
                </c:pt>
                <c:pt idx="365">
                  <c:v>14.40290889323766</c:v>
                </c:pt>
                <c:pt idx="366">
                  <c:v>14.42487018917156</c:v>
                </c:pt>
                <c:pt idx="367">
                  <c:v>14.46200956729724</c:v>
                </c:pt>
                <c:pt idx="368">
                  <c:v>14.42062839747771</c:v>
                </c:pt>
                <c:pt idx="369">
                  <c:v>14.32478147423353</c:v>
                </c:pt>
                <c:pt idx="370">
                  <c:v>14.09561948249619</c:v>
                </c:pt>
                <c:pt idx="371">
                  <c:v>14.07111502500544</c:v>
                </c:pt>
                <c:pt idx="372">
                  <c:v>14.10504892367906</c:v>
                </c:pt>
                <c:pt idx="373">
                  <c:v>14.104297890845841</c:v>
                </c:pt>
                <c:pt idx="374">
                  <c:v>14.024368775820831</c:v>
                </c:pt>
                <c:pt idx="375">
                  <c:v>14.057973907371171</c:v>
                </c:pt>
                <c:pt idx="376">
                  <c:v>14.11196260056534</c:v>
                </c:pt>
                <c:pt idx="377">
                  <c:v>14.069869101978689</c:v>
                </c:pt>
                <c:pt idx="378">
                  <c:v>14.08947423352903</c:v>
                </c:pt>
                <c:pt idx="379">
                  <c:v>14.17927114590128</c:v>
                </c:pt>
                <c:pt idx="380">
                  <c:v>14.133889976081759</c:v>
                </c:pt>
                <c:pt idx="381">
                  <c:v>13.922508806262231</c:v>
                </c:pt>
                <c:pt idx="382">
                  <c:v>13.973100239182431</c:v>
                </c:pt>
                <c:pt idx="383">
                  <c:v>14.0390889323766</c:v>
                </c:pt>
                <c:pt idx="384">
                  <c:v>13.951872146118721</c:v>
                </c:pt>
                <c:pt idx="385">
                  <c:v>13.910792346162211</c:v>
                </c:pt>
                <c:pt idx="386">
                  <c:v>13.96694542291803</c:v>
                </c:pt>
                <c:pt idx="387">
                  <c:v>14.10178343118069</c:v>
                </c:pt>
                <c:pt idx="388">
                  <c:v>14.040895412046099</c:v>
                </c:pt>
                <c:pt idx="389">
                  <c:v>14.11926766688411</c:v>
                </c:pt>
                <c:pt idx="390">
                  <c:v>14.20728375733855</c:v>
                </c:pt>
                <c:pt idx="391">
                  <c:v>14.231162861491629</c:v>
                </c:pt>
                <c:pt idx="392">
                  <c:v>14.039699499891279</c:v>
                </c:pt>
                <c:pt idx="393">
                  <c:v>13.94714024787997</c:v>
                </c:pt>
                <c:pt idx="394">
                  <c:v>14.028197434224831</c:v>
                </c:pt>
                <c:pt idx="395">
                  <c:v>13.9062957164601</c:v>
                </c:pt>
                <c:pt idx="396">
                  <c:v>13.92538030006523</c:v>
                </c:pt>
                <c:pt idx="397">
                  <c:v>13.841040226136119</c:v>
                </c:pt>
                <c:pt idx="398">
                  <c:v>13.816070015220699</c:v>
                </c:pt>
                <c:pt idx="399">
                  <c:v>13.81857925636008</c:v>
                </c:pt>
                <c:pt idx="400">
                  <c:v>13.868732333115901</c:v>
                </c:pt>
                <c:pt idx="401">
                  <c:v>13.832584040008699</c:v>
                </c:pt>
                <c:pt idx="402">
                  <c:v>13.82964122635356</c:v>
                </c:pt>
                <c:pt idx="403">
                  <c:v>13.853109371602519</c:v>
                </c:pt>
                <c:pt idx="404">
                  <c:v>13.86485148945423</c:v>
                </c:pt>
                <c:pt idx="405">
                  <c:v>13.91470319634703</c:v>
                </c:pt>
                <c:pt idx="406">
                  <c:v>13.89263709502066</c:v>
                </c:pt>
                <c:pt idx="407">
                  <c:v>13.943475103283321</c:v>
                </c:pt>
                <c:pt idx="408">
                  <c:v>13.91362818003914</c:v>
                </c:pt>
                <c:pt idx="409">
                  <c:v>13.88528810611002</c:v>
                </c:pt>
                <c:pt idx="410">
                  <c:v>13.88535899108502</c:v>
                </c:pt>
                <c:pt idx="411">
                  <c:v>13.914580560991521</c:v>
                </c:pt>
                <c:pt idx="412">
                  <c:v>13.89328158295282</c:v>
                </c:pt>
                <c:pt idx="413">
                  <c:v>13.852941509023699</c:v>
                </c:pt>
                <c:pt idx="414">
                  <c:v>13.799889106327459</c:v>
                </c:pt>
                <c:pt idx="415">
                  <c:v>13.81417916938465</c:v>
                </c:pt>
                <c:pt idx="416">
                  <c:v>13.77115416394868</c:v>
                </c:pt>
                <c:pt idx="417">
                  <c:v>13.762019569471621</c:v>
                </c:pt>
                <c:pt idx="418">
                  <c:v>13.80444661883018</c:v>
                </c:pt>
                <c:pt idx="419">
                  <c:v>13.722380517503799</c:v>
                </c:pt>
                <c:pt idx="420">
                  <c:v>13.679711676451401</c:v>
                </c:pt>
                <c:pt idx="421">
                  <c:v>13.69605653402914</c:v>
                </c:pt>
                <c:pt idx="422">
                  <c:v>13.675771254620569</c:v>
                </c:pt>
                <c:pt idx="423">
                  <c:v>13.68800652315721</c:v>
                </c:pt>
                <c:pt idx="424">
                  <c:v>13.737556860187</c:v>
                </c:pt>
                <c:pt idx="425">
                  <c:v>13.685518156120891</c:v>
                </c:pt>
                <c:pt idx="426">
                  <c:v>13.77991780821918</c:v>
                </c:pt>
                <c:pt idx="427">
                  <c:v>13.710755816481839</c:v>
                </c:pt>
                <c:pt idx="428">
                  <c:v>13.73359382474451</c:v>
                </c:pt>
                <c:pt idx="429">
                  <c:v>13.69870580560992</c:v>
                </c:pt>
                <c:pt idx="430">
                  <c:v>13.7056260056534</c:v>
                </c:pt>
                <c:pt idx="431">
                  <c:v>13.676765383779079</c:v>
                </c:pt>
                <c:pt idx="432">
                  <c:v>13.657356816699281</c:v>
                </c:pt>
                <c:pt idx="433">
                  <c:v>13.646222222222219</c:v>
                </c:pt>
                <c:pt idx="434">
                  <c:v>13.66653968253968</c:v>
                </c:pt>
                <c:pt idx="435">
                  <c:v>13.75444618395303</c:v>
                </c:pt>
                <c:pt idx="436">
                  <c:v>13.75983213742118</c:v>
                </c:pt>
                <c:pt idx="437">
                  <c:v>13.696149597738639</c:v>
                </c:pt>
                <c:pt idx="438">
                  <c:v>13.63654924983692</c:v>
                </c:pt>
                <c:pt idx="439">
                  <c:v>13.605524244400961</c:v>
                </c:pt>
                <c:pt idx="440">
                  <c:v>13.563978691019789</c:v>
                </c:pt>
                <c:pt idx="441">
                  <c:v>12.914515329419441</c:v>
                </c:pt>
                <c:pt idx="442">
                  <c:v>12.83962731028485</c:v>
                </c:pt>
                <c:pt idx="443">
                  <c:v>12.85671189388998</c:v>
                </c:pt>
                <c:pt idx="444">
                  <c:v>12.86119373776908</c:v>
                </c:pt>
                <c:pt idx="445">
                  <c:v>12.790141335072841</c:v>
                </c:pt>
                <c:pt idx="446">
                  <c:v>12.87013002826702</c:v>
                </c:pt>
                <c:pt idx="447">
                  <c:v>12.960337899543379</c:v>
                </c:pt>
                <c:pt idx="448">
                  <c:v>13.010710154381391</c:v>
                </c:pt>
                <c:pt idx="449">
                  <c:v>13.141027614698849</c:v>
                </c:pt>
                <c:pt idx="450">
                  <c:v>13.048988910632749</c:v>
                </c:pt>
                <c:pt idx="451">
                  <c:v>13.00284061752555</c:v>
                </c:pt>
                <c:pt idx="452">
                  <c:v>12.970747118938901</c:v>
                </c:pt>
                <c:pt idx="453">
                  <c:v>13.045475538160471</c:v>
                </c:pt>
                <c:pt idx="454">
                  <c:v>13.07258751902588</c:v>
                </c:pt>
                <c:pt idx="455">
                  <c:v>14.670000869754301</c:v>
                </c:pt>
              </c:numCache>
            </c:numRef>
          </c:val>
          <c:smooth val="0"/>
          <c:extLst>
            <c:ext xmlns:c16="http://schemas.microsoft.com/office/drawing/2014/chart" uri="{C3380CC4-5D6E-409C-BE32-E72D297353CC}">
              <c16:uniqueId val="{00000002-BDF1-4F25-9B82-6AE199C542F6}"/>
            </c:ext>
          </c:extLst>
        </c:ser>
        <c:ser>
          <c:idx val="3"/>
          <c:order val="3"/>
          <c:tx>
            <c:v>Oct 26</c:v>
          </c:tx>
          <c:spPr>
            <a:ln>
              <a:noFill/>
            </a:ln>
          </c:spPr>
          <c:marker>
            <c:symbol val="circle"/>
            <c:size val="6"/>
            <c:spPr>
              <a:solidFill>
                <a:srgbClr val="F9C113"/>
              </a:solidFill>
              <a:ln>
                <a:solidFill>
                  <a:srgbClr val="1F2F44"/>
                </a:solidFill>
              </a:ln>
            </c:spPr>
          </c:marker>
          <c:cat>
            <c:numRef>
              <c:f>'R2'!$A$2:$A$457</c:f>
              <c:numCache>
                <c:formatCode>yyyy\-mm\-dd</c:formatCode>
                <c:ptCount val="45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45677</c:v>
                </c:pt>
                <c:pt idx="13">
                  <c:v>45678</c:v>
                </c:pt>
                <c:pt idx="14">
                  <c:v>45679</c:v>
                </c:pt>
                <c:pt idx="15">
                  <c:v>45680</c:v>
                </c:pt>
                <c:pt idx="16">
                  <c:v>45681</c:v>
                </c:pt>
                <c:pt idx="17">
                  <c:v>45684</c:v>
                </c:pt>
                <c:pt idx="18">
                  <c:v>45685</c:v>
                </c:pt>
                <c:pt idx="19">
                  <c:v>45686</c:v>
                </c:pt>
                <c:pt idx="20">
                  <c:v>45687</c:v>
                </c:pt>
                <c:pt idx="21">
                  <c:v>45688</c:v>
                </c:pt>
                <c:pt idx="22">
                  <c:v>45691</c:v>
                </c:pt>
                <c:pt idx="23">
                  <c:v>45692</c:v>
                </c:pt>
                <c:pt idx="24">
                  <c:v>45693</c:v>
                </c:pt>
                <c:pt idx="25">
                  <c:v>45694</c:v>
                </c:pt>
                <c:pt idx="26">
                  <c:v>45695</c:v>
                </c:pt>
                <c:pt idx="27">
                  <c:v>45698</c:v>
                </c:pt>
                <c:pt idx="28">
                  <c:v>45699</c:v>
                </c:pt>
                <c:pt idx="29">
                  <c:v>45700</c:v>
                </c:pt>
                <c:pt idx="30">
                  <c:v>45701</c:v>
                </c:pt>
                <c:pt idx="31">
                  <c:v>45702</c:v>
                </c:pt>
                <c:pt idx="32">
                  <c:v>45705</c:v>
                </c:pt>
                <c:pt idx="33">
                  <c:v>45706</c:v>
                </c:pt>
                <c:pt idx="34">
                  <c:v>45707</c:v>
                </c:pt>
                <c:pt idx="35">
                  <c:v>45708</c:v>
                </c:pt>
                <c:pt idx="36">
                  <c:v>45709</c:v>
                </c:pt>
                <c:pt idx="37">
                  <c:v>45712</c:v>
                </c:pt>
                <c:pt idx="38">
                  <c:v>45713</c:v>
                </c:pt>
                <c:pt idx="39">
                  <c:v>45714</c:v>
                </c:pt>
                <c:pt idx="40">
                  <c:v>45715</c:v>
                </c:pt>
                <c:pt idx="41">
                  <c:v>45716</c:v>
                </c:pt>
                <c:pt idx="42">
                  <c:v>45721</c:v>
                </c:pt>
                <c:pt idx="43">
                  <c:v>45722</c:v>
                </c:pt>
                <c:pt idx="44">
                  <c:v>45723</c:v>
                </c:pt>
                <c:pt idx="45">
                  <c:v>45726</c:v>
                </c:pt>
                <c:pt idx="46">
                  <c:v>45727</c:v>
                </c:pt>
                <c:pt idx="47">
                  <c:v>45728</c:v>
                </c:pt>
                <c:pt idx="48">
                  <c:v>45729</c:v>
                </c:pt>
                <c:pt idx="49">
                  <c:v>45730</c:v>
                </c:pt>
                <c:pt idx="50">
                  <c:v>45733</c:v>
                </c:pt>
                <c:pt idx="51">
                  <c:v>45734</c:v>
                </c:pt>
                <c:pt idx="52">
                  <c:v>45735</c:v>
                </c:pt>
                <c:pt idx="53">
                  <c:v>45736</c:v>
                </c:pt>
                <c:pt idx="54">
                  <c:v>45737</c:v>
                </c:pt>
                <c:pt idx="55">
                  <c:v>45740</c:v>
                </c:pt>
                <c:pt idx="56">
                  <c:v>45741</c:v>
                </c:pt>
                <c:pt idx="57">
                  <c:v>45742</c:v>
                </c:pt>
                <c:pt idx="58">
                  <c:v>45743</c:v>
                </c:pt>
                <c:pt idx="59">
                  <c:v>45744</c:v>
                </c:pt>
                <c:pt idx="60">
                  <c:v>45747</c:v>
                </c:pt>
                <c:pt idx="61">
                  <c:v>45748</c:v>
                </c:pt>
                <c:pt idx="62">
                  <c:v>45749</c:v>
                </c:pt>
                <c:pt idx="63">
                  <c:v>45750</c:v>
                </c:pt>
                <c:pt idx="64">
                  <c:v>45751</c:v>
                </c:pt>
                <c:pt idx="65">
                  <c:v>45754</c:v>
                </c:pt>
                <c:pt idx="66">
                  <c:v>45755</c:v>
                </c:pt>
                <c:pt idx="67">
                  <c:v>45756</c:v>
                </c:pt>
                <c:pt idx="68">
                  <c:v>45757</c:v>
                </c:pt>
                <c:pt idx="69">
                  <c:v>45758</c:v>
                </c:pt>
                <c:pt idx="70">
                  <c:v>45761</c:v>
                </c:pt>
                <c:pt idx="71">
                  <c:v>45762</c:v>
                </c:pt>
                <c:pt idx="72">
                  <c:v>45763</c:v>
                </c:pt>
                <c:pt idx="73">
                  <c:v>45764</c:v>
                </c:pt>
                <c:pt idx="74">
                  <c:v>45769</c:v>
                </c:pt>
                <c:pt idx="75">
                  <c:v>45770</c:v>
                </c:pt>
                <c:pt idx="76">
                  <c:v>45771</c:v>
                </c:pt>
                <c:pt idx="77">
                  <c:v>45772</c:v>
                </c:pt>
                <c:pt idx="78">
                  <c:v>45775</c:v>
                </c:pt>
                <c:pt idx="79">
                  <c:v>45776</c:v>
                </c:pt>
                <c:pt idx="80">
                  <c:v>45777</c:v>
                </c:pt>
                <c:pt idx="81">
                  <c:v>45779</c:v>
                </c:pt>
                <c:pt idx="82">
                  <c:v>45782</c:v>
                </c:pt>
                <c:pt idx="83">
                  <c:v>45783</c:v>
                </c:pt>
                <c:pt idx="84">
                  <c:v>45784</c:v>
                </c:pt>
                <c:pt idx="85">
                  <c:v>45785</c:v>
                </c:pt>
                <c:pt idx="86">
                  <c:v>45786</c:v>
                </c:pt>
                <c:pt idx="87">
                  <c:v>45789</c:v>
                </c:pt>
                <c:pt idx="88">
                  <c:v>45790</c:v>
                </c:pt>
                <c:pt idx="89">
                  <c:v>45791</c:v>
                </c:pt>
                <c:pt idx="90">
                  <c:v>45792</c:v>
                </c:pt>
                <c:pt idx="91">
                  <c:v>45793</c:v>
                </c:pt>
                <c:pt idx="92">
                  <c:v>45796</c:v>
                </c:pt>
                <c:pt idx="93">
                  <c:v>45797</c:v>
                </c:pt>
                <c:pt idx="94">
                  <c:v>45798</c:v>
                </c:pt>
                <c:pt idx="95">
                  <c:v>45799</c:v>
                </c:pt>
                <c:pt idx="96">
                  <c:v>45800</c:v>
                </c:pt>
                <c:pt idx="97">
                  <c:v>45803</c:v>
                </c:pt>
                <c:pt idx="98">
                  <c:v>45804</c:v>
                </c:pt>
                <c:pt idx="99">
                  <c:v>45805</c:v>
                </c:pt>
                <c:pt idx="100">
                  <c:v>45806</c:v>
                </c:pt>
                <c:pt idx="101">
                  <c:v>45807</c:v>
                </c:pt>
                <c:pt idx="102">
                  <c:v>45810</c:v>
                </c:pt>
                <c:pt idx="103">
                  <c:v>45811</c:v>
                </c:pt>
                <c:pt idx="104">
                  <c:v>45812</c:v>
                </c:pt>
                <c:pt idx="105">
                  <c:v>45813</c:v>
                </c:pt>
                <c:pt idx="106">
                  <c:v>45814</c:v>
                </c:pt>
                <c:pt idx="107">
                  <c:v>45817</c:v>
                </c:pt>
                <c:pt idx="108">
                  <c:v>45818</c:v>
                </c:pt>
                <c:pt idx="109">
                  <c:v>45819</c:v>
                </c:pt>
                <c:pt idx="110">
                  <c:v>45820</c:v>
                </c:pt>
                <c:pt idx="111">
                  <c:v>45821</c:v>
                </c:pt>
                <c:pt idx="112">
                  <c:v>45824</c:v>
                </c:pt>
                <c:pt idx="113">
                  <c:v>45825</c:v>
                </c:pt>
                <c:pt idx="114">
                  <c:v>45826</c:v>
                </c:pt>
                <c:pt idx="115">
                  <c:v>45828</c:v>
                </c:pt>
                <c:pt idx="116">
                  <c:v>45831</c:v>
                </c:pt>
                <c:pt idx="117">
                  <c:v>45832</c:v>
                </c:pt>
                <c:pt idx="118">
                  <c:v>45833</c:v>
                </c:pt>
                <c:pt idx="119">
                  <c:v>45834</c:v>
                </c:pt>
                <c:pt idx="120">
                  <c:v>45835</c:v>
                </c:pt>
                <c:pt idx="121">
                  <c:v>45838</c:v>
                </c:pt>
                <c:pt idx="122">
                  <c:v>45839</c:v>
                </c:pt>
                <c:pt idx="123">
                  <c:v>45840</c:v>
                </c:pt>
                <c:pt idx="124">
                  <c:v>45841</c:v>
                </c:pt>
                <c:pt idx="125">
                  <c:v>45842</c:v>
                </c:pt>
                <c:pt idx="126">
                  <c:v>45845</c:v>
                </c:pt>
                <c:pt idx="127">
                  <c:v>45846</c:v>
                </c:pt>
                <c:pt idx="128">
                  <c:v>45847</c:v>
                </c:pt>
                <c:pt idx="129">
                  <c:v>45848</c:v>
                </c:pt>
                <c:pt idx="130">
                  <c:v>45849</c:v>
                </c:pt>
                <c:pt idx="131">
                  <c:v>45852</c:v>
                </c:pt>
                <c:pt idx="132">
                  <c:v>45853</c:v>
                </c:pt>
                <c:pt idx="133">
                  <c:v>45854</c:v>
                </c:pt>
                <c:pt idx="134">
                  <c:v>45855</c:v>
                </c:pt>
                <c:pt idx="135">
                  <c:v>45856</c:v>
                </c:pt>
                <c:pt idx="136">
                  <c:v>45859</c:v>
                </c:pt>
                <c:pt idx="137">
                  <c:v>45860</c:v>
                </c:pt>
                <c:pt idx="138">
                  <c:v>45861</c:v>
                </c:pt>
                <c:pt idx="139">
                  <c:v>45862</c:v>
                </c:pt>
                <c:pt idx="140">
                  <c:v>45863</c:v>
                </c:pt>
                <c:pt idx="141">
                  <c:v>45866</c:v>
                </c:pt>
                <c:pt idx="142">
                  <c:v>45867</c:v>
                </c:pt>
                <c:pt idx="143">
                  <c:v>45868</c:v>
                </c:pt>
                <c:pt idx="144">
                  <c:v>45869</c:v>
                </c:pt>
                <c:pt idx="145">
                  <c:v>45870</c:v>
                </c:pt>
                <c:pt idx="146">
                  <c:v>45873</c:v>
                </c:pt>
                <c:pt idx="147">
                  <c:v>45874</c:v>
                </c:pt>
                <c:pt idx="148">
                  <c:v>45875</c:v>
                </c:pt>
                <c:pt idx="149">
                  <c:v>45876</c:v>
                </c:pt>
                <c:pt idx="150">
                  <c:v>45877</c:v>
                </c:pt>
                <c:pt idx="151">
                  <c:v>45880</c:v>
                </c:pt>
                <c:pt idx="152">
                  <c:v>45881</c:v>
                </c:pt>
                <c:pt idx="153">
                  <c:v>45882</c:v>
                </c:pt>
                <c:pt idx="154">
                  <c:v>45883</c:v>
                </c:pt>
                <c:pt idx="155">
                  <c:v>45884</c:v>
                </c:pt>
                <c:pt idx="156">
                  <c:v>45887</c:v>
                </c:pt>
                <c:pt idx="157">
                  <c:v>45888</c:v>
                </c:pt>
                <c:pt idx="158">
                  <c:v>45889</c:v>
                </c:pt>
                <c:pt idx="159">
                  <c:v>45890</c:v>
                </c:pt>
                <c:pt idx="160">
                  <c:v>45891</c:v>
                </c:pt>
                <c:pt idx="161">
                  <c:v>45894</c:v>
                </c:pt>
                <c:pt idx="162">
                  <c:v>45895</c:v>
                </c:pt>
                <c:pt idx="163">
                  <c:v>45896</c:v>
                </c:pt>
                <c:pt idx="164">
                  <c:v>45897</c:v>
                </c:pt>
                <c:pt idx="165">
                  <c:v>45898</c:v>
                </c:pt>
                <c:pt idx="166">
                  <c:v>45901</c:v>
                </c:pt>
                <c:pt idx="167">
                  <c:v>45902</c:v>
                </c:pt>
                <c:pt idx="168">
                  <c:v>45903</c:v>
                </c:pt>
                <c:pt idx="169">
                  <c:v>45904</c:v>
                </c:pt>
                <c:pt idx="170">
                  <c:v>45905</c:v>
                </c:pt>
                <c:pt idx="171">
                  <c:v>45908</c:v>
                </c:pt>
                <c:pt idx="172">
                  <c:v>45909</c:v>
                </c:pt>
                <c:pt idx="173">
                  <c:v>45910</c:v>
                </c:pt>
                <c:pt idx="174">
                  <c:v>45911</c:v>
                </c:pt>
                <c:pt idx="175">
                  <c:v>45912</c:v>
                </c:pt>
                <c:pt idx="176">
                  <c:v>45915</c:v>
                </c:pt>
                <c:pt idx="177">
                  <c:v>45916</c:v>
                </c:pt>
                <c:pt idx="178">
                  <c:v>45917</c:v>
                </c:pt>
                <c:pt idx="179">
                  <c:v>45918</c:v>
                </c:pt>
                <c:pt idx="180">
                  <c:v>45919</c:v>
                </c:pt>
                <c:pt idx="181">
                  <c:v>45922</c:v>
                </c:pt>
                <c:pt idx="182">
                  <c:v>45923</c:v>
                </c:pt>
                <c:pt idx="183">
                  <c:v>45924</c:v>
                </c:pt>
                <c:pt idx="184">
                  <c:v>45925</c:v>
                </c:pt>
                <c:pt idx="185">
                  <c:v>45926</c:v>
                </c:pt>
                <c:pt idx="186">
                  <c:v>45929</c:v>
                </c:pt>
                <c:pt idx="187">
                  <c:v>45930</c:v>
                </c:pt>
                <c:pt idx="188">
                  <c:v>45931</c:v>
                </c:pt>
                <c:pt idx="189">
                  <c:v>45932</c:v>
                </c:pt>
                <c:pt idx="190">
                  <c:v>45933</c:v>
                </c:pt>
                <c:pt idx="191">
                  <c:v>45936</c:v>
                </c:pt>
                <c:pt idx="192">
                  <c:v>45937</c:v>
                </c:pt>
                <c:pt idx="193">
                  <c:v>45938</c:v>
                </c:pt>
                <c:pt idx="194">
                  <c:v>45939</c:v>
                </c:pt>
                <c:pt idx="195">
                  <c:v>45940</c:v>
                </c:pt>
                <c:pt idx="196">
                  <c:v>45943</c:v>
                </c:pt>
                <c:pt idx="197">
                  <c:v>45944</c:v>
                </c:pt>
                <c:pt idx="198">
                  <c:v>45945</c:v>
                </c:pt>
                <c:pt idx="199">
                  <c:v>45946</c:v>
                </c:pt>
                <c:pt idx="200">
                  <c:v>45947</c:v>
                </c:pt>
                <c:pt idx="201">
                  <c:v>45950</c:v>
                </c:pt>
                <c:pt idx="202">
                  <c:v>45951</c:v>
                </c:pt>
                <c:pt idx="203">
                  <c:v>45952</c:v>
                </c:pt>
                <c:pt idx="204">
                  <c:v>45953</c:v>
                </c:pt>
                <c:pt idx="205">
                  <c:v>45954</c:v>
                </c:pt>
                <c:pt idx="206">
                  <c:v>45957</c:v>
                </c:pt>
                <c:pt idx="207">
                  <c:v>45958</c:v>
                </c:pt>
                <c:pt idx="208">
                  <c:v>45959</c:v>
                </c:pt>
                <c:pt idx="209">
                  <c:v>45960</c:v>
                </c:pt>
                <c:pt idx="210">
                  <c:v>45961</c:v>
                </c:pt>
                <c:pt idx="211">
                  <c:v>45964</c:v>
                </c:pt>
                <c:pt idx="212">
                  <c:v>45965</c:v>
                </c:pt>
                <c:pt idx="213">
                  <c:v>45966</c:v>
                </c:pt>
                <c:pt idx="214">
                  <c:v>45967</c:v>
                </c:pt>
                <c:pt idx="215">
                  <c:v>45968</c:v>
                </c:pt>
                <c:pt idx="216">
                  <c:v>45971</c:v>
                </c:pt>
                <c:pt idx="217">
                  <c:v>45972</c:v>
                </c:pt>
                <c:pt idx="218">
                  <c:v>45973</c:v>
                </c:pt>
                <c:pt idx="219">
                  <c:v>45974</c:v>
                </c:pt>
                <c:pt idx="220">
                  <c:v>45975</c:v>
                </c:pt>
                <c:pt idx="221">
                  <c:v>45978</c:v>
                </c:pt>
                <c:pt idx="222">
                  <c:v>45979</c:v>
                </c:pt>
                <c:pt idx="223">
                  <c:v>45980</c:v>
                </c:pt>
                <c:pt idx="224">
                  <c:v>45982</c:v>
                </c:pt>
                <c:pt idx="225">
                  <c:v>45985</c:v>
                </c:pt>
                <c:pt idx="226">
                  <c:v>45986</c:v>
                </c:pt>
                <c:pt idx="227">
                  <c:v>45987</c:v>
                </c:pt>
                <c:pt idx="228">
                  <c:v>45988</c:v>
                </c:pt>
                <c:pt idx="229">
                  <c:v>45989</c:v>
                </c:pt>
                <c:pt idx="230">
                  <c:v>45992</c:v>
                </c:pt>
                <c:pt idx="231">
                  <c:v>45993</c:v>
                </c:pt>
                <c:pt idx="232">
                  <c:v>45994</c:v>
                </c:pt>
                <c:pt idx="233">
                  <c:v>45995</c:v>
                </c:pt>
                <c:pt idx="234">
                  <c:v>45996</c:v>
                </c:pt>
                <c:pt idx="235">
                  <c:v>45999</c:v>
                </c:pt>
                <c:pt idx="236">
                  <c:v>46000</c:v>
                </c:pt>
                <c:pt idx="237">
                  <c:v>46001</c:v>
                </c:pt>
                <c:pt idx="238">
                  <c:v>46002</c:v>
                </c:pt>
                <c:pt idx="239">
                  <c:v>46003</c:v>
                </c:pt>
                <c:pt idx="240">
                  <c:v>46006</c:v>
                </c:pt>
                <c:pt idx="241">
                  <c:v>46007</c:v>
                </c:pt>
                <c:pt idx="242">
                  <c:v>46008</c:v>
                </c:pt>
                <c:pt idx="243">
                  <c:v>46009</c:v>
                </c:pt>
                <c:pt idx="244">
                  <c:v>46010</c:v>
                </c:pt>
                <c:pt idx="245">
                  <c:v>46013</c:v>
                </c:pt>
                <c:pt idx="246">
                  <c:v>46014</c:v>
                </c:pt>
                <c:pt idx="247">
                  <c:v>46017</c:v>
                </c:pt>
                <c:pt idx="248">
                  <c:v>46020</c:v>
                </c:pt>
                <c:pt idx="249">
                  <c:v>46021</c:v>
                </c:pt>
                <c:pt idx="250">
                  <c:v>46024</c:v>
                </c:pt>
                <c:pt idx="251">
                  <c:v>46027</c:v>
                </c:pt>
                <c:pt idx="252">
                  <c:v>46028</c:v>
                </c:pt>
                <c:pt idx="253">
                  <c:v>46029</c:v>
                </c:pt>
                <c:pt idx="254">
                  <c:v>46030</c:v>
                </c:pt>
                <c:pt idx="255">
                  <c:v>46031</c:v>
                </c:pt>
                <c:pt idx="256">
                  <c:v>46034</c:v>
                </c:pt>
                <c:pt idx="257">
                  <c:v>46035</c:v>
                </c:pt>
                <c:pt idx="258">
                  <c:v>46036</c:v>
                </c:pt>
                <c:pt idx="259">
                  <c:v>46037</c:v>
                </c:pt>
                <c:pt idx="260">
                  <c:v>46038</c:v>
                </c:pt>
                <c:pt idx="261">
                  <c:v>46041</c:v>
                </c:pt>
                <c:pt idx="262">
                  <c:v>46042</c:v>
                </c:pt>
                <c:pt idx="263">
                  <c:v>46043</c:v>
                </c:pt>
                <c:pt idx="264">
                  <c:v>46044</c:v>
                </c:pt>
                <c:pt idx="265">
                  <c:v>46045</c:v>
                </c:pt>
                <c:pt idx="266">
                  <c:v>46048</c:v>
                </c:pt>
                <c:pt idx="267">
                  <c:v>46049</c:v>
                </c:pt>
                <c:pt idx="268">
                  <c:v>46050</c:v>
                </c:pt>
                <c:pt idx="269">
                  <c:v>46051</c:v>
                </c:pt>
                <c:pt idx="270">
                  <c:v>46052</c:v>
                </c:pt>
                <c:pt idx="271">
                  <c:v>46055</c:v>
                </c:pt>
                <c:pt idx="272">
                  <c:v>46056</c:v>
                </c:pt>
                <c:pt idx="273">
                  <c:v>46057</c:v>
                </c:pt>
                <c:pt idx="274">
                  <c:v>46058</c:v>
                </c:pt>
                <c:pt idx="275">
                  <c:v>46059</c:v>
                </c:pt>
                <c:pt idx="276">
                  <c:v>46062</c:v>
                </c:pt>
                <c:pt idx="277">
                  <c:v>46063</c:v>
                </c:pt>
                <c:pt idx="278">
                  <c:v>46064</c:v>
                </c:pt>
                <c:pt idx="279">
                  <c:v>46065</c:v>
                </c:pt>
                <c:pt idx="280">
                  <c:v>46066</c:v>
                </c:pt>
                <c:pt idx="281">
                  <c:v>46071</c:v>
                </c:pt>
                <c:pt idx="282">
                  <c:v>46072</c:v>
                </c:pt>
                <c:pt idx="283">
                  <c:v>46073</c:v>
                </c:pt>
                <c:pt idx="284">
                  <c:v>46076</c:v>
                </c:pt>
                <c:pt idx="285">
                  <c:v>46077</c:v>
                </c:pt>
                <c:pt idx="286">
                  <c:v>46078</c:v>
                </c:pt>
                <c:pt idx="287">
                  <c:v>46079</c:v>
                </c:pt>
                <c:pt idx="288">
                  <c:v>46080</c:v>
                </c:pt>
                <c:pt idx="289">
                  <c:v>46083</c:v>
                </c:pt>
                <c:pt idx="290">
                  <c:v>46084</c:v>
                </c:pt>
                <c:pt idx="291">
                  <c:v>46085</c:v>
                </c:pt>
                <c:pt idx="292">
                  <c:v>46086</c:v>
                </c:pt>
                <c:pt idx="293">
                  <c:v>46087</c:v>
                </c:pt>
                <c:pt idx="294">
                  <c:v>46090</c:v>
                </c:pt>
                <c:pt idx="295">
                  <c:v>46091</c:v>
                </c:pt>
                <c:pt idx="296">
                  <c:v>46092</c:v>
                </c:pt>
                <c:pt idx="297">
                  <c:v>46093</c:v>
                </c:pt>
                <c:pt idx="298">
                  <c:v>46094</c:v>
                </c:pt>
                <c:pt idx="299">
                  <c:v>46097</c:v>
                </c:pt>
                <c:pt idx="300">
                  <c:v>46098</c:v>
                </c:pt>
                <c:pt idx="301">
                  <c:v>46099</c:v>
                </c:pt>
                <c:pt idx="302">
                  <c:v>46100</c:v>
                </c:pt>
                <c:pt idx="303">
                  <c:v>46101</c:v>
                </c:pt>
                <c:pt idx="304">
                  <c:v>46104</c:v>
                </c:pt>
                <c:pt idx="305">
                  <c:v>46105</c:v>
                </c:pt>
                <c:pt idx="306">
                  <c:v>46106</c:v>
                </c:pt>
                <c:pt idx="307">
                  <c:v>46107</c:v>
                </c:pt>
                <c:pt idx="308">
                  <c:v>46108</c:v>
                </c:pt>
                <c:pt idx="309">
                  <c:v>46111</c:v>
                </c:pt>
                <c:pt idx="310">
                  <c:v>46112</c:v>
                </c:pt>
                <c:pt idx="311">
                  <c:v>46113</c:v>
                </c:pt>
                <c:pt idx="312">
                  <c:v>46114</c:v>
                </c:pt>
                <c:pt idx="313">
                  <c:v>46118</c:v>
                </c:pt>
                <c:pt idx="314">
                  <c:v>46119</c:v>
                </c:pt>
                <c:pt idx="315">
                  <c:v>46120</c:v>
                </c:pt>
                <c:pt idx="316">
                  <c:v>46121</c:v>
                </c:pt>
                <c:pt idx="317">
                  <c:v>46122</c:v>
                </c:pt>
                <c:pt idx="318">
                  <c:v>46125</c:v>
                </c:pt>
                <c:pt idx="319">
                  <c:v>46126</c:v>
                </c:pt>
                <c:pt idx="320">
                  <c:v>46127</c:v>
                </c:pt>
                <c:pt idx="321">
                  <c:v>46128</c:v>
                </c:pt>
                <c:pt idx="322">
                  <c:v>46129</c:v>
                </c:pt>
                <c:pt idx="323">
                  <c:v>46132</c:v>
                </c:pt>
                <c:pt idx="324">
                  <c:v>46133</c:v>
                </c:pt>
                <c:pt idx="325">
                  <c:v>46134</c:v>
                </c:pt>
                <c:pt idx="326">
                  <c:v>46135</c:v>
                </c:pt>
                <c:pt idx="327">
                  <c:v>46136</c:v>
                </c:pt>
                <c:pt idx="328">
                  <c:v>46139</c:v>
                </c:pt>
                <c:pt idx="329">
                  <c:v>46140</c:v>
                </c:pt>
                <c:pt idx="330">
                  <c:v>46141</c:v>
                </c:pt>
                <c:pt idx="331">
                  <c:v>46142</c:v>
                </c:pt>
                <c:pt idx="332">
                  <c:v>46143</c:v>
                </c:pt>
                <c:pt idx="333">
                  <c:v>46146</c:v>
                </c:pt>
                <c:pt idx="334">
                  <c:v>46147</c:v>
                </c:pt>
                <c:pt idx="335">
                  <c:v>46148</c:v>
                </c:pt>
                <c:pt idx="336">
                  <c:v>46149</c:v>
                </c:pt>
                <c:pt idx="337">
                  <c:v>46150</c:v>
                </c:pt>
                <c:pt idx="338">
                  <c:v>46153</c:v>
                </c:pt>
                <c:pt idx="339">
                  <c:v>46154</c:v>
                </c:pt>
                <c:pt idx="340">
                  <c:v>46155</c:v>
                </c:pt>
                <c:pt idx="341">
                  <c:v>46156</c:v>
                </c:pt>
                <c:pt idx="342">
                  <c:v>46157</c:v>
                </c:pt>
                <c:pt idx="343">
                  <c:v>46160</c:v>
                </c:pt>
                <c:pt idx="344">
                  <c:v>46161</c:v>
                </c:pt>
                <c:pt idx="345">
                  <c:v>46162</c:v>
                </c:pt>
                <c:pt idx="346">
                  <c:v>46163</c:v>
                </c:pt>
                <c:pt idx="347">
                  <c:v>46164</c:v>
                </c:pt>
                <c:pt idx="348">
                  <c:v>46167</c:v>
                </c:pt>
                <c:pt idx="349">
                  <c:v>46168</c:v>
                </c:pt>
                <c:pt idx="350">
                  <c:v>46169</c:v>
                </c:pt>
                <c:pt idx="351">
                  <c:v>46170</c:v>
                </c:pt>
                <c:pt idx="352">
                  <c:v>46171</c:v>
                </c:pt>
                <c:pt idx="353">
                  <c:v>46174</c:v>
                </c:pt>
                <c:pt idx="354">
                  <c:v>46175</c:v>
                </c:pt>
                <c:pt idx="355">
                  <c:v>46176</c:v>
                </c:pt>
                <c:pt idx="356">
                  <c:v>46177</c:v>
                </c:pt>
                <c:pt idx="357">
                  <c:v>46178</c:v>
                </c:pt>
                <c:pt idx="358">
                  <c:v>46181</c:v>
                </c:pt>
                <c:pt idx="359">
                  <c:v>46182</c:v>
                </c:pt>
                <c:pt idx="360">
                  <c:v>46183</c:v>
                </c:pt>
                <c:pt idx="361">
                  <c:v>46184</c:v>
                </c:pt>
                <c:pt idx="362">
                  <c:v>46185</c:v>
                </c:pt>
                <c:pt idx="363">
                  <c:v>46188</c:v>
                </c:pt>
                <c:pt idx="364">
                  <c:v>46189</c:v>
                </c:pt>
                <c:pt idx="365">
                  <c:v>46190</c:v>
                </c:pt>
                <c:pt idx="366">
                  <c:v>46191</c:v>
                </c:pt>
                <c:pt idx="367">
                  <c:v>46192</c:v>
                </c:pt>
                <c:pt idx="368">
                  <c:v>46195</c:v>
                </c:pt>
                <c:pt idx="369">
                  <c:v>46196</c:v>
                </c:pt>
                <c:pt idx="370">
                  <c:v>46197</c:v>
                </c:pt>
                <c:pt idx="371">
                  <c:v>46198</c:v>
                </c:pt>
                <c:pt idx="372">
                  <c:v>46199</c:v>
                </c:pt>
                <c:pt idx="373">
                  <c:v>46202</c:v>
                </c:pt>
                <c:pt idx="374">
                  <c:v>46203</c:v>
                </c:pt>
                <c:pt idx="375">
                  <c:v>46204</c:v>
                </c:pt>
                <c:pt idx="376">
                  <c:v>46205</c:v>
                </c:pt>
                <c:pt idx="377">
                  <c:v>46206</c:v>
                </c:pt>
                <c:pt idx="378">
                  <c:v>46209</c:v>
                </c:pt>
                <c:pt idx="379">
                  <c:v>46210</c:v>
                </c:pt>
                <c:pt idx="380">
                  <c:v>46211</c:v>
                </c:pt>
                <c:pt idx="381">
                  <c:v>46212</c:v>
                </c:pt>
                <c:pt idx="382">
                  <c:v>46213</c:v>
                </c:pt>
                <c:pt idx="383">
                  <c:v>46216</c:v>
                </c:pt>
                <c:pt idx="384">
                  <c:v>46217</c:v>
                </c:pt>
                <c:pt idx="385">
                  <c:v>46218</c:v>
                </c:pt>
                <c:pt idx="386">
                  <c:v>46219</c:v>
                </c:pt>
                <c:pt idx="387">
                  <c:v>46220</c:v>
                </c:pt>
                <c:pt idx="388">
                  <c:v>46223</c:v>
                </c:pt>
                <c:pt idx="389">
                  <c:v>46224</c:v>
                </c:pt>
                <c:pt idx="390">
                  <c:v>46225</c:v>
                </c:pt>
                <c:pt idx="391">
                  <c:v>46226</c:v>
                </c:pt>
                <c:pt idx="392">
                  <c:v>46227</c:v>
                </c:pt>
                <c:pt idx="393">
                  <c:v>46230</c:v>
                </c:pt>
                <c:pt idx="394">
                  <c:v>46231</c:v>
                </c:pt>
                <c:pt idx="395">
                  <c:v>46232</c:v>
                </c:pt>
                <c:pt idx="396">
                  <c:v>46233</c:v>
                </c:pt>
                <c:pt idx="397">
                  <c:v>46234</c:v>
                </c:pt>
                <c:pt idx="398">
                  <c:v>46237</c:v>
                </c:pt>
                <c:pt idx="399">
                  <c:v>46238</c:v>
                </c:pt>
                <c:pt idx="400">
                  <c:v>46239</c:v>
                </c:pt>
                <c:pt idx="401">
                  <c:v>46240</c:v>
                </c:pt>
                <c:pt idx="402">
                  <c:v>46241</c:v>
                </c:pt>
                <c:pt idx="403">
                  <c:v>46244</c:v>
                </c:pt>
                <c:pt idx="404">
                  <c:v>46245</c:v>
                </c:pt>
                <c:pt idx="405">
                  <c:v>46246</c:v>
                </c:pt>
                <c:pt idx="406">
                  <c:v>46247</c:v>
                </c:pt>
                <c:pt idx="407">
                  <c:v>46248</c:v>
                </c:pt>
                <c:pt idx="408">
                  <c:v>46251</c:v>
                </c:pt>
                <c:pt idx="409">
                  <c:v>46252</c:v>
                </c:pt>
                <c:pt idx="410">
                  <c:v>46253</c:v>
                </c:pt>
                <c:pt idx="411">
                  <c:v>46254</c:v>
                </c:pt>
                <c:pt idx="412">
                  <c:v>46255</c:v>
                </c:pt>
                <c:pt idx="413">
                  <c:v>46258</c:v>
                </c:pt>
                <c:pt idx="414">
                  <c:v>46259</c:v>
                </c:pt>
                <c:pt idx="415">
                  <c:v>46260</c:v>
                </c:pt>
                <c:pt idx="416">
                  <c:v>46261</c:v>
                </c:pt>
                <c:pt idx="417">
                  <c:v>46262</c:v>
                </c:pt>
                <c:pt idx="418">
                  <c:v>46265</c:v>
                </c:pt>
                <c:pt idx="419">
                  <c:v>46266</c:v>
                </c:pt>
                <c:pt idx="420">
                  <c:v>46267</c:v>
                </c:pt>
                <c:pt idx="421">
                  <c:v>46268</c:v>
                </c:pt>
                <c:pt idx="422">
                  <c:v>46269</c:v>
                </c:pt>
                <c:pt idx="423">
                  <c:v>46273</c:v>
                </c:pt>
                <c:pt idx="424">
                  <c:v>46274</c:v>
                </c:pt>
                <c:pt idx="425">
                  <c:v>46275</c:v>
                </c:pt>
                <c:pt idx="426">
                  <c:v>46276</c:v>
                </c:pt>
                <c:pt idx="427">
                  <c:v>46279</c:v>
                </c:pt>
                <c:pt idx="428">
                  <c:v>46280</c:v>
                </c:pt>
                <c:pt idx="429">
                  <c:v>46281</c:v>
                </c:pt>
                <c:pt idx="430">
                  <c:v>46282</c:v>
                </c:pt>
                <c:pt idx="431">
                  <c:v>46283</c:v>
                </c:pt>
                <c:pt idx="432">
                  <c:v>46286</c:v>
                </c:pt>
                <c:pt idx="433">
                  <c:v>46287</c:v>
                </c:pt>
                <c:pt idx="434">
                  <c:v>46288</c:v>
                </c:pt>
                <c:pt idx="435">
                  <c:v>46289</c:v>
                </c:pt>
                <c:pt idx="436">
                  <c:v>46290</c:v>
                </c:pt>
                <c:pt idx="437">
                  <c:v>46293</c:v>
                </c:pt>
                <c:pt idx="438">
                  <c:v>46294</c:v>
                </c:pt>
                <c:pt idx="439">
                  <c:v>46295</c:v>
                </c:pt>
                <c:pt idx="440">
                  <c:v>46296</c:v>
                </c:pt>
                <c:pt idx="441">
                  <c:v>46297</c:v>
                </c:pt>
                <c:pt idx="442">
                  <c:v>46300</c:v>
                </c:pt>
                <c:pt idx="443">
                  <c:v>46301</c:v>
                </c:pt>
                <c:pt idx="444">
                  <c:v>46302</c:v>
                </c:pt>
                <c:pt idx="445">
                  <c:v>46303</c:v>
                </c:pt>
                <c:pt idx="446">
                  <c:v>46304</c:v>
                </c:pt>
                <c:pt idx="447">
                  <c:v>46308</c:v>
                </c:pt>
                <c:pt idx="448">
                  <c:v>46309</c:v>
                </c:pt>
                <c:pt idx="449">
                  <c:v>46310</c:v>
                </c:pt>
                <c:pt idx="450">
                  <c:v>46311</c:v>
                </c:pt>
                <c:pt idx="451">
                  <c:v>46314</c:v>
                </c:pt>
                <c:pt idx="452">
                  <c:v>46315</c:v>
                </c:pt>
                <c:pt idx="453">
                  <c:v>46316</c:v>
                </c:pt>
                <c:pt idx="454">
                  <c:v>46317</c:v>
                </c:pt>
                <c:pt idx="455">
                  <c:v>46321</c:v>
                </c:pt>
              </c:numCache>
            </c:numRef>
          </c:cat>
          <c:val>
            <c:numRef>
              <c:f>'R2'!$E$2:$E$457</c:f>
              <c:numCache>
                <c:formatCode>General</c:formatCode>
                <c:ptCount val="456"/>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#N/A</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#N/A</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14.670000869754301</c:v>
                </c:pt>
              </c:numCache>
            </c:numRef>
          </c:val>
          <c:smooth val="0"/>
          <c:extLst>
            <c:ext xmlns:c16="http://schemas.microsoft.com/office/drawing/2014/chart" uri="{C3380CC4-5D6E-409C-BE32-E72D297353CC}">
              <c16:uniqueId val="{00000003-BDF1-4F25-9B82-6AE199C542F6}"/>
            </c:ext>
          </c:extLst>
        </c:ser>
        <c:dLbls>
          <c:showLegendKey val="0"/>
          <c:showVal val="0"/>
          <c:showCatName val="0"/>
          <c:showSerName val="0"/>
          <c:showPercent val="0"/>
          <c:showBubbleSize val="0"/>
        </c:dLbls>
        <c:marker val="1"/>
        <c:smooth val="0"/>
        <c:axId val="50020001"/>
        <c:axId val="50020002"/>
      </c:lineChart>
      <c:dateAx>
        <c:axId val="50020001"/>
        <c:scaling>
          <c:orientation val="minMax"/>
        </c:scaling>
        <c:delete val="0"/>
        <c:axPos val="b"/>
        <c:numFmt formatCode="[$-409]mmm\-yy" sourceLinked="0"/>
        <c:majorTickMark val="none"/>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20002"/>
        <c:crosses val="autoZero"/>
        <c:auto val="1"/>
        <c:lblOffset val="100"/>
        <c:baseTimeUnit val="days"/>
        <c:majorUnit val="6"/>
        <c:majorTimeUnit val="months"/>
      </c:dateAx>
      <c:valAx>
        <c:axId val="50020002"/>
        <c:scaling>
          <c:orientation val="minMax"/>
          <c:max val="16"/>
          <c:min val="12"/>
        </c:scaling>
        <c:delete val="0"/>
        <c:axPos val="l"/>
        <c:numFmt formatCode="0"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20001"/>
        <c:crosses val="autoZero"/>
        <c:crossBetween val="midCat"/>
        <c:majorUnit val="1"/>
      </c:valAx>
      <c:spPr>
        <a:noFill/>
        <a:ln>
          <a:noFill/>
        </a:ln>
      </c:spPr>
    </c:plotArea>
    <c:legend>
      <c:legendPos val="t"/>
      <c:legendEntry>
        <c:idx val="3"/>
        <c:delete val="1"/>
      </c:legendEntry>
      <c:layout>
        <c:manualLayout>
          <c:xMode val="edge"/>
          <c:yMode val="edge"/>
          <c:x val="0.02"/>
          <c:y val="0"/>
          <c:w val="0.96"/>
          <c:h val="0.12"/>
        </c:manualLayout>
      </c:layout>
      <c:overlay val="0"/>
      <c:txPr>
        <a:bodyPr/>
        <a:lstStyle/>
        <a:p>
          <a:pPr>
            <a:defRPr sz="900" b="0" baseline="0">
              <a:solidFill>
                <a:srgbClr val="000000"/>
              </a:solidFill>
              <a:latin typeface="Roboto Light"/>
            </a:defRPr>
          </a:pPr>
          <a:endParaRPr lang="en-US"/>
        </a:p>
      </c:txPr>
    </c:legend>
    <c:plotVisOnly val="1"/>
    <c:dispBlanksAs val="zero"/>
    <c:showDLblsOverMax val="0"/>
  </c:chart>
  <c:spPr>
    <a:solidFill>
      <a:srgbClr val="FFFFFF"/>
    </a:solidFill>
    <a:ln>
      <a:noFill/>
    </a:ln>
  </c:sp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9"/>
          <c:y val="0.32999999999999996"/>
          <c:w val="0.88"/>
          <c:h val="0.53"/>
        </c:manualLayout>
      </c:layout>
      <c:lineChart>
        <c:grouping val="standard"/>
        <c:varyColors val="0"/>
        <c:ser>
          <c:idx val="0"/>
          <c:order val="0"/>
          <c:tx>
            <c:v>YoY</c:v>
          </c:tx>
          <c:spPr>
            <a:ln w="28575">
              <a:solidFill>
                <a:srgbClr val="8EB3DF"/>
              </a:solidFill>
              <a:prstDash val="solid"/>
            </a:ln>
          </c:spPr>
          <c:marker>
            <c:symbol val="none"/>
          </c:marker>
          <c:cat>
            <c:numRef>
              <c:f>'R3'!$A$2:$A$61</c:f>
              <c:numCache>
                <c:formatCode>yyyy\-mm\-dd</c:formatCode>
                <c:ptCount val="60"/>
                <c:pt idx="0">
                  <c:v>44927</c:v>
                </c:pt>
                <c:pt idx="1">
                  <c:v>44958</c:v>
                </c:pt>
                <c:pt idx="2">
                  <c:v>44986</c:v>
                </c:pt>
                <c:pt idx="3">
                  <c:v>45017</c:v>
                </c:pt>
                <c:pt idx="4">
                  <c:v>45047</c:v>
                </c:pt>
                <c:pt idx="5">
                  <c:v>45078</c:v>
                </c:pt>
                <c:pt idx="6">
                  <c:v>45108</c:v>
                </c:pt>
                <c:pt idx="7">
                  <c:v>45139</c:v>
                </c:pt>
                <c:pt idx="8">
                  <c:v>45170</c:v>
                </c:pt>
                <c:pt idx="9">
                  <c:v>45200</c:v>
                </c:pt>
                <c:pt idx="10">
                  <c:v>45231</c:v>
                </c:pt>
                <c:pt idx="11">
                  <c:v>45261</c:v>
                </c:pt>
                <c:pt idx="12">
                  <c:v>45292</c:v>
                </c:pt>
                <c:pt idx="13">
                  <c:v>45323</c:v>
                </c:pt>
                <c:pt idx="14">
                  <c:v>45352</c:v>
                </c:pt>
                <c:pt idx="15">
                  <c:v>45383</c:v>
                </c:pt>
                <c:pt idx="16">
                  <c:v>45413</c:v>
                </c:pt>
                <c:pt idx="17">
                  <c:v>45444</c:v>
                </c:pt>
                <c:pt idx="18">
                  <c:v>45474</c:v>
                </c:pt>
                <c:pt idx="19">
                  <c:v>45505</c:v>
                </c:pt>
                <c:pt idx="20">
                  <c:v>45536</c:v>
                </c:pt>
                <c:pt idx="21">
                  <c:v>45566</c:v>
                </c:pt>
                <c:pt idx="22">
                  <c:v>45597</c:v>
                </c:pt>
                <c:pt idx="23">
                  <c:v>45627</c:v>
                </c:pt>
                <c:pt idx="24">
                  <c:v>45658</c:v>
                </c:pt>
                <c:pt idx="25">
                  <c:v>45689</c:v>
                </c:pt>
                <c:pt idx="26">
                  <c:v>45717</c:v>
                </c:pt>
                <c:pt idx="27">
                  <c:v>45748</c:v>
                </c:pt>
                <c:pt idx="28">
                  <c:v>45778</c:v>
                </c:pt>
                <c:pt idx="29">
                  <c:v>45809</c:v>
                </c:pt>
                <c:pt idx="30">
                  <c:v>45839</c:v>
                </c:pt>
                <c:pt idx="31">
                  <c:v>45870</c:v>
                </c:pt>
                <c:pt idx="32">
                  <c:v>45901</c:v>
                </c:pt>
                <c:pt idx="33">
                  <c:v>45931</c:v>
                </c:pt>
                <c:pt idx="34">
                  <c:v>45962</c:v>
                </c:pt>
                <c:pt idx="35">
                  <c:v>45992</c:v>
                </c:pt>
                <c:pt idx="36">
                  <c:v>46023</c:v>
                </c:pt>
                <c:pt idx="37">
                  <c:v>46054</c:v>
                </c:pt>
                <c:pt idx="38">
                  <c:v>46082</c:v>
                </c:pt>
                <c:pt idx="39">
                  <c:v>46113</c:v>
                </c:pt>
                <c:pt idx="40">
                  <c:v>46143</c:v>
                </c:pt>
                <c:pt idx="41">
                  <c:v>46174</c:v>
                </c:pt>
                <c:pt idx="42">
                  <c:v>46204</c:v>
                </c:pt>
                <c:pt idx="43">
                  <c:v>46235</c:v>
                </c:pt>
                <c:pt idx="44">
                  <c:v>46266</c:v>
                </c:pt>
                <c:pt idx="45">
                  <c:v>46296</c:v>
                </c:pt>
                <c:pt idx="46">
                  <c:v>46327</c:v>
                </c:pt>
                <c:pt idx="47">
                  <c:v>46357</c:v>
                </c:pt>
                <c:pt idx="48">
                  <c:v>46388</c:v>
                </c:pt>
                <c:pt idx="49">
                  <c:v>46419</c:v>
                </c:pt>
                <c:pt idx="50">
                  <c:v>46447</c:v>
                </c:pt>
                <c:pt idx="51">
                  <c:v>46478</c:v>
                </c:pt>
                <c:pt idx="52">
                  <c:v>46508</c:v>
                </c:pt>
                <c:pt idx="53">
                  <c:v>46539</c:v>
                </c:pt>
                <c:pt idx="54">
                  <c:v>46569</c:v>
                </c:pt>
                <c:pt idx="55">
                  <c:v>46600</c:v>
                </c:pt>
                <c:pt idx="56">
                  <c:v>46631</c:v>
                </c:pt>
                <c:pt idx="57">
                  <c:v>46661</c:v>
                </c:pt>
                <c:pt idx="58">
                  <c:v>46692</c:v>
                </c:pt>
                <c:pt idx="59">
                  <c:v>46722</c:v>
                </c:pt>
              </c:numCache>
            </c:numRef>
          </c:cat>
          <c:val>
            <c:numRef>
              <c:f>'R3'!$B$2:$B$61</c:f>
              <c:numCache>
                <c:formatCode>General</c:formatCode>
                <c:ptCount val="60"/>
                <c:pt idx="0">
                  <c:v>5.7743202924146697E-2</c:v>
                </c:pt>
                <c:pt idx="1">
                  <c:v>5.5963019333441721E-2</c:v>
                </c:pt>
                <c:pt idx="2">
                  <c:v>4.6506944273478901E-2</c:v>
                </c:pt>
                <c:pt idx="3">
                  <c:v>4.1847057820648237E-2</c:v>
                </c:pt>
                <c:pt idx="4">
                  <c:v>3.9358321940515362E-2</c:v>
                </c:pt>
                <c:pt idx="5">
                  <c:v>3.1615014684576392E-2</c:v>
                </c:pt>
                <c:pt idx="6">
                  <c:v>3.992443888662689E-2</c:v>
                </c:pt>
                <c:pt idx="7">
                  <c:v>4.6082160875216882E-2</c:v>
                </c:pt>
                <c:pt idx="8">
                  <c:v>5.1852346297755807E-2</c:v>
                </c:pt>
                <c:pt idx="9">
                  <c:v>4.8192456435898423E-2</c:v>
                </c:pt>
                <c:pt idx="10">
                  <c:v>4.683537029570628E-2</c:v>
                </c:pt>
                <c:pt idx="11">
                  <c:v>4.6211139305667233E-2</c:v>
                </c:pt>
                <c:pt idx="12">
                  <c:v>4.5066374306924173E-2</c:v>
                </c:pt>
                <c:pt idx="13">
                  <c:v>4.4962738212685371E-2</c:v>
                </c:pt>
                <c:pt idx="14">
                  <c:v>3.925596126881703E-2</c:v>
                </c:pt>
                <c:pt idx="15">
                  <c:v>3.6880164915652942E-2</c:v>
                </c:pt>
                <c:pt idx="16">
                  <c:v>3.9259516785657977E-2</c:v>
                </c:pt>
                <c:pt idx="17">
                  <c:v>4.227578239682539E-2</c:v>
                </c:pt>
                <c:pt idx="18">
                  <c:v>4.498245142821955E-2</c:v>
                </c:pt>
                <c:pt idx="19">
                  <c:v>4.2375990160564703E-2</c:v>
                </c:pt>
                <c:pt idx="20">
                  <c:v>4.4247401273958882E-2</c:v>
                </c:pt>
                <c:pt idx="21">
                  <c:v>4.7580992339478552E-2</c:v>
                </c:pt>
                <c:pt idx="22">
                  <c:v>4.8730113890708797E-2</c:v>
                </c:pt>
                <c:pt idx="23">
                  <c:v>4.8312957918596133E-2</c:v>
                </c:pt>
                <c:pt idx="24">
                  <c:v>4.5598743926773537E-2</c:v>
                </c:pt>
                <c:pt idx="25">
                  <c:v>5.0576304147787583E-2</c:v>
                </c:pt>
                <c:pt idx="26">
                  <c:v>5.4771896416748511E-2</c:v>
                </c:pt>
                <c:pt idx="27">
                  <c:v>5.5297285884977621E-2</c:v>
                </c:pt>
                <c:pt idx="28">
                  <c:v>5.3196355592552758E-2</c:v>
                </c:pt>
                <c:pt idx="29">
                  <c:v>5.3511652375985097E-2</c:v>
                </c:pt>
                <c:pt idx="30">
                  <c:v>5.2252224220126209E-2</c:v>
                </c:pt>
                <c:pt idx="31">
                  <c:v>5.1305007775039213E-2</c:v>
                </c:pt>
                <c:pt idx="32">
                  <c:v>5.172368758697643E-2</c:v>
                </c:pt>
                <c:pt idx="33">
                  <c:v>4.6808113470370623E-2</c:v>
                </c:pt>
                <c:pt idx="34">
                  <c:v>4.4618356484328332E-2</c:v>
                </c:pt>
                <c:pt idx="35">
                  <c:v>4.2643849045689082E-2</c:v>
                </c:pt>
                <c:pt idx="36">
                  <c:v>4.4413512128134817E-2</c:v>
                </c:pt>
                <c:pt idx="37">
                  <c:v>3.8124969611125881E-2</c:v>
                </c:pt>
                <c:pt idx="38">
                  <c:v>4.1428469912195398E-2</c:v>
                </c:pt>
                <c:pt idx="39">
                  <c:v>4.3917196714733819E-2</c:v>
                </c:pt>
                <c:pt idx="40">
                  <c:v>4.7249068876600082E-2</c:v>
                </c:pt>
                <c:pt idx="41">
                  <c:v>4.6413275525541531E-2</c:v>
                </c:pt>
                <c:pt idx="42">
                  <c:v>4.4430246178345678E-2</c:v>
                </c:pt>
                <c:pt idx="43">
                  <c:v>4.2234527370682562E-2</c:v>
                </c:pt>
                <c:pt idx="44">
                  <c:v>4.5761196750718991E-2</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numCache>
            </c:numRef>
          </c:val>
          <c:smooth val="0"/>
          <c:extLst>
            <c:ext xmlns:c16="http://schemas.microsoft.com/office/drawing/2014/chart" uri="{C3380CC4-5D6E-409C-BE32-E72D297353CC}">
              <c16:uniqueId val="{00000000-74C1-4E07-A59D-3DB5DD531AAE}"/>
            </c:ext>
          </c:extLst>
        </c:ser>
        <c:ser>
          <c:idx val="1"/>
          <c:order val="1"/>
          <c:tx>
            <c:v>YoY (breakeven)</c:v>
          </c:tx>
          <c:spPr>
            <a:ln w="28575">
              <a:solidFill>
                <a:srgbClr val="8EB3DF"/>
              </a:solidFill>
              <a:prstDash val="dash"/>
            </a:ln>
          </c:spPr>
          <c:marker>
            <c:symbol val="none"/>
          </c:marker>
          <c:cat>
            <c:numRef>
              <c:f>'R3'!$A$2:$A$61</c:f>
              <c:numCache>
                <c:formatCode>yyyy\-mm\-dd</c:formatCode>
                <c:ptCount val="60"/>
                <c:pt idx="0">
                  <c:v>44927</c:v>
                </c:pt>
                <c:pt idx="1">
                  <c:v>44958</c:v>
                </c:pt>
                <c:pt idx="2">
                  <c:v>44986</c:v>
                </c:pt>
                <c:pt idx="3">
                  <c:v>45017</c:v>
                </c:pt>
                <c:pt idx="4">
                  <c:v>45047</c:v>
                </c:pt>
                <c:pt idx="5">
                  <c:v>45078</c:v>
                </c:pt>
                <c:pt idx="6">
                  <c:v>45108</c:v>
                </c:pt>
                <c:pt idx="7">
                  <c:v>45139</c:v>
                </c:pt>
                <c:pt idx="8">
                  <c:v>45170</c:v>
                </c:pt>
                <c:pt idx="9">
                  <c:v>45200</c:v>
                </c:pt>
                <c:pt idx="10">
                  <c:v>45231</c:v>
                </c:pt>
                <c:pt idx="11">
                  <c:v>45261</c:v>
                </c:pt>
                <c:pt idx="12">
                  <c:v>45292</c:v>
                </c:pt>
                <c:pt idx="13">
                  <c:v>45323</c:v>
                </c:pt>
                <c:pt idx="14">
                  <c:v>45352</c:v>
                </c:pt>
                <c:pt idx="15">
                  <c:v>45383</c:v>
                </c:pt>
                <c:pt idx="16">
                  <c:v>45413</c:v>
                </c:pt>
                <c:pt idx="17">
                  <c:v>45444</c:v>
                </c:pt>
                <c:pt idx="18">
                  <c:v>45474</c:v>
                </c:pt>
                <c:pt idx="19">
                  <c:v>45505</c:v>
                </c:pt>
                <c:pt idx="20">
                  <c:v>45536</c:v>
                </c:pt>
                <c:pt idx="21">
                  <c:v>45566</c:v>
                </c:pt>
                <c:pt idx="22">
                  <c:v>45597</c:v>
                </c:pt>
                <c:pt idx="23">
                  <c:v>45627</c:v>
                </c:pt>
                <c:pt idx="24">
                  <c:v>45658</c:v>
                </c:pt>
                <c:pt idx="25">
                  <c:v>45689</c:v>
                </c:pt>
                <c:pt idx="26">
                  <c:v>45717</c:v>
                </c:pt>
                <c:pt idx="27">
                  <c:v>45748</c:v>
                </c:pt>
                <c:pt idx="28">
                  <c:v>45778</c:v>
                </c:pt>
                <c:pt idx="29">
                  <c:v>45809</c:v>
                </c:pt>
                <c:pt idx="30">
                  <c:v>45839</c:v>
                </c:pt>
                <c:pt idx="31">
                  <c:v>45870</c:v>
                </c:pt>
                <c:pt idx="32">
                  <c:v>45901</c:v>
                </c:pt>
                <c:pt idx="33">
                  <c:v>45931</c:v>
                </c:pt>
                <c:pt idx="34">
                  <c:v>45962</c:v>
                </c:pt>
                <c:pt idx="35">
                  <c:v>45992</c:v>
                </c:pt>
                <c:pt idx="36">
                  <c:v>46023</c:v>
                </c:pt>
                <c:pt idx="37">
                  <c:v>46054</c:v>
                </c:pt>
                <c:pt idx="38">
                  <c:v>46082</c:v>
                </c:pt>
                <c:pt idx="39">
                  <c:v>46113</c:v>
                </c:pt>
                <c:pt idx="40">
                  <c:v>46143</c:v>
                </c:pt>
                <c:pt idx="41">
                  <c:v>46174</c:v>
                </c:pt>
                <c:pt idx="42">
                  <c:v>46204</c:v>
                </c:pt>
                <c:pt idx="43">
                  <c:v>46235</c:v>
                </c:pt>
                <c:pt idx="44">
                  <c:v>46266</c:v>
                </c:pt>
                <c:pt idx="45">
                  <c:v>46296</c:v>
                </c:pt>
                <c:pt idx="46">
                  <c:v>46327</c:v>
                </c:pt>
                <c:pt idx="47">
                  <c:v>46357</c:v>
                </c:pt>
                <c:pt idx="48">
                  <c:v>46388</c:v>
                </c:pt>
                <c:pt idx="49">
                  <c:v>46419</c:v>
                </c:pt>
                <c:pt idx="50">
                  <c:v>46447</c:v>
                </c:pt>
                <c:pt idx="51">
                  <c:v>46478</c:v>
                </c:pt>
                <c:pt idx="52">
                  <c:v>46508</c:v>
                </c:pt>
                <c:pt idx="53">
                  <c:v>46539</c:v>
                </c:pt>
                <c:pt idx="54">
                  <c:v>46569</c:v>
                </c:pt>
                <c:pt idx="55">
                  <c:v>46600</c:v>
                </c:pt>
                <c:pt idx="56">
                  <c:v>46631</c:v>
                </c:pt>
                <c:pt idx="57">
                  <c:v>46661</c:v>
                </c:pt>
                <c:pt idx="58">
                  <c:v>46692</c:v>
                </c:pt>
                <c:pt idx="59">
                  <c:v>46722</c:v>
                </c:pt>
              </c:numCache>
            </c:numRef>
          </c:cat>
          <c:val>
            <c:numRef>
              <c:f>'R3'!$C$2:$C$61</c:f>
              <c:numCache>
                <c:formatCode>General</c:formatCode>
                <c:ptCount val="60"/>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4.5761196750718991E-2</c:v>
                </c:pt>
                <c:pt idx="45">
                  <c:v>4.9903302777188019E-2</c:v>
                </c:pt>
                <c:pt idx="46">
                  <c:v>5.3638872390018522E-2</c:v>
                </c:pt>
                <c:pt idx="47">
                  <c:v>5.8432301713235317E-2</c:v>
                </c:pt>
                <c:pt idx="48">
                  <c:v>6.254072113934428E-2</c:v>
                </c:pt>
                <c:pt idx="49">
                  <c:v>6.4560727576886467E-2</c:v>
                </c:pt>
                <c:pt idx="50">
                  <c:v>6.1877605506445388E-2</c:v>
                </c:pt>
                <c:pt idx="51">
                  <c:v>6.1523629535536813E-2</c:v>
                </c:pt>
                <c:pt idx="52">
                  <c:v>6.0852834237653967E-2</c:v>
                </c:pt>
                <c:pt idx="53">
                  <c:v>6.3780789580698105E-2</c:v>
                </c:pt>
                <c:pt idx="54">
                  <c:v>6.7569896000263086E-2</c:v>
                </c:pt>
                <c:pt idx="55">
                  <c:v>7.4551102083560306E-2</c:v>
                </c:pt>
                <c:pt idx="56">
                  <c:v>7.0996000000000059E-2</c:v>
                </c:pt>
                <c:pt idx="57">
                  <c:v>7.0455058546438298E-2</c:v>
                </c:pt>
                <c:pt idx="58">
                  <c:v>6.874344154072265E-2</c:v>
                </c:pt>
                <c:pt idx="59">
                  <c:v>6.6720679015325648E-2</c:v>
                </c:pt>
              </c:numCache>
            </c:numRef>
          </c:val>
          <c:smooth val="0"/>
          <c:extLst>
            <c:ext xmlns:c16="http://schemas.microsoft.com/office/drawing/2014/chart" uri="{C3380CC4-5D6E-409C-BE32-E72D297353CC}">
              <c16:uniqueId val="{00000001-74C1-4E07-A59D-3DB5DD531AAE}"/>
            </c:ext>
          </c:extLst>
        </c:ser>
        <c:ser>
          <c:idx val="2"/>
          <c:order val="2"/>
          <c:tx>
            <c:v>3y mov. avg.</c:v>
          </c:tx>
          <c:spPr>
            <a:ln w="28575">
              <a:solidFill>
                <a:srgbClr val="1F2F44"/>
              </a:solidFill>
              <a:prstDash val="solid"/>
            </a:ln>
          </c:spPr>
          <c:marker>
            <c:symbol val="none"/>
          </c:marker>
          <c:cat>
            <c:numRef>
              <c:f>'R3'!$A$2:$A$61</c:f>
              <c:numCache>
                <c:formatCode>yyyy\-mm\-dd</c:formatCode>
                <c:ptCount val="60"/>
                <c:pt idx="0">
                  <c:v>44927</c:v>
                </c:pt>
                <c:pt idx="1">
                  <c:v>44958</c:v>
                </c:pt>
                <c:pt idx="2">
                  <c:v>44986</c:v>
                </c:pt>
                <c:pt idx="3">
                  <c:v>45017</c:v>
                </c:pt>
                <c:pt idx="4">
                  <c:v>45047</c:v>
                </c:pt>
                <c:pt idx="5">
                  <c:v>45078</c:v>
                </c:pt>
                <c:pt idx="6">
                  <c:v>45108</c:v>
                </c:pt>
                <c:pt idx="7">
                  <c:v>45139</c:v>
                </c:pt>
                <c:pt idx="8">
                  <c:v>45170</c:v>
                </c:pt>
                <c:pt idx="9">
                  <c:v>45200</c:v>
                </c:pt>
                <c:pt idx="10">
                  <c:v>45231</c:v>
                </c:pt>
                <c:pt idx="11">
                  <c:v>45261</c:v>
                </c:pt>
                <c:pt idx="12">
                  <c:v>45292</c:v>
                </c:pt>
                <c:pt idx="13">
                  <c:v>45323</c:v>
                </c:pt>
                <c:pt idx="14">
                  <c:v>45352</c:v>
                </c:pt>
                <c:pt idx="15">
                  <c:v>45383</c:v>
                </c:pt>
                <c:pt idx="16">
                  <c:v>45413</c:v>
                </c:pt>
                <c:pt idx="17">
                  <c:v>45444</c:v>
                </c:pt>
                <c:pt idx="18">
                  <c:v>45474</c:v>
                </c:pt>
                <c:pt idx="19">
                  <c:v>45505</c:v>
                </c:pt>
                <c:pt idx="20">
                  <c:v>45536</c:v>
                </c:pt>
                <c:pt idx="21">
                  <c:v>45566</c:v>
                </c:pt>
                <c:pt idx="22">
                  <c:v>45597</c:v>
                </c:pt>
                <c:pt idx="23">
                  <c:v>45627</c:v>
                </c:pt>
                <c:pt idx="24">
                  <c:v>45658</c:v>
                </c:pt>
                <c:pt idx="25">
                  <c:v>45689</c:v>
                </c:pt>
                <c:pt idx="26">
                  <c:v>45717</c:v>
                </c:pt>
                <c:pt idx="27">
                  <c:v>45748</c:v>
                </c:pt>
                <c:pt idx="28">
                  <c:v>45778</c:v>
                </c:pt>
                <c:pt idx="29">
                  <c:v>45809</c:v>
                </c:pt>
                <c:pt idx="30">
                  <c:v>45839</c:v>
                </c:pt>
                <c:pt idx="31">
                  <c:v>45870</c:v>
                </c:pt>
                <c:pt idx="32">
                  <c:v>45901</c:v>
                </c:pt>
                <c:pt idx="33">
                  <c:v>45931</c:v>
                </c:pt>
                <c:pt idx="34">
                  <c:v>45962</c:v>
                </c:pt>
                <c:pt idx="35">
                  <c:v>45992</c:v>
                </c:pt>
                <c:pt idx="36">
                  <c:v>46023</c:v>
                </c:pt>
                <c:pt idx="37">
                  <c:v>46054</c:v>
                </c:pt>
                <c:pt idx="38">
                  <c:v>46082</c:v>
                </c:pt>
                <c:pt idx="39">
                  <c:v>46113</c:v>
                </c:pt>
                <c:pt idx="40">
                  <c:v>46143</c:v>
                </c:pt>
                <c:pt idx="41">
                  <c:v>46174</c:v>
                </c:pt>
                <c:pt idx="42">
                  <c:v>46204</c:v>
                </c:pt>
                <c:pt idx="43">
                  <c:v>46235</c:v>
                </c:pt>
                <c:pt idx="44">
                  <c:v>46266</c:v>
                </c:pt>
                <c:pt idx="45">
                  <c:v>46296</c:v>
                </c:pt>
                <c:pt idx="46">
                  <c:v>46327</c:v>
                </c:pt>
                <c:pt idx="47">
                  <c:v>46357</c:v>
                </c:pt>
                <c:pt idx="48">
                  <c:v>46388</c:v>
                </c:pt>
                <c:pt idx="49">
                  <c:v>46419</c:v>
                </c:pt>
                <c:pt idx="50">
                  <c:v>46447</c:v>
                </c:pt>
                <c:pt idx="51">
                  <c:v>46478</c:v>
                </c:pt>
                <c:pt idx="52">
                  <c:v>46508</c:v>
                </c:pt>
                <c:pt idx="53">
                  <c:v>46539</c:v>
                </c:pt>
                <c:pt idx="54">
                  <c:v>46569</c:v>
                </c:pt>
                <c:pt idx="55">
                  <c:v>46600</c:v>
                </c:pt>
                <c:pt idx="56">
                  <c:v>46631</c:v>
                </c:pt>
                <c:pt idx="57">
                  <c:v>46661</c:v>
                </c:pt>
                <c:pt idx="58">
                  <c:v>46692</c:v>
                </c:pt>
                <c:pt idx="59">
                  <c:v>46722</c:v>
                </c:pt>
              </c:numCache>
            </c:numRef>
          </c:cat>
          <c:val>
            <c:numRef>
              <c:f>'R3'!$D$2:$D$61</c:f>
              <c:numCache>
                <c:formatCode>General</c:formatCode>
                <c:ptCount val="60"/>
                <c:pt idx="0">
                  <c:v>6.8751398047017132E-2</c:v>
                </c:pt>
                <c:pt idx="1">
                  <c:v>7.0843934500094852E-2</c:v>
                </c:pt>
                <c:pt idx="2">
                  <c:v>7.3121954056466251E-2</c:v>
                </c:pt>
                <c:pt idx="3">
                  <c:v>7.6412991686289455E-2</c:v>
                </c:pt>
                <c:pt idx="4">
                  <c:v>7.8605577719343955E-2</c:v>
                </c:pt>
                <c:pt idx="5">
                  <c:v>7.7384947278293259E-2</c:v>
                </c:pt>
                <c:pt idx="6">
                  <c:v>7.6525445559440408E-2</c:v>
                </c:pt>
                <c:pt idx="7">
                  <c:v>7.6489646103274911E-2</c:v>
                </c:pt>
                <c:pt idx="8">
                  <c:v>7.5133054941622923E-2</c:v>
                </c:pt>
                <c:pt idx="9">
                  <c:v>7.2925529542659628E-2</c:v>
                </c:pt>
                <c:pt idx="10">
                  <c:v>7.0758786662898476E-2</c:v>
                </c:pt>
                <c:pt idx="11">
                  <c:v>6.7969420200373998E-2</c:v>
                </c:pt>
                <c:pt idx="12">
                  <c:v>6.8572752780634794E-2</c:v>
                </c:pt>
                <c:pt idx="13">
                  <c:v>6.8466796136134489E-2</c:v>
                </c:pt>
                <c:pt idx="14">
                  <c:v>6.5742728184692067E-2</c:v>
                </c:pt>
                <c:pt idx="15">
                  <c:v>6.599057533971675E-2</c:v>
                </c:pt>
                <c:pt idx="16">
                  <c:v>6.4685077830475057E-2</c:v>
                </c:pt>
                <c:pt idx="17">
                  <c:v>6.3554200274479569E-2</c:v>
                </c:pt>
                <c:pt idx="18">
                  <c:v>6.1513634771845897E-2</c:v>
                </c:pt>
                <c:pt idx="19">
                  <c:v>5.8382411706427773E-2</c:v>
                </c:pt>
                <c:pt idx="20">
                  <c:v>5.5865440465257647E-2</c:v>
                </c:pt>
                <c:pt idx="21">
                  <c:v>5.3461462129197779E-2</c:v>
                </c:pt>
                <c:pt idx="22">
                  <c:v>5.1509893206076678E-2</c:v>
                </c:pt>
                <c:pt idx="23">
                  <c:v>5.0778662168296629E-2</c:v>
                </c:pt>
                <c:pt idx="24">
                  <c:v>4.9453153220341717E-2</c:v>
                </c:pt>
                <c:pt idx="25">
                  <c:v>5.0491086003688013E-2</c:v>
                </c:pt>
                <c:pt idx="26">
                  <c:v>4.6825748266726253E-2</c:v>
                </c:pt>
                <c:pt idx="27">
                  <c:v>4.4645936236352053E-2</c:v>
                </c:pt>
                <c:pt idx="28">
                  <c:v>4.3917597200072933E-2</c:v>
                </c:pt>
                <c:pt idx="29">
                  <c:v>4.2429152423854033E-2</c:v>
                </c:pt>
                <c:pt idx="30">
                  <c:v>4.5707472444012957E-2</c:v>
                </c:pt>
                <c:pt idx="31">
                  <c:v>4.658131336978677E-2</c:v>
                </c:pt>
                <c:pt idx="32">
                  <c:v>4.9268446242060497E-2</c:v>
                </c:pt>
                <c:pt idx="33">
                  <c:v>4.7527034261791952E-2</c:v>
                </c:pt>
                <c:pt idx="34">
                  <c:v>4.6726598010299547E-2</c:v>
                </c:pt>
                <c:pt idx="35">
                  <c:v>4.5720029383943477E-2</c:v>
                </c:pt>
                <c:pt idx="36">
                  <c:v>4.5026097709715662E-2</c:v>
                </c:pt>
                <c:pt idx="37">
                  <c:v>4.4542257261960261E-2</c:v>
                </c:pt>
                <c:pt idx="38">
                  <c:v>4.5129661235368657E-2</c:v>
                </c:pt>
                <c:pt idx="39">
                  <c:v>4.5337378554012098E-2</c:v>
                </c:pt>
                <c:pt idx="40">
                  <c:v>4.6552726720383568E-2</c:v>
                </c:pt>
                <c:pt idx="41">
                  <c:v>4.7389969258840647E-2</c:v>
                </c:pt>
                <c:pt idx="42">
                  <c:v>4.7215584458365052E-2</c:v>
                </c:pt>
                <c:pt idx="43">
                  <c:v>4.5296580453458857E-2</c:v>
                </c:pt>
                <c:pt idx="44">
                  <c:v>4.7239128510556887E-2</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numCache>
            </c:numRef>
          </c:val>
          <c:smooth val="0"/>
          <c:extLst>
            <c:ext xmlns:c16="http://schemas.microsoft.com/office/drawing/2014/chart" uri="{C3380CC4-5D6E-409C-BE32-E72D297353CC}">
              <c16:uniqueId val="{00000002-74C1-4E07-A59D-3DB5DD531AAE}"/>
            </c:ext>
          </c:extLst>
        </c:ser>
        <c:ser>
          <c:idx val="3"/>
          <c:order val="3"/>
          <c:tx>
            <c:v>3y mov. avg. (breakeven)</c:v>
          </c:tx>
          <c:spPr>
            <a:ln w="28575">
              <a:solidFill>
                <a:srgbClr val="1F2F44"/>
              </a:solidFill>
              <a:prstDash val="dash"/>
            </a:ln>
          </c:spPr>
          <c:marker>
            <c:symbol val="none"/>
          </c:marker>
          <c:cat>
            <c:numRef>
              <c:f>'R3'!$A$2:$A$61</c:f>
              <c:numCache>
                <c:formatCode>yyyy\-mm\-dd</c:formatCode>
                <c:ptCount val="60"/>
                <c:pt idx="0">
                  <c:v>44927</c:v>
                </c:pt>
                <c:pt idx="1">
                  <c:v>44958</c:v>
                </c:pt>
                <c:pt idx="2">
                  <c:v>44986</c:v>
                </c:pt>
                <c:pt idx="3">
                  <c:v>45017</c:v>
                </c:pt>
                <c:pt idx="4">
                  <c:v>45047</c:v>
                </c:pt>
                <c:pt idx="5">
                  <c:v>45078</c:v>
                </c:pt>
                <c:pt idx="6">
                  <c:v>45108</c:v>
                </c:pt>
                <c:pt idx="7">
                  <c:v>45139</c:v>
                </c:pt>
                <c:pt idx="8">
                  <c:v>45170</c:v>
                </c:pt>
                <c:pt idx="9">
                  <c:v>45200</c:v>
                </c:pt>
                <c:pt idx="10">
                  <c:v>45231</c:v>
                </c:pt>
                <c:pt idx="11">
                  <c:v>45261</c:v>
                </c:pt>
                <c:pt idx="12">
                  <c:v>45292</c:v>
                </c:pt>
                <c:pt idx="13">
                  <c:v>45323</c:v>
                </c:pt>
                <c:pt idx="14">
                  <c:v>45352</c:v>
                </c:pt>
                <c:pt idx="15">
                  <c:v>45383</c:v>
                </c:pt>
                <c:pt idx="16">
                  <c:v>45413</c:v>
                </c:pt>
                <c:pt idx="17">
                  <c:v>45444</c:v>
                </c:pt>
                <c:pt idx="18">
                  <c:v>45474</c:v>
                </c:pt>
                <c:pt idx="19">
                  <c:v>45505</c:v>
                </c:pt>
                <c:pt idx="20">
                  <c:v>45536</c:v>
                </c:pt>
                <c:pt idx="21">
                  <c:v>45566</c:v>
                </c:pt>
                <c:pt idx="22">
                  <c:v>45597</c:v>
                </c:pt>
                <c:pt idx="23">
                  <c:v>45627</c:v>
                </c:pt>
                <c:pt idx="24">
                  <c:v>45658</c:v>
                </c:pt>
                <c:pt idx="25">
                  <c:v>45689</c:v>
                </c:pt>
                <c:pt idx="26">
                  <c:v>45717</c:v>
                </c:pt>
                <c:pt idx="27">
                  <c:v>45748</c:v>
                </c:pt>
                <c:pt idx="28">
                  <c:v>45778</c:v>
                </c:pt>
                <c:pt idx="29">
                  <c:v>45809</c:v>
                </c:pt>
                <c:pt idx="30">
                  <c:v>45839</c:v>
                </c:pt>
                <c:pt idx="31">
                  <c:v>45870</c:v>
                </c:pt>
                <c:pt idx="32">
                  <c:v>45901</c:v>
                </c:pt>
                <c:pt idx="33">
                  <c:v>45931</c:v>
                </c:pt>
                <c:pt idx="34">
                  <c:v>45962</c:v>
                </c:pt>
                <c:pt idx="35">
                  <c:v>45992</c:v>
                </c:pt>
                <c:pt idx="36">
                  <c:v>46023</c:v>
                </c:pt>
                <c:pt idx="37">
                  <c:v>46054</c:v>
                </c:pt>
                <c:pt idx="38">
                  <c:v>46082</c:v>
                </c:pt>
                <c:pt idx="39">
                  <c:v>46113</c:v>
                </c:pt>
                <c:pt idx="40">
                  <c:v>46143</c:v>
                </c:pt>
                <c:pt idx="41">
                  <c:v>46174</c:v>
                </c:pt>
                <c:pt idx="42">
                  <c:v>46204</c:v>
                </c:pt>
                <c:pt idx="43">
                  <c:v>46235</c:v>
                </c:pt>
                <c:pt idx="44">
                  <c:v>46266</c:v>
                </c:pt>
                <c:pt idx="45">
                  <c:v>46296</c:v>
                </c:pt>
                <c:pt idx="46">
                  <c:v>46327</c:v>
                </c:pt>
                <c:pt idx="47">
                  <c:v>46357</c:v>
                </c:pt>
                <c:pt idx="48">
                  <c:v>46388</c:v>
                </c:pt>
                <c:pt idx="49">
                  <c:v>46419</c:v>
                </c:pt>
                <c:pt idx="50">
                  <c:v>46447</c:v>
                </c:pt>
                <c:pt idx="51">
                  <c:v>46478</c:v>
                </c:pt>
                <c:pt idx="52">
                  <c:v>46508</c:v>
                </c:pt>
                <c:pt idx="53">
                  <c:v>46539</c:v>
                </c:pt>
                <c:pt idx="54">
                  <c:v>46569</c:v>
                </c:pt>
                <c:pt idx="55">
                  <c:v>46600</c:v>
                </c:pt>
                <c:pt idx="56">
                  <c:v>46631</c:v>
                </c:pt>
                <c:pt idx="57">
                  <c:v>46661</c:v>
                </c:pt>
                <c:pt idx="58">
                  <c:v>46692</c:v>
                </c:pt>
                <c:pt idx="59">
                  <c:v>46722</c:v>
                </c:pt>
              </c:numCache>
            </c:numRef>
          </c:cat>
          <c:val>
            <c:numRef>
              <c:f>'R3'!$E$2:$E$61</c:f>
              <c:numCache>
                <c:formatCode>General</c:formatCode>
                <c:ptCount val="60"/>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4.7239128510556887E-2</c:v>
                </c:pt>
                <c:pt idx="45">
                  <c:v>4.8096644553128787E-2</c:v>
                </c:pt>
                <c:pt idx="46">
                  <c:v>4.8989301601201518E-2</c:v>
                </c:pt>
                <c:pt idx="47">
                  <c:v>4.9776085262100762E-2</c:v>
                </c:pt>
                <c:pt idx="48">
                  <c:v>5.0818489990111633E-2</c:v>
                </c:pt>
                <c:pt idx="49">
                  <c:v>5.103188881444054E-2</c:v>
                </c:pt>
                <c:pt idx="50">
                  <c:v>5.2658461772729037E-2</c:v>
                </c:pt>
                <c:pt idx="51">
                  <c:v>5.3554111701367368E-2</c:v>
                </c:pt>
                <c:pt idx="52">
                  <c:v>5.3751381918754282E-2</c:v>
                </c:pt>
                <c:pt idx="53">
                  <c:v>5.4544495700533213E-2</c:v>
                </c:pt>
                <c:pt idx="54">
                  <c:v>5.4707102242636203E-2</c:v>
                </c:pt>
                <c:pt idx="55">
                  <c:v>5.5942867833433503E-2</c:v>
                </c:pt>
                <c:pt idx="56">
                  <c:v>5.6105592748578743E-2</c:v>
                </c:pt>
                <c:pt idx="57">
                  <c:v>5.5670227603687339E-2</c:v>
                </c:pt>
                <c:pt idx="58">
                  <c:v>5.5620057624417907E-2</c:v>
                </c:pt>
                <c:pt idx="59">
                  <c:v>5.5884938589193522E-2</c:v>
                </c:pt>
              </c:numCache>
            </c:numRef>
          </c:val>
          <c:smooth val="0"/>
          <c:extLst>
            <c:ext xmlns:c16="http://schemas.microsoft.com/office/drawing/2014/chart" uri="{C3380CC4-5D6E-409C-BE32-E72D297353CC}">
              <c16:uniqueId val="{00000003-74C1-4E07-A59D-3DB5DD531AAE}"/>
            </c:ext>
          </c:extLst>
        </c:ser>
        <c:dLbls>
          <c:showLegendKey val="0"/>
          <c:showVal val="0"/>
          <c:showCatName val="0"/>
          <c:showSerName val="0"/>
          <c:showPercent val="0"/>
          <c:showBubbleSize val="0"/>
        </c:dLbls>
        <c:smooth val="0"/>
        <c:axId val="50030001"/>
        <c:axId val="50030002"/>
      </c:lineChart>
      <c:dateAx>
        <c:axId val="50030001"/>
        <c:scaling>
          <c:orientation val="minMax"/>
        </c:scaling>
        <c:delete val="0"/>
        <c:axPos val="b"/>
        <c:numFmt formatCode="[$-409]mmm\-yy" sourceLinked="0"/>
        <c:majorTickMark val="none"/>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30002"/>
        <c:crosses val="autoZero"/>
        <c:auto val="1"/>
        <c:lblOffset val="100"/>
        <c:baseTimeUnit val="months"/>
        <c:majorUnit val="12"/>
        <c:majorTimeUnit val="months"/>
      </c:dateAx>
      <c:valAx>
        <c:axId val="50030002"/>
        <c:scaling>
          <c:orientation val="minMax"/>
          <c:max val="0.08"/>
          <c:min val="0.03"/>
        </c:scaling>
        <c:delete val="0"/>
        <c:axPos val="l"/>
        <c:numFmt formatCode="0%"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30001"/>
        <c:crosses val="autoZero"/>
        <c:crossBetween val="between"/>
        <c:majorUnit val="0.01"/>
      </c:valAx>
      <c:spPr>
        <a:noFill/>
        <a:ln>
          <a:noFill/>
        </a:ln>
      </c:spPr>
    </c:plotArea>
    <c:legend>
      <c:legendPos val="t"/>
      <c:layout>
        <c:manualLayout>
          <c:xMode val="edge"/>
          <c:yMode val="edge"/>
          <c:x val="0"/>
          <c:y val="0"/>
          <c:w val="1"/>
          <c:h val="0.3"/>
        </c:manualLayout>
      </c:layout>
      <c:overlay val="0"/>
      <c:txPr>
        <a:bodyPr/>
        <a:lstStyle/>
        <a:p>
          <a:pPr>
            <a:defRPr sz="7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302001312335956E-3"/>
          <c:y val="0"/>
          <c:w val="0.99706979986876643"/>
          <c:h val="0.86458232464057427"/>
        </c:manualLayout>
      </c:layout>
      <c:barChart>
        <c:barDir val="col"/>
        <c:grouping val="clustered"/>
        <c:varyColors val="0"/>
        <c:ser>
          <c:idx val="0"/>
          <c:order val="0"/>
          <c:tx>
            <c:v>Average annualized real return (%)</c:v>
          </c:tx>
          <c:invertIfNegative val="0"/>
          <c:dPt>
            <c:idx val="0"/>
            <c:invertIfNegative val="0"/>
            <c:bubble3D val="0"/>
            <c:spPr>
              <a:solidFill>
                <a:srgbClr val="707971"/>
              </a:solidFill>
              <a:ln>
                <a:noFill/>
              </a:ln>
            </c:spPr>
            <c:extLst>
              <c:ext xmlns:c16="http://schemas.microsoft.com/office/drawing/2014/chart" uri="{C3380CC4-5D6E-409C-BE32-E72D297353CC}">
                <c16:uniqueId val="{00000001-8251-423D-874E-8D9328EA8547}"/>
              </c:ext>
            </c:extLst>
          </c:dPt>
          <c:dPt>
            <c:idx val="1"/>
            <c:invertIfNegative val="0"/>
            <c:bubble3D val="0"/>
            <c:spPr>
              <a:solidFill>
                <a:srgbClr val="1F2F44"/>
              </a:solidFill>
              <a:ln>
                <a:noFill/>
              </a:ln>
            </c:spPr>
            <c:extLst>
              <c:ext xmlns:c16="http://schemas.microsoft.com/office/drawing/2014/chart" uri="{C3380CC4-5D6E-409C-BE32-E72D297353CC}">
                <c16:uniqueId val="{00000003-8251-423D-874E-8D9328EA8547}"/>
              </c:ext>
            </c:extLst>
          </c:dPt>
          <c:dPt>
            <c:idx val="2"/>
            <c:invertIfNegative val="0"/>
            <c:bubble3D val="0"/>
            <c:spPr>
              <a:solidFill>
                <a:srgbClr val="8EB3DF"/>
              </a:solidFill>
              <a:ln>
                <a:noFill/>
              </a:ln>
            </c:spPr>
            <c:extLst>
              <c:ext xmlns:c16="http://schemas.microsoft.com/office/drawing/2014/chart" uri="{C3380CC4-5D6E-409C-BE32-E72D297353CC}">
                <c16:uniqueId val="{00000005-8251-423D-874E-8D9328EA8547}"/>
              </c:ext>
            </c:extLst>
          </c:dPt>
          <c:dPt>
            <c:idx val="3"/>
            <c:invertIfNegative val="0"/>
            <c:bubble3D val="0"/>
            <c:spPr>
              <a:solidFill>
                <a:srgbClr val="F9C113"/>
              </a:solidFill>
              <a:ln>
                <a:noFill/>
              </a:ln>
            </c:spPr>
            <c:extLst>
              <c:ext xmlns:c16="http://schemas.microsoft.com/office/drawing/2014/chart" uri="{C3380CC4-5D6E-409C-BE32-E72D297353CC}">
                <c16:uniqueId val="{00000007-8251-423D-874E-8D9328EA8547}"/>
              </c:ext>
            </c:extLst>
          </c:dPt>
          <c:dLbls>
            <c:dLbl>
              <c:idx val="0"/>
              <c:tx>
                <c:rich>
                  <a:bodyPr/>
                  <a:lstStyle/>
                  <a:p>
                    <a:r>
                      <a:rPr lang="en-US" sz="900" b="1" baseline="0">
                        <a:solidFill>
                          <a:srgbClr val="707971"/>
                        </a:solidFill>
                        <a:latin typeface="Roboto Light"/>
                      </a:rPr>
                      <a:t>+11.2%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8251-423D-874E-8D9328EA8547}"/>
                </c:ext>
              </c:extLst>
            </c:dLbl>
            <c:dLbl>
              <c:idx val="1"/>
              <c:tx>
                <c:rich>
                  <a:bodyPr/>
                  <a:lstStyle/>
                  <a:p>
                    <a:r>
                      <a:rPr lang="en-US" sz="900" b="1" baseline="0">
                        <a:solidFill>
                          <a:srgbClr val="1F2F44"/>
                        </a:solidFill>
                        <a:latin typeface="Roboto Light"/>
                      </a:rPr>
                      <a:t>+9.7%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8251-423D-874E-8D9328EA8547}"/>
                </c:ext>
              </c:extLst>
            </c:dLbl>
            <c:dLbl>
              <c:idx val="2"/>
              <c:tx>
                <c:rich>
                  <a:bodyPr/>
                  <a:lstStyle/>
                  <a:p>
                    <a:r>
                      <a:rPr lang="en-US" sz="900" b="1" baseline="0">
                        <a:solidFill>
                          <a:srgbClr val="8EB3DF"/>
                        </a:solidFill>
                        <a:latin typeface="Roboto Light"/>
                      </a:rPr>
                      <a:t>+7.6%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8251-423D-874E-8D9328EA8547}"/>
                </c:ext>
              </c:extLst>
            </c:dLbl>
            <c:dLbl>
              <c:idx val="3"/>
              <c:tx>
                <c:rich>
                  <a:bodyPr/>
                  <a:lstStyle/>
                  <a:p>
                    <a:r>
                      <a:rPr lang="en-US" sz="900" b="1" baseline="0">
                        <a:solidFill>
                          <a:srgbClr val="F9C113"/>
                        </a:solidFill>
                        <a:latin typeface="Roboto Light"/>
                      </a:rPr>
                      <a:t>-17.5%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8251-423D-874E-8D9328EA8547}"/>
                </c:ext>
              </c:extLst>
            </c:dLbl>
            <c:spPr>
              <a:noFill/>
              <a:ln>
                <a:noFill/>
              </a:ln>
              <a:effectLst/>
            </c:spPr>
            <c:txPr>
              <a:bodyPr/>
              <a:lstStyle/>
              <a:p>
                <a:pPr>
                  <a:defRPr sz="900" b="1"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'R1'!$A$2:$A$5</c:f>
              <c:strCache>
                <c:ptCount val="4"/>
                <c:pt idx="0">
                  <c:v>Infl. down
Rates down</c:v>
                </c:pt>
                <c:pt idx="1">
                  <c:v>Infl. down
Rates up</c:v>
                </c:pt>
                <c:pt idx="2">
                  <c:v>Infl. up
Rates down</c:v>
                </c:pt>
                <c:pt idx="3">
                  <c:v>Infl. up
Rates up</c:v>
                </c:pt>
              </c:strCache>
            </c:strRef>
          </c:cat>
          <c:val>
            <c:numRef>
              <c:f>'R1'!$B$2:$B$5</c:f>
              <c:numCache>
                <c:formatCode>General</c:formatCode>
                <c:ptCount val="4"/>
                <c:pt idx="0">
                  <c:v>11.2</c:v>
                </c:pt>
                <c:pt idx="1">
                  <c:v>9.6999999999999993</c:v>
                </c:pt>
                <c:pt idx="2">
                  <c:v>7.6</c:v>
                </c:pt>
                <c:pt idx="3">
                  <c:v>-17.5</c:v>
                </c:pt>
              </c:numCache>
            </c:numRef>
          </c:val>
          <c:extLst>
            <c:ext xmlns:c16="http://schemas.microsoft.com/office/drawing/2014/chart" uri="{C3380CC4-5D6E-409C-BE32-E72D297353CC}">
              <c16:uniqueId val="{00000008-8251-423D-874E-8D9328EA8547}"/>
            </c:ext>
          </c:extLst>
        </c:ser>
        <c:dLbls>
          <c:showLegendKey val="0"/>
          <c:showVal val="0"/>
          <c:showCatName val="0"/>
          <c:showSerName val="0"/>
          <c:showPercent val="0"/>
          <c:showBubbleSize val="0"/>
        </c:dLbls>
        <c:gapWidth val="70"/>
        <c:axId val="50010001"/>
        <c:axId val="50010002"/>
      </c:barChart>
      <c:catAx>
        <c:axId val="50010001"/>
        <c:scaling>
          <c:orientation val="minMax"/>
        </c:scaling>
        <c:delete val="0"/>
        <c:axPos val="b"/>
        <c:numFmt formatCode="General" sourceLinked="0"/>
        <c:majorTickMark val="none"/>
        <c:minorTickMark val="none"/>
        <c:tickLblPos val="low"/>
        <c:spPr>
          <a:ln w="9525">
            <a:solidFill>
              <a:srgbClr val="7E7E7E"/>
            </a:solidFill>
          </a:ln>
        </c:spPr>
        <c:txPr>
          <a:bodyPr rot="0" vert="horz"/>
          <a:lstStyle/>
          <a:p>
            <a:pPr>
              <a:defRPr sz="800" b="0" baseline="0">
                <a:solidFill>
                  <a:srgbClr val="000000"/>
                </a:solidFill>
                <a:latin typeface="Roboto Light"/>
              </a:defRPr>
            </a:pPr>
            <a:endParaRPr lang="en-US"/>
          </a:p>
        </c:txPr>
        <c:crossAx val="50010002"/>
        <c:crosses val="autoZero"/>
        <c:auto val="1"/>
        <c:lblAlgn val="ctr"/>
        <c:lblOffset val="100"/>
        <c:tickLblSkip val="1"/>
        <c:noMultiLvlLbl val="0"/>
      </c:catAx>
      <c:valAx>
        <c:axId val="50010002"/>
        <c:scaling>
          <c:orientation val="minMax"/>
          <c:max val="24"/>
          <c:min val="-24"/>
        </c:scaling>
        <c:delete val="1"/>
        <c:axPos val="l"/>
        <c:numFmt formatCode="General" sourceLinked="1"/>
        <c:majorTickMark val="out"/>
        <c:minorTickMark val="none"/>
        <c:tickLblPos val="nextTo"/>
        <c:crossAx val="5001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1744928368328956"/>
          <c:y val="3.3405873725142407E-2"/>
          <c:w val="0.68255071631671038"/>
          <c:h val="0.93350066522763042"/>
        </c:manualLayout>
      </c:layout>
      <c:barChart>
        <c:barDir val="bar"/>
        <c:grouping val="clustered"/>
        <c:varyColors val="0"/>
        <c:ser>
          <c:idx val="0"/>
          <c:order val="0"/>
          <c:tx>
            <c:v>Excess over the Ibovespa (p.p.)</c:v>
          </c:tx>
          <c:invertIfNegative val="0"/>
          <c:dPt>
            <c:idx val="0"/>
            <c:invertIfNegative val="0"/>
            <c:bubble3D val="0"/>
            <c:spPr>
              <a:solidFill>
                <a:srgbClr val="8EB3DF"/>
              </a:solidFill>
              <a:ln>
                <a:noFill/>
              </a:ln>
            </c:spPr>
            <c:extLst>
              <c:ext xmlns:c16="http://schemas.microsoft.com/office/drawing/2014/chart" uri="{C3380CC4-5D6E-409C-BE32-E72D297353CC}">
                <c16:uniqueId val="{00000001-3F35-459D-838F-16E4D3035850}"/>
              </c:ext>
            </c:extLst>
          </c:dPt>
          <c:dPt>
            <c:idx val="1"/>
            <c:invertIfNegative val="0"/>
            <c:bubble3D val="0"/>
            <c:spPr>
              <a:solidFill>
                <a:srgbClr val="8EB3DF"/>
              </a:solidFill>
              <a:ln>
                <a:noFill/>
              </a:ln>
            </c:spPr>
            <c:extLst>
              <c:ext xmlns:c16="http://schemas.microsoft.com/office/drawing/2014/chart" uri="{C3380CC4-5D6E-409C-BE32-E72D297353CC}">
                <c16:uniqueId val="{00000003-3F35-459D-838F-16E4D3035850}"/>
              </c:ext>
            </c:extLst>
          </c:dPt>
          <c:dPt>
            <c:idx val="2"/>
            <c:invertIfNegative val="0"/>
            <c:bubble3D val="0"/>
            <c:spPr>
              <a:solidFill>
                <a:srgbClr val="8EB3DF"/>
              </a:solidFill>
              <a:ln>
                <a:noFill/>
              </a:ln>
            </c:spPr>
            <c:extLst>
              <c:ext xmlns:c16="http://schemas.microsoft.com/office/drawing/2014/chart" uri="{C3380CC4-5D6E-409C-BE32-E72D297353CC}">
                <c16:uniqueId val="{00000005-3F35-459D-838F-16E4D3035850}"/>
              </c:ext>
            </c:extLst>
          </c:dPt>
          <c:dPt>
            <c:idx val="3"/>
            <c:invertIfNegative val="0"/>
            <c:bubble3D val="0"/>
            <c:spPr>
              <a:solidFill>
                <a:srgbClr val="8EB3DF"/>
              </a:solidFill>
              <a:ln>
                <a:noFill/>
              </a:ln>
            </c:spPr>
            <c:extLst>
              <c:ext xmlns:c16="http://schemas.microsoft.com/office/drawing/2014/chart" uri="{C3380CC4-5D6E-409C-BE32-E72D297353CC}">
                <c16:uniqueId val="{00000007-3F35-459D-838F-16E4D3035850}"/>
              </c:ext>
            </c:extLst>
          </c:dPt>
          <c:dPt>
            <c:idx val="4"/>
            <c:invertIfNegative val="0"/>
            <c:bubble3D val="0"/>
            <c:spPr>
              <a:solidFill>
                <a:srgbClr val="8EB3DF"/>
              </a:solidFill>
              <a:ln>
                <a:noFill/>
              </a:ln>
            </c:spPr>
            <c:extLst>
              <c:ext xmlns:c16="http://schemas.microsoft.com/office/drawing/2014/chart" uri="{C3380CC4-5D6E-409C-BE32-E72D297353CC}">
                <c16:uniqueId val="{00000009-3F35-459D-838F-16E4D3035850}"/>
              </c:ext>
            </c:extLst>
          </c:dPt>
          <c:dPt>
            <c:idx val="5"/>
            <c:invertIfNegative val="0"/>
            <c:bubble3D val="0"/>
            <c:spPr>
              <a:solidFill>
                <a:srgbClr val="8EB3DF"/>
              </a:solidFill>
              <a:ln>
                <a:noFill/>
              </a:ln>
            </c:spPr>
            <c:extLst>
              <c:ext xmlns:c16="http://schemas.microsoft.com/office/drawing/2014/chart" uri="{C3380CC4-5D6E-409C-BE32-E72D297353CC}">
                <c16:uniqueId val="{0000000B-3F35-459D-838F-16E4D3035850}"/>
              </c:ext>
            </c:extLst>
          </c:dPt>
          <c:dPt>
            <c:idx val="6"/>
            <c:invertIfNegative val="0"/>
            <c:bubble3D val="0"/>
            <c:spPr>
              <a:solidFill>
                <a:srgbClr val="1F2F44"/>
              </a:solidFill>
              <a:ln>
                <a:noFill/>
              </a:ln>
            </c:spPr>
            <c:extLst>
              <c:ext xmlns:c16="http://schemas.microsoft.com/office/drawing/2014/chart" uri="{C3380CC4-5D6E-409C-BE32-E72D297353CC}">
                <c16:uniqueId val="{0000000D-3F35-459D-838F-16E4D3035850}"/>
              </c:ext>
            </c:extLst>
          </c:dPt>
          <c:dPt>
            <c:idx val="7"/>
            <c:invertIfNegative val="0"/>
            <c:bubble3D val="0"/>
            <c:spPr>
              <a:solidFill>
                <a:srgbClr val="1F2F44"/>
              </a:solidFill>
              <a:ln>
                <a:noFill/>
              </a:ln>
            </c:spPr>
            <c:extLst>
              <c:ext xmlns:c16="http://schemas.microsoft.com/office/drawing/2014/chart" uri="{C3380CC4-5D6E-409C-BE32-E72D297353CC}">
                <c16:uniqueId val="{0000000F-3F35-459D-838F-16E4D3035850}"/>
              </c:ext>
            </c:extLst>
          </c:dPt>
          <c:dPt>
            <c:idx val="8"/>
            <c:invertIfNegative val="0"/>
            <c:bubble3D val="0"/>
            <c:spPr>
              <a:solidFill>
                <a:srgbClr val="1F2F44"/>
              </a:solidFill>
              <a:ln>
                <a:noFill/>
              </a:ln>
            </c:spPr>
            <c:extLst>
              <c:ext xmlns:c16="http://schemas.microsoft.com/office/drawing/2014/chart" uri="{C3380CC4-5D6E-409C-BE32-E72D297353CC}">
                <c16:uniqueId val="{00000011-3F35-459D-838F-16E4D3035850}"/>
              </c:ext>
            </c:extLst>
          </c:dPt>
          <c:dPt>
            <c:idx val="9"/>
            <c:invertIfNegative val="0"/>
            <c:bubble3D val="0"/>
            <c:spPr>
              <a:solidFill>
                <a:srgbClr val="1F2F44"/>
              </a:solidFill>
              <a:ln>
                <a:noFill/>
              </a:ln>
            </c:spPr>
            <c:extLst>
              <c:ext xmlns:c16="http://schemas.microsoft.com/office/drawing/2014/chart" uri="{C3380CC4-5D6E-409C-BE32-E72D297353CC}">
                <c16:uniqueId val="{00000013-3F35-459D-838F-16E4D3035850}"/>
              </c:ext>
            </c:extLst>
          </c:dPt>
          <c:dPt>
            <c:idx val="10"/>
            <c:invertIfNegative val="0"/>
            <c:bubble3D val="0"/>
            <c:spPr>
              <a:solidFill>
                <a:srgbClr val="1F2F44"/>
              </a:solidFill>
              <a:ln>
                <a:noFill/>
              </a:ln>
            </c:spPr>
            <c:extLst>
              <c:ext xmlns:c16="http://schemas.microsoft.com/office/drawing/2014/chart" uri="{C3380CC4-5D6E-409C-BE32-E72D297353CC}">
                <c16:uniqueId val="{00000015-3F35-459D-838F-16E4D3035850}"/>
              </c:ext>
            </c:extLst>
          </c:dPt>
          <c:dPt>
            <c:idx val="11"/>
            <c:invertIfNegative val="0"/>
            <c:bubble3D val="0"/>
            <c:spPr>
              <a:solidFill>
                <a:srgbClr val="1F2F44"/>
              </a:solidFill>
              <a:ln>
                <a:noFill/>
              </a:ln>
            </c:spPr>
            <c:extLst>
              <c:ext xmlns:c16="http://schemas.microsoft.com/office/drawing/2014/chart" uri="{C3380CC4-5D6E-409C-BE32-E72D297353CC}">
                <c16:uniqueId val="{00000017-3F35-459D-838F-16E4D3035850}"/>
              </c:ext>
            </c:extLst>
          </c:dPt>
          <c:dPt>
            <c:idx val="12"/>
            <c:invertIfNegative val="0"/>
            <c:bubble3D val="0"/>
            <c:spPr>
              <a:solidFill>
                <a:srgbClr val="1F2F44"/>
              </a:solidFill>
              <a:ln>
                <a:noFill/>
              </a:ln>
            </c:spPr>
            <c:extLst>
              <c:ext xmlns:c16="http://schemas.microsoft.com/office/drawing/2014/chart" uri="{C3380CC4-5D6E-409C-BE32-E72D297353CC}">
                <c16:uniqueId val="{00000019-3F35-459D-838F-16E4D3035850}"/>
              </c:ext>
            </c:extLst>
          </c:dPt>
          <c:dPt>
            <c:idx val="13"/>
            <c:invertIfNegative val="0"/>
            <c:bubble3D val="0"/>
            <c:spPr>
              <a:solidFill>
                <a:srgbClr val="1F2F44"/>
              </a:solidFill>
              <a:ln>
                <a:noFill/>
              </a:ln>
            </c:spPr>
            <c:extLst>
              <c:ext xmlns:c16="http://schemas.microsoft.com/office/drawing/2014/chart" uri="{C3380CC4-5D6E-409C-BE32-E72D297353CC}">
                <c16:uniqueId val="{0000001B-3F35-459D-838F-16E4D3035850}"/>
              </c:ext>
            </c:extLst>
          </c:dPt>
          <c:dLbls>
            <c:dLbl>
              <c:idx val="0"/>
              <c:tx>
                <c:rich>
                  <a:bodyPr/>
                  <a:lstStyle/>
                  <a:p>
                    <a:r>
                      <a:rPr lang="en-US" sz="900" b="0" baseline="0">
                        <a:solidFill>
                          <a:srgbClr val="000000"/>
                        </a:solidFill>
                        <a:latin typeface="Roboto Light"/>
                      </a:rPr>
                      <a:t>-17.7%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3F35-459D-838F-16E4D3035850}"/>
                </c:ext>
              </c:extLst>
            </c:dLbl>
            <c:dLbl>
              <c:idx val="1"/>
              <c:tx>
                <c:rich>
                  <a:bodyPr/>
                  <a:lstStyle/>
                  <a:p>
                    <a:r>
                      <a:rPr lang="en-US" sz="900" b="0" baseline="0">
                        <a:solidFill>
                          <a:srgbClr val="000000"/>
                        </a:solidFill>
                        <a:latin typeface="Roboto Light"/>
                      </a:rPr>
                      <a:t>-16.1%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3F35-459D-838F-16E4D3035850}"/>
                </c:ext>
              </c:extLst>
            </c:dLbl>
            <c:dLbl>
              <c:idx val="2"/>
              <c:tx>
                <c:rich>
                  <a:bodyPr/>
                  <a:lstStyle/>
                  <a:p>
                    <a:r>
                      <a:rPr lang="en-US" sz="900" b="0" baseline="0">
                        <a:solidFill>
                          <a:srgbClr val="000000"/>
                        </a:solidFill>
                        <a:latin typeface="Roboto Light"/>
                      </a:rPr>
                      <a:t>-11.9%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3F35-459D-838F-16E4D3035850}"/>
                </c:ext>
              </c:extLst>
            </c:dLbl>
            <c:dLbl>
              <c:idx val="3"/>
              <c:tx>
                <c:rich>
                  <a:bodyPr/>
                  <a:lstStyle/>
                  <a:p>
                    <a:r>
                      <a:rPr lang="en-US" sz="900" b="0" baseline="0">
                        <a:solidFill>
                          <a:srgbClr val="000000"/>
                        </a:solidFill>
                        <a:latin typeface="Roboto Light"/>
                      </a:rPr>
                      <a:t>-11.6%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3F35-459D-838F-16E4D3035850}"/>
                </c:ext>
              </c:extLst>
            </c:dLbl>
            <c:dLbl>
              <c:idx val="4"/>
              <c:tx>
                <c:rich>
                  <a:bodyPr/>
                  <a:lstStyle/>
                  <a:p>
                    <a:r>
                      <a:rPr lang="en-US" sz="900" b="0" baseline="0">
                        <a:solidFill>
                          <a:srgbClr val="000000"/>
                        </a:solidFill>
                        <a:latin typeface="Roboto Light"/>
                      </a:rPr>
                      <a:t>-11.0%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3F35-459D-838F-16E4D3035850}"/>
                </c:ext>
              </c:extLst>
            </c:dLbl>
            <c:dLbl>
              <c:idx val="5"/>
              <c:tx>
                <c:rich>
                  <a:bodyPr/>
                  <a:lstStyle/>
                  <a:p>
                    <a:r>
                      <a:rPr lang="en-US" sz="900" b="0" baseline="0">
                        <a:solidFill>
                          <a:srgbClr val="000000"/>
                        </a:solidFill>
                        <a:latin typeface="Roboto Light"/>
                      </a:rPr>
                      <a:t>-10.5%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3F35-459D-838F-16E4D3035850}"/>
                </c:ext>
              </c:extLst>
            </c:dLbl>
            <c:dLbl>
              <c:idx val="6"/>
              <c:tx>
                <c:rich>
                  <a:bodyPr/>
                  <a:lstStyle/>
                  <a:p>
                    <a:r>
                      <a:rPr lang="en-US" sz="900" b="0" baseline="0">
                        <a:solidFill>
                          <a:srgbClr val="000000"/>
                        </a:solidFill>
                        <a:latin typeface="Roboto Light"/>
                      </a:rPr>
                      <a:t>+0.3%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3F35-459D-838F-16E4D3035850}"/>
                </c:ext>
              </c:extLst>
            </c:dLbl>
            <c:dLbl>
              <c:idx val="7"/>
              <c:tx>
                <c:rich>
                  <a:bodyPr/>
                  <a:lstStyle/>
                  <a:p>
                    <a:r>
                      <a:rPr lang="en-US" sz="900" b="0" baseline="0">
                        <a:solidFill>
                          <a:srgbClr val="000000"/>
                        </a:solidFill>
                        <a:latin typeface="Roboto Light"/>
                      </a:rPr>
                      <a:t>+2.0%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3F35-459D-838F-16E4D3035850}"/>
                </c:ext>
              </c:extLst>
            </c:dLbl>
            <c:dLbl>
              <c:idx val="8"/>
              <c:tx>
                <c:rich>
                  <a:bodyPr/>
                  <a:lstStyle/>
                  <a:p>
                    <a:r>
                      <a:rPr lang="en-US" sz="900" b="0" baseline="0">
                        <a:solidFill>
                          <a:srgbClr val="000000"/>
                        </a:solidFill>
                        <a:latin typeface="Roboto Light"/>
                      </a:rPr>
                      <a:t>+2.6%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3F35-459D-838F-16E4D3035850}"/>
                </c:ext>
              </c:extLst>
            </c:dLbl>
            <c:dLbl>
              <c:idx val="9"/>
              <c:tx>
                <c:rich>
                  <a:bodyPr/>
                  <a:lstStyle/>
                  <a:p>
                    <a:r>
                      <a:rPr lang="en-US" sz="900" b="0" baseline="0">
                        <a:solidFill>
                          <a:srgbClr val="000000"/>
                        </a:solidFill>
                        <a:latin typeface="Roboto Light"/>
                      </a:rPr>
                      <a:t>+4.4%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3F35-459D-838F-16E4D3035850}"/>
                </c:ext>
              </c:extLst>
            </c:dLbl>
            <c:dLbl>
              <c:idx val="10"/>
              <c:tx>
                <c:rich>
                  <a:bodyPr/>
                  <a:lstStyle/>
                  <a:p>
                    <a:r>
                      <a:rPr lang="en-US" sz="900" b="0" baseline="0">
                        <a:solidFill>
                          <a:srgbClr val="000000"/>
                        </a:solidFill>
                        <a:latin typeface="Roboto Light"/>
                      </a:rPr>
                      <a:t>+5.5%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3F35-459D-838F-16E4D3035850}"/>
                </c:ext>
              </c:extLst>
            </c:dLbl>
            <c:dLbl>
              <c:idx val="11"/>
              <c:tx>
                <c:rich>
                  <a:bodyPr/>
                  <a:lstStyle/>
                  <a:p>
                    <a:r>
                      <a:rPr lang="en-US" sz="900" b="0" baseline="0">
                        <a:solidFill>
                          <a:srgbClr val="000000"/>
                        </a:solidFill>
                        <a:latin typeface="Roboto Light"/>
                      </a:rPr>
                      <a:t>+7.7%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3F35-459D-838F-16E4D3035850}"/>
                </c:ext>
              </c:extLst>
            </c:dLbl>
            <c:dLbl>
              <c:idx val="12"/>
              <c:tx>
                <c:rich>
                  <a:bodyPr/>
                  <a:lstStyle/>
                  <a:p>
                    <a:r>
                      <a:rPr lang="en-US" sz="900" b="0" baseline="0">
                        <a:solidFill>
                          <a:srgbClr val="000000"/>
                        </a:solidFill>
                        <a:latin typeface="Roboto Light"/>
                      </a:rPr>
                      <a:t>+13.7%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9-3F35-459D-838F-16E4D3035850}"/>
                </c:ext>
              </c:extLst>
            </c:dLbl>
            <c:dLbl>
              <c:idx val="13"/>
              <c:tx>
                <c:rich>
                  <a:bodyPr/>
                  <a:lstStyle/>
                  <a:p>
                    <a:r>
                      <a:rPr lang="en-US" sz="900" b="0" baseline="0">
                        <a:solidFill>
                          <a:srgbClr val="000000"/>
                        </a:solidFill>
                        <a:latin typeface="Roboto Light"/>
                      </a:rPr>
                      <a:t>+14.8%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B-3F35-459D-838F-16E4D3035850}"/>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'R4'!$A$2:$A$15</c:f>
              <c:strCache>
                <c:ptCount val="14"/>
                <c:pt idx="0">
                  <c:v>Education</c:v>
                </c:pt>
                <c:pt idx="1">
                  <c:v>Real Estate</c:v>
                </c:pt>
                <c:pt idx="2">
                  <c:v>Retail</c:v>
                </c:pt>
                <c:pt idx="3">
                  <c:v>Transportation</c:v>
                </c:pt>
                <c:pt idx="4">
                  <c:v>Health Care</c:v>
                </c:pt>
                <c:pt idx="5">
                  <c:v>Metals &amp; Mining</c:v>
                </c:pt>
                <c:pt idx="6">
                  <c:v>Oil &amp; Gas</c:v>
                </c:pt>
                <c:pt idx="7">
                  <c:v>TMT</c:v>
                </c:pt>
                <c:pt idx="8">
                  <c:v>Pulp &amp; Paper</c:v>
                </c:pt>
                <c:pt idx="9">
                  <c:v>Non-bank Fin.</c:v>
                </c:pt>
                <c:pt idx="10">
                  <c:v>Banks</c:v>
                </c:pt>
                <c:pt idx="11">
                  <c:v>Capital Goods</c:v>
                </c:pt>
                <c:pt idx="12">
                  <c:v>Agri &amp; Food</c:v>
                </c:pt>
                <c:pt idx="13">
                  <c:v>Utilities</c:v>
                </c:pt>
              </c:strCache>
            </c:strRef>
          </c:cat>
          <c:val>
            <c:numRef>
              <c:f>'R4'!$B$2:$B$15</c:f>
              <c:numCache>
                <c:formatCode>General</c:formatCode>
                <c:ptCount val="14"/>
                <c:pt idx="0">
                  <c:v>-17.729797569059009</c:v>
                </c:pt>
                <c:pt idx="1">
                  <c:v>-16.097149054563388</c:v>
                </c:pt>
                <c:pt idx="2">
                  <c:v>-11.859657194386619</c:v>
                </c:pt>
                <c:pt idx="3">
                  <c:v>-11.573947423506651</c:v>
                </c:pt>
                <c:pt idx="4">
                  <c:v>-11.01275622344847</c:v>
                </c:pt>
                <c:pt idx="5">
                  <c:v>-10.53804087039944</c:v>
                </c:pt>
                <c:pt idx="6">
                  <c:v>0.34968163566554539</c:v>
                </c:pt>
                <c:pt idx="7">
                  <c:v>2.013948553632428</c:v>
                </c:pt>
                <c:pt idx="8">
                  <c:v>2.5820575513962112</c:v>
                </c:pt>
                <c:pt idx="9">
                  <c:v>4.3948700500783584</c:v>
                </c:pt>
                <c:pt idx="10">
                  <c:v>5.4980127930876588</c:v>
                </c:pt>
                <c:pt idx="11">
                  <c:v>7.7185417945812471</c:v>
                </c:pt>
                <c:pt idx="12">
                  <c:v>13.72237468825911</c:v>
                </c:pt>
                <c:pt idx="13">
                  <c:v>14.79860078417153</c:v>
                </c:pt>
              </c:numCache>
            </c:numRef>
          </c:val>
          <c:extLst>
            <c:ext xmlns:c16="http://schemas.microsoft.com/office/drawing/2014/chart" uri="{C3380CC4-5D6E-409C-BE32-E72D297353CC}">
              <c16:uniqueId val="{0000001C-3F35-459D-838F-16E4D3035850}"/>
            </c:ext>
          </c:extLst>
        </c:ser>
        <c:dLbls>
          <c:showLegendKey val="0"/>
          <c:showVal val="0"/>
          <c:showCatName val="0"/>
          <c:showSerName val="0"/>
          <c:showPercent val="0"/>
          <c:showBubbleSize val="0"/>
        </c:dLbls>
        <c:gapWidth val="70"/>
        <c:axId val="50040001"/>
        <c:axId val="50040002"/>
      </c:barChart>
      <c:catAx>
        <c:axId val="50040001"/>
        <c:scaling>
          <c:orientation val="minMax"/>
        </c:scaling>
        <c:delete val="0"/>
        <c:axPos val="l"/>
        <c:numFmt formatCode="General" sourceLinked="0"/>
        <c:majorTickMark val="none"/>
        <c:minorTickMark val="none"/>
        <c:tickLblPos val="low"/>
        <c:spPr>
          <a:ln w="9525">
            <a:solidFill>
              <a:srgbClr val="7E7E7E"/>
            </a:solidFill>
          </a:ln>
        </c:spPr>
        <c:txPr>
          <a:bodyPr/>
          <a:lstStyle/>
          <a:p>
            <a:pPr>
              <a:defRPr sz="900" b="0" baseline="0">
                <a:solidFill>
                  <a:srgbClr val="000000"/>
                </a:solidFill>
                <a:latin typeface="Roboto Light"/>
              </a:defRPr>
            </a:pPr>
            <a:endParaRPr lang="en-US"/>
          </a:p>
        </c:txPr>
        <c:crossAx val="50040002"/>
        <c:crosses val="autoZero"/>
        <c:auto val="1"/>
        <c:lblAlgn val="ctr"/>
        <c:lblOffset val="100"/>
        <c:tickLblSkip val="1"/>
        <c:noMultiLvlLbl val="0"/>
      </c:catAx>
      <c:valAx>
        <c:axId val="50040002"/>
        <c:scaling>
          <c:orientation val="minMax"/>
          <c:max val="32"/>
          <c:min val="-30"/>
        </c:scaling>
        <c:delete val="1"/>
        <c:axPos val="b"/>
        <c:numFmt formatCode="General" sourceLinked="1"/>
        <c:majorTickMark val="out"/>
        <c:minorTickMark val="none"/>
        <c:tickLblPos val="nextTo"/>
        <c:crossAx val="50040001"/>
        <c:crosses val="autoZero"/>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'E1'!$B$1</c:f>
              <c:strCache>
                <c:ptCount val="1"/>
                <c:pt idx="0">
                  <c:v>Ibovespa</c:v>
                </c:pt>
              </c:strCache>
            </c:strRef>
          </c:tx>
          <c:spPr>
            <a:ln w="28575">
              <a:solidFill>
                <a:srgbClr val="1F2F44"/>
              </a:solidFill>
            </a:ln>
          </c:spPr>
          <c:marker>
            <c:symbol val="none"/>
          </c:marker>
          <c:cat>
            <c:numRef>
              <c:f>'E1'!$A$2:$A$38</c:f>
              <c:numCache>
                <c:formatCode>yyyy\-mm\-dd</c:formatCode>
                <c:ptCount val="37"/>
                <c:pt idx="0">
                  <c:v>45199</c:v>
                </c:pt>
                <c:pt idx="1">
                  <c:v>45230</c:v>
                </c:pt>
                <c:pt idx="2">
                  <c:v>45260</c:v>
                </c:pt>
                <c:pt idx="3">
                  <c:v>45291</c:v>
                </c:pt>
                <c:pt idx="4">
                  <c:v>45322</c:v>
                </c:pt>
                <c:pt idx="5">
                  <c:v>45351</c:v>
                </c:pt>
                <c:pt idx="6">
                  <c:v>45382</c:v>
                </c:pt>
                <c:pt idx="7">
                  <c:v>45412</c:v>
                </c:pt>
                <c:pt idx="8">
                  <c:v>45443</c:v>
                </c:pt>
                <c:pt idx="9">
                  <c:v>45473</c:v>
                </c:pt>
                <c:pt idx="10">
                  <c:v>45504</c:v>
                </c:pt>
                <c:pt idx="11">
                  <c:v>45535</c:v>
                </c:pt>
                <c:pt idx="12">
                  <c:v>45565</c:v>
                </c:pt>
                <c:pt idx="13">
                  <c:v>45596</c:v>
                </c:pt>
                <c:pt idx="14">
                  <c:v>45626</c:v>
                </c:pt>
                <c:pt idx="15">
                  <c:v>45657</c:v>
                </c:pt>
                <c:pt idx="16">
                  <c:v>45688</c:v>
                </c:pt>
                <c:pt idx="17">
                  <c:v>45716</c:v>
                </c:pt>
                <c:pt idx="18">
                  <c:v>45747</c:v>
                </c:pt>
                <c:pt idx="19">
                  <c:v>45777</c:v>
                </c:pt>
                <c:pt idx="20">
                  <c:v>45808</c:v>
                </c:pt>
                <c:pt idx="21">
                  <c:v>45838</c:v>
                </c:pt>
                <c:pt idx="22">
                  <c:v>45869</c:v>
                </c:pt>
                <c:pt idx="23">
                  <c:v>45900</c:v>
                </c:pt>
                <c:pt idx="24">
                  <c:v>45930</c:v>
                </c:pt>
                <c:pt idx="25">
                  <c:v>45961</c:v>
                </c:pt>
                <c:pt idx="26">
                  <c:v>45991</c:v>
                </c:pt>
                <c:pt idx="27">
                  <c:v>46022</c:v>
                </c:pt>
                <c:pt idx="28">
                  <c:v>46053</c:v>
                </c:pt>
                <c:pt idx="29">
                  <c:v>46081</c:v>
                </c:pt>
                <c:pt idx="30">
                  <c:v>46112</c:v>
                </c:pt>
                <c:pt idx="31">
                  <c:v>46142</c:v>
                </c:pt>
                <c:pt idx="32">
                  <c:v>46173</c:v>
                </c:pt>
                <c:pt idx="33">
                  <c:v>46203</c:v>
                </c:pt>
                <c:pt idx="34">
                  <c:v>46234</c:v>
                </c:pt>
                <c:pt idx="35">
                  <c:v>46265</c:v>
                </c:pt>
                <c:pt idx="36">
                  <c:v>46295</c:v>
                </c:pt>
              </c:numCache>
            </c:numRef>
          </c:cat>
          <c:val>
            <c:numRef>
              <c:f>'E1'!$B$2:$B$38</c:f>
              <c:numCache>
                <c:formatCode>General</c:formatCode>
                <c:ptCount val="37"/>
                <c:pt idx="0">
                  <c:v>100</c:v>
                </c:pt>
                <c:pt idx="1">
                  <c:v>105.54178055868761</c:v>
                </c:pt>
                <c:pt idx="2">
                  <c:v>104.4090243656599</c:v>
                </c:pt>
                <c:pt idx="3">
                  <c:v>105.36186662883109</c:v>
                </c:pt>
                <c:pt idx="4">
                  <c:v>104.80748220404681</c:v>
                </c:pt>
                <c:pt idx="5">
                  <c:v>105.85107488020201</c:v>
                </c:pt>
                <c:pt idx="6">
                  <c:v>107.8544920167638</c:v>
                </c:pt>
                <c:pt idx="7">
                  <c:v>107.8535239334764</c:v>
                </c:pt>
                <c:pt idx="8">
                  <c:v>107.8842945330194</c:v>
                </c:pt>
                <c:pt idx="9">
                  <c:v>110.9043114491198</c:v>
                </c:pt>
                <c:pt idx="10">
                  <c:v>116.7158767763913</c:v>
                </c:pt>
                <c:pt idx="11">
                  <c:v>112.6738845349046</c:v>
                </c:pt>
                <c:pt idx="12">
                  <c:v>111.11000000196471</c:v>
                </c:pt>
                <c:pt idx="13">
                  <c:v>108.76679582934401</c:v>
                </c:pt>
                <c:pt idx="14">
                  <c:v>112.5561287993344</c:v>
                </c:pt>
                <c:pt idx="15">
                  <c:v>111.7863230418222</c:v>
                </c:pt>
                <c:pt idx="16">
                  <c:v>110.3674146073311</c:v>
                </c:pt>
                <c:pt idx="17">
                  <c:v>109.7899058054562</c:v>
                </c:pt>
                <c:pt idx="18">
                  <c:v>110.90016678326511</c:v>
                </c:pt>
                <c:pt idx="19">
                  <c:v>103.8317631734871</c:v>
                </c:pt>
                <c:pt idx="20">
                  <c:v>101.7954013938764</c:v>
                </c:pt>
                <c:pt idx="21">
                  <c:v>102.33092300204591</c:v>
                </c:pt>
                <c:pt idx="22">
                  <c:v>100.5162162406054</c:v>
                </c:pt>
                <c:pt idx="23">
                  <c:v>103.6721645737466</c:v>
                </c:pt>
                <c:pt idx="24">
                  <c:v>100.723112813047</c:v>
                </c:pt>
                <c:pt idx="25">
                  <c:v>100.1578505844884</c:v>
                </c:pt>
                <c:pt idx="26">
                  <c:v>100.1314731035702</c:v>
                </c:pt>
                <c:pt idx="27">
                  <c:v>101.6183128164005</c:v>
                </c:pt>
                <c:pt idx="28">
                  <c:v>102.85058002787051</c:v>
                </c:pt>
                <c:pt idx="29">
                  <c:v>104.1273712402859</c:v>
                </c:pt>
                <c:pt idx="30">
                  <c:v>115.5952579030732</c:v>
                </c:pt>
                <c:pt idx="31">
                  <c:v>121.68029449054529</c:v>
                </c:pt>
                <c:pt idx="32">
                  <c:v>116.710934094949</c:v>
                </c:pt>
                <c:pt idx="33">
                  <c:v>116.38779441322789</c:v>
                </c:pt>
                <c:pt idx="34">
                  <c:v>116.9288103125828</c:v>
                </c:pt>
                <c:pt idx="35">
                  <c:v>117.7043400390082</c:v>
                </c:pt>
                <c:pt idx="36">
                  <c:v>119.3890796899575</c:v>
                </c:pt>
              </c:numCache>
            </c:numRef>
          </c:val>
          <c:smooth val="0"/>
          <c:extLst>
            <c:ext xmlns:c16="http://schemas.microsoft.com/office/drawing/2014/chart" uri="{C3380CC4-5D6E-409C-BE32-E72D297353CC}">
              <c16:uniqueId val="{00000000-E987-4D0F-9264-6C3389213848}"/>
            </c:ext>
          </c:extLst>
        </c:ser>
        <c:ser>
          <c:idx val="1"/>
          <c:order val="1"/>
          <c:tx>
            <c:strRef>
              <c:f>'E1'!$C$1</c:f>
              <c:strCache>
                <c:ptCount val="1"/>
                <c:pt idx="0">
                  <c:v>Ibovespa ex-Commodities</c:v>
                </c:pt>
              </c:strCache>
            </c:strRef>
          </c:tx>
          <c:spPr>
            <a:ln w="28575">
              <a:solidFill>
                <a:srgbClr val="8EB3DF"/>
              </a:solidFill>
            </a:ln>
          </c:spPr>
          <c:marker>
            <c:symbol val="none"/>
          </c:marker>
          <c:cat>
            <c:numRef>
              <c:f>'E1'!$A$2:$A$38</c:f>
              <c:numCache>
                <c:formatCode>yyyy\-mm\-dd</c:formatCode>
                <c:ptCount val="37"/>
                <c:pt idx="0">
                  <c:v>45199</c:v>
                </c:pt>
                <c:pt idx="1">
                  <c:v>45230</c:v>
                </c:pt>
                <c:pt idx="2">
                  <c:v>45260</c:v>
                </c:pt>
                <c:pt idx="3">
                  <c:v>45291</c:v>
                </c:pt>
                <c:pt idx="4">
                  <c:v>45322</c:v>
                </c:pt>
                <c:pt idx="5">
                  <c:v>45351</c:v>
                </c:pt>
                <c:pt idx="6">
                  <c:v>45382</c:v>
                </c:pt>
                <c:pt idx="7">
                  <c:v>45412</c:v>
                </c:pt>
                <c:pt idx="8">
                  <c:v>45443</c:v>
                </c:pt>
                <c:pt idx="9">
                  <c:v>45473</c:v>
                </c:pt>
                <c:pt idx="10">
                  <c:v>45504</c:v>
                </c:pt>
                <c:pt idx="11">
                  <c:v>45535</c:v>
                </c:pt>
                <c:pt idx="12">
                  <c:v>45565</c:v>
                </c:pt>
                <c:pt idx="13">
                  <c:v>45596</c:v>
                </c:pt>
                <c:pt idx="14">
                  <c:v>45626</c:v>
                </c:pt>
                <c:pt idx="15">
                  <c:v>45657</c:v>
                </c:pt>
                <c:pt idx="16">
                  <c:v>45688</c:v>
                </c:pt>
                <c:pt idx="17">
                  <c:v>45716</c:v>
                </c:pt>
                <c:pt idx="18">
                  <c:v>45747</c:v>
                </c:pt>
                <c:pt idx="19">
                  <c:v>45777</c:v>
                </c:pt>
                <c:pt idx="20">
                  <c:v>45808</c:v>
                </c:pt>
                <c:pt idx="21">
                  <c:v>45838</c:v>
                </c:pt>
                <c:pt idx="22">
                  <c:v>45869</c:v>
                </c:pt>
                <c:pt idx="23">
                  <c:v>45900</c:v>
                </c:pt>
                <c:pt idx="24">
                  <c:v>45930</c:v>
                </c:pt>
                <c:pt idx="25">
                  <c:v>45961</c:v>
                </c:pt>
                <c:pt idx="26">
                  <c:v>45991</c:v>
                </c:pt>
                <c:pt idx="27">
                  <c:v>46022</c:v>
                </c:pt>
                <c:pt idx="28">
                  <c:v>46053</c:v>
                </c:pt>
                <c:pt idx="29">
                  <c:v>46081</c:v>
                </c:pt>
                <c:pt idx="30">
                  <c:v>46112</c:v>
                </c:pt>
                <c:pt idx="31">
                  <c:v>46142</c:v>
                </c:pt>
                <c:pt idx="32">
                  <c:v>46173</c:v>
                </c:pt>
                <c:pt idx="33">
                  <c:v>46203</c:v>
                </c:pt>
                <c:pt idx="34">
                  <c:v>46234</c:v>
                </c:pt>
                <c:pt idx="35">
                  <c:v>46265</c:v>
                </c:pt>
                <c:pt idx="36">
                  <c:v>46295</c:v>
                </c:pt>
              </c:numCache>
            </c:numRef>
          </c:cat>
          <c:val>
            <c:numRef>
              <c:f>'E1'!$C$2:$C$38</c:f>
              <c:numCache>
                <c:formatCode>General</c:formatCode>
                <c:ptCount val="37"/>
                <c:pt idx="0">
                  <c:v>100</c:v>
                </c:pt>
                <c:pt idx="1">
                  <c:v>101.2034191541149</c:v>
                </c:pt>
                <c:pt idx="2">
                  <c:v>101.737545454689</c:v>
                </c:pt>
                <c:pt idx="3">
                  <c:v>103.9000199655018</c:v>
                </c:pt>
                <c:pt idx="4">
                  <c:v>104.4009496975428</c:v>
                </c:pt>
                <c:pt idx="5">
                  <c:v>103.8811152533742</c:v>
                </c:pt>
                <c:pt idx="6">
                  <c:v>104.9859904549503</c:v>
                </c:pt>
                <c:pt idx="7">
                  <c:v>104.8719230779781</c:v>
                </c:pt>
                <c:pt idx="8">
                  <c:v>105.1014965410844</c:v>
                </c:pt>
                <c:pt idx="9">
                  <c:v>105.37085164098229</c:v>
                </c:pt>
                <c:pt idx="10">
                  <c:v>105.0871280149282</c:v>
                </c:pt>
                <c:pt idx="11">
                  <c:v>106.63308030648309</c:v>
                </c:pt>
                <c:pt idx="12">
                  <c:v>108.590140378298</c:v>
                </c:pt>
                <c:pt idx="13">
                  <c:v>109.1238858414314</c:v>
                </c:pt>
                <c:pt idx="14">
                  <c:v>112.18169747427061</c:v>
                </c:pt>
                <c:pt idx="15">
                  <c:v>111.6244362992288</c:v>
                </c:pt>
                <c:pt idx="16">
                  <c:v>109.5836337098782</c:v>
                </c:pt>
                <c:pt idx="17">
                  <c:v>109.77997844432601</c:v>
                </c:pt>
                <c:pt idx="18">
                  <c:v>111.9571874181963</c:v>
                </c:pt>
                <c:pt idx="19">
                  <c:v>113.49447347704169</c:v>
                </c:pt>
                <c:pt idx="20">
                  <c:v>112.27783143543409</c:v>
                </c:pt>
                <c:pt idx="21">
                  <c:v>111.3177222669502</c:v>
                </c:pt>
                <c:pt idx="22">
                  <c:v>111.7425835855461</c:v>
                </c:pt>
                <c:pt idx="23">
                  <c:v>111.3003606079761</c:v>
                </c:pt>
                <c:pt idx="24">
                  <c:v>113.1556717033684</c:v>
                </c:pt>
                <c:pt idx="25">
                  <c:v>114.53348043251511</c:v>
                </c:pt>
                <c:pt idx="26">
                  <c:v>115.5533805446817</c:v>
                </c:pt>
                <c:pt idx="27">
                  <c:v>119.23289836615</c:v>
                </c:pt>
                <c:pt idx="28">
                  <c:v>119.8507880836144</c:v>
                </c:pt>
                <c:pt idx="29">
                  <c:v>121.88053238956751</c:v>
                </c:pt>
                <c:pt idx="30">
                  <c:v>123.55702725116279</c:v>
                </c:pt>
                <c:pt idx="31">
                  <c:v>123.4902805361407</c:v>
                </c:pt>
                <c:pt idx="32">
                  <c:v>123.331451721831</c:v>
                </c:pt>
                <c:pt idx="33">
                  <c:v>124.5027371266805</c:v>
                </c:pt>
                <c:pt idx="34">
                  <c:v>124.48027519013399</c:v>
                </c:pt>
                <c:pt idx="35">
                  <c:v>125.1118994446375</c:v>
                </c:pt>
                <c:pt idx="36">
                  <c:v>125.2117488539558</c:v>
                </c:pt>
              </c:numCache>
            </c:numRef>
          </c:val>
          <c:smooth val="0"/>
          <c:extLst>
            <c:ext xmlns:c16="http://schemas.microsoft.com/office/drawing/2014/chart" uri="{C3380CC4-5D6E-409C-BE32-E72D297353CC}">
              <c16:uniqueId val="{00000001-E987-4D0F-9264-6C3389213848}"/>
            </c:ext>
          </c:extLst>
        </c:ser>
        <c:dLbls>
          <c:showLegendKey val="0"/>
          <c:showVal val="0"/>
          <c:showCatName val="0"/>
          <c:showSerName val="0"/>
          <c:showPercent val="0"/>
          <c:showBubbleSize val="0"/>
        </c:dLbls>
        <c:smooth val="0"/>
        <c:axId val="50010001"/>
        <c:axId val="50010002"/>
      </c:lineChart>
      <c:dateAx>
        <c:axId val="50010001"/>
        <c:scaling>
          <c:orientation val="minMax"/>
        </c:scaling>
        <c:delete val="0"/>
        <c:axPos val="b"/>
        <c:numFmt formatCode="[$-409]mmm\-yy" sourceLinked="0"/>
        <c:majorTickMark val="none"/>
        <c:minorTickMark val="none"/>
        <c:tickLblPos val="low"/>
        <c:spPr>
          <a:ln w="9525">
            <a:solidFill>
              <a:srgbClr val="D9D9D9"/>
            </a:solidFill>
          </a:ln>
        </c:spPr>
        <c:txPr>
          <a:bodyPr rot="0" vert="horz"/>
          <a:lstStyle/>
          <a:p>
            <a:pPr>
              <a:defRPr sz="900" b="0" baseline="0">
                <a:solidFill>
                  <a:srgbClr val="000000"/>
                </a:solidFill>
                <a:latin typeface="Roboto Light"/>
              </a:defRPr>
            </a:pPr>
            <a:endParaRPr lang="en-US"/>
          </a:p>
        </c:txPr>
        <c:crossAx val="50010002"/>
        <c:crosses val="min"/>
        <c:auto val="1"/>
        <c:lblOffset val="100"/>
        <c:baseTimeUnit val="months"/>
        <c:majorUnit val="6"/>
        <c:majorTimeUnit val="months"/>
      </c:dateAx>
      <c:valAx>
        <c:axId val="50010002"/>
        <c:scaling>
          <c:orientation val="minMax"/>
          <c:max val="130"/>
          <c:min val="90"/>
        </c:scaling>
        <c:delete val="0"/>
        <c:axPos val="l"/>
        <c:majorGridlines>
          <c:spPr>
            <a:ln w="6350">
              <a:solidFill>
                <a:srgbClr val="D9D9D9"/>
              </a:solidFill>
              <a:prstDash val="dash"/>
            </a:ln>
          </c:spPr>
        </c:majorGridlines>
        <c:numFmt formatCode="0"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10001"/>
        <c:crosses val="autoZero"/>
        <c:crossBetween val="between"/>
        <c:majorUnit val="10"/>
      </c:valAx>
      <c:spPr>
        <a:noFill/>
        <a:ln>
          <a:noFill/>
        </a:ln>
      </c:spPr>
    </c:plotArea>
    <c:legend>
      <c:legendPos val="t"/>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6"/>
          <c:y val="0.14199999999999999"/>
          <c:w val="0.74199999999999999"/>
          <c:h val="0.61399999999999999"/>
        </c:manualLayout>
      </c:layout>
      <c:lineChart>
        <c:grouping val="standard"/>
        <c:varyColors val="0"/>
        <c:ser>
          <c:idx val="0"/>
          <c:order val="0"/>
          <c:tx>
            <c:strRef>
              <c:f>'E4'!$B$1</c:f>
              <c:strCache>
                <c:ptCount val="1"/>
                <c:pt idx="0">
                  <c:v>2027 - Market</c:v>
                </c:pt>
              </c:strCache>
            </c:strRef>
          </c:tx>
          <c:spPr>
            <a:ln w="19050">
              <a:solidFill>
                <a:srgbClr val="BBD1EC"/>
              </a:solidFill>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00-54F4-4F49-BF99-32C6A3633B7B}"/>
                </c:ext>
              </c:extLst>
            </c:dLbl>
            <c:dLbl>
              <c:idx val="1"/>
              <c:delete val="1"/>
              <c:extLst>
                <c:ext xmlns:c15="http://schemas.microsoft.com/office/drawing/2012/chart" uri="{CE6537A1-D6FC-4f65-9D91-7224C49458BB}"/>
                <c:ext xmlns:c16="http://schemas.microsoft.com/office/drawing/2014/chart" uri="{C3380CC4-5D6E-409C-BE32-E72D297353CC}">
                  <c16:uniqueId val="{00000001-54F4-4F49-BF99-32C6A3633B7B}"/>
                </c:ext>
              </c:extLst>
            </c:dLbl>
            <c:dLbl>
              <c:idx val="2"/>
              <c:delete val="1"/>
              <c:extLst>
                <c:ext xmlns:c15="http://schemas.microsoft.com/office/drawing/2012/chart" uri="{CE6537A1-D6FC-4f65-9D91-7224C49458BB}"/>
                <c:ext xmlns:c16="http://schemas.microsoft.com/office/drawing/2014/chart" uri="{C3380CC4-5D6E-409C-BE32-E72D297353CC}">
                  <c16:uniqueId val="{00000002-54F4-4F49-BF99-32C6A3633B7B}"/>
                </c:ext>
              </c:extLst>
            </c:dLbl>
            <c:dLbl>
              <c:idx val="3"/>
              <c:delete val="1"/>
              <c:extLst>
                <c:ext xmlns:c15="http://schemas.microsoft.com/office/drawing/2012/chart" uri="{CE6537A1-D6FC-4f65-9D91-7224C49458BB}"/>
                <c:ext xmlns:c16="http://schemas.microsoft.com/office/drawing/2014/chart" uri="{C3380CC4-5D6E-409C-BE32-E72D297353CC}">
                  <c16:uniqueId val="{00000003-54F4-4F49-BF99-32C6A3633B7B}"/>
                </c:ext>
              </c:extLst>
            </c:dLbl>
            <c:dLbl>
              <c:idx val="4"/>
              <c:delete val="1"/>
              <c:extLst>
                <c:ext xmlns:c15="http://schemas.microsoft.com/office/drawing/2012/chart" uri="{CE6537A1-D6FC-4f65-9D91-7224C49458BB}"/>
                <c:ext xmlns:c16="http://schemas.microsoft.com/office/drawing/2014/chart" uri="{C3380CC4-5D6E-409C-BE32-E72D297353CC}">
                  <c16:uniqueId val="{00000004-54F4-4F49-BF99-32C6A3633B7B}"/>
                </c:ext>
              </c:extLst>
            </c:dLbl>
            <c:dLbl>
              <c:idx val="5"/>
              <c:delete val="1"/>
              <c:extLst>
                <c:ext xmlns:c15="http://schemas.microsoft.com/office/drawing/2012/chart" uri="{CE6537A1-D6FC-4f65-9D91-7224C49458BB}"/>
                <c:ext xmlns:c16="http://schemas.microsoft.com/office/drawing/2014/chart" uri="{C3380CC4-5D6E-409C-BE32-E72D297353CC}">
                  <c16:uniqueId val="{00000005-54F4-4F49-BF99-32C6A3633B7B}"/>
                </c:ext>
              </c:extLst>
            </c:dLbl>
            <c:dLbl>
              <c:idx val="6"/>
              <c:delete val="1"/>
              <c:extLst>
                <c:ext xmlns:c15="http://schemas.microsoft.com/office/drawing/2012/chart" uri="{CE6537A1-D6FC-4f65-9D91-7224C49458BB}"/>
                <c:ext xmlns:c16="http://schemas.microsoft.com/office/drawing/2014/chart" uri="{C3380CC4-5D6E-409C-BE32-E72D297353CC}">
                  <c16:uniqueId val="{00000006-54F4-4F49-BF99-32C6A3633B7B}"/>
                </c:ext>
              </c:extLst>
            </c:dLbl>
            <c:dLbl>
              <c:idx val="7"/>
              <c:delete val="1"/>
              <c:extLst>
                <c:ext xmlns:c15="http://schemas.microsoft.com/office/drawing/2012/chart" uri="{CE6537A1-D6FC-4f65-9D91-7224C49458BB}"/>
                <c:ext xmlns:c16="http://schemas.microsoft.com/office/drawing/2014/chart" uri="{C3380CC4-5D6E-409C-BE32-E72D297353CC}">
                  <c16:uniqueId val="{00000007-54F4-4F49-BF99-32C6A3633B7B}"/>
                </c:ext>
              </c:extLst>
            </c:dLbl>
            <c:dLbl>
              <c:idx val="8"/>
              <c:delete val="1"/>
              <c:extLst>
                <c:ext xmlns:c15="http://schemas.microsoft.com/office/drawing/2012/chart" uri="{CE6537A1-D6FC-4f65-9D91-7224C49458BB}"/>
                <c:ext xmlns:c16="http://schemas.microsoft.com/office/drawing/2014/chart" uri="{C3380CC4-5D6E-409C-BE32-E72D297353CC}">
                  <c16:uniqueId val="{00000008-54F4-4F49-BF99-32C6A3633B7B}"/>
                </c:ext>
              </c:extLst>
            </c:dLbl>
            <c:dLbl>
              <c:idx val="9"/>
              <c:delete val="1"/>
              <c:extLst>
                <c:ext xmlns:c15="http://schemas.microsoft.com/office/drawing/2012/chart" uri="{CE6537A1-D6FC-4f65-9D91-7224C49458BB}"/>
                <c:ext xmlns:c16="http://schemas.microsoft.com/office/drawing/2014/chart" uri="{C3380CC4-5D6E-409C-BE32-E72D297353CC}">
                  <c16:uniqueId val="{00000009-54F4-4F49-BF99-32C6A3633B7B}"/>
                </c:ext>
              </c:extLst>
            </c:dLbl>
            <c:dLbl>
              <c:idx val="10"/>
              <c:tx>
                <c:rich>
                  <a:bodyPr/>
                  <a:lstStyle/>
                  <a:p>
                    <a:r>
                      <a:rPr lang="en-US" sz="900" b="0" baseline="0">
                        <a:solidFill>
                          <a:srgbClr val="8EB3DF"/>
                        </a:solidFill>
                        <a:latin typeface="Roboto Light"/>
                      </a:rPr>
                      <a:t>1.8%</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54F4-4F49-BF99-32C6A3633B7B}"/>
                </c:ext>
              </c:extLst>
            </c:dLbl>
            <c:dLbl>
              <c:idx val="11"/>
              <c:delete val="1"/>
              <c:extLst>
                <c:ext xmlns:c15="http://schemas.microsoft.com/office/drawing/2012/chart" uri="{CE6537A1-D6FC-4f65-9D91-7224C49458BB}"/>
                <c:ext xmlns:c16="http://schemas.microsoft.com/office/drawing/2014/chart" uri="{C3380CC4-5D6E-409C-BE32-E72D297353CC}">
                  <c16:uniqueId val="{0000000B-54F4-4F49-BF99-32C6A3633B7B}"/>
                </c:ext>
              </c:extLst>
            </c:dLbl>
            <c:dLbl>
              <c:idx val="12"/>
              <c:delete val="1"/>
              <c:extLst>
                <c:ext xmlns:c15="http://schemas.microsoft.com/office/drawing/2012/chart" uri="{CE6537A1-D6FC-4f65-9D91-7224C49458BB}"/>
                <c:ext xmlns:c16="http://schemas.microsoft.com/office/drawing/2014/chart" uri="{C3380CC4-5D6E-409C-BE32-E72D297353CC}">
                  <c16:uniqueId val="{0000000C-54F4-4F49-BF99-32C6A3633B7B}"/>
                </c:ext>
              </c:extLst>
            </c:dLbl>
            <c:dLbl>
              <c:idx val="13"/>
              <c:delete val="1"/>
              <c:extLst>
                <c:ext xmlns:c15="http://schemas.microsoft.com/office/drawing/2012/chart" uri="{CE6537A1-D6FC-4f65-9D91-7224C49458BB}"/>
                <c:ext xmlns:c16="http://schemas.microsoft.com/office/drawing/2014/chart" uri="{C3380CC4-5D6E-409C-BE32-E72D297353CC}">
                  <c16:uniqueId val="{0000000D-54F4-4F49-BF99-32C6A3633B7B}"/>
                </c:ext>
              </c:extLst>
            </c:dLbl>
            <c:dLbl>
              <c:idx val="14"/>
              <c:delete val="1"/>
              <c:extLst>
                <c:ext xmlns:c15="http://schemas.microsoft.com/office/drawing/2012/chart" uri="{CE6537A1-D6FC-4f65-9D91-7224C49458BB}"/>
                <c:ext xmlns:c16="http://schemas.microsoft.com/office/drawing/2014/chart" uri="{C3380CC4-5D6E-409C-BE32-E72D297353CC}">
                  <c16:uniqueId val="{0000000E-54F4-4F49-BF99-32C6A3633B7B}"/>
                </c:ext>
              </c:extLst>
            </c:dLbl>
            <c:dLbl>
              <c:idx val="15"/>
              <c:delete val="1"/>
              <c:extLst>
                <c:ext xmlns:c15="http://schemas.microsoft.com/office/drawing/2012/chart" uri="{CE6537A1-D6FC-4f65-9D91-7224C49458BB}"/>
                <c:ext xmlns:c16="http://schemas.microsoft.com/office/drawing/2014/chart" uri="{C3380CC4-5D6E-409C-BE32-E72D297353CC}">
                  <c16:uniqueId val="{0000000F-54F4-4F49-BF99-32C6A3633B7B}"/>
                </c:ext>
              </c:extLst>
            </c:dLbl>
            <c:dLbl>
              <c:idx val="16"/>
              <c:delete val="1"/>
              <c:extLst>
                <c:ext xmlns:c15="http://schemas.microsoft.com/office/drawing/2012/chart" uri="{CE6537A1-D6FC-4f65-9D91-7224C49458BB}"/>
                <c:ext xmlns:c16="http://schemas.microsoft.com/office/drawing/2014/chart" uri="{C3380CC4-5D6E-409C-BE32-E72D297353CC}">
                  <c16:uniqueId val="{00000010-54F4-4F49-BF99-32C6A3633B7B}"/>
                </c:ext>
              </c:extLst>
            </c:dLbl>
            <c:dLbl>
              <c:idx val="17"/>
              <c:delete val="1"/>
              <c:extLst>
                <c:ext xmlns:c15="http://schemas.microsoft.com/office/drawing/2012/chart" uri="{CE6537A1-D6FC-4f65-9D91-7224C49458BB}"/>
                <c:ext xmlns:c16="http://schemas.microsoft.com/office/drawing/2014/chart" uri="{C3380CC4-5D6E-409C-BE32-E72D297353CC}">
                  <c16:uniqueId val="{00000011-54F4-4F49-BF99-32C6A3633B7B}"/>
                </c:ext>
              </c:extLst>
            </c:dLbl>
            <c:dLbl>
              <c:idx val="18"/>
              <c:delete val="1"/>
              <c:extLst>
                <c:ext xmlns:c15="http://schemas.microsoft.com/office/drawing/2012/chart" uri="{CE6537A1-D6FC-4f65-9D91-7224C49458BB}"/>
                <c:ext xmlns:c16="http://schemas.microsoft.com/office/drawing/2014/chart" uri="{C3380CC4-5D6E-409C-BE32-E72D297353CC}">
                  <c16:uniqueId val="{00000012-54F4-4F49-BF99-32C6A3633B7B}"/>
                </c:ext>
              </c:extLst>
            </c:dLbl>
            <c:dLbl>
              <c:idx val="19"/>
              <c:delete val="1"/>
              <c:extLst>
                <c:ext xmlns:c15="http://schemas.microsoft.com/office/drawing/2012/chart" uri="{CE6537A1-D6FC-4f65-9D91-7224C49458BB}"/>
                <c:ext xmlns:c16="http://schemas.microsoft.com/office/drawing/2014/chart" uri="{C3380CC4-5D6E-409C-BE32-E72D297353CC}">
                  <c16:uniqueId val="{00000013-54F4-4F49-BF99-32C6A3633B7B}"/>
                </c:ext>
              </c:extLst>
            </c:dLbl>
            <c:dLbl>
              <c:idx val="20"/>
              <c:delete val="1"/>
              <c:extLst>
                <c:ext xmlns:c15="http://schemas.microsoft.com/office/drawing/2012/chart" uri="{CE6537A1-D6FC-4f65-9D91-7224C49458BB}"/>
                <c:ext xmlns:c16="http://schemas.microsoft.com/office/drawing/2014/chart" uri="{C3380CC4-5D6E-409C-BE32-E72D297353CC}">
                  <c16:uniqueId val="{00000014-54F4-4F49-BF99-32C6A3633B7B}"/>
                </c:ext>
              </c:extLst>
            </c:dLbl>
            <c:dLbl>
              <c:idx val="21"/>
              <c:delete val="1"/>
              <c:extLst>
                <c:ext xmlns:c15="http://schemas.microsoft.com/office/drawing/2012/chart" uri="{CE6537A1-D6FC-4f65-9D91-7224C49458BB}"/>
                <c:ext xmlns:c16="http://schemas.microsoft.com/office/drawing/2014/chart" uri="{C3380CC4-5D6E-409C-BE32-E72D297353CC}">
                  <c16:uniqueId val="{00000015-54F4-4F49-BF99-32C6A3633B7B}"/>
                </c:ext>
              </c:extLst>
            </c:dLbl>
            <c:dLbl>
              <c:idx val="22"/>
              <c:delete val="1"/>
              <c:extLst>
                <c:ext xmlns:c15="http://schemas.microsoft.com/office/drawing/2012/chart" uri="{CE6537A1-D6FC-4f65-9D91-7224C49458BB}"/>
                <c:ext xmlns:c16="http://schemas.microsoft.com/office/drawing/2014/chart" uri="{C3380CC4-5D6E-409C-BE32-E72D297353CC}">
                  <c16:uniqueId val="{00000016-54F4-4F49-BF99-32C6A3633B7B}"/>
                </c:ext>
              </c:extLst>
            </c:dLbl>
            <c:dLbl>
              <c:idx val="23"/>
              <c:delete val="1"/>
              <c:extLst>
                <c:ext xmlns:c15="http://schemas.microsoft.com/office/drawing/2012/chart" uri="{CE6537A1-D6FC-4f65-9D91-7224C49458BB}"/>
                <c:ext xmlns:c16="http://schemas.microsoft.com/office/drawing/2014/chart" uri="{C3380CC4-5D6E-409C-BE32-E72D297353CC}">
                  <c16:uniqueId val="{00000017-54F4-4F49-BF99-32C6A3633B7B}"/>
                </c:ext>
              </c:extLst>
            </c:dLbl>
            <c:dLbl>
              <c:idx val="24"/>
              <c:delete val="1"/>
              <c:extLst>
                <c:ext xmlns:c15="http://schemas.microsoft.com/office/drawing/2012/chart" uri="{CE6537A1-D6FC-4f65-9D91-7224C49458BB}"/>
                <c:ext xmlns:c16="http://schemas.microsoft.com/office/drawing/2014/chart" uri="{C3380CC4-5D6E-409C-BE32-E72D297353CC}">
                  <c16:uniqueId val="{00000018-54F4-4F49-BF99-32C6A3633B7B}"/>
                </c:ext>
              </c:extLst>
            </c:dLbl>
            <c:dLbl>
              <c:idx val="25"/>
              <c:delete val="1"/>
              <c:extLst>
                <c:ext xmlns:c15="http://schemas.microsoft.com/office/drawing/2012/chart" uri="{CE6537A1-D6FC-4f65-9D91-7224C49458BB}"/>
                <c:ext xmlns:c16="http://schemas.microsoft.com/office/drawing/2014/chart" uri="{C3380CC4-5D6E-409C-BE32-E72D297353CC}">
                  <c16:uniqueId val="{00000019-54F4-4F49-BF99-32C6A3633B7B}"/>
                </c:ext>
              </c:extLst>
            </c:dLbl>
            <c:dLbl>
              <c:idx val="26"/>
              <c:delete val="1"/>
              <c:extLst>
                <c:ext xmlns:c15="http://schemas.microsoft.com/office/drawing/2012/chart" uri="{CE6537A1-D6FC-4f65-9D91-7224C49458BB}"/>
                <c:ext xmlns:c16="http://schemas.microsoft.com/office/drawing/2014/chart" uri="{C3380CC4-5D6E-409C-BE32-E72D297353CC}">
                  <c16:uniqueId val="{0000001A-54F4-4F49-BF99-32C6A3633B7B}"/>
                </c:ext>
              </c:extLst>
            </c:dLbl>
            <c:dLbl>
              <c:idx val="27"/>
              <c:delete val="1"/>
              <c:extLst>
                <c:ext xmlns:c15="http://schemas.microsoft.com/office/drawing/2012/chart" uri="{CE6537A1-D6FC-4f65-9D91-7224C49458BB}"/>
                <c:ext xmlns:c16="http://schemas.microsoft.com/office/drawing/2014/chart" uri="{C3380CC4-5D6E-409C-BE32-E72D297353CC}">
                  <c16:uniqueId val="{0000001B-54F4-4F49-BF99-32C6A3633B7B}"/>
                </c:ext>
              </c:extLst>
            </c:dLbl>
            <c:dLbl>
              <c:idx val="28"/>
              <c:delete val="1"/>
              <c:extLst>
                <c:ext xmlns:c15="http://schemas.microsoft.com/office/drawing/2012/chart" uri="{CE6537A1-D6FC-4f65-9D91-7224C49458BB}"/>
                <c:ext xmlns:c16="http://schemas.microsoft.com/office/drawing/2014/chart" uri="{C3380CC4-5D6E-409C-BE32-E72D297353CC}">
                  <c16:uniqueId val="{0000001C-54F4-4F49-BF99-32C6A3633B7B}"/>
                </c:ext>
              </c:extLst>
            </c:dLbl>
            <c:dLbl>
              <c:idx val="29"/>
              <c:delete val="1"/>
              <c:extLst>
                <c:ext xmlns:c15="http://schemas.microsoft.com/office/drawing/2012/chart" uri="{CE6537A1-D6FC-4f65-9D91-7224C49458BB}"/>
                <c:ext xmlns:c16="http://schemas.microsoft.com/office/drawing/2014/chart" uri="{C3380CC4-5D6E-409C-BE32-E72D297353CC}">
                  <c16:uniqueId val="{0000001D-54F4-4F49-BF99-32C6A3633B7B}"/>
                </c:ext>
              </c:extLst>
            </c:dLbl>
            <c:dLbl>
              <c:idx val="30"/>
              <c:delete val="1"/>
              <c:extLst>
                <c:ext xmlns:c15="http://schemas.microsoft.com/office/drawing/2012/chart" uri="{CE6537A1-D6FC-4f65-9D91-7224C49458BB}"/>
                <c:ext xmlns:c16="http://schemas.microsoft.com/office/drawing/2014/chart" uri="{C3380CC4-5D6E-409C-BE32-E72D297353CC}">
                  <c16:uniqueId val="{0000001E-54F4-4F49-BF99-32C6A3633B7B}"/>
                </c:ext>
              </c:extLst>
            </c:dLbl>
            <c:dLbl>
              <c:idx val="31"/>
              <c:delete val="1"/>
              <c:extLst>
                <c:ext xmlns:c15="http://schemas.microsoft.com/office/drawing/2012/chart" uri="{CE6537A1-D6FC-4f65-9D91-7224C49458BB}"/>
                <c:ext xmlns:c16="http://schemas.microsoft.com/office/drawing/2014/chart" uri="{C3380CC4-5D6E-409C-BE32-E72D297353CC}">
                  <c16:uniqueId val="{0000001F-54F4-4F49-BF99-32C6A3633B7B}"/>
                </c:ext>
              </c:extLst>
            </c:dLbl>
            <c:dLbl>
              <c:idx val="32"/>
              <c:delete val="1"/>
              <c:extLst>
                <c:ext xmlns:c15="http://schemas.microsoft.com/office/drawing/2012/chart" uri="{CE6537A1-D6FC-4f65-9D91-7224C49458BB}"/>
                <c:ext xmlns:c16="http://schemas.microsoft.com/office/drawing/2014/chart" uri="{C3380CC4-5D6E-409C-BE32-E72D297353CC}">
                  <c16:uniqueId val="{00000020-54F4-4F49-BF99-32C6A3633B7B}"/>
                </c:ext>
              </c:extLst>
            </c:dLbl>
            <c:dLbl>
              <c:idx val="33"/>
              <c:delete val="1"/>
              <c:extLst>
                <c:ext xmlns:c15="http://schemas.microsoft.com/office/drawing/2012/chart" uri="{CE6537A1-D6FC-4f65-9D91-7224C49458BB}"/>
                <c:ext xmlns:c16="http://schemas.microsoft.com/office/drawing/2014/chart" uri="{C3380CC4-5D6E-409C-BE32-E72D297353CC}">
                  <c16:uniqueId val="{00000021-54F4-4F49-BF99-32C6A3633B7B}"/>
                </c:ext>
              </c:extLst>
            </c:dLbl>
            <c:dLbl>
              <c:idx val="34"/>
              <c:delete val="1"/>
              <c:extLst>
                <c:ext xmlns:c15="http://schemas.microsoft.com/office/drawing/2012/chart" uri="{CE6537A1-D6FC-4f65-9D91-7224C49458BB}"/>
                <c:ext xmlns:c16="http://schemas.microsoft.com/office/drawing/2014/chart" uri="{C3380CC4-5D6E-409C-BE32-E72D297353CC}">
                  <c16:uniqueId val="{00000022-54F4-4F49-BF99-32C6A3633B7B}"/>
                </c:ext>
              </c:extLst>
            </c:dLbl>
            <c:dLbl>
              <c:idx val="35"/>
              <c:delete val="1"/>
              <c:extLst>
                <c:ext xmlns:c15="http://schemas.microsoft.com/office/drawing/2012/chart" uri="{CE6537A1-D6FC-4f65-9D91-7224C49458BB}"/>
                <c:ext xmlns:c16="http://schemas.microsoft.com/office/drawing/2014/chart" uri="{C3380CC4-5D6E-409C-BE32-E72D297353CC}">
                  <c16:uniqueId val="{00000023-54F4-4F49-BF99-32C6A3633B7B}"/>
                </c:ext>
              </c:extLst>
            </c:dLbl>
            <c:dLbl>
              <c:idx val="36"/>
              <c:delete val="1"/>
              <c:extLst>
                <c:ext xmlns:c15="http://schemas.microsoft.com/office/drawing/2012/chart" uri="{CE6537A1-D6FC-4f65-9D91-7224C49458BB}"/>
                <c:ext xmlns:c16="http://schemas.microsoft.com/office/drawing/2014/chart" uri="{C3380CC4-5D6E-409C-BE32-E72D297353CC}">
                  <c16:uniqueId val="{00000024-54F4-4F49-BF99-32C6A3633B7B}"/>
                </c:ext>
              </c:extLst>
            </c:dLbl>
            <c:dLbl>
              <c:idx val="37"/>
              <c:delete val="1"/>
              <c:extLst>
                <c:ext xmlns:c15="http://schemas.microsoft.com/office/drawing/2012/chart" uri="{CE6537A1-D6FC-4f65-9D91-7224C49458BB}"/>
                <c:ext xmlns:c16="http://schemas.microsoft.com/office/drawing/2014/chart" uri="{C3380CC4-5D6E-409C-BE32-E72D297353CC}">
                  <c16:uniqueId val="{00000025-54F4-4F49-BF99-32C6A3633B7B}"/>
                </c:ext>
              </c:extLst>
            </c:dLbl>
            <c:dLbl>
              <c:idx val="38"/>
              <c:delete val="1"/>
              <c:extLst>
                <c:ext xmlns:c15="http://schemas.microsoft.com/office/drawing/2012/chart" uri="{CE6537A1-D6FC-4f65-9D91-7224C49458BB}"/>
                <c:ext xmlns:c16="http://schemas.microsoft.com/office/drawing/2014/chart" uri="{C3380CC4-5D6E-409C-BE32-E72D297353CC}">
                  <c16:uniqueId val="{00000026-54F4-4F49-BF99-32C6A3633B7B}"/>
                </c:ext>
              </c:extLst>
            </c:dLbl>
            <c:dLbl>
              <c:idx val="39"/>
              <c:delete val="1"/>
              <c:extLst>
                <c:ext xmlns:c15="http://schemas.microsoft.com/office/drawing/2012/chart" uri="{CE6537A1-D6FC-4f65-9D91-7224C49458BB}"/>
                <c:ext xmlns:c16="http://schemas.microsoft.com/office/drawing/2014/chart" uri="{C3380CC4-5D6E-409C-BE32-E72D297353CC}">
                  <c16:uniqueId val="{00000027-54F4-4F49-BF99-32C6A3633B7B}"/>
                </c:ext>
              </c:extLst>
            </c:dLbl>
            <c:dLbl>
              <c:idx val="40"/>
              <c:delete val="1"/>
              <c:extLst>
                <c:ext xmlns:c15="http://schemas.microsoft.com/office/drawing/2012/chart" uri="{CE6537A1-D6FC-4f65-9D91-7224C49458BB}"/>
                <c:ext xmlns:c16="http://schemas.microsoft.com/office/drawing/2014/chart" uri="{C3380CC4-5D6E-409C-BE32-E72D297353CC}">
                  <c16:uniqueId val="{00000028-54F4-4F49-BF99-32C6A3633B7B}"/>
                </c:ext>
              </c:extLst>
            </c:dLbl>
            <c:dLbl>
              <c:idx val="41"/>
              <c:delete val="1"/>
              <c:extLst>
                <c:ext xmlns:c15="http://schemas.microsoft.com/office/drawing/2012/chart" uri="{CE6537A1-D6FC-4f65-9D91-7224C49458BB}"/>
                <c:ext xmlns:c16="http://schemas.microsoft.com/office/drawing/2014/chart" uri="{C3380CC4-5D6E-409C-BE32-E72D297353CC}">
                  <c16:uniqueId val="{00000029-54F4-4F49-BF99-32C6A3633B7B}"/>
                </c:ext>
              </c:extLst>
            </c:dLbl>
            <c:dLbl>
              <c:idx val="42"/>
              <c:delete val="1"/>
              <c:extLst>
                <c:ext xmlns:c15="http://schemas.microsoft.com/office/drawing/2012/chart" uri="{CE6537A1-D6FC-4f65-9D91-7224C49458BB}"/>
                <c:ext xmlns:c16="http://schemas.microsoft.com/office/drawing/2014/chart" uri="{C3380CC4-5D6E-409C-BE32-E72D297353CC}">
                  <c16:uniqueId val="{0000002A-54F4-4F49-BF99-32C6A3633B7B}"/>
                </c:ext>
              </c:extLst>
            </c:dLbl>
            <c:dLbl>
              <c:idx val="43"/>
              <c:delete val="1"/>
              <c:extLst>
                <c:ext xmlns:c15="http://schemas.microsoft.com/office/drawing/2012/chart" uri="{CE6537A1-D6FC-4f65-9D91-7224C49458BB}"/>
                <c:ext xmlns:c16="http://schemas.microsoft.com/office/drawing/2014/chart" uri="{C3380CC4-5D6E-409C-BE32-E72D297353CC}">
                  <c16:uniqueId val="{0000002B-54F4-4F49-BF99-32C6A3633B7B}"/>
                </c:ext>
              </c:extLst>
            </c:dLbl>
            <c:dLbl>
              <c:idx val="44"/>
              <c:delete val="1"/>
              <c:extLst>
                <c:ext xmlns:c15="http://schemas.microsoft.com/office/drawing/2012/chart" uri="{CE6537A1-D6FC-4f65-9D91-7224C49458BB}"/>
                <c:ext xmlns:c16="http://schemas.microsoft.com/office/drawing/2014/chart" uri="{C3380CC4-5D6E-409C-BE32-E72D297353CC}">
                  <c16:uniqueId val="{0000002C-54F4-4F49-BF99-32C6A3633B7B}"/>
                </c:ext>
              </c:extLst>
            </c:dLbl>
            <c:dLbl>
              <c:idx val="45"/>
              <c:delete val="1"/>
              <c:extLst>
                <c:ext xmlns:c15="http://schemas.microsoft.com/office/drawing/2012/chart" uri="{CE6537A1-D6FC-4f65-9D91-7224C49458BB}"/>
                <c:ext xmlns:c16="http://schemas.microsoft.com/office/drawing/2014/chart" uri="{C3380CC4-5D6E-409C-BE32-E72D297353CC}">
                  <c16:uniqueId val="{0000002D-54F4-4F49-BF99-32C6A3633B7B}"/>
                </c:ext>
              </c:extLst>
            </c:dLbl>
            <c:dLbl>
              <c:idx val="46"/>
              <c:delete val="1"/>
              <c:extLst>
                <c:ext xmlns:c15="http://schemas.microsoft.com/office/drawing/2012/chart" uri="{CE6537A1-D6FC-4f65-9D91-7224C49458BB}"/>
                <c:ext xmlns:c16="http://schemas.microsoft.com/office/drawing/2014/chart" uri="{C3380CC4-5D6E-409C-BE32-E72D297353CC}">
                  <c16:uniqueId val="{0000002E-54F4-4F49-BF99-32C6A3633B7B}"/>
                </c:ext>
              </c:extLst>
            </c:dLbl>
            <c:dLbl>
              <c:idx val="47"/>
              <c:delete val="1"/>
              <c:extLst>
                <c:ext xmlns:c15="http://schemas.microsoft.com/office/drawing/2012/chart" uri="{CE6537A1-D6FC-4f65-9D91-7224C49458BB}"/>
                <c:ext xmlns:c16="http://schemas.microsoft.com/office/drawing/2014/chart" uri="{C3380CC4-5D6E-409C-BE32-E72D297353CC}">
                  <c16:uniqueId val="{0000002F-54F4-4F49-BF99-32C6A3633B7B}"/>
                </c:ext>
              </c:extLst>
            </c:dLbl>
            <c:dLbl>
              <c:idx val="48"/>
              <c:delete val="1"/>
              <c:extLst>
                <c:ext xmlns:c15="http://schemas.microsoft.com/office/drawing/2012/chart" uri="{CE6537A1-D6FC-4f65-9D91-7224C49458BB}"/>
                <c:ext xmlns:c16="http://schemas.microsoft.com/office/drawing/2014/chart" uri="{C3380CC4-5D6E-409C-BE32-E72D297353CC}">
                  <c16:uniqueId val="{00000030-54F4-4F49-BF99-32C6A3633B7B}"/>
                </c:ext>
              </c:extLst>
            </c:dLbl>
            <c:dLbl>
              <c:idx val="49"/>
              <c:delete val="1"/>
              <c:extLst>
                <c:ext xmlns:c15="http://schemas.microsoft.com/office/drawing/2012/chart" uri="{CE6537A1-D6FC-4f65-9D91-7224C49458BB}"/>
                <c:ext xmlns:c16="http://schemas.microsoft.com/office/drawing/2014/chart" uri="{C3380CC4-5D6E-409C-BE32-E72D297353CC}">
                  <c16:uniqueId val="{00000031-54F4-4F49-BF99-32C6A3633B7B}"/>
                </c:ext>
              </c:extLst>
            </c:dLbl>
            <c:dLbl>
              <c:idx val="50"/>
              <c:delete val="1"/>
              <c:extLst>
                <c:ext xmlns:c15="http://schemas.microsoft.com/office/drawing/2012/chart" uri="{CE6537A1-D6FC-4f65-9D91-7224C49458BB}"/>
                <c:ext xmlns:c16="http://schemas.microsoft.com/office/drawing/2014/chart" uri="{C3380CC4-5D6E-409C-BE32-E72D297353CC}">
                  <c16:uniqueId val="{00000032-54F4-4F49-BF99-32C6A3633B7B}"/>
                </c:ext>
              </c:extLst>
            </c:dLbl>
            <c:dLbl>
              <c:idx val="51"/>
              <c:delete val="1"/>
              <c:extLst>
                <c:ext xmlns:c15="http://schemas.microsoft.com/office/drawing/2012/chart" uri="{CE6537A1-D6FC-4f65-9D91-7224C49458BB}"/>
                <c:ext xmlns:c16="http://schemas.microsoft.com/office/drawing/2014/chart" uri="{C3380CC4-5D6E-409C-BE32-E72D297353CC}">
                  <c16:uniqueId val="{00000033-54F4-4F49-BF99-32C6A3633B7B}"/>
                </c:ext>
              </c:extLst>
            </c:dLbl>
            <c:dLbl>
              <c:idx val="52"/>
              <c:delete val="1"/>
              <c:extLst>
                <c:ext xmlns:c15="http://schemas.microsoft.com/office/drawing/2012/chart" uri="{CE6537A1-D6FC-4f65-9D91-7224C49458BB}"/>
                <c:ext xmlns:c16="http://schemas.microsoft.com/office/drawing/2014/chart" uri="{C3380CC4-5D6E-409C-BE32-E72D297353CC}">
                  <c16:uniqueId val="{00000034-54F4-4F49-BF99-32C6A3633B7B}"/>
                </c:ext>
              </c:extLst>
            </c:dLbl>
            <c:dLbl>
              <c:idx val="53"/>
              <c:delete val="1"/>
              <c:extLst>
                <c:ext xmlns:c15="http://schemas.microsoft.com/office/drawing/2012/chart" uri="{CE6537A1-D6FC-4f65-9D91-7224C49458BB}"/>
                <c:ext xmlns:c16="http://schemas.microsoft.com/office/drawing/2014/chart" uri="{C3380CC4-5D6E-409C-BE32-E72D297353CC}">
                  <c16:uniqueId val="{00000035-54F4-4F49-BF99-32C6A3633B7B}"/>
                </c:ext>
              </c:extLst>
            </c:dLbl>
            <c:dLbl>
              <c:idx val="54"/>
              <c:delete val="1"/>
              <c:extLst>
                <c:ext xmlns:c15="http://schemas.microsoft.com/office/drawing/2012/chart" uri="{CE6537A1-D6FC-4f65-9D91-7224C49458BB}"/>
                <c:ext xmlns:c16="http://schemas.microsoft.com/office/drawing/2014/chart" uri="{C3380CC4-5D6E-409C-BE32-E72D297353CC}">
                  <c16:uniqueId val="{00000036-54F4-4F49-BF99-32C6A3633B7B}"/>
                </c:ext>
              </c:extLst>
            </c:dLbl>
            <c:dLbl>
              <c:idx val="55"/>
              <c:delete val="1"/>
              <c:extLst>
                <c:ext xmlns:c15="http://schemas.microsoft.com/office/drawing/2012/chart" uri="{CE6537A1-D6FC-4f65-9D91-7224C49458BB}"/>
                <c:ext xmlns:c16="http://schemas.microsoft.com/office/drawing/2014/chart" uri="{C3380CC4-5D6E-409C-BE32-E72D297353CC}">
                  <c16:uniqueId val="{00000037-54F4-4F49-BF99-32C6A3633B7B}"/>
                </c:ext>
              </c:extLst>
            </c:dLbl>
            <c:dLbl>
              <c:idx val="56"/>
              <c:delete val="1"/>
              <c:extLst>
                <c:ext xmlns:c15="http://schemas.microsoft.com/office/drawing/2012/chart" uri="{CE6537A1-D6FC-4f65-9D91-7224C49458BB}"/>
                <c:ext xmlns:c16="http://schemas.microsoft.com/office/drawing/2014/chart" uri="{C3380CC4-5D6E-409C-BE32-E72D297353CC}">
                  <c16:uniqueId val="{00000038-54F4-4F49-BF99-32C6A3633B7B}"/>
                </c:ext>
              </c:extLst>
            </c:dLbl>
            <c:dLbl>
              <c:idx val="57"/>
              <c:delete val="1"/>
              <c:extLst>
                <c:ext xmlns:c15="http://schemas.microsoft.com/office/drawing/2012/chart" uri="{CE6537A1-D6FC-4f65-9D91-7224C49458BB}"/>
                <c:ext xmlns:c16="http://schemas.microsoft.com/office/drawing/2014/chart" uri="{C3380CC4-5D6E-409C-BE32-E72D297353CC}">
                  <c16:uniqueId val="{00000039-54F4-4F49-BF99-32C6A3633B7B}"/>
                </c:ext>
              </c:extLst>
            </c:dLbl>
            <c:dLbl>
              <c:idx val="58"/>
              <c:delete val="1"/>
              <c:extLst>
                <c:ext xmlns:c15="http://schemas.microsoft.com/office/drawing/2012/chart" uri="{CE6537A1-D6FC-4f65-9D91-7224C49458BB}"/>
                <c:ext xmlns:c16="http://schemas.microsoft.com/office/drawing/2014/chart" uri="{C3380CC4-5D6E-409C-BE32-E72D297353CC}">
                  <c16:uniqueId val="{0000003A-54F4-4F49-BF99-32C6A3633B7B}"/>
                </c:ext>
              </c:extLst>
            </c:dLbl>
            <c:dLbl>
              <c:idx val="59"/>
              <c:delete val="1"/>
              <c:extLst>
                <c:ext xmlns:c15="http://schemas.microsoft.com/office/drawing/2012/chart" uri="{CE6537A1-D6FC-4f65-9D91-7224C49458BB}"/>
                <c:ext xmlns:c16="http://schemas.microsoft.com/office/drawing/2014/chart" uri="{C3380CC4-5D6E-409C-BE32-E72D297353CC}">
                  <c16:uniqueId val="{0000003B-54F4-4F49-BF99-32C6A3633B7B}"/>
                </c:ext>
              </c:extLst>
            </c:dLbl>
            <c:dLbl>
              <c:idx val="60"/>
              <c:delete val="1"/>
              <c:extLst>
                <c:ext xmlns:c15="http://schemas.microsoft.com/office/drawing/2012/chart" uri="{CE6537A1-D6FC-4f65-9D91-7224C49458BB}"/>
                <c:ext xmlns:c16="http://schemas.microsoft.com/office/drawing/2014/chart" uri="{C3380CC4-5D6E-409C-BE32-E72D297353CC}">
                  <c16:uniqueId val="{0000003C-54F4-4F49-BF99-32C6A3633B7B}"/>
                </c:ext>
              </c:extLst>
            </c:dLbl>
            <c:dLbl>
              <c:idx val="61"/>
              <c:delete val="1"/>
              <c:extLst>
                <c:ext xmlns:c15="http://schemas.microsoft.com/office/drawing/2012/chart" uri="{CE6537A1-D6FC-4f65-9D91-7224C49458BB}"/>
                <c:ext xmlns:c16="http://schemas.microsoft.com/office/drawing/2014/chart" uri="{C3380CC4-5D6E-409C-BE32-E72D297353CC}">
                  <c16:uniqueId val="{0000003D-54F4-4F49-BF99-32C6A3633B7B}"/>
                </c:ext>
              </c:extLst>
            </c:dLbl>
            <c:dLbl>
              <c:idx val="62"/>
              <c:delete val="1"/>
              <c:extLst>
                <c:ext xmlns:c15="http://schemas.microsoft.com/office/drawing/2012/chart" uri="{CE6537A1-D6FC-4f65-9D91-7224C49458BB}"/>
                <c:ext xmlns:c16="http://schemas.microsoft.com/office/drawing/2014/chart" uri="{C3380CC4-5D6E-409C-BE32-E72D297353CC}">
                  <c16:uniqueId val="{0000003E-54F4-4F49-BF99-32C6A3633B7B}"/>
                </c:ext>
              </c:extLst>
            </c:dLbl>
            <c:dLbl>
              <c:idx val="63"/>
              <c:delete val="1"/>
              <c:extLst>
                <c:ext xmlns:c15="http://schemas.microsoft.com/office/drawing/2012/chart" uri="{CE6537A1-D6FC-4f65-9D91-7224C49458BB}"/>
                <c:ext xmlns:c16="http://schemas.microsoft.com/office/drawing/2014/chart" uri="{C3380CC4-5D6E-409C-BE32-E72D297353CC}">
                  <c16:uniqueId val="{0000003F-54F4-4F49-BF99-32C6A3633B7B}"/>
                </c:ext>
              </c:extLst>
            </c:dLbl>
            <c:dLbl>
              <c:idx val="64"/>
              <c:delete val="1"/>
              <c:extLst>
                <c:ext xmlns:c15="http://schemas.microsoft.com/office/drawing/2012/chart" uri="{CE6537A1-D6FC-4f65-9D91-7224C49458BB}"/>
                <c:ext xmlns:c16="http://schemas.microsoft.com/office/drawing/2014/chart" uri="{C3380CC4-5D6E-409C-BE32-E72D297353CC}">
                  <c16:uniqueId val="{00000040-54F4-4F49-BF99-32C6A3633B7B}"/>
                </c:ext>
              </c:extLst>
            </c:dLbl>
            <c:dLbl>
              <c:idx val="65"/>
              <c:delete val="1"/>
              <c:extLst>
                <c:ext xmlns:c15="http://schemas.microsoft.com/office/drawing/2012/chart" uri="{CE6537A1-D6FC-4f65-9D91-7224C49458BB}"/>
                <c:ext xmlns:c16="http://schemas.microsoft.com/office/drawing/2014/chart" uri="{C3380CC4-5D6E-409C-BE32-E72D297353CC}">
                  <c16:uniqueId val="{00000041-54F4-4F49-BF99-32C6A3633B7B}"/>
                </c:ext>
              </c:extLst>
            </c:dLbl>
            <c:dLbl>
              <c:idx val="66"/>
              <c:delete val="1"/>
              <c:extLst>
                <c:ext xmlns:c15="http://schemas.microsoft.com/office/drawing/2012/chart" uri="{CE6537A1-D6FC-4f65-9D91-7224C49458BB}"/>
                <c:ext xmlns:c16="http://schemas.microsoft.com/office/drawing/2014/chart" uri="{C3380CC4-5D6E-409C-BE32-E72D297353CC}">
                  <c16:uniqueId val="{00000042-54F4-4F49-BF99-32C6A3633B7B}"/>
                </c:ext>
              </c:extLst>
            </c:dLbl>
            <c:dLbl>
              <c:idx val="67"/>
              <c:delete val="1"/>
              <c:extLst>
                <c:ext xmlns:c15="http://schemas.microsoft.com/office/drawing/2012/chart" uri="{CE6537A1-D6FC-4f65-9D91-7224C49458BB}"/>
                <c:ext xmlns:c16="http://schemas.microsoft.com/office/drawing/2014/chart" uri="{C3380CC4-5D6E-409C-BE32-E72D297353CC}">
                  <c16:uniqueId val="{00000043-54F4-4F49-BF99-32C6A3633B7B}"/>
                </c:ext>
              </c:extLst>
            </c:dLbl>
            <c:dLbl>
              <c:idx val="68"/>
              <c:delete val="1"/>
              <c:extLst>
                <c:ext xmlns:c15="http://schemas.microsoft.com/office/drawing/2012/chart" uri="{CE6537A1-D6FC-4f65-9D91-7224C49458BB}"/>
                <c:ext xmlns:c16="http://schemas.microsoft.com/office/drawing/2014/chart" uri="{C3380CC4-5D6E-409C-BE32-E72D297353CC}">
                  <c16:uniqueId val="{00000044-54F4-4F49-BF99-32C6A3633B7B}"/>
                </c:ext>
              </c:extLst>
            </c:dLbl>
            <c:dLbl>
              <c:idx val="69"/>
              <c:delete val="1"/>
              <c:extLst>
                <c:ext xmlns:c15="http://schemas.microsoft.com/office/drawing/2012/chart" uri="{CE6537A1-D6FC-4f65-9D91-7224C49458BB}"/>
                <c:ext xmlns:c16="http://schemas.microsoft.com/office/drawing/2014/chart" uri="{C3380CC4-5D6E-409C-BE32-E72D297353CC}">
                  <c16:uniqueId val="{00000045-54F4-4F49-BF99-32C6A3633B7B}"/>
                </c:ext>
              </c:extLst>
            </c:dLbl>
            <c:dLbl>
              <c:idx val="70"/>
              <c:delete val="1"/>
              <c:extLst>
                <c:ext xmlns:c15="http://schemas.microsoft.com/office/drawing/2012/chart" uri="{CE6537A1-D6FC-4f65-9D91-7224C49458BB}"/>
                <c:ext xmlns:c16="http://schemas.microsoft.com/office/drawing/2014/chart" uri="{C3380CC4-5D6E-409C-BE32-E72D297353CC}">
                  <c16:uniqueId val="{00000046-54F4-4F49-BF99-32C6A3633B7B}"/>
                </c:ext>
              </c:extLst>
            </c:dLbl>
            <c:dLbl>
              <c:idx val="71"/>
              <c:delete val="1"/>
              <c:extLst>
                <c:ext xmlns:c15="http://schemas.microsoft.com/office/drawing/2012/chart" uri="{CE6537A1-D6FC-4f65-9D91-7224C49458BB}"/>
                <c:ext xmlns:c16="http://schemas.microsoft.com/office/drawing/2014/chart" uri="{C3380CC4-5D6E-409C-BE32-E72D297353CC}">
                  <c16:uniqueId val="{00000047-54F4-4F49-BF99-32C6A3633B7B}"/>
                </c:ext>
              </c:extLst>
            </c:dLbl>
            <c:dLbl>
              <c:idx val="72"/>
              <c:delete val="1"/>
              <c:extLst>
                <c:ext xmlns:c15="http://schemas.microsoft.com/office/drawing/2012/chart" uri="{CE6537A1-D6FC-4f65-9D91-7224C49458BB}"/>
                <c:ext xmlns:c16="http://schemas.microsoft.com/office/drawing/2014/chart" uri="{C3380CC4-5D6E-409C-BE32-E72D297353CC}">
                  <c16:uniqueId val="{00000048-54F4-4F49-BF99-32C6A3633B7B}"/>
                </c:ext>
              </c:extLst>
            </c:dLbl>
            <c:dLbl>
              <c:idx val="73"/>
              <c:delete val="1"/>
              <c:extLst>
                <c:ext xmlns:c15="http://schemas.microsoft.com/office/drawing/2012/chart" uri="{CE6537A1-D6FC-4f65-9D91-7224C49458BB}"/>
                <c:ext xmlns:c16="http://schemas.microsoft.com/office/drawing/2014/chart" uri="{C3380CC4-5D6E-409C-BE32-E72D297353CC}">
                  <c16:uniqueId val="{00000049-54F4-4F49-BF99-32C6A3633B7B}"/>
                </c:ext>
              </c:extLst>
            </c:dLbl>
            <c:dLbl>
              <c:idx val="74"/>
              <c:delete val="1"/>
              <c:extLst>
                <c:ext xmlns:c15="http://schemas.microsoft.com/office/drawing/2012/chart" uri="{CE6537A1-D6FC-4f65-9D91-7224C49458BB}"/>
                <c:ext xmlns:c16="http://schemas.microsoft.com/office/drawing/2014/chart" uri="{C3380CC4-5D6E-409C-BE32-E72D297353CC}">
                  <c16:uniqueId val="{0000004A-54F4-4F49-BF99-32C6A3633B7B}"/>
                </c:ext>
              </c:extLst>
            </c:dLbl>
            <c:dLbl>
              <c:idx val="75"/>
              <c:delete val="1"/>
              <c:extLst>
                <c:ext xmlns:c15="http://schemas.microsoft.com/office/drawing/2012/chart" uri="{CE6537A1-D6FC-4f65-9D91-7224C49458BB}"/>
                <c:ext xmlns:c16="http://schemas.microsoft.com/office/drawing/2014/chart" uri="{C3380CC4-5D6E-409C-BE32-E72D297353CC}">
                  <c16:uniqueId val="{0000004B-54F4-4F49-BF99-32C6A3633B7B}"/>
                </c:ext>
              </c:extLst>
            </c:dLbl>
            <c:dLbl>
              <c:idx val="76"/>
              <c:delete val="1"/>
              <c:extLst>
                <c:ext xmlns:c15="http://schemas.microsoft.com/office/drawing/2012/chart" uri="{CE6537A1-D6FC-4f65-9D91-7224C49458BB}"/>
                <c:ext xmlns:c16="http://schemas.microsoft.com/office/drawing/2014/chart" uri="{C3380CC4-5D6E-409C-BE32-E72D297353CC}">
                  <c16:uniqueId val="{0000004C-54F4-4F49-BF99-32C6A3633B7B}"/>
                </c:ext>
              </c:extLst>
            </c:dLbl>
            <c:dLbl>
              <c:idx val="77"/>
              <c:delete val="1"/>
              <c:extLst>
                <c:ext xmlns:c15="http://schemas.microsoft.com/office/drawing/2012/chart" uri="{CE6537A1-D6FC-4f65-9D91-7224C49458BB}"/>
                <c:ext xmlns:c16="http://schemas.microsoft.com/office/drawing/2014/chart" uri="{C3380CC4-5D6E-409C-BE32-E72D297353CC}">
                  <c16:uniqueId val="{0000004D-54F4-4F49-BF99-32C6A3633B7B}"/>
                </c:ext>
              </c:extLst>
            </c:dLbl>
            <c:dLbl>
              <c:idx val="78"/>
              <c:delete val="1"/>
              <c:extLst>
                <c:ext xmlns:c15="http://schemas.microsoft.com/office/drawing/2012/chart" uri="{CE6537A1-D6FC-4f65-9D91-7224C49458BB}"/>
                <c:ext xmlns:c16="http://schemas.microsoft.com/office/drawing/2014/chart" uri="{C3380CC4-5D6E-409C-BE32-E72D297353CC}">
                  <c16:uniqueId val="{0000004E-54F4-4F49-BF99-32C6A3633B7B}"/>
                </c:ext>
              </c:extLst>
            </c:dLbl>
            <c:dLbl>
              <c:idx val="79"/>
              <c:delete val="1"/>
              <c:extLst>
                <c:ext xmlns:c15="http://schemas.microsoft.com/office/drawing/2012/chart" uri="{CE6537A1-D6FC-4f65-9D91-7224C49458BB}"/>
                <c:ext xmlns:c16="http://schemas.microsoft.com/office/drawing/2014/chart" uri="{C3380CC4-5D6E-409C-BE32-E72D297353CC}">
                  <c16:uniqueId val="{0000004F-54F4-4F49-BF99-32C6A3633B7B}"/>
                </c:ext>
              </c:extLst>
            </c:dLbl>
            <c:dLbl>
              <c:idx val="80"/>
              <c:delete val="1"/>
              <c:extLst>
                <c:ext xmlns:c15="http://schemas.microsoft.com/office/drawing/2012/chart" uri="{CE6537A1-D6FC-4f65-9D91-7224C49458BB}"/>
                <c:ext xmlns:c16="http://schemas.microsoft.com/office/drawing/2014/chart" uri="{C3380CC4-5D6E-409C-BE32-E72D297353CC}">
                  <c16:uniqueId val="{00000050-54F4-4F49-BF99-32C6A3633B7B}"/>
                </c:ext>
              </c:extLst>
            </c:dLbl>
            <c:dLbl>
              <c:idx val="81"/>
              <c:delete val="1"/>
              <c:extLst>
                <c:ext xmlns:c15="http://schemas.microsoft.com/office/drawing/2012/chart" uri="{CE6537A1-D6FC-4f65-9D91-7224C49458BB}"/>
                <c:ext xmlns:c16="http://schemas.microsoft.com/office/drawing/2014/chart" uri="{C3380CC4-5D6E-409C-BE32-E72D297353CC}">
                  <c16:uniqueId val="{00000051-54F4-4F49-BF99-32C6A3633B7B}"/>
                </c:ext>
              </c:extLst>
            </c:dLbl>
            <c:dLbl>
              <c:idx val="82"/>
              <c:delete val="1"/>
              <c:extLst>
                <c:ext xmlns:c15="http://schemas.microsoft.com/office/drawing/2012/chart" uri="{CE6537A1-D6FC-4f65-9D91-7224C49458BB}"/>
                <c:ext xmlns:c16="http://schemas.microsoft.com/office/drawing/2014/chart" uri="{C3380CC4-5D6E-409C-BE32-E72D297353CC}">
                  <c16:uniqueId val="{00000052-54F4-4F49-BF99-32C6A3633B7B}"/>
                </c:ext>
              </c:extLst>
            </c:dLbl>
            <c:dLbl>
              <c:idx val="83"/>
              <c:delete val="1"/>
              <c:extLst>
                <c:ext xmlns:c15="http://schemas.microsoft.com/office/drawing/2012/chart" uri="{CE6537A1-D6FC-4f65-9D91-7224C49458BB}"/>
                <c:ext xmlns:c16="http://schemas.microsoft.com/office/drawing/2014/chart" uri="{C3380CC4-5D6E-409C-BE32-E72D297353CC}">
                  <c16:uniqueId val="{00000053-54F4-4F49-BF99-32C6A3633B7B}"/>
                </c:ext>
              </c:extLst>
            </c:dLbl>
            <c:dLbl>
              <c:idx val="84"/>
              <c:delete val="1"/>
              <c:extLst>
                <c:ext xmlns:c15="http://schemas.microsoft.com/office/drawing/2012/chart" uri="{CE6537A1-D6FC-4f65-9D91-7224C49458BB}"/>
                <c:ext xmlns:c16="http://schemas.microsoft.com/office/drawing/2014/chart" uri="{C3380CC4-5D6E-409C-BE32-E72D297353CC}">
                  <c16:uniqueId val="{00000054-54F4-4F49-BF99-32C6A3633B7B}"/>
                </c:ext>
              </c:extLst>
            </c:dLbl>
            <c:dLbl>
              <c:idx val="85"/>
              <c:delete val="1"/>
              <c:extLst>
                <c:ext xmlns:c15="http://schemas.microsoft.com/office/drawing/2012/chart" uri="{CE6537A1-D6FC-4f65-9D91-7224C49458BB}"/>
                <c:ext xmlns:c16="http://schemas.microsoft.com/office/drawing/2014/chart" uri="{C3380CC4-5D6E-409C-BE32-E72D297353CC}">
                  <c16:uniqueId val="{00000055-54F4-4F49-BF99-32C6A3633B7B}"/>
                </c:ext>
              </c:extLst>
            </c:dLbl>
            <c:dLbl>
              <c:idx val="86"/>
              <c:delete val="1"/>
              <c:extLst>
                <c:ext xmlns:c15="http://schemas.microsoft.com/office/drawing/2012/chart" uri="{CE6537A1-D6FC-4f65-9D91-7224C49458BB}"/>
                <c:ext xmlns:c16="http://schemas.microsoft.com/office/drawing/2014/chart" uri="{C3380CC4-5D6E-409C-BE32-E72D297353CC}">
                  <c16:uniqueId val="{00000056-54F4-4F49-BF99-32C6A3633B7B}"/>
                </c:ext>
              </c:extLst>
            </c:dLbl>
            <c:dLbl>
              <c:idx val="87"/>
              <c:delete val="1"/>
              <c:extLst>
                <c:ext xmlns:c15="http://schemas.microsoft.com/office/drawing/2012/chart" uri="{CE6537A1-D6FC-4f65-9D91-7224C49458BB}"/>
                <c:ext xmlns:c16="http://schemas.microsoft.com/office/drawing/2014/chart" uri="{C3380CC4-5D6E-409C-BE32-E72D297353CC}">
                  <c16:uniqueId val="{00000057-54F4-4F49-BF99-32C6A3633B7B}"/>
                </c:ext>
              </c:extLst>
            </c:dLbl>
            <c:dLbl>
              <c:idx val="88"/>
              <c:delete val="1"/>
              <c:extLst>
                <c:ext xmlns:c15="http://schemas.microsoft.com/office/drawing/2012/chart" uri="{CE6537A1-D6FC-4f65-9D91-7224C49458BB}"/>
                <c:ext xmlns:c16="http://schemas.microsoft.com/office/drawing/2014/chart" uri="{C3380CC4-5D6E-409C-BE32-E72D297353CC}">
                  <c16:uniqueId val="{00000058-54F4-4F49-BF99-32C6A3633B7B}"/>
                </c:ext>
              </c:extLst>
            </c:dLbl>
            <c:dLbl>
              <c:idx val="89"/>
              <c:delete val="1"/>
              <c:extLst>
                <c:ext xmlns:c15="http://schemas.microsoft.com/office/drawing/2012/chart" uri="{CE6537A1-D6FC-4f65-9D91-7224C49458BB}"/>
                <c:ext xmlns:c16="http://schemas.microsoft.com/office/drawing/2014/chart" uri="{C3380CC4-5D6E-409C-BE32-E72D297353CC}">
                  <c16:uniqueId val="{00000059-54F4-4F49-BF99-32C6A3633B7B}"/>
                </c:ext>
              </c:extLst>
            </c:dLbl>
            <c:dLbl>
              <c:idx val="90"/>
              <c:delete val="1"/>
              <c:extLst>
                <c:ext xmlns:c15="http://schemas.microsoft.com/office/drawing/2012/chart" uri="{CE6537A1-D6FC-4f65-9D91-7224C49458BB}"/>
                <c:ext xmlns:c16="http://schemas.microsoft.com/office/drawing/2014/chart" uri="{C3380CC4-5D6E-409C-BE32-E72D297353CC}">
                  <c16:uniqueId val="{0000005A-54F4-4F49-BF99-32C6A3633B7B}"/>
                </c:ext>
              </c:extLst>
            </c:dLbl>
            <c:dLbl>
              <c:idx val="91"/>
              <c:delete val="1"/>
              <c:extLst>
                <c:ext xmlns:c15="http://schemas.microsoft.com/office/drawing/2012/chart" uri="{CE6537A1-D6FC-4f65-9D91-7224C49458BB}"/>
                <c:ext xmlns:c16="http://schemas.microsoft.com/office/drawing/2014/chart" uri="{C3380CC4-5D6E-409C-BE32-E72D297353CC}">
                  <c16:uniqueId val="{0000005B-54F4-4F49-BF99-32C6A3633B7B}"/>
                </c:ext>
              </c:extLst>
            </c:dLbl>
            <c:dLbl>
              <c:idx val="92"/>
              <c:delete val="1"/>
              <c:extLst>
                <c:ext xmlns:c15="http://schemas.microsoft.com/office/drawing/2012/chart" uri="{CE6537A1-D6FC-4f65-9D91-7224C49458BB}"/>
                <c:ext xmlns:c16="http://schemas.microsoft.com/office/drawing/2014/chart" uri="{C3380CC4-5D6E-409C-BE32-E72D297353CC}">
                  <c16:uniqueId val="{0000005C-54F4-4F49-BF99-32C6A3633B7B}"/>
                </c:ext>
              </c:extLst>
            </c:dLbl>
            <c:dLbl>
              <c:idx val="93"/>
              <c:delete val="1"/>
              <c:extLst>
                <c:ext xmlns:c15="http://schemas.microsoft.com/office/drawing/2012/chart" uri="{CE6537A1-D6FC-4f65-9D91-7224C49458BB}"/>
                <c:ext xmlns:c16="http://schemas.microsoft.com/office/drawing/2014/chart" uri="{C3380CC4-5D6E-409C-BE32-E72D297353CC}">
                  <c16:uniqueId val="{0000005D-54F4-4F49-BF99-32C6A3633B7B}"/>
                </c:ext>
              </c:extLst>
            </c:dLbl>
            <c:dLbl>
              <c:idx val="94"/>
              <c:delete val="1"/>
              <c:extLst>
                <c:ext xmlns:c15="http://schemas.microsoft.com/office/drawing/2012/chart" uri="{CE6537A1-D6FC-4f65-9D91-7224C49458BB}"/>
                <c:ext xmlns:c16="http://schemas.microsoft.com/office/drawing/2014/chart" uri="{C3380CC4-5D6E-409C-BE32-E72D297353CC}">
                  <c16:uniqueId val="{0000005E-54F4-4F49-BF99-32C6A3633B7B}"/>
                </c:ext>
              </c:extLst>
            </c:dLbl>
            <c:dLbl>
              <c:idx val="95"/>
              <c:delete val="1"/>
              <c:extLst>
                <c:ext xmlns:c15="http://schemas.microsoft.com/office/drawing/2012/chart" uri="{CE6537A1-D6FC-4f65-9D91-7224C49458BB}"/>
                <c:ext xmlns:c16="http://schemas.microsoft.com/office/drawing/2014/chart" uri="{C3380CC4-5D6E-409C-BE32-E72D297353CC}">
                  <c16:uniqueId val="{0000005F-54F4-4F49-BF99-32C6A3633B7B}"/>
                </c:ext>
              </c:extLst>
            </c:dLbl>
            <c:dLbl>
              <c:idx val="96"/>
              <c:delete val="1"/>
              <c:extLst>
                <c:ext xmlns:c15="http://schemas.microsoft.com/office/drawing/2012/chart" uri="{CE6537A1-D6FC-4f65-9D91-7224C49458BB}"/>
                <c:ext xmlns:c16="http://schemas.microsoft.com/office/drawing/2014/chart" uri="{C3380CC4-5D6E-409C-BE32-E72D297353CC}">
                  <c16:uniqueId val="{00000060-54F4-4F49-BF99-32C6A3633B7B}"/>
                </c:ext>
              </c:extLst>
            </c:dLbl>
            <c:dLbl>
              <c:idx val="97"/>
              <c:delete val="1"/>
              <c:extLst>
                <c:ext xmlns:c15="http://schemas.microsoft.com/office/drawing/2012/chart" uri="{CE6537A1-D6FC-4f65-9D91-7224C49458BB}"/>
                <c:ext xmlns:c16="http://schemas.microsoft.com/office/drawing/2014/chart" uri="{C3380CC4-5D6E-409C-BE32-E72D297353CC}">
                  <c16:uniqueId val="{00000061-54F4-4F49-BF99-32C6A3633B7B}"/>
                </c:ext>
              </c:extLst>
            </c:dLbl>
            <c:dLbl>
              <c:idx val="98"/>
              <c:delete val="1"/>
              <c:extLst>
                <c:ext xmlns:c15="http://schemas.microsoft.com/office/drawing/2012/chart" uri="{CE6537A1-D6FC-4f65-9D91-7224C49458BB}"/>
                <c:ext xmlns:c16="http://schemas.microsoft.com/office/drawing/2014/chart" uri="{C3380CC4-5D6E-409C-BE32-E72D297353CC}">
                  <c16:uniqueId val="{00000062-54F4-4F49-BF99-32C6A3633B7B}"/>
                </c:ext>
              </c:extLst>
            </c:dLbl>
            <c:dLbl>
              <c:idx val="99"/>
              <c:delete val="1"/>
              <c:extLst>
                <c:ext xmlns:c15="http://schemas.microsoft.com/office/drawing/2012/chart" uri="{CE6537A1-D6FC-4f65-9D91-7224C49458BB}"/>
                <c:ext xmlns:c16="http://schemas.microsoft.com/office/drawing/2014/chart" uri="{C3380CC4-5D6E-409C-BE32-E72D297353CC}">
                  <c16:uniqueId val="{00000063-54F4-4F49-BF99-32C6A3633B7B}"/>
                </c:ext>
              </c:extLst>
            </c:dLbl>
            <c:dLbl>
              <c:idx val="100"/>
              <c:delete val="1"/>
              <c:extLst>
                <c:ext xmlns:c15="http://schemas.microsoft.com/office/drawing/2012/chart" uri="{CE6537A1-D6FC-4f65-9D91-7224C49458BB}"/>
                <c:ext xmlns:c16="http://schemas.microsoft.com/office/drawing/2014/chart" uri="{C3380CC4-5D6E-409C-BE32-E72D297353CC}">
                  <c16:uniqueId val="{00000064-54F4-4F49-BF99-32C6A3633B7B}"/>
                </c:ext>
              </c:extLst>
            </c:dLbl>
            <c:dLbl>
              <c:idx val="101"/>
              <c:delete val="1"/>
              <c:extLst>
                <c:ext xmlns:c15="http://schemas.microsoft.com/office/drawing/2012/chart" uri="{CE6537A1-D6FC-4f65-9D91-7224C49458BB}"/>
                <c:ext xmlns:c16="http://schemas.microsoft.com/office/drawing/2014/chart" uri="{C3380CC4-5D6E-409C-BE32-E72D297353CC}">
                  <c16:uniqueId val="{00000065-54F4-4F49-BF99-32C6A3633B7B}"/>
                </c:ext>
              </c:extLst>
            </c:dLbl>
            <c:dLbl>
              <c:idx val="102"/>
              <c:delete val="1"/>
              <c:extLst>
                <c:ext xmlns:c15="http://schemas.microsoft.com/office/drawing/2012/chart" uri="{CE6537A1-D6FC-4f65-9D91-7224C49458BB}"/>
                <c:ext xmlns:c16="http://schemas.microsoft.com/office/drawing/2014/chart" uri="{C3380CC4-5D6E-409C-BE32-E72D297353CC}">
                  <c16:uniqueId val="{00000066-54F4-4F49-BF99-32C6A3633B7B}"/>
                </c:ext>
              </c:extLst>
            </c:dLbl>
            <c:dLbl>
              <c:idx val="103"/>
              <c:delete val="1"/>
              <c:extLst>
                <c:ext xmlns:c15="http://schemas.microsoft.com/office/drawing/2012/chart" uri="{CE6537A1-D6FC-4f65-9D91-7224C49458BB}"/>
                <c:ext xmlns:c16="http://schemas.microsoft.com/office/drawing/2014/chart" uri="{C3380CC4-5D6E-409C-BE32-E72D297353CC}">
                  <c16:uniqueId val="{00000067-54F4-4F49-BF99-32C6A3633B7B}"/>
                </c:ext>
              </c:extLst>
            </c:dLbl>
            <c:dLbl>
              <c:idx val="104"/>
              <c:delete val="1"/>
              <c:extLst>
                <c:ext xmlns:c15="http://schemas.microsoft.com/office/drawing/2012/chart" uri="{CE6537A1-D6FC-4f65-9D91-7224C49458BB}"/>
                <c:ext xmlns:c16="http://schemas.microsoft.com/office/drawing/2014/chart" uri="{C3380CC4-5D6E-409C-BE32-E72D297353CC}">
                  <c16:uniqueId val="{00000068-54F4-4F49-BF99-32C6A3633B7B}"/>
                </c:ext>
              </c:extLst>
            </c:dLbl>
            <c:dLbl>
              <c:idx val="105"/>
              <c:delete val="1"/>
              <c:extLst>
                <c:ext xmlns:c15="http://schemas.microsoft.com/office/drawing/2012/chart" uri="{CE6537A1-D6FC-4f65-9D91-7224C49458BB}"/>
                <c:ext xmlns:c16="http://schemas.microsoft.com/office/drawing/2014/chart" uri="{C3380CC4-5D6E-409C-BE32-E72D297353CC}">
                  <c16:uniqueId val="{00000069-54F4-4F49-BF99-32C6A3633B7B}"/>
                </c:ext>
              </c:extLst>
            </c:dLbl>
            <c:dLbl>
              <c:idx val="106"/>
              <c:delete val="1"/>
              <c:extLst>
                <c:ext xmlns:c15="http://schemas.microsoft.com/office/drawing/2012/chart" uri="{CE6537A1-D6FC-4f65-9D91-7224C49458BB}"/>
                <c:ext xmlns:c16="http://schemas.microsoft.com/office/drawing/2014/chart" uri="{C3380CC4-5D6E-409C-BE32-E72D297353CC}">
                  <c16:uniqueId val="{0000006A-54F4-4F49-BF99-32C6A3633B7B}"/>
                </c:ext>
              </c:extLst>
            </c:dLbl>
            <c:dLbl>
              <c:idx val="107"/>
              <c:delete val="1"/>
              <c:extLst>
                <c:ext xmlns:c15="http://schemas.microsoft.com/office/drawing/2012/chart" uri="{CE6537A1-D6FC-4f65-9D91-7224C49458BB}"/>
                <c:ext xmlns:c16="http://schemas.microsoft.com/office/drawing/2014/chart" uri="{C3380CC4-5D6E-409C-BE32-E72D297353CC}">
                  <c16:uniqueId val="{0000006B-54F4-4F49-BF99-32C6A3633B7B}"/>
                </c:ext>
              </c:extLst>
            </c:dLbl>
            <c:dLbl>
              <c:idx val="108"/>
              <c:delete val="1"/>
              <c:extLst>
                <c:ext xmlns:c15="http://schemas.microsoft.com/office/drawing/2012/chart" uri="{CE6537A1-D6FC-4f65-9D91-7224C49458BB}"/>
                <c:ext xmlns:c16="http://schemas.microsoft.com/office/drawing/2014/chart" uri="{C3380CC4-5D6E-409C-BE32-E72D297353CC}">
                  <c16:uniqueId val="{0000006C-54F4-4F49-BF99-32C6A3633B7B}"/>
                </c:ext>
              </c:extLst>
            </c:dLbl>
            <c:dLbl>
              <c:idx val="109"/>
              <c:delete val="1"/>
              <c:extLst>
                <c:ext xmlns:c15="http://schemas.microsoft.com/office/drawing/2012/chart" uri="{CE6537A1-D6FC-4f65-9D91-7224C49458BB}"/>
                <c:ext xmlns:c16="http://schemas.microsoft.com/office/drawing/2014/chart" uri="{C3380CC4-5D6E-409C-BE32-E72D297353CC}">
                  <c16:uniqueId val="{0000006D-54F4-4F49-BF99-32C6A3633B7B}"/>
                </c:ext>
              </c:extLst>
            </c:dLbl>
            <c:dLbl>
              <c:idx val="110"/>
              <c:delete val="1"/>
              <c:extLst>
                <c:ext xmlns:c15="http://schemas.microsoft.com/office/drawing/2012/chart" uri="{CE6537A1-D6FC-4f65-9D91-7224C49458BB}"/>
                <c:ext xmlns:c16="http://schemas.microsoft.com/office/drawing/2014/chart" uri="{C3380CC4-5D6E-409C-BE32-E72D297353CC}">
                  <c16:uniqueId val="{0000006E-54F4-4F49-BF99-32C6A3633B7B}"/>
                </c:ext>
              </c:extLst>
            </c:dLbl>
            <c:dLbl>
              <c:idx val="111"/>
              <c:delete val="1"/>
              <c:extLst>
                <c:ext xmlns:c15="http://schemas.microsoft.com/office/drawing/2012/chart" uri="{CE6537A1-D6FC-4f65-9D91-7224C49458BB}"/>
                <c:ext xmlns:c16="http://schemas.microsoft.com/office/drawing/2014/chart" uri="{C3380CC4-5D6E-409C-BE32-E72D297353CC}">
                  <c16:uniqueId val="{0000006F-54F4-4F49-BF99-32C6A3633B7B}"/>
                </c:ext>
              </c:extLst>
            </c:dLbl>
            <c:dLbl>
              <c:idx val="112"/>
              <c:delete val="1"/>
              <c:extLst>
                <c:ext xmlns:c15="http://schemas.microsoft.com/office/drawing/2012/chart" uri="{CE6537A1-D6FC-4f65-9D91-7224C49458BB}"/>
                <c:ext xmlns:c16="http://schemas.microsoft.com/office/drawing/2014/chart" uri="{C3380CC4-5D6E-409C-BE32-E72D297353CC}">
                  <c16:uniqueId val="{00000070-54F4-4F49-BF99-32C6A3633B7B}"/>
                </c:ext>
              </c:extLst>
            </c:dLbl>
            <c:dLbl>
              <c:idx val="113"/>
              <c:delete val="1"/>
              <c:extLst>
                <c:ext xmlns:c15="http://schemas.microsoft.com/office/drawing/2012/chart" uri="{CE6537A1-D6FC-4f65-9D91-7224C49458BB}"/>
                <c:ext xmlns:c16="http://schemas.microsoft.com/office/drawing/2014/chart" uri="{C3380CC4-5D6E-409C-BE32-E72D297353CC}">
                  <c16:uniqueId val="{00000071-54F4-4F49-BF99-32C6A3633B7B}"/>
                </c:ext>
              </c:extLst>
            </c:dLbl>
            <c:dLbl>
              <c:idx val="114"/>
              <c:delete val="1"/>
              <c:extLst>
                <c:ext xmlns:c15="http://schemas.microsoft.com/office/drawing/2012/chart" uri="{CE6537A1-D6FC-4f65-9D91-7224C49458BB}"/>
                <c:ext xmlns:c16="http://schemas.microsoft.com/office/drawing/2014/chart" uri="{C3380CC4-5D6E-409C-BE32-E72D297353CC}">
                  <c16:uniqueId val="{00000072-54F4-4F49-BF99-32C6A3633B7B}"/>
                </c:ext>
              </c:extLst>
            </c:dLbl>
            <c:dLbl>
              <c:idx val="115"/>
              <c:delete val="1"/>
              <c:extLst>
                <c:ext xmlns:c15="http://schemas.microsoft.com/office/drawing/2012/chart" uri="{CE6537A1-D6FC-4f65-9D91-7224C49458BB}"/>
                <c:ext xmlns:c16="http://schemas.microsoft.com/office/drawing/2014/chart" uri="{C3380CC4-5D6E-409C-BE32-E72D297353CC}">
                  <c16:uniqueId val="{00000073-54F4-4F49-BF99-32C6A3633B7B}"/>
                </c:ext>
              </c:extLst>
            </c:dLbl>
            <c:dLbl>
              <c:idx val="116"/>
              <c:delete val="1"/>
              <c:extLst>
                <c:ext xmlns:c15="http://schemas.microsoft.com/office/drawing/2012/chart" uri="{CE6537A1-D6FC-4f65-9D91-7224C49458BB}"/>
                <c:ext xmlns:c16="http://schemas.microsoft.com/office/drawing/2014/chart" uri="{C3380CC4-5D6E-409C-BE32-E72D297353CC}">
                  <c16:uniqueId val="{00000074-54F4-4F49-BF99-32C6A3633B7B}"/>
                </c:ext>
              </c:extLst>
            </c:dLbl>
            <c:dLbl>
              <c:idx val="117"/>
              <c:delete val="1"/>
              <c:extLst>
                <c:ext xmlns:c15="http://schemas.microsoft.com/office/drawing/2012/chart" uri="{CE6537A1-D6FC-4f65-9D91-7224C49458BB}"/>
                <c:ext xmlns:c16="http://schemas.microsoft.com/office/drawing/2014/chart" uri="{C3380CC4-5D6E-409C-BE32-E72D297353CC}">
                  <c16:uniqueId val="{00000075-54F4-4F49-BF99-32C6A3633B7B}"/>
                </c:ext>
              </c:extLst>
            </c:dLbl>
            <c:dLbl>
              <c:idx val="118"/>
              <c:delete val="1"/>
              <c:extLst>
                <c:ext xmlns:c15="http://schemas.microsoft.com/office/drawing/2012/chart" uri="{CE6537A1-D6FC-4f65-9D91-7224C49458BB}"/>
                <c:ext xmlns:c16="http://schemas.microsoft.com/office/drawing/2014/chart" uri="{C3380CC4-5D6E-409C-BE32-E72D297353CC}">
                  <c16:uniqueId val="{00000076-54F4-4F49-BF99-32C6A3633B7B}"/>
                </c:ext>
              </c:extLst>
            </c:dLbl>
            <c:dLbl>
              <c:idx val="119"/>
              <c:delete val="1"/>
              <c:extLst>
                <c:ext xmlns:c15="http://schemas.microsoft.com/office/drawing/2012/chart" uri="{CE6537A1-D6FC-4f65-9D91-7224C49458BB}"/>
                <c:ext xmlns:c16="http://schemas.microsoft.com/office/drawing/2014/chart" uri="{C3380CC4-5D6E-409C-BE32-E72D297353CC}">
                  <c16:uniqueId val="{00000077-54F4-4F49-BF99-32C6A3633B7B}"/>
                </c:ext>
              </c:extLst>
            </c:dLbl>
            <c:dLbl>
              <c:idx val="120"/>
              <c:delete val="1"/>
              <c:extLst>
                <c:ext xmlns:c15="http://schemas.microsoft.com/office/drawing/2012/chart" uri="{CE6537A1-D6FC-4f65-9D91-7224C49458BB}"/>
                <c:ext xmlns:c16="http://schemas.microsoft.com/office/drawing/2014/chart" uri="{C3380CC4-5D6E-409C-BE32-E72D297353CC}">
                  <c16:uniqueId val="{00000078-54F4-4F49-BF99-32C6A3633B7B}"/>
                </c:ext>
              </c:extLst>
            </c:dLbl>
            <c:dLbl>
              <c:idx val="121"/>
              <c:delete val="1"/>
              <c:extLst>
                <c:ext xmlns:c15="http://schemas.microsoft.com/office/drawing/2012/chart" uri="{CE6537A1-D6FC-4f65-9D91-7224C49458BB}"/>
                <c:ext xmlns:c16="http://schemas.microsoft.com/office/drawing/2014/chart" uri="{C3380CC4-5D6E-409C-BE32-E72D297353CC}">
                  <c16:uniqueId val="{00000079-54F4-4F49-BF99-32C6A3633B7B}"/>
                </c:ext>
              </c:extLst>
            </c:dLbl>
            <c:dLbl>
              <c:idx val="122"/>
              <c:delete val="1"/>
              <c:extLst>
                <c:ext xmlns:c15="http://schemas.microsoft.com/office/drawing/2012/chart" uri="{CE6537A1-D6FC-4f65-9D91-7224C49458BB}"/>
                <c:ext xmlns:c16="http://schemas.microsoft.com/office/drawing/2014/chart" uri="{C3380CC4-5D6E-409C-BE32-E72D297353CC}">
                  <c16:uniqueId val="{0000007A-54F4-4F49-BF99-32C6A3633B7B}"/>
                </c:ext>
              </c:extLst>
            </c:dLbl>
            <c:dLbl>
              <c:idx val="123"/>
              <c:delete val="1"/>
              <c:extLst>
                <c:ext xmlns:c15="http://schemas.microsoft.com/office/drawing/2012/chart" uri="{CE6537A1-D6FC-4f65-9D91-7224C49458BB}"/>
                <c:ext xmlns:c16="http://schemas.microsoft.com/office/drawing/2014/chart" uri="{C3380CC4-5D6E-409C-BE32-E72D297353CC}">
                  <c16:uniqueId val="{0000007B-54F4-4F49-BF99-32C6A3633B7B}"/>
                </c:ext>
              </c:extLst>
            </c:dLbl>
            <c:dLbl>
              <c:idx val="124"/>
              <c:delete val="1"/>
              <c:extLst>
                <c:ext xmlns:c15="http://schemas.microsoft.com/office/drawing/2012/chart" uri="{CE6537A1-D6FC-4f65-9D91-7224C49458BB}"/>
                <c:ext xmlns:c16="http://schemas.microsoft.com/office/drawing/2014/chart" uri="{C3380CC4-5D6E-409C-BE32-E72D297353CC}">
                  <c16:uniqueId val="{0000007C-54F4-4F49-BF99-32C6A3633B7B}"/>
                </c:ext>
              </c:extLst>
            </c:dLbl>
            <c:dLbl>
              <c:idx val="125"/>
              <c:delete val="1"/>
              <c:extLst>
                <c:ext xmlns:c15="http://schemas.microsoft.com/office/drawing/2012/chart" uri="{CE6537A1-D6FC-4f65-9D91-7224C49458BB}"/>
                <c:ext xmlns:c16="http://schemas.microsoft.com/office/drawing/2014/chart" uri="{C3380CC4-5D6E-409C-BE32-E72D297353CC}">
                  <c16:uniqueId val="{0000007D-54F4-4F49-BF99-32C6A3633B7B}"/>
                </c:ext>
              </c:extLst>
            </c:dLbl>
            <c:dLbl>
              <c:idx val="126"/>
              <c:delete val="1"/>
              <c:extLst>
                <c:ext xmlns:c15="http://schemas.microsoft.com/office/drawing/2012/chart" uri="{CE6537A1-D6FC-4f65-9D91-7224C49458BB}"/>
                <c:ext xmlns:c16="http://schemas.microsoft.com/office/drawing/2014/chart" uri="{C3380CC4-5D6E-409C-BE32-E72D297353CC}">
                  <c16:uniqueId val="{0000007E-54F4-4F49-BF99-32C6A3633B7B}"/>
                </c:ext>
              </c:extLst>
            </c:dLbl>
            <c:dLbl>
              <c:idx val="127"/>
              <c:delete val="1"/>
              <c:extLst>
                <c:ext xmlns:c15="http://schemas.microsoft.com/office/drawing/2012/chart" uri="{CE6537A1-D6FC-4f65-9D91-7224C49458BB}"/>
                <c:ext xmlns:c16="http://schemas.microsoft.com/office/drawing/2014/chart" uri="{C3380CC4-5D6E-409C-BE32-E72D297353CC}">
                  <c16:uniqueId val="{0000007F-54F4-4F49-BF99-32C6A3633B7B}"/>
                </c:ext>
              </c:extLst>
            </c:dLbl>
            <c:dLbl>
              <c:idx val="128"/>
              <c:delete val="1"/>
              <c:extLst>
                <c:ext xmlns:c15="http://schemas.microsoft.com/office/drawing/2012/chart" uri="{CE6537A1-D6FC-4f65-9D91-7224C49458BB}"/>
                <c:ext xmlns:c16="http://schemas.microsoft.com/office/drawing/2014/chart" uri="{C3380CC4-5D6E-409C-BE32-E72D297353CC}">
                  <c16:uniqueId val="{00000080-54F4-4F49-BF99-32C6A3633B7B}"/>
                </c:ext>
              </c:extLst>
            </c:dLbl>
            <c:dLbl>
              <c:idx val="129"/>
              <c:delete val="1"/>
              <c:extLst>
                <c:ext xmlns:c15="http://schemas.microsoft.com/office/drawing/2012/chart" uri="{CE6537A1-D6FC-4f65-9D91-7224C49458BB}"/>
                <c:ext xmlns:c16="http://schemas.microsoft.com/office/drawing/2014/chart" uri="{C3380CC4-5D6E-409C-BE32-E72D297353CC}">
                  <c16:uniqueId val="{00000081-54F4-4F49-BF99-32C6A3633B7B}"/>
                </c:ext>
              </c:extLst>
            </c:dLbl>
            <c:dLbl>
              <c:idx val="130"/>
              <c:delete val="1"/>
              <c:extLst>
                <c:ext xmlns:c15="http://schemas.microsoft.com/office/drawing/2012/chart" uri="{CE6537A1-D6FC-4f65-9D91-7224C49458BB}"/>
                <c:ext xmlns:c16="http://schemas.microsoft.com/office/drawing/2014/chart" uri="{C3380CC4-5D6E-409C-BE32-E72D297353CC}">
                  <c16:uniqueId val="{00000082-54F4-4F49-BF99-32C6A3633B7B}"/>
                </c:ext>
              </c:extLst>
            </c:dLbl>
            <c:dLbl>
              <c:idx val="131"/>
              <c:delete val="1"/>
              <c:extLst>
                <c:ext xmlns:c15="http://schemas.microsoft.com/office/drawing/2012/chart" uri="{CE6537A1-D6FC-4f65-9D91-7224C49458BB}"/>
                <c:ext xmlns:c16="http://schemas.microsoft.com/office/drawing/2014/chart" uri="{C3380CC4-5D6E-409C-BE32-E72D297353CC}">
                  <c16:uniqueId val="{00000083-54F4-4F49-BF99-32C6A3633B7B}"/>
                </c:ext>
              </c:extLst>
            </c:dLbl>
            <c:dLbl>
              <c:idx val="132"/>
              <c:delete val="1"/>
              <c:extLst>
                <c:ext xmlns:c15="http://schemas.microsoft.com/office/drawing/2012/chart" uri="{CE6537A1-D6FC-4f65-9D91-7224C49458BB}"/>
                <c:ext xmlns:c16="http://schemas.microsoft.com/office/drawing/2014/chart" uri="{C3380CC4-5D6E-409C-BE32-E72D297353CC}">
                  <c16:uniqueId val="{00000084-54F4-4F49-BF99-32C6A3633B7B}"/>
                </c:ext>
              </c:extLst>
            </c:dLbl>
            <c:dLbl>
              <c:idx val="133"/>
              <c:delete val="1"/>
              <c:extLst>
                <c:ext xmlns:c15="http://schemas.microsoft.com/office/drawing/2012/chart" uri="{CE6537A1-D6FC-4f65-9D91-7224C49458BB}"/>
                <c:ext xmlns:c16="http://schemas.microsoft.com/office/drawing/2014/chart" uri="{C3380CC4-5D6E-409C-BE32-E72D297353CC}">
                  <c16:uniqueId val="{00000085-54F4-4F49-BF99-32C6A3633B7B}"/>
                </c:ext>
              </c:extLst>
            </c:dLbl>
            <c:dLbl>
              <c:idx val="134"/>
              <c:delete val="1"/>
              <c:extLst>
                <c:ext xmlns:c15="http://schemas.microsoft.com/office/drawing/2012/chart" uri="{CE6537A1-D6FC-4f65-9D91-7224C49458BB}"/>
                <c:ext xmlns:c16="http://schemas.microsoft.com/office/drawing/2014/chart" uri="{C3380CC4-5D6E-409C-BE32-E72D297353CC}">
                  <c16:uniqueId val="{00000086-54F4-4F49-BF99-32C6A3633B7B}"/>
                </c:ext>
              </c:extLst>
            </c:dLbl>
            <c:dLbl>
              <c:idx val="135"/>
              <c:delete val="1"/>
              <c:extLst>
                <c:ext xmlns:c15="http://schemas.microsoft.com/office/drawing/2012/chart" uri="{CE6537A1-D6FC-4f65-9D91-7224C49458BB}"/>
                <c:ext xmlns:c16="http://schemas.microsoft.com/office/drawing/2014/chart" uri="{C3380CC4-5D6E-409C-BE32-E72D297353CC}">
                  <c16:uniqueId val="{00000087-54F4-4F49-BF99-32C6A3633B7B}"/>
                </c:ext>
              </c:extLst>
            </c:dLbl>
            <c:dLbl>
              <c:idx val="136"/>
              <c:delete val="1"/>
              <c:extLst>
                <c:ext xmlns:c15="http://schemas.microsoft.com/office/drawing/2012/chart" uri="{CE6537A1-D6FC-4f65-9D91-7224C49458BB}"/>
                <c:ext xmlns:c16="http://schemas.microsoft.com/office/drawing/2014/chart" uri="{C3380CC4-5D6E-409C-BE32-E72D297353CC}">
                  <c16:uniqueId val="{00000088-54F4-4F49-BF99-32C6A3633B7B}"/>
                </c:ext>
              </c:extLst>
            </c:dLbl>
            <c:dLbl>
              <c:idx val="137"/>
              <c:delete val="1"/>
              <c:extLst>
                <c:ext xmlns:c15="http://schemas.microsoft.com/office/drawing/2012/chart" uri="{CE6537A1-D6FC-4f65-9D91-7224C49458BB}"/>
                <c:ext xmlns:c16="http://schemas.microsoft.com/office/drawing/2014/chart" uri="{C3380CC4-5D6E-409C-BE32-E72D297353CC}">
                  <c16:uniqueId val="{00000089-54F4-4F49-BF99-32C6A3633B7B}"/>
                </c:ext>
              </c:extLst>
            </c:dLbl>
            <c:dLbl>
              <c:idx val="138"/>
              <c:delete val="1"/>
              <c:extLst>
                <c:ext xmlns:c15="http://schemas.microsoft.com/office/drawing/2012/chart" uri="{CE6537A1-D6FC-4f65-9D91-7224C49458BB}"/>
                <c:ext xmlns:c16="http://schemas.microsoft.com/office/drawing/2014/chart" uri="{C3380CC4-5D6E-409C-BE32-E72D297353CC}">
                  <c16:uniqueId val="{0000008A-54F4-4F49-BF99-32C6A3633B7B}"/>
                </c:ext>
              </c:extLst>
            </c:dLbl>
            <c:dLbl>
              <c:idx val="139"/>
              <c:delete val="1"/>
              <c:extLst>
                <c:ext xmlns:c15="http://schemas.microsoft.com/office/drawing/2012/chart" uri="{CE6537A1-D6FC-4f65-9D91-7224C49458BB}"/>
                <c:ext xmlns:c16="http://schemas.microsoft.com/office/drawing/2014/chart" uri="{C3380CC4-5D6E-409C-BE32-E72D297353CC}">
                  <c16:uniqueId val="{0000008B-54F4-4F49-BF99-32C6A3633B7B}"/>
                </c:ext>
              </c:extLst>
            </c:dLbl>
            <c:dLbl>
              <c:idx val="140"/>
              <c:delete val="1"/>
              <c:extLst>
                <c:ext xmlns:c15="http://schemas.microsoft.com/office/drawing/2012/chart" uri="{CE6537A1-D6FC-4f65-9D91-7224C49458BB}"/>
                <c:ext xmlns:c16="http://schemas.microsoft.com/office/drawing/2014/chart" uri="{C3380CC4-5D6E-409C-BE32-E72D297353CC}">
                  <c16:uniqueId val="{0000008C-54F4-4F49-BF99-32C6A3633B7B}"/>
                </c:ext>
              </c:extLst>
            </c:dLbl>
            <c:dLbl>
              <c:idx val="141"/>
              <c:delete val="1"/>
              <c:extLst>
                <c:ext xmlns:c15="http://schemas.microsoft.com/office/drawing/2012/chart" uri="{CE6537A1-D6FC-4f65-9D91-7224C49458BB}"/>
                <c:ext xmlns:c16="http://schemas.microsoft.com/office/drawing/2014/chart" uri="{C3380CC4-5D6E-409C-BE32-E72D297353CC}">
                  <c16:uniqueId val="{0000008D-54F4-4F49-BF99-32C6A3633B7B}"/>
                </c:ext>
              </c:extLst>
            </c:dLbl>
            <c:dLbl>
              <c:idx val="142"/>
              <c:delete val="1"/>
              <c:extLst>
                <c:ext xmlns:c15="http://schemas.microsoft.com/office/drawing/2012/chart" uri="{CE6537A1-D6FC-4f65-9D91-7224C49458BB}"/>
                <c:ext xmlns:c16="http://schemas.microsoft.com/office/drawing/2014/chart" uri="{C3380CC4-5D6E-409C-BE32-E72D297353CC}">
                  <c16:uniqueId val="{0000008E-54F4-4F49-BF99-32C6A3633B7B}"/>
                </c:ext>
              </c:extLst>
            </c:dLbl>
            <c:dLbl>
              <c:idx val="143"/>
              <c:delete val="1"/>
              <c:extLst>
                <c:ext xmlns:c15="http://schemas.microsoft.com/office/drawing/2012/chart" uri="{CE6537A1-D6FC-4f65-9D91-7224C49458BB}"/>
                <c:ext xmlns:c16="http://schemas.microsoft.com/office/drawing/2014/chart" uri="{C3380CC4-5D6E-409C-BE32-E72D297353CC}">
                  <c16:uniqueId val="{0000008F-54F4-4F49-BF99-32C6A3633B7B}"/>
                </c:ext>
              </c:extLst>
            </c:dLbl>
            <c:dLbl>
              <c:idx val="144"/>
              <c:delete val="1"/>
              <c:extLst>
                <c:ext xmlns:c15="http://schemas.microsoft.com/office/drawing/2012/chart" uri="{CE6537A1-D6FC-4f65-9D91-7224C49458BB}"/>
                <c:ext xmlns:c16="http://schemas.microsoft.com/office/drawing/2014/chart" uri="{C3380CC4-5D6E-409C-BE32-E72D297353CC}">
                  <c16:uniqueId val="{00000090-54F4-4F49-BF99-32C6A3633B7B}"/>
                </c:ext>
              </c:extLst>
            </c:dLbl>
            <c:dLbl>
              <c:idx val="145"/>
              <c:delete val="1"/>
              <c:extLst>
                <c:ext xmlns:c15="http://schemas.microsoft.com/office/drawing/2012/chart" uri="{CE6537A1-D6FC-4f65-9D91-7224C49458BB}"/>
                <c:ext xmlns:c16="http://schemas.microsoft.com/office/drawing/2014/chart" uri="{C3380CC4-5D6E-409C-BE32-E72D297353CC}">
                  <c16:uniqueId val="{00000091-54F4-4F49-BF99-32C6A3633B7B}"/>
                </c:ext>
              </c:extLst>
            </c:dLbl>
            <c:dLbl>
              <c:idx val="146"/>
              <c:delete val="1"/>
              <c:extLst>
                <c:ext xmlns:c15="http://schemas.microsoft.com/office/drawing/2012/chart" uri="{CE6537A1-D6FC-4f65-9D91-7224C49458BB}"/>
                <c:ext xmlns:c16="http://schemas.microsoft.com/office/drawing/2014/chart" uri="{C3380CC4-5D6E-409C-BE32-E72D297353CC}">
                  <c16:uniqueId val="{00000092-54F4-4F49-BF99-32C6A3633B7B}"/>
                </c:ext>
              </c:extLst>
            </c:dLbl>
            <c:dLbl>
              <c:idx val="147"/>
              <c:delete val="1"/>
              <c:extLst>
                <c:ext xmlns:c15="http://schemas.microsoft.com/office/drawing/2012/chart" uri="{CE6537A1-D6FC-4f65-9D91-7224C49458BB}"/>
                <c:ext xmlns:c16="http://schemas.microsoft.com/office/drawing/2014/chart" uri="{C3380CC4-5D6E-409C-BE32-E72D297353CC}">
                  <c16:uniqueId val="{00000093-54F4-4F49-BF99-32C6A3633B7B}"/>
                </c:ext>
              </c:extLst>
            </c:dLbl>
            <c:dLbl>
              <c:idx val="148"/>
              <c:delete val="1"/>
              <c:extLst>
                <c:ext xmlns:c15="http://schemas.microsoft.com/office/drawing/2012/chart" uri="{CE6537A1-D6FC-4f65-9D91-7224C49458BB}"/>
                <c:ext xmlns:c16="http://schemas.microsoft.com/office/drawing/2014/chart" uri="{C3380CC4-5D6E-409C-BE32-E72D297353CC}">
                  <c16:uniqueId val="{00000094-54F4-4F49-BF99-32C6A3633B7B}"/>
                </c:ext>
              </c:extLst>
            </c:dLbl>
            <c:dLbl>
              <c:idx val="149"/>
              <c:delete val="1"/>
              <c:extLst>
                <c:ext xmlns:c15="http://schemas.microsoft.com/office/drawing/2012/chart" uri="{CE6537A1-D6FC-4f65-9D91-7224C49458BB}"/>
                <c:ext xmlns:c16="http://schemas.microsoft.com/office/drawing/2014/chart" uri="{C3380CC4-5D6E-409C-BE32-E72D297353CC}">
                  <c16:uniqueId val="{00000095-54F4-4F49-BF99-32C6A3633B7B}"/>
                </c:ext>
              </c:extLst>
            </c:dLbl>
            <c:dLbl>
              <c:idx val="150"/>
              <c:delete val="1"/>
              <c:extLst>
                <c:ext xmlns:c15="http://schemas.microsoft.com/office/drawing/2012/chart" uri="{CE6537A1-D6FC-4f65-9D91-7224C49458BB}"/>
                <c:ext xmlns:c16="http://schemas.microsoft.com/office/drawing/2014/chart" uri="{C3380CC4-5D6E-409C-BE32-E72D297353CC}">
                  <c16:uniqueId val="{00000096-54F4-4F49-BF99-32C6A3633B7B}"/>
                </c:ext>
              </c:extLst>
            </c:dLbl>
            <c:dLbl>
              <c:idx val="151"/>
              <c:delete val="1"/>
              <c:extLst>
                <c:ext xmlns:c15="http://schemas.microsoft.com/office/drawing/2012/chart" uri="{CE6537A1-D6FC-4f65-9D91-7224C49458BB}"/>
                <c:ext xmlns:c16="http://schemas.microsoft.com/office/drawing/2014/chart" uri="{C3380CC4-5D6E-409C-BE32-E72D297353CC}">
                  <c16:uniqueId val="{00000097-54F4-4F49-BF99-32C6A3633B7B}"/>
                </c:ext>
              </c:extLst>
            </c:dLbl>
            <c:dLbl>
              <c:idx val="152"/>
              <c:delete val="1"/>
              <c:extLst>
                <c:ext xmlns:c15="http://schemas.microsoft.com/office/drawing/2012/chart" uri="{CE6537A1-D6FC-4f65-9D91-7224C49458BB}"/>
                <c:ext xmlns:c16="http://schemas.microsoft.com/office/drawing/2014/chart" uri="{C3380CC4-5D6E-409C-BE32-E72D297353CC}">
                  <c16:uniqueId val="{00000098-54F4-4F49-BF99-32C6A3633B7B}"/>
                </c:ext>
              </c:extLst>
            </c:dLbl>
            <c:dLbl>
              <c:idx val="153"/>
              <c:delete val="1"/>
              <c:extLst>
                <c:ext xmlns:c15="http://schemas.microsoft.com/office/drawing/2012/chart" uri="{CE6537A1-D6FC-4f65-9D91-7224C49458BB}"/>
                <c:ext xmlns:c16="http://schemas.microsoft.com/office/drawing/2014/chart" uri="{C3380CC4-5D6E-409C-BE32-E72D297353CC}">
                  <c16:uniqueId val="{00000099-54F4-4F49-BF99-32C6A3633B7B}"/>
                </c:ext>
              </c:extLst>
            </c:dLbl>
            <c:dLbl>
              <c:idx val="154"/>
              <c:delete val="1"/>
              <c:extLst>
                <c:ext xmlns:c15="http://schemas.microsoft.com/office/drawing/2012/chart" uri="{CE6537A1-D6FC-4f65-9D91-7224C49458BB}"/>
                <c:ext xmlns:c16="http://schemas.microsoft.com/office/drawing/2014/chart" uri="{C3380CC4-5D6E-409C-BE32-E72D297353CC}">
                  <c16:uniqueId val="{0000009A-54F4-4F49-BF99-32C6A3633B7B}"/>
                </c:ext>
              </c:extLst>
            </c:dLbl>
            <c:dLbl>
              <c:idx val="155"/>
              <c:delete val="1"/>
              <c:extLst>
                <c:ext xmlns:c15="http://schemas.microsoft.com/office/drawing/2012/chart" uri="{CE6537A1-D6FC-4f65-9D91-7224C49458BB}"/>
                <c:ext xmlns:c16="http://schemas.microsoft.com/office/drawing/2014/chart" uri="{C3380CC4-5D6E-409C-BE32-E72D297353CC}">
                  <c16:uniqueId val="{0000009B-54F4-4F49-BF99-32C6A3633B7B}"/>
                </c:ext>
              </c:extLst>
            </c:dLbl>
            <c:dLbl>
              <c:idx val="156"/>
              <c:delete val="1"/>
              <c:extLst>
                <c:ext xmlns:c15="http://schemas.microsoft.com/office/drawing/2012/chart" uri="{CE6537A1-D6FC-4f65-9D91-7224C49458BB}"/>
                <c:ext xmlns:c16="http://schemas.microsoft.com/office/drawing/2014/chart" uri="{C3380CC4-5D6E-409C-BE32-E72D297353CC}">
                  <c16:uniqueId val="{0000009C-54F4-4F49-BF99-32C6A3633B7B}"/>
                </c:ext>
              </c:extLst>
            </c:dLbl>
            <c:dLbl>
              <c:idx val="157"/>
              <c:delete val="1"/>
              <c:extLst>
                <c:ext xmlns:c15="http://schemas.microsoft.com/office/drawing/2012/chart" uri="{CE6537A1-D6FC-4f65-9D91-7224C49458BB}"/>
                <c:ext xmlns:c16="http://schemas.microsoft.com/office/drawing/2014/chart" uri="{C3380CC4-5D6E-409C-BE32-E72D297353CC}">
                  <c16:uniqueId val="{0000009D-54F4-4F49-BF99-32C6A3633B7B}"/>
                </c:ext>
              </c:extLst>
            </c:dLbl>
            <c:dLbl>
              <c:idx val="158"/>
              <c:delete val="1"/>
              <c:extLst>
                <c:ext xmlns:c15="http://schemas.microsoft.com/office/drawing/2012/chart" uri="{CE6537A1-D6FC-4f65-9D91-7224C49458BB}"/>
                <c:ext xmlns:c16="http://schemas.microsoft.com/office/drawing/2014/chart" uri="{C3380CC4-5D6E-409C-BE32-E72D297353CC}">
                  <c16:uniqueId val="{0000009E-54F4-4F49-BF99-32C6A3633B7B}"/>
                </c:ext>
              </c:extLst>
            </c:dLbl>
            <c:dLbl>
              <c:idx val="159"/>
              <c:delete val="1"/>
              <c:extLst>
                <c:ext xmlns:c15="http://schemas.microsoft.com/office/drawing/2012/chart" uri="{CE6537A1-D6FC-4f65-9D91-7224C49458BB}"/>
                <c:ext xmlns:c16="http://schemas.microsoft.com/office/drawing/2014/chart" uri="{C3380CC4-5D6E-409C-BE32-E72D297353CC}">
                  <c16:uniqueId val="{0000009F-54F4-4F49-BF99-32C6A3633B7B}"/>
                </c:ext>
              </c:extLst>
            </c:dLbl>
            <c:dLbl>
              <c:idx val="160"/>
              <c:delete val="1"/>
              <c:extLst>
                <c:ext xmlns:c15="http://schemas.microsoft.com/office/drawing/2012/chart" uri="{CE6537A1-D6FC-4f65-9D91-7224C49458BB}"/>
                <c:ext xmlns:c16="http://schemas.microsoft.com/office/drawing/2014/chart" uri="{C3380CC4-5D6E-409C-BE32-E72D297353CC}">
                  <c16:uniqueId val="{000000A0-54F4-4F49-BF99-32C6A3633B7B}"/>
                </c:ext>
              </c:extLst>
            </c:dLbl>
            <c:dLbl>
              <c:idx val="161"/>
              <c:delete val="1"/>
              <c:extLst>
                <c:ext xmlns:c15="http://schemas.microsoft.com/office/drawing/2012/chart" uri="{CE6537A1-D6FC-4f65-9D91-7224C49458BB}"/>
                <c:ext xmlns:c16="http://schemas.microsoft.com/office/drawing/2014/chart" uri="{C3380CC4-5D6E-409C-BE32-E72D297353CC}">
                  <c16:uniqueId val="{000000A1-54F4-4F49-BF99-32C6A3633B7B}"/>
                </c:ext>
              </c:extLst>
            </c:dLbl>
            <c:dLbl>
              <c:idx val="162"/>
              <c:delete val="1"/>
              <c:extLst>
                <c:ext xmlns:c15="http://schemas.microsoft.com/office/drawing/2012/chart" uri="{CE6537A1-D6FC-4f65-9D91-7224C49458BB}"/>
                <c:ext xmlns:c16="http://schemas.microsoft.com/office/drawing/2014/chart" uri="{C3380CC4-5D6E-409C-BE32-E72D297353CC}">
                  <c16:uniqueId val="{000000A2-54F4-4F49-BF99-32C6A3633B7B}"/>
                </c:ext>
              </c:extLst>
            </c:dLbl>
            <c:dLbl>
              <c:idx val="163"/>
              <c:delete val="1"/>
              <c:extLst>
                <c:ext xmlns:c15="http://schemas.microsoft.com/office/drawing/2012/chart" uri="{CE6537A1-D6FC-4f65-9D91-7224C49458BB}"/>
                <c:ext xmlns:c16="http://schemas.microsoft.com/office/drawing/2014/chart" uri="{C3380CC4-5D6E-409C-BE32-E72D297353CC}">
                  <c16:uniqueId val="{000000A3-54F4-4F49-BF99-32C6A3633B7B}"/>
                </c:ext>
              </c:extLst>
            </c:dLbl>
            <c:dLbl>
              <c:idx val="164"/>
              <c:delete val="1"/>
              <c:extLst>
                <c:ext xmlns:c15="http://schemas.microsoft.com/office/drawing/2012/chart" uri="{CE6537A1-D6FC-4f65-9D91-7224C49458BB}"/>
                <c:ext xmlns:c16="http://schemas.microsoft.com/office/drawing/2014/chart" uri="{C3380CC4-5D6E-409C-BE32-E72D297353CC}">
                  <c16:uniqueId val="{000000A4-54F4-4F49-BF99-32C6A3633B7B}"/>
                </c:ext>
              </c:extLst>
            </c:dLbl>
            <c:dLbl>
              <c:idx val="165"/>
              <c:delete val="1"/>
              <c:extLst>
                <c:ext xmlns:c15="http://schemas.microsoft.com/office/drawing/2012/chart" uri="{CE6537A1-D6FC-4f65-9D91-7224C49458BB}"/>
                <c:ext xmlns:c16="http://schemas.microsoft.com/office/drawing/2014/chart" uri="{C3380CC4-5D6E-409C-BE32-E72D297353CC}">
                  <c16:uniqueId val="{000000A5-54F4-4F49-BF99-32C6A3633B7B}"/>
                </c:ext>
              </c:extLst>
            </c:dLbl>
            <c:dLbl>
              <c:idx val="166"/>
              <c:delete val="1"/>
              <c:extLst>
                <c:ext xmlns:c15="http://schemas.microsoft.com/office/drawing/2012/chart" uri="{CE6537A1-D6FC-4f65-9D91-7224C49458BB}"/>
                <c:ext xmlns:c16="http://schemas.microsoft.com/office/drawing/2014/chart" uri="{C3380CC4-5D6E-409C-BE32-E72D297353CC}">
                  <c16:uniqueId val="{000000A6-54F4-4F49-BF99-32C6A3633B7B}"/>
                </c:ext>
              </c:extLst>
            </c:dLbl>
            <c:dLbl>
              <c:idx val="167"/>
              <c:delete val="1"/>
              <c:extLst>
                <c:ext xmlns:c15="http://schemas.microsoft.com/office/drawing/2012/chart" uri="{CE6537A1-D6FC-4f65-9D91-7224C49458BB}"/>
                <c:ext xmlns:c16="http://schemas.microsoft.com/office/drawing/2014/chart" uri="{C3380CC4-5D6E-409C-BE32-E72D297353CC}">
                  <c16:uniqueId val="{000000A7-54F4-4F49-BF99-32C6A3633B7B}"/>
                </c:ext>
              </c:extLst>
            </c:dLbl>
            <c:dLbl>
              <c:idx val="168"/>
              <c:delete val="1"/>
              <c:extLst>
                <c:ext xmlns:c15="http://schemas.microsoft.com/office/drawing/2012/chart" uri="{CE6537A1-D6FC-4f65-9D91-7224C49458BB}"/>
                <c:ext xmlns:c16="http://schemas.microsoft.com/office/drawing/2014/chart" uri="{C3380CC4-5D6E-409C-BE32-E72D297353CC}">
                  <c16:uniqueId val="{000000A8-54F4-4F49-BF99-32C6A3633B7B}"/>
                </c:ext>
              </c:extLst>
            </c:dLbl>
            <c:dLbl>
              <c:idx val="169"/>
              <c:delete val="1"/>
              <c:extLst>
                <c:ext xmlns:c15="http://schemas.microsoft.com/office/drawing/2012/chart" uri="{CE6537A1-D6FC-4f65-9D91-7224C49458BB}"/>
                <c:ext xmlns:c16="http://schemas.microsoft.com/office/drawing/2014/chart" uri="{C3380CC4-5D6E-409C-BE32-E72D297353CC}">
                  <c16:uniqueId val="{000000A9-54F4-4F49-BF99-32C6A3633B7B}"/>
                </c:ext>
              </c:extLst>
            </c:dLbl>
            <c:dLbl>
              <c:idx val="170"/>
              <c:delete val="1"/>
              <c:extLst>
                <c:ext xmlns:c15="http://schemas.microsoft.com/office/drawing/2012/chart" uri="{CE6537A1-D6FC-4f65-9D91-7224C49458BB}"/>
                <c:ext xmlns:c16="http://schemas.microsoft.com/office/drawing/2014/chart" uri="{C3380CC4-5D6E-409C-BE32-E72D297353CC}">
                  <c16:uniqueId val="{000000AA-54F4-4F49-BF99-32C6A3633B7B}"/>
                </c:ext>
              </c:extLst>
            </c:dLbl>
            <c:dLbl>
              <c:idx val="171"/>
              <c:delete val="1"/>
              <c:extLst>
                <c:ext xmlns:c15="http://schemas.microsoft.com/office/drawing/2012/chart" uri="{CE6537A1-D6FC-4f65-9D91-7224C49458BB}"/>
                <c:ext xmlns:c16="http://schemas.microsoft.com/office/drawing/2014/chart" uri="{C3380CC4-5D6E-409C-BE32-E72D297353CC}">
                  <c16:uniqueId val="{000000AB-54F4-4F49-BF99-32C6A3633B7B}"/>
                </c:ext>
              </c:extLst>
            </c:dLbl>
            <c:dLbl>
              <c:idx val="172"/>
              <c:delete val="1"/>
              <c:extLst>
                <c:ext xmlns:c15="http://schemas.microsoft.com/office/drawing/2012/chart" uri="{CE6537A1-D6FC-4f65-9D91-7224C49458BB}"/>
                <c:ext xmlns:c16="http://schemas.microsoft.com/office/drawing/2014/chart" uri="{C3380CC4-5D6E-409C-BE32-E72D297353CC}">
                  <c16:uniqueId val="{000000AC-54F4-4F49-BF99-32C6A3633B7B}"/>
                </c:ext>
              </c:extLst>
            </c:dLbl>
            <c:dLbl>
              <c:idx val="173"/>
              <c:delete val="1"/>
              <c:extLst>
                <c:ext xmlns:c15="http://schemas.microsoft.com/office/drawing/2012/chart" uri="{CE6537A1-D6FC-4f65-9D91-7224C49458BB}"/>
                <c:ext xmlns:c16="http://schemas.microsoft.com/office/drawing/2014/chart" uri="{C3380CC4-5D6E-409C-BE32-E72D297353CC}">
                  <c16:uniqueId val="{000000AD-54F4-4F49-BF99-32C6A3633B7B}"/>
                </c:ext>
              </c:extLst>
            </c:dLbl>
            <c:dLbl>
              <c:idx val="174"/>
              <c:delete val="1"/>
              <c:extLst>
                <c:ext xmlns:c15="http://schemas.microsoft.com/office/drawing/2012/chart" uri="{CE6537A1-D6FC-4f65-9D91-7224C49458BB}"/>
                <c:ext xmlns:c16="http://schemas.microsoft.com/office/drawing/2014/chart" uri="{C3380CC4-5D6E-409C-BE32-E72D297353CC}">
                  <c16:uniqueId val="{000000AE-54F4-4F49-BF99-32C6A3633B7B}"/>
                </c:ext>
              </c:extLst>
            </c:dLbl>
            <c:dLbl>
              <c:idx val="175"/>
              <c:delete val="1"/>
              <c:extLst>
                <c:ext xmlns:c15="http://schemas.microsoft.com/office/drawing/2012/chart" uri="{CE6537A1-D6FC-4f65-9D91-7224C49458BB}"/>
                <c:ext xmlns:c16="http://schemas.microsoft.com/office/drawing/2014/chart" uri="{C3380CC4-5D6E-409C-BE32-E72D297353CC}">
                  <c16:uniqueId val="{000000AF-54F4-4F49-BF99-32C6A3633B7B}"/>
                </c:ext>
              </c:extLst>
            </c:dLbl>
            <c:dLbl>
              <c:idx val="176"/>
              <c:delete val="1"/>
              <c:extLst>
                <c:ext xmlns:c15="http://schemas.microsoft.com/office/drawing/2012/chart" uri="{CE6537A1-D6FC-4f65-9D91-7224C49458BB}"/>
                <c:ext xmlns:c16="http://schemas.microsoft.com/office/drawing/2014/chart" uri="{C3380CC4-5D6E-409C-BE32-E72D297353CC}">
                  <c16:uniqueId val="{000000B0-54F4-4F49-BF99-32C6A3633B7B}"/>
                </c:ext>
              </c:extLst>
            </c:dLbl>
            <c:dLbl>
              <c:idx val="177"/>
              <c:delete val="1"/>
              <c:extLst>
                <c:ext xmlns:c15="http://schemas.microsoft.com/office/drawing/2012/chart" uri="{CE6537A1-D6FC-4f65-9D91-7224C49458BB}"/>
                <c:ext xmlns:c16="http://schemas.microsoft.com/office/drawing/2014/chart" uri="{C3380CC4-5D6E-409C-BE32-E72D297353CC}">
                  <c16:uniqueId val="{000000B1-54F4-4F49-BF99-32C6A3633B7B}"/>
                </c:ext>
              </c:extLst>
            </c:dLbl>
            <c:dLbl>
              <c:idx val="178"/>
              <c:delete val="1"/>
              <c:extLst>
                <c:ext xmlns:c15="http://schemas.microsoft.com/office/drawing/2012/chart" uri="{CE6537A1-D6FC-4f65-9D91-7224C49458BB}"/>
                <c:ext xmlns:c16="http://schemas.microsoft.com/office/drawing/2014/chart" uri="{C3380CC4-5D6E-409C-BE32-E72D297353CC}">
                  <c16:uniqueId val="{000000B2-54F4-4F49-BF99-32C6A3633B7B}"/>
                </c:ext>
              </c:extLst>
            </c:dLbl>
            <c:dLbl>
              <c:idx val="179"/>
              <c:delete val="1"/>
              <c:extLst>
                <c:ext xmlns:c15="http://schemas.microsoft.com/office/drawing/2012/chart" uri="{CE6537A1-D6FC-4f65-9D91-7224C49458BB}"/>
                <c:ext xmlns:c16="http://schemas.microsoft.com/office/drawing/2014/chart" uri="{C3380CC4-5D6E-409C-BE32-E72D297353CC}">
                  <c16:uniqueId val="{000000B3-54F4-4F49-BF99-32C6A3633B7B}"/>
                </c:ext>
              </c:extLst>
            </c:dLbl>
            <c:dLbl>
              <c:idx val="180"/>
              <c:delete val="1"/>
              <c:extLst>
                <c:ext xmlns:c15="http://schemas.microsoft.com/office/drawing/2012/chart" uri="{CE6537A1-D6FC-4f65-9D91-7224C49458BB}"/>
                <c:ext xmlns:c16="http://schemas.microsoft.com/office/drawing/2014/chart" uri="{C3380CC4-5D6E-409C-BE32-E72D297353CC}">
                  <c16:uniqueId val="{000000B4-54F4-4F49-BF99-32C6A3633B7B}"/>
                </c:ext>
              </c:extLst>
            </c:dLbl>
            <c:dLbl>
              <c:idx val="181"/>
              <c:delete val="1"/>
              <c:extLst>
                <c:ext xmlns:c15="http://schemas.microsoft.com/office/drawing/2012/chart" uri="{CE6537A1-D6FC-4f65-9D91-7224C49458BB}"/>
                <c:ext xmlns:c16="http://schemas.microsoft.com/office/drawing/2014/chart" uri="{C3380CC4-5D6E-409C-BE32-E72D297353CC}">
                  <c16:uniqueId val="{000000B5-54F4-4F49-BF99-32C6A3633B7B}"/>
                </c:ext>
              </c:extLst>
            </c:dLbl>
            <c:spPr>
              <a:noFill/>
              <a:ln>
                <a:noFill/>
              </a:ln>
              <a:effectLst/>
            </c:spPr>
            <c:txPr>
              <a:bodyPr wrap="square" lIns="38100" tIns="19050" rIns="38100" bIns="19050" anchor="ctr">
                <a:spAutoFit/>
              </a:bodyPr>
              <a:lstStyle/>
              <a:p>
                <a:pPr>
                  <a:defRPr b="1"/>
                </a:pPr>
                <a:endParaRPr lang="pt-B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'E4'!$A$2:$A$183</c:f>
              <c:numCache>
                <c:formatCode>yyyy\-mm\-dd</c:formatCode>
                <c:ptCount val="182"/>
                <c:pt idx="0">
                  <c:v>46055</c:v>
                </c:pt>
                <c:pt idx="1">
                  <c:v>46056</c:v>
                </c:pt>
                <c:pt idx="2">
                  <c:v>46057</c:v>
                </c:pt>
                <c:pt idx="3">
                  <c:v>46058</c:v>
                </c:pt>
                <c:pt idx="4">
                  <c:v>46059</c:v>
                </c:pt>
                <c:pt idx="5">
                  <c:v>46062</c:v>
                </c:pt>
                <c:pt idx="6">
                  <c:v>46063</c:v>
                </c:pt>
                <c:pt idx="7">
                  <c:v>46064</c:v>
                </c:pt>
                <c:pt idx="8">
                  <c:v>46065</c:v>
                </c:pt>
                <c:pt idx="9">
                  <c:v>46066</c:v>
                </c:pt>
                <c:pt idx="10">
                  <c:v>46071</c:v>
                </c:pt>
                <c:pt idx="11">
                  <c:v>46072</c:v>
                </c:pt>
                <c:pt idx="12">
                  <c:v>46073</c:v>
                </c:pt>
                <c:pt idx="13">
                  <c:v>46076</c:v>
                </c:pt>
                <c:pt idx="14">
                  <c:v>46077</c:v>
                </c:pt>
                <c:pt idx="15">
                  <c:v>46078</c:v>
                </c:pt>
                <c:pt idx="16">
                  <c:v>46079</c:v>
                </c:pt>
                <c:pt idx="17">
                  <c:v>46080</c:v>
                </c:pt>
                <c:pt idx="18">
                  <c:v>46083</c:v>
                </c:pt>
                <c:pt idx="19">
                  <c:v>46084</c:v>
                </c:pt>
                <c:pt idx="20">
                  <c:v>46085</c:v>
                </c:pt>
                <c:pt idx="21">
                  <c:v>46086</c:v>
                </c:pt>
                <c:pt idx="22">
                  <c:v>46087</c:v>
                </c:pt>
                <c:pt idx="23">
                  <c:v>46090</c:v>
                </c:pt>
                <c:pt idx="24">
                  <c:v>46091</c:v>
                </c:pt>
                <c:pt idx="25">
                  <c:v>46092</c:v>
                </c:pt>
                <c:pt idx="26">
                  <c:v>46093</c:v>
                </c:pt>
                <c:pt idx="27">
                  <c:v>46094</c:v>
                </c:pt>
                <c:pt idx="28">
                  <c:v>46097</c:v>
                </c:pt>
                <c:pt idx="29">
                  <c:v>46098</c:v>
                </c:pt>
                <c:pt idx="30">
                  <c:v>46099</c:v>
                </c:pt>
                <c:pt idx="31">
                  <c:v>46100</c:v>
                </c:pt>
                <c:pt idx="32">
                  <c:v>46101</c:v>
                </c:pt>
                <c:pt idx="33">
                  <c:v>46104</c:v>
                </c:pt>
                <c:pt idx="34">
                  <c:v>46105</c:v>
                </c:pt>
                <c:pt idx="35">
                  <c:v>46106</c:v>
                </c:pt>
                <c:pt idx="36">
                  <c:v>46107</c:v>
                </c:pt>
                <c:pt idx="37">
                  <c:v>46108</c:v>
                </c:pt>
                <c:pt idx="38">
                  <c:v>46111</c:v>
                </c:pt>
                <c:pt idx="39">
                  <c:v>46112</c:v>
                </c:pt>
                <c:pt idx="40">
                  <c:v>46113</c:v>
                </c:pt>
                <c:pt idx="41">
                  <c:v>46114</c:v>
                </c:pt>
                <c:pt idx="42">
                  <c:v>46118</c:v>
                </c:pt>
                <c:pt idx="43">
                  <c:v>46119</c:v>
                </c:pt>
                <c:pt idx="44">
                  <c:v>46120</c:v>
                </c:pt>
                <c:pt idx="45">
                  <c:v>46121</c:v>
                </c:pt>
                <c:pt idx="46">
                  <c:v>46122</c:v>
                </c:pt>
                <c:pt idx="47">
                  <c:v>46125</c:v>
                </c:pt>
                <c:pt idx="48">
                  <c:v>46126</c:v>
                </c:pt>
                <c:pt idx="49">
                  <c:v>46127</c:v>
                </c:pt>
                <c:pt idx="50">
                  <c:v>46128</c:v>
                </c:pt>
                <c:pt idx="51">
                  <c:v>46129</c:v>
                </c:pt>
                <c:pt idx="52">
                  <c:v>46132</c:v>
                </c:pt>
                <c:pt idx="53">
                  <c:v>46134</c:v>
                </c:pt>
                <c:pt idx="54">
                  <c:v>46135</c:v>
                </c:pt>
                <c:pt idx="55">
                  <c:v>46136</c:v>
                </c:pt>
                <c:pt idx="56">
                  <c:v>46139</c:v>
                </c:pt>
                <c:pt idx="57">
                  <c:v>46140</c:v>
                </c:pt>
                <c:pt idx="58">
                  <c:v>46141</c:v>
                </c:pt>
                <c:pt idx="59">
                  <c:v>46142</c:v>
                </c:pt>
                <c:pt idx="60">
                  <c:v>46146</c:v>
                </c:pt>
                <c:pt idx="61">
                  <c:v>46147</c:v>
                </c:pt>
                <c:pt idx="62">
                  <c:v>46148</c:v>
                </c:pt>
                <c:pt idx="63">
                  <c:v>46149</c:v>
                </c:pt>
                <c:pt idx="64">
                  <c:v>46150</c:v>
                </c:pt>
                <c:pt idx="65">
                  <c:v>46153</c:v>
                </c:pt>
                <c:pt idx="66">
                  <c:v>46154</c:v>
                </c:pt>
                <c:pt idx="67">
                  <c:v>46155</c:v>
                </c:pt>
                <c:pt idx="68">
                  <c:v>46156</c:v>
                </c:pt>
                <c:pt idx="69">
                  <c:v>46157</c:v>
                </c:pt>
                <c:pt idx="70">
                  <c:v>46160</c:v>
                </c:pt>
                <c:pt idx="71">
                  <c:v>46161</c:v>
                </c:pt>
                <c:pt idx="72">
                  <c:v>46162</c:v>
                </c:pt>
                <c:pt idx="73">
                  <c:v>46163</c:v>
                </c:pt>
                <c:pt idx="74">
                  <c:v>46164</c:v>
                </c:pt>
                <c:pt idx="75">
                  <c:v>46167</c:v>
                </c:pt>
                <c:pt idx="76">
                  <c:v>46168</c:v>
                </c:pt>
                <c:pt idx="77">
                  <c:v>46169</c:v>
                </c:pt>
                <c:pt idx="78">
                  <c:v>46170</c:v>
                </c:pt>
                <c:pt idx="79">
                  <c:v>46171</c:v>
                </c:pt>
                <c:pt idx="80">
                  <c:v>46174</c:v>
                </c:pt>
                <c:pt idx="81">
                  <c:v>46175</c:v>
                </c:pt>
                <c:pt idx="82">
                  <c:v>46176</c:v>
                </c:pt>
                <c:pt idx="83">
                  <c:v>46178</c:v>
                </c:pt>
                <c:pt idx="84">
                  <c:v>46181</c:v>
                </c:pt>
                <c:pt idx="85">
                  <c:v>46182</c:v>
                </c:pt>
                <c:pt idx="86">
                  <c:v>46183</c:v>
                </c:pt>
                <c:pt idx="87">
                  <c:v>46184</c:v>
                </c:pt>
                <c:pt idx="88">
                  <c:v>46185</c:v>
                </c:pt>
                <c:pt idx="89">
                  <c:v>46188</c:v>
                </c:pt>
                <c:pt idx="90">
                  <c:v>46189</c:v>
                </c:pt>
                <c:pt idx="91">
                  <c:v>46190</c:v>
                </c:pt>
                <c:pt idx="92">
                  <c:v>46191</c:v>
                </c:pt>
                <c:pt idx="93">
                  <c:v>46192</c:v>
                </c:pt>
                <c:pt idx="94">
                  <c:v>46195</c:v>
                </c:pt>
                <c:pt idx="95">
                  <c:v>46196</c:v>
                </c:pt>
                <c:pt idx="96">
                  <c:v>46197</c:v>
                </c:pt>
                <c:pt idx="97">
                  <c:v>46198</c:v>
                </c:pt>
                <c:pt idx="98">
                  <c:v>46199</c:v>
                </c:pt>
                <c:pt idx="99">
                  <c:v>46202</c:v>
                </c:pt>
                <c:pt idx="100">
                  <c:v>46203</c:v>
                </c:pt>
                <c:pt idx="101">
                  <c:v>46204</c:v>
                </c:pt>
                <c:pt idx="102">
                  <c:v>46205</c:v>
                </c:pt>
                <c:pt idx="103">
                  <c:v>46206</c:v>
                </c:pt>
                <c:pt idx="104">
                  <c:v>46209</c:v>
                </c:pt>
                <c:pt idx="105">
                  <c:v>46210</c:v>
                </c:pt>
                <c:pt idx="106">
                  <c:v>46211</c:v>
                </c:pt>
                <c:pt idx="107">
                  <c:v>46212</c:v>
                </c:pt>
                <c:pt idx="108">
                  <c:v>46213</c:v>
                </c:pt>
                <c:pt idx="109">
                  <c:v>46216</c:v>
                </c:pt>
                <c:pt idx="110">
                  <c:v>46217</c:v>
                </c:pt>
                <c:pt idx="111">
                  <c:v>46218</c:v>
                </c:pt>
                <c:pt idx="112">
                  <c:v>46219</c:v>
                </c:pt>
                <c:pt idx="113">
                  <c:v>46220</c:v>
                </c:pt>
                <c:pt idx="114">
                  <c:v>46223</c:v>
                </c:pt>
                <c:pt idx="115">
                  <c:v>46224</c:v>
                </c:pt>
                <c:pt idx="116">
                  <c:v>46225</c:v>
                </c:pt>
                <c:pt idx="117">
                  <c:v>46226</c:v>
                </c:pt>
                <c:pt idx="118">
                  <c:v>46227</c:v>
                </c:pt>
                <c:pt idx="119">
                  <c:v>46230</c:v>
                </c:pt>
                <c:pt idx="120">
                  <c:v>46231</c:v>
                </c:pt>
                <c:pt idx="121">
                  <c:v>46232</c:v>
                </c:pt>
                <c:pt idx="122">
                  <c:v>46233</c:v>
                </c:pt>
                <c:pt idx="123">
                  <c:v>46234</c:v>
                </c:pt>
                <c:pt idx="124">
                  <c:v>46237</c:v>
                </c:pt>
                <c:pt idx="125">
                  <c:v>46238</c:v>
                </c:pt>
                <c:pt idx="126">
                  <c:v>46239</c:v>
                </c:pt>
                <c:pt idx="127">
                  <c:v>46240</c:v>
                </c:pt>
                <c:pt idx="128">
                  <c:v>46241</c:v>
                </c:pt>
                <c:pt idx="129">
                  <c:v>46244</c:v>
                </c:pt>
                <c:pt idx="130">
                  <c:v>46245</c:v>
                </c:pt>
                <c:pt idx="131">
                  <c:v>46246</c:v>
                </c:pt>
                <c:pt idx="132">
                  <c:v>46247</c:v>
                </c:pt>
                <c:pt idx="133">
                  <c:v>46248</c:v>
                </c:pt>
                <c:pt idx="134">
                  <c:v>46251</c:v>
                </c:pt>
                <c:pt idx="135">
                  <c:v>46252</c:v>
                </c:pt>
                <c:pt idx="136">
                  <c:v>46253</c:v>
                </c:pt>
                <c:pt idx="137">
                  <c:v>46254</c:v>
                </c:pt>
                <c:pt idx="138">
                  <c:v>46255</c:v>
                </c:pt>
                <c:pt idx="139">
                  <c:v>46258</c:v>
                </c:pt>
                <c:pt idx="140">
                  <c:v>46259</c:v>
                </c:pt>
                <c:pt idx="141">
                  <c:v>46260</c:v>
                </c:pt>
                <c:pt idx="142">
                  <c:v>46261</c:v>
                </c:pt>
                <c:pt idx="143">
                  <c:v>46262</c:v>
                </c:pt>
                <c:pt idx="144">
                  <c:v>46265</c:v>
                </c:pt>
                <c:pt idx="145">
                  <c:v>46266</c:v>
                </c:pt>
                <c:pt idx="146">
                  <c:v>46267</c:v>
                </c:pt>
                <c:pt idx="147">
                  <c:v>46268</c:v>
                </c:pt>
                <c:pt idx="148">
                  <c:v>46269</c:v>
                </c:pt>
                <c:pt idx="149">
                  <c:v>46273</c:v>
                </c:pt>
                <c:pt idx="150">
                  <c:v>46274</c:v>
                </c:pt>
                <c:pt idx="151">
                  <c:v>46275</c:v>
                </c:pt>
                <c:pt idx="152">
                  <c:v>46276</c:v>
                </c:pt>
                <c:pt idx="153">
                  <c:v>46279</c:v>
                </c:pt>
                <c:pt idx="154">
                  <c:v>46280</c:v>
                </c:pt>
                <c:pt idx="155">
                  <c:v>46281</c:v>
                </c:pt>
                <c:pt idx="156">
                  <c:v>46282</c:v>
                </c:pt>
                <c:pt idx="157">
                  <c:v>46283</c:v>
                </c:pt>
                <c:pt idx="158">
                  <c:v>46286</c:v>
                </c:pt>
                <c:pt idx="159">
                  <c:v>46287</c:v>
                </c:pt>
                <c:pt idx="160">
                  <c:v>46288</c:v>
                </c:pt>
                <c:pt idx="161">
                  <c:v>46289</c:v>
                </c:pt>
                <c:pt idx="162">
                  <c:v>46290</c:v>
                </c:pt>
                <c:pt idx="163">
                  <c:v>46293</c:v>
                </c:pt>
                <c:pt idx="164">
                  <c:v>46294</c:v>
                </c:pt>
                <c:pt idx="165">
                  <c:v>46295</c:v>
                </c:pt>
                <c:pt idx="166">
                  <c:v>46296</c:v>
                </c:pt>
                <c:pt idx="167">
                  <c:v>46297</c:v>
                </c:pt>
                <c:pt idx="168">
                  <c:v>46300</c:v>
                </c:pt>
                <c:pt idx="169">
                  <c:v>46301</c:v>
                </c:pt>
                <c:pt idx="170">
                  <c:v>46302</c:v>
                </c:pt>
                <c:pt idx="171">
                  <c:v>46303</c:v>
                </c:pt>
                <c:pt idx="172">
                  <c:v>46304</c:v>
                </c:pt>
                <c:pt idx="173">
                  <c:v>46308</c:v>
                </c:pt>
                <c:pt idx="174">
                  <c:v>46309</c:v>
                </c:pt>
                <c:pt idx="175">
                  <c:v>46310</c:v>
                </c:pt>
                <c:pt idx="176">
                  <c:v>46311</c:v>
                </c:pt>
                <c:pt idx="177">
                  <c:v>46314</c:v>
                </c:pt>
                <c:pt idx="178">
                  <c:v>46315</c:v>
                </c:pt>
                <c:pt idx="179">
                  <c:v>46316</c:v>
                </c:pt>
                <c:pt idx="180">
                  <c:v>46317</c:v>
                </c:pt>
                <c:pt idx="181">
                  <c:v>46318</c:v>
                </c:pt>
              </c:numCache>
            </c:numRef>
          </c:cat>
          <c:val>
            <c:numRef>
              <c:f>'E4'!$B$2:$B$183</c:f>
              <c:numCache>
                <c:formatCode>General</c:formatCode>
                <c:ptCount val="182"/>
                <c:pt idx="0">
                  <c:v>18</c:v>
                </c:pt>
                <c:pt idx="1">
                  <c:v>18</c:v>
                </c:pt>
                <c:pt idx="2">
                  <c:v>18</c:v>
                </c:pt>
                <c:pt idx="3">
                  <c:v>18</c:v>
                </c:pt>
                <c:pt idx="4">
                  <c:v>18</c:v>
                </c:pt>
                <c:pt idx="5">
                  <c:v>18</c:v>
                </c:pt>
                <c:pt idx="6">
                  <c:v>18</c:v>
                </c:pt>
                <c:pt idx="7">
                  <c:v>18</c:v>
                </c:pt>
                <c:pt idx="8">
                  <c:v>18</c:v>
                </c:pt>
                <c:pt idx="9">
                  <c:v>18</c:v>
                </c:pt>
                <c:pt idx="10">
                  <c:v>18</c:v>
                </c:pt>
                <c:pt idx="11">
                  <c:v>18</c:v>
                </c:pt>
                <c:pt idx="12">
                  <c:v>18</c:v>
                </c:pt>
                <c:pt idx="13">
                  <c:v>18</c:v>
                </c:pt>
                <c:pt idx="14">
                  <c:v>18</c:v>
                </c:pt>
                <c:pt idx="15">
                  <c:v>18</c:v>
                </c:pt>
                <c:pt idx="16">
                  <c:v>18</c:v>
                </c:pt>
                <c:pt idx="17">
                  <c:v>18</c:v>
                </c:pt>
                <c:pt idx="18">
                  <c:v>18</c:v>
                </c:pt>
                <c:pt idx="19">
                  <c:v>18</c:v>
                </c:pt>
                <c:pt idx="20">
                  <c:v>18</c:v>
                </c:pt>
                <c:pt idx="21">
                  <c:v>18</c:v>
                </c:pt>
                <c:pt idx="22">
                  <c:v>18</c:v>
                </c:pt>
                <c:pt idx="23">
                  <c:v>18</c:v>
                </c:pt>
                <c:pt idx="24">
                  <c:v>18</c:v>
                </c:pt>
                <c:pt idx="25">
                  <c:v>18</c:v>
                </c:pt>
                <c:pt idx="26">
                  <c:v>18</c:v>
                </c:pt>
                <c:pt idx="27">
                  <c:v>18</c:v>
                </c:pt>
                <c:pt idx="28">
                  <c:v>18</c:v>
                </c:pt>
                <c:pt idx="29">
                  <c:v>18</c:v>
                </c:pt>
                <c:pt idx="30">
                  <c:v>18</c:v>
                </c:pt>
                <c:pt idx="31">
                  <c:v>18</c:v>
                </c:pt>
                <c:pt idx="32">
                  <c:v>18</c:v>
                </c:pt>
                <c:pt idx="33">
                  <c:v>18</c:v>
                </c:pt>
                <c:pt idx="34">
                  <c:v>18</c:v>
                </c:pt>
                <c:pt idx="35">
                  <c:v>18</c:v>
                </c:pt>
                <c:pt idx="36">
                  <c:v>18</c:v>
                </c:pt>
                <c:pt idx="37">
                  <c:v>18</c:v>
                </c:pt>
                <c:pt idx="38">
                  <c:v>18</c:v>
                </c:pt>
                <c:pt idx="39">
                  <c:v>18</c:v>
                </c:pt>
                <c:pt idx="40">
                  <c:v>18</c:v>
                </c:pt>
                <c:pt idx="41">
                  <c:v>18</c:v>
                </c:pt>
                <c:pt idx="42">
                  <c:v>18</c:v>
                </c:pt>
                <c:pt idx="43">
                  <c:v>18</c:v>
                </c:pt>
                <c:pt idx="44">
                  <c:v>18</c:v>
                </c:pt>
                <c:pt idx="45">
                  <c:v>18</c:v>
                </c:pt>
                <c:pt idx="46">
                  <c:v>18</c:v>
                </c:pt>
                <c:pt idx="47">
                  <c:v>18</c:v>
                </c:pt>
                <c:pt idx="48">
                  <c:v>18</c:v>
                </c:pt>
                <c:pt idx="49">
                  <c:v>18</c:v>
                </c:pt>
                <c:pt idx="50">
                  <c:v>18</c:v>
                </c:pt>
                <c:pt idx="51">
                  <c:v>18</c:v>
                </c:pt>
                <c:pt idx="52">
                  <c:v>17.998999999999999</c:v>
                </c:pt>
                <c:pt idx="53">
                  <c:v>17.998999999999999</c:v>
                </c:pt>
                <c:pt idx="54">
                  <c:v>18</c:v>
                </c:pt>
                <c:pt idx="55">
                  <c:v>17.954999999999998</c:v>
                </c:pt>
                <c:pt idx="56">
                  <c:v>18</c:v>
                </c:pt>
                <c:pt idx="57">
                  <c:v>17.742999999999999</c:v>
                </c:pt>
                <c:pt idx="58">
                  <c:v>17.742999999999999</c:v>
                </c:pt>
                <c:pt idx="59">
                  <c:v>17.486999999999998</c:v>
                </c:pt>
                <c:pt idx="60">
                  <c:v>17.614000000000001</c:v>
                </c:pt>
                <c:pt idx="61">
                  <c:v>17.614000000000001</c:v>
                </c:pt>
                <c:pt idx="62">
                  <c:v>17.998999999999999</c:v>
                </c:pt>
                <c:pt idx="63">
                  <c:v>17.620999999999999</c:v>
                </c:pt>
                <c:pt idx="64">
                  <c:v>17.620999999999999</c:v>
                </c:pt>
                <c:pt idx="65">
                  <c:v>17.826000000000001</c:v>
                </c:pt>
                <c:pt idx="66">
                  <c:v>17.911000000000001</c:v>
                </c:pt>
                <c:pt idx="67">
                  <c:v>17.911000000000001</c:v>
                </c:pt>
                <c:pt idx="68">
                  <c:v>17.741</c:v>
                </c:pt>
                <c:pt idx="69">
                  <c:v>17.741</c:v>
                </c:pt>
                <c:pt idx="70">
                  <c:v>17.943000000000001</c:v>
                </c:pt>
                <c:pt idx="71">
                  <c:v>17.826000000000001</c:v>
                </c:pt>
                <c:pt idx="72">
                  <c:v>17.741</c:v>
                </c:pt>
                <c:pt idx="73">
                  <c:v>17.622</c:v>
                </c:pt>
                <c:pt idx="74">
                  <c:v>17</c:v>
                </c:pt>
                <c:pt idx="75">
                  <c:v>17</c:v>
                </c:pt>
                <c:pt idx="76">
                  <c:v>17</c:v>
                </c:pt>
                <c:pt idx="77">
                  <c:v>17</c:v>
                </c:pt>
                <c:pt idx="78">
                  <c:v>17</c:v>
                </c:pt>
                <c:pt idx="79">
                  <c:v>17</c:v>
                </c:pt>
                <c:pt idx="80">
                  <c:v>17</c:v>
                </c:pt>
                <c:pt idx="81">
                  <c:v>17</c:v>
                </c:pt>
                <c:pt idx="82">
                  <c:v>17</c:v>
                </c:pt>
                <c:pt idx="83">
                  <c:v>17</c:v>
                </c:pt>
                <c:pt idx="84">
                  <c:v>17</c:v>
                </c:pt>
                <c:pt idx="85">
                  <c:v>17</c:v>
                </c:pt>
                <c:pt idx="86">
                  <c:v>17</c:v>
                </c:pt>
                <c:pt idx="87">
                  <c:v>17</c:v>
                </c:pt>
                <c:pt idx="88">
                  <c:v>17</c:v>
                </c:pt>
                <c:pt idx="89">
                  <c:v>16.948</c:v>
                </c:pt>
                <c:pt idx="90">
                  <c:v>16.948</c:v>
                </c:pt>
                <c:pt idx="91">
                  <c:v>16.948</c:v>
                </c:pt>
                <c:pt idx="92">
                  <c:v>16.948</c:v>
                </c:pt>
                <c:pt idx="93">
                  <c:v>17</c:v>
                </c:pt>
                <c:pt idx="94">
                  <c:v>16.948</c:v>
                </c:pt>
                <c:pt idx="95">
                  <c:v>17</c:v>
                </c:pt>
                <c:pt idx="96">
                  <c:v>17</c:v>
                </c:pt>
                <c:pt idx="97">
                  <c:v>17</c:v>
                </c:pt>
                <c:pt idx="98">
                  <c:v>16.841000000000001</c:v>
                </c:pt>
                <c:pt idx="99">
                  <c:v>16.841000000000001</c:v>
                </c:pt>
                <c:pt idx="100">
                  <c:v>16.895</c:v>
                </c:pt>
                <c:pt idx="101">
                  <c:v>16.895</c:v>
                </c:pt>
                <c:pt idx="102">
                  <c:v>16.948</c:v>
                </c:pt>
                <c:pt idx="103">
                  <c:v>16.895</c:v>
                </c:pt>
                <c:pt idx="104">
                  <c:v>16.895</c:v>
                </c:pt>
                <c:pt idx="105">
                  <c:v>16.895</c:v>
                </c:pt>
                <c:pt idx="106">
                  <c:v>16.841000000000001</c:v>
                </c:pt>
                <c:pt idx="107">
                  <c:v>16.776</c:v>
                </c:pt>
                <c:pt idx="108">
                  <c:v>16.541</c:v>
                </c:pt>
                <c:pt idx="109">
                  <c:v>16.497</c:v>
                </c:pt>
                <c:pt idx="110">
                  <c:v>16.497</c:v>
                </c:pt>
                <c:pt idx="111">
                  <c:v>16.518999999999998</c:v>
                </c:pt>
                <c:pt idx="112">
                  <c:v>16.652999999999999</c:v>
                </c:pt>
                <c:pt idx="113">
                  <c:v>16.510999999999999</c:v>
                </c:pt>
                <c:pt idx="114">
                  <c:v>16.841000000000001</c:v>
                </c:pt>
                <c:pt idx="115">
                  <c:v>16.841000000000001</c:v>
                </c:pt>
                <c:pt idx="116">
                  <c:v>17</c:v>
                </c:pt>
                <c:pt idx="117">
                  <c:v>16.895</c:v>
                </c:pt>
                <c:pt idx="118">
                  <c:v>16</c:v>
                </c:pt>
                <c:pt idx="119">
                  <c:v>16</c:v>
                </c:pt>
                <c:pt idx="120">
                  <c:v>15.874000000000001</c:v>
                </c:pt>
                <c:pt idx="121">
                  <c:v>15.997</c:v>
                </c:pt>
                <c:pt idx="122">
                  <c:v>15.997</c:v>
                </c:pt>
                <c:pt idx="123">
                  <c:v>15.741</c:v>
                </c:pt>
                <c:pt idx="124">
                  <c:v>15.731</c:v>
                </c:pt>
                <c:pt idx="125">
                  <c:v>15.566000000000001</c:v>
                </c:pt>
                <c:pt idx="126">
                  <c:v>15.566000000000001</c:v>
                </c:pt>
                <c:pt idx="127">
                  <c:v>15.244999999999999</c:v>
                </c:pt>
                <c:pt idx="128">
                  <c:v>15.244</c:v>
                </c:pt>
                <c:pt idx="129">
                  <c:v>15.21</c:v>
                </c:pt>
                <c:pt idx="130">
                  <c:v>15.132999999999999</c:v>
                </c:pt>
                <c:pt idx="131">
                  <c:v>15.045</c:v>
                </c:pt>
                <c:pt idx="132">
                  <c:v>15.045</c:v>
                </c:pt>
                <c:pt idx="133">
                  <c:v>15.045</c:v>
                </c:pt>
                <c:pt idx="134">
                  <c:v>15</c:v>
                </c:pt>
                <c:pt idx="135">
                  <c:v>15</c:v>
                </c:pt>
                <c:pt idx="136">
                  <c:v>15</c:v>
                </c:pt>
                <c:pt idx="137">
                  <c:v>15</c:v>
                </c:pt>
                <c:pt idx="138">
                  <c:v>15</c:v>
                </c:pt>
                <c:pt idx="139">
                  <c:v>15</c:v>
                </c:pt>
                <c:pt idx="140">
                  <c:v>15</c:v>
                </c:pt>
                <c:pt idx="141">
                  <c:v>15</c:v>
                </c:pt>
                <c:pt idx="142">
                  <c:v>15</c:v>
                </c:pt>
                <c:pt idx="143">
                  <c:v>15</c:v>
                </c:pt>
                <c:pt idx="144">
                  <c:v>15</c:v>
                </c:pt>
                <c:pt idx="145">
                  <c:v>15</c:v>
                </c:pt>
                <c:pt idx="146">
                  <c:v>15</c:v>
                </c:pt>
                <c:pt idx="147">
                  <c:v>15</c:v>
                </c:pt>
                <c:pt idx="148">
                  <c:v>15</c:v>
                </c:pt>
                <c:pt idx="149">
                  <c:v>15</c:v>
                </c:pt>
                <c:pt idx="150">
                  <c:v>15</c:v>
                </c:pt>
                <c:pt idx="151">
                  <c:v>15</c:v>
                </c:pt>
                <c:pt idx="152">
                  <c:v>14.53</c:v>
                </c:pt>
                <c:pt idx="153">
                  <c:v>14.5</c:v>
                </c:pt>
                <c:pt idx="154">
                  <c:v>14.5</c:v>
                </c:pt>
                <c:pt idx="155">
                  <c:v>14.5</c:v>
                </c:pt>
                <c:pt idx="156">
                  <c:v>14.5</c:v>
                </c:pt>
                <c:pt idx="157">
                  <c:v>14.334</c:v>
                </c:pt>
                <c:pt idx="158">
                  <c:v>14.4</c:v>
                </c:pt>
                <c:pt idx="159">
                  <c:v>14.4</c:v>
                </c:pt>
                <c:pt idx="160">
                  <c:v>14.334</c:v>
                </c:pt>
                <c:pt idx="161">
                  <c:v>14.233000000000001</c:v>
                </c:pt>
                <c:pt idx="162">
                  <c:v>14.105</c:v>
                </c:pt>
                <c:pt idx="163">
                  <c:v>14.233000000000001</c:v>
                </c:pt>
                <c:pt idx="164">
                  <c:v>14.233000000000001</c:v>
                </c:pt>
                <c:pt idx="165">
                  <c:v>14.233000000000001</c:v>
                </c:pt>
                <c:pt idx="166">
                  <c:v>14</c:v>
                </c:pt>
                <c:pt idx="167">
                  <c:v>14</c:v>
                </c:pt>
                <c:pt idx="168">
                  <c:v>14</c:v>
                </c:pt>
                <c:pt idx="169">
                  <c:v>14</c:v>
                </c:pt>
                <c:pt idx="170">
                  <c:v>14</c:v>
                </c:pt>
                <c:pt idx="171">
                  <c:v>14</c:v>
                </c:pt>
                <c:pt idx="172">
                  <c:v>14</c:v>
                </c:pt>
                <c:pt idx="173">
                  <c:v>14</c:v>
                </c:pt>
                <c:pt idx="174">
                  <c:v>14</c:v>
                </c:pt>
                <c:pt idx="175">
                  <c:v>14</c:v>
                </c:pt>
                <c:pt idx="176">
                  <c:v>13.246</c:v>
                </c:pt>
                <c:pt idx="177">
                  <c:v>13.196</c:v>
                </c:pt>
                <c:pt idx="178">
                  <c:v>13.196</c:v>
                </c:pt>
                <c:pt idx="179">
                  <c:v>13.196</c:v>
                </c:pt>
                <c:pt idx="180">
                  <c:v>13.246</c:v>
                </c:pt>
                <c:pt idx="181">
                  <c:v>13.145</c:v>
                </c:pt>
              </c:numCache>
            </c:numRef>
          </c:val>
          <c:smooth val="0"/>
          <c:extLst>
            <c:ext xmlns:c16="http://schemas.microsoft.com/office/drawing/2014/chart" uri="{C3380CC4-5D6E-409C-BE32-E72D297353CC}">
              <c16:uniqueId val="{000000B6-54F4-4F49-BF99-32C6A3633B7B}"/>
            </c:ext>
          </c:extLst>
        </c:ser>
        <c:ser>
          <c:idx val="1"/>
          <c:order val="1"/>
          <c:tx>
            <c:strRef>
              <c:f>'E4'!$C$1</c:f>
              <c:strCache>
                <c:ptCount val="1"/>
                <c:pt idx="0">
                  <c:v>2027 - XP</c:v>
                </c:pt>
              </c:strCache>
            </c:strRef>
          </c:tx>
          <c:spPr>
            <a:ln w="19050">
              <a:solidFill>
                <a:srgbClr val="1F2F44"/>
              </a:solidFill>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B7-54F4-4F49-BF99-32C6A3633B7B}"/>
                </c:ext>
              </c:extLst>
            </c:dLbl>
            <c:dLbl>
              <c:idx val="1"/>
              <c:delete val="1"/>
              <c:extLst>
                <c:ext xmlns:c15="http://schemas.microsoft.com/office/drawing/2012/chart" uri="{CE6537A1-D6FC-4f65-9D91-7224C49458BB}"/>
                <c:ext xmlns:c16="http://schemas.microsoft.com/office/drawing/2014/chart" uri="{C3380CC4-5D6E-409C-BE32-E72D297353CC}">
                  <c16:uniqueId val="{000000B8-54F4-4F49-BF99-32C6A3633B7B}"/>
                </c:ext>
              </c:extLst>
            </c:dLbl>
            <c:dLbl>
              <c:idx val="2"/>
              <c:delete val="1"/>
              <c:extLst>
                <c:ext xmlns:c15="http://schemas.microsoft.com/office/drawing/2012/chart" uri="{CE6537A1-D6FC-4f65-9D91-7224C49458BB}"/>
                <c:ext xmlns:c16="http://schemas.microsoft.com/office/drawing/2014/chart" uri="{C3380CC4-5D6E-409C-BE32-E72D297353CC}">
                  <c16:uniqueId val="{000000B9-54F4-4F49-BF99-32C6A3633B7B}"/>
                </c:ext>
              </c:extLst>
            </c:dLbl>
            <c:dLbl>
              <c:idx val="3"/>
              <c:delete val="1"/>
              <c:extLst>
                <c:ext xmlns:c15="http://schemas.microsoft.com/office/drawing/2012/chart" uri="{CE6537A1-D6FC-4f65-9D91-7224C49458BB}"/>
                <c:ext xmlns:c16="http://schemas.microsoft.com/office/drawing/2014/chart" uri="{C3380CC4-5D6E-409C-BE32-E72D297353CC}">
                  <c16:uniqueId val="{000000BA-54F4-4F49-BF99-32C6A3633B7B}"/>
                </c:ext>
              </c:extLst>
            </c:dLbl>
            <c:dLbl>
              <c:idx val="4"/>
              <c:delete val="1"/>
              <c:extLst>
                <c:ext xmlns:c15="http://schemas.microsoft.com/office/drawing/2012/chart" uri="{CE6537A1-D6FC-4f65-9D91-7224C49458BB}"/>
                <c:ext xmlns:c16="http://schemas.microsoft.com/office/drawing/2014/chart" uri="{C3380CC4-5D6E-409C-BE32-E72D297353CC}">
                  <c16:uniqueId val="{000000BB-54F4-4F49-BF99-32C6A3633B7B}"/>
                </c:ext>
              </c:extLst>
            </c:dLbl>
            <c:dLbl>
              <c:idx val="5"/>
              <c:delete val="1"/>
              <c:extLst>
                <c:ext xmlns:c15="http://schemas.microsoft.com/office/drawing/2012/chart" uri="{CE6537A1-D6FC-4f65-9D91-7224C49458BB}"/>
                <c:ext xmlns:c16="http://schemas.microsoft.com/office/drawing/2014/chart" uri="{C3380CC4-5D6E-409C-BE32-E72D297353CC}">
                  <c16:uniqueId val="{000000BC-54F4-4F49-BF99-32C6A3633B7B}"/>
                </c:ext>
              </c:extLst>
            </c:dLbl>
            <c:dLbl>
              <c:idx val="6"/>
              <c:delete val="1"/>
              <c:extLst>
                <c:ext xmlns:c15="http://schemas.microsoft.com/office/drawing/2012/chart" uri="{CE6537A1-D6FC-4f65-9D91-7224C49458BB}"/>
                <c:ext xmlns:c16="http://schemas.microsoft.com/office/drawing/2014/chart" uri="{C3380CC4-5D6E-409C-BE32-E72D297353CC}">
                  <c16:uniqueId val="{000000BD-54F4-4F49-BF99-32C6A3633B7B}"/>
                </c:ext>
              </c:extLst>
            </c:dLbl>
            <c:dLbl>
              <c:idx val="7"/>
              <c:delete val="1"/>
              <c:extLst>
                <c:ext xmlns:c15="http://schemas.microsoft.com/office/drawing/2012/chart" uri="{CE6537A1-D6FC-4f65-9D91-7224C49458BB}"/>
                <c:ext xmlns:c16="http://schemas.microsoft.com/office/drawing/2014/chart" uri="{C3380CC4-5D6E-409C-BE32-E72D297353CC}">
                  <c16:uniqueId val="{000000BE-54F4-4F49-BF99-32C6A3633B7B}"/>
                </c:ext>
              </c:extLst>
            </c:dLbl>
            <c:dLbl>
              <c:idx val="8"/>
              <c:delete val="1"/>
              <c:extLst>
                <c:ext xmlns:c15="http://schemas.microsoft.com/office/drawing/2012/chart" uri="{CE6537A1-D6FC-4f65-9D91-7224C49458BB}"/>
                <c:ext xmlns:c16="http://schemas.microsoft.com/office/drawing/2014/chart" uri="{C3380CC4-5D6E-409C-BE32-E72D297353CC}">
                  <c16:uniqueId val="{000000BF-54F4-4F49-BF99-32C6A3633B7B}"/>
                </c:ext>
              </c:extLst>
            </c:dLbl>
            <c:dLbl>
              <c:idx val="9"/>
              <c:delete val="1"/>
              <c:extLst>
                <c:ext xmlns:c15="http://schemas.microsoft.com/office/drawing/2012/chart" uri="{CE6537A1-D6FC-4f65-9D91-7224C49458BB}"/>
                <c:ext xmlns:c16="http://schemas.microsoft.com/office/drawing/2014/chart" uri="{C3380CC4-5D6E-409C-BE32-E72D297353CC}">
                  <c16:uniqueId val="{000000C0-54F4-4F49-BF99-32C6A3633B7B}"/>
                </c:ext>
              </c:extLst>
            </c:dLbl>
            <c:dLbl>
              <c:idx val="10"/>
              <c:delete val="1"/>
              <c:extLst>
                <c:ext xmlns:c15="http://schemas.microsoft.com/office/drawing/2012/chart" uri="{CE6537A1-D6FC-4f65-9D91-7224C49458BB}"/>
                <c:ext xmlns:c16="http://schemas.microsoft.com/office/drawing/2014/chart" uri="{C3380CC4-5D6E-409C-BE32-E72D297353CC}">
                  <c16:uniqueId val="{000000C1-54F4-4F49-BF99-32C6A3633B7B}"/>
                </c:ext>
              </c:extLst>
            </c:dLbl>
            <c:dLbl>
              <c:idx val="11"/>
              <c:delete val="1"/>
              <c:extLst>
                <c:ext xmlns:c15="http://schemas.microsoft.com/office/drawing/2012/chart" uri="{CE6537A1-D6FC-4f65-9D91-7224C49458BB}"/>
                <c:ext xmlns:c16="http://schemas.microsoft.com/office/drawing/2014/chart" uri="{C3380CC4-5D6E-409C-BE32-E72D297353CC}">
                  <c16:uniqueId val="{000000C2-54F4-4F49-BF99-32C6A3633B7B}"/>
                </c:ext>
              </c:extLst>
            </c:dLbl>
            <c:dLbl>
              <c:idx val="12"/>
              <c:delete val="1"/>
              <c:extLst>
                <c:ext xmlns:c15="http://schemas.microsoft.com/office/drawing/2012/chart" uri="{CE6537A1-D6FC-4f65-9D91-7224C49458BB}"/>
                <c:ext xmlns:c16="http://schemas.microsoft.com/office/drawing/2014/chart" uri="{C3380CC4-5D6E-409C-BE32-E72D297353CC}">
                  <c16:uniqueId val="{000000C3-54F4-4F49-BF99-32C6A3633B7B}"/>
                </c:ext>
              </c:extLst>
            </c:dLbl>
            <c:dLbl>
              <c:idx val="13"/>
              <c:delete val="1"/>
              <c:extLst>
                <c:ext xmlns:c15="http://schemas.microsoft.com/office/drawing/2012/chart" uri="{CE6537A1-D6FC-4f65-9D91-7224C49458BB}"/>
                <c:ext xmlns:c16="http://schemas.microsoft.com/office/drawing/2014/chart" uri="{C3380CC4-5D6E-409C-BE32-E72D297353CC}">
                  <c16:uniqueId val="{000000C4-54F4-4F49-BF99-32C6A3633B7B}"/>
                </c:ext>
              </c:extLst>
            </c:dLbl>
            <c:dLbl>
              <c:idx val="14"/>
              <c:delete val="1"/>
              <c:extLst>
                <c:ext xmlns:c15="http://schemas.microsoft.com/office/drawing/2012/chart" uri="{CE6537A1-D6FC-4f65-9D91-7224C49458BB}"/>
                <c:ext xmlns:c16="http://schemas.microsoft.com/office/drawing/2014/chart" uri="{C3380CC4-5D6E-409C-BE32-E72D297353CC}">
                  <c16:uniqueId val="{000000C5-54F4-4F49-BF99-32C6A3633B7B}"/>
                </c:ext>
              </c:extLst>
            </c:dLbl>
            <c:dLbl>
              <c:idx val="15"/>
              <c:delete val="1"/>
              <c:extLst>
                <c:ext xmlns:c15="http://schemas.microsoft.com/office/drawing/2012/chart" uri="{CE6537A1-D6FC-4f65-9D91-7224C49458BB}"/>
                <c:ext xmlns:c16="http://schemas.microsoft.com/office/drawing/2014/chart" uri="{C3380CC4-5D6E-409C-BE32-E72D297353CC}">
                  <c16:uniqueId val="{000000C6-54F4-4F49-BF99-32C6A3633B7B}"/>
                </c:ext>
              </c:extLst>
            </c:dLbl>
            <c:dLbl>
              <c:idx val="16"/>
              <c:delete val="1"/>
              <c:extLst>
                <c:ext xmlns:c15="http://schemas.microsoft.com/office/drawing/2012/chart" uri="{CE6537A1-D6FC-4f65-9D91-7224C49458BB}"/>
                <c:ext xmlns:c16="http://schemas.microsoft.com/office/drawing/2014/chart" uri="{C3380CC4-5D6E-409C-BE32-E72D297353CC}">
                  <c16:uniqueId val="{000000C7-54F4-4F49-BF99-32C6A3633B7B}"/>
                </c:ext>
              </c:extLst>
            </c:dLbl>
            <c:dLbl>
              <c:idx val="17"/>
              <c:delete val="1"/>
              <c:extLst>
                <c:ext xmlns:c15="http://schemas.microsoft.com/office/drawing/2012/chart" uri="{CE6537A1-D6FC-4f65-9D91-7224C49458BB}"/>
                <c:ext xmlns:c16="http://schemas.microsoft.com/office/drawing/2014/chart" uri="{C3380CC4-5D6E-409C-BE32-E72D297353CC}">
                  <c16:uniqueId val="{000000C8-54F4-4F49-BF99-32C6A3633B7B}"/>
                </c:ext>
              </c:extLst>
            </c:dLbl>
            <c:dLbl>
              <c:idx val="18"/>
              <c:delete val="1"/>
              <c:extLst>
                <c:ext xmlns:c15="http://schemas.microsoft.com/office/drawing/2012/chart" uri="{CE6537A1-D6FC-4f65-9D91-7224C49458BB}"/>
                <c:ext xmlns:c16="http://schemas.microsoft.com/office/drawing/2014/chart" uri="{C3380CC4-5D6E-409C-BE32-E72D297353CC}">
                  <c16:uniqueId val="{000000C9-54F4-4F49-BF99-32C6A3633B7B}"/>
                </c:ext>
              </c:extLst>
            </c:dLbl>
            <c:dLbl>
              <c:idx val="19"/>
              <c:delete val="1"/>
              <c:extLst>
                <c:ext xmlns:c15="http://schemas.microsoft.com/office/drawing/2012/chart" uri="{CE6537A1-D6FC-4f65-9D91-7224C49458BB}"/>
                <c:ext xmlns:c16="http://schemas.microsoft.com/office/drawing/2014/chart" uri="{C3380CC4-5D6E-409C-BE32-E72D297353CC}">
                  <c16:uniqueId val="{000000CA-54F4-4F49-BF99-32C6A3633B7B}"/>
                </c:ext>
              </c:extLst>
            </c:dLbl>
            <c:dLbl>
              <c:idx val="20"/>
              <c:delete val="1"/>
              <c:extLst>
                <c:ext xmlns:c15="http://schemas.microsoft.com/office/drawing/2012/chart" uri="{CE6537A1-D6FC-4f65-9D91-7224C49458BB}"/>
                <c:ext xmlns:c16="http://schemas.microsoft.com/office/drawing/2014/chart" uri="{C3380CC4-5D6E-409C-BE32-E72D297353CC}">
                  <c16:uniqueId val="{000000CB-54F4-4F49-BF99-32C6A3633B7B}"/>
                </c:ext>
              </c:extLst>
            </c:dLbl>
            <c:dLbl>
              <c:idx val="21"/>
              <c:delete val="1"/>
              <c:extLst>
                <c:ext xmlns:c15="http://schemas.microsoft.com/office/drawing/2012/chart" uri="{CE6537A1-D6FC-4f65-9D91-7224C49458BB}"/>
                <c:ext xmlns:c16="http://schemas.microsoft.com/office/drawing/2014/chart" uri="{C3380CC4-5D6E-409C-BE32-E72D297353CC}">
                  <c16:uniqueId val="{000000CC-54F4-4F49-BF99-32C6A3633B7B}"/>
                </c:ext>
              </c:extLst>
            </c:dLbl>
            <c:dLbl>
              <c:idx val="22"/>
              <c:delete val="1"/>
              <c:extLst>
                <c:ext xmlns:c15="http://schemas.microsoft.com/office/drawing/2012/chart" uri="{CE6537A1-D6FC-4f65-9D91-7224C49458BB}"/>
                <c:ext xmlns:c16="http://schemas.microsoft.com/office/drawing/2014/chart" uri="{C3380CC4-5D6E-409C-BE32-E72D297353CC}">
                  <c16:uniqueId val="{000000CD-54F4-4F49-BF99-32C6A3633B7B}"/>
                </c:ext>
              </c:extLst>
            </c:dLbl>
            <c:dLbl>
              <c:idx val="23"/>
              <c:delete val="1"/>
              <c:extLst>
                <c:ext xmlns:c15="http://schemas.microsoft.com/office/drawing/2012/chart" uri="{CE6537A1-D6FC-4f65-9D91-7224C49458BB}"/>
                <c:ext xmlns:c16="http://schemas.microsoft.com/office/drawing/2014/chart" uri="{C3380CC4-5D6E-409C-BE32-E72D297353CC}">
                  <c16:uniqueId val="{000000CE-54F4-4F49-BF99-32C6A3633B7B}"/>
                </c:ext>
              </c:extLst>
            </c:dLbl>
            <c:dLbl>
              <c:idx val="24"/>
              <c:delete val="1"/>
              <c:extLst>
                <c:ext xmlns:c15="http://schemas.microsoft.com/office/drawing/2012/chart" uri="{CE6537A1-D6FC-4f65-9D91-7224C49458BB}"/>
                <c:ext xmlns:c16="http://schemas.microsoft.com/office/drawing/2014/chart" uri="{C3380CC4-5D6E-409C-BE32-E72D297353CC}">
                  <c16:uniqueId val="{000000CF-54F4-4F49-BF99-32C6A3633B7B}"/>
                </c:ext>
              </c:extLst>
            </c:dLbl>
            <c:dLbl>
              <c:idx val="25"/>
              <c:delete val="1"/>
              <c:extLst>
                <c:ext xmlns:c15="http://schemas.microsoft.com/office/drawing/2012/chart" uri="{CE6537A1-D6FC-4f65-9D91-7224C49458BB}"/>
                <c:ext xmlns:c16="http://schemas.microsoft.com/office/drawing/2014/chart" uri="{C3380CC4-5D6E-409C-BE32-E72D297353CC}">
                  <c16:uniqueId val="{000000D0-54F4-4F49-BF99-32C6A3633B7B}"/>
                </c:ext>
              </c:extLst>
            </c:dLbl>
            <c:dLbl>
              <c:idx val="26"/>
              <c:delete val="1"/>
              <c:extLst>
                <c:ext xmlns:c15="http://schemas.microsoft.com/office/drawing/2012/chart" uri="{CE6537A1-D6FC-4f65-9D91-7224C49458BB}"/>
                <c:ext xmlns:c16="http://schemas.microsoft.com/office/drawing/2014/chart" uri="{C3380CC4-5D6E-409C-BE32-E72D297353CC}">
                  <c16:uniqueId val="{000000D1-54F4-4F49-BF99-32C6A3633B7B}"/>
                </c:ext>
              </c:extLst>
            </c:dLbl>
            <c:dLbl>
              <c:idx val="27"/>
              <c:delete val="1"/>
              <c:extLst>
                <c:ext xmlns:c15="http://schemas.microsoft.com/office/drawing/2012/chart" uri="{CE6537A1-D6FC-4f65-9D91-7224C49458BB}"/>
                <c:ext xmlns:c16="http://schemas.microsoft.com/office/drawing/2014/chart" uri="{C3380CC4-5D6E-409C-BE32-E72D297353CC}">
                  <c16:uniqueId val="{000000D2-54F4-4F49-BF99-32C6A3633B7B}"/>
                </c:ext>
              </c:extLst>
            </c:dLbl>
            <c:dLbl>
              <c:idx val="28"/>
              <c:delete val="1"/>
              <c:extLst>
                <c:ext xmlns:c15="http://schemas.microsoft.com/office/drawing/2012/chart" uri="{CE6537A1-D6FC-4f65-9D91-7224C49458BB}"/>
                <c:ext xmlns:c16="http://schemas.microsoft.com/office/drawing/2014/chart" uri="{C3380CC4-5D6E-409C-BE32-E72D297353CC}">
                  <c16:uniqueId val="{000000D3-54F4-4F49-BF99-32C6A3633B7B}"/>
                </c:ext>
              </c:extLst>
            </c:dLbl>
            <c:dLbl>
              <c:idx val="29"/>
              <c:delete val="1"/>
              <c:extLst>
                <c:ext xmlns:c15="http://schemas.microsoft.com/office/drawing/2012/chart" uri="{CE6537A1-D6FC-4f65-9D91-7224C49458BB}"/>
                <c:ext xmlns:c16="http://schemas.microsoft.com/office/drawing/2014/chart" uri="{C3380CC4-5D6E-409C-BE32-E72D297353CC}">
                  <c16:uniqueId val="{000000D4-54F4-4F49-BF99-32C6A3633B7B}"/>
                </c:ext>
              </c:extLst>
            </c:dLbl>
            <c:dLbl>
              <c:idx val="30"/>
              <c:delete val="1"/>
              <c:extLst>
                <c:ext xmlns:c15="http://schemas.microsoft.com/office/drawing/2012/chart" uri="{CE6537A1-D6FC-4f65-9D91-7224C49458BB}"/>
                <c:ext xmlns:c16="http://schemas.microsoft.com/office/drawing/2014/chart" uri="{C3380CC4-5D6E-409C-BE32-E72D297353CC}">
                  <c16:uniqueId val="{000000D5-54F4-4F49-BF99-32C6A3633B7B}"/>
                </c:ext>
              </c:extLst>
            </c:dLbl>
            <c:dLbl>
              <c:idx val="31"/>
              <c:delete val="1"/>
              <c:extLst>
                <c:ext xmlns:c15="http://schemas.microsoft.com/office/drawing/2012/chart" uri="{CE6537A1-D6FC-4f65-9D91-7224C49458BB}"/>
                <c:ext xmlns:c16="http://schemas.microsoft.com/office/drawing/2014/chart" uri="{C3380CC4-5D6E-409C-BE32-E72D297353CC}">
                  <c16:uniqueId val="{000000D6-54F4-4F49-BF99-32C6A3633B7B}"/>
                </c:ext>
              </c:extLst>
            </c:dLbl>
            <c:dLbl>
              <c:idx val="32"/>
              <c:delete val="1"/>
              <c:extLst>
                <c:ext xmlns:c15="http://schemas.microsoft.com/office/drawing/2012/chart" uri="{CE6537A1-D6FC-4f65-9D91-7224C49458BB}"/>
                <c:ext xmlns:c16="http://schemas.microsoft.com/office/drawing/2014/chart" uri="{C3380CC4-5D6E-409C-BE32-E72D297353CC}">
                  <c16:uniqueId val="{000000D7-54F4-4F49-BF99-32C6A3633B7B}"/>
                </c:ext>
              </c:extLst>
            </c:dLbl>
            <c:dLbl>
              <c:idx val="33"/>
              <c:delete val="1"/>
              <c:extLst>
                <c:ext xmlns:c15="http://schemas.microsoft.com/office/drawing/2012/chart" uri="{CE6537A1-D6FC-4f65-9D91-7224C49458BB}"/>
                <c:ext xmlns:c16="http://schemas.microsoft.com/office/drawing/2014/chart" uri="{C3380CC4-5D6E-409C-BE32-E72D297353CC}">
                  <c16:uniqueId val="{000000D8-54F4-4F49-BF99-32C6A3633B7B}"/>
                </c:ext>
              </c:extLst>
            </c:dLbl>
            <c:dLbl>
              <c:idx val="34"/>
              <c:delete val="1"/>
              <c:extLst>
                <c:ext xmlns:c15="http://schemas.microsoft.com/office/drawing/2012/chart" uri="{CE6537A1-D6FC-4f65-9D91-7224C49458BB}"/>
                <c:ext xmlns:c16="http://schemas.microsoft.com/office/drawing/2014/chart" uri="{C3380CC4-5D6E-409C-BE32-E72D297353CC}">
                  <c16:uniqueId val="{000000D9-54F4-4F49-BF99-32C6A3633B7B}"/>
                </c:ext>
              </c:extLst>
            </c:dLbl>
            <c:dLbl>
              <c:idx val="35"/>
              <c:delete val="1"/>
              <c:extLst>
                <c:ext xmlns:c15="http://schemas.microsoft.com/office/drawing/2012/chart" uri="{CE6537A1-D6FC-4f65-9D91-7224C49458BB}"/>
                <c:ext xmlns:c16="http://schemas.microsoft.com/office/drawing/2014/chart" uri="{C3380CC4-5D6E-409C-BE32-E72D297353CC}">
                  <c16:uniqueId val="{000000DA-54F4-4F49-BF99-32C6A3633B7B}"/>
                </c:ext>
              </c:extLst>
            </c:dLbl>
            <c:dLbl>
              <c:idx val="36"/>
              <c:delete val="1"/>
              <c:extLst>
                <c:ext xmlns:c15="http://schemas.microsoft.com/office/drawing/2012/chart" uri="{CE6537A1-D6FC-4f65-9D91-7224C49458BB}"/>
                <c:ext xmlns:c16="http://schemas.microsoft.com/office/drawing/2014/chart" uri="{C3380CC4-5D6E-409C-BE32-E72D297353CC}">
                  <c16:uniqueId val="{000000DB-54F4-4F49-BF99-32C6A3633B7B}"/>
                </c:ext>
              </c:extLst>
            </c:dLbl>
            <c:dLbl>
              <c:idx val="37"/>
              <c:delete val="1"/>
              <c:extLst>
                <c:ext xmlns:c15="http://schemas.microsoft.com/office/drawing/2012/chart" uri="{CE6537A1-D6FC-4f65-9D91-7224C49458BB}"/>
                <c:ext xmlns:c16="http://schemas.microsoft.com/office/drawing/2014/chart" uri="{C3380CC4-5D6E-409C-BE32-E72D297353CC}">
                  <c16:uniqueId val="{000000DC-54F4-4F49-BF99-32C6A3633B7B}"/>
                </c:ext>
              </c:extLst>
            </c:dLbl>
            <c:dLbl>
              <c:idx val="38"/>
              <c:delete val="1"/>
              <c:extLst>
                <c:ext xmlns:c15="http://schemas.microsoft.com/office/drawing/2012/chart" uri="{CE6537A1-D6FC-4f65-9D91-7224C49458BB}"/>
                <c:ext xmlns:c16="http://schemas.microsoft.com/office/drawing/2014/chart" uri="{C3380CC4-5D6E-409C-BE32-E72D297353CC}">
                  <c16:uniqueId val="{000000DD-54F4-4F49-BF99-32C6A3633B7B}"/>
                </c:ext>
              </c:extLst>
            </c:dLbl>
            <c:dLbl>
              <c:idx val="39"/>
              <c:delete val="1"/>
              <c:extLst>
                <c:ext xmlns:c15="http://schemas.microsoft.com/office/drawing/2012/chart" uri="{CE6537A1-D6FC-4f65-9D91-7224C49458BB}"/>
                <c:ext xmlns:c16="http://schemas.microsoft.com/office/drawing/2014/chart" uri="{C3380CC4-5D6E-409C-BE32-E72D297353CC}">
                  <c16:uniqueId val="{000000DE-54F4-4F49-BF99-32C6A3633B7B}"/>
                </c:ext>
              </c:extLst>
            </c:dLbl>
            <c:dLbl>
              <c:idx val="40"/>
              <c:delete val="1"/>
              <c:extLst>
                <c:ext xmlns:c15="http://schemas.microsoft.com/office/drawing/2012/chart" uri="{CE6537A1-D6FC-4f65-9D91-7224C49458BB}"/>
                <c:ext xmlns:c16="http://schemas.microsoft.com/office/drawing/2014/chart" uri="{C3380CC4-5D6E-409C-BE32-E72D297353CC}">
                  <c16:uniqueId val="{000000DF-54F4-4F49-BF99-32C6A3633B7B}"/>
                </c:ext>
              </c:extLst>
            </c:dLbl>
            <c:dLbl>
              <c:idx val="41"/>
              <c:delete val="1"/>
              <c:extLst>
                <c:ext xmlns:c15="http://schemas.microsoft.com/office/drawing/2012/chart" uri="{CE6537A1-D6FC-4f65-9D91-7224C49458BB}"/>
                <c:ext xmlns:c16="http://schemas.microsoft.com/office/drawing/2014/chart" uri="{C3380CC4-5D6E-409C-BE32-E72D297353CC}">
                  <c16:uniqueId val="{000000E0-54F4-4F49-BF99-32C6A3633B7B}"/>
                </c:ext>
              </c:extLst>
            </c:dLbl>
            <c:dLbl>
              <c:idx val="42"/>
              <c:delete val="1"/>
              <c:extLst>
                <c:ext xmlns:c15="http://schemas.microsoft.com/office/drawing/2012/chart" uri="{CE6537A1-D6FC-4f65-9D91-7224C49458BB}"/>
                <c:ext xmlns:c16="http://schemas.microsoft.com/office/drawing/2014/chart" uri="{C3380CC4-5D6E-409C-BE32-E72D297353CC}">
                  <c16:uniqueId val="{000000E1-54F4-4F49-BF99-32C6A3633B7B}"/>
                </c:ext>
              </c:extLst>
            </c:dLbl>
            <c:dLbl>
              <c:idx val="43"/>
              <c:delete val="1"/>
              <c:extLst>
                <c:ext xmlns:c15="http://schemas.microsoft.com/office/drawing/2012/chart" uri="{CE6537A1-D6FC-4f65-9D91-7224C49458BB}"/>
                <c:ext xmlns:c16="http://schemas.microsoft.com/office/drawing/2014/chart" uri="{C3380CC4-5D6E-409C-BE32-E72D297353CC}">
                  <c16:uniqueId val="{000000E2-54F4-4F49-BF99-32C6A3633B7B}"/>
                </c:ext>
              </c:extLst>
            </c:dLbl>
            <c:dLbl>
              <c:idx val="44"/>
              <c:delete val="1"/>
              <c:extLst>
                <c:ext xmlns:c15="http://schemas.microsoft.com/office/drawing/2012/chart" uri="{CE6537A1-D6FC-4f65-9D91-7224C49458BB}"/>
                <c:ext xmlns:c16="http://schemas.microsoft.com/office/drawing/2014/chart" uri="{C3380CC4-5D6E-409C-BE32-E72D297353CC}">
                  <c16:uniqueId val="{000000E3-54F4-4F49-BF99-32C6A3633B7B}"/>
                </c:ext>
              </c:extLst>
            </c:dLbl>
            <c:dLbl>
              <c:idx val="45"/>
              <c:delete val="1"/>
              <c:extLst>
                <c:ext xmlns:c15="http://schemas.microsoft.com/office/drawing/2012/chart" uri="{CE6537A1-D6FC-4f65-9D91-7224C49458BB}"/>
                <c:ext xmlns:c16="http://schemas.microsoft.com/office/drawing/2014/chart" uri="{C3380CC4-5D6E-409C-BE32-E72D297353CC}">
                  <c16:uniqueId val="{000000E4-54F4-4F49-BF99-32C6A3633B7B}"/>
                </c:ext>
              </c:extLst>
            </c:dLbl>
            <c:dLbl>
              <c:idx val="46"/>
              <c:delete val="1"/>
              <c:extLst>
                <c:ext xmlns:c15="http://schemas.microsoft.com/office/drawing/2012/chart" uri="{CE6537A1-D6FC-4f65-9D91-7224C49458BB}"/>
                <c:ext xmlns:c16="http://schemas.microsoft.com/office/drawing/2014/chart" uri="{C3380CC4-5D6E-409C-BE32-E72D297353CC}">
                  <c16:uniqueId val="{000000E5-54F4-4F49-BF99-32C6A3633B7B}"/>
                </c:ext>
              </c:extLst>
            </c:dLbl>
            <c:dLbl>
              <c:idx val="47"/>
              <c:delete val="1"/>
              <c:extLst>
                <c:ext xmlns:c15="http://schemas.microsoft.com/office/drawing/2012/chart" uri="{CE6537A1-D6FC-4f65-9D91-7224C49458BB}"/>
                <c:ext xmlns:c16="http://schemas.microsoft.com/office/drawing/2014/chart" uri="{C3380CC4-5D6E-409C-BE32-E72D297353CC}">
                  <c16:uniqueId val="{000000E6-54F4-4F49-BF99-32C6A3633B7B}"/>
                </c:ext>
              </c:extLst>
            </c:dLbl>
            <c:dLbl>
              <c:idx val="48"/>
              <c:delete val="1"/>
              <c:extLst>
                <c:ext xmlns:c15="http://schemas.microsoft.com/office/drawing/2012/chart" uri="{CE6537A1-D6FC-4f65-9D91-7224C49458BB}"/>
                <c:ext xmlns:c16="http://schemas.microsoft.com/office/drawing/2014/chart" uri="{C3380CC4-5D6E-409C-BE32-E72D297353CC}">
                  <c16:uniqueId val="{000000E7-54F4-4F49-BF99-32C6A3633B7B}"/>
                </c:ext>
              </c:extLst>
            </c:dLbl>
            <c:dLbl>
              <c:idx val="49"/>
              <c:delete val="1"/>
              <c:extLst>
                <c:ext xmlns:c15="http://schemas.microsoft.com/office/drawing/2012/chart" uri="{CE6537A1-D6FC-4f65-9D91-7224C49458BB}"/>
                <c:ext xmlns:c16="http://schemas.microsoft.com/office/drawing/2014/chart" uri="{C3380CC4-5D6E-409C-BE32-E72D297353CC}">
                  <c16:uniqueId val="{000000E8-54F4-4F49-BF99-32C6A3633B7B}"/>
                </c:ext>
              </c:extLst>
            </c:dLbl>
            <c:dLbl>
              <c:idx val="50"/>
              <c:delete val="1"/>
              <c:extLst>
                <c:ext xmlns:c15="http://schemas.microsoft.com/office/drawing/2012/chart" uri="{CE6537A1-D6FC-4f65-9D91-7224C49458BB}"/>
                <c:ext xmlns:c16="http://schemas.microsoft.com/office/drawing/2014/chart" uri="{C3380CC4-5D6E-409C-BE32-E72D297353CC}">
                  <c16:uniqueId val="{000000E9-54F4-4F49-BF99-32C6A3633B7B}"/>
                </c:ext>
              </c:extLst>
            </c:dLbl>
            <c:dLbl>
              <c:idx val="51"/>
              <c:delete val="1"/>
              <c:extLst>
                <c:ext xmlns:c15="http://schemas.microsoft.com/office/drawing/2012/chart" uri="{CE6537A1-D6FC-4f65-9D91-7224C49458BB}"/>
                <c:ext xmlns:c16="http://schemas.microsoft.com/office/drawing/2014/chart" uri="{C3380CC4-5D6E-409C-BE32-E72D297353CC}">
                  <c16:uniqueId val="{000000EA-54F4-4F49-BF99-32C6A3633B7B}"/>
                </c:ext>
              </c:extLst>
            </c:dLbl>
            <c:dLbl>
              <c:idx val="52"/>
              <c:delete val="1"/>
              <c:extLst>
                <c:ext xmlns:c15="http://schemas.microsoft.com/office/drawing/2012/chart" uri="{CE6537A1-D6FC-4f65-9D91-7224C49458BB}"/>
                <c:ext xmlns:c16="http://schemas.microsoft.com/office/drawing/2014/chart" uri="{C3380CC4-5D6E-409C-BE32-E72D297353CC}">
                  <c16:uniqueId val="{000000EB-54F4-4F49-BF99-32C6A3633B7B}"/>
                </c:ext>
              </c:extLst>
            </c:dLbl>
            <c:dLbl>
              <c:idx val="53"/>
              <c:delete val="1"/>
              <c:extLst>
                <c:ext xmlns:c15="http://schemas.microsoft.com/office/drawing/2012/chart" uri="{CE6537A1-D6FC-4f65-9D91-7224C49458BB}"/>
                <c:ext xmlns:c16="http://schemas.microsoft.com/office/drawing/2014/chart" uri="{C3380CC4-5D6E-409C-BE32-E72D297353CC}">
                  <c16:uniqueId val="{000000EC-54F4-4F49-BF99-32C6A3633B7B}"/>
                </c:ext>
              </c:extLst>
            </c:dLbl>
            <c:dLbl>
              <c:idx val="54"/>
              <c:delete val="1"/>
              <c:extLst>
                <c:ext xmlns:c15="http://schemas.microsoft.com/office/drawing/2012/chart" uri="{CE6537A1-D6FC-4f65-9D91-7224C49458BB}"/>
                <c:ext xmlns:c16="http://schemas.microsoft.com/office/drawing/2014/chart" uri="{C3380CC4-5D6E-409C-BE32-E72D297353CC}">
                  <c16:uniqueId val="{000000ED-54F4-4F49-BF99-32C6A3633B7B}"/>
                </c:ext>
              </c:extLst>
            </c:dLbl>
            <c:dLbl>
              <c:idx val="55"/>
              <c:delete val="1"/>
              <c:extLst>
                <c:ext xmlns:c15="http://schemas.microsoft.com/office/drawing/2012/chart" uri="{CE6537A1-D6FC-4f65-9D91-7224C49458BB}"/>
                <c:ext xmlns:c16="http://schemas.microsoft.com/office/drawing/2014/chart" uri="{C3380CC4-5D6E-409C-BE32-E72D297353CC}">
                  <c16:uniqueId val="{000000EE-54F4-4F49-BF99-32C6A3633B7B}"/>
                </c:ext>
              </c:extLst>
            </c:dLbl>
            <c:dLbl>
              <c:idx val="56"/>
              <c:delete val="1"/>
              <c:extLst>
                <c:ext xmlns:c15="http://schemas.microsoft.com/office/drawing/2012/chart" uri="{CE6537A1-D6FC-4f65-9D91-7224C49458BB}"/>
                <c:ext xmlns:c16="http://schemas.microsoft.com/office/drawing/2014/chart" uri="{C3380CC4-5D6E-409C-BE32-E72D297353CC}">
                  <c16:uniqueId val="{000000EF-54F4-4F49-BF99-32C6A3633B7B}"/>
                </c:ext>
              </c:extLst>
            </c:dLbl>
            <c:dLbl>
              <c:idx val="57"/>
              <c:delete val="1"/>
              <c:extLst>
                <c:ext xmlns:c15="http://schemas.microsoft.com/office/drawing/2012/chart" uri="{CE6537A1-D6FC-4f65-9D91-7224C49458BB}"/>
                <c:ext xmlns:c16="http://schemas.microsoft.com/office/drawing/2014/chart" uri="{C3380CC4-5D6E-409C-BE32-E72D297353CC}">
                  <c16:uniqueId val="{000000F0-54F4-4F49-BF99-32C6A3633B7B}"/>
                </c:ext>
              </c:extLst>
            </c:dLbl>
            <c:dLbl>
              <c:idx val="58"/>
              <c:delete val="1"/>
              <c:extLst>
                <c:ext xmlns:c15="http://schemas.microsoft.com/office/drawing/2012/chart" uri="{CE6537A1-D6FC-4f65-9D91-7224C49458BB}"/>
                <c:ext xmlns:c16="http://schemas.microsoft.com/office/drawing/2014/chart" uri="{C3380CC4-5D6E-409C-BE32-E72D297353CC}">
                  <c16:uniqueId val="{000000F1-54F4-4F49-BF99-32C6A3633B7B}"/>
                </c:ext>
              </c:extLst>
            </c:dLbl>
            <c:dLbl>
              <c:idx val="59"/>
              <c:delete val="1"/>
              <c:extLst>
                <c:ext xmlns:c15="http://schemas.microsoft.com/office/drawing/2012/chart" uri="{CE6537A1-D6FC-4f65-9D91-7224C49458BB}"/>
                <c:ext xmlns:c16="http://schemas.microsoft.com/office/drawing/2014/chart" uri="{C3380CC4-5D6E-409C-BE32-E72D297353CC}">
                  <c16:uniqueId val="{000000F2-54F4-4F49-BF99-32C6A3633B7B}"/>
                </c:ext>
              </c:extLst>
            </c:dLbl>
            <c:dLbl>
              <c:idx val="60"/>
              <c:delete val="1"/>
              <c:extLst>
                <c:ext xmlns:c15="http://schemas.microsoft.com/office/drawing/2012/chart" uri="{CE6537A1-D6FC-4f65-9D91-7224C49458BB}"/>
                <c:ext xmlns:c16="http://schemas.microsoft.com/office/drawing/2014/chart" uri="{C3380CC4-5D6E-409C-BE32-E72D297353CC}">
                  <c16:uniqueId val="{000000F3-54F4-4F49-BF99-32C6A3633B7B}"/>
                </c:ext>
              </c:extLst>
            </c:dLbl>
            <c:dLbl>
              <c:idx val="61"/>
              <c:delete val="1"/>
              <c:extLst>
                <c:ext xmlns:c15="http://schemas.microsoft.com/office/drawing/2012/chart" uri="{CE6537A1-D6FC-4f65-9D91-7224C49458BB}"/>
                <c:ext xmlns:c16="http://schemas.microsoft.com/office/drawing/2014/chart" uri="{C3380CC4-5D6E-409C-BE32-E72D297353CC}">
                  <c16:uniqueId val="{000000F4-54F4-4F49-BF99-32C6A3633B7B}"/>
                </c:ext>
              </c:extLst>
            </c:dLbl>
            <c:dLbl>
              <c:idx val="62"/>
              <c:delete val="1"/>
              <c:extLst>
                <c:ext xmlns:c15="http://schemas.microsoft.com/office/drawing/2012/chart" uri="{CE6537A1-D6FC-4f65-9D91-7224C49458BB}"/>
                <c:ext xmlns:c16="http://schemas.microsoft.com/office/drawing/2014/chart" uri="{C3380CC4-5D6E-409C-BE32-E72D297353CC}">
                  <c16:uniqueId val="{000000F5-54F4-4F49-BF99-32C6A3633B7B}"/>
                </c:ext>
              </c:extLst>
            </c:dLbl>
            <c:dLbl>
              <c:idx val="63"/>
              <c:delete val="1"/>
              <c:extLst>
                <c:ext xmlns:c15="http://schemas.microsoft.com/office/drawing/2012/chart" uri="{CE6537A1-D6FC-4f65-9D91-7224C49458BB}"/>
                <c:ext xmlns:c16="http://schemas.microsoft.com/office/drawing/2014/chart" uri="{C3380CC4-5D6E-409C-BE32-E72D297353CC}">
                  <c16:uniqueId val="{000000F6-54F4-4F49-BF99-32C6A3633B7B}"/>
                </c:ext>
              </c:extLst>
            </c:dLbl>
            <c:dLbl>
              <c:idx val="64"/>
              <c:delete val="1"/>
              <c:extLst>
                <c:ext xmlns:c15="http://schemas.microsoft.com/office/drawing/2012/chart" uri="{CE6537A1-D6FC-4f65-9D91-7224C49458BB}"/>
                <c:ext xmlns:c16="http://schemas.microsoft.com/office/drawing/2014/chart" uri="{C3380CC4-5D6E-409C-BE32-E72D297353CC}">
                  <c16:uniqueId val="{000000F7-54F4-4F49-BF99-32C6A3633B7B}"/>
                </c:ext>
              </c:extLst>
            </c:dLbl>
            <c:dLbl>
              <c:idx val="65"/>
              <c:delete val="1"/>
              <c:extLst>
                <c:ext xmlns:c15="http://schemas.microsoft.com/office/drawing/2012/chart" uri="{CE6537A1-D6FC-4f65-9D91-7224C49458BB}"/>
                <c:ext xmlns:c16="http://schemas.microsoft.com/office/drawing/2014/chart" uri="{C3380CC4-5D6E-409C-BE32-E72D297353CC}">
                  <c16:uniqueId val="{000000F8-54F4-4F49-BF99-32C6A3633B7B}"/>
                </c:ext>
              </c:extLst>
            </c:dLbl>
            <c:dLbl>
              <c:idx val="66"/>
              <c:delete val="1"/>
              <c:extLst>
                <c:ext xmlns:c15="http://schemas.microsoft.com/office/drawing/2012/chart" uri="{CE6537A1-D6FC-4f65-9D91-7224C49458BB}"/>
                <c:ext xmlns:c16="http://schemas.microsoft.com/office/drawing/2014/chart" uri="{C3380CC4-5D6E-409C-BE32-E72D297353CC}">
                  <c16:uniqueId val="{000000F9-54F4-4F49-BF99-32C6A3633B7B}"/>
                </c:ext>
              </c:extLst>
            </c:dLbl>
            <c:dLbl>
              <c:idx val="67"/>
              <c:delete val="1"/>
              <c:extLst>
                <c:ext xmlns:c15="http://schemas.microsoft.com/office/drawing/2012/chart" uri="{CE6537A1-D6FC-4f65-9D91-7224C49458BB}"/>
                <c:ext xmlns:c16="http://schemas.microsoft.com/office/drawing/2014/chart" uri="{C3380CC4-5D6E-409C-BE32-E72D297353CC}">
                  <c16:uniqueId val="{000000FA-54F4-4F49-BF99-32C6A3633B7B}"/>
                </c:ext>
              </c:extLst>
            </c:dLbl>
            <c:dLbl>
              <c:idx val="68"/>
              <c:delete val="1"/>
              <c:extLst>
                <c:ext xmlns:c15="http://schemas.microsoft.com/office/drawing/2012/chart" uri="{CE6537A1-D6FC-4f65-9D91-7224C49458BB}"/>
                <c:ext xmlns:c16="http://schemas.microsoft.com/office/drawing/2014/chart" uri="{C3380CC4-5D6E-409C-BE32-E72D297353CC}">
                  <c16:uniqueId val="{000000FB-54F4-4F49-BF99-32C6A3633B7B}"/>
                </c:ext>
              </c:extLst>
            </c:dLbl>
            <c:dLbl>
              <c:idx val="69"/>
              <c:delete val="1"/>
              <c:extLst>
                <c:ext xmlns:c15="http://schemas.microsoft.com/office/drawing/2012/chart" uri="{CE6537A1-D6FC-4f65-9D91-7224C49458BB}"/>
                <c:ext xmlns:c16="http://schemas.microsoft.com/office/drawing/2014/chart" uri="{C3380CC4-5D6E-409C-BE32-E72D297353CC}">
                  <c16:uniqueId val="{000000FC-54F4-4F49-BF99-32C6A3633B7B}"/>
                </c:ext>
              </c:extLst>
            </c:dLbl>
            <c:dLbl>
              <c:idx val="70"/>
              <c:delete val="1"/>
              <c:extLst>
                <c:ext xmlns:c15="http://schemas.microsoft.com/office/drawing/2012/chart" uri="{CE6537A1-D6FC-4f65-9D91-7224C49458BB}"/>
                <c:ext xmlns:c16="http://schemas.microsoft.com/office/drawing/2014/chart" uri="{C3380CC4-5D6E-409C-BE32-E72D297353CC}">
                  <c16:uniqueId val="{000000FD-54F4-4F49-BF99-32C6A3633B7B}"/>
                </c:ext>
              </c:extLst>
            </c:dLbl>
            <c:dLbl>
              <c:idx val="71"/>
              <c:delete val="1"/>
              <c:extLst>
                <c:ext xmlns:c15="http://schemas.microsoft.com/office/drawing/2012/chart" uri="{CE6537A1-D6FC-4f65-9D91-7224C49458BB}"/>
                <c:ext xmlns:c16="http://schemas.microsoft.com/office/drawing/2014/chart" uri="{C3380CC4-5D6E-409C-BE32-E72D297353CC}">
                  <c16:uniqueId val="{000000FE-54F4-4F49-BF99-32C6A3633B7B}"/>
                </c:ext>
              </c:extLst>
            </c:dLbl>
            <c:dLbl>
              <c:idx val="72"/>
              <c:delete val="1"/>
              <c:extLst>
                <c:ext xmlns:c15="http://schemas.microsoft.com/office/drawing/2012/chart" uri="{CE6537A1-D6FC-4f65-9D91-7224C49458BB}"/>
                <c:ext xmlns:c16="http://schemas.microsoft.com/office/drawing/2014/chart" uri="{C3380CC4-5D6E-409C-BE32-E72D297353CC}">
                  <c16:uniqueId val="{000000FF-54F4-4F49-BF99-32C6A3633B7B}"/>
                </c:ext>
              </c:extLst>
            </c:dLbl>
            <c:dLbl>
              <c:idx val="73"/>
              <c:delete val="1"/>
              <c:extLst>
                <c:ext xmlns:c15="http://schemas.microsoft.com/office/drawing/2012/chart" uri="{CE6537A1-D6FC-4f65-9D91-7224C49458BB}"/>
                <c:ext xmlns:c16="http://schemas.microsoft.com/office/drawing/2014/chart" uri="{C3380CC4-5D6E-409C-BE32-E72D297353CC}">
                  <c16:uniqueId val="{00000100-54F4-4F49-BF99-32C6A3633B7B}"/>
                </c:ext>
              </c:extLst>
            </c:dLbl>
            <c:dLbl>
              <c:idx val="74"/>
              <c:delete val="1"/>
              <c:extLst>
                <c:ext xmlns:c15="http://schemas.microsoft.com/office/drawing/2012/chart" uri="{CE6537A1-D6FC-4f65-9D91-7224C49458BB}"/>
                <c:ext xmlns:c16="http://schemas.microsoft.com/office/drawing/2014/chart" uri="{C3380CC4-5D6E-409C-BE32-E72D297353CC}">
                  <c16:uniqueId val="{00000101-54F4-4F49-BF99-32C6A3633B7B}"/>
                </c:ext>
              </c:extLst>
            </c:dLbl>
            <c:dLbl>
              <c:idx val="75"/>
              <c:delete val="1"/>
              <c:extLst>
                <c:ext xmlns:c15="http://schemas.microsoft.com/office/drawing/2012/chart" uri="{CE6537A1-D6FC-4f65-9D91-7224C49458BB}"/>
                <c:ext xmlns:c16="http://schemas.microsoft.com/office/drawing/2014/chart" uri="{C3380CC4-5D6E-409C-BE32-E72D297353CC}">
                  <c16:uniqueId val="{00000102-54F4-4F49-BF99-32C6A3633B7B}"/>
                </c:ext>
              </c:extLst>
            </c:dLbl>
            <c:dLbl>
              <c:idx val="76"/>
              <c:delete val="1"/>
              <c:extLst>
                <c:ext xmlns:c15="http://schemas.microsoft.com/office/drawing/2012/chart" uri="{CE6537A1-D6FC-4f65-9D91-7224C49458BB}"/>
                <c:ext xmlns:c16="http://schemas.microsoft.com/office/drawing/2014/chart" uri="{C3380CC4-5D6E-409C-BE32-E72D297353CC}">
                  <c16:uniqueId val="{00000103-54F4-4F49-BF99-32C6A3633B7B}"/>
                </c:ext>
              </c:extLst>
            </c:dLbl>
            <c:dLbl>
              <c:idx val="77"/>
              <c:delete val="1"/>
              <c:extLst>
                <c:ext xmlns:c15="http://schemas.microsoft.com/office/drawing/2012/chart" uri="{CE6537A1-D6FC-4f65-9D91-7224C49458BB}"/>
                <c:ext xmlns:c16="http://schemas.microsoft.com/office/drawing/2014/chart" uri="{C3380CC4-5D6E-409C-BE32-E72D297353CC}">
                  <c16:uniqueId val="{00000104-54F4-4F49-BF99-32C6A3633B7B}"/>
                </c:ext>
              </c:extLst>
            </c:dLbl>
            <c:dLbl>
              <c:idx val="78"/>
              <c:delete val="1"/>
              <c:extLst>
                <c:ext xmlns:c15="http://schemas.microsoft.com/office/drawing/2012/chart" uri="{CE6537A1-D6FC-4f65-9D91-7224C49458BB}"/>
                <c:ext xmlns:c16="http://schemas.microsoft.com/office/drawing/2014/chart" uri="{C3380CC4-5D6E-409C-BE32-E72D297353CC}">
                  <c16:uniqueId val="{00000105-54F4-4F49-BF99-32C6A3633B7B}"/>
                </c:ext>
              </c:extLst>
            </c:dLbl>
            <c:dLbl>
              <c:idx val="79"/>
              <c:delete val="1"/>
              <c:extLst>
                <c:ext xmlns:c15="http://schemas.microsoft.com/office/drawing/2012/chart" uri="{CE6537A1-D6FC-4f65-9D91-7224C49458BB}"/>
                <c:ext xmlns:c16="http://schemas.microsoft.com/office/drawing/2014/chart" uri="{C3380CC4-5D6E-409C-BE32-E72D297353CC}">
                  <c16:uniqueId val="{00000106-54F4-4F49-BF99-32C6A3633B7B}"/>
                </c:ext>
              </c:extLst>
            </c:dLbl>
            <c:dLbl>
              <c:idx val="80"/>
              <c:delete val="1"/>
              <c:extLst>
                <c:ext xmlns:c15="http://schemas.microsoft.com/office/drawing/2012/chart" uri="{CE6537A1-D6FC-4f65-9D91-7224C49458BB}"/>
                <c:ext xmlns:c16="http://schemas.microsoft.com/office/drawing/2014/chart" uri="{C3380CC4-5D6E-409C-BE32-E72D297353CC}">
                  <c16:uniqueId val="{00000107-54F4-4F49-BF99-32C6A3633B7B}"/>
                </c:ext>
              </c:extLst>
            </c:dLbl>
            <c:dLbl>
              <c:idx val="81"/>
              <c:delete val="1"/>
              <c:extLst>
                <c:ext xmlns:c15="http://schemas.microsoft.com/office/drawing/2012/chart" uri="{CE6537A1-D6FC-4f65-9D91-7224C49458BB}"/>
                <c:ext xmlns:c16="http://schemas.microsoft.com/office/drawing/2014/chart" uri="{C3380CC4-5D6E-409C-BE32-E72D297353CC}">
                  <c16:uniqueId val="{00000108-54F4-4F49-BF99-32C6A3633B7B}"/>
                </c:ext>
              </c:extLst>
            </c:dLbl>
            <c:dLbl>
              <c:idx val="82"/>
              <c:delete val="1"/>
              <c:extLst>
                <c:ext xmlns:c15="http://schemas.microsoft.com/office/drawing/2012/chart" uri="{CE6537A1-D6FC-4f65-9D91-7224C49458BB}"/>
                <c:ext xmlns:c16="http://schemas.microsoft.com/office/drawing/2014/chart" uri="{C3380CC4-5D6E-409C-BE32-E72D297353CC}">
                  <c16:uniqueId val="{00000109-54F4-4F49-BF99-32C6A3633B7B}"/>
                </c:ext>
              </c:extLst>
            </c:dLbl>
            <c:dLbl>
              <c:idx val="83"/>
              <c:delete val="1"/>
              <c:extLst>
                <c:ext xmlns:c15="http://schemas.microsoft.com/office/drawing/2012/chart" uri="{CE6537A1-D6FC-4f65-9D91-7224C49458BB}"/>
                <c:ext xmlns:c16="http://schemas.microsoft.com/office/drawing/2014/chart" uri="{C3380CC4-5D6E-409C-BE32-E72D297353CC}">
                  <c16:uniqueId val="{0000010A-54F4-4F49-BF99-32C6A3633B7B}"/>
                </c:ext>
              </c:extLst>
            </c:dLbl>
            <c:dLbl>
              <c:idx val="84"/>
              <c:delete val="1"/>
              <c:extLst>
                <c:ext xmlns:c15="http://schemas.microsoft.com/office/drawing/2012/chart" uri="{CE6537A1-D6FC-4f65-9D91-7224C49458BB}"/>
                <c:ext xmlns:c16="http://schemas.microsoft.com/office/drawing/2014/chart" uri="{C3380CC4-5D6E-409C-BE32-E72D297353CC}">
                  <c16:uniqueId val="{0000010B-54F4-4F49-BF99-32C6A3633B7B}"/>
                </c:ext>
              </c:extLst>
            </c:dLbl>
            <c:dLbl>
              <c:idx val="85"/>
              <c:delete val="1"/>
              <c:extLst>
                <c:ext xmlns:c15="http://schemas.microsoft.com/office/drawing/2012/chart" uri="{CE6537A1-D6FC-4f65-9D91-7224C49458BB}"/>
                <c:ext xmlns:c16="http://schemas.microsoft.com/office/drawing/2014/chart" uri="{C3380CC4-5D6E-409C-BE32-E72D297353CC}">
                  <c16:uniqueId val="{0000010C-54F4-4F49-BF99-32C6A3633B7B}"/>
                </c:ext>
              </c:extLst>
            </c:dLbl>
            <c:dLbl>
              <c:idx val="86"/>
              <c:delete val="1"/>
              <c:extLst>
                <c:ext xmlns:c15="http://schemas.microsoft.com/office/drawing/2012/chart" uri="{CE6537A1-D6FC-4f65-9D91-7224C49458BB}"/>
                <c:ext xmlns:c16="http://schemas.microsoft.com/office/drawing/2014/chart" uri="{C3380CC4-5D6E-409C-BE32-E72D297353CC}">
                  <c16:uniqueId val="{0000010D-54F4-4F49-BF99-32C6A3633B7B}"/>
                </c:ext>
              </c:extLst>
            </c:dLbl>
            <c:dLbl>
              <c:idx val="87"/>
              <c:delete val="1"/>
              <c:extLst>
                <c:ext xmlns:c15="http://schemas.microsoft.com/office/drawing/2012/chart" uri="{CE6537A1-D6FC-4f65-9D91-7224C49458BB}"/>
                <c:ext xmlns:c16="http://schemas.microsoft.com/office/drawing/2014/chart" uri="{C3380CC4-5D6E-409C-BE32-E72D297353CC}">
                  <c16:uniqueId val="{0000010E-54F4-4F49-BF99-32C6A3633B7B}"/>
                </c:ext>
              </c:extLst>
            </c:dLbl>
            <c:dLbl>
              <c:idx val="88"/>
              <c:delete val="1"/>
              <c:extLst>
                <c:ext xmlns:c15="http://schemas.microsoft.com/office/drawing/2012/chart" uri="{CE6537A1-D6FC-4f65-9D91-7224C49458BB}"/>
                <c:ext xmlns:c16="http://schemas.microsoft.com/office/drawing/2014/chart" uri="{C3380CC4-5D6E-409C-BE32-E72D297353CC}">
                  <c16:uniqueId val="{0000010F-54F4-4F49-BF99-32C6A3633B7B}"/>
                </c:ext>
              </c:extLst>
            </c:dLbl>
            <c:dLbl>
              <c:idx val="89"/>
              <c:delete val="1"/>
              <c:extLst>
                <c:ext xmlns:c15="http://schemas.microsoft.com/office/drawing/2012/chart" uri="{CE6537A1-D6FC-4f65-9D91-7224C49458BB}"/>
                <c:ext xmlns:c16="http://schemas.microsoft.com/office/drawing/2014/chart" uri="{C3380CC4-5D6E-409C-BE32-E72D297353CC}">
                  <c16:uniqueId val="{00000110-54F4-4F49-BF99-32C6A3633B7B}"/>
                </c:ext>
              </c:extLst>
            </c:dLbl>
            <c:dLbl>
              <c:idx val="90"/>
              <c:delete val="1"/>
              <c:extLst>
                <c:ext xmlns:c15="http://schemas.microsoft.com/office/drawing/2012/chart" uri="{CE6537A1-D6FC-4f65-9D91-7224C49458BB}"/>
                <c:ext xmlns:c16="http://schemas.microsoft.com/office/drawing/2014/chart" uri="{C3380CC4-5D6E-409C-BE32-E72D297353CC}">
                  <c16:uniqueId val="{00000111-54F4-4F49-BF99-32C6A3633B7B}"/>
                </c:ext>
              </c:extLst>
            </c:dLbl>
            <c:dLbl>
              <c:idx val="91"/>
              <c:delete val="1"/>
              <c:extLst>
                <c:ext xmlns:c15="http://schemas.microsoft.com/office/drawing/2012/chart" uri="{CE6537A1-D6FC-4f65-9D91-7224C49458BB}"/>
                <c:ext xmlns:c16="http://schemas.microsoft.com/office/drawing/2014/chart" uri="{C3380CC4-5D6E-409C-BE32-E72D297353CC}">
                  <c16:uniqueId val="{00000112-54F4-4F49-BF99-32C6A3633B7B}"/>
                </c:ext>
              </c:extLst>
            </c:dLbl>
            <c:dLbl>
              <c:idx val="92"/>
              <c:delete val="1"/>
              <c:extLst>
                <c:ext xmlns:c15="http://schemas.microsoft.com/office/drawing/2012/chart" uri="{CE6537A1-D6FC-4f65-9D91-7224C49458BB}"/>
                <c:ext xmlns:c16="http://schemas.microsoft.com/office/drawing/2014/chart" uri="{C3380CC4-5D6E-409C-BE32-E72D297353CC}">
                  <c16:uniqueId val="{00000113-54F4-4F49-BF99-32C6A3633B7B}"/>
                </c:ext>
              </c:extLst>
            </c:dLbl>
            <c:dLbl>
              <c:idx val="93"/>
              <c:delete val="1"/>
              <c:extLst>
                <c:ext xmlns:c15="http://schemas.microsoft.com/office/drawing/2012/chart" uri="{CE6537A1-D6FC-4f65-9D91-7224C49458BB}"/>
                <c:ext xmlns:c16="http://schemas.microsoft.com/office/drawing/2014/chart" uri="{C3380CC4-5D6E-409C-BE32-E72D297353CC}">
                  <c16:uniqueId val="{00000114-54F4-4F49-BF99-32C6A3633B7B}"/>
                </c:ext>
              </c:extLst>
            </c:dLbl>
            <c:dLbl>
              <c:idx val="94"/>
              <c:delete val="1"/>
              <c:extLst>
                <c:ext xmlns:c15="http://schemas.microsoft.com/office/drawing/2012/chart" uri="{CE6537A1-D6FC-4f65-9D91-7224C49458BB}"/>
                <c:ext xmlns:c16="http://schemas.microsoft.com/office/drawing/2014/chart" uri="{C3380CC4-5D6E-409C-BE32-E72D297353CC}">
                  <c16:uniqueId val="{00000115-54F4-4F49-BF99-32C6A3633B7B}"/>
                </c:ext>
              </c:extLst>
            </c:dLbl>
            <c:dLbl>
              <c:idx val="95"/>
              <c:delete val="1"/>
              <c:extLst>
                <c:ext xmlns:c15="http://schemas.microsoft.com/office/drawing/2012/chart" uri="{CE6537A1-D6FC-4f65-9D91-7224C49458BB}"/>
                <c:ext xmlns:c16="http://schemas.microsoft.com/office/drawing/2014/chart" uri="{C3380CC4-5D6E-409C-BE32-E72D297353CC}">
                  <c16:uniqueId val="{00000116-54F4-4F49-BF99-32C6A3633B7B}"/>
                </c:ext>
              </c:extLst>
            </c:dLbl>
            <c:dLbl>
              <c:idx val="96"/>
              <c:delete val="1"/>
              <c:extLst>
                <c:ext xmlns:c15="http://schemas.microsoft.com/office/drawing/2012/chart" uri="{CE6537A1-D6FC-4f65-9D91-7224C49458BB}"/>
                <c:ext xmlns:c16="http://schemas.microsoft.com/office/drawing/2014/chart" uri="{C3380CC4-5D6E-409C-BE32-E72D297353CC}">
                  <c16:uniqueId val="{00000117-54F4-4F49-BF99-32C6A3633B7B}"/>
                </c:ext>
              </c:extLst>
            </c:dLbl>
            <c:dLbl>
              <c:idx val="97"/>
              <c:delete val="1"/>
              <c:extLst>
                <c:ext xmlns:c15="http://schemas.microsoft.com/office/drawing/2012/chart" uri="{CE6537A1-D6FC-4f65-9D91-7224C49458BB}"/>
                <c:ext xmlns:c16="http://schemas.microsoft.com/office/drawing/2014/chart" uri="{C3380CC4-5D6E-409C-BE32-E72D297353CC}">
                  <c16:uniqueId val="{00000118-54F4-4F49-BF99-32C6A3633B7B}"/>
                </c:ext>
              </c:extLst>
            </c:dLbl>
            <c:dLbl>
              <c:idx val="98"/>
              <c:delete val="1"/>
              <c:extLst>
                <c:ext xmlns:c15="http://schemas.microsoft.com/office/drawing/2012/chart" uri="{CE6537A1-D6FC-4f65-9D91-7224C49458BB}"/>
                <c:ext xmlns:c16="http://schemas.microsoft.com/office/drawing/2014/chart" uri="{C3380CC4-5D6E-409C-BE32-E72D297353CC}">
                  <c16:uniqueId val="{00000119-54F4-4F49-BF99-32C6A3633B7B}"/>
                </c:ext>
              </c:extLst>
            </c:dLbl>
            <c:dLbl>
              <c:idx val="99"/>
              <c:delete val="1"/>
              <c:extLst>
                <c:ext xmlns:c15="http://schemas.microsoft.com/office/drawing/2012/chart" uri="{CE6537A1-D6FC-4f65-9D91-7224C49458BB}"/>
                <c:ext xmlns:c16="http://schemas.microsoft.com/office/drawing/2014/chart" uri="{C3380CC4-5D6E-409C-BE32-E72D297353CC}">
                  <c16:uniqueId val="{0000011A-54F4-4F49-BF99-32C6A3633B7B}"/>
                </c:ext>
              </c:extLst>
            </c:dLbl>
            <c:dLbl>
              <c:idx val="100"/>
              <c:tx>
                <c:rich>
                  <a:bodyPr/>
                  <a:lstStyle/>
                  <a:p>
                    <a:r>
                      <a:rPr lang="en-US" sz="900" b="0" baseline="0">
                        <a:solidFill>
                          <a:srgbClr val="1F2F44"/>
                        </a:solidFill>
                        <a:latin typeface="Roboto Light"/>
                      </a:rPr>
                      <a:t>1.2%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11B-54F4-4F49-BF99-32C6A3633B7B}"/>
                </c:ext>
              </c:extLst>
            </c:dLbl>
            <c:dLbl>
              <c:idx val="101"/>
              <c:delete val="1"/>
              <c:extLst>
                <c:ext xmlns:c15="http://schemas.microsoft.com/office/drawing/2012/chart" uri="{CE6537A1-D6FC-4f65-9D91-7224C49458BB}"/>
                <c:ext xmlns:c16="http://schemas.microsoft.com/office/drawing/2014/chart" uri="{C3380CC4-5D6E-409C-BE32-E72D297353CC}">
                  <c16:uniqueId val="{0000011C-54F4-4F49-BF99-32C6A3633B7B}"/>
                </c:ext>
              </c:extLst>
            </c:dLbl>
            <c:dLbl>
              <c:idx val="102"/>
              <c:delete val="1"/>
              <c:extLst>
                <c:ext xmlns:c15="http://schemas.microsoft.com/office/drawing/2012/chart" uri="{CE6537A1-D6FC-4f65-9D91-7224C49458BB}"/>
                <c:ext xmlns:c16="http://schemas.microsoft.com/office/drawing/2014/chart" uri="{C3380CC4-5D6E-409C-BE32-E72D297353CC}">
                  <c16:uniqueId val="{0000011D-54F4-4F49-BF99-32C6A3633B7B}"/>
                </c:ext>
              </c:extLst>
            </c:dLbl>
            <c:dLbl>
              <c:idx val="103"/>
              <c:delete val="1"/>
              <c:extLst>
                <c:ext xmlns:c15="http://schemas.microsoft.com/office/drawing/2012/chart" uri="{CE6537A1-D6FC-4f65-9D91-7224C49458BB}"/>
                <c:ext xmlns:c16="http://schemas.microsoft.com/office/drawing/2014/chart" uri="{C3380CC4-5D6E-409C-BE32-E72D297353CC}">
                  <c16:uniqueId val="{0000011E-54F4-4F49-BF99-32C6A3633B7B}"/>
                </c:ext>
              </c:extLst>
            </c:dLbl>
            <c:dLbl>
              <c:idx val="104"/>
              <c:delete val="1"/>
              <c:extLst>
                <c:ext xmlns:c15="http://schemas.microsoft.com/office/drawing/2012/chart" uri="{CE6537A1-D6FC-4f65-9D91-7224C49458BB}"/>
                <c:ext xmlns:c16="http://schemas.microsoft.com/office/drawing/2014/chart" uri="{C3380CC4-5D6E-409C-BE32-E72D297353CC}">
                  <c16:uniqueId val="{0000011F-54F4-4F49-BF99-32C6A3633B7B}"/>
                </c:ext>
              </c:extLst>
            </c:dLbl>
            <c:dLbl>
              <c:idx val="105"/>
              <c:delete val="1"/>
              <c:extLst>
                <c:ext xmlns:c15="http://schemas.microsoft.com/office/drawing/2012/chart" uri="{CE6537A1-D6FC-4f65-9D91-7224C49458BB}"/>
                <c:ext xmlns:c16="http://schemas.microsoft.com/office/drawing/2014/chart" uri="{C3380CC4-5D6E-409C-BE32-E72D297353CC}">
                  <c16:uniqueId val="{00000120-54F4-4F49-BF99-32C6A3633B7B}"/>
                </c:ext>
              </c:extLst>
            </c:dLbl>
            <c:dLbl>
              <c:idx val="106"/>
              <c:delete val="1"/>
              <c:extLst>
                <c:ext xmlns:c15="http://schemas.microsoft.com/office/drawing/2012/chart" uri="{CE6537A1-D6FC-4f65-9D91-7224C49458BB}"/>
                <c:ext xmlns:c16="http://schemas.microsoft.com/office/drawing/2014/chart" uri="{C3380CC4-5D6E-409C-BE32-E72D297353CC}">
                  <c16:uniqueId val="{00000121-54F4-4F49-BF99-32C6A3633B7B}"/>
                </c:ext>
              </c:extLst>
            </c:dLbl>
            <c:dLbl>
              <c:idx val="107"/>
              <c:delete val="1"/>
              <c:extLst>
                <c:ext xmlns:c15="http://schemas.microsoft.com/office/drawing/2012/chart" uri="{CE6537A1-D6FC-4f65-9D91-7224C49458BB}"/>
                <c:ext xmlns:c16="http://schemas.microsoft.com/office/drawing/2014/chart" uri="{C3380CC4-5D6E-409C-BE32-E72D297353CC}">
                  <c16:uniqueId val="{00000122-54F4-4F49-BF99-32C6A3633B7B}"/>
                </c:ext>
              </c:extLst>
            </c:dLbl>
            <c:dLbl>
              <c:idx val="108"/>
              <c:delete val="1"/>
              <c:extLst>
                <c:ext xmlns:c15="http://schemas.microsoft.com/office/drawing/2012/chart" uri="{CE6537A1-D6FC-4f65-9D91-7224C49458BB}"/>
                <c:ext xmlns:c16="http://schemas.microsoft.com/office/drawing/2014/chart" uri="{C3380CC4-5D6E-409C-BE32-E72D297353CC}">
                  <c16:uniqueId val="{00000123-54F4-4F49-BF99-32C6A3633B7B}"/>
                </c:ext>
              </c:extLst>
            </c:dLbl>
            <c:dLbl>
              <c:idx val="109"/>
              <c:delete val="1"/>
              <c:extLst>
                <c:ext xmlns:c15="http://schemas.microsoft.com/office/drawing/2012/chart" uri="{CE6537A1-D6FC-4f65-9D91-7224C49458BB}"/>
                <c:ext xmlns:c16="http://schemas.microsoft.com/office/drawing/2014/chart" uri="{C3380CC4-5D6E-409C-BE32-E72D297353CC}">
                  <c16:uniqueId val="{00000124-54F4-4F49-BF99-32C6A3633B7B}"/>
                </c:ext>
              </c:extLst>
            </c:dLbl>
            <c:dLbl>
              <c:idx val="110"/>
              <c:delete val="1"/>
              <c:extLst>
                <c:ext xmlns:c15="http://schemas.microsoft.com/office/drawing/2012/chart" uri="{CE6537A1-D6FC-4f65-9D91-7224C49458BB}"/>
                <c:ext xmlns:c16="http://schemas.microsoft.com/office/drawing/2014/chart" uri="{C3380CC4-5D6E-409C-BE32-E72D297353CC}">
                  <c16:uniqueId val="{00000125-54F4-4F49-BF99-32C6A3633B7B}"/>
                </c:ext>
              </c:extLst>
            </c:dLbl>
            <c:dLbl>
              <c:idx val="111"/>
              <c:delete val="1"/>
              <c:extLst>
                <c:ext xmlns:c15="http://schemas.microsoft.com/office/drawing/2012/chart" uri="{CE6537A1-D6FC-4f65-9D91-7224C49458BB}"/>
                <c:ext xmlns:c16="http://schemas.microsoft.com/office/drawing/2014/chart" uri="{C3380CC4-5D6E-409C-BE32-E72D297353CC}">
                  <c16:uniqueId val="{00000126-54F4-4F49-BF99-32C6A3633B7B}"/>
                </c:ext>
              </c:extLst>
            </c:dLbl>
            <c:dLbl>
              <c:idx val="112"/>
              <c:delete val="1"/>
              <c:extLst>
                <c:ext xmlns:c15="http://schemas.microsoft.com/office/drawing/2012/chart" uri="{CE6537A1-D6FC-4f65-9D91-7224C49458BB}"/>
                <c:ext xmlns:c16="http://schemas.microsoft.com/office/drawing/2014/chart" uri="{C3380CC4-5D6E-409C-BE32-E72D297353CC}">
                  <c16:uniqueId val="{00000127-54F4-4F49-BF99-32C6A3633B7B}"/>
                </c:ext>
              </c:extLst>
            </c:dLbl>
            <c:dLbl>
              <c:idx val="113"/>
              <c:delete val="1"/>
              <c:extLst>
                <c:ext xmlns:c15="http://schemas.microsoft.com/office/drawing/2012/chart" uri="{CE6537A1-D6FC-4f65-9D91-7224C49458BB}"/>
                <c:ext xmlns:c16="http://schemas.microsoft.com/office/drawing/2014/chart" uri="{C3380CC4-5D6E-409C-BE32-E72D297353CC}">
                  <c16:uniqueId val="{00000128-54F4-4F49-BF99-32C6A3633B7B}"/>
                </c:ext>
              </c:extLst>
            </c:dLbl>
            <c:dLbl>
              <c:idx val="114"/>
              <c:delete val="1"/>
              <c:extLst>
                <c:ext xmlns:c15="http://schemas.microsoft.com/office/drawing/2012/chart" uri="{CE6537A1-D6FC-4f65-9D91-7224C49458BB}"/>
                <c:ext xmlns:c16="http://schemas.microsoft.com/office/drawing/2014/chart" uri="{C3380CC4-5D6E-409C-BE32-E72D297353CC}">
                  <c16:uniqueId val="{00000129-54F4-4F49-BF99-32C6A3633B7B}"/>
                </c:ext>
              </c:extLst>
            </c:dLbl>
            <c:dLbl>
              <c:idx val="115"/>
              <c:delete val="1"/>
              <c:extLst>
                <c:ext xmlns:c15="http://schemas.microsoft.com/office/drawing/2012/chart" uri="{CE6537A1-D6FC-4f65-9D91-7224C49458BB}"/>
                <c:ext xmlns:c16="http://schemas.microsoft.com/office/drawing/2014/chart" uri="{C3380CC4-5D6E-409C-BE32-E72D297353CC}">
                  <c16:uniqueId val="{0000012A-54F4-4F49-BF99-32C6A3633B7B}"/>
                </c:ext>
              </c:extLst>
            </c:dLbl>
            <c:dLbl>
              <c:idx val="116"/>
              <c:delete val="1"/>
              <c:extLst>
                <c:ext xmlns:c15="http://schemas.microsoft.com/office/drawing/2012/chart" uri="{CE6537A1-D6FC-4f65-9D91-7224C49458BB}"/>
                <c:ext xmlns:c16="http://schemas.microsoft.com/office/drawing/2014/chart" uri="{C3380CC4-5D6E-409C-BE32-E72D297353CC}">
                  <c16:uniqueId val="{0000012B-54F4-4F49-BF99-32C6A3633B7B}"/>
                </c:ext>
              </c:extLst>
            </c:dLbl>
            <c:dLbl>
              <c:idx val="117"/>
              <c:delete val="1"/>
              <c:extLst>
                <c:ext xmlns:c15="http://schemas.microsoft.com/office/drawing/2012/chart" uri="{CE6537A1-D6FC-4f65-9D91-7224C49458BB}"/>
                <c:ext xmlns:c16="http://schemas.microsoft.com/office/drawing/2014/chart" uri="{C3380CC4-5D6E-409C-BE32-E72D297353CC}">
                  <c16:uniqueId val="{0000012C-54F4-4F49-BF99-32C6A3633B7B}"/>
                </c:ext>
              </c:extLst>
            </c:dLbl>
            <c:dLbl>
              <c:idx val="118"/>
              <c:delete val="1"/>
              <c:extLst>
                <c:ext xmlns:c15="http://schemas.microsoft.com/office/drawing/2012/chart" uri="{CE6537A1-D6FC-4f65-9D91-7224C49458BB}"/>
                <c:ext xmlns:c16="http://schemas.microsoft.com/office/drawing/2014/chart" uri="{C3380CC4-5D6E-409C-BE32-E72D297353CC}">
                  <c16:uniqueId val="{0000012D-54F4-4F49-BF99-32C6A3633B7B}"/>
                </c:ext>
              </c:extLst>
            </c:dLbl>
            <c:dLbl>
              <c:idx val="119"/>
              <c:delete val="1"/>
              <c:extLst>
                <c:ext xmlns:c15="http://schemas.microsoft.com/office/drawing/2012/chart" uri="{CE6537A1-D6FC-4f65-9D91-7224C49458BB}"/>
                <c:ext xmlns:c16="http://schemas.microsoft.com/office/drawing/2014/chart" uri="{C3380CC4-5D6E-409C-BE32-E72D297353CC}">
                  <c16:uniqueId val="{0000012E-54F4-4F49-BF99-32C6A3633B7B}"/>
                </c:ext>
              </c:extLst>
            </c:dLbl>
            <c:dLbl>
              <c:idx val="120"/>
              <c:delete val="1"/>
              <c:extLst>
                <c:ext xmlns:c15="http://schemas.microsoft.com/office/drawing/2012/chart" uri="{CE6537A1-D6FC-4f65-9D91-7224C49458BB}"/>
                <c:ext xmlns:c16="http://schemas.microsoft.com/office/drawing/2014/chart" uri="{C3380CC4-5D6E-409C-BE32-E72D297353CC}">
                  <c16:uniqueId val="{0000012F-54F4-4F49-BF99-32C6A3633B7B}"/>
                </c:ext>
              </c:extLst>
            </c:dLbl>
            <c:dLbl>
              <c:idx val="121"/>
              <c:delete val="1"/>
              <c:extLst>
                <c:ext xmlns:c15="http://schemas.microsoft.com/office/drawing/2012/chart" uri="{CE6537A1-D6FC-4f65-9D91-7224C49458BB}"/>
                <c:ext xmlns:c16="http://schemas.microsoft.com/office/drawing/2014/chart" uri="{C3380CC4-5D6E-409C-BE32-E72D297353CC}">
                  <c16:uniqueId val="{00000130-54F4-4F49-BF99-32C6A3633B7B}"/>
                </c:ext>
              </c:extLst>
            </c:dLbl>
            <c:dLbl>
              <c:idx val="122"/>
              <c:delete val="1"/>
              <c:extLst>
                <c:ext xmlns:c15="http://schemas.microsoft.com/office/drawing/2012/chart" uri="{CE6537A1-D6FC-4f65-9D91-7224C49458BB}"/>
                <c:ext xmlns:c16="http://schemas.microsoft.com/office/drawing/2014/chart" uri="{C3380CC4-5D6E-409C-BE32-E72D297353CC}">
                  <c16:uniqueId val="{00000131-54F4-4F49-BF99-32C6A3633B7B}"/>
                </c:ext>
              </c:extLst>
            </c:dLbl>
            <c:dLbl>
              <c:idx val="123"/>
              <c:delete val="1"/>
              <c:extLst>
                <c:ext xmlns:c15="http://schemas.microsoft.com/office/drawing/2012/chart" uri="{CE6537A1-D6FC-4f65-9D91-7224C49458BB}"/>
                <c:ext xmlns:c16="http://schemas.microsoft.com/office/drawing/2014/chart" uri="{C3380CC4-5D6E-409C-BE32-E72D297353CC}">
                  <c16:uniqueId val="{00000132-54F4-4F49-BF99-32C6A3633B7B}"/>
                </c:ext>
              </c:extLst>
            </c:dLbl>
            <c:dLbl>
              <c:idx val="124"/>
              <c:delete val="1"/>
              <c:extLst>
                <c:ext xmlns:c15="http://schemas.microsoft.com/office/drawing/2012/chart" uri="{CE6537A1-D6FC-4f65-9D91-7224C49458BB}"/>
                <c:ext xmlns:c16="http://schemas.microsoft.com/office/drawing/2014/chart" uri="{C3380CC4-5D6E-409C-BE32-E72D297353CC}">
                  <c16:uniqueId val="{00000133-54F4-4F49-BF99-32C6A3633B7B}"/>
                </c:ext>
              </c:extLst>
            </c:dLbl>
            <c:dLbl>
              <c:idx val="125"/>
              <c:delete val="1"/>
              <c:extLst>
                <c:ext xmlns:c15="http://schemas.microsoft.com/office/drawing/2012/chart" uri="{CE6537A1-D6FC-4f65-9D91-7224C49458BB}"/>
                <c:ext xmlns:c16="http://schemas.microsoft.com/office/drawing/2014/chart" uri="{C3380CC4-5D6E-409C-BE32-E72D297353CC}">
                  <c16:uniqueId val="{00000134-54F4-4F49-BF99-32C6A3633B7B}"/>
                </c:ext>
              </c:extLst>
            </c:dLbl>
            <c:dLbl>
              <c:idx val="126"/>
              <c:delete val="1"/>
              <c:extLst>
                <c:ext xmlns:c15="http://schemas.microsoft.com/office/drawing/2012/chart" uri="{CE6537A1-D6FC-4f65-9D91-7224C49458BB}"/>
                <c:ext xmlns:c16="http://schemas.microsoft.com/office/drawing/2014/chart" uri="{C3380CC4-5D6E-409C-BE32-E72D297353CC}">
                  <c16:uniqueId val="{00000135-54F4-4F49-BF99-32C6A3633B7B}"/>
                </c:ext>
              </c:extLst>
            </c:dLbl>
            <c:dLbl>
              <c:idx val="127"/>
              <c:delete val="1"/>
              <c:extLst>
                <c:ext xmlns:c15="http://schemas.microsoft.com/office/drawing/2012/chart" uri="{CE6537A1-D6FC-4f65-9D91-7224C49458BB}"/>
                <c:ext xmlns:c16="http://schemas.microsoft.com/office/drawing/2014/chart" uri="{C3380CC4-5D6E-409C-BE32-E72D297353CC}">
                  <c16:uniqueId val="{00000136-54F4-4F49-BF99-32C6A3633B7B}"/>
                </c:ext>
              </c:extLst>
            </c:dLbl>
            <c:dLbl>
              <c:idx val="128"/>
              <c:delete val="1"/>
              <c:extLst>
                <c:ext xmlns:c15="http://schemas.microsoft.com/office/drawing/2012/chart" uri="{CE6537A1-D6FC-4f65-9D91-7224C49458BB}"/>
                <c:ext xmlns:c16="http://schemas.microsoft.com/office/drawing/2014/chart" uri="{C3380CC4-5D6E-409C-BE32-E72D297353CC}">
                  <c16:uniqueId val="{00000137-54F4-4F49-BF99-32C6A3633B7B}"/>
                </c:ext>
              </c:extLst>
            </c:dLbl>
            <c:dLbl>
              <c:idx val="129"/>
              <c:delete val="1"/>
              <c:extLst>
                <c:ext xmlns:c15="http://schemas.microsoft.com/office/drawing/2012/chart" uri="{CE6537A1-D6FC-4f65-9D91-7224C49458BB}"/>
                <c:ext xmlns:c16="http://schemas.microsoft.com/office/drawing/2014/chart" uri="{C3380CC4-5D6E-409C-BE32-E72D297353CC}">
                  <c16:uniqueId val="{00000138-54F4-4F49-BF99-32C6A3633B7B}"/>
                </c:ext>
              </c:extLst>
            </c:dLbl>
            <c:dLbl>
              <c:idx val="130"/>
              <c:delete val="1"/>
              <c:extLst>
                <c:ext xmlns:c15="http://schemas.microsoft.com/office/drawing/2012/chart" uri="{CE6537A1-D6FC-4f65-9D91-7224C49458BB}"/>
                <c:ext xmlns:c16="http://schemas.microsoft.com/office/drawing/2014/chart" uri="{C3380CC4-5D6E-409C-BE32-E72D297353CC}">
                  <c16:uniqueId val="{00000139-54F4-4F49-BF99-32C6A3633B7B}"/>
                </c:ext>
              </c:extLst>
            </c:dLbl>
            <c:dLbl>
              <c:idx val="131"/>
              <c:delete val="1"/>
              <c:extLst>
                <c:ext xmlns:c15="http://schemas.microsoft.com/office/drawing/2012/chart" uri="{CE6537A1-D6FC-4f65-9D91-7224C49458BB}"/>
                <c:ext xmlns:c16="http://schemas.microsoft.com/office/drawing/2014/chart" uri="{C3380CC4-5D6E-409C-BE32-E72D297353CC}">
                  <c16:uniqueId val="{0000013A-54F4-4F49-BF99-32C6A3633B7B}"/>
                </c:ext>
              </c:extLst>
            </c:dLbl>
            <c:dLbl>
              <c:idx val="132"/>
              <c:delete val="1"/>
              <c:extLst>
                <c:ext xmlns:c15="http://schemas.microsoft.com/office/drawing/2012/chart" uri="{CE6537A1-D6FC-4f65-9D91-7224C49458BB}"/>
                <c:ext xmlns:c16="http://schemas.microsoft.com/office/drawing/2014/chart" uri="{C3380CC4-5D6E-409C-BE32-E72D297353CC}">
                  <c16:uniqueId val="{0000013B-54F4-4F49-BF99-32C6A3633B7B}"/>
                </c:ext>
              </c:extLst>
            </c:dLbl>
            <c:dLbl>
              <c:idx val="133"/>
              <c:delete val="1"/>
              <c:extLst>
                <c:ext xmlns:c15="http://schemas.microsoft.com/office/drawing/2012/chart" uri="{CE6537A1-D6FC-4f65-9D91-7224C49458BB}"/>
                <c:ext xmlns:c16="http://schemas.microsoft.com/office/drawing/2014/chart" uri="{C3380CC4-5D6E-409C-BE32-E72D297353CC}">
                  <c16:uniqueId val="{0000013C-54F4-4F49-BF99-32C6A3633B7B}"/>
                </c:ext>
              </c:extLst>
            </c:dLbl>
            <c:dLbl>
              <c:idx val="134"/>
              <c:delete val="1"/>
              <c:extLst>
                <c:ext xmlns:c15="http://schemas.microsoft.com/office/drawing/2012/chart" uri="{CE6537A1-D6FC-4f65-9D91-7224C49458BB}"/>
                <c:ext xmlns:c16="http://schemas.microsoft.com/office/drawing/2014/chart" uri="{C3380CC4-5D6E-409C-BE32-E72D297353CC}">
                  <c16:uniqueId val="{0000013D-54F4-4F49-BF99-32C6A3633B7B}"/>
                </c:ext>
              </c:extLst>
            </c:dLbl>
            <c:dLbl>
              <c:idx val="135"/>
              <c:delete val="1"/>
              <c:extLst>
                <c:ext xmlns:c15="http://schemas.microsoft.com/office/drawing/2012/chart" uri="{CE6537A1-D6FC-4f65-9D91-7224C49458BB}"/>
                <c:ext xmlns:c16="http://schemas.microsoft.com/office/drawing/2014/chart" uri="{C3380CC4-5D6E-409C-BE32-E72D297353CC}">
                  <c16:uniqueId val="{0000013E-54F4-4F49-BF99-32C6A3633B7B}"/>
                </c:ext>
              </c:extLst>
            </c:dLbl>
            <c:dLbl>
              <c:idx val="136"/>
              <c:delete val="1"/>
              <c:extLst>
                <c:ext xmlns:c15="http://schemas.microsoft.com/office/drawing/2012/chart" uri="{CE6537A1-D6FC-4f65-9D91-7224C49458BB}"/>
                <c:ext xmlns:c16="http://schemas.microsoft.com/office/drawing/2014/chart" uri="{C3380CC4-5D6E-409C-BE32-E72D297353CC}">
                  <c16:uniqueId val="{0000013F-54F4-4F49-BF99-32C6A3633B7B}"/>
                </c:ext>
              </c:extLst>
            </c:dLbl>
            <c:dLbl>
              <c:idx val="137"/>
              <c:delete val="1"/>
              <c:extLst>
                <c:ext xmlns:c15="http://schemas.microsoft.com/office/drawing/2012/chart" uri="{CE6537A1-D6FC-4f65-9D91-7224C49458BB}"/>
                <c:ext xmlns:c16="http://schemas.microsoft.com/office/drawing/2014/chart" uri="{C3380CC4-5D6E-409C-BE32-E72D297353CC}">
                  <c16:uniqueId val="{00000140-54F4-4F49-BF99-32C6A3633B7B}"/>
                </c:ext>
              </c:extLst>
            </c:dLbl>
            <c:dLbl>
              <c:idx val="138"/>
              <c:delete val="1"/>
              <c:extLst>
                <c:ext xmlns:c15="http://schemas.microsoft.com/office/drawing/2012/chart" uri="{CE6537A1-D6FC-4f65-9D91-7224C49458BB}"/>
                <c:ext xmlns:c16="http://schemas.microsoft.com/office/drawing/2014/chart" uri="{C3380CC4-5D6E-409C-BE32-E72D297353CC}">
                  <c16:uniqueId val="{00000141-54F4-4F49-BF99-32C6A3633B7B}"/>
                </c:ext>
              </c:extLst>
            </c:dLbl>
            <c:dLbl>
              <c:idx val="139"/>
              <c:delete val="1"/>
              <c:extLst>
                <c:ext xmlns:c15="http://schemas.microsoft.com/office/drawing/2012/chart" uri="{CE6537A1-D6FC-4f65-9D91-7224C49458BB}"/>
                <c:ext xmlns:c16="http://schemas.microsoft.com/office/drawing/2014/chart" uri="{C3380CC4-5D6E-409C-BE32-E72D297353CC}">
                  <c16:uniqueId val="{00000142-54F4-4F49-BF99-32C6A3633B7B}"/>
                </c:ext>
              </c:extLst>
            </c:dLbl>
            <c:dLbl>
              <c:idx val="140"/>
              <c:delete val="1"/>
              <c:extLst>
                <c:ext xmlns:c15="http://schemas.microsoft.com/office/drawing/2012/chart" uri="{CE6537A1-D6FC-4f65-9D91-7224C49458BB}"/>
                <c:ext xmlns:c16="http://schemas.microsoft.com/office/drawing/2014/chart" uri="{C3380CC4-5D6E-409C-BE32-E72D297353CC}">
                  <c16:uniqueId val="{00000143-54F4-4F49-BF99-32C6A3633B7B}"/>
                </c:ext>
              </c:extLst>
            </c:dLbl>
            <c:dLbl>
              <c:idx val="141"/>
              <c:delete val="1"/>
              <c:extLst>
                <c:ext xmlns:c15="http://schemas.microsoft.com/office/drawing/2012/chart" uri="{CE6537A1-D6FC-4f65-9D91-7224C49458BB}"/>
                <c:ext xmlns:c16="http://schemas.microsoft.com/office/drawing/2014/chart" uri="{C3380CC4-5D6E-409C-BE32-E72D297353CC}">
                  <c16:uniqueId val="{00000144-54F4-4F49-BF99-32C6A3633B7B}"/>
                </c:ext>
              </c:extLst>
            </c:dLbl>
            <c:dLbl>
              <c:idx val="142"/>
              <c:delete val="1"/>
              <c:extLst>
                <c:ext xmlns:c15="http://schemas.microsoft.com/office/drawing/2012/chart" uri="{CE6537A1-D6FC-4f65-9D91-7224C49458BB}"/>
                <c:ext xmlns:c16="http://schemas.microsoft.com/office/drawing/2014/chart" uri="{C3380CC4-5D6E-409C-BE32-E72D297353CC}">
                  <c16:uniqueId val="{00000145-54F4-4F49-BF99-32C6A3633B7B}"/>
                </c:ext>
              </c:extLst>
            </c:dLbl>
            <c:dLbl>
              <c:idx val="143"/>
              <c:delete val="1"/>
              <c:extLst>
                <c:ext xmlns:c15="http://schemas.microsoft.com/office/drawing/2012/chart" uri="{CE6537A1-D6FC-4f65-9D91-7224C49458BB}"/>
                <c:ext xmlns:c16="http://schemas.microsoft.com/office/drawing/2014/chart" uri="{C3380CC4-5D6E-409C-BE32-E72D297353CC}">
                  <c16:uniqueId val="{00000146-54F4-4F49-BF99-32C6A3633B7B}"/>
                </c:ext>
              </c:extLst>
            </c:dLbl>
            <c:dLbl>
              <c:idx val="144"/>
              <c:delete val="1"/>
              <c:extLst>
                <c:ext xmlns:c15="http://schemas.microsoft.com/office/drawing/2012/chart" uri="{CE6537A1-D6FC-4f65-9D91-7224C49458BB}"/>
                <c:ext xmlns:c16="http://schemas.microsoft.com/office/drawing/2014/chart" uri="{C3380CC4-5D6E-409C-BE32-E72D297353CC}">
                  <c16:uniqueId val="{00000147-54F4-4F49-BF99-32C6A3633B7B}"/>
                </c:ext>
              </c:extLst>
            </c:dLbl>
            <c:dLbl>
              <c:idx val="145"/>
              <c:delete val="1"/>
              <c:extLst>
                <c:ext xmlns:c15="http://schemas.microsoft.com/office/drawing/2012/chart" uri="{CE6537A1-D6FC-4f65-9D91-7224C49458BB}"/>
                <c:ext xmlns:c16="http://schemas.microsoft.com/office/drawing/2014/chart" uri="{C3380CC4-5D6E-409C-BE32-E72D297353CC}">
                  <c16:uniqueId val="{00000148-54F4-4F49-BF99-32C6A3633B7B}"/>
                </c:ext>
              </c:extLst>
            </c:dLbl>
            <c:dLbl>
              <c:idx val="146"/>
              <c:delete val="1"/>
              <c:extLst>
                <c:ext xmlns:c15="http://schemas.microsoft.com/office/drawing/2012/chart" uri="{CE6537A1-D6FC-4f65-9D91-7224C49458BB}"/>
                <c:ext xmlns:c16="http://schemas.microsoft.com/office/drawing/2014/chart" uri="{C3380CC4-5D6E-409C-BE32-E72D297353CC}">
                  <c16:uniqueId val="{00000149-54F4-4F49-BF99-32C6A3633B7B}"/>
                </c:ext>
              </c:extLst>
            </c:dLbl>
            <c:dLbl>
              <c:idx val="147"/>
              <c:delete val="1"/>
              <c:extLst>
                <c:ext xmlns:c15="http://schemas.microsoft.com/office/drawing/2012/chart" uri="{CE6537A1-D6FC-4f65-9D91-7224C49458BB}"/>
                <c:ext xmlns:c16="http://schemas.microsoft.com/office/drawing/2014/chart" uri="{C3380CC4-5D6E-409C-BE32-E72D297353CC}">
                  <c16:uniqueId val="{0000014A-54F4-4F49-BF99-32C6A3633B7B}"/>
                </c:ext>
              </c:extLst>
            </c:dLbl>
            <c:dLbl>
              <c:idx val="148"/>
              <c:delete val="1"/>
              <c:extLst>
                <c:ext xmlns:c15="http://schemas.microsoft.com/office/drawing/2012/chart" uri="{CE6537A1-D6FC-4f65-9D91-7224C49458BB}"/>
                <c:ext xmlns:c16="http://schemas.microsoft.com/office/drawing/2014/chart" uri="{C3380CC4-5D6E-409C-BE32-E72D297353CC}">
                  <c16:uniqueId val="{0000014B-54F4-4F49-BF99-32C6A3633B7B}"/>
                </c:ext>
              </c:extLst>
            </c:dLbl>
            <c:dLbl>
              <c:idx val="149"/>
              <c:delete val="1"/>
              <c:extLst>
                <c:ext xmlns:c15="http://schemas.microsoft.com/office/drawing/2012/chart" uri="{CE6537A1-D6FC-4f65-9D91-7224C49458BB}"/>
                <c:ext xmlns:c16="http://schemas.microsoft.com/office/drawing/2014/chart" uri="{C3380CC4-5D6E-409C-BE32-E72D297353CC}">
                  <c16:uniqueId val="{0000014C-54F4-4F49-BF99-32C6A3633B7B}"/>
                </c:ext>
              </c:extLst>
            </c:dLbl>
            <c:dLbl>
              <c:idx val="150"/>
              <c:delete val="1"/>
              <c:extLst>
                <c:ext xmlns:c15="http://schemas.microsoft.com/office/drawing/2012/chart" uri="{CE6537A1-D6FC-4f65-9D91-7224C49458BB}"/>
                <c:ext xmlns:c16="http://schemas.microsoft.com/office/drawing/2014/chart" uri="{C3380CC4-5D6E-409C-BE32-E72D297353CC}">
                  <c16:uniqueId val="{0000014D-54F4-4F49-BF99-32C6A3633B7B}"/>
                </c:ext>
              </c:extLst>
            </c:dLbl>
            <c:dLbl>
              <c:idx val="151"/>
              <c:delete val="1"/>
              <c:extLst>
                <c:ext xmlns:c15="http://schemas.microsoft.com/office/drawing/2012/chart" uri="{CE6537A1-D6FC-4f65-9D91-7224C49458BB}"/>
                <c:ext xmlns:c16="http://schemas.microsoft.com/office/drawing/2014/chart" uri="{C3380CC4-5D6E-409C-BE32-E72D297353CC}">
                  <c16:uniqueId val="{0000014E-54F4-4F49-BF99-32C6A3633B7B}"/>
                </c:ext>
              </c:extLst>
            </c:dLbl>
            <c:dLbl>
              <c:idx val="152"/>
              <c:delete val="1"/>
              <c:extLst>
                <c:ext xmlns:c15="http://schemas.microsoft.com/office/drawing/2012/chart" uri="{CE6537A1-D6FC-4f65-9D91-7224C49458BB}"/>
                <c:ext xmlns:c16="http://schemas.microsoft.com/office/drawing/2014/chart" uri="{C3380CC4-5D6E-409C-BE32-E72D297353CC}">
                  <c16:uniqueId val="{0000014F-54F4-4F49-BF99-32C6A3633B7B}"/>
                </c:ext>
              </c:extLst>
            </c:dLbl>
            <c:dLbl>
              <c:idx val="153"/>
              <c:delete val="1"/>
              <c:extLst>
                <c:ext xmlns:c15="http://schemas.microsoft.com/office/drawing/2012/chart" uri="{CE6537A1-D6FC-4f65-9D91-7224C49458BB}"/>
                <c:ext xmlns:c16="http://schemas.microsoft.com/office/drawing/2014/chart" uri="{C3380CC4-5D6E-409C-BE32-E72D297353CC}">
                  <c16:uniqueId val="{00000150-54F4-4F49-BF99-32C6A3633B7B}"/>
                </c:ext>
              </c:extLst>
            </c:dLbl>
            <c:dLbl>
              <c:idx val="154"/>
              <c:delete val="1"/>
              <c:extLst>
                <c:ext xmlns:c15="http://schemas.microsoft.com/office/drawing/2012/chart" uri="{CE6537A1-D6FC-4f65-9D91-7224C49458BB}"/>
                <c:ext xmlns:c16="http://schemas.microsoft.com/office/drawing/2014/chart" uri="{C3380CC4-5D6E-409C-BE32-E72D297353CC}">
                  <c16:uniqueId val="{00000151-54F4-4F49-BF99-32C6A3633B7B}"/>
                </c:ext>
              </c:extLst>
            </c:dLbl>
            <c:dLbl>
              <c:idx val="155"/>
              <c:delete val="1"/>
              <c:extLst>
                <c:ext xmlns:c15="http://schemas.microsoft.com/office/drawing/2012/chart" uri="{CE6537A1-D6FC-4f65-9D91-7224C49458BB}"/>
                <c:ext xmlns:c16="http://schemas.microsoft.com/office/drawing/2014/chart" uri="{C3380CC4-5D6E-409C-BE32-E72D297353CC}">
                  <c16:uniqueId val="{00000152-54F4-4F49-BF99-32C6A3633B7B}"/>
                </c:ext>
              </c:extLst>
            </c:dLbl>
            <c:dLbl>
              <c:idx val="156"/>
              <c:delete val="1"/>
              <c:extLst>
                <c:ext xmlns:c15="http://schemas.microsoft.com/office/drawing/2012/chart" uri="{CE6537A1-D6FC-4f65-9D91-7224C49458BB}"/>
                <c:ext xmlns:c16="http://schemas.microsoft.com/office/drawing/2014/chart" uri="{C3380CC4-5D6E-409C-BE32-E72D297353CC}">
                  <c16:uniqueId val="{00000153-54F4-4F49-BF99-32C6A3633B7B}"/>
                </c:ext>
              </c:extLst>
            </c:dLbl>
            <c:dLbl>
              <c:idx val="157"/>
              <c:delete val="1"/>
              <c:extLst>
                <c:ext xmlns:c15="http://schemas.microsoft.com/office/drawing/2012/chart" uri="{CE6537A1-D6FC-4f65-9D91-7224C49458BB}"/>
                <c:ext xmlns:c16="http://schemas.microsoft.com/office/drawing/2014/chart" uri="{C3380CC4-5D6E-409C-BE32-E72D297353CC}">
                  <c16:uniqueId val="{00000154-54F4-4F49-BF99-32C6A3633B7B}"/>
                </c:ext>
              </c:extLst>
            </c:dLbl>
            <c:dLbl>
              <c:idx val="158"/>
              <c:delete val="1"/>
              <c:extLst>
                <c:ext xmlns:c15="http://schemas.microsoft.com/office/drawing/2012/chart" uri="{CE6537A1-D6FC-4f65-9D91-7224C49458BB}"/>
                <c:ext xmlns:c16="http://schemas.microsoft.com/office/drawing/2014/chart" uri="{C3380CC4-5D6E-409C-BE32-E72D297353CC}">
                  <c16:uniqueId val="{00000155-54F4-4F49-BF99-32C6A3633B7B}"/>
                </c:ext>
              </c:extLst>
            </c:dLbl>
            <c:dLbl>
              <c:idx val="159"/>
              <c:delete val="1"/>
              <c:extLst>
                <c:ext xmlns:c15="http://schemas.microsoft.com/office/drawing/2012/chart" uri="{CE6537A1-D6FC-4f65-9D91-7224C49458BB}"/>
                <c:ext xmlns:c16="http://schemas.microsoft.com/office/drawing/2014/chart" uri="{C3380CC4-5D6E-409C-BE32-E72D297353CC}">
                  <c16:uniqueId val="{00000156-54F4-4F49-BF99-32C6A3633B7B}"/>
                </c:ext>
              </c:extLst>
            </c:dLbl>
            <c:dLbl>
              <c:idx val="160"/>
              <c:delete val="1"/>
              <c:extLst>
                <c:ext xmlns:c15="http://schemas.microsoft.com/office/drawing/2012/chart" uri="{CE6537A1-D6FC-4f65-9D91-7224C49458BB}"/>
                <c:ext xmlns:c16="http://schemas.microsoft.com/office/drawing/2014/chart" uri="{C3380CC4-5D6E-409C-BE32-E72D297353CC}">
                  <c16:uniqueId val="{00000157-54F4-4F49-BF99-32C6A3633B7B}"/>
                </c:ext>
              </c:extLst>
            </c:dLbl>
            <c:dLbl>
              <c:idx val="161"/>
              <c:delete val="1"/>
              <c:extLst>
                <c:ext xmlns:c15="http://schemas.microsoft.com/office/drawing/2012/chart" uri="{CE6537A1-D6FC-4f65-9D91-7224C49458BB}"/>
                <c:ext xmlns:c16="http://schemas.microsoft.com/office/drawing/2014/chart" uri="{C3380CC4-5D6E-409C-BE32-E72D297353CC}">
                  <c16:uniqueId val="{00000158-54F4-4F49-BF99-32C6A3633B7B}"/>
                </c:ext>
              </c:extLst>
            </c:dLbl>
            <c:dLbl>
              <c:idx val="162"/>
              <c:delete val="1"/>
              <c:extLst>
                <c:ext xmlns:c15="http://schemas.microsoft.com/office/drawing/2012/chart" uri="{CE6537A1-D6FC-4f65-9D91-7224C49458BB}"/>
                <c:ext xmlns:c16="http://schemas.microsoft.com/office/drawing/2014/chart" uri="{C3380CC4-5D6E-409C-BE32-E72D297353CC}">
                  <c16:uniqueId val="{00000159-54F4-4F49-BF99-32C6A3633B7B}"/>
                </c:ext>
              </c:extLst>
            </c:dLbl>
            <c:dLbl>
              <c:idx val="163"/>
              <c:delete val="1"/>
              <c:extLst>
                <c:ext xmlns:c15="http://schemas.microsoft.com/office/drawing/2012/chart" uri="{CE6537A1-D6FC-4f65-9D91-7224C49458BB}"/>
                <c:ext xmlns:c16="http://schemas.microsoft.com/office/drawing/2014/chart" uri="{C3380CC4-5D6E-409C-BE32-E72D297353CC}">
                  <c16:uniqueId val="{0000015A-54F4-4F49-BF99-32C6A3633B7B}"/>
                </c:ext>
              </c:extLst>
            </c:dLbl>
            <c:dLbl>
              <c:idx val="164"/>
              <c:delete val="1"/>
              <c:extLst>
                <c:ext xmlns:c15="http://schemas.microsoft.com/office/drawing/2012/chart" uri="{CE6537A1-D6FC-4f65-9D91-7224C49458BB}"/>
                <c:ext xmlns:c16="http://schemas.microsoft.com/office/drawing/2014/chart" uri="{C3380CC4-5D6E-409C-BE32-E72D297353CC}">
                  <c16:uniqueId val="{0000015B-54F4-4F49-BF99-32C6A3633B7B}"/>
                </c:ext>
              </c:extLst>
            </c:dLbl>
            <c:dLbl>
              <c:idx val="165"/>
              <c:delete val="1"/>
              <c:extLst>
                <c:ext xmlns:c15="http://schemas.microsoft.com/office/drawing/2012/chart" uri="{CE6537A1-D6FC-4f65-9D91-7224C49458BB}"/>
                <c:ext xmlns:c16="http://schemas.microsoft.com/office/drawing/2014/chart" uri="{C3380CC4-5D6E-409C-BE32-E72D297353CC}">
                  <c16:uniqueId val="{0000015C-54F4-4F49-BF99-32C6A3633B7B}"/>
                </c:ext>
              </c:extLst>
            </c:dLbl>
            <c:dLbl>
              <c:idx val="166"/>
              <c:delete val="1"/>
              <c:extLst>
                <c:ext xmlns:c15="http://schemas.microsoft.com/office/drawing/2012/chart" uri="{CE6537A1-D6FC-4f65-9D91-7224C49458BB}"/>
                <c:ext xmlns:c16="http://schemas.microsoft.com/office/drawing/2014/chart" uri="{C3380CC4-5D6E-409C-BE32-E72D297353CC}">
                  <c16:uniqueId val="{0000015D-54F4-4F49-BF99-32C6A3633B7B}"/>
                </c:ext>
              </c:extLst>
            </c:dLbl>
            <c:dLbl>
              <c:idx val="167"/>
              <c:delete val="1"/>
              <c:extLst>
                <c:ext xmlns:c15="http://schemas.microsoft.com/office/drawing/2012/chart" uri="{CE6537A1-D6FC-4f65-9D91-7224C49458BB}"/>
                <c:ext xmlns:c16="http://schemas.microsoft.com/office/drawing/2014/chart" uri="{C3380CC4-5D6E-409C-BE32-E72D297353CC}">
                  <c16:uniqueId val="{0000015E-54F4-4F49-BF99-32C6A3633B7B}"/>
                </c:ext>
              </c:extLst>
            </c:dLbl>
            <c:dLbl>
              <c:idx val="168"/>
              <c:delete val="1"/>
              <c:extLst>
                <c:ext xmlns:c15="http://schemas.microsoft.com/office/drawing/2012/chart" uri="{CE6537A1-D6FC-4f65-9D91-7224C49458BB}"/>
                <c:ext xmlns:c16="http://schemas.microsoft.com/office/drawing/2014/chart" uri="{C3380CC4-5D6E-409C-BE32-E72D297353CC}">
                  <c16:uniqueId val="{0000015F-54F4-4F49-BF99-32C6A3633B7B}"/>
                </c:ext>
              </c:extLst>
            </c:dLbl>
            <c:dLbl>
              <c:idx val="169"/>
              <c:delete val="1"/>
              <c:extLst>
                <c:ext xmlns:c15="http://schemas.microsoft.com/office/drawing/2012/chart" uri="{CE6537A1-D6FC-4f65-9D91-7224C49458BB}"/>
                <c:ext xmlns:c16="http://schemas.microsoft.com/office/drawing/2014/chart" uri="{C3380CC4-5D6E-409C-BE32-E72D297353CC}">
                  <c16:uniqueId val="{00000160-54F4-4F49-BF99-32C6A3633B7B}"/>
                </c:ext>
              </c:extLst>
            </c:dLbl>
            <c:dLbl>
              <c:idx val="170"/>
              <c:delete val="1"/>
              <c:extLst>
                <c:ext xmlns:c15="http://schemas.microsoft.com/office/drawing/2012/chart" uri="{CE6537A1-D6FC-4f65-9D91-7224C49458BB}"/>
                <c:ext xmlns:c16="http://schemas.microsoft.com/office/drawing/2014/chart" uri="{C3380CC4-5D6E-409C-BE32-E72D297353CC}">
                  <c16:uniqueId val="{00000161-54F4-4F49-BF99-32C6A3633B7B}"/>
                </c:ext>
              </c:extLst>
            </c:dLbl>
            <c:dLbl>
              <c:idx val="171"/>
              <c:delete val="1"/>
              <c:extLst>
                <c:ext xmlns:c15="http://schemas.microsoft.com/office/drawing/2012/chart" uri="{CE6537A1-D6FC-4f65-9D91-7224C49458BB}"/>
                <c:ext xmlns:c16="http://schemas.microsoft.com/office/drawing/2014/chart" uri="{C3380CC4-5D6E-409C-BE32-E72D297353CC}">
                  <c16:uniqueId val="{00000162-54F4-4F49-BF99-32C6A3633B7B}"/>
                </c:ext>
              </c:extLst>
            </c:dLbl>
            <c:dLbl>
              <c:idx val="172"/>
              <c:delete val="1"/>
              <c:extLst>
                <c:ext xmlns:c15="http://schemas.microsoft.com/office/drawing/2012/chart" uri="{CE6537A1-D6FC-4f65-9D91-7224C49458BB}"/>
                <c:ext xmlns:c16="http://schemas.microsoft.com/office/drawing/2014/chart" uri="{C3380CC4-5D6E-409C-BE32-E72D297353CC}">
                  <c16:uniqueId val="{00000163-54F4-4F49-BF99-32C6A3633B7B}"/>
                </c:ext>
              </c:extLst>
            </c:dLbl>
            <c:dLbl>
              <c:idx val="173"/>
              <c:delete val="1"/>
              <c:extLst>
                <c:ext xmlns:c15="http://schemas.microsoft.com/office/drawing/2012/chart" uri="{CE6537A1-D6FC-4f65-9D91-7224C49458BB}"/>
                <c:ext xmlns:c16="http://schemas.microsoft.com/office/drawing/2014/chart" uri="{C3380CC4-5D6E-409C-BE32-E72D297353CC}">
                  <c16:uniqueId val="{00000164-54F4-4F49-BF99-32C6A3633B7B}"/>
                </c:ext>
              </c:extLst>
            </c:dLbl>
            <c:dLbl>
              <c:idx val="174"/>
              <c:delete val="1"/>
              <c:extLst>
                <c:ext xmlns:c15="http://schemas.microsoft.com/office/drawing/2012/chart" uri="{CE6537A1-D6FC-4f65-9D91-7224C49458BB}"/>
                <c:ext xmlns:c16="http://schemas.microsoft.com/office/drawing/2014/chart" uri="{C3380CC4-5D6E-409C-BE32-E72D297353CC}">
                  <c16:uniqueId val="{00000165-54F4-4F49-BF99-32C6A3633B7B}"/>
                </c:ext>
              </c:extLst>
            </c:dLbl>
            <c:dLbl>
              <c:idx val="175"/>
              <c:delete val="1"/>
              <c:extLst>
                <c:ext xmlns:c15="http://schemas.microsoft.com/office/drawing/2012/chart" uri="{CE6537A1-D6FC-4f65-9D91-7224C49458BB}"/>
                <c:ext xmlns:c16="http://schemas.microsoft.com/office/drawing/2014/chart" uri="{C3380CC4-5D6E-409C-BE32-E72D297353CC}">
                  <c16:uniqueId val="{00000166-54F4-4F49-BF99-32C6A3633B7B}"/>
                </c:ext>
              </c:extLst>
            </c:dLbl>
            <c:dLbl>
              <c:idx val="176"/>
              <c:delete val="1"/>
              <c:extLst>
                <c:ext xmlns:c15="http://schemas.microsoft.com/office/drawing/2012/chart" uri="{CE6537A1-D6FC-4f65-9D91-7224C49458BB}"/>
                <c:ext xmlns:c16="http://schemas.microsoft.com/office/drawing/2014/chart" uri="{C3380CC4-5D6E-409C-BE32-E72D297353CC}">
                  <c16:uniqueId val="{00000167-54F4-4F49-BF99-32C6A3633B7B}"/>
                </c:ext>
              </c:extLst>
            </c:dLbl>
            <c:dLbl>
              <c:idx val="177"/>
              <c:delete val="1"/>
              <c:extLst>
                <c:ext xmlns:c15="http://schemas.microsoft.com/office/drawing/2012/chart" uri="{CE6537A1-D6FC-4f65-9D91-7224C49458BB}"/>
                <c:ext xmlns:c16="http://schemas.microsoft.com/office/drawing/2014/chart" uri="{C3380CC4-5D6E-409C-BE32-E72D297353CC}">
                  <c16:uniqueId val="{00000168-54F4-4F49-BF99-32C6A3633B7B}"/>
                </c:ext>
              </c:extLst>
            </c:dLbl>
            <c:dLbl>
              <c:idx val="178"/>
              <c:delete val="1"/>
              <c:extLst>
                <c:ext xmlns:c15="http://schemas.microsoft.com/office/drawing/2012/chart" uri="{CE6537A1-D6FC-4f65-9D91-7224C49458BB}"/>
                <c:ext xmlns:c16="http://schemas.microsoft.com/office/drawing/2014/chart" uri="{C3380CC4-5D6E-409C-BE32-E72D297353CC}">
                  <c16:uniqueId val="{00000169-54F4-4F49-BF99-32C6A3633B7B}"/>
                </c:ext>
              </c:extLst>
            </c:dLbl>
            <c:dLbl>
              <c:idx val="179"/>
              <c:delete val="1"/>
              <c:extLst>
                <c:ext xmlns:c15="http://schemas.microsoft.com/office/drawing/2012/chart" uri="{CE6537A1-D6FC-4f65-9D91-7224C49458BB}"/>
                <c:ext xmlns:c16="http://schemas.microsoft.com/office/drawing/2014/chart" uri="{C3380CC4-5D6E-409C-BE32-E72D297353CC}">
                  <c16:uniqueId val="{0000016A-54F4-4F49-BF99-32C6A3633B7B}"/>
                </c:ext>
              </c:extLst>
            </c:dLbl>
            <c:dLbl>
              <c:idx val="180"/>
              <c:delete val="1"/>
              <c:extLst>
                <c:ext xmlns:c15="http://schemas.microsoft.com/office/drawing/2012/chart" uri="{CE6537A1-D6FC-4f65-9D91-7224C49458BB}"/>
                <c:ext xmlns:c16="http://schemas.microsoft.com/office/drawing/2014/chart" uri="{C3380CC4-5D6E-409C-BE32-E72D297353CC}">
                  <c16:uniqueId val="{0000016B-54F4-4F49-BF99-32C6A3633B7B}"/>
                </c:ext>
              </c:extLst>
            </c:dLbl>
            <c:dLbl>
              <c:idx val="181"/>
              <c:tx>
                <c:rich>
                  <a:bodyPr/>
                  <a:lstStyle/>
                  <a:p>
                    <a:r>
                      <a:rPr lang="en-US" sz="900" b="0" baseline="0">
                        <a:solidFill>
                          <a:srgbClr val="1F2F44"/>
                        </a:solidFill>
                        <a:latin typeface="Roboto Light"/>
                      </a:rPr>
                      <a:t>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16C-54F4-4F49-BF99-32C6A3633B7B}"/>
                </c:ext>
              </c:extLst>
            </c:dLbl>
            <c:spPr>
              <a:noFill/>
              <a:ln>
                <a:noFill/>
              </a:ln>
              <a:effectLst/>
            </c:spPr>
            <c:txPr>
              <a:bodyPr wrap="square" lIns="38100" tIns="19050" rIns="38100" bIns="19050" anchor="ctr">
                <a:spAutoFit/>
              </a:bodyPr>
              <a:lstStyle/>
              <a:p>
                <a:pPr>
                  <a:defRPr b="1"/>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'E4'!$A$2:$A$183</c:f>
              <c:numCache>
                <c:formatCode>yyyy\-mm\-dd</c:formatCode>
                <c:ptCount val="182"/>
                <c:pt idx="0">
                  <c:v>46055</c:v>
                </c:pt>
                <c:pt idx="1">
                  <c:v>46056</c:v>
                </c:pt>
                <c:pt idx="2">
                  <c:v>46057</c:v>
                </c:pt>
                <c:pt idx="3">
                  <c:v>46058</c:v>
                </c:pt>
                <c:pt idx="4">
                  <c:v>46059</c:v>
                </c:pt>
                <c:pt idx="5">
                  <c:v>46062</c:v>
                </c:pt>
                <c:pt idx="6">
                  <c:v>46063</c:v>
                </c:pt>
                <c:pt idx="7">
                  <c:v>46064</c:v>
                </c:pt>
                <c:pt idx="8">
                  <c:v>46065</c:v>
                </c:pt>
                <c:pt idx="9">
                  <c:v>46066</c:v>
                </c:pt>
                <c:pt idx="10">
                  <c:v>46071</c:v>
                </c:pt>
                <c:pt idx="11">
                  <c:v>46072</c:v>
                </c:pt>
                <c:pt idx="12">
                  <c:v>46073</c:v>
                </c:pt>
                <c:pt idx="13">
                  <c:v>46076</c:v>
                </c:pt>
                <c:pt idx="14">
                  <c:v>46077</c:v>
                </c:pt>
                <c:pt idx="15">
                  <c:v>46078</c:v>
                </c:pt>
                <c:pt idx="16">
                  <c:v>46079</c:v>
                </c:pt>
                <c:pt idx="17">
                  <c:v>46080</c:v>
                </c:pt>
                <c:pt idx="18">
                  <c:v>46083</c:v>
                </c:pt>
                <c:pt idx="19">
                  <c:v>46084</c:v>
                </c:pt>
                <c:pt idx="20">
                  <c:v>46085</c:v>
                </c:pt>
                <c:pt idx="21">
                  <c:v>46086</c:v>
                </c:pt>
                <c:pt idx="22">
                  <c:v>46087</c:v>
                </c:pt>
                <c:pt idx="23">
                  <c:v>46090</c:v>
                </c:pt>
                <c:pt idx="24">
                  <c:v>46091</c:v>
                </c:pt>
                <c:pt idx="25">
                  <c:v>46092</c:v>
                </c:pt>
                <c:pt idx="26">
                  <c:v>46093</c:v>
                </c:pt>
                <c:pt idx="27">
                  <c:v>46094</c:v>
                </c:pt>
                <c:pt idx="28">
                  <c:v>46097</c:v>
                </c:pt>
                <c:pt idx="29">
                  <c:v>46098</c:v>
                </c:pt>
                <c:pt idx="30">
                  <c:v>46099</c:v>
                </c:pt>
                <c:pt idx="31">
                  <c:v>46100</c:v>
                </c:pt>
                <c:pt idx="32">
                  <c:v>46101</c:v>
                </c:pt>
                <c:pt idx="33">
                  <c:v>46104</c:v>
                </c:pt>
                <c:pt idx="34">
                  <c:v>46105</c:v>
                </c:pt>
                <c:pt idx="35">
                  <c:v>46106</c:v>
                </c:pt>
                <c:pt idx="36">
                  <c:v>46107</c:v>
                </c:pt>
                <c:pt idx="37">
                  <c:v>46108</c:v>
                </c:pt>
                <c:pt idx="38">
                  <c:v>46111</c:v>
                </c:pt>
                <c:pt idx="39">
                  <c:v>46112</c:v>
                </c:pt>
                <c:pt idx="40">
                  <c:v>46113</c:v>
                </c:pt>
                <c:pt idx="41">
                  <c:v>46114</c:v>
                </c:pt>
                <c:pt idx="42">
                  <c:v>46118</c:v>
                </c:pt>
                <c:pt idx="43">
                  <c:v>46119</c:v>
                </c:pt>
                <c:pt idx="44">
                  <c:v>46120</c:v>
                </c:pt>
                <c:pt idx="45">
                  <c:v>46121</c:v>
                </c:pt>
                <c:pt idx="46">
                  <c:v>46122</c:v>
                </c:pt>
                <c:pt idx="47">
                  <c:v>46125</c:v>
                </c:pt>
                <c:pt idx="48">
                  <c:v>46126</c:v>
                </c:pt>
                <c:pt idx="49">
                  <c:v>46127</c:v>
                </c:pt>
                <c:pt idx="50">
                  <c:v>46128</c:v>
                </c:pt>
                <c:pt idx="51">
                  <c:v>46129</c:v>
                </c:pt>
                <c:pt idx="52">
                  <c:v>46132</c:v>
                </c:pt>
                <c:pt idx="53">
                  <c:v>46134</c:v>
                </c:pt>
                <c:pt idx="54">
                  <c:v>46135</c:v>
                </c:pt>
                <c:pt idx="55">
                  <c:v>46136</c:v>
                </c:pt>
                <c:pt idx="56">
                  <c:v>46139</c:v>
                </c:pt>
                <c:pt idx="57">
                  <c:v>46140</c:v>
                </c:pt>
                <c:pt idx="58">
                  <c:v>46141</c:v>
                </c:pt>
                <c:pt idx="59">
                  <c:v>46142</c:v>
                </c:pt>
                <c:pt idx="60">
                  <c:v>46146</c:v>
                </c:pt>
                <c:pt idx="61">
                  <c:v>46147</c:v>
                </c:pt>
                <c:pt idx="62">
                  <c:v>46148</c:v>
                </c:pt>
                <c:pt idx="63">
                  <c:v>46149</c:v>
                </c:pt>
                <c:pt idx="64">
                  <c:v>46150</c:v>
                </c:pt>
                <c:pt idx="65">
                  <c:v>46153</c:v>
                </c:pt>
                <c:pt idx="66">
                  <c:v>46154</c:v>
                </c:pt>
                <c:pt idx="67">
                  <c:v>46155</c:v>
                </c:pt>
                <c:pt idx="68">
                  <c:v>46156</c:v>
                </c:pt>
                <c:pt idx="69">
                  <c:v>46157</c:v>
                </c:pt>
                <c:pt idx="70">
                  <c:v>46160</c:v>
                </c:pt>
                <c:pt idx="71">
                  <c:v>46161</c:v>
                </c:pt>
                <c:pt idx="72">
                  <c:v>46162</c:v>
                </c:pt>
                <c:pt idx="73">
                  <c:v>46163</c:v>
                </c:pt>
                <c:pt idx="74">
                  <c:v>46164</c:v>
                </c:pt>
                <c:pt idx="75">
                  <c:v>46167</c:v>
                </c:pt>
                <c:pt idx="76">
                  <c:v>46168</c:v>
                </c:pt>
                <c:pt idx="77">
                  <c:v>46169</c:v>
                </c:pt>
                <c:pt idx="78">
                  <c:v>46170</c:v>
                </c:pt>
                <c:pt idx="79">
                  <c:v>46171</c:v>
                </c:pt>
                <c:pt idx="80">
                  <c:v>46174</c:v>
                </c:pt>
                <c:pt idx="81">
                  <c:v>46175</c:v>
                </c:pt>
                <c:pt idx="82">
                  <c:v>46176</c:v>
                </c:pt>
                <c:pt idx="83">
                  <c:v>46178</c:v>
                </c:pt>
                <c:pt idx="84">
                  <c:v>46181</c:v>
                </c:pt>
                <c:pt idx="85">
                  <c:v>46182</c:v>
                </c:pt>
                <c:pt idx="86">
                  <c:v>46183</c:v>
                </c:pt>
                <c:pt idx="87">
                  <c:v>46184</c:v>
                </c:pt>
                <c:pt idx="88">
                  <c:v>46185</c:v>
                </c:pt>
                <c:pt idx="89">
                  <c:v>46188</c:v>
                </c:pt>
                <c:pt idx="90">
                  <c:v>46189</c:v>
                </c:pt>
                <c:pt idx="91">
                  <c:v>46190</c:v>
                </c:pt>
                <c:pt idx="92">
                  <c:v>46191</c:v>
                </c:pt>
                <c:pt idx="93">
                  <c:v>46192</c:v>
                </c:pt>
                <c:pt idx="94">
                  <c:v>46195</c:v>
                </c:pt>
                <c:pt idx="95">
                  <c:v>46196</c:v>
                </c:pt>
                <c:pt idx="96">
                  <c:v>46197</c:v>
                </c:pt>
                <c:pt idx="97">
                  <c:v>46198</c:v>
                </c:pt>
                <c:pt idx="98">
                  <c:v>46199</c:v>
                </c:pt>
                <c:pt idx="99">
                  <c:v>46202</c:v>
                </c:pt>
                <c:pt idx="100">
                  <c:v>46203</c:v>
                </c:pt>
                <c:pt idx="101">
                  <c:v>46204</c:v>
                </c:pt>
                <c:pt idx="102">
                  <c:v>46205</c:v>
                </c:pt>
                <c:pt idx="103">
                  <c:v>46206</c:v>
                </c:pt>
                <c:pt idx="104">
                  <c:v>46209</c:v>
                </c:pt>
                <c:pt idx="105">
                  <c:v>46210</c:v>
                </c:pt>
                <c:pt idx="106">
                  <c:v>46211</c:v>
                </c:pt>
                <c:pt idx="107">
                  <c:v>46212</c:v>
                </c:pt>
                <c:pt idx="108">
                  <c:v>46213</c:v>
                </c:pt>
                <c:pt idx="109">
                  <c:v>46216</c:v>
                </c:pt>
                <c:pt idx="110">
                  <c:v>46217</c:v>
                </c:pt>
                <c:pt idx="111">
                  <c:v>46218</c:v>
                </c:pt>
                <c:pt idx="112">
                  <c:v>46219</c:v>
                </c:pt>
                <c:pt idx="113">
                  <c:v>46220</c:v>
                </c:pt>
                <c:pt idx="114">
                  <c:v>46223</c:v>
                </c:pt>
                <c:pt idx="115">
                  <c:v>46224</c:v>
                </c:pt>
                <c:pt idx="116">
                  <c:v>46225</c:v>
                </c:pt>
                <c:pt idx="117">
                  <c:v>46226</c:v>
                </c:pt>
                <c:pt idx="118">
                  <c:v>46227</c:v>
                </c:pt>
                <c:pt idx="119">
                  <c:v>46230</c:v>
                </c:pt>
                <c:pt idx="120">
                  <c:v>46231</c:v>
                </c:pt>
                <c:pt idx="121">
                  <c:v>46232</c:v>
                </c:pt>
                <c:pt idx="122">
                  <c:v>46233</c:v>
                </c:pt>
                <c:pt idx="123">
                  <c:v>46234</c:v>
                </c:pt>
                <c:pt idx="124">
                  <c:v>46237</c:v>
                </c:pt>
                <c:pt idx="125">
                  <c:v>46238</c:v>
                </c:pt>
                <c:pt idx="126">
                  <c:v>46239</c:v>
                </c:pt>
                <c:pt idx="127">
                  <c:v>46240</c:v>
                </c:pt>
                <c:pt idx="128">
                  <c:v>46241</c:v>
                </c:pt>
                <c:pt idx="129">
                  <c:v>46244</c:v>
                </c:pt>
                <c:pt idx="130">
                  <c:v>46245</c:v>
                </c:pt>
                <c:pt idx="131">
                  <c:v>46246</c:v>
                </c:pt>
                <c:pt idx="132">
                  <c:v>46247</c:v>
                </c:pt>
                <c:pt idx="133">
                  <c:v>46248</c:v>
                </c:pt>
                <c:pt idx="134">
                  <c:v>46251</c:v>
                </c:pt>
                <c:pt idx="135">
                  <c:v>46252</c:v>
                </c:pt>
                <c:pt idx="136">
                  <c:v>46253</c:v>
                </c:pt>
                <c:pt idx="137">
                  <c:v>46254</c:v>
                </c:pt>
                <c:pt idx="138">
                  <c:v>46255</c:v>
                </c:pt>
                <c:pt idx="139">
                  <c:v>46258</c:v>
                </c:pt>
                <c:pt idx="140">
                  <c:v>46259</c:v>
                </c:pt>
                <c:pt idx="141">
                  <c:v>46260</c:v>
                </c:pt>
                <c:pt idx="142">
                  <c:v>46261</c:v>
                </c:pt>
                <c:pt idx="143">
                  <c:v>46262</c:v>
                </c:pt>
                <c:pt idx="144">
                  <c:v>46265</c:v>
                </c:pt>
                <c:pt idx="145">
                  <c:v>46266</c:v>
                </c:pt>
                <c:pt idx="146">
                  <c:v>46267</c:v>
                </c:pt>
                <c:pt idx="147">
                  <c:v>46268</c:v>
                </c:pt>
                <c:pt idx="148">
                  <c:v>46269</c:v>
                </c:pt>
                <c:pt idx="149">
                  <c:v>46273</c:v>
                </c:pt>
                <c:pt idx="150">
                  <c:v>46274</c:v>
                </c:pt>
                <c:pt idx="151">
                  <c:v>46275</c:v>
                </c:pt>
                <c:pt idx="152">
                  <c:v>46276</c:v>
                </c:pt>
                <c:pt idx="153">
                  <c:v>46279</c:v>
                </c:pt>
                <c:pt idx="154">
                  <c:v>46280</c:v>
                </c:pt>
                <c:pt idx="155">
                  <c:v>46281</c:v>
                </c:pt>
                <c:pt idx="156">
                  <c:v>46282</c:v>
                </c:pt>
                <c:pt idx="157">
                  <c:v>46283</c:v>
                </c:pt>
                <c:pt idx="158">
                  <c:v>46286</c:v>
                </c:pt>
                <c:pt idx="159">
                  <c:v>46287</c:v>
                </c:pt>
                <c:pt idx="160">
                  <c:v>46288</c:v>
                </c:pt>
                <c:pt idx="161">
                  <c:v>46289</c:v>
                </c:pt>
                <c:pt idx="162">
                  <c:v>46290</c:v>
                </c:pt>
                <c:pt idx="163">
                  <c:v>46293</c:v>
                </c:pt>
                <c:pt idx="164">
                  <c:v>46294</c:v>
                </c:pt>
                <c:pt idx="165">
                  <c:v>46295</c:v>
                </c:pt>
                <c:pt idx="166">
                  <c:v>46296</c:v>
                </c:pt>
                <c:pt idx="167">
                  <c:v>46297</c:v>
                </c:pt>
                <c:pt idx="168">
                  <c:v>46300</c:v>
                </c:pt>
                <c:pt idx="169">
                  <c:v>46301</c:v>
                </c:pt>
                <c:pt idx="170">
                  <c:v>46302</c:v>
                </c:pt>
                <c:pt idx="171">
                  <c:v>46303</c:v>
                </c:pt>
                <c:pt idx="172">
                  <c:v>46304</c:v>
                </c:pt>
                <c:pt idx="173">
                  <c:v>46308</c:v>
                </c:pt>
                <c:pt idx="174">
                  <c:v>46309</c:v>
                </c:pt>
                <c:pt idx="175">
                  <c:v>46310</c:v>
                </c:pt>
                <c:pt idx="176">
                  <c:v>46311</c:v>
                </c:pt>
                <c:pt idx="177">
                  <c:v>46314</c:v>
                </c:pt>
                <c:pt idx="178">
                  <c:v>46315</c:v>
                </c:pt>
                <c:pt idx="179">
                  <c:v>46316</c:v>
                </c:pt>
                <c:pt idx="180">
                  <c:v>46317</c:v>
                </c:pt>
                <c:pt idx="181">
                  <c:v>46318</c:v>
                </c:pt>
              </c:numCache>
            </c:numRef>
          </c:cat>
          <c:val>
            <c:numRef>
              <c:f>'E4'!$C$2:$C$183</c:f>
              <c:numCache>
                <c:formatCode>General</c:formatCode>
                <c:ptCount val="182"/>
                <c:pt idx="0">
                  <c:v>12</c:v>
                </c:pt>
                <c:pt idx="1">
                  <c:v>12</c:v>
                </c:pt>
                <c:pt idx="2">
                  <c:v>12</c:v>
                </c:pt>
                <c:pt idx="3">
                  <c:v>12</c:v>
                </c:pt>
                <c:pt idx="4">
                  <c:v>12</c:v>
                </c:pt>
                <c:pt idx="5">
                  <c:v>12</c:v>
                </c:pt>
                <c:pt idx="6">
                  <c:v>12</c:v>
                </c:pt>
                <c:pt idx="7">
                  <c:v>12</c:v>
                </c:pt>
                <c:pt idx="8">
                  <c:v>12</c:v>
                </c:pt>
                <c:pt idx="9">
                  <c:v>12</c:v>
                </c:pt>
                <c:pt idx="10">
                  <c:v>12</c:v>
                </c:pt>
                <c:pt idx="11">
                  <c:v>12</c:v>
                </c:pt>
                <c:pt idx="12">
                  <c:v>12</c:v>
                </c:pt>
                <c:pt idx="13">
                  <c:v>12</c:v>
                </c:pt>
                <c:pt idx="14">
                  <c:v>12</c:v>
                </c:pt>
                <c:pt idx="15">
                  <c:v>12</c:v>
                </c:pt>
                <c:pt idx="16">
                  <c:v>12</c:v>
                </c:pt>
                <c:pt idx="17">
                  <c:v>12</c:v>
                </c:pt>
                <c:pt idx="18">
                  <c:v>12</c:v>
                </c:pt>
                <c:pt idx="19">
                  <c:v>12</c:v>
                </c:pt>
                <c:pt idx="20">
                  <c:v>12</c:v>
                </c:pt>
                <c:pt idx="21">
                  <c:v>12</c:v>
                </c:pt>
                <c:pt idx="22">
                  <c:v>12</c:v>
                </c:pt>
                <c:pt idx="23">
                  <c:v>12</c:v>
                </c:pt>
                <c:pt idx="24">
                  <c:v>12</c:v>
                </c:pt>
                <c:pt idx="25">
                  <c:v>12</c:v>
                </c:pt>
                <c:pt idx="26">
                  <c:v>12</c:v>
                </c:pt>
                <c:pt idx="27">
                  <c:v>12</c:v>
                </c:pt>
                <c:pt idx="28">
                  <c:v>12</c:v>
                </c:pt>
                <c:pt idx="29">
                  <c:v>12</c:v>
                </c:pt>
                <c:pt idx="30">
                  <c:v>12</c:v>
                </c:pt>
                <c:pt idx="31">
                  <c:v>12</c:v>
                </c:pt>
                <c:pt idx="32">
                  <c:v>12</c:v>
                </c:pt>
                <c:pt idx="33">
                  <c:v>12</c:v>
                </c:pt>
                <c:pt idx="34">
                  <c:v>12</c:v>
                </c:pt>
                <c:pt idx="35">
                  <c:v>12</c:v>
                </c:pt>
                <c:pt idx="36">
                  <c:v>12</c:v>
                </c:pt>
                <c:pt idx="37">
                  <c:v>12</c:v>
                </c:pt>
                <c:pt idx="38">
                  <c:v>12</c:v>
                </c:pt>
                <c:pt idx="39">
                  <c:v>12</c:v>
                </c:pt>
                <c:pt idx="40">
                  <c:v>12</c:v>
                </c:pt>
                <c:pt idx="41">
                  <c:v>12</c:v>
                </c:pt>
                <c:pt idx="42">
                  <c:v>12</c:v>
                </c:pt>
                <c:pt idx="43">
                  <c:v>12</c:v>
                </c:pt>
                <c:pt idx="44">
                  <c:v>12</c:v>
                </c:pt>
                <c:pt idx="45">
                  <c:v>12</c:v>
                </c:pt>
                <c:pt idx="46">
                  <c:v>12</c:v>
                </c:pt>
                <c:pt idx="47">
                  <c:v>12</c:v>
                </c:pt>
                <c:pt idx="48">
                  <c:v>12</c:v>
                </c:pt>
                <c:pt idx="49">
                  <c:v>12</c:v>
                </c:pt>
                <c:pt idx="50">
                  <c:v>12</c:v>
                </c:pt>
                <c:pt idx="51">
                  <c:v>12</c:v>
                </c:pt>
                <c:pt idx="52">
                  <c:v>12</c:v>
                </c:pt>
                <c:pt idx="53">
                  <c:v>12</c:v>
                </c:pt>
                <c:pt idx="54">
                  <c:v>12</c:v>
                </c:pt>
                <c:pt idx="55">
                  <c:v>12</c:v>
                </c:pt>
                <c:pt idx="56">
                  <c:v>12</c:v>
                </c:pt>
                <c:pt idx="57">
                  <c:v>12</c:v>
                </c:pt>
                <c:pt idx="58">
                  <c:v>12</c:v>
                </c:pt>
                <c:pt idx="59">
                  <c:v>12</c:v>
                </c:pt>
                <c:pt idx="60">
                  <c:v>12</c:v>
                </c:pt>
                <c:pt idx="61">
                  <c:v>12</c:v>
                </c:pt>
                <c:pt idx="62">
                  <c:v>12</c:v>
                </c:pt>
                <c:pt idx="63">
                  <c:v>12</c:v>
                </c:pt>
                <c:pt idx="64">
                  <c:v>12</c:v>
                </c:pt>
                <c:pt idx="65">
                  <c:v>12</c:v>
                </c:pt>
                <c:pt idx="66">
                  <c:v>12</c:v>
                </c:pt>
                <c:pt idx="67">
                  <c:v>12</c:v>
                </c:pt>
                <c:pt idx="68">
                  <c:v>12</c:v>
                </c:pt>
                <c:pt idx="69">
                  <c:v>12</c:v>
                </c:pt>
                <c:pt idx="70">
                  <c:v>12</c:v>
                </c:pt>
                <c:pt idx="71">
                  <c:v>12</c:v>
                </c:pt>
                <c:pt idx="72">
                  <c:v>12</c:v>
                </c:pt>
                <c:pt idx="73">
                  <c:v>12</c:v>
                </c:pt>
                <c:pt idx="74">
                  <c:v>12</c:v>
                </c:pt>
                <c:pt idx="75">
                  <c:v>12</c:v>
                </c:pt>
                <c:pt idx="76">
                  <c:v>12</c:v>
                </c:pt>
                <c:pt idx="77">
                  <c:v>12</c:v>
                </c:pt>
                <c:pt idx="78">
                  <c:v>12</c:v>
                </c:pt>
                <c:pt idx="79">
                  <c:v>12</c:v>
                </c:pt>
                <c:pt idx="80">
                  <c:v>12</c:v>
                </c:pt>
                <c:pt idx="81">
                  <c:v>12</c:v>
                </c:pt>
                <c:pt idx="82">
                  <c:v>12</c:v>
                </c:pt>
                <c:pt idx="83">
                  <c:v>12</c:v>
                </c:pt>
                <c:pt idx="84">
                  <c:v>12</c:v>
                </c:pt>
                <c:pt idx="85">
                  <c:v>12</c:v>
                </c:pt>
                <c:pt idx="86">
                  <c:v>12</c:v>
                </c:pt>
                <c:pt idx="87">
                  <c:v>12</c:v>
                </c:pt>
                <c:pt idx="88">
                  <c:v>12</c:v>
                </c:pt>
                <c:pt idx="89">
                  <c:v>12</c:v>
                </c:pt>
                <c:pt idx="90">
                  <c:v>12</c:v>
                </c:pt>
                <c:pt idx="91">
                  <c:v>12</c:v>
                </c:pt>
                <c:pt idx="92">
                  <c:v>12</c:v>
                </c:pt>
                <c:pt idx="93">
                  <c:v>12</c:v>
                </c:pt>
                <c:pt idx="94">
                  <c:v>12</c:v>
                </c:pt>
                <c:pt idx="95">
                  <c:v>12</c:v>
                </c:pt>
                <c:pt idx="96">
                  <c:v>12</c:v>
                </c:pt>
                <c:pt idx="97">
                  <c:v>12</c:v>
                </c:pt>
                <c:pt idx="98">
                  <c:v>12</c:v>
                </c:pt>
                <c:pt idx="99">
                  <c:v>12</c:v>
                </c:pt>
                <c:pt idx="100">
                  <c:v>12</c:v>
                </c:pt>
                <c:pt idx="101">
                  <c:v>10</c:v>
                </c:pt>
                <c:pt idx="102">
                  <c:v>10</c:v>
                </c:pt>
                <c:pt idx="103">
                  <c:v>10</c:v>
                </c:pt>
                <c:pt idx="104">
                  <c:v>10</c:v>
                </c:pt>
                <c:pt idx="105">
                  <c:v>10</c:v>
                </c:pt>
                <c:pt idx="106">
                  <c:v>10</c:v>
                </c:pt>
                <c:pt idx="107">
                  <c:v>10</c:v>
                </c:pt>
                <c:pt idx="108">
                  <c:v>10</c:v>
                </c:pt>
                <c:pt idx="109">
                  <c:v>10</c:v>
                </c:pt>
                <c:pt idx="110">
                  <c:v>10</c:v>
                </c:pt>
                <c:pt idx="111">
                  <c:v>10</c:v>
                </c:pt>
                <c:pt idx="112">
                  <c:v>10</c:v>
                </c:pt>
                <c:pt idx="113">
                  <c:v>10</c:v>
                </c:pt>
                <c:pt idx="114">
                  <c:v>10</c:v>
                </c:pt>
                <c:pt idx="115">
                  <c:v>10</c:v>
                </c:pt>
                <c:pt idx="116">
                  <c:v>10</c:v>
                </c:pt>
                <c:pt idx="117">
                  <c:v>10</c:v>
                </c:pt>
                <c:pt idx="118">
                  <c:v>10</c:v>
                </c:pt>
                <c:pt idx="119">
                  <c:v>10</c:v>
                </c:pt>
                <c:pt idx="120">
                  <c:v>10</c:v>
                </c:pt>
                <c:pt idx="121">
                  <c:v>10</c:v>
                </c:pt>
                <c:pt idx="122">
                  <c:v>10</c:v>
                </c:pt>
                <c:pt idx="123">
                  <c:v>10</c:v>
                </c:pt>
                <c:pt idx="124">
                  <c:v>10</c:v>
                </c:pt>
                <c:pt idx="125">
                  <c:v>10</c:v>
                </c:pt>
                <c:pt idx="126">
                  <c:v>10</c:v>
                </c:pt>
                <c:pt idx="127">
                  <c:v>10</c:v>
                </c:pt>
                <c:pt idx="128">
                  <c:v>10</c:v>
                </c:pt>
                <c:pt idx="129">
                  <c:v>10</c:v>
                </c:pt>
                <c:pt idx="130">
                  <c:v>10</c:v>
                </c:pt>
                <c:pt idx="131">
                  <c:v>10</c:v>
                </c:pt>
                <c:pt idx="132">
                  <c:v>10</c:v>
                </c:pt>
                <c:pt idx="133">
                  <c:v>10</c:v>
                </c:pt>
                <c:pt idx="134">
                  <c:v>10</c:v>
                </c:pt>
                <c:pt idx="135">
                  <c:v>10</c:v>
                </c:pt>
                <c:pt idx="136">
                  <c:v>10</c:v>
                </c:pt>
                <c:pt idx="137">
                  <c:v>10</c:v>
                </c:pt>
                <c:pt idx="138">
                  <c:v>10</c:v>
                </c:pt>
                <c:pt idx="139">
                  <c:v>10</c:v>
                </c:pt>
                <c:pt idx="140">
                  <c:v>10</c:v>
                </c:pt>
                <c:pt idx="141">
                  <c:v>10</c:v>
                </c:pt>
                <c:pt idx="142">
                  <c:v>10</c:v>
                </c:pt>
                <c:pt idx="143">
                  <c:v>10</c:v>
                </c:pt>
                <c:pt idx="144">
                  <c:v>10</c:v>
                </c:pt>
                <c:pt idx="145">
                  <c:v>10</c:v>
                </c:pt>
                <c:pt idx="146">
                  <c:v>10</c:v>
                </c:pt>
                <c:pt idx="147">
                  <c:v>10</c:v>
                </c:pt>
                <c:pt idx="148">
                  <c:v>10</c:v>
                </c:pt>
                <c:pt idx="149">
                  <c:v>10</c:v>
                </c:pt>
                <c:pt idx="150">
                  <c:v>10</c:v>
                </c:pt>
                <c:pt idx="151">
                  <c:v>10</c:v>
                </c:pt>
                <c:pt idx="152">
                  <c:v>10</c:v>
                </c:pt>
                <c:pt idx="153">
                  <c:v>10</c:v>
                </c:pt>
                <c:pt idx="154">
                  <c:v>10</c:v>
                </c:pt>
                <c:pt idx="155">
                  <c:v>10</c:v>
                </c:pt>
                <c:pt idx="156">
                  <c:v>10</c:v>
                </c:pt>
                <c:pt idx="157">
                  <c:v>10</c:v>
                </c:pt>
                <c:pt idx="158">
                  <c:v>10</c:v>
                </c:pt>
                <c:pt idx="159">
                  <c:v>10</c:v>
                </c:pt>
                <c:pt idx="160">
                  <c:v>10</c:v>
                </c:pt>
                <c:pt idx="161">
                  <c:v>10</c:v>
                </c:pt>
                <c:pt idx="162">
                  <c:v>10</c:v>
                </c:pt>
                <c:pt idx="163">
                  <c:v>10</c:v>
                </c:pt>
                <c:pt idx="164">
                  <c:v>10</c:v>
                </c:pt>
                <c:pt idx="165">
                  <c:v>10</c:v>
                </c:pt>
                <c:pt idx="166">
                  <c:v>10</c:v>
                </c:pt>
                <c:pt idx="167">
                  <c:v>10</c:v>
                </c:pt>
                <c:pt idx="168">
                  <c:v>10</c:v>
                </c:pt>
                <c:pt idx="169">
                  <c:v>10</c:v>
                </c:pt>
                <c:pt idx="170">
                  <c:v>10</c:v>
                </c:pt>
                <c:pt idx="171">
                  <c:v>10</c:v>
                </c:pt>
                <c:pt idx="172">
                  <c:v>10</c:v>
                </c:pt>
                <c:pt idx="173">
                  <c:v>10</c:v>
                </c:pt>
                <c:pt idx="174">
                  <c:v>10</c:v>
                </c:pt>
                <c:pt idx="175">
                  <c:v>10</c:v>
                </c:pt>
                <c:pt idx="176">
                  <c:v>10</c:v>
                </c:pt>
                <c:pt idx="177">
                  <c:v>10</c:v>
                </c:pt>
                <c:pt idx="178">
                  <c:v>10</c:v>
                </c:pt>
                <c:pt idx="179">
                  <c:v>10</c:v>
                </c:pt>
                <c:pt idx="180">
                  <c:v>10</c:v>
                </c:pt>
                <c:pt idx="181">
                  <c:v>10</c:v>
                </c:pt>
              </c:numCache>
            </c:numRef>
          </c:val>
          <c:smooth val="0"/>
          <c:extLst>
            <c:ext xmlns:c16="http://schemas.microsoft.com/office/drawing/2014/chart" uri="{C3380CC4-5D6E-409C-BE32-E72D297353CC}">
              <c16:uniqueId val="{0000016D-54F4-4F49-BF99-32C6A3633B7B}"/>
            </c:ext>
          </c:extLst>
        </c:ser>
        <c:ser>
          <c:idx val="2"/>
          <c:order val="2"/>
          <c:tx>
            <c:strRef>
              <c:f>'E4'!$D$1</c:f>
              <c:strCache>
                <c:ptCount val="1"/>
                <c:pt idx="0">
                  <c:v>Market label</c:v>
                </c:pt>
              </c:strCache>
            </c:strRef>
          </c:tx>
          <c:spPr>
            <a:ln>
              <a:noFill/>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16E-54F4-4F49-BF99-32C6A3633B7B}"/>
                </c:ext>
              </c:extLst>
            </c:dLbl>
            <c:dLbl>
              <c:idx val="1"/>
              <c:delete val="1"/>
              <c:extLst>
                <c:ext xmlns:c15="http://schemas.microsoft.com/office/drawing/2012/chart" uri="{CE6537A1-D6FC-4f65-9D91-7224C49458BB}"/>
                <c:ext xmlns:c16="http://schemas.microsoft.com/office/drawing/2014/chart" uri="{C3380CC4-5D6E-409C-BE32-E72D297353CC}">
                  <c16:uniqueId val="{0000016F-54F4-4F49-BF99-32C6A3633B7B}"/>
                </c:ext>
              </c:extLst>
            </c:dLbl>
            <c:dLbl>
              <c:idx val="2"/>
              <c:delete val="1"/>
              <c:extLst>
                <c:ext xmlns:c15="http://schemas.microsoft.com/office/drawing/2012/chart" uri="{CE6537A1-D6FC-4f65-9D91-7224C49458BB}"/>
                <c:ext xmlns:c16="http://schemas.microsoft.com/office/drawing/2014/chart" uri="{C3380CC4-5D6E-409C-BE32-E72D297353CC}">
                  <c16:uniqueId val="{00000170-54F4-4F49-BF99-32C6A3633B7B}"/>
                </c:ext>
              </c:extLst>
            </c:dLbl>
            <c:dLbl>
              <c:idx val="3"/>
              <c:delete val="1"/>
              <c:extLst>
                <c:ext xmlns:c15="http://schemas.microsoft.com/office/drawing/2012/chart" uri="{CE6537A1-D6FC-4f65-9D91-7224C49458BB}"/>
                <c:ext xmlns:c16="http://schemas.microsoft.com/office/drawing/2014/chart" uri="{C3380CC4-5D6E-409C-BE32-E72D297353CC}">
                  <c16:uniqueId val="{00000171-54F4-4F49-BF99-32C6A3633B7B}"/>
                </c:ext>
              </c:extLst>
            </c:dLbl>
            <c:dLbl>
              <c:idx val="4"/>
              <c:delete val="1"/>
              <c:extLst>
                <c:ext xmlns:c15="http://schemas.microsoft.com/office/drawing/2012/chart" uri="{CE6537A1-D6FC-4f65-9D91-7224C49458BB}"/>
                <c:ext xmlns:c16="http://schemas.microsoft.com/office/drawing/2014/chart" uri="{C3380CC4-5D6E-409C-BE32-E72D297353CC}">
                  <c16:uniqueId val="{00000172-54F4-4F49-BF99-32C6A3633B7B}"/>
                </c:ext>
              </c:extLst>
            </c:dLbl>
            <c:dLbl>
              <c:idx val="5"/>
              <c:delete val="1"/>
              <c:extLst>
                <c:ext xmlns:c15="http://schemas.microsoft.com/office/drawing/2012/chart" uri="{CE6537A1-D6FC-4f65-9D91-7224C49458BB}"/>
                <c:ext xmlns:c16="http://schemas.microsoft.com/office/drawing/2014/chart" uri="{C3380CC4-5D6E-409C-BE32-E72D297353CC}">
                  <c16:uniqueId val="{00000173-54F4-4F49-BF99-32C6A3633B7B}"/>
                </c:ext>
              </c:extLst>
            </c:dLbl>
            <c:dLbl>
              <c:idx val="6"/>
              <c:delete val="1"/>
              <c:extLst>
                <c:ext xmlns:c15="http://schemas.microsoft.com/office/drawing/2012/chart" uri="{CE6537A1-D6FC-4f65-9D91-7224C49458BB}"/>
                <c:ext xmlns:c16="http://schemas.microsoft.com/office/drawing/2014/chart" uri="{C3380CC4-5D6E-409C-BE32-E72D297353CC}">
                  <c16:uniqueId val="{00000174-54F4-4F49-BF99-32C6A3633B7B}"/>
                </c:ext>
              </c:extLst>
            </c:dLbl>
            <c:dLbl>
              <c:idx val="7"/>
              <c:delete val="1"/>
              <c:extLst>
                <c:ext xmlns:c15="http://schemas.microsoft.com/office/drawing/2012/chart" uri="{CE6537A1-D6FC-4f65-9D91-7224C49458BB}"/>
                <c:ext xmlns:c16="http://schemas.microsoft.com/office/drawing/2014/chart" uri="{C3380CC4-5D6E-409C-BE32-E72D297353CC}">
                  <c16:uniqueId val="{00000175-54F4-4F49-BF99-32C6A3633B7B}"/>
                </c:ext>
              </c:extLst>
            </c:dLbl>
            <c:dLbl>
              <c:idx val="8"/>
              <c:delete val="1"/>
              <c:extLst>
                <c:ext xmlns:c15="http://schemas.microsoft.com/office/drawing/2012/chart" uri="{CE6537A1-D6FC-4f65-9D91-7224C49458BB}"/>
                <c:ext xmlns:c16="http://schemas.microsoft.com/office/drawing/2014/chart" uri="{C3380CC4-5D6E-409C-BE32-E72D297353CC}">
                  <c16:uniqueId val="{00000176-54F4-4F49-BF99-32C6A3633B7B}"/>
                </c:ext>
              </c:extLst>
            </c:dLbl>
            <c:dLbl>
              <c:idx val="9"/>
              <c:delete val="1"/>
              <c:extLst>
                <c:ext xmlns:c15="http://schemas.microsoft.com/office/drawing/2012/chart" uri="{CE6537A1-D6FC-4f65-9D91-7224C49458BB}"/>
                <c:ext xmlns:c16="http://schemas.microsoft.com/office/drawing/2014/chart" uri="{C3380CC4-5D6E-409C-BE32-E72D297353CC}">
                  <c16:uniqueId val="{00000177-54F4-4F49-BF99-32C6A3633B7B}"/>
                </c:ext>
              </c:extLst>
            </c:dLbl>
            <c:dLbl>
              <c:idx val="10"/>
              <c:delete val="1"/>
              <c:extLst>
                <c:ext xmlns:c15="http://schemas.microsoft.com/office/drawing/2012/chart" uri="{CE6537A1-D6FC-4f65-9D91-7224C49458BB}"/>
                <c:ext xmlns:c16="http://schemas.microsoft.com/office/drawing/2014/chart" uri="{C3380CC4-5D6E-409C-BE32-E72D297353CC}">
                  <c16:uniqueId val="{00000178-54F4-4F49-BF99-32C6A3633B7B}"/>
                </c:ext>
              </c:extLst>
            </c:dLbl>
            <c:dLbl>
              <c:idx val="11"/>
              <c:delete val="1"/>
              <c:extLst>
                <c:ext xmlns:c15="http://schemas.microsoft.com/office/drawing/2012/chart" uri="{CE6537A1-D6FC-4f65-9D91-7224C49458BB}"/>
                <c:ext xmlns:c16="http://schemas.microsoft.com/office/drawing/2014/chart" uri="{C3380CC4-5D6E-409C-BE32-E72D297353CC}">
                  <c16:uniqueId val="{00000179-54F4-4F49-BF99-32C6A3633B7B}"/>
                </c:ext>
              </c:extLst>
            </c:dLbl>
            <c:dLbl>
              <c:idx val="12"/>
              <c:delete val="1"/>
              <c:extLst>
                <c:ext xmlns:c15="http://schemas.microsoft.com/office/drawing/2012/chart" uri="{CE6537A1-D6FC-4f65-9D91-7224C49458BB}"/>
                <c:ext xmlns:c16="http://schemas.microsoft.com/office/drawing/2014/chart" uri="{C3380CC4-5D6E-409C-BE32-E72D297353CC}">
                  <c16:uniqueId val="{0000017A-54F4-4F49-BF99-32C6A3633B7B}"/>
                </c:ext>
              </c:extLst>
            </c:dLbl>
            <c:dLbl>
              <c:idx val="13"/>
              <c:delete val="1"/>
              <c:extLst>
                <c:ext xmlns:c15="http://schemas.microsoft.com/office/drawing/2012/chart" uri="{CE6537A1-D6FC-4f65-9D91-7224C49458BB}"/>
                <c:ext xmlns:c16="http://schemas.microsoft.com/office/drawing/2014/chart" uri="{C3380CC4-5D6E-409C-BE32-E72D297353CC}">
                  <c16:uniqueId val="{0000017B-54F4-4F49-BF99-32C6A3633B7B}"/>
                </c:ext>
              </c:extLst>
            </c:dLbl>
            <c:dLbl>
              <c:idx val="14"/>
              <c:delete val="1"/>
              <c:extLst>
                <c:ext xmlns:c15="http://schemas.microsoft.com/office/drawing/2012/chart" uri="{CE6537A1-D6FC-4f65-9D91-7224C49458BB}"/>
                <c:ext xmlns:c16="http://schemas.microsoft.com/office/drawing/2014/chart" uri="{C3380CC4-5D6E-409C-BE32-E72D297353CC}">
                  <c16:uniqueId val="{0000017C-54F4-4F49-BF99-32C6A3633B7B}"/>
                </c:ext>
              </c:extLst>
            </c:dLbl>
            <c:dLbl>
              <c:idx val="15"/>
              <c:delete val="1"/>
              <c:extLst>
                <c:ext xmlns:c15="http://schemas.microsoft.com/office/drawing/2012/chart" uri="{CE6537A1-D6FC-4f65-9D91-7224C49458BB}"/>
                <c:ext xmlns:c16="http://schemas.microsoft.com/office/drawing/2014/chart" uri="{C3380CC4-5D6E-409C-BE32-E72D297353CC}">
                  <c16:uniqueId val="{0000017D-54F4-4F49-BF99-32C6A3633B7B}"/>
                </c:ext>
              </c:extLst>
            </c:dLbl>
            <c:dLbl>
              <c:idx val="16"/>
              <c:delete val="1"/>
              <c:extLst>
                <c:ext xmlns:c15="http://schemas.microsoft.com/office/drawing/2012/chart" uri="{CE6537A1-D6FC-4f65-9D91-7224C49458BB}"/>
                <c:ext xmlns:c16="http://schemas.microsoft.com/office/drawing/2014/chart" uri="{C3380CC4-5D6E-409C-BE32-E72D297353CC}">
                  <c16:uniqueId val="{0000017E-54F4-4F49-BF99-32C6A3633B7B}"/>
                </c:ext>
              </c:extLst>
            </c:dLbl>
            <c:dLbl>
              <c:idx val="17"/>
              <c:delete val="1"/>
              <c:extLst>
                <c:ext xmlns:c15="http://schemas.microsoft.com/office/drawing/2012/chart" uri="{CE6537A1-D6FC-4f65-9D91-7224C49458BB}"/>
                <c:ext xmlns:c16="http://schemas.microsoft.com/office/drawing/2014/chart" uri="{C3380CC4-5D6E-409C-BE32-E72D297353CC}">
                  <c16:uniqueId val="{0000017F-54F4-4F49-BF99-32C6A3633B7B}"/>
                </c:ext>
              </c:extLst>
            </c:dLbl>
            <c:dLbl>
              <c:idx val="18"/>
              <c:delete val="1"/>
              <c:extLst>
                <c:ext xmlns:c15="http://schemas.microsoft.com/office/drawing/2012/chart" uri="{CE6537A1-D6FC-4f65-9D91-7224C49458BB}"/>
                <c:ext xmlns:c16="http://schemas.microsoft.com/office/drawing/2014/chart" uri="{C3380CC4-5D6E-409C-BE32-E72D297353CC}">
                  <c16:uniqueId val="{00000180-54F4-4F49-BF99-32C6A3633B7B}"/>
                </c:ext>
              </c:extLst>
            </c:dLbl>
            <c:dLbl>
              <c:idx val="19"/>
              <c:delete val="1"/>
              <c:extLst>
                <c:ext xmlns:c15="http://schemas.microsoft.com/office/drawing/2012/chart" uri="{CE6537A1-D6FC-4f65-9D91-7224C49458BB}"/>
                <c:ext xmlns:c16="http://schemas.microsoft.com/office/drawing/2014/chart" uri="{C3380CC4-5D6E-409C-BE32-E72D297353CC}">
                  <c16:uniqueId val="{00000181-54F4-4F49-BF99-32C6A3633B7B}"/>
                </c:ext>
              </c:extLst>
            </c:dLbl>
            <c:dLbl>
              <c:idx val="20"/>
              <c:delete val="1"/>
              <c:extLst>
                <c:ext xmlns:c15="http://schemas.microsoft.com/office/drawing/2012/chart" uri="{CE6537A1-D6FC-4f65-9D91-7224C49458BB}"/>
                <c:ext xmlns:c16="http://schemas.microsoft.com/office/drawing/2014/chart" uri="{C3380CC4-5D6E-409C-BE32-E72D297353CC}">
                  <c16:uniqueId val="{00000182-54F4-4F49-BF99-32C6A3633B7B}"/>
                </c:ext>
              </c:extLst>
            </c:dLbl>
            <c:dLbl>
              <c:idx val="21"/>
              <c:delete val="1"/>
              <c:extLst>
                <c:ext xmlns:c15="http://schemas.microsoft.com/office/drawing/2012/chart" uri="{CE6537A1-D6FC-4f65-9D91-7224C49458BB}"/>
                <c:ext xmlns:c16="http://schemas.microsoft.com/office/drawing/2014/chart" uri="{C3380CC4-5D6E-409C-BE32-E72D297353CC}">
                  <c16:uniqueId val="{00000183-54F4-4F49-BF99-32C6A3633B7B}"/>
                </c:ext>
              </c:extLst>
            </c:dLbl>
            <c:dLbl>
              <c:idx val="22"/>
              <c:delete val="1"/>
              <c:extLst>
                <c:ext xmlns:c15="http://schemas.microsoft.com/office/drawing/2012/chart" uri="{CE6537A1-D6FC-4f65-9D91-7224C49458BB}"/>
                <c:ext xmlns:c16="http://schemas.microsoft.com/office/drawing/2014/chart" uri="{C3380CC4-5D6E-409C-BE32-E72D297353CC}">
                  <c16:uniqueId val="{00000184-54F4-4F49-BF99-32C6A3633B7B}"/>
                </c:ext>
              </c:extLst>
            </c:dLbl>
            <c:dLbl>
              <c:idx val="23"/>
              <c:delete val="1"/>
              <c:extLst>
                <c:ext xmlns:c15="http://schemas.microsoft.com/office/drawing/2012/chart" uri="{CE6537A1-D6FC-4f65-9D91-7224C49458BB}"/>
                <c:ext xmlns:c16="http://schemas.microsoft.com/office/drawing/2014/chart" uri="{C3380CC4-5D6E-409C-BE32-E72D297353CC}">
                  <c16:uniqueId val="{00000185-54F4-4F49-BF99-32C6A3633B7B}"/>
                </c:ext>
              </c:extLst>
            </c:dLbl>
            <c:dLbl>
              <c:idx val="24"/>
              <c:delete val="1"/>
              <c:extLst>
                <c:ext xmlns:c15="http://schemas.microsoft.com/office/drawing/2012/chart" uri="{CE6537A1-D6FC-4f65-9D91-7224C49458BB}"/>
                <c:ext xmlns:c16="http://schemas.microsoft.com/office/drawing/2014/chart" uri="{C3380CC4-5D6E-409C-BE32-E72D297353CC}">
                  <c16:uniqueId val="{00000186-54F4-4F49-BF99-32C6A3633B7B}"/>
                </c:ext>
              </c:extLst>
            </c:dLbl>
            <c:dLbl>
              <c:idx val="25"/>
              <c:delete val="1"/>
              <c:extLst>
                <c:ext xmlns:c15="http://schemas.microsoft.com/office/drawing/2012/chart" uri="{CE6537A1-D6FC-4f65-9D91-7224C49458BB}"/>
                <c:ext xmlns:c16="http://schemas.microsoft.com/office/drawing/2014/chart" uri="{C3380CC4-5D6E-409C-BE32-E72D297353CC}">
                  <c16:uniqueId val="{00000187-54F4-4F49-BF99-32C6A3633B7B}"/>
                </c:ext>
              </c:extLst>
            </c:dLbl>
            <c:dLbl>
              <c:idx val="26"/>
              <c:delete val="1"/>
              <c:extLst>
                <c:ext xmlns:c15="http://schemas.microsoft.com/office/drawing/2012/chart" uri="{CE6537A1-D6FC-4f65-9D91-7224C49458BB}"/>
                <c:ext xmlns:c16="http://schemas.microsoft.com/office/drawing/2014/chart" uri="{C3380CC4-5D6E-409C-BE32-E72D297353CC}">
                  <c16:uniqueId val="{00000188-54F4-4F49-BF99-32C6A3633B7B}"/>
                </c:ext>
              </c:extLst>
            </c:dLbl>
            <c:dLbl>
              <c:idx val="27"/>
              <c:delete val="1"/>
              <c:extLst>
                <c:ext xmlns:c15="http://schemas.microsoft.com/office/drawing/2012/chart" uri="{CE6537A1-D6FC-4f65-9D91-7224C49458BB}"/>
                <c:ext xmlns:c16="http://schemas.microsoft.com/office/drawing/2014/chart" uri="{C3380CC4-5D6E-409C-BE32-E72D297353CC}">
                  <c16:uniqueId val="{00000189-54F4-4F49-BF99-32C6A3633B7B}"/>
                </c:ext>
              </c:extLst>
            </c:dLbl>
            <c:dLbl>
              <c:idx val="28"/>
              <c:delete val="1"/>
              <c:extLst>
                <c:ext xmlns:c15="http://schemas.microsoft.com/office/drawing/2012/chart" uri="{CE6537A1-D6FC-4f65-9D91-7224C49458BB}"/>
                <c:ext xmlns:c16="http://schemas.microsoft.com/office/drawing/2014/chart" uri="{C3380CC4-5D6E-409C-BE32-E72D297353CC}">
                  <c16:uniqueId val="{0000018A-54F4-4F49-BF99-32C6A3633B7B}"/>
                </c:ext>
              </c:extLst>
            </c:dLbl>
            <c:dLbl>
              <c:idx val="29"/>
              <c:delete val="1"/>
              <c:extLst>
                <c:ext xmlns:c15="http://schemas.microsoft.com/office/drawing/2012/chart" uri="{CE6537A1-D6FC-4f65-9D91-7224C49458BB}"/>
                <c:ext xmlns:c16="http://schemas.microsoft.com/office/drawing/2014/chart" uri="{C3380CC4-5D6E-409C-BE32-E72D297353CC}">
                  <c16:uniqueId val="{0000018B-54F4-4F49-BF99-32C6A3633B7B}"/>
                </c:ext>
              </c:extLst>
            </c:dLbl>
            <c:dLbl>
              <c:idx val="30"/>
              <c:delete val="1"/>
              <c:extLst>
                <c:ext xmlns:c15="http://schemas.microsoft.com/office/drawing/2012/chart" uri="{CE6537A1-D6FC-4f65-9D91-7224C49458BB}"/>
                <c:ext xmlns:c16="http://schemas.microsoft.com/office/drawing/2014/chart" uri="{C3380CC4-5D6E-409C-BE32-E72D297353CC}">
                  <c16:uniqueId val="{0000018C-54F4-4F49-BF99-32C6A3633B7B}"/>
                </c:ext>
              </c:extLst>
            </c:dLbl>
            <c:dLbl>
              <c:idx val="31"/>
              <c:delete val="1"/>
              <c:extLst>
                <c:ext xmlns:c15="http://schemas.microsoft.com/office/drawing/2012/chart" uri="{CE6537A1-D6FC-4f65-9D91-7224C49458BB}"/>
                <c:ext xmlns:c16="http://schemas.microsoft.com/office/drawing/2014/chart" uri="{C3380CC4-5D6E-409C-BE32-E72D297353CC}">
                  <c16:uniqueId val="{0000018D-54F4-4F49-BF99-32C6A3633B7B}"/>
                </c:ext>
              </c:extLst>
            </c:dLbl>
            <c:dLbl>
              <c:idx val="32"/>
              <c:delete val="1"/>
              <c:extLst>
                <c:ext xmlns:c15="http://schemas.microsoft.com/office/drawing/2012/chart" uri="{CE6537A1-D6FC-4f65-9D91-7224C49458BB}"/>
                <c:ext xmlns:c16="http://schemas.microsoft.com/office/drawing/2014/chart" uri="{C3380CC4-5D6E-409C-BE32-E72D297353CC}">
                  <c16:uniqueId val="{0000018E-54F4-4F49-BF99-32C6A3633B7B}"/>
                </c:ext>
              </c:extLst>
            </c:dLbl>
            <c:dLbl>
              <c:idx val="33"/>
              <c:delete val="1"/>
              <c:extLst>
                <c:ext xmlns:c15="http://schemas.microsoft.com/office/drawing/2012/chart" uri="{CE6537A1-D6FC-4f65-9D91-7224C49458BB}"/>
                <c:ext xmlns:c16="http://schemas.microsoft.com/office/drawing/2014/chart" uri="{C3380CC4-5D6E-409C-BE32-E72D297353CC}">
                  <c16:uniqueId val="{0000018F-54F4-4F49-BF99-32C6A3633B7B}"/>
                </c:ext>
              </c:extLst>
            </c:dLbl>
            <c:dLbl>
              <c:idx val="34"/>
              <c:delete val="1"/>
              <c:extLst>
                <c:ext xmlns:c15="http://schemas.microsoft.com/office/drawing/2012/chart" uri="{CE6537A1-D6FC-4f65-9D91-7224C49458BB}"/>
                <c:ext xmlns:c16="http://schemas.microsoft.com/office/drawing/2014/chart" uri="{C3380CC4-5D6E-409C-BE32-E72D297353CC}">
                  <c16:uniqueId val="{00000190-54F4-4F49-BF99-32C6A3633B7B}"/>
                </c:ext>
              </c:extLst>
            </c:dLbl>
            <c:dLbl>
              <c:idx val="35"/>
              <c:delete val="1"/>
              <c:extLst>
                <c:ext xmlns:c15="http://schemas.microsoft.com/office/drawing/2012/chart" uri="{CE6537A1-D6FC-4f65-9D91-7224C49458BB}"/>
                <c:ext xmlns:c16="http://schemas.microsoft.com/office/drawing/2014/chart" uri="{C3380CC4-5D6E-409C-BE32-E72D297353CC}">
                  <c16:uniqueId val="{00000191-54F4-4F49-BF99-32C6A3633B7B}"/>
                </c:ext>
              </c:extLst>
            </c:dLbl>
            <c:dLbl>
              <c:idx val="36"/>
              <c:delete val="1"/>
              <c:extLst>
                <c:ext xmlns:c15="http://schemas.microsoft.com/office/drawing/2012/chart" uri="{CE6537A1-D6FC-4f65-9D91-7224C49458BB}"/>
                <c:ext xmlns:c16="http://schemas.microsoft.com/office/drawing/2014/chart" uri="{C3380CC4-5D6E-409C-BE32-E72D297353CC}">
                  <c16:uniqueId val="{00000192-54F4-4F49-BF99-32C6A3633B7B}"/>
                </c:ext>
              </c:extLst>
            </c:dLbl>
            <c:dLbl>
              <c:idx val="37"/>
              <c:delete val="1"/>
              <c:extLst>
                <c:ext xmlns:c15="http://schemas.microsoft.com/office/drawing/2012/chart" uri="{CE6537A1-D6FC-4f65-9D91-7224C49458BB}"/>
                <c:ext xmlns:c16="http://schemas.microsoft.com/office/drawing/2014/chart" uri="{C3380CC4-5D6E-409C-BE32-E72D297353CC}">
                  <c16:uniqueId val="{00000193-54F4-4F49-BF99-32C6A3633B7B}"/>
                </c:ext>
              </c:extLst>
            </c:dLbl>
            <c:dLbl>
              <c:idx val="38"/>
              <c:delete val="1"/>
              <c:extLst>
                <c:ext xmlns:c15="http://schemas.microsoft.com/office/drawing/2012/chart" uri="{CE6537A1-D6FC-4f65-9D91-7224C49458BB}"/>
                <c:ext xmlns:c16="http://schemas.microsoft.com/office/drawing/2014/chart" uri="{C3380CC4-5D6E-409C-BE32-E72D297353CC}">
                  <c16:uniqueId val="{00000194-54F4-4F49-BF99-32C6A3633B7B}"/>
                </c:ext>
              </c:extLst>
            </c:dLbl>
            <c:dLbl>
              <c:idx val="39"/>
              <c:delete val="1"/>
              <c:extLst>
                <c:ext xmlns:c15="http://schemas.microsoft.com/office/drawing/2012/chart" uri="{CE6537A1-D6FC-4f65-9D91-7224C49458BB}"/>
                <c:ext xmlns:c16="http://schemas.microsoft.com/office/drawing/2014/chart" uri="{C3380CC4-5D6E-409C-BE32-E72D297353CC}">
                  <c16:uniqueId val="{00000195-54F4-4F49-BF99-32C6A3633B7B}"/>
                </c:ext>
              </c:extLst>
            </c:dLbl>
            <c:dLbl>
              <c:idx val="40"/>
              <c:delete val="1"/>
              <c:extLst>
                <c:ext xmlns:c15="http://schemas.microsoft.com/office/drawing/2012/chart" uri="{CE6537A1-D6FC-4f65-9D91-7224C49458BB}"/>
                <c:ext xmlns:c16="http://schemas.microsoft.com/office/drawing/2014/chart" uri="{C3380CC4-5D6E-409C-BE32-E72D297353CC}">
                  <c16:uniqueId val="{00000196-54F4-4F49-BF99-32C6A3633B7B}"/>
                </c:ext>
              </c:extLst>
            </c:dLbl>
            <c:dLbl>
              <c:idx val="41"/>
              <c:delete val="1"/>
              <c:extLst>
                <c:ext xmlns:c15="http://schemas.microsoft.com/office/drawing/2012/chart" uri="{CE6537A1-D6FC-4f65-9D91-7224C49458BB}"/>
                <c:ext xmlns:c16="http://schemas.microsoft.com/office/drawing/2014/chart" uri="{C3380CC4-5D6E-409C-BE32-E72D297353CC}">
                  <c16:uniqueId val="{00000197-54F4-4F49-BF99-32C6A3633B7B}"/>
                </c:ext>
              </c:extLst>
            </c:dLbl>
            <c:dLbl>
              <c:idx val="42"/>
              <c:delete val="1"/>
              <c:extLst>
                <c:ext xmlns:c15="http://schemas.microsoft.com/office/drawing/2012/chart" uri="{CE6537A1-D6FC-4f65-9D91-7224C49458BB}"/>
                <c:ext xmlns:c16="http://schemas.microsoft.com/office/drawing/2014/chart" uri="{C3380CC4-5D6E-409C-BE32-E72D297353CC}">
                  <c16:uniqueId val="{00000198-54F4-4F49-BF99-32C6A3633B7B}"/>
                </c:ext>
              </c:extLst>
            </c:dLbl>
            <c:dLbl>
              <c:idx val="43"/>
              <c:delete val="1"/>
              <c:extLst>
                <c:ext xmlns:c15="http://schemas.microsoft.com/office/drawing/2012/chart" uri="{CE6537A1-D6FC-4f65-9D91-7224C49458BB}"/>
                <c:ext xmlns:c16="http://schemas.microsoft.com/office/drawing/2014/chart" uri="{C3380CC4-5D6E-409C-BE32-E72D297353CC}">
                  <c16:uniqueId val="{00000199-54F4-4F49-BF99-32C6A3633B7B}"/>
                </c:ext>
              </c:extLst>
            </c:dLbl>
            <c:dLbl>
              <c:idx val="44"/>
              <c:delete val="1"/>
              <c:extLst>
                <c:ext xmlns:c15="http://schemas.microsoft.com/office/drawing/2012/chart" uri="{CE6537A1-D6FC-4f65-9D91-7224C49458BB}"/>
                <c:ext xmlns:c16="http://schemas.microsoft.com/office/drawing/2014/chart" uri="{C3380CC4-5D6E-409C-BE32-E72D297353CC}">
                  <c16:uniqueId val="{0000019A-54F4-4F49-BF99-32C6A3633B7B}"/>
                </c:ext>
              </c:extLst>
            </c:dLbl>
            <c:dLbl>
              <c:idx val="45"/>
              <c:delete val="1"/>
              <c:extLst>
                <c:ext xmlns:c15="http://schemas.microsoft.com/office/drawing/2012/chart" uri="{CE6537A1-D6FC-4f65-9D91-7224C49458BB}"/>
                <c:ext xmlns:c16="http://schemas.microsoft.com/office/drawing/2014/chart" uri="{C3380CC4-5D6E-409C-BE32-E72D297353CC}">
                  <c16:uniqueId val="{0000019B-54F4-4F49-BF99-32C6A3633B7B}"/>
                </c:ext>
              </c:extLst>
            </c:dLbl>
            <c:dLbl>
              <c:idx val="46"/>
              <c:delete val="1"/>
              <c:extLst>
                <c:ext xmlns:c15="http://schemas.microsoft.com/office/drawing/2012/chart" uri="{CE6537A1-D6FC-4f65-9D91-7224C49458BB}"/>
                <c:ext xmlns:c16="http://schemas.microsoft.com/office/drawing/2014/chart" uri="{C3380CC4-5D6E-409C-BE32-E72D297353CC}">
                  <c16:uniqueId val="{0000019C-54F4-4F49-BF99-32C6A3633B7B}"/>
                </c:ext>
              </c:extLst>
            </c:dLbl>
            <c:dLbl>
              <c:idx val="47"/>
              <c:delete val="1"/>
              <c:extLst>
                <c:ext xmlns:c15="http://schemas.microsoft.com/office/drawing/2012/chart" uri="{CE6537A1-D6FC-4f65-9D91-7224C49458BB}"/>
                <c:ext xmlns:c16="http://schemas.microsoft.com/office/drawing/2014/chart" uri="{C3380CC4-5D6E-409C-BE32-E72D297353CC}">
                  <c16:uniqueId val="{0000019D-54F4-4F49-BF99-32C6A3633B7B}"/>
                </c:ext>
              </c:extLst>
            </c:dLbl>
            <c:dLbl>
              <c:idx val="48"/>
              <c:delete val="1"/>
              <c:extLst>
                <c:ext xmlns:c15="http://schemas.microsoft.com/office/drawing/2012/chart" uri="{CE6537A1-D6FC-4f65-9D91-7224C49458BB}"/>
                <c:ext xmlns:c16="http://schemas.microsoft.com/office/drawing/2014/chart" uri="{C3380CC4-5D6E-409C-BE32-E72D297353CC}">
                  <c16:uniqueId val="{0000019E-54F4-4F49-BF99-32C6A3633B7B}"/>
                </c:ext>
              </c:extLst>
            </c:dLbl>
            <c:dLbl>
              <c:idx val="49"/>
              <c:delete val="1"/>
              <c:extLst>
                <c:ext xmlns:c15="http://schemas.microsoft.com/office/drawing/2012/chart" uri="{CE6537A1-D6FC-4f65-9D91-7224C49458BB}"/>
                <c:ext xmlns:c16="http://schemas.microsoft.com/office/drawing/2014/chart" uri="{C3380CC4-5D6E-409C-BE32-E72D297353CC}">
                  <c16:uniqueId val="{0000019F-54F4-4F49-BF99-32C6A3633B7B}"/>
                </c:ext>
              </c:extLst>
            </c:dLbl>
            <c:dLbl>
              <c:idx val="50"/>
              <c:delete val="1"/>
              <c:extLst>
                <c:ext xmlns:c15="http://schemas.microsoft.com/office/drawing/2012/chart" uri="{CE6537A1-D6FC-4f65-9D91-7224C49458BB}"/>
                <c:ext xmlns:c16="http://schemas.microsoft.com/office/drawing/2014/chart" uri="{C3380CC4-5D6E-409C-BE32-E72D297353CC}">
                  <c16:uniqueId val="{000001A0-54F4-4F49-BF99-32C6A3633B7B}"/>
                </c:ext>
              </c:extLst>
            </c:dLbl>
            <c:dLbl>
              <c:idx val="51"/>
              <c:delete val="1"/>
              <c:extLst>
                <c:ext xmlns:c15="http://schemas.microsoft.com/office/drawing/2012/chart" uri="{CE6537A1-D6FC-4f65-9D91-7224C49458BB}"/>
                <c:ext xmlns:c16="http://schemas.microsoft.com/office/drawing/2014/chart" uri="{C3380CC4-5D6E-409C-BE32-E72D297353CC}">
                  <c16:uniqueId val="{000001A1-54F4-4F49-BF99-32C6A3633B7B}"/>
                </c:ext>
              </c:extLst>
            </c:dLbl>
            <c:dLbl>
              <c:idx val="52"/>
              <c:delete val="1"/>
              <c:extLst>
                <c:ext xmlns:c15="http://schemas.microsoft.com/office/drawing/2012/chart" uri="{CE6537A1-D6FC-4f65-9D91-7224C49458BB}"/>
                <c:ext xmlns:c16="http://schemas.microsoft.com/office/drawing/2014/chart" uri="{C3380CC4-5D6E-409C-BE32-E72D297353CC}">
                  <c16:uniqueId val="{000001A2-54F4-4F49-BF99-32C6A3633B7B}"/>
                </c:ext>
              </c:extLst>
            </c:dLbl>
            <c:dLbl>
              <c:idx val="53"/>
              <c:delete val="1"/>
              <c:extLst>
                <c:ext xmlns:c15="http://schemas.microsoft.com/office/drawing/2012/chart" uri="{CE6537A1-D6FC-4f65-9D91-7224C49458BB}"/>
                <c:ext xmlns:c16="http://schemas.microsoft.com/office/drawing/2014/chart" uri="{C3380CC4-5D6E-409C-BE32-E72D297353CC}">
                  <c16:uniqueId val="{000001A3-54F4-4F49-BF99-32C6A3633B7B}"/>
                </c:ext>
              </c:extLst>
            </c:dLbl>
            <c:dLbl>
              <c:idx val="54"/>
              <c:delete val="1"/>
              <c:extLst>
                <c:ext xmlns:c15="http://schemas.microsoft.com/office/drawing/2012/chart" uri="{CE6537A1-D6FC-4f65-9D91-7224C49458BB}"/>
                <c:ext xmlns:c16="http://schemas.microsoft.com/office/drawing/2014/chart" uri="{C3380CC4-5D6E-409C-BE32-E72D297353CC}">
                  <c16:uniqueId val="{000001A4-54F4-4F49-BF99-32C6A3633B7B}"/>
                </c:ext>
              </c:extLst>
            </c:dLbl>
            <c:dLbl>
              <c:idx val="55"/>
              <c:delete val="1"/>
              <c:extLst>
                <c:ext xmlns:c15="http://schemas.microsoft.com/office/drawing/2012/chart" uri="{CE6537A1-D6FC-4f65-9D91-7224C49458BB}"/>
                <c:ext xmlns:c16="http://schemas.microsoft.com/office/drawing/2014/chart" uri="{C3380CC4-5D6E-409C-BE32-E72D297353CC}">
                  <c16:uniqueId val="{000001A5-54F4-4F49-BF99-32C6A3633B7B}"/>
                </c:ext>
              </c:extLst>
            </c:dLbl>
            <c:dLbl>
              <c:idx val="56"/>
              <c:delete val="1"/>
              <c:extLst>
                <c:ext xmlns:c15="http://schemas.microsoft.com/office/drawing/2012/chart" uri="{CE6537A1-D6FC-4f65-9D91-7224C49458BB}"/>
                <c:ext xmlns:c16="http://schemas.microsoft.com/office/drawing/2014/chart" uri="{C3380CC4-5D6E-409C-BE32-E72D297353CC}">
                  <c16:uniqueId val="{000001A6-54F4-4F49-BF99-32C6A3633B7B}"/>
                </c:ext>
              </c:extLst>
            </c:dLbl>
            <c:dLbl>
              <c:idx val="57"/>
              <c:delete val="1"/>
              <c:extLst>
                <c:ext xmlns:c15="http://schemas.microsoft.com/office/drawing/2012/chart" uri="{CE6537A1-D6FC-4f65-9D91-7224C49458BB}"/>
                <c:ext xmlns:c16="http://schemas.microsoft.com/office/drawing/2014/chart" uri="{C3380CC4-5D6E-409C-BE32-E72D297353CC}">
                  <c16:uniqueId val="{000001A7-54F4-4F49-BF99-32C6A3633B7B}"/>
                </c:ext>
              </c:extLst>
            </c:dLbl>
            <c:dLbl>
              <c:idx val="58"/>
              <c:delete val="1"/>
              <c:extLst>
                <c:ext xmlns:c15="http://schemas.microsoft.com/office/drawing/2012/chart" uri="{CE6537A1-D6FC-4f65-9D91-7224C49458BB}"/>
                <c:ext xmlns:c16="http://schemas.microsoft.com/office/drawing/2014/chart" uri="{C3380CC4-5D6E-409C-BE32-E72D297353CC}">
                  <c16:uniqueId val="{000001A8-54F4-4F49-BF99-32C6A3633B7B}"/>
                </c:ext>
              </c:extLst>
            </c:dLbl>
            <c:dLbl>
              <c:idx val="59"/>
              <c:delete val="1"/>
              <c:extLst>
                <c:ext xmlns:c15="http://schemas.microsoft.com/office/drawing/2012/chart" uri="{CE6537A1-D6FC-4f65-9D91-7224C49458BB}"/>
                <c:ext xmlns:c16="http://schemas.microsoft.com/office/drawing/2014/chart" uri="{C3380CC4-5D6E-409C-BE32-E72D297353CC}">
                  <c16:uniqueId val="{000001A9-54F4-4F49-BF99-32C6A3633B7B}"/>
                </c:ext>
              </c:extLst>
            </c:dLbl>
            <c:dLbl>
              <c:idx val="60"/>
              <c:delete val="1"/>
              <c:extLst>
                <c:ext xmlns:c15="http://schemas.microsoft.com/office/drawing/2012/chart" uri="{CE6537A1-D6FC-4f65-9D91-7224C49458BB}"/>
                <c:ext xmlns:c16="http://schemas.microsoft.com/office/drawing/2014/chart" uri="{C3380CC4-5D6E-409C-BE32-E72D297353CC}">
                  <c16:uniqueId val="{000001AA-54F4-4F49-BF99-32C6A3633B7B}"/>
                </c:ext>
              </c:extLst>
            </c:dLbl>
            <c:dLbl>
              <c:idx val="61"/>
              <c:delete val="1"/>
              <c:extLst>
                <c:ext xmlns:c15="http://schemas.microsoft.com/office/drawing/2012/chart" uri="{CE6537A1-D6FC-4f65-9D91-7224C49458BB}"/>
                <c:ext xmlns:c16="http://schemas.microsoft.com/office/drawing/2014/chart" uri="{C3380CC4-5D6E-409C-BE32-E72D297353CC}">
                  <c16:uniqueId val="{000001AB-54F4-4F49-BF99-32C6A3633B7B}"/>
                </c:ext>
              </c:extLst>
            </c:dLbl>
            <c:dLbl>
              <c:idx val="62"/>
              <c:delete val="1"/>
              <c:extLst>
                <c:ext xmlns:c15="http://schemas.microsoft.com/office/drawing/2012/chart" uri="{CE6537A1-D6FC-4f65-9D91-7224C49458BB}"/>
                <c:ext xmlns:c16="http://schemas.microsoft.com/office/drawing/2014/chart" uri="{C3380CC4-5D6E-409C-BE32-E72D297353CC}">
                  <c16:uniqueId val="{000001AC-54F4-4F49-BF99-32C6A3633B7B}"/>
                </c:ext>
              </c:extLst>
            </c:dLbl>
            <c:dLbl>
              <c:idx val="63"/>
              <c:delete val="1"/>
              <c:extLst>
                <c:ext xmlns:c15="http://schemas.microsoft.com/office/drawing/2012/chart" uri="{CE6537A1-D6FC-4f65-9D91-7224C49458BB}"/>
                <c:ext xmlns:c16="http://schemas.microsoft.com/office/drawing/2014/chart" uri="{C3380CC4-5D6E-409C-BE32-E72D297353CC}">
                  <c16:uniqueId val="{000001AD-54F4-4F49-BF99-32C6A3633B7B}"/>
                </c:ext>
              </c:extLst>
            </c:dLbl>
            <c:dLbl>
              <c:idx val="64"/>
              <c:delete val="1"/>
              <c:extLst>
                <c:ext xmlns:c15="http://schemas.microsoft.com/office/drawing/2012/chart" uri="{CE6537A1-D6FC-4f65-9D91-7224C49458BB}"/>
                <c:ext xmlns:c16="http://schemas.microsoft.com/office/drawing/2014/chart" uri="{C3380CC4-5D6E-409C-BE32-E72D297353CC}">
                  <c16:uniqueId val="{000001AE-54F4-4F49-BF99-32C6A3633B7B}"/>
                </c:ext>
              </c:extLst>
            </c:dLbl>
            <c:dLbl>
              <c:idx val="65"/>
              <c:delete val="1"/>
              <c:extLst>
                <c:ext xmlns:c15="http://schemas.microsoft.com/office/drawing/2012/chart" uri="{CE6537A1-D6FC-4f65-9D91-7224C49458BB}"/>
                <c:ext xmlns:c16="http://schemas.microsoft.com/office/drawing/2014/chart" uri="{C3380CC4-5D6E-409C-BE32-E72D297353CC}">
                  <c16:uniqueId val="{000001AF-54F4-4F49-BF99-32C6A3633B7B}"/>
                </c:ext>
              </c:extLst>
            </c:dLbl>
            <c:dLbl>
              <c:idx val="66"/>
              <c:delete val="1"/>
              <c:extLst>
                <c:ext xmlns:c15="http://schemas.microsoft.com/office/drawing/2012/chart" uri="{CE6537A1-D6FC-4f65-9D91-7224C49458BB}"/>
                <c:ext xmlns:c16="http://schemas.microsoft.com/office/drawing/2014/chart" uri="{C3380CC4-5D6E-409C-BE32-E72D297353CC}">
                  <c16:uniqueId val="{000001B0-54F4-4F49-BF99-32C6A3633B7B}"/>
                </c:ext>
              </c:extLst>
            </c:dLbl>
            <c:dLbl>
              <c:idx val="67"/>
              <c:delete val="1"/>
              <c:extLst>
                <c:ext xmlns:c15="http://schemas.microsoft.com/office/drawing/2012/chart" uri="{CE6537A1-D6FC-4f65-9D91-7224C49458BB}"/>
                <c:ext xmlns:c16="http://schemas.microsoft.com/office/drawing/2014/chart" uri="{C3380CC4-5D6E-409C-BE32-E72D297353CC}">
                  <c16:uniqueId val="{000001B1-54F4-4F49-BF99-32C6A3633B7B}"/>
                </c:ext>
              </c:extLst>
            </c:dLbl>
            <c:dLbl>
              <c:idx val="68"/>
              <c:delete val="1"/>
              <c:extLst>
                <c:ext xmlns:c15="http://schemas.microsoft.com/office/drawing/2012/chart" uri="{CE6537A1-D6FC-4f65-9D91-7224C49458BB}"/>
                <c:ext xmlns:c16="http://schemas.microsoft.com/office/drawing/2014/chart" uri="{C3380CC4-5D6E-409C-BE32-E72D297353CC}">
                  <c16:uniqueId val="{000001B2-54F4-4F49-BF99-32C6A3633B7B}"/>
                </c:ext>
              </c:extLst>
            </c:dLbl>
            <c:dLbl>
              <c:idx val="69"/>
              <c:delete val="1"/>
              <c:extLst>
                <c:ext xmlns:c15="http://schemas.microsoft.com/office/drawing/2012/chart" uri="{CE6537A1-D6FC-4f65-9D91-7224C49458BB}"/>
                <c:ext xmlns:c16="http://schemas.microsoft.com/office/drawing/2014/chart" uri="{C3380CC4-5D6E-409C-BE32-E72D297353CC}">
                  <c16:uniqueId val="{000001B3-54F4-4F49-BF99-32C6A3633B7B}"/>
                </c:ext>
              </c:extLst>
            </c:dLbl>
            <c:dLbl>
              <c:idx val="70"/>
              <c:delete val="1"/>
              <c:extLst>
                <c:ext xmlns:c15="http://schemas.microsoft.com/office/drawing/2012/chart" uri="{CE6537A1-D6FC-4f65-9D91-7224C49458BB}"/>
                <c:ext xmlns:c16="http://schemas.microsoft.com/office/drawing/2014/chart" uri="{C3380CC4-5D6E-409C-BE32-E72D297353CC}">
                  <c16:uniqueId val="{000001B4-54F4-4F49-BF99-32C6A3633B7B}"/>
                </c:ext>
              </c:extLst>
            </c:dLbl>
            <c:dLbl>
              <c:idx val="71"/>
              <c:delete val="1"/>
              <c:extLst>
                <c:ext xmlns:c15="http://schemas.microsoft.com/office/drawing/2012/chart" uri="{CE6537A1-D6FC-4f65-9D91-7224C49458BB}"/>
                <c:ext xmlns:c16="http://schemas.microsoft.com/office/drawing/2014/chart" uri="{C3380CC4-5D6E-409C-BE32-E72D297353CC}">
                  <c16:uniqueId val="{000001B5-54F4-4F49-BF99-32C6A3633B7B}"/>
                </c:ext>
              </c:extLst>
            </c:dLbl>
            <c:dLbl>
              <c:idx val="72"/>
              <c:delete val="1"/>
              <c:extLst>
                <c:ext xmlns:c15="http://schemas.microsoft.com/office/drawing/2012/chart" uri="{CE6537A1-D6FC-4f65-9D91-7224C49458BB}"/>
                <c:ext xmlns:c16="http://schemas.microsoft.com/office/drawing/2014/chart" uri="{C3380CC4-5D6E-409C-BE32-E72D297353CC}">
                  <c16:uniqueId val="{000001B6-54F4-4F49-BF99-32C6A3633B7B}"/>
                </c:ext>
              </c:extLst>
            </c:dLbl>
            <c:dLbl>
              <c:idx val="73"/>
              <c:delete val="1"/>
              <c:extLst>
                <c:ext xmlns:c15="http://schemas.microsoft.com/office/drawing/2012/chart" uri="{CE6537A1-D6FC-4f65-9D91-7224C49458BB}"/>
                <c:ext xmlns:c16="http://schemas.microsoft.com/office/drawing/2014/chart" uri="{C3380CC4-5D6E-409C-BE32-E72D297353CC}">
                  <c16:uniqueId val="{000001B7-54F4-4F49-BF99-32C6A3633B7B}"/>
                </c:ext>
              </c:extLst>
            </c:dLbl>
            <c:dLbl>
              <c:idx val="74"/>
              <c:delete val="1"/>
              <c:extLst>
                <c:ext xmlns:c15="http://schemas.microsoft.com/office/drawing/2012/chart" uri="{CE6537A1-D6FC-4f65-9D91-7224C49458BB}"/>
                <c:ext xmlns:c16="http://schemas.microsoft.com/office/drawing/2014/chart" uri="{C3380CC4-5D6E-409C-BE32-E72D297353CC}">
                  <c16:uniqueId val="{000001B8-54F4-4F49-BF99-32C6A3633B7B}"/>
                </c:ext>
              </c:extLst>
            </c:dLbl>
            <c:dLbl>
              <c:idx val="75"/>
              <c:delete val="1"/>
              <c:extLst>
                <c:ext xmlns:c15="http://schemas.microsoft.com/office/drawing/2012/chart" uri="{CE6537A1-D6FC-4f65-9D91-7224C49458BB}"/>
                <c:ext xmlns:c16="http://schemas.microsoft.com/office/drawing/2014/chart" uri="{C3380CC4-5D6E-409C-BE32-E72D297353CC}">
                  <c16:uniqueId val="{000001B9-54F4-4F49-BF99-32C6A3633B7B}"/>
                </c:ext>
              </c:extLst>
            </c:dLbl>
            <c:dLbl>
              <c:idx val="76"/>
              <c:delete val="1"/>
              <c:extLst>
                <c:ext xmlns:c15="http://schemas.microsoft.com/office/drawing/2012/chart" uri="{CE6537A1-D6FC-4f65-9D91-7224C49458BB}"/>
                <c:ext xmlns:c16="http://schemas.microsoft.com/office/drawing/2014/chart" uri="{C3380CC4-5D6E-409C-BE32-E72D297353CC}">
                  <c16:uniqueId val="{000001BA-54F4-4F49-BF99-32C6A3633B7B}"/>
                </c:ext>
              </c:extLst>
            </c:dLbl>
            <c:dLbl>
              <c:idx val="77"/>
              <c:delete val="1"/>
              <c:extLst>
                <c:ext xmlns:c15="http://schemas.microsoft.com/office/drawing/2012/chart" uri="{CE6537A1-D6FC-4f65-9D91-7224C49458BB}"/>
                <c:ext xmlns:c16="http://schemas.microsoft.com/office/drawing/2014/chart" uri="{C3380CC4-5D6E-409C-BE32-E72D297353CC}">
                  <c16:uniqueId val="{000001BB-54F4-4F49-BF99-32C6A3633B7B}"/>
                </c:ext>
              </c:extLst>
            </c:dLbl>
            <c:dLbl>
              <c:idx val="78"/>
              <c:delete val="1"/>
              <c:extLst>
                <c:ext xmlns:c15="http://schemas.microsoft.com/office/drawing/2012/chart" uri="{CE6537A1-D6FC-4f65-9D91-7224C49458BB}"/>
                <c:ext xmlns:c16="http://schemas.microsoft.com/office/drawing/2014/chart" uri="{C3380CC4-5D6E-409C-BE32-E72D297353CC}">
                  <c16:uniqueId val="{000001BC-54F4-4F49-BF99-32C6A3633B7B}"/>
                </c:ext>
              </c:extLst>
            </c:dLbl>
            <c:dLbl>
              <c:idx val="79"/>
              <c:delete val="1"/>
              <c:extLst>
                <c:ext xmlns:c15="http://schemas.microsoft.com/office/drawing/2012/chart" uri="{CE6537A1-D6FC-4f65-9D91-7224C49458BB}"/>
                <c:ext xmlns:c16="http://schemas.microsoft.com/office/drawing/2014/chart" uri="{C3380CC4-5D6E-409C-BE32-E72D297353CC}">
                  <c16:uniqueId val="{000001BD-54F4-4F49-BF99-32C6A3633B7B}"/>
                </c:ext>
              </c:extLst>
            </c:dLbl>
            <c:dLbl>
              <c:idx val="80"/>
              <c:delete val="1"/>
              <c:extLst>
                <c:ext xmlns:c15="http://schemas.microsoft.com/office/drawing/2012/chart" uri="{CE6537A1-D6FC-4f65-9D91-7224C49458BB}"/>
                <c:ext xmlns:c16="http://schemas.microsoft.com/office/drawing/2014/chart" uri="{C3380CC4-5D6E-409C-BE32-E72D297353CC}">
                  <c16:uniqueId val="{000001BE-54F4-4F49-BF99-32C6A3633B7B}"/>
                </c:ext>
              </c:extLst>
            </c:dLbl>
            <c:dLbl>
              <c:idx val="81"/>
              <c:delete val="1"/>
              <c:extLst>
                <c:ext xmlns:c15="http://schemas.microsoft.com/office/drawing/2012/chart" uri="{CE6537A1-D6FC-4f65-9D91-7224C49458BB}"/>
                <c:ext xmlns:c16="http://schemas.microsoft.com/office/drawing/2014/chart" uri="{C3380CC4-5D6E-409C-BE32-E72D297353CC}">
                  <c16:uniqueId val="{000001BF-54F4-4F49-BF99-32C6A3633B7B}"/>
                </c:ext>
              </c:extLst>
            </c:dLbl>
            <c:dLbl>
              <c:idx val="82"/>
              <c:delete val="1"/>
              <c:extLst>
                <c:ext xmlns:c15="http://schemas.microsoft.com/office/drawing/2012/chart" uri="{CE6537A1-D6FC-4f65-9D91-7224C49458BB}"/>
                <c:ext xmlns:c16="http://schemas.microsoft.com/office/drawing/2014/chart" uri="{C3380CC4-5D6E-409C-BE32-E72D297353CC}">
                  <c16:uniqueId val="{000001C0-54F4-4F49-BF99-32C6A3633B7B}"/>
                </c:ext>
              </c:extLst>
            </c:dLbl>
            <c:dLbl>
              <c:idx val="83"/>
              <c:delete val="1"/>
              <c:extLst>
                <c:ext xmlns:c15="http://schemas.microsoft.com/office/drawing/2012/chart" uri="{CE6537A1-D6FC-4f65-9D91-7224C49458BB}"/>
                <c:ext xmlns:c16="http://schemas.microsoft.com/office/drawing/2014/chart" uri="{C3380CC4-5D6E-409C-BE32-E72D297353CC}">
                  <c16:uniqueId val="{000001C1-54F4-4F49-BF99-32C6A3633B7B}"/>
                </c:ext>
              </c:extLst>
            </c:dLbl>
            <c:dLbl>
              <c:idx val="84"/>
              <c:delete val="1"/>
              <c:extLst>
                <c:ext xmlns:c15="http://schemas.microsoft.com/office/drawing/2012/chart" uri="{CE6537A1-D6FC-4f65-9D91-7224C49458BB}"/>
                <c:ext xmlns:c16="http://schemas.microsoft.com/office/drawing/2014/chart" uri="{C3380CC4-5D6E-409C-BE32-E72D297353CC}">
                  <c16:uniqueId val="{000001C2-54F4-4F49-BF99-32C6A3633B7B}"/>
                </c:ext>
              </c:extLst>
            </c:dLbl>
            <c:dLbl>
              <c:idx val="85"/>
              <c:delete val="1"/>
              <c:extLst>
                <c:ext xmlns:c15="http://schemas.microsoft.com/office/drawing/2012/chart" uri="{CE6537A1-D6FC-4f65-9D91-7224C49458BB}"/>
                <c:ext xmlns:c16="http://schemas.microsoft.com/office/drawing/2014/chart" uri="{C3380CC4-5D6E-409C-BE32-E72D297353CC}">
                  <c16:uniqueId val="{000001C3-54F4-4F49-BF99-32C6A3633B7B}"/>
                </c:ext>
              </c:extLst>
            </c:dLbl>
            <c:dLbl>
              <c:idx val="86"/>
              <c:delete val="1"/>
              <c:extLst>
                <c:ext xmlns:c15="http://schemas.microsoft.com/office/drawing/2012/chart" uri="{CE6537A1-D6FC-4f65-9D91-7224C49458BB}"/>
                <c:ext xmlns:c16="http://schemas.microsoft.com/office/drawing/2014/chart" uri="{C3380CC4-5D6E-409C-BE32-E72D297353CC}">
                  <c16:uniqueId val="{000001C4-54F4-4F49-BF99-32C6A3633B7B}"/>
                </c:ext>
              </c:extLst>
            </c:dLbl>
            <c:dLbl>
              <c:idx val="87"/>
              <c:delete val="1"/>
              <c:extLst>
                <c:ext xmlns:c15="http://schemas.microsoft.com/office/drawing/2012/chart" uri="{CE6537A1-D6FC-4f65-9D91-7224C49458BB}"/>
                <c:ext xmlns:c16="http://schemas.microsoft.com/office/drawing/2014/chart" uri="{C3380CC4-5D6E-409C-BE32-E72D297353CC}">
                  <c16:uniqueId val="{000001C5-54F4-4F49-BF99-32C6A3633B7B}"/>
                </c:ext>
              </c:extLst>
            </c:dLbl>
            <c:dLbl>
              <c:idx val="88"/>
              <c:delete val="1"/>
              <c:extLst>
                <c:ext xmlns:c15="http://schemas.microsoft.com/office/drawing/2012/chart" uri="{CE6537A1-D6FC-4f65-9D91-7224C49458BB}"/>
                <c:ext xmlns:c16="http://schemas.microsoft.com/office/drawing/2014/chart" uri="{C3380CC4-5D6E-409C-BE32-E72D297353CC}">
                  <c16:uniqueId val="{000001C6-54F4-4F49-BF99-32C6A3633B7B}"/>
                </c:ext>
              </c:extLst>
            </c:dLbl>
            <c:dLbl>
              <c:idx val="89"/>
              <c:delete val="1"/>
              <c:extLst>
                <c:ext xmlns:c15="http://schemas.microsoft.com/office/drawing/2012/chart" uri="{CE6537A1-D6FC-4f65-9D91-7224C49458BB}"/>
                <c:ext xmlns:c16="http://schemas.microsoft.com/office/drawing/2014/chart" uri="{C3380CC4-5D6E-409C-BE32-E72D297353CC}">
                  <c16:uniqueId val="{000001C7-54F4-4F49-BF99-32C6A3633B7B}"/>
                </c:ext>
              </c:extLst>
            </c:dLbl>
            <c:dLbl>
              <c:idx val="90"/>
              <c:delete val="1"/>
              <c:extLst>
                <c:ext xmlns:c15="http://schemas.microsoft.com/office/drawing/2012/chart" uri="{CE6537A1-D6FC-4f65-9D91-7224C49458BB}"/>
                <c:ext xmlns:c16="http://schemas.microsoft.com/office/drawing/2014/chart" uri="{C3380CC4-5D6E-409C-BE32-E72D297353CC}">
                  <c16:uniqueId val="{000001C8-54F4-4F49-BF99-32C6A3633B7B}"/>
                </c:ext>
              </c:extLst>
            </c:dLbl>
            <c:dLbl>
              <c:idx val="91"/>
              <c:delete val="1"/>
              <c:extLst>
                <c:ext xmlns:c15="http://schemas.microsoft.com/office/drawing/2012/chart" uri="{CE6537A1-D6FC-4f65-9D91-7224C49458BB}"/>
                <c:ext xmlns:c16="http://schemas.microsoft.com/office/drawing/2014/chart" uri="{C3380CC4-5D6E-409C-BE32-E72D297353CC}">
                  <c16:uniqueId val="{000001C9-54F4-4F49-BF99-32C6A3633B7B}"/>
                </c:ext>
              </c:extLst>
            </c:dLbl>
            <c:dLbl>
              <c:idx val="92"/>
              <c:delete val="1"/>
              <c:extLst>
                <c:ext xmlns:c15="http://schemas.microsoft.com/office/drawing/2012/chart" uri="{CE6537A1-D6FC-4f65-9D91-7224C49458BB}"/>
                <c:ext xmlns:c16="http://schemas.microsoft.com/office/drawing/2014/chart" uri="{C3380CC4-5D6E-409C-BE32-E72D297353CC}">
                  <c16:uniqueId val="{000001CA-54F4-4F49-BF99-32C6A3633B7B}"/>
                </c:ext>
              </c:extLst>
            </c:dLbl>
            <c:dLbl>
              <c:idx val="93"/>
              <c:delete val="1"/>
              <c:extLst>
                <c:ext xmlns:c15="http://schemas.microsoft.com/office/drawing/2012/chart" uri="{CE6537A1-D6FC-4f65-9D91-7224C49458BB}"/>
                <c:ext xmlns:c16="http://schemas.microsoft.com/office/drawing/2014/chart" uri="{C3380CC4-5D6E-409C-BE32-E72D297353CC}">
                  <c16:uniqueId val="{000001CB-54F4-4F49-BF99-32C6A3633B7B}"/>
                </c:ext>
              </c:extLst>
            </c:dLbl>
            <c:dLbl>
              <c:idx val="94"/>
              <c:delete val="1"/>
              <c:extLst>
                <c:ext xmlns:c15="http://schemas.microsoft.com/office/drawing/2012/chart" uri="{CE6537A1-D6FC-4f65-9D91-7224C49458BB}"/>
                <c:ext xmlns:c16="http://schemas.microsoft.com/office/drawing/2014/chart" uri="{C3380CC4-5D6E-409C-BE32-E72D297353CC}">
                  <c16:uniqueId val="{000001CC-54F4-4F49-BF99-32C6A3633B7B}"/>
                </c:ext>
              </c:extLst>
            </c:dLbl>
            <c:dLbl>
              <c:idx val="95"/>
              <c:delete val="1"/>
              <c:extLst>
                <c:ext xmlns:c15="http://schemas.microsoft.com/office/drawing/2012/chart" uri="{CE6537A1-D6FC-4f65-9D91-7224C49458BB}"/>
                <c:ext xmlns:c16="http://schemas.microsoft.com/office/drawing/2014/chart" uri="{C3380CC4-5D6E-409C-BE32-E72D297353CC}">
                  <c16:uniqueId val="{000001CD-54F4-4F49-BF99-32C6A3633B7B}"/>
                </c:ext>
              </c:extLst>
            </c:dLbl>
            <c:dLbl>
              <c:idx val="96"/>
              <c:delete val="1"/>
              <c:extLst>
                <c:ext xmlns:c15="http://schemas.microsoft.com/office/drawing/2012/chart" uri="{CE6537A1-D6FC-4f65-9D91-7224C49458BB}"/>
                <c:ext xmlns:c16="http://schemas.microsoft.com/office/drawing/2014/chart" uri="{C3380CC4-5D6E-409C-BE32-E72D297353CC}">
                  <c16:uniqueId val="{000001CE-54F4-4F49-BF99-32C6A3633B7B}"/>
                </c:ext>
              </c:extLst>
            </c:dLbl>
            <c:dLbl>
              <c:idx val="97"/>
              <c:delete val="1"/>
              <c:extLst>
                <c:ext xmlns:c15="http://schemas.microsoft.com/office/drawing/2012/chart" uri="{CE6537A1-D6FC-4f65-9D91-7224C49458BB}"/>
                <c:ext xmlns:c16="http://schemas.microsoft.com/office/drawing/2014/chart" uri="{C3380CC4-5D6E-409C-BE32-E72D297353CC}">
                  <c16:uniqueId val="{000001CF-54F4-4F49-BF99-32C6A3633B7B}"/>
                </c:ext>
              </c:extLst>
            </c:dLbl>
            <c:dLbl>
              <c:idx val="98"/>
              <c:delete val="1"/>
              <c:extLst>
                <c:ext xmlns:c15="http://schemas.microsoft.com/office/drawing/2012/chart" uri="{CE6537A1-D6FC-4f65-9D91-7224C49458BB}"/>
                <c:ext xmlns:c16="http://schemas.microsoft.com/office/drawing/2014/chart" uri="{C3380CC4-5D6E-409C-BE32-E72D297353CC}">
                  <c16:uniqueId val="{000001D0-54F4-4F49-BF99-32C6A3633B7B}"/>
                </c:ext>
              </c:extLst>
            </c:dLbl>
            <c:dLbl>
              <c:idx val="99"/>
              <c:delete val="1"/>
              <c:extLst>
                <c:ext xmlns:c15="http://schemas.microsoft.com/office/drawing/2012/chart" uri="{CE6537A1-D6FC-4f65-9D91-7224C49458BB}"/>
                <c:ext xmlns:c16="http://schemas.microsoft.com/office/drawing/2014/chart" uri="{C3380CC4-5D6E-409C-BE32-E72D297353CC}">
                  <c16:uniqueId val="{000001D1-54F4-4F49-BF99-32C6A3633B7B}"/>
                </c:ext>
              </c:extLst>
            </c:dLbl>
            <c:dLbl>
              <c:idx val="100"/>
              <c:delete val="1"/>
              <c:extLst>
                <c:ext xmlns:c15="http://schemas.microsoft.com/office/drawing/2012/chart" uri="{CE6537A1-D6FC-4f65-9D91-7224C49458BB}"/>
                <c:ext xmlns:c16="http://schemas.microsoft.com/office/drawing/2014/chart" uri="{C3380CC4-5D6E-409C-BE32-E72D297353CC}">
                  <c16:uniqueId val="{000001D2-54F4-4F49-BF99-32C6A3633B7B}"/>
                </c:ext>
              </c:extLst>
            </c:dLbl>
            <c:dLbl>
              <c:idx val="101"/>
              <c:delete val="1"/>
              <c:extLst>
                <c:ext xmlns:c15="http://schemas.microsoft.com/office/drawing/2012/chart" uri="{CE6537A1-D6FC-4f65-9D91-7224C49458BB}"/>
                <c:ext xmlns:c16="http://schemas.microsoft.com/office/drawing/2014/chart" uri="{C3380CC4-5D6E-409C-BE32-E72D297353CC}">
                  <c16:uniqueId val="{000001D3-54F4-4F49-BF99-32C6A3633B7B}"/>
                </c:ext>
              </c:extLst>
            </c:dLbl>
            <c:dLbl>
              <c:idx val="102"/>
              <c:delete val="1"/>
              <c:extLst>
                <c:ext xmlns:c15="http://schemas.microsoft.com/office/drawing/2012/chart" uri="{CE6537A1-D6FC-4f65-9D91-7224C49458BB}"/>
                <c:ext xmlns:c16="http://schemas.microsoft.com/office/drawing/2014/chart" uri="{C3380CC4-5D6E-409C-BE32-E72D297353CC}">
                  <c16:uniqueId val="{000001D4-54F4-4F49-BF99-32C6A3633B7B}"/>
                </c:ext>
              </c:extLst>
            </c:dLbl>
            <c:dLbl>
              <c:idx val="103"/>
              <c:delete val="1"/>
              <c:extLst>
                <c:ext xmlns:c15="http://schemas.microsoft.com/office/drawing/2012/chart" uri="{CE6537A1-D6FC-4f65-9D91-7224C49458BB}"/>
                <c:ext xmlns:c16="http://schemas.microsoft.com/office/drawing/2014/chart" uri="{C3380CC4-5D6E-409C-BE32-E72D297353CC}">
                  <c16:uniqueId val="{000001D5-54F4-4F49-BF99-32C6A3633B7B}"/>
                </c:ext>
              </c:extLst>
            </c:dLbl>
            <c:dLbl>
              <c:idx val="104"/>
              <c:delete val="1"/>
              <c:extLst>
                <c:ext xmlns:c15="http://schemas.microsoft.com/office/drawing/2012/chart" uri="{CE6537A1-D6FC-4f65-9D91-7224C49458BB}"/>
                <c:ext xmlns:c16="http://schemas.microsoft.com/office/drawing/2014/chart" uri="{C3380CC4-5D6E-409C-BE32-E72D297353CC}">
                  <c16:uniqueId val="{000001D6-54F4-4F49-BF99-32C6A3633B7B}"/>
                </c:ext>
              </c:extLst>
            </c:dLbl>
            <c:dLbl>
              <c:idx val="105"/>
              <c:delete val="1"/>
              <c:extLst>
                <c:ext xmlns:c15="http://schemas.microsoft.com/office/drawing/2012/chart" uri="{CE6537A1-D6FC-4f65-9D91-7224C49458BB}"/>
                <c:ext xmlns:c16="http://schemas.microsoft.com/office/drawing/2014/chart" uri="{C3380CC4-5D6E-409C-BE32-E72D297353CC}">
                  <c16:uniqueId val="{000001D7-54F4-4F49-BF99-32C6A3633B7B}"/>
                </c:ext>
              </c:extLst>
            </c:dLbl>
            <c:dLbl>
              <c:idx val="106"/>
              <c:delete val="1"/>
              <c:extLst>
                <c:ext xmlns:c15="http://schemas.microsoft.com/office/drawing/2012/chart" uri="{CE6537A1-D6FC-4f65-9D91-7224C49458BB}"/>
                <c:ext xmlns:c16="http://schemas.microsoft.com/office/drawing/2014/chart" uri="{C3380CC4-5D6E-409C-BE32-E72D297353CC}">
                  <c16:uniqueId val="{000001D8-54F4-4F49-BF99-32C6A3633B7B}"/>
                </c:ext>
              </c:extLst>
            </c:dLbl>
            <c:dLbl>
              <c:idx val="107"/>
              <c:delete val="1"/>
              <c:extLst>
                <c:ext xmlns:c15="http://schemas.microsoft.com/office/drawing/2012/chart" uri="{CE6537A1-D6FC-4f65-9D91-7224C49458BB}"/>
                <c:ext xmlns:c16="http://schemas.microsoft.com/office/drawing/2014/chart" uri="{C3380CC4-5D6E-409C-BE32-E72D297353CC}">
                  <c16:uniqueId val="{000001D9-54F4-4F49-BF99-32C6A3633B7B}"/>
                </c:ext>
              </c:extLst>
            </c:dLbl>
            <c:dLbl>
              <c:idx val="108"/>
              <c:delete val="1"/>
              <c:extLst>
                <c:ext xmlns:c15="http://schemas.microsoft.com/office/drawing/2012/chart" uri="{CE6537A1-D6FC-4f65-9D91-7224C49458BB}"/>
                <c:ext xmlns:c16="http://schemas.microsoft.com/office/drawing/2014/chart" uri="{C3380CC4-5D6E-409C-BE32-E72D297353CC}">
                  <c16:uniqueId val="{000001DA-54F4-4F49-BF99-32C6A3633B7B}"/>
                </c:ext>
              </c:extLst>
            </c:dLbl>
            <c:dLbl>
              <c:idx val="109"/>
              <c:delete val="1"/>
              <c:extLst>
                <c:ext xmlns:c15="http://schemas.microsoft.com/office/drawing/2012/chart" uri="{CE6537A1-D6FC-4f65-9D91-7224C49458BB}"/>
                <c:ext xmlns:c16="http://schemas.microsoft.com/office/drawing/2014/chart" uri="{C3380CC4-5D6E-409C-BE32-E72D297353CC}">
                  <c16:uniqueId val="{000001DB-54F4-4F49-BF99-32C6A3633B7B}"/>
                </c:ext>
              </c:extLst>
            </c:dLbl>
            <c:dLbl>
              <c:idx val="110"/>
              <c:delete val="1"/>
              <c:extLst>
                <c:ext xmlns:c15="http://schemas.microsoft.com/office/drawing/2012/chart" uri="{CE6537A1-D6FC-4f65-9D91-7224C49458BB}"/>
                <c:ext xmlns:c16="http://schemas.microsoft.com/office/drawing/2014/chart" uri="{C3380CC4-5D6E-409C-BE32-E72D297353CC}">
                  <c16:uniqueId val="{000001DC-54F4-4F49-BF99-32C6A3633B7B}"/>
                </c:ext>
              </c:extLst>
            </c:dLbl>
            <c:dLbl>
              <c:idx val="111"/>
              <c:delete val="1"/>
              <c:extLst>
                <c:ext xmlns:c15="http://schemas.microsoft.com/office/drawing/2012/chart" uri="{CE6537A1-D6FC-4f65-9D91-7224C49458BB}"/>
                <c:ext xmlns:c16="http://schemas.microsoft.com/office/drawing/2014/chart" uri="{C3380CC4-5D6E-409C-BE32-E72D297353CC}">
                  <c16:uniqueId val="{000001DD-54F4-4F49-BF99-32C6A3633B7B}"/>
                </c:ext>
              </c:extLst>
            </c:dLbl>
            <c:dLbl>
              <c:idx val="112"/>
              <c:delete val="1"/>
              <c:extLst>
                <c:ext xmlns:c15="http://schemas.microsoft.com/office/drawing/2012/chart" uri="{CE6537A1-D6FC-4f65-9D91-7224C49458BB}"/>
                <c:ext xmlns:c16="http://schemas.microsoft.com/office/drawing/2014/chart" uri="{C3380CC4-5D6E-409C-BE32-E72D297353CC}">
                  <c16:uniqueId val="{000001DE-54F4-4F49-BF99-32C6A3633B7B}"/>
                </c:ext>
              </c:extLst>
            </c:dLbl>
            <c:dLbl>
              <c:idx val="113"/>
              <c:delete val="1"/>
              <c:extLst>
                <c:ext xmlns:c15="http://schemas.microsoft.com/office/drawing/2012/chart" uri="{CE6537A1-D6FC-4f65-9D91-7224C49458BB}"/>
                <c:ext xmlns:c16="http://schemas.microsoft.com/office/drawing/2014/chart" uri="{C3380CC4-5D6E-409C-BE32-E72D297353CC}">
                  <c16:uniqueId val="{000001DF-54F4-4F49-BF99-32C6A3633B7B}"/>
                </c:ext>
              </c:extLst>
            </c:dLbl>
            <c:dLbl>
              <c:idx val="114"/>
              <c:delete val="1"/>
              <c:extLst>
                <c:ext xmlns:c15="http://schemas.microsoft.com/office/drawing/2012/chart" uri="{CE6537A1-D6FC-4f65-9D91-7224C49458BB}"/>
                <c:ext xmlns:c16="http://schemas.microsoft.com/office/drawing/2014/chart" uri="{C3380CC4-5D6E-409C-BE32-E72D297353CC}">
                  <c16:uniqueId val="{000001E0-54F4-4F49-BF99-32C6A3633B7B}"/>
                </c:ext>
              </c:extLst>
            </c:dLbl>
            <c:dLbl>
              <c:idx val="115"/>
              <c:delete val="1"/>
              <c:extLst>
                <c:ext xmlns:c15="http://schemas.microsoft.com/office/drawing/2012/chart" uri="{CE6537A1-D6FC-4f65-9D91-7224C49458BB}"/>
                <c:ext xmlns:c16="http://schemas.microsoft.com/office/drawing/2014/chart" uri="{C3380CC4-5D6E-409C-BE32-E72D297353CC}">
                  <c16:uniqueId val="{000001E1-54F4-4F49-BF99-32C6A3633B7B}"/>
                </c:ext>
              </c:extLst>
            </c:dLbl>
            <c:dLbl>
              <c:idx val="116"/>
              <c:delete val="1"/>
              <c:extLst>
                <c:ext xmlns:c15="http://schemas.microsoft.com/office/drawing/2012/chart" uri="{CE6537A1-D6FC-4f65-9D91-7224C49458BB}"/>
                <c:ext xmlns:c16="http://schemas.microsoft.com/office/drawing/2014/chart" uri="{C3380CC4-5D6E-409C-BE32-E72D297353CC}">
                  <c16:uniqueId val="{000001E2-54F4-4F49-BF99-32C6A3633B7B}"/>
                </c:ext>
              </c:extLst>
            </c:dLbl>
            <c:dLbl>
              <c:idx val="117"/>
              <c:delete val="1"/>
              <c:extLst>
                <c:ext xmlns:c15="http://schemas.microsoft.com/office/drawing/2012/chart" uri="{CE6537A1-D6FC-4f65-9D91-7224C49458BB}"/>
                <c:ext xmlns:c16="http://schemas.microsoft.com/office/drawing/2014/chart" uri="{C3380CC4-5D6E-409C-BE32-E72D297353CC}">
                  <c16:uniqueId val="{000001E3-54F4-4F49-BF99-32C6A3633B7B}"/>
                </c:ext>
              </c:extLst>
            </c:dLbl>
            <c:dLbl>
              <c:idx val="118"/>
              <c:delete val="1"/>
              <c:extLst>
                <c:ext xmlns:c15="http://schemas.microsoft.com/office/drawing/2012/chart" uri="{CE6537A1-D6FC-4f65-9D91-7224C49458BB}"/>
                <c:ext xmlns:c16="http://schemas.microsoft.com/office/drawing/2014/chart" uri="{C3380CC4-5D6E-409C-BE32-E72D297353CC}">
                  <c16:uniqueId val="{000001E4-54F4-4F49-BF99-32C6A3633B7B}"/>
                </c:ext>
              </c:extLst>
            </c:dLbl>
            <c:dLbl>
              <c:idx val="119"/>
              <c:delete val="1"/>
              <c:extLst>
                <c:ext xmlns:c15="http://schemas.microsoft.com/office/drawing/2012/chart" uri="{CE6537A1-D6FC-4f65-9D91-7224C49458BB}"/>
                <c:ext xmlns:c16="http://schemas.microsoft.com/office/drawing/2014/chart" uri="{C3380CC4-5D6E-409C-BE32-E72D297353CC}">
                  <c16:uniqueId val="{000001E5-54F4-4F49-BF99-32C6A3633B7B}"/>
                </c:ext>
              </c:extLst>
            </c:dLbl>
            <c:dLbl>
              <c:idx val="120"/>
              <c:delete val="1"/>
              <c:extLst>
                <c:ext xmlns:c15="http://schemas.microsoft.com/office/drawing/2012/chart" uri="{CE6537A1-D6FC-4f65-9D91-7224C49458BB}"/>
                <c:ext xmlns:c16="http://schemas.microsoft.com/office/drawing/2014/chart" uri="{C3380CC4-5D6E-409C-BE32-E72D297353CC}">
                  <c16:uniqueId val="{000001E6-54F4-4F49-BF99-32C6A3633B7B}"/>
                </c:ext>
              </c:extLst>
            </c:dLbl>
            <c:dLbl>
              <c:idx val="121"/>
              <c:delete val="1"/>
              <c:extLst>
                <c:ext xmlns:c15="http://schemas.microsoft.com/office/drawing/2012/chart" uri="{CE6537A1-D6FC-4f65-9D91-7224C49458BB}"/>
                <c:ext xmlns:c16="http://schemas.microsoft.com/office/drawing/2014/chart" uri="{C3380CC4-5D6E-409C-BE32-E72D297353CC}">
                  <c16:uniqueId val="{000001E7-54F4-4F49-BF99-32C6A3633B7B}"/>
                </c:ext>
              </c:extLst>
            </c:dLbl>
            <c:dLbl>
              <c:idx val="122"/>
              <c:delete val="1"/>
              <c:extLst>
                <c:ext xmlns:c15="http://schemas.microsoft.com/office/drawing/2012/chart" uri="{CE6537A1-D6FC-4f65-9D91-7224C49458BB}"/>
                <c:ext xmlns:c16="http://schemas.microsoft.com/office/drawing/2014/chart" uri="{C3380CC4-5D6E-409C-BE32-E72D297353CC}">
                  <c16:uniqueId val="{000001E8-54F4-4F49-BF99-32C6A3633B7B}"/>
                </c:ext>
              </c:extLst>
            </c:dLbl>
            <c:dLbl>
              <c:idx val="123"/>
              <c:delete val="1"/>
              <c:extLst>
                <c:ext xmlns:c15="http://schemas.microsoft.com/office/drawing/2012/chart" uri="{CE6537A1-D6FC-4f65-9D91-7224C49458BB}"/>
                <c:ext xmlns:c16="http://schemas.microsoft.com/office/drawing/2014/chart" uri="{C3380CC4-5D6E-409C-BE32-E72D297353CC}">
                  <c16:uniqueId val="{000001E9-54F4-4F49-BF99-32C6A3633B7B}"/>
                </c:ext>
              </c:extLst>
            </c:dLbl>
            <c:dLbl>
              <c:idx val="124"/>
              <c:delete val="1"/>
              <c:extLst>
                <c:ext xmlns:c15="http://schemas.microsoft.com/office/drawing/2012/chart" uri="{CE6537A1-D6FC-4f65-9D91-7224C49458BB}"/>
                <c:ext xmlns:c16="http://schemas.microsoft.com/office/drawing/2014/chart" uri="{C3380CC4-5D6E-409C-BE32-E72D297353CC}">
                  <c16:uniqueId val="{000001EA-54F4-4F49-BF99-32C6A3633B7B}"/>
                </c:ext>
              </c:extLst>
            </c:dLbl>
            <c:dLbl>
              <c:idx val="125"/>
              <c:delete val="1"/>
              <c:extLst>
                <c:ext xmlns:c15="http://schemas.microsoft.com/office/drawing/2012/chart" uri="{CE6537A1-D6FC-4f65-9D91-7224C49458BB}"/>
                <c:ext xmlns:c16="http://schemas.microsoft.com/office/drawing/2014/chart" uri="{C3380CC4-5D6E-409C-BE32-E72D297353CC}">
                  <c16:uniqueId val="{000001EB-54F4-4F49-BF99-32C6A3633B7B}"/>
                </c:ext>
              </c:extLst>
            </c:dLbl>
            <c:dLbl>
              <c:idx val="126"/>
              <c:delete val="1"/>
              <c:extLst>
                <c:ext xmlns:c15="http://schemas.microsoft.com/office/drawing/2012/chart" uri="{CE6537A1-D6FC-4f65-9D91-7224C49458BB}"/>
                <c:ext xmlns:c16="http://schemas.microsoft.com/office/drawing/2014/chart" uri="{C3380CC4-5D6E-409C-BE32-E72D297353CC}">
                  <c16:uniqueId val="{000001EC-54F4-4F49-BF99-32C6A3633B7B}"/>
                </c:ext>
              </c:extLst>
            </c:dLbl>
            <c:dLbl>
              <c:idx val="127"/>
              <c:delete val="1"/>
              <c:extLst>
                <c:ext xmlns:c15="http://schemas.microsoft.com/office/drawing/2012/chart" uri="{CE6537A1-D6FC-4f65-9D91-7224C49458BB}"/>
                <c:ext xmlns:c16="http://schemas.microsoft.com/office/drawing/2014/chart" uri="{C3380CC4-5D6E-409C-BE32-E72D297353CC}">
                  <c16:uniqueId val="{000001ED-54F4-4F49-BF99-32C6A3633B7B}"/>
                </c:ext>
              </c:extLst>
            </c:dLbl>
            <c:dLbl>
              <c:idx val="128"/>
              <c:delete val="1"/>
              <c:extLst>
                <c:ext xmlns:c15="http://schemas.microsoft.com/office/drawing/2012/chart" uri="{CE6537A1-D6FC-4f65-9D91-7224C49458BB}"/>
                <c:ext xmlns:c16="http://schemas.microsoft.com/office/drawing/2014/chart" uri="{C3380CC4-5D6E-409C-BE32-E72D297353CC}">
                  <c16:uniqueId val="{000001EE-54F4-4F49-BF99-32C6A3633B7B}"/>
                </c:ext>
              </c:extLst>
            </c:dLbl>
            <c:dLbl>
              <c:idx val="129"/>
              <c:delete val="1"/>
              <c:extLst>
                <c:ext xmlns:c15="http://schemas.microsoft.com/office/drawing/2012/chart" uri="{CE6537A1-D6FC-4f65-9D91-7224C49458BB}"/>
                <c:ext xmlns:c16="http://schemas.microsoft.com/office/drawing/2014/chart" uri="{C3380CC4-5D6E-409C-BE32-E72D297353CC}">
                  <c16:uniqueId val="{000001EF-54F4-4F49-BF99-32C6A3633B7B}"/>
                </c:ext>
              </c:extLst>
            </c:dLbl>
            <c:dLbl>
              <c:idx val="130"/>
              <c:delete val="1"/>
              <c:extLst>
                <c:ext xmlns:c15="http://schemas.microsoft.com/office/drawing/2012/chart" uri="{CE6537A1-D6FC-4f65-9D91-7224C49458BB}"/>
                <c:ext xmlns:c16="http://schemas.microsoft.com/office/drawing/2014/chart" uri="{C3380CC4-5D6E-409C-BE32-E72D297353CC}">
                  <c16:uniqueId val="{000001F0-54F4-4F49-BF99-32C6A3633B7B}"/>
                </c:ext>
              </c:extLst>
            </c:dLbl>
            <c:dLbl>
              <c:idx val="131"/>
              <c:delete val="1"/>
              <c:extLst>
                <c:ext xmlns:c15="http://schemas.microsoft.com/office/drawing/2012/chart" uri="{CE6537A1-D6FC-4f65-9D91-7224C49458BB}"/>
                <c:ext xmlns:c16="http://schemas.microsoft.com/office/drawing/2014/chart" uri="{C3380CC4-5D6E-409C-BE32-E72D297353CC}">
                  <c16:uniqueId val="{000001F1-54F4-4F49-BF99-32C6A3633B7B}"/>
                </c:ext>
              </c:extLst>
            </c:dLbl>
            <c:dLbl>
              <c:idx val="132"/>
              <c:delete val="1"/>
              <c:extLst>
                <c:ext xmlns:c15="http://schemas.microsoft.com/office/drawing/2012/chart" uri="{CE6537A1-D6FC-4f65-9D91-7224C49458BB}"/>
                <c:ext xmlns:c16="http://schemas.microsoft.com/office/drawing/2014/chart" uri="{C3380CC4-5D6E-409C-BE32-E72D297353CC}">
                  <c16:uniqueId val="{000001F2-54F4-4F49-BF99-32C6A3633B7B}"/>
                </c:ext>
              </c:extLst>
            </c:dLbl>
            <c:dLbl>
              <c:idx val="133"/>
              <c:delete val="1"/>
              <c:extLst>
                <c:ext xmlns:c15="http://schemas.microsoft.com/office/drawing/2012/chart" uri="{CE6537A1-D6FC-4f65-9D91-7224C49458BB}"/>
                <c:ext xmlns:c16="http://schemas.microsoft.com/office/drawing/2014/chart" uri="{C3380CC4-5D6E-409C-BE32-E72D297353CC}">
                  <c16:uniqueId val="{000001F3-54F4-4F49-BF99-32C6A3633B7B}"/>
                </c:ext>
              </c:extLst>
            </c:dLbl>
            <c:dLbl>
              <c:idx val="134"/>
              <c:delete val="1"/>
              <c:extLst>
                <c:ext xmlns:c15="http://schemas.microsoft.com/office/drawing/2012/chart" uri="{CE6537A1-D6FC-4f65-9D91-7224C49458BB}"/>
                <c:ext xmlns:c16="http://schemas.microsoft.com/office/drawing/2014/chart" uri="{C3380CC4-5D6E-409C-BE32-E72D297353CC}">
                  <c16:uniqueId val="{000001F4-54F4-4F49-BF99-32C6A3633B7B}"/>
                </c:ext>
              </c:extLst>
            </c:dLbl>
            <c:dLbl>
              <c:idx val="135"/>
              <c:delete val="1"/>
              <c:extLst>
                <c:ext xmlns:c15="http://schemas.microsoft.com/office/drawing/2012/chart" uri="{CE6537A1-D6FC-4f65-9D91-7224C49458BB}"/>
                <c:ext xmlns:c16="http://schemas.microsoft.com/office/drawing/2014/chart" uri="{C3380CC4-5D6E-409C-BE32-E72D297353CC}">
                  <c16:uniqueId val="{000001F5-54F4-4F49-BF99-32C6A3633B7B}"/>
                </c:ext>
              </c:extLst>
            </c:dLbl>
            <c:dLbl>
              <c:idx val="136"/>
              <c:delete val="1"/>
              <c:extLst>
                <c:ext xmlns:c15="http://schemas.microsoft.com/office/drawing/2012/chart" uri="{CE6537A1-D6FC-4f65-9D91-7224C49458BB}"/>
                <c:ext xmlns:c16="http://schemas.microsoft.com/office/drawing/2014/chart" uri="{C3380CC4-5D6E-409C-BE32-E72D297353CC}">
                  <c16:uniqueId val="{000001F6-54F4-4F49-BF99-32C6A3633B7B}"/>
                </c:ext>
              </c:extLst>
            </c:dLbl>
            <c:dLbl>
              <c:idx val="137"/>
              <c:delete val="1"/>
              <c:extLst>
                <c:ext xmlns:c15="http://schemas.microsoft.com/office/drawing/2012/chart" uri="{CE6537A1-D6FC-4f65-9D91-7224C49458BB}"/>
                <c:ext xmlns:c16="http://schemas.microsoft.com/office/drawing/2014/chart" uri="{C3380CC4-5D6E-409C-BE32-E72D297353CC}">
                  <c16:uniqueId val="{000001F7-54F4-4F49-BF99-32C6A3633B7B}"/>
                </c:ext>
              </c:extLst>
            </c:dLbl>
            <c:dLbl>
              <c:idx val="138"/>
              <c:delete val="1"/>
              <c:extLst>
                <c:ext xmlns:c15="http://schemas.microsoft.com/office/drawing/2012/chart" uri="{CE6537A1-D6FC-4f65-9D91-7224C49458BB}"/>
                <c:ext xmlns:c16="http://schemas.microsoft.com/office/drawing/2014/chart" uri="{C3380CC4-5D6E-409C-BE32-E72D297353CC}">
                  <c16:uniqueId val="{000001F8-54F4-4F49-BF99-32C6A3633B7B}"/>
                </c:ext>
              </c:extLst>
            </c:dLbl>
            <c:dLbl>
              <c:idx val="139"/>
              <c:delete val="1"/>
              <c:extLst>
                <c:ext xmlns:c15="http://schemas.microsoft.com/office/drawing/2012/chart" uri="{CE6537A1-D6FC-4f65-9D91-7224C49458BB}"/>
                <c:ext xmlns:c16="http://schemas.microsoft.com/office/drawing/2014/chart" uri="{C3380CC4-5D6E-409C-BE32-E72D297353CC}">
                  <c16:uniqueId val="{000001F9-54F4-4F49-BF99-32C6A3633B7B}"/>
                </c:ext>
              </c:extLst>
            </c:dLbl>
            <c:dLbl>
              <c:idx val="140"/>
              <c:delete val="1"/>
              <c:extLst>
                <c:ext xmlns:c15="http://schemas.microsoft.com/office/drawing/2012/chart" uri="{CE6537A1-D6FC-4f65-9D91-7224C49458BB}"/>
                <c:ext xmlns:c16="http://schemas.microsoft.com/office/drawing/2014/chart" uri="{C3380CC4-5D6E-409C-BE32-E72D297353CC}">
                  <c16:uniqueId val="{000001FA-54F4-4F49-BF99-32C6A3633B7B}"/>
                </c:ext>
              </c:extLst>
            </c:dLbl>
            <c:dLbl>
              <c:idx val="141"/>
              <c:delete val="1"/>
              <c:extLst>
                <c:ext xmlns:c15="http://schemas.microsoft.com/office/drawing/2012/chart" uri="{CE6537A1-D6FC-4f65-9D91-7224C49458BB}"/>
                <c:ext xmlns:c16="http://schemas.microsoft.com/office/drawing/2014/chart" uri="{C3380CC4-5D6E-409C-BE32-E72D297353CC}">
                  <c16:uniqueId val="{000001FB-54F4-4F49-BF99-32C6A3633B7B}"/>
                </c:ext>
              </c:extLst>
            </c:dLbl>
            <c:dLbl>
              <c:idx val="142"/>
              <c:delete val="1"/>
              <c:extLst>
                <c:ext xmlns:c15="http://schemas.microsoft.com/office/drawing/2012/chart" uri="{CE6537A1-D6FC-4f65-9D91-7224C49458BB}"/>
                <c:ext xmlns:c16="http://schemas.microsoft.com/office/drawing/2014/chart" uri="{C3380CC4-5D6E-409C-BE32-E72D297353CC}">
                  <c16:uniqueId val="{000001FC-54F4-4F49-BF99-32C6A3633B7B}"/>
                </c:ext>
              </c:extLst>
            </c:dLbl>
            <c:dLbl>
              <c:idx val="143"/>
              <c:delete val="1"/>
              <c:extLst>
                <c:ext xmlns:c15="http://schemas.microsoft.com/office/drawing/2012/chart" uri="{CE6537A1-D6FC-4f65-9D91-7224C49458BB}"/>
                <c:ext xmlns:c16="http://schemas.microsoft.com/office/drawing/2014/chart" uri="{C3380CC4-5D6E-409C-BE32-E72D297353CC}">
                  <c16:uniqueId val="{000001FD-54F4-4F49-BF99-32C6A3633B7B}"/>
                </c:ext>
              </c:extLst>
            </c:dLbl>
            <c:dLbl>
              <c:idx val="144"/>
              <c:delete val="1"/>
              <c:extLst>
                <c:ext xmlns:c15="http://schemas.microsoft.com/office/drawing/2012/chart" uri="{CE6537A1-D6FC-4f65-9D91-7224C49458BB}"/>
                <c:ext xmlns:c16="http://schemas.microsoft.com/office/drawing/2014/chart" uri="{C3380CC4-5D6E-409C-BE32-E72D297353CC}">
                  <c16:uniqueId val="{000001FE-54F4-4F49-BF99-32C6A3633B7B}"/>
                </c:ext>
              </c:extLst>
            </c:dLbl>
            <c:dLbl>
              <c:idx val="145"/>
              <c:delete val="1"/>
              <c:extLst>
                <c:ext xmlns:c15="http://schemas.microsoft.com/office/drawing/2012/chart" uri="{CE6537A1-D6FC-4f65-9D91-7224C49458BB}"/>
                <c:ext xmlns:c16="http://schemas.microsoft.com/office/drawing/2014/chart" uri="{C3380CC4-5D6E-409C-BE32-E72D297353CC}">
                  <c16:uniqueId val="{000001FF-54F4-4F49-BF99-32C6A3633B7B}"/>
                </c:ext>
              </c:extLst>
            </c:dLbl>
            <c:dLbl>
              <c:idx val="146"/>
              <c:delete val="1"/>
              <c:extLst>
                <c:ext xmlns:c15="http://schemas.microsoft.com/office/drawing/2012/chart" uri="{CE6537A1-D6FC-4f65-9D91-7224C49458BB}"/>
                <c:ext xmlns:c16="http://schemas.microsoft.com/office/drawing/2014/chart" uri="{C3380CC4-5D6E-409C-BE32-E72D297353CC}">
                  <c16:uniqueId val="{00000200-54F4-4F49-BF99-32C6A3633B7B}"/>
                </c:ext>
              </c:extLst>
            </c:dLbl>
            <c:dLbl>
              <c:idx val="147"/>
              <c:delete val="1"/>
              <c:extLst>
                <c:ext xmlns:c15="http://schemas.microsoft.com/office/drawing/2012/chart" uri="{CE6537A1-D6FC-4f65-9D91-7224C49458BB}"/>
                <c:ext xmlns:c16="http://schemas.microsoft.com/office/drawing/2014/chart" uri="{C3380CC4-5D6E-409C-BE32-E72D297353CC}">
                  <c16:uniqueId val="{00000201-54F4-4F49-BF99-32C6A3633B7B}"/>
                </c:ext>
              </c:extLst>
            </c:dLbl>
            <c:dLbl>
              <c:idx val="148"/>
              <c:delete val="1"/>
              <c:extLst>
                <c:ext xmlns:c15="http://schemas.microsoft.com/office/drawing/2012/chart" uri="{CE6537A1-D6FC-4f65-9D91-7224C49458BB}"/>
                <c:ext xmlns:c16="http://schemas.microsoft.com/office/drawing/2014/chart" uri="{C3380CC4-5D6E-409C-BE32-E72D297353CC}">
                  <c16:uniqueId val="{00000202-54F4-4F49-BF99-32C6A3633B7B}"/>
                </c:ext>
              </c:extLst>
            </c:dLbl>
            <c:dLbl>
              <c:idx val="149"/>
              <c:delete val="1"/>
              <c:extLst>
                <c:ext xmlns:c15="http://schemas.microsoft.com/office/drawing/2012/chart" uri="{CE6537A1-D6FC-4f65-9D91-7224C49458BB}"/>
                <c:ext xmlns:c16="http://schemas.microsoft.com/office/drawing/2014/chart" uri="{C3380CC4-5D6E-409C-BE32-E72D297353CC}">
                  <c16:uniqueId val="{00000203-54F4-4F49-BF99-32C6A3633B7B}"/>
                </c:ext>
              </c:extLst>
            </c:dLbl>
            <c:dLbl>
              <c:idx val="150"/>
              <c:delete val="1"/>
              <c:extLst>
                <c:ext xmlns:c15="http://schemas.microsoft.com/office/drawing/2012/chart" uri="{CE6537A1-D6FC-4f65-9D91-7224C49458BB}"/>
                <c:ext xmlns:c16="http://schemas.microsoft.com/office/drawing/2014/chart" uri="{C3380CC4-5D6E-409C-BE32-E72D297353CC}">
                  <c16:uniqueId val="{00000204-54F4-4F49-BF99-32C6A3633B7B}"/>
                </c:ext>
              </c:extLst>
            </c:dLbl>
            <c:dLbl>
              <c:idx val="151"/>
              <c:delete val="1"/>
              <c:extLst>
                <c:ext xmlns:c15="http://schemas.microsoft.com/office/drawing/2012/chart" uri="{CE6537A1-D6FC-4f65-9D91-7224C49458BB}"/>
                <c:ext xmlns:c16="http://schemas.microsoft.com/office/drawing/2014/chart" uri="{C3380CC4-5D6E-409C-BE32-E72D297353CC}">
                  <c16:uniqueId val="{00000205-54F4-4F49-BF99-32C6A3633B7B}"/>
                </c:ext>
              </c:extLst>
            </c:dLbl>
            <c:dLbl>
              <c:idx val="152"/>
              <c:delete val="1"/>
              <c:extLst>
                <c:ext xmlns:c15="http://schemas.microsoft.com/office/drawing/2012/chart" uri="{CE6537A1-D6FC-4f65-9D91-7224C49458BB}"/>
                <c:ext xmlns:c16="http://schemas.microsoft.com/office/drawing/2014/chart" uri="{C3380CC4-5D6E-409C-BE32-E72D297353CC}">
                  <c16:uniqueId val="{00000206-54F4-4F49-BF99-32C6A3633B7B}"/>
                </c:ext>
              </c:extLst>
            </c:dLbl>
            <c:dLbl>
              <c:idx val="153"/>
              <c:delete val="1"/>
              <c:extLst>
                <c:ext xmlns:c15="http://schemas.microsoft.com/office/drawing/2012/chart" uri="{CE6537A1-D6FC-4f65-9D91-7224C49458BB}"/>
                <c:ext xmlns:c16="http://schemas.microsoft.com/office/drawing/2014/chart" uri="{C3380CC4-5D6E-409C-BE32-E72D297353CC}">
                  <c16:uniqueId val="{00000207-54F4-4F49-BF99-32C6A3633B7B}"/>
                </c:ext>
              </c:extLst>
            </c:dLbl>
            <c:dLbl>
              <c:idx val="154"/>
              <c:delete val="1"/>
              <c:extLst>
                <c:ext xmlns:c15="http://schemas.microsoft.com/office/drawing/2012/chart" uri="{CE6537A1-D6FC-4f65-9D91-7224C49458BB}"/>
                <c:ext xmlns:c16="http://schemas.microsoft.com/office/drawing/2014/chart" uri="{C3380CC4-5D6E-409C-BE32-E72D297353CC}">
                  <c16:uniqueId val="{00000208-54F4-4F49-BF99-32C6A3633B7B}"/>
                </c:ext>
              </c:extLst>
            </c:dLbl>
            <c:dLbl>
              <c:idx val="155"/>
              <c:delete val="1"/>
              <c:extLst>
                <c:ext xmlns:c15="http://schemas.microsoft.com/office/drawing/2012/chart" uri="{CE6537A1-D6FC-4f65-9D91-7224C49458BB}"/>
                <c:ext xmlns:c16="http://schemas.microsoft.com/office/drawing/2014/chart" uri="{C3380CC4-5D6E-409C-BE32-E72D297353CC}">
                  <c16:uniqueId val="{00000209-54F4-4F49-BF99-32C6A3633B7B}"/>
                </c:ext>
              </c:extLst>
            </c:dLbl>
            <c:dLbl>
              <c:idx val="156"/>
              <c:delete val="1"/>
              <c:extLst>
                <c:ext xmlns:c15="http://schemas.microsoft.com/office/drawing/2012/chart" uri="{CE6537A1-D6FC-4f65-9D91-7224C49458BB}"/>
                <c:ext xmlns:c16="http://schemas.microsoft.com/office/drawing/2014/chart" uri="{C3380CC4-5D6E-409C-BE32-E72D297353CC}">
                  <c16:uniqueId val="{0000020A-54F4-4F49-BF99-32C6A3633B7B}"/>
                </c:ext>
              </c:extLst>
            </c:dLbl>
            <c:dLbl>
              <c:idx val="157"/>
              <c:delete val="1"/>
              <c:extLst>
                <c:ext xmlns:c15="http://schemas.microsoft.com/office/drawing/2012/chart" uri="{CE6537A1-D6FC-4f65-9D91-7224C49458BB}"/>
                <c:ext xmlns:c16="http://schemas.microsoft.com/office/drawing/2014/chart" uri="{C3380CC4-5D6E-409C-BE32-E72D297353CC}">
                  <c16:uniqueId val="{0000020B-54F4-4F49-BF99-32C6A3633B7B}"/>
                </c:ext>
              </c:extLst>
            </c:dLbl>
            <c:dLbl>
              <c:idx val="158"/>
              <c:delete val="1"/>
              <c:extLst>
                <c:ext xmlns:c15="http://schemas.microsoft.com/office/drawing/2012/chart" uri="{CE6537A1-D6FC-4f65-9D91-7224C49458BB}"/>
                <c:ext xmlns:c16="http://schemas.microsoft.com/office/drawing/2014/chart" uri="{C3380CC4-5D6E-409C-BE32-E72D297353CC}">
                  <c16:uniqueId val="{0000020C-54F4-4F49-BF99-32C6A3633B7B}"/>
                </c:ext>
              </c:extLst>
            </c:dLbl>
            <c:dLbl>
              <c:idx val="159"/>
              <c:delete val="1"/>
              <c:extLst>
                <c:ext xmlns:c15="http://schemas.microsoft.com/office/drawing/2012/chart" uri="{CE6537A1-D6FC-4f65-9D91-7224C49458BB}"/>
                <c:ext xmlns:c16="http://schemas.microsoft.com/office/drawing/2014/chart" uri="{C3380CC4-5D6E-409C-BE32-E72D297353CC}">
                  <c16:uniqueId val="{0000020D-54F4-4F49-BF99-32C6A3633B7B}"/>
                </c:ext>
              </c:extLst>
            </c:dLbl>
            <c:dLbl>
              <c:idx val="160"/>
              <c:delete val="1"/>
              <c:extLst>
                <c:ext xmlns:c15="http://schemas.microsoft.com/office/drawing/2012/chart" uri="{CE6537A1-D6FC-4f65-9D91-7224C49458BB}"/>
                <c:ext xmlns:c16="http://schemas.microsoft.com/office/drawing/2014/chart" uri="{C3380CC4-5D6E-409C-BE32-E72D297353CC}">
                  <c16:uniqueId val="{0000020E-54F4-4F49-BF99-32C6A3633B7B}"/>
                </c:ext>
              </c:extLst>
            </c:dLbl>
            <c:dLbl>
              <c:idx val="161"/>
              <c:delete val="1"/>
              <c:extLst>
                <c:ext xmlns:c15="http://schemas.microsoft.com/office/drawing/2012/chart" uri="{CE6537A1-D6FC-4f65-9D91-7224C49458BB}"/>
                <c:ext xmlns:c16="http://schemas.microsoft.com/office/drawing/2014/chart" uri="{C3380CC4-5D6E-409C-BE32-E72D297353CC}">
                  <c16:uniqueId val="{0000020F-54F4-4F49-BF99-32C6A3633B7B}"/>
                </c:ext>
              </c:extLst>
            </c:dLbl>
            <c:dLbl>
              <c:idx val="162"/>
              <c:delete val="1"/>
              <c:extLst>
                <c:ext xmlns:c15="http://schemas.microsoft.com/office/drawing/2012/chart" uri="{CE6537A1-D6FC-4f65-9D91-7224C49458BB}"/>
                <c:ext xmlns:c16="http://schemas.microsoft.com/office/drawing/2014/chart" uri="{C3380CC4-5D6E-409C-BE32-E72D297353CC}">
                  <c16:uniqueId val="{00000210-54F4-4F49-BF99-32C6A3633B7B}"/>
                </c:ext>
              </c:extLst>
            </c:dLbl>
            <c:dLbl>
              <c:idx val="163"/>
              <c:delete val="1"/>
              <c:extLst>
                <c:ext xmlns:c15="http://schemas.microsoft.com/office/drawing/2012/chart" uri="{CE6537A1-D6FC-4f65-9D91-7224C49458BB}"/>
                <c:ext xmlns:c16="http://schemas.microsoft.com/office/drawing/2014/chart" uri="{C3380CC4-5D6E-409C-BE32-E72D297353CC}">
                  <c16:uniqueId val="{00000211-54F4-4F49-BF99-32C6A3633B7B}"/>
                </c:ext>
              </c:extLst>
            </c:dLbl>
            <c:dLbl>
              <c:idx val="164"/>
              <c:delete val="1"/>
              <c:extLst>
                <c:ext xmlns:c15="http://schemas.microsoft.com/office/drawing/2012/chart" uri="{CE6537A1-D6FC-4f65-9D91-7224C49458BB}"/>
                <c:ext xmlns:c16="http://schemas.microsoft.com/office/drawing/2014/chart" uri="{C3380CC4-5D6E-409C-BE32-E72D297353CC}">
                  <c16:uniqueId val="{00000212-54F4-4F49-BF99-32C6A3633B7B}"/>
                </c:ext>
              </c:extLst>
            </c:dLbl>
            <c:dLbl>
              <c:idx val="165"/>
              <c:delete val="1"/>
              <c:extLst>
                <c:ext xmlns:c15="http://schemas.microsoft.com/office/drawing/2012/chart" uri="{CE6537A1-D6FC-4f65-9D91-7224C49458BB}"/>
                <c:ext xmlns:c16="http://schemas.microsoft.com/office/drawing/2014/chart" uri="{C3380CC4-5D6E-409C-BE32-E72D297353CC}">
                  <c16:uniqueId val="{00000213-54F4-4F49-BF99-32C6A3633B7B}"/>
                </c:ext>
              </c:extLst>
            </c:dLbl>
            <c:dLbl>
              <c:idx val="166"/>
              <c:delete val="1"/>
              <c:extLst>
                <c:ext xmlns:c15="http://schemas.microsoft.com/office/drawing/2012/chart" uri="{CE6537A1-D6FC-4f65-9D91-7224C49458BB}"/>
                <c:ext xmlns:c16="http://schemas.microsoft.com/office/drawing/2014/chart" uri="{C3380CC4-5D6E-409C-BE32-E72D297353CC}">
                  <c16:uniqueId val="{00000214-54F4-4F49-BF99-32C6A3633B7B}"/>
                </c:ext>
              </c:extLst>
            </c:dLbl>
            <c:dLbl>
              <c:idx val="167"/>
              <c:delete val="1"/>
              <c:extLst>
                <c:ext xmlns:c15="http://schemas.microsoft.com/office/drawing/2012/chart" uri="{CE6537A1-D6FC-4f65-9D91-7224C49458BB}"/>
                <c:ext xmlns:c16="http://schemas.microsoft.com/office/drawing/2014/chart" uri="{C3380CC4-5D6E-409C-BE32-E72D297353CC}">
                  <c16:uniqueId val="{00000215-54F4-4F49-BF99-32C6A3633B7B}"/>
                </c:ext>
              </c:extLst>
            </c:dLbl>
            <c:dLbl>
              <c:idx val="168"/>
              <c:delete val="1"/>
              <c:extLst>
                <c:ext xmlns:c15="http://schemas.microsoft.com/office/drawing/2012/chart" uri="{CE6537A1-D6FC-4f65-9D91-7224C49458BB}"/>
                <c:ext xmlns:c16="http://schemas.microsoft.com/office/drawing/2014/chart" uri="{C3380CC4-5D6E-409C-BE32-E72D297353CC}">
                  <c16:uniqueId val="{00000216-54F4-4F49-BF99-32C6A3633B7B}"/>
                </c:ext>
              </c:extLst>
            </c:dLbl>
            <c:dLbl>
              <c:idx val="169"/>
              <c:delete val="1"/>
              <c:extLst>
                <c:ext xmlns:c15="http://schemas.microsoft.com/office/drawing/2012/chart" uri="{CE6537A1-D6FC-4f65-9D91-7224C49458BB}"/>
                <c:ext xmlns:c16="http://schemas.microsoft.com/office/drawing/2014/chart" uri="{C3380CC4-5D6E-409C-BE32-E72D297353CC}">
                  <c16:uniqueId val="{00000217-54F4-4F49-BF99-32C6A3633B7B}"/>
                </c:ext>
              </c:extLst>
            </c:dLbl>
            <c:dLbl>
              <c:idx val="170"/>
              <c:delete val="1"/>
              <c:extLst>
                <c:ext xmlns:c15="http://schemas.microsoft.com/office/drawing/2012/chart" uri="{CE6537A1-D6FC-4f65-9D91-7224C49458BB}"/>
                <c:ext xmlns:c16="http://schemas.microsoft.com/office/drawing/2014/chart" uri="{C3380CC4-5D6E-409C-BE32-E72D297353CC}">
                  <c16:uniqueId val="{00000218-54F4-4F49-BF99-32C6A3633B7B}"/>
                </c:ext>
              </c:extLst>
            </c:dLbl>
            <c:dLbl>
              <c:idx val="171"/>
              <c:delete val="1"/>
              <c:extLst>
                <c:ext xmlns:c15="http://schemas.microsoft.com/office/drawing/2012/chart" uri="{CE6537A1-D6FC-4f65-9D91-7224C49458BB}"/>
                <c:ext xmlns:c16="http://schemas.microsoft.com/office/drawing/2014/chart" uri="{C3380CC4-5D6E-409C-BE32-E72D297353CC}">
                  <c16:uniqueId val="{00000219-54F4-4F49-BF99-32C6A3633B7B}"/>
                </c:ext>
              </c:extLst>
            </c:dLbl>
            <c:dLbl>
              <c:idx val="172"/>
              <c:delete val="1"/>
              <c:extLst>
                <c:ext xmlns:c15="http://schemas.microsoft.com/office/drawing/2012/chart" uri="{CE6537A1-D6FC-4f65-9D91-7224C49458BB}"/>
                <c:ext xmlns:c16="http://schemas.microsoft.com/office/drawing/2014/chart" uri="{C3380CC4-5D6E-409C-BE32-E72D297353CC}">
                  <c16:uniqueId val="{0000021A-54F4-4F49-BF99-32C6A3633B7B}"/>
                </c:ext>
              </c:extLst>
            </c:dLbl>
            <c:dLbl>
              <c:idx val="173"/>
              <c:delete val="1"/>
              <c:extLst>
                <c:ext xmlns:c15="http://schemas.microsoft.com/office/drawing/2012/chart" uri="{CE6537A1-D6FC-4f65-9D91-7224C49458BB}"/>
                <c:ext xmlns:c16="http://schemas.microsoft.com/office/drawing/2014/chart" uri="{C3380CC4-5D6E-409C-BE32-E72D297353CC}">
                  <c16:uniqueId val="{0000021B-54F4-4F49-BF99-32C6A3633B7B}"/>
                </c:ext>
              </c:extLst>
            </c:dLbl>
            <c:dLbl>
              <c:idx val="174"/>
              <c:delete val="1"/>
              <c:extLst>
                <c:ext xmlns:c15="http://schemas.microsoft.com/office/drawing/2012/chart" uri="{CE6537A1-D6FC-4f65-9D91-7224C49458BB}"/>
                <c:ext xmlns:c16="http://schemas.microsoft.com/office/drawing/2014/chart" uri="{C3380CC4-5D6E-409C-BE32-E72D297353CC}">
                  <c16:uniqueId val="{0000021C-54F4-4F49-BF99-32C6A3633B7B}"/>
                </c:ext>
              </c:extLst>
            </c:dLbl>
            <c:dLbl>
              <c:idx val="175"/>
              <c:delete val="1"/>
              <c:extLst>
                <c:ext xmlns:c15="http://schemas.microsoft.com/office/drawing/2012/chart" uri="{CE6537A1-D6FC-4f65-9D91-7224C49458BB}"/>
                <c:ext xmlns:c16="http://schemas.microsoft.com/office/drawing/2014/chart" uri="{C3380CC4-5D6E-409C-BE32-E72D297353CC}">
                  <c16:uniqueId val="{0000021D-54F4-4F49-BF99-32C6A3633B7B}"/>
                </c:ext>
              </c:extLst>
            </c:dLbl>
            <c:dLbl>
              <c:idx val="176"/>
              <c:delete val="1"/>
              <c:extLst>
                <c:ext xmlns:c15="http://schemas.microsoft.com/office/drawing/2012/chart" uri="{CE6537A1-D6FC-4f65-9D91-7224C49458BB}"/>
                <c:ext xmlns:c16="http://schemas.microsoft.com/office/drawing/2014/chart" uri="{C3380CC4-5D6E-409C-BE32-E72D297353CC}">
                  <c16:uniqueId val="{0000021E-54F4-4F49-BF99-32C6A3633B7B}"/>
                </c:ext>
              </c:extLst>
            </c:dLbl>
            <c:dLbl>
              <c:idx val="177"/>
              <c:delete val="1"/>
              <c:extLst>
                <c:ext xmlns:c15="http://schemas.microsoft.com/office/drawing/2012/chart" uri="{CE6537A1-D6FC-4f65-9D91-7224C49458BB}"/>
                <c:ext xmlns:c16="http://schemas.microsoft.com/office/drawing/2014/chart" uri="{C3380CC4-5D6E-409C-BE32-E72D297353CC}">
                  <c16:uniqueId val="{0000021F-54F4-4F49-BF99-32C6A3633B7B}"/>
                </c:ext>
              </c:extLst>
            </c:dLbl>
            <c:dLbl>
              <c:idx val="178"/>
              <c:delete val="1"/>
              <c:extLst>
                <c:ext xmlns:c15="http://schemas.microsoft.com/office/drawing/2012/chart" uri="{CE6537A1-D6FC-4f65-9D91-7224C49458BB}"/>
                <c:ext xmlns:c16="http://schemas.microsoft.com/office/drawing/2014/chart" uri="{C3380CC4-5D6E-409C-BE32-E72D297353CC}">
                  <c16:uniqueId val="{00000220-54F4-4F49-BF99-32C6A3633B7B}"/>
                </c:ext>
              </c:extLst>
            </c:dLbl>
            <c:dLbl>
              <c:idx val="179"/>
              <c:delete val="1"/>
              <c:extLst>
                <c:ext xmlns:c15="http://schemas.microsoft.com/office/drawing/2012/chart" uri="{CE6537A1-D6FC-4f65-9D91-7224C49458BB}"/>
                <c:ext xmlns:c16="http://schemas.microsoft.com/office/drawing/2014/chart" uri="{C3380CC4-5D6E-409C-BE32-E72D297353CC}">
                  <c16:uniqueId val="{00000221-54F4-4F49-BF99-32C6A3633B7B}"/>
                </c:ext>
              </c:extLst>
            </c:dLbl>
            <c:dLbl>
              <c:idx val="180"/>
              <c:delete val="1"/>
              <c:extLst>
                <c:ext xmlns:c15="http://schemas.microsoft.com/office/drawing/2012/chart" uri="{CE6537A1-D6FC-4f65-9D91-7224C49458BB}"/>
                <c:ext xmlns:c16="http://schemas.microsoft.com/office/drawing/2014/chart" uri="{C3380CC4-5D6E-409C-BE32-E72D297353CC}">
                  <c16:uniqueId val="{00000222-54F4-4F49-BF99-32C6A3633B7B}"/>
                </c:ext>
              </c:extLst>
            </c:dLbl>
            <c:dLbl>
              <c:idx val="181"/>
              <c:tx>
                <c:rich>
                  <a:bodyPr/>
                  <a:lstStyle/>
                  <a:p>
                    <a:r>
                      <a:rPr lang="en-US" sz="900" b="0" baseline="0">
                        <a:solidFill>
                          <a:srgbClr val="8EB3DF"/>
                        </a:solidFill>
                        <a:latin typeface="Roboto Light"/>
                      </a:rPr>
                      <a:t>1.3%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223-54F4-4F49-BF99-32C6A3633B7B}"/>
                </c:ext>
              </c:extLst>
            </c:dLbl>
            <c:spPr>
              <a:noFill/>
              <a:ln>
                <a:noFill/>
              </a:ln>
              <a:effectLst/>
            </c:spPr>
            <c:txPr>
              <a:bodyPr wrap="square" lIns="38100" tIns="19050" rIns="38100" bIns="19050" anchor="ctr">
                <a:spAutoFit/>
              </a:bodyPr>
              <a:lstStyle/>
              <a:p>
                <a:pPr>
                  <a:defRPr b="1"/>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'E4'!$A$2:$A$183</c:f>
              <c:numCache>
                <c:formatCode>yyyy\-mm\-dd</c:formatCode>
                <c:ptCount val="182"/>
                <c:pt idx="0">
                  <c:v>46055</c:v>
                </c:pt>
                <c:pt idx="1">
                  <c:v>46056</c:v>
                </c:pt>
                <c:pt idx="2">
                  <c:v>46057</c:v>
                </c:pt>
                <c:pt idx="3">
                  <c:v>46058</c:v>
                </c:pt>
                <c:pt idx="4">
                  <c:v>46059</c:v>
                </c:pt>
                <c:pt idx="5">
                  <c:v>46062</c:v>
                </c:pt>
                <c:pt idx="6">
                  <c:v>46063</c:v>
                </c:pt>
                <c:pt idx="7">
                  <c:v>46064</c:v>
                </c:pt>
                <c:pt idx="8">
                  <c:v>46065</c:v>
                </c:pt>
                <c:pt idx="9">
                  <c:v>46066</c:v>
                </c:pt>
                <c:pt idx="10">
                  <c:v>46071</c:v>
                </c:pt>
                <c:pt idx="11">
                  <c:v>46072</c:v>
                </c:pt>
                <c:pt idx="12">
                  <c:v>46073</c:v>
                </c:pt>
                <c:pt idx="13">
                  <c:v>46076</c:v>
                </c:pt>
                <c:pt idx="14">
                  <c:v>46077</c:v>
                </c:pt>
                <c:pt idx="15">
                  <c:v>46078</c:v>
                </c:pt>
                <c:pt idx="16">
                  <c:v>46079</c:v>
                </c:pt>
                <c:pt idx="17">
                  <c:v>46080</c:v>
                </c:pt>
                <c:pt idx="18">
                  <c:v>46083</c:v>
                </c:pt>
                <c:pt idx="19">
                  <c:v>46084</c:v>
                </c:pt>
                <c:pt idx="20">
                  <c:v>46085</c:v>
                </c:pt>
                <c:pt idx="21">
                  <c:v>46086</c:v>
                </c:pt>
                <c:pt idx="22">
                  <c:v>46087</c:v>
                </c:pt>
                <c:pt idx="23">
                  <c:v>46090</c:v>
                </c:pt>
                <c:pt idx="24">
                  <c:v>46091</c:v>
                </c:pt>
                <c:pt idx="25">
                  <c:v>46092</c:v>
                </c:pt>
                <c:pt idx="26">
                  <c:v>46093</c:v>
                </c:pt>
                <c:pt idx="27">
                  <c:v>46094</c:v>
                </c:pt>
                <c:pt idx="28">
                  <c:v>46097</c:v>
                </c:pt>
                <c:pt idx="29">
                  <c:v>46098</c:v>
                </c:pt>
                <c:pt idx="30">
                  <c:v>46099</c:v>
                </c:pt>
                <c:pt idx="31">
                  <c:v>46100</c:v>
                </c:pt>
                <c:pt idx="32">
                  <c:v>46101</c:v>
                </c:pt>
                <c:pt idx="33">
                  <c:v>46104</c:v>
                </c:pt>
                <c:pt idx="34">
                  <c:v>46105</c:v>
                </c:pt>
                <c:pt idx="35">
                  <c:v>46106</c:v>
                </c:pt>
                <c:pt idx="36">
                  <c:v>46107</c:v>
                </c:pt>
                <c:pt idx="37">
                  <c:v>46108</c:v>
                </c:pt>
                <c:pt idx="38">
                  <c:v>46111</c:v>
                </c:pt>
                <c:pt idx="39">
                  <c:v>46112</c:v>
                </c:pt>
                <c:pt idx="40">
                  <c:v>46113</c:v>
                </c:pt>
                <c:pt idx="41">
                  <c:v>46114</c:v>
                </c:pt>
                <c:pt idx="42">
                  <c:v>46118</c:v>
                </c:pt>
                <c:pt idx="43">
                  <c:v>46119</c:v>
                </c:pt>
                <c:pt idx="44">
                  <c:v>46120</c:v>
                </c:pt>
                <c:pt idx="45">
                  <c:v>46121</c:v>
                </c:pt>
                <c:pt idx="46">
                  <c:v>46122</c:v>
                </c:pt>
                <c:pt idx="47">
                  <c:v>46125</c:v>
                </c:pt>
                <c:pt idx="48">
                  <c:v>46126</c:v>
                </c:pt>
                <c:pt idx="49">
                  <c:v>46127</c:v>
                </c:pt>
                <c:pt idx="50">
                  <c:v>46128</c:v>
                </c:pt>
                <c:pt idx="51">
                  <c:v>46129</c:v>
                </c:pt>
                <c:pt idx="52">
                  <c:v>46132</c:v>
                </c:pt>
                <c:pt idx="53">
                  <c:v>46134</c:v>
                </c:pt>
                <c:pt idx="54">
                  <c:v>46135</c:v>
                </c:pt>
                <c:pt idx="55">
                  <c:v>46136</c:v>
                </c:pt>
                <c:pt idx="56">
                  <c:v>46139</c:v>
                </c:pt>
                <c:pt idx="57">
                  <c:v>46140</c:v>
                </c:pt>
                <c:pt idx="58">
                  <c:v>46141</c:v>
                </c:pt>
                <c:pt idx="59">
                  <c:v>46142</c:v>
                </c:pt>
                <c:pt idx="60">
                  <c:v>46146</c:v>
                </c:pt>
                <c:pt idx="61">
                  <c:v>46147</c:v>
                </c:pt>
                <c:pt idx="62">
                  <c:v>46148</c:v>
                </c:pt>
                <c:pt idx="63">
                  <c:v>46149</c:v>
                </c:pt>
                <c:pt idx="64">
                  <c:v>46150</c:v>
                </c:pt>
                <c:pt idx="65">
                  <c:v>46153</c:v>
                </c:pt>
                <c:pt idx="66">
                  <c:v>46154</c:v>
                </c:pt>
                <c:pt idx="67">
                  <c:v>46155</c:v>
                </c:pt>
                <c:pt idx="68">
                  <c:v>46156</c:v>
                </c:pt>
                <c:pt idx="69">
                  <c:v>46157</c:v>
                </c:pt>
                <c:pt idx="70">
                  <c:v>46160</c:v>
                </c:pt>
                <c:pt idx="71">
                  <c:v>46161</c:v>
                </c:pt>
                <c:pt idx="72">
                  <c:v>46162</c:v>
                </c:pt>
                <c:pt idx="73">
                  <c:v>46163</c:v>
                </c:pt>
                <c:pt idx="74">
                  <c:v>46164</c:v>
                </c:pt>
                <c:pt idx="75">
                  <c:v>46167</c:v>
                </c:pt>
                <c:pt idx="76">
                  <c:v>46168</c:v>
                </c:pt>
                <c:pt idx="77">
                  <c:v>46169</c:v>
                </c:pt>
                <c:pt idx="78">
                  <c:v>46170</c:v>
                </c:pt>
                <c:pt idx="79">
                  <c:v>46171</c:v>
                </c:pt>
                <c:pt idx="80">
                  <c:v>46174</c:v>
                </c:pt>
                <c:pt idx="81">
                  <c:v>46175</c:v>
                </c:pt>
                <c:pt idx="82">
                  <c:v>46176</c:v>
                </c:pt>
                <c:pt idx="83">
                  <c:v>46178</c:v>
                </c:pt>
                <c:pt idx="84">
                  <c:v>46181</c:v>
                </c:pt>
                <c:pt idx="85">
                  <c:v>46182</c:v>
                </c:pt>
                <c:pt idx="86">
                  <c:v>46183</c:v>
                </c:pt>
                <c:pt idx="87">
                  <c:v>46184</c:v>
                </c:pt>
                <c:pt idx="88">
                  <c:v>46185</c:v>
                </c:pt>
                <c:pt idx="89">
                  <c:v>46188</c:v>
                </c:pt>
                <c:pt idx="90">
                  <c:v>46189</c:v>
                </c:pt>
                <c:pt idx="91">
                  <c:v>46190</c:v>
                </c:pt>
                <c:pt idx="92">
                  <c:v>46191</c:v>
                </c:pt>
                <c:pt idx="93">
                  <c:v>46192</c:v>
                </c:pt>
                <c:pt idx="94">
                  <c:v>46195</c:v>
                </c:pt>
                <c:pt idx="95">
                  <c:v>46196</c:v>
                </c:pt>
                <c:pt idx="96">
                  <c:v>46197</c:v>
                </c:pt>
                <c:pt idx="97">
                  <c:v>46198</c:v>
                </c:pt>
                <c:pt idx="98">
                  <c:v>46199</c:v>
                </c:pt>
                <c:pt idx="99">
                  <c:v>46202</c:v>
                </c:pt>
                <c:pt idx="100">
                  <c:v>46203</c:v>
                </c:pt>
                <c:pt idx="101">
                  <c:v>46204</c:v>
                </c:pt>
                <c:pt idx="102">
                  <c:v>46205</c:v>
                </c:pt>
                <c:pt idx="103">
                  <c:v>46206</c:v>
                </c:pt>
                <c:pt idx="104">
                  <c:v>46209</c:v>
                </c:pt>
                <c:pt idx="105">
                  <c:v>46210</c:v>
                </c:pt>
                <c:pt idx="106">
                  <c:v>46211</c:v>
                </c:pt>
                <c:pt idx="107">
                  <c:v>46212</c:v>
                </c:pt>
                <c:pt idx="108">
                  <c:v>46213</c:v>
                </c:pt>
                <c:pt idx="109">
                  <c:v>46216</c:v>
                </c:pt>
                <c:pt idx="110">
                  <c:v>46217</c:v>
                </c:pt>
                <c:pt idx="111">
                  <c:v>46218</c:v>
                </c:pt>
                <c:pt idx="112">
                  <c:v>46219</c:v>
                </c:pt>
                <c:pt idx="113">
                  <c:v>46220</c:v>
                </c:pt>
                <c:pt idx="114">
                  <c:v>46223</c:v>
                </c:pt>
                <c:pt idx="115">
                  <c:v>46224</c:v>
                </c:pt>
                <c:pt idx="116">
                  <c:v>46225</c:v>
                </c:pt>
                <c:pt idx="117">
                  <c:v>46226</c:v>
                </c:pt>
                <c:pt idx="118">
                  <c:v>46227</c:v>
                </c:pt>
                <c:pt idx="119">
                  <c:v>46230</c:v>
                </c:pt>
                <c:pt idx="120">
                  <c:v>46231</c:v>
                </c:pt>
                <c:pt idx="121">
                  <c:v>46232</c:v>
                </c:pt>
                <c:pt idx="122">
                  <c:v>46233</c:v>
                </c:pt>
                <c:pt idx="123">
                  <c:v>46234</c:v>
                </c:pt>
                <c:pt idx="124">
                  <c:v>46237</c:v>
                </c:pt>
                <c:pt idx="125">
                  <c:v>46238</c:v>
                </c:pt>
                <c:pt idx="126">
                  <c:v>46239</c:v>
                </c:pt>
                <c:pt idx="127">
                  <c:v>46240</c:v>
                </c:pt>
                <c:pt idx="128">
                  <c:v>46241</c:v>
                </c:pt>
                <c:pt idx="129">
                  <c:v>46244</c:v>
                </c:pt>
                <c:pt idx="130">
                  <c:v>46245</c:v>
                </c:pt>
                <c:pt idx="131">
                  <c:v>46246</c:v>
                </c:pt>
                <c:pt idx="132">
                  <c:v>46247</c:v>
                </c:pt>
                <c:pt idx="133">
                  <c:v>46248</c:v>
                </c:pt>
                <c:pt idx="134">
                  <c:v>46251</c:v>
                </c:pt>
                <c:pt idx="135">
                  <c:v>46252</c:v>
                </c:pt>
                <c:pt idx="136">
                  <c:v>46253</c:v>
                </c:pt>
                <c:pt idx="137">
                  <c:v>46254</c:v>
                </c:pt>
                <c:pt idx="138">
                  <c:v>46255</c:v>
                </c:pt>
                <c:pt idx="139">
                  <c:v>46258</c:v>
                </c:pt>
                <c:pt idx="140">
                  <c:v>46259</c:v>
                </c:pt>
                <c:pt idx="141">
                  <c:v>46260</c:v>
                </c:pt>
                <c:pt idx="142">
                  <c:v>46261</c:v>
                </c:pt>
                <c:pt idx="143">
                  <c:v>46262</c:v>
                </c:pt>
                <c:pt idx="144">
                  <c:v>46265</c:v>
                </c:pt>
                <c:pt idx="145">
                  <c:v>46266</c:v>
                </c:pt>
                <c:pt idx="146">
                  <c:v>46267</c:v>
                </c:pt>
                <c:pt idx="147">
                  <c:v>46268</c:v>
                </c:pt>
                <c:pt idx="148">
                  <c:v>46269</c:v>
                </c:pt>
                <c:pt idx="149">
                  <c:v>46273</c:v>
                </c:pt>
                <c:pt idx="150">
                  <c:v>46274</c:v>
                </c:pt>
                <c:pt idx="151">
                  <c:v>46275</c:v>
                </c:pt>
                <c:pt idx="152">
                  <c:v>46276</c:v>
                </c:pt>
                <c:pt idx="153">
                  <c:v>46279</c:v>
                </c:pt>
                <c:pt idx="154">
                  <c:v>46280</c:v>
                </c:pt>
                <c:pt idx="155">
                  <c:v>46281</c:v>
                </c:pt>
                <c:pt idx="156">
                  <c:v>46282</c:v>
                </c:pt>
                <c:pt idx="157">
                  <c:v>46283</c:v>
                </c:pt>
                <c:pt idx="158">
                  <c:v>46286</c:v>
                </c:pt>
                <c:pt idx="159">
                  <c:v>46287</c:v>
                </c:pt>
                <c:pt idx="160">
                  <c:v>46288</c:v>
                </c:pt>
                <c:pt idx="161">
                  <c:v>46289</c:v>
                </c:pt>
                <c:pt idx="162">
                  <c:v>46290</c:v>
                </c:pt>
                <c:pt idx="163">
                  <c:v>46293</c:v>
                </c:pt>
                <c:pt idx="164">
                  <c:v>46294</c:v>
                </c:pt>
                <c:pt idx="165">
                  <c:v>46295</c:v>
                </c:pt>
                <c:pt idx="166">
                  <c:v>46296</c:v>
                </c:pt>
                <c:pt idx="167">
                  <c:v>46297</c:v>
                </c:pt>
                <c:pt idx="168">
                  <c:v>46300</c:v>
                </c:pt>
                <c:pt idx="169">
                  <c:v>46301</c:v>
                </c:pt>
                <c:pt idx="170">
                  <c:v>46302</c:v>
                </c:pt>
                <c:pt idx="171">
                  <c:v>46303</c:v>
                </c:pt>
                <c:pt idx="172">
                  <c:v>46304</c:v>
                </c:pt>
                <c:pt idx="173">
                  <c:v>46308</c:v>
                </c:pt>
                <c:pt idx="174">
                  <c:v>46309</c:v>
                </c:pt>
                <c:pt idx="175">
                  <c:v>46310</c:v>
                </c:pt>
                <c:pt idx="176">
                  <c:v>46311</c:v>
                </c:pt>
                <c:pt idx="177">
                  <c:v>46314</c:v>
                </c:pt>
                <c:pt idx="178">
                  <c:v>46315</c:v>
                </c:pt>
                <c:pt idx="179">
                  <c:v>46316</c:v>
                </c:pt>
                <c:pt idx="180">
                  <c:v>46317</c:v>
                </c:pt>
                <c:pt idx="181">
                  <c:v>46318</c:v>
                </c:pt>
              </c:numCache>
            </c:numRef>
          </c:cat>
          <c:val>
            <c:numRef>
              <c:f>'E4'!$D$2:$D$183</c:f>
              <c:numCache>
                <c:formatCode>General</c:formatCode>
                <c:ptCount val="182"/>
                <c:pt idx="181">
                  <c:v>13.145</c:v>
                </c:pt>
              </c:numCache>
            </c:numRef>
          </c:val>
          <c:smooth val="0"/>
          <c:extLst>
            <c:ext xmlns:c16="http://schemas.microsoft.com/office/drawing/2014/chart" uri="{C3380CC4-5D6E-409C-BE32-E72D297353CC}">
              <c16:uniqueId val="{00000224-54F4-4F49-BF99-32C6A3633B7B}"/>
            </c:ext>
          </c:extLst>
        </c:ser>
        <c:dLbls>
          <c:showLegendKey val="0"/>
          <c:showVal val="0"/>
          <c:showCatName val="0"/>
          <c:showSerName val="0"/>
          <c:showPercent val="0"/>
          <c:showBubbleSize val="0"/>
        </c:dLbls>
        <c:smooth val="0"/>
        <c:axId val="50040001"/>
        <c:axId val="50040002"/>
      </c:lineChart>
      <c:dateAx>
        <c:axId val="50040001"/>
        <c:scaling>
          <c:orientation val="minMax"/>
          <c:max val="46318"/>
          <c:min val="46054"/>
        </c:scaling>
        <c:delete val="0"/>
        <c:axPos val="b"/>
        <c:numFmt formatCode="[$-409]mmm\-yy" sourceLinked="0"/>
        <c:majorTickMark val="out"/>
        <c:minorTickMark val="none"/>
        <c:tickLblPos val="low"/>
        <c:spPr>
          <a:ln w="9525">
            <a:solidFill>
              <a:srgbClr val="DBDDDE"/>
            </a:solidFill>
          </a:ln>
        </c:spPr>
        <c:txPr>
          <a:bodyPr rot="-5400000" vert="horz"/>
          <a:lstStyle/>
          <a:p>
            <a:pPr>
              <a:defRPr sz="900" b="0" baseline="0">
                <a:solidFill>
                  <a:srgbClr val="000000"/>
                </a:solidFill>
                <a:latin typeface="Roboto Light"/>
              </a:defRPr>
            </a:pPr>
            <a:endParaRPr lang="en-US"/>
          </a:p>
        </c:txPr>
        <c:crossAx val="50040002"/>
        <c:crosses val="min"/>
        <c:auto val="1"/>
        <c:lblOffset val="100"/>
        <c:baseTimeUnit val="days"/>
        <c:majorUnit val="1"/>
        <c:majorTimeUnit val="months"/>
      </c:dateAx>
      <c:valAx>
        <c:axId val="50040002"/>
        <c:scaling>
          <c:orientation val="minMax"/>
          <c:max val="20"/>
          <c:min val="8"/>
        </c:scaling>
        <c:delete val="0"/>
        <c:axPos val="l"/>
        <c:majorGridlines>
          <c:spPr>
            <a:ln w="6350">
              <a:solidFill>
                <a:srgbClr val="DBDDDE"/>
              </a:solidFill>
              <a:prstDash val="dash"/>
            </a:ln>
          </c:spPr>
        </c:majorGridlines>
        <c:numFmt formatCode="0&quot;.&quot;0&quot;%&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40001"/>
        <c:crosses val="autoZero"/>
        <c:crossBetween val="between"/>
        <c:majorUnit val="2"/>
      </c:valAx>
      <c:spPr>
        <a:noFill/>
        <a:ln>
          <a:noFill/>
        </a:ln>
      </c:spPr>
    </c:plotArea>
    <c:legend>
      <c:legendPos val="t"/>
      <c:legendEntry>
        <c:idx val="2"/>
        <c:delete val="1"/>
      </c:legendEntry>
      <c:layout>
        <c:manualLayout>
          <c:xMode val="edge"/>
          <c:yMode val="edge"/>
          <c:x val="0.13408758475503063"/>
          <c:y val="6.6137566137566134E-3"/>
          <c:w val="0.73182448873578299"/>
          <c:h val="0.11039661708953047"/>
        </c:manualLayout>
      </c:layout>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v>2021</c:v>
          </c:tx>
          <c:spPr>
            <a:solidFill>
              <a:srgbClr val="8EB3DF"/>
            </a:solidFill>
            <a:ln>
              <a:noFill/>
            </a:ln>
          </c:spPr>
          <c:invertIfNegative val="0"/>
          <c:dLbls>
            <c:dLbl>
              <c:idx val="0"/>
              <c:tx>
                <c:rich>
                  <a:bodyPr/>
                  <a:lstStyle/>
                  <a:p>
                    <a:r>
                      <a:rPr lang="en-US" sz="900" b="0" baseline="0">
                        <a:solidFill>
                          <a:srgbClr val="000000"/>
                        </a:solidFill>
                        <a:latin typeface="Roboto Light"/>
                      </a:rPr>
                      <a:t>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4998-4C23-BFAD-5120C88EF3D9}"/>
                </c:ext>
              </c:extLst>
            </c:dLbl>
            <c:dLbl>
              <c:idx val="1"/>
              <c:tx>
                <c:rich>
                  <a:bodyPr/>
                  <a:lstStyle/>
                  <a:p>
                    <a:r>
                      <a:rPr lang="en-US" sz="900" b="0" baseline="0">
                        <a:solidFill>
                          <a:srgbClr val="000000"/>
                        </a:solidFill>
                        <a:latin typeface="Roboto Light"/>
                      </a:rPr>
                      <a:t>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4998-4C23-BFAD-5120C88EF3D9}"/>
                </c:ext>
              </c:extLst>
            </c:dLbl>
            <c:dLbl>
              <c:idx val="2"/>
              <c:tx>
                <c:rich>
                  <a:bodyPr/>
                  <a:lstStyle/>
                  <a:p>
                    <a:r>
                      <a:rPr lang="en-US" sz="900" b="0" baseline="0">
                        <a:solidFill>
                          <a:srgbClr val="000000"/>
                        </a:solidFill>
                        <a:latin typeface="Roboto Light"/>
                      </a:rPr>
                      <a:t>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4998-4C23-BFAD-5120C88EF3D9}"/>
                </c:ext>
              </c:extLst>
            </c:dLbl>
            <c:dLbl>
              <c:idx val="3"/>
              <c:tx>
                <c:rich>
                  <a:bodyPr/>
                  <a:lstStyle/>
                  <a:p>
                    <a:r>
                      <a:rPr lang="en-US" sz="900" b="0" baseline="0">
                        <a:solidFill>
                          <a:srgbClr val="000000"/>
                        </a:solidFill>
                        <a:latin typeface="Roboto Light"/>
                      </a:rPr>
                      <a:t>26%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4998-4C23-BFAD-5120C88EF3D9}"/>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'E3'!$A$2:$A$5</c:f>
              <c:strCache>
                <c:ptCount val="4"/>
                <c:pt idx="0">
                  <c:v>Ibov ex-Fin</c:v>
                </c:pt>
                <c:pt idx="1">
                  <c:v>Commodities</c:v>
                </c:pt>
                <c:pt idx="2">
                  <c:v>Defensives</c:v>
                </c:pt>
                <c:pt idx="3">
                  <c:v>Cyclicals</c:v>
                </c:pt>
              </c:strCache>
            </c:strRef>
          </c:cat>
          <c:val>
            <c:numRef>
              <c:f>'E3'!$B$2:$B$5</c:f>
              <c:numCache>
                <c:formatCode>General</c:formatCode>
                <c:ptCount val="4"/>
                <c:pt idx="0">
                  <c:v>4.541097771989989</c:v>
                </c:pt>
                <c:pt idx="1">
                  <c:v>3.0159400776735379</c:v>
                </c:pt>
                <c:pt idx="2">
                  <c:v>6.9952684884104572</c:v>
                </c:pt>
                <c:pt idx="3">
                  <c:v>26.221752295579549</c:v>
                </c:pt>
              </c:numCache>
            </c:numRef>
          </c:val>
          <c:extLst>
            <c:ext xmlns:c16="http://schemas.microsoft.com/office/drawing/2014/chart" uri="{C3380CC4-5D6E-409C-BE32-E72D297353CC}">
              <c16:uniqueId val="{00000004-4998-4C23-BFAD-5120C88EF3D9}"/>
            </c:ext>
          </c:extLst>
        </c:ser>
        <c:ser>
          <c:idx val="1"/>
          <c:order val="1"/>
          <c:tx>
            <c:v>LTM 2Q26</c:v>
          </c:tx>
          <c:spPr>
            <a:solidFill>
              <a:srgbClr val="1F2F44"/>
            </a:solidFill>
            <a:ln>
              <a:noFill/>
            </a:ln>
          </c:spPr>
          <c:invertIfNegative val="0"/>
          <c:dLbls>
            <c:dLbl>
              <c:idx val="0"/>
              <c:tx>
                <c:rich>
                  <a:bodyPr/>
                  <a:lstStyle/>
                  <a:p>
                    <a:r>
                      <a:rPr lang="en-US" sz="900" b="0" baseline="0">
                        <a:solidFill>
                          <a:srgbClr val="000000"/>
                        </a:solidFill>
                        <a:latin typeface="Roboto Light"/>
                      </a:rPr>
                      <a:t>17%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4998-4C23-BFAD-5120C88EF3D9}"/>
                </c:ext>
              </c:extLst>
            </c:dLbl>
            <c:dLbl>
              <c:idx val="1"/>
              <c:tx>
                <c:rich>
                  <a:bodyPr/>
                  <a:lstStyle/>
                  <a:p>
                    <a:r>
                      <a:rPr lang="en-US" sz="900" b="0" baseline="0">
                        <a:solidFill>
                          <a:srgbClr val="000000"/>
                        </a:solidFill>
                        <a:latin typeface="Roboto Light"/>
                      </a:rPr>
                      <a:t>12%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4998-4C23-BFAD-5120C88EF3D9}"/>
                </c:ext>
              </c:extLst>
            </c:dLbl>
            <c:dLbl>
              <c:idx val="2"/>
              <c:tx>
                <c:rich>
                  <a:bodyPr/>
                  <a:lstStyle/>
                  <a:p>
                    <a:r>
                      <a:rPr lang="en-US" sz="900" b="0" baseline="0">
                        <a:solidFill>
                          <a:srgbClr val="000000"/>
                        </a:solidFill>
                        <a:latin typeface="Roboto Light"/>
                      </a:rPr>
                      <a:t>19%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4998-4C23-BFAD-5120C88EF3D9}"/>
                </c:ext>
              </c:extLst>
            </c:dLbl>
            <c:dLbl>
              <c:idx val="3"/>
              <c:tx>
                <c:rich>
                  <a:bodyPr/>
                  <a:lstStyle/>
                  <a:p>
                    <a:r>
                      <a:rPr lang="en-US" sz="900" b="0" baseline="0">
                        <a:solidFill>
                          <a:srgbClr val="000000"/>
                        </a:solidFill>
                        <a:latin typeface="Roboto Light"/>
                      </a:rPr>
                      <a:t>33%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4998-4C23-BFAD-5120C88EF3D9}"/>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'E3'!$A$2:$A$5</c:f>
              <c:strCache>
                <c:ptCount val="4"/>
                <c:pt idx="0">
                  <c:v>Ibov ex-Fin</c:v>
                </c:pt>
                <c:pt idx="1">
                  <c:v>Commodities</c:v>
                </c:pt>
                <c:pt idx="2">
                  <c:v>Defensives</c:v>
                </c:pt>
                <c:pt idx="3">
                  <c:v>Cyclicals</c:v>
                </c:pt>
              </c:strCache>
            </c:strRef>
          </c:cat>
          <c:val>
            <c:numRef>
              <c:f>'E3'!$C$2:$C$5</c:f>
              <c:numCache>
                <c:formatCode>General</c:formatCode>
                <c:ptCount val="4"/>
                <c:pt idx="0">
                  <c:v>16.536046075174291</c:v>
                </c:pt>
                <c:pt idx="1">
                  <c:v>11.618856008758851</c:v>
                </c:pt>
                <c:pt idx="2">
                  <c:v>18.789601676312611</c:v>
                </c:pt>
                <c:pt idx="3">
                  <c:v>33.16711841062633</c:v>
                </c:pt>
              </c:numCache>
            </c:numRef>
          </c:val>
          <c:extLst>
            <c:ext xmlns:c16="http://schemas.microsoft.com/office/drawing/2014/chart" uri="{C3380CC4-5D6E-409C-BE32-E72D297353CC}">
              <c16:uniqueId val="{00000009-4998-4C23-BFAD-5120C88EF3D9}"/>
            </c:ext>
          </c:extLst>
        </c:ser>
        <c:dLbls>
          <c:showLegendKey val="0"/>
          <c:showVal val="0"/>
          <c:showCatName val="0"/>
          <c:showSerName val="0"/>
          <c:showPercent val="0"/>
          <c:showBubbleSize val="0"/>
        </c:dLbls>
        <c:gapWidth val="80"/>
        <c:axId val="50030001"/>
        <c:axId val="50030002"/>
      </c:barChart>
      <c:catAx>
        <c:axId val="50030001"/>
        <c:scaling>
          <c:orientation val="minMax"/>
        </c:scaling>
        <c:delete val="0"/>
        <c:axPos val="b"/>
        <c:numFmt formatCode="General" sourceLinked="0"/>
        <c:majorTickMark val="none"/>
        <c:minorTickMark val="none"/>
        <c:tickLblPos val="low"/>
        <c:spPr>
          <a:ln w="9525">
            <a:solidFill>
              <a:srgbClr val="7E7E7E"/>
            </a:solidFill>
          </a:ln>
        </c:spPr>
        <c:txPr>
          <a:bodyPr rot="0" vert="horz"/>
          <a:lstStyle/>
          <a:p>
            <a:pPr>
              <a:defRPr sz="900" b="0" baseline="0">
                <a:solidFill>
                  <a:srgbClr val="000000"/>
                </a:solidFill>
                <a:latin typeface="Roboto Light"/>
              </a:defRPr>
            </a:pPr>
            <a:endParaRPr lang="en-US"/>
          </a:p>
        </c:txPr>
        <c:crossAx val="50030002"/>
        <c:crosses val="autoZero"/>
        <c:auto val="1"/>
        <c:lblAlgn val="ctr"/>
        <c:lblOffset val="100"/>
        <c:tickLblSkip val="1"/>
        <c:noMultiLvlLbl val="0"/>
      </c:catAx>
      <c:valAx>
        <c:axId val="50030002"/>
        <c:scaling>
          <c:orientation val="minMax"/>
          <c:min val="0"/>
        </c:scaling>
        <c:delete val="1"/>
        <c:axPos val="l"/>
        <c:numFmt formatCode="General" sourceLinked="1"/>
        <c:majorTickMark val="out"/>
        <c:minorTickMark val="none"/>
        <c:tickLblPos val="nextTo"/>
        <c:crossAx val="50030001"/>
        <c:crosses val="autoZero"/>
        <c:crossBetween val="between"/>
      </c:valAx>
      <c:spPr>
        <a:noFill/>
        <a:ln>
          <a:noFill/>
        </a:ln>
      </c:spPr>
    </c:plotArea>
    <c:legend>
      <c:legendPos val="t"/>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XP Sentiment Index (LHS)</c:v>
          </c:tx>
          <c:spPr>
            <a:ln w="22225" cap="rnd">
              <a:solidFill>
                <a:schemeClr val="accent4">
                  <a:lumMod val="40000"/>
                  <a:lumOff val="60000"/>
                </a:schemeClr>
              </a:solidFill>
              <a:round/>
            </a:ln>
            <a:effectLst/>
          </c:spPr>
          <c:marker>
            <c:symbol val="none"/>
          </c:marker>
          <c:cat>
            <c:numRef>
              <c:f>Sheet1!$A$2:$A$808</c:f>
              <c:numCache>
                <c:formatCode>m/d/yyyy</c:formatCode>
                <c:ptCount val="807"/>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45293</c:v>
                </c:pt>
                <c:pt idx="100">
                  <c:v>45294</c:v>
                </c:pt>
                <c:pt idx="101">
                  <c:v>45295</c:v>
                </c:pt>
                <c:pt idx="102">
                  <c:v>45296</c:v>
                </c:pt>
                <c:pt idx="103">
                  <c:v>45299</c:v>
                </c:pt>
                <c:pt idx="104">
                  <c:v>45300</c:v>
                </c:pt>
                <c:pt idx="105">
                  <c:v>45301</c:v>
                </c:pt>
                <c:pt idx="106">
                  <c:v>45302</c:v>
                </c:pt>
                <c:pt idx="107">
                  <c:v>45303</c:v>
                </c:pt>
                <c:pt idx="108">
                  <c:v>45306</c:v>
                </c:pt>
                <c:pt idx="109">
                  <c:v>45307</c:v>
                </c:pt>
                <c:pt idx="110">
                  <c:v>45308</c:v>
                </c:pt>
                <c:pt idx="111">
                  <c:v>45309</c:v>
                </c:pt>
                <c:pt idx="112">
                  <c:v>45310</c:v>
                </c:pt>
                <c:pt idx="113">
                  <c:v>45313</c:v>
                </c:pt>
                <c:pt idx="114">
                  <c:v>45314</c:v>
                </c:pt>
                <c:pt idx="115">
                  <c:v>45315</c:v>
                </c:pt>
                <c:pt idx="116">
                  <c:v>45316</c:v>
                </c:pt>
                <c:pt idx="117">
                  <c:v>45317</c:v>
                </c:pt>
                <c:pt idx="118">
                  <c:v>45320</c:v>
                </c:pt>
                <c:pt idx="119">
                  <c:v>45321</c:v>
                </c:pt>
                <c:pt idx="120">
                  <c:v>45322</c:v>
                </c:pt>
                <c:pt idx="121">
                  <c:v>45323</c:v>
                </c:pt>
                <c:pt idx="122">
                  <c:v>45324</c:v>
                </c:pt>
                <c:pt idx="123">
                  <c:v>45327</c:v>
                </c:pt>
                <c:pt idx="124">
                  <c:v>45328</c:v>
                </c:pt>
                <c:pt idx="125">
                  <c:v>45329</c:v>
                </c:pt>
                <c:pt idx="126">
                  <c:v>45330</c:v>
                </c:pt>
                <c:pt idx="127">
                  <c:v>45331</c:v>
                </c:pt>
                <c:pt idx="128">
                  <c:v>45336</c:v>
                </c:pt>
                <c:pt idx="129">
                  <c:v>45337</c:v>
                </c:pt>
                <c:pt idx="130">
                  <c:v>45338</c:v>
                </c:pt>
                <c:pt idx="131">
                  <c:v>45341</c:v>
                </c:pt>
                <c:pt idx="132">
                  <c:v>45342</c:v>
                </c:pt>
                <c:pt idx="133">
                  <c:v>45343</c:v>
                </c:pt>
                <c:pt idx="134">
                  <c:v>45344</c:v>
                </c:pt>
                <c:pt idx="135">
                  <c:v>45345</c:v>
                </c:pt>
                <c:pt idx="136">
                  <c:v>45348</c:v>
                </c:pt>
                <c:pt idx="137">
                  <c:v>45349</c:v>
                </c:pt>
                <c:pt idx="138">
                  <c:v>45350</c:v>
                </c:pt>
                <c:pt idx="139">
                  <c:v>45351</c:v>
                </c:pt>
                <c:pt idx="140">
                  <c:v>45352</c:v>
                </c:pt>
                <c:pt idx="141">
                  <c:v>45355</c:v>
                </c:pt>
                <c:pt idx="142">
                  <c:v>45356</c:v>
                </c:pt>
                <c:pt idx="143">
                  <c:v>45357</c:v>
                </c:pt>
                <c:pt idx="144">
                  <c:v>45358</c:v>
                </c:pt>
                <c:pt idx="145">
                  <c:v>45359</c:v>
                </c:pt>
                <c:pt idx="146">
                  <c:v>45362</c:v>
                </c:pt>
                <c:pt idx="147">
                  <c:v>45363</c:v>
                </c:pt>
                <c:pt idx="148">
                  <c:v>45364</c:v>
                </c:pt>
                <c:pt idx="149">
                  <c:v>45365</c:v>
                </c:pt>
                <c:pt idx="150">
                  <c:v>45366</c:v>
                </c:pt>
                <c:pt idx="151">
                  <c:v>45369</c:v>
                </c:pt>
                <c:pt idx="152">
                  <c:v>45370</c:v>
                </c:pt>
                <c:pt idx="153">
                  <c:v>45371</c:v>
                </c:pt>
                <c:pt idx="154">
                  <c:v>45372</c:v>
                </c:pt>
                <c:pt idx="155">
                  <c:v>45373</c:v>
                </c:pt>
                <c:pt idx="156">
                  <c:v>45376</c:v>
                </c:pt>
                <c:pt idx="157">
                  <c:v>45377</c:v>
                </c:pt>
                <c:pt idx="158">
                  <c:v>45378</c:v>
                </c:pt>
                <c:pt idx="159">
                  <c:v>45379</c:v>
                </c:pt>
                <c:pt idx="160">
                  <c:v>45383</c:v>
                </c:pt>
                <c:pt idx="161">
                  <c:v>45384</c:v>
                </c:pt>
                <c:pt idx="162">
                  <c:v>45385</c:v>
                </c:pt>
                <c:pt idx="163">
                  <c:v>45386</c:v>
                </c:pt>
                <c:pt idx="164">
                  <c:v>45387</c:v>
                </c:pt>
                <c:pt idx="165">
                  <c:v>45390</c:v>
                </c:pt>
                <c:pt idx="166">
                  <c:v>45391</c:v>
                </c:pt>
                <c:pt idx="167">
                  <c:v>45392</c:v>
                </c:pt>
                <c:pt idx="168">
                  <c:v>45393</c:v>
                </c:pt>
                <c:pt idx="169">
                  <c:v>45394</c:v>
                </c:pt>
                <c:pt idx="170">
                  <c:v>45397</c:v>
                </c:pt>
                <c:pt idx="171">
                  <c:v>45398</c:v>
                </c:pt>
                <c:pt idx="172">
                  <c:v>45399</c:v>
                </c:pt>
                <c:pt idx="173">
                  <c:v>45400</c:v>
                </c:pt>
                <c:pt idx="174">
                  <c:v>45401</c:v>
                </c:pt>
                <c:pt idx="175">
                  <c:v>45404</c:v>
                </c:pt>
                <c:pt idx="176">
                  <c:v>45405</c:v>
                </c:pt>
                <c:pt idx="177">
                  <c:v>45406</c:v>
                </c:pt>
                <c:pt idx="178">
                  <c:v>45407</c:v>
                </c:pt>
                <c:pt idx="179">
                  <c:v>45408</c:v>
                </c:pt>
                <c:pt idx="180">
                  <c:v>45411</c:v>
                </c:pt>
                <c:pt idx="181">
                  <c:v>45412</c:v>
                </c:pt>
                <c:pt idx="182">
                  <c:v>45414</c:v>
                </c:pt>
                <c:pt idx="183">
                  <c:v>45415</c:v>
                </c:pt>
                <c:pt idx="184">
                  <c:v>45418</c:v>
                </c:pt>
                <c:pt idx="185">
                  <c:v>45419</c:v>
                </c:pt>
                <c:pt idx="186">
                  <c:v>45420</c:v>
                </c:pt>
                <c:pt idx="187">
                  <c:v>45421</c:v>
                </c:pt>
                <c:pt idx="188">
                  <c:v>45422</c:v>
                </c:pt>
                <c:pt idx="189">
                  <c:v>45425</c:v>
                </c:pt>
                <c:pt idx="190">
                  <c:v>45426</c:v>
                </c:pt>
                <c:pt idx="191">
                  <c:v>45427</c:v>
                </c:pt>
                <c:pt idx="192">
                  <c:v>45428</c:v>
                </c:pt>
                <c:pt idx="193">
                  <c:v>45429</c:v>
                </c:pt>
                <c:pt idx="194">
                  <c:v>45432</c:v>
                </c:pt>
                <c:pt idx="195">
                  <c:v>45433</c:v>
                </c:pt>
                <c:pt idx="196">
                  <c:v>45434</c:v>
                </c:pt>
                <c:pt idx="197">
                  <c:v>45435</c:v>
                </c:pt>
                <c:pt idx="198">
                  <c:v>45436</c:v>
                </c:pt>
                <c:pt idx="199">
                  <c:v>45439</c:v>
                </c:pt>
                <c:pt idx="200">
                  <c:v>45440</c:v>
                </c:pt>
                <c:pt idx="201">
                  <c:v>45441</c:v>
                </c:pt>
                <c:pt idx="202">
                  <c:v>45443</c:v>
                </c:pt>
                <c:pt idx="203">
                  <c:v>45446</c:v>
                </c:pt>
                <c:pt idx="204">
                  <c:v>45447</c:v>
                </c:pt>
                <c:pt idx="205">
                  <c:v>45448</c:v>
                </c:pt>
                <c:pt idx="206">
                  <c:v>45449</c:v>
                </c:pt>
                <c:pt idx="207">
                  <c:v>45450</c:v>
                </c:pt>
                <c:pt idx="208">
                  <c:v>45453</c:v>
                </c:pt>
                <c:pt idx="209">
                  <c:v>45454</c:v>
                </c:pt>
                <c:pt idx="210">
                  <c:v>45455</c:v>
                </c:pt>
                <c:pt idx="211">
                  <c:v>45456</c:v>
                </c:pt>
                <c:pt idx="212">
                  <c:v>45457</c:v>
                </c:pt>
                <c:pt idx="213">
                  <c:v>45460</c:v>
                </c:pt>
                <c:pt idx="214">
                  <c:v>45461</c:v>
                </c:pt>
                <c:pt idx="215">
                  <c:v>45462</c:v>
                </c:pt>
                <c:pt idx="216">
                  <c:v>45463</c:v>
                </c:pt>
                <c:pt idx="217">
                  <c:v>45464</c:v>
                </c:pt>
                <c:pt idx="218">
                  <c:v>45467</c:v>
                </c:pt>
                <c:pt idx="219">
                  <c:v>45468</c:v>
                </c:pt>
                <c:pt idx="220">
                  <c:v>45469</c:v>
                </c:pt>
                <c:pt idx="221">
                  <c:v>45470</c:v>
                </c:pt>
                <c:pt idx="222">
                  <c:v>45471</c:v>
                </c:pt>
                <c:pt idx="223">
                  <c:v>45474</c:v>
                </c:pt>
                <c:pt idx="224">
                  <c:v>45475</c:v>
                </c:pt>
                <c:pt idx="225">
                  <c:v>45476</c:v>
                </c:pt>
                <c:pt idx="226">
                  <c:v>45477</c:v>
                </c:pt>
                <c:pt idx="227">
                  <c:v>45478</c:v>
                </c:pt>
                <c:pt idx="228">
                  <c:v>45481</c:v>
                </c:pt>
                <c:pt idx="229">
                  <c:v>45482</c:v>
                </c:pt>
                <c:pt idx="230">
                  <c:v>45483</c:v>
                </c:pt>
                <c:pt idx="231">
                  <c:v>45484</c:v>
                </c:pt>
                <c:pt idx="232">
                  <c:v>45485</c:v>
                </c:pt>
                <c:pt idx="233">
                  <c:v>45488</c:v>
                </c:pt>
                <c:pt idx="234">
                  <c:v>45489</c:v>
                </c:pt>
                <c:pt idx="235">
                  <c:v>45490</c:v>
                </c:pt>
                <c:pt idx="236">
                  <c:v>45491</c:v>
                </c:pt>
                <c:pt idx="237">
                  <c:v>45492</c:v>
                </c:pt>
                <c:pt idx="238">
                  <c:v>45495</c:v>
                </c:pt>
                <c:pt idx="239">
                  <c:v>45496</c:v>
                </c:pt>
                <c:pt idx="240">
                  <c:v>45497</c:v>
                </c:pt>
                <c:pt idx="241">
                  <c:v>45498</c:v>
                </c:pt>
                <c:pt idx="242">
                  <c:v>45499</c:v>
                </c:pt>
                <c:pt idx="243">
                  <c:v>45502</c:v>
                </c:pt>
                <c:pt idx="244">
                  <c:v>45503</c:v>
                </c:pt>
                <c:pt idx="245">
                  <c:v>45504</c:v>
                </c:pt>
                <c:pt idx="246">
                  <c:v>45505</c:v>
                </c:pt>
                <c:pt idx="247">
                  <c:v>45506</c:v>
                </c:pt>
                <c:pt idx="248">
                  <c:v>45509</c:v>
                </c:pt>
                <c:pt idx="249">
                  <c:v>45510</c:v>
                </c:pt>
                <c:pt idx="250">
                  <c:v>45511</c:v>
                </c:pt>
                <c:pt idx="251">
                  <c:v>45512</c:v>
                </c:pt>
                <c:pt idx="252">
                  <c:v>45513</c:v>
                </c:pt>
                <c:pt idx="253">
                  <c:v>45516</c:v>
                </c:pt>
                <c:pt idx="254">
                  <c:v>45517</c:v>
                </c:pt>
                <c:pt idx="255">
                  <c:v>45518</c:v>
                </c:pt>
                <c:pt idx="256">
                  <c:v>45519</c:v>
                </c:pt>
                <c:pt idx="257">
                  <c:v>45520</c:v>
                </c:pt>
                <c:pt idx="258">
                  <c:v>45523</c:v>
                </c:pt>
                <c:pt idx="259">
                  <c:v>45524</c:v>
                </c:pt>
                <c:pt idx="260">
                  <c:v>45525</c:v>
                </c:pt>
                <c:pt idx="261">
                  <c:v>45526</c:v>
                </c:pt>
                <c:pt idx="262">
                  <c:v>45527</c:v>
                </c:pt>
                <c:pt idx="263">
                  <c:v>45530</c:v>
                </c:pt>
                <c:pt idx="264">
                  <c:v>45531</c:v>
                </c:pt>
                <c:pt idx="265">
                  <c:v>45532</c:v>
                </c:pt>
                <c:pt idx="266">
                  <c:v>45533</c:v>
                </c:pt>
                <c:pt idx="267">
                  <c:v>45534</c:v>
                </c:pt>
                <c:pt idx="268">
                  <c:v>45537</c:v>
                </c:pt>
                <c:pt idx="269">
                  <c:v>45538</c:v>
                </c:pt>
                <c:pt idx="270">
                  <c:v>45539</c:v>
                </c:pt>
                <c:pt idx="271">
                  <c:v>45540</c:v>
                </c:pt>
                <c:pt idx="272">
                  <c:v>45541</c:v>
                </c:pt>
                <c:pt idx="273">
                  <c:v>45544</c:v>
                </c:pt>
                <c:pt idx="274">
                  <c:v>45545</c:v>
                </c:pt>
                <c:pt idx="275">
                  <c:v>45546</c:v>
                </c:pt>
                <c:pt idx="276">
                  <c:v>45547</c:v>
                </c:pt>
                <c:pt idx="277">
                  <c:v>45548</c:v>
                </c:pt>
                <c:pt idx="278">
                  <c:v>45551</c:v>
                </c:pt>
                <c:pt idx="279">
                  <c:v>45552</c:v>
                </c:pt>
                <c:pt idx="280">
                  <c:v>45553</c:v>
                </c:pt>
                <c:pt idx="281">
                  <c:v>45554</c:v>
                </c:pt>
                <c:pt idx="282">
                  <c:v>45555</c:v>
                </c:pt>
                <c:pt idx="283">
                  <c:v>45558</c:v>
                </c:pt>
                <c:pt idx="284">
                  <c:v>45559</c:v>
                </c:pt>
                <c:pt idx="285">
                  <c:v>45560</c:v>
                </c:pt>
                <c:pt idx="286">
                  <c:v>45561</c:v>
                </c:pt>
                <c:pt idx="287">
                  <c:v>45562</c:v>
                </c:pt>
                <c:pt idx="288">
                  <c:v>45565</c:v>
                </c:pt>
                <c:pt idx="289">
                  <c:v>45566</c:v>
                </c:pt>
                <c:pt idx="290">
                  <c:v>45567</c:v>
                </c:pt>
                <c:pt idx="291">
                  <c:v>45568</c:v>
                </c:pt>
                <c:pt idx="292">
                  <c:v>45569</c:v>
                </c:pt>
                <c:pt idx="293">
                  <c:v>45572</c:v>
                </c:pt>
                <c:pt idx="294">
                  <c:v>45573</c:v>
                </c:pt>
                <c:pt idx="295">
                  <c:v>45574</c:v>
                </c:pt>
                <c:pt idx="296">
                  <c:v>45575</c:v>
                </c:pt>
                <c:pt idx="297">
                  <c:v>45576</c:v>
                </c:pt>
                <c:pt idx="298">
                  <c:v>45579</c:v>
                </c:pt>
                <c:pt idx="299">
                  <c:v>45580</c:v>
                </c:pt>
                <c:pt idx="300">
                  <c:v>45581</c:v>
                </c:pt>
                <c:pt idx="301">
                  <c:v>45582</c:v>
                </c:pt>
                <c:pt idx="302">
                  <c:v>45583</c:v>
                </c:pt>
                <c:pt idx="303">
                  <c:v>45586</c:v>
                </c:pt>
                <c:pt idx="304">
                  <c:v>45587</c:v>
                </c:pt>
                <c:pt idx="305">
                  <c:v>45588</c:v>
                </c:pt>
                <c:pt idx="306">
                  <c:v>45589</c:v>
                </c:pt>
                <c:pt idx="307">
                  <c:v>45590</c:v>
                </c:pt>
                <c:pt idx="308">
                  <c:v>45593</c:v>
                </c:pt>
                <c:pt idx="309">
                  <c:v>45594</c:v>
                </c:pt>
                <c:pt idx="310">
                  <c:v>45595</c:v>
                </c:pt>
                <c:pt idx="311">
                  <c:v>45596</c:v>
                </c:pt>
                <c:pt idx="312">
                  <c:v>45597</c:v>
                </c:pt>
                <c:pt idx="313">
                  <c:v>45600</c:v>
                </c:pt>
                <c:pt idx="314">
                  <c:v>45601</c:v>
                </c:pt>
                <c:pt idx="315">
                  <c:v>45602</c:v>
                </c:pt>
                <c:pt idx="316">
                  <c:v>45603</c:v>
                </c:pt>
                <c:pt idx="317">
                  <c:v>45604</c:v>
                </c:pt>
                <c:pt idx="318">
                  <c:v>45607</c:v>
                </c:pt>
                <c:pt idx="319">
                  <c:v>45608</c:v>
                </c:pt>
                <c:pt idx="320">
                  <c:v>45609</c:v>
                </c:pt>
                <c:pt idx="321">
                  <c:v>45610</c:v>
                </c:pt>
                <c:pt idx="322">
                  <c:v>45614</c:v>
                </c:pt>
                <c:pt idx="323">
                  <c:v>45615</c:v>
                </c:pt>
                <c:pt idx="324">
                  <c:v>45617</c:v>
                </c:pt>
                <c:pt idx="325">
                  <c:v>45618</c:v>
                </c:pt>
                <c:pt idx="326">
                  <c:v>45621</c:v>
                </c:pt>
                <c:pt idx="327">
                  <c:v>45622</c:v>
                </c:pt>
                <c:pt idx="328">
                  <c:v>45623</c:v>
                </c:pt>
                <c:pt idx="329">
                  <c:v>45624</c:v>
                </c:pt>
                <c:pt idx="330">
                  <c:v>45625</c:v>
                </c:pt>
                <c:pt idx="331">
                  <c:v>45628</c:v>
                </c:pt>
                <c:pt idx="332">
                  <c:v>45629</c:v>
                </c:pt>
                <c:pt idx="333">
                  <c:v>45630</c:v>
                </c:pt>
                <c:pt idx="334">
                  <c:v>45631</c:v>
                </c:pt>
                <c:pt idx="335">
                  <c:v>45632</c:v>
                </c:pt>
                <c:pt idx="336">
                  <c:v>45635</c:v>
                </c:pt>
                <c:pt idx="337">
                  <c:v>45636</c:v>
                </c:pt>
                <c:pt idx="338">
                  <c:v>45637</c:v>
                </c:pt>
                <c:pt idx="339">
                  <c:v>45638</c:v>
                </c:pt>
                <c:pt idx="340">
                  <c:v>45639</c:v>
                </c:pt>
                <c:pt idx="341">
                  <c:v>45642</c:v>
                </c:pt>
                <c:pt idx="342">
                  <c:v>45643</c:v>
                </c:pt>
                <c:pt idx="343">
                  <c:v>45644</c:v>
                </c:pt>
                <c:pt idx="344">
                  <c:v>45645</c:v>
                </c:pt>
                <c:pt idx="345">
                  <c:v>45646</c:v>
                </c:pt>
                <c:pt idx="346">
                  <c:v>45649</c:v>
                </c:pt>
                <c:pt idx="347">
                  <c:v>45652</c:v>
                </c:pt>
                <c:pt idx="348">
                  <c:v>45653</c:v>
                </c:pt>
                <c:pt idx="349">
                  <c:v>45656</c:v>
                </c:pt>
                <c:pt idx="350">
                  <c:v>45659</c:v>
                </c:pt>
                <c:pt idx="351">
                  <c:v>45660</c:v>
                </c:pt>
                <c:pt idx="352">
                  <c:v>45663</c:v>
                </c:pt>
                <c:pt idx="353">
                  <c:v>45664</c:v>
                </c:pt>
                <c:pt idx="354">
                  <c:v>45665</c:v>
                </c:pt>
                <c:pt idx="355">
                  <c:v>45666</c:v>
                </c:pt>
                <c:pt idx="356">
                  <c:v>45667</c:v>
                </c:pt>
                <c:pt idx="357">
                  <c:v>45670</c:v>
                </c:pt>
                <c:pt idx="358">
                  <c:v>45671</c:v>
                </c:pt>
                <c:pt idx="359">
                  <c:v>45672</c:v>
                </c:pt>
                <c:pt idx="360">
                  <c:v>45673</c:v>
                </c:pt>
                <c:pt idx="361">
                  <c:v>45674</c:v>
                </c:pt>
                <c:pt idx="362">
                  <c:v>45677</c:v>
                </c:pt>
                <c:pt idx="363">
                  <c:v>45678</c:v>
                </c:pt>
                <c:pt idx="364">
                  <c:v>45679</c:v>
                </c:pt>
                <c:pt idx="365">
                  <c:v>45680</c:v>
                </c:pt>
                <c:pt idx="366">
                  <c:v>45681</c:v>
                </c:pt>
                <c:pt idx="367">
                  <c:v>45684</c:v>
                </c:pt>
                <c:pt idx="368">
                  <c:v>45685</c:v>
                </c:pt>
                <c:pt idx="369">
                  <c:v>45686</c:v>
                </c:pt>
                <c:pt idx="370">
                  <c:v>45687</c:v>
                </c:pt>
                <c:pt idx="371">
                  <c:v>45688</c:v>
                </c:pt>
                <c:pt idx="372">
                  <c:v>45691</c:v>
                </c:pt>
                <c:pt idx="373">
                  <c:v>45692</c:v>
                </c:pt>
                <c:pt idx="374">
                  <c:v>45693</c:v>
                </c:pt>
                <c:pt idx="375">
                  <c:v>45694</c:v>
                </c:pt>
                <c:pt idx="376">
                  <c:v>45695</c:v>
                </c:pt>
                <c:pt idx="377">
                  <c:v>45698</c:v>
                </c:pt>
                <c:pt idx="378">
                  <c:v>45699</c:v>
                </c:pt>
                <c:pt idx="379">
                  <c:v>45700</c:v>
                </c:pt>
                <c:pt idx="380">
                  <c:v>45701</c:v>
                </c:pt>
                <c:pt idx="381">
                  <c:v>45702</c:v>
                </c:pt>
                <c:pt idx="382">
                  <c:v>45705</c:v>
                </c:pt>
                <c:pt idx="383">
                  <c:v>45706</c:v>
                </c:pt>
                <c:pt idx="384">
                  <c:v>45707</c:v>
                </c:pt>
                <c:pt idx="385">
                  <c:v>45708</c:v>
                </c:pt>
                <c:pt idx="386">
                  <c:v>45709</c:v>
                </c:pt>
                <c:pt idx="387">
                  <c:v>45712</c:v>
                </c:pt>
                <c:pt idx="388">
                  <c:v>45713</c:v>
                </c:pt>
                <c:pt idx="389">
                  <c:v>45714</c:v>
                </c:pt>
                <c:pt idx="390">
                  <c:v>45715</c:v>
                </c:pt>
                <c:pt idx="391">
                  <c:v>45716</c:v>
                </c:pt>
                <c:pt idx="392">
                  <c:v>45721</c:v>
                </c:pt>
                <c:pt idx="393">
                  <c:v>45722</c:v>
                </c:pt>
                <c:pt idx="394">
                  <c:v>45723</c:v>
                </c:pt>
                <c:pt idx="395">
                  <c:v>45726</c:v>
                </c:pt>
                <c:pt idx="396">
                  <c:v>45727</c:v>
                </c:pt>
                <c:pt idx="397">
                  <c:v>45728</c:v>
                </c:pt>
                <c:pt idx="398">
                  <c:v>45729</c:v>
                </c:pt>
                <c:pt idx="399">
                  <c:v>45730</c:v>
                </c:pt>
                <c:pt idx="400">
                  <c:v>45733</c:v>
                </c:pt>
                <c:pt idx="401">
                  <c:v>45734</c:v>
                </c:pt>
                <c:pt idx="402">
                  <c:v>45735</c:v>
                </c:pt>
                <c:pt idx="403">
                  <c:v>45736</c:v>
                </c:pt>
                <c:pt idx="404">
                  <c:v>45737</c:v>
                </c:pt>
                <c:pt idx="405">
                  <c:v>45740</c:v>
                </c:pt>
                <c:pt idx="406">
                  <c:v>45741</c:v>
                </c:pt>
                <c:pt idx="407">
                  <c:v>45742</c:v>
                </c:pt>
                <c:pt idx="408">
                  <c:v>45743</c:v>
                </c:pt>
                <c:pt idx="409">
                  <c:v>45744</c:v>
                </c:pt>
                <c:pt idx="410">
                  <c:v>45747</c:v>
                </c:pt>
                <c:pt idx="411">
                  <c:v>45748</c:v>
                </c:pt>
                <c:pt idx="412">
                  <c:v>45749</c:v>
                </c:pt>
                <c:pt idx="413">
                  <c:v>45750</c:v>
                </c:pt>
                <c:pt idx="414">
                  <c:v>45751</c:v>
                </c:pt>
                <c:pt idx="415">
                  <c:v>45754</c:v>
                </c:pt>
                <c:pt idx="416">
                  <c:v>45755</c:v>
                </c:pt>
                <c:pt idx="417">
                  <c:v>45756</c:v>
                </c:pt>
                <c:pt idx="418">
                  <c:v>45757</c:v>
                </c:pt>
                <c:pt idx="419">
                  <c:v>45758</c:v>
                </c:pt>
                <c:pt idx="420">
                  <c:v>45761</c:v>
                </c:pt>
                <c:pt idx="421">
                  <c:v>45762</c:v>
                </c:pt>
                <c:pt idx="422">
                  <c:v>45763</c:v>
                </c:pt>
                <c:pt idx="423">
                  <c:v>45764</c:v>
                </c:pt>
                <c:pt idx="424">
                  <c:v>45769</c:v>
                </c:pt>
                <c:pt idx="425">
                  <c:v>45770</c:v>
                </c:pt>
                <c:pt idx="426">
                  <c:v>45771</c:v>
                </c:pt>
                <c:pt idx="427">
                  <c:v>45772</c:v>
                </c:pt>
                <c:pt idx="428">
                  <c:v>45775</c:v>
                </c:pt>
                <c:pt idx="429">
                  <c:v>45776</c:v>
                </c:pt>
                <c:pt idx="430">
                  <c:v>45777</c:v>
                </c:pt>
                <c:pt idx="431">
                  <c:v>45779</c:v>
                </c:pt>
                <c:pt idx="432">
                  <c:v>45782</c:v>
                </c:pt>
                <c:pt idx="433">
                  <c:v>45783</c:v>
                </c:pt>
                <c:pt idx="434">
                  <c:v>45784</c:v>
                </c:pt>
                <c:pt idx="435">
                  <c:v>45785</c:v>
                </c:pt>
                <c:pt idx="436">
                  <c:v>45786</c:v>
                </c:pt>
                <c:pt idx="437">
                  <c:v>45789</c:v>
                </c:pt>
                <c:pt idx="438">
                  <c:v>45790</c:v>
                </c:pt>
                <c:pt idx="439">
                  <c:v>45791</c:v>
                </c:pt>
                <c:pt idx="440">
                  <c:v>45792</c:v>
                </c:pt>
                <c:pt idx="441">
                  <c:v>45793</c:v>
                </c:pt>
                <c:pt idx="442">
                  <c:v>45796</c:v>
                </c:pt>
                <c:pt idx="443">
                  <c:v>45797</c:v>
                </c:pt>
                <c:pt idx="444">
                  <c:v>45798</c:v>
                </c:pt>
                <c:pt idx="445">
                  <c:v>45799</c:v>
                </c:pt>
                <c:pt idx="446">
                  <c:v>45800</c:v>
                </c:pt>
                <c:pt idx="447">
                  <c:v>45803</c:v>
                </c:pt>
                <c:pt idx="448">
                  <c:v>45804</c:v>
                </c:pt>
                <c:pt idx="449">
                  <c:v>45805</c:v>
                </c:pt>
                <c:pt idx="450">
                  <c:v>45806</c:v>
                </c:pt>
                <c:pt idx="451">
                  <c:v>45807</c:v>
                </c:pt>
                <c:pt idx="452">
                  <c:v>45810</c:v>
                </c:pt>
                <c:pt idx="453">
                  <c:v>45811</c:v>
                </c:pt>
                <c:pt idx="454">
                  <c:v>45812</c:v>
                </c:pt>
                <c:pt idx="455">
                  <c:v>45813</c:v>
                </c:pt>
                <c:pt idx="456">
                  <c:v>45814</c:v>
                </c:pt>
                <c:pt idx="457">
                  <c:v>45817</c:v>
                </c:pt>
                <c:pt idx="458">
                  <c:v>45818</c:v>
                </c:pt>
                <c:pt idx="459">
                  <c:v>45819</c:v>
                </c:pt>
                <c:pt idx="460">
                  <c:v>45820</c:v>
                </c:pt>
                <c:pt idx="461">
                  <c:v>45821</c:v>
                </c:pt>
                <c:pt idx="462">
                  <c:v>45824</c:v>
                </c:pt>
                <c:pt idx="463">
                  <c:v>45825</c:v>
                </c:pt>
                <c:pt idx="464">
                  <c:v>45826</c:v>
                </c:pt>
                <c:pt idx="465">
                  <c:v>45828</c:v>
                </c:pt>
                <c:pt idx="466">
                  <c:v>45831</c:v>
                </c:pt>
                <c:pt idx="467">
                  <c:v>45832</c:v>
                </c:pt>
                <c:pt idx="468">
                  <c:v>45833</c:v>
                </c:pt>
                <c:pt idx="469">
                  <c:v>45834</c:v>
                </c:pt>
                <c:pt idx="470">
                  <c:v>45835</c:v>
                </c:pt>
                <c:pt idx="471">
                  <c:v>45838</c:v>
                </c:pt>
                <c:pt idx="472">
                  <c:v>45839</c:v>
                </c:pt>
                <c:pt idx="473">
                  <c:v>45840</c:v>
                </c:pt>
                <c:pt idx="474">
                  <c:v>45841</c:v>
                </c:pt>
                <c:pt idx="475">
                  <c:v>45842</c:v>
                </c:pt>
                <c:pt idx="476">
                  <c:v>45845</c:v>
                </c:pt>
                <c:pt idx="477">
                  <c:v>45846</c:v>
                </c:pt>
                <c:pt idx="478">
                  <c:v>45847</c:v>
                </c:pt>
                <c:pt idx="479">
                  <c:v>45848</c:v>
                </c:pt>
                <c:pt idx="480">
                  <c:v>45849</c:v>
                </c:pt>
                <c:pt idx="481">
                  <c:v>45852</c:v>
                </c:pt>
                <c:pt idx="482">
                  <c:v>45853</c:v>
                </c:pt>
                <c:pt idx="483">
                  <c:v>45854</c:v>
                </c:pt>
                <c:pt idx="484">
                  <c:v>45855</c:v>
                </c:pt>
                <c:pt idx="485">
                  <c:v>45856</c:v>
                </c:pt>
                <c:pt idx="486">
                  <c:v>45859</c:v>
                </c:pt>
                <c:pt idx="487">
                  <c:v>45860</c:v>
                </c:pt>
                <c:pt idx="488">
                  <c:v>45861</c:v>
                </c:pt>
                <c:pt idx="489">
                  <c:v>45862</c:v>
                </c:pt>
                <c:pt idx="490">
                  <c:v>45863</c:v>
                </c:pt>
                <c:pt idx="491">
                  <c:v>45866</c:v>
                </c:pt>
                <c:pt idx="492">
                  <c:v>45867</c:v>
                </c:pt>
                <c:pt idx="493">
                  <c:v>45868</c:v>
                </c:pt>
                <c:pt idx="494">
                  <c:v>45869</c:v>
                </c:pt>
                <c:pt idx="495">
                  <c:v>45870</c:v>
                </c:pt>
                <c:pt idx="496">
                  <c:v>45873</c:v>
                </c:pt>
                <c:pt idx="497">
                  <c:v>45874</c:v>
                </c:pt>
                <c:pt idx="498">
                  <c:v>45875</c:v>
                </c:pt>
                <c:pt idx="499">
                  <c:v>45876</c:v>
                </c:pt>
                <c:pt idx="500">
                  <c:v>45877</c:v>
                </c:pt>
                <c:pt idx="501">
                  <c:v>45880</c:v>
                </c:pt>
                <c:pt idx="502">
                  <c:v>45881</c:v>
                </c:pt>
                <c:pt idx="503">
                  <c:v>45882</c:v>
                </c:pt>
                <c:pt idx="504">
                  <c:v>45883</c:v>
                </c:pt>
                <c:pt idx="505">
                  <c:v>45884</c:v>
                </c:pt>
                <c:pt idx="506">
                  <c:v>45887</c:v>
                </c:pt>
                <c:pt idx="507">
                  <c:v>45888</c:v>
                </c:pt>
                <c:pt idx="508">
                  <c:v>45889</c:v>
                </c:pt>
                <c:pt idx="509">
                  <c:v>45890</c:v>
                </c:pt>
                <c:pt idx="510">
                  <c:v>45891</c:v>
                </c:pt>
                <c:pt idx="511">
                  <c:v>45894</c:v>
                </c:pt>
                <c:pt idx="512">
                  <c:v>45895</c:v>
                </c:pt>
                <c:pt idx="513">
                  <c:v>45896</c:v>
                </c:pt>
                <c:pt idx="514">
                  <c:v>45897</c:v>
                </c:pt>
                <c:pt idx="515">
                  <c:v>45898</c:v>
                </c:pt>
                <c:pt idx="516">
                  <c:v>45901</c:v>
                </c:pt>
                <c:pt idx="517">
                  <c:v>45902</c:v>
                </c:pt>
                <c:pt idx="518">
                  <c:v>45903</c:v>
                </c:pt>
                <c:pt idx="519">
                  <c:v>45904</c:v>
                </c:pt>
                <c:pt idx="520">
                  <c:v>45905</c:v>
                </c:pt>
                <c:pt idx="521">
                  <c:v>45908</c:v>
                </c:pt>
                <c:pt idx="522">
                  <c:v>45909</c:v>
                </c:pt>
                <c:pt idx="523">
                  <c:v>45910</c:v>
                </c:pt>
                <c:pt idx="524">
                  <c:v>45911</c:v>
                </c:pt>
                <c:pt idx="525">
                  <c:v>45912</c:v>
                </c:pt>
                <c:pt idx="526">
                  <c:v>45915</c:v>
                </c:pt>
                <c:pt idx="527">
                  <c:v>45916</c:v>
                </c:pt>
                <c:pt idx="528">
                  <c:v>45917</c:v>
                </c:pt>
                <c:pt idx="529">
                  <c:v>45918</c:v>
                </c:pt>
                <c:pt idx="530">
                  <c:v>45919</c:v>
                </c:pt>
                <c:pt idx="531">
                  <c:v>45922</c:v>
                </c:pt>
                <c:pt idx="532">
                  <c:v>45923</c:v>
                </c:pt>
                <c:pt idx="533">
                  <c:v>45924</c:v>
                </c:pt>
                <c:pt idx="534">
                  <c:v>45925</c:v>
                </c:pt>
                <c:pt idx="535">
                  <c:v>45926</c:v>
                </c:pt>
                <c:pt idx="536">
                  <c:v>45929</c:v>
                </c:pt>
                <c:pt idx="537">
                  <c:v>45930</c:v>
                </c:pt>
                <c:pt idx="538">
                  <c:v>45931</c:v>
                </c:pt>
                <c:pt idx="539">
                  <c:v>45932</c:v>
                </c:pt>
                <c:pt idx="540">
                  <c:v>45933</c:v>
                </c:pt>
                <c:pt idx="541">
                  <c:v>45936</c:v>
                </c:pt>
                <c:pt idx="542">
                  <c:v>45937</c:v>
                </c:pt>
                <c:pt idx="543">
                  <c:v>45938</c:v>
                </c:pt>
                <c:pt idx="544">
                  <c:v>45939</c:v>
                </c:pt>
                <c:pt idx="545">
                  <c:v>45940</c:v>
                </c:pt>
                <c:pt idx="546">
                  <c:v>45943</c:v>
                </c:pt>
                <c:pt idx="547">
                  <c:v>45944</c:v>
                </c:pt>
                <c:pt idx="548">
                  <c:v>45945</c:v>
                </c:pt>
                <c:pt idx="549">
                  <c:v>45946</c:v>
                </c:pt>
                <c:pt idx="550">
                  <c:v>45947</c:v>
                </c:pt>
                <c:pt idx="551">
                  <c:v>45950</c:v>
                </c:pt>
                <c:pt idx="552">
                  <c:v>45951</c:v>
                </c:pt>
                <c:pt idx="553">
                  <c:v>45952</c:v>
                </c:pt>
                <c:pt idx="554">
                  <c:v>45953</c:v>
                </c:pt>
                <c:pt idx="555">
                  <c:v>45954</c:v>
                </c:pt>
                <c:pt idx="556">
                  <c:v>45957</c:v>
                </c:pt>
                <c:pt idx="557">
                  <c:v>45958</c:v>
                </c:pt>
                <c:pt idx="558">
                  <c:v>45959</c:v>
                </c:pt>
                <c:pt idx="559">
                  <c:v>45960</c:v>
                </c:pt>
                <c:pt idx="560">
                  <c:v>45961</c:v>
                </c:pt>
                <c:pt idx="561">
                  <c:v>45964</c:v>
                </c:pt>
                <c:pt idx="562">
                  <c:v>45965</c:v>
                </c:pt>
                <c:pt idx="563">
                  <c:v>45966</c:v>
                </c:pt>
                <c:pt idx="564">
                  <c:v>45967</c:v>
                </c:pt>
                <c:pt idx="565">
                  <c:v>45968</c:v>
                </c:pt>
                <c:pt idx="566">
                  <c:v>45971</c:v>
                </c:pt>
                <c:pt idx="567">
                  <c:v>45972</c:v>
                </c:pt>
                <c:pt idx="568">
                  <c:v>45973</c:v>
                </c:pt>
                <c:pt idx="569">
                  <c:v>45974</c:v>
                </c:pt>
                <c:pt idx="570">
                  <c:v>45975</c:v>
                </c:pt>
                <c:pt idx="571">
                  <c:v>45978</c:v>
                </c:pt>
                <c:pt idx="572">
                  <c:v>45979</c:v>
                </c:pt>
                <c:pt idx="573">
                  <c:v>45980</c:v>
                </c:pt>
                <c:pt idx="574">
                  <c:v>45982</c:v>
                </c:pt>
                <c:pt idx="575">
                  <c:v>45985</c:v>
                </c:pt>
                <c:pt idx="576">
                  <c:v>45986</c:v>
                </c:pt>
                <c:pt idx="577">
                  <c:v>45987</c:v>
                </c:pt>
                <c:pt idx="578">
                  <c:v>45988</c:v>
                </c:pt>
                <c:pt idx="579">
                  <c:v>45989</c:v>
                </c:pt>
                <c:pt idx="580">
                  <c:v>45992</c:v>
                </c:pt>
                <c:pt idx="581">
                  <c:v>45993</c:v>
                </c:pt>
                <c:pt idx="582">
                  <c:v>45994</c:v>
                </c:pt>
                <c:pt idx="583">
                  <c:v>45995</c:v>
                </c:pt>
                <c:pt idx="584">
                  <c:v>45996</c:v>
                </c:pt>
                <c:pt idx="585">
                  <c:v>45999</c:v>
                </c:pt>
                <c:pt idx="586">
                  <c:v>46000</c:v>
                </c:pt>
                <c:pt idx="587">
                  <c:v>46001</c:v>
                </c:pt>
                <c:pt idx="588">
                  <c:v>46002</c:v>
                </c:pt>
                <c:pt idx="589">
                  <c:v>46003</c:v>
                </c:pt>
                <c:pt idx="590">
                  <c:v>46006</c:v>
                </c:pt>
                <c:pt idx="591">
                  <c:v>46007</c:v>
                </c:pt>
                <c:pt idx="592">
                  <c:v>46008</c:v>
                </c:pt>
                <c:pt idx="593">
                  <c:v>46009</c:v>
                </c:pt>
                <c:pt idx="594">
                  <c:v>46010</c:v>
                </c:pt>
                <c:pt idx="595">
                  <c:v>46013</c:v>
                </c:pt>
                <c:pt idx="596">
                  <c:v>46014</c:v>
                </c:pt>
                <c:pt idx="597">
                  <c:v>46017</c:v>
                </c:pt>
                <c:pt idx="598">
                  <c:v>46020</c:v>
                </c:pt>
                <c:pt idx="599">
                  <c:v>46021</c:v>
                </c:pt>
                <c:pt idx="600">
                  <c:v>46024</c:v>
                </c:pt>
                <c:pt idx="601">
                  <c:v>46027</c:v>
                </c:pt>
                <c:pt idx="602">
                  <c:v>46028</c:v>
                </c:pt>
                <c:pt idx="603">
                  <c:v>46029</c:v>
                </c:pt>
                <c:pt idx="604">
                  <c:v>46030</c:v>
                </c:pt>
                <c:pt idx="605">
                  <c:v>46031</c:v>
                </c:pt>
                <c:pt idx="606">
                  <c:v>46034</c:v>
                </c:pt>
                <c:pt idx="607">
                  <c:v>46035</c:v>
                </c:pt>
                <c:pt idx="608">
                  <c:v>46036</c:v>
                </c:pt>
                <c:pt idx="609">
                  <c:v>46037</c:v>
                </c:pt>
                <c:pt idx="610">
                  <c:v>46038</c:v>
                </c:pt>
                <c:pt idx="611">
                  <c:v>46041</c:v>
                </c:pt>
                <c:pt idx="612">
                  <c:v>46042</c:v>
                </c:pt>
                <c:pt idx="613">
                  <c:v>46043</c:v>
                </c:pt>
                <c:pt idx="614">
                  <c:v>46044</c:v>
                </c:pt>
                <c:pt idx="615">
                  <c:v>46045</c:v>
                </c:pt>
                <c:pt idx="616">
                  <c:v>46048</c:v>
                </c:pt>
                <c:pt idx="617">
                  <c:v>46049</c:v>
                </c:pt>
                <c:pt idx="618">
                  <c:v>46050</c:v>
                </c:pt>
                <c:pt idx="619">
                  <c:v>46051</c:v>
                </c:pt>
                <c:pt idx="620">
                  <c:v>46052</c:v>
                </c:pt>
                <c:pt idx="621">
                  <c:v>46055</c:v>
                </c:pt>
                <c:pt idx="622">
                  <c:v>46056</c:v>
                </c:pt>
                <c:pt idx="623">
                  <c:v>46057</c:v>
                </c:pt>
                <c:pt idx="624">
                  <c:v>46058</c:v>
                </c:pt>
                <c:pt idx="625">
                  <c:v>46059</c:v>
                </c:pt>
                <c:pt idx="626">
                  <c:v>46062</c:v>
                </c:pt>
                <c:pt idx="627">
                  <c:v>46063</c:v>
                </c:pt>
                <c:pt idx="628">
                  <c:v>46064</c:v>
                </c:pt>
                <c:pt idx="629">
                  <c:v>46065</c:v>
                </c:pt>
                <c:pt idx="630">
                  <c:v>46066</c:v>
                </c:pt>
                <c:pt idx="631">
                  <c:v>46071</c:v>
                </c:pt>
                <c:pt idx="632">
                  <c:v>46072</c:v>
                </c:pt>
                <c:pt idx="633">
                  <c:v>46073</c:v>
                </c:pt>
                <c:pt idx="634">
                  <c:v>46076</c:v>
                </c:pt>
                <c:pt idx="635">
                  <c:v>46077</c:v>
                </c:pt>
                <c:pt idx="636">
                  <c:v>46078</c:v>
                </c:pt>
                <c:pt idx="637">
                  <c:v>46079</c:v>
                </c:pt>
                <c:pt idx="638">
                  <c:v>46080</c:v>
                </c:pt>
                <c:pt idx="639">
                  <c:v>46083</c:v>
                </c:pt>
                <c:pt idx="640">
                  <c:v>46084</c:v>
                </c:pt>
                <c:pt idx="641">
                  <c:v>46085</c:v>
                </c:pt>
                <c:pt idx="642">
                  <c:v>46086</c:v>
                </c:pt>
                <c:pt idx="643">
                  <c:v>46087</c:v>
                </c:pt>
                <c:pt idx="644">
                  <c:v>46090</c:v>
                </c:pt>
                <c:pt idx="645">
                  <c:v>46091</c:v>
                </c:pt>
                <c:pt idx="646">
                  <c:v>46092</c:v>
                </c:pt>
                <c:pt idx="647">
                  <c:v>46093</c:v>
                </c:pt>
                <c:pt idx="648">
                  <c:v>46094</c:v>
                </c:pt>
                <c:pt idx="649">
                  <c:v>46097</c:v>
                </c:pt>
                <c:pt idx="650">
                  <c:v>46098</c:v>
                </c:pt>
                <c:pt idx="651">
                  <c:v>46099</c:v>
                </c:pt>
                <c:pt idx="652">
                  <c:v>46100</c:v>
                </c:pt>
                <c:pt idx="653">
                  <c:v>46101</c:v>
                </c:pt>
                <c:pt idx="654">
                  <c:v>46104</c:v>
                </c:pt>
                <c:pt idx="655">
                  <c:v>46105</c:v>
                </c:pt>
                <c:pt idx="656">
                  <c:v>46106</c:v>
                </c:pt>
                <c:pt idx="657">
                  <c:v>46107</c:v>
                </c:pt>
                <c:pt idx="658">
                  <c:v>46108</c:v>
                </c:pt>
                <c:pt idx="659">
                  <c:v>46111</c:v>
                </c:pt>
                <c:pt idx="660">
                  <c:v>46112</c:v>
                </c:pt>
                <c:pt idx="661">
                  <c:v>46113</c:v>
                </c:pt>
                <c:pt idx="662">
                  <c:v>46114</c:v>
                </c:pt>
                <c:pt idx="663">
                  <c:v>46118</c:v>
                </c:pt>
                <c:pt idx="664">
                  <c:v>46119</c:v>
                </c:pt>
                <c:pt idx="665">
                  <c:v>46120</c:v>
                </c:pt>
                <c:pt idx="666">
                  <c:v>46121</c:v>
                </c:pt>
                <c:pt idx="667">
                  <c:v>46122</c:v>
                </c:pt>
                <c:pt idx="668">
                  <c:v>46125</c:v>
                </c:pt>
                <c:pt idx="669">
                  <c:v>46126</c:v>
                </c:pt>
                <c:pt idx="670">
                  <c:v>46127</c:v>
                </c:pt>
                <c:pt idx="671">
                  <c:v>46128</c:v>
                </c:pt>
                <c:pt idx="672">
                  <c:v>46129</c:v>
                </c:pt>
                <c:pt idx="673">
                  <c:v>46132</c:v>
                </c:pt>
                <c:pt idx="674">
                  <c:v>46134</c:v>
                </c:pt>
                <c:pt idx="675">
                  <c:v>46135</c:v>
                </c:pt>
                <c:pt idx="676">
                  <c:v>46136</c:v>
                </c:pt>
                <c:pt idx="677">
                  <c:v>46139</c:v>
                </c:pt>
                <c:pt idx="678">
                  <c:v>46140</c:v>
                </c:pt>
                <c:pt idx="679">
                  <c:v>46141</c:v>
                </c:pt>
                <c:pt idx="680">
                  <c:v>46142</c:v>
                </c:pt>
                <c:pt idx="681">
                  <c:v>46146</c:v>
                </c:pt>
                <c:pt idx="682">
                  <c:v>46147</c:v>
                </c:pt>
                <c:pt idx="683">
                  <c:v>46148</c:v>
                </c:pt>
                <c:pt idx="684">
                  <c:v>46149</c:v>
                </c:pt>
                <c:pt idx="685">
                  <c:v>46150</c:v>
                </c:pt>
                <c:pt idx="686">
                  <c:v>46153</c:v>
                </c:pt>
                <c:pt idx="687">
                  <c:v>46154</c:v>
                </c:pt>
                <c:pt idx="688">
                  <c:v>46155</c:v>
                </c:pt>
                <c:pt idx="689">
                  <c:v>46156</c:v>
                </c:pt>
                <c:pt idx="690">
                  <c:v>46157</c:v>
                </c:pt>
                <c:pt idx="691">
                  <c:v>46160</c:v>
                </c:pt>
                <c:pt idx="692">
                  <c:v>46161</c:v>
                </c:pt>
                <c:pt idx="693">
                  <c:v>46162</c:v>
                </c:pt>
                <c:pt idx="694">
                  <c:v>46163</c:v>
                </c:pt>
                <c:pt idx="695">
                  <c:v>46164</c:v>
                </c:pt>
                <c:pt idx="696">
                  <c:v>46167</c:v>
                </c:pt>
                <c:pt idx="697">
                  <c:v>46168</c:v>
                </c:pt>
                <c:pt idx="698">
                  <c:v>46169</c:v>
                </c:pt>
                <c:pt idx="699">
                  <c:v>46170</c:v>
                </c:pt>
                <c:pt idx="700">
                  <c:v>46171</c:v>
                </c:pt>
                <c:pt idx="701">
                  <c:v>46174</c:v>
                </c:pt>
                <c:pt idx="702">
                  <c:v>46175</c:v>
                </c:pt>
                <c:pt idx="703">
                  <c:v>46176</c:v>
                </c:pt>
                <c:pt idx="704">
                  <c:v>46178</c:v>
                </c:pt>
                <c:pt idx="705">
                  <c:v>46181</c:v>
                </c:pt>
                <c:pt idx="706">
                  <c:v>46182</c:v>
                </c:pt>
                <c:pt idx="707">
                  <c:v>46183</c:v>
                </c:pt>
                <c:pt idx="708">
                  <c:v>46184</c:v>
                </c:pt>
                <c:pt idx="709">
                  <c:v>46185</c:v>
                </c:pt>
                <c:pt idx="710">
                  <c:v>46188</c:v>
                </c:pt>
                <c:pt idx="711">
                  <c:v>46189</c:v>
                </c:pt>
                <c:pt idx="712">
                  <c:v>46190</c:v>
                </c:pt>
                <c:pt idx="713">
                  <c:v>46191</c:v>
                </c:pt>
                <c:pt idx="714">
                  <c:v>46192</c:v>
                </c:pt>
                <c:pt idx="715">
                  <c:v>46195</c:v>
                </c:pt>
                <c:pt idx="716">
                  <c:v>46196</c:v>
                </c:pt>
                <c:pt idx="717">
                  <c:v>46197</c:v>
                </c:pt>
                <c:pt idx="718">
                  <c:v>46198</c:v>
                </c:pt>
                <c:pt idx="719">
                  <c:v>46199</c:v>
                </c:pt>
                <c:pt idx="720">
                  <c:v>46202</c:v>
                </c:pt>
                <c:pt idx="721">
                  <c:v>46203</c:v>
                </c:pt>
                <c:pt idx="722">
                  <c:v>46204</c:v>
                </c:pt>
                <c:pt idx="723">
                  <c:v>46205</c:v>
                </c:pt>
                <c:pt idx="724">
                  <c:v>46206</c:v>
                </c:pt>
                <c:pt idx="725">
                  <c:v>46209</c:v>
                </c:pt>
                <c:pt idx="726">
                  <c:v>46210</c:v>
                </c:pt>
                <c:pt idx="727">
                  <c:v>46211</c:v>
                </c:pt>
                <c:pt idx="728">
                  <c:v>46212</c:v>
                </c:pt>
                <c:pt idx="729">
                  <c:v>46213</c:v>
                </c:pt>
                <c:pt idx="730">
                  <c:v>46216</c:v>
                </c:pt>
                <c:pt idx="731">
                  <c:v>46217</c:v>
                </c:pt>
                <c:pt idx="732">
                  <c:v>46218</c:v>
                </c:pt>
                <c:pt idx="733">
                  <c:v>46219</c:v>
                </c:pt>
                <c:pt idx="734">
                  <c:v>46220</c:v>
                </c:pt>
                <c:pt idx="735">
                  <c:v>46223</c:v>
                </c:pt>
                <c:pt idx="736">
                  <c:v>46224</c:v>
                </c:pt>
                <c:pt idx="737">
                  <c:v>46225</c:v>
                </c:pt>
                <c:pt idx="738">
                  <c:v>46226</c:v>
                </c:pt>
                <c:pt idx="739">
                  <c:v>46227</c:v>
                </c:pt>
                <c:pt idx="740">
                  <c:v>46230</c:v>
                </c:pt>
                <c:pt idx="741">
                  <c:v>46231</c:v>
                </c:pt>
                <c:pt idx="742">
                  <c:v>46232</c:v>
                </c:pt>
                <c:pt idx="743">
                  <c:v>46233</c:v>
                </c:pt>
                <c:pt idx="744">
                  <c:v>46234</c:v>
                </c:pt>
                <c:pt idx="745">
                  <c:v>46237</c:v>
                </c:pt>
                <c:pt idx="746">
                  <c:v>46238</c:v>
                </c:pt>
                <c:pt idx="747">
                  <c:v>46239</c:v>
                </c:pt>
                <c:pt idx="748">
                  <c:v>46240</c:v>
                </c:pt>
                <c:pt idx="749">
                  <c:v>46241</c:v>
                </c:pt>
                <c:pt idx="750">
                  <c:v>46244</c:v>
                </c:pt>
                <c:pt idx="751">
                  <c:v>46245</c:v>
                </c:pt>
                <c:pt idx="752">
                  <c:v>46246</c:v>
                </c:pt>
                <c:pt idx="753">
                  <c:v>46247</c:v>
                </c:pt>
                <c:pt idx="754">
                  <c:v>46248</c:v>
                </c:pt>
                <c:pt idx="755">
                  <c:v>46251</c:v>
                </c:pt>
                <c:pt idx="756">
                  <c:v>46252</c:v>
                </c:pt>
                <c:pt idx="757">
                  <c:v>46253</c:v>
                </c:pt>
                <c:pt idx="758">
                  <c:v>46254</c:v>
                </c:pt>
                <c:pt idx="759">
                  <c:v>46255</c:v>
                </c:pt>
                <c:pt idx="760">
                  <c:v>46258</c:v>
                </c:pt>
                <c:pt idx="761">
                  <c:v>46259</c:v>
                </c:pt>
                <c:pt idx="762">
                  <c:v>46260</c:v>
                </c:pt>
                <c:pt idx="763">
                  <c:v>46261</c:v>
                </c:pt>
                <c:pt idx="764">
                  <c:v>46262</c:v>
                </c:pt>
                <c:pt idx="765">
                  <c:v>46265</c:v>
                </c:pt>
                <c:pt idx="766">
                  <c:v>46266</c:v>
                </c:pt>
                <c:pt idx="767">
                  <c:v>46267</c:v>
                </c:pt>
                <c:pt idx="768">
                  <c:v>46268</c:v>
                </c:pt>
                <c:pt idx="769">
                  <c:v>46269</c:v>
                </c:pt>
                <c:pt idx="770">
                  <c:v>46273</c:v>
                </c:pt>
                <c:pt idx="771">
                  <c:v>46274</c:v>
                </c:pt>
                <c:pt idx="772">
                  <c:v>46275</c:v>
                </c:pt>
                <c:pt idx="773">
                  <c:v>46276</c:v>
                </c:pt>
                <c:pt idx="774">
                  <c:v>46279</c:v>
                </c:pt>
                <c:pt idx="775">
                  <c:v>46280</c:v>
                </c:pt>
                <c:pt idx="776">
                  <c:v>46281</c:v>
                </c:pt>
                <c:pt idx="777">
                  <c:v>46282</c:v>
                </c:pt>
                <c:pt idx="778">
                  <c:v>46283</c:v>
                </c:pt>
                <c:pt idx="779">
                  <c:v>46286</c:v>
                </c:pt>
                <c:pt idx="780">
                  <c:v>46287</c:v>
                </c:pt>
                <c:pt idx="781">
                  <c:v>46288</c:v>
                </c:pt>
                <c:pt idx="782">
                  <c:v>46289</c:v>
                </c:pt>
                <c:pt idx="783">
                  <c:v>46290</c:v>
                </c:pt>
                <c:pt idx="784">
                  <c:v>46293</c:v>
                </c:pt>
                <c:pt idx="785">
                  <c:v>46294</c:v>
                </c:pt>
                <c:pt idx="786">
                  <c:v>46295</c:v>
                </c:pt>
                <c:pt idx="787">
                  <c:v>46296</c:v>
                </c:pt>
                <c:pt idx="788">
                  <c:v>46297</c:v>
                </c:pt>
                <c:pt idx="789">
                  <c:v>46300</c:v>
                </c:pt>
                <c:pt idx="790">
                  <c:v>46301</c:v>
                </c:pt>
                <c:pt idx="791">
                  <c:v>46302</c:v>
                </c:pt>
                <c:pt idx="792">
                  <c:v>46303</c:v>
                </c:pt>
                <c:pt idx="793">
                  <c:v>46304</c:v>
                </c:pt>
                <c:pt idx="794">
                  <c:v>46308</c:v>
                </c:pt>
                <c:pt idx="795">
                  <c:v>46309</c:v>
                </c:pt>
                <c:pt idx="796">
                  <c:v>46310</c:v>
                </c:pt>
                <c:pt idx="797">
                  <c:v>46311</c:v>
                </c:pt>
                <c:pt idx="798">
                  <c:v>46314</c:v>
                </c:pt>
                <c:pt idx="799">
                  <c:v>46315</c:v>
                </c:pt>
                <c:pt idx="800">
                  <c:v>46316</c:v>
                </c:pt>
                <c:pt idx="801">
                  <c:v>46317</c:v>
                </c:pt>
                <c:pt idx="802">
                  <c:v>46318</c:v>
                </c:pt>
                <c:pt idx="803">
                  <c:v>46321</c:v>
                </c:pt>
                <c:pt idx="804">
                  <c:v>46322</c:v>
                </c:pt>
                <c:pt idx="805">
                  <c:v>46323</c:v>
                </c:pt>
                <c:pt idx="806">
                  <c:v>46324</c:v>
                </c:pt>
              </c:numCache>
            </c:numRef>
          </c:cat>
          <c:val>
            <c:numRef>
              <c:f>Sheet1!$B$2:$B$808</c:f>
              <c:numCache>
                <c:formatCode>0.00</c:formatCode>
                <c:ptCount val="807"/>
                <c:pt idx="0">
                  <c:v>0.83852195980861388</c:v>
                </c:pt>
                <c:pt idx="1">
                  <c:v>0.73837203366890913</c:v>
                </c:pt>
                <c:pt idx="2">
                  <c:v>0.5936993230903046</c:v>
                </c:pt>
                <c:pt idx="3">
                  <c:v>0.63780571337259795</c:v>
                </c:pt>
                <c:pt idx="4">
                  <c:v>0.53912973445418566</c:v>
                </c:pt>
                <c:pt idx="5">
                  <c:v>0.35519118275562611</c:v>
                </c:pt>
                <c:pt idx="6">
                  <c:v>0.29907613479065798</c:v>
                </c:pt>
                <c:pt idx="7">
                  <c:v>0.24358990798529809</c:v>
                </c:pt>
                <c:pt idx="8">
                  <c:v>0.16781693067395939</c:v>
                </c:pt>
                <c:pt idx="9">
                  <c:v>0.33040427810230327</c:v>
                </c:pt>
                <c:pt idx="10">
                  <c:v>0.21084957893122899</c:v>
                </c:pt>
                <c:pt idx="11">
                  <c:v>0.39902846195588793</c:v>
                </c:pt>
                <c:pt idx="12">
                  <c:v>0.52601859509895166</c:v>
                </c:pt>
                <c:pt idx="13">
                  <c:v>0.30063223557482999</c:v>
                </c:pt>
                <c:pt idx="14">
                  <c:v>0.1023432375148708</c:v>
                </c:pt>
                <c:pt idx="15">
                  <c:v>0.17277214194726251</c:v>
                </c:pt>
                <c:pt idx="16">
                  <c:v>0.30528522160712612</c:v>
                </c:pt>
                <c:pt idx="17">
                  <c:v>0.23294282451074491</c:v>
                </c:pt>
                <c:pt idx="18">
                  <c:v>-6.6460642172570236E-2</c:v>
                </c:pt>
                <c:pt idx="19">
                  <c:v>0.22241234194586601</c:v>
                </c:pt>
                <c:pt idx="20">
                  <c:v>0.15519312052845649</c:v>
                </c:pt>
                <c:pt idx="21">
                  <c:v>4.7223581853776311E-3</c:v>
                </c:pt>
                <c:pt idx="22">
                  <c:v>-0.12096389940818369</c:v>
                </c:pt>
                <c:pt idx="23">
                  <c:v>-0.19162928811723329</c:v>
                </c:pt>
                <c:pt idx="24">
                  <c:v>-6.5274479073119734E-3</c:v>
                </c:pt>
                <c:pt idx="25">
                  <c:v>0.15204949518603461</c:v>
                </c:pt>
                <c:pt idx="26">
                  <c:v>0.16835773959618419</c:v>
                </c:pt>
                <c:pt idx="27">
                  <c:v>0.2140631906882815</c:v>
                </c:pt>
                <c:pt idx="28">
                  <c:v>7.3941495417535447E-2</c:v>
                </c:pt>
                <c:pt idx="29">
                  <c:v>2.4687955368053981E-2</c:v>
                </c:pt>
                <c:pt idx="30">
                  <c:v>-6.3161045782251832E-2</c:v>
                </c:pt>
                <c:pt idx="31">
                  <c:v>0.1167311889763171</c:v>
                </c:pt>
                <c:pt idx="32">
                  <c:v>-0.1244604739885774</c:v>
                </c:pt>
                <c:pt idx="33">
                  <c:v>-0.2309114298885068</c:v>
                </c:pt>
                <c:pt idx="34">
                  <c:v>-0.25062064016073959</c:v>
                </c:pt>
                <c:pt idx="35">
                  <c:v>-0.49058888585919253</c:v>
                </c:pt>
                <c:pt idx="36">
                  <c:v>-0.53099329270351026</c:v>
                </c:pt>
                <c:pt idx="37">
                  <c:v>-0.26076833365902391</c:v>
                </c:pt>
                <c:pt idx="38">
                  <c:v>-7.6088252182255345E-2</c:v>
                </c:pt>
                <c:pt idx="39">
                  <c:v>-0.34534330574144628</c:v>
                </c:pt>
                <c:pt idx="40">
                  <c:v>-0.5967484311714234</c:v>
                </c:pt>
                <c:pt idx="41">
                  <c:v>-0.45879538574563772</c:v>
                </c:pt>
                <c:pt idx="42">
                  <c:v>-0.51982435763463153</c:v>
                </c:pt>
                <c:pt idx="43">
                  <c:v>-0.52514424186524578</c:v>
                </c:pt>
                <c:pt idx="44">
                  <c:v>-0.33784758901158779</c:v>
                </c:pt>
                <c:pt idx="45">
                  <c:v>1.9146187056346959E-3</c:v>
                </c:pt>
                <c:pt idx="46">
                  <c:v>3.8633484839360548E-3</c:v>
                </c:pt>
                <c:pt idx="47">
                  <c:v>-0.29069583853536818</c:v>
                </c:pt>
                <c:pt idx="48">
                  <c:v>-0.22670999553061669</c:v>
                </c:pt>
                <c:pt idx="49">
                  <c:v>-0.50798200436051955</c:v>
                </c:pt>
                <c:pt idx="50">
                  <c:v>-0.7405613872498249</c:v>
                </c:pt>
                <c:pt idx="51">
                  <c:v>-0.73675158270549845</c:v>
                </c:pt>
                <c:pt idx="52">
                  <c:v>-0.85984556521572753</c:v>
                </c:pt>
                <c:pt idx="53">
                  <c:v>-0.7619387339780338</c:v>
                </c:pt>
                <c:pt idx="54">
                  <c:v>-0.54014118478775708</c:v>
                </c:pt>
                <c:pt idx="55">
                  <c:v>-0.75267350133402144</c:v>
                </c:pt>
                <c:pt idx="56">
                  <c:v>-0.46982027333850179</c:v>
                </c:pt>
                <c:pt idx="57">
                  <c:v>-0.78852950698989854</c:v>
                </c:pt>
                <c:pt idx="58">
                  <c:v>-0.92722580507560548</c:v>
                </c:pt>
                <c:pt idx="59">
                  <c:v>-0.78141360008893235</c:v>
                </c:pt>
                <c:pt idx="60">
                  <c:v>-0.56089820465877305</c:v>
                </c:pt>
                <c:pt idx="61">
                  <c:v>-9.1717532076725811E-2</c:v>
                </c:pt>
                <c:pt idx="62">
                  <c:v>-0.1188464301438321</c:v>
                </c:pt>
                <c:pt idx="63">
                  <c:v>9.5149704886497405E-2</c:v>
                </c:pt>
                <c:pt idx="64">
                  <c:v>9.1966266513136871E-2</c:v>
                </c:pt>
                <c:pt idx="65">
                  <c:v>9.1898242545514746E-3</c:v>
                </c:pt>
                <c:pt idx="66">
                  <c:v>0.17028763007693909</c:v>
                </c:pt>
                <c:pt idx="67">
                  <c:v>9.1338884541274992E-2</c:v>
                </c:pt>
                <c:pt idx="68">
                  <c:v>0.45842630353438169</c:v>
                </c:pt>
                <c:pt idx="69">
                  <c:v>0.68102327789679595</c:v>
                </c:pt>
                <c:pt idx="70">
                  <c:v>0.592555652875844</c:v>
                </c:pt>
                <c:pt idx="71">
                  <c:v>0.71403577620925285</c:v>
                </c:pt>
                <c:pt idx="72">
                  <c:v>0.55395014249733798</c:v>
                </c:pt>
                <c:pt idx="73">
                  <c:v>0.6392227555455906</c:v>
                </c:pt>
                <c:pt idx="74">
                  <c:v>0.73498783391842526</c:v>
                </c:pt>
                <c:pt idx="75">
                  <c:v>0.56425611261666608</c:v>
                </c:pt>
                <c:pt idx="76">
                  <c:v>0.59182630490134636</c:v>
                </c:pt>
                <c:pt idx="77">
                  <c:v>0.82983917340704016</c:v>
                </c:pt>
                <c:pt idx="78">
                  <c:v>0.74448214575342064</c:v>
                </c:pt>
                <c:pt idx="79">
                  <c:v>0.89692744898543675</c:v>
                </c:pt>
                <c:pt idx="80">
                  <c:v>1.087774167130851</c:v>
                </c:pt>
                <c:pt idx="81">
                  <c:v>0.90505000034904359</c:v>
                </c:pt>
                <c:pt idx="82">
                  <c:v>1.027818666304984</c:v>
                </c:pt>
                <c:pt idx="83">
                  <c:v>0.94205607241043576</c:v>
                </c:pt>
                <c:pt idx="84">
                  <c:v>1.052190300595748</c:v>
                </c:pt>
                <c:pt idx="85">
                  <c:v>1.170803689499025</c:v>
                </c:pt>
                <c:pt idx="86">
                  <c:v>1.045913434616103</c:v>
                </c:pt>
                <c:pt idx="87">
                  <c:v>0.98189653147942502</c:v>
                </c:pt>
                <c:pt idx="88">
                  <c:v>1.3478914820056569</c:v>
                </c:pt>
                <c:pt idx="89">
                  <c:v>1.5088337066996189</c:v>
                </c:pt>
                <c:pt idx="90">
                  <c:v>1.4155414879191379</c:v>
                </c:pt>
                <c:pt idx="91">
                  <c:v>1.5034139751507489</c:v>
                </c:pt>
                <c:pt idx="92">
                  <c:v>1.601404334401118</c:v>
                </c:pt>
                <c:pt idx="93">
                  <c:v>1.5057140921731389</c:v>
                </c:pt>
                <c:pt idx="94">
                  <c:v>1.589001622620547</c:v>
                </c:pt>
                <c:pt idx="95">
                  <c:v>1.7339778650360911</c:v>
                </c:pt>
                <c:pt idx="96">
                  <c:v>1.7817573589488911</c:v>
                </c:pt>
                <c:pt idx="97">
                  <c:v>1.888716793111153</c:v>
                </c:pt>
                <c:pt idx="98">
                  <c:v>1.817246875856553</c:v>
                </c:pt>
                <c:pt idx="99">
                  <c:v>1.3863267782700901</c:v>
                </c:pt>
                <c:pt idx="100">
                  <c:v>1.3297408995755839</c:v>
                </c:pt>
                <c:pt idx="101">
                  <c:v>0.99389634810326977</c:v>
                </c:pt>
                <c:pt idx="102">
                  <c:v>1.1432530954131019</c:v>
                </c:pt>
                <c:pt idx="103">
                  <c:v>1.274987343013483</c:v>
                </c:pt>
                <c:pt idx="104">
                  <c:v>1.1612293540237879</c:v>
                </c:pt>
                <c:pt idx="105">
                  <c:v>0.99585262816532372</c:v>
                </c:pt>
                <c:pt idx="106">
                  <c:v>0.90660699661125954</c:v>
                </c:pt>
                <c:pt idx="107">
                  <c:v>0.97131784736747062</c:v>
                </c:pt>
                <c:pt idx="108">
                  <c:v>1.043772798958998</c:v>
                </c:pt>
                <c:pt idx="109">
                  <c:v>0.66945116997178411</c:v>
                </c:pt>
                <c:pt idx="110">
                  <c:v>0.55116800184867853</c:v>
                </c:pt>
                <c:pt idx="111">
                  <c:v>0.35299044449673511</c:v>
                </c:pt>
                <c:pt idx="112">
                  <c:v>0.41493072040871598</c:v>
                </c:pt>
                <c:pt idx="113">
                  <c:v>0.2061587049338765</c:v>
                </c:pt>
                <c:pt idx="114">
                  <c:v>0.4612280537077777</c:v>
                </c:pt>
                <c:pt idx="115">
                  <c:v>0.36509437839896058</c:v>
                </c:pt>
                <c:pt idx="116">
                  <c:v>0.43161508502561979</c:v>
                </c:pt>
                <c:pt idx="117">
                  <c:v>0.37763250565724271</c:v>
                </c:pt>
                <c:pt idx="118">
                  <c:v>0.1246223368101622</c:v>
                </c:pt>
                <c:pt idx="119">
                  <c:v>-0.1825191477966259</c:v>
                </c:pt>
                <c:pt idx="120">
                  <c:v>-2.9718138808755949E-2</c:v>
                </c:pt>
                <c:pt idx="121">
                  <c:v>-6.0859040457950882E-2</c:v>
                </c:pt>
                <c:pt idx="122">
                  <c:v>-0.30807610668927971</c:v>
                </c:pt>
                <c:pt idx="123">
                  <c:v>-0.37763198068242232</c:v>
                </c:pt>
                <c:pt idx="124">
                  <c:v>-8.8466462822797048E-2</c:v>
                </c:pt>
                <c:pt idx="125">
                  <c:v>-0.14645080845922651</c:v>
                </c:pt>
                <c:pt idx="126">
                  <c:v>-0.40265058615724542</c:v>
                </c:pt>
                <c:pt idx="127">
                  <c:v>-0.39117382136169998</c:v>
                </c:pt>
                <c:pt idx="128">
                  <c:v>-0.60508739041229509</c:v>
                </c:pt>
                <c:pt idx="129">
                  <c:v>-0.55856503915507727</c:v>
                </c:pt>
                <c:pt idx="130">
                  <c:v>-0.3840309446406861</c:v>
                </c:pt>
                <c:pt idx="131">
                  <c:v>-0.3565502020387904</c:v>
                </c:pt>
                <c:pt idx="132">
                  <c:v>-0.1816196685423957</c:v>
                </c:pt>
                <c:pt idx="133">
                  <c:v>-0.25292874427909467</c:v>
                </c:pt>
                <c:pt idx="134">
                  <c:v>-6.8067107729510121E-2</c:v>
                </c:pt>
                <c:pt idx="135">
                  <c:v>-0.29365096866260659</c:v>
                </c:pt>
                <c:pt idx="136">
                  <c:v>-0.28644407443762071</c:v>
                </c:pt>
                <c:pt idx="137">
                  <c:v>5.5511468303875509E-2</c:v>
                </c:pt>
                <c:pt idx="138">
                  <c:v>-5.7203132272840032E-2</c:v>
                </c:pt>
                <c:pt idx="139">
                  <c:v>-0.1270337122365669</c:v>
                </c:pt>
                <c:pt idx="140">
                  <c:v>-5.4464971061060283E-2</c:v>
                </c:pt>
                <c:pt idx="141">
                  <c:v>-0.2349418451328591</c:v>
                </c:pt>
                <c:pt idx="142">
                  <c:v>-0.1935135477710114</c:v>
                </c:pt>
                <c:pt idx="143">
                  <c:v>-0.1061926806907708</c:v>
                </c:pt>
                <c:pt idx="144">
                  <c:v>-0.17256070414501459</c:v>
                </c:pt>
                <c:pt idx="145">
                  <c:v>-9.9766254542203392E-2</c:v>
                </c:pt>
                <c:pt idx="146">
                  <c:v>-0.27237846365561791</c:v>
                </c:pt>
                <c:pt idx="147">
                  <c:v>-5.0242933112771407E-2</c:v>
                </c:pt>
                <c:pt idx="148">
                  <c:v>-1.39614267770858E-3</c:v>
                </c:pt>
                <c:pt idx="149">
                  <c:v>-7.0286172032585761E-2</c:v>
                </c:pt>
                <c:pt idx="150">
                  <c:v>-0.12430545564184491</c:v>
                </c:pt>
                <c:pt idx="151">
                  <c:v>-0.1100235301614641</c:v>
                </c:pt>
                <c:pt idx="152">
                  <c:v>-3.1433180911333652E-2</c:v>
                </c:pt>
                <c:pt idx="153">
                  <c:v>0.26776890382239799</c:v>
                </c:pt>
                <c:pt idx="154">
                  <c:v>0.15896392401524359</c:v>
                </c:pt>
                <c:pt idx="155">
                  <c:v>1.5910279791796839E-2</c:v>
                </c:pt>
                <c:pt idx="156">
                  <c:v>-4.2150948717581342E-2</c:v>
                </c:pt>
                <c:pt idx="157">
                  <c:v>-6.9152516070794826E-2</c:v>
                </c:pt>
                <c:pt idx="158">
                  <c:v>0.1075275101963858</c:v>
                </c:pt>
                <c:pt idx="159">
                  <c:v>0.1232969259189361</c:v>
                </c:pt>
                <c:pt idx="160">
                  <c:v>-6.3756186713686561E-2</c:v>
                </c:pt>
                <c:pt idx="161">
                  <c:v>-5.1582306863897517E-2</c:v>
                </c:pt>
                <c:pt idx="162">
                  <c:v>-9.6155131515167983E-2</c:v>
                </c:pt>
                <c:pt idx="163">
                  <c:v>-1.7821154220722939E-2</c:v>
                </c:pt>
                <c:pt idx="164">
                  <c:v>-0.1402862823898679</c:v>
                </c:pt>
                <c:pt idx="165">
                  <c:v>8.9232581514967602E-2</c:v>
                </c:pt>
                <c:pt idx="166">
                  <c:v>0.26512447493649682</c:v>
                </c:pt>
                <c:pt idx="167">
                  <c:v>-5.8687743497744423E-2</c:v>
                </c:pt>
                <c:pt idx="168">
                  <c:v>-0.19712272720165611</c:v>
                </c:pt>
                <c:pt idx="169">
                  <c:v>-0.49108535402600351</c:v>
                </c:pt>
                <c:pt idx="170">
                  <c:v>-0.79028638993752898</c:v>
                </c:pt>
                <c:pt idx="171">
                  <c:v>-0.9544426442218481</c:v>
                </c:pt>
                <c:pt idx="172">
                  <c:v>-1.025539646862009</c:v>
                </c:pt>
                <c:pt idx="173">
                  <c:v>-1.0499101786842</c:v>
                </c:pt>
                <c:pt idx="174">
                  <c:v>-0.82275881491176583</c:v>
                </c:pt>
                <c:pt idx="175">
                  <c:v>-0.75664817833567843</c:v>
                </c:pt>
                <c:pt idx="176">
                  <c:v>-0.78186092754298286</c:v>
                </c:pt>
                <c:pt idx="177">
                  <c:v>-0.87772343669600494</c:v>
                </c:pt>
                <c:pt idx="178">
                  <c:v>-0.926779116759189</c:v>
                </c:pt>
                <c:pt idx="179">
                  <c:v>-0.59045864441326423</c:v>
                </c:pt>
                <c:pt idx="180">
                  <c:v>-0.52977519630439884</c:v>
                </c:pt>
                <c:pt idx="181">
                  <c:v>-0.76536268593832835</c:v>
                </c:pt>
                <c:pt idx="182">
                  <c:v>-0.544545985029394</c:v>
                </c:pt>
                <c:pt idx="183">
                  <c:v>-0.20303996507636371</c:v>
                </c:pt>
                <c:pt idx="184">
                  <c:v>-0.28100268887808039</c:v>
                </c:pt>
                <c:pt idx="185">
                  <c:v>-0.2353162576237593</c:v>
                </c:pt>
                <c:pt idx="186">
                  <c:v>-0.16941756288709839</c:v>
                </c:pt>
                <c:pt idx="187">
                  <c:v>-0.37704687747770932</c:v>
                </c:pt>
                <c:pt idx="188">
                  <c:v>-0.63035191687916015</c:v>
                </c:pt>
                <c:pt idx="189">
                  <c:v>-0.54892752359444807</c:v>
                </c:pt>
                <c:pt idx="190">
                  <c:v>-0.3813347159587252</c:v>
                </c:pt>
                <c:pt idx="191">
                  <c:v>-0.36137190484445292</c:v>
                </c:pt>
                <c:pt idx="192">
                  <c:v>-0.28219902875657538</c:v>
                </c:pt>
                <c:pt idx="193">
                  <c:v>-0.31034561366243058</c:v>
                </c:pt>
                <c:pt idx="194">
                  <c:v>-0.2491746197733444</c:v>
                </c:pt>
                <c:pt idx="195">
                  <c:v>-0.29266347700205891</c:v>
                </c:pt>
                <c:pt idx="196">
                  <c:v>-0.54633654348611393</c:v>
                </c:pt>
                <c:pt idx="197">
                  <c:v>-0.65136133755564196</c:v>
                </c:pt>
                <c:pt idx="198">
                  <c:v>-0.68950771198096661</c:v>
                </c:pt>
                <c:pt idx="199">
                  <c:v>-0.64258204360560078</c:v>
                </c:pt>
                <c:pt idx="200">
                  <c:v>-0.73958452756566295</c:v>
                </c:pt>
                <c:pt idx="201">
                  <c:v>-0.89637632773581055</c:v>
                </c:pt>
                <c:pt idx="202">
                  <c:v>-0.98847602785017774</c:v>
                </c:pt>
                <c:pt idx="203">
                  <c:v>-0.87579759409340918</c:v>
                </c:pt>
                <c:pt idx="204">
                  <c:v>-0.89430007699447689</c:v>
                </c:pt>
                <c:pt idx="205">
                  <c:v>-0.94383510514641578</c:v>
                </c:pt>
                <c:pt idx="206">
                  <c:v>-0.67883339945087151</c:v>
                </c:pt>
                <c:pt idx="207">
                  <c:v>-0.96097512792274276</c:v>
                </c:pt>
                <c:pt idx="208">
                  <c:v>-1.056379267071663</c:v>
                </c:pt>
                <c:pt idx="209">
                  <c:v>-0.8514053269431282</c:v>
                </c:pt>
                <c:pt idx="210">
                  <c:v>-1.1216099278586891</c:v>
                </c:pt>
                <c:pt idx="211">
                  <c:v>-1.1755950623827101</c:v>
                </c:pt>
                <c:pt idx="212">
                  <c:v>-1.04542331648253</c:v>
                </c:pt>
                <c:pt idx="213">
                  <c:v>-1.222891695780816</c:v>
                </c:pt>
                <c:pt idx="214">
                  <c:v>-1.197788177595474</c:v>
                </c:pt>
                <c:pt idx="215">
                  <c:v>-1.0950318576322859</c:v>
                </c:pt>
                <c:pt idx="216">
                  <c:v>-1.1330989716631259</c:v>
                </c:pt>
                <c:pt idx="217">
                  <c:v>-0.98063745655486678</c:v>
                </c:pt>
                <c:pt idx="218">
                  <c:v>-0.75563344948941547</c:v>
                </c:pt>
                <c:pt idx="219">
                  <c:v>-0.80880802727556123</c:v>
                </c:pt>
                <c:pt idx="220">
                  <c:v>-0.85827600004778182</c:v>
                </c:pt>
                <c:pt idx="221">
                  <c:v>-0.32091871885891282</c:v>
                </c:pt>
                <c:pt idx="222">
                  <c:v>-0.75015730711472384</c:v>
                </c:pt>
                <c:pt idx="223">
                  <c:v>-0.70563501420032859</c:v>
                </c:pt>
                <c:pt idx="224">
                  <c:v>-0.67310078310883925</c:v>
                </c:pt>
                <c:pt idx="225">
                  <c:v>-0.4652445719826041</c:v>
                </c:pt>
                <c:pt idx="226">
                  <c:v>-0.2398256343347322</c:v>
                </c:pt>
                <c:pt idx="227">
                  <c:v>-7.9287124512377585E-2</c:v>
                </c:pt>
                <c:pt idx="228">
                  <c:v>-0.1664984258587128</c:v>
                </c:pt>
                <c:pt idx="229">
                  <c:v>-7.242493277506383E-2</c:v>
                </c:pt>
                <c:pt idx="230">
                  <c:v>-1.178730950105593E-3</c:v>
                </c:pt>
                <c:pt idx="231">
                  <c:v>0.26435199879924359</c:v>
                </c:pt>
                <c:pt idx="232">
                  <c:v>0.26730315982679159</c:v>
                </c:pt>
                <c:pt idx="233">
                  <c:v>0.41233181476463021</c:v>
                </c:pt>
                <c:pt idx="234">
                  <c:v>0.38578061765255339</c:v>
                </c:pt>
                <c:pt idx="235">
                  <c:v>0.45443513290467269</c:v>
                </c:pt>
                <c:pt idx="236">
                  <c:v>9.8741353685082259E-2</c:v>
                </c:pt>
                <c:pt idx="237">
                  <c:v>9.9566038125675285E-2</c:v>
                </c:pt>
                <c:pt idx="238">
                  <c:v>0.24567512252743401</c:v>
                </c:pt>
                <c:pt idx="239">
                  <c:v>5.0058519786726131E-2</c:v>
                </c:pt>
                <c:pt idx="240">
                  <c:v>-4.1738042044019222E-2</c:v>
                </c:pt>
                <c:pt idx="241">
                  <c:v>-0.14833952488027449</c:v>
                </c:pt>
                <c:pt idx="242">
                  <c:v>-5.7187786659632991E-3</c:v>
                </c:pt>
                <c:pt idx="243">
                  <c:v>-0.17745651099541851</c:v>
                </c:pt>
                <c:pt idx="244">
                  <c:v>-0.2895774124960559</c:v>
                </c:pt>
                <c:pt idx="245">
                  <c:v>-0.16104798888643571</c:v>
                </c:pt>
                <c:pt idx="246">
                  <c:v>-0.17333491680688201</c:v>
                </c:pt>
                <c:pt idx="247">
                  <c:v>-0.18709237343775789</c:v>
                </c:pt>
                <c:pt idx="248">
                  <c:v>-0.29933591479544341</c:v>
                </c:pt>
                <c:pt idx="249">
                  <c:v>-0.21230641891235341</c:v>
                </c:pt>
                <c:pt idx="250">
                  <c:v>6.0004638886931631E-2</c:v>
                </c:pt>
                <c:pt idx="251">
                  <c:v>0.20304214971607459</c:v>
                </c:pt>
                <c:pt idx="252">
                  <c:v>0.41175900347446343</c:v>
                </c:pt>
                <c:pt idx="253">
                  <c:v>0.38945137019324588</c:v>
                </c:pt>
                <c:pt idx="254">
                  <c:v>0.47116379536868958</c:v>
                </c:pt>
                <c:pt idx="255">
                  <c:v>0.4162782493389427</c:v>
                </c:pt>
                <c:pt idx="256">
                  <c:v>0.46495569759094962</c:v>
                </c:pt>
                <c:pt idx="257">
                  <c:v>0.34501777425013569</c:v>
                </c:pt>
                <c:pt idx="258">
                  <c:v>0.63809454416835465</c:v>
                </c:pt>
                <c:pt idx="259">
                  <c:v>0.64824664116855846</c:v>
                </c:pt>
                <c:pt idx="260">
                  <c:v>0.64037650267463053</c:v>
                </c:pt>
                <c:pt idx="261">
                  <c:v>0.39872991412241482</c:v>
                </c:pt>
                <c:pt idx="262">
                  <c:v>0.65975809393856144</c:v>
                </c:pt>
                <c:pt idx="263">
                  <c:v>0.65300055104226706</c:v>
                </c:pt>
                <c:pt idx="264">
                  <c:v>0.63715408966089437</c:v>
                </c:pt>
                <c:pt idx="265">
                  <c:v>0.56492728214746435</c:v>
                </c:pt>
                <c:pt idx="266">
                  <c:v>0.3287589581121641</c:v>
                </c:pt>
                <c:pt idx="267">
                  <c:v>0.29153238183245478</c:v>
                </c:pt>
                <c:pt idx="268">
                  <c:v>0.16878406730527651</c:v>
                </c:pt>
                <c:pt idx="269">
                  <c:v>0.17796866651090959</c:v>
                </c:pt>
                <c:pt idx="270">
                  <c:v>0.46361474750194692</c:v>
                </c:pt>
                <c:pt idx="271">
                  <c:v>0.56020955321478816</c:v>
                </c:pt>
                <c:pt idx="272">
                  <c:v>0.36421041906932827</c:v>
                </c:pt>
                <c:pt idx="273">
                  <c:v>0.32972944842993662</c:v>
                </c:pt>
                <c:pt idx="274">
                  <c:v>0.32364258002797658</c:v>
                </c:pt>
                <c:pt idx="275">
                  <c:v>0.37763001567201709</c:v>
                </c:pt>
                <c:pt idx="276">
                  <c:v>0.21722153567843849</c:v>
                </c:pt>
                <c:pt idx="277">
                  <c:v>0.49311279849973738</c:v>
                </c:pt>
                <c:pt idx="278">
                  <c:v>0.49277239286702379</c:v>
                </c:pt>
                <c:pt idx="279">
                  <c:v>0.53333088924165528</c:v>
                </c:pt>
                <c:pt idx="280">
                  <c:v>0.30675061525366298</c:v>
                </c:pt>
                <c:pt idx="281">
                  <c:v>0.1095595146737614</c:v>
                </c:pt>
                <c:pt idx="282">
                  <c:v>-0.20961045592892791</c:v>
                </c:pt>
                <c:pt idx="283">
                  <c:v>-0.38324245956665171</c:v>
                </c:pt>
                <c:pt idx="284">
                  <c:v>-0.2297826025083731</c:v>
                </c:pt>
                <c:pt idx="285">
                  <c:v>-0.29795303294739672</c:v>
                </c:pt>
                <c:pt idx="286">
                  <c:v>-0.1214604472179842</c:v>
                </c:pt>
                <c:pt idx="287">
                  <c:v>-0.15861420156739869</c:v>
                </c:pt>
                <c:pt idx="288">
                  <c:v>-0.30536148905497468</c:v>
                </c:pt>
                <c:pt idx="289">
                  <c:v>-0.25800397214405912</c:v>
                </c:pt>
                <c:pt idx="290">
                  <c:v>-2.4597421303070108E-2</c:v>
                </c:pt>
                <c:pt idx="291">
                  <c:v>-0.34044430742303589</c:v>
                </c:pt>
                <c:pt idx="292">
                  <c:v>-0.29897134434183797</c:v>
                </c:pt>
                <c:pt idx="293">
                  <c:v>-0.32583230289850967</c:v>
                </c:pt>
                <c:pt idx="294">
                  <c:v>-0.25209256590967161</c:v>
                </c:pt>
                <c:pt idx="295">
                  <c:v>-0.60440309779495127</c:v>
                </c:pt>
                <c:pt idx="296">
                  <c:v>-0.65781981588789062</c:v>
                </c:pt>
                <c:pt idx="297">
                  <c:v>-0.66704051142589882</c:v>
                </c:pt>
                <c:pt idx="298">
                  <c:v>-0.38420539117073182</c:v>
                </c:pt>
                <c:pt idx="299">
                  <c:v>-0.43326335477260841</c:v>
                </c:pt>
                <c:pt idx="300">
                  <c:v>-0.35893356235712409</c:v>
                </c:pt>
                <c:pt idx="301">
                  <c:v>-0.50536790329374892</c:v>
                </c:pt>
                <c:pt idx="302">
                  <c:v>-0.56406671313338241</c:v>
                </c:pt>
                <c:pt idx="303">
                  <c:v>-0.56409270429615832</c:v>
                </c:pt>
                <c:pt idx="304">
                  <c:v>-0.62907663095911315</c:v>
                </c:pt>
                <c:pt idx="305">
                  <c:v>-0.65087011223988367</c:v>
                </c:pt>
                <c:pt idx="306">
                  <c:v>-0.44842501870637458</c:v>
                </c:pt>
                <c:pt idx="307">
                  <c:v>-0.52306716298769573</c:v>
                </c:pt>
                <c:pt idx="308">
                  <c:v>-0.36516316047920921</c:v>
                </c:pt>
                <c:pt idx="309">
                  <c:v>-0.53829791961661189</c:v>
                </c:pt>
                <c:pt idx="310">
                  <c:v>-0.39007048959499041</c:v>
                </c:pt>
                <c:pt idx="311">
                  <c:v>-0.55405431811894257</c:v>
                </c:pt>
                <c:pt idx="312">
                  <c:v>-0.85481590991343592</c:v>
                </c:pt>
                <c:pt idx="313">
                  <c:v>-0.47216868636015791</c:v>
                </c:pt>
                <c:pt idx="314">
                  <c:v>-0.42632988599378008</c:v>
                </c:pt>
                <c:pt idx="315">
                  <c:v>-0.42563595858687081</c:v>
                </c:pt>
                <c:pt idx="316">
                  <c:v>-0.5793594642330907</c:v>
                </c:pt>
                <c:pt idx="317">
                  <c:v>-0.7241138009677307</c:v>
                </c:pt>
                <c:pt idx="318">
                  <c:v>-0.71191270332487711</c:v>
                </c:pt>
                <c:pt idx="319">
                  <c:v>-0.74220569936304348</c:v>
                </c:pt>
                <c:pt idx="320">
                  <c:v>-0.77545162684049296</c:v>
                </c:pt>
                <c:pt idx="321">
                  <c:v>-0.75344000549965418</c:v>
                </c:pt>
                <c:pt idx="322">
                  <c:v>-0.82508014592589096</c:v>
                </c:pt>
                <c:pt idx="323">
                  <c:v>-0.69312118672753298</c:v>
                </c:pt>
                <c:pt idx="324">
                  <c:v>-0.89021403063064286</c:v>
                </c:pt>
                <c:pt idx="325">
                  <c:v>-0.51323275471103913</c:v>
                </c:pt>
                <c:pt idx="326">
                  <c:v>-0.42316163121284373</c:v>
                </c:pt>
                <c:pt idx="327">
                  <c:v>-0.21847028830265011</c:v>
                </c:pt>
                <c:pt idx="328">
                  <c:v>-0.49298752466335227</c:v>
                </c:pt>
                <c:pt idx="329">
                  <c:v>-0.91927851556233708</c:v>
                </c:pt>
                <c:pt idx="330">
                  <c:v>-0.86485387182051188</c:v>
                </c:pt>
                <c:pt idx="331">
                  <c:v>-0.9323908131262082</c:v>
                </c:pt>
                <c:pt idx="332">
                  <c:v>-0.82118893680663485</c:v>
                </c:pt>
                <c:pt idx="333">
                  <c:v>-0.82227177716027</c:v>
                </c:pt>
                <c:pt idx="334">
                  <c:v>-0.5856145081066112</c:v>
                </c:pt>
                <c:pt idx="335">
                  <c:v>-0.84174554639822463</c:v>
                </c:pt>
                <c:pt idx="336">
                  <c:v>-0.89927440251487645</c:v>
                </c:pt>
                <c:pt idx="337">
                  <c:v>-0.65816676283797459</c:v>
                </c:pt>
                <c:pt idx="338">
                  <c:v>-0.4456537216290844</c:v>
                </c:pt>
                <c:pt idx="339">
                  <c:v>-0.85385795675420817</c:v>
                </c:pt>
                <c:pt idx="340">
                  <c:v>-1.0840858741859869</c:v>
                </c:pt>
                <c:pt idx="341">
                  <c:v>-1.3550062519785879</c:v>
                </c:pt>
                <c:pt idx="342">
                  <c:v>-1.207810561997025</c:v>
                </c:pt>
                <c:pt idx="343">
                  <c:v>-1.574043592120296</c:v>
                </c:pt>
                <c:pt idx="344">
                  <c:v>-1.345633944721691</c:v>
                </c:pt>
                <c:pt idx="345">
                  <c:v>-1.093305621994616</c:v>
                </c:pt>
                <c:pt idx="346">
                  <c:v>-1.3381860140765189</c:v>
                </c:pt>
                <c:pt idx="347">
                  <c:v>-1.3344631391509341</c:v>
                </c:pt>
                <c:pt idx="348">
                  <c:v>-1.391856379993349</c:v>
                </c:pt>
                <c:pt idx="349">
                  <c:v>-1.513780093249766</c:v>
                </c:pt>
                <c:pt idx="350">
                  <c:v>-1.5924665340719899</c:v>
                </c:pt>
                <c:pt idx="351">
                  <c:v>-1.7246039629304371</c:v>
                </c:pt>
                <c:pt idx="352">
                  <c:v>-1.4774707642036771</c:v>
                </c:pt>
                <c:pt idx="353">
                  <c:v>-1.31339018396268</c:v>
                </c:pt>
                <c:pt idx="354">
                  <c:v>-1.4971384461759969</c:v>
                </c:pt>
                <c:pt idx="355">
                  <c:v>-1.4445025785589509</c:v>
                </c:pt>
                <c:pt idx="356">
                  <c:v>-1.54491765019748</c:v>
                </c:pt>
                <c:pt idx="357">
                  <c:v>-1.485681394252695</c:v>
                </c:pt>
                <c:pt idx="358">
                  <c:v>-1.3564577990821269</c:v>
                </c:pt>
                <c:pt idx="359">
                  <c:v>-1.0397813788289141</c:v>
                </c:pt>
                <c:pt idx="360">
                  <c:v>-1.027026842007204</c:v>
                </c:pt>
                <c:pt idx="361">
                  <c:v>-0.78384794833673888</c:v>
                </c:pt>
                <c:pt idx="362">
                  <c:v>-0.72470280520134345</c:v>
                </c:pt>
                <c:pt idx="363">
                  <c:v>-0.55809617317453541</c:v>
                </c:pt>
                <c:pt idx="364">
                  <c:v>-0.50598131383626033</c:v>
                </c:pt>
                <c:pt idx="365">
                  <c:v>-0.57710326891678709</c:v>
                </c:pt>
                <c:pt idx="366">
                  <c:v>-0.57950605887434581</c:v>
                </c:pt>
                <c:pt idx="367">
                  <c:v>-0.23775732362675461</c:v>
                </c:pt>
                <c:pt idx="368">
                  <c:v>-0.37347945125544157</c:v>
                </c:pt>
                <c:pt idx="369">
                  <c:v>-0.40941291160905191</c:v>
                </c:pt>
                <c:pt idx="370">
                  <c:v>1.9189995426234129E-2</c:v>
                </c:pt>
                <c:pt idx="371">
                  <c:v>-5.9790306729682663E-2</c:v>
                </c:pt>
                <c:pt idx="372">
                  <c:v>-6.924717113289551E-2</c:v>
                </c:pt>
                <c:pt idx="373">
                  <c:v>-0.25057451845703449</c:v>
                </c:pt>
                <c:pt idx="374">
                  <c:v>-0.27750120163397463</c:v>
                </c:pt>
                <c:pt idx="375">
                  <c:v>-9.0214425141858137E-2</c:v>
                </c:pt>
                <c:pt idx="376">
                  <c:v>-0.32854073336208872</c:v>
                </c:pt>
                <c:pt idx="377">
                  <c:v>-0.12814073429229281</c:v>
                </c:pt>
                <c:pt idx="378">
                  <c:v>0.1819426155277119</c:v>
                </c:pt>
                <c:pt idx="379">
                  <c:v>-9.0770910922334497E-2</c:v>
                </c:pt>
                <c:pt idx="380">
                  <c:v>-5.0003582508790022E-2</c:v>
                </c:pt>
                <c:pt idx="381">
                  <c:v>0.45935980522221409</c:v>
                </c:pt>
                <c:pt idx="382">
                  <c:v>0.67868584531803222</c:v>
                </c:pt>
                <c:pt idx="383">
                  <c:v>0.556327071997191</c:v>
                </c:pt>
                <c:pt idx="384">
                  <c:v>0.30894434240518859</c:v>
                </c:pt>
                <c:pt idx="385">
                  <c:v>0.22450661850861159</c:v>
                </c:pt>
                <c:pt idx="386">
                  <c:v>0.2458967958075346</c:v>
                </c:pt>
                <c:pt idx="387">
                  <c:v>-1.259927106599641E-2</c:v>
                </c:pt>
                <c:pt idx="388">
                  <c:v>0.13462427095916649</c:v>
                </c:pt>
                <c:pt idx="389">
                  <c:v>-0.15172975937331071</c:v>
                </c:pt>
                <c:pt idx="390">
                  <c:v>-0.31151105472914542</c:v>
                </c:pt>
                <c:pt idx="391">
                  <c:v>-0.59765825398247574</c:v>
                </c:pt>
                <c:pt idx="392">
                  <c:v>-0.5410636946769849</c:v>
                </c:pt>
                <c:pt idx="393">
                  <c:v>-0.38812098633185421</c:v>
                </c:pt>
                <c:pt idx="394">
                  <c:v>-5.6423415507934838E-2</c:v>
                </c:pt>
                <c:pt idx="395">
                  <c:v>-0.1208149026374383</c:v>
                </c:pt>
                <c:pt idx="396">
                  <c:v>-0.26683131139458149</c:v>
                </c:pt>
                <c:pt idx="397">
                  <c:v>-0.19520210232070201</c:v>
                </c:pt>
                <c:pt idx="398">
                  <c:v>-1.3193554251435209E-2</c:v>
                </c:pt>
                <c:pt idx="399">
                  <c:v>0.28698560132703371</c:v>
                </c:pt>
                <c:pt idx="400">
                  <c:v>0.36170164888656359</c:v>
                </c:pt>
                <c:pt idx="401">
                  <c:v>0.34748699090027191</c:v>
                </c:pt>
                <c:pt idx="402">
                  <c:v>0.59538641141511794</c:v>
                </c:pt>
                <c:pt idx="403">
                  <c:v>0.48749950640465078</c:v>
                </c:pt>
                <c:pt idx="404">
                  <c:v>0.4946627630196806</c:v>
                </c:pt>
                <c:pt idx="405">
                  <c:v>0.39894152839011959</c:v>
                </c:pt>
                <c:pt idx="406">
                  <c:v>0.59581705981220112</c:v>
                </c:pt>
                <c:pt idx="407">
                  <c:v>0.67769825318781052</c:v>
                </c:pt>
                <c:pt idx="408">
                  <c:v>0.79012444869638687</c:v>
                </c:pt>
                <c:pt idx="409">
                  <c:v>0.61236434866488831</c:v>
                </c:pt>
                <c:pt idx="410">
                  <c:v>0.20788468186861439</c:v>
                </c:pt>
                <c:pt idx="411">
                  <c:v>0.3714131884820055</c:v>
                </c:pt>
                <c:pt idx="412">
                  <c:v>0.39859765892486909</c:v>
                </c:pt>
                <c:pt idx="413">
                  <c:v>0.56458985342212686</c:v>
                </c:pt>
                <c:pt idx="414">
                  <c:v>0.1224677742394696</c:v>
                </c:pt>
                <c:pt idx="415">
                  <c:v>-0.1226313891446574</c:v>
                </c:pt>
                <c:pt idx="416">
                  <c:v>-0.37479786271917259</c:v>
                </c:pt>
                <c:pt idx="417">
                  <c:v>1.888069578664979E-2</c:v>
                </c:pt>
                <c:pt idx="418">
                  <c:v>-0.17422393972585681</c:v>
                </c:pt>
                <c:pt idx="419">
                  <c:v>6.0984108003447939E-2</c:v>
                </c:pt>
                <c:pt idx="420">
                  <c:v>0.2045871519913357</c:v>
                </c:pt>
                <c:pt idx="421">
                  <c:v>0.27236663338510098</c:v>
                </c:pt>
                <c:pt idx="422">
                  <c:v>0.23503013534242531</c:v>
                </c:pt>
                <c:pt idx="423">
                  <c:v>0.49697536439619028</c:v>
                </c:pt>
                <c:pt idx="424">
                  <c:v>0.62896979075010906</c:v>
                </c:pt>
                <c:pt idx="425">
                  <c:v>0.89776741900679258</c:v>
                </c:pt>
                <c:pt idx="426">
                  <c:v>1.1547583482489281</c:v>
                </c:pt>
                <c:pt idx="427">
                  <c:v>1.1210434988511659</c:v>
                </c:pt>
                <c:pt idx="428">
                  <c:v>1.1124312223069579</c:v>
                </c:pt>
                <c:pt idx="429">
                  <c:v>0.98213517281350271</c:v>
                </c:pt>
                <c:pt idx="430">
                  <c:v>0.96094488600358097</c:v>
                </c:pt>
                <c:pt idx="431">
                  <c:v>0.93580598979624208</c:v>
                </c:pt>
                <c:pt idx="432">
                  <c:v>0.71900591538589675</c:v>
                </c:pt>
                <c:pt idx="433">
                  <c:v>0.63501184364225227</c:v>
                </c:pt>
                <c:pt idx="434">
                  <c:v>0.50904507791490039</c:v>
                </c:pt>
                <c:pt idx="435">
                  <c:v>0.87092150764610976</c:v>
                </c:pt>
                <c:pt idx="436">
                  <c:v>0.89175257349306958</c:v>
                </c:pt>
                <c:pt idx="437">
                  <c:v>0.90090687240999567</c:v>
                </c:pt>
                <c:pt idx="438">
                  <c:v>1.2366592512818579</c:v>
                </c:pt>
                <c:pt idx="439">
                  <c:v>1.20928519535763</c:v>
                </c:pt>
                <c:pt idx="440">
                  <c:v>1.3976461903690891</c:v>
                </c:pt>
                <c:pt idx="441">
                  <c:v>1.506991491992036</c:v>
                </c:pt>
                <c:pt idx="442">
                  <c:v>1.481251973586815</c:v>
                </c:pt>
                <c:pt idx="443">
                  <c:v>1.518780723838254</c:v>
                </c:pt>
                <c:pt idx="444">
                  <c:v>1.3226776223456169</c:v>
                </c:pt>
                <c:pt idx="445">
                  <c:v>1.410025283492373</c:v>
                </c:pt>
                <c:pt idx="446">
                  <c:v>1.419419691717162</c:v>
                </c:pt>
                <c:pt idx="447">
                  <c:v>1.5043671071307461</c:v>
                </c:pt>
                <c:pt idx="448">
                  <c:v>1.6725222446685699</c:v>
                </c:pt>
                <c:pt idx="449">
                  <c:v>1.6687835823461989</c:v>
                </c:pt>
                <c:pt idx="450">
                  <c:v>1.6113406379365041</c:v>
                </c:pt>
                <c:pt idx="451">
                  <c:v>1.420861424649025</c:v>
                </c:pt>
                <c:pt idx="452">
                  <c:v>1.3792893998314131</c:v>
                </c:pt>
                <c:pt idx="453">
                  <c:v>1.521649681178318</c:v>
                </c:pt>
                <c:pt idx="454">
                  <c:v>1.4119535452282139</c:v>
                </c:pt>
                <c:pt idx="455">
                  <c:v>1.254615613606106</c:v>
                </c:pt>
                <c:pt idx="456">
                  <c:v>1.135810231590322</c:v>
                </c:pt>
                <c:pt idx="457">
                  <c:v>1.0572077416903261</c:v>
                </c:pt>
                <c:pt idx="458">
                  <c:v>1.074986817511498</c:v>
                </c:pt>
                <c:pt idx="459">
                  <c:v>1.070864709713498</c:v>
                </c:pt>
                <c:pt idx="460">
                  <c:v>1.0718794149625059</c:v>
                </c:pt>
                <c:pt idx="461">
                  <c:v>0.89612574894330577</c:v>
                </c:pt>
                <c:pt idx="462">
                  <c:v>1.091261457957142</c:v>
                </c:pt>
                <c:pt idx="463">
                  <c:v>1.0552033572001089</c:v>
                </c:pt>
                <c:pt idx="464">
                  <c:v>0.95920041971774161</c:v>
                </c:pt>
                <c:pt idx="465">
                  <c:v>0.62232338632879114</c:v>
                </c:pt>
                <c:pt idx="466">
                  <c:v>0.45689064725663647</c:v>
                </c:pt>
                <c:pt idx="467">
                  <c:v>0.6135655080578617</c:v>
                </c:pt>
                <c:pt idx="468">
                  <c:v>0.39717179403065689</c:v>
                </c:pt>
                <c:pt idx="469">
                  <c:v>0.49558629179049862</c:v>
                </c:pt>
                <c:pt idx="470">
                  <c:v>0.428251404128833</c:v>
                </c:pt>
                <c:pt idx="471">
                  <c:v>0.65751670504813908</c:v>
                </c:pt>
                <c:pt idx="472">
                  <c:v>0.70341000730167236</c:v>
                </c:pt>
                <c:pt idx="473">
                  <c:v>0.59262433632284905</c:v>
                </c:pt>
                <c:pt idx="474">
                  <c:v>0.80790000444235421</c:v>
                </c:pt>
                <c:pt idx="475">
                  <c:v>0.85407220729114697</c:v>
                </c:pt>
                <c:pt idx="476">
                  <c:v>0.68110356099500025</c:v>
                </c:pt>
                <c:pt idx="477">
                  <c:v>0.59058859462159108</c:v>
                </c:pt>
                <c:pt idx="478">
                  <c:v>0.35138327608294112</c:v>
                </c:pt>
                <c:pt idx="479">
                  <c:v>0.21651397284794749</c:v>
                </c:pt>
                <c:pt idx="480">
                  <c:v>1.7480879633352989E-2</c:v>
                </c:pt>
                <c:pt idx="481">
                  <c:v>-5.2181104297088422E-2</c:v>
                </c:pt>
                <c:pt idx="482">
                  <c:v>1.949826478160472E-2</c:v>
                </c:pt>
                <c:pt idx="483">
                  <c:v>-1.413005484652506E-2</c:v>
                </c:pt>
                <c:pt idx="484">
                  <c:v>-1.001230228759829E-2</c:v>
                </c:pt>
                <c:pt idx="485">
                  <c:v>-0.33885942488450499</c:v>
                </c:pt>
                <c:pt idx="486">
                  <c:v>-0.30141093416363002</c:v>
                </c:pt>
                <c:pt idx="487">
                  <c:v>-0.27547219393007227</c:v>
                </c:pt>
                <c:pt idx="488">
                  <c:v>-6.823379208173351E-2</c:v>
                </c:pt>
                <c:pt idx="489">
                  <c:v>-0.22524407571089469</c:v>
                </c:pt>
                <c:pt idx="490">
                  <c:v>-0.16609574014523709</c:v>
                </c:pt>
                <c:pt idx="491">
                  <c:v>-0.36003895113571638</c:v>
                </c:pt>
                <c:pt idx="492">
                  <c:v>-0.25978293075672249</c:v>
                </c:pt>
                <c:pt idx="493">
                  <c:v>-0.1095696583055448</c:v>
                </c:pt>
                <c:pt idx="494">
                  <c:v>-0.3750580899695512</c:v>
                </c:pt>
                <c:pt idx="495">
                  <c:v>-0.33980433421180678</c:v>
                </c:pt>
                <c:pt idx="496">
                  <c:v>-0.3079929540152524</c:v>
                </c:pt>
                <c:pt idx="497">
                  <c:v>-0.33015711239054102</c:v>
                </c:pt>
                <c:pt idx="498">
                  <c:v>-0.1996375019067872</c:v>
                </c:pt>
                <c:pt idx="499">
                  <c:v>-6.6972376567883546E-2</c:v>
                </c:pt>
                <c:pt idx="500">
                  <c:v>-0.1880719357895525</c:v>
                </c:pt>
                <c:pt idx="501">
                  <c:v>-0.30271213499756999</c:v>
                </c:pt>
                <c:pt idx="502">
                  <c:v>-0.12347249044631339</c:v>
                </c:pt>
                <c:pt idx="503">
                  <c:v>-0.2977378980274612</c:v>
                </c:pt>
                <c:pt idx="504">
                  <c:v>-0.35603908327729972</c:v>
                </c:pt>
                <c:pt idx="505">
                  <c:v>-0.43440290785870461</c:v>
                </c:pt>
                <c:pt idx="506">
                  <c:v>-0.2621644321680161</c:v>
                </c:pt>
                <c:pt idx="507">
                  <c:v>-0.46107166275910189</c:v>
                </c:pt>
                <c:pt idx="508">
                  <c:v>-0.42108647682763761</c:v>
                </c:pt>
                <c:pt idx="509">
                  <c:v>-0.47156661077964712</c:v>
                </c:pt>
                <c:pt idx="510">
                  <c:v>-0.1220423242726779</c:v>
                </c:pt>
                <c:pt idx="511">
                  <c:v>-7.7616716710172298E-2</c:v>
                </c:pt>
                <c:pt idx="512">
                  <c:v>-2.8415397747107999E-2</c:v>
                </c:pt>
                <c:pt idx="513">
                  <c:v>0.19750683026646151</c:v>
                </c:pt>
                <c:pt idx="514">
                  <c:v>0.46722756470809518</c:v>
                </c:pt>
                <c:pt idx="515">
                  <c:v>0.58862233799423513</c:v>
                </c:pt>
                <c:pt idx="516">
                  <c:v>0.56981302537809242</c:v>
                </c:pt>
                <c:pt idx="517">
                  <c:v>0.34259615349458139</c:v>
                </c:pt>
                <c:pt idx="518">
                  <c:v>0.28813217568714072</c:v>
                </c:pt>
                <c:pt idx="519">
                  <c:v>0.46897338363604057</c:v>
                </c:pt>
                <c:pt idx="520">
                  <c:v>0.58564100457362545</c:v>
                </c:pt>
                <c:pt idx="521">
                  <c:v>0.44670981807996418</c:v>
                </c:pt>
                <c:pt idx="522">
                  <c:v>0.37606136083399327</c:v>
                </c:pt>
                <c:pt idx="523">
                  <c:v>0.43934371347111018</c:v>
                </c:pt>
                <c:pt idx="524">
                  <c:v>0.56135741319773447</c:v>
                </c:pt>
                <c:pt idx="525">
                  <c:v>0.50207264985017219</c:v>
                </c:pt>
                <c:pt idx="526">
                  <c:v>0.69718333870937554</c:v>
                </c:pt>
                <c:pt idx="527">
                  <c:v>0.84747441583643102</c:v>
                </c:pt>
                <c:pt idx="528">
                  <c:v>1.0261510848643529</c:v>
                </c:pt>
                <c:pt idx="529">
                  <c:v>0.93263367187159218</c:v>
                </c:pt>
                <c:pt idx="530">
                  <c:v>0.90444125688257138</c:v>
                </c:pt>
                <c:pt idx="531">
                  <c:v>0.70968539482674486</c:v>
                </c:pt>
                <c:pt idx="532">
                  <c:v>0.85818227077963161</c:v>
                </c:pt>
                <c:pt idx="533">
                  <c:v>0.71132750892324292</c:v>
                </c:pt>
                <c:pt idx="534">
                  <c:v>0.49342107237980781</c:v>
                </c:pt>
                <c:pt idx="535">
                  <c:v>0.60913330957957645</c:v>
                </c:pt>
                <c:pt idx="536">
                  <c:v>0.62871079666760543</c:v>
                </c:pt>
                <c:pt idx="537">
                  <c:v>0.55113094973733268</c:v>
                </c:pt>
                <c:pt idx="538">
                  <c:v>0.43200109887407118</c:v>
                </c:pt>
                <c:pt idx="539">
                  <c:v>0.18920031079832711</c:v>
                </c:pt>
                <c:pt idx="540">
                  <c:v>0.16177817325699101</c:v>
                </c:pt>
                <c:pt idx="541">
                  <c:v>1.439340276443022E-2</c:v>
                </c:pt>
                <c:pt idx="542">
                  <c:v>-0.27010887404163808</c:v>
                </c:pt>
                <c:pt idx="543">
                  <c:v>-0.16438909594689061</c:v>
                </c:pt>
                <c:pt idx="544">
                  <c:v>-0.2413401618318205</c:v>
                </c:pt>
                <c:pt idx="545">
                  <c:v>-0.53818428695496934</c:v>
                </c:pt>
                <c:pt idx="546">
                  <c:v>-0.42609104300625222</c:v>
                </c:pt>
                <c:pt idx="547">
                  <c:v>-0.4132247783170796</c:v>
                </c:pt>
                <c:pt idx="548">
                  <c:v>-0.26434175929476328</c:v>
                </c:pt>
                <c:pt idx="549">
                  <c:v>-0.30468513624987142</c:v>
                </c:pt>
                <c:pt idx="550">
                  <c:v>-0.19312393226877811</c:v>
                </c:pt>
                <c:pt idx="551">
                  <c:v>-7.1796488672984826E-2</c:v>
                </c:pt>
                <c:pt idx="552">
                  <c:v>-0.13788857198097371</c:v>
                </c:pt>
                <c:pt idx="553">
                  <c:v>-9.3633070692043324E-2</c:v>
                </c:pt>
                <c:pt idx="554">
                  <c:v>9.8888956512446807E-2</c:v>
                </c:pt>
                <c:pt idx="555">
                  <c:v>0.15276770824524441</c:v>
                </c:pt>
                <c:pt idx="556">
                  <c:v>0.31269495816635567</c:v>
                </c:pt>
                <c:pt idx="557">
                  <c:v>0.28604695709010652</c:v>
                </c:pt>
                <c:pt idx="558">
                  <c:v>0.30618668228052831</c:v>
                </c:pt>
                <c:pt idx="559">
                  <c:v>0.29028236123599083</c:v>
                </c:pt>
                <c:pt idx="560">
                  <c:v>0.42938181771128492</c:v>
                </c:pt>
                <c:pt idx="561">
                  <c:v>0.35249135662485481</c:v>
                </c:pt>
                <c:pt idx="562">
                  <c:v>0.32013795753433111</c:v>
                </c:pt>
                <c:pt idx="563">
                  <c:v>0.48192858672388672</c:v>
                </c:pt>
                <c:pt idx="564">
                  <c:v>0.31179912813606159</c:v>
                </c:pt>
                <c:pt idx="565">
                  <c:v>0.37978741950371508</c:v>
                </c:pt>
                <c:pt idx="566">
                  <c:v>0.54842935767205925</c:v>
                </c:pt>
                <c:pt idx="567">
                  <c:v>0.74978576823084764</c:v>
                </c:pt>
                <c:pt idx="568">
                  <c:v>0.71437905999179696</c:v>
                </c:pt>
                <c:pt idx="569">
                  <c:v>0.66282287030183484</c:v>
                </c:pt>
                <c:pt idx="570">
                  <c:v>0.69694553665944847</c:v>
                </c:pt>
                <c:pt idx="571">
                  <c:v>0.65496719555784622</c:v>
                </c:pt>
                <c:pt idx="572">
                  <c:v>0.64045023454759686</c:v>
                </c:pt>
                <c:pt idx="573">
                  <c:v>0.55170966401512167</c:v>
                </c:pt>
                <c:pt idx="574">
                  <c:v>0.44588219122777162</c:v>
                </c:pt>
                <c:pt idx="575">
                  <c:v>0.49323233797489152</c:v>
                </c:pt>
                <c:pt idx="576">
                  <c:v>0.56827764871611897</c:v>
                </c:pt>
                <c:pt idx="577">
                  <c:v>0.77874932872520941</c:v>
                </c:pt>
                <c:pt idx="578">
                  <c:v>0.75638325198533085</c:v>
                </c:pt>
                <c:pt idx="579">
                  <c:v>0.77995251963316914</c:v>
                </c:pt>
                <c:pt idx="580">
                  <c:v>0.7034838880925276</c:v>
                </c:pt>
                <c:pt idx="581">
                  <c:v>0.90831375228079358</c:v>
                </c:pt>
                <c:pt idx="582">
                  <c:v>0.9477342600123746</c:v>
                </c:pt>
                <c:pt idx="583">
                  <c:v>1.091822938503864</c:v>
                </c:pt>
                <c:pt idx="584">
                  <c:v>0.52416020096299587</c:v>
                </c:pt>
                <c:pt idx="585">
                  <c:v>0.54662460557071235</c:v>
                </c:pt>
                <c:pt idx="586">
                  <c:v>0.34739675790891972</c:v>
                </c:pt>
                <c:pt idx="587">
                  <c:v>0.36223480389348128</c:v>
                </c:pt>
                <c:pt idx="588">
                  <c:v>0.25173730068363193</c:v>
                </c:pt>
                <c:pt idx="589">
                  <c:v>0.37394873195670908</c:v>
                </c:pt>
                <c:pt idx="590">
                  <c:v>0.40282833642760718</c:v>
                </c:pt>
                <c:pt idx="591">
                  <c:v>0.20930430387272239</c:v>
                </c:pt>
                <c:pt idx="592">
                  <c:v>1.796879193143661E-2</c:v>
                </c:pt>
                <c:pt idx="593">
                  <c:v>9.5663295792463951E-2</c:v>
                </c:pt>
                <c:pt idx="594">
                  <c:v>9.9448006913460674E-2</c:v>
                </c:pt>
                <c:pt idx="595">
                  <c:v>-1.336056946091071E-2</c:v>
                </c:pt>
                <c:pt idx="596">
                  <c:v>0.2290828441822339</c:v>
                </c:pt>
                <c:pt idx="597">
                  <c:v>0.27504374933111508</c:v>
                </c:pt>
                <c:pt idx="598">
                  <c:v>0.14197159892250319</c:v>
                </c:pt>
                <c:pt idx="599">
                  <c:v>0.1982392743715059</c:v>
                </c:pt>
                <c:pt idx="600">
                  <c:v>-8.7577362431846134E-2</c:v>
                </c:pt>
                <c:pt idx="601">
                  <c:v>-9.247953987679719E-2</c:v>
                </c:pt>
                <c:pt idx="602">
                  <c:v>0.1425916260813048</c:v>
                </c:pt>
                <c:pt idx="603">
                  <c:v>6.4136333558019162E-2</c:v>
                </c:pt>
                <c:pt idx="604">
                  <c:v>0.1263608365528095</c:v>
                </c:pt>
                <c:pt idx="605">
                  <c:v>0.15922327076231171</c:v>
                </c:pt>
                <c:pt idx="606">
                  <c:v>0.22124624667713949</c:v>
                </c:pt>
                <c:pt idx="607">
                  <c:v>0.1427740216469475</c:v>
                </c:pt>
                <c:pt idx="608">
                  <c:v>0.33858157573106118</c:v>
                </c:pt>
                <c:pt idx="609">
                  <c:v>0.30324797240484658</c:v>
                </c:pt>
                <c:pt idx="610">
                  <c:v>0.2033176783580681</c:v>
                </c:pt>
                <c:pt idx="611">
                  <c:v>0.13769644583952181</c:v>
                </c:pt>
                <c:pt idx="612">
                  <c:v>0.30248483500753059</c:v>
                </c:pt>
                <c:pt idx="613">
                  <c:v>0.68549712731487344</c:v>
                </c:pt>
                <c:pt idx="614">
                  <c:v>1.0857001324479001</c:v>
                </c:pt>
                <c:pt idx="615">
                  <c:v>1.3344279861505699</c:v>
                </c:pt>
                <c:pt idx="616">
                  <c:v>1.451320517077582</c:v>
                </c:pt>
                <c:pt idx="617">
                  <c:v>1.645793746737285</c:v>
                </c:pt>
                <c:pt idx="618">
                  <c:v>1.80373222725783</c:v>
                </c:pt>
                <c:pt idx="619">
                  <c:v>1.5945590669866829</c:v>
                </c:pt>
                <c:pt idx="620">
                  <c:v>1.5214566092087229</c:v>
                </c:pt>
                <c:pt idx="621">
                  <c:v>1.511566883351894</c:v>
                </c:pt>
                <c:pt idx="622">
                  <c:v>1.6598903392439599</c:v>
                </c:pt>
                <c:pt idx="623">
                  <c:v>1.328680380001958</c:v>
                </c:pt>
                <c:pt idx="624">
                  <c:v>1.280947259491656</c:v>
                </c:pt>
                <c:pt idx="625">
                  <c:v>1.271447458587929</c:v>
                </c:pt>
                <c:pt idx="626">
                  <c:v>1.4187837946611179</c:v>
                </c:pt>
                <c:pt idx="627">
                  <c:v>1.4072733101748149</c:v>
                </c:pt>
                <c:pt idx="628">
                  <c:v>1.612803696799511</c:v>
                </c:pt>
                <c:pt idx="629">
                  <c:v>1.371447319961133</c:v>
                </c:pt>
                <c:pt idx="630">
                  <c:v>1.2698737841837759</c:v>
                </c:pt>
                <c:pt idx="631">
                  <c:v>1.270858914915006</c:v>
                </c:pt>
                <c:pt idx="632">
                  <c:v>1.4622856933035611</c:v>
                </c:pt>
                <c:pt idx="633">
                  <c:v>1.56086309928008</c:v>
                </c:pt>
                <c:pt idx="634">
                  <c:v>1.415957564959794</c:v>
                </c:pt>
                <c:pt idx="635">
                  <c:v>1.603641476882832</c:v>
                </c:pt>
                <c:pt idx="636">
                  <c:v>1.397234410951985</c:v>
                </c:pt>
                <c:pt idx="637">
                  <c:v>1.3219484024116741</c:v>
                </c:pt>
                <c:pt idx="638">
                  <c:v>1.0284504107176831</c:v>
                </c:pt>
                <c:pt idx="639">
                  <c:v>0.84135730483667526</c:v>
                </c:pt>
                <c:pt idx="640">
                  <c:v>0.45505660369021289</c:v>
                </c:pt>
                <c:pt idx="641">
                  <c:v>0.58021014708298768</c:v>
                </c:pt>
                <c:pt idx="642">
                  <c:v>0.31236206950845502</c:v>
                </c:pt>
                <c:pt idx="643">
                  <c:v>9.1166741829300887E-2</c:v>
                </c:pt>
                <c:pt idx="644">
                  <c:v>0.1639785983680111</c:v>
                </c:pt>
                <c:pt idx="645">
                  <c:v>0.31713043340858432</c:v>
                </c:pt>
                <c:pt idx="646">
                  <c:v>0.1977270455756707</c:v>
                </c:pt>
                <c:pt idx="647">
                  <c:v>-0.15044342596510879</c:v>
                </c:pt>
                <c:pt idx="648">
                  <c:v>-0.34583730835539489</c:v>
                </c:pt>
                <c:pt idx="649">
                  <c:v>-0.1847470209221547</c:v>
                </c:pt>
                <c:pt idx="650">
                  <c:v>-0.1752603950128</c:v>
                </c:pt>
                <c:pt idx="651">
                  <c:v>-0.38297780187244129</c:v>
                </c:pt>
                <c:pt idx="652">
                  <c:v>-0.29879994425989459</c:v>
                </c:pt>
                <c:pt idx="653">
                  <c:v>-0.63603552266414443</c:v>
                </c:pt>
                <c:pt idx="654">
                  <c:v>-0.17670518570357499</c:v>
                </c:pt>
                <c:pt idx="655">
                  <c:v>-0.22189294009720131</c:v>
                </c:pt>
                <c:pt idx="656">
                  <c:v>0.1166169626553957</c:v>
                </c:pt>
                <c:pt idx="657">
                  <c:v>-0.20110812264938591</c:v>
                </c:pt>
                <c:pt idx="658">
                  <c:v>-0.50954596733751634</c:v>
                </c:pt>
                <c:pt idx="659">
                  <c:v>-0.47682912219194212</c:v>
                </c:pt>
                <c:pt idx="660">
                  <c:v>-4.6918708896157423E-2</c:v>
                </c:pt>
                <c:pt idx="661">
                  <c:v>7.0011815388314164E-2</c:v>
                </c:pt>
                <c:pt idx="662">
                  <c:v>-1.420999837885379E-2</c:v>
                </c:pt>
                <c:pt idx="663">
                  <c:v>-0.1014266332836168</c:v>
                </c:pt>
                <c:pt idx="664">
                  <c:v>-0.2378363359065902</c:v>
                </c:pt>
                <c:pt idx="665">
                  <c:v>4.5533404122150421E-2</c:v>
                </c:pt>
                <c:pt idx="666">
                  <c:v>0.42631291068392779</c:v>
                </c:pt>
                <c:pt idx="667">
                  <c:v>0.51793452005770091</c:v>
                </c:pt>
                <c:pt idx="668">
                  <c:v>0.5404068501449304</c:v>
                </c:pt>
                <c:pt idx="669">
                  <c:v>0.60057830212934105</c:v>
                </c:pt>
                <c:pt idx="670">
                  <c:v>0.56694343132346781</c:v>
                </c:pt>
                <c:pt idx="671">
                  <c:v>0.28412889945243203</c:v>
                </c:pt>
                <c:pt idx="672">
                  <c:v>0.32479252982956219</c:v>
                </c:pt>
                <c:pt idx="673">
                  <c:v>0.36087396700802632</c:v>
                </c:pt>
                <c:pt idx="674">
                  <c:v>8.5717399521849841E-2</c:v>
                </c:pt>
                <c:pt idx="675">
                  <c:v>-0.23926444426133539</c:v>
                </c:pt>
                <c:pt idx="676">
                  <c:v>-0.30927121744288583</c:v>
                </c:pt>
                <c:pt idx="677">
                  <c:v>-0.63710163338170056</c:v>
                </c:pt>
                <c:pt idx="678">
                  <c:v>-0.71051572481606051</c:v>
                </c:pt>
                <c:pt idx="679">
                  <c:v>-0.93920917656881753</c:v>
                </c:pt>
                <c:pt idx="680">
                  <c:v>-0.61182056003416851</c:v>
                </c:pt>
                <c:pt idx="681">
                  <c:v>-0.65208470032765453</c:v>
                </c:pt>
                <c:pt idx="682">
                  <c:v>-0.53233820400099585</c:v>
                </c:pt>
                <c:pt idx="683">
                  <c:v>-0.32270059431948589</c:v>
                </c:pt>
                <c:pt idx="684">
                  <c:v>-0.58888700103157854</c:v>
                </c:pt>
                <c:pt idx="685">
                  <c:v>-0.67870827184528304</c:v>
                </c:pt>
                <c:pt idx="686">
                  <c:v>-0.9219945013838331</c:v>
                </c:pt>
                <c:pt idx="687">
                  <c:v>-1.1019163008848381</c:v>
                </c:pt>
                <c:pt idx="688">
                  <c:v>-1.5117134751308621</c:v>
                </c:pt>
                <c:pt idx="689">
                  <c:v>-1.3459554768490849</c:v>
                </c:pt>
                <c:pt idx="690">
                  <c:v>-1.727980066853438</c:v>
                </c:pt>
                <c:pt idx="691">
                  <c:v>-1.857064949681376</c:v>
                </c:pt>
                <c:pt idx="692">
                  <c:v>-2.185453163734246</c:v>
                </c:pt>
                <c:pt idx="693">
                  <c:v>-1.6166919022824291</c:v>
                </c:pt>
                <c:pt idx="694">
                  <c:v>-1.5455307012093109</c:v>
                </c:pt>
                <c:pt idx="695">
                  <c:v>-1.7343776841282501</c:v>
                </c:pt>
                <c:pt idx="696">
                  <c:v>-1.4991463828518219</c:v>
                </c:pt>
                <c:pt idx="697">
                  <c:v>-1.6558436502845151</c:v>
                </c:pt>
                <c:pt idx="698">
                  <c:v>-1.648935954731644</c:v>
                </c:pt>
                <c:pt idx="699">
                  <c:v>-1.6983256342109849</c:v>
                </c:pt>
                <c:pt idx="700">
                  <c:v>-1.8416638170641919</c:v>
                </c:pt>
                <c:pt idx="701">
                  <c:v>-2.007513168371978</c:v>
                </c:pt>
                <c:pt idx="702">
                  <c:v>-1.662672888344586</c:v>
                </c:pt>
                <c:pt idx="703">
                  <c:v>-2.0259181804622282</c:v>
                </c:pt>
                <c:pt idx="704">
                  <c:v>-2.108143581892143</c:v>
                </c:pt>
                <c:pt idx="705">
                  <c:v>-2.1168605251967039</c:v>
                </c:pt>
                <c:pt idx="706">
                  <c:v>-1.8419558808367009</c:v>
                </c:pt>
                <c:pt idx="707">
                  <c:v>-1.9780987988986161</c:v>
                </c:pt>
                <c:pt idx="708">
                  <c:v>-1.61466162089524</c:v>
                </c:pt>
                <c:pt idx="709">
                  <c:v>-1.5957424037430139</c:v>
                </c:pt>
                <c:pt idx="710">
                  <c:v>-1.580582697678067</c:v>
                </c:pt>
                <c:pt idx="711">
                  <c:v>-1.6597259977307159</c:v>
                </c:pt>
                <c:pt idx="712">
                  <c:v>-1.733010615710092</c:v>
                </c:pt>
                <c:pt idx="713">
                  <c:v>-1.6333968285310381</c:v>
                </c:pt>
                <c:pt idx="714">
                  <c:v>-1.5335684466366679</c:v>
                </c:pt>
                <c:pt idx="715">
                  <c:v>-1.348820818951872</c:v>
                </c:pt>
                <c:pt idx="716">
                  <c:v>-1.2819534148283329</c:v>
                </c:pt>
                <c:pt idx="717">
                  <c:v>-1.266378965589658</c:v>
                </c:pt>
                <c:pt idx="718">
                  <c:v>-1.1397268134482661</c:v>
                </c:pt>
                <c:pt idx="719">
                  <c:v>-0.92888308184589374</c:v>
                </c:pt>
                <c:pt idx="720">
                  <c:v>-0.94369646060984369</c:v>
                </c:pt>
                <c:pt idx="721">
                  <c:v>-1.1077012126086769</c:v>
                </c:pt>
                <c:pt idx="722">
                  <c:v>-1.164615539070071</c:v>
                </c:pt>
                <c:pt idx="723">
                  <c:v>-0.97480475502316521</c:v>
                </c:pt>
                <c:pt idx="724">
                  <c:v>-0.73723840493548565</c:v>
                </c:pt>
                <c:pt idx="725">
                  <c:v>-0.9467208339252412</c:v>
                </c:pt>
                <c:pt idx="726">
                  <c:v>-1.055084038156721</c:v>
                </c:pt>
                <c:pt idx="727">
                  <c:v>-1.235135069966782</c:v>
                </c:pt>
                <c:pt idx="728">
                  <c:v>-0.93437362269032131</c:v>
                </c:pt>
                <c:pt idx="729">
                  <c:v>-0.52772720040425447</c:v>
                </c:pt>
                <c:pt idx="730">
                  <c:v>-0.74026610685089422</c:v>
                </c:pt>
                <c:pt idx="731">
                  <c:v>-0.66061541983670669</c:v>
                </c:pt>
                <c:pt idx="732">
                  <c:v>-0.77975532867389152</c:v>
                </c:pt>
                <c:pt idx="733">
                  <c:v>-0.93086240337401338</c:v>
                </c:pt>
                <c:pt idx="734">
                  <c:v>-1.0028025364270261</c:v>
                </c:pt>
                <c:pt idx="735">
                  <c:v>-1.1241217068059479</c:v>
                </c:pt>
                <c:pt idx="736">
                  <c:v>-1.1250846400017751</c:v>
                </c:pt>
                <c:pt idx="737">
                  <c:v>-0.81937938313711922</c:v>
                </c:pt>
                <c:pt idx="738">
                  <c:v>-0.97383871192109772</c:v>
                </c:pt>
                <c:pt idx="739">
                  <c:v>-1.188570308401576</c:v>
                </c:pt>
                <c:pt idx="740">
                  <c:v>-0.90581990517558186</c:v>
                </c:pt>
                <c:pt idx="741">
                  <c:v>-0.77807882442029752</c:v>
                </c:pt>
                <c:pt idx="742">
                  <c:v>-1.0156297035664601</c:v>
                </c:pt>
                <c:pt idx="743">
                  <c:v>-0.75475023263176311</c:v>
                </c:pt>
                <c:pt idx="744">
                  <c:v>-0.64324078578242694</c:v>
                </c:pt>
                <c:pt idx="745">
                  <c:v>-0.64101262711758422</c:v>
                </c:pt>
                <c:pt idx="746">
                  <c:v>-0.65971889911103965</c:v>
                </c:pt>
                <c:pt idx="747">
                  <c:v>-0.68412555987967216</c:v>
                </c:pt>
                <c:pt idx="748">
                  <c:v>-0.94478526264480001</c:v>
                </c:pt>
                <c:pt idx="749">
                  <c:v>-1.169630846629409</c:v>
                </c:pt>
                <c:pt idx="750">
                  <c:v>-1.316226559861577</c:v>
                </c:pt>
                <c:pt idx="751">
                  <c:v>-1.649126093597036</c:v>
                </c:pt>
                <c:pt idx="752">
                  <c:v>-1.713467217943681</c:v>
                </c:pt>
                <c:pt idx="753">
                  <c:v>-1.674536540697299</c:v>
                </c:pt>
                <c:pt idx="754">
                  <c:v>-1.698378986673857</c:v>
                </c:pt>
                <c:pt idx="755">
                  <c:v>-1.799838133839069</c:v>
                </c:pt>
                <c:pt idx="756">
                  <c:v>-1.849863111470563</c:v>
                </c:pt>
                <c:pt idx="757">
                  <c:v>-1.6334681117287231</c:v>
                </c:pt>
                <c:pt idx="758">
                  <c:v>-1.653483038331121</c:v>
                </c:pt>
                <c:pt idx="759">
                  <c:v>-1.3548533293278859</c:v>
                </c:pt>
                <c:pt idx="760">
                  <c:v>-1.232072779100079</c:v>
                </c:pt>
                <c:pt idx="761">
                  <c:v>-0.97401105863578941</c:v>
                </c:pt>
                <c:pt idx="762">
                  <c:v>-0.97927164141260759</c:v>
                </c:pt>
                <c:pt idx="763">
                  <c:v>-0.96291109821913801</c:v>
                </c:pt>
                <c:pt idx="764">
                  <c:v>-0.94578208735838454</c:v>
                </c:pt>
                <c:pt idx="765">
                  <c:v>-0.75948938988435055</c:v>
                </c:pt>
                <c:pt idx="766">
                  <c:v>-0.63252859004679751</c:v>
                </c:pt>
                <c:pt idx="767">
                  <c:v>-0.33737573230453383</c:v>
                </c:pt>
                <c:pt idx="768">
                  <c:v>-0.26599756553398091</c:v>
                </c:pt>
                <c:pt idx="769">
                  <c:v>-0.21493544004557649</c:v>
                </c:pt>
                <c:pt idx="770">
                  <c:v>-0.1077632582222718</c:v>
                </c:pt>
                <c:pt idx="771">
                  <c:v>-0.31319829145874278</c:v>
                </c:pt>
                <c:pt idx="772">
                  <c:v>-9.7273202016284505E-2</c:v>
                </c:pt>
                <c:pt idx="773">
                  <c:v>-0.30115509832300053</c:v>
                </c:pt>
                <c:pt idx="774">
                  <c:v>-0.48580359966233683</c:v>
                </c:pt>
                <c:pt idx="775">
                  <c:v>-0.36889785210135723</c:v>
                </c:pt>
                <c:pt idx="776">
                  <c:v>-0.35494585043158411</c:v>
                </c:pt>
                <c:pt idx="777">
                  <c:v>-0.44813733032973768</c:v>
                </c:pt>
                <c:pt idx="778">
                  <c:v>-0.42987035482886871</c:v>
                </c:pt>
                <c:pt idx="779">
                  <c:v>-0.24137345057288509</c:v>
                </c:pt>
                <c:pt idx="780">
                  <c:v>-8.5409023171675189E-2</c:v>
                </c:pt>
                <c:pt idx="781">
                  <c:v>-0.19374458079258311</c:v>
                </c:pt>
                <c:pt idx="782">
                  <c:v>-0.30110512171016968</c:v>
                </c:pt>
                <c:pt idx="783">
                  <c:v>-0.24126184758335589</c:v>
                </c:pt>
                <c:pt idx="784">
                  <c:v>-0.32662634003198138</c:v>
                </c:pt>
                <c:pt idx="785">
                  <c:v>-0.19224447761220531</c:v>
                </c:pt>
                <c:pt idx="786">
                  <c:v>5.8806902592552363E-2</c:v>
                </c:pt>
                <c:pt idx="787">
                  <c:v>0.2061922665850085</c:v>
                </c:pt>
                <c:pt idx="788">
                  <c:v>0.52769858632046673</c:v>
                </c:pt>
                <c:pt idx="789">
                  <c:v>1.0219942379863149</c:v>
                </c:pt>
                <c:pt idx="790">
                  <c:v>1.0516934199908849</c:v>
                </c:pt>
                <c:pt idx="791">
                  <c:v>1.0196689845620071</c:v>
                </c:pt>
                <c:pt idx="792">
                  <c:v>1.1190307465502449</c:v>
                </c:pt>
                <c:pt idx="793">
                  <c:v>1.3639313569145559</c:v>
                </c:pt>
                <c:pt idx="794">
                  <c:v>1.0855985572166651</c:v>
                </c:pt>
                <c:pt idx="795">
                  <c:v>0.93855331825088084</c:v>
                </c:pt>
                <c:pt idx="796">
                  <c:v>0.68613272915302048</c:v>
                </c:pt>
                <c:pt idx="797">
                  <c:v>0.70566634143565066</c:v>
                </c:pt>
                <c:pt idx="798">
                  <c:v>0.82269359973017642</c:v>
                </c:pt>
                <c:pt idx="799">
                  <c:v>1.0427812768779039</c:v>
                </c:pt>
                <c:pt idx="800">
                  <c:v>0.82246761549273339</c:v>
                </c:pt>
                <c:pt idx="801">
                  <c:v>0.61395955170647087</c:v>
                </c:pt>
                <c:pt idx="802">
                  <c:v>0.72926698603892937</c:v>
                </c:pt>
                <c:pt idx="803">
                  <c:v>-0.28860946573216723</c:v>
                </c:pt>
                <c:pt idx="804">
                  <c:v>-0.38202426389103772</c:v>
                </c:pt>
                <c:pt idx="805">
                  <c:v>-0.70999359731844169</c:v>
                </c:pt>
                <c:pt idx="806">
                  <c:v>-0.72727660795204441</c:v>
                </c:pt>
              </c:numCache>
            </c:numRef>
          </c:val>
          <c:smooth val="0"/>
          <c:extLst>
            <c:ext xmlns:c16="http://schemas.microsoft.com/office/drawing/2014/chart" uri="{C3380CC4-5D6E-409C-BE32-E72D297353CC}">
              <c16:uniqueId val="{00000000-155F-4D7F-A945-62D01CCBA7F9}"/>
            </c:ext>
          </c:extLst>
        </c:ser>
        <c:ser>
          <c:idx val="2"/>
          <c:order val="2"/>
          <c:tx>
            <c:v>Shifted &amp; Smoothed Sentiment Index (LHS)</c:v>
          </c:tx>
          <c:spPr>
            <a:ln w="28575" cap="rnd">
              <a:solidFill>
                <a:srgbClr val="8EB3DF"/>
              </a:solidFill>
              <a:round/>
            </a:ln>
            <a:effectLst/>
          </c:spPr>
          <c:marker>
            <c:symbol val="none"/>
          </c:marker>
          <c:cat>
            <c:numRef>
              <c:f>Sheet1!$A$2:$A$808</c:f>
              <c:numCache>
                <c:formatCode>m/d/yyyy</c:formatCode>
                <c:ptCount val="807"/>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45293</c:v>
                </c:pt>
                <c:pt idx="100">
                  <c:v>45294</c:v>
                </c:pt>
                <c:pt idx="101">
                  <c:v>45295</c:v>
                </c:pt>
                <c:pt idx="102">
                  <c:v>45296</c:v>
                </c:pt>
                <c:pt idx="103">
                  <c:v>45299</c:v>
                </c:pt>
                <c:pt idx="104">
                  <c:v>45300</c:v>
                </c:pt>
                <c:pt idx="105">
                  <c:v>45301</c:v>
                </c:pt>
                <c:pt idx="106">
                  <c:v>45302</c:v>
                </c:pt>
                <c:pt idx="107">
                  <c:v>45303</c:v>
                </c:pt>
                <c:pt idx="108">
                  <c:v>45306</c:v>
                </c:pt>
                <c:pt idx="109">
                  <c:v>45307</c:v>
                </c:pt>
                <c:pt idx="110">
                  <c:v>45308</c:v>
                </c:pt>
                <c:pt idx="111">
                  <c:v>45309</c:v>
                </c:pt>
                <c:pt idx="112">
                  <c:v>45310</c:v>
                </c:pt>
                <c:pt idx="113">
                  <c:v>45313</c:v>
                </c:pt>
                <c:pt idx="114">
                  <c:v>45314</c:v>
                </c:pt>
                <c:pt idx="115">
                  <c:v>45315</c:v>
                </c:pt>
                <c:pt idx="116">
                  <c:v>45316</c:v>
                </c:pt>
                <c:pt idx="117">
                  <c:v>45317</c:v>
                </c:pt>
                <c:pt idx="118">
                  <c:v>45320</c:v>
                </c:pt>
                <c:pt idx="119">
                  <c:v>45321</c:v>
                </c:pt>
                <c:pt idx="120">
                  <c:v>45322</c:v>
                </c:pt>
                <c:pt idx="121">
                  <c:v>45323</c:v>
                </c:pt>
                <c:pt idx="122">
                  <c:v>45324</c:v>
                </c:pt>
                <c:pt idx="123">
                  <c:v>45327</c:v>
                </c:pt>
                <c:pt idx="124">
                  <c:v>45328</c:v>
                </c:pt>
                <c:pt idx="125">
                  <c:v>45329</c:v>
                </c:pt>
                <c:pt idx="126">
                  <c:v>45330</c:v>
                </c:pt>
                <c:pt idx="127">
                  <c:v>45331</c:v>
                </c:pt>
                <c:pt idx="128">
                  <c:v>45336</c:v>
                </c:pt>
                <c:pt idx="129">
                  <c:v>45337</c:v>
                </c:pt>
                <c:pt idx="130">
                  <c:v>45338</c:v>
                </c:pt>
                <c:pt idx="131">
                  <c:v>45341</c:v>
                </c:pt>
                <c:pt idx="132">
                  <c:v>45342</c:v>
                </c:pt>
                <c:pt idx="133">
                  <c:v>45343</c:v>
                </c:pt>
                <c:pt idx="134">
                  <c:v>45344</c:v>
                </c:pt>
                <c:pt idx="135">
                  <c:v>45345</c:v>
                </c:pt>
                <c:pt idx="136">
                  <c:v>45348</c:v>
                </c:pt>
                <c:pt idx="137">
                  <c:v>45349</c:v>
                </c:pt>
                <c:pt idx="138">
                  <c:v>45350</c:v>
                </c:pt>
                <c:pt idx="139">
                  <c:v>45351</c:v>
                </c:pt>
                <c:pt idx="140">
                  <c:v>45352</c:v>
                </c:pt>
                <c:pt idx="141">
                  <c:v>45355</c:v>
                </c:pt>
                <c:pt idx="142">
                  <c:v>45356</c:v>
                </c:pt>
                <c:pt idx="143">
                  <c:v>45357</c:v>
                </c:pt>
                <c:pt idx="144">
                  <c:v>45358</c:v>
                </c:pt>
                <c:pt idx="145">
                  <c:v>45359</c:v>
                </c:pt>
                <c:pt idx="146">
                  <c:v>45362</c:v>
                </c:pt>
                <c:pt idx="147">
                  <c:v>45363</c:v>
                </c:pt>
                <c:pt idx="148">
                  <c:v>45364</c:v>
                </c:pt>
                <c:pt idx="149">
                  <c:v>45365</c:v>
                </c:pt>
                <c:pt idx="150">
                  <c:v>45366</c:v>
                </c:pt>
                <c:pt idx="151">
                  <c:v>45369</c:v>
                </c:pt>
                <c:pt idx="152">
                  <c:v>45370</c:v>
                </c:pt>
                <c:pt idx="153">
                  <c:v>45371</c:v>
                </c:pt>
                <c:pt idx="154">
                  <c:v>45372</c:v>
                </c:pt>
                <c:pt idx="155">
                  <c:v>45373</c:v>
                </c:pt>
                <c:pt idx="156">
                  <c:v>45376</c:v>
                </c:pt>
                <c:pt idx="157">
                  <c:v>45377</c:v>
                </c:pt>
                <c:pt idx="158">
                  <c:v>45378</c:v>
                </c:pt>
                <c:pt idx="159">
                  <c:v>45379</c:v>
                </c:pt>
                <c:pt idx="160">
                  <c:v>45383</c:v>
                </c:pt>
                <c:pt idx="161">
                  <c:v>45384</c:v>
                </c:pt>
                <c:pt idx="162">
                  <c:v>45385</c:v>
                </c:pt>
                <c:pt idx="163">
                  <c:v>45386</c:v>
                </c:pt>
                <c:pt idx="164">
                  <c:v>45387</c:v>
                </c:pt>
                <c:pt idx="165">
                  <c:v>45390</c:v>
                </c:pt>
                <c:pt idx="166">
                  <c:v>45391</c:v>
                </c:pt>
                <c:pt idx="167">
                  <c:v>45392</c:v>
                </c:pt>
                <c:pt idx="168">
                  <c:v>45393</c:v>
                </c:pt>
                <c:pt idx="169">
                  <c:v>45394</c:v>
                </c:pt>
                <c:pt idx="170">
                  <c:v>45397</c:v>
                </c:pt>
                <c:pt idx="171">
                  <c:v>45398</c:v>
                </c:pt>
                <c:pt idx="172">
                  <c:v>45399</c:v>
                </c:pt>
                <c:pt idx="173">
                  <c:v>45400</c:v>
                </c:pt>
                <c:pt idx="174">
                  <c:v>45401</c:v>
                </c:pt>
                <c:pt idx="175">
                  <c:v>45404</c:v>
                </c:pt>
                <c:pt idx="176">
                  <c:v>45405</c:v>
                </c:pt>
                <c:pt idx="177">
                  <c:v>45406</c:v>
                </c:pt>
                <c:pt idx="178">
                  <c:v>45407</c:v>
                </c:pt>
                <c:pt idx="179">
                  <c:v>45408</c:v>
                </c:pt>
                <c:pt idx="180">
                  <c:v>45411</c:v>
                </c:pt>
                <c:pt idx="181">
                  <c:v>45412</c:v>
                </c:pt>
                <c:pt idx="182">
                  <c:v>45414</c:v>
                </c:pt>
                <c:pt idx="183">
                  <c:v>45415</c:v>
                </c:pt>
                <c:pt idx="184">
                  <c:v>45418</c:v>
                </c:pt>
                <c:pt idx="185">
                  <c:v>45419</c:v>
                </c:pt>
                <c:pt idx="186">
                  <c:v>45420</c:v>
                </c:pt>
                <c:pt idx="187">
                  <c:v>45421</c:v>
                </c:pt>
                <c:pt idx="188">
                  <c:v>45422</c:v>
                </c:pt>
                <c:pt idx="189">
                  <c:v>45425</c:v>
                </c:pt>
                <c:pt idx="190">
                  <c:v>45426</c:v>
                </c:pt>
                <c:pt idx="191">
                  <c:v>45427</c:v>
                </c:pt>
                <c:pt idx="192">
                  <c:v>45428</c:v>
                </c:pt>
                <c:pt idx="193">
                  <c:v>45429</c:v>
                </c:pt>
                <c:pt idx="194">
                  <c:v>45432</c:v>
                </c:pt>
                <c:pt idx="195">
                  <c:v>45433</c:v>
                </c:pt>
                <c:pt idx="196">
                  <c:v>45434</c:v>
                </c:pt>
                <c:pt idx="197">
                  <c:v>45435</c:v>
                </c:pt>
                <c:pt idx="198">
                  <c:v>45436</c:v>
                </c:pt>
                <c:pt idx="199">
                  <c:v>45439</c:v>
                </c:pt>
                <c:pt idx="200">
                  <c:v>45440</c:v>
                </c:pt>
                <c:pt idx="201">
                  <c:v>45441</c:v>
                </c:pt>
                <c:pt idx="202">
                  <c:v>45443</c:v>
                </c:pt>
                <c:pt idx="203">
                  <c:v>45446</c:v>
                </c:pt>
                <c:pt idx="204">
                  <c:v>45447</c:v>
                </c:pt>
                <c:pt idx="205">
                  <c:v>45448</c:v>
                </c:pt>
                <c:pt idx="206">
                  <c:v>45449</c:v>
                </c:pt>
                <c:pt idx="207">
                  <c:v>45450</c:v>
                </c:pt>
                <c:pt idx="208">
                  <c:v>45453</c:v>
                </c:pt>
                <c:pt idx="209">
                  <c:v>45454</c:v>
                </c:pt>
                <c:pt idx="210">
                  <c:v>45455</c:v>
                </c:pt>
                <c:pt idx="211">
                  <c:v>45456</c:v>
                </c:pt>
                <c:pt idx="212">
                  <c:v>45457</c:v>
                </c:pt>
                <c:pt idx="213">
                  <c:v>45460</c:v>
                </c:pt>
                <c:pt idx="214">
                  <c:v>45461</c:v>
                </c:pt>
                <c:pt idx="215">
                  <c:v>45462</c:v>
                </c:pt>
                <c:pt idx="216">
                  <c:v>45463</c:v>
                </c:pt>
                <c:pt idx="217">
                  <c:v>45464</c:v>
                </c:pt>
                <c:pt idx="218">
                  <c:v>45467</c:v>
                </c:pt>
                <c:pt idx="219">
                  <c:v>45468</c:v>
                </c:pt>
                <c:pt idx="220">
                  <c:v>45469</c:v>
                </c:pt>
                <c:pt idx="221">
                  <c:v>45470</c:v>
                </c:pt>
                <c:pt idx="222">
                  <c:v>45471</c:v>
                </c:pt>
                <c:pt idx="223">
                  <c:v>45474</c:v>
                </c:pt>
                <c:pt idx="224">
                  <c:v>45475</c:v>
                </c:pt>
                <c:pt idx="225">
                  <c:v>45476</c:v>
                </c:pt>
                <c:pt idx="226">
                  <c:v>45477</c:v>
                </c:pt>
                <c:pt idx="227">
                  <c:v>45478</c:v>
                </c:pt>
                <c:pt idx="228">
                  <c:v>45481</c:v>
                </c:pt>
                <c:pt idx="229">
                  <c:v>45482</c:v>
                </c:pt>
                <c:pt idx="230">
                  <c:v>45483</c:v>
                </c:pt>
                <c:pt idx="231">
                  <c:v>45484</c:v>
                </c:pt>
                <c:pt idx="232">
                  <c:v>45485</c:v>
                </c:pt>
                <c:pt idx="233">
                  <c:v>45488</c:v>
                </c:pt>
                <c:pt idx="234">
                  <c:v>45489</c:v>
                </c:pt>
                <c:pt idx="235">
                  <c:v>45490</c:v>
                </c:pt>
                <c:pt idx="236">
                  <c:v>45491</c:v>
                </c:pt>
                <c:pt idx="237">
                  <c:v>45492</c:v>
                </c:pt>
                <c:pt idx="238">
                  <c:v>45495</c:v>
                </c:pt>
                <c:pt idx="239">
                  <c:v>45496</c:v>
                </c:pt>
                <c:pt idx="240">
                  <c:v>45497</c:v>
                </c:pt>
                <c:pt idx="241">
                  <c:v>45498</c:v>
                </c:pt>
                <c:pt idx="242">
                  <c:v>45499</c:v>
                </c:pt>
                <c:pt idx="243">
                  <c:v>45502</c:v>
                </c:pt>
                <c:pt idx="244">
                  <c:v>45503</c:v>
                </c:pt>
                <c:pt idx="245">
                  <c:v>45504</c:v>
                </c:pt>
                <c:pt idx="246">
                  <c:v>45505</c:v>
                </c:pt>
                <c:pt idx="247">
                  <c:v>45506</c:v>
                </c:pt>
                <c:pt idx="248">
                  <c:v>45509</c:v>
                </c:pt>
                <c:pt idx="249">
                  <c:v>45510</c:v>
                </c:pt>
                <c:pt idx="250">
                  <c:v>45511</c:v>
                </c:pt>
                <c:pt idx="251">
                  <c:v>45512</c:v>
                </c:pt>
                <c:pt idx="252">
                  <c:v>45513</c:v>
                </c:pt>
                <c:pt idx="253">
                  <c:v>45516</c:v>
                </c:pt>
                <c:pt idx="254">
                  <c:v>45517</c:v>
                </c:pt>
                <c:pt idx="255">
                  <c:v>45518</c:v>
                </c:pt>
                <c:pt idx="256">
                  <c:v>45519</c:v>
                </c:pt>
                <c:pt idx="257">
                  <c:v>45520</c:v>
                </c:pt>
                <c:pt idx="258">
                  <c:v>45523</c:v>
                </c:pt>
                <c:pt idx="259">
                  <c:v>45524</c:v>
                </c:pt>
                <c:pt idx="260">
                  <c:v>45525</c:v>
                </c:pt>
                <c:pt idx="261">
                  <c:v>45526</c:v>
                </c:pt>
                <c:pt idx="262">
                  <c:v>45527</c:v>
                </c:pt>
                <c:pt idx="263">
                  <c:v>45530</c:v>
                </c:pt>
                <c:pt idx="264">
                  <c:v>45531</c:v>
                </c:pt>
                <c:pt idx="265">
                  <c:v>45532</c:v>
                </c:pt>
                <c:pt idx="266">
                  <c:v>45533</c:v>
                </c:pt>
                <c:pt idx="267">
                  <c:v>45534</c:v>
                </c:pt>
                <c:pt idx="268">
                  <c:v>45537</c:v>
                </c:pt>
                <c:pt idx="269">
                  <c:v>45538</c:v>
                </c:pt>
                <c:pt idx="270">
                  <c:v>45539</c:v>
                </c:pt>
                <c:pt idx="271">
                  <c:v>45540</c:v>
                </c:pt>
                <c:pt idx="272">
                  <c:v>45541</c:v>
                </c:pt>
                <c:pt idx="273">
                  <c:v>45544</c:v>
                </c:pt>
                <c:pt idx="274">
                  <c:v>45545</c:v>
                </c:pt>
                <c:pt idx="275">
                  <c:v>45546</c:v>
                </c:pt>
                <c:pt idx="276">
                  <c:v>45547</c:v>
                </c:pt>
                <c:pt idx="277">
                  <c:v>45548</c:v>
                </c:pt>
                <c:pt idx="278">
                  <c:v>45551</c:v>
                </c:pt>
                <c:pt idx="279">
                  <c:v>45552</c:v>
                </c:pt>
                <c:pt idx="280">
                  <c:v>45553</c:v>
                </c:pt>
                <c:pt idx="281">
                  <c:v>45554</c:v>
                </c:pt>
                <c:pt idx="282">
                  <c:v>45555</c:v>
                </c:pt>
                <c:pt idx="283">
                  <c:v>45558</c:v>
                </c:pt>
                <c:pt idx="284">
                  <c:v>45559</c:v>
                </c:pt>
                <c:pt idx="285">
                  <c:v>45560</c:v>
                </c:pt>
                <c:pt idx="286">
                  <c:v>45561</c:v>
                </c:pt>
                <c:pt idx="287">
                  <c:v>45562</c:v>
                </c:pt>
                <c:pt idx="288">
                  <c:v>45565</c:v>
                </c:pt>
                <c:pt idx="289">
                  <c:v>45566</c:v>
                </c:pt>
                <c:pt idx="290">
                  <c:v>45567</c:v>
                </c:pt>
                <c:pt idx="291">
                  <c:v>45568</c:v>
                </c:pt>
                <c:pt idx="292">
                  <c:v>45569</c:v>
                </c:pt>
                <c:pt idx="293">
                  <c:v>45572</c:v>
                </c:pt>
                <c:pt idx="294">
                  <c:v>45573</c:v>
                </c:pt>
                <c:pt idx="295">
                  <c:v>45574</c:v>
                </c:pt>
                <c:pt idx="296">
                  <c:v>45575</c:v>
                </c:pt>
                <c:pt idx="297">
                  <c:v>45576</c:v>
                </c:pt>
                <c:pt idx="298">
                  <c:v>45579</c:v>
                </c:pt>
                <c:pt idx="299">
                  <c:v>45580</c:v>
                </c:pt>
                <c:pt idx="300">
                  <c:v>45581</c:v>
                </c:pt>
                <c:pt idx="301">
                  <c:v>45582</c:v>
                </c:pt>
                <c:pt idx="302">
                  <c:v>45583</c:v>
                </c:pt>
                <c:pt idx="303">
                  <c:v>45586</c:v>
                </c:pt>
                <c:pt idx="304">
                  <c:v>45587</c:v>
                </c:pt>
                <c:pt idx="305">
                  <c:v>45588</c:v>
                </c:pt>
                <c:pt idx="306">
                  <c:v>45589</c:v>
                </c:pt>
                <c:pt idx="307">
                  <c:v>45590</c:v>
                </c:pt>
                <c:pt idx="308">
                  <c:v>45593</c:v>
                </c:pt>
                <c:pt idx="309">
                  <c:v>45594</c:v>
                </c:pt>
                <c:pt idx="310">
                  <c:v>45595</c:v>
                </c:pt>
                <c:pt idx="311">
                  <c:v>45596</c:v>
                </c:pt>
                <c:pt idx="312">
                  <c:v>45597</c:v>
                </c:pt>
                <c:pt idx="313">
                  <c:v>45600</c:v>
                </c:pt>
                <c:pt idx="314">
                  <c:v>45601</c:v>
                </c:pt>
                <c:pt idx="315">
                  <c:v>45602</c:v>
                </c:pt>
                <c:pt idx="316">
                  <c:v>45603</c:v>
                </c:pt>
                <c:pt idx="317">
                  <c:v>45604</c:v>
                </c:pt>
                <c:pt idx="318">
                  <c:v>45607</c:v>
                </c:pt>
                <c:pt idx="319">
                  <c:v>45608</c:v>
                </c:pt>
                <c:pt idx="320">
                  <c:v>45609</c:v>
                </c:pt>
                <c:pt idx="321">
                  <c:v>45610</c:v>
                </c:pt>
                <c:pt idx="322">
                  <c:v>45614</c:v>
                </c:pt>
                <c:pt idx="323">
                  <c:v>45615</c:v>
                </c:pt>
                <c:pt idx="324">
                  <c:v>45617</c:v>
                </c:pt>
                <c:pt idx="325">
                  <c:v>45618</c:v>
                </c:pt>
                <c:pt idx="326">
                  <c:v>45621</c:v>
                </c:pt>
                <c:pt idx="327">
                  <c:v>45622</c:v>
                </c:pt>
                <c:pt idx="328">
                  <c:v>45623</c:v>
                </c:pt>
                <c:pt idx="329">
                  <c:v>45624</c:v>
                </c:pt>
                <c:pt idx="330">
                  <c:v>45625</c:v>
                </c:pt>
                <c:pt idx="331">
                  <c:v>45628</c:v>
                </c:pt>
                <c:pt idx="332">
                  <c:v>45629</c:v>
                </c:pt>
                <c:pt idx="333">
                  <c:v>45630</c:v>
                </c:pt>
                <c:pt idx="334">
                  <c:v>45631</c:v>
                </c:pt>
                <c:pt idx="335">
                  <c:v>45632</c:v>
                </c:pt>
                <c:pt idx="336">
                  <c:v>45635</c:v>
                </c:pt>
                <c:pt idx="337">
                  <c:v>45636</c:v>
                </c:pt>
                <c:pt idx="338">
                  <c:v>45637</c:v>
                </c:pt>
                <c:pt idx="339">
                  <c:v>45638</c:v>
                </c:pt>
                <c:pt idx="340">
                  <c:v>45639</c:v>
                </c:pt>
                <c:pt idx="341">
                  <c:v>45642</c:v>
                </c:pt>
                <c:pt idx="342">
                  <c:v>45643</c:v>
                </c:pt>
                <c:pt idx="343">
                  <c:v>45644</c:v>
                </c:pt>
                <c:pt idx="344">
                  <c:v>45645</c:v>
                </c:pt>
                <c:pt idx="345">
                  <c:v>45646</c:v>
                </c:pt>
                <c:pt idx="346">
                  <c:v>45649</c:v>
                </c:pt>
                <c:pt idx="347">
                  <c:v>45652</c:v>
                </c:pt>
                <c:pt idx="348">
                  <c:v>45653</c:v>
                </c:pt>
                <c:pt idx="349">
                  <c:v>45656</c:v>
                </c:pt>
                <c:pt idx="350">
                  <c:v>45659</c:v>
                </c:pt>
                <c:pt idx="351">
                  <c:v>45660</c:v>
                </c:pt>
                <c:pt idx="352">
                  <c:v>45663</c:v>
                </c:pt>
                <c:pt idx="353">
                  <c:v>45664</c:v>
                </c:pt>
                <c:pt idx="354">
                  <c:v>45665</c:v>
                </c:pt>
                <c:pt idx="355">
                  <c:v>45666</c:v>
                </c:pt>
                <c:pt idx="356">
                  <c:v>45667</c:v>
                </c:pt>
                <c:pt idx="357">
                  <c:v>45670</c:v>
                </c:pt>
                <c:pt idx="358">
                  <c:v>45671</c:v>
                </c:pt>
                <c:pt idx="359">
                  <c:v>45672</c:v>
                </c:pt>
                <c:pt idx="360">
                  <c:v>45673</c:v>
                </c:pt>
                <c:pt idx="361">
                  <c:v>45674</c:v>
                </c:pt>
                <c:pt idx="362">
                  <c:v>45677</c:v>
                </c:pt>
                <c:pt idx="363">
                  <c:v>45678</c:v>
                </c:pt>
                <c:pt idx="364">
                  <c:v>45679</c:v>
                </c:pt>
                <c:pt idx="365">
                  <c:v>45680</c:v>
                </c:pt>
                <c:pt idx="366">
                  <c:v>45681</c:v>
                </c:pt>
                <c:pt idx="367">
                  <c:v>45684</c:v>
                </c:pt>
                <c:pt idx="368">
                  <c:v>45685</c:v>
                </c:pt>
                <c:pt idx="369">
                  <c:v>45686</c:v>
                </c:pt>
                <c:pt idx="370">
                  <c:v>45687</c:v>
                </c:pt>
                <c:pt idx="371">
                  <c:v>45688</c:v>
                </c:pt>
                <c:pt idx="372">
                  <c:v>45691</c:v>
                </c:pt>
                <c:pt idx="373">
                  <c:v>45692</c:v>
                </c:pt>
                <c:pt idx="374">
                  <c:v>45693</c:v>
                </c:pt>
                <c:pt idx="375">
                  <c:v>45694</c:v>
                </c:pt>
                <c:pt idx="376">
                  <c:v>45695</c:v>
                </c:pt>
                <c:pt idx="377">
                  <c:v>45698</c:v>
                </c:pt>
                <c:pt idx="378">
                  <c:v>45699</c:v>
                </c:pt>
                <c:pt idx="379">
                  <c:v>45700</c:v>
                </c:pt>
                <c:pt idx="380">
                  <c:v>45701</c:v>
                </c:pt>
                <c:pt idx="381">
                  <c:v>45702</c:v>
                </c:pt>
                <c:pt idx="382">
                  <c:v>45705</c:v>
                </c:pt>
                <c:pt idx="383">
                  <c:v>45706</c:v>
                </c:pt>
                <c:pt idx="384">
                  <c:v>45707</c:v>
                </c:pt>
                <c:pt idx="385">
                  <c:v>45708</c:v>
                </c:pt>
                <c:pt idx="386">
                  <c:v>45709</c:v>
                </c:pt>
                <c:pt idx="387">
                  <c:v>45712</c:v>
                </c:pt>
                <c:pt idx="388">
                  <c:v>45713</c:v>
                </c:pt>
                <c:pt idx="389">
                  <c:v>45714</c:v>
                </c:pt>
                <c:pt idx="390">
                  <c:v>45715</c:v>
                </c:pt>
                <c:pt idx="391">
                  <c:v>45716</c:v>
                </c:pt>
                <c:pt idx="392">
                  <c:v>45721</c:v>
                </c:pt>
                <c:pt idx="393">
                  <c:v>45722</c:v>
                </c:pt>
                <c:pt idx="394">
                  <c:v>45723</c:v>
                </c:pt>
                <c:pt idx="395">
                  <c:v>45726</c:v>
                </c:pt>
                <c:pt idx="396">
                  <c:v>45727</c:v>
                </c:pt>
                <c:pt idx="397">
                  <c:v>45728</c:v>
                </c:pt>
                <c:pt idx="398">
                  <c:v>45729</c:v>
                </c:pt>
                <c:pt idx="399">
                  <c:v>45730</c:v>
                </c:pt>
                <c:pt idx="400">
                  <c:v>45733</c:v>
                </c:pt>
                <c:pt idx="401">
                  <c:v>45734</c:v>
                </c:pt>
                <c:pt idx="402">
                  <c:v>45735</c:v>
                </c:pt>
                <c:pt idx="403">
                  <c:v>45736</c:v>
                </c:pt>
                <c:pt idx="404">
                  <c:v>45737</c:v>
                </c:pt>
                <c:pt idx="405">
                  <c:v>45740</c:v>
                </c:pt>
                <c:pt idx="406">
                  <c:v>45741</c:v>
                </c:pt>
                <c:pt idx="407">
                  <c:v>45742</c:v>
                </c:pt>
                <c:pt idx="408">
                  <c:v>45743</c:v>
                </c:pt>
                <c:pt idx="409">
                  <c:v>45744</c:v>
                </c:pt>
                <c:pt idx="410">
                  <c:v>45747</c:v>
                </c:pt>
                <c:pt idx="411">
                  <c:v>45748</c:v>
                </c:pt>
                <c:pt idx="412">
                  <c:v>45749</c:v>
                </c:pt>
                <c:pt idx="413">
                  <c:v>45750</c:v>
                </c:pt>
                <c:pt idx="414">
                  <c:v>45751</c:v>
                </c:pt>
                <c:pt idx="415">
                  <c:v>45754</c:v>
                </c:pt>
                <c:pt idx="416">
                  <c:v>45755</c:v>
                </c:pt>
                <c:pt idx="417">
                  <c:v>45756</c:v>
                </c:pt>
                <c:pt idx="418">
                  <c:v>45757</c:v>
                </c:pt>
                <c:pt idx="419">
                  <c:v>45758</c:v>
                </c:pt>
                <c:pt idx="420">
                  <c:v>45761</c:v>
                </c:pt>
                <c:pt idx="421">
                  <c:v>45762</c:v>
                </c:pt>
                <c:pt idx="422">
                  <c:v>45763</c:v>
                </c:pt>
                <c:pt idx="423">
                  <c:v>45764</c:v>
                </c:pt>
                <c:pt idx="424">
                  <c:v>45769</c:v>
                </c:pt>
                <c:pt idx="425">
                  <c:v>45770</c:v>
                </c:pt>
                <c:pt idx="426">
                  <c:v>45771</c:v>
                </c:pt>
                <c:pt idx="427">
                  <c:v>45772</c:v>
                </c:pt>
                <c:pt idx="428">
                  <c:v>45775</c:v>
                </c:pt>
                <c:pt idx="429">
                  <c:v>45776</c:v>
                </c:pt>
                <c:pt idx="430">
                  <c:v>45777</c:v>
                </c:pt>
                <c:pt idx="431">
                  <c:v>45779</c:v>
                </c:pt>
                <c:pt idx="432">
                  <c:v>45782</c:v>
                </c:pt>
                <c:pt idx="433">
                  <c:v>45783</c:v>
                </c:pt>
                <c:pt idx="434">
                  <c:v>45784</c:v>
                </c:pt>
                <c:pt idx="435">
                  <c:v>45785</c:v>
                </c:pt>
                <c:pt idx="436">
                  <c:v>45786</c:v>
                </c:pt>
                <c:pt idx="437">
                  <c:v>45789</c:v>
                </c:pt>
                <c:pt idx="438">
                  <c:v>45790</c:v>
                </c:pt>
                <c:pt idx="439">
                  <c:v>45791</c:v>
                </c:pt>
                <c:pt idx="440">
                  <c:v>45792</c:v>
                </c:pt>
                <c:pt idx="441">
                  <c:v>45793</c:v>
                </c:pt>
                <c:pt idx="442">
                  <c:v>45796</c:v>
                </c:pt>
                <c:pt idx="443">
                  <c:v>45797</c:v>
                </c:pt>
                <c:pt idx="444">
                  <c:v>45798</c:v>
                </c:pt>
                <c:pt idx="445">
                  <c:v>45799</c:v>
                </c:pt>
                <c:pt idx="446">
                  <c:v>45800</c:v>
                </c:pt>
                <c:pt idx="447">
                  <c:v>45803</c:v>
                </c:pt>
                <c:pt idx="448">
                  <c:v>45804</c:v>
                </c:pt>
                <c:pt idx="449">
                  <c:v>45805</c:v>
                </c:pt>
                <c:pt idx="450">
                  <c:v>45806</c:v>
                </c:pt>
                <c:pt idx="451">
                  <c:v>45807</c:v>
                </c:pt>
                <c:pt idx="452">
                  <c:v>45810</c:v>
                </c:pt>
                <c:pt idx="453">
                  <c:v>45811</c:v>
                </c:pt>
                <c:pt idx="454">
                  <c:v>45812</c:v>
                </c:pt>
                <c:pt idx="455">
                  <c:v>45813</c:v>
                </c:pt>
                <c:pt idx="456">
                  <c:v>45814</c:v>
                </c:pt>
                <c:pt idx="457">
                  <c:v>45817</c:v>
                </c:pt>
                <c:pt idx="458">
                  <c:v>45818</c:v>
                </c:pt>
                <c:pt idx="459">
                  <c:v>45819</c:v>
                </c:pt>
                <c:pt idx="460">
                  <c:v>45820</c:v>
                </c:pt>
                <c:pt idx="461">
                  <c:v>45821</c:v>
                </c:pt>
                <c:pt idx="462">
                  <c:v>45824</c:v>
                </c:pt>
                <c:pt idx="463">
                  <c:v>45825</c:v>
                </c:pt>
                <c:pt idx="464">
                  <c:v>45826</c:v>
                </c:pt>
                <c:pt idx="465">
                  <c:v>45828</c:v>
                </c:pt>
                <c:pt idx="466">
                  <c:v>45831</c:v>
                </c:pt>
                <c:pt idx="467">
                  <c:v>45832</c:v>
                </c:pt>
                <c:pt idx="468">
                  <c:v>45833</c:v>
                </c:pt>
                <c:pt idx="469">
                  <c:v>45834</c:v>
                </c:pt>
                <c:pt idx="470">
                  <c:v>45835</c:v>
                </c:pt>
                <c:pt idx="471">
                  <c:v>45838</c:v>
                </c:pt>
                <c:pt idx="472">
                  <c:v>45839</c:v>
                </c:pt>
                <c:pt idx="473">
                  <c:v>45840</c:v>
                </c:pt>
                <c:pt idx="474">
                  <c:v>45841</c:v>
                </c:pt>
                <c:pt idx="475">
                  <c:v>45842</c:v>
                </c:pt>
                <c:pt idx="476">
                  <c:v>45845</c:v>
                </c:pt>
                <c:pt idx="477">
                  <c:v>45846</c:v>
                </c:pt>
                <c:pt idx="478">
                  <c:v>45847</c:v>
                </c:pt>
                <c:pt idx="479">
                  <c:v>45848</c:v>
                </c:pt>
                <c:pt idx="480">
                  <c:v>45849</c:v>
                </c:pt>
                <c:pt idx="481">
                  <c:v>45852</c:v>
                </c:pt>
                <c:pt idx="482">
                  <c:v>45853</c:v>
                </c:pt>
                <c:pt idx="483">
                  <c:v>45854</c:v>
                </c:pt>
                <c:pt idx="484">
                  <c:v>45855</c:v>
                </c:pt>
                <c:pt idx="485">
                  <c:v>45856</c:v>
                </c:pt>
                <c:pt idx="486">
                  <c:v>45859</c:v>
                </c:pt>
                <c:pt idx="487">
                  <c:v>45860</c:v>
                </c:pt>
                <c:pt idx="488">
                  <c:v>45861</c:v>
                </c:pt>
                <c:pt idx="489">
                  <c:v>45862</c:v>
                </c:pt>
                <c:pt idx="490">
                  <c:v>45863</c:v>
                </c:pt>
                <c:pt idx="491">
                  <c:v>45866</c:v>
                </c:pt>
                <c:pt idx="492">
                  <c:v>45867</c:v>
                </c:pt>
                <c:pt idx="493">
                  <c:v>45868</c:v>
                </c:pt>
                <c:pt idx="494">
                  <c:v>45869</c:v>
                </c:pt>
                <c:pt idx="495">
                  <c:v>45870</c:v>
                </c:pt>
                <c:pt idx="496">
                  <c:v>45873</c:v>
                </c:pt>
                <c:pt idx="497">
                  <c:v>45874</c:v>
                </c:pt>
                <c:pt idx="498">
                  <c:v>45875</c:v>
                </c:pt>
                <c:pt idx="499">
                  <c:v>45876</c:v>
                </c:pt>
                <c:pt idx="500">
                  <c:v>45877</c:v>
                </c:pt>
                <c:pt idx="501">
                  <c:v>45880</c:v>
                </c:pt>
                <c:pt idx="502">
                  <c:v>45881</c:v>
                </c:pt>
                <c:pt idx="503">
                  <c:v>45882</c:v>
                </c:pt>
                <c:pt idx="504">
                  <c:v>45883</c:v>
                </c:pt>
                <c:pt idx="505">
                  <c:v>45884</c:v>
                </c:pt>
                <c:pt idx="506">
                  <c:v>45887</c:v>
                </c:pt>
                <c:pt idx="507">
                  <c:v>45888</c:v>
                </c:pt>
                <c:pt idx="508">
                  <c:v>45889</c:v>
                </c:pt>
                <c:pt idx="509">
                  <c:v>45890</c:v>
                </c:pt>
                <c:pt idx="510">
                  <c:v>45891</c:v>
                </c:pt>
                <c:pt idx="511">
                  <c:v>45894</c:v>
                </c:pt>
                <c:pt idx="512">
                  <c:v>45895</c:v>
                </c:pt>
                <c:pt idx="513">
                  <c:v>45896</c:v>
                </c:pt>
                <c:pt idx="514">
                  <c:v>45897</c:v>
                </c:pt>
                <c:pt idx="515">
                  <c:v>45898</c:v>
                </c:pt>
                <c:pt idx="516">
                  <c:v>45901</c:v>
                </c:pt>
                <c:pt idx="517">
                  <c:v>45902</c:v>
                </c:pt>
                <c:pt idx="518">
                  <c:v>45903</c:v>
                </c:pt>
                <c:pt idx="519">
                  <c:v>45904</c:v>
                </c:pt>
                <c:pt idx="520">
                  <c:v>45905</c:v>
                </c:pt>
                <c:pt idx="521">
                  <c:v>45908</c:v>
                </c:pt>
                <c:pt idx="522">
                  <c:v>45909</c:v>
                </c:pt>
                <c:pt idx="523">
                  <c:v>45910</c:v>
                </c:pt>
                <c:pt idx="524">
                  <c:v>45911</c:v>
                </c:pt>
                <c:pt idx="525">
                  <c:v>45912</c:v>
                </c:pt>
                <c:pt idx="526">
                  <c:v>45915</c:v>
                </c:pt>
                <c:pt idx="527">
                  <c:v>45916</c:v>
                </c:pt>
                <c:pt idx="528">
                  <c:v>45917</c:v>
                </c:pt>
                <c:pt idx="529">
                  <c:v>45918</c:v>
                </c:pt>
                <c:pt idx="530">
                  <c:v>45919</c:v>
                </c:pt>
                <c:pt idx="531">
                  <c:v>45922</c:v>
                </c:pt>
                <c:pt idx="532">
                  <c:v>45923</c:v>
                </c:pt>
                <c:pt idx="533">
                  <c:v>45924</c:v>
                </c:pt>
                <c:pt idx="534">
                  <c:v>45925</c:v>
                </c:pt>
                <c:pt idx="535">
                  <c:v>45926</c:v>
                </c:pt>
                <c:pt idx="536">
                  <c:v>45929</c:v>
                </c:pt>
                <c:pt idx="537">
                  <c:v>45930</c:v>
                </c:pt>
                <c:pt idx="538">
                  <c:v>45931</c:v>
                </c:pt>
                <c:pt idx="539">
                  <c:v>45932</c:v>
                </c:pt>
                <c:pt idx="540">
                  <c:v>45933</c:v>
                </c:pt>
                <c:pt idx="541">
                  <c:v>45936</c:v>
                </c:pt>
                <c:pt idx="542">
                  <c:v>45937</c:v>
                </c:pt>
                <c:pt idx="543">
                  <c:v>45938</c:v>
                </c:pt>
                <c:pt idx="544">
                  <c:v>45939</c:v>
                </c:pt>
                <c:pt idx="545">
                  <c:v>45940</c:v>
                </c:pt>
                <c:pt idx="546">
                  <c:v>45943</c:v>
                </c:pt>
                <c:pt idx="547">
                  <c:v>45944</c:v>
                </c:pt>
                <c:pt idx="548">
                  <c:v>45945</c:v>
                </c:pt>
                <c:pt idx="549">
                  <c:v>45946</c:v>
                </c:pt>
                <c:pt idx="550">
                  <c:v>45947</c:v>
                </c:pt>
                <c:pt idx="551">
                  <c:v>45950</c:v>
                </c:pt>
                <c:pt idx="552">
                  <c:v>45951</c:v>
                </c:pt>
                <c:pt idx="553">
                  <c:v>45952</c:v>
                </c:pt>
                <c:pt idx="554">
                  <c:v>45953</c:v>
                </c:pt>
                <c:pt idx="555">
                  <c:v>45954</c:v>
                </c:pt>
                <c:pt idx="556">
                  <c:v>45957</c:v>
                </c:pt>
                <c:pt idx="557">
                  <c:v>45958</c:v>
                </c:pt>
                <c:pt idx="558">
                  <c:v>45959</c:v>
                </c:pt>
                <c:pt idx="559">
                  <c:v>45960</c:v>
                </c:pt>
                <c:pt idx="560">
                  <c:v>45961</c:v>
                </c:pt>
                <c:pt idx="561">
                  <c:v>45964</c:v>
                </c:pt>
                <c:pt idx="562">
                  <c:v>45965</c:v>
                </c:pt>
                <c:pt idx="563">
                  <c:v>45966</c:v>
                </c:pt>
                <c:pt idx="564">
                  <c:v>45967</c:v>
                </c:pt>
                <c:pt idx="565">
                  <c:v>45968</c:v>
                </c:pt>
                <c:pt idx="566">
                  <c:v>45971</c:v>
                </c:pt>
                <c:pt idx="567">
                  <c:v>45972</c:v>
                </c:pt>
                <c:pt idx="568">
                  <c:v>45973</c:v>
                </c:pt>
                <c:pt idx="569">
                  <c:v>45974</c:v>
                </c:pt>
                <c:pt idx="570">
                  <c:v>45975</c:v>
                </c:pt>
                <c:pt idx="571">
                  <c:v>45978</c:v>
                </c:pt>
                <c:pt idx="572">
                  <c:v>45979</c:v>
                </c:pt>
                <c:pt idx="573">
                  <c:v>45980</c:v>
                </c:pt>
                <c:pt idx="574">
                  <c:v>45982</c:v>
                </c:pt>
                <c:pt idx="575">
                  <c:v>45985</c:v>
                </c:pt>
                <c:pt idx="576">
                  <c:v>45986</c:v>
                </c:pt>
                <c:pt idx="577">
                  <c:v>45987</c:v>
                </c:pt>
                <c:pt idx="578">
                  <c:v>45988</c:v>
                </c:pt>
                <c:pt idx="579">
                  <c:v>45989</c:v>
                </c:pt>
                <c:pt idx="580">
                  <c:v>45992</c:v>
                </c:pt>
                <c:pt idx="581">
                  <c:v>45993</c:v>
                </c:pt>
                <c:pt idx="582">
                  <c:v>45994</c:v>
                </c:pt>
                <c:pt idx="583">
                  <c:v>45995</c:v>
                </c:pt>
                <c:pt idx="584">
                  <c:v>45996</c:v>
                </c:pt>
                <c:pt idx="585">
                  <c:v>45999</c:v>
                </c:pt>
                <c:pt idx="586">
                  <c:v>46000</c:v>
                </c:pt>
                <c:pt idx="587">
                  <c:v>46001</c:v>
                </c:pt>
                <c:pt idx="588">
                  <c:v>46002</c:v>
                </c:pt>
                <c:pt idx="589">
                  <c:v>46003</c:v>
                </c:pt>
                <c:pt idx="590">
                  <c:v>46006</c:v>
                </c:pt>
                <c:pt idx="591">
                  <c:v>46007</c:v>
                </c:pt>
                <c:pt idx="592">
                  <c:v>46008</c:v>
                </c:pt>
                <c:pt idx="593">
                  <c:v>46009</c:v>
                </c:pt>
                <c:pt idx="594">
                  <c:v>46010</c:v>
                </c:pt>
                <c:pt idx="595">
                  <c:v>46013</c:v>
                </c:pt>
                <c:pt idx="596">
                  <c:v>46014</c:v>
                </c:pt>
                <c:pt idx="597">
                  <c:v>46017</c:v>
                </c:pt>
                <c:pt idx="598">
                  <c:v>46020</c:v>
                </c:pt>
                <c:pt idx="599">
                  <c:v>46021</c:v>
                </c:pt>
                <c:pt idx="600">
                  <c:v>46024</c:v>
                </c:pt>
                <c:pt idx="601">
                  <c:v>46027</c:v>
                </c:pt>
                <c:pt idx="602">
                  <c:v>46028</c:v>
                </c:pt>
                <c:pt idx="603">
                  <c:v>46029</c:v>
                </c:pt>
                <c:pt idx="604">
                  <c:v>46030</c:v>
                </c:pt>
                <c:pt idx="605">
                  <c:v>46031</c:v>
                </c:pt>
                <c:pt idx="606">
                  <c:v>46034</c:v>
                </c:pt>
                <c:pt idx="607">
                  <c:v>46035</c:v>
                </c:pt>
                <c:pt idx="608">
                  <c:v>46036</c:v>
                </c:pt>
                <c:pt idx="609">
                  <c:v>46037</c:v>
                </c:pt>
                <c:pt idx="610">
                  <c:v>46038</c:v>
                </c:pt>
                <c:pt idx="611">
                  <c:v>46041</c:v>
                </c:pt>
                <c:pt idx="612">
                  <c:v>46042</c:v>
                </c:pt>
                <c:pt idx="613">
                  <c:v>46043</c:v>
                </c:pt>
                <c:pt idx="614">
                  <c:v>46044</c:v>
                </c:pt>
                <c:pt idx="615">
                  <c:v>46045</c:v>
                </c:pt>
                <c:pt idx="616">
                  <c:v>46048</c:v>
                </c:pt>
                <c:pt idx="617">
                  <c:v>46049</c:v>
                </c:pt>
                <c:pt idx="618">
                  <c:v>46050</c:v>
                </c:pt>
                <c:pt idx="619">
                  <c:v>46051</c:v>
                </c:pt>
                <c:pt idx="620">
                  <c:v>46052</c:v>
                </c:pt>
                <c:pt idx="621">
                  <c:v>46055</c:v>
                </c:pt>
                <c:pt idx="622">
                  <c:v>46056</c:v>
                </c:pt>
                <c:pt idx="623">
                  <c:v>46057</c:v>
                </c:pt>
                <c:pt idx="624">
                  <c:v>46058</c:v>
                </c:pt>
                <c:pt idx="625">
                  <c:v>46059</c:v>
                </c:pt>
                <c:pt idx="626">
                  <c:v>46062</c:v>
                </c:pt>
                <c:pt idx="627">
                  <c:v>46063</c:v>
                </c:pt>
                <c:pt idx="628">
                  <c:v>46064</c:v>
                </c:pt>
                <c:pt idx="629">
                  <c:v>46065</c:v>
                </c:pt>
                <c:pt idx="630">
                  <c:v>46066</c:v>
                </c:pt>
                <c:pt idx="631">
                  <c:v>46071</c:v>
                </c:pt>
                <c:pt idx="632">
                  <c:v>46072</c:v>
                </c:pt>
                <c:pt idx="633">
                  <c:v>46073</c:v>
                </c:pt>
                <c:pt idx="634">
                  <c:v>46076</c:v>
                </c:pt>
                <c:pt idx="635">
                  <c:v>46077</c:v>
                </c:pt>
                <c:pt idx="636">
                  <c:v>46078</c:v>
                </c:pt>
                <c:pt idx="637">
                  <c:v>46079</c:v>
                </c:pt>
                <c:pt idx="638">
                  <c:v>46080</c:v>
                </c:pt>
                <c:pt idx="639">
                  <c:v>46083</c:v>
                </c:pt>
                <c:pt idx="640">
                  <c:v>46084</c:v>
                </c:pt>
                <c:pt idx="641">
                  <c:v>46085</c:v>
                </c:pt>
                <c:pt idx="642">
                  <c:v>46086</c:v>
                </c:pt>
                <c:pt idx="643">
                  <c:v>46087</c:v>
                </c:pt>
                <c:pt idx="644">
                  <c:v>46090</c:v>
                </c:pt>
                <c:pt idx="645">
                  <c:v>46091</c:v>
                </c:pt>
                <c:pt idx="646">
                  <c:v>46092</c:v>
                </c:pt>
                <c:pt idx="647">
                  <c:v>46093</c:v>
                </c:pt>
                <c:pt idx="648">
                  <c:v>46094</c:v>
                </c:pt>
                <c:pt idx="649">
                  <c:v>46097</c:v>
                </c:pt>
                <c:pt idx="650">
                  <c:v>46098</c:v>
                </c:pt>
                <c:pt idx="651">
                  <c:v>46099</c:v>
                </c:pt>
                <c:pt idx="652">
                  <c:v>46100</c:v>
                </c:pt>
                <c:pt idx="653">
                  <c:v>46101</c:v>
                </c:pt>
                <c:pt idx="654">
                  <c:v>46104</c:v>
                </c:pt>
                <c:pt idx="655">
                  <c:v>46105</c:v>
                </c:pt>
                <c:pt idx="656">
                  <c:v>46106</c:v>
                </c:pt>
                <c:pt idx="657">
                  <c:v>46107</c:v>
                </c:pt>
                <c:pt idx="658">
                  <c:v>46108</c:v>
                </c:pt>
                <c:pt idx="659">
                  <c:v>46111</c:v>
                </c:pt>
                <c:pt idx="660">
                  <c:v>46112</c:v>
                </c:pt>
                <c:pt idx="661">
                  <c:v>46113</c:v>
                </c:pt>
                <c:pt idx="662">
                  <c:v>46114</c:v>
                </c:pt>
                <c:pt idx="663">
                  <c:v>46118</c:v>
                </c:pt>
                <c:pt idx="664">
                  <c:v>46119</c:v>
                </c:pt>
                <c:pt idx="665">
                  <c:v>46120</c:v>
                </c:pt>
                <c:pt idx="666">
                  <c:v>46121</c:v>
                </c:pt>
                <c:pt idx="667">
                  <c:v>46122</c:v>
                </c:pt>
                <c:pt idx="668">
                  <c:v>46125</c:v>
                </c:pt>
                <c:pt idx="669">
                  <c:v>46126</c:v>
                </c:pt>
                <c:pt idx="670">
                  <c:v>46127</c:v>
                </c:pt>
                <c:pt idx="671">
                  <c:v>46128</c:v>
                </c:pt>
                <c:pt idx="672">
                  <c:v>46129</c:v>
                </c:pt>
                <c:pt idx="673">
                  <c:v>46132</c:v>
                </c:pt>
                <c:pt idx="674">
                  <c:v>46134</c:v>
                </c:pt>
                <c:pt idx="675">
                  <c:v>46135</c:v>
                </c:pt>
                <c:pt idx="676">
                  <c:v>46136</c:v>
                </c:pt>
                <c:pt idx="677">
                  <c:v>46139</c:v>
                </c:pt>
                <c:pt idx="678">
                  <c:v>46140</c:v>
                </c:pt>
                <c:pt idx="679">
                  <c:v>46141</c:v>
                </c:pt>
                <c:pt idx="680">
                  <c:v>46142</c:v>
                </c:pt>
                <c:pt idx="681">
                  <c:v>46146</c:v>
                </c:pt>
                <c:pt idx="682">
                  <c:v>46147</c:v>
                </c:pt>
                <c:pt idx="683">
                  <c:v>46148</c:v>
                </c:pt>
                <c:pt idx="684">
                  <c:v>46149</c:v>
                </c:pt>
                <c:pt idx="685">
                  <c:v>46150</c:v>
                </c:pt>
                <c:pt idx="686">
                  <c:v>46153</c:v>
                </c:pt>
                <c:pt idx="687">
                  <c:v>46154</c:v>
                </c:pt>
                <c:pt idx="688">
                  <c:v>46155</c:v>
                </c:pt>
                <c:pt idx="689">
                  <c:v>46156</c:v>
                </c:pt>
                <c:pt idx="690">
                  <c:v>46157</c:v>
                </c:pt>
                <c:pt idx="691">
                  <c:v>46160</c:v>
                </c:pt>
                <c:pt idx="692">
                  <c:v>46161</c:v>
                </c:pt>
                <c:pt idx="693">
                  <c:v>46162</c:v>
                </c:pt>
                <c:pt idx="694">
                  <c:v>46163</c:v>
                </c:pt>
                <c:pt idx="695">
                  <c:v>46164</c:v>
                </c:pt>
                <c:pt idx="696">
                  <c:v>46167</c:v>
                </c:pt>
                <c:pt idx="697">
                  <c:v>46168</c:v>
                </c:pt>
                <c:pt idx="698">
                  <c:v>46169</c:v>
                </c:pt>
                <c:pt idx="699">
                  <c:v>46170</c:v>
                </c:pt>
                <c:pt idx="700">
                  <c:v>46171</c:v>
                </c:pt>
                <c:pt idx="701">
                  <c:v>46174</c:v>
                </c:pt>
                <c:pt idx="702">
                  <c:v>46175</c:v>
                </c:pt>
                <c:pt idx="703">
                  <c:v>46176</c:v>
                </c:pt>
                <c:pt idx="704">
                  <c:v>46178</c:v>
                </c:pt>
                <c:pt idx="705">
                  <c:v>46181</c:v>
                </c:pt>
                <c:pt idx="706">
                  <c:v>46182</c:v>
                </c:pt>
                <c:pt idx="707">
                  <c:v>46183</c:v>
                </c:pt>
                <c:pt idx="708">
                  <c:v>46184</c:v>
                </c:pt>
                <c:pt idx="709">
                  <c:v>46185</c:v>
                </c:pt>
                <c:pt idx="710">
                  <c:v>46188</c:v>
                </c:pt>
                <c:pt idx="711">
                  <c:v>46189</c:v>
                </c:pt>
                <c:pt idx="712">
                  <c:v>46190</c:v>
                </c:pt>
                <c:pt idx="713">
                  <c:v>46191</c:v>
                </c:pt>
                <c:pt idx="714">
                  <c:v>46192</c:v>
                </c:pt>
                <c:pt idx="715">
                  <c:v>46195</c:v>
                </c:pt>
                <c:pt idx="716">
                  <c:v>46196</c:v>
                </c:pt>
                <c:pt idx="717">
                  <c:v>46197</c:v>
                </c:pt>
                <c:pt idx="718">
                  <c:v>46198</c:v>
                </c:pt>
                <c:pt idx="719">
                  <c:v>46199</c:v>
                </c:pt>
                <c:pt idx="720">
                  <c:v>46202</c:v>
                </c:pt>
                <c:pt idx="721">
                  <c:v>46203</c:v>
                </c:pt>
                <c:pt idx="722">
                  <c:v>46204</c:v>
                </c:pt>
                <c:pt idx="723">
                  <c:v>46205</c:v>
                </c:pt>
                <c:pt idx="724">
                  <c:v>46206</c:v>
                </c:pt>
                <c:pt idx="725">
                  <c:v>46209</c:v>
                </c:pt>
                <c:pt idx="726">
                  <c:v>46210</c:v>
                </c:pt>
                <c:pt idx="727">
                  <c:v>46211</c:v>
                </c:pt>
                <c:pt idx="728">
                  <c:v>46212</c:v>
                </c:pt>
                <c:pt idx="729">
                  <c:v>46213</c:v>
                </c:pt>
                <c:pt idx="730">
                  <c:v>46216</c:v>
                </c:pt>
                <c:pt idx="731">
                  <c:v>46217</c:v>
                </c:pt>
                <c:pt idx="732">
                  <c:v>46218</c:v>
                </c:pt>
                <c:pt idx="733">
                  <c:v>46219</c:v>
                </c:pt>
                <c:pt idx="734">
                  <c:v>46220</c:v>
                </c:pt>
                <c:pt idx="735">
                  <c:v>46223</c:v>
                </c:pt>
                <c:pt idx="736">
                  <c:v>46224</c:v>
                </c:pt>
                <c:pt idx="737">
                  <c:v>46225</c:v>
                </c:pt>
                <c:pt idx="738">
                  <c:v>46226</c:v>
                </c:pt>
                <c:pt idx="739">
                  <c:v>46227</c:v>
                </c:pt>
                <c:pt idx="740">
                  <c:v>46230</c:v>
                </c:pt>
                <c:pt idx="741">
                  <c:v>46231</c:v>
                </c:pt>
                <c:pt idx="742">
                  <c:v>46232</c:v>
                </c:pt>
                <c:pt idx="743">
                  <c:v>46233</c:v>
                </c:pt>
                <c:pt idx="744">
                  <c:v>46234</c:v>
                </c:pt>
                <c:pt idx="745">
                  <c:v>46237</c:v>
                </c:pt>
                <c:pt idx="746">
                  <c:v>46238</c:v>
                </c:pt>
                <c:pt idx="747">
                  <c:v>46239</c:v>
                </c:pt>
                <c:pt idx="748">
                  <c:v>46240</c:v>
                </c:pt>
                <c:pt idx="749">
                  <c:v>46241</c:v>
                </c:pt>
                <c:pt idx="750">
                  <c:v>46244</c:v>
                </c:pt>
                <c:pt idx="751">
                  <c:v>46245</c:v>
                </c:pt>
                <c:pt idx="752">
                  <c:v>46246</c:v>
                </c:pt>
                <c:pt idx="753">
                  <c:v>46247</c:v>
                </c:pt>
                <c:pt idx="754">
                  <c:v>46248</c:v>
                </c:pt>
                <c:pt idx="755">
                  <c:v>46251</c:v>
                </c:pt>
                <c:pt idx="756">
                  <c:v>46252</c:v>
                </c:pt>
                <c:pt idx="757">
                  <c:v>46253</c:v>
                </c:pt>
                <c:pt idx="758">
                  <c:v>46254</c:v>
                </c:pt>
                <c:pt idx="759">
                  <c:v>46255</c:v>
                </c:pt>
                <c:pt idx="760">
                  <c:v>46258</c:v>
                </c:pt>
                <c:pt idx="761">
                  <c:v>46259</c:v>
                </c:pt>
                <c:pt idx="762">
                  <c:v>46260</c:v>
                </c:pt>
                <c:pt idx="763">
                  <c:v>46261</c:v>
                </c:pt>
                <c:pt idx="764">
                  <c:v>46262</c:v>
                </c:pt>
                <c:pt idx="765">
                  <c:v>46265</c:v>
                </c:pt>
                <c:pt idx="766">
                  <c:v>46266</c:v>
                </c:pt>
                <c:pt idx="767">
                  <c:v>46267</c:v>
                </c:pt>
                <c:pt idx="768">
                  <c:v>46268</c:v>
                </c:pt>
                <c:pt idx="769">
                  <c:v>46269</c:v>
                </c:pt>
                <c:pt idx="770">
                  <c:v>46273</c:v>
                </c:pt>
                <c:pt idx="771">
                  <c:v>46274</c:v>
                </c:pt>
                <c:pt idx="772">
                  <c:v>46275</c:v>
                </c:pt>
                <c:pt idx="773">
                  <c:v>46276</c:v>
                </c:pt>
                <c:pt idx="774">
                  <c:v>46279</c:v>
                </c:pt>
                <c:pt idx="775">
                  <c:v>46280</c:v>
                </c:pt>
                <c:pt idx="776">
                  <c:v>46281</c:v>
                </c:pt>
                <c:pt idx="777">
                  <c:v>46282</c:v>
                </c:pt>
                <c:pt idx="778">
                  <c:v>46283</c:v>
                </c:pt>
                <c:pt idx="779">
                  <c:v>46286</c:v>
                </c:pt>
                <c:pt idx="780">
                  <c:v>46287</c:v>
                </c:pt>
                <c:pt idx="781">
                  <c:v>46288</c:v>
                </c:pt>
                <c:pt idx="782">
                  <c:v>46289</c:v>
                </c:pt>
                <c:pt idx="783">
                  <c:v>46290</c:v>
                </c:pt>
                <c:pt idx="784">
                  <c:v>46293</c:v>
                </c:pt>
                <c:pt idx="785">
                  <c:v>46294</c:v>
                </c:pt>
                <c:pt idx="786">
                  <c:v>46295</c:v>
                </c:pt>
                <c:pt idx="787">
                  <c:v>46296</c:v>
                </c:pt>
                <c:pt idx="788">
                  <c:v>46297</c:v>
                </c:pt>
                <c:pt idx="789">
                  <c:v>46300</c:v>
                </c:pt>
                <c:pt idx="790">
                  <c:v>46301</c:v>
                </c:pt>
                <c:pt idx="791">
                  <c:v>46302</c:v>
                </c:pt>
                <c:pt idx="792">
                  <c:v>46303</c:v>
                </c:pt>
                <c:pt idx="793">
                  <c:v>46304</c:v>
                </c:pt>
                <c:pt idx="794">
                  <c:v>46308</c:v>
                </c:pt>
                <c:pt idx="795">
                  <c:v>46309</c:v>
                </c:pt>
                <c:pt idx="796">
                  <c:v>46310</c:v>
                </c:pt>
                <c:pt idx="797">
                  <c:v>46311</c:v>
                </c:pt>
                <c:pt idx="798">
                  <c:v>46314</c:v>
                </c:pt>
                <c:pt idx="799">
                  <c:v>46315</c:v>
                </c:pt>
                <c:pt idx="800">
                  <c:v>46316</c:v>
                </c:pt>
                <c:pt idx="801">
                  <c:v>46317</c:v>
                </c:pt>
                <c:pt idx="802">
                  <c:v>46318</c:v>
                </c:pt>
                <c:pt idx="803">
                  <c:v>46321</c:v>
                </c:pt>
                <c:pt idx="804">
                  <c:v>46322</c:v>
                </c:pt>
                <c:pt idx="805">
                  <c:v>46323</c:v>
                </c:pt>
                <c:pt idx="806">
                  <c:v>46324</c:v>
                </c:pt>
              </c:numCache>
            </c:numRef>
          </c:cat>
          <c:val>
            <c:numRef>
              <c:f>Sheet1!$C$2:$C$808</c:f>
              <c:numCache>
                <c:formatCode>0.00</c:formatCode>
                <c:ptCount val="807"/>
                <c:pt idx="0">
                  <c:v>0.83852195980861388</c:v>
                </c:pt>
                <c:pt idx="1">
                  <c:v>0.78844699673876151</c:v>
                </c:pt>
                <c:pt idx="2">
                  <c:v>0.72353110552260924</c:v>
                </c:pt>
                <c:pt idx="3">
                  <c:v>0.70209975748510645</c:v>
                </c:pt>
                <c:pt idx="4">
                  <c:v>0.66950575287892222</c:v>
                </c:pt>
                <c:pt idx="5">
                  <c:v>0.61711999119170624</c:v>
                </c:pt>
                <c:pt idx="6">
                  <c:v>0.57168515456298508</c:v>
                </c:pt>
                <c:pt idx="7">
                  <c:v>0.53067324874077415</c:v>
                </c:pt>
                <c:pt idx="8">
                  <c:v>0.49035588006668362</c:v>
                </c:pt>
                <c:pt idx="9">
                  <c:v>0.47436071987024558</c:v>
                </c:pt>
                <c:pt idx="10">
                  <c:v>0.45040516160306232</c:v>
                </c:pt>
                <c:pt idx="11">
                  <c:v>0.44612376996579778</c:v>
                </c:pt>
                <c:pt idx="12">
                  <c:v>0.45226952574527107</c:v>
                </c:pt>
                <c:pt idx="13">
                  <c:v>0.44143829073309682</c:v>
                </c:pt>
                <c:pt idx="14">
                  <c:v>0.41883195385188171</c:v>
                </c:pt>
                <c:pt idx="15">
                  <c:v>0.37444863266112488</c:v>
                </c:pt>
                <c:pt idx="16">
                  <c:v>0.34557617852367278</c:v>
                </c:pt>
                <c:pt idx="17">
                  <c:v>0.32152574528503552</c:v>
                </c:pt>
                <c:pt idx="18">
                  <c:v>0.27457465491535749</c:v>
                </c:pt>
                <c:pt idx="19">
                  <c:v>0.25346016208146949</c:v>
                </c:pt>
                <c:pt idx="20">
                  <c:v>0.2401269579329916</c:v>
                </c:pt>
                <c:pt idx="21">
                  <c:v>0.2205033728259729</c:v>
                </c:pt>
                <c:pt idx="22">
                  <c:v>0.1961997856664075</c:v>
                </c:pt>
                <c:pt idx="23">
                  <c:v>0.17223670441366129</c:v>
                </c:pt>
                <c:pt idx="24">
                  <c:v>0.1497745893463536</c:v>
                </c:pt>
                <c:pt idx="25">
                  <c:v>0.1458545837633406</c:v>
                </c:pt>
                <c:pt idx="26">
                  <c:v>0.13047653560602701</c:v>
                </c:pt>
                <c:pt idx="27">
                  <c:v>0.1096795086453157</c:v>
                </c:pt>
                <c:pt idx="28">
                  <c:v>9.4566792634829408E-2</c:v>
                </c:pt>
                <c:pt idx="29">
                  <c:v>8.9389773825041596E-2</c:v>
                </c:pt>
                <c:pt idx="30">
                  <c:v>7.3660894643073974E-2</c:v>
                </c:pt>
                <c:pt idx="31">
                  <c:v>6.1090625801020051E-2</c:v>
                </c:pt>
                <c:pt idx="32">
                  <c:v>3.726373923439856E-2</c:v>
                </c:pt>
                <c:pt idx="33">
                  <c:v>2.6300353386669459E-2</c:v>
                </c:pt>
                <c:pt idx="34">
                  <c:v>-5.2351787537709164E-3</c:v>
                </c:pt>
                <c:pt idx="35">
                  <c:v>-4.8287312512947517E-2</c:v>
                </c:pt>
                <c:pt idx="36">
                  <c:v>-8.4001689238873356E-2</c:v>
                </c:pt>
                <c:pt idx="37">
                  <c:v>-9.3321984855596049E-2</c:v>
                </c:pt>
                <c:pt idx="38">
                  <c:v>-8.5619249126597505E-2</c:v>
                </c:pt>
                <c:pt idx="39">
                  <c:v>-0.1082069729822065</c:v>
                </c:pt>
                <c:pt idx="40">
                  <c:v>-0.15812683473937031</c:v>
                </c:pt>
                <c:pt idx="41">
                  <c:v>-0.19993704309549179</c:v>
                </c:pt>
                <c:pt idx="42">
                  <c:v>-0.24886287965035259</c:v>
                </c:pt>
                <c:pt idx="43">
                  <c:v>-0.28880192880253808</c:v>
                </c:pt>
                <c:pt idx="44">
                  <c:v>-0.31297096509451422</c:v>
                </c:pt>
                <c:pt idx="45">
                  <c:v>-0.30863258746198852</c:v>
                </c:pt>
                <c:pt idx="46">
                  <c:v>-0.31615711016148051</c:v>
                </c:pt>
                <c:pt idx="47">
                  <c:v>-0.32723946779793323</c:v>
                </c:pt>
                <c:pt idx="48">
                  <c:v>-0.32695937217407389</c:v>
                </c:pt>
                <c:pt idx="49">
                  <c:v>-0.34411679645405918</c:v>
                </c:pt>
                <c:pt idx="50">
                  <c:v>-0.36078162988010137</c:v>
                </c:pt>
                <c:pt idx="51">
                  <c:v>-0.37449884921356719</c:v>
                </c:pt>
                <c:pt idx="52">
                  <c:v>-0.41443733131734739</c:v>
                </c:pt>
                <c:pt idx="53">
                  <c:v>-0.46016069677039939</c:v>
                </c:pt>
                <c:pt idx="54">
                  <c:v>-0.47314722204015353</c:v>
                </c:pt>
                <c:pt idx="55">
                  <c:v>-0.48354222671766001</c:v>
                </c:pt>
                <c:pt idx="56">
                  <c:v>-0.48427721922385092</c:v>
                </c:pt>
                <c:pt idx="57">
                  <c:v>-0.50219089584753529</c:v>
                </c:pt>
                <c:pt idx="58">
                  <c:v>-0.52899633339489271</c:v>
                </c:pt>
                <c:pt idx="59">
                  <c:v>-0.55856740080004907</c:v>
                </c:pt>
                <c:pt idx="60">
                  <c:v>-0.59608825569100943</c:v>
                </c:pt>
                <c:pt idx="61">
                  <c:v>-0.60246031439505365</c:v>
                </c:pt>
                <c:pt idx="62">
                  <c:v>-0.59100368716895124</c:v>
                </c:pt>
                <c:pt idx="63">
                  <c:v>-0.56954637380781026</c:v>
                </c:pt>
                <c:pt idx="64">
                  <c:v>-0.52954982241623316</c:v>
                </c:pt>
                <c:pt idx="65">
                  <c:v>-0.47956640831594138</c:v>
                </c:pt>
                <c:pt idx="66">
                  <c:v>-0.41909712746377897</c:v>
                </c:pt>
                <c:pt idx="67">
                  <c:v>-0.35568483081331209</c:v>
                </c:pt>
                <c:pt idx="68">
                  <c:v>-0.27432716164581772</c:v>
                </c:pt>
                <c:pt idx="69">
                  <c:v>-0.19291619746684749</c:v>
                </c:pt>
                <c:pt idx="70">
                  <c:v>-0.10323425385285651</c:v>
                </c:pt>
                <c:pt idx="71">
                  <c:v>-2.4310517216339519E-2</c:v>
                </c:pt>
                <c:pt idx="72">
                  <c:v>6.5188126082809578E-2</c:v>
                </c:pt>
                <c:pt idx="73">
                  <c:v>0.16961803012422261</c:v>
                </c:pt>
                <c:pt idx="74">
                  <c:v>0.2707114590580465</c:v>
                </c:pt>
                <c:pt idx="75">
                  <c:v>0.34572174687640911</c:v>
                </c:pt>
                <c:pt idx="76">
                  <c:v>0.39129133600828048</c:v>
                </c:pt>
                <c:pt idx="77">
                  <c:v>0.45453704291167202</c:v>
                </c:pt>
                <c:pt idx="78">
                  <c:v>0.49782587230280029</c:v>
                </c:pt>
                <c:pt idx="79">
                  <c:v>0.55148995113428689</c:v>
                </c:pt>
                <c:pt idx="80">
                  <c:v>0.62339557399270684</c:v>
                </c:pt>
                <c:pt idx="81">
                  <c:v>0.67237973201084722</c:v>
                </c:pt>
                <c:pt idx="82">
                  <c:v>0.7348117174617611</c:v>
                </c:pt>
                <c:pt idx="83">
                  <c:v>0.7670537020534981</c:v>
                </c:pt>
                <c:pt idx="84">
                  <c:v>0.79179817023342802</c:v>
                </c:pt>
                <c:pt idx="85">
                  <c:v>0.83034803934164025</c:v>
                </c:pt>
                <c:pt idx="86">
                  <c:v>0.85247321656876351</c:v>
                </c:pt>
                <c:pt idx="87">
                  <c:v>0.88100297583423604</c:v>
                </c:pt>
                <c:pt idx="88">
                  <c:v>0.9282475575982404</c:v>
                </c:pt>
                <c:pt idx="89">
                  <c:v>0.97983728245032009</c:v>
                </c:pt>
                <c:pt idx="90">
                  <c:v>1.036589640803818</c:v>
                </c:pt>
                <c:pt idx="91">
                  <c:v>1.097362152153778</c:v>
                </c:pt>
                <c:pt idx="92">
                  <c:v>1.1487998295533841</c:v>
                </c:pt>
                <c:pt idx="93">
                  <c:v>1.199548625981365</c:v>
                </c:pt>
                <c:pt idx="94">
                  <c:v>1.245686904223706</c:v>
                </c:pt>
                <c:pt idx="95">
                  <c:v>1.288767150750721</c:v>
                </c:pt>
                <c:pt idx="96">
                  <c:v>1.3472143079907111</c:v>
                </c:pt>
                <c:pt idx="97">
                  <c:v>1.404607516444456</c:v>
                </c:pt>
                <c:pt idx="98">
                  <c:v>1.4629535700075309</c:v>
                </c:pt>
                <c:pt idx="99">
                  <c:v>1.527076127967802</c:v>
                </c:pt>
                <c:pt idx="100">
                  <c:v>1.5459979589651009</c:v>
                </c:pt>
                <c:pt idx="101">
                  <c:v>1.5467979467400239</c:v>
                </c:pt>
                <c:pt idx="102">
                  <c:v>1.5331553876338531</c:v>
                </c:pt>
                <c:pt idx="103">
                  <c:v>1.517565630054778</c:v>
                </c:pt>
                <c:pt idx="104">
                  <c:v>1.500611487795088</c:v>
                </c:pt>
                <c:pt idx="105">
                  <c:v>1.4667740646627261</c:v>
                </c:pt>
                <c:pt idx="106">
                  <c:v>1.4204542421434021</c:v>
                </c:pt>
                <c:pt idx="107">
                  <c:v>1.384827825823024</c:v>
                </c:pt>
                <c:pt idx="108">
                  <c:v>1.348479237578921</c:v>
                </c:pt>
                <c:pt idx="109">
                  <c:v>1.2775107912413</c:v>
                </c:pt>
                <c:pt idx="110">
                  <c:v>1.1954715007679531</c:v>
                </c:pt>
                <c:pt idx="111">
                  <c:v>1.093089744193658</c:v>
                </c:pt>
                <c:pt idx="112">
                  <c:v>0.99960200049713588</c:v>
                </c:pt>
                <c:pt idx="113">
                  <c:v>0.89344554207747728</c:v>
                </c:pt>
                <c:pt idx="114">
                  <c:v>0.83177229377332318</c:v>
                </c:pt>
                <c:pt idx="115">
                  <c:v>0.7674625256948816</c:v>
                </c:pt>
                <c:pt idx="116">
                  <c:v>0.72997710815637151</c:v>
                </c:pt>
                <c:pt idx="117">
                  <c:v>0.67893573550598085</c:v>
                </c:pt>
                <c:pt idx="118">
                  <c:v>0.60224473509242626</c:v>
                </c:pt>
                <c:pt idx="119">
                  <c:v>0.51266150163773194</c:v>
                </c:pt>
                <c:pt idx="120">
                  <c:v>0.44429011717279332</c:v>
                </c:pt>
                <c:pt idx="121">
                  <c:v>0.37979238136817928</c:v>
                </c:pt>
                <c:pt idx="122">
                  <c:v>0.29449945109772929</c:v>
                </c:pt>
                <c:pt idx="123">
                  <c:v>0.19973913245496791</c:v>
                </c:pt>
                <c:pt idx="124">
                  <c:v>0.14921129026866251</c:v>
                </c:pt>
                <c:pt idx="125">
                  <c:v>0.10270336958146881</c:v>
                </c:pt>
                <c:pt idx="126">
                  <c:v>5.2327300871203491E-2</c:v>
                </c:pt>
                <c:pt idx="127">
                  <c:v>-1.413001913490908E-3</c:v>
                </c:pt>
                <c:pt idx="128">
                  <c:v>-5.5496074936569023E-2</c:v>
                </c:pt>
                <c:pt idx="129">
                  <c:v>-0.123482281127426</c:v>
                </c:pt>
                <c:pt idx="130">
                  <c:v>-0.17342396933006909</c:v>
                </c:pt>
                <c:pt idx="131">
                  <c:v>-0.2259683218010298</c:v>
                </c:pt>
                <c:pt idx="132">
                  <c:v>-0.26325180008100568</c:v>
                </c:pt>
                <c:pt idx="133">
                  <c:v>-0.28842187215362292</c:v>
                </c:pt>
                <c:pt idx="134">
                  <c:v>-0.28079173614914837</c:v>
                </c:pt>
                <c:pt idx="135">
                  <c:v>-0.29838725813940509</c:v>
                </c:pt>
                <c:pt idx="136">
                  <c:v>-0.31342626040471638</c:v>
                </c:pt>
                <c:pt idx="137">
                  <c:v>-0.28918708873850613</c:v>
                </c:pt>
                <c:pt idx="138">
                  <c:v>-0.26782516551120061</c:v>
                </c:pt>
                <c:pt idx="139">
                  <c:v>-0.27039631547211862</c:v>
                </c:pt>
                <c:pt idx="140">
                  <c:v>-0.26426392631224088</c:v>
                </c:pt>
                <c:pt idx="141">
                  <c:v>-0.25308334357728179</c:v>
                </c:pt>
                <c:pt idx="142">
                  <c:v>-0.23990599200456919</c:v>
                </c:pt>
                <c:pt idx="143">
                  <c:v>-0.20664634468980089</c:v>
                </c:pt>
                <c:pt idx="144">
                  <c:v>-0.18091272235579681</c:v>
                </c:pt>
                <c:pt idx="145">
                  <c:v>-0.16196174301589791</c:v>
                </c:pt>
                <c:pt idx="146">
                  <c:v>-0.15635029379035309</c:v>
                </c:pt>
                <c:pt idx="147">
                  <c:v>-0.1475918447617115</c:v>
                </c:pt>
                <c:pt idx="148">
                  <c:v>-0.13082300465495239</c:v>
                </c:pt>
                <c:pt idx="149">
                  <c:v>-0.1309709422751574</c:v>
                </c:pt>
                <c:pt idx="150">
                  <c:v>-0.11968124140710661</c:v>
                </c:pt>
                <c:pt idx="151">
                  <c:v>-0.10791987178869621</c:v>
                </c:pt>
                <c:pt idx="152">
                  <c:v>-0.11371618173637681</c:v>
                </c:pt>
                <c:pt idx="153">
                  <c:v>-9.2051379330027619E-2</c:v>
                </c:pt>
                <c:pt idx="154">
                  <c:v>-7.2984870246573574E-2</c:v>
                </c:pt>
                <c:pt idx="155">
                  <c:v>-6.8293186856383095E-2</c:v>
                </c:pt>
                <c:pt idx="156">
                  <c:v>-5.5440460428697907E-2</c:v>
                </c:pt>
                <c:pt idx="157">
                  <c:v>-4.7149724982016819E-2</c:v>
                </c:pt>
                <c:pt idx="158">
                  <c:v>-3.2901712256206382E-2</c:v>
                </c:pt>
                <c:pt idx="159">
                  <c:v>-1.3177870251943001E-2</c:v>
                </c:pt>
                <c:pt idx="160">
                  <c:v>-1.0777199063375211E-2</c:v>
                </c:pt>
                <c:pt idx="161">
                  <c:v>3.9425447227394829E-3</c:v>
                </c:pt>
                <c:pt idx="162">
                  <c:v>8.8173149591304529E-4</c:v>
                </c:pt>
                <c:pt idx="163">
                  <c:v>-2.1326927362124549E-4</c:v>
                </c:pt>
                <c:pt idx="164">
                  <c:v>-4.8799432974400547E-3</c:v>
                </c:pt>
                <c:pt idx="165">
                  <c:v>9.3559258463474446E-3</c:v>
                </c:pt>
                <c:pt idx="166">
                  <c:v>3.4365792852878177E-2</c:v>
                </c:pt>
                <c:pt idx="167">
                  <c:v>3.2548822013784118E-2</c:v>
                </c:pt>
                <c:pt idx="168">
                  <c:v>1.5560466121805081E-3</c:v>
                </c:pt>
                <c:pt idx="169">
                  <c:v>-4.1780571923902617E-2</c:v>
                </c:pt>
                <c:pt idx="170">
                  <c:v>-9.5527016572524354E-2</c:v>
                </c:pt>
                <c:pt idx="171">
                  <c:v>-0.15634646293947549</c:v>
                </c:pt>
                <c:pt idx="172">
                  <c:v>-0.22010560499222309</c:v>
                </c:pt>
                <c:pt idx="173">
                  <c:v>-0.29726811758426208</c:v>
                </c:pt>
                <c:pt idx="174">
                  <c:v>-0.36033850030630887</c:v>
                </c:pt>
                <c:pt idx="175">
                  <c:v>-0.40653129974777508</c:v>
                </c:pt>
                <c:pt idx="176">
                  <c:v>-0.45521654112638082</c:v>
                </c:pt>
                <c:pt idx="177">
                  <c:v>-0.50732109480510323</c:v>
                </c:pt>
                <c:pt idx="178">
                  <c:v>-0.56791829230766766</c:v>
                </c:pt>
                <c:pt idx="179">
                  <c:v>-0.59792978310922751</c:v>
                </c:pt>
                <c:pt idx="180">
                  <c:v>-0.63919696829718509</c:v>
                </c:pt>
                <c:pt idx="181">
                  <c:v>-0.70789611235550676</c:v>
                </c:pt>
                <c:pt idx="182">
                  <c:v>-0.74028666179095015</c:v>
                </c:pt>
                <c:pt idx="183">
                  <c:v>-0.74068114431593057</c:v>
                </c:pt>
                <c:pt idx="184">
                  <c:v>-0.7266756333060691</c:v>
                </c:pt>
                <c:pt idx="185">
                  <c:v>-0.68967762448515124</c:v>
                </c:pt>
                <c:pt idx="186">
                  <c:v>-0.63734261906283451</c:v>
                </c:pt>
                <c:pt idx="187">
                  <c:v>-0.59410976777054769</c:v>
                </c:pt>
                <c:pt idx="188">
                  <c:v>-0.56613921698354519</c:v>
                </c:pt>
                <c:pt idx="189">
                  <c:v>-0.54788379756239058</c:v>
                </c:pt>
                <c:pt idx="190">
                  <c:v>-0.52286290007059377</c:v>
                </c:pt>
                <c:pt idx="191">
                  <c:v>-0.49483029855735838</c:v>
                </c:pt>
                <c:pt idx="192">
                  <c:v>-0.4551286713613964</c:v>
                </c:pt>
                <c:pt idx="193">
                  <c:v>-0.41403310448827918</c:v>
                </c:pt>
                <c:pt idx="194">
                  <c:v>-0.39128083617895121</c:v>
                </c:pt>
                <c:pt idx="195">
                  <c:v>-0.37547338822546189</c:v>
                </c:pt>
                <c:pt idx="196">
                  <c:v>-0.36087164539531419</c:v>
                </c:pt>
                <c:pt idx="197">
                  <c:v>-0.36799266889706411</c:v>
                </c:pt>
                <c:pt idx="198">
                  <c:v>-0.40042385202403757</c:v>
                </c:pt>
                <c:pt idx="199">
                  <c:v>-0.42452914233920569</c:v>
                </c:pt>
                <c:pt idx="200">
                  <c:v>-0.45814702700199922</c:v>
                </c:pt>
                <c:pt idx="201">
                  <c:v>-0.50661094465858014</c:v>
                </c:pt>
                <c:pt idx="202">
                  <c:v>-0.54737288801674455</c:v>
                </c:pt>
                <c:pt idx="203">
                  <c:v>-0.56373593316436121</c:v>
                </c:pt>
                <c:pt idx="204">
                  <c:v>-0.58676077005769645</c:v>
                </c:pt>
                <c:pt idx="205">
                  <c:v>-0.62426079600354245</c:v>
                </c:pt>
                <c:pt idx="206">
                  <c:v>-0.64542489564397043</c:v>
                </c:pt>
                <c:pt idx="207">
                  <c:v>-0.69067663558838155</c:v>
                </c:pt>
                <c:pt idx="208">
                  <c:v>-0.74041221248233036</c:v>
                </c:pt>
                <c:pt idx="209">
                  <c:v>-0.78056092629364937</c:v>
                </c:pt>
                <c:pt idx="210">
                  <c:v>-0.83582402301742476</c:v>
                </c:pt>
                <c:pt idx="211">
                  <c:v>-0.87777459094386434</c:v>
                </c:pt>
                <c:pt idx="212">
                  <c:v>-0.90404538953899016</c:v>
                </c:pt>
                <c:pt idx="213">
                  <c:v>-0.93960432179231357</c:v>
                </c:pt>
                <c:pt idx="214">
                  <c:v>-0.9766180640583052</c:v>
                </c:pt>
                <c:pt idx="215">
                  <c:v>-1.0003145527294131</c:v>
                </c:pt>
                <c:pt idx="216">
                  <c:v>-1.0160960623245681</c:v>
                </c:pt>
                <c:pt idx="217">
                  <c:v>-1.0155734909048799</c:v>
                </c:pt>
                <c:pt idx="218">
                  <c:v>-1.0075625479312811</c:v>
                </c:pt>
                <c:pt idx="219">
                  <c:v>-1.0018630779500199</c:v>
                </c:pt>
                <c:pt idx="220">
                  <c:v>-0.99615913761011077</c:v>
                </c:pt>
                <c:pt idx="221">
                  <c:v>-0.97229815890398019</c:v>
                </c:pt>
                <c:pt idx="222">
                  <c:v>-0.95824363751677888</c:v>
                </c:pt>
                <c:pt idx="223">
                  <c:v>-0.93486068732535665</c:v>
                </c:pt>
                <c:pt idx="224">
                  <c:v>-0.92297371773640402</c:v>
                </c:pt>
                <c:pt idx="225">
                  <c:v>-0.87921602734466509</c:v>
                </c:pt>
                <c:pt idx="226">
                  <c:v>-0.81683139880813327</c:v>
                </c:pt>
                <c:pt idx="227">
                  <c:v>-0.75242231934345627</c:v>
                </c:pt>
                <c:pt idx="228">
                  <c:v>-0.68199610134864963</c:v>
                </c:pt>
                <c:pt idx="229">
                  <c:v>-0.60697188502728872</c:v>
                </c:pt>
                <c:pt idx="230">
                  <c:v>-0.53404834324847683</c:v>
                </c:pt>
                <c:pt idx="231">
                  <c:v>-0.44088494521765209</c:v>
                </c:pt>
                <c:pt idx="232">
                  <c:v>-0.35768890412554161</c:v>
                </c:pt>
                <c:pt idx="233">
                  <c:v>-0.27982455317527177</c:v>
                </c:pt>
                <c:pt idx="234">
                  <c:v>-0.20018531018006419</c:v>
                </c:pt>
                <c:pt idx="235">
                  <c:v>-0.1126712346499006</c:v>
                </c:pt>
                <c:pt idx="236">
                  <c:v>-8.4693896480300915E-2</c:v>
                </c:pt>
                <c:pt idx="237">
                  <c:v>-2.80456734642743E-2</c:v>
                </c:pt>
                <c:pt idx="238">
                  <c:v>3.5375002317576537E-2</c:v>
                </c:pt>
                <c:pt idx="239">
                  <c:v>8.3585622510614244E-2</c:v>
                </c:pt>
                <c:pt idx="240">
                  <c:v>0.11181939117318659</c:v>
                </c:pt>
                <c:pt idx="241">
                  <c:v>0.1179184651368171</c:v>
                </c:pt>
                <c:pt idx="242">
                  <c:v>0.12282302152657799</c:v>
                </c:pt>
                <c:pt idx="243">
                  <c:v>0.1220924825174643</c:v>
                </c:pt>
                <c:pt idx="244">
                  <c:v>0.10761565053606489</c:v>
                </c:pt>
                <c:pt idx="245">
                  <c:v>9.6957700006976164E-2</c:v>
                </c:pt>
                <c:pt idx="246">
                  <c:v>6.7778572299901127E-2</c:v>
                </c:pt>
                <c:pt idx="247">
                  <c:v>3.748553674893116E-2</c:v>
                </c:pt>
                <c:pt idx="248">
                  <c:v>-9.9589785550737355E-3</c:v>
                </c:pt>
                <c:pt idx="249">
                  <c:v>-4.9831447659400847E-2</c:v>
                </c:pt>
                <c:pt idx="250">
                  <c:v>-7.6126813927250264E-2</c:v>
                </c:pt>
                <c:pt idx="251">
                  <c:v>-6.9173427525184114E-2</c:v>
                </c:pt>
                <c:pt idx="252">
                  <c:v>-4.8360563168598242E-2</c:v>
                </c:pt>
                <c:pt idx="253">
                  <c:v>-3.8775479990877451E-2</c:v>
                </c:pt>
                <c:pt idx="254">
                  <c:v>-1.070179495207987E-2</c:v>
                </c:pt>
                <c:pt idx="255">
                  <c:v>1.9832624473450921E-2</c:v>
                </c:pt>
                <c:pt idx="256">
                  <c:v>6.0718972638199177E-2</c:v>
                </c:pt>
                <c:pt idx="257">
                  <c:v>8.4101409499272459E-2</c:v>
                </c:pt>
                <c:pt idx="258">
                  <c:v>0.13847147984352401</c:v>
                </c:pt>
                <c:pt idx="259">
                  <c:v>0.20099308342116501</c:v>
                </c:pt>
                <c:pt idx="260">
                  <c:v>0.25442138285856941</c:v>
                </c:pt>
                <c:pt idx="261">
                  <c:v>0.29255903825385582</c:v>
                </c:pt>
                <c:pt idx="262">
                  <c:v>0.34901573607894382</c:v>
                </c:pt>
                <c:pt idx="263">
                  <c:v>0.4125048338014578</c:v>
                </c:pt>
                <c:pt idx="264">
                  <c:v>0.4691355343730077</c:v>
                </c:pt>
                <c:pt idx="265">
                  <c:v>0.50279704392370983</c:v>
                </c:pt>
                <c:pt idx="266">
                  <c:v>0.5111781644834491</c:v>
                </c:pt>
                <c:pt idx="267">
                  <c:v>0.50316305637398195</c:v>
                </c:pt>
                <c:pt idx="268">
                  <c:v>0.48845190284811729</c:v>
                </c:pt>
                <c:pt idx="269">
                  <c:v>0.46890556092426527</c:v>
                </c:pt>
                <c:pt idx="270">
                  <c:v>0.47206132746846557</c:v>
                </c:pt>
                <c:pt idx="271">
                  <c:v>0.47841158451005478</c:v>
                </c:pt>
                <c:pt idx="272">
                  <c:v>0.47969109416466771</c:v>
                </c:pt>
                <c:pt idx="273">
                  <c:v>0.45913342111543981</c:v>
                </c:pt>
                <c:pt idx="274">
                  <c:v>0.43749315037273429</c:v>
                </c:pt>
                <c:pt idx="275">
                  <c:v>0.41997671790589342</c:v>
                </c:pt>
                <c:pt idx="276">
                  <c:v>0.40787615934296167</c:v>
                </c:pt>
                <c:pt idx="277">
                  <c:v>0.39676647298037337</c:v>
                </c:pt>
                <c:pt idx="278">
                  <c:v>0.38608459576869048</c:v>
                </c:pt>
                <c:pt idx="279">
                  <c:v>0.37916304907407461</c:v>
                </c:pt>
                <c:pt idx="280">
                  <c:v>0.36195127128115451</c:v>
                </c:pt>
                <c:pt idx="281">
                  <c:v>0.34733797505192759</c:v>
                </c:pt>
                <c:pt idx="282">
                  <c:v>0.31392845253450208</c:v>
                </c:pt>
                <c:pt idx="283">
                  <c:v>0.27712668407637359</c:v>
                </c:pt>
                <c:pt idx="284">
                  <c:v>0.2499432661417548</c:v>
                </c:pt>
                <c:pt idx="285">
                  <c:v>0.19917208077846521</c:v>
                </c:pt>
                <c:pt idx="286">
                  <c:v>0.15372741408294699</c:v>
                </c:pt>
                <c:pt idx="287">
                  <c:v>0.11887243937383191</c:v>
                </c:pt>
                <c:pt idx="288">
                  <c:v>7.6533043541504447E-2</c:v>
                </c:pt>
                <c:pt idx="289">
                  <c:v>3.7756606730035412E-2</c:v>
                </c:pt>
                <c:pt idx="290">
                  <c:v>1.094144426502959E-2</c:v>
                </c:pt>
                <c:pt idx="291">
                  <c:v>-2.6236278608402039E-2</c:v>
                </c:pt>
                <c:pt idx="292">
                  <c:v>-7.9041888131173729E-2</c:v>
                </c:pt>
                <c:pt idx="293">
                  <c:v>-0.13361553451554259</c:v>
                </c:pt>
                <c:pt idx="294">
                  <c:v>-0.18597709819229771</c:v>
                </c:pt>
                <c:pt idx="295">
                  <c:v>-0.24672067906220541</c:v>
                </c:pt>
                <c:pt idx="296">
                  <c:v>-0.29787930109964889</c:v>
                </c:pt>
                <c:pt idx="297">
                  <c:v>-0.32837463813278028</c:v>
                </c:pt>
                <c:pt idx="298">
                  <c:v>-0.32843883357305231</c:v>
                </c:pt>
                <c:pt idx="299">
                  <c:v>-0.34200421705733458</c:v>
                </c:pt>
                <c:pt idx="300">
                  <c:v>-0.34606958568464968</c:v>
                </c:pt>
                <c:pt idx="301">
                  <c:v>-0.37166341608970072</c:v>
                </c:pt>
                <c:pt idx="302">
                  <c:v>-0.398693583527433</c:v>
                </c:pt>
                <c:pt idx="303">
                  <c:v>-0.41594233121017848</c:v>
                </c:pt>
                <c:pt idx="304">
                  <c:v>-0.44068050846451551</c:v>
                </c:pt>
                <c:pt idx="305">
                  <c:v>-0.48243202119363637</c:v>
                </c:pt>
                <c:pt idx="306">
                  <c:v>-0.48963073527919232</c:v>
                </c:pt>
                <c:pt idx="307">
                  <c:v>-0.50457045652224941</c:v>
                </c:pt>
                <c:pt idx="308">
                  <c:v>-0.50719251369429619</c:v>
                </c:pt>
                <c:pt idx="309">
                  <c:v>-0.52627287060809214</c:v>
                </c:pt>
                <c:pt idx="310">
                  <c:v>-0.51198403006142812</c:v>
                </c:pt>
                <c:pt idx="311">
                  <c:v>-0.50506633021016489</c:v>
                </c:pt>
                <c:pt idx="312">
                  <c:v>-0.51758469010933406</c:v>
                </c:pt>
                <c:pt idx="313">
                  <c:v>-0.52344890978862912</c:v>
                </c:pt>
                <c:pt idx="314">
                  <c:v>-0.52298667853670722</c:v>
                </c:pt>
                <c:pt idx="315">
                  <c:v>-0.52743350495202368</c:v>
                </c:pt>
                <c:pt idx="316">
                  <c:v>-0.53236627568131312</c:v>
                </c:pt>
                <c:pt idx="317">
                  <c:v>-0.54303608153693639</c:v>
                </c:pt>
                <c:pt idx="318">
                  <c:v>-0.55289074813885086</c:v>
                </c:pt>
                <c:pt idx="319">
                  <c:v>-0.56043268603244623</c:v>
                </c:pt>
                <c:pt idx="320">
                  <c:v>-0.56873812033915361</c:v>
                </c:pt>
                <c:pt idx="321">
                  <c:v>-0.58907245279203879</c:v>
                </c:pt>
                <c:pt idx="322">
                  <c:v>-0.60920665165458521</c:v>
                </c:pt>
                <c:pt idx="323">
                  <c:v>-0.63107052007114006</c:v>
                </c:pt>
                <c:pt idx="324">
                  <c:v>-0.65453159413874218</c:v>
                </c:pt>
                <c:pt idx="325">
                  <c:v>-0.66274241181314542</c:v>
                </c:pt>
                <c:pt idx="326">
                  <c:v>-0.65401623268607223</c:v>
                </c:pt>
                <c:pt idx="327">
                  <c:v>-0.61159319124535316</c:v>
                </c:pt>
                <c:pt idx="328">
                  <c:v>-0.61298111379889941</c:v>
                </c:pt>
                <c:pt idx="329">
                  <c:v>-0.64584435577013666</c:v>
                </c:pt>
                <c:pt idx="330">
                  <c:v>-0.67512554998571261</c:v>
                </c:pt>
                <c:pt idx="331">
                  <c:v>-0.69866097324525378</c:v>
                </c:pt>
                <c:pt idx="332">
                  <c:v>-0.70513264896784744</c:v>
                </c:pt>
                <c:pt idx="333">
                  <c:v>-0.71248992055687355</c:v>
                </c:pt>
                <c:pt idx="334">
                  <c:v>-0.70205050780644485</c:v>
                </c:pt>
                <c:pt idx="335">
                  <c:v>-0.70647010244362685</c:v>
                </c:pt>
                <c:pt idx="336">
                  <c:v>-0.71619239557797509</c:v>
                </c:pt>
                <c:pt idx="337">
                  <c:v>-0.7050648367054474</c:v>
                </c:pt>
                <c:pt idx="338">
                  <c:v>-0.68856700569888407</c:v>
                </c:pt>
                <c:pt idx="339">
                  <c:v>-0.68614326744045506</c:v>
                </c:pt>
                <c:pt idx="340">
                  <c:v>-0.72420014207211836</c:v>
                </c:pt>
                <c:pt idx="341">
                  <c:v>-0.78632311678983446</c:v>
                </c:pt>
                <c:pt idx="342">
                  <c:v>-0.85227913503612618</c:v>
                </c:pt>
                <c:pt idx="343">
                  <c:v>-0.92434953953325583</c:v>
                </c:pt>
                <c:pt idx="344">
                  <c:v>-0.9527732348105461</c:v>
                </c:pt>
                <c:pt idx="345">
                  <c:v>-0.96800335148881966</c:v>
                </c:pt>
                <c:pt idx="346">
                  <c:v>-0.99505636488550697</c:v>
                </c:pt>
                <c:pt idx="347">
                  <c:v>-1.0620933219118021</c:v>
                </c:pt>
                <c:pt idx="348">
                  <c:v>-1.115842780037585</c:v>
                </c:pt>
                <c:pt idx="349">
                  <c:v>-1.1606450831610211</c:v>
                </c:pt>
                <c:pt idx="350">
                  <c:v>-1.2617611815041929</c:v>
                </c:pt>
                <c:pt idx="351">
                  <c:v>-1.347024530924283</c:v>
                </c:pt>
                <c:pt idx="352">
                  <c:v>-1.388598718087581</c:v>
                </c:pt>
                <c:pt idx="353">
                  <c:v>-1.403885672072694</c:v>
                </c:pt>
                <c:pt idx="354">
                  <c:v>-1.413361151685854</c:v>
                </c:pt>
                <c:pt idx="355">
                  <c:v>-1.4291406194566489</c:v>
                </c:pt>
                <c:pt idx="356">
                  <c:v>-1.427198889995128</c:v>
                </c:pt>
                <c:pt idx="357">
                  <c:v>-1.436535386630529</c:v>
                </c:pt>
                <c:pt idx="358">
                  <c:v>-1.454078865103029</c:v>
                </c:pt>
                <c:pt idx="359">
                  <c:v>-1.434185222753189</c:v>
                </c:pt>
                <c:pt idx="360">
                  <c:v>-1.4150168835396431</c:v>
                </c:pt>
                <c:pt idx="361">
                  <c:v>-1.37830920415203</c:v>
                </c:pt>
                <c:pt idx="362">
                  <c:v>-1.333832299165896</c:v>
                </c:pt>
                <c:pt idx="363">
                  <c:v>-1.270120037827547</c:v>
                </c:pt>
                <c:pt idx="364">
                  <c:v>-1.2050710516547349</c:v>
                </c:pt>
                <c:pt idx="365">
                  <c:v>-1.1373801673110551</c:v>
                </c:pt>
                <c:pt idx="366">
                  <c:v>-1.0610403070406489</c:v>
                </c:pt>
                <c:pt idx="367">
                  <c:v>-0.97839274433552093</c:v>
                </c:pt>
                <c:pt idx="368">
                  <c:v>-0.91573202882170501</c:v>
                </c:pt>
                <c:pt idx="369">
                  <c:v>-0.84321699318390875</c:v>
                </c:pt>
                <c:pt idx="370">
                  <c:v>-0.74563748825156317</c:v>
                </c:pt>
                <c:pt idx="371">
                  <c:v>-0.64662899868704327</c:v>
                </c:pt>
                <c:pt idx="372">
                  <c:v>-0.55220005047905651</c:v>
                </c:pt>
                <c:pt idx="373">
                  <c:v>-0.47847449843738371</c:v>
                </c:pt>
                <c:pt idx="374">
                  <c:v>-0.42765581995772112</c:v>
                </c:pt>
                <c:pt idx="375">
                  <c:v>-0.36520165883336458</c:v>
                </c:pt>
                <c:pt idx="376">
                  <c:v>-0.33484784450172128</c:v>
                </c:pt>
                <c:pt idx="377">
                  <c:v>-0.29507703977445121</c:v>
                </c:pt>
                <c:pt idx="378">
                  <c:v>-0.24574112052763469</c:v>
                </c:pt>
                <c:pt idx="379">
                  <c:v>-0.21806042700003969</c:v>
                </c:pt>
                <c:pt idx="380">
                  <c:v>-0.18292044790617321</c:v>
                </c:pt>
                <c:pt idx="381">
                  <c:v>-0.1136627236330692</c:v>
                </c:pt>
                <c:pt idx="382">
                  <c:v>-5.256651237008346E-2</c:v>
                </c:pt>
                <c:pt idx="383">
                  <c:v>9.4205891800920542E-3</c:v>
                </c:pt>
                <c:pt idx="384">
                  <c:v>5.731107278104141E-2</c:v>
                </c:pt>
                <c:pt idx="385">
                  <c:v>7.0998847653199915E-2</c:v>
                </c:pt>
                <c:pt idx="386">
                  <c:v>9.1377987822347739E-2</c:v>
                </c:pt>
                <c:pt idx="387">
                  <c:v>9.5154514493474326E-2</c:v>
                </c:pt>
                <c:pt idx="388">
                  <c:v>0.1208344337878877</c:v>
                </c:pt>
                <c:pt idx="389">
                  <c:v>0.12921919660526529</c:v>
                </c:pt>
                <c:pt idx="390">
                  <c:v>0.1144660879661128</c:v>
                </c:pt>
                <c:pt idx="391">
                  <c:v>9.6524919924753719E-2</c:v>
                </c:pt>
                <c:pt idx="392">
                  <c:v>6.8996722565774229E-2</c:v>
                </c:pt>
                <c:pt idx="393">
                  <c:v>3.0992482441803169E-2</c:v>
                </c:pt>
                <c:pt idx="394">
                  <c:v>3.3282315469429807E-2</c:v>
                </c:pt>
                <c:pt idx="395">
                  <c:v>2.8561560794186591E-2</c:v>
                </c:pt>
                <c:pt idx="396">
                  <c:v>-1.9851180313599781E-2</c:v>
                </c:pt>
                <c:pt idx="397">
                  <c:v>-7.8110376822848743E-2</c:v>
                </c:pt>
                <c:pt idx="398">
                  <c:v>-0.11607841857275721</c:v>
                </c:pt>
                <c:pt idx="399">
                  <c:v>-0.11754233464463409</c:v>
                </c:pt>
                <c:pt idx="400">
                  <c:v>-0.10839599928610399</c:v>
                </c:pt>
                <c:pt idx="401">
                  <c:v>-0.10162331961325489</c:v>
                </c:pt>
                <c:pt idx="402">
                  <c:v>-6.1090940781180561E-2</c:v>
                </c:pt>
                <c:pt idx="403">
                  <c:v>-3.756592508481494E-2</c:v>
                </c:pt>
                <c:pt idx="404">
                  <c:v>5.5269097413844781E-3</c:v>
                </c:pt>
                <c:pt idx="405">
                  <c:v>5.2890415282668808E-2</c:v>
                </c:pt>
                <c:pt idx="406">
                  <c:v>0.13245543620231401</c:v>
                </c:pt>
                <c:pt idx="407">
                  <c:v>0.21370623272663361</c:v>
                </c:pt>
                <c:pt idx="408">
                  <c:v>0.292255928395183</c:v>
                </c:pt>
                <c:pt idx="409">
                  <c:v>0.33684177934003789</c:v>
                </c:pt>
                <c:pt idx="410">
                  <c:v>0.35875508497377478</c:v>
                </c:pt>
                <c:pt idx="411">
                  <c:v>0.40130471829888048</c:v>
                </c:pt>
                <c:pt idx="412">
                  <c:v>0.44089136904858528</c:v>
                </c:pt>
                <c:pt idx="413">
                  <c:v>0.47941026289348943</c:v>
                </c:pt>
                <c:pt idx="414">
                  <c:v>0.4684424077543185</c:v>
                </c:pt>
                <c:pt idx="415">
                  <c:v>0.4361535385522371</c:v>
                </c:pt>
                <c:pt idx="416">
                  <c:v>0.38800121497760742</c:v>
                </c:pt>
                <c:pt idx="417">
                  <c:v>0.34956750060237618</c:v>
                </c:pt>
                <c:pt idx="418">
                  <c:v>0.3054526041936757</c:v>
                </c:pt>
                <c:pt idx="419">
                  <c:v>0.27654069385926022</c:v>
                </c:pt>
                <c:pt idx="420">
                  <c:v>0.2635837354326746</c:v>
                </c:pt>
                <c:pt idx="421">
                  <c:v>0.24202037367086801</c:v>
                </c:pt>
                <c:pt idx="422">
                  <c:v>0.21250916581450899</c:v>
                </c:pt>
                <c:pt idx="423">
                  <c:v>0.1929658935278292</c:v>
                </c:pt>
                <c:pt idx="424">
                  <c:v>0.1940729230001772</c:v>
                </c:pt>
                <c:pt idx="425">
                  <c:v>0.24006510547605581</c:v>
                </c:pt>
                <c:pt idx="426">
                  <c:v>0.29228811612718392</c:v>
                </c:pt>
                <c:pt idx="427">
                  <c:v>0.34045117212227038</c:v>
                </c:pt>
                <c:pt idx="428">
                  <c:v>0.3769739300479259</c:v>
                </c:pt>
                <c:pt idx="429">
                  <c:v>0.43428508995286141</c:v>
                </c:pt>
                <c:pt idx="430">
                  <c:v>0.50652350829607728</c:v>
                </c:pt>
                <c:pt idx="431">
                  <c:v>0.59389709846377159</c:v>
                </c:pt>
                <c:pt idx="432">
                  <c:v>0.64057211310372131</c:v>
                </c:pt>
                <c:pt idx="433">
                  <c:v>0.69452116532826191</c:v>
                </c:pt>
                <c:pt idx="434">
                  <c:v>0.72439189665569215</c:v>
                </c:pt>
                <c:pt idx="435">
                  <c:v>0.76881418703267701</c:v>
                </c:pt>
                <c:pt idx="436">
                  <c:v>0.81010658303987493</c:v>
                </c:pt>
                <c:pt idx="437">
                  <c:v>0.8544983655110463</c:v>
                </c:pt>
                <c:pt idx="438">
                  <c:v>0.90381062463675754</c:v>
                </c:pt>
                <c:pt idx="439">
                  <c:v>0.94249831827725894</c:v>
                </c:pt>
                <c:pt idx="440">
                  <c:v>0.97582356970141204</c:v>
                </c:pt>
                <c:pt idx="441">
                  <c:v>0.99930577928428588</c:v>
                </c:pt>
                <c:pt idx="442">
                  <c:v>1.023319677599996</c:v>
                </c:pt>
                <c:pt idx="443">
                  <c:v>1.050409644368749</c:v>
                </c:pt>
                <c:pt idx="444">
                  <c:v>1.073112474337556</c:v>
                </c:pt>
                <c:pt idx="445">
                  <c:v>1.103051167503476</c:v>
                </c:pt>
                <c:pt idx="446">
                  <c:v>1.135292080964871</c:v>
                </c:pt>
                <c:pt idx="447">
                  <c:v>1.187649493747861</c:v>
                </c:pt>
                <c:pt idx="448">
                  <c:v>1.2568168538162821</c:v>
                </c:pt>
                <c:pt idx="449">
                  <c:v>1.3341327541117021</c:v>
                </c:pt>
                <c:pt idx="450">
                  <c:v>1.383494029464394</c:v>
                </c:pt>
                <c:pt idx="451">
                  <c:v>1.4187679528747921</c:v>
                </c:pt>
                <c:pt idx="452">
                  <c:v>1.4506601213695529</c:v>
                </c:pt>
                <c:pt idx="453">
                  <c:v>1.46965948336265</c:v>
                </c:pt>
                <c:pt idx="454">
                  <c:v>1.4831707066873561</c:v>
                </c:pt>
                <c:pt idx="455">
                  <c:v>1.473635334903157</c:v>
                </c:pt>
                <c:pt idx="456">
                  <c:v>1.448889917543043</c:v>
                </c:pt>
                <c:pt idx="457">
                  <c:v>1.4206203020832771</c:v>
                </c:pt>
                <c:pt idx="458">
                  <c:v>1.391034041661493</c:v>
                </c:pt>
                <c:pt idx="459">
                  <c:v>1.374246514152685</c:v>
                </c:pt>
                <c:pt idx="460">
                  <c:v>1.351703456250694</c:v>
                </c:pt>
                <c:pt idx="461">
                  <c:v>1.316817193399104</c:v>
                </c:pt>
                <c:pt idx="462">
                  <c:v>1.2892768167875299</c:v>
                </c:pt>
                <c:pt idx="463">
                  <c:v>1.2481222242896319</c:v>
                </c:pt>
                <c:pt idx="464">
                  <c:v>1.200816680114402</c:v>
                </c:pt>
                <c:pt idx="465">
                  <c:v>1.134882196673888</c:v>
                </c:pt>
                <c:pt idx="466">
                  <c:v>1.070617478181062</c:v>
                </c:pt>
                <c:pt idx="467">
                  <c:v>1.019569218729492</c:v>
                </c:pt>
                <c:pt idx="468">
                  <c:v>0.9446040262529809</c:v>
                </c:pt>
                <c:pt idx="469">
                  <c:v>0.88351287602380002</c:v>
                </c:pt>
                <c:pt idx="470">
                  <c:v>0.82842192872531517</c:v>
                </c:pt>
                <c:pt idx="471">
                  <c:v>0.79653569362250276</c:v>
                </c:pt>
                <c:pt idx="472">
                  <c:v>0.77294917799659268</c:v>
                </c:pt>
                <c:pt idx="473">
                  <c:v>0.74079167925068268</c:v>
                </c:pt>
                <c:pt idx="474">
                  <c:v>0.72326069889927314</c:v>
                </c:pt>
                <c:pt idx="475">
                  <c:v>0.70874021838784917</c:v>
                </c:pt>
                <c:pt idx="476">
                  <c:v>0.69440540585796218</c:v>
                </c:pt>
                <c:pt idx="477">
                  <c:v>0.66102721496892547</c:v>
                </c:pt>
                <c:pt idx="478">
                  <c:v>0.61410587622778101</c:v>
                </c:pt>
                <c:pt idx="479">
                  <c:v>0.56459344643646137</c:v>
                </c:pt>
                <c:pt idx="480">
                  <c:v>0.52427061265676544</c:v>
                </c:pt>
                <c:pt idx="481">
                  <c:v>0.49033249588651717</c:v>
                </c:pt>
                <c:pt idx="482">
                  <c:v>0.45072801300143328</c:v>
                </c:pt>
                <c:pt idx="483">
                  <c:v>0.42330788974295458</c:v>
                </c:pt>
                <c:pt idx="484">
                  <c:v>0.38960131680441468</c:v>
                </c:pt>
                <c:pt idx="485">
                  <c:v>0.33846059487019231</c:v>
                </c:pt>
                <c:pt idx="486">
                  <c:v>0.27453208558940762</c:v>
                </c:pt>
                <c:pt idx="487">
                  <c:v>0.209273272173958</c:v>
                </c:pt>
                <c:pt idx="488">
                  <c:v>0.16521606361365249</c:v>
                </c:pt>
                <c:pt idx="489">
                  <c:v>9.6339791603435879E-2</c:v>
                </c:pt>
                <c:pt idx="490">
                  <c:v>2.8328595107676938E-2</c:v>
                </c:pt>
                <c:pt idx="491">
                  <c:v>-4.10809057010375E-2</c:v>
                </c:pt>
                <c:pt idx="492">
                  <c:v>-9.7772340726258414E-2</c:v>
                </c:pt>
                <c:pt idx="493">
                  <c:v>-0.1285025363521575</c:v>
                </c:pt>
                <c:pt idx="494">
                  <c:v>-0.16794067387332401</c:v>
                </c:pt>
                <c:pt idx="495">
                  <c:v>-0.19175968812966801</c:v>
                </c:pt>
                <c:pt idx="496">
                  <c:v>-0.20881381144421229</c:v>
                </c:pt>
                <c:pt idx="497">
                  <c:v>-0.23212416992235541</c:v>
                </c:pt>
                <c:pt idx="498">
                  <c:v>-0.24449133305970619</c:v>
                </c:pt>
                <c:pt idx="499">
                  <c:v>-0.2482886713450585</c:v>
                </c:pt>
                <c:pt idx="500">
                  <c:v>-0.23823617207206171</c:v>
                </c:pt>
                <c:pt idx="501">
                  <c:v>-0.2383229187943243</c:v>
                </c:pt>
                <c:pt idx="502">
                  <c:v>-0.22818960522874041</c:v>
                </c:pt>
                <c:pt idx="503">
                  <c:v>-0.24348987895845561</c:v>
                </c:pt>
                <c:pt idx="504">
                  <c:v>-0.25220954612954932</c:v>
                </c:pt>
                <c:pt idx="505">
                  <c:v>-0.27009669064378039</c:v>
                </c:pt>
                <c:pt idx="506">
                  <c:v>-0.26357172271260038</c:v>
                </c:pt>
                <c:pt idx="507">
                  <c:v>-0.27699097151275898</c:v>
                </c:pt>
                <c:pt idx="508">
                  <c:v>-0.29775875941423191</c:v>
                </c:pt>
                <c:pt idx="509">
                  <c:v>-0.30419266080157159</c:v>
                </c:pt>
                <c:pt idx="510">
                  <c:v>-0.28967519347229642</c:v>
                </c:pt>
                <c:pt idx="511">
                  <c:v>-0.27431677765195772</c:v>
                </c:pt>
                <c:pt idx="512">
                  <c:v>-0.25420066334239549</c:v>
                </c:pt>
                <c:pt idx="513">
                  <c:v>-0.2277243745308456</c:v>
                </c:pt>
                <c:pt idx="514">
                  <c:v>-0.192111045112447</c:v>
                </c:pt>
                <c:pt idx="515">
                  <c:v>-0.14033142686019451</c:v>
                </c:pt>
                <c:pt idx="516">
                  <c:v>-8.2163082835150308E-2</c:v>
                </c:pt>
                <c:pt idx="517">
                  <c:v>-5.1091839905757323E-2</c:v>
                </c:pt>
                <c:pt idx="518">
                  <c:v>-1.203383499145053E-2</c:v>
                </c:pt>
                <c:pt idx="519">
                  <c:v>4.2966996136105488E-2</c:v>
                </c:pt>
                <c:pt idx="520">
                  <c:v>0.11096992363159421</c:v>
                </c:pt>
                <c:pt idx="521">
                  <c:v>0.15822820698145951</c:v>
                </c:pt>
                <c:pt idx="522">
                  <c:v>0.21403707522099921</c:v>
                </c:pt>
                <c:pt idx="523">
                  <c:v>0.27139908790758238</c:v>
                </c:pt>
                <c:pt idx="524">
                  <c:v>0.34026068950607452</c:v>
                </c:pt>
                <c:pt idx="525">
                  <c:v>0.38186835444759792</c:v>
                </c:pt>
                <c:pt idx="526">
                  <c:v>0.43352169147556763</c:v>
                </c:pt>
                <c:pt idx="527">
                  <c:v>0.49191434571447018</c:v>
                </c:pt>
                <c:pt idx="528">
                  <c:v>0.54715729602099639</c:v>
                </c:pt>
                <c:pt idx="529">
                  <c:v>0.57818436983189625</c:v>
                </c:pt>
                <c:pt idx="530">
                  <c:v>0.59923896442445179</c:v>
                </c:pt>
                <c:pt idx="531">
                  <c:v>0.60856378905436204</c:v>
                </c:pt>
                <c:pt idx="532">
                  <c:v>0.64293619687336545</c:v>
                </c:pt>
                <c:pt idx="533">
                  <c:v>0.67114921908910552</c:v>
                </c:pt>
                <c:pt idx="534">
                  <c:v>0.67277906500535667</c:v>
                </c:pt>
                <c:pt idx="535">
                  <c:v>0.67434521867242003</c:v>
                </c:pt>
                <c:pt idx="536">
                  <c:v>0.68647861724492965</c:v>
                </c:pt>
                <c:pt idx="537">
                  <c:v>0.6981499231718189</c:v>
                </c:pt>
                <c:pt idx="538">
                  <c:v>0.6976604155320163</c:v>
                </c:pt>
                <c:pt idx="539">
                  <c:v>0.67284994203872239</c:v>
                </c:pt>
                <c:pt idx="540">
                  <c:v>0.650163643599177</c:v>
                </c:pt>
                <c:pt idx="541">
                  <c:v>0.60464431453618062</c:v>
                </c:pt>
                <c:pt idx="542">
                  <c:v>0.53013876187764264</c:v>
                </c:pt>
                <c:pt idx="543">
                  <c:v>0.45076941649022639</c:v>
                </c:pt>
                <c:pt idx="544">
                  <c:v>0.37250449424333232</c:v>
                </c:pt>
                <c:pt idx="545">
                  <c:v>0.27632945798749631</c:v>
                </c:pt>
                <c:pt idx="546">
                  <c:v>0.2006110287986298</c:v>
                </c:pt>
                <c:pt idx="547">
                  <c:v>0.115850558858849</c:v>
                </c:pt>
                <c:pt idx="548">
                  <c:v>5.0805940977648602E-2</c:v>
                </c:pt>
                <c:pt idx="549">
                  <c:v>-2.4011395976633412E-3</c:v>
                </c:pt>
                <c:pt idx="550">
                  <c:v>-5.5884955720886982E-2</c:v>
                </c:pt>
                <c:pt idx="551">
                  <c:v>-0.1025854414102596</c:v>
                </c:pt>
                <c:pt idx="552">
                  <c:v>-0.14852007619148011</c:v>
                </c:pt>
                <c:pt idx="553">
                  <c:v>-0.1835623541625544</c:v>
                </c:pt>
                <c:pt idx="554">
                  <c:v>-0.18958311111494641</c:v>
                </c:pt>
                <c:pt idx="555">
                  <c:v>-0.19018380878239621</c:v>
                </c:pt>
                <c:pt idx="556">
                  <c:v>-0.17029703842226779</c:v>
                </c:pt>
                <c:pt idx="557">
                  <c:v>-0.13321998301348489</c:v>
                </c:pt>
                <c:pt idx="558">
                  <c:v>-0.10184826446499021</c:v>
                </c:pt>
                <c:pt idx="559">
                  <c:v>-6.6406762927136154E-2</c:v>
                </c:pt>
                <c:pt idx="560">
                  <c:v>-1.9023559493858771E-3</c:v>
                </c:pt>
                <c:pt idx="561">
                  <c:v>5.0003137359354591E-2</c:v>
                </c:pt>
                <c:pt idx="562">
                  <c:v>9.8893986416115312E-2</c:v>
                </c:pt>
                <c:pt idx="563">
                  <c:v>0.14864534281735861</c:v>
                </c:pt>
                <c:pt idx="564">
                  <c:v>0.1897442937764208</c:v>
                </c:pt>
                <c:pt idx="565">
                  <c:v>0.22793838389458709</c:v>
                </c:pt>
                <c:pt idx="566">
                  <c:v>0.26928677365092329</c:v>
                </c:pt>
                <c:pt idx="567">
                  <c:v>0.32846506299837808</c:v>
                </c:pt>
                <c:pt idx="568">
                  <c:v>0.38233253837730069</c:v>
                </c:pt>
                <c:pt idx="569">
                  <c:v>0.41992813262992662</c:v>
                </c:pt>
                <c:pt idx="570">
                  <c:v>0.45620665452420689</c:v>
                </c:pt>
                <c:pt idx="571">
                  <c:v>0.47902480368363959</c:v>
                </c:pt>
                <c:pt idx="572">
                  <c:v>0.50265168884747224</c:v>
                </c:pt>
                <c:pt idx="573">
                  <c:v>0.51901988762977846</c:v>
                </c:pt>
                <c:pt idx="574">
                  <c:v>0.52939320962923053</c:v>
                </c:pt>
                <c:pt idx="575">
                  <c:v>0.5336499109801377</c:v>
                </c:pt>
                <c:pt idx="576">
                  <c:v>0.54803566378622193</c:v>
                </c:pt>
                <c:pt idx="577">
                  <c:v>0.5786097551989472</c:v>
                </c:pt>
                <c:pt idx="578">
                  <c:v>0.59690673288304341</c:v>
                </c:pt>
                <c:pt idx="579">
                  <c:v>0.62811695898285058</c:v>
                </c:pt>
                <c:pt idx="580">
                  <c:v>0.64969672355543817</c:v>
                </c:pt>
                <c:pt idx="581">
                  <c:v>0.67368901652935376</c:v>
                </c:pt>
                <c:pt idx="582">
                  <c:v>0.68688558264812227</c:v>
                </c:pt>
                <c:pt idx="583">
                  <c:v>0.71204850788226004</c:v>
                </c:pt>
                <c:pt idx="584">
                  <c:v>0.70280432992633746</c:v>
                </c:pt>
                <c:pt idx="585">
                  <c:v>0.69278293452042172</c:v>
                </c:pt>
                <c:pt idx="586">
                  <c:v>0.67227823867715997</c:v>
                </c:pt>
                <c:pt idx="587">
                  <c:v>0.65373054330021885</c:v>
                </c:pt>
                <c:pt idx="588">
                  <c:v>0.6337323857447863</c:v>
                </c:pt>
                <c:pt idx="589">
                  <c:v>0.62893682179338206</c:v>
                </c:pt>
                <c:pt idx="590">
                  <c:v>0.62290988835689654</c:v>
                </c:pt>
                <c:pt idx="591">
                  <c:v>0.5989783320340033</c:v>
                </c:pt>
                <c:pt idx="592">
                  <c:v>0.54825962958108521</c:v>
                </c:pt>
                <c:pt idx="593">
                  <c:v>0.50421163250156065</c:v>
                </c:pt>
                <c:pt idx="594">
                  <c:v>0.45884466498691351</c:v>
                </c:pt>
                <c:pt idx="595">
                  <c:v>0.4110550344833509</c:v>
                </c:pt>
                <c:pt idx="596">
                  <c:v>0.36577297394344688</c:v>
                </c:pt>
                <c:pt idx="597">
                  <c:v>0.26010183507116519</c:v>
                </c:pt>
                <c:pt idx="598">
                  <c:v>0.23462259493513241</c:v>
                </c:pt>
                <c:pt idx="599">
                  <c:v>0.21139690618851861</c:v>
                </c:pt>
                <c:pt idx="600">
                  <c:v>0.16992212310505339</c:v>
                </c:pt>
                <c:pt idx="601">
                  <c:v>0.1469743337343582</c:v>
                </c:pt>
                <c:pt idx="602">
                  <c:v>0.1315505266759979</c:v>
                </c:pt>
                <c:pt idx="603">
                  <c:v>0.10897105981802541</c:v>
                </c:pt>
                <c:pt idx="604">
                  <c:v>0.10344149533003109</c:v>
                </c:pt>
                <c:pt idx="605">
                  <c:v>0.1128584605854228</c:v>
                </c:pt>
                <c:pt idx="606">
                  <c:v>0.1212306573110679</c:v>
                </c:pt>
                <c:pt idx="607">
                  <c:v>0.12411905829330031</c:v>
                </c:pt>
                <c:pt idx="608">
                  <c:v>0.1475818679727651</c:v>
                </c:pt>
                <c:pt idx="609">
                  <c:v>0.15252620985427259</c:v>
                </c:pt>
                <c:pt idx="610">
                  <c:v>0.15411763067141729</c:v>
                </c:pt>
                <c:pt idx="611">
                  <c:v>0.14496114377197769</c:v>
                </c:pt>
                <c:pt idx="612">
                  <c:v>0.15566202617764621</c:v>
                </c:pt>
                <c:pt idx="613">
                  <c:v>0.18814588304053739</c:v>
                </c:pt>
                <c:pt idx="614">
                  <c:v>0.24885341333824609</c:v>
                </c:pt>
                <c:pt idx="615">
                  <c:v>0.34365376991040708</c:v>
                </c:pt>
                <c:pt idx="616">
                  <c:v>0.44657377370736567</c:v>
                </c:pt>
                <c:pt idx="617">
                  <c:v>0.54678724841776438</c:v>
                </c:pt>
                <c:pt idx="618">
                  <c:v>0.66276030799775176</c:v>
                </c:pt>
                <c:pt idx="619">
                  <c:v>0.76064019002667671</c:v>
                </c:pt>
                <c:pt idx="620">
                  <c:v>0.85145574592310413</c:v>
                </c:pt>
                <c:pt idx="621">
                  <c:v>0.93747712170142117</c:v>
                </c:pt>
                <c:pt idx="622">
                  <c:v>1.038618209541222</c:v>
                </c:pt>
                <c:pt idx="623">
                  <c:v>1.104624796492615</c:v>
                </c:pt>
                <c:pt idx="624">
                  <c:v>1.1698047489650689</c:v>
                </c:pt>
                <c:pt idx="625">
                  <c:v>1.241013400980393</c:v>
                </c:pt>
                <c:pt idx="626">
                  <c:v>1.326419224235166</c:v>
                </c:pt>
                <c:pt idx="627">
                  <c:v>1.400071789246319</c:v>
                </c:pt>
                <c:pt idx="628">
                  <c:v>1.461892227211961</c:v>
                </c:pt>
                <c:pt idx="629">
                  <c:v>1.480942039712843</c:v>
                </c:pt>
                <c:pt idx="630">
                  <c:v>1.47663842624839</c:v>
                </c:pt>
                <c:pt idx="631">
                  <c:v>1.4646076527708849</c:v>
                </c:pt>
                <c:pt idx="632">
                  <c:v>1.45237378254197</c:v>
                </c:pt>
                <c:pt idx="633">
                  <c:v>1.436182507343454</c:v>
                </c:pt>
                <c:pt idx="634">
                  <c:v>1.4242757405416611</c:v>
                </c:pt>
                <c:pt idx="635">
                  <c:v>1.4297547317199351</c:v>
                </c:pt>
                <c:pt idx="636">
                  <c:v>1.4221325668932741</c:v>
                </c:pt>
                <c:pt idx="637">
                  <c:v>1.3996031044377879</c:v>
                </c:pt>
                <c:pt idx="638">
                  <c:v>1.37958777315217</c:v>
                </c:pt>
                <c:pt idx="639">
                  <c:v>1.350281776175172</c:v>
                </c:pt>
                <c:pt idx="640">
                  <c:v>1.2958557191819899</c:v>
                </c:pt>
                <c:pt idx="641">
                  <c:v>1.2399508093434479</c:v>
                </c:pt>
                <c:pt idx="642">
                  <c:v>1.1669567266323579</c:v>
                </c:pt>
                <c:pt idx="643">
                  <c:v>1.065514262967677</c:v>
                </c:pt>
                <c:pt idx="644">
                  <c:v>0.98501634819480233</c:v>
                </c:pt>
                <c:pt idx="645">
                  <c:v>0.92150012480978949</c:v>
                </c:pt>
                <c:pt idx="646">
                  <c:v>0.84995800018716716</c:v>
                </c:pt>
                <c:pt idx="647">
                  <c:v>0.74244272556925595</c:v>
                </c:pt>
                <c:pt idx="648">
                  <c:v>0.61532936506022418</c:v>
                </c:pt>
                <c:pt idx="649">
                  <c:v>0.50861572600142757</c:v>
                </c:pt>
                <c:pt idx="650">
                  <c:v>0.39002226787505212</c:v>
                </c:pt>
                <c:pt idx="651">
                  <c:v>0.27134145368675711</c:v>
                </c:pt>
                <c:pt idx="652">
                  <c:v>0.16329156390865249</c:v>
                </c:pt>
                <c:pt idx="653">
                  <c:v>5.232583501653066E-2</c:v>
                </c:pt>
                <c:pt idx="654">
                  <c:v>-1.554499768615269E-2</c:v>
                </c:pt>
                <c:pt idx="655">
                  <c:v>-6.0674967271980303E-2</c:v>
                </c:pt>
                <c:pt idx="656">
                  <c:v>-9.1581179567153101E-2</c:v>
                </c:pt>
                <c:pt idx="657">
                  <c:v>-0.12581252571100909</c:v>
                </c:pt>
                <c:pt idx="658">
                  <c:v>-0.16586003965546359</c:v>
                </c:pt>
                <c:pt idx="659">
                  <c:v>-0.20858055435946049</c:v>
                </c:pt>
                <c:pt idx="660">
                  <c:v>-0.2328504971797766</c:v>
                </c:pt>
                <c:pt idx="661">
                  <c:v>-0.24136484585893381</c:v>
                </c:pt>
                <c:pt idx="662">
                  <c:v>-0.2322826173531834</c:v>
                </c:pt>
                <c:pt idx="663">
                  <c:v>-0.21598857234839819</c:v>
                </c:pt>
                <c:pt idx="664">
                  <c:v>-0.21952786001402719</c:v>
                </c:pt>
                <c:pt idx="665">
                  <c:v>-0.20480827340503049</c:v>
                </c:pt>
                <c:pt idx="666">
                  <c:v>-0.15085555923460589</c:v>
                </c:pt>
                <c:pt idx="667">
                  <c:v>-9.6406594946766233E-2</c:v>
                </c:pt>
                <c:pt idx="668">
                  <c:v>-1.7977103426161229E-2</c:v>
                </c:pt>
                <c:pt idx="669">
                  <c:v>3.3841795762699828E-2</c:v>
                </c:pt>
                <c:pt idx="670">
                  <c:v>8.6430887190744446E-2</c:v>
                </c:pt>
                <c:pt idx="671">
                  <c:v>9.75983496438802E-2</c:v>
                </c:pt>
                <c:pt idx="672">
                  <c:v>0.13265839314247671</c:v>
                </c:pt>
                <c:pt idx="673">
                  <c:v>0.19068638876551289</c:v>
                </c:pt>
                <c:pt idx="674">
                  <c:v>0.22818949021309901</c:v>
                </c:pt>
                <c:pt idx="675">
                  <c:v>0.21536644118875389</c:v>
                </c:pt>
                <c:pt idx="676">
                  <c:v>0.19008090566667379</c:v>
                </c:pt>
                <c:pt idx="677">
                  <c:v>0.14855479666648411</c:v>
                </c:pt>
                <c:pt idx="678">
                  <c:v>0.10794885723098779</c:v>
                </c:pt>
                <c:pt idx="679">
                  <c:v>6.1190667853505992E-2</c:v>
                </c:pt>
                <c:pt idx="680">
                  <c:v>1.7367070243084731E-2</c:v>
                </c:pt>
                <c:pt idx="681">
                  <c:v>-5.4526103824354091E-2</c:v>
                </c:pt>
                <c:pt idx="682">
                  <c:v>-0.1245442854282672</c:v>
                </c:pt>
                <c:pt idx="683">
                  <c:v>-0.18208478172589501</c:v>
                </c:pt>
                <c:pt idx="684">
                  <c:v>-0.26138246860328962</c:v>
                </c:pt>
                <c:pt idx="685">
                  <c:v>-0.34442591548120638</c:v>
                </c:pt>
                <c:pt idx="686">
                  <c:v>-0.42483414220362398</c:v>
                </c:pt>
                <c:pt idx="687">
                  <c:v>-0.51994806425125062</c:v>
                </c:pt>
                <c:pt idx="688">
                  <c:v>-0.64478722706050995</c:v>
                </c:pt>
                <c:pt idx="689">
                  <c:v>-0.74023208548523889</c:v>
                </c:pt>
                <c:pt idx="690">
                  <c:v>-0.8394797936580457</c:v>
                </c:pt>
                <c:pt idx="691">
                  <c:v>-0.94266604247394503</c:v>
                </c:pt>
                <c:pt idx="692">
                  <c:v>-1.045889477830781</c:v>
                </c:pt>
                <c:pt idx="693">
                  <c:v>-1.1063012229952061</c:v>
                </c:pt>
                <c:pt idx="694">
                  <c:v>-1.1467226579712391</c:v>
                </c:pt>
                <c:pt idx="695">
                  <c:v>-1.2215597995775109</c:v>
                </c:pt>
                <c:pt idx="696">
                  <c:v>-1.278030578412455</c:v>
                </c:pt>
                <c:pt idx="697">
                  <c:v>-1.352930941498024</c:v>
                </c:pt>
                <c:pt idx="698">
                  <c:v>-1.441346632192168</c:v>
                </c:pt>
                <c:pt idx="699">
                  <c:v>-1.515309207737461</c:v>
                </c:pt>
                <c:pt idx="700">
                  <c:v>-1.5928395774187221</c:v>
                </c:pt>
                <c:pt idx="701">
                  <c:v>-1.6652074885512651</c:v>
                </c:pt>
                <c:pt idx="702">
                  <c:v>-1.7025912610485809</c:v>
                </c:pt>
                <c:pt idx="703">
                  <c:v>-1.7368715747373391</c:v>
                </c:pt>
                <c:pt idx="704">
                  <c:v>-1.787684115073543</c:v>
                </c:pt>
                <c:pt idx="705">
                  <c:v>-1.8136094789630941</c:v>
                </c:pt>
                <c:pt idx="706">
                  <c:v>-1.812602207706782</c:v>
                </c:pt>
                <c:pt idx="707">
                  <c:v>-1.798778583384407</c:v>
                </c:pt>
                <c:pt idx="708">
                  <c:v>-1.798643231291928</c:v>
                </c:pt>
                <c:pt idx="709">
                  <c:v>-1.8019906781275079</c:v>
                </c:pt>
                <c:pt idx="710">
                  <c:v>-1.791737679030829</c:v>
                </c:pt>
                <c:pt idx="711">
                  <c:v>-1.802442986689422</c:v>
                </c:pt>
                <c:pt idx="712">
                  <c:v>-1.8075874510511269</c:v>
                </c:pt>
                <c:pt idx="713">
                  <c:v>-1.80655150930442</c:v>
                </c:pt>
                <c:pt idx="714">
                  <c:v>-1.795567696799466</c:v>
                </c:pt>
                <c:pt idx="715">
                  <c:v>-1.762711496925311</c:v>
                </c:pt>
                <c:pt idx="716">
                  <c:v>-1.7143408466890679</c:v>
                </c:pt>
                <c:pt idx="717">
                  <c:v>-1.687921251838739</c:v>
                </c:pt>
                <c:pt idx="718">
                  <c:v>-1.628841827371142</c:v>
                </c:pt>
                <c:pt idx="719">
                  <c:v>-1.550224460701392</c:v>
                </c:pt>
                <c:pt idx="720">
                  <c:v>-1.472013523062268</c:v>
                </c:pt>
                <c:pt idx="721">
                  <c:v>-1.4230632118470661</c:v>
                </c:pt>
                <c:pt idx="722">
                  <c:v>-1.3688309945251631</c:v>
                </c:pt>
                <c:pt idx="723">
                  <c:v>-1.326173870133692</c:v>
                </c:pt>
                <c:pt idx="724">
                  <c:v>-1.26894027021319</c:v>
                </c:pt>
                <c:pt idx="725">
                  <c:v>-1.2266828126296681</c:v>
                </c:pt>
                <c:pt idx="726">
                  <c:v>-1.1863733486580681</c:v>
                </c:pt>
                <c:pt idx="727">
                  <c:v>-1.153181645608514</c:v>
                </c:pt>
                <c:pt idx="728">
                  <c:v>-1.106580098552467</c:v>
                </c:pt>
                <c:pt idx="729">
                  <c:v>-1.039524015470306</c:v>
                </c:pt>
                <c:pt idx="730">
                  <c:v>-0.99895370133024042</c:v>
                </c:pt>
                <c:pt idx="731">
                  <c:v>-0.95753116833079877</c:v>
                </c:pt>
                <c:pt idx="732">
                  <c:v>-0.92508959253641421</c:v>
                </c:pt>
                <c:pt idx="733">
                  <c:v>-0.91116529853146422</c:v>
                </c:pt>
                <c:pt idx="734">
                  <c:v>-0.91609326217020615</c:v>
                </c:pt>
                <c:pt idx="735">
                  <c:v>-0.92812161191661324</c:v>
                </c:pt>
                <c:pt idx="736">
                  <c:v>-0.92928050707615317</c:v>
                </c:pt>
                <c:pt idx="737">
                  <c:v>-0.90626476334728956</c:v>
                </c:pt>
                <c:pt idx="738">
                  <c:v>-0.90620036047381847</c:v>
                </c:pt>
                <c:pt idx="739">
                  <c:v>-0.93628915403822455</c:v>
                </c:pt>
                <c:pt idx="740">
                  <c:v>-0.93356242545491397</c:v>
                </c:pt>
                <c:pt idx="741">
                  <c:v>-0.91509541120581894</c:v>
                </c:pt>
                <c:pt idx="742">
                  <c:v>-0.90046172011246417</c:v>
                </c:pt>
                <c:pt idx="743">
                  <c:v>-0.88848682744189356</c:v>
                </c:pt>
                <c:pt idx="744">
                  <c:v>-0.89618773313377187</c:v>
                </c:pt>
                <c:pt idx="745">
                  <c:v>-0.8895708344848845</c:v>
                </c:pt>
                <c:pt idx="746">
                  <c:v>-0.88951106643650668</c:v>
                </c:pt>
                <c:pt idx="747">
                  <c:v>-0.88313574851689203</c:v>
                </c:pt>
                <c:pt idx="748">
                  <c:v>-0.88406393913494452</c:v>
                </c:pt>
                <c:pt idx="749">
                  <c:v>-0.89518582648177003</c:v>
                </c:pt>
                <c:pt idx="750">
                  <c:v>-0.9079928166854786</c:v>
                </c:pt>
                <c:pt idx="751">
                  <c:v>-0.9429289135918294</c:v>
                </c:pt>
                <c:pt idx="752">
                  <c:v>-1.0025347692455999</c:v>
                </c:pt>
                <c:pt idx="753">
                  <c:v>-1.0492479578306799</c:v>
                </c:pt>
                <c:pt idx="754">
                  <c:v>-1.0832352030488319</c:v>
                </c:pt>
                <c:pt idx="755">
                  <c:v>-1.142836418293065</c:v>
                </c:pt>
                <c:pt idx="756">
                  <c:v>-1.2142887040964161</c:v>
                </c:pt>
                <c:pt idx="757">
                  <c:v>-1.2554779313072331</c:v>
                </c:pt>
                <c:pt idx="758">
                  <c:v>-1.315393451687191</c:v>
                </c:pt>
                <c:pt idx="759">
                  <c:v>-1.362834287923554</c:v>
                </c:pt>
                <c:pt idx="760">
                  <c:v>-1.4022382980557211</c:v>
                </c:pt>
                <c:pt idx="761">
                  <c:v>-1.4231911086907041</c:v>
                </c:pt>
                <c:pt idx="762">
                  <c:v>-1.442867514126233</c:v>
                </c:pt>
                <c:pt idx="763">
                  <c:v>-1.4440759031645221</c:v>
                </c:pt>
                <c:pt idx="764">
                  <c:v>-1.429152652546454</c:v>
                </c:pt>
                <c:pt idx="765">
                  <c:v>-1.3920368412146391</c:v>
                </c:pt>
                <c:pt idx="766">
                  <c:v>-1.3242636743112901</c:v>
                </c:pt>
                <c:pt idx="767">
                  <c:v>-1.232524241935347</c:v>
                </c:pt>
                <c:pt idx="768">
                  <c:v>-1.1386216435911249</c:v>
                </c:pt>
                <c:pt idx="769">
                  <c:v>-1.0397254071492401</c:v>
                </c:pt>
                <c:pt idx="770">
                  <c:v>-0.92692041544145354</c:v>
                </c:pt>
                <c:pt idx="771">
                  <c:v>-0.82447609410733214</c:v>
                </c:pt>
                <c:pt idx="772">
                  <c:v>-0.72206310012650299</c:v>
                </c:pt>
                <c:pt idx="773">
                  <c:v>-0.63190790412596154</c:v>
                </c:pt>
                <c:pt idx="774">
                  <c:v>-0.57397125548159167</c:v>
                </c:pt>
                <c:pt idx="775">
                  <c:v>-0.51642626034834338</c:v>
                </c:pt>
                <c:pt idx="776">
                  <c:v>-0.47515524646806312</c:v>
                </c:pt>
                <c:pt idx="777">
                  <c:v>-0.43974629239587182</c:v>
                </c:pt>
                <c:pt idx="778">
                  <c:v>-0.40421024283652052</c:v>
                </c:pt>
                <c:pt idx="779">
                  <c:v>-0.35724966705082051</c:v>
                </c:pt>
                <c:pt idx="780">
                  <c:v>-0.31231097593664209</c:v>
                </c:pt>
                <c:pt idx="781">
                  <c:v>-0.2830587086530279</c:v>
                </c:pt>
                <c:pt idx="782">
                  <c:v>-0.28064066794673692</c:v>
                </c:pt>
                <c:pt idx="783">
                  <c:v>-0.27899162008336192</c:v>
                </c:pt>
                <c:pt idx="784">
                  <c:v>-0.28643768008245563</c:v>
                </c:pt>
                <c:pt idx="785">
                  <c:v>-0.29206976137511781</c:v>
                </c:pt>
                <c:pt idx="786">
                  <c:v>-0.26726941510503149</c:v>
                </c:pt>
                <c:pt idx="787">
                  <c:v>-0.24703838386494531</c:v>
                </c:pt>
                <c:pt idx="788">
                  <c:v>-0.19178147155538081</c:v>
                </c:pt>
                <c:pt idx="789">
                  <c:v>-9.1261615712137312E-2</c:v>
                </c:pt>
                <c:pt idx="790">
                  <c:v>3.4444690940121999E-3</c:v>
                </c:pt>
                <c:pt idx="791">
                  <c:v>9.5085458093584943E-2</c:v>
                </c:pt>
                <c:pt idx="792">
                  <c:v>0.19956332988558381</c:v>
                </c:pt>
                <c:pt idx="793">
                  <c:v>0.3191501106684787</c:v>
                </c:pt>
                <c:pt idx="794">
                  <c:v>0.40761491118778198</c:v>
                </c:pt>
                <c:pt idx="795">
                  <c:v>0.47587906728261919</c:v>
                </c:pt>
                <c:pt idx="796">
                  <c:v>0.53453755461232599</c:v>
                </c:pt>
                <c:pt idx="797">
                  <c:v>0.60165565215538086</c:v>
                </c:pt>
                <c:pt idx="798">
                  <c:v>0.67258601530961626</c:v>
                </c:pt>
                <c:pt idx="799">
                  <c:v>0.7638798564369419</c:v>
                </c:pt>
                <c:pt idx="800">
                  <c:v>0.83152732931060458</c:v>
                </c:pt>
                <c:pt idx="801">
                  <c:v>0.86853750591819912</c:v>
                </c:pt>
                <c:pt idx="802">
                  <c:v>0.90340915388179377</c:v>
                </c:pt>
                <c:pt idx="803">
                  <c:v>0.84898861707828488</c:v>
                </c:pt>
                <c:pt idx="804">
                  <c:v>0.75538738361979463</c:v>
                </c:pt>
                <c:pt idx="805">
                  <c:v>0.63794158246583954</c:v>
                </c:pt>
                <c:pt idx="806">
                  <c:v>0.5214785429649027</c:v>
                </c:pt>
              </c:numCache>
            </c:numRef>
          </c:val>
          <c:smooth val="0"/>
          <c:extLst>
            <c:ext xmlns:c16="http://schemas.microsoft.com/office/drawing/2014/chart" uri="{C3380CC4-5D6E-409C-BE32-E72D297353CC}">
              <c16:uniqueId val="{00000001-155F-4D7F-A945-62D01CCBA7F9}"/>
            </c:ext>
          </c:extLst>
        </c:ser>
        <c:dLbls>
          <c:showLegendKey val="0"/>
          <c:showVal val="0"/>
          <c:showCatName val="0"/>
          <c:showSerName val="0"/>
          <c:showPercent val="0"/>
          <c:showBubbleSize val="0"/>
        </c:dLbls>
        <c:marker val="1"/>
        <c:smooth val="0"/>
        <c:axId val="338703552"/>
        <c:axId val="338698752"/>
      </c:lineChart>
      <c:lineChart>
        <c:grouping val="standard"/>
        <c:varyColors val="0"/>
        <c:ser>
          <c:idx val="1"/>
          <c:order val="1"/>
          <c:tx>
            <c:v>Ibovespa</c:v>
          </c:tx>
          <c:spPr>
            <a:ln w="22225" cap="rnd">
              <a:solidFill>
                <a:srgbClr val="1F2F44"/>
              </a:solidFill>
              <a:round/>
            </a:ln>
            <a:effectLst/>
          </c:spPr>
          <c:marker>
            <c:symbol val="none"/>
          </c:marker>
          <c:cat>
            <c:numRef>
              <c:f>Sheet1!$A$2:$A$808</c:f>
              <c:numCache>
                <c:formatCode>m/d/yyyy</c:formatCode>
                <c:ptCount val="807"/>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45293</c:v>
                </c:pt>
                <c:pt idx="100">
                  <c:v>45294</c:v>
                </c:pt>
                <c:pt idx="101">
                  <c:v>45295</c:v>
                </c:pt>
                <c:pt idx="102">
                  <c:v>45296</c:v>
                </c:pt>
                <c:pt idx="103">
                  <c:v>45299</c:v>
                </c:pt>
                <c:pt idx="104">
                  <c:v>45300</c:v>
                </c:pt>
                <c:pt idx="105">
                  <c:v>45301</c:v>
                </c:pt>
                <c:pt idx="106">
                  <c:v>45302</c:v>
                </c:pt>
                <c:pt idx="107">
                  <c:v>45303</c:v>
                </c:pt>
                <c:pt idx="108">
                  <c:v>45306</c:v>
                </c:pt>
                <c:pt idx="109">
                  <c:v>45307</c:v>
                </c:pt>
                <c:pt idx="110">
                  <c:v>45308</c:v>
                </c:pt>
                <c:pt idx="111">
                  <c:v>45309</c:v>
                </c:pt>
                <c:pt idx="112">
                  <c:v>45310</c:v>
                </c:pt>
                <c:pt idx="113">
                  <c:v>45313</c:v>
                </c:pt>
                <c:pt idx="114">
                  <c:v>45314</c:v>
                </c:pt>
                <c:pt idx="115">
                  <c:v>45315</c:v>
                </c:pt>
                <c:pt idx="116">
                  <c:v>45316</c:v>
                </c:pt>
                <c:pt idx="117">
                  <c:v>45317</c:v>
                </c:pt>
                <c:pt idx="118">
                  <c:v>45320</c:v>
                </c:pt>
                <c:pt idx="119">
                  <c:v>45321</c:v>
                </c:pt>
                <c:pt idx="120">
                  <c:v>45322</c:v>
                </c:pt>
                <c:pt idx="121">
                  <c:v>45323</c:v>
                </c:pt>
                <c:pt idx="122">
                  <c:v>45324</c:v>
                </c:pt>
                <c:pt idx="123">
                  <c:v>45327</c:v>
                </c:pt>
                <c:pt idx="124">
                  <c:v>45328</c:v>
                </c:pt>
                <c:pt idx="125">
                  <c:v>45329</c:v>
                </c:pt>
                <c:pt idx="126">
                  <c:v>45330</c:v>
                </c:pt>
                <c:pt idx="127">
                  <c:v>45331</c:v>
                </c:pt>
                <c:pt idx="128">
                  <c:v>45336</c:v>
                </c:pt>
                <c:pt idx="129">
                  <c:v>45337</c:v>
                </c:pt>
                <c:pt idx="130">
                  <c:v>45338</c:v>
                </c:pt>
                <c:pt idx="131">
                  <c:v>45341</c:v>
                </c:pt>
                <c:pt idx="132">
                  <c:v>45342</c:v>
                </c:pt>
                <c:pt idx="133">
                  <c:v>45343</c:v>
                </c:pt>
                <c:pt idx="134">
                  <c:v>45344</c:v>
                </c:pt>
                <c:pt idx="135">
                  <c:v>45345</c:v>
                </c:pt>
                <c:pt idx="136">
                  <c:v>45348</c:v>
                </c:pt>
                <c:pt idx="137">
                  <c:v>45349</c:v>
                </c:pt>
                <c:pt idx="138">
                  <c:v>45350</c:v>
                </c:pt>
                <c:pt idx="139">
                  <c:v>45351</c:v>
                </c:pt>
                <c:pt idx="140">
                  <c:v>45352</c:v>
                </c:pt>
                <c:pt idx="141">
                  <c:v>45355</c:v>
                </c:pt>
                <c:pt idx="142">
                  <c:v>45356</c:v>
                </c:pt>
                <c:pt idx="143">
                  <c:v>45357</c:v>
                </c:pt>
                <c:pt idx="144">
                  <c:v>45358</c:v>
                </c:pt>
                <c:pt idx="145">
                  <c:v>45359</c:v>
                </c:pt>
                <c:pt idx="146">
                  <c:v>45362</c:v>
                </c:pt>
                <c:pt idx="147">
                  <c:v>45363</c:v>
                </c:pt>
                <c:pt idx="148">
                  <c:v>45364</c:v>
                </c:pt>
                <c:pt idx="149">
                  <c:v>45365</c:v>
                </c:pt>
                <c:pt idx="150">
                  <c:v>45366</c:v>
                </c:pt>
                <c:pt idx="151">
                  <c:v>45369</c:v>
                </c:pt>
                <c:pt idx="152">
                  <c:v>45370</c:v>
                </c:pt>
                <c:pt idx="153">
                  <c:v>45371</c:v>
                </c:pt>
                <c:pt idx="154">
                  <c:v>45372</c:v>
                </c:pt>
                <c:pt idx="155">
                  <c:v>45373</c:v>
                </c:pt>
                <c:pt idx="156">
                  <c:v>45376</c:v>
                </c:pt>
                <c:pt idx="157">
                  <c:v>45377</c:v>
                </c:pt>
                <c:pt idx="158">
                  <c:v>45378</c:v>
                </c:pt>
                <c:pt idx="159">
                  <c:v>45379</c:v>
                </c:pt>
                <c:pt idx="160">
                  <c:v>45383</c:v>
                </c:pt>
                <c:pt idx="161">
                  <c:v>45384</c:v>
                </c:pt>
                <c:pt idx="162">
                  <c:v>45385</c:v>
                </c:pt>
                <c:pt idx="163">
                  <c:v>45386</c:v>
                </c:pt>
                <c:pt idx="164">
                  <c:v>45387</c:v>
                </c:pt>
                <c:pt idx="165">
                  <c:v>45390</c:v>
                </c:pt>
                <c:pt idx="166">
                  <c:v>45391</c:v>
                </c:pt>
                <c:pt idx="167">
                  <c:v>45392</c:v>
                </c:pt>
                <c:pt idx="168">
                  <c:v>45393</c:v>
                </c:pt>
                <c:pt idx="169">
                  <c:v>45394</c:v>
                </c:pt>
                <c:pt idx="170">
                  <c:v>45397</c:v>
                </c:pt>
                <c:pt idx="171">
                  <c:v>45398</c:v>
                </c:pt>
                <c:pt idx="172">
                  <c:v>45399</c:v>
                </c:pt>
                <c:pt idx="173">
                  <c:v>45400</c:v>
                </c:pt>
                <c:pt idx="174">
                  <c:v>45401</c:v>
                </c:pt>
                <c:pt idx="175">
                  <c:v>45404</c:v>
                </c:pt>
                <c:pt idx="176">
                  <c:v>45405</c:v>
                </c:pt>
                <c:pt idx="177">
                  <c:v>45406</c:v>
                </c:pt>
                <c:pt idx="178">
                  <c:v>45407</c:v>
                </c:pt>
                <c:pt idx="179">
                  <c:v>45408</c:v>
                </c:pt>
                <c:pt idx="180">
                  <c:v>45411</c:v>
                </c:pt>
                <c:pt idx="181">
                  <c:v>45412</c:v>
                </c:pt>
                <c:pt idx="182">
                  <c:v>45414</c:v>
                </c:pt>
                <c:pt idx="183">
                  <c:v>45415</c:v>
                </c:pt>
                <c:pt idx="184">
                  <c:v>45418</c:v>
                </c:pt>
                <c:pt idx="185">
                  <c:v>45419</c:v>
                </c:pt>
                <c:pt idx="186">
                  <c:v>45420</c:v>
                </c:pt>
                <c:pt idx="187">
                  <c:v>45421</c:v>
                </c:pt>
                <c:pt idx="188">
                  <c:v>45422</c:v>
                </c:pt>
                <c:pt idx="189">
                  <c:v>45425</c:v>
                </c:pt>
                <c:pt idx="190">
                  <c:v>45426</c:v>
                </c:pt>
                <c:pt idx="191">
                  <c:v>45427</c:v>
                </c:pt>
                <c:pt idx="192">
                  <c:v>45428</c:v>
                </c:pt>
                <c:pt idx="193">
                  <c:v>45429</c:v>
                </c:pt>
                <c:pt idx="194">
                  <c:v>45432</c:v>
                </c:pt>
                <c:pt idx="195">
                  <c:v>45433</c:v>
                </c:pt>
                <c:pt idx="196">
                  <c:v>45434</c:v>
                </c:pt>
                <c:pt idx="197">
                  <c:v>45435</c:v>
                </c:pt>
                <c:pt idx="198">
                  <c:v>45436</c:v>
                </c:pt>
                <c:pt idx="199">
                  <c:v>45439</c:v>
                </c:pt>
                <c:pt idx="200">
                  <c:v>45440</c:v>
                </c:pt>
                <c:pt idx="201">
                  <c:v>45441</c:v>
                </c:pt>
                <c:pt idx="202">
                  <c:v>45443</c:v>
                </c:pt>
                <c:pt idx="203">
                  <c:v>45446</c:v>
                </c:pt>
                <c:pt idx="204">
                  <c:v>45447</c:v>
                </c:pt>
                <c:pt idx="205">
                  <c:v>45448</c:v>
                </c:pt>
                <c:pt idx="206">
                  <c:v>45449</c:v>
                </c:pt>
                <c:pt idx="207">
                  <c:v>45450</c:v>
                </c:pt>
                <c:pt idx="208">
                  <c:v>45453</c:v>
                </c:pt>
                <c:pt idx="209">
                  <c:v>45454</c:v>
                </c:pt>
                <c:pt idx="210">
                  <c:v>45455</c:v>
                </c:pt>
                <c:pt idx="211">
                  <c:v>45456</c:v>
                </c:pt>
                <c:pt idx="212">
                  <c:v>45457</c:v>
                </c:pt>
                <c:pt idx="213">
                  <c:v>45460</c:v>
                </c:pt>
                <c:pt idx="214">
                  <c:v>45461</c:v>
                </c:pt>
                <c:pt idx="215">
                  <c:v>45462</c:v>
                </c:pt>
                <c:pt idx="216">
                  <c:v>45463</c:v>
                </c:pt>
                <c:pt idx="217">
                  <c:v>45464</c:v>
                </c:pt>
                <c:pt idx="218">
                  <c:v>45467</c:v>
                </c:pt>
                <c:pt idx="219">
                  <c:v>45468</c:v>
                </c:pt>
                <c:pt idx="220">
                  <c:v>45469</c:v>
                </c:pt>
                <c:pt idx="221">
                  <c:v>45470</c:v>
                </c:pt>
                <c:pt idx="222">
                  <c:v>45471</c:v>
                </c:pt>
                <c:pt idx="223">
                  <c:v>45474</c:v>
                </c:pt>
                <c:pt idx="224">
                  <c:v>45475</c:v>
                </c:pt>
                <c:pt idx="225">
                  <c:v>45476</c:v>
                </c:pt>
                <c:pt idx="226">
                  <c:v>45477</c:v>
                </c:pt>
                <c:pt idx="227">
                  <c:v>45478</c:v>
                </c:pt>
                <c:pt idx="228">
                  <c:v>45481</c:v>
                </c:pt>
                <c:pt idx="229">
                  <c:v>45482</c:v>
                </c:pt>
                <c:pt idx="230">
                  <c:v>45483</c:v>
                </c:pt>
                <c:pt idx="231">
                  <c:v>45484</c:v>
                </c:pt>
                <c:pt idx="232">
                  <c:v>45485</c:v>
                </c:pt>
                <c:pt idx="233">
                  <c:v>45488</c:v>
                </c:pt>
                <c:pt idx="234">
                  <c:v>45489</c:v>
                </c:pt>
                <c:pt idx="235">
                  <c:v>45490</c:v>
                </c:pt>
                <c:pt idx="236">
                  <c:v>45491</c:v>
                </c:pt>
                <c:pt idx="237">
                  <c:v>45492</c:v>
                </c:pt>
                <c:pt idx="238">
                  <c:v>45495</c:v>
                </c:pt>
                <c:pt idx="239">
                  <c:v>45496</c:v>
                </c:pt>
                <c:pt idx="240">
                  <c:v>45497</c:v>
                </c:pt>
                <c:pt idx="241">
                  <c:v>45498</c:v>
                </c:pt>
                <c:pt idx="242">
                  <c:v>45499</c:v>
                </c:pt>
                <c:pt idx="243">
                  <c:v>45502</c:v>
                </c:pt>
                <c:pt idx="244">
                  <c:v>45503</c:v>
                </c:pt>
                <c:pt idx="245">
                  <c:v>45504</c:v>
                </c:pt>
                <c:pt idx="246">
                  <c:v>45505</c:v>
                </c:pt>
                <c:pt idx="247">
                  <c:v>45506</c:v>
                </c:pt>
                <c:pt idx="248">
                  <c:v>45509</c:v>
                </c:pt>
                <c:pt idx="249">
                  <c:v>45510</c:v>
                </c:pt>
                <c:pt idx="250">
                  <c:v>45511</c:v>
                </c:pt>
                <c:pt idx="251">
                  <c:v>45512</c:v>
                </c:pt>
                <c:pt idx="252">
                  <c:v>45513</c:v>
                </c:pt>
                <c:pt idx="253">
                  <c:v>45516</c:v>
                </c:pt>
                <c:pt idx="254">
                  <c:v>45517</c:v>
                </c:pt>
                <c:pt idx="255">
                  <c:v>45518</c:v>
                </c:pt>
                <c:pt idx="256">
                  <c:v>45519</c:v>
                </c:pt>
                <c:pt idx="257">
                  <c:v>45520</c:v>
                </c:pt>
                <c:pt idx="258">
                  <c:v>45523</c:v>
                </c:pt>
                <c:pt idx="259">
                  <c:v>45524</c:v>
                </c:pt>
                <c:pt idx="260">
                  <c:v>45525</c:v>
                </c:pt>
                <c:pt idx="261">
                  <c:v>45526</c:v>
                </c:pt>
                <c:pt idx="262">
                  <c:v>45527</c:v>
                </c:pt>
                <c:pt idx="263">
                  <c:v>45530</c:v>
                </c:pt>
                <c:pt idx="264">
                  <c:v>45531</c:v>
                </c:pt>
                <c:pt idx="265">
                  <c:v>45532</c:v>
                </c:pt>
                <c:pt idx="266">
                  <c:v>45533</c:v>
                </c:pt>
                <c:pt idx="267">
                  <c:v>45534</c:v>
                </c:pt>
                <c:pt idx="268">
                  <c:v>45537</c:v>
                </c:pt>
                <c:pt idx="269">
                  <c:v>45538</c:v>
                </c:pt>
                <c:pt idx="270">
                  <c:v>45539</c:v>
                </c:pt>
                <c:pt idx="271">
                  <c:v>45540</c:v>
                </c:pt>
                <c:pt idx="272">
                  <c:v>45541</c:v>
                </c:pt>
                <c:pt idx="273">
                  <c:v>45544</c:v>
                </c:pt>
                <c:pt idx="274">
                  <c:v>45545</c:v>
                </c:pt>
                <c:pt idx="275">
                  <c:v>45546</c:v>
                </c:pt>
                <c:pt idx="276">
                  <c:v>45547</c:v>
                </c:pt>
                <c:pt idx="277">
                  <c:v>45548</c:v>
                </c:pt>
                <c:pt idx="278">
                  <c:v>45551</c:v>
                </c:pt>
                <c:pt idx="279">
                  <c:v>45552</c:v>
                </c:pt>
                <c:pt idx="280">
                  <c:v>45553</c:v>
                </c:pt>
                <c:pt idx="281">
                  <c:v>45554</c:v>
                </c:pt>
                <c:pt idx="282">
                  <c:v>45555</c:v>
                </c:pt>
                <c:pt idx="283">
                  <c:v>45558</c:v>
                </c:pt>
                <c:pt idx="284">
                  <c:v>45559</c:v>
                </c:pt>
                <c:pt idx="285">
                  <c:v>45560</c:v>
                </c:pt>
                <c:pt idx="286">
                  <c:v>45561</c:v>
                </c:pt>
                <c:pt idx="287">
                  <c:v>45562</c:v>
                </c:pt>
                <c:pt idx="288">
                  <c:v>45565</c:v>
                </c:pt>
                <c:pt idx="289">
                  <c:v>45566</c:v>
                </c:pt>
                <c:pt idx="290">
                  <c:v>45567</c:v>
                </c:pt>
                <c:pt idx="291">
                  <c:v>45568</c:v>
                </c:pt>
                <c:pt idx="292">
                  <c:v>45569</c:v>
                </c:pt>
                <c:pt idx="293">
                  <c:v>45572</c:v>
                </c:pt>
                <c:pt idx="294">
                  <c:v>45573</c:v>
                </c:pt>
                <c:pt idx="295">
                  <c:v>45574</c:v>
                </c:pt>
                <c:pt idx="296">
                  <c:v>45575</c:v>
                </c:pt>
                <c:pt idx="297">
                  <c:v>45576</c:v>
                </c:pt>
                <c:pt idx="298">
                  <c:v>45579</c:v>
                </c:pt>
                <c:pt idx="299">
                  <c:v>45580</c:v>
                </c:pt>
                <c:pt idx="300">
                  <c:v>45581</c:v>
                </c:pt>
                <c:pt idx="301">
                  <c:v>45582</c:v>
                </c:pt>
                <c:pt idx="302">
                  <c:v>45583</c:v>
                </c:pt>
                <c:pt idx="303">
                  <c:v>45586</c:v>
                </c:pt>
                <c:pt idx="304">
                  <c:v>45587</c:v>
                </c:pt>
                <c:pt idx="305">
                  <c:v>45588</c:v>
                </c:pt>
                <c:pt idx="306">
                  <c:v>45589</c:v>
                </c:pt>
                <c:pt idx="307">
                  <c:v>45590</c:v>
                </c:pt>
                <c:pt idx="308">
                  <c:v>45593</c:v>
                </c:pt>
                <c:pt idx="309">
                  <c:v>45594</c:v>
                </c:pt>
                <c:pt idx="310">
                  <c:v>45595</c:v>
                </c:pt>
                <c:pt idx="311">
                  <c:v>45596</c:v>
                </c:pt>
                <c:pt idx="312">
                  <c:v>45597</c:v>
                </c:pt>
                <c:pt idx="313">
                  <c:v>45600</c:v>
                </c:pt>
                <c:pt idx="314">
                  <c:v>45601</c:v>
                </c:pt>
                <c:pt idx="315">
                  <c:v>45602</c:v>
                </c:pt>
                <c:pt idx="316">
                  <c:v>45603</c:v>
                </c:pt>
                <c:pt idx="317">
                  <c:v>45604</c:v>
                </c:pt>
                <c:pt idx="318">
                  <c:v>45607</c:v>
                </c:pt>
                <c:pt idx="319">
                  <c:v>45608</c:v>
                </c:pt>
                <c:pt idx="320">
                  <c:v>45609</c:v>
                </c:pt>
                <c:pt idx="321">
                  <c:v>45610</c:v>
                </c:pt>
                <c:pt idx="322">
                  <c:v>45614</c:v>
                </c:pt>
                <c:pt idx="323">
                  <c:v>45615</c:v>
                </c:pt>
                <c:pt idx="324">
                  <c:v>45617</c:v>
                </c:pt>
                <c:pt idx="325">
                  <c:v>45618</c:v>
                </c:pt>
                <c:pt idx="326">
                  <c:v>45621</c:v>
                </c:pt>
                <c:pt idx="327">
                  <c:v>45622</c:v>
                </c:pt>
                <c:pt idx="328">
                  <c:v>45623</c:v>
                </c:pt>
                <c:pt idx="329">
                  <c:v>45624</c:v>
                </c:pt>
                <c:pt idx="330">
                  <c:v>45625</c:v>
                </c:pt>
                <c:pt idx="331">
                  <c:v>45628</c:v>
                </c:pt>
                <c:pt idx="332">
                  <c:v>45629</c:v>
                </c:pt>
                <c:pt idx="333">
                  <c:v>45630</c:v>
                </c:pt>
                <c:pt idx="334">
                  <c:v>45631</c:v>
                </c:pt>
                <c:pt idx="335">
                  <c:v>45632</c:v>
                </c:pt>
                <c:pt idx="336">
                  <c:v>45635</c:v>
                </c:pt>
                <c:pt idx="337">
                  <c:v>45636</c:v>
                </c:pt>
                <c:pt idx="338">
                  <c:v>45637</c:v>
                </c:pt>
                <c:pt idx="339">
                  <c:v>45638</c:v>
                </c:pt>
                <c:pt idx="340">
                  <c:v>45639</c:v>
                </c:pt>
                <c:pt idx="341">
                  <c:v>45642</c:v>
                </c:pt>
                <c:pt idx="342">
                  <c:v>45643</c:v>
                </c:pt>
                <c:pt idx="343">
                  <c:v>45644</c:v>
                </c:pt>
                <c:pt idx="344">
                  <c:v>45645</c:v>
                </c:pt>
                <c:pt idx="345">
                  <c:v>45646</c:v>
                </c:pt>
                <c:pt idx="346">
                  <c:v>45649</c:v>
                </c:pt>
                <c:pt idx="347">
                  <c:v>45652</c:v>
                </c:pt>
                <c:pt idx="348">
                  <c:v>45653</c:v>
                </c:pt>
                <c:pt idx="349">
                  <c:v>45656</c:v>
                </c:pt>
                <c:pt idx="350">
                  <c:v>45659</c:v>
                </c:pt>
                <c:pt idx="351">
                  <c:v>45660</c:v>
                </c:pt>
                <c:pt idx="352">
                  <c:v>45663</c:v>
                </c:pt>
                <c:pt idx="353">
                  <c:v>45664</c:v>
                </c:pt>
                <c:pt idx="354">
                  <c:v>45665</c:v>
                </c:pt>
                <c:pt idx="355">
                  <c:v>45666</c:v>
                </c:pt>
                <c:pt idx="356">
                  <c:v>45667</c:v>
                </c:pt>
                <c:pt idx="357">
                  <c:v>45670</c:v>
                </c:pt>
                <c:pt idx="358">
                  <c:v>45671</c:v>
                </c:pt>
                <c:pt idx="359">
                  <c:v>45672</c:v>
                </c:pt>
                <c:pt idx="360">
                  <c:v>45673</c:v>
                </c:pt>
                <c:pt idx="361">
                  <c:v>45674</c:v>
                </c:pt>
                <c:pt idx="362">
                  <c:v>45677</c:v>
                </c:pt>
                <c:pt idx="363">
                  <c:v>45678</c:v>
                </c:pt>
                <c:pt idx="364">
                  <c:v>45679</c:v>
                </c:pt>
                <c:pt idx="365">
                  <c:v>45680</c:v>
                </c:pt>
                <c:pt idx="366">
                  <c:v>45681</c:v>
                </c:pt>
                <c:pt idx="367">
                  <c:v>45684</c:v>
                </c:pt>
                <c:pt idx="368">
                  <c:v>45685</c:v>
                </c:pt>
                <c:pt idx="369">
                  <c:v>45686</c:v>
                </c:pt>
                <c:pt idx="370">
                  <c:v>45687</c:v>
                </c:pt>
                <c:pt idx="371">
                  <c:v>45688</c:v>
                </c:pt>
                <c:pt idx="372">
                  <c:v>45691</c:v>
                </c:pt>
                <c:pt idx="373">
                  <c:v>45692</c:v>
                </c:pt>
                <c:pt idx="374">
                  <c:v>45693</c:v>
                </c:pt>
                <c:pt idx="375">
                  <c:v>45694</c:v>
                </c:pt>
                <c:pt idx="376">
                  <c:v>45695</c:v>
                </c:pt>
                <c:pt idx="377">
                  <c:v>45698</c:v>
                </c:pt>
                <c:pt idx="378">
                  <c:v>45699</c:v>
                </c:pt>
                <c:pt idx="379">
                  <c:v>45700</c:v>
                </c:pt>
                <c:pt idx="380">
                  <c:v>45701</c:v>
                </c:pt>
                <c:pt idx="381">
                  <c:v>45702</c:v>
                </c:pt>
                <c:pt idx="382">
                  <c:v>45705</c:v>
                </c:pt>
                <c:pt idx="383">
                  <c:v>45706</c:v>
                </c:pt>
                <c:pt idx="384">
                  <c:v>45707</c:v>
                </c:pt>
                <c:pt idx="385">
                  <c:v>45708</c:v>
                </c:pt>
                <c:pt idx="386">
                  <c:v>45709</c:v>
                </c:pt>
                <c:pt idx="387">
                  <c:v>45712</c:v>
                </c:pt>
                <c:pt idx="388">
                  <c:v>45713</c:v>
                </c:pt>
                <c:pt idx="389">
                  <c:v>45714</c:v>
                </c:pt>
                <c:pt idx="390">
                  <c:v>45715</c:v>
                </c:pt>
                <c:pt idx="391">
                  <c:v>45716</c:v>
                </c:pt>
                <c:pt idx="392">
                  <c:v>45721</c:v>
                </c:pt>
                <c:pt idx="393">
                  <c:v>45722</c:v>
                </c:pt>
                <c:pt idx="394">
                  <c:v>45723</c:v>
                </c:pt>
                <c:pt idx="395">
                  <c:v>45726</c:v>
                </c:pt>
                <c:pt idx="396">
                  <c:v>45727</c:v>
                </c:pt>
                <c:pt idx="397">
                  <c:v>45728</c:v>
                </c:pt>
                <c:pt idx="398">
                  <c:v>45729</c:v>
                </c:pt>
                <c:pt idx="399">
                  <c:v>45730</c:v>
                </c:pt>
                <c:pt idx="400">
                  <c:v>45733</c:v>
                </c:pt>
                <c:pt idx="401">
                  <c:v>45734</c:v>
                </c:pt>
                <c:pt idx="402">
                  <c:v>45735</c:v>
                </c:pt>
                <c:pt idx="403">
                  <c:v>45736</c:v>
                </c:pt>
                <c:pt idx="404">
                  <c:v>45737</c:v>
                </c:pt>
                <c:pt idx="405">
                  <c:v>45740</c:v>
                </c:pt>
                <c:pt idx="406">
                  <c:v>45741</c:v>
                </c:pt>
                <c:pt idx="407">
                  <c:v>45742</c:v>
                </c:pt>
                <c:pt idx="408">
                  <c:v>45743</c:v>
                </c:pt>
                <c:pt idx="409">
                  <c:v>45744</c:v>
                </c:pt>
                <c:pt idx="410">
                  <c:v>45747</c:v>
                </c:pt>
                <c:pt idx="411">
                  <c:v>45748</c:v>
                </c:pt>
                <c:pt idx="412">
                  <c:v>45749</c:v>
                </c:pt>
                <c:pt idx="413">
                  <c:v>45750</c:v>
                </c:pt>
                <c:pt idx="414">
                  <c:v>45751</c:v>
                </c:pt>
                <c:pt idx="415">
                  <c:v>45754</c:v>
                </c:pt>
                <c:pt idx="416">
                  <c:v>45755</c:v>
                </c:pt>
                <c:pt idx="417">
                  <c:v>45756</c:v>
                </c:pt>
                <c:pt idx="418">
                  <c:v>45757</c:v>
                </c:pt>
                <c:pt idx="419">
                  <c:v>45758</c:v>
                </c:pt>
                <c:pt idx="420">
                  <c:v>45761</c:v>
                </c:pt>
                <c:pt idx="421">
                  <c:v>45762</c:v>
                </c:pt>
                <c:pt idx="422">
                  <c:v>45763</c:v>
                </c:pt>
                <c:pt idx="423">
                  <c:v>45764</c:v>
                </c:pt>
                <c:pt idx="424">
                  <c:v>45769</c:v>
                </c:pt>
                <c:pt idx="425">
                  <c:v>45770</c:v>
                </c:pt>
                <c:pt idx="426">
                  <c:v>45771</c:v>
                </c:pt>
                <c:pt idx="427">
                  <c:v>45772</c:v>
                </c:pt>
                <c:pt idx="428">
                  <c:v>45775</c:v>
                </c:pt>
                <c:pt idx="429">
                  <c:v>45776</c:v>
                </c:pt>
                <c:pt idx="430">
                  <c:v>45777</c:v>
                </c:pt>
                <c:pt idx="431">
                  <c:v>45779</c:v>
                </c:pt>
                <c:pt idx="432">
                  <c:v>45782</c:v>
                </c:pt>
                <c:pt idx="433">
                  <c:v>45783</c:v>
                </c:pt>
                <c:pt idx="434">
                  <c:v>45784</c:v>
                </c:pt>
                <c:pt idx="435">
                  <c:v>45785</c:v>
                </c:pt>
                <c:pt idx="436">
                  <c:v>45786</c:v>
                </c:pt>
                <c:pt idx="437">
                  <c:v>45789</c:v>
                </c:pt>
                <c:pt idx="438">
                  <c:v>45790</c:v>
                </c:pt>
                <c:pt idx="439">
                  <c:v>45791</c:v>
                </c:pt>
                <c:pt idx="440">
                  <c:v>45792</c:v>
                </c:pt>
                <c:pt idx="441">
                  <c:v>45793</c:v>
                </c:pt>
                <c:pt idx="442">
                  <c:v>45796</c:v>
                </c:pt>
                <c:pt idx="443">
                  <c:v>45797</c:v>
                </c:pt>
                <c:pt idx="444">
                  <c:v>45798</c:v>
                </c:pt>
                <c:pt idx="445">
                  <c:v>45799</c:v>
                </c:pt>
                <c:pt idx="446">
                  <c:v>45800</c:v>
                </c:pt>
                <c:pt idx="447">
                  <c:v>45803</c:v>
                </c:pt>
                <c:pt idx="448">
                  <c:v>45804</c:v>
                </c:pt>
                <c:pt idx="449">
                  <c:v>45805</c:v>
                </c:pt>
                <c:pt idx="450">
                  <c:v>45806</c:v>
                </c:pt>
                <c:pt idx="451">
                  <c:v>45807</c:v>
                </c:pt>
                <c:pt idx="452">
                  <c:v>45810</c:v>
                </c:pt>
                <c:pt idx="453">
                  <c:v>45811</c:v>
                </c:pt>
                <c:pt idx="454">
                  <c:v>45812</c:v>
                </c:pt>
                <c:pt idx="455">
                  <c:v>45813</c:v>
                </c:pt>
                <c:pt idx="456">
                  <c:v>45814</c:v>
                </c:pt>
                <c:pt idx="457">
                  <c:v>45817</c:v>
                </c:pt>
                <c:pt idx="458">
                  <c:v>45818</c:v>
                </c:pt>
                <c:pt idx="459">
                  <c:v>45819</c:v>
                </c:pt>
                <c:pt idx="460">
                  <c:v>45820</c:v>
                </c:pt>
                <c:pt idx="461">
                  <c:v>45821</c:v>
                </c:pt>
                <c:pt idx="462">
                  <c:v>45824</c:v>
                </c:pt>
                <c:pt idx="463">
                  <c:v>45825</c:v>
                </c:pt>
                <c:pt idx="464">
                  <c:v>45826</c:v>
                </c:pt>
                <c:pt idx="465">
                  <c:v>45828</c:v>
                </c:pt>
                <c:pt idx="466">
                  <c:v>45831</c:v>
                </c:pt>
                <c:pt idx="467">
                  <c:v>45832</c:v>
                </c:pt>
                <c:pt idx="468">
                  <c:v>45833</c:v>
                </c:pt>
                <c:pt idx="469">
                  <c:v>45834</c:v>
                </c:pt>
                <c:pt idx="470">
                  <c:v>45835</c:v>
                </c:pt>
                <c:pt idx="471">
                  <c:v>45838</c:v>
                </c:pt>
                <c:pt idx="472">
                  <c:v>45839</c:v>
                </c:pt>
                <c:pt idx="473">
                  <c:v>45840</c:v>
                </c:pt>
                <c:pt idx="474">
                  <c:v>45841</c:v>
                </c:pt>
                <c:pt idx="475">
                  <c:v>45842</c:v>
                </c:pt>
                <c:pt idx="476">
                  <c:v>45845</c:v>
                </c:pt>
                <c:pt idx="477">
                  <c:v>45846</c:v>
                </c:pt>
                <c:pt idx="478">
                  <c:v>45847</c:v>
                </c:pt>
                <c:pt idx="479">
                  <c:v>45848</c:v>
                </c:pt>
                <c:pt idx="480">
                  <c:v>45849</c:v>
                </c:pt>
                <c:pt idx="481">
                  <c:v>45852</c:v>
                </c:pt>
                <c:pt idx="482">
                  <c:v>45853</c:v>
                </c:pt>
                <c:pt idx="483">
                  <c:v>45854</c:v>
                </c:pt>
                <c:pt idx="484">
                  <c:v>45855</c:v>
                </c:pt>
                <c:pt idx="485">
                  <c:v>45856</c:v>
                </c:pt>
                <c:pt idx="486">
                  <c:v>45859</c:v>
                </c:pt>
                <c:pt idx="487">
                  <c:v>45860</c:v>
                </c:pt>
                <c:pt idx="488">
                  <c:v>45861</c:v>
                </c:pt>
                <c:pt idx="489">
                  <c:v>45862</c:v>
                </c:pt>
                <c:pt idx="490">
                  <c:v>45863</c:v>
                </c:pt>
                <c:pt idx="491">
                  <c:v>45866</c:v>
                </c:pt>
                <c:pt idx="492">
                  <c:v>45867</c:v>
                </c:pt>
                <c:pt idx="493">
                  <c:v>45868</c:v>
                </c:pt>
                <c:pt idx="494">
                  <c:v>45869</c:v>
                </c:pt>
                <c:pt idx="495">
                  <c:v>45870</c:v>
                </c:pt>
                <c:pt idx="496">
                  <c:v>45873</c:v>
                </c:pt>
                <c:pt idx="497">
                  <c:v>45874</c:v>
                </c:pt>
                <c:pt idx="498">
                  <c:v>45875</c:v>
                </c:pt>
                <c:pt idx="499">
                  <c:v>45876</c:v>
                </c:pt>
                <c:pt idx="500">
                  <c:v>45877</c:v>
                </c:pt>
                <c:pt idx="501">
                  <c:v>45880</c:v>
                </c:pt>
                <c:pt idx="502">
                  <c:v>45881</c:v>
                </c:pt>
                <c:pt idx="503">
                  <c:v>45882</c:v>
                </c:pt>
                <c:pt idx="504">
                  <c:v>45883</c:v>
                </c:pt>
                <c:pt idx="505">
                  <c:v>45884</c:v>
                </c:pt>
                <c:pt idx="506">
                  <c:v>45887</c:v>
                </c:pt>
                <c:pt idx="507">
                  <c:v>45888</c:v>
                </c:pt>
                <c:pt idx="508">
                  <c:v>45889</c:v>
                </c:pt>
                <c:pt idx="509">
                  <c:v>45890</c:v>
                </c:pt>
                <c:pt idx="510">
                  <c:v>45891</c:v>
                </c:pt>
                <c:pt idx="511">
                  <c:v>45894</c:v>
                </c:pt>
                <c:pt idx="512">
                  <c:v>45895</c:v>
                </c:pt>
                <c:pt idx="513">
                  <c:v>45896</c:v>
                </c:pt>
                <c:pt idx="514">
                  <c:v>45897</c:v>
                </c:pt>
                <c:pt idx="515">
                  <c:v>45898</c:v>
                </c:pt>
                <c:pt idx="516">
                  <c:v>45901</c:v>
                </c:pt>
                <c:pt idx="517">
                  <c:v>45902</c:v>
                </c:pt>
                <c:pt idx="518">
                  <c:v>45903</c:v>
                </c:pt>
                <c:pt idx="519">
                  <c:v>45904</c:v>
                </c:pt>
                <c:pt idx="520">
                  <c:v>45905</c:v>
                </c:pt>
                <c:pt idx="521">
                  <c:v>45908</c:v>
                </c:pt>
                <c:pt idx="522">
                  <c:v>45909</c:v>
                </c:pt>
                <c:pt idx="523">
                  <c:v>45910</c:v>
                </c:pt>
                <c:pt idx="524">
                  <c:v>45911</c:v>
                </c:pt>
                <c:pt idx="525">
                  <c:v>45912</c:v>
                </c:pt>
                <c:pt idx="526">
                  <c:v>45915</c:v>
                </c:pt>
                <c:pt idx="527">
                  <c:v>45916</c:v>
                </c:pt>
                <c:pt idx="528">
                  <c:v>45917</c:v>
                </c:pt>
                <c:pt idx="529">
                  <c:v>45918</c:v>
                </c:pt>
                <c:pt idx="530">
                  <c:v>45919</c:v>
                </c:pt>
                <c:pt idx="531">
                  <c:v>45922</c:v>
                </c:pt>
                <c:pt idx="532">
                  <c:v>45923</c:v>
                </c:pt>
                <c:pt idx="533">
                  <c:v>45924</c:v>
                </c:pt>
                <c:pt idx="534">
                  <c:v>45925</c:v>
                </c:pt>
                <c:pt idx="535">
                  <c:v>45926</c:v>
                </c:pt>
                <c:pt idx="536">
                  <c:v>45929</c:v>
                </c:pt>
                <c:pt idx="537">
                  <c:v>45930</c:v>
                </c:pt>
                <c:pt idx="538">
                  <c:v>45931</c:v>
                </c:pt>
                <c:pt idx="539">
                  <c:v>45932</c:v>
                </c:pt>
                <c:pt idx="540">
                  <c:v>45933</c:v>
                </c:pt>
                <c:pt idx="541">
                  <c:v>45936</c:v>
                </c:pt>
                <c:pt idx="542">
                  <c:v>45937</c:v>
                </c:pt>
                <c:pt idx="543">
                  <c:v>45938</c:v>
                </c:pt>
                <c:pt idx="544">
                  <c:v>45939</c:v>
                </c:pt>
                <c:pt idx="545">
                  <c:v>45940</c:v>
                </c:pt>
                <c:pt idx="546">
                  <c:v>45943</c:v>
                </c:pt>
                <c:pt idx="547">
                  <c:v>45944</c:v>
                </c:pt>
                <c:pt idx="548">
                  <c:v>45945</c:v>
                </c:pt>
                <c:pt idx="549">
                  <c:v>45946</c:v>
                </c:pt>
                <c:pt idx="550">
                  <c:v>45947</c:v>
                </c:pt>
                <c:pt idx="551">
                  <c:v>45950</c:v>
                </c:pt>
                <c:pt idx="552">
                  <c:v>45951</c:v>
                </c:pt>
                <c:pt idx="553">
                  <c:v>45952</c:v>
                </c:pt>
                <c:pt idx="554">
                  <c:v>45953</c:v>
                </c:pt>
                <c:pt idx="555">
                  <c:v>45954</c:v>
                </c:pt>
                <c:pt idx="556">
                  <c:v>45957</c:v>
                </c:pt>
                <c:pt idx="557">
                  <c:v>45958</c:v>
                </c:pt>
                <c:pt idx="558">
                  <c:v>45959</c:v>
                </c:pt>
                <c:pt idx="559">
                  <c:v>45960</c:v>
                </c:pt>
                <c:pt idx="560">
                  <c:v>45961</c:v>
                </c:pt>
                <c:pt idx="561">
                  <c:v>45964</c:v>
                </c:pt>
                <c:pt idx="562">
                  <c:v>45965</c:v>
                </c:pt>
                <c:pt idx="563">
                  <c:v>45966</c:v>
                </c:pt>
                <c:pt idx="564">
                  <c:v>45967</c:v>
                </c:pt>
                <c:pt idx="565">
                  <c:v>45968</c:v>
                </c:pt>
                <c:pt idx="566">
                  <c:v>45971</c:v>
                </c:pt>
                <c:pt idx="567">
                  <c:v>45972</c:v>
                </c:pt>
                <c:pt idx="568">
                  <c:v>45973</c:v>
                </c:pt>
                <c:pt idx="569">
                  <c:v>45974</c:v>
                </c:pt>
                <c:pt idx="570">
                  <c:v>45975</c:v>
                </c:pt>
                <c:pt idx="571">
                  <c:v>45978</c:v>
                </c:pt>
                <c:pt idx="572">
                  <c:v>45979</c:v>
                </c:pt>
                <c:pt idx="573">
                  <c:v>45980</c:v>
                </c:pt>
                <c:pt idx="574">
                  <c:v>45982</c:v>
                </c:pt>
                <c:pt idx="575">
                  <c:v>45985</c:v>
                </c:pt>
                <c:pt idx="576">
                  <c:v>45986</c:v>
                </c:pt>
                <c:pt idx="577">
                  <c:v>45987</c:v>
                </c:pt>
                <c:pt idx="578">
                  <c:v>45988</c:v>
                </c:pt>
                <c:pt idx="579">
                  <c:v>45989</c:v>
                </c:pt>
                <c:pt idx="580">
                  <c:v>45992</c:v>
                </c:pt>
                <c:pt idx="581">
                  <c:v>45993</c:v>
                </c:pt>
                <c:pt idx="582">
                  <c:v>45994</c:v>
                </c:pt>
                <c:pt idx="583">
                  <c:v>45995</c:v>
                </c:pt>
                <c:pt idx="584">
                  <c:v>45996</c:v>
                </c:pt>
                <c:pt idx="585">
                  <c:v>45999</c:v>
                </c:pt>
                <c:pt idx="586">
                  <c:v>46000</c:v>
                </c:pt>
                <c:pt idx="587">
                  <c:v>46001</c:v>
                </c:pt>
                <c:pt idx="588">
                  <c:v>46002</c:v>
                </c:pt>
                <c:pt idx="589">
                  <c:v>46003</c:v>
                </c:pt>
                <c:pt idx="590">
                  <c:v>46006</c:v>
                </c:pt>
                <c:pt idx="591">
                  <c:v>46007</c:v>
                </c:pt>
                <c:pt idx="592">
                  <c:v>46008</c:v>
                </c:pt>
                <c:pt idx="593">
                  <c:v>46009</c:v>
                </c:pt>
                <c:pt idx="594">
                  <c:v>46010</c:v>
                </c:pt>
                <c:pt idx="595">
                  <c:v>46013</c:v>
                </c:pt>
                <c:pt idx="596">
                  <c:v>46014</c:v>
                </c:pt>
                <c:pt idx="597">
                  <c:v>46017</c:v>
                </c:pt>
                <c:pt idx="598">
                  <c:v>46020</c:v>
                </c:pt>
                <c:pt idx="599">
                  <c:v>46021</c:v>
                </c:pt>
                <c:pt idx="600">
                  <c:v>46024</c:v>
                </c:pt>
                <c:pt idx="601">
                  <c:v>46027</c:v>
                </c:pt>
                <c:pt idx="602">
                  <c:v>46028</c:v>
                </c:pt>
                <c:pt idx="603">
                  <c:v>46029</c:v>
                </c:pt>
                <c:pt idx="604">
                  <c:v>46030</c:v>
                </c:pt>
                <c:pt idx="605">
                  <c:v>46031</c:v>
                </c:pt>
                <c:pt idx="606">
                  <c:v>46034</c:v>
                </c:pt>
                <c:pt idx="607">
                  <c:v>46035</c:v>
                </c:pt>
                <c:pt idx="608">
                  <c:v>46036</c:v>
                </c:pt>
                <c:pt idx="609">
                  <c:v>46037</c:v>
                </c:pt>
                <c:pt idx="610">
                  <c:v>46038</c:v>
                </c:pt>
                <c:pt idx="611">
                  <c:v>46041</c:v>
                </c:pt>
                <c:pt idx="612">
                  <c:v>46042</c:v>
                </c:pt>
                <c:pt idx="613">
                  <c:v>46043</c:v>
                </c:pt>
                <c:pt idx="614">
                  <c:v>46044</c:v>
                </c:pt>
                <c:pt idx="615">
                  <c:v>46045</c:v>
                </c:pt>
                <c:pt idx="616">
                  <c:v>46048</c:v>
                </c:pt>
                <c:pt idx="617">
                  <c:v>46049</c:v>
                </c:pt>
                <c:pt idx="618">
                  <c:v>46050</c:v>
                </c:pt>
                <c:pt idx="619">
                  <c:v>46051</c:v>
                </c:pt>
                <c:pt idx="620">
                  <c:v>46052</c:v>
                </c:pt>
                <c:pt idx="621">
                  <c:v>46055</c:v>
                </c:pt>
                <c:pt idx="622">
                  <c:v>46056</c:v>
                </c:pt>
                <c:pt idx="623">
                  <c:v>46057</c:v>
                </c:pt>
                <c:pt idx="624">
                  <c:v>46058</c:v>
                </c:pt>
                <c:pt idx="625">
                  <c:v>46059</c:v>
                </c:pt>
                <c:pt idx="626">
                  <c:v>46062</c:v>
                </c:pt>
                <c:pt idx="627">
                  <c:v>46063</c:v>
                </c:pt>
                <c:pt idx="628">
                  <c:v>46064</c:v>
                </c:pt>
                <c:pt idx="629">
                  <c:v>46065</c:v>
                </c:pt>
                <c:pt idx="630">
                  <c:v>46066</c:v>
                </c:pt>
                <c:pt idx="631">
                  <c:v>46071</c:v>
                </c:pt>
                <c:pt idx="632">
                  <c:v>46072</c:v>
                </c:pt>
                <c:pt idx="633">
                  <c:v>46073</c:v>
                </c:pt>
                <c:pt idx="634">
                  <c:v>46076</c:v>
                </c:pt>
                <c:pt idx="635">
                  <c:v>46077</c:v>
                </c:pt>
                <c:pt idx="636">
                  <c:v>46078</c:v>
                </c:pt>
                <c:pt idx="637">
                  <c:v>46079</c:v>
                </c:pt>
                <c:pt idx="638">
                  <c:v>46080</c:v>
                </c:pt>
                <c:pt idx="639">
                  <c:v>46083</c:v>
                </c:pt>
                <c:pt idx="640">
                  <c:v>46084</c:v>
                </c:pt>
                <c:pt idx="641">
                  <c:v>46085</c:v>
                </c:pt>
                <c:pt idx="642">
                  <c:v>46086</c:v>
                </c:pt>
                <c:pt idx="643">
                  <c:v>46087</c:v>
                </c:pt>
                <c:pt idx="644">
                  <c:v>46090</c:v>
                </c:pt>
                <c:pt idx="645">
                  <c:v>46091</c:v>
                </c:pt>
                <c:pt idx="646">
                  <c:v>46092</c:v>
                </c:pt>
                <c:pt idx="647">
                  <c:v>46093</c:v>
                </c:pt>
                <c:pt idx="648">
                  <c:v>46094</c:v>
                </c:pt>
                <c:pt idx="649">
                  <c:v>46097</c:v>
                </c:pt>
                <c:pt idx="650">
                  <c:v>46098</c:v>
                </c:pt>
                <c:pt idx="651">
                  <c:v>46099</c:v>
                </c:pt>
                <c:pt idx="652">
                  <c:v>46100</c:v>
                </c:pt>
                <c:pt idx="653">
                  <c:v>46101</c:v>
                </c:pt>
                <c:pt idx="654">
                  <c:v>46104</c:v>
                </c:pt>
                <c:pt idx="655">
                  <c:v>46105</c:v>
                </c:pt>
                <c:pt idx="656">
                  <c:v>46106</c:v>
                </c:pt>
                <c:pt idx="657">
                  <c:v>46107</c:v>
                </c:pt>
                <c:pt idx="658">
                  <c:v>46108</c:v>
                </c:pt>
                <c:pt idx="659">
                  <c:v>46111</c:v>
                </c:pt>
                <c:pt idx="660">
                  <c:v>46112</c:v>
                </c:pt>
                <c:pt idx="661">
                  <c:v>46113</c:v>
                </c:pt>
                <c:pt idx="662">
                  <c:v>46114</c:v>
                </c:pt>
                <c:pt idx="663">
                  <c:v>46118</c:v>
                </c:pt>
                <c:pt idx="664">
                  <c:v>46119</c:v>
                </c:pt>
                <c:pt idx="665">
                  <c:v>46120</c:v>
                </c:pt>
                <c:pt idx="666">
                  <c:v>46121</c:v>
                </c:pt>
                <c:pt idx="667">
                  <c:v>46122</c:v>
                </c:pt>
                <c:pt idx="668">
                  <c:v>46125</c:v>
                </c:pt>
                <c:pt idx="669">
                  <c:v>46126</c:v>
                </c:pt>
                <c:pt idx="670">
                  <c:v>46127</c:v>
                </c:pt>
                <c:pt idx="671">
                  <c:v>46128</c:v>
                </c:pt>
                <c:pt idx="672">
                  <c:v>46129</c:v>
                </c:pt>
                <c:pt idx="673">
                  <c:v>46132</c:v>
                </c:pt>
                <c:pt idx="674">
                  <c:v>46134</c:v>
                </c:pt>
                <c:pt idx="675">
                  <c:v>46135</c:v>
                </c:pt>
                <c:pt idx="676">
                  <c:v>46136</c:v>
                </c:pt>
                <c:pt idx="677">
                  <c:v>46139</c:v>
                </c:pt>
                <c:pt idx="678">
                  <c:v>46140</c:v>
                </c:pt>
                <c:pt idx="679">
                  <c:v>46141</c:v>
                </c:pt>
                <c:pt idx="680">
                  <c:v>46142</c:v>
                </c:pt>
                <c:pt idx="681">
                  <c:v>46146</c:v>
                </c:pt>
                <c:pt idx="682">
                  <c:v>46147</c:v>
                </c:pt>
                <c:pt idx="683">
                  <c:v>46148</c:v>
                </c:pt>
                <c:pt idx="684">
                  <c:v>46149</c:v>
                </c:pt>
                <c:pt idx="685">
                  <c:v>46150</c:v>
                </c:pt>
                <c:pt idx="686">
                  <c:v>46153</c:v>
                </c:pt>
                <c:pt idx="687">
                  <c:v>46154</c:v>
                </c:pt>
                <c:pt idx="688">
                  <c:v>46155</c:v>
                </c:pt>
                <c:pt idx="689">
                  <c:v>46156</c:v>
                </c:pt>
                <c:pt idx="690">
                  <c:v>46157</c:v>
                </c:pt>
                <c:pt idx="691">
                  <c:v>46160</c:v>
                </c:pt>
                <c:pt idx="692">
                  <c:v>46161</c:v>
                </c:pt>
                <c:pt idx="693">
                  <c:v>46162</c:v>
                </c:pt>
                <c:pt idx="694">
                  <c:v>46163</c:v>
                </c:pt>
                <c:pt idx="695">
                  <c:v>46164</c:v>
                </c:pt>
                <c:pt idx="696">
                  <c:v>46167</c:v>
                </c:pt>
                <c:pt idx="697">
                  <c:v>46168</c:v>
                </c:pt>
                <c:pt idx="698">
                  <c:v>46169</c:v>
                </c:pt>
                <c:pt idx="699">
                  <c:v>46170</c:v>
                </c:pt>
                <c:pt idx="700">
                  <c:v>46171</c:v>
                </c:pt>
                <c:pt idx="701">
                  <c:v>46174</c:v>
                </c:pt>
                <c:pt idx="702">
                  <c:v>46175</c:v>
                </c:pt>
                <c:pt idx="703">
                  <c:v>46176</c:v>
                </c:pt>
                <c:pt idx="704">
                  <c:v>46178</c:v>
                </c:pt>
                <c:pt idx="705">
                  <c:v>46181</c:v>
                </c:pt>
                <c:pt idx="706">
                  <c:v>46182</c:v>
                </c:pt>
                <c:pt idx="707">
                  <c:v>46183</c:v>
                </c:pt>
                <c:pt idx="708">
                  <c:v>46184</c:v>
                </c:pt>
                <c:pt idx="709">
                  <c:v>46185</c:v>
                </c:pt>
                <c:pt idx="710">
                  <c:v>46188</c:v>
                </c:pt>
                <c:pt idx="711">
                  <c:v>46189</c:v>
                </c:pt>
                <c:pt idx="712">
                  <c:v>46190</c:v>
                </c:pt>
                <c:pt idx="713">
                  <c:v>46191</c:v>
                </c:pt>
                <c:pt idx="714">
                  <c:v>46192</c:v>
                </c:pt>
                <c:pt idx="715">
                  <c:v>46195</c:v>
                </c:pt>
                <c:pt idx="716">
                  <c:v>46196</c:v>
                </c:pt>
                <c:pt idx="717">
                  <c:v>46197</c:v>
                </c:pt>
                <c:pt idx="718">
                  <c:v>46198</c:v>
                </c:pt>
                <c:pt idx="719">
                  <c:v>46199</c:v>
                </c:pt>
                <c:pt idx="720">
                  <c:v>46202</c:v>
                </c:pt>
                <c:pt idx="721">
                  <c:v>46203</c:v>
                </c:pt>
                <c:pt idx="722">
                  <c:v>46204</c:v>
                </c:pt>
                <c:pt idx="723">
                  <c:v>46205</c:v>
                </c:pt>
                <c:pt idx="724">
                  <c:v>46206</c:v>
                </c:pt>
                <c:pt idx="725">
                  <c:v>46209</c:v>
                </c:pt>
                <c:pt idx="726">
                  <c:v>46210</c:v>
                </c:pt>
                <c:pt idx="727">
                  <c:v>46211</c:v>
                </c:pt>
                <c:pt idx="728">
                  <c:v>46212</c:v>
                </c:pt>
                <c:pt idx="729">
                  <c:v>46213</c:v>
                </c:pt>
                <c:pt idx="730">
                  <c:v>46216</c:v>
                </c:pt>
                <c:pt idx="731">
                  <c:v>46217</c:v>
                </c:pt>
                <c:pt idx="732">
                  <c:v>46218</c:v>
                </c:pt>
                <c:pt idx="733">
                  <c:v>46219</c:v>
                </c:pt>
                <c:pt idx="734">
                  <c:v>46220</c:v>
                </c:pt>
                <c:pt idx="735">
                  <c:v>46223</c:v>
                </c:pt>
                <c:pt idx="736">
                  <c:v>46224</c:v>
                </c:pt>
                <c:pt idx="737">
                  <c:v>46225</c:v>
                </c:pt>
                <c:pt idx="738">
                  <c:v>46226</c:v>
                </c:pt>
                <c:pt idx="739">
                  <c:v>46227</c:v>
                </c:pt>
                <c:pt idx="740">
                  <c:v>46230</c:v>
                </c:pt>
                <c:pt idx="741">
                  <c:v>46231</c:v>
                </c:pt>
                <c:pt idx="742">
                  <c:v>46232</c:v>
                </c:pt>
                <c:pt idx="743">
                  <c:v>46233</c:v>
                </c:pt>
                <c:pt idx="744">
                  <c:v>46234</c:v>
                </c:pt>
                <c:pt idx="745">
                  <c:v>46237</c:v>
                </c:pt>
                <c:pt idx="746">
                  <c:v>46238</c:v>
                </c:pt>
                <c:pt idx="747">
                  <c:v>46239</c:v>
                </c:pt>
                <c:pt idx="748">
                  <c:v>46240</c:v>
                </c:pt>
                <c:pt idx="749">
                  <c:v>46241</c:v>
                </c:pt>
                <c:pt idx="750">
                  <c:v>46244</c:v>
                </c:pt>
                <c:pt idx="751">
                  <c:v>46245</c:v>
                </c:pt>
                <c:pt idx="752">
                  <c:v>46246</c:v>
                </c:pt>
                <c:pt idx="753">
                  <c:v>46247</c:v>
                </c:pt>
                <c:pt idx="754">
                  <c:v>46248</c:v>
                </c:pt>
                <c:pt idx="755">
                  <c:v>46251</c:v>
                </c:pt>
                <c:pt idx="756">
                  <c:v>46252</c:v>
                </c:pt>
                <c:pt idx="757">
                  <c:v>46253</c:v>
                </c:pt>
                <c:pt idx="758">
                  <c:v>46254</c:v>
                </c:pt>
                <c:pt idx="759">
                  <c:v>46255</c:v>
                </c:pt>
                <c:pt idx="760">
                  <c:v>46258</c:v>
                </c:pt>
                <c:pt idx="761">
                  <c:v>46259</c:v>
                </c:pt>
                <c:pt idx="762">
                  <c:v>46260</c:v>
                </c:pt>
                <c:pt idx="763">
                  <c:v>46261</c:v>
                </c:pt>
                <c:pt idx="764">
                  <c:v>46262</c:v>
                </c:pt>
                <c:pt idx="765">
                  <c:v>46265</c:v>
                </c:pt>
                <c:pt idx="766">
                  <c:v>46266</c:v>
                </c:pt>
                <c:pt idx="767">
                  <c:v>46267</c:v>
                </c:pt>
                <c:pt idx="768">
                  <c:v>46268</c:v>
                </c:pt>
                <c:pt idx="769">
                  <c:v>46269</c:v>
                </c:pt>
                <c:pt idx="770">
                  <c:v>46273</c:v>
                </c:pt>
                <c:pt idx="771">
                  <c:v>46274</c:v>
                </c:pt>
                <c:pt idx="772">
                  <c:v>46275</c:v>
                </c:pt>
                <c:pt idx="773">
                  <c:v>46276</c:v>
                </c:pt>
                <c:pt idx="774">
                  <c:v>46279</c:v>
                </c:pt>
                <c:pt idx="775">
                  <c:v>46280</c:v>
                </c:pt>
                <c:pt idx="776">
                  <c:v>46281</c:v>
                </c:pt>
                <c:pt idx="777">
                  <c:v>46282</c:v>
                </c:pt>
                <c:pt idx="778">
                  <c:v>46283</c:v>
                </c:pt>
                <c:pt idx="779">
                  <c:v>46286</c:v>
                </c:pt>
                <c:pt idx="780">
                  <c:v>46287</c:v>
                </c:pt>
                <c:pt idx="781">
                  <c:v>46288</c:v>
                </c:pt>
                <c:pt idx="782">
                  <c:v>46289</c:v>
                </c:pt>
                <c:pt idx="783">
                  <c:v>46290</c:v>
                </c:pt>
                <c:pt idx="784">
                  <c:v>46293</c:v>
                </c:pt>
                <c:pt idx="785">
                  <c:v>46294</c:v>
                </c:pt>
                <c:pt idx="786">
                  <c:v>46295</c:v>
                </c:pt>
                <c:pt idx="787">
                  <c:v>46296</c:v>
                </c:pt>
                <c:pt idx="788">
                  <c:v>46297</c:v>
                </c:pt>
                <c:pt idx="789">
                  <c:v>46300</c:v>
                </c:pt>
                <c:pt idx="790">
                  <c:v>46301</c:v>
                </c:pt>
                <c:pt idx="791">
                  <c:v>46302</c:v>
                </c:pt>
                <c:pt idx="792">
                  <c:v>46303</c:v>
                </c:pt>
                <c:pt idx="793">
                  <c:v>46304</c:v>
                </c:pt>
                <c:pt idx="794">
                  <c:v>46308</c:v>
                </c:pt>
                <c:pt idx="795">
                  <c:v>46309</c:v>
                </c:pt>
                <c:pt idx="796">
                  <c:v>46310</c:v>
                </c:pt>
                <c:pt idx="797">
                  <c:v>46311</c:v>
                </c:pt>
                <c:pt idx="798">
                  <c:v>46314</c:v>
                </c:pt>
                <c:pt idx="799">
                  <c:v>46315</c:v>
                </c:pt>
                <c:pt idx="800">
                  <c:v>46316</c:v>
                </c:pt>
                <c:pt idx="801">
                  <c:v>46317</c:v>
                </c:pt>
                <c:pt idx="802">
                  <c:v>46318</c:v>
                </c:pt>
                <c:pt idx="803">
                  <c:v>46321</c:v>
                </c:pt>
                <c:pt idx="804">
                  <c:v>46322</c:v>
                </c:pt>
                <c:pt idx="805">
                  <c:v>46323</c:v>
                </c:pt>
                <c:pt idx="806">
                  <c:v>46324</c:v>
                </c:pt>
              </c:numCache>
            </c:numRef>
          </c:cat>
          <c:val>
            <c:numRef>
              <c:f>Sheet1!$D$2:$D$808</c:f>
              <c:numCache>
                <c:formatCode>#,##0</c:formatCode>
                <c:ptCount val="807"/>
                <c:pt idx="0">
                  <c:v>119379.5</c:v>
                </c:pt>
                <c:pt idx="1">
                  <c:v>119090.24000000001</c:v>
                </c:pt>
                <c:pt idx="2">
                  <c:v>118408.77</c:v>
                </c:pt>
                <c:pt idx="3">
                  <c:v>118349.6</c:v>
                </c:pt>
                <c:pt idx="4">
                  <c:v>118065.14</c:v>
                </c:pt>
                <c:pt idx="5">
                  <c:v>116809.55</c:v>
                </c:pt>
                <c:pt idx="6">
                  <c:v>116171.42</c:v>
                </c:pt>
                <c:pt idx="7">
                  <c:v>115591.52</c:v>
                </c:pt>
                <c:pt idx="8">
                  <c:v>114982.3</c:v>
                </c:pt>
                <c:pt idx="9">
                  <c:v>115408.52</c:v>
                </c:pt>
                <c:pt idx="10">
                  <c:v>114429.35</c:v>
                </c:pt>
                <c:pt idx="11">
                  <c:v>116156.01</c:v>
                </c:pt>
                <c:pt idx="12">
                  <c:v>118134.59</c:v>
                </c:pt>
                <c:pt idx="13">
                  <c:v>117025.60000000001</c:v>
                </c:pt>
                <c:pt idx="14">
                  <c:v>115837.2</c:v>
                </c:pt>
                <c:pt idx="15">
                  <c:v>117120.98</c:v>
                </c:pt>
                <c:pt idx="16">
                  <c:v>118403.61</c:v>
                </c:pt>
                <c:pt idx="17">
                  <c:v>117535.1</c:v>
                </c:pt>
                <c:pt idx="18">
                  <c:v>115741.81</c:v>
                </c:pt>
                <c:pt idx="19">
                  <c:v>117892.96</c:v>
                </c:pt>
                <c:pt idx="20">
                  <c:v>117776.62</c:v>
                </c:pt>
                <c:pt idx="21">
                  <c:v>117331.3</c:v>
                </c:pt>
                <c:pt idx="22">
                  <c:v>115985.34</c:v>
                </c:pt>
                <c:pt idx="23">
                  <c:v>115313.4</c:v>
                </c:pt>
                <c:pt idx="24">
                  <c:v>116883.34</c:v>
                </c:pt>
                <c:pt idx="25">
                  <c:v>117968.12</c:v>
                </c:pt>
                <c:pt idx="26">
                  <c:v>118175.97</c:v>
                </c:pt>
                <c:pt idx="27">
                  <c:v>119391.55</c:v>
                </c:pt>
                <c:pt idx="28">
                  <c:v>118757.53</c:v>
                </c:pt>
                <c:pt idx="29">
                  <c:v>118288.21</c:v>
                </c:pt>
                <c:pt idx="30">
                  <c:v>117845.78</c:v>
                </c:pt>
                <c:pt idx="31">
                  <c:v>118695.32</c:v>
                </c:pt>
                <c:pt idx="32">
                  <c:v>116145.05</c:v>
                </c:pt>
                <c:pt idx="33">
                  <c:v>116008.64</c:v>
                </c:pt>
                <c:pt idx="34">
                  <c:v>115924.61</c:v>
                </c:pt>
                <c:pt idx="35">
                  <c:v>114193.43</c:v>
                </c:pt>
                <c:pt idx="36">
                  <c:v>114327.05</c:v>
                </c:pt>
                <c:pt idx="37">
                  <c:v>115730.76</c:v>
                </c:pt>
                <c:pt idx="38">
                  <c:v>116565.17</c:v>
                </c:pt>
                <c:pt idx="39">
                  <c:v>115056.86</c:v>
                </c:pt>
                <c:pt idx="40">
                  <c:v>113419.04</c:v>
                </c:pt>
                <c:pt idx="41">
                  <c:v>113607.45</c:v>
                </c:pt>
                <c:pt idx="42">
                  <c:v>113284.08</c:v>
                </c:pt>
                <c:pt idx="43">
                  <c:v>114169.63</c:v>
                </c:pt>
                <c:pt idx="44">
                  <c:v>115156.07</c:v>
                </c:pt>
                <c:pt idx="45">
                  <c:v>116736.95</c:v>
                </c:pt>
                <c:pt idx="46">
                  <c:v>117050.74</c:v>
                </c:pt>
                <c:pt idx="47">
                  <c:v>115754.08</c:v>
                </c:pt>
                <c:pt idx="48">
                  <c:v>116533.85</c:v>
                </c:pt>
                <c:pt idx="49">
                  <c:v>115908.43</c:v>
                </c:pt>
                <c:pt idx="50">
                  <c:v>114059.64</c:v>
                </c:pt>
                <c:pt idx="51">
                  <c:v>114004.3</c:v>
                </c:pt>
                <c:pt idx="52">
                  <c:v>113155.28</c:v>
                </c:pt>
                <c:pt idx="53">
                  <c:v>112784.52</c:v>
                </c:pt>
                <c:pt idx="54">
                  <c:v>113761.9</c:v>
                </c:pt>
                <c:pt idx="55">
                  <c:v>112829.97</c:v>
                </c:pt>
                <c:pt idx="56">
                  <c:v>114776.86</c:v>
                </c:pt>
                <c:pt idx="57">
                  <c:v>113301.35</c:v>
                </c:pt>
                <c:pt idx="58">
                  <c:v>112531.52</c:v>
                </c:pt>
                <c:pt idx="59">
                  <c:v>113143.67</c:v>
                </c:pt>
                <c:pt idx="60">
                  <c:v>115052.96</c:v>
                </c:pt>
                <c:pt idx="61">
                  <c:v>118159.97</c:v>
                </c:pt>
                <c:pt idx="62">
                  <c:v>118431.25</c:v>
                </c:pt>
                <c:pt idx="63">
                  <c:v>119268.06</c:v>
                </c:pt>
                <c:pt idx="64">
                  <c:v>119176.67</c:v>
                </c:pt>
                <c:pt idx="65">
                  <c:v>119034.14</c:v>
                </c:pt>
                <c:pt idx="66">
                  <c:v>120568.14</c:v>
                </c:pt>
                <c:pt idx="67">
                  <c:v>120410.17</c:v>
                </c:pt>
                <c:pt idx="68">
                  <c:v>123165.75999999999</c:v>
                </c:pt>
                <c:pt idx="69">
                  <c:v>124639.24</c:v>
                </c:pt>
                <c:pt idx="70">
                  <c:v>124773.21</c:v>
                </c:pt>
                <c:pt idx="71">
                  <c:v>125957.06</c:v>
                </c:pt>
                <c:pt idx="72">
                  <c:v>125626.03</c:v>
                </c:pt>
                <c:pt idx="73">
                  <c:v>126035.3</c:v>
                </c:pt>
                <c:pt idx="74">
                  <c:v>126575.75</c:v>
                </c:pt>
                <c:pt idx="75">
                  <c:v>125517.27</c:v>
                </c:pt>
                <c:pt idx="76">
                  <c:v>125731.45</c:v>
                </c:pt>
                <c:pt idx="77">
                  <c:v>126538.32</c:v>
                </c:pt>
                <c:pt idx="78">
                  <c:v>126165.64</c:v>
                </c:pt>
                <c:pt idx="79">
                  <c:v>127331.12</c:v>
                </c:pt>
                <c:pt idx="80">
                  <c:v>128184.91</c:v>
                </c:pt>
                <c:pt idx="81">
                  <c:v>126802.79</c:v>
                </c:pt>
                <c:pt idx="82">
                  <c:v>126903.25</c:v>
                </c:pt>
                <c:pt idx="83">
                  <c:v>125622.65</c:v>
                </c:pt>
                <c:pt idx="84">
                  <c:v>126009.57</c:v>
                </c:pt>
                <c:pt idx="85">
                  <c:v>127093.57</c:v>
                </c:pt>
                <c:pt idx="86">
                  <c:v>126916.41</c:v>
                </c:pt>
                <c:pt idx="87">
                  <c:v>126403.03</c:v>
                </c:pt>
                <c:pt idx="88">
                  <c:v>129465.08</c:v>
                </c:pt>
                <c:pt idx="89">
                  <c:v>130842.09</c:v>
                </c:pt>
                <c:pt idx="90">
                  <c:v>130197.1</c:v>
                </c:pt>
                <c:pt idx="91">
                  <c:v>131083.82</c:v>
                </c:pt>
                <c:pt idx="92">
                  <c:v>131850.9</c:v>
                </c:pt>
                <c:pt idx="93">
                  <c:v>130804.17</c:v>
                </c:pt>
                <c:pt idx="94">
                  <c:v>132182.01</c:v>
                </c:pt>
                <c:pt idx="95">
                  <c:v>132752.93</c:v>
                </c:pt>
                <c:pt idx="96">
                  <c:v>133532.92000000001</c:v>
                </c:pt>
                <c:pt idx="97">
                  <c:v>134193.72</c:v>
                </c:pt>
                <c:pt idx="98">
                  <c:v>134185.24</c:v>
                </c:pt>
                <c:pt idx="99">
                  <c:v>132696.63</c:v>
                </c:pt>
                <c:pt idx="100">
                  <c:v>132833.95000000001</c:v>
                </c:pt>
                <c:pt idx="101">
                  <c:v>131225.91</c:v>
                </c:pt>
                <c:pt idx="102">
                  <c:v>132022.92000000001</c:v>
                </c:pt>
                <c:pt idx="103">
                  <c:v>132426.54</c:v>
                </c:pt>
                <c:pt idx="104">
                  <c:v>131446.59</c:v>
                </c:pt>
                <c:pt idx="105">
                  <c:v>130841.09</c:v>
                </c:pt>
                <c:pt idx="106">
                  <c:v>130648.75</c:v>
                </c:pt>
                <c:pt idx="107">
                  <c:v>130987.67</c:v>
                </c:pt>
                <c:pt idx="108">
                  <c:v>131520.91</c:v>
                </c:pt>
                <c:pt idx="109">
                  <c:v>129294.04</c:v>
                </c:pt>
                <c:pt idx="110">
                  <c:v>128523.83</c:v>
                </c:pt>
                <c:pt idx="111">
                  <c:v>127315.74</c:v>
                </c:pt>
                <c:pt idx="112">
                  <c:v>127635.65</c:v>
                </c:pt>
                <c:pt idx="113">
                  <c:v>126601.55</c:v>
                </c:pt>
                <c:pt idx="114">
                  <c:v>128262.52</c:v>
                </c:pt>
                <c:pt idx="115">
                  <c:v>127815.7</c:v>
                </c:pt>
                <c:pt idx="116">
                  <c:v>128168.73</c:v>
                </c:pt>
                <c:pt idx="117">
                  <c:v>128967.32</c:v>
                </c:pt>
                <c:pt idx="118">
                  <c:v>128502.66</c:v>
                </c:pt>
                <c:pt idx="119">
                  <c:v>127401.81</c:v>
                </c:pt>
                <c:pt idx="120">
                  <c:v>127752.28</c:v>
                </c:pt>
                <c:pt idx="121">
                  <c:v>128481.02</c:v>
                </c:pt>
                <c:pt idx="122">
                  <c:v>127182.25</c:v>
                </c:pt>
                <c:pt idx="123">
                  <c:v>127593.49</c:v>
                </c:pt>
                <c:pt idx="124">
                  <c:v>130416.31</c:v>
                </c:pt>
                <c:pt idx="125">
                  <c:v>129949.9</c:v>
                </c:pt>
                <c:pt idx="126">
                  <c:v>128216.92</c:v>
                </c:pt>
                <c:pt idx="127">
                  <c:v>128025.7</c:v>
                </c:pt>
                <c:pt idx="128">
                  <c:v>127018.29</c:v>
                </c:pt>
                <c:pt idx="129">
                  <c:v>127804.13</c:v>
                </c:pt>
                <c:pt idx="130">
                  <c:v>128725.88</c:v>
                </c:pt>
                <c:pt idx="131">
                  <c:v>129035.74</c:v>
                </c:pt>
                <c:pt idx="132">
                  <c:v>129916.11</c:v>
                </c:pt>
                <c:pt idx="133">
                  <c:v>130031.58</c:v>
                </c:pt>
                <c:pt idx="134">
                  <c:v>130240.55</c:v>
                </c:pt>
                <c:pt idx="135">
                  <c:v>129418.73</c:v>
                </c:pt>
                <c:pt idx="136">
                  <c:v>129609.05</c:v>
                </c:pt>
                <c:pt idx="137">
                  <c:v>131689.37</c:v>
                </c:pt>
                <c:pt idx="138">
                  <c:v>130155.43</c:v>
                </c:pt>
                <c:pt idx="139">
                  <c:v>129020.02</c:v>
                </c:pt>
                <c:pt idx="140">
                  <c:v>129180.37</c:v>
                </c:pt>
                <c:pt idx="141">
                  <c:v>128340.54</c:v>
                </c:pt>
                <c:pt idx="142">
                  <c:v>128098.11</c:v>
                </c:pt>
                <c:pt idx="143">
                  <c:v>128890.23</c:v>
                </c:pt>
                <c:pt idx="144">
                  <c:v>128339.76</c:v>
                </c:pt>
                <c:pt idx="145">
                  <c:v>127070.79</c:v>
                </c:pt>
                <c:pt idx="146">
                  <c:v>126123.56</c:v>
                </c:pt>
                <c:pt idx="147">
                  <c:v>127667.84</c:v>
                </c:pt>
                <c:pt idx="148">
                  <c:v>128006.05</c:v>
                </c:pt>
                <c:pt idx="149">
                  <c:v>127689.97</c:v>
                </c:pt>
                <c:pt idx="150">
                  <c:v>126741.81</c:v>
                </c:pt>
                <c:pt idx="151">
                  <c:v>126954.18</c:v>
                </c:pt>
                <c:pt idx="152">
                  <c:v>127528.85</c:v>
                </c:pt>
                <c:pt idx="153">
                  <c:v>129124.83</c:v>
                </c:pt>
                <c:pt idx="154">
                  <c:v>128158.57</c:v>
                </c:pt>
                <c:pt idx="155">
                  <c:v>127027.1</c:v>
                </c:pt>
                <c:pt idx="156">
                  <c:v>126931.47</c:v>
                </c:pt>
                <c:pt idx="157">
                  <c:v>126863.02</c:v>
                </c:pt>
                <c:pt idx="158">
                  <c:v>127690.62</c:v>
                </c:pt>
                <c:pt idx="159">
                  <c:v>128106.1</c:v>
                </c:pt>
                <c:pt idx="160">
                  <c:v>126990.45</c:v>
                </c:pt>
                <c:pt idx="161">
                  <c:v>127548.52</c:v>
                </c:pt>
                <c:pt idx="162">
                  <c:v>127318.39</c:v>
                </c:pt>
                <c:pt idx="163">
                  <c:v>127427.53</c:v>
                </c:pt>
                <c:pt idx="164">
                  <c:v>126795.41</c:v>
                </c:pt>
                <c:pt idx="165">
                  <c:v>128857.16</c:v>
                </c:pt>
                <c:pt idx="166">
                  <c:v>129890.37</c:v>
                </c:pt>
                <c:pt idx="167">
                  <c:v>128053.74</c:v>
                </c:pt>
                <c:pt idx="168">
                  <c:v>127396.35</c:v>
                </c:pt>
                <c:pt idx="169">
                  <c:v>125946.09</c:v>
                </c:pt>
                <c:pt idx="170">
                  <c:v>125333.89</c:v>
                </c:pt>
                <c:pt idx="171">
                  <c:v>124388.62</c:v>
                </c:pt>
                <c:pt idx="172">
                  <c:v>124171.15</c:v>
                </c:pt>
                <c:pt idx="173">
                  <c:v>124196.18</c:v>
                </c:pt>
                <c:pt idx="174">
                  <c:v>125124.3</c:v>
                </c:pt>
                <c:pt idx="175">
                  <c:v>125573.16</c:v>
                </c:pt>
                <c:pt idx="176">
                  <c:v>125148.07</c:v>
                </c:pt>
                <c:pt idx="177">
                  <c:v>124740.69</c:v>
                </c:pt>
                <c:pt idx="178">
                  <c:v>124645.58</c:v>
                </c:pt>
                <c:pt idx="179">
                  <c:v>126526.27</c:v>
                </c:pt>
                <c:pt idx="180">
                  <c:v>127351.79</c:v>
                </c:pt>
                <c:pt idx="181">
                  <c:v>125924.19</c:v>
                </c:pt>
                <c:pt idx="182">
                  <c:v>127122.25</c:v>
                </c:pt>
                <c:pt idx="183">
                  <c:v>128508.67</c:v>
                </c:pt>
                <c:pt idx="184">
                  <c:v>128465.69</c:v>
                </c:pt>
                <c:pt idx="185">
                  <c:v>129210.48</c:v>
                </c:pt>
                <c:pt idx="186">
                  <c:v>129480.89</c:v>
                </c:pt>
                <c:pt idx="187">
                  <c:v>128188.34</c:v>
                </c:pt>
                <c:pt idx="188">
                  <c:v>127599.57</c:v>
                </c:pt>
                <c:pt idx="189">
                  <c:v>128154.79</c:v>
                </c:pt>
                <c:pt idx="190">
                  <c:v>128515.49</c:v>
                </c:pt>
                <c:pt idx="191">
                  <c:v>128027.59</c:v>
                </c:pt>
                <c:pt idx="192">
                  <c:v>128283.62</c:v>
                </c:pt>
                <c:pt idx="193">
                  <c:v>128150.71</c:v>
                </c:pt>
                <c:pt idx="194">
                  <c:v>127750.92</c:v>
                </c:pt>
                <c:pt idx="195">
                  <c:v>127411.55</c:v>
                </c:pt>
                <c:pt idx="196">
                  <c:v>125650.03</c:v>
                </c:pt>
                <c:pt idx="197">
                  <c:v>124729.4</c:v>
                </c:pt>
                <c:pt idx="198">
                  <c:v>124305.57</c:v>
                </c:pt>
                <c:pt idx="199">
                  <c:v>124495.67999999999</c:v>
                </c:pt>
                <c:pt idx="200">
                  <c:v>123779.54</c:v>
                </c:pt>
                <c:pt idx="201">
                  <c:v>122707.28</c:v>
                </c:pt>
                <c:pt idx="202">
                  <c:v>122098.09</c:v>
                </c:pt>
                <c:pt idx="203">
                  <c:v>122031.58</c:v>
                </c:pt>
                <c:pt idx="204">
                  <c:v>121802.06</c:v>
                </c:pt>
                <c:pt idx="205">
                  <c:v>121407.33</c:v>
                </c:pt>
                <c:pt idx="206">
                  <c:v>122898.8</c:v>
                </c:pt>
                <c:pt idx="207">
                  <c:v>120767.19</c:v>
                </c:pt>
                <c:pt idx="208">
                  <c:v>120759.51</c:v>
                </c:pt>
                <c:pt idx="209">
                  <c:v>121635.06</c:v>
                </c:pt>
                <c:pt idx="210">
                  <c:v>119936.02</c:v>
                </c:pt>
                <c:pt idx="211">
                  <c:v>119567.53</c:v>
                </c:pt>
                <c:pt idx="212">
                  <c:v>119662.38</c:v>
                </c:pt>
                <c:pt idx="213">
                  <c:v>119137.86</c:v>
                </c:pt>
                <c:pt idx="214">
                  <c:v>119630.44</c:v>
                </c:pt>
                <c:pt idx="215">
                  <c:v>120261.34</c:v>
                </c:pt>
                <c:pt idx="216">
                  <c:v>120445.91</c:v>
                </c:pt>
                <c:pt idx="217">
                  <c:v>121341.13</c:v>
                </c:pt>
                <c:pt idx="218">
                  <c:v>122636.96</c:v>
                </c:pt>
                <c:pt idx="219">
                  <c:v>122331.39</c:v>
                </c:pt>
                <c:pt idx="220">
                  <c:v>122641.3</c:v>
                </c:pt>
                <c:pt idx="221">
                  <c:v>124307.83</c:v>
                </c:pt>
                <c:pt idx="222">
                  <c:v>123906.55</c:v>
                </c:pt>
                <c:pt idx="223">
                  <c:v>124718.07</c:v>
                </c:pt>
                <c:pt idx="224">
                  <c:v>124787.08</c:v>
                </c:pt>
                <c:pt idx="225">
                  <c:v>125661.89</c:v>
                </c:pt>
                <c:pt idx="226">
                  <c:v>126163.98</c:v>
                </c:pt>
                <c:pt idx="227">
                  <c:v>126267.05</c:v>
                </c:pt>
                <c:pt idx="228">
                  <c:v>126548.34</c:v>
                </c:pt>
                <c:pt idx="229">
                  <c:v>127108.22</c:v>
                </c:pt>
                <c:pt idx="230">
                  <c:v>127218.24000000001</c:v>
                </c:pt>
                <c:pt idx="231">
                  <c:v>128293.61</c:v>
                </c:pt>
                <c:pt idx="232">
                  <c:v>128896.98</c:v>
                </c:pt>
                <c:pt idx="233">
                  <c:v>129320.96000000001</c:v>
                </c:pt>
                <c:pt idx="234">
                  <c:v>129110.38</c:v>
                </c:pt>
                <c:pt idx="235">
                  <c:v>129450.32</c:v>
                </c:pt>
                <c:pt idx="236">
                  <c:v>127652.06</c:v>
                </c:pt>
                <c:pt idx="237">
                  <c:v>127616.46</c:v>
                </c:pt>
                <c:pt idx="238">
                  <c:v>127859.63</c:v>
                </c:pt>
                <c:pt idx="239">
                  <c:v>126589.84</c:v>
                </c:pt>
                <c:pt idx="240">
                  <c:v>126422.73</c:v>
                </c:pt>
                <c:pt idx="241">
                  <c:v>125954.09</c:v>
                </c:pt>
                <c:pt idx="242">
                  <c:v>127492.49</c:v>
                </c:pt>
                <c:pt idx="243">
                  <c:v>126953.86</c:v>
                </c:pt>
                <c:pt idx="244">
                  <c:v>126139.21</c:v>
                </c:pt>
                <c:pt idx="245">
                  <c:v>127651.81</c:v>
                </c:pt>
                <c:pt idx="246">
                  <c:v>127395.1</c:v>
                </c:pt>
                <c:pt idx="247">
                  <c:v>125854.09</c:v>
                </c:pt>
                <c:pt idx="248">
                  <c:v>125269.54</c:v>
                </c:pt>
                <c:pt idx="249">
                  <c:v>126266.7</c:v>
                </c:pt>
                <c:pt idx="250">
                  <c:v>127513.88</c:v>
                </c:pt>
                <c:pt idx="251">
                  <c:v>128660.88</c:v>
                </c:pt>
                <c:pt idx="252">
                  <c:v>130614.59</c:v>
                </c:pt>
                <c:pt idx="253">
                  <c:v>131115.9</c:v>
                </c:pt>
                <c:pt idx="254">
                  <c:v>132397.97</c:v>
                </c:pt>
                <c:pt idx="255">
                  <c:v>133317.66</c:v>
                </c:pt>
                <c:pt idx="256">
                  <c:v>134153.42000000001</c:v>
                </c:pt>
                <c:pt idx="257">
                  <c:v>133953.25</c:v>
                </c:pt>
                <c:pt idx="258">
                  <c:v>135777.98000000001</c:v>
                </c:pt>
                <c:pt idx="259">
                  <c:v>136087.41</c:v>
                </c:pt>
                <c:pt idx="260">
                  <c:v>136463.65</c:v>
                </c:pt>
                <c:pt idx="261">
                  <c:v>135173.39000000001</c:v>
                </c:pt>
                <c:pt idx="262">
                  <c:v>135608.47</c:v>
                </c:pt>
                <c:pt idx="263">
                  <c:v>136888.71</c:v>
                </c:pt>
                <c:pt idx="264">
                  <c:v>136775.91</c:v>
                </c:pt>
                <c:pt idx="265">
                  <c:v>137343.96</c:v>
                </c:pt>
                <c:pt idx="266">
                  <c:v>136041.35</c:v>
                </c:pt>
                <c:pt idx="267">
                  <c:v>136004.01</c:v>
                </c:pt>
                <c:pt idx="268">
                  <c:v>134906.07</c:v>
                </c:pt>
                <c:pt idx="269">
                  <c:v>134353.48000000001</c:v>
                </c:pt>
                <c:pt idx="270">
                  <c:v>136110.73000000001</c:v>
                </c:pt>
                <c:pt idx="271">
                  <c:v>136502.49</c:v>
                </c:pt>
                <c:pt idx="272">
                  <c:v>134572.45000000001</c:v>
                </c:pt>
                <c:pt idx="273">
                  <c:v>134737.21</c:v>
                </c:pt>
                <c:pt idx="274">
                  <c:v>134319.57999999999</c:v>
                </c:pt>
                <c:pt idx="275">
                  <c:v>134676.75</c:v>
                </c:pt>
                <c:pt idx="276">
                  <c:v>134029.43</c:v>
                </c:pt>
                <c:pt idx="277">
                  <c:v>134881.95000000001</c:v>
                </c:pt>
                <c:pt idx="278">
                  <c:v>135118.22</c:v>
                </c:pt>
                <c:pt idx="279">
                  <c:v>134960.19</c:v>
                </c:pt>
                <c:pt idx="280">
                  <c:v>133747.69</c:v>
                </c:pt>
                <c:pt idx="281">
                  <c:v>133122.67000000001</c:v>
                </c:pt>
                <c:pt idx="282">
                  <c:v>131065.44</c:v>
                </c:pt>
                <c:pt idx="283">
                  <c:v>130568.37</c:v>
                </c:pt>
                <c:pt idx="284">
                  <c:v>132155.76</c:v>
                </c:pt>
                <c:pt idx="285">
                  <c:v>131586.45000000001</c:v>
                </c:pt>
                <c:pt idx="286">
                  <c:v>133009.78</c:v>
                </c:pt>
                <c:pt idx="287">
                  <c:v>132730.35999999999</c:v>
                </c:pt>
                <c:pt idx="288">
                  <c:v>131816.44</c:v>
                </c:pt>
                <c:pt idx="289">
                  <c:v>132495.16</c:v>
                </c:pt>
                <c:pt idx="290">
                  <c:v>133514.94</c:v>
                </c:pt>
                <c:pt idx="291">
                  <c:v>131671.51</c:v>
                </c:pt>
                <c:pt idx="292">
                  <c:v>131791.54999999999</c:v>
                </c:pt>
                <c:pt idx="293">
                  <c:v>132017.84</c:v>
                </c:pt>
                <c:pt idx="294">
                  <c:v>131511.73000000001</c:v>
                </c:pt>
                <c:pt idx="295">
                  <c:v>129962.06</c:v>
                </c:pt>
                <c:pt idx="296">
                  <c:v>130352.86</c:v>
                </c:pt>
                <c:pt idx="297">
                  <c:v>129992.29</c:v>
                </c:pt>
                <c:pt idx="298">
                  <c:v>131005.25</c:v>
                </c:pt>
                <c:pt idx="299">
                  <c:v>131043.27</c:v>
                </c:pt>
                <c:pt idx="300">
                  <c:v>131749.72</c:v>
                </c:pt>
                <c:pt idx="301">
                  <c:v>130793.41</c:v>
                </c:pt>
                <c:pt idx="302">
                  <c:v>130499.26</c:v>
                </c:pt>
                <c:pt idx="303">
                  <c:v>130361.56</c:v>
                </c:pt>
                <c:pt idx="304">
                  <c:v>129951.37</c:v>
                </c:pt>
                <c:pt idx="305">
                  <c:v>129233.11</c:v>
                </c:pt>
                <c:pt idx="306">
                  <c:v>130066.95</c:v>
                </c:pt>
                <c:pt idx="307">
                  <c:v>129893.32</c:v>
                </c:pt>
                <c:pt idx="308">
                  <c:v>131212.57999999999</c:v>
                </c:pt>
                <c:pt idx="309">
                  <c:v>130729.93</c:v>
                </c:pt>
                <c:pt idx="310">
                  <c:v>130639.33</c:v>
                </c:pt>
                <c:pt idx="311">
                  <c:v>129713.33</c:v>
                </c:pt>
                <c:pt idx="312">
                  <c:v>128120.75</c:v>
                </c:pt>
                <c:pt idx="313">
                  <c:v>130514.79</c:v>
                </c:pt>
                <c:pt idx="314">
                  <c:v>130660.75</c:v>
                </c:pt>
                <c:pt idx="315">
                  <c:v>130340.92</c:v>
                </c:pt>
                <c:pt idx="316">
                  <c:v>129681.7</c:v>
                </c:pt>
                <c:pt idx="317">
                  <c:v>127829.8</c:v>
                </c:pt>
                <c:pt idx="318">
                  <c:v>127873.7</c:v>
                </c:pt>
                <c:pt idx="319">
                  <c:v>127698.32</c:v>
                </c:pt>
                <c:pt idx="320">
                  <c:v>127733.88</c:v>
                </c:pt>
                <c:pt idx="321">
                  <c:v>127791.6</c:v>
                </c:pt>
                <c:pt idx="322">
                  <c:v>127768.19</c:v>
                </c:pt>
                <c:pt idx="323">
                  <c:v>128197.25</c:v>
                </c:pt>
                <c:pt idx="324">
                  <c:v>126922.11</c:v>
                </c:pt>
                <c:pt idx="325">
                  <c:v>129125.51</c:v>
                </c:pt>
                <c:pt idx="326">
                  <c:v>129036.1</c:v>
                </c:pt>
                <c:pt idx="327">
                  <c:v>129922.38</c:v>
                </c:pt>
                <c:pt idx="328">
                  <c:v>127668.61</c:v>
                </c:pt>
                <c:pt idx="329">
                  <c:v>124610.41</c:v>
                </c:pt>
                <c:pt idx="330">
                  <c:v>125667.83</c:v>
                </c:pt>
                <c:pt idx="331">
                  <c:v>125235.54</c:v>
                </c:pt>
                <c:pt idx="332">
                  <c:v>126139.2</c:v>
                </c:pt>
                <c:pt idx="333">
                  <c:v>126087.02</c:v>
                </c:pt>
                <c:pt idx="334">
                  <c:v>127857.58</c:v>
                </c:pt>
                <c:pt idx="335">
                  <c:v>125945.67</c:v>
                </c:pt>
                <c:pt idx="336">
                  <c:v>127210.19</c:v>
                </c:pt>
                <c:pt idx="337">
                  <c:v>128228.49</c:v>
                </c:pt>
                <c:pt idx="338">
                  <c:v>129593.31</c:v>
                </c:pt>
                <c:pt idx="339">
                  <c:v>126042.21</c:v>
                </c:pt>
                <c:pt idx="340">
                  <c:v>124612.22</c:v>
                </c:pt>
                <c:pt idx="341">
                  <c:v>123560.06</c:v>
                </c:pt>
                <c:pt idx="342">
                  <c:v>124698.04</c:v>
                </c:pt>
                <c:pt idx="343">
                  <c:v>120771.88</c:v>
                </c:pt>
                <c:pt idx="344">
                  <c:v>121187.91</c:v>
                </c:pt>
                <c:pt idx="345">
                  <c:v>122102.15</c:v>
                </c:pt>
                <c:pt idx="346">
                  <c:v>120766.57</c:v>
                </c:pt>
                <c:pt idx="347">
                  <c:v>121077.5</c:v>
                </c:pt>
                <c:pt idx="348">
                  <c:v>120269.31</c:v>
                </c:pt>
                <c:pt idx="349">
                  <c:v>120283.4</c:v>
                </c:pt>
                <c:pt idx="350">
                  <c:v>120125.39</c:v>
                </c:pt>
                <c:pt idx="351">
                  <c:v>118532.68</c:v>
                </c:pt>
                <c:pt idx="352">
                  <c:v>120021.52</c:v>
                </c:pt>
                <c:pt idx="353">
                  <c:v>121162.66</c:v>
                </c:pt>
                <c:pt idx="354">
                  <c:v>119624.51</c:v>
                </c:pt>
                <c:pt idx="355">
                  <c:v>119780.56</c:v>
                </c:pt>
                <c:pt idx="356">
                  <c:v>118856.48</c:v>
                </c:pt>
                <c:pt idx="357">
                  <c:v>119006.93</c:v>
                </c:pt>
                <c:pt idx="358">
                  <c:v>119298.67</c:v>
                </c:pt>
                <c:pt idx="359">
                  <c:v>122650.2</c:v>
                </c:pt>
                <c:pt idx="360">
                  <c:v>121234.14</c:v>
                </c:pt>
                <c:pt idx="361">
                  <c:v>122350.38</c:v>
                </c:pt>
                <c:pt idx="362">
                  <c:v>122855.15</c:v>
                </c:pt>
                <c:pt idx="363">
                  <c:v>123338.34</c:v>
                </c:pt>
                <c:pt idx="364">
                  <c:v>122971.77</c:v>
                </c:pt>
                <c:pt idx="365">
                  <c:v>122483.32</c:v>
                </c:pt>
                <c:pt idx="366">
                  <c:v>122446.94</c:v>
                </c:pt>
                <c:pt idx="367">
                  <c:v>124861.5</c:v>
                </c:pt>
                <c:pt idx="368">
                  <c:v>124055.5</c:v>
                </c:pt>
                <c:pt idx="369">
                  <c:v>123432.12</c:v>
                </c:pt>
                <c:pt idx="370">
                  <c:v>126912.78</c:v>
                </c:pt>
                <c:pt idx="371">
                  <c:v>126134.94</c:v>
                </c:pt>
                <c:pt idx="372">
                  <c:v>125970.46</c:v>
                </c:pt>
                <c:pt idx="373">
                  <c:v>125147.42</c:v>
                </c:pt>
                <c:pt idx="374">
                  <c:v>125534.07</c:v>
                </c:pt>
                <c:pt idx="375">
                  <c:v>126224.74</c:v>
                </c:pt>
                <c:pt idx="376">
                  <c:v>124619.4</c:v>
                </c:pt>
                <c:pt idx="377">
                  <c:v>125571.81</c:v>
                </c:pt>
                <c:pt idx="378">
                  <c:v>126521.66</c:v>
                </c:pt>
                <c:pt idx="379">
                  <c:v>124380.21</c:v>
                </c:pt>
                <c:pt idx="380">
                  <c:v>124850.18</c:v>
                </c:pt>
                <c:pt idx="381">
                  <c:v>128218.59</c:v>
                </c:pt>
                <c:pt idx="382">
                  <c:v>128552.13</c:v>
                </c:pt>
                <c:pt idx="383">
                  <c:v>128531.71</c:v>
                </c:pt>
                <c:pt idx="384">
                  <c:v>127308.8</c:v>
                </c:pt>
                <c:pt idx="385">
                  <c:v>127600.58</c:v>
                </c:pt>
                <c:pt idx="386">
                  <c:v>127128.06</c:v>
                </c:pt>
                <c:pt idx="387">
                  <c:v>125401.38</c:v>
                </c:pt>
                <c:pt idx="388">
                  <c:v>125979.5</c:v>
                </c:pt>
                <c:pt idx="389">
                  <c:v>124768.71</c:v>
                </c:pt>
                <c:pt idx="390">
                  <c:v>124798.96</c:v>
                </c:pt>
                <c:pt idx="391">
                  <c:v>122799.09</c:v>
                </c:pt>
                <c:pt idx="392">
                  <c:v>123046.85</c:v>
                </c:pt>
                <c:pt idx="393">
                  <c:v>123357.55</c:v>
                </c:pt>
                <c:pt idx="394">
                  <c:v>125034.63</c:v>
                </c:pt>
                <c:pt idx="395">
                  <c:v>124519.38</c:v>
                </c:pt>
                <c:pt idx="396">
                  <c:v>123507.35</c:v>
                </c:pt>
                <c:pt idx="397">
                  <c:v>123863.5</c:v>
                </c:pt>
                <c:pt idx="398">
                  <c:v>125637.11</c:v>
                </c:pt>
                <c:pt idx="399">
                  <c:v>128957.09</c:v>
                </c:pt>
                <c:pt idx="400">
                  <c:v>130833.96</c:v>
                </c:pt>
                <c:pt idx="401">
                  <c:v>131474.73000000001</c:v>
                </c:pt>
                <c:pt idx="402">
                  <c:v>132508.45000000001</c:v>
                </c:pt>
                <c:pt idx="403">
                  <c:v>131954.9</c:v>
                </c:pt>
                <c:pt idx="404">
                  <c:v>132344.88</c:v>
                </c:pt>
                <c:pt idx="405">
                  <c:v>131321.44</c:v>
                </c:pt>
                <c:pt idx="406">
                  <c:v>132067.69</c:v>
                </c:pt>
                <c:pt idx="407">
                  <c:v>132519.63</c:v>
                </c:pt>
                <c:pt idx="408">
                  <c:v>133148.75</c:v>
                </c:pt>
                <c:pt idx="409">
                  <c:v>131902.18</c:v>
                </c:pt>
                <c:pt idx="410">
                  <c:v>130259.54</c:v>
                </c:pt>
                <c:pt idx="411">
                  <c:v>131147.29</c:v>
                </c:pt>
                <c:pt idx="412">
                  <c:v>131190.34</c:v>
                </c:pt>
                <c:pt idx="413">
                  <c:v>131140.65</c:v>
                </c:pt>
                <c:pt idx="414">
                  <c:v>127256</c:v>
                </c:pt>
                <c:pt idx="415">
                  <c:v>125588.09</c:v>
                </c:pt>
                <c:pt idx="416">
                  <c:v>123931.89</c:v>
                </c:pt>
                <c:pt idx="417">
                  <c:v>127795.93</c:v>
                </c:pt>
                <c:pt idx="418">
                  <c:v>126354.75</c:v>
                </c:pt>
                <c:pt idx="419">
                  <c:v>127682.4</c:v>
                </c:pt>
                <c:pt idx="420">
                  <c:v>129453.91</c:v>
                </c:pt>
                <c:pt idx="421">
                  <c:v>129245.39</c:v>
                </c:pt>
                <c:pt idx="422">
                  <c:v>128316.89</c:v>
                </c:pt>
                <c:pt idx="423">
                  <c:v>129650.03</c:v>
                </c:pt>
                <c:pt idx="424">
                  <c:v>130464.38</c:v>
                </c:pt>
                <c:pt idx="425">
                  <c:v>132216.07</c:v>
                </c:pt>
                <c:pt idx="426">
                  <c:v>134580.43</c:v>
                </c:pt>
                <c:pt idx="427">
                  <c:v>134739.28</c:v>
                </c:pt>
                <c:pt idx="428">
                  <c:v>135015.89000000001</c:v>
                </c:pt>
                <c:pt idx="429">
                  <c:v>135092.99</c:v>
                </c:pt>
                <c:pt idx="430">
                  <c:v>135066.97</c:v>
                </c:pt>
                <c:pt idx="431">
                  <c:v>135133.88</c:v>
                </c:pt>
                <c:pt idx="432">
                  <c:v>133491.23000000001</c:v>
                </c:pt>
                <c:pt idx="433">
                  <c:v>133515.82</c:v>
                </c:pt>
                <c:pt idx="434">
                  <c:v>133397.51999999999</c:v>
                </c:pt>
                <c:pt idx="435">
                  <c:v>136231.9</c:v>
                </c:pt>
                <c:pt idx="436">
                  <c:v>136511.88</c:v>
                </c:pt>
                <c:pt idx="437">
                  <c:v>136563.18</c:v>
                </c:pt>
                <c:pt idx="438">
                  <c:v>138963.10999999999</c:v>
                </c:pt>
                <c:pt idx="439">
                  <c:v>138422.84</c:v>
                </c:pt>
                <c:pt idx="440">
                  <c:v>139334.38</c:v>
                </c:pt>
                <c:pt idx="441">
                  <c:v>139187.39000000001</c:v>
                </c:pt>
                <c:pt idx="442">
                  <c:v>139636.41</c:v>
                </c:pt>
                <c:pt idx="443">
                  <c:v>140109.63</c:v>
                </c:pt>
                <c:pt idx="444">
                  <c:v>137881.26999999999</c:v>
                </c:pt>
                <c:pt idx="445">
                  <c:v>137272.59</c:v>
                </c:pt>
                <c:pt idx="446">
                  <c:v>137824.29</c:v>
                </c:pt>
                <c:pt idx="447">
                  <c:v>138136.14000000001</c:v>
                </c:pt>
                <c:pt idx="448">
                  <c:v>139541.23000000001</c:v>
                </c:pt>
                <c:pt idx="449">
                  <c:v>138887.81</c:v>
                </c:pt>
                <c:pt idx="450">
                  <c:v>138533.70000000001</c:v>
                </c:pt>
                <c:pt idx="451">
                  <c:v>137026.62</c:v>
                </c:pt>
                <c:pt idx="452">
                  <c:v>136786.65</c:v>
                </c:pt>
                <c:pt idx="453">
                  <c:v>137546.26</c:v>
                </c:pt>
                <c:pt idx="454">
                  <c:v>137001.57999999999</c:v>
                </c:pt>
                <c:pt idx="455">
                  <c:v>136236.37</c:v>
                </c:pt>
                <c:pt idx="456">
                  <c:v>136102.1</c:v>
                </c:pt>
                <c:pt idx="457">
                  <c:v>135699.38</c:v>
                </c:pt>
                <c:pt idx="458">
                  <c:v>136436.07</c:v>
                </c:pt>
                <c:pt idx="459">
                  <c:v>137128.04</c:v>
                </c:pt>
                <c:pt idx="460">
                  <c:v>137799.74</c:v>
                </c:pt>
                <c:pt idx="461">
                  <c:v>137212.63</c:v>
                </c:pt>
                <c:pt idx="462">
                  <c:v>139255.91</c:v>
                </c:pt>
                <c:pt idx="463">
                  <c:v>138840.01999999999</c:v>
                </c:pt>
                <c:pt idx="464">
                  <c:v>138716.64000000001</c:v>
                </c:pt>
                <c:pt idx="465">
                  <c:v>137115.82999999999</c:v>
                </c:pt>
                <c:pt idx="466">
                  <c:v>136550.5</c:v>
                </c:pt>
                <c:pt idx="467">
                  <c:v>137164.60999999999</c:v>
                </c:pt>
                <c:pt idx="468">
                  <c:v>135767.29</c:v>
                </c:pt>
                <c:pt idx="469">
                  <c:v>137113.89000000001</c:v>
                </c:pt>
                <c:pt idx="470">
                  <c:v>136865.79</c:v>
                </c:pt>
                <c:pt idx="471">
                  <c:v>138854.6</c:v>
                </c:pt>
                <c:pt idx="472">
                  <c:v>139549.43</c:v>
                </c:pt>
                <c:pt idx="473">
                  <c:v>139050.93</c:v>
                </c:pt>
                <c:pt idx="474">
                  <c:v>140927.85999999999</c:v>
                </c:pt>
                <c:pt idx="475">
                  <c:v>141263.56</c:v>
                </c:pt>
                <c:pt idx="476">
                  <c:v>139489.70000000001</c:v>
                </c:pt>
                <c:pt idx="477">
                  <c:v>139302.85</c:v>
                </c:pt>
                <c:pt idx="478">
                  <c:v>137480.79</c:v>
                </c:pt>
                <c:pt idx="479">
                  <c:v>136743.26</c:v>
                </c:pt>
                <c:pt idx="480">
                  <c:v>136187.31</c:v>
                </c:pt>
                <c:pt idx="481">
                  <c:v>135298.99</c:v>
                </c:pt>
                <c:pt idx="482">
                  <c:v>135250.1</c:v>
                </c:pt>
                <c:pt idx="483">
                  <c:v>135510.99</c:v>
                </c:pt>
                <c:pt idx="484">
                  <c:v>135564.74</c:v>
                </c:pt>
                <c:pt idx="485">
                  <c:v>133381.57999999999</c:v>
                </c:pt>
                <c:pt idx="486">
                  <c:v>134166.72</c:v>
                </c:pt>
                <c:pt idx="487">
                  <c:v>134035.72</c:v>
                </c:pt>
                <c:pt idx="488">
                  <c:v>135368.26999999999</c:v>
                </c:pt>
                <c:pt idx="489">
                  <c:v>133807.59</c:v>
                </c:pt>
                <c:pt idx="490">
                  <c:v>133524.18</c:v>
                </c:pt>
                <c:pt idx="491">
                  <c:v>132129.26</c:v>
                </c:pt>
                <c:pt idx="492">
                  <c:v>132725.68</c:v>
                </c:pt>
                <c:pt idx="493">
                  <c:v>133989.74</c:v>
                </c:pt>
                <c:pt idx="494">
                  <c:v>133071.04999999999</c:v>
                </c:pt>
                <c:pt idx="495">
                  <c:v>132437.39000000001</c:v>
                </c:pt>
                <c:pt idx="496">
                  <c:v>132971.20000000001</c:v>
                </c:pt>
                <c:pt idx="497">
                  <c:v>133151.29999999999</c:v>
                </c:pt>
                <c:pt idx="498">
                  <c:v>134537.62</c:v>
                </c:pt>
                <c:pt idx="499">
                  <c:v>136527.60999999999</c:v>
                </c:pt>
                <c:pt idx="500">
                  <c:v>135913.25</c:v>
                </c:pt>
                <c:pt idx="501">
                  <c:v>135623.15</c:v>
                </c:pt>
                <c:pt idx="502">
                  <c:v>137913.68</c:v>
                </c:pt>
                <c:pt idx="503">
                  <c:v>136687.32</c:v>
                </c:pt>
                <c:pt idx="504">
                  <c:v>136355.78</c:v>
                </c:pt>
                <c:pt idx="505">
                  <c:v>136340.76999999999</c:v>
                </c:pt>
                <c:pt idx="506">
                  <c:v>137321.64000000001</c:v>
                </c:pt>
                <c:pt idx="507">
                  <c:v>134432.26</c:v>
                </c:pt>
                <c:pt idx="508">
                  <c:v>134666.46</c:v>
                </c:pt>
                <c:pt idx="509">
                  <c:v>134510.85</c:v>
                </c:pt>
                <c:pt idx="510">
                  <c:v>137968.15</c:v>
                </c:pt>
                <c:pt idx="511">
                  <c:v>138025.17000000001</c:v>
                </c:pt>
                <c:pt idx="512">
                  <c:v>137771.39000000001</c:v>
                </c:pt>
                <c:pt idx="513">
                  <c:v>139205.81</c:v>
                </c:pt>
                <c:pt idx="514">
                  <c:v>141049.20000000001</c:v>
                </c:pt>
                <c:pt idx="515">
                  <c:v>141422.26</c:v>
                </c:pt>
                <c:pt idx="516">
                  <c:v>141283.01</c:v>
                </c:pt>
                <c:pt idx="517">
                  <c:v>140335.16</c:v>
                </c:pt>
                <c:pt idx="518">
                  <c:v>139863.63</c:v>
                </c:pt>
                <c:pt idx="519">
                  <c:v>140993.25</c:v>
                </c:pt>
                <c:pt idx="520">
                  <c:v>142640.14000000001</c:v>
                </c:pt>
                <c:pt idx="521">
                  <c:v>141791.57999999999</c:v>
                </c:pt>
                <c:pt idx="522">
                  <c:v>141618.29</c:v>
                </c:pt>
                <c:pt idx="523">
                  <c:v>142348.70000000001</c:v>
                </c:pt>
                <c:pt idx="524">
                  <c:v>143150.84</c:v>
                </c:pt>
                <c:pt idx="525">
                  <c:v>142271.57999999999</c:v>
                </c:pt>
                <c:pt idx="526">
                  <c:v>143546.57999999999</c:v>
                </c:pt>
                <c:pt idx="527">
                  <c:v>144061.74</c:v>
                </c:pt>
                <c:pt idx="528">
                  <c:v>145593.63</c:v>
                </c:pt>
                <c:pt idx="529">
                  <c:v>145499.49</c:v>
                </c:pt>
                <c:pt idx="530">
                  <c:v>145865.10999999999</c:v>
                </c:pt>
                <c:pt idx="531">
                  <c:v>145109.25</c:v>
                </c:pt>
                <c:pt idx="532">
                  <c:v>146424.94</c:v>
                </c:pt>
                <c:pt idx="533">
                  <c:v>146491.75</c:v>
                </c:pt>
                <c:pt idx="534">
                  <c:v>145306.23000000001</c:v>
                </c:pt>
                <c:pt idx="535">
                  <c:v>145446.66</c:v>
                </c:pt>
                <c:pt idx="536">
                  <c:v>146336.79999999999</c:v>
                </c:pt>
                <c:pt idx="537">
                  <c:v>146237.01999999999</c:v>
                </c:pt>
                <c:pt idx="538">
                  <c:v>145517.35</c:v>
                </c:pt>
                <c:pt idx="539">
                  <c:v>143949.64000000001</c:v>
                </c:pt>
                <c:pt idx="540">
                  <c:v>144200.65</c:v>
                </c:pt>
                <c:pt idx="541">
                  <c:v>143608.07999999999</c:v>
                </c:pt>
                <c:pt idx="542">
                  <c:v>141356.43</c:v>
                </c:pt>
                <c:pt idx="543">
                  <c:v>142145.38</c:v>
                </c:pt>
                <c:pt idx="544">
                  <c:v>141708.19</c:v>
                </c:pt>
                <c:pt idx="545">
                  <c:v>140680.34</c:v>
                </c:pt>
                <c:pt idx="546">
                  <c:v>141783.35999999999</c:v>
                </c:pt>
                <c:pt idx="547">
                  <c:v>141682.99</c:v>
                </c:pt>
                <c:pt idx="548">
                  <c:v>142603.66</c:v>
                </c:pt>
                <c:pt idx="549">
                  <c:v>142200.01999999999</c:v>
                </c:pt>
                <c:pt idx="550">
                  <c:v>143398.63</c:v>
                </c:pt>
                <c:pt idx="551">
                  <c:v>144509.32</c:v>
                </c:pt>
                <c:pt idx="552">
                  <c:v>144085.15</c:v>
                </c:pt>
                <c:pt idx="553">
                  <c:v>144872.79</c:v>
                </c:pt>
                <c:pt idx="554">
                  <c:v>145720.98000000001</c:v>
                </c:pt>
                <c:pt idx="555">
                  <c:v>146172.21</c:v>
                </c:pt>
                <c:pt idx="556">
                  <c:v>146969.1</c:v>
                </c:pt>
                <c:pt idx="557">
                  <c:v>147428.9</c:v>
                </c:pt>
                <c:pt idx="558">
                  <c:v>148632.93</c:v>
                </c:pt>
                <c:pt idx="559">
                  <c:v>148780.22</c:v>
                </c:pt>
                <c:pt idx="560">
                  <c:v>149540.43</c:v>
                </c:pt>
                <c:pt idx="561">
                  <c:v>150454.24</c:v>
                </c:pt>
                <c:pt idx="562">
                  <c:v>150704.20000000001</c:v>
                </c:pt>
                <c:pt idx="563">
                  <c:v>153294.44</c:v>
                </c:pt>
                <c:pt idx="564">
                  <c:v>153338.63</c:v>
                </c:pt>
                <c:pt idx="565">
                  <c:v>154063.53</c:v>
                </c:pt>
                <c:pt idx="566">
                  <c:v>155257.31</c:v>
                </c:pt>
                <c:pt idx="567">
                  <c:v>157748.6</c:v>
                </c:pt>
                <c:pt idx="568">
                  <c:v>157632.9</c:v>
                </c:pt>
                <c:pt idx="569">
                  <c:v>157162.43</c:v>
                </c:pt>
                <c:pt idx="570">
                  <c:v>157738.69</c:v>
                </c:pt>
                <c:pt idx="571">
                  <c:v>156992.93</c:v>
                </c:pt>
                <c:pt idx="572">
                  <c:v>156522.13</c:v>
                </c:pt>
                <c:pt idx="573">
                  <c:v>155380.66</c:v>
                </c:pt>
                <c:pt idx="574">
                  <c:v>154770.1</c:v>
                </c:pt>
                <c:pt idx="575">
                  <c:v>155277.56</c:v>
                </c:pt>
                <c:pt idx="576">
                  <c:v>155910.18</c:v>
                </c:pt>
                <c:pt idx="577">
                  <c:v>158554.94</c:v>
                </c:pt>
                <c:pt idx="578">
                  <c:v>158359.76</c:v>
                </c:pt>
                <c:pt idx="579">
                  <c:v>159072.13</c:v>
                </c:pt>
                <c:pt idx="580">
                  <c:v>158611.01</c:v>
                </c:pt>
                <c:pt idx="581">
                  <c:v>161092.25</c:v>
                </c:pt>
                <c:pt idx="582">
                  <c:v>161755.18</c:v>
                </c:pt>
                <c:pt idx="583">
                  <c:v>164455.60999999999</c:v>
                </c:pt>
                <c:pt idx="584">
                  <c:v>157369.35999999999</c:v>
                </c:pt>
                <c:pt idx="585">
                  <c:v>158187.43</c:v>
                </c:pt>
                <c:pt idx="586">
                  <c:v>157981.13</c:v>
                </c:pt>
                <c:pt idx="587">
                  <c:v>159074.97</c:v>
                </c:pt>
                <c:pt idx="588">
                  <c:v>159189.1</c:v>
                </c:pt>
                <c:pt idx="589">
                  <c:v>160766.37</c:v>
                </c:pt>
                <c:pt idx="590">
                  <c:v>162481.74</c:v>
                </c:pt>
                <c:pt idx="591">
                  <c:v>158577.88</c:v>
                </c:pt>
                <c:pt idx="592">
                  <c:v>157327.26</c:v>
                </c:pt>
                <c:pt idx="593">
                  <c:v>157923.34</c:v>
                </c:pt>
                <c:pt idx="594">
                  <c:v>158473.01999999999</c:v>
                </c:pt>
                <c:pt idx="595">
                  <c:v>158141.65</c:v>
                </c:pt>
                <c:pt idx="596">
                  <c:v>160455.82999999999</c:v>
                </c:pt>
                <c:pt idx="597">
                  <c:v>160896.64000000001</c:v>
                </c:pt>
                <c:pt idx="598">
                  <c:v>160490.29999999999</c:v>
                </c:pt>
                <c:pt idx="599">
                  <c:v>161125.37</c:v>
                </c:pt>
                <c:pt idx="600">
                  <c:v>160538.69</c:v>
                </c:pt>
                <c:pt idx="601">
                  <c:v>161869.76000000001</c:v>
                </c:pt>
                <c:pt idx="602">
                  <c:v>163663.88</c:v>
                </c:pt>
                <c:pt idx="603">
                  <c:v>161975.24</c:v>
                </c:pt>
                <c:pt idx="604">
                  <c:v>162936.48000000001</c:v>
                </c:pt>
                <c:pt idx="605">
                  <c:v>163370.31</c:v>
                </c:pt>
                <c:pt idx="606">
                  <c:v>163150.35</c:v>
                </c:pt>
                <c:pt idx="607">
                  <c:v>161973.04999999999</c:v>
                </c:pt>
                <c:pt idx="608">
                  <c:v>165145.98000000001</c:v>
                </c:pt>
                <c:pt idx="609">
                  <c:v>165568.32000000001</c:v>
                </c:pt>
                <c:pt idx="610">
                  <c:v>164799.98000000001</c:v>
                </c:pt>
                <c:pt idx="611">
                  <c:v>164849.26999999999</c:v>
                </c:pt>
                <c:pt idx="612">
                  <c:v>166276.9</c:v>
                </c:pt>
                <c:pt idx="613">
                  <c:v>171816.67</c:v>
                </c:pt>
                <c:pt idx="614">
                  <c:v>175589.35</c:v>
                </c:pt>
                <c:pt idx="615">
                  <c:v>178858.54</c:v>
                </c:pt>
                <c:pt idx="616">
                  <c:v>178720.68</c:v>
                </c:pt>
                <c:pt idx="617">
                  <c:v>181919.13</c:v>
                </c:pt>
                <c:pt idx="618">
                  <c:v>184691.05</c:v>
                </c:pt>
                <c:pt idx="619">
                  <c:v>183133.75</c:v>
                </c:pt>
                <c:pt idx="620">
                  <c:v>181363.9</c:v>
                </c:pt>
                <c:pt idx="621">
                  <c:v>182793.4</c:v>
                </c:pt>
                <c:pt idx="622">
                  <c:v>185674.43</c:v>
                </c:pt>
                <c:pt idx="623">
                  <c:v>181708.23</c:v>
                </c:pt>
                <c:pt idx="624">
                  <c:v>182127.25</c:v>
                </c:pt>
                <c:pt idx="625">
                  <c:v>182949.78</c:v>
                </c:pt>
                <c:pt idx="626">
                  <c:v>186241.15</c:v>
                </c:pt>
                <c:pt idx="627">
                  <c:v>185929.33</c:v>
                </c:pt>
                <c:pt idx="628">
                  <c:v>189699.12</c:v>
                </c:pt>
                <c:pt idx="629">
                  <c:v>187766.42</c:v>
                </c:pt>
                <c:pt idx="630">
                  <c:v>186464.3</c:v>
                </c:pt>
                <c:pt idx="631">
                  <c:v>186016.31</c:v>
                </c:pt>
                <c:pt idx="632">
                  <c:v>188534.42</c:v>
                </c:pt>
                <c:pt idx="633">
                  <c:v>190534.42</c:v>
                </c:pt>
                <c:pt idx="634">
                  <c:v>188853.49</c:v>
                </c:pt>
                <c:pt idx="635">
                  <c:v>191490.4</c:v>
                </c:pt>
                <c:pt idx="636">
                  <c:v>191247.46</c:v>
                </c:pt>
                <c:pt idx="637">
                  <c:v>191005.02</c:v>
                </c:pt>
                <c:pt idx="638">
                  <c:v>188786.98</c:v>
                </c:pt>
                <c:pt idx="639">
                  <c:v>189307.02</c:v>
                </c:pt>
                <c:pt idx="640">
                  <c:v>183104.87</c:v>
                </c:pt>
                <c:pt idx="641">
                  <c:v>185366.44</c:v>
                </c:pt>
                <c:pt idx="642">
                  <c:v>180463.84</c:v>
                </c:pt>
                <c:pt idx="643">
                  <c:v>179364.82</c:v>
                </c:pt>
                <c:pt idx="644">
                  <c:v>180915.36</c:v>
                </c:pt>
                <c:pt idx="645">
                  <c:v>183447</c:v>
                </c:pt>
                <c:pt idx="646">
                  <c:v>183969.35</c:v>
                </c:pt>
                <c:pt idx="647">
                  <c:v>179284.49</c:v>
                </c:pt>
                <c:pt idx="648">
                  <c:v>177653.31</c:v>
                </c:pt>
                <c:pt idx="649">
                  <c:v>179875.44</c:v>
                </c:pt>
                <c:pt idx="650">
                  <c:v>180409.73</c:v>
                </c:pt>
                <c:pt idx="651">
                  <c:v>179639.91</c:v>
                </c:pt>
                <c:pt idx="652">
                  <c:v>180270.62</c:v>
                </c:pt>
                <c:pt idx="653">
                  <c:v>176219.4</c:v>
                </c:pt>
                <c:pt idx="654">
                  <c:v>181931.93</c:v>
                </c:pt>
                <c:pt idx="655">
                  <c:v>182509.14</c:v>
                </c:pt>
                <c:pt idx="656">
                  <c:v>185424.28</c:v>
                </c:pt>
                <c:pt idx="657">
                  <c:v>182732.67</c:v>
                </c:pt>
                <c:pt idx="658">
                  <c:v>181556.76</c:v>
                </c:pt>
                <c:pt idx="659">
                  <c:v>182514.2</c:v>
                </c:pt>
                <c:pt idx="660">
                  <c:v>187461.84</c:v>
                </c:pt>
                <c:pt idx="661">
                  <c:v>187952.91</c:v>
                </c:pt>
                <c:pt idx="662">
                  <c:v>188052.02</c:v>
                </c:pt>
                <c:pt idx="663">
                  <c:v>188161.97</c:v>
                </c:pt>
                <c:pt idx="664">
                  <c:v>188258.91</c:v>
                </c:pt>
                <c:pt idx="665">
                  <c:v>192201.16</c:v>
                </c:pt>
                <c:pt idx="666">
                  <c:v>195129.25</c:v>
                </c:pt>
                <c:pt idx="667">
                  <c:v>197323.87</c:v>
                </c:pt>
                <c:pt idx="668">
                  <c:v>198000.71</c:v>
                </c:pt>
                <c:pt idx="669">
                  <c:v>198657.33</c:v>
                </c:pt>
                <c:pt idx="670">
                  <c:v>197737.61</c:v>
                </c:pt>
                <c:pt idx="671">
                  <c:v>196818.59</c:v>
                </c:pt>
                <c:pt idx="672">
                  <c:v>195733.51</c:v>
                </c:pt>
                <c:pt idx="673">
                  <c:v>196132.06</c:v>
                </c:pt>
                <c:pt idx="674">
                  <c:v>192888.95999999999</c:v>
                </c:pt>
                <c:pt idx="675">
                  <c:v>191378.43</c:v>
                </c:pt>
                <c:pt idx="676">
                  <c:v>190745.02</c:v>
                </c:pt>
                <c:pt idx="677">
                  <c:v>189578.79</c:v>
                </c:pt>
                <c:pt idx="678">
                  <c:v>188618.69</c:v>
                </c:pt>
                <c:pt idx="679">
                  <c:v>184750.42</c:v>
                </c:pt>
                <c:pt idx="680">
                  <c:v>187317.64</c:v>
                </c:pt>
                <c:pt idx="681">
                  <c:v>185600.12</c:v>
                </c:pt>
                <c:pt idx="682">
                  <c:v>186753.82</c:v>
                </c:pt>
                <c:pt idx="683">
                  <c:v>187690.86</c:v>
                </c:pt>
                <c:pt idx="684">
                  <c:v>183218.26</c:v>
                </c:pt>
                <c:pt idx="685">
                  <c:v>184108.29</c:v>
                </c:pt>
                <c:pt idx="686">
                  <c:v>181908.87</c:v>
                </c:pt>
                <c:pt idx="687">
                  <c:v>180342.33</c:v>
                </c:pt>
                <c:pt idx="688">
                  <c:v>177098.29</c:v>
                </c:pt>
                <c:pt idx="689">
                  <c:v>178365.86</c:v>
                </c:pt>
                <c:pt idx="690">
                  <c:v>177283.83</c:v>
                </c:pt>
                <c:pt idx="691">
                  <c:v>176975.82</c:v>
                </c:pt>
                <c:pt idx="692">
                  <c:v>174278.86</c:v>
                </c:pt>
                <c:pt idx="693">
                  <c:v>177355.73</c:v>
                </c:pt>
                <c:pt idx="694">
                  <c:v>177649.86</c:v>
                </c:pt>
                <c:pt idx="695">
                  <c:v>176209.61</c:v>
                </c:pt>
                <c:pt idx="696">
                  <c:v>177815.72</c:v>
                </c:pt>
                <c:pt idx="697">
                  <c:v>176589.03</c:v>
                </c:pt>
                <c:pt idx="698">
                  <c:v>175744.37</c:v>
                </c:pt>
                <c:pt idx="699">
                  <c:v>175063.41</c:v>
                </c:pt>
                <c:pt idx="700">
                  <c:v>173787.49</c:v>
                </c:pt>
                <c:pt idx="701">
                  <c:v>172197.46</c:v>
                </c:pt>
                <c:pt idx="702">
                  <c:v>174197.64</c:v>
                </c:pt>
                <c:pt idx="703">
                  <c:v>170330.63</c:v>
                </c:pt>
                <c:pt idx="704">
                  <c:v>169019.12</c:v>
                </c:pt>
                <c:pt idx="705">
                  <c:v>168668.72</c:v>
                </c:pt>
                <c:pt idx="706">
                  <c:v>169813.15</c:v>
                </c:pt>
                <c:pt idx="707">
                  <c:v>168619.26</c:v>
                </c:pt>
                <c:pt idx="708">
                  <c:v>171497.24</c:v>
                </c:pt>
                <c:pt idx="709">
                  <c:v>171132.66</c:v>
                </c:pt>
                <c:pt idx="710">
                  <c:v>170415.13</c:v>
                </c:pt>
                <c:pt idx="711">
                  <c:v>169648.47</c:v>
                </c:pt>
                <c:pt idx="712">
                  <c:v>168453.93</c:v>
                </c:pt>
                <c:pt idx="713">
                  <c:v>168277.55</c:v>
                </c:pt>
                <c:pt idx="714">
                  <c:v>168333.61</c:v>
                </c:pt>
                <c:pt idx="715">
                  <c:v>170370.38</c:v>
                </c:pt>
                <c:pt idx="716">
                  <c:v>171258.87</c:v>
                </c:pt>
                <c:pt idx="717">
                  <c:v>170506.66</c:v>
                </c:pt>
                <c:pt idx="718">
                  <c:v>171990.2</c:v>
                </c:pt>
                <c:pt idx="719">
                  <c:v>173295.14</c:v>
                </c:pt>
                <c:pt idx="720">
                  <c:v>173205.35</c:v>
                </c:pt>
                <c:pt idx="721">
                  <c:v>172024.12</c:v>
                </c:pt>
                <c:pt idx="722">
                  <c:v>171688.61</c:v>
                </c:pt>
                <c:pt idx="723">
                  <c:v>172787.62</c:v>
                </c:pt>
                <c:pt idx="724">
                  <c:v>174070.27</c:v>
                </c:pt>
                <c:pt idx="725">
                  <c:v>172447.58</c:v>
                </c:pt>
                <c:pt idx="726">
                  <c:v>172020.68</c:v>
                </c:pt>
                <c:pt idx="727">
                  <c:v>170653.45</c:v>
                </c:pt>
                <c:pt idx="728">
                  <c:v>172742.12</c:v>
                </c:pt>
                <c:pt idx="729">
                  <c:v>177866.37</c:v>
                </c:pt>
                <c:pt idx="730">
                  <c:v>175739.08</c:v>
                </c:pt>
                <c:pt idx="731">
                  <c:v>176641.1</c:v>
                </c:pt>
                <c:pt idx="732">
                  <c:v>176010.9</c:v>
                </c:pt>
                <c:pt idx="733">
                  <c:v>173825.27</c:v>
                </c:pt>
                <c:pt idx="734">
                  <c:v>173714.08</c:v>
                </c:pt>
                <c:pt idx="735">
                  <c:v>173371.35</c:v>
                </c:pt>
                <c:pt idx="736">
                  <c:v>173325.65</c:v>
                </c:pt>
                <c:pt idx="737">
                  <c:v>177547.57</c:v>
                </c:pt>
                <c:pt idx="738">
                  <c:v>176723.62</c:v>
                </c:pt>
                <c:pt idx="739">
                  <c:v>174041.95</c:v>
                </c:pt>
                <c:pt idx="740">
                  <c:v>175334.46</c:v>
                </c:pt>
                <c:pt idx="741">
                  <c:v>176564.75</c:v>
                </c:pt>
                <c:pt idx="742">
                  <c:v>173885.34</c:v>
                </c:pt>
                <c:pt idx="743">
                  <c:v>177158.86</c:v>
                </c:pt>
                <c:pt idx="744">
                  <c:v>177999</c:v>
                </c:pt>
                <c:pt idx="745">
                  <c:v>178000.24</c:v>
                </c:pt>
                <c:pt idx="746">
                  <c:v>177894.97</c:v>
                </c:pt>
                <c:pt idx="747">
                  <c:v>177726.17</c:v>
                </c:pt>
                <c:pt idx="748">
                  <c:v>175546.36</c:v>
                </c:pt>
                <c:pt idx="749">
                  <c:v>172513.42</c:v>
                </c:pt>
                <c:pt idx="750">
                  <c:v>172179.93</c:v>
                </c:pt>
                <c:pt idx="751">
                  <c:v>167874.64</c:v>
                </c:pt>
                <c:pt idx="752">
                  <c:v>167491.07</c:v>
                </c:pt>
                <c:pt idx="753">
                  <c:v>167100.95000000001</c:v>
                </c:pt>
                <c:pt idx="754">
                  <c:v>166934.20000000001</c:v>
                </c:pt>
                <c:pt idx="755">
                  <c:v>166783.57</c:v>
                </c:pt>
                <c:pt idx="756">
                  <c:v>166334.85999999999</c:v>
                </c:pt>
                <c:pt idx="757">
                  <c:v>167830.27</c:v>
                </c:pt>
                <c:pt idx="758">
                  <c:v>167927.15</c:v>
                </c:pt>
                <c:pt idx="759">
                  <c:v>171031.73</c:v>
                </c:pt>
                <c:pt idx="760">
                  <c:v>171906.72</c:v>
                </c:pt>
                <c:pt idx="761">
                  <c:v>174576.8</c:v>
                </c:pt>
                <c:pt idx="762">
                  <c:v>174586.26</c:v>
                </c:pt>
                <c:pt idx="763">
                  <c:v>175135.41</c:v>
                </c:pt>
                <c:pt idx="764">
                  <c:v>175664.62</c:v>
                </c:pt>
                <c:pt idx="765">
                  <c:v>177418.78</c:v>
                </c:pt>
                <c:pt idx="766">
                  <c:v>179722.48</c:v>
                </c:pt>
                <c:pt idx="767">
                  <c:v>185205.09</c:v>
                </c:pt>
                <c:pt idx="768">
                  <c:v>185188.13</c:v>
                </c:pt>
                <c:pt idx="769">
                  <c:v>185147.15</c:v>
                </c:pt>
                <c:pt idx="770">
                  <c:v>187366.84</c:v>
                </c:pt>
                <c:pt idx="771">
                  <c:v>185629.04</c:v>
                </c:pt>
                <c:pt idx="772">
                  <c:v>188268.59</c:v>
                </c:pt>
                <c:pt idx="773">
                  <c:v>187206.89</c:v>
                </c:pt>
                <c:pt idx="774">
                  <c:v>185500.88</c:v>
                </c:pt>
                <c:pt idx="775">
                  <c:v>186502.64</c:v>
                </c:pt>
                <c:pt idx="776">
                  <c:v>185547.66</c:v>
                </c:pt>
                <c:pt idx="777">
                  <c:v>185992.03</c:v>
                </c:pt>
                <c:pt idx="778">
                  <c:v>185229.17</c:v>
                </c:pt>
                <c:pt idx="779">
                  <c:v>186595.6</c:v>
                </c:pt>
                <c:pt idx="780">
                  <c:v>187422.92</c:v>
                </c:pt>
                <c:pt idx="781">
                  <c:v>185814.09</c:v>
                </c:pt>
                <c:pt idx="782">
                  <c:v>183965.91</c:v>
                </c:pt>
                <c:pt idx="783">
                  <c:v>183476.86</c:v>
                </c:pt>
                <c:pt idx="784">
                  <c:v>182991.13</c:v>
                </c:pt>
                <c:pt idx="785">
                  <c:v>183827.59</c:v>
                </c:pt>
                <c:pt idx="786">
                  <c:v>186340.46</c:v>
                </c:pt>
                <c:pt idx="787">
                  <c:v>187197.46</c:v>
                </c:pt>
                <c:pt idx="788">
                  <c:v>192114.55</c:v>
                </c:pt>
                <c:pt idx="789">
                  <c:v>206911.89</c:v>
                </c:pt>
                <c:pt idx="790">
                  <c:v>205835.29</c:v>
                </c:pt>
                <c:pt idx="791">
                  <c:v>204302.33</c:v>
                </c:pt>
                <c:pt idx="792">
                  <c:v>206220.24</c:v>
                </c:pt>
                <c:pt idx="793">
                  <c:v>209066.9</c:v>
                </c:pt>
                <c:pt idx="794">
                  <c:v>206887.52</c:v>
                </c:pt>
                <c:pt idx="795">
                  <c:v>206505.98</c:v>
                </c:pt>
                <c:pt idx="796">
                  <c:v>204324.26</c:v>
                </c:pt>
                <c:pt idx="797">
                  <c:v>205430.33</c:v>
                </c:pt>
                <c:pt idx="798">
                  <c:v>205079.25</c:v>
                </c:pt>
                <c:pt idx="799">
                  <c:v>208295.98</c:v>
                </c:pt>
                <c:pt idx="800">
                  <c:v>206495.23</c:v>
                </c:pt>
                <c:pt idx="801">
                  <c:v>204120.12</c:v>
                </c:pt>
                <c:pt idx="802">
                  <c:v>205082.56</c:v>
                </c:pt>
                <c:pt idx="803">
                  <c:v>176608.23</c:v>
                </c:pt>
                <c:pt idx="804">
                  <c:v>175710.05</c:v>
                </c:pt>
                <c:pt idx="805">
                  <c:v>171006.1</c:v>
                </c:pt>
                <c:pt idx="806">
                  <c:v>169186.42</c:v>
                </c:pt>
              </c:numCache>
            </c:numRef>
          </c:val>
          <c:smooth val="0"/>
          <c:extLst>
            <c:ext xmlns:c16="http://schemas.microsoft.com/office/drawing/2014/chart" uri="{C3380CC4-5D6E-409C-BE32-E72D297353CC}">
              <c16:uniqueId val="{00000002-155F-4D7F-A945-62D01CCBA7F9}"/>
            </c:ext>
          </c:extLst>
        </c:ser>
        <c:dLbls>
          <c:showLegendKey val="0"/>
          <c:showVal val="0"/>
          <c:showCatName val="0"/>
          <c:showSerName val="0"/>
          <c:showPercent val="0"/>
          <c:showBubbleSize val="0"/>
        </c:dLbls>
        <c:marker val="1"/>
        <c:smooth val="0"/>
        <c:axId val="570418784"/>
        <c:axId val="570408224"/>
      </c:lineChart>
      <c:dateAx>
        <c:axId val="338703552"/>
        <c:scaling>
          <c:orientation val="minMax"/>
        </c:scaling>
        <c:delete val="0"/>
        <c:axPos val="b"/>
        <c:numFmt formatCode="[$-409]mmm\-yy;@" sourceLinked="0"/>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38698752"/>
        <c:crosses val="autoZero"/>
        <c:auto val="1"/>
        <c:lblOffset val="100"/>
        <c:baseTimeUnit val="days"/>
      </c:dateAx>
      <c:valAx>
        <c:axId val="338698752"/>
        <c:scaling>
          <c:orientation val="minMax"/>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38703552"/>
        <c:crosses val="autoZero"/>
        <c:crossBetween val="between"/>
        <c:majorUnit val="1"/>
      </c:valAx>
      <c:valAx>
        <c:axId val="570408224"/>
        <c:scaling>
          <c:orientation val="minMax"/>
          <c:min val="100000"/>
        </c:scaling>
        <c:delete val="0"/>
        <c:axPos val="r"/>
        <c:numFmt formatCode="0&quot;,&quot;000" sourceLinked="0"/>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570418784"/>
        <c:crosses val="max"/>
        <c:crossBetween val="between"/>
      </c:valAx>
      <c:dateAx>
        <c:axId val="570418784"/>
        <c:scaling>
          <c:orientation val="minMax"/>
        </c:scaling>
        <c:delete val="1"/>
        <c:axPos val="b"/>
        <c:numFmt formatCode="m/d/yyyy" sourceLinked="1"/>
        <c:majorTickMark val="out"/>
        <c:minorTickMark val="none"/>
        <c:tickLblPos val="nextTo"/>
        <c:crossAx val="570408224"/>
        <c:crosses val="autoZero"/>
        <c:auto val="1"/>
        <c:lblOffset val="100"/>
        <c:baseTimeUnit val="days"/>
        <c:majorUnit val="1"/>
        <c:minorUnit val="1"/>
      </c:date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10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After extreme optimism (index at 100, 11x)</c:v>
          </c:tx>
          <c:spPr>
            <a:ln w="28575">
              <a:solidFill>
                <a:schemeClr val="accent3"/>
              </a:solidFill>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00-FB1C-4BBB-8723-0501A072F42C}"/>
                </c:ext>
              </c:extLst>
            </c:dLbl>
            <c:dLbl>
              <c:idx val="1"/>
              <c:delete val="1"/>
              <c:extLst>
                <c:ext xmlns:c15="http://schemas.microsoft.com/office/drawing/2012/chart" uri="{CE6537A1-D6FC-4f65-9D91-7224C49458BB}"/>
                <c:ext xmlns:c16="http://schemas.microsoft.com/office/drawing/2014/chart" uri="{C3380CC4-5D6E-409C-BE32-E72D297353CC}">
                  <c16:uniqueId val="{00000001-FB1C-4BBB-8723-0501A072F42C}"/>
                </c:ext>
              </c:extLst>
            </c:dLbl>
            <c:dLbl>
              <c:idx val="2"/>
              <c:delete val="1"/>
              <c:extLst>
                <c:ext xmlns:c15="http://schemas.microsoft.com/office/drawing/2012/chart" uri="{CE6537A1-D6FC-4f65-9D91-7224C49458BB}"/>
                <c:ext xmlns:c16="http://schemas.microsoft.com/office/drawing/2014/chart" uri="{C3380CC4-5D6E-409C-BE32-E72D297353CC}">
                  <c16:uniqueId val="{00000002-FB1C-4BBB-8723-0501A072F42C}"/>
                </c:ext>
              </c:extLst>
            </c:dLbl>
            <c:dLbl>
              <c:idx val="3"/>
              <c:delete val="1"/>
              <c:extLst>
                <c:ext xmlns:c15="http://schemas.microsoft.com/office/drawing/2012/chart" uri="{CE6537A1-D6FC-4f65-9D91-7224C49458BB}"/>
                <c:ext xmlns:c16="http://schemas.microsoft.com/office/drawing/2014/chart" uri="{C3380CC4-5D6E-409C-BE32-E72D297353CC}">
                  <c16:uniqueId val="{00000003-FB1C-4BBB-8723-0501A072F42C}"/>
                </c:ext>
              </c:extLst>
            </c:dLbl>
            <c:dLbl>
              <c:idx val="4"/>
              <c:delete val="1"/>
              <c:extLst>
                <c:ext xmlns:c15="http://schemas.microsoft.com/office/drawing/2012/chart" uri="{CE6537A1-D6FC-4f65-9D91-7224C49458BB}"/>
                <c:ext xmlns:c16="http://schemas.microsoft.com/office/drawing/2014/chart" uri="{C3380CC4-5D6E-409C-BE32-E72D297353CC}">
                  <c16:uniqueId val="{00000004-FB1C-4BBB-8723-0501A072F42C}"/>
                </c:ext>
              </c:extLst>
            </c:dLbl>
            <c:dLbl>
              <c:idx val="5"/>
              <c:delete val="1"/>
              <c:extLst>
                <c:ext xmlns:c15="http://schemas.microsoft.com/office/drawing/2012/chart" uri="{CE6537A1-D6FC-4f65-9D91-7224C49458BB}"/>
                <c:ext xmlns:c16="http://schemas.microsoft.com/office/drawing/2014/chart" uri="{C3380CC4-5D6E-409C-BE32-E72D297353CC}">
                  <c16:uniqueId val="{00000005-FB1C-4BBB-8723-0501A072F42C}"/>
                </c:ext>
              </c:extLst>
            </c:dLbl>
            <c:dLbl>
              <c:idx val="6"/>
              <c:delete val="1"/>
              <c:extLst>
                <c:ext xmlns:c15="http://schemas.microsoft.com/office/drawing/2012/chart" uri="{CE6537A1-D6FC-4f65-9D91-7224C49458BB}"/>
                <c:ext xmlns:c16="http://schemas.microsoft.com/office/drawing/2014/chart" uri="{C3380CC4-5D6E-409C-BE32-E72D297353CC}">
                  <c16:uniqueId val="{00000006-FB1C-4BBB-8723-0501A072F42C}"/>
                </c:ext>
              </c:extLst>
            </c:dLbl>
            <c:dLbl>
              <c:idx val="7"/>
              <c:delete val="1"/>
              <c:extLst>
                <c:ext xmlns:c15="http://schemas.microsoft.com/office/drawing/2012/chart" uri="{CE6537A1-D6FC-4f65-9D91-7224C49458BB}"/>
                <c:ext xmlns:c16="http://schemas.microsoft.com/office/drawing/2014/chart" uri="{C3380CC4-5D6E-409C-BE32-E72D297353CC}">
                  <c16:uniqueId val="{00000007-FB1C-4BBB-8723-0501A072F42C}"/>
                </c:ext>
              </c:extLst>
            </c:dLbl>
            <c:dLbl>
              <c:idx val="8"/>
              <c:delete val="1"/>
              <c:extLst>
                <c:ext xmlns:c15="http://schemas.microsoft.com/office/drawing/2012/chart" uri="{CE6537A1-D6FC-4f65-9D91-7224C49458BB}"/>
                <c:ext xmlns:c16="http://schemas.microsoft.com/office/drawing/2014/chart" uri="{C3380CC4-5D6E-409C-BE32-E72D297353CC}">
                  <c16:uniqueId val="{00000008-FB1C-4BBB-8723-0501A072F42C}"/>
                </c:ext>
              </c:extLst>
            </c:dLbl>
            <c:dLbl>
              <c:idx val="9"/>
              <c:delete val="1"/>
              <c:extLst>
                <c:ext xmlns:c15="http://schemas.microsoft.com/office/drawing/2012/chart" uri="{CE6537A1-D6FC-4f65-9D91-7224C49458BB}"/>
                <c:ext xmlns:c16="http://schemas.microsoft.com/office/drawing/2014/chart" uri="{C3380CC4-5D6E-409C-BE32-E72D297353CC}">
                  <c16:uniqueId val="{00000009-FB1C-4BBB-8723-0501A072F42C}"/>
                </c:ext>
              </c:extLst>
            </c:dLbl>
            <c:dLbl>
              <c:idx val="10"/>
              <c:delete val="1"/>
              <c:extLst>
                <c:ext xmlns:c15="http://schemas.microsoft.com/office/drawing/2012/chart" uri="{CE6537A1-D6FC-4f65-9D91-7224C49458BB}"/>
                <c:ext xmlns:c16="http://schemas.microsoft.com/office/drawing/2014/chart" uri="{C3380CC4-5D6E-409C-BE32-E72D297353CC}">
                  <c16:uniqueId val="{0000000A-FB1C-4BBB-8723-0501A072F42C}"/>
                </c:ext>
              </c:extLst>
            </c:dLbl>
            <c:dLbl>
              <c:idx val="11"/>
              <c:delete val="1"/>
              <c:extLst>
                <c:ext xmlns:c15="http://schemas.microsoft.com/office/drawing/2012/chart" uri="{CE6537A1-D6FC-4f65-9D91-7224C49458BB}"/>
                <c:ext xmlns:c16="http://schemas.microsoft.com/office/drawing/2014/chart" uri="{C3380CC4-5D6E-409C-BE32-E72D297353CC}">
                  <c16:uniqueId val="{0000000B-FB1C-4BBB-8723-0501A072F42C}"/>
                </c:ext>
              </c:extLst>
            </c:dLbl>
            <c:dLbl>
              <c:idx val="12"/>
              <c:delete val="1"/>
              <c:extLst>
                <c:ext xmlns:c15="http://schemas.microsoft.com/office/drawing/2012/chart" uri="{CE6537A1-D6FC-4f65-9D91-7224C49458BB}"/>
                <c:ext xmlns:c16="http://schemas.microsoft.com/office/drawing/2014/chart" uri="{C3380CC4-5D6E-409C-BE32-E72D297353CC}">
                  <c16:uniqueId val="{0000000C-FB1C-4BBB-8723-0501A072F42C}"/>
                </c:ext>
              </c:extLst>
            </c:dLbl>
            <c:dLbl>
              <c:idx val="13"/>
              <c:delete val="1"/>
              <c:extLst>
                <c:ext xmlns:c15="http://schemas.microsoft.com/office/drawing/2012/chart" uri="{CE6537A1-D6FC-4f65-9D91-7224C49458BB}"/>
                <c:ext xmlns:c16="http://schemas.microsoft.com/office/drawing/2014/chart" uri="{C3380CC4-5D6E-409C-BE32-E72D297353CC}">
                  <c16:uniqueId val="{0000000D-FB1C-4BBB-8723-0501A072F42C}"/>
                </c:ext>
              </c:extLst>
            </c:dLbl>
            <c:dLbl>
              <c:idx val="14"/>
              <c:delete val="1"/>
              <c:extLst>
                <c:ext xmlns:c15="http://schemas.microsoft.com/office/drawing/2012/chart" uri="{CE6537A1-D6FC-4f65-9D91-7224C49458BB}"/>
                <c:ext xmlns:c16="http://schemas.microsoft.com/office/drawing/2014/chart" uri="{C3380CC4-5D6E-409C-BE32-E72D297353CC}">
                  <c16:uniqueId val="{0000000E-FB1C-4BBB-8723-0501A072F42C}"/>
                </c:ext>
              </c:extLst>
            </c:dLbl>
            <c:dLbl>
              <c:idx val="15"/>
              <c:delete val="1"/>
              <c:extLst>
                <c:ext xmlns:c15="http://schemas.microsoft.com/office/drawing/2012/chart" uri="{CE6537A1-D6FC-4f65-9D91-7224C49458BB}"/>
                <c:ext xmlns:c16="http://schemas.microsoft.com/office/drawing/2014/chart" uri="{C3380CC4-5D6E-409C-BE32-E72D297353CC}">
                  <c16:uniqueId val="{0000000F-FB1C-4BBB-8723-0501A072F42C}"/>
                </c:ext>
              </c:extLst>
            </c:dLbl>
            <c:dLbl>
              <c:idx val="16"/>
              <c:delete val="1"/>
              <c:extLst>
                <c:ext xmlns:c15="http://schemas.microsoft.com/office/drawing/2012/chart" uri="{CE6537A1-D6FC-4f65-9D91-7224C49458BB}"/>
                <c:ext xmlns:c16="http://schemas.microsoft.com/office/drawing/2014/chart" uri="{C3380CC4-5D6E-409C-BE32-E72D297353CC}">
                  <c16:uniqueId val="{00000010-FB1C-4BBB-8723-0501A072F42C}"/>
                </c:ext>
              </c:extLst>
            </c:dLbl>
            <c:dLbl>
              <c:idx val="17"/>
              <c:delete val="1"/>
              <c:extLst>
                <c:ext xmlns:c15="http://schemas.microsoft.com/office/drawing/2012/chart" uri="{CE6537A1-D6FC-4f65-9D91-7224C49458BB}"/>
                <c:ext xmlns:c16="http://schemas.microsoft.com/office/drawing/2014/chart" uri="{C3380CC4-5D6E-409C-BE32-E72D297353CC}">
                  <c16:uniqueId val="{00000011-FB1C-4BBB-8723-0501A072F42C}"/>
                </c:ext>
              </c:extLst>
            </c:dLbl>
            <c:dLbl>
              <c:idx val="18"/>
              <c:delete val="1"/>
              <c:extLst>
                <c:ext xmlns:c15="http://schemas.microsoft.com/office/drawing/2012/chart" uri="{CE6537A1-D6FC-4f65-9D91-7224C49458BB}"/>
                <c:ext xmlns:c16="http://schemas.microsoft.com/office/drawing/2014/chart" uri="{C3380CC4-5D6E-409C-BE32-E72D297353CC}">
                  <c16:uniqueId val="{00000012-FB1C-4BBB-8723-0501A072F42C}"/>
                </c:ext>
              </c:extLst>
            </c:dLbl>
            <c:dLbl>
              <c:idx val="19"/>
              <c:delete val="1"/>
              <c:extLst>
                <c:ext xmlns:c15="http://schemas.microsoft.com/office/drawing/2012/chart" uri="{CE6537A1-D6FC-4f65-9D91-7224C49458BB}"/>
                <c:ext xmlns:c16="http://schemas.microsoft.com/office/drawing/2014/chart" uri="{C3380CC4-5D6E-409C-BE32-E72D297353CC}">
                  <c16:uniqueId val="{00000013-FB1C-4BBB-8723-0501A072F42C}"/>
                </c:ext>
              </c:extLst>
            </c:dLbl>
            <c:dLbl>
              <c:idx val="20"/>
              <c:delete val="1"/>
              <c:extLst>
                <c:ext xmlns:c15="http://schemas.microsoft.com/office/drawing/2012/chart" uri="{CE6537A1-D6FC-4f65-9D91-7224C49458BB}"/>
                <c:ext xmlns:c16="http://schemas.microsoft.com/office/drawing/2014/chart" uri="{C3380CC4-5D6E-409C-BE32-E72D297353CC}">
                  <c16:uniqueId val="{00000014-FB1C-4BBB-8723-0501A072F42C}"/>
                </c:ext>
              </c:extLst>
            </c:dLbl>
            <c:dLbl>
              <c:idx val="21"/>
              <c:delete val="1"/>
              <c:extLst>
                <c:ext xmlns:c15="http://schemas.microsoft.com/office/drawing/2012/chart" uri="{CE6537A1-D6FC-4f65-9D91-7224C49458BB}"/>
                <c:ext xmlns:c16="http://schemas.microsoft.com/office/drawing/2014/chart" uri="{C3380CC4-5D6E-409C-BE32-E72D297353CC}">
                  <c16:uniqueId val="{00000015-FB1C-4BBB-8723-0501A072F42C}"/>
                </c:ext>
              </c:extLst>
            </c:dLbl>
            <c:dLbl>
              <c:idx val="22"/>
              <c:delete val="1"/>
              <c:extLst>
                <c:ext xmlns:c15="http://schemas.microsoft.com/office/drawing/2012/chart" uri="{CE6537A1-D6FC-4f65-9D91-7224C49458BB}"/>
                <c:ext xmlns:c16="http://schemas.microsoft.com/office/drawing/2014/chart" uri="{C3380CC4-5D6E-409C-BE32-E72D297353CC}">
                  <c16:uniqueId val="{00000016-FB1C-4BBB-8723-0501A072F42C}"/>
                </c:ext>
              </c:extLst>
            </c:dLbl>
            <c:dLbl>
              <c:idx val="23"/>
              <c:delete val="1"/>
              <c:extLst>
                <c:ext xmlns:c15="http://schemas.microsoft.com/office/drawing/2012/chart" uri="{CE6537A1-D6FC-4f65-9D91-7224C49458BB}"/>
                <c:ext xmlns:c16="http://schemas.microsoft.com/office/drawing/2014/chart" uri="{C3380CC4-5D6E-409C-BE32-E72D297353CC}">
                  <c16:uniqueId val="{00000017-FB1C-4BBB-8723-0501A072F42C}"/>
                </c:ext>
              </c:extLst>
            </c:dLbl>
            <c:dLbl>
              <c:idx val="24"/>
              <c:delete val="1"/>
              <c:extLst>
                <c:ext xmlns:c15="http://schemas.microsoft.com/office/drawing/2012/chart" uri="{CE6537A1-D6FC-4f65-9D91-7224C49458BB}"/>
                <c:ext xmlns:c16="http://schemas.microsoft.com/office/drawing/2014/chart" uri="{C3380CC4-5D6E-409C-BE32-E72D297353CC}">
                  <c16:uniqueId val="{00000018-FB1C-4BBB-8723-0501A072F42C}"/>
                </c:ext>
              </c:extLst>
            </c:dLbl>
            <c:dLbl>
              <c:idx val="25"/>
              <c:delete val="1"/>
              <c:extLst>
                <c:ext xmlns:c15="http://schemas.microsoft.com/office/drawing/2012/chart" uri="{CE6537A1-D6FC-4f65-9D91-7224C49458BB}"/>
                <c:ext xmlns:c16="http://schemas.microsoft.com/office/drawing/2014/chart" uri="{C3380CC4-5D6E-409C-BE32-E72D297353CC}">
                  <c16:uniqueId val="{00000019-FB1C-4BBB-8723-0501A072F42C}"/>
                </c:ext>
              </c:extLst>
            </c:dLbl>
            <c:dLbl>
              <c:idx val="26"/>
              <c:delete val="1"/>
              <c:extLst>
                <c:ext xmlns:c15="http://schemas.microsoft.com/office/drawing/2012/chart" uri="{CE6537A1-D6FC-4f65-9D91-7224C49458BB}"/>
                <c:ext xmlns:c16="http://schemas.microsoft.com/office/drawing/2014/chart" uri="{C3380CC4-5D6E-409C-BE32-E72D297353CC}">
                  <c16:uniqueId val="{0000001A-FB1C-4BBB-8723-0501A072F42C}"/>
                </c:ext>
              </c:extLst>
            </c:dLbl>
            <c:dLbl>
              <c:idx val="27"/>
              <c:delete val="1"/>
              <c:extLst>
                <c:ext xmlns:c15="http://schemas.microsoft.com/office/drawing/2012/chart" uri="{CE6537A1-D6FC-4f65-9D91-7224C49458BB}"/>
                <c:ext xmlns:c16="http://schemas.microsoft.com/office/drawing/2014/chart" uri="{C3380CC4-5D6E-409C-BE32-E72D297353CC}">
                  <c16:uniqueId val="{0000001B-FB1C-4BBB-8723-0501A072F42C}"/>
                </c:ext>
              </c:extLst>
            </c:dLbl>
            <c:dLbl>
              <c:idx val="28"/>
              <c:delete val="1"/>
              <c:extLst>
                <c:ext xmlns:c15="http://schemas.microsoft.com/office/drawing/2012/chart" uri="{CE6537A1-D6FC-4f65-9D91-7224C49458BB}"/>
                <c:ext xmlns:c16="http://schemas.microsoft.com/office/drawing/2014/chart" uri="{C3380CC4-5D6E-409C-BE32-E72D297353CC}">
                  <c16:uniqueId val="{0000001C-FB1C-4BBB-8723-0501A072F42C}"/>
                </c:ext>
              </c:extLst>
            </c:dLbl>
            <c:dLbl>
              <c:idx val="29"/>
              <c:delete val="1"/>
              <c:extLst>
                <c:ext xmlns:c15="http://schemas.microsoft.com/office/drawing/2012/chart" uri="{CE6537A1-D6FC-4f65-9D91-7224C49458BB}"/>
                <c:ext xmlns:c16="http://schemas.microsoft.com/office/drawing/2014/chart" uri="{C3380CC4-5D6E-409C-BE32-E72D297353CC}">
                  <c16:uniqueId val="{0000001D-FB1C-4BBB-8723-0501A072F42C}"/>
                </c:ext>
              </c:extLst>
            </c:dLbl>
            <c:dLbl>
              <c:idx val="30"/>
              <c:delete val="1"/>
              <c:extLst>
                <c:ext xmlns:c15="http://schemas.microsoft.com/office/drawing/2012/chart" uri="{CE6537A1-D6FC-4f65-9D91-7224C49458BB}"/>
                <c:ext xmlns:c16="http://schemas.microsoft.com/office/drawing/2014/chart" uri="{C3380CC4-5D6E-409C-BE32-E72D297353CC}">
                  <c16:uniqueId val="{0000001E-FB1C-4BBB-8723-0501A072F42C}"/>
                </c:ext>
              </c:extLst>
            </c:dLbl>
            <c:dLbl>
              <c:idx val="31"/>
              <c:delete val="1"/>
              <c:extLst>
                <c:ext xmlns:c15="http://schemas.microsoft.com/office/drawing/2012/chart" uri="{CE6537A1-D6FC-4f65-9D91-7224C49458BB}"/>
                <c:ext xmlns:c16="http://schemas.microsoft.com/office/drawing/2014/chart" uri="{C3380CC4-5D6E-409C-BE32-E72D297353CC}">
                  <c16:uniqueId val="{0000001F-FB1C-4BBB-8723-0501A072F42C}"/>
                </c:ext>
              </c:extLst>
            </c:dLbl>
            <c:dLbl>
              <c:idx val="32"/>
              <c:delete val="1"/>
              <c:extLst>
                <c:ext xmlns:c15="http://schemas.microsoft.com/office/drawing/2012/chart" uri="{CE6537A1-D6FC-4f65-9D91-7224C49458BB}"/>
                <c:ext xmlns:c16="http://schemas.microsoft.com/office/drawing/2014/chart" uri="{C3380CC4-5D6E-409C-BE32-E72D297353CC}">
                  <c16:uniqueId val="{00000020-FB1C-4BBB-8723-0501A072F42C}"/>
                </c:ext>
              </c:extLst>
            </c:dLbl>
            <c:dLbl>
              <c:idx val="33"/>
              <c:delete val="1"/>
              <c:extLst>
                <c:ext xmlns:c15="http://schemas.microsoft.com/office/drawing/2012/chart" uri="{CE6537A1-D6FC-4f65-9D91-7224C49458BB}"/>
                <c:ext xmlns:c16="http://schemas.microsoft.com/office/drawing/2014/chart" uri="{C3380CC4-5D6E-409C-BE32-E72D297353CC}">
                  <c16:uniqueId val="{00000021-FB1C-4BBB-8723-0501A072F42C}"/>
                </c:ext>
              </c:extLst>
            </c:dLbl>
            <c:dLbl>
              <c:idx val="34"/>
              <c:delete val="1"/>
              <c:extLst>
                <c:ext xmlns:c15="http://schemas.microsoft.com/office/drawing/2012/chart" uri="{CE6537A1-D6FC-4f65-9D91-7224C49458BB}"/>
                <c:ext xmlns:c16="http://schemas.microsoft.com/office/drawing/2014/chart" uri="{C3380CC4-5D6E-409C-BE32-E72D297353CC}">
                  <c16:uniqueId val="{00000022-FB1C-4BBB-8723-0501A072F42C}"/>
                </c:ext>
              </c:extLst>
            </c:dLbl>
            <c:dLbl>
              <c:idx val="35"/>
              <c:delete val="1"/>
              <c:extLst>
                <c:ext xmlns:c15="http://schemas.microsoft.com/office/drawing/2012/chart" uri="{CE6537A1-D6FC-4f65-9D91-7224C49458BB}"/>
                <c:ext xmlns:c16="http://schemas.microsoft.com/office/drawing/2014/chart" uri="{C3380CC4-5D6E-409C-BE32-E72D297353CC}">
                  <c16:uniqueId val="{00000023-FB1C-4BBB-8723-0501A072F42C}"/>
                </c:ext>
              </c:extLst>
            </c:dLbl>
            <c:dLbl>
              <c:idx val="36"/>
              <c:delete val="1"/>
              <c:extLst>
                <c:ext xmlns:c15="http://schemas.microsoft.com/office/drawing/2012/chart" uri="{CE6537A1-D6FC-4f65-9D91-7224C49458BB}"/>
                <c:ext xmlns:c16="http://schemas.microsoft.com/office/drawing/2014/chart" uri="{C3380CC4-5D6E-409C-BE32-E72D297353CC}">
                  <c16:uniqueId val="{00000024-FB1C-4BBB-8723-0501A072F42C}"/>
                </c:ext>
              </c:extLst>
            </c:dLbl>
            <c:dLbl>
              <c:idx val="37"/>
              <c:delete val="1"/>
              <c:extLst>
                <c:ext xmlns:c15="http://schemas.microsoft.com/office/drawing/2012/chart" uri="{CE6537A1-D6FC-4f65-9D91-7224C49458BB}"/>
                <c:ext xmlns:c16="http://schemas.microsoft.com/office/drawing/2014/chart" uri="{C3380CC4-5D6E-409C-BE32-E72D297353CC}">
                  <c16:uniqueId val="{00000025-FB1C-4BBB-8723-0501A072F42C}"/>
                </c:ext>
              </c:extLst>
            </c:dLbl>
            <c:dLbl>
              <c:idx val="38"/>
              <c:delete val="1"/>
              <c:extLst>
                <c:ext xmlns:c15="http://schemas.microsoft.com/office/drawing/2012/chart" uri="{CE6537A1-D6FC-4f65-9D91-7224C49458BB}"/>
                <c:ext xmlns:c16="http://schemas.microsoft.com/office/drawing/2014/chart" uri="{C3380CC4-5D6E-409C-BE32-E72D297353CC}">
                  <c16:uniqueId val="{00000026-FB1C-4BBB-8723-0501A072F42C}"/>
                </c:ext>
              </c:extLst>
            </c:dLbl>
            <c:dLbl>
              <c:idx val="39"/>
              <c:delete val="1"/>
              <c:extLst>
                <c:ext xmlns:c15="http://schemas.microsoft.com/office/drawing/2012/chart" uri="{CE6537A1-D6FC-4f65-9D91-7224C49458BB}"/>
                <c:ext xmlns:c16="http://schemas.microsoft.com/office/drawing/2014/chart" uri="{C3380CC4-5D6E-409C-BE32-E72D297353CC}">
                  <c16:uniqueId val="{00000027-FB1C-4BBB-8723-0501A072F42C}"/>
                </c:ext>
              </c:extLst>
            </c:dLbl>
            <c:dLbl>
              <c:idx val="40"/>
              <c:delete val="1"/>
              <c:extLst>
                <c:ext xmlns:c15="http://schemas.microsoft.com/office/drawing/2012/chart" uri="{CE6537A1-D6FC-4f65-9D91-7224C49458BB}"/>
                <c:ext xmlns:c16="http://schemas.microsoft.com/office/drawing/2014/chart" uri="{C3380CC4-5D6E-409C-BE32-E72D297353CC}">
                  <c16:uniqueId val="{00000028-FB1C-4BBB-8723-0501A072F42C}"/>
                </c:ext>
              </c:extLst>
            </c:dLbl>
            <c:dLbl>
              <c:idx val="41"/>
              <c:delete val="1"/>
              <c:extLst>
                <c:ext xmlns:c15="http://schemas.microsoft.com/office/drawing/2012/chart" uri="{CE6537A1-D6FC-4f65-9D91-7224C49458BB}"/>
                <c:ext xmlns:c16="http://schemas.microsoft.com/office/drawing/2014/chart" uri="{C3380CC4-5D6E-409C-BE32-E72D297353CC}">
                  <c16:uniqueId val="{00000029-FB1C-4BBB-8723-0501A072F42C}"/>
                </c:ext>
              </c:extLst>
            </c:dLbl>
            <c:dLbl>
              <c:idx val="42"/>
              <c:delete val="1"/>
              <c:extLst>
                <c:ext xmlns:c15="http://schemas.microsoft.com/office/drawing/2012/chart" uri="{CE6537A1-D6FC-4f65-9D91-7224C49458BB}"/>
                <c:ext xmlns:c16="http://schemas.microsoft.com/office/drawing/2014/chart" uri="{C3380CC4-5D6E-409C-BE32-E72D297353CC}">
                  <c16:uniqueId val="{0000002A-FB1C-4BBB-8723-0501A072F42C}"/>
                </c:ext>
              </c:extLst>
            </c:dLbl>
            <c:dLbl>
              <c:idx val="43"/>
              <c:delete val="1"/>
              <c:extLst>
                <c:ext xmlns:c15="http://schemas.microsoft.com/office/drawing/2012/chart" uri="{CE6537A1-D6FC-4f65-9D91-7224C49458BB}"/>
                <c:ext xmlns:c16="http://schemas.microsoft.com/office/drawing/2014/chart" uri="{C3380CC4-5D6E-409C-BE32-E72D297353CC}">
                  <c16:uniqueId val="{0000002B-FB1C-4BBB-8723-0501A072F42C}"/>
                </c:ext>
              </c:extLst>
            </c:dLbl>
            <c:dLbl>
              <c:idx val="44"/>
              <c:delete val="1"/>
              <c:extLst>
                <c:ext xmlns:c15="http://schemas.microsoft.com/office/drawing/2012/chart" uri="{CE6537A1-D6FC-4f65-9D91-7224C49458BB}"/>
                <c:ext xmlns:c16="http://schemas.microsoft.com/office/drawing/2014/chart" uri="{C3380CC4-5D6E-409C-BE32-E72D297353CC}">
                  <c16:uniqueId val="{0000002C-FB1C-4BBB-8723-0501A072F42C}"/>
                </c:ext>
              </c:extLst>
            </c:dLbl>
            <c:dLbl>
              <c:idx val="45"/>
              <c:delete val="1"/>
              <c:extLst>
                <c:ext xmlns:c15="http://schemas.microsoft.com/office/drawing/2012/chart" uri="{CE6537A1-D6FC-4f65-9D91-7224C49458BB}"/>
                <c:ext xmlns:c16="http://schemas.microsoft.com/office/drawing/2014/chart" uri="{C3380CC4-5D6E-409C-BE32-E72D297353CC}">
                  <c16:uniqueId val="{0000002D-FB1C-4BBB-8723-0501A072F42C}"/>
                </c:ext>
              </c:extLst>
            </c:dLbl>
            <c:dLbl>
              <c:idx val="46"/>
              <c:delete val="1"/>
              <c:extLst>
                <c:ext xmlns:c15="http://schemas.microsoft.com/office/drawing/2012/chart" uri="{CE6537A1-D6FC-4f65-9D91-7224C49458BB}"/>
                <c:ext xmlns:c16="http://schemas.microsoft.com/office/drawing/2014/chart" uri="{C3380CC4-5D6E-409C-BE32-E72D297353CC}">
                  <c16:uniqueId val="{0000002E-FB1C-4BBB-8723-0501A072F42C}"/>
                </c:ext>
              </c:extLst>
            </c:dLbl>
            <c:dLbl>
              <c:idx val="47"/>
              <c:delete val="1"/>
              <c:extLst>
                <c:ext xmlns:c15="http://schemas.microsoft.com/office/drawing/2012/chart" uri="{CE6537A1-D6FC-4f65-9D91-7224C49458BB}"/>
                <c:ext xmlns:c16="http://schemas.microsoft.com/office/drawing/2014/chart" uri="{C3380CC4-5D6E-409C-BE32-E72D297353CC}">
                  <c16:uniqueId val="{0000002F-FB1C-4BBB-8723-0501A072F42C}"/>
                </c:ext>
              </c:extLst>
            </c:dLbl>
            <c:dLbl>
              <c:idx val="48"/>
              <c:delete val="1"/>
              <c:extLst>
                <c:ext xmlns:c15="http://schemas.microsoft.com/office/drawing/2012/chart" uri="{CE6537A1-D6FC-4f65-9D91-7224C49458BB}"/>
                <c:ext xmlns:c16="http://schemas.microsoft.com/office/drawing/2014/chart" uri="{C3380CC4-5D6E-409C-BE32-E72D297353CC}">
                  <c16:uniqueId val="{00000030-FB1C-4BBB-8723-0501A072F42C}"/>
                </c:ext>
              </c:extLst>
            </c:dLbl>
            <c:dLbl>
              <c:idx val="49"/>
              <c:delete val="1"/>
              <c:extLst>
                <c:ext xmlns:c15="http://schemas.microsoft.com/office/drawing/2012/chart" uri="{CE6537A1-D6FC-4f65-9D91-7224C49458BB}"/>
                <c:ext xmlns:c16="http://schemas.microsoft.com/office/drawing/2014/chart" uri="{C3380CC4-5D6E-409C-BE32-E72D297353CC}">
                  <c16:uniqueId val="{00000031-FB1C-4BBB-8723-0501A072F42C}"/>
                </c:ext>
              </c:extLst>
            </c:dLbl>
            <c:dLbl>
              <c:idx val="50"/>
              <c:delete val="1"/>
              <c:extLst>
                <c:ext xmlns:c15="http://schemas.microsoft.com/office/drawing/2012/chart" uri="{CE6537A1-D6FC-4f65-9D91-7224C49458BB}"/>
                <c:ext xmlns:c16="http://schemas.microsoft.com/office/drawing/2014/chart" uri="{C3380CC4-5D6E-409C-BE32-E72D297353CC}">
                  <c16:uniqueId val="{00000032-FB1C-4BBB-8723-0501A072F42C}"/>
                </c:ext>
              </c:extLst>
            </c:dLbl>
            <c:dLbl>
              <c:idx val="51"/>
              <c:delete val="1"/>
              <c:extLst>
                <c:ext xmlns:c15="http://schemas.microsoft.com/office/drawing/2012/chart" uri="{CE6537A1-D6FC-4f65-9D91-7224C49458BB}"/>
                <c:ext xmlns:c16="http://schemas.microsoft.com/office/drawing/2014/chart" uri="{C3380CC4-5D6E-409C-BE32-E72D297353CC}">
                  <c16:uniqueId val="{00000033-FB1C-4BBB-8723-0501A072F42C}"/>
                </c:ext>
              </c:extLst>
            </c:dLbl>
            <c:dLbl>
              <c:idx val="52"/>
              <c:delete val="1"/>
              <c:extLst>
                <c:ext xmlns:c15="http://schemas.microsoft.com/office/drawing/2012/chart" uri="{CE6537A1-D6FC-4f65-9D91-7224C49458BB}"/>
                <c:ext xmlns:c16="http://schemas.microsoft.com/office/drawing/2014/chart" uri="{C3380CC4-5D6E-409C-BE32-E72D297353CC}">
                  <c16:uniqueId val="{00000034-FB1C-4BBB-8723-0501A072F42C}"/>
                </c:ext>
              </c:extLst>
            </c:dLbl>
            <c:dLbl>
              <c:idx val="53"/>
              <c:delete val="1"/>
              <c:extLst>
                <c:ext xmlns:c15="http://schemas.microsoft.com/office/drawing/2012/chart" uri="{CE6537A1-D6FC-4f65-9D91-7224C49458BB}"/>
                <c:ext xmlns:c16="http://schemas.microsoft.com/office/drawing/2014/chart" uri="{C3380CC4-5D6E-409C-BE32-E72D297353CC}">
                  <c16:uniqueId val="{00000035-FB1C-4BBB-8723-0501A072F42C}"/>
                </c:ext>
              </c:extLst>
            </c:dLbl>
            <c:dLbl>
              <c:idx val="54"/>
              <c:delete val="1"/>
              <c:extLst>
                <c:ext xmlns:c15="http://schemas.microsoft.com/office/drawing/2012/chart" uri="{CE6537A1-D6FC-4f65-9D91-7224C49458BB}"/>
                <c:ext xmlns:c16="http://schemas.microsoft.com/office/drawing/2014/chart" uri="{C3380CC4-5D6E-409C-BE32-E72D297353CC}">
                  <c16:uniqueId val="{00000036-FB1C-4BBB-8723-0501A072F42C}"/>
                </c:ext>
              </c:extLst>
            </c:dLbl>
            <c:dLbl>
              <c:idx val="55"/>
              <c:delete val="1"/>
              <c:extLst>
                <c:ext xmlns:c15="http://schemas.microsoft.com/office/drawing/2012/chart" uri="{CE6537A1-D6FC-4f65-9D91-7224C49458BB}"/>
                <c:ext xmlns:c16="http://schemas.microsoft.com/office/drawing/2014/chart" uri="{C3380CC4-5D6E-409C-BE32-E72D297353CC}">
                  <c16:uniqueId val="{00000037-FB1C-4BBB-8723-0501A072F42C}"/>
                </c:ext>
              </c:extLst>
            </c:dLbl>
            <c:dLbl>
              <c:idx val="56"/>
              <c:delete val="1"/>
              <c:extLst>
                <c:ext xmlns:c15="http://schemas.microsoft.com/office/drawing/2012/chart" uri="{CE6537A1-D6FC-4f65-9D91-7224C49458BB}"/>
                <c:ext xmlns:c16="http://schemas.microsoft.com/office/drawing/2014/chart" uri="{C3380CC4-5D6E-409C-BE32-E72D297353CC}">
                  <c16:uniqueId val="{00000038-FB1C-4BBB-8723-0501A072F42C}"/>
                </c:ext>
              </c:extLst>
            </c:dLbl>
            <c:dLbl>
              <c:idx val="57"/>
              <c:delete val="1"/>
              <c:extLst>
                <c:ext xmlns:c15="http://schemas.microsoft.com/office/drawing/2012/chart" uri="{CE6537A1-D6FC-4f65-9D91-7224C49458BB}"/>
                <c:ext xmlns:c16="http://schemas.microsoft.com/office/drawing/2014/chart" uri="{C3380CC4-5D6E-409C-BE32-E72D297353CC}">
                  <c16:uniqueId val="{00000039-FB1C-4BBB-8723-0501A072F42C}"/>
                </c:ext>
              </c:extLst>
            </c:dLbl>
            <c:dLbl>
              <c:idx val="58"/>
              <c:delete val="1"/>
              <c:extLst>
                <c:ext xmlns:c15="http://schemas.microsoft.com/office/drawing/2012/chart" uri="{CE6537A1-D6FC-4f65-9D91-7224C49458BB}"/>
                <c:ext xmlns:c16="http://schemas.microsoft.com/office/drawing/2014/chart" uri="{C3380CC4-5D6E-409C-BE32-E72D297353CC}">
                  <c16:uniqueId val="{0000003A-FB1C-4BBB-8723-0501A072F42C}"/>
                </c:ext>
              </c:extLst>
            </c:dLbl>
            <c:dLbl>
              <c:idx val="59"/>
              <c:delete val="1"/>
              <c:extLst>
                <c:ext xmlns:c15="http://schemas.microsoft.com/office/drawing/2012/chart" uri="{CE6537A1-D6FC-4f65-9D91-7224C49458BB}"/>
                <c:ext xmlns:c16="http://schemas.microsoft.com/office/drawing/2014/chart" uri="{C3380CC4-5D6E-409C-BE32-E72D297353CC}">
                  <c16:uniqueId val="{0000003B-FB1C-4BBB-8723-0501A072F42C}"/>
                </c:ext>
              </c:extLst>
            </c:dLbl>
            <c:dLbl>
              <c:idx val="60"/>
              <c:tx>
                <c:rich>
                  <a:bodyPr/>
                  <a:lstStyle/>
                  <a:p>
                    <a:r>
                      <a:rPr lang="en-US">
                        <a:solidFill>
                          <a:schemeClr val="accent3"/>
                        </a:solidFill>
                      </a:rPr>
                      <a:t>-3.5%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3C-FB1C-4BBB-8723-0501A072F42C}"/>
                </c:ext>
              </c:extLst>
            </c:dLbl>
            <c:dLbl>
              <c:idx val="61"/>
              <c:delete val="1"/>
              <c:extLst>
                <c:ext xmlns:c15="http://schemas.microsoft.com/office/drawing/2012/chart" uri="{CE6537A1-D6FC-4f65-9D91-7224C49458BB}"/>
                <c:ext xmlns:c16="http://schemas.microsoft.com/office/drawing/2014/chart" uri="{C3380CC4-5D6E-409C-BE32-E72D297353CC}">
                  <c16:uniqueId val="{0000003D-FB1C-4BBB-8723-0501A072F42C}"/>
                </c:ext>
              </c:extLst>
            </c:dLbl>
            <c:dLbl>
              <c:idx val="62"/>
              <c:delete val="1"/>
              <c:extLst>
                <c:ext xmlns:c15="http://schemas.microsoft.com/office/drawing/2012/chart" uri="{CE6537A1-D6FC-4f65-9D91-7224C49458BB}"/>
                <c:ext xmlns:c16="http://schemas.microsoft.com/office/drawing/2014/chart" uri="{C3380CC4-5D6E-409C-BE32-E72D297353CC}">
                  <c16:uniqueId val="{0000003E-FB1C-4BBB-8723-0501A072F42C}"/>
                </c:ext>
              </c:extLst>
            </c:dLbl>
            <c:dLbl>
              <c:idx val="63"/>
              <c:delete val="1"/>
              <c:extLst>
                <c:ext xmlns:c15="http://schemas.microsoft.com/office/drawing/2012/chart" uri="{CE6537A1-D6FC-4f65-9D91-7224C49458BB}"/>
                <c:ext xmlns:c16="http://schemas.microsoft.com/office/drawing/2014/chart" uri="{C3380CC4-5D6E-409C-BE32-E72D297353CC}">
                  <c16:uniqueId val="{0000003F-FB1C-4BBB-8723-0501A072F42C}"/>
                </c:ext>
              </c:extLst>
            </c:dLbl>
            <c:dLbl>
              <c:idx val="64"/>
              <c:delete val="1"/>
              <c:extLst>
                <c:ext xmlns:c15="http://schemas.microsoft.com/office/drawing/2012/chart" uri="{CE6537A1-D6FC-4f65-9D91-7224C49458BB}"/>
                <c:ext xmlns:c16="http://schemas.microsoft.com/office/drawing/2014/chart" uri="{C3380CC4-5D6E-409C-BE32-E72D297353CC}">
                  <c16:uniqueId val="{00000040-FB1C-4BBB-8723-0501A072F42C}"/>
                </c:ext>
              </c:extLst>
            </c:dLbl>
            <c:dLbl>
              <c:idx val="65"/>
              <c:delete val="1"/>
              <c:extLst>
                <c:ext xmlns:c15="http://schemas.microsoft.com/office/drawing/2012/chart" uri="{CE6537A1-D6FC-4f65-9D91-7224C49458BB}"/>
                <c:ext xmlns:c16="http://schemas.microsoft.com/office/drawing/2014/chart" uri="{C3380CC4-5D6E-409C-BE32-E72D297353CC}">
                  <c16:uniqueId val="{00000041-FB1C-4BBB-8723-0501A072F42C}"/>
                </c:ext>
              </c:extLst>
            </c:dLbl>
            <c:dLbl>
              <c:idx val="66"/>
              <c:delete val="1"/>
              <c:extLst>
                <c:ext xmlns:c15="http://schemas.microsoft.com/office/drawing/2012/chart" uri="{CE6537A1-D6FC-4f65-9D91-7224C49458BB}"/>
                <c:ext xmlns:c16="http://schemas.microsoft.com/office/drawing/2014/chart" uri="{C3380CC4-5D6E-409C-BE32-E72D297353CC}">
                  <c16:uniqueId val="{00000042-FB1C-4BBB-8723-0501A072F42C}"/>
                </c:ext>
              </c:extLst>
            </c:dLbl>
            <c:dLbl>
              <c:idx val="67"/>
              <c:delete val="1"/>
              <c:extLst>
                <c:ext xmlns:c15="http://schemas.microsoft.com/office/drawing/2012/chart" uri="{CE6537A1-D6FC-4f65-9D91-7224C49458BB}"/>
                <c:ext xmlns:c16="http://schemas.microsoft.com/office/drawing/2014/chart" uri="{C3380CC4-5D6E-409C-BE32-E72D297353CC}">
                  <c16:uniqueId val="{00000043-FB1C-4BBB-8723-0501A072F42C}"/>
                </c:ext>
              </c:extLst>
            </c:dLbl>
            <c:dLbl>
              <c:idx val="68"/>
              <c:delete val="1"/>
              <c:extLst>
                <c:ext xmlns:c15="http://schemas.microsoft.com/office/drawing/2012/chart" uri="{CE6537A1-D6FC-4f65-9D91-7224C49458BB}"/>
                <c:ext xmlns:c16="http://schemas.microsoft.com/office/drawing/2014/chart" uri="{C3380CC4-5D6E-409C-BE32-E72D297353CC}">
                  <c16:uniqueId val="{00000044-FB1C-4BBB-8723-0501A072F42C}"/>
                </c:ext>
              </c:extLst>
            </c:dLbl>
            <c:dLbl>
              <c:idx val="69"/>
              <c:delete val="1"/>
              <c:extLst>
                <c:ext xmlns:c15="http://schemas.microsoft.com/office/drawing/2012/chart" uri="{CE6537A1-D6FC-4f65-9D91-7224C49458BB}"/>
                <c:ext xmlns:c16="http://schemas.microsoft.com/office/drawing/2014/chart" uri="{C3380CC4-5D6E-409C-BE32-E72D297353CC}">
                  <c16:uniqueId val="{00000045-FB1C-4BBB-8723-0501A072F42C}"/>
                </c:ext>
              </c:extLst>
            </c:dLbl>
            <c:dLbl>
              <c:idx val="70"/>
              <c:delete val="1"/>
              <c:extLst>
                <c:ext xmlns:c15="http://schemas.microsoft.com/office/drawing/2012/chart" uri="{CE6537A1-D6FC-4f65-9D91-7224C49458BB}"/>
                <c:ext xmlns:c16="http://schemas.microsoft.com/office/drawing/2014/chart" uri="{C3380CC4-5D6E-409C-BE32-E72D297353CC}">
                  <c16:uniqueId val="{00000046-FB1C-4BBB-8723-0501A072F42C}"/>
                </c:ext>
              </c:extLst>
            </c:dLbl>
            <c:dLbl>
              <c:idx val="71"/>
              <c:delete val="1"/>
              <c:extLst>
                <c:ext xmlns:c15="http://schemas.microsoft.com/office/drawing/2012/chart" uri="{CE6537A1-D6FC-4f65-9D91-7224C49458BB}"/>
                <c:ext xmlns:c16="http://schemas.microsoft.com/office/drawing/2014/chart" uri="{C3380CC4-5D6E-409C-BE32-E72D297353CC}">
                  <c16:uniqueId val="{00000047-FB1C-4BBB-8723-0501A072F42C}"/>
                </c:ext>
              </c:extLst>
            </c:dLbl>
            <c:dLbl>
              <c:idx val="72"/>
              <c:delete val="1"/>
              <c:extLst>
                <c:ext xmlns:c15="http://schemas.microsoft.com/office/drawing/2012/chart" uri="{CE6537A1-D6FC-4f65-9D91-7224C49458BB}"/>
                <c:ext xmlns:c16="http://schemas.microsoft.com/office/drawing/2014/chart" uri="{C3380CC4-5D6E-409C-BE32-E72D297353CC}">
                  <c16:uniqueId val="{00000048-FB1C-4BBB-8723-0501A072F42C}"/>
                </c:ext>
              </c:extLst>
            </c:dLbl>
            <c:spPr>
              <a:noFill/>
              <a:ln>
                <a:noFill/>
              </a:ln>
              <a:effectLst/>
            </c:spPr>
            <c:txPr>
              <a:bodyPr/>
              <a:lstStyle/>
              <a:p>
                <a:pPr>
                  <a:defRPr sz="900" b="1" baseline="0">
                    <a:solidFill>
                      <a:schemeClr val="accent3"/>
                    </a:solidFill>
                    <a:latin typeface="Roboto"/>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Sheet1!$A$1:$A$73</c:f>
              <c:strCache>
                <c:ptCount val="73"/>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pt idx="51">
                  <c:v>51</c:v>
                </c:pt>
                <c:pt idx="52">
                  <c:v>52</c:v>
                </c:pt>
                <c:pt idx="53">
                  <c:v>53</c:v>
                </c:pt>
                <c:pt idx="54">
                  <c:v>54</c:v>
                </c:pt>
                <c:pt idx="55">
                  <c:v>55</c:v>
                </c:pt>
                <c:pt idx="56">
                  <c:v>56</c:v>
                </c:pt>
                <c:pt idx="57">
                  <c:v>57</c:v>
                </c:pt>
                <c:pt idx="58">
                  <c:v>58</c:v>
                </c:pt>
                <c:pt idx="59">
                  <c:v>59</c:v>
                </c:pt>
                <c:pt idx="60">
                  <c:v>60</c:v>
                </c:pt>
                <c:pt idx="61">
                  <c:v> </c:v>
                </c:pt>
                <c:pt idx="62">
                  <c:v>  </c:v>
                </c:pt>
                <c:pt idx="63">
                  <c:v>   </c:v>
                </c:pt>
                <c:pt idx="64">
                  <c:v>    </c:v>
                </c:pt>
                <c:pt idx="65">
                  <c:v>     </c:v>
                </c:pt>
                <c:pt idx="66">
                  <c:v>      </c:v>
                </c:pt>
                <c:pt idx="67">
                  <c:v>       </c:v>
                </c:pt>
                <c:pt idx="68">
                  <c:v>        </c:v>
                </c:pt>
                <c:pt idx="69">
                  <c:v>         </c:v>
                </c:pt>
                <c:pt idx="70">
                  <c:v>          </c:v>
                </c:pt>
                <c:pt idx="71">
                  <c:v>           </c:v>
                </c:pt>
                <c:pt idx="72">
                  <c:v>            </c:v>
                </c:pt>
              </c:strCache>
            </c:strRef>
          </c:cat>
          <c:val>
            <c:numRef>
              <c:f>Sheet1!$B$1:$B$61</c:f>
              <c:numCache>
                <c:formatCode>0.0%</c:formatCode>
                <c:ptCount val="73"/>
                <c:pt idx="0">
                  <c:v>0</c:v>
                </c:pt>
                <c:pt idx="1">
                  <c:v>-4.4385856589631264E-3</c:v>
                </c:pt>
                <c:pt idx="2">
                  <c:v>2.4302360159434889E-4</c:v>
                </c:pt>
                <c:pt idx="3">
                  <c:v>2.8237727386990282E-3</c:v>
                </c:pt>
                <c:pt idx="4">
                  <c:v>1.5360160680483481E-3</c:v>
                </c:pt>
                <c:pt idx="5">
                  <c:v>3.522115270728432E-3</c:v>
                </c:pt>
                <c:pt idx="6">
                  <c:v>-7.0107259833359942E-4</c:v>
                </c:pt>
                <c:pt idx="7">
                  <c:v>-7.2520957887282182E-3</c:v>
                </c:pt>
                <c:pt idx="8">
                  <c:v>-3.8873274012492772E-3</c:v>
                </c:pt>
                <c:pt idx="9">
                  <c:v>-6.7236413138720124E-3</c:v>
                </c:pt>
                <c:pt idx="10">
                  <c:v>-7.0238225665445872E-3</c:v>
                </c:pt>
                <c:pt idx="11">
                  <c:v>-5.1750084936851293E-3</c:v>
                </c:pt>
                <c:pt idx="12">
                  <c:v>-3.1536567282101692E-3</c:v>
                </c:pt>
                <c:pt idx="13">
                  <c:v>-3.150240856447167E-3</c:v>
                </c:pt>
                <c:pt idx="14">
                  <c:v>-3.7581509940022499E-3</c:v>
                </c:pt>
                <c:pt idx="15">
                  <c:v>-4.2317327566958199E-3</c:v>
                </c:pt>
                <c:pt idx="16">
                  <c:v>-6.74013782115589E-3</c:v>
                </c:pt>
                <c:pt idx="17">
                  <c:v>-3.0345379062928931E-3</c:v>
                </c:pt>
                <c:pt idx="18">
                  <c:v>-4.6611465693896506E-3</c:v>
                </c:pt>
                <c:pt idx="19">
                  <c:v>-9.7811441548723826E-3</c:v>
                </c:pt>
                <c:pt idx="20">
                  <c:v>-7.9970395231348679E-3</c:v>
                </c:pt>
                <c:pt idx="21">
                  <c:v>-4.5019189195042442E-3</c:v>
                </c:pt>
                <c:pt idx="22">
                  <c:v>-3.3279814773552671E-3</c:v>
                </c:pt>
                <c:pt idx="23">
                  <c:v>-6.9332693089224628E-3</c:v>
                </c:pt>
                <c:pt idx="24">
                  <c:v>-5.0456077820424587E-4</c:v>
                </c:pt>
                <c:pt idx="25">
                  <c:v>-8.4188871791054786E-3</c:v>
                </c:pt>
                <c:pt idx="26">
                  <c:v>-1.340935096424898E-2</c:v>
                </c:pt>
                <c:pt idx="27">
                  <c:v>-1.1766467813228539E-2</c:v>
                </c:pt>
                <c:pt idx="28">
                  <c:v>-2.011414243362088E-2</c:v>
                </c:pt>
                <c:pt idx="29">
                  <c:v>-1.9494025187740949E-2</c:v>
                </c:pt>
                <c:pt idx="30">
                  <c:v>-1.8523600762923281E-2</c:v>
                </c:pt>
                <c:pt idx="31">
                  <c:v>-2.06129566792186E-2</c:v>
                </c:pt>
                <c:pt idx="32">
                  <c:v>-2.2017152169178981E-2</c:v>
                </c:pt>
                <c:pt idx="33">
                  <c:v>-2.8621891853000299E-2</c:v>
                </c:pt>
                <c:pt idx="34">
                  <c:v>-2.079010730008049E-2</c:v>
                </c:pt>
                <c:pt idx="35">
                  <c:v>-2.302279298540608E-2</c:v>
                </c:pt>
                <c:pt idx="36">
                  <c:v>-3.6419695024973713E-2</c:v>
                </c:pt>
                <c:pt idx="37">
                  <c:v>-2.9721974417949149E-2</c:v>
                </c:pt>
                <c:pt idx="38">
                  <c:v>-4.1139975975608388E-2</c:v>
                </c:pt>
                <c:pt idx="39">
                  <c:v>-3.8185282878088998E-2</c:v>
                </c:pt>
                <c:pt idx="40">
                  <c:v>-4.8219795469169442E-2</c:v>
                </c:pt>
                <c:pt idx="41">
                  <c:v>-4.395891435760773E-2</c:v>
                </c:pt>
                <c:pt idx="42">
                  <c:v>-4.4583966097176977E-2</c:v>
                </c:pt>
                <c:pt idx="43">
                  <c:v>-4.9050637307846527E-2</c:v>
                </c:pt>
                <c:pt idx="44">
                  <c:v>-4.3484945329635101E-2</c:v>
                </c:pt>
                <c:pt idx="45">
                  <c:v>-4.1208756173901379E-2</c:v>
                </c:pt>
                <c:pt idx="46">
                  <c:v>-3.6451705053606377E-2</c:v>
                </c:pt>
                <c:pt idx="47">
                  <c:v>-3.6771797249315112E-2</c:v>
                </c:pt>
                <c:pt idx="48">
                  <c:v>-3.4962957208784819E-2</c:v>
                </c:pt>
                <c:pt idx="49">
                  <c:v>-3.7228767830754357E-2</c:v>
                </c:pt>
                <c:pt idx="50">
                  <c:v>-3.936878072927006E-2</c:v>
                </c:pt>
                <c:pt idx="51">
                  <c:v>-3.9339644177652372E-2</c:v>
                </c:pt>
                <c:pt idx="52">
                  <c:v>-3.7143797705596587E-2</c:v>
                </c:pt>
                <c:pt idx="53">
                  <c:v>-3.7969049995026399E-2</c:v>
                </c:pt>
                <c:pt idx="54">
                  <c:v>-3.5711308464404297E-2</c:v>
                </c:pt>
                <c:pt idx="55">
                  <c:v>-3.6738586053079968E-2</c:v>
                </c:pt>
                <c:pt idx="56">
                  <c:v>-3.4494782103570938E-2</c:v>
                </c:pt>
                <c:pt idx="57">
                  <c:v>-3.4597624352979257E-2</c:v>
                </c:pt>
                <c:pt idx="58">
                  <c:v>-3.6192070178812187E-2</c:v>
                </c:pt>
                <c:pt idx="59">
                  <c:v>-3.4577281097422863E-2</c:v>
                </c:pt>
                <c:pt idx="60">
                  <c:v>-3.5286089370487488E-2</c:v>
                </c:pt>
              </c:numCache>
            </c:numRef>
          </c:val>
          <c:smooth val="0"/>
          <c:extLst>
            <c:ext xmlns:c16="http://schemas.microsoft.com/office/drawing/2014/chart" uri="{C3380CC4-5D6E-409C-BE32-E72D297353CC}">
              <c16:uniqueId val="{00000049-FB1C-4BBB-8723-0501A072F42C}"/>
            </c:ext>
          </c:extLst>
        </c:ser>
        <c:ser>
          <c:idx val="1"/>
          <c:order val="1"/>
          <c:tx>
            <c:v>After extreme pessimism (index at 0, 20x)</c:v>
          </c:tx>
          <c:spPr>
            <a:ln w="28575">
              <a:solidFill>
                <a:srgbClr val="1F2F44"/>
              </a:solidFill>
            </a:ln>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4A-FB1C-4BBB-8723-0501A072F42C}"/>
                </c:ext>
              </c:extLst>
            </c:dLbl>
            <c:dLbl>
              <c:idx val="1"/>
              <c:delete val="1"/>
              <c:extLst>
                <c:ext xmlns:c15="http://schemas.microsoft.com/office/drawing/2012/chart" uri="{CE6537A1-D6FC-4f65-9D91-7224C49458BB}"/>
                <c:ext xmlns:c16="http://schemas.microsoft.com/office/drawing/2014/chart" uri="{C3380CC4-5D6E-409C-BE32-E72D297353CC}">
                  <c16:uniqueId val="{0000004B-FB1C-4BBB-8723-0501A072F42C}"/>
                </c:ext>
              </c:extLst>
            </c:dLbl>
            <c:dLbl>
              <c:idx val="2"/>
              <c:delete val="1"/>
              <c:extLst>
                <c:ext xmlns:c15="http://schemas.microsoft.com/office/drawing/2012/chart" uri="{CE6537A1-D6FC-4f65-9D91-7224C49458BB}"/>
                <c:ext xmlns:c16="http://schemas.microsoft.com/office/drawing/2014/chart" uri="{C3380CC4-5D6E-409C-BE32-E72D297353CC}">
                  <c16:uniqueId val="{0000004C-FB1C-4BBB-8723-0501A072F42C}"/>
                </c:ext>
              </c:extLst>
            </c:dLbl>
            <c:dLbl>
              <c:idx val="3"/>
              <c:delete val="1"/>
              <c:extLst>
                <c:ext xmlns:c15="http://schemas.microsoft.com/office/drawing/2012/chart" uri="{CE6537A1-D6FC-4f65-9D91-7224C49458BB}"/>
                <c:ext xmlns:c16="http://schemas.microsoft.com/office/drawing/2014/chart" uri="{C3380CC4-5D6E-409C-BE32-E72D297353CC}">
                  <c16:uniqueId val="{0000004D-FB1C-4BBB-8723-0501A072F42C}"/>
                </c:ext>
              </c:extLst>
            </c:dLbl>
            <c:dLbl>
              <c:idx val="4"/>
              <c:delete val="1"/>
              <c:extLst>
                <c:ext xmlns:c15="http://schemas.microsoft.com/office/drawing/2012/chart" uri="{CE6537A1-D6FC-4f65-9D91-7224C49458BB}"/>
                <c:ext xmlns:c16="http://schemas.microsoft.com/office/drawing/2014/chart" uri="{C3380CC4-5D6E-409C-BE32-E72D297353CC}">
                  <c16:uniqueId val="{0000004E-FB1C-4BBB-8723-0501A072F42C}"/>
                </c:ext>
              </c:extLst>
            </c:dLbl>
            <c:dLbl>
              <c:idx val="5"/>
              <c:delete val="1"/>
              <c:extLst>
                <c:ext xmlns:c15="http://schemas.microsoft.com/office/drawing/2012/chart" uri="{CE6537A1-D6FC-4f65-9D91-7224C49458BB}"/>
                <c:ext xmlns:c16="http://schemas.microsoft.com/office/drawing/2014/chart" uri="{C3380CC4-5D6E-409C-BE32-E72D297353CC}">
                  <c16:uniqueId val="{0000004F-FB1C-4BBB-8723-0501A072F42C}"/>
                </c:ext>
              </c:extLst>
            </c:dLbl>
            <c:dLbl>
              <c:idx val="6"/>
              <c:delete val="1"/>
              <c:extLst>
                <c:ext xmlns:c15="http://schemas.microsoft.com/office/drawing/2012/chart" uri="{CE6537A1-D6FC-4f65-9D91-7224C49458BB}"/>
                <c:ext xmlns:c16="http://schemas.microsoft.com/office/drawing/2014/chart" uri="{C3380CC4-5D6E-409C-BE32-E72D297353CC}">
                  <c16:uniqueId val="{00000050-FB1C-4BBB-8723-0501A072F42C}"/>
                </c:ext>
              </c:extLst>
            </c:dLbl>
            <c:dLbl>
              <c:idx val="7"/>
              <c:delete val="1"/>
              <c:extLst>
                <c:ext xmlns:c15="http://schemas.microsoft.com/office/drawing/2012/chart" uri="{CE6537A1-D6FC-4f65-9D91-7224C49458BB}"/>
                <c:ext xmlns:c16="http://schemas.microsoft.com/office/drawing/2014/chart" uri="{C3380CC4-5D6E-409C-BE32-E72D297353CC}">
                  <c16:uniqueId val="{00000051-FB1C-4BBB-8723-0501A072F42C}"/>
                </c:ext>
              </c:extLst>
            </c:dLbl>
            <c:dLbl>
              <c:idx val="8"/>
              <c:delete val="1"/>
              <c:extLst>
                <c:ext xmlns:c15="http://schemas.microsoft.com/office/drawing/2012/chart" uri="{CE6537A1-D6FC-4f65-9D91-7224C49458BB}"/>
                <c:ext xmlns:c16="http://schemas.microsoft.com/office/drawing/2014/chart" uri="{C3380CC4-5D6E-409C-BE32-E72D297353CC}">
                  <c16:uniqueId val="{00000052-FB1C-4BBB-8723-0501A072F42C}"/>
                </c:ext>
              </c:extLst>
            </c:dLbl>
            <c:dLbl>
              <c:idx val="9"/>
              <c:delete val="1"/>
              <c:extLst>
                <c:ext xmlns:c15="http://schemas.microsoft.com/office/drawing/2012/chart" uri="{CE6537A1-D6FC-4f65-9D91-7224C49458BB}"/>
                <c:ext xmlns:c16="http://schemas.microsoft.com/office/drawing/2014/chart" uri="{C3380CC4-5D6E-409C-BE32-E72D297353CC}">
                  <c16:uniqueId val="{00000053-FB1C-4BBB-8723-0501A072F42C}"/>
                </c:ext>
              </c:extLst>
            </c:dLbl>
            <c:dLbl>
              <c:idx val="10"/>
              <c:delete val="1"/>
              <c:extLst>
                <c:ext xmlns:c15="http://schemas.microsoft.com/office/drawing/2012/chart" uri="{CE6537A1-D6FC-4f65-9D91-7224C49458BB}"/>
                <c:ext xmlns:c16="http://schemas.microsoft.com/office/drawing/2014/chart" uri="{C3380CC4-5D6E-409C-BE32-E72D297353CC}">
                  <c16:uniqueId val="{00000054-FB1C-4BBB-8723-0501A072F42C}"/>
                </c:ext>
              </c:extLst>
            </c:dLbl>
            <c:dLbl>
              <c:idx val="11"/>
              <c:delete val="1"/>
              <c:extLst>
                <c:ext xmlns:c15="http://schemas.microsoft.com/office/drawing/2012/chart" uri="{CE6537A1-D6FC-4f65-9D91-7224C49458BB}"/>
                <c:ext xmlns:c16="http://schemas.microsoft.com/office/drawing/2014/chart" uri="{C3380CC4-5D6E-409C-BE32-E72D297353CC}">
                  <c16:uniqueId val="{00000055-FB1C-4BBB-8723-0501A072F42C}"/>
                </c:ext>
              </c:extLst>
            </c:dLbl>
            <c:dLbl>
              <c:idx val="12"/>
              <c:delete val="1"/>
              <c:extLst>
                <c:ext xmlns:c15="http://schemas.microsoft.com/office/drawing/2012/chart" uri="{CE6537A1-D6FC-4f65-9D91-7224C49458BB}"/>
                <c:ext xmlns:c16="http://schemas.microsoft.com/office/drawing/2014/chart" uri="{C3380CC4-5D6E-409C-BE32-E72D297353CC}">
                  <c16:uniqueId val="{00000056-FB1C-4BBB-8723-0501A072F42C}"/>
                </c:ext>
              </c:extLst>
            </c:dLbl>
            <c:dLbl>
              <c:idx val="13"/>
              <c:delete val="1"/>
              <c:extLst>
                <c:ext xmlns:c15="http://schemas.microsoft.com/office/drawing/2012/chart" uri="{CE6537A1-D6FC-4f65-9D91-7224C49458BB}"/>
                <c:ext xmlns:c16="http://schemas.microsoft.com/office/drawing/2014/chart" uri="{C3380CC4-5D6E-409C-BE32-E72D297353CC}">
                  <c16:uniqueId val="{00000057-FB1C-4BBB-8723-0501A072F42C}"/>
                </c:ext>
              </c:extLst>
            </c:dLbl>
            <c:dLbl>
              <c:idx val="14"/>
              <c:delete val="1"/>
              <c:extLst>
                <c:ext xmlns:c15="http://schemas.microsoft.com/office/drawing/2012/chart" uri="{CE6537A1-D6FC-4f65-9D91-7224C49458BB}"/>
                <c:ext xmlns:c16="http://schemas.microsoft.com/office/drawing/2014/chart" uri="{C3380CC4-5D6E-409C-BE32-E72D297353CC}">
                  <c16:uniqueId val="{00000058-FB1C-4BBB-8723-0501A072F42C}"/>
                </c:ext>
              </c:extLst>
            </c:dLbl>
            <c:dLbl>
              <c:idx val="15"/>
              <c:delete val="1"/>
              <c:extLst>
                <c:ext xmlns:c15="http://schemas.microsoft.com/office/drawing/2012/chart" uri="{CE6537A1-D6FC-4f65-9D91-7224C49458BB}"/>
                <c:ext xmlns:c16="http://schemas.microsoft.com/office/drawing/2014/chart" uri="{C3380CC4-5D6E-409C-BE32-E72D297353CC}">
                  <c16:uniqueId val="{00000059-FB1C-4BBB-8723-0501A072F42C}"/>
                </c:ext>
              </c:extLst>
            </c:dLbl>
            <c:dLbl>
              <c:idx val="16"/>
              <c:delete val="1"/>
              <c:extLst>
                <c:ext xmlns:c15="http://schemas.microsoft.com/office/drawing/2012/chart" uri="{CE6537A1-D6FC-4f65-9D91-7224C49458BB}"/>
                <c:ext xmlns:c16="http://schemas.microsoft.com/office/drawing/2014/chart" uri="{C3380CC4-5D6E-409C-BE32-E72D297353CC}">
                  <c16:uniqueId val="{0000005A-FB1C-4BBB-8723-0501A072F42C}"/>
                </c:ext>
              </c:extLst>
            </c:dLbl>
            <c:dLbl>
              <c:idx val="17"/>
              <c:delete val="1"/>
              <c:extLst>
                <c:ext xmlns:c15="http://schemas.microsoft.com/office/drawing/2012/chart" uri="{CE6537A1-D6FC-4f65-9D91-7224C49458BB}"/>
                <c:ext xmlns:c16="http://schemas.microsoft.com/office/drawing/2014/chart" uri="{C3380CC4-5D6E-409C-BE32-E72D297353CC}">
                  <c16:uniqueId val="{0000005B-FB1C-4BBB-8723-0501A072F42C}"/>
                </c:ext>
              </c:extLst>
            </c:dLbl>
            <c:dLbl>
              <c:idx val="18"/>
              <c:delete val="1"/>
              <c:extLst>
                <c:ext xmlns:c15="http://schemas.microsoft.com/office/drawing/2012/chart" uri="{CE6537A1-D6FC-4f65-9D91-7224C49458BB}"/>
                <c:ext xmlns:c16="http://schemas.microsoft.com/office/drawing/2014/chart" uri="{C3380CC4-5D6E-409C-BE32-E72D297353CC}">
                  <c16:uniqueId val="{0000005C-FB1C-4BBB-8723-0501A072F42C}"/>
                </c:ext>
              </c:extLst>
            </c:dLbl>
            <c:dLbl>
              <c:idx val="19"/>
              <c:delete val="1"/>
              <c:extLst>
                <c:ext xmlns:c15="http://schemas.microsoft.com/office/drawing/2012/chart" uri="{CE6537A1-D6FC-4f65-9D91-7224C49458BB}"/>
                <c:ext xmlns:c16="http://schemas.microsoft.com/office/drawing/2014/chart" uri="{C3380CC4-5D6E-409C-BE32-E72D297353CC}">
                  <c16:uniqueId val="{0000005D-FB1C-4BBB-8723-0501A072F42C}"/>
                </c:ext>
              </c:extLst>
            </c:dLbl>
            <c:dLbl>
              <c:idx val="20"/>
              <c:delete val="1"/>
              <c:extLst>
                <c:ext xmlns:c15="http://schemas.microsoft.com/office/drawing/2012/chart" uri="{CE6537A1-D6FC-4f65-9D91-7224C49458BB}"/>
                <c:ext xmlns:c16="http://schemas.microsoft.com/office/drawing/2014/chart" uri="{C3380CC4-5D6E-409C-BE32-E72D297353CC}">
                  <c16:uniqueId val="{0000005E-FB1C-4BBB-8723-0501A072F42C}"/>
                </c:ext>
              </c:extLst>
            </c:dLbl>
            <c:dLbl>
              <c:idx val="21"/>
              <c:delete val="1"/>
              <c:extLst>
                <c:ext xmlns:c15="http://schemas.microsoft.com/office/drawing/2012/chart" uri="{CE6537A1-D6FC-4f65-9D91-7224C49458BB}"/>
                <c:ext xmlns:c16="http://schemas.microsoft.com/office/drawing/2014/chart" uri="{C3380CC4-5D6E-409C-BE32-E72D297353CC}">
                  <c16:uniqueId val="{0000005F-FB1C-4BBB-8723-0501A072F42C}"/>
                </c:ext>
              </c:extLst>
            </c:dLbl>
            <c:dLbl>
              <c:idx val="22"/>
              <c:delete val="1"/>
              <c:extLst>
                <c:ext xmlns:c15="http://schemas.microsoft.com/office/drawing/2012/chart" uri="{CE6537A1-D6FC-4f65-9D91-7224C49458BB}"/>
                <c:ext xmlns:c16="http://schemas.microsoft.com/office/drawing/2014/chart" uri="{C3380CC4-5D6E-409C-BE32-E72D297353CC}">
                  <c16:uniqueId val="{00000060-FB1C-4BBB-8723-0501A072F42C}"/>
                </c:ext>
              </c:extLst>
            </c:dLbl>
            <c:dLbl>
              <c:idx val="23"/>
              <c:delete val="1"/>
              <c:extLst>
                <c:ext xmlns:c15="http://schemas.microsoft.com/office/drawing/2012/chart" uri="{CE6537A1-D6FC-4f65-9D91-7224C49458BB}"/>
                <c:ext xmlns:c16="http://schemas.microsoft.com/office/drawing/2014/chart" uri="{C3380CC4-5D6E-409C-BE32-E72D297353CC}">
                  <c16:uniqueId val="{00000061-FB1C-4BBB-8723-0501A072F42C}"/>
                </c:ext>
              </c:extLst>
            </c:dLbl>
            <c:dLbl>
              <c:idx val="24"/>
              <c:delete val="1"/>
              <c:extLst>
                <c:ext xmlns:c15="http://schemas.microsoft.com/office/drawing/2012/chart" uri="{CE6537A1-D6FC-4f65-9D91-7224C49458BB}"/>
                <c:ext xmlns:c16="http://schemas.microsoft.com/office/drawing/2014/chart" uri="{C3380CC4-5D6E-409C-BE32-E72D297353CC}">
                  <c16:uniqueId val="{00000062-FB1C-4BBB-8723-0501A072F42C}"/>
                </c:ext>
              </c:extLst>
            </c:dLbl>
            <c:dLbl>
              <c:idx val="25"/>
              <c:delete val="1"/>
              <c:extLst>
                <c:ext xmlns:c15="http://schemas.microsoft.com/office/drawing/2012/chart" uri="{CE6537A1-D6FC-4f65-9D91-7224C49458BB}"/>
                <c:ext xmlns:c16="http://schemas.microsoft.com/office/drawing/2014/chart" uri="{C3380CC4-5D6E-409C-BE32-E72D297353CC}">
                  <c16:uniqueId val="{00000063-FB1C-4BBB-8723-0501A072F42C}"/>
                </c:ext>
              </c:extLst>
            </c:dLbl>
            <c:dLbl>
              <c:idx val="26"/>
              <c:delete val="1"/>
              <c:extLst>
                <c:ext xmlns:c15="http://schemas.microsoft.com/office/drawing/2012/chart" uri="{CE6537A1-D6FC-4f65-9D91-7224C49458BB}"/>
                <c:ext xmlns:c16="http://schemas.microsoft.com/office/drawing/2014/chart" uri="{C3380CC4-5D6E-409C-BE32-E72D297353CC}">
                  <c16:uniqueId val="{00000064-FB1C-4BBB-8723-0501A072F42C}"/>
                </c:ext>
              </c:extLst>
            </c:dLbl>
            <c:dLbl>
              <c:idx val="27"/>
              <c:delete val="1"/>
              <c:extLst>
                <c:ext xmlns:c15="http://schemas.microsoft.com/office/drawing/2012/chart" uri="{CE6537A1-D6FC-4f65-9D91-7224C49458BB}"/>
                <c:ext xmlns:c16="http://schemas.microsoft.com/office/drawing/2014/chart" uri="{C3380CC4-5D6E-409C-BE32-E72D297353CC}">
                  <c16:uniqueId val="{00000065-FB1C-4BBB-8723-0501A072F42C}"/>
                </c:ext>
              </c:extLst>
            </c:dLbl>
            <c:dLbl>
              <c:idx val="28"/>
              <c:delete val="1"/>
              <c:extLst>
                <c:ext xmlns:c15="http://schemas.microsoft.com/office/drawing/2012/chart" uri="{CE6537A1-D6FC-4f65-9D91-7224C49458BB}"/>
                <c:ext xmlns:c16="http://schemas.microsoft.com/office/drawing/2014/chart" uri="{C3380CC4-5D6E-409C-BE32-E72D297353CC}">
                  <c16:uniqueId val="{00000066-FB1C-4BBB-8723-0501A072F42C}"/>
                </c:ext>
              </c:extLst>
            </c:dLbl>
            <c:dLbl>
              <c:idx val="29"/>
              <c:delete val="1"/>
              <c:extLst>
                <c:ext xmlns:c15="http://schemas.microsoft.com/office/drawing/2012/chart" uri="{CE6537A1-D6FC-4f65-9D91-7224C49458BB}"/>
                <c:ext xmlns:c16="http://schemas.microsoft.com/office/drawing/2014/chart" uri="{C3380CC4-5D6E-409C-BE32-E72D297353CC}">
                  <c16:uniqueId val="{00000067-FB1C-4BBB-8723-0501A072F42C}"/>
                </c:ext>
              </c:extLst>
            </c:dLbl>
            <c:dLbl>
              <c:idx val="30"/>
              <c:delete val="1"/>
              <c:extLst>
                <c:ext xmlns:c15="http://schemas.microsoft.com/office/drawing/2012/chart" uri="{CE6537A1-D6FC-4f65-9D91-7224C49458BB}"/>
                <c:ext xmlns:c16="http://schemas.microsoft.com/office/drawing/2014/chart" uri="{C3380CC4-5D6E-409C-BE32-E72D297353CC}">
                  <c16:uniqueId val="{00000068-FB1C-4BBB-8723-0501A072F42C}"/>
                </c:ext>
              </c:extLst>
            </c:dLbl>
            <c:dLbl>
              <c:idx val="31"/>
              <c:delete val="1"/>
              <c:extLst>
                <c:ext xmlns:c15="http://schemas.microsoft.com/office/drawing/2012/chart" uri="{CE6537A1-D6FC-4f65-9D91-7224C49458BB}"/>
                <c:ext xmlns:c16="http://schemas.microsoft.com/office/drawing/2014/chart" uri="{C3380CC4-5D6E-409C-BE32-E72D297353CC}">
                  <c16:uniqueId val="{00000069-FB1C-4BBB-8723-0501A072F42C}"/>
                </c:ext>
              </c:extLst>
            </c:dLbl>
            <c:dLbl>
              <c:idx val="32"/>
              <c:delete val="1"/>
              <c:extLst>
                <c:ext xmlns:c15="http://schemas.microsoft.com/office/drawing/2012/chart" uri="{CE6537A1-D6FC-4f65-9D91-7224C49458BB}"/>
                <c:ext xmlns:c16="http://schemas.microsoft.com/office/drawing/2014/chart" uri="{C3380CC4-5D6E-409C-BE32-E72D297353CC}">
                  <c16:uniqueId val="{0000006A-FB1C-4BBB-8723-0501A072F42C}"/>
                </c:ext>
              </c:extLst>
            </c:dLbl>
            <c:dLbl>
              <c:idx val="33"/>
              <c:delete val="1"/>
              <c:extLst>
                <c:ext xmlns:c15="http://schemas.microsoft.com/office/drawing/2012/chart" uri="{CE6537A1-D6FC-4f65-9D91-7224C49458BB}"/>
                <c:ext xmlns:c16="http://schemas.microsoft.com/office/drawing/2014/chart" uri="{C3380CC4-5D6E-409C-BE32-E72D297353CC}">
                  <c16:uniqueId val="{0000006B-FB1C-4BBB-8723-0501A072F42C}"/>
                </c:ext>
              </c:extLst>
            </c:dLbl>
            <c:dLbl>
              <c:idx val="34"/>
              <c:delete val="1"/>
              <c:extLst>
                <c:ext xmlns:c15="http://schemas.microsoft.com/office/drawing/2012/chart" uri="{CE6537A1-D6FC-4f65-9D91-7224C49458BB}"/>
                <c:ext xmlns:c16="http://schemas.microsoft.com/office/drawing/2014/chart" uri="{C3380CC4-5D6E-409C-BE32-E72D297353CC}">
                  <c16:uniqueId val="{0000006C-FB1C-4BBB-8723-0501A072F42C}"/>
                </c:ext>
              </c:extLst>
            </c:dLbl>
            <c:dLbl>
              <c:idx val="35"/>
              <c:delete val="1"/>
              <c:extLst>
                <c:ext xmlns:c15="http://schemas.microsoft.com/office/drawing/2012/chart" uri="{CE6537A1-D6FC-4f65-9D91-7224C49458BB}"/>
                <c:ext xmlns:c16="http://schemas.microsoft.com/office/drawing/2014/chart" uri="{C3380CC4-5D6E-409C-BE32-E72D297353CC}">
                  <c16:uniqueId val="{0000006D-FB1C-4BBB-8723-0501A072F42C}"/>
                </c:ext>
              </c:extLst>
            </c:dLbl>
            <c:dLbl>
              <c:idx val="36"/>
              <c:delete val="1"/>
              <c:extLst>
                <c:ext xmlns:c15="http://schemas.microsoft.com/office/drawing/2012/chart" uri="{CE6537A1-D6FC-4f65-9D91-7224C49458BB}"/>
                <c:ext xmlns:c16="http://schemas.microsoft.com/office/drawing/2014/chart" uri="{C3380CC4-5D6E-409C-BE32-E72D297353CC}">
                  <c16:uniqueId val="{0000006E-FB1C-4BBB-8723-0501A072F42C}"/>
                </c:ext>
              </c:extLst>
            </c:dLbl>
            <c:dLbl>
              <c:idx val="37"/>
              <c:delete val="1"/>
              <c:extLst>
                <c:ext xmlns:c15="http://schemas.microsoft.com/office/drawing/2012/chart" uri="{CE6537A1-D6FC-4f65-9D91-7224C49458BB}"/>
                <c:ext xmlns:c16="http://schemas.microsoft.com/office/drawing/2014/chart" uri="{C3380CC4-5D6E-409C-BE32-E72D297353CC}">
                  <c16:uniqueId val="{0000006F-FB1C-4BBB-8723-0501A072F42C}"/>
                </c:ext>
              </c:extLst>
            </c:dLbl>
            <c:dLbl>
              <c:idx val="38"/>
              <c:delete val="1"/>
              <c:extLst>
                <c:ext xmlns:c15="http://schemas.microsoft.com/office/drawing/2012/chart" uri="{CE6537A1-D6FC-4f65-9D91-7224C49458BB}"/>
                <c:ext xmlns:c16="http://schemas.microsoft.com/office/drawing/2014/chart" uri="{C3380CC4-5D6E-409C-BE32-E72D297353CC}">
                  <c16:uniqueId val="{00000070-FB1C-4BBB-8723-0501A072F42C}"/>
                </c:ext>
              </c:extLst>
            </c:dLbl>
            <c:dLbl>
              <c:idx val="39"/>
              <c:delete val="1"/>
              <c:extLst>
                <c:ext xmlns:c15="http://schemas.microsoft.com/office/drawing/2012/chart" uri="{CE6537A1-D6FC-4f65-9D91-7224C49458BB}"/>
                <c:ext xmlns:c16="http://schemas.microsoft.com/office/drawing/2014/chart" uri="{C3380CC4-5D6E-409C-BE32-E72D297353CC}">
                  <c16:uniqueId val="{00000071-FB1C-4BBB-8723-0501A072F42C}"/>
                </c:ext>
              </c:extLst>
            </c:dLbl>
            <c:dLbl>
              <c:idx val="40"/>
              <c:delete val="1"/>
              <c:extLst>
                <c:ext xmlns:c15="http://schemas.microsoft.com/office/drawing/2012/chart" uri="{CE6537A1-D6FC-4f65-9D91-7224C49458BB}"/>
                <c:ext xmlns:c16="http://schemas.microsoft.com/office/drawing/2014/chart" uri="{C3380CC4-5D6E-409C-BE32-E72D297353CC}">
                  <c16:uniqueId val="{00000072-FB1C-4BBB-8723-0501A072F42C}"/>
                </c:ext>
              </c:extLst>
            </c:dLbl>
            <c:dLbl>
              <c:idx val="41"/>
              <c:delete val="1"/>
              <c:extLst>
                <c:ext xmlns:c15="http://schemas.microsoft.com/office/drawing/2012/chart" uri="{CE6537A1-D6FC-4f65-9D91-7224C49458BB}"/>
                <c:ext xmlns:c16="http://schemas.microsoft.com/office/drawing/2014/chart" uri="{C3380CC4-5D6E-409C-BE32-E72D297353CC}">
                  <c16:uniqueId val="{00000073-FB1C-4BBB-8723-0501A072F42C}"/>
                </c:ext>
              </c:extLst>
            </c:dLbl>
            <c:dLbl>
              <c:idx val="42"/>
              <c:delete val="1"/>
              <c:extLst>
                <c:ext xmlns:c15="http://schemas.microsoft.com/office/drawing/2012/chart" uri="{CE6537A1-D6FC-4f65-9D91-7224C49458BB}"/>
                <c:ext xmlns:c16="http://schemas.microsoft.com/office/drawing/2014/chart" uri="{C3380CC4-5D6E-409C-BE32-E72D297353CC}">
                  <c16:uniqueId val="{00000074-FB1C-4BBB-8723-0501A072F42C}"/>
                </c:ext>
              </c:extLst>
            </c:dLbl>
            <c:dLbl>
              <c:idx val="43"/>
              <c:delete val="1"/>
              <c:extLst>
                <c:ext xmlns:c15="http://schemas.microsoft.com/office/drawing/2012/chart" uri="{CE6537A1-D6FC-4f65-9D91-7224C49458BB}"/>
                <c:ext xmlns:c16="http://schemas.microsoft.com/office/drawing/2014/chart" uri="{C3380CC4-5D6E-409C-BE32-E72D297353CC}">
                  <c16:uniqueId val="{00000075-FB1C-4BBB-8723-0501A072F42C}"/>
                </c:ext>
              </c:extLst>
            </c:dLbl>
            <c:dLbl>
              <c:idx val="44"/>
              <c:delete val="1"/>
              <c:extLst>
                <c:ext xmlns:c15="http://schemas.microsoft.com/office/drawing/2012/chart" uri="{CE6537A1-D6FC-4f65-9D91-7224C49458BB}"/>
                <c:ext xmlns:c16="http://schemas.microsoft.com/office/drawing/2014/chart" uri="{C3380CC4-5D6E-409C-BE32-E72D297353CC}">
                  <c16:uniqueId val="{00000076-FB1C-4BBB-8723-0501A072F42C}"/>
                </c:ext>
              </c:extLst>
            </c:dLbl>
            <c:dLbl>
              <c:idx val="45"/>
              <c:delete val="1"/>
              <c:extLst>
                <c:ext xmlns:c15="http://schemas.microsoft.com/office/drawing/2012/chart" uri="{CE6537A1-D6FC-4f65-9D91-7224C49458BB}"/>
                <c:ext xmlns:c16="http://schemas.microsoft.com/office/drawing/2014/chart" uri="{C3380CC4-5D6E-409C-BE32-E72D297353CC}">
                  <c16:uniqueId val="{00000077-FB1C-4BBB-8723-0501A072F42C}"/>
                </c:ext>
              </c:extLst>
            </c:dLbl>
            <c:dLbl>
              <c:idx val="46"/>
              <c:delete val="1"/>
              <c:extLst>
                <c:ext xmlns:c15="http://schemas.microsoft.com/office/drawing/2012/chart" uri="{CE6537A1-D6FC-4f65-9D91-7224C49458BB}"/>
                <c:ext xmlns:c16="http://schemas.microsoft.com/office/drawing/2014/chart" uri="{C3380CC4-5D6E-409C-BE32-E72D297353CC}">
                  <c16:uniqueId val="{00000078-FB1C-4BBB-8723-0501A072F42C}"/>
                </c:ext>
              </c:extLst>
            </c:dLbl>
            <c:dLbl>
              <c:idx val="47"/>
              <c:delete val="1"/>
              <c:extLst>
                <c:ext xmlns:c15="http://schemas.microsoft.com/office/drawing/2012/chart" uri="{CE6537A1-D6FC-4f65-9D91-7224C49458BB}"/>
                <c:ext xmlns:c16="http://schemas.microsoft.com/office/drawing/2014/chart" uri="{C3380CC4-5D6E-409C-BE32-E72D297353CC}">
                  <c16:uniqueId val="{00000079-FB1C-4BBB-8723-0501A072F42C}"/>
                </c:ext>
              </c:extLst>
            </c:dLbl>
            <c:dLbl>
              <c:idx val="48"/>
              <c:delete val="1"/>
              <c:extLst>
                <c:ext xmlns:c15="http://schemas.microsoft.com/office/drawing/2012/chart" uri="{CE6537A1-D6FC-4f65-9D91-7224C49458BB}"/>
                <c:ext xmlns:c16="http://schemas.microsoft.com/office/drawing/2014/chart" uri="{C3380CC4-5D6E-409C-BE32-E72D297353CC}">
                  <c16:uniqueId val="{0000007A-FB1C-4BBB-8723-0501A072F42C}"/>
                </c:ext>
              </c:extLst>
            </c:dLbl>
            <c:dLbl>
              <c:idx val="49"/>
              <c:delete val="1"/>
              <c:extLst>
                <c:ext xmlns:c15="http://schemas.microsoft.com/office/drawing/2012/chart" uri="{CE6537A1-D6FC-4f65-9D91-7224C49458BB}"/>
                <c:ext xmlns:c16="http://schemas.microsoft.com/office/drawing/2014/chart" uri="{C3380CC4-5D6E-409C-BE32-E72D297353CC}">
                  <c16:uniqueId val="{0000007B-FB1C-4BBB-8723-0501A072F42C}"/>
                </c:ext>
              </c:extLst>
            </c:dLbl>
            <c:dLbl>
              <c:idx val="50"/>
              <c:delete val="1"/>
              <c:extLst>
                <c:ext xmlns:c15="http://schemas.microsoft.com/office/drawing/2012/chart" uri="{CE6537A1-D6FC-4f65-9D91-7224C49458BB}"/>
                <c:ext xmlns:c16="http://schemas.microsoft.com/office/drawing/2014/chart" uri="{C3380CC4-5D6E-409C-BE32-E72D297353CC}">
                  <c16:uniqueId val="{0000007C-FB1C-4BBB-8723-0501A072F42C}"/>
                </c:ext>
              </c:extLst>
            </c:dLbl>
            <c:dLbl>
              <c:idx val="51"/>
              <c:delete val="1"/>
              <c:extLst>
                <c:ext xmlns:c15="http://schemas.microsoft.com/office/drawing/2012/chart" uri="{CE6537A1-D6FC-4f65-9D91-7224C49458BB}"/>
                <c:ext xmlns:c16="http://schemas.microsoft.com/office/drawing/2014/chart" uri="{C3380CC4-5D6E-409C-BE32-E72D297353CC}">
                  <c16:uniqueId val="{0000007D-FB1C-4BBB-8723-0501A072F42C}"/>
                </c:ext>
              </c:extLst>
            </c:dLbl>
            <c:dLbl>
              <c:idx val="52"/>
              <c:delete val="1"/>
              <c:extLst>
                <c:ext xmlns:c15="http://schemas.microsoft.com/office/drawing/2012/chart" uri="{CE6537A1-D6FC-4f65-9D91-7224C49458BB}"/>
                <c:ext xmlns:c16="http://schemas.microsoft.com/office/drawing/2014/chart" uri="{C3380CC4-5D6E-409C-BE32-E72D297353CC}">
                  <c16:uniqueId val="{0000007E-FB1C-4BBB-8723-0501A072F42C}"/>
                </c:ext>
              </c:extLst>
            </c:dLbl>
            <c:dLbl>
              <c:idx val="53"/>
              <c:delete val="1"/>
              <c:extLst>
                <c:ext xmlns:c15="http://schemas.microsoft.com/office/drawing/2012/chart" uri="{CE6537A1-D6FC-4f65-9D91-7224C49458BB}"/>
                <c:ext xmlns:c16="http://schemas.microsoft.com/office/drawing/2014/chart" uri="{C3380CC4-5D6E-409C-BE32-E72D297353CC}">
                  <c16:uniqueId val="{0000007F-FB1C-4BBB-8723-0501A072F42C}"/>
                </c:ext>
              </c:extLst>
            </c:dLbl>
            <c:dLbl>
              <c:idx val="54"/>
              <c:delete val="1"/>
              <c:extLst>
                <c:ext xmlns:c15="http://schemas.microsoft.com/office/drawing/2012/chart" uri="{CE6537A1-D6FC-4f65-9D91-7224C49458BB}"/>
                <c:ext xmlns:c16="http://schemas.microsoft.com/office/drawing/2014/chart" uri="{C3380CC4-5D6E-409C-BE32-E72D297353CC}">
                  <c16:uniqueId val="{00000080-FB1C-4BBB-8723-0501A072F42C}"/>
                </c:ext>
              </c:extLst>
            </c:dLbl>
            <c:dLbl>
              <c:idx val="55"/>
              <c:delete val="1"/>
              <c:extLst>
                <c:ext xmlns:c15="http://schemas.microsoft.com/office/drawing/2012/chart" uri="{CE6537A1-D6FC-4f65-9D91-7224C49458BB}"/>
                <c:ext xmlns:c16="http://schemas.microsoft.com/office/drawing/2014/chart" uri="{C3380CC4-5D6E-409C-BE32-E72D297353CC}">
                  <c16:uniqueId val="{00000081-FB1C-4BBB-8723-0501A072F42C}"/>
                </c:ext>
              </c:extLst>
            </c:dLbl>
            <c:dLbl>
              <c:idx val="56"/>
              <c:delete val="1"/>
              <c:extLst>
                <c:ext xmlns:c15="http://schemas.microsoft.com/office/drawing/2012/chart" uri="{CE6537A1-D6FC-4f65-9D91-7224C49458BB}"/>
                <c:ext xmlns:c16="http://schemas.microsoft.com/office/drawing/2014/chart" uri="{C3380CC4-5D6E-409C-BE32-E72D297353CC}">
                  <c16:uniqueId val="{00000082-FB1C-4BBB-8723-0501A072F42C}"/>
                </c:ext>
              </c:extLst>
            </c:dLbl>
            <c:dLbl>
              <c:idx val="57"/>
              <c:delete val="1"/>
              <c:extLst>
                <c:ext xmlns:c15="http://schemas.microsoft.com/office/drawing/2012/chart" uri="{CE6537A1-D6FC-4f65-9D91-7224C49458BB}"/>
                <c:ext xmlns:c16="http://schemas.microsoft.com/office/drawing/2014/chart" uri="{C3380CC4-5D6E-409C-BE32-E72D297353CC}">
                  <c16:uniqueId val="{00000083-FB1C-4BBB-8723-0501A072F42C}"/>
                </c:ext>
              </c:extLst>
            </c:dLbl>
            <c:dLbl>
              <c:idx val="58"/>
              <c:delete val="1"/>
              <c:extLst>
                <c:ext xmlns:c15="http://schemas.microsoft.com/office/drawing/2012/chart" uri="{CE6537A1-D6FC-4f65-9D91-7224C49458BB}"/>
                <c:ext xmlns:c16="http://schemas.microsoft.com/office/drawing/2014/chart" uri="{C3380CC4-5D6E-409C-BE32-E72D297353CC}">
                  <c16:uniqueId val="{00000084-FB1C-4BBB-8723-0501A072F42C}"/>
                </c:ext>
              </c:extLst>
            </c:dLbl>
            <c:dLbl>
              <c:idx val="59"/>
              <c:delete val="1"/>
              <c:extLst>
                <c:ext xmlns:c15="http://schemas.microsoft.com/office/drawing/2012/chart" uri="{CE6537A1-D6FC-4f65-9D91-7224C49458BB}"/>
                <c:ext xmlns:c16="http://schemas.microsoft.com/office/drawing/2014/chart" uri="{C3380CC4-5D6E-409C-BE32-E72D297353CC}">
                  <c16:uniqueId val="{00000085-FB1C-4BBB-8723-0501A072F42C}"/>
                </c:ext>
              </c:extLst>
            </c:dLbl>
            <c:dLbl>
              <c:idx val="60"/>
              <c:tx>
                <c:rich>
                  <a:bodyPr/>
                  <a:lstStyle/>
                  <a:p>
                    <a:r>
                      <a:rPr lang="en-US"/>
                      <a:t>+6.9%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86-FB1C-4BBB-8723-0501A072F42C}"/>
                </c:ext>
              </c:extLst>
            </c:dLbl>
            <c:dLbl>
              <c:idx val="61"/>
              <c:delete val="1"/>
              <c:extLst>
                <c:ext xmlns:c15="http://schemas.microsoft.com/office/drawing/2012/chart" uri="{CE6537A1-D6FC-4f65-9D91-7224C49458BB}"/>
                <c:ext xmlns:c16="http://schemas.microsoft.com/office/drawing/2014/chart" uri="{C3380CC4-5D6E-409C-BE32-E72D297353CC}">
                  <c16:uniqueId val="{00000087-FB1C-4BBB-8723-0501A072F42C}"/>
                </c:ext>
              </c:extLst>
            </c:dLbl>
            <c:dLbl>
              <c:idx val="62"/>
              <c:delete val="1"/>
              <c:extLst>
                <c:ext xmlns:c15="http://schemas.microsoft.com/office/drawing/2012/chart" uri="{CE6537A1-D6FC-4f65-9D91-7224C49458BB}"/>
                <c:ext xmlns:c16="http://schemas.microsoft.com/office/drawing/2014/chart" uri="{C3380CC4-5D6E-409C-BE32-E72D297353CC}">
                  <c16:uniqueId val="{00000088-FB1C-4BBB-8723-0501A072F42C}"/>
                </c:ext>
              </c:extLst>
            </c:dLbl>
            <c:dLbl>
              <c:idx val="63"/>
              <c:delete val="1"/>
              <c:extLst>
                <c:ext xmlns:c15="http://schemas.microsoft.com/office/drawing/2012/chart" uri="{CE6537A1-D6FC-4f65-9D91-7224C49458BB}"/>
                <c:ext xmlns:c16="http://schemas.microsoft.com/office/drawing/2014/chart" uri="{C3380CC4-5D6E-409C-BE32-E72D297353CC}">
                  <c16:uniqueId val="{00000089-FB1C-4BBB-8723-0501A072F42C}"/>
                </c:ext>
              </c:extLst>
            </c:dLbl>
            <c:dLbl>
              <c:idx val="64"/>
              <c:delete val="1"/>
              <c:extLst>
                <c:ext xmlns:c15="http://schemas.microsoft.com/office/drawing/2012/chart" uri="{CE6537A1-D6FC-4f65-9D91-7224C49458BB}"/>
                <c:ext xmlns:c16="http://schemas.microsoft.com/office/drawing/2014/chart" uri="{C3380CC4-5D6E-409C-BE32-E72D297353CC}">
                  <c16:uniqueId val="{0000008A-FB1C-4BBB-8723-0501A072F42C}"/>
                </c:ext>
              </c:extLst>
            </c:dLbl>
            <c:dLbl>
              <c:idx val="65"/>
              <c:delete val="1"/>
              <c:extLst>
                <c:ext xmlns:c15="http://schemas.microsoft.com/office/drawing/2012/chart" uri="{CE6537A1-D6FC-4f65-9D91-7224C49458BB}"/>
                <c:ext xmlns:c16="http://schemas.microsoft.com/office/drawing/2014/chart" uri="{C3380CC4-5D6E-409C-BE32-E72D297353CC}">
                  <c16:uniqueId val="{0000008B-FB1C-4BBB-8723-0501A072F42C}"/>
                </c:ext>
              </c:extLst>
            </c:dLbl>
            <c:dLbl>
              <c:idx val="66"/>
              <c:delete val="1"/>
              <c:extLst>
                <c:ext xmlns:c15="http://schemas.microsoft.com/office/drawing/2012/chart" uri="{CE6537A1-D6FC-4f65-9D91-7224C49458BB}"/>
                <c:ext xmlns:c16="http://schemas.microsoft.com/office/drawing/2014/chart" uri="{C3380CC4-5D6E-409C-BE32-E72D297353CC}">
                  <c16:uniqueId val="{0000008C-FB1C-4BBB-8723-0501A072F42C}"/>
                </c:ext>
              </c:extLst>
            </c:dLbl>
            <c:dLbl>
              <c:idx val="67"/>
              <c:delete val="1"/>
              <c:extLst>
                <c:ext xmlns:c15="http://schemas.microsoft.com/office/drawing/2012/chart" uri="{CE6537A1-D6FC-4f65-9D91-7224C49458BB}"/>
                <c:ext xmlns:c16="http://schemas.microsoft.com/office/drawing/2014/chart" uri="{C3380CC4-5D6E-409C-BE32-E72D297353CC}">
                  <c16:uniqueId val="{0000008D-FB1C-4BBB-8723-0501A072F42C}"/>
                </c:ext>
              </c:extLst>
            </c:dLbl>
            <c:dLbl>
              <c:idx val="68"/>
              <c:delete val="1"/>
              <c:extLst>
                <c:ext xmlns:c15="http://schemas.microsoft.com/office/drawing/2012/chart" uri="{CE6537A1-D6FC-4f65-9D91-7224C49458BB}"/>
                <c:ext xmlns:c16="http://schemas.microsoft.com/office/drawing/2014/chart" uri="{C3380CC4-5D6E-409C-BE32-E72D297353CC}">
                  <c16:uniqueId val="{0000008E-FB1C-4BBB-8723-0501A072F42C}"/>
                </c:ext>
              </c:extLst>
            </c:dLbl>
            <c:dLbl>
              <c:idx val="69"/>
              <c:delete val="1"/>
              <c:extLst>
                <c:ext xmlns:c15="http://schemas.microsoft.com/office/drawing/2012/chart" uri="{CE6537A1-D6FC-4f65-9D91-7224C49458BB}"/>
                <c:ext xmlns:c16="http://schemas.microsoft.com/office/drawing/2014/chart" uri="{C3380CC4-5D6E-409C-BE32-E72D297353CC}">
                  <c16:uniqueId val="{0000008F-FB1C-4BBB-8723-0501A072F42C}"/>
                </c:ext>
              </c:extLst>
            </c:dLbl>
            <c:dLbl>
              <c:idx val="70"/>
              <c:delete val="1"/>
              <c:extLst>
                <c:ext xmlns:c15="http://schemas.microsoft.com/office/drawing/2012/chart" uri="{CE6537A1-D6FC-4f65-9D91-7224C49458BB}"/>
                <c:ext xmlns:c16="http://schemas.microsoft.com/office/drawing/2014/chart" uri="{C3380CC4-5D6E-409C-BE32-E72D297353CC}">
                  <c16:uniqueId val="{00000090-FB1C-4BBB-8723-0501A072F42C}"/>
                </c:ext>
              </c:extLst>
            </c:dLbl>
            <c:dLbl>
              <c:idx val="71"/>
              <c:delete val="1"/>
              <c:extLst>
                <c:ext xmlns:c15="http://schemas.microsoft.com/office/drawing/2012/chart" uri="{CE6537A1-D6FC-4f65-9D91-7224C49458BB}"/>
                <c:ext xmlns:c16="http://schemas.microsoft.com/office/drawing/2014/chart" uri="{C3380CC4-5D6E-409C-BE32-E72D297353CC}">
                  <c16:uniqueId val="{00000091-FB1C-4BBB-8723-0501A072F42C}"/>
                </c:ext>
              </c:extLst>
            </c:dLbl>
            <c:dLbl>
              <c:idx val="72"/>
              <c:delete val="1"/>
              <c:extLst>
                <c:ext xmlns:c15="http://schemas.microsoft.com/office/drawing/2012/chart" uri="{CE6537A1-D6FC-4f65-9D91-7224C49458BB}"/>
                <c:ext xmlns:c16="http://schemas.microsoft.com/office/drawing/2014/chart" uri="{C3380CC4-5D6E-409C-BE32-E72D297353CC}">
                  <c16:uniqueId val="{00000092-FB1C-4BBB-8723-0501A072F42C}"/>
                </c:ext>
              </c:extLst>
            </c:dLbl>
            <c:spPr>
              <a:noFill/>
              <a:ln>
                <a:noFill/>
              </a:ln>
              <a:effectLst/>
            </c:spPr>
            <c:txPr>
              <a:bodyPr/>
              <a:lstStyle/>
              <a:p>
                <a:pPr>
                  <a:defRPr sz="900" b="1" baseline="0">
                    <a:solidFill>
                      <a:srgbClr val="1F2F44"/>
                    </a:solidFill>
                    <a:latin typeface="Roboto"/>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Sheet1!$A$1:$A$73</c:f>
              <c:strCache>
                <c:ptCount val="73"/>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pt idx="51">
                  <c:v>51</c:v>
                </c:pt>
                <c:pt idx="52">
                  <c:v>52</c:v>
                </c:pt>
                <c:pt idx="53">
                  <c:v>53</c:v>
                </c:pt>
                <c:pt idx="54">
                  <c:v>54</c:v>
                </c:pt>
                <c:pt idx="55">
                  <c:v>55</c:v>
                </c:pt>
                <c:pt idx="56">
                  <c:v>56</c:v>
                </c:pt>
                <c:pt idx="57">
                  <c:v>57</c:v>
                </c:pt>
                <c:pt idx="58">
                  <c:v>58</c:v>
                </c:pt>
                <c:pt idx="59">
                  <c:v>59</c:v>
                </c:pt>
                <c:pt idx="60">
                  <c:v>60</c:v>
                </c:pt>
                <c:pt idx="61">
                  <c:v> </c:v>
                </c:pt>
                <c:pt idx="62">
                  <c:v>  </c:v>
                </c:pt>
                <c:pt idx="63">
                  <c:v>   </c:v>
                </c:pt>
                <c:pt idx="64">
                  <c:v>    </c:v>
                </c:pt>
                <c:pt idx="65">
                  <c:v>     </c:v>
                </c:pt>
                <c:pt idx="66">
                  <c:v>      </c:v>
                </c:pt>
                <c:pt idx="67">
                  <c:v>       </c:v>
                </c:pt>
                <c:pt idx="68">
                  <c:v>        </c:v>
                </c:pt>
                <c:pt idx="69">
                  <c:v>         </c:v>
                </c:pt>
                <c:pt idx="70">
                  <c:v>          </c:v>
                </c:pt>
                <c:pt idx="71">
                  <c:v>           </c:v>
                </c:pt>
                <c:pt idx="72">
                  <c:v>            </c:v>
                </c:pt>
              </c:strCache>
            </c:strRef>
          </c:cat>
          <c:val>
            <c:numRef>
              <c:f>Sheet1!$C$1:$C$61</c:f>
              <c:numCache>
                <c:formatCode>0.0%</c:formatCode>
                <c:ptCount val="73"/>
                <c:pt idx="0">
                  <c:v>0</c:v>
                </c:pt>
                <c:pt idx="1">
                  <c:v>4.178122938425094E-3</c:v>
                </c:pt>
                <c:pt idx="2">
                  <c:v>3.0486224413407092E-3</c:v>
                </c:pt>
                <c:pt idx="3">
                  <c:v>-1.4813464637438161E-4</c:v>
                </c:pt>
                <c:pt idx="4">
                  <c:v>4.1411082435423132E-3</c:v>
                </c:pt>
                <c:pt idx="5">
                  <c:v>3.724688570111451E-3</c:v>
                </c:pt>
                <c:pt idx="6">
                  <c:v>9.5338441509043304E-3</c:v>
                </c:pt>
                <c:pt idx="7">
                  <c:v>6.4612181354558708E-3</c:v>
                </c:pt>
                <c:pt idx="8">
                  <c:v>5.3343195831264288E-3</c:v>
                </c:pt>
                <c:pt idx="9">
                  <c:v>6.8765507424706608E-3</c:v>
                </c:pt>
                <c:pt idx="10">
                  <c:v>2.8205826516025659E-5</c:v>
                </c:pt>
                <c:pt idx="11">
                  <c:v>1.9957468416960051E-3</c:v>
                </c:pt>
                <c:pt idx="12">
                  <c:v>-3.3086687342173291E-3</c:v>
                </c:pt>
                <c:pt idx="13">
                  <c:v>1.3729745792914641E-3</c:v>
                </c:pt>
                <c:pt idx="14">
                  <c:v>8.6949562742372928E-3</c:v>
                </c:pt>
                <c:pt idx="15">
                  <c:v>1.2466134105946859E-2</c:v>
                </c:pt>
                <c:pt idx="16">
                  <c:v>1.2238443635827651E-2</c:v>
                </c:pt>
                <c:pt idx="17">
                  <c:v>1.383559507477161E-2</c:v>
                </c:pt>
                <c:pt idx="18">
                  <c:v>1.6203456159926299E-2</c:v>
                </c:pt>
                <c:pt idx="19">
                  <c:v>1.798616832378443E-2</c:v>
                </c:pt>
                <c:pt idx="20">
                  <c:v>2.0308228436988748E-2</c:v>
                </c:pt>
                <c:pt idx="21">
                  <c:v>2.4605853080952051E-2</c:v>
                </c:pt>
                <c:pt idx="22">
                  <c:v>2.7024869405370858E-2</c:v>
                </c:pt>
                <c:pt idx="23">
                  <c:v>2.9929449982569811E-2</c:v>
                </c:pt>
                <c:pt idx="24">
                  <c:v>2.9737111095879641E-2</c:v>
                </c:pt>
                <c:pt idx="25">
                  <c:v>3.5816170553471083E-2</c:v>
                </c:pt>
                <c:pt idx="26">
                  <c:v>3.6026809953063552E-2</c:v>
                </c:pt>
                <c:pt idx="27">
                  <c:v>4.1338983136791567E-2</c:v>
                </c:pt>
                <c:pt idx="28">
                  <c:v>4.1800767044964562E-2</c:v>
                </c:pt>
                <c:pt idx="29">
                  <c:v>4.2430661844843537E-2</c:v>
                </c:pt>
                <c:pt idx="30">
                  <c:v>4.0256224720381373E-2</c:v>
                </c:pt>
                <c:pt idx="31">
                  <c:v>3.7053475213016468E-2</c:v>
                </c:pt>
                <c:pt idx="32">
                  <c:v>3.6804729730982297E-2</c:v>
                </c:pt>
                <c:pt idx="33">
                  <c:v>3.3693969557723961E-2</c:v>
                </c:pt>
                <c:pt idx="34">
                  <c:v>3.5295086116933397E-2</c:v>
                </c:pt>
                <c:pt idx="35">
                  <c:v>4.0171306880523748E-2</c:v>
                </c:pt>
                <c:pt idx="36">
                  <c:v>3.9993631137134937E-2</c:v>
                </c:pt>
                <c:pt idx="37">
                  <c:v>3.9889397004467531E-2</c:v>
                </c:pt>
                <c:pt idx="38">
                  <c:v>4.4755408831427458E-2</c:v>
                </c:pt>
                <c:pt idx="39">
                  <c:v>4.0617375826698943E-2</c:v>
                </c:pt>
                <c:pt idx="40">
                  <c:v>4.3175253640016183E-2</c:v>
                </c:pt>
                <c:pt idx="41">
                  <c:v>4.2628205930180303E-2</c:v>
                </c:pt>
                <c:pt idx="42">
                  <c:v>4.3763828701130249E-2</c:v>
                </c:pt>
                <c:pt idx="43">
                  <c:v>5.0640310693433679E-2</c:v>
                </c:pt>
                <c:pt idx="44">
                  <c:v>4.9856569843044263E-2</c:v>
                </c:pt>
                <c:pt idx="45">
                  <c:v>5.6606015081743427E-2</c:v>
                </c:pt>
                <c:pt idx="46">
                  <c:v>5.7941107945701467E-2</c:v>
                </c:pt>
                <c:pt idx="47">
                  <c:v>6.6103090713297813E-2</c:v>
                </c:pt>
                <c:pt idx="48">
                  <c:v>6.4669755926461334E-2</c:v>
                </c:pt>
                <c:pt idx="49">
                  <c:v>6.1854344428604907E-2</c:v>
                </c:pt>
                <c:pt idx="50">
                  <c:v>6.229724428103791E-2</c:v>
                </c:pt>
                <c:pt idx="51">
                  <c:v>6.7921795855888881E-2</c:v>
                </c:pt>
                <c:pt idx="52">
                  <c:v>7.6201355670069693E-2</c:v>
                </c:pt>
                <c:pt idx="53">
                  <c:v>7.7230065603302742E-2</c:v>
                </c:pt>
                <c:pt idx="54">
                  <c:v>7.513298318664241E-2</c:v>
                </c:pt>
                <c:pt idx="55">
                  <c:v>7.9950821863327373E-2</c:v>
                </c:pt>
                <c:pt idx="56">
                  <c:v>7.9913548749005484E-2</c:v>
                </c:pt>
                <c:pt idx="57">
                  <c:v>7.2820258489137688E-2</c:v>
                </c:pt>
                <c:pt idx="58">
                  <c:v>6.9918448213232759E-2</c:v>
                </c:pt>
                <c:pt idx="59">
                  <c:v>7.0195480838045901E-2</c:v>
                </c:pt>
                <c:pt idx="60">
                  <c:v>6.9259635007310583E-2</c:v>
                </c:pt>
              </c:numCache>
            </c:numRef>
          </c:val>
          <c:smooth val="0"/>
          <c:extLst>
            <c:ext xmlns:c16="http://schemas.microsoft.com/office/drawing/2014/chart" uri="{C3380CC4-5D6E-409C-BE32-E72D297353CC}">
              <c16:uniqueId val="{00000093-FB1C-4BBB-8723-0501A072F42C}"/>
            </c:ext>
          </c:extLst>
        </c:ser>
        <c:dLbls>
          <c:showLegendKey val="0"/>
          <c:showVal val="0"/>
          <c:showCatName val="0"/>
          <c:showSerName val="0"/>
          <c:showPercent val="0"/>
          <c:showBubbleSize val="0"/>
        </c:dLbls>
        <c:smooth val="0"/>
        <c:axId val="50110001"/>
        <c:axId val="50110002"/>
      </c:lineChart>
      <c:catAx>
        <c:axId val="50110001"/>
        <c:scaling>
          <c:orientation val="minMax"/>
        </c:scaling>
        <c:delete val="0"/>
        <c:axPos val="b"/>
        <c:title>
          <c:tx>
            <c:rich>
              <a:bodyPr/>
              <a:lstStyle/>
              <a:p>
                <a:pPr>
                  <a:defRPr sz="900" b="0" baseline="0">
                    <a:solidFill>
                      <a:srgbClr val="404040"/>
                    </a:solidFill>
                    <a:latin typeface="Roboto Light"/>
                  </a:defRPr>
                </a:pPr>
                <a:r>
                  <a:rPr lang="en-US" sz="900" b="0" baseline="0" dirty="0">
                    <a:solidFill>
                      <a:srgbClr val="404040"/>
                    </a:solidFill>
                    <a:latin typeface="Roboto Light"/>
                  </a:rPr>
                  <a:t>Business days from signal day</a:t>
                </a:r>
              </a:p>
            </c:rich>
          </c:tx>
          <c:overlay val="0"/>
        </c:title>
        <c:numFmt formatCode="General" sourceLinked="0"/>
        <c:majorTickMark val="none"/>
        <c:minorTickMark val="none"/>
        <c:tickLblPos val="low"/>
        <c:spPr>
          <a:ln>
            <a:solidFill>
              <a:srgbClr val="BFBFBF"/>
            </a:solidFill>
          </a:ln>
        </c:spPr>
        <c:txPr>
          <a:bodyPr/>
          <a:lstStyle/>
          <a:p>
            <a:pPr>
              <a:defRPr sz="900" baseline="0">
                <a:solidFill>
                  <a:srgbClr val="404040"/>
                </a:solidFill>
                <a:latin typeface="Roboto Light"/>
              </a:defRPr>
            </a:pPr>
            <a:endParaRPr lang="en-US"/>
          </a:p>
        </c:txPr>
        <c:crossAx val="50110002"/>
        <c:crossesAt val="-0.08"/>
        <c:auto val="1"/>
        <c:lblAlgn val="ctr"/>
        <c:lblOffset val="100"/>
        <c:tickLblSkip val="10"/>
        <c:tickMarkSkip val="10"/>
        <c:noMultiLvlLbl val="0"/>
      </c:catAx>
      <c:valAx>
        <c:axId val="50110002"/>
        <c:scaling>
          <c:orientation val="minMax"/>
          <c:max val="0.08"/>
          <c:min val="-0.08"/>
        </c:scaling>
        <c:delete val="0"/>
        <c:axPos val="l"/>
        <c:majorGridlines>
          <c:spPr>
            <a:ln w="6350">
              <a:solidFill>
                <a:srgbClr val="D9D9D9"/>
              </a:solidFill>
              <a:prstDash val="dash"/>
            </a:ln>
          </c:spPr>
        </c:majorGridlines>
        <c:numFmt formatCode="0%" sourceLinked="0"/>
        <c:majorTickMark val="out"/>
        <c:minorTickMark val="none"/>
        <c:tickLblPos val="nextTo"/>
        <c:spPr>
          <a:ln>
            <a:noFill/>
          </a:ln>
        </c:spPr>
        <c:txPr>
          <a:bodyPr/>
          <a:lstStyle/>
          <a:p>
            <a:pPr>
              <a:defRPr sz="900" baseline="0">
                <a:solidFill>
                  <a:srgbClr val="404040"/>
                </a:solidFill>
                <a:latin typeface="Roboto Light"/>
              </a:defRPr>
            </a:pPr>
            <a:endParaRPr lang="en-US"/>
          </a:p>
        </c:txPr>
        <c:crossAx val="50110001"/>
        <c:crosses val="autoZero"/>
        <c:crossBetween val="between"/>
        <c:majorUnit val="0.04"/>
      </c:valAx>
      <c:spPr>
        <a:noFill/>
        <a:ln>
          <a:noFill/>
        </a:ln>
      </c:spPr>
    </c:plotArea>
    <c:legend>
      <c:legendPos val="t"/>
      <c:overlay val="0"/>
      <c:txPr>
        <a:bodyPr/>
        <a:lstStyle/>
        <a:p>
          <a:pPr>
            <a:defRPr sz="800" baseline="0">
              <a:solidFill>
                <a:srgbClr val="40404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5410879964204161E-2"/>
          <c:y val="0.271015192224135"/>
          <c:w val="0.85072449075353229"/>
          <c:h val="0.54397485739476092"/>
        </c:manualLayout>
      </c:layout>
      <c:lineChart>
        <c:grouping val="standard"/>
        <c:varyColors val="0"/>
        <c:ser>
          <c:idx val="0"/>
          <c:order val="0"/>
          <c:tx>
            <c:v>P/E</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0-B0CF-4B0A-A930-B7238EADFA79}"/>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8.2x</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B0CF-4B0A-A930-B7238EADFA7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'P1'!$A$2:$A$123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'P1'!$B$2:$B$123</c:f>
              <c:numCache>
                <c:formatCode>0.0</c:formatCode>
                <c:ptCount val="122"/>
                <c:pt idx="0">
                  <c:v>14.6158</c:v>
                </c:pt>
                <c:pt idx="1">
                  <c:v>13.3874</c:v>
                </c:pt>
                <c:pt idx="2">
                  <c:v>12.1629</c:v>
                </c:pt>
                <c:pt idx="3">
                  <c:v>12.4754</c:v>
                </c:pt>
                <c:pt idx="4">
                  <c:v>12.384499999999999</c:v>
                </c:pt>
                <c:pt idx="5">
                  <c:v>11.662599999999999</c:v>
                </c:pt>
                <c:pt idx="6">
                  <c:v>11.809100000000001</c:v>
                </c:pt>
                <c:pt idx="7">
                  <c:v>11.3241</c:v>
                </c:pt>
                <c:pt idx="8">
                  <c:v>11.3659</c:v>
                </c:pt>
                <c:pt idx="9">
                  <c:v>11.9846</c:v>
                </c:pt>
                <c:pt idx="10">
                  <c:v>12.851000000000001</c:v>
                </c:pt>
                <c:pt idx="11">
                  <c:v>13.5021</c:v>
                </c:pt>
                <c:pt idx="12">
                  <c:v>13.3238</c:v>
                </c:pt>
                <c:pt idx="13">
                  <c:v>12.6061</c:v>
                </c:pt>
                <c:pt idx="14">
                  <c:v>12.8432</c:v>
                </c:pt>
                <c:pt idx="15">
                  <c:v>13.741099999999999</c:v>
                </c:pt>
                <c:pt idx="16">
                  <c:v>13.204700000000001</c:v>
                </c:pt>
                <c:pt idx="17">
                  <c:v>12.6424</c:v>
                </c:pt>
                <c:pt idx="18">
                  <c:v>12.601599999999999</c:v>
                </c:pt>
                <c:pt idx="19">
                  <c:v>10.9549</c:v>
                </c:pt>
                <c:pt idx="20">
                  <c:v>10.297700000000001</c:v>
                </c:pt>
                <c:pt idx="21">
                  <c:v>10.95</c:v>
                </c:pt>
                <c:pt idx="22">
                  <c:v>10.281000000000001</c:v>
                </c:pt>
                <c:pt idx="23">
                  <c:v>10.2416</c:v>
                </c:pt>
                <c:pt idx="24">
                  <c:v>11.0792</c:v>
                </c:pt>
                <c:pt idx="25">
                  <c:v>10.7296</c:v>
                </c:pt>
                <c:pt idx="26">
                  <c:v>10.307399999999999</c:v>
                </c:pt>
                <c:pt idx="27">
                  <c:v>12.2524</c:v>
                </c:pt>
                <c:pt idx="28">
                  <c:v>11.7729</c:v>
                </c:pt>
                <c:pt idx="29">
                  <c:v>11.451000000000001</c:v>
                </c:pt>
                <c:pt idx="30">
                  <c:v>11.45</c:v>
                </c:pt>
                <c:pt idx="31">
                  <c:v>11.563000000000001</c:v>
                </c:pt>
                <c:pt idx="32">
                  <c:v>12.138500000000001</c:v>
                </c:pt>
                <c:pt idx="33">
                  <c:v>12.0992</c:v>
                </c:pt>
                <c:pt idx="34">
                  <c:v>12.1663</c:v>
                </c:pt>
                <c:pt idx="35">
                  <c:v>12.547800000000001</c:v>
                </c:pt>
                <c:pt idx="36">
                  <c:v>12.909000000000001</c:v>
                </c:pt>
                <c:pt idx="37">
                  <c:v>12.9002</c:v>
                </c:pt>
                <c:pt idx="38">
                  <c:v>13.596299999999999</c:v>
                </c:pt>
                <c:pt idx="39">
                  <c:v>13.588800000000001</c:v>
                </c:pt>
                <c:pt idx="40">
                  <c:v>12.4344</c:v>
                </c:pt>
                <c:pt idx="41">
                  <c:v>10.1752</c:v>
                </c:pt>
                <c:pt idx="42">
                  <c:v>12.718500000000001</c:v>
                </c:pt>
                <c:pt idx="43">
                  <c:v>14.9253</c:v>
                </c:pt>
                <c:pt idx="44">
                  <c:v>16.995999999999999</c:v>
                </c:pt>
                <c:pt idx="45">
                  <c:v>17.508800000000001</c:v>
                </c:pt>
                <c:pt idx="46">
                  <c:v>15.4129</c:v>
                </c:pt>
                <c:pt idx="47">
                  <c:v>13.5961</c:v>
                </c:pt>
                <c:pt idx="48">
                  <c:v>12.052300000000001</c:v>
                </c:pt>
                <c:pt idx="49">
                  <c:v>12.8962</c:v>
                </c:pt>
                <c:pt idx="50">
                  <c:v>13.3177</c:v>
                </c:pt>
                <c:pt idx="51">
                  <c:v>11.6934</c:v>
                </c:pt>
                <c:pt idx="52">
                  <c:v>10.778</c:v>
                </c:pt>
                <c:pt idx="53">
                  <c:v>10.331099999999999</c:v>
                </c:pt>
                <c:pt idx="54">
                  <c:v>9.6289999999999996</c:v>
                </c:pt>
                <c:pt idx="55">
                  <c:v>10.3283</c:v>
                </c:pt>
                <c:pt idx="56">
                  <c:v>9.9908999999999999</c:v>
                </c:pt>
                <c:pt idx="57">
                  <c:v>9.2087000000000003</c:v>
                </c:pt>
                <c:pt idx="58">
                  <c:v>8.8612000000000002</c:v>
                </c:pt>
                <c:pt idx="59">
                  <c:v>8.1644000000000005</c:v>
                </c:pt>
                <c:pt idx="60">
                  <c:v>7.8681000000000001</c:v>
                </c:pt>
                <c:pt idx="61">
                  <c:v>7.7618999999999998</c:v>
                </c:pt>
                <c:pt idx="62">
                  <c:v>8.1292000000000009</c:v>
                </c:pt>
                <c:pt idx="63">
                  <c:v>8.4812999999999992</c:v>
                </c:pt>
                <c:pt idx="64">
                  <c:v>8.4679000000000002</c:v>
                </c:pt>
                <c:pt idx="65">
                  <c:v>8.3163</c:v>
                </c:pt>
                <c:pt idx="66">
                  <c:v>7.1252000000000004</c:v>
                </c:pt>
                <c:pt idx="67">
                  <c:v>7.1150000000000002</c:v>
                </c:pt>
                <c:pt idx="68">
                  <c:v>6.1719999999999997</c:v>
                </c:pt>
                <c:pt idx="69">
                  <c:v>6.5621</c:v>
                </c:pt>
                <c:pt idx="70">
                  <c:v>6.7774000000000001</c:v>
                </c:pt>
                <c:pt idx="71">
                  <c:v>6.9436999999999998</c:v>
                </c:pt>
                <c:pt idx="72">
                  <c:v>7.4128999999999996</c:v>
                </c:pt>
                <c:pt idx="73">
                  <c:v>7.2130000000000001</c:v>
                </c:pt>
                <c:pt idx="74">
                  <c:v>7.4832999999999998</c:v>
                </c:pt>
                <c:pt idx="75">
                  <c:v>7.8247999999999998</c:v>
                </c:pt>
                <c:pt idx="76">
                  <c:v>7.0114000000000001</c:v>
                </c:pt>
                <c:pt idx="77">
                  <c:v>6.8540999999999999</c:v>
                </c:pt>
                <c:pt idx="78">
                  <c:v>7.0723000000000003</c:v>
                </c:pt>
                <c:pt idx="79">
                  <c:v>7.3103999999999996</c:v>
                </c:pt>
                <c:pt idx="80">
                  <c:v>8.1166999999999998</c:v>
                </c:pt>
                <c:pt idx="81">
                  <c:v>8.4777000000000005</c:v>
                </c:pt>
                <c:pt idx="82">
                  <c:v>7.9196</c:v>
                </c:pt>
                <c:pt idx="83">
                  <c:v>7.9256000000000002</c:v>
                </c:pt>
                <c:pt idx="84">
                  <c:v>7.4100999999999999</c:v>
                </c:pt>
                <c:pt idx="85">
                  <c:v>8.1419999999999995</c:v>
                </c:pt>
                <c:pt idx="86">
                  <c:v>8.3633000000000006</c:v>
                </c:pt>
                <c:pt idx="87">
                  <c:v>8.0678999999999998</c:v>
                </c:pt>
                <c:pt idx="88">
                  <c:v>8.1854999999999993</c:v>
                </c:pt>
                <c:pt idx="89">
                  <c:v>8.0452999999999992</c:v>
                </c:pt>
                <c:pt idx="90">
                  <c:v>7.8414000000000001</c:v>
                </c:pt>
                <c:pt idx="91">
                  <c:v>7.4419000000000004</c:v>
                </c:pt>
                <c:pt idx="92">
                  <c:v>7.4340000000000002</c:v>
                </c:pt>
                <c:pt idx="93">
                  <c:v>7.4230999999999998</c:v>
                </c:pt>
                <c:pt idx="94">
                  <c:v>8.0055999999999994</c:v>
                </c:pt>
                <c:pt idx="95">
                  <c:v>7.8834999999999997</c:v>
                </c:pt>
                <c:pt idx="96">
                  <c:v>7.641</c:v>
                </c:pt>
                <c:pt idx="97">
                  <c:v>7.2176999999999998</c:v>
                </c:pt>
                <c:pt idx="98">
                  <c:v>6.8559999999999999</c:v>
                </c:pt>
                <c:pt idx="99">
                  <c:v>7.2869999999999999</c:v>
                </c:pt>
                <c:pt idx="100">
                  <c:v>6.9897</c:v>
                </c:pt>
                <c:pt idx="101">
                  <c:v>7.3289</c:v>
                </c:pt>
                <c:pt idx="102">
                  <c:v>7.8407999999999998</c:v>
                </c:pt>
                <c:pt idx="103">
                  <c:v>8.0114999999999998</c:v>
                </c:pt>
                <c:pt idx="104">
                  <c:v>8.1380999999999997</c:v>
                </c:pt>
                <c:pt idx="105">
                  <c:v>7.9676999999999998</c:v>
                </c:pt>
                <c:pt idx="106">
                  <c:v>8.5002999999999993</c:v>
                </c:pt>
                <c:pt idx="107">
                  <c:v>8.7365999999999993</c:v>
                </c:pt>
                <c:pt idx="108">
                  <c:v>8.7112999999999996</c:v>
                </c:pt>
                <c:pt idx="109">
                  <c:v>9.3256999999999994</c:v>
                </c:pt>
                <c:pt idx="110">
                  <c:v>9.1372</c:v>
                </c:pt>
                <c:pt idx="111">
                  <c:v>10.290900000000001</c:v>
                </c:pt>
                <c:pt idx="112">
                  <c:v>10.452299999999999</c:v>
                </c:pt>
                <c:pt idx="113">
                  <c:v>9.3515999999999995</c:v>
                </c:pt>
                <c:pt idx="114">
                  <c:v>9.0436999999999994</c:v>
                </c:pt>
                <c:pt idx="115">
                  <c:v>8.3554999999999993</c:v>
                </c:pt>
                <c:pt idx="116">
                  <c:v>8.2064000000000004</c:v>
                </c:pt>
                <c:pt idx="117">
                  <c:v>8.4826999999999995</c:v>
                </c:pt>
                <c:pt idx="118">
                  <c:v>8.3941999999999997</c:v>
                </c:pt>
                <c:pt idx="119">
                  <c:v>8.5175000000000001</c:v>
                </c:pt>
                <c:pt idx="120">
                  <c:v>9.5236000000000001</c:v>
                </c:pt>
                <c:pt idx="121">
                  <c:v>8.1731999999999996</c:v>
                </c:pt>
              </c:numCache>
            </c:numRef>
          </c:val>
          <c:smooth val="0"/>
          <c:extLst>
            <c:ext xmlns:c16="http://schemas.microsoft.com/office/drawing/2014/chart" uri="{C3380CC4-5D6E-409C-BE32-E72D297353CC}">
              <c16:uniqueId val="{00000000-0293-42AB-A5C4-E71AB90BB64E}"/>
            </c:ext>
          </c:extLst>
        </c:ser>
        <c:ser>
          <c:idx val="1"/>
          <c:order val="1"/>
          <c:tx>
            <c:v>10y avg.</c:v>
          </c:tx>
          <c:spPr>
            <a:ln w="19050">
              <a:solidFill>
                <a:srgbClr val="7E7E7E"/>
              </a:solidFill>
              <a:prstDash val="dash"/>
            </a:ln>
          </c:spPr>
          <c:marker>
            <c:symbol val="none"/>
          </c:marker>
          <c:cat>
            <c:numRef>
              <c:f>'P1'!$A$2:$A$123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'P1'!$C$2:$C$123</c:f>
              <c:numCache>
                <c:formatCode>0.0</c:formatCode>
                <c:ptCount val="122"/>
                <c:pt idx="0">
                  <c:v>10.01794416666667</c:v>
                </c:pt>
                <c:pt idx="1">
                  <c:v>10.01794416666667</c:v>
                </c:pt>
                <c:pt idx="2">
                  <c:v>10.01794416666667</c:v>
                </c:pt>
                <c:pt idx="3">
                  <c:v>10.01794416666667</c:v>
                </c:pt>
                <c:pt idx="4">
                  <c:v>10.01794416666667</c:v>
                </c:pt>
                <c:pt idx="5">
                  <c:v>10.01794416666667</c:v>
                </c:pt>
                <c:pt idx="6">
                  <c:v>10.01794416666667</c:v>
                </c:pt>
                <c:pt idx="7">
                  <c:v>10.01794416666667</c:v>
                </c:pt>
                <c:pt idx="8">
                  <c:v>10.01794416666667</c:v>
                </c:pt>
                <c:pt idx="9">
                  <c:v>10.01794416666667</c:v>
                </c:pt>
                <c:pt idx="10">
                  <c:v>10.01794416666667</c:v>
                </c:pt>
                <c:pt idx="11">
                  <c:v>10.01794416666667</c:v>
                </c:pt>
                <c:pt idx="12">
                  <c:v>10.01794416666667</c:v>
                </c:pt>
                <c:pt idx="13">
                  <c:v>10.01794416666667</c:v>
                </c:pt>
                <c:pt idx="14">
                  <c:v>10.01794416666667</c:v>
                </c:pt>
                <c:pt idx="15">
                  <c:v>10.01794416666667</c:v>
                </c:pt>
                <c:pt idx="16">
                  <c:v>10.01794416666667</c:v>
                </c:pt>
                <c:pt idx="17">
                  <c:v>10.01794416666667</c:v>
                </c:pt>
                <c:pt idx="18">
                  <c:v>10.01794416666667</c:v>
                </c:pt>
                <c:pt idx="19">
                  <c:v>10.01794416666667</c:v>
                </c:pt>
                <c:pt idx="20">
                  <c:v>10.01794416666667</c:v>
                </c:pt>
                <c:pt idx="21">
                  <c:v>10.01794416666667</c:v>
                </c:pt>
                <c:pt idx="22">
                  <c:v>10.01794416666667</c:v>
                </c:pt>
                <c:pt idx="23">
                  <c:v>10.01794416666667</c:v>
                </c:pt>
                <c:pt idx="24">
                  <c:v>10.01794416666667</c:v>
                </c:pt>
                <c:pt idx="25">
                  <c:v>10.01794416666667</c:v>
                </c:pt>
                <c:pt idx="26">
                  <c:v>10.01794416666667</c:v>
                </c:pt>
                <c:pt idx="27">
                  <c:v>10.01794416666667</c:v>
                </c:pt>
                <c:pt idx="28">
                  <c:v>10.01794416666667</c:v>
                </c:pt>
                <c:pt idx="29">
                  <c:v>10.01794416666667</c:v>
                </c:pt>
                <c:pt idx="30">
                  <c:v>10.01794416666667</c:v>
                </c:pt>
                <c:pt idx="31">
                  <c:v>10.01794416666667</c:v>
                </c:pt>
                <c:pt idx="32">
                  <c:v>10.01794416666667</c:v>
                </c:pt>
                <c:pt idx="33">
                  <c:v>10.01794416666667</c:v>
                </c:pt>
                <c:pt idx="34">
                  <c:v>10.01794416666667</c:v>
                </c:pt>
                <c:pt idx="35">
                  <c:v>10.01794416666667</c:v>
                </c:pt>
                <c:pt idx="36">
                  <c:v>10.01794416666667</c:v>
                </c:pt>
                <c:pt idx="37">
                  <c:v>10.01794416666667</c:v>
                </c:pt>
                <c:pt idx="38">
                  <c:v>10.01794416666667</c:v>
                </c:pt>
                <c:pt idx="39">
                  <c:v>10.01794416666667</c:v>
                </c:pt>
                <c:pt idx="40">
                  <c:v>10.01794416666667</c:v>
                </c:pt>
                <c:pt idx="41">
                  <c:v>10.01794416666667</c:v>
                </c:pt>
                <c:pt idx="42">
                  <c:v>10.01794416666667</c:v>
                </c:pt>
                <c:pt idx="43">
                  <c:v>10.01794416666667</c:v>
                </c:pt>
                <c:pt idx="44">
                  <c:v>10.01794416666667</c:v>
                </c:pt>
                <c:pt idx="45">
                  <c:v>10.01794416666667</c:v>
                </c:pt>
                <c:pt idx="46">
                  <c:v>10.01794416666667</c:v>
                </c:pt>
                <c:pt idx="47">
                  <c:v>10.01794416666667</c:v>
                </c:pt>
                <c:pt idx="48">
                  <c:v>10.01794416666667</c:v>
                </c:pt>
                <c:pt idx="49">
                  <c:v>10.01794416666667</c:v>
                </c:pt>
                <c:pt idx="50">
                  <c:v>10.01794416666667</c:v>
                </c:pt>
                <c:pt idx="51">
                  <c:v>10.01794416666667</c:v>
                </c:pt>
                <c:pt idx="52">
                  <c:v>10.01794416666667</c:v>
                </c:pt>
                <c:pt idx="53">
                  <c:v>10.01794416666667</c:v>
                </c:pt>
                <c:pt idx="54">
                  <c:v>10.01794416666667</c:v>
                </c:pt>
                <c:pt idx="55">
                  <c:v>10.01794416666667</c:v>
                </c:pt>
                <c:pt idx="56">
                  <c:v>10.01794416666667</c:v>
                </c:pt>
                <c:pt idx="57">
                  <c:v>10.01794416666667</c:v>
                </c:pt>
                <c:pt idx="58">
                  <c:v>10.01794416666667</c:v>
                </c:pt>
                <c:pt idx="59">
                  <c:v>10.01794416666667</c:v>
                </c:pt>
                <c:pt idx="60">
                  <c:v>10.01794416666667</c:v>
                </c:pt>
                <c:pt idx="61">
                  <c:v>10.01794416666667</c:v>
                </c:pt>
                <c:pt idx="62">
                  <c:v>10.01794416666667</c:v>
                </c:pt>
                <c:pt idx="63">
                  <c:v>10.01794416666667</c:v>
                </c:pt>
                <c:pt idx="64">
                  <c:v>10.01794416666667</c:v>
                </c:pt>
                <c:pt idx="65">
                  <c:v>10.01794416666667</c:v>
                </c:pt>
                <c:pt idx="66">
                  <c:v>10.01794416666667</c:v>
                </c:pt>
                <c:pt idx="67">
                  <c:v>10.01794416666667</c:v>
                </c:pt>
                <c:pt idx="68">
                  <c:v>10.01794416666667</c:v>
                </c:pt>
                <c:pt idx="69">
                  <c:v>10.01794416666667</c:v>
                </c:pt>
                <c:pt idx="70">
                  <c:v>10.01794416666667</c:v>
                </c:pt>
                <c:pt idx="71">
                  <c:v>10.01794416666667</c:v>
                </c:pt>
                <c:pt idx="72">
                  <c:v>10.01794416666667</c:v>
                </c:pt>
                <c:pt idx="73">
                  <c:v>10.01794416666667</c:v>
                </c:pt>
                <c:pt idx="74">
                  <c:v>10.01794416666667</c:v>
                </c:pt>
                <c:pt idx="75">
                  <c:v>10.01794416666667</c:v>
                </c:pt>
                <c:pt idx="76">
                  <c:v>10.01794416666667</c:v>
                </c:pt>
                <c:pt idx="77">
                  <c:v>10.01794416666667</c:v>
                </c:pt>
                <c:pt idx="78">
                  <c:v>10.01794416666667</c:v>
                </c:pt>
                <c:pt idx="79">
                  <c:v>10.01794416666667</c:v>
                </c:pt>
                <c:pt idx="80">
                  <c:v>10.01794416666667</c:v>
                </c:pt>
                <c:pt idx="81">
                  <c:v>10.01794416666667</c:v>
                </c:pt>
                <c:pt idx="82">
                  <c:v>10.01794416666667</c:v>
                </c:pt>
                <c:pt idx="83">
                  <c:v>10.01794416666667</c:v>
                </c:pt>
                <c:pt idx="84">
                  <c:v>10.01794416666667</c:v>
                </c:pt>
                <c:pt idx="85">
                  <c:v>10.01794416666667</c:v>
                </c:pt>
                <c:pt idx="86">
                  <c:v>10.01794416666667</c:v>
                </c:pt>
                <c:pt idx="87">
                  <c:v>10.01794416666667</c:v>
                </c:pt>
                <c:pt idx="88">
                  <c:v>10.01794416666667</c:v>
                </c:pt>
                <c:pt idx="89">
                  <c:v>10.01794416666667</c:v>
                </c:pt>
                <c:pt idx="90">
                  <c:v>10.01794416666667</c:v>
                </c:pt>
                <c:pt idx="91">
                  <c:v>10.01794416666667</c:v>
                </c:pt>
                <c:pt idx="92">
                  <c:v>10.01794416666667</c:v>
                </c:pt>
                <c:pt idx="93">
                  <c:v>10.01794416666667</c:v>
                </c:pt>
                <c:pt idx="94">
                  <c:v>10.01794416666667</c:v>
                </c:pt>
                <c:pt idx="95">
                  <c:v>10.01794416666667</c:v>
                </c:pt>
                <c:pt idx="96">
                  <c:v>10.01794416666667</c:v>
                </c:pt>
                <c:pt idx="97">
                  <c:v>10.01794416666667</c:v>
                </c:pt>
                <c:pt idx="98">
                  <c:v>10.01794416666667</c:v>
                </c:pt>
                <c:pt idx="99">
                  <c:v>10.01794416666667</c:v>
                </c:pt>
                <c:pt idx="100">
                  <c:v>10.01794416666667</c:v>
                </c:pt>
                <c:pt idx="101">
                  <c:v>10.01794416666667</c:v>
                </c:pt>
                <c:pt idx="102">
                  <c:v>10.01794416666667</c:v>
                </c:pt>
                <c:pt idx="103">
                  <c:v>10.01794416666667</c:v>
                </c:pt>
                <c:pt idx="104">
                  <c:v>10.01794416666667</c:v>
                </c:pt>
                <c:pt idx="105">
                  <c:v>10.01794416666667</c:v>
                </c:pt>
                <c:pt idx="106">
                  <c:v>10.01794416666667</c:v>
                </c:pt>
                <c:pt idx="107">
                  <c:v>10.01794416666667</c:v>
                </c:pt>
                <c:pt idx="108">
                  <c:v>10.01794416666667</c:v>
                </c:pt>
                <c:pt idx="109">
                  <c:v>10.01794416666667</c:v>
                </c:pt>
                <c:pt idx="110">
                  <c:v>10.01794416666667</c:v>
                </c:pt>
                <c:pt idx="111">
                  <c:v>10.01794416666667</c:v>
                </c:pt>
                <c:pt idx="112">
                  <c:v>10.01794416666667</c:v>
                </c:pt>
                <c:pt idx="113">
                  <c:v>10.01794416666667</c:v>
                </c:pt>
                <c:pt idx="114">
                  <c:v>10.01794416666667</c:v>
                </c:pt>
                <c:pt idx="115">
                  <c:v>10.01794416666667</c:v>
                </c:pt>
                <c:pt idx="116">
                  <c:v>10.01794416666667</c:v>
                </c:pt>
                <c:pt idx="117">
                  <c:v>10.01794416666667</c:v>
                </c:pt>
                <c:pt idx="118">
                  <c:v>10.01794416666667</c:v>
                </c:pt>
                <c:pt idx="119">
                  <c:v>10.01794416666667</c:v>
                </c:pt>
                <c:pt idx="120">
                  <c:v>10.01794416666667</c:v>
                </c:pt>
                <c:pt idx="121">
                  <c:v>10.01794416666667</c:v>
                </c:pt>
              </c:numCache>
            </c:numRef>
          </c:val>
          <c:smooth val="0"/>
          <c:extLst>
            <c:ext xmlns:c16="http://schemas.microsoft.com/office/drawing/2014/chart" uri="{C3380CC4-5D6E-409C-BE32-E72D297353CC}">
              <c16:uniqueId val="{00000001-0293-42AB-A5C4-E71AB90BB64E}"/>
            </c:ext>
          </c:extLst>
        </c:ser>
        <c:ser>
          <c:idx val="2"/>
          <c:order val="2"/>
          <c:tx>
            <c:v>+1 std. dev.</c:v>
          </c:tx>
          <c:spPr>
            <a:ln w="19050">
              <a:solidFill>
                <a:srgbClr val="8EB3DF"/>
              </a:solidFill>
              <a:prstDash val="dash"/>
            </a:ln>
          </c:spPr>
          <c:marker>
            <c:symbol val="none"/>
          </c:marker>
          <c:cat>
            <c:numRef>
              <c:f>'P1'!$A$2:$A$123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'P1'!$D$2:$D$123</c:f>
              <c:numCache>
                <c:formatCode>0.0</c:formatCode>
                <c:ptCount val="122"/>
                <c:pt idx="0">
                  <c:v>12.520791527217799</c:v>
                </c:pt>
                <c:pt idx="1">
                  <c:v>12.520791527217799</c:v>
                </c:pt>
                <c:pt idx="2">
                  <c:v>12.520791527217799</c:v>
                </c:pt>
                <c:pt idx="3">
                  <c:v>12.520791527217799</c:v>
                </c:pt>
                <c:pt idx="4">
                  <c:v>12.520791527217799</c:v>
                </c:pt>
                <c:pt idx="5">
                  <c:v>12.520791527217799</c:v>
                </c:pt>
                <c:pt idx="6">
                  <c:v>12.520791527217799</c:v>
                </c:pt>
                <c:pt idx="7">
                  <c:v>12.520791527217799</c:v>
                </c:pt>
                <c:pt idx="8">
                  <c:v>12.520791527217799</c:v>
                </c:pt>
                <c:pt idx="9">
                  <c:v>12.520791527217799</c:v>
                </c:pt>
                <c:pt idx="10">
                  <c:v>12.520791527217799</c:v>
                </c:pt>
                <c:pt idx="11">
                  <c:v>12.520791527217799</c:v>
                </c:pt>
                <c:pt idx="12">
                  <c:v>12.520791527217799</c:v>
                </c:pt>
                <c:pt idx="13">
                  <c:v>12.520791527217799</c:v>
                </c:pt>
                <c:pt idx="14">
                  <c:v>12.520791527217799</c:v>
                </c:pt>
                <c:pt idx="15">
                  <c:v>12.520791527217799</c:v>
                </c:pt>
                <c:pt idx="16">
                  <c:v>12.520791527217799</c:v>
                </c:pt>
                <c:pt idx="17">
                  <c:v>12.520791527217799</c:v>
                </c:pt>
                <c:pt idx="18">
                  <c:v>12.520791527217799</c:v>
                </c:pt>
                <c:pt idx="19">
                  <c:v>12.520791527217799</c:v>
                </c:pt>
                <c:pt idx="20">
                  <c:v>12.520791527217799</c:v>
                </c:pt>
                <c:pt idx="21">
                  <c:v>12.520791527217799</c:v>
                </c:pt>
                <c:pt idx="22">
                  <c:v>12.520791527217799</c:v>
                </c:pt>
                <c:pt idx="23">
                  <c:v>12.520791527217799</c:v>
                </c:pt>
                <c:pt idx="24">
                  <c:v>12.520791527217799</c:v>
                </c:pt>
                <c:pt idx="25">
                  <c:v>12.520791527217799</c:v>
                </c:pt>
                <c:pt idx="26">
                  <c:v>12.520791527217799</c:v>
                </c:pt>
                <c:pt idx="27">
                  <c:v>12.520791527217799</c:v>
                </c:pt>
                <c:pt idx="28">
                  <c:v>12.520791527217799</c:v>
                </c:pt>
                <c:pt idx="29">
                  <c:v>12.520791527217799</c:v>
                </c:pt>
                <c:pt idx="30">
                  <c:v>12.520791527217799</c:v>
                </c:pt>
                <c:pt idx="31">
                  <c:v>12.520791527217799</c:v>
                </c:pt>
                <c:pt idx="32">
                  <c:v>12.520791527217799</c:v>
                </c:pt>
                <c:pt idx="33">
                  <c:v>12.520791527217799</c:v>
                </c:pt>
                <c:pt idx="34">
                  <c:v>12.520791527217799</c:v>
                </c:pt>
                <c:pt idx="35">
                  <c:v>12.520791527217799</c:v>
                </c:pt>
                <c:pt idx="36">
                  <c:v>12.520791527217799</c:v>
                </c:pt>
                <c:pt idx="37">
                  <c:v>12.520791527217799</c:v>
                </c:pt>
                <c:pt idx="38">
                  <c:v>12.520791527217799</c:v>
                </c:pt>
                <c:pt idx="39">
                  <c:v>12.520791527217799</c:v>
                </c:pt>
                <c:pt idx="40">
                  <c:v>12.520791527217799</c:v>
                </c:pt>
                <c:pt idx="41">
                  <c:v>12.520791527217799</c:v>
                </c:pt>
                <c:pt idx="42">
                  <c:v>12.520791527217799</c:v>
                </c:pt>
                <c:pt idx="43">
                  <c:v>12.520791527217799</c:v>
                </c:pt>
                <c:pt idx="44">
                  <c:v>12.520791527217799</c:v>
                </c:pt>
                <c:pt idx="45">
                  <c:v>12.520791527217799</c:v>
                </c:pt>
                <c:pt idx="46">
                  <c:v>12.520791527217799</c:v>
                </c:pt>
                <c:pt idx="47">
                  <c:v>12.520791527217799</c:v>
                </c:pt>
                <c:pt idx="48">
                  <c:v>12.520791527217799</c:v>
                </c:pt>
                <c:pt idx="49">
                  <c:v>12.520791527217799</c:v>
                </c:pt>
                <c:pt idx="50">
                  <c:v>12.520791527217799</c:v>
                </c:pt>
                <c:pt idx="51">
                  <c:v>12.520791527217799</c:v>
                </c:pt>
                <c:pt idx="52">
                  <c:v>12.520791527217799</c:v>
                </c:pt>
                <c:pt idx="53">
                  <c:v>12.520791527217799</c:v>
                </c:pt>
                <c:pt idx="54">
                  <c:v>12.520791527217799</c:v>
                </c:pt>
                <c:pt idx="55">
                  <c:v>12.520791527217799</c:v>
                </c:pt>
                <c:pt idx="56">
                  <c:v>12.520791527217799</c:v>
                </c:pt>
                <c:pt idx="57">
                  <c:v>12.520791527217799</c:v>
                </c:pt>
                <c:pt idx="58">
                  <c:v>12.520791527217799</c:v>
                </c:pt>
                <c:pt idx="59">
                  <c:v>12.520791527217799</c:v>
                </c:pt>
                <c:pt idx="60">
                  <c:v>12.520791527217799</c:v>
                </c:pt>
                <c:pt idx="61">
                  <c:v>12.520791527217799</c:v>
                </c:pt>
                <c:pt idx="62">
                  <c:v>12.520791527217799</c:v>
                </c:pt>
                <c:pt idx="63">
                  <c:v>12.520791527217799</c:v>
                </c:pt>
                <c:pt idx="64">
                  <c:v>12.520791527217799</c:v>
                </c:pt>
                <c:pt idx="65">
                  <c:v>12.520791527217799</c:v>
                </c:pt>
                <c:pt idx="66">
                  <c:v>12.520791527217799</c:v>
                </c:pt>
                <c:pt idx="67">
                  <c:v>12.520791527217799</c:v>
                </c:pt>
                <c:pt idx="68">
                  <c:v>12.520791527217799</c:v>
                </c:pt>
                <c:pt idx="69">
                  <c:v>12.520791527217799</c:v>
                </c:pt>
                <c:pt idx="70">
                  <c:v>12.520791527217799</c:v>
                </c:pt>
                <c:pt idx="71">
                  <c:v>12.520791527217799</c:v>
                </c:pt>
                <c:pt idx="72">
                  <c:v>12.520791527217799</c:v>
                </c:pt>
                <c:pt idx="73">
                  <c:v>12.520791527217799</c:v>
                </c:pt>
                <c:pt idx="74">
                  <c:v>12.520791527217799</c:v>
                </c:pt>
                <c:pt idx="75">
                  <c:v>12.520791527217799</c:v>
                </c:pt>
                <c:pt idx="76">
                  <c:v>12.520791527217799</c:v>
                </c:pt>
                <c:pt idx="77">
                  <c:v>12.520791527217799</c:v>
                </c:pt>
                <c:pt idx="78">
                  <c:v>12.520791527217799</c:v>
                </c:pt>
                <c:pt idx="79">
                  <c:v>12.520791527217799</c:v>
                </c:pt>
                <c:pt idx="80">
                  <c:v>12.520791527217799</c:v>
                </c:pt>
                <c:pt idx="81">
                  <c:v>12.520791527217799</c:v>
                </c:pt>
                <c:pt idx="82">
                  <c:v>12.520791527217799</c:v>
                </c:pt>
                <c:pt idx="83">
                  <c:v>12.520791527217799</c:v>
                </c:pt>
                <c:pt idx="84">
                  <c:v>12.520791527217799</c:v>
                </c:pt>
                <c:pt idx="85">
                  <c:v>12.520791527217799</c:v>
                </c:pt>
                <c:pt idx="86">
                  <c:v>12.520791527217799</c:v>
                </c:pt>
                <c:pt idx="87">
                  <c:v>12.520791527217799</c:v>
                </c:pt>
                <c:pt idx="88">
                  <c:v>12.520791527217799</c:v>
                </c:pt>
                <c:pt idx="89">
                  <c:v>12.520791527217799</c:v>
                </c:pt>
                <c:pt idx="90">
                  <c:v>12.520791527217799</c:v>
                </c:pt>
                <c:pt idx="91">
                  <c:v>12.520791527217799</c:v>
                </c:pt>
                <c:pt idx="92">
                  <c:v>12.520791527217799</c:v>
                </c:pt>
                <c:pt idx="93">
                  <c:v>12.520791527217799</c:v>
                </c:pt>
                <c:pt idx="94">
                  <c:v>12.520791527217799</c:v>
                </c:pt>
                <c:pt idx="95">
                  <c:v>12.520791527217799</c:v>
                </c:pt>
                <c:pt idx="96">
                  <c:v>12.520791527217799</c:v>
                </c:pt>
                <c:pt idx="97">
                  <c:v>12.520791527217799</c:v>
                </c:pt>
                <c:pt idx="98">
                  <c:v>12.520791527217799</c:v>
                </c:pt>
                <c:pt idx="99">
                  <c:v>12.520791527217799</c:v>
                </c:pt>
                <c:pt idx="100">
                  <c:v>12.520791527217799</c:v>
                </c:pt>
                <c:pt idx="101">
                  <c:v>12.520791527217799</c:v>
                </c:pt>
                <c:pt idx="102">
                  <c:v>12.520791527217799</c:v>
                </c:pt>
                <c:pt idx="103">
                  <c:v>12.520791527217799</c:v>
                </c:pt>
                <c:pt idx="104">
                  <c:v>12.520791527217799</c:v>
                </c:pt>
                <c:pt idx="105">
                  <c:v>12.520791527217799</c:v>
                </c:pt>
                <c:pt idx="106">
                  <c:v>12.520791527217799</c:v>
                </c:pt>
                <c:pt idx="107">
                  <c:v>12.520791527217799</c:v>
                </c:pt>
                <c:pt idx="108">
                  <c:v>12.520791527217799</c:v>
                </c:pt>
                <c:pt idx="109">
                  <c:v>12.520791527217799</c:v>
                </c:pt>
                <c:pt idx="110">
                  <c:v>12.520791527217799</c:v>
                </c:pt>
                <c:pt idx="111">
                  <c:v>12.520791527217799</c:v>
                </c:pt>
                <c:pt idx="112">
                  <c:v>12.520791527217799</c:v>
                </c:pt>
                <c:pt idx="113">
                  <c:v>12.520791527217799</c:v>
                </c:pt>
                <c:pt idx="114">
                  <c:v>12.520791527217799</c:v>
                </c:pt>
                <c:pt idx="115">
                  <c:v>12.520791527217799</c:v>
                </c:pt>
                <c:pt idx="116">
                  <c:v>12.520791527217799</c:v>
                </c:pt>
                <c:pt idx="117">
                  <c:v>12.520791527217799</c:v>
                </c:pt>
                <c:pt idx="118">
                  <c:v>12.520791527217799</c:v>
                </c:pt>
                <c:pt idx="119">
                  <c:v>12.520791527217799</c:v>
                </c:pt>
                <c:pt idx="120">
                  <c:v>12.520791527217799</c:v>
                </c:pt>
                <c:pt idx="121">
                  <c:v>12.520791527217799</c:v>
                </c:pt>
              </c:numCache>
            </c:numRef>
          </c:val>
          <c:smooth val="0"/>
          <c:extLst>
            <c:ext xmlns:c16="http://schemas.microsoft.com/office/drawing/2014/chart" uri="{C3380CC4-5D6E-409C-BE32-E72D297353CC}">
              <c16:uniqueId val="{00000002-0293-42AB-A5C4-E71AB90BB64E}"/>
            </c:ext>
          </c:extLst>
        </c:ser>
        <c:ser>
          <c:idx val="3"/>
          <c:order val="3"/>
          <c:tx>
            <c:v>±1 std. dev.</c:v>
          </c:tx>
          <c:spPr>
            <a:ln w="19050">
              <a:solidFill>
                <a:srgbClr val="8EB3DF"/>
              </a:solidFill>
              <a:prstDash val="dash"/>
            </a:ln>
          </c:spPr>
          <c:marker>
            <c:symbol val="none"/>
          </c:marker>
          <c:cat>
            <c:numRef>
              <c:f>'P1'!$A$2:$A$123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'P1'!$E$2:$E$123</c:f>
              <c:numCache>
                <c:formatCode>0.0</c:formatCode>
                <c:ptCount val="122"/>
                <c:pt idx="0">
                  <c:v>7.5150968061155297</c:v>
                </c:pt>
                <c:pt idx="1">
                  <c:v>7.5150968061155297</c:v>
                </c:pt>
                <c:pt idx="2">
                  <c:v>7.5150968061155297</c:v>
                </c:pt>
                <c:pt idx="3">
                  <c:v>7.5150968061155297</c:v>
                </c:pt>
                <c:pt idx="4">
                  <c:v>7.5150968061155297</c:v>
                </c:pt>
                <c:pt idx="5">
                  <c:v>7.5150968061155297</c:v>
                </c:pt>
                <c:pt idx="6">
                  <c:v>7.5150968061155297</c:v>
                </c:pt>
                <c:pt idx="7">
                  <c:v>7.5150968061155297</c:v>
                </c:pt>
                <c:pt idx="8">
                  <c:v>7.5150968061155297</c:v>
                </c:pt>
                <c:pt idx="9">
                  <c:v>7.5150968061155297</c:v>
                </c:pt>
                <c:pt idx="10">
                  <c:v>7.5150968061155297</c:v>
                </c:pt>
                <c:pt idx="11">
                  <c:v>7.5150968061155297</c:v>
                </c:pt>
                <c:pt idx="12">
                  <c:v>7.5150968061155297</c:v>
                </c:pt>
                <c:pt idx="13">
                  <c:v>7.5150968061155297</c:v>
                </c:pt>
                <c:pt idx="14">
                  <c:v>7.5150968061155297</c:v>
                </c:pt>
                <c:pt idx="15">
                  <c:v>7.5150968061155297</c:v>
                </c:pt>
                <c:pt idx="16">
                  <c:v>7.5150968061155297</c:v>
                </c:pt>
                <c:pt idx="17">
                  <c:v>7.5150968061155297</c:v>
                </c:pt>
                <c:pt idx="18">
                  <c:v>7.5150968061155297</c:v>
                </c:pt>
                <c:pt idx="19">
                  <c:v>7.5150968061155297</c:v>
                </c:pt>
                <c:pt idx="20">
                  <c:v>7.5150968061155297</c:v>
                </c:pt>
                <c:pt idx="21">
                  <c:v>7.5150968061155297</c:v>
                </c:pt>
                <c:pt idx="22">
                  <c:v>7.5150968061155297</c:v>
                </c:pt>
                <c:pt idx="23">
                  <c:v>7.5150968061155297</c:v>
                </c:pt>
                <c:pt idx="24">
                  <c:v>7.5150968061155297</c:v>
                </c:pt>
                <c:pt idx="25">
                  <c:v>7.5150968061155297</c:v>
                </c:pt>
                <c:pt idx="26">
                  <c:v>7.5150968061155297</c:v>
                </c:pt>
                <c:pt idx="27">
                  <c:v>7.5150968061155297</c:v>
                </c:pt>
                <c:pt idx="28">
                  <c:v>7.5150968061155297</c:v>
                </c:pt>
                <c:pt idx="29">
                  <c:v>7.5150968061155297</c:v>
                </c:pt>
                <c:pt idx="30">
                  <c:v>7.5150968061155297</c:v>
                </c:pt>
                <c:pt idx="31">
                  <c:v>7.5150968061155297</c:v>
                </c:pt>
                <c:pt idx="32">
                  <c:v>7.5150968061155297</c:v>
                </c:pt>
                <c:pt idx="33">
                  <c:v>7.5150968061155297</c:v>
                </c:pt>
                <c:pt idx="34">
                  <c:v>7.5150968061155297</c:v>
                </c:pt>
                <c:pt idx="35">
                  <c:v>7.5150968061155297</c:v>
                </c:pt>
                <c:pt idx="36">
                  <c:v>7.5150968061155297</c:v>
                </c:pt>
                <c:pt idx="37">
                  <c:v>7.5150968061155297</c:v>
                </c:pt>
                <c:pt idx="38">
                  <c:v>7.5150968061155297</c:v>
                </c:pt>
                <c:pt idx="39">
                  <c:v>7.5150968061155297</c:v>
                </c:pt>
                <c:pt idx="40">
                  <c:v>7.5150968061155297</c:v>
                </c:pt>
                <c:pt idx="41">
                  <c:v>7.5150968061155297</c:v>
                </c:pt>
                <c:pt idx="42">
                  <c:v>7.5150968061155297</c:v>
                </c:pt>
                <c:pt idx="43">
                  <c:v>7.5150968061155297</c:v>
                </c:pt>
                <c:pt idx="44">
                  <c:v>7.5150968061155297</c:v>
                </c:pt>
                <c:pt idx="45">
                  <c:v>7.5150968061155297</c:v>
                </c:pt>
                <c:pt idx="46">
                  <c:v>7.5150968061155297</c:v>
                </c:pt>
                <c:pt idx="47">
                  <c:v>7.5150968061155297</c:v>
                </c:pt>
                <c:pt idx="48">
                  <c:v>7.5150968061155297</c:v>
                </c:pt>
                <c:pt idx="49">
                  <c:v>7.5150968061155297</c:v>
                </c:pt>
                <c:pt idx="50">
                  <c:v>7.5150968061155297</c:v>
                </c:pt>
                <c:pt idx="51">
                  <c:v>7.5150968061155297</c:v>
                </c:pt>
                <c:pt idx="52">
                  <c:v>7.5150968061155297</c:v>
                </c:pt>
                <c:pt idx="53">
                  <c:v>7.5150968061155297</c:v>
                </c:pt>
                <c:pt idx="54">
                  <c:v>7.5150968061155297</c:v>
                </c:pt>
                <c:pt idx="55">
                  <c:v>7.5150968061155297</c:v>
                </c:pt>
                <c:pt idx="56">
                  <c:v>7.5150968061155297</c:v>
                </c:pt>
                <c:pt idx="57">
                  <c:v>7.5150968061155297</c:v>
                </c:pt>
                <c:pt idx="58">
                  <c:v>7.5150968061155297</c:v>
                </c:pt>
                <c:pt idx="59">
                  <c:v>7.5150968061155297</c:v>
                </c:pt>
                <c:pt idx="60">
                  <c:v>7.5150968061155297</c:v>
                </c:pt>
                <c:pt idx="61">
                  <c:v>7.5150968061155297</c:v>
                </c:pt>
                <c:pt idx="62">
                  <c:v>7.5150968061155297</c:v>
                </c:pt>
                <c:pt idx="63">
                  <c:v>7.5150968061155297</c:v>
                </c:pt>
                <c:pt idx="64">
                  <c:v>7.5150968061155297</c:v>
                </c:pt>
                <c:pt idx="65">
                  <c:v>7.5150968061155297</c:v>
                </c:pt>
                <c:pt idx="66">
                  <c:v>7.5150968061155297</c:v>
                </c:pt>
                <c:pt idx="67">
                  <c:v>7.5150968061155297</c:v>
                </c:pt>
                <c:pt idx="68">
                  <c:v>7.5150968061155297</c:v>
                </c:pt>
                <c:pt idx="69">
                  <c:v>7.5150968061155297</c:v>
                </c:pt>
                <c:pt idx="70">
                  <c:v>7.5150968061155297</c:v>
                </c:pt>
                <c:pt idx="71">
                  <c:v>7.5150968061155297</c:v>
                </c:pt>
                <c:pt idx="72">
                  <c:v>7.5150968061155297</c:v>
                </c:pt>
                <c:pt idx="73">
                  <c:v>7.5150968061155297</c:v>
                </c:pt>
                <c:pt idx="74">
                  <c:v>7.5150968061155297</c:v>
                </c:pt>
                <c:pt idx="75">
                  <c:v>7.5150968061155297</c:v>
                </c:pt>
                <c:pt idx="76">
                  <c:v>7.5150968061155297</c:v>
                </c:pt>
                <c:pt idx="77">
                  <c:v>7.5150968061155297</c:v>
                </c:pt>
                <c:pt idx="78">
                  <c:v>7.5150968061155297</c:v>
                </c:pt>
                <c:pt idx="79">
                  <c:v>7.5150968061155297</c:v>
                </c:pt>
                <c:pt idx="80">
                  <c:v>7.5150968061155297</c:v>
                </c:pt>
                <c:pt idx="81">
                  <c:v>7.5150968061155297</c:v>
                </c:pt>
                <c:pt idx="82">
                  <c:v>7.5150968061155297</c:v>
                </c:pt>
                <c:pt idx="83">
                  <c:v>7.5150968061155297</c:v>
                </c:pt>
                <c:pt idx="84">
                  <c:v>7.5150968061155297</c:v>
                </c:pt>
                <c:pt idx="85">
                  <c:v>7.5150968061155297</c:v>
                </c:pt>
                <c:pt idx="86">
                  <c:v>7.5150968061155297</c:v>
                </c:pt>
                <c:pt idx="87">
                  <c:v>7.5150968061155297</c:v>
                </c:pt>
                <c:pt idx="88">
                  <c:v>7.5150968061155297</c:v>
                </c:pt>
                <c:pt idx="89">
                  <c:v>7.5150968061155297</c:v>
                </c:pt>
                <c:pt idx="90">
                  <c:v>7.5150968061155297</c:v>
                </c:pt>
                <c:pt idx="91">
                  <c:v>7.5150968061155297</c:v>
                </c:pt>
                <c:pt idx="92">
                  <c:v>7.5150968061155297</c:v>
                </c:pt>
                <c:pt idx="93">
                  <c:v>7.5150968061155297</c:v>
                </c:pt>
                <c:pt idx="94">
                  <c:v>7.5150968061155297</c:v>
                </c:pt>
                <c:pt idx="95">
                  <c:v>7.5150968061155297</c:v>
                </c:pt>
                <c:pt idx="96">
                  <c:v>7.5150968061155297</c:v>
                </c:pt>
                <c:pt idx="97">
                  <c:v>7.5150968061155297</c:v>
                </c:pt>
                <c:pt idx="98">
                  <c:v>7.5150968061155297</c:v>
                </c:pt>
                <c:pt idx="99">
                  <c:v>7.5150968061155297</c:v>
                </c:pt>
                <c:pt idx="100">
                  <c:v>7.5150968061155297</c:v>
                </c:pt>
                <c:pt idx="101">
                  <c:v>7.5150968061155297</c:v>
                </c:pt>
                <c:pt idx="102">
                  <c:v>7.5150968061155297</c:v>
                </c:pt>
                <c:pt idx="103">
                  <c:v>7.5150968061155297</c:v>
                </c:pt>
                <c:pt idx="104">
                  <c:v>7.5150968061155297</c:v>
                </c:pt>
                <c:pt idx="105">
                  <c:v>7.5150968061155297</c:v>
                </c:pt>
                <c:pt idx="106">
                  <c:v>7.5150968061155297</c:v>
                </c:pt>
                <c:pt idx="107">
                  <c:v>7.5150968061155297</c:v>
                </c:pt>
                <c:pt idx="108">
                  <c:v>7.5150968061155297</c:v>
                </c:pt>
                <c:pt idx="109">
                  <c:v>7.5150968061155297</c:v>
                </c:pt>
                <c:pt idx="110">
                  <c:v>7.5150968061155297</c:v>
                </c:pt>
                <c:pt idx="111">
                  <c:v>7.5150968061155297</c:v>
                </c:pt>
                <c:pt idx="112">
                  <c:v>7.5150968061155297</c:v>
                </c:pt>
                <c:pt idx="113">
                  <c:v>7.5150968061155297</c:v>
                </c:pt>
                <c:pt idx="114">
                  <c:v>7.5150968061155297</c:v>
                </c:pt>
                <c:pt idx="115">
                  <c:v>7.5150968061155297</c:v>
                </c:pt>
                <c:pt idx="116">
                  <c:v>7.5150968061155297</c:v>
                </c:pt>
                <c:pt idx="117">
                  <c:v>7.5150968061155297</c:v>
                </c:pt>
                <c:pt idx="118">
                  <c:v>7.5150968061155297</c:v>
                </c:pt>
                <c:pt idx="119">
                  <c:v>7.5150968061155297</c:v>
                </c:pt>
                <c:pt idx="120">
                  <c:v>7.5150968061155297</c:v>
                </c:pt>
                <c:pt idx="121">
                  <c:v>7.5150968061155297</c:v>
                </c:pt>
              </c:numCache>
            </c:numRef>
          </c:val>
          <c:smooth val="0"/>
          <c:extLst>
            <c:ext xmlns:c16="http://schemas.microsoft.com/office/drawing/2014/chart" uri="{C3380CC4-5D6E-409C-BE32-E72D297353CC}">
              <c16:uniqueId val="{00000003-0293-42AB-A5C4-E71AB90BB64E}"/>
            </c:ext>
          </c:extLst>
        </c:ser>
        <c:dLbls>
          <c:showLegendKey val="0"/>
          <c:showVal val="0"/>
          <c:showCatName val="0"/>
          <c:showSerName val="0"/>
          <c:showPercent val="0"/>
          <c:showBubbleSize val="0"/>
        </c:dLbls>
        <c:smooth val="0"/>
        <c:axId val="50010001"/>
        <c:axId val="50010002"/>
      </c:lineChart>
      <c:dateAx>
        <c:axId val="5001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10002"/>
        <c:crosses val="min"/>
        <c:auto val="1"/>
        <c:lblOffset val="100"/>
        <c:baseTimeUnit val="days"/>
        <c:majorUnit val="1"/>
        <c:majorTimeUnit val="years"/>
      </c:dateAx>
      <c:valAx>
        <c:axId val="50010002"/>
        <c:scaling>
          <c:orientation val="minMax"/>
          <c:max val="18"/>
          <c:min val="4"/>
        </c:scaling>
        <c:delete val="0"/>
        <c:axPos val="l"/>
        <c:majorGridlines>
          <c:spPr>
            <a:ln w="6350">
              <a:solidFill>
                <a:srgbClr val="D9D9D9"/>
              </a:solidFill>
              <a:prstDash val="dash"/>
            </a:ln>
          </c:spPr>
        </c:majorGridlines>
        <c:numFmt formatCode="0&quot;.0x&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10001"/>
        <c:crosses val="autoZero"/>
        <c:crossBetween val="between"/>
        <c:majorUnit val="2"/>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670672832302268"/>
          <c:y val="0.271015192224135"/>
          <c:w val="0.69157493599017905"/>
          <c:h val="0.54397485739476092"/>
        </c:manualLayout>
      </c:layout>
      <c:lineChart>
        <c:grouping val="standard"/>
        <c:varyColors val="0"/>
        <c:ser>
          <c:idx val="0"/>
          <c:order val="0"/>
          <c:tx>
            <c:v>P/E</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0-F0ED-44D7-904A-89A645741EFF}"/>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7.6x</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F0ED-44D7-904A-89A645741EF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'P2'!$A$2:$A$123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'P2'!$B$2:$B$123</c:f>
              <c:numCache>
                <c:formatCode>0.0</c:formatCode>
                <c:ptCount val="122"/>
                <c:pt idx="0">
                  <c:v>10.29555434577321</c:v>
                </c:pt>
                <c:pt idx="1">
                  <c:v>9.0911916412838654</c:v>
                </c:pt>
                <c:pt idx="2">
                  <c:v>8.7867065854211326</c:v>
                </c:pt>
                <c:pt idx="3">
                  <c:v>9.5839386892459881</c:v>
                </c:pt>
                <c:pt idx="4">
                  <c:v>9.9421973505015355</c:v>
                </c:pt>
                <c:pt idx="5">
                  <c:v>9.3905223643353484</c:v>
                </c:pt>
                <c:pt idx="6">
                  <c:v>9.5480429272103375</c:v>
                </c:pt>
                <c:pt idx="7">
                  <c:v>8.7583795588763902</c:v>
                </c:pt>
                <c:pt idx="8">
                  <c:v>8.8736474079339427</c:v>
                </c:pt>
                <c:pt idx="9">
                  <c:v>9.1532089726295052</c:v>
                </c:pt>
                <c:pt idx="10">
                  <c:v>9.8801359411074543</c:v>
                </c:pt>
                <c:pt idx="11">
                  <c:v>10.62454779113304</c:v>
                </c:pt>
                <c:pt idx="12">
                  <c:v>10.25865150593779</c:v>
                </c:pt>
                <c:pt idx="13">
                  <c:v>9.7337227756479141</c:v>
                </c:pt>
                <c:pt idx="14">
                  <c:v>10.02765874247339</c:v>
                </c:pt>
                <c:pt idx="15">
                  <c:v>11.6626110087287</c:v>
                </c:pt>
                <c:pt idx="16">
                  <c:v>10.96530999802688</c:v>
                </c:pt>
                <c:pt idx="17">
                  <c:v>10.975839368800539</c:v>
                </c:pt>
                <c:pt idx="18">
                  <c:v>10.465350687651959</c:v>
                </c:pt>
                <c:pt idx="19">
                  <c:v>8.6678020285301045</c:v>
                </c:pt>
                <c:pt idx="20">
                  <c:v>8.1172529108735514</c:v>
                </c:pt>
                <c:pt idx="21">
                  <c:v>9.039284748634433</c:v>
                </c:pt>
                <c:pt idx="22">
                  <c:v>8.2727828907778918</c:v>
                </c:pt>
                <c:pt idx="23">
                  <c:v>8.4475505752726452</c:v>
                </c:pt>
                <c:pt idx="24">
                  <c:v>9.9031184544173048</c:v>
                </c:pt>
                <c:pt idx="25">
                  <c:v>10.556701923461681</c:v>
                </c:pt>
                <c:pt idx="26">
                  <c:v>10.29372117463763</c:v>
                </c:pt>
                <c:pt idx="27">
                  <c:v>11.517137489602121</c:v>
                </c:pt>
                <c:pt idx="28">
                  <c:v>11.215489965503741</c:v>
                </c:pt>
                <c:pt idx="29">
                  <c:v>10.721302123467771</c:v>
                </c:pt>
                <c:pt idx="30">
                  <c:v>10.458152094447181</c:v>
                </c:pt>
                <c:pt idx="31">
                  <c:v>10.732001838675581</c:v>
                </c:pt>
                <c:pt idx="32">
                  <c:v>11.071164268409399</c:v>
                </c:pt>
                <c:pt idx="33">
                  <c:v>10.793198986814261</c:v>
                </c:pt>
                <c:pt idx="34">
                  <c:v>10.46537448663611</c:v>
                </c:pt>
                <c:pt idx="35">
                  <c:v>10.67131845716257</c:v>
                </c:pt>
                <c:pt idx="36">
                  <c:v>10.964547760850619</c:v>
                </c:pt>
                <c:pt idx="37">
                  <c:v>10.702412102430291</c:v>
                </c:pt>
                <c:pt idx="38">
                  <c:v>11.201669369428849</c:v>
                </c:pt>
                <c:pt idx="39">
                  <c:v>10.679508973890799</c:v>
                </c:pt>
                <c:pt idx="40">
                  <c:v>10.02506255996545</c:v>
                </c:pt>
                <c:pt idx="41">
                  <c:v>6.9137092736039438</c:v>
                </c:pt>
                <c:pt idx="42">
                  <c:v>7.4178037498161267</c:v>
                </c:pt>
                <c:pt idx="43">
                  <c:v>8.1217689701444957</c:v>
                </c:pt>
                <c:pt idx="44">
                  <c:v>10.04262248457184</c:v>
                </c:pt>
                <c:pt idx="45">
                  <c:v>11.193122478687631</c:v>
                </c:pt>
                <c:pt idx="46">
                  <c:v>10.196260157328149</c:v>
                </c:pt>
                <c:pt idx="47">
                  <c:v>9.1042927560904587</c:v>
                </c:pt>
                <c:pt idx="48">
                  <c:v>8.8769657741195047</c:v>
                </c:pt>
                <c:pt idx="49">
                  <c:v>9.9962491205973958</c:v>
                </c:pt>
                <c:pt idx="50">
                  <c:v>10.922796089331721</c:v>
                </c:pt>
                <c:pt idx="51">
                  <c:v>10.096162317046479</c:v>
                </c:pt>
                <c:pt idx="52">
                  <c:v>9.0577670389038474</c:v>
                </c:pt>
                <c:pt idx="53">
                  <c:v>9.6082808702155482</c:v>
                </c:pt>
                <c:pt idx="54">
                  <c:v>9.3441429742199862</c:v>
                </c:pt>
                <c:pt idx="55">
                  <c:v>9.9727902022386221</c:v>
                </c:pt>
                <c:pt idx="56">
                  <c:v>9.6848476870031952</c:v>
                </c:pt>
                <c:pt idx="57">
                  <c:v>9.2026720670527506</c:v>
                </c:pt>
                <c:pt idx="58">
                  <c:v>8.8102038132597649</c:v>
                </c:pt>
                <c:pt idx="59">
                  <c:v>8.4290279929796306</c:v>
                </c:pt>
                <c:pt idx="60">
                  <c:v>8.014215615745341</c:v>
                </c:pt>
                <c:pt idx="61">
                  <c:v>7.742600143528179</c:v>
                </c:pt>
                <c:pt idx="62">
                  <c:v>7.3682814004242774</c:v>
                </c:pt>
                <c:pt idx="63">
                  <c:v>8.465959598556335</c:v>
                </c:pt>
                <c:pt idx="64">
                  <c:v>8.1270868170807287</c:v>
                </c:pt>
                <c:pt idx="65">
                  <c:v>8.592217742489467</c:v>
                </c:pt>
                <c:pt idx="66">
                  <c:v>7.4637696323282148</c:v>
                </c:pt>
                <c:pt idx="67">
                  <c:v>7.7196108441677422</c:v>
                </c:pt>
                <c:pt idx="68">
                  <c:v>6.5876266526803313</c:v>
                </c:pt>
                <c:pt idx="69">
                  <c:v>6.7567235460269854</c:v>
                </c:pt>
                <c:pt idx="70">
                  <c:v>7.1304258982792437</c:v>
                </c:pt>
                <c:pt idx="71">
                  <c:v>7.3048832416283416</c:v>
                </c:pt>
                <c:pt idx="72">
                  <c:v>7.7351732799913426</c:v>
                </c:pt>
                <c:pt idx="73">
                  <c:v>6.7295575880161458</c:v>
                </c:pt>
                <c:pt idx="74">
                  <c:v>6.5712575391608352</c:v>
                </c:pt>
                <c:pt idx="75">
                  <c:v>6.6141211692605149</c:v>
                </c:pt>
                <c:pt idx="76">
                  <c:v>6.2294555002038514</c:v>
                </c:pt>
                <c:pt idx="77">
                  <c:v>6.0942999526883037</c:v>
                </c:pt>
                <c:pt idx="78">
                  <c:v>6.5114434177374134</c:v>
                </c:pt>
                <c:pt idx="79">
                  <c:v>6.8625436078465851</c:v>
                </c:pt>
                <c:pt idx="80">
                  <c:v>7.3621211954900021</c:v>
                </c:pt>
                <c:pt idx="81">
                  <c:v>7.3645616221558212</c:v>
                </c:pt>
                <c:pt idx="82">
                  <c:v>6.8835597536704318</c:v>
                </c:pt>
                <c:pt idx="83">
                  <c:v>6.6614619311008596</c:v>
                </c:pt>
                <c:pt idx="84">
                  <c:v>6.3746987224762961</c:v>
                </c:pt>
                <c:pt idx="85">
                  <c:v>7.4512977463717656</c:v>
                </c:pt>
                <c:pt idx="86">
                  <c:v>7.8014985474896159</c:v>
                </c:pt>
                <c:pt idx="87">
                  <c:v>7.3800360606299904</c:v>
                </c:pt>
                <c:pt idx="88">
                  <c:v>7.4171004687541533</c:v>
                </c:pt>
                <c:pt idx="89">
                  <c:v>7.3932101542498474</c:v>
                </c:pt>
                <c:pt idx="90">
                  <c:v>6.8171709599499124</c:v>
                </c:pt>
                <c:pt idx="91">
                  <c:v>6.6087007089918508</c:v>
                </c:pt>
                <c:pt idx="92">
                  <c:v>6.570560754470419</c:v>
                </c:pt>
                <c:pt idx="93">
                  <c:v>6.7087842987619144</c:v>
                </c:pt>
                <c:pt idx="94">
                  <c:v>7.4233172338936706</c:v>
                </c:pt>
                <c:pt idx="95">
                  <c:v>6.9898273902344634</c:v>
                </c:pt>
                <c:pt idx="96">
                  <c:v>6.6998384846390264</c:v>
                </c:pt>
                <c:pt idx="97">
                  <c:v>6.0412860270687334</c:v>
                </c:pt>
                <c:pt idx="98">
                  <c:v>5.8382049708976789</c:v>
                </c:pt>
                <c:pt idx="99">
                  <c:v>6.4450362454026644</c:v>
                </c:pt>
                <c:pt idx="100">
                  <c:v>6.1412998555043092</c:v>
                </c:pt>
                <c:pt idx="101">
                  <c:v>6.5944175354887884</c:v>
                </c:pt>
                <c:pt idx="102">
                  <c:v>7.1731134159715433</c:v>
                </c:pt>
                <c:pt idx="103">
                  <c:v>7.2910547018501832</c:v>
                </c:pt>
                <c:pt idx="104">
                  <c:v>7.4943188587381968</c:v>
                </c:pt>
                <c:pt idx="105">
                  <c:v>6.9099953101302516</c:v>
                </c:pt>
                <c:pt idx="106">
                  <c:v>7.5003947664696211</c:v>
                </c:pt>
                <c:pt idx="107">
                  <c:v>7.7537977912210776</c:v>
                </c:pt>
                <c:pt idx="108">
                  <c:v>7.6788098337949551</c:v>
                </c:pt>
                <c:pt idx="109">
                  <c:v>8.2060040836665458</c:v>
                </c:pt>
                <c:pt idx="110">
                  <c:v>7.8122875310675362</c:v>
                </c:pt>
                <c:pt idx="111">
                  <c:v>8.8743861600441001</c:v>
                </c:pt>
                <c:pt idx="112">
                  <c:v>9.0628900804287085</c:v>
                </c:pt>
                <c:pt idx="113">
                  <c:v>8.4193961687088077</c:v>
                </c:pt>
                <c:pt idx="114">
                  <c:v>8.2533002630143972</c:v>
                </c:pt>
                <c:pt idx="115">
                  <c:v>7.7163251597414027</c:v>
                </c:pt>
                <c:pt idx="116">
                  <c:v>7.7544605772841946</c:v>
                </c:pt>
                <c:pt idx="117">
                  <c:v>7.9578662363213333</c:v>
                </c:pt>
                <c:pt idx="118">
                  <c:v>7.626400662891144</c:v>
                </c:pt>
                <c:pt idx="119">
                  <c:v>8.4445573313892837</c:v>
                </c:pt>
                <c:pt idx="120">
                  <c:v>9.7881002346722958</c:v>
                </c:pt>
                <c:pt idx="121">
                  <c:v>7.6020293133591252</c:v>
                </c:pt>
              </c:numCache>
            </c:numRef>
          </c:val>
          <c:smooth val="0"/>
          <c:extLst>
            <c:ext xmlns:c16="http://schemas.microsoft.com/office/drawing/2014/chart" uri="{C3380CC4-5D6E-409C-BE32-E72D297353CC}">
              <c16:uniqueId val="{00000000-B292-437E-915D-3E2D9E8C7641}"/>
            </c:ext>
          </c:extLst>
        </c:ser>
        <c:ser>
          <c:idx val="1"/>
          <c:order val="1"/>
          <c:tx>
            <c:v>10y avg.</c:v>
          </c:tx>
          <c:spPr>
            <a:ln w="19050">
              <a:solidFill>
                <a:srgbClr val="7E7E7E"/>
              </a:solidFill>
              <a:prstDash val="dash"/>
            </a:ln>
          </c:spPr>
          <c:marker>
            <c:symbol val="none"/>
          </c:marker>
          <c:cat>
            <c:numRef>
              <c:f>'P2'!$A$2:$A$123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'P2'!$C$2:$C$123</c:f>
              <c:numCache>
                <c:formatCode>0.0</c:formatCode>
                <c:ptCount val="122"/>
                <c:pt idx="0">
                  <c:v>8.5586988454340478</c:v>
                </c:pt>
                <c:pt idx="1">
                  <c:v>8.5586988454340478</c:v>
                </c:pt>
                <c:pt idx="2">
                  <c:v>8.5586988454340478</c:v>
                </c:pt>
                <c:pt idx="3">
                  <c:v>8.5586988454340478</c:v>
                </c:pt>
                <c:pt idx="4">
                  <c:v>8.5586988454340478</c:v>
                </c:pt>
                <c:pt idx="5">
                  <c:v>8.5586988454340478</c:v>
                </c:pt>
                <c:pt idx="6">
                  <c:v>8.5586988454340478</c:v>
                </c:pt>
                <c:pt idx="7">
                  <c:v>8.5586988454340478</c:v>
                </c:pt>
                <c:pt idx="8">
                  <c:v>8.5586988454340478</c:v>
                </c:pt>
                <c:pt idx="9">
                  <c:v>8.5586988454340478</c:v>
                </c:pt>
                <c:pt idx="10">
                  <c:v>8.5586988454340478</c:v>
                </c:pt>
                <c:pt idx="11">
                  <c:v>8.5586988454340478</c:v>
                </c:pt>
                <c:pt idx="12">
                  <c:v>8.5586988454340478</c:v>
                </c:pt>
                <c:pt idx="13">
                  <c:v>8.5586988454340478</c:v>
                </c:pt>
                <c:pt idx="14">
                  <c:v>8.5586988454340478</c:v>
                </c:pt>
                <c:pt idx="15">
                  <c:v>8.5586988454340478</c:v>
                </c:pt>
                <c:pt idx="16">
                  <c:v>8.5586988454340478</c:v>
                </c:pt>
                <c:pt idx="17">
                  <c:v>8.5586988454340478</c:v>
                </c:pt>
                <c:pt idx="18">
                  <c:v>8.5586988454340478</c:v>
                </c:pt>
                <c:pt idx="19">
                  <c:v>8.5586988454340478</c:v>
                </c:pt>
                <c:pt idx="20">
                  <c:v>8.5586988454340478</c:v>
                </c:pt>
                <c:pt idx="21">
                  <c:v>8.5586988454340478</c:v>
                </c:pt>
                <c:pt idx="22">
                  <c:v>8.5586988454340478</c:v>
                </c:pt>
                <c:pt idx="23">
                  <c:v>8.5586988454340478</c:v>
                </c:pt>
                <c:pt idx="24">
                  <c:v>8.5586988454340478</c:v>
                </c:pt>
                <c:pt idx="25">
                  <c:v>8.5586988454340478</c:v>
                </c:pt>
                <c:pt idx="26">
                  <c:v>8.5586988454340478</c:v>
                </c:pt>
                <c:pt idx="27">
                  <c:v>8.5586988454340478</c:v>
                </c:pt>
                <c:pt idx="28">
                  <c:v>8.5586988454340478</c:v>
                </c:pt>
                <c:pt idx="29">
                  <c:v>8.5586988454340478</c:v>
                </c:pt>
                <c:pt idx="30">
                  <c:v>8.5586988454340478</c:v>
                </c:pt>
                <c:pt idx="31">
                  <c:v>8.5586988454340478</c:v>
                </c:pt>
                <c:pt idx="32">
                  <c:v>8.5586988454340478</c:v>
                </c:pt>
                <c:pt idx="33">
                  <c:v>8.5586988454340478</c:v>
                </c:pt>
                <c:pt idx="34">
                  <c:v>8.5586988454340478</c:v>
                </c:pt>
                <c:pt idx="35">
                  <c:v>8.5586988454340478</c:v>
                </c:pt>
                <c:pt idx="36">
                  <c:v>8.5586988454340478</c:v>
                </c:pt>
                <c:pt idx="37">
                  <c:v>8.5586988454340478</c:v>
                </c:pt>
                <c:pt idx="38">
                  <c:v>8.5586988454340478</c:v>
                </c:pt>
                <c:pt idx="39">
                  <c:v>8.5586988454340478</c:v>
                </c:pt>
                <c:pt idx="40">
                  <c:v>8.5586988454340478</c:v>
                </c:pt>
                <c:pt idx="41">
                  <c:v>8.5586988454340478</c:v>
                </c:pt>
                <c:pt idx="42">
                  <c:v>8.5586988454340478</c:v>
                </c:pt>
                <c:pt idx="43">
                  <c:v>8.5586988454340478</c:v>
                </c:pt>
                <c:pt idx="44">
                  <c:v>8.5586988454340478</c:v>
                </c:pt>
                <c:pt idx="45">
                  <c:v>8.5586988454340478</c:v>
                </c:pt>
                <c:pt idx="46">
                  <c:v>8.5586988454340478</c:v>
                </c:pt>
                <c:pt idx="47">
                  <c:v>8.5586988454340478</c:v>
                </c:pt>
                <c:pt idx="48">
                  <c:v>8.5586988454340478</c:v>
                </c:pt>
                <c:pt idx="49">
                  <c:v>8.5586988454340478</c:v>
                </c:pt>
                <c:pt idx="50">
                  <c:v>8.5586988454340478</c:v>
                </c:pt>
                <c:pt idx="51">
                  <c:v>8.5586988454340478</c:v>
                </c:pt>
                <c:pt idx="52">
                  <c:v>8.5586988454340478</c:v>
                </c:pt>
                <c:pt idx="53">
                  <c:v>8.5586988454340478</c:v>
                </c:pt>
                <c:pt idx="54">
                  <c:v>8.5586988454340478</c:v>
                </c:pt>
                <c:pt idx="55">
                  <c:v>8.5586988454340478</c:v>
                </c:pt>
                <c:pt idx="56">
                  <c:v>8.5586988454340478</c:v>
                </c:pt>
                <c:pt idx="57">
                  <c:v>8.5586988454340478</c:v>
                </c:pt>
                <c:pt idx="58">
                  <c:v>8.5586988454340478</c:v>
                </c:pt>
                <c:pt idx="59">
                  <c:v>8.5586988454340478</c:v>
                </c:pt>
                <c:pt idx="60">
                  <c:v>8.5586988454340478</c:v>
                </c:pt>
                <c:pt idx="61">
                  <c:v>8.5586988454340478</c:v>
                </c:pt>
                <c:pt idx="62">
                  <c:v>8.5586988454340478</c:v>
                </c:pt>
                <c:pt idx="63">
                  <c:v>8.5586988454340478</c:v>
                </c:pt>
                <c:pt idx="64">
                  <c:v>8.5586988454340478</c:v>
                </c:pt>
                <c:pt idx="65">
                  <c:v>8.5586988454340478</c:v>
                </c:pt>
                <c:pt idx="66">
                  <c:v>8.5586988454340478</c:v>
                </c:pt>
                <c:pt idx="67">
                  <c:v>8.5586988454340478</c:v>
                </c:pt>
                <c:pt idx="68">
                  <c:v>8.5586988454340478</c:v>
                </c:pt>
                <c:pt idx="69">
                  <c:v>8.5586988454340478</c:v>
                </c:pt>
                <c:pt idx="70">
                  <c:v>8.5586988454340478</c:v>
                </c:pt>
                <c:pt idx="71">
                  <c:v>8.5586988454340478</c:v>
                </c:pt>
                <c:pt idx="72">
                  <c:v>8.5586988454340478</c:v>
                </c:pt>
                <c:pt idx="73">
                  <c:v>8.5586988454340478</c:v>
                </c:pt>
                <c:pt idx="74">
                  <c:v>8.5586988454340478</c:v>
                </c:pt>
                <c:pt idx="75">
                  <c:v>8.5586988454340478</c:v>
                </c:pt>
                <c:pt idx="76">
                  <c:v>8.5586988454340478</c:v>
                </c:pt>
                <c:pt idx="77">
                  <c:v>8.5586988454340478</c:v>
                </c:pt>
                <c:pt idx="78">
                  <c:v>8.5586988454340478</c:v>
                </c:pt>
                <c:pt idx="79">
                  <c:v>8.5586988454340478</c:v>
                </c:pt>
                <c:pt idx="80">
                  <c:v>8.5586988454340478</c:v>
                </c:pt>
                <c:pt idx="81">
                  <c:v>8.5586988454340478</c:v>
                </c:pt>
                <c:pt idx="82">
                  <c:v>8.5586988454340478</c:v>
                </c:pt>
                <c:pt idx="83">
                  <c:v>8.5586988454340478</c:v>
                </c:pt>
                <c:pt idx="84">
                  <c:v>8.5586988454340478</c:v>
                </c:pt>
                <c:pt idx="85">
                  <c:v>8.5586988454340478</c:v>
                </c:pt>
                <c:pt idx="86">
                  <c:v>8.5586988454340478</c:v>
                </c:pt>
                <c:pt idx="87">
                  <c:v>8.5586988454340478</c:v>
                </c:pt>
                <c:pt idx="88">
                  <c:v>8.5586988454340478</c:v>
                </c:pt>
                <c:pt idx="89">
                  <c:v>8.5586988454340478</c:v>
                </c:pt>
                <c:pt idx="90">
                  <c:v>8.5586988454340478</c:v>
                </c:pt>
                <c:pt idx="91">
                  <c:v>8.5586988454340478</c:v>
                </c:pt>
                <c:pt idx="92">
                  <c:v>8.5586988454340478</c:v>
                </c:pt>
                <c:pt idx="93">
                  <c:v>8.5586988454340478</c:v>
                </c:pt>
                <c:pt idx="94">
                  <c:v>8.5586988454340478</c:v>
                </c:pt>
                <c:pt idx="95">
                  <c:v>8.5586988454340478</c:v>
                </c:pt>
                <c:pt idx="96">
                  <c:v>8.5586988454340478</c:v>
                </c:pt>
                <c:pt idx="97">
                  <c:v>8.5586988454340478</c:v>
                </c:pt>
                <c:pt idx="98">
                  <c:v>8.5586988454340478</c:v>
                </c:pt>
                <c:pt idx="99">
                  <c:v>8.5586988454340478</c:v>
                </c:pt>
                <c:pt idx="100">
                  <c:v>8.5586988454340478</c:v>
                </c:pt>
                <c:pt idx="101">
                  <c:v>8.5586988454340478</c:v>
                </c:pt>
                <c:pt idx="102">
                  <c:v>8.5586988454340478</c:v>
                </c:pt>
                <c:pt idx="103">
                  <c:v>8.5586988454340478</c:v>
                </c:pt>
                <c:pt idx="104">
                  <c:v>8.5586988454340478</c:v>
                </c:pt>
                <c:pt idx="105">
                  <c:v>8.5586988454340478</c:v>
                </c:pt>
                <c:pt idx="106">
                  <c:v>8.5586988454340478</c:v>
                </c:pt>
                <c:pt idx="107">
                  <c:v>8.5586988454340478</c:v>
                </c:pt>
                <c:pt idx="108">
                  <c:v>8.5586988454340478</c:v>
                </c:pt>
                <c:pt idx="109">
                  <c:v>8.5586988454340478</c:v>
                </c:pt>
                <c:pt idx="110">
                  <c:v>8.5586988454340478</c:v>
                </c:pt>
                <c:pt idx="111">
                  <c:v>8.5586988454340478</c:v>
                </c:pt>
                <c:pt idx="112">
                  <c:v>8.5586988454340478</c:v>
                </c:pt>
                <c:pt idx="113">
                  <c:v>8.5586988454340478</c:v>
                </c:pt>
                <c:pt idx="114">
                  <c:v>8.5586988454340478</c:v>
                </c:pt>
                <c:pt idx="115">
                  <c:v>8.5586988454340478</c:v>
                </c:pt>
                <c:pt idx="116">
                  <c:v>8.5586988454340478</c:v>
                </c:pt>
                <c:pt idx="117">
                  <c:v>8.5586988454340478</c:v>
                </c:pt>
                <c:pt idx="118">
                  <c:v>8.5586988454340478</c:v>
                </c:pt>
                <c:pt idx="119">
                  <c:v>8.5586988454340478</c:v>
                </c:pt>
                <c:pt idx="120">
                  <c:v>8.5586988454340478</c:v>
                </c:pt>
                <c:pt idx="121">
                  <c:v>8.5586988454340478</c:v>
                </c:pt>
              </c:numCache>
            </c:numRef>
          </c:val>
          <c:smooth val="0"/>
          <c:extLst>
            <c:ext xmlns:c16="http://schemas.microsoft.com/office/drawing/2014/chart" uri="{C3380CC4-5D6E-409C-BE32-E72D297353CC}">
              <c16:uniqueId val="{00000001-B292-437E-915D-3E2D9E8C7641}"/>
            </c:ext>
          </c:extLst>
        </c:ser>
        <c:ser>
          <c:idx val="2"/>
          <c:order val="2"/>
          <c:tx>
            <c:v>+1 std. dev.</c:v>
          </c:tx>
          <c:spPr>
            <a:ln w="19050">
              <a:solidFill>
                <a:srgbClr val="8EB3DF"/>
              </a:solidFill>
              <a:prstDash val="dash"/>
            </a:ln>
          </c:spPr>
          <c:marker>
            <c:symbol val="none"/>
          </c:marker>
          <c:cat>
            <c:numRef>
              <c:f>'P2'!$A$2:$A$123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'P2'!$D$2:$D$123</c:f>
              <c:numCache>
                <c:formatCode>0.0</c:formatCode>
                <c:ptCount val="122"/>
                <c:pt idx="0">
                  <c:v>10.11438755534609</c:v>
                </c:pt>
                <c:pt idx="1">
                  <c:v>10.11438755534609</c:v>
                </c:pt>
                <c:pt idx="2">
                  <c:v>10.11438755534609</c:v>
                </c:pt>
                <c:pt idx="3">
                  <c:v>10.11438755534609</c:v>
                </c:pt>
                <c:pt idx="4">
                  <c:v>10.11438755534609</c:v>
                </c:pt>
                <c:pt idx="5">
                  <c:v>10.11438755534609</c:v>
                </c:pt>
                <c:pt idx="6">
                  <c:v>10.11438755534609</c:v>
                </c:pt>
                <c:pt idx="7">
                  <c:v>10.11438755534609</c:v>
                </c:pt>
                <c:pt idx="8">
                  <c:v>10.11438755534609</c:v>
                </c:pt>
                <c:pt idx="9">
                  <c:v>10.11438755534609</c:v>
                </c:pt>
                <c:pt idx="10">
                  <c:v>10.11438755534609</c:v>
                </c:pt>
                <c:pt idx="11">
                  <c:v>10.11438755534609</c:v>
                </c:pt>
                <c:pt idx="12">
                  <c:v>10.11438755534609</c:v>
                </c:pt>
                <c:pt idx="13">
                  <c:v>10.11438755534609</c:v>
                </c:pt>
                <c:pt idx="14">
                  <c:v>10.11438755534609</c:v>
                </c:pt>
                <c:pt idx="15">
                  <c:v>10.11438755534609</c:v>
                </c:pt>
                <c:pt idx="16">
                  <c:v>10.11438755534609</c:v>
                </c:pt>
                <c:pt idx="17">
                  <c:v>10.11438755534609</c:v>
                </c:pt>
                <c:pt idx="18">
                  <c:v>10.11438755534609</c:v>
                </c:pt>
                <c:pt idx="19">
                  <c:v>10.11438755534609</c:v>
                </c:pt>
                <c:pt idx="20">
                  <c:v>10.11438755534609</c:v>
                </c:pt>
                <c:pt idx="21">
                  <c:v>10.11438755534609</c:v>
                </c:pt>
                <c:pt idx="22">
                  <c:v>10.11438755534609</c:v>
                </c:pt>
                <c:pt idx="23">
                  <c:v>10.11438755534609</c:v>
                </c:pt>
                <c:pt idx="24">
                  <c:v>10.11438755534609</c:v>
                </c:pt>
                <c:pt idx="25">
                  <c:v>10.11438755534609</c:v>
                </c:pt>
                <c:pt idx="26">
                  <c:v>10.11438755534609</c:v>
                </c:pt>
                <c:pt idx="27">
                  <c:v>10.11438755534609</c:v>
                </c:pt>
                <c:pt idx="28">
                  <c:v>10.11438755534609</c:v>
                </c:pt>
                <c:pt idx="29">
                  <c:v>10.11438755534609</c:v>
                </c:pt>
                <c:pt idx="30">
                  <c:v>10.11438755534609</c:v>
                </c:pt>
                <c:pt idx="31">
                  <c:v>10.11438755534609</c:v>
                </c:pt>
                <c:pt idx="32">
                  <c:v>10.11438755534609</c:v>
                </c:pt>
                <c:pt idx="33">
                  <c:v>10.11438755534609</c:v>
                </c:pt>
                <c:pt idx="34">
                  <c:v>10.11438755534609</c:v>
                </c:pt>
                <c:pt idx="35">
                  <c:v>10.11438755534609</c:v>
                </c:pt>
                <c:pt idx="36">
                  <c:v>10.11438755534609</c:v>
                </c:pt>
                <c:pt idx="37">
                  <c:v>10.11438755534609</c:v>
                </c:pt>
                <c:pt idx="38">
                  <c:v>10.11438755534609</c:v>
                </c:pt>
                <c:pt idx="39">
                  <c:v>10.11438755534609</c:v>
                </c:pt>
                <c:pt idx="40">
                  <c:v>10.11438755534609</c:v>
                </c:pt>
                <c:pt idx="41">
                  <c:v>10.11438755534609</c:v>
                </c:pt>
                <c:pt idx="42">
                  <c:v>10.11438755534609</c:v>
                </c:pt>
                <c:pt idx="43">
                  <c:v>10.11438755534609</c:v>
                </c:pt>
                <c:pt idx="44">
                  <c:v>10.11438755534609</c:v>
                </c:pt>
                <c:pt idx="45">
                  <c:v>10.11438755534609</c:v>
                </c:pt>
                <c:pt idx="46">
                  <c:v>10.11438755534609</c:v>
                </c:pt>
                <c:pt idx="47">
                  <c:v>10.11438755534609</c:v>
                </c:pt>
                <c:pt idx="48">
                  <c:v>10.11438755534609</c:v>
                </c:pt>
                <c:pt idx="49">
                  <c:v>10.11438755534609</c:v>
                </c:pt>
                <c:pt idx="50">
                  <c:v>10.11438755534609</c:v>
                </c:pt>
                <c:pt idx="51">
                  <c:v>10.11438755534609</c:v>
                </c:pt>
                <c:pt idx="52">
                  <c:v>10.11438755534609</c:v>
                </c:pt>
                <c:pt idx="53">
                  <c:v>10.11438755534609</c:v>
                </c:pt>
                <c:pt idx="54">
                  <c:v>10.11438755534609</c:v>
                </c:pt>
                <c:pt idx="55">
                  <c:v>10.11438755534609</c:v>
                </c:pt>
                <c:pt idx="56">
                  <c:v>10.11438755534609</c:v>
                </c:pt>
                <c:pt idx="57">
                  <c:v>10.11438755534609</c:v>
                </c:pt>
                <c:pt idx="58">
                  <c:v>10.11438755534609</c:v>
                </c:pt>
                <c:pt idx="59">
                  <c:v>10.11438755534609</c:v>
                </c:pt>
                <c:pt idx="60">
                  <c:v>10.11438755534609</c:v>
                </c:pt>
                <c:pt idx="61">
                  <c:v>10.11438755534609</c:v>
                </c:pt>
                <c:pt idx="62">
                  <c:v>10.11438755534609</c:v>
                </c:pt>
                <c:pt idx="63">
                  <c:v>10.11438755534609</c:v>
                </c:pt>
                <c:pt idx="64">
                  <c:v>10.11438755534609</c:v>
                </c:pt>
                <c:pt idx="65">
                  <c:v>10.11438755534609</c:v>
                </c:pt>
                <c:pt idx="66">
                  <c:v>10.11438755534609</c:v>
                </c:pt>
                <c:pt idx="67">
                  <c:v>10.11438755534609</c:v>
                </c:pt>
                <c:pt idx="68">
                  <c:v>10.11438755534609</c:v>
                </c:pt>
                <c:pt idx="69">
                  <c:v>10.11438755534609</c:v>
                </c:pt>
                <c:pt idx="70">
                  <c:v>10.11438755534609</c:v>
                </c:pt>
                <c:pt idx="71">
                  <c:v>10.11438755534609</c:v>
                </c:pt>
                <c:pt idx="72">
                  <c:v>10.11438755534609</c:v>
                </c:pt>
                <c:pt idx="73">
                  <c:v>10.11438755534609</c:v>
                </c:pt>
                <c:pt idx="74">
                  <c:v>10.11438755534609</c:v>
                </c:pt>
                <c:pt idx="75">
                  <c:v>10.11438755534609</c:v>
                </c:pt>
                <c:pt idx="76">
                  <c:v>10.11438755534609</c:v>
                </c:pt>
                <c:pt idx="77">
                  <c:v>10.11438755534609</c:v>
                </c:pt>
                <c:pt idx="78">
                  <c:v>10.11438755534609</c:v>
                </c:pt>
                <c:pt idx="79">
                  <c:v>10.11438755534609</c:v>
                </c:pt>
                <c:pt idx="80">
                  <c:v>10.11438755534609</c:v>
                </c:pt>
                <c:pt idx="81">
                  <c:v>10.11438755534609</c:v>
                </c:pt>
                <c:pt idx="82">
                  <c:v>10.11438755534609</c:v>
                </c:pt>
                <c:pt idx="83">
                  <c:v>10.11438755534609</c:v>
                </c:pt>
                <c:pt idx="84">
                  <c:v>10.11438755534609</c:v>
                </c:pt>
                <c:pt idx="85">
                  <c:v>10.11438755534609</c:v>
                </c:pt>
                <c:pt idx="86">
                  <c:v>10.11438755534609</c:v>
                </c:pt>
                <c:pt idx="87">
                  <c:v>10.11438755534609</c:v>
                </c:pt>
                <c:pt idx="88">
                  <c:v>10.11438755534609</c:v>
                </c:pt>
                <c:pt idx="89">
                  <c:v>10.11438755534609</c:v>
                </c:pt>
                <c:pt idx="90">
                  <c:v>10.11438755534609</c:v>
                </c:pt>
                <c:pt idx="91">
                  <c:v>10.11438755534609</c:v>
                </c:pt>
                <c:pt idx="92">
                  <c:v>10.11438755534609</c:v>
                </c:pt>
                <c:pt idx="93">
                  <c:v>10.11438755534609</c:v>
                </c:pt>
                <c:pt idx="94">
                  <c:v>10.11438755534609</c:v>
                </c:pt>
                <c:pt idx="95">
                  <c:v>10.11438755534609</c:v>
                </c:pt>
                <c:pt idx="96">
                  <c:v>10.11438755534609</c:v>
                </c:pt>
                <c:pt idx="97">
                  <c:v>10.11438755534609</c:v>
                </c:pt>
                <c:pt idx="98">
                  <c:v>10.11438755534609</c:v>
                </c:pt>
                <c:pt idx="99">
                  <c:v>10.11438755534609</c:v>
                </c:pt>
                <c:pt idx="100">
                  <c:v>10.11438755534609</c:v>
                </c:pt>
                <c:pt idx="101">
                  <c:v>10.11438755534609</c:v>
                </c:pt>
                <c:pt idx="102">
                  <c:v>10.11438755534609</c:v>
                </c:pt>
                <c:pt idx="103">
                  <c:v>10.11438755534609</c:v>
                </c:pt>
                <c:pt idx="104">
                  <c:v>10.11438755534609</c:v>
                </c:pt>
                <c:pt idx="105">
                  <c:v>10.11438755534609</c:v>
                </c:pt>
                <c:pt idx="106">
                  <c:v>10.11438755534609</c:v>
                </c:pt>
                <c:pt idx="107">
                  <c:v>10.11438755534609</c:v>
                </c:pt>
                <c:pt idx="108">
                  <c:v>10.11438755534609</c:v>
                </c:pt>
                <c:pt idx="109">
                  <c:v>10.11438755534609</c:v>
                </c:pt>
                <c:pt idx="110">
                  <c:v>10.11438755534609</c:v>
                </c:pt>
                <c:pt idx="111">
                  <c:v>10.11438755534609</c:v>
                </c:pt>
                <c:pt idx="112">
                  <c:v>10.11438755534609</c:v>
                </c:pt>
                <c:pt idx="113">
                  <c:v>10.11438755534609</c:v>
                </c:pt>
                <c:pt idx="114">
                  <c:v>10.11438755534609</c:v>
                </c:pt>
                <c:pt idx="115">
                  <c:v>10.11438755534609</c:v>
                </c:pt>
                <c:pt idx="116">
                  <c:v>10.11438755534609</c:v>
                </c:pt>
                <c:pt idx="117">
                  <c:v>10.11438755534609</c:v>
                </c:pt>
                <c:pt idx="118">
                  <c:v>10.11438755534609</c:v>
                </c:pt>
                <c:pt idx="119">
                  <c:v>10.11438755534609</c:v>
                </c:pt>
                <c:pt idx="120">
                  <c:v>10.11438755534609</c:v>
                </c:pt>
                <c:pt idx="121">
                  <c:v>10.11438755534609</c:v>
                </c:pt>
              </c:numCache>
            </c:numRef>
          </c:val>
          <c:smooth val="0"/>
          <c:extLst>
            <c:ext xmlns:c16="http://schemas.microsoft.com/office/drawing/2014/chart" uri="{C3380CC4-5D6E-409C-BE32-E72D297353CC}">
              <c16:uniqueId val="{00000002-B292-437E-915D-3E2D9E8C7641}"/>
            </c:ext>
          </c:extLst>
        </c:ser>
        <c:ser>
          <c:idx val="3"/>
          <c:order val="3"/>
          <c:tx>
            <c:v>±1 std. dev.</c:v>
          </c:tx>
          <c:spPr>
            <a:ln w="19050">
              <a:solidFill>
                <a:srgbClr val="8EB3DF"/>
              </a:solidFill>
              <a:prstDash val="dash"/>
            </a:ln>
          </c:spPr>
          <c:marker>
            <c:symbol val="none"/>
          </c:marker>
          <c:cat>
            <c:numRef>
              <c:f>'P2'!$A$2:$A$123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'P2'!$E$2:$E$123</c:f>
              <c:numCache>
                <c:formatCode>0.0</c:formatCode>
                <c:ptCount val="122"/>
                <c:pt idx="0">
                  <c:v>7.0030101355220022</c:v>
                </c:pt>
                <c:pt idx="1">
                  <c:v>7.0030101355220022</c:v>
                </c:pt>
                <c:pt idx="2">
                  <c:v>7.0030101355220022</c:v>
                </c:pt>
                <c:pt idx="3">
                  <c:v>7.0030101355220022</c:v>
                </c:pt>
                <c:pt idx="4">
                  <c:v>7.0030101355220022</c:v>
                </c:pt>
                <c:pt idx="5">
                  <c:v>7.0030101355220022</c:v>
                </c:pt>
                <c:pt idx="6">
                  <c:v>7.0030101355220022</c:v>
                </c:pt>
                <c:pt idx="7">
                  <c:v>7.0030101355220022</c:v>
                </c:pt>
                <c:pt idx="8">
                  <c:v>7.0030101355220022</c:v>
                </c:pt>
                <c:pt idx="9">
                  <c:v>7.0030101355220022</c:v>
                </c:pt>
                <c:pt idx="10">
                  <c:v>7.0030101355220022</c:v>
                </c:pt>
                <c:pt idx="11">
                  <c:v>7.0030101355220022</c:v>
                </c:pt>
                <c:pt idx="12">
                  <c:v>7.0030101355220022</c:v>
                </c:pt>
                <c:pt idx="13">
                  <c:v>7.0030101355220022</c:v>
                </c:pt>
                <c:pt idx="14">
                  <c:v>7.0030101355220022</c:v>
                </c:pt>
                <c:pt idx="15">
                  <c:v>7.0030101355220022</c:v>
                </c:pt>
                <c:pt idx="16">
                  <c:v>7.0030101355220022</c:v>
                </c:pt>
                <c:pt idx="17">
                  <c:v>7.0030101355220022</c:v>
                </c:pt>
                <c:pt idx="18">
                  <c:v>7.0030101355220022</c:v>
                </c:pt>
                <c:pt idx="19">
                  <c:v>7.0030101355220022</c:v>
                </c:pt>
                <c:pt idx="20">
                  <c:v>7.0030101355220022</c:v>
                </c:pt>
                <c:pt idx="21">
                  <c:v>7.0030101355220022</c:v>
                </c:pt>
                <c:pt idx="22">
                  <c:v>7.0030101355220022</c:v>
                </c:pt>
                <c:pt idx="23">
                  <c:v>7.0030101355220022</c:v>
                </c:pt>
                <c:pt idx="24">
                  <c:v>7.0030101355220022</c:v>
                </c:pt>
                <c:pt idx="25">
                  <c:v>7.0030101355220022</c:v>
                </c:pt>
                <c:pt idx="26">
                  <c:v>7.0030101355220022</c:v>
                </c:pt>
                <c:pt idx="27">
                  <c:v>7.0030101355220022</c:v>
                </c:pt>
                <c:pt idx="28">
                  <c:v>7.0030101355220022</c:v>
                </c:pt>
                <c:pt idx="29">
                  <c:v>7.0030101355220022</c:v>
                </c:pt>
                <c:pt idx="30">
                  <c:v>7.0030101355220022</c:v>
                </c:pt>
                <c:pt idx="31">
                  <c:v>7.0030101355220022</c:v>
                </c:pt>
                <c:pt idx="32">
                  <c:v>7.0030101355220022</c:v>
                </c:pt>
                <c:pt idx="33">
                  <c:v>7.0030101355220022</c:v>
                </c:pt>
                <c:pt idx="34">
                  <c:v>7.0030101355220022</c:v>
                </c:pt>
                <c:pt idx="35">
                  <c:v>7.0030101355220022</c:v>
                </c:pt>
                <c:pt idx="36">
                  <c:v>7.0030101355220022</c:v>
                </c:pt>
                <c:pt idx="37">
                  <c:v>7.0030101355220022</c:v>
                </c:pt>
                <c:pt idx="38">
                  <c:v>7.0030101355220022</c:v>
                </c:pt>
                <c:pt idx="39">
                  <c:v>7.0030101355220022</c:v>
                </c:pt>
                <c:pt idx="40">
                  <c:v>7.0030101355220022</c:v>
                </c:pt>
                <c:pt idx="41">
                  <c:v>7.0030101355220022</c:v>
                </c:pt>
                <c:pt idx="42">
                  <c:v>7.0030101355220022</c:v>
                </c:pt>
                <c:pt idx="43">
                  <c:v>7.0030101355220022</c:v>
                </c:pt>
                <c:pt idx="44">
                  <c:v>7.0030101355220022</c:v>
                </c:pt>
                <c:pt idx="45">
                  <c:v>7.0030101355220022</c:v>
                </c:pt>
                <c:pt idx="46">
                  <c:v>7.0030101355220022</c:v>
                </c:pt>
                <c:pt idx="47">
                  <c:v>7.0030101355220022</c:v>
                </c:pt>
                <c:pt idx="48">
                  <c:v>7.0030101355220022</c:v>
                </c:pt>
                <c:pt idx="49">
                  <c:v>7.0030101355220022</c:v>
                </c:pt>
                <c:pt idx="50">
                  <c:v>7.0030101355220022</c:v>
                </c:pt>
                <c:pt idx="51">
                  <c:v>7.0030101355220022</c:v>
                </c:pt>
                <c:pt idx="52">
                  <c:v>7.0030101355220022</c:v>
                </c:pt>
                <c:pt idx="53">
                  <c:v>7.0030101355220022</c:v>
                </c:pt>
                <c:pt idx="54">
                  <c:v>7.0030101355220022</c:v>
                </c:pt>
                <c:pt idx="55">
                  <c:v>7.0030101355220022</c:v>
                </c:pt>
                <c:pt idx="56">
                  <c:v>7.0030101355220022</c:v>
                </c:pt>
                <c:pt idx="57">
                  <c:v>7.0030101355220022</c:v>
                </c:pt>
                <c:pt idx="58">
                  <c:v>7.0030101355220022</c:v>
                </c:pt>
                <c:pt idx="59">
                  <c:v>7.0030101355220022</c:v>
                </c:pt>
                <c:pt idx="60">
                  <c:v>7.0030101355220022</c:v>
                </c:pt>
                <c:pt idx="61">
                  <c:v>7.0030101355220022</c:v>
                </c:pt>
                <c:pt idx="62">
                  <c:v>7.0030101355220022</c:v>
                </c:pt>
                <c:pt idx="63">
                  <c:v>7.0030101355220022</c:v>
                </c:pt>
                <c:pt idx="64">
                  <c:v>7.0030101355220022</c:v>
                </c:pt>
                <c:pt idx="65">
                  <c:v>7.0030101355220022</c:v>
                </c:pt>
                <c:pt idx="66">
                  <c:v>7.0030101355220022</c:v>
                </c:pt>
                <c:pt idx="67">
                  <c:v>7.0030101355220022</c:v>
                </c:pt>
                <c:pt idx="68">
                  <c:v>7.0030101355220022</c:v>
                </c:pt>
                <c:pt idx="69">
                  <c:v>7.0030101355220022</c:v>
                </c:pt>
                <c:pt idx="70">
                  <c:v>7.0030101355220022</c:v>
                </c:pt>
                <c:pt idx="71">
                  <c:v>7.0030101355220022</c:v>
                </c:pt>
                <c:pt idx="72">
                  <c:v>7.0030101355220022</c:v>
                </c:pt>
                <c:pt idx="73">
                  <c:v>7.0030101355220022</c:v>
                </c:pt>
                <c:pt idx="74">
                  <c:v>7.0030101355220022</c:v>
                </c:pt>
                <c:pt idx="75">
                  <c:v>7.0030101355220022</c:v>
                </c:pt>
                <c:pt idx="76">
                  <c:v>7.0030101355220022</c:v>
                </c:pt>
                <c:pt idx="77">
                  <c:v>7.0030101355220022</c:v>
                </c:pt>
                <c:pt idx="78">
                  <c:v>7.0030101355220022</c:v>
                </c:pt>
                <c:pt idx="79">
                  <c:v>7.0030101355220022</c:v>
                </c:pt>
                <c:pt idx="80">
                  <c:v>7.0030101355220022</c:v>
                </c:pt>
                <c:pt idx="81">
                  <c:v>7.0030101355220022</c:v>
                </c:pt>
                <c:pt idx="82">
                  <c:v>7.0030101355220022</c:v>
                </c:pt>
                <c:pt idx="83">
                  <c:v>7.0030101355220022</c:v>
                </c:pt>
                <c:pt idx="84">
                  <c:v>7.0030101355220022</c:v>
                </c:pt>
                <c:pt idx="85">
                  <c:v>7.0030101355220022</c:v>
                </c:pt>
                <c:pt idx="86">
                  <c:v>7.0030101355220022</c:v>
                </c:pt>
                <c:pt idx="87">
                  <c:v>7.0030101355220022</c:v>
                </c:pt>
                <c:pt idx="88">
                  <c:v>7.0030101355220022</c:v>
                </c:pt>
                <c:pt idx="89">
                  <c:v>7.0030101355220022</c:v>
                </c:pt>
                <c:pt idx="90">
                  <c:v>7.0030101355220022</c:v>
                </c:pt>
                <c:pt idx="91">
                  <c:v>7.0030101355220022</c:v>
                </c:pt>
                <c:pt idx="92">
                  <c:v>7.0030101355220022</c:v>
                </c:pt>
                <c:pt idx="93">
                  <c:v>7.0030101355220022</c:v>
                </c:pt>
                <c:pt idx="94">
                  <c:v>7.0030101355220022</c:v>
                </c:pt>
                <c:pt idx="95">
                  <c:v>7.0030101355220022</c:v>
                </c:pt>
                <c:pt idx="96">
                  <c:v>7.0030101355220022</c:v>
                </c:pt>
                <c:pt idx="97">
                  <c:v>7.0030101355220022</c:v>
                </c:pt>
                <c:pt idx="98">
                  <c:v>7.0030101355220022</c:v>
                </c:pt>
                <c:pt idx="99">
                  <c:v>7.0030101355220022</c:v>
                </c:pt>
                <c:pt idx="100">
                  <c:v>7.0030101355220022</c:v>
                </c:pt>
                <c:pt idx="101">
                  <c:v>7.0030101355220022</c:v>
                </c:pt>
                <c:pt idx="102">
                  <c:v>7.0030101355220022</c:v>
                </c:pt>
                <c:pt idx="103">
                  <c:v>7.0030101355220022</c:v>
                </c:pt>
                <c:pt idx="104">
                  <c:v>7.0030101355220022</c:v>
                </c:pt>
                <c:pt idx="105">
                  <c:v>7.0030101355220022</c:v>
                </c:pt>
                <c:pt idx="106">
                  <c:v>7.0030101355220022</c:v>
                </c:pt>
                <c:pt idx="107">
                  <c:v>7.0030101355220022</c:v>
                </c:pt>
                <c:pt idx="108">
                  <c:v>7.0030101355220022</c:v>
                </c:pt>
                <c:pt idx="109">
                  <c:v>7.0030101355220022</c:v>
                </c:pt>
                <c:pt idx="110">
                  <c:v>7.0030101355220022</c:v>
                </c:pt>
                <c:pt idx="111">
                  <c:v>7.0030101355220022</c:v>
                </c:pt>
                <c:pt idx="112">
                  <c:v>7.0030101355220022</c:v>
                </c:pt>
                <c:pt idx="113">
                  <c:v>7.0030101355220022</c:v>
                </c:pt>
                <c:pt idx="114">
                  <c:v>7.0030101355220022</c:v>
                </c:pt>
                <c:pt idx="115">
                  <c:v>7.0030101355220022</c:v>
                </c:pt>
                <c:pt idx="116">
                  <c:v>7.0030101355220022</c:v>
                </c:pt>
                <c:pt idx="117">
                  <c:v>7.0030101355220022</c:v>
                </c:pt>
                <c:pt idx="118">
                  <c:v>7.0030101355220022</c:v>
                </c:pt>
                <c:pt idx="119">
                  <c:v>7.0030101355220022</c:v>
                </c:pt>
                <c:pt idx="120">
                  <c:v>7.0030101355220022</c:v>
                </c:pt>
                <c:pt idx="121">
                  <c:v>7.0030101355220022</c:v>
                </c:pt>
              </c:numCache>
            </c:numRef>
          </c:val>
          <c:smooth val="0"/>
          <c:extLst>
            <c:ext xmlns:c16="http://schemas.microsoft.com/office/drawing/2014/chart" uri="{C3380CC4-5D6E-409C-BE32-E72D297353CC}">
              <c16:uniqueId val="{00000003-B292-437E-915D-3E2D9E8C7641}"/>
            </c:ext>
          </c:extLst>
        </c:ser>
        <c:dLbls>
          <c:showLegendKey val="0"/>
          <c:showVal val="0"/>
          <c:showCatName val="0"/>
          <c:showSerName val="0"/>
          <c:showPercent val="0"/>
          <c:showBubbleSize val="0"/>
        </c:dLbls>
        <c:smooth val="0"/>
        <c:axId val="50020001"/>
        <c:axId val="50020002"/>
      </c:lineChart>
      <c:dateAx>
        <c:axId val="5002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20002"/>
        <c:crosses val="min"/>
        <c:auto val="1"/>
        <c:lblOffset val="100"/>
        <c:baseTimeUnit val="days"/>
        <c:majorUnit val="2"/>
        <c:majorTimeUnit val="years"/>
      </c:dateAx>
      <c:valAx>
        <c:axId val="50020002"/>
        <c:scaling>
          <c:orientation val="minMax"/>
          <c:max val="12"/>
          <c:min val="4"/>
        </c:scaling>
        <c:delete val="0"/>
        <c:axPos val="l"/>
        <c:majorGridlines>
          <c:spPr>
            <a:ln w="6350">
              <a:solidFill>
                <a:srgbClr val="D9D9D9"/>
              </a:solidFill>
              <a:prstDash val="dash"/>
            </a:ln>
          </c:spPr>
        </c:majorGridlines>
        <c:numFmt formatCode="0&quot;.0x&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20001"/>
        <c:crosses val="autoZero"/>
        <c:crossBetween val="between"/>
        <c:majorUnit val="2"/>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526218000120046"/>
          <c:y val="0.271015192224135"/>
          <c:w val="0.6937648833710216"/>
          <c:h val="0.54397485739476092"/>
        </c:manualLayout>
      </c:layout>
      <c:lineChart>
        <c:grouping val="standard"/>
        <c:varyColors val="0"/>
        <c:ser>
          <c:idx val="0"/>
          <c:order val="0"/>
          <c:tx>
            <c:v>P/E</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0-4C0E-463C-A535-56139BE2AE49}"/>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12.0x</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4C0E-463C-A535-56139BE2AE4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'P3'!$A$2:$A$123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'P3'!$B$2:$B$123</c:f>
              <c:numCache>
                <c:formatCode>0.0</c:formatCode>
                <c:ptCount val="122"/>
                <c:pt idx="0">
                  <c:v>18.50375531273264</c:v>
                </c:pt>
                <c:pt idx="1">
                  <c:v>16.929441306571238</c:v>
                </c:pt>
                <c:pt idx="2">
                  <c:v>16.406790789638212</c:v>
                </c:pt>
                <c:pt idx="3">
                  <c:v>17.038970281216631</c:v>
                </c:pt>
                <c:pt idx="4">
                  <c:v>17.15126353533951</c:v>
                </c:pt>
                <c:pt idx="5">
                  <c:v>16.844488041099549</c:v>
                </c:pt>
                <c:pt idx="6">
                  <c:v>17.046795182432191</c:v>
                </c:pt>
                <c:pt idx="7">
                  <c:v>17.896978737915209</c:v>
                </c:pt>
                <c:pt idx="8">
                  <c:v>15.872326645373819</c:v>
                </c:pt>
                <c:pt idx="9">
                  <c:v>16.57186230541739</c:v>
                </c:pt>
                <c:pt idx="10">
                  <c:v>17.459196208958229</c:v>
                </c:pt>
                <c:pt idx="11">
                  <c:v>17.702882139734061</c:v>
                </c:pt>
                <c:pt idx="12">
                  <c:v>17.506920181140242</c:v>
                </c:pt>
                <c:pt idx="13">
                  <c:v>16.234090566094761</c:v>
                </c:pt>
                <c:pt idx="14">
                  <c:v>16.632364139466699</c:v>
                </c:pt>
                <c:pt idx="15">
                  <c:v>16.271044887292479</c:v>
                </c:pt>
                <c:pt idx="16">
                  <c:v>16.150393455175141</c:v>
                </c:pt>
                <c:pt idx="17">
                  <c:v>15.785143756820229</c:v>
                </c:pt>
                <c:pt idx="18">
                  <c:v>15.564100516859661</c:v>
                </c:pt>
                <c:pt idx="19">
                  <c:v>14.10491863653672</c:v>
                </c:pt>
                <c:pt idx="20">
                  <c:v>13.604141301869181</c:v>
                </c:pt>
                <c:pt idx="21">
                  <c:v>13.681507420623801</c:v>
                </c:pt>
                <c:pt idx="22">
                  <c:v>13.31061703289998</c:v>
                </c:pt>
                <c:pt idx="23">
                  <c:v>12.84282445823164</c:v>
                </c:pt>
                <c:pt idx="24">
                  <c:v>13.64172725657081</c:v>
                </c:pt>
                <c:pt idx="25">
                  <c:v>14.21545488463709</c:v>
                </c:pt>
                <c:pt idx="26">
                  <c:v>14.609991628471001</c:v>
                </c:pt>
                <c:pt idx="27">
                  <c:v>15.452189262936701</c:v>
                </c:pt>
                <c:pt idx="28">
                  <c:v>15.142459190098601</c:v>
                </c:pt>
                <c:pt idx="29">
                  <c:v>14.16024047538264</c:v>
                </c:pt>
                <c:pt idx="30">
                  <c:v>14.7259760738468</c:v>
                </c:pt>
                <c:pt idx="31">
                  <c:v>15.543765579715609</c:v>
                </c:pt>
                <c:pt idx="32">
                  <c:v>15.96717657049275</c:v>
                </c:pt>
                <c:pt idx="33">
                  <c:v>17.805627850018158</c:v>
                </c:pt>
                <c:pt idx="34">
                  <c:v>17.515398602072509</c:v>
                </c:pt>
                <c:pt idx="35">
                  <c:v>17.488281478670022</c:v>
                </c:pt>
                <c:pt idx="36">
                  <c:v>16.900192014258099</c:v>
                </c:pt>
                <c:pt idx="37">
                  <c:v>17.447142406245561</c:v>
                </c:pt>
                <c:pt idx="38">
                  <c:v>18.171057802683599</c:v>
                </c:pt>
                <c:pt idx="39">
                  <c:v>19.523382821763921</c:v>
                </c:pt>
                <c:pt idx="40">
                  <c:v>17.16540247122969</c:v>
                </c:pt>
                <c:pt idx="41">
                  <c:v>13.665240243381209</c:v>
                </c:pt>
                <c:pt idx="42">
                  <c:v>14.429199891253591</c:v>
                </c:pt>
                <c:pt idx="43">
                  <c:v>15.887952763817321</c:v>
                </c:pt>
                <c:pt idx="44">
                  <c:v>16.515679054848128</c:v>
                </c:pt>
                <c:pt idx="45">
                  <c:v>11.588280522841821</c:v>
                </c:pt>
                <c:pt idx="46">
                  <c:v>15.6398252722504</c:v>
                </c:pt>
                <c:pt idx="47">
                  <c:v>14.99055061106916</c:v>
                </c:pt>
                <c:pt idx="48">
                  <c:v>14.6224482536089</c:v>
                </c:pt>
                <c:pt idx="49">
                  <c:v>15.116687577262351</c:v>
                </c:pt>
                <c:pt idx="50">
                  <c:v>15.749331668009161</c:v>
                </c:pt>
                <c:pt idx="51">
                  <c:v>15.366356771530439</c:v>
                </c:pt>
                <c:pt idx="52">
                  <c:v>14.46670776509669</c:v>
                </c:pt>
                <c:pt idx="53">
                  <c:v>14.630923904859451</c:v>
                </c:pt>
                <c:pt idx="54">
                  <c:v>14.571910258609069</c:v>
                </c:pt>
                <c:pt idx="55">
                  <c:v>15.33616260815328</c:v>
                </c:pt>
                <c:pt idx="56">
                  <c:v>14.91631219161199</c:v>
                </c:pt>
                <c:pt idx="57">
                  <c:v>13.95794439833811</c:v>
                </c:pt>
                <c:pt idx="58">
                  <c:v>14.08016819114302</c:v>
                </c:pt>
                <c:pt idx="59">
                  <c:v>13.729372294680299</c:v>
                </c:pt>
                <c:pt idx="60">
                  <c:v>12.55130678895676</c:v>
                </c:pt>
                <c:pt idx="61">
                  <c:v>12.01862295013885</c:v>
                </c:pt>
                <c:pt idx="62">
                  <c:v>12.11412597695325</c:v>
                </c:pt>
                <c:pt idx="63">
                  <c:v>12.762708770032059</c:v>
                </c:pt>
                <c:pt idx="64">
                  <c:v>12.50064975551752</c:v>
                </c:pt>
                <c:pt idx="65">
                  <c:v>12.940337777017531</c:v>
                </c:pt>
                <c:pt idx="66">
                  <c:v>12.090431051639669</c:v>
                </c:pt>
                <c:pt idx="67">
                  <c:v>11.548660907285781</c:v>
                </c:pt>
                <c:pt idx="68">
                  <c:v>10.51876555591099</c:v>
                </c:pt>
                <c:pt idx="69">
                  <c:v>12.072269127742681</c:v>
                </c:pt>
                <c:pt idx="70">
                  <c:v>13.074499301059911</c:v>
                </c:pt>
                <c:pt idx="71">
                  <c:v>12.87401989712448</c:v>
                </c:pt>
                <c:pt idx="72">
                  <c:v>13.695803375284051</c:v>
                </c:pt>
                <c:pt idx="73">
                  <c:v>12.32423559006341</c:v>
                </c:pt>
                <c:pt idx="74">
                  <c:v>11.81185762964415</c:v>
                </c:pt>
                <c:pt idx="75">
                  <c:v>11.91211445355296</c:v>
                </c:pt>
                <c:pt idx="76">
                  <c:v>10.76423939568692</c:v>
                </c:pt>
                <c:pt idx="77">
                  <c:v>10.481071647657989</c:v>
                </c:pt>
                <c:pt idx="78">
                  <c:v>10.55919465545086</c:v>
                </c:pt>
                <c:pt idx="79">
                  <c:v>11.067840722062151</c:v>
                </c:pt>
                <c:pt idx="80">
                  <c:v>12.99115154095851</c:v>
                </c:pt>
                <c:pt idx="81">
                  <c:v>12.94224306455928</c:v>
                </c:pt>
                <c:pt idx="82">
                  <c:v>11.518394327730279</c:v>
                </c:pt>
                <c:pt idx="83">
                  <c:v>10.964653735567181</c:v>
                </c:pt>
                <c:pt idx="84">
                  <c:v>9.8339302493987866</c:v>
                </c:pt>
                <c:pt idx="85">
                  <c:v>11.52820235216201</c:v>
                </c:pt>
                <c:pt idx="86">
                  <c:v>11.51212681473813</c:v>
                </c:pt>
                <c:pt idx="87">
                  <c:v>11.11822891103836</c:v>
                </c:pt>
                <c:pt idx="88">
                  <c:v>11.195272640825021</c:v>
                </c:pt>
                <c:pt idx="89">
                  <c:v>10.916359482564079</c:v>
                </c:pt>
                <c:pt idx="90">
                  <c:v>10.55321341460766</c:v>
                </c:pt>
                <c:pt idx="91">
                  <c:v>10.352734484573491</c:v>
                </c:pt>
                <c:pt idx="92">
                  <c:v>10.634347449964631</c:v>
                </c:pt>
                <c:pt idx="93">
                  <c:v>11.33236240370019</c:v>
                </c:pt>
                <c:pt idx="94">
                  <c:v>11.67195223892225</c:v>
                </c:pt>
                <c:pt idx="95">
                  <c:v>10.958760755455129</c:v>
                </c:pt>
                <c:pt idx="96">
                  <c:v>11.02882740196265</c:v>
                </c:pt>
                <c:pt idx="97">
                  <c:v>10.12875320444677</c:v>
                </c:pt>
                <c:pt idx="98">
                  <c:v>9.5787424085275141</c:v>
                </c:pt>
                <c:pt idx="99">
                  <c:v>10.20400509074371</c:v>
                </c:pt>
                <c:pt idx="100">
                  <c:v>10.18584703937753</c:v>
                </c:pt>
                <c:pt idx="101">
                  <c:v>10.43123529389689</c:v>
                </c:pt>
                <c:pt idx="102">
                  <c:v>11.21053987256016</c:v>
                </c:pt>
                <c:pt idx="103">
                  <c:v>11.760482216713269</c:v>
                </c:pt>
                <c:pt idx="104">
                  <c:v>11.99756354193711</c:v>
                </c:pt>
                <c:pt idx="105">
                  <c:v>11.156075791874359</c:v>
                </c:pt>
                <c:pt idx="106">
                  <c:v>12.472031987305339</c:v>
                </c:pt>
                <c:pt idx="107">
                  <c:v>12.704227419372581</c:v>
                </c:pt>
                <c:pt idx="108">
                  <c:v>12.96751935668135</c:v>
                </c:pt>
                <c:pt idx="109">
                  <c:v>14.06736109145071</c:v>
                </c:pt>
                <c:pt idx="110">
                  <c:v>13.20110477341357</c:v>
                </c:pt>
                <c:pt idx="111">
                  <c:v>13.796671144621429</c:v>
                </c:pt>
                <c:pt idx="112">
                  <c:v>14.44454812767766</c:v>
                </c:pt>
                <c:pt idx="113">
                  <c:v>14.35592760322479</c:v>
                </c:pt>
                <c:pt idx="114">
                  <c:v>14.076246704906801</c:v>
                </c:pt>
                <c:pt idx="115">
                  <c:v>12.989459371964671</c:v>
                </c:pt>
                <c:pt idx="116">
                  <c:v>13.157338520545499</c:v>
                </c:pt>
                <c:pt idx="117">
                  <c:v>13.051483991305989</c:v>
                </c:pt>
                <c:pt idx="118">
                  <c:v>12.446353626287451</c:v>
                </c:pt>
                <c:pt idx="119">
                  <c:v>13.122430495540501</c:v>
                </c:pt>
                <c:pt idx="120">
                  <c:v>14.545941072635079</c:v>
                </c:pt>
                <c:pt idx="121">
                  <c:v>12.04757656700337</c:v>
                </c:pt>
              </c:numCache>
            </c:numRef>
          </c:val>
          <c:smooth val="0"/>
          <c:extLst>
            <c:ext xmlns:c16="http://schemas.microsoft.com/office/drawing/2014/chart" uri="{C3380CC4-5D6E-409C-BE32-E72D297353CC}">
              <c16:uniqueId val="{00000000-4367-45D2-88C1-395226E31E16}"/>
            </c:ext>
          </c:extLst>
        </c:ser>
        <c:ser>
          <c:idx val="1"/>
          <c:order val="1"/>
          <c:tx>
            <c:v>10y avg.</c:v>
          </c:tx>
          <c:spPr>
            <a:ln w="19050">
              <a:solidFill>
                <a:srgbClr val="7E7E7E"/>
              </a:solidFill>
              <a:prstDash val="dash"/>
            </a:ln>
          </c:spPr>
          <c:marker>
            <c:symbol val="none"/>
          </c:marker>
          <c:cat>
            <c:numRef>
              <c:f>'P3'!$A$2:$A$123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'P3'!$C$2:$C$123</c:f>
              <c:numCache>
                <c:formatCode>0.0</c:formatCode>
                <c:ptCount val="122"/>
                <c:pt idx="0">
                  <c:v>13.80075668935652</c:v>
                </c:pt>
                <c:pt idx="1">
                  <c:v>13.80075668935652</c:v>
                </c:pt>
                <c:pt idx="2">
                  <c:v>13.80075668935652</c:v>
                </c:pt>
                <c:pt idx="3">
                  <c:v>13.80075668935652</c:v>
                </c:pt>
                <c:pt idx="4">
                  <c:v>13.80075668935652</c:v>
                </c:pt>
                <c:pt idx="5">
                  <c:v>13.80075668935652</c:v>
                </c:pt>
                <c:pt idx="6">
                  <c:v>13.80075668935652</c:v>
                </c:pt>
                <c:pt idx="7">
                  <c:v>13.80075668935652</c:v>
                </c:pt>
                <c:pt idx="8">
                  <c:v>13.80075668935652</c:v>
                </c:pt>
                <c:pt idx="9">
                  <c:v>13.80075668935652</c:v>
                </c:pt>
                <c:pt idx="10">
                  <c:v>13.80075668935652</c:v>
                </c:pt>
                <c:pt idx="11">
                  <c:v>13.80075668935652</c:v>
                </c:pt>
                <c:pt idx="12">
                  <c:v>13.80075668935652</c:v>
                </c:pt>
                <c:pt idx="13">
                  <c:v>13.80075668935652</c:v>
                </c:pt>
                <c:pt idx="14">
                  <c:v>13.80075668935652</c:v>
                </c:pt>
                <c:pt idx="15">
                  <c:v>13.80075668935652</c:v>
                </c:pt>
                <c:pt idx="16">
                  <c:v>13.80075668935652</c:v>
                </c:pt>
                <c:pt idx="17">
                  <c:v>13.80075668935652</c:v>
                </c:pt>
                <c:pt idx="18">
                  <c:v>13.80075668935652</c:v>
                </c:pt>
                <c:pt idx="19">
                  <c:v>13.80075668935652</c:v>
                </c:pt>
                <c:pt idx="20">
                  <c:v>13.80075668935652</c:v>
                </c:pt>
                <c:pt idx="21">
                  <c:v>13.80075668935652</c:v>
                </c:pt>
                <c:pt idx="22">
                  <c:v>13.80075668935652</c:v>
                </c:pt>
                <c:pt idx="23">
                  <c:v>13.80075668935652</c:v>
                </c:pt>
                <c:pt idx="24">
                  <c:v>13.80075668935652</c:v>
                </c:pt>
                <c:pt idx="25">
                  <c:v>13.80075668935652</c:v>
                </c:pt>
                <c:pt idx="26">
                  <c:v>13.80075668935652</c:v>
                </c:pt>
                <c:pt idx="27">
                  <c:v>13.80075668935652</c:v>
                </c:pt>
                <c:pt idx="28">
                  <c:v>13.80075668935652</c:v>
                </c:pt>
                <c:pt idx="29">
                  <c:v>13.80075668935652</c:v>
                </c:pt>
                <c:pt idx="30">
                  <c:v>13.80075668935652</c:v>
                </c:pt>
                <c:pt idx="31">
                  <c:v>13.80075668935652</c:v>
                </c:pt>
                <c:pt idx="32">
                  <c:v>13.80075668935652</c:v>
                </c:pt>
                <c:pt idx="33">
                  <c:v>13.80075668935652</c:v>
                </c:pt>
                <c:pt idx="34">
                  <c:v>13.80075668935652</c:v>
                </c:pt>
                <c:pt idx="35">
                  <c:v>13.80075668935652</c:v>
                </c:pt>
                <c:pt idx="36">
                  <c:v>13.80075668935652</c:v>
                </c:pt>
                <c:pt idx="37">
                  <c:v>13.80075668935652</c:v>
                </c:pt>
                <c:pt idx="38">
                  <c:v>13.80075668935652</c:v>
                </c:pt>
                <c:pt idx="39">
                  <c:v>13.80075668935652</c:v>
                </c:pt>
                <c:pt idx="40">
                  <c:v>13.80075668935652</c:v>
                </c:pt>
                <c:pt idx="41">
                  <c:v>13.80075668935652</c:v>
                </c:pt>
                <c:pt idx="42">
                  <c:v>13.80075668935652</c:v>
                </c:pt>
                <c:pt idx="43">
                  <c:v>13.80075668935652</c:v>
                </c:pt>
                <c:pt idx="44">
                  <c:v>13.80075668935652</c:v>
                </c:pt>
                <c:pt idx="45">
                  <c:v>13.80075668935652</c:v>
                </c:pt>
                <c:pt idx="46">
                  <c:v>13.80075668935652</c:v>
                </c:pt>
                <c:pt idx="47">
                  <c:v>13.80075668935652</c:v>
                </c:pt>
                <c:pt idx="48">
                  <c:v>13.80075668935652</c:v>
                </c:pt>
                <c:pt idx="49">
                  <c:v>13.80075668935652</c:v>
                </c:pt>
                <c:pt idx="50">
                  <c:v>13.80075668935652</c:v>
                </c:pt>
                <c:pt idx="51">
                  <c:v>13.80075668935652</c:v>
                </c:pt>
                <c:pt idx="52">
                  <c:v>13.80075668935652</c:v>
                </c:pt>
                <c:pt idx="53">
                  <c:v>13.80075668935652</c:v>
                </c:pt>
                <c:pt idx="54">
                  <c:v>13.80075668935652</c:v>
                </c:pt>
                <c:pt idx="55">
                  <c:v>13.80075668935652</c:v>
                </c:pt>
                <c:pt idx="56">
                  <c:v>13.80075668935652</c:v>
                </c:pt>
                <c:pt idx="57">
                  <c:v>13.80075668935652</c:v>
                </c:pt>
                <c:pt idx="58">
                  <c:v>13.80075668935652</c:v>
                </c:pt>
                <c:pt idx="59">
                  <c:v>13.80075668935652</c:v>
                </c:pt>
                <c:pt idx="60">
                  <c:v>13.80075668935652</c:v>
                </c:pt>
                <c:pt idx="61">
                  <c:v>13.80075668935652</c:v>
                </c:pt>
                <c:pt idx="62">
                  <c:v>13.80075668935652</c:v>
                </c:pt>
                <c:pt idx="63">
                  <c:v>13.80075668935652</c:v>
                </c:pt>
                <c:pt idx="64">
                  <c:v>13.80075668935652</c:v>
                </c:pt>
                <c:pt idx="65">
                  <c:v>13.80075668935652</c:v>
                </c:pt>
                <c:pt idx="66">
                  <c:v>13.80075668935652</c:v>
                </c:pt>
                <c:pt idx="67">
                  <c:v>13.80075668935652</c:v>
                </c:pt>
                <c:pt idx="68">
                  <c:v>13.80075668935652</c:v>
                </c:pt>
                <c:pt idx="69">
                  <c:v>13.80075668935652</c:v>
                </c:pt>
                <c:pt idx="70">
                  <c:v>13.80075668935652</c:v>
                </c:pt>
                <c:pt idx="71">
                  <c:v>13.80075668935652</c:v>
                </c:pt>
                <c:pt idx="72">
                  <c:v>13.80075668935652</c:v>
                </c:pt>
                <c:pt idx="73">
                  <c:v>13.80075668935652</c:v>
                </c:pt>
                <c:pt idx="74">
                  <c:v>13.80075668935652</c:v>
                </c:pt>
                <c:pt idx="75">
                  <c:v>13.80075668935652</c:v>
                </c:pt>
                <c:pt idx="76">
                  <c:v>13.80075668935652</c:v>
                </c:pt>
                <c:pt idx="77">
                  <c:v>13.80075668935652</c:v>
                </c:pt>
                <c:pt idx="78">
                  <c:v>13.80075668935652</c:v>
                </c:pt>
                <c:pt idx="79">
                  <c:v>13.80075668935652</c:v>
                </c:pt>
                <c:pt idx="80">
                  <c:v>13.80075668935652</c:v>
                </c:pt>
                <c:pt idx="81">
                  <c:v>13.80075668935652</c:v>
                </c:pt>
                <c:pt idx="82">
                  <c:v>13.80075668935652</c:v>
                </c:pt>
                <c:pt idx="83">
                  <c:v>13.80075668935652</c:v>
                </c:pt>
                <c:pt idx="84">
                  <c:v>13.80075668935652</c:v>
                </c:pt>
                <c:pt idx="85">
                  <c:v>13.80075668935652</c:v>
                </c:pt>
                <c:pt idx="86">
                  <c:v>13.80075668935652</c:v>
                </c:pt>
                <c:pt idx="87">
                  <c:v>13.80075668935652</c:v>
                </c:pt>
                <c:pt idx="88">
                  <c:v>13.80075668935652</c:v>
                </c:pt>
                <c:pt idx="89">
                  <c:v>13.80075668935652</c:v>
                </c:pt>
                <c:pt idx="90">
                  <c:v>13.80075668935652</c:v>
                </c:pt>
                <c:pt idx="91">
                  <c:v>13.80075668935652</c:v>
                </c:pt>
                <c:pt idx="92">
                  <c:v>13.80075668935652</c:v>
                </c:pt>
                <c:pt idx="93">
                  <c:v>13.80075668935652</c:v>
                </c:pt>
                <c:pt idx="94">
                  <c:v>13.80075668935652</c:v>
                </c:pt>
                <c:pt idx="95">
                  <c:v>13.80075668935652</c:v>
                </c:pt>
                <c:pt idx="96">
                  <c:v>13.80075668935652</c:v>
                </c:pt>
                <c:pt idx="97">
                  <c:v>13.80075668935652</c:v>
                </c:pt>
                <c:pt idx="98">
                  <c:v>13.80075668935652</c:v>
                </c:pt>
                <c:pt idx="99">
                  <c:v>13.80075668935652</c:v>
                </c:pt>
                <c:pt idx="100">
                  <c:v>13.80075668935652</c:v>
                </c:pt>
                <c:pt idx="101">
                  <c:v>13.80075668935652</c:v>
                </c:pt>
                <c:pt idx="102">
                  <c:v>13.80075668935652</c:v>
                </c:pt>
                <c:pt idx="103">
                  <c:v>13.80075668935652</c:v>
                </c:pt>
                <c:pt idx="104">
                  <c:v>13.80075668935652</c:v>
                </c:pt>
                <c:pt idx="105">
                  <c:v>13.80075668935652</c:v>
                </c:pt>
                <c:pt idx="106">
                  <c:v>13.80075668935652</c:v>
                </c:pt>
                <c:pt idx="107">
                  <c:v>13.80075668935652</c:v>
                </c:pt>
                <c:pt idx="108">
                  <c:v>13.80075668935652</c:v>
                </c:pt>
                <c:pt idx="109">
                  <c:v>13.80075668935652</c:v>
                </c:pt>
                <c:pt idx="110">
                  <c:v>13.80075668935652</c:v>
                </c:pt>
                <c:pt idx="111">
                  <c:v>13.80075668935652</c:v>
                </c:pt>
                <c:pt idx="112">
                  <c:v>13.80075668935652</c:v>
                </c:pt>
                <c:pt idx="113">
                  <c:v>13.80075668935652</c:v>
                </c:pt>
                <c:pt idx="114">
                  <c:v>13.80075668935652</c:v>
                </c:pt>
                <c:pt idx="115">
                  <c:v>13.80075668935652</c:v>
                </c:pt>
                <c:pt idx="116">
                  <c:v>13.80075668935652</c:v>
                </c:pt>
                <c:pt idx="117">
                  <c:v>13.80075668935652</c:v>
                </c:pt>
                <c:pt idx="118">
                  <c:v>13.80075668935652</c:v>
                </c:pt>
                <c:pt idx="119">
                  <c:v>13.80075668935652</c:v>
                </c:pt>
                <c:pt idx="120">
                  <c:v>13.80075668935652</c:v>
                </c:pt>
                <c:pt idx="121">
                  <c:v>13.80075668935652</c:v>
                </c:pt>
              </c:numCache>
            </c:numRef>
          </c:val>
          <c:smooth val="0"/>
          <c:extLst>
            <c:ext xmlns:c16="http://schemas.microsoft.com/office/drawing/2014/chart" uri="{C3380CC4-5D6E-409C-BE32-E72D297353CC}">
              <c16:uniqueId val="{00000001-4367-45D2-88C1-395226E31E16}"/>
            </c:ext>
          </c:extLst>
        </c:ser>
        <c:ser>
          <c:idx val="2"/>
          <c:order val="2"/>
          <c:tx>
            <c:v>+1 std. dev.</c:v>
          </c:tx>
          <c:spPr>
            <a:ln w="19050">
              <a:solidFill>
                <a:srgbClr val="8EB3DF"/>
              </a:solidFill>
              <a:prstDash val="dash"/>
            </a:ln>
          </c:spPr>
          <c:marker>
            <c:symbol val="none"/>
          </c:marker>
          <c:cat>
            <c:numRef>
              <c:f>'P3'!$A$2:$A$123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'P3'!$D$2:$D$123</c:f>
              <c:numCache>
                <c:formatCode>0.0</c:formatCode>
                <c:ptCount val="122"/>
                <c:pt idx="0">
                  <c:v>16.16905306462473</c:v>
                </c:pt>
                <c:pt idx="1">
                  <c:v>16.16905306462473</c:v>
                </c:pt>
                <c:pt idx="2">
                  <c:v>16.16905306462473</c:v>
                </c:pt>
                <c:pt idx="3">
                  <c:v>16.16905306462473</c:v>
                </c:pt>
                <c:pt idx="4">
                  <c:v>16.16905306462473</c:v>
                </c:pt>
                <c:pt idx="5">
                  <c:v>16.16905306462473</c:v>
                </c:pt>
                <c:pt idx="6">
                  <c:v>16.16905306462473</c:v>
                </c:pt>
                <c:pt idx="7">
                  <c:v>16.16905306462473</c:v>
                </c:pt>
                <c:pt idx="8">
                  <c:v>16.16905306462473</c:v>
                </c:pt>
                <c:pt idx="9">
                  <c:v>16.16905306462473</c:v>
                </c:pt>
                <c:pt idx="10">
                  <c:v>16.16905306462473</c:v>
                </c:pt>
                <c:pt idx="11">
                  <c:v>16.16905306462473</c:v>
                </c:pt>
                <c:pt idx="12">
                  <c:v>16.16905306462473</c:v>
                </c:pt>
                <c:pt idx="13">
                  <c:v>16.16905306462473</c:v>
                </c:pt>
                <c:pt idx="14">
                  <c:v>16.16905306462473</c:v>
                </c:pt>
                <c:pt idx="15">
                  <c:v>16.16905306462473</c:v>
                </c:pt>
                <c:pt idx="16">
                  <c:v>16.16905306462473</c:v>
                </c:pt>
                <c:pt idx="17">
                  <c:v>16.16905306462473</c:v>
                </c:pt>
                <c:pt idx="18">
                  <c:v>16.16905306462473</c:v>
                </c:pt>
                <c:pt idx="19">
                  <c:v>16.16905306462473</c:v>
                </c:pt>
                <c:pt idx="20">
                  <c:v>16.16905306462473</c:v>
                </c:pt>
                <c:pt idx="21">
                  <c:v>16.16905306462473</c:v>
                </c:pt>
                <c:pt idx="22">
                  <c:v>16.16905306462473</c:v>
                </c:pt>
                <c:pt idx="23">
                  <c:v>16.16905306462473</c:v>
                </c:pt>
                <c:pt idx="24">
                  <c:v>16.16905306462473</c:v>
                </c:pt>
                <c:pt idx="25">
                  <c:v>16.16905306462473</c:v>
                </c:pt>
                <c:pt idx="26">
                  <c:v>16.16905306462473</c:v>
                </c:pt>
                <c:pt idx="27">
                  <c:v>16.16905306462473</c:v>
                </c:pt>
                <c:pt idx="28">
                  <c:v>16.16905306462473</c:v>
                </c:pt>
                <c:pt idx="29">
                  <c:v>16.16905306462473</c:v>
                </c:pt>
                <c:pt idx="30">
                  <c:v>16.16905306462473</c:v>
                </c:pt>
                <c:pt idx="31">
                  <c:v>16.16905306462473</c:v>
                </c:pt>
                <c:pt idx="32">
                  <c:v>16.16905306462473</c:v>
                </c:pt>
                <c:pt idx="33">
                  <c:v>16.16905306462473</c:v>
                </c:pt>
                <c:pt idx="34">
                  <c:v>16.16905306462473</c:v>
                </c:pt>
                <c:pt idx="35">
                  <c:v>16.16905306462473</c:v>
                </c:pt>
                <c:pt idx="36">
                  <c:v>16.16905306462473</c:v>
                </c:pt>
                <c:pt idx="37">
                  <c:v>16.16905306462473</c:v>
                </c:pt>
                <c:pt idx="38">
                  <c:v>16.16905306462473</c:v>
                </c:pt>
                <c:pt idx="39">
                  <c:v>16.16905306462473</c:v>
                </c:pt>
                <c:pt idx="40">
                  <c:v>16.16905306462473</c:v>
                </c:pt>
                <c:pt idx="41">
                  <c:v>16.16905306462473</c:v>
                </c:pt>
                <c:pt idx="42">
                  <c:v>16.16905306462473</c:v>
                </c:pt>
                <c:pt idx="43">
                  <c:v>16.16905306462473</c:v>
                </c:pt>
                <c:pt idx="44">
                  <c:v>16.16905306462473</c:v>
                </c:pt>
                <c:pt idx="45">
                  <c:v>16.16905306462473</c:v>
                </c:pt>
                <c:pt idx="46">
                  <c:v>16.16905306462473</c:v>
                </c:pt>
                <c:pt idx="47">
                  <c:v>16.16905306462473</c:v>
                </c:pt>
                <c:pt idx="48">
                  <c:v>16.16905306462473</c:v>
                </c:pt>
                <c:pt idx="49">
                  <c:v>16.16905306462473</c:v>
                </c:pt>
                <c:pt idx="50">
                  <c:v>16.16905306462473</c:v>
                </c:pt>
                <c:pt idx="51">
                  <c:v>16.16905306462473</c:v>
                </c:pt>
                <c:pt idx="52">
                  <c:v>16.16905306462473</c:v>
                </c:pt>
                <c:pt idx="53">
                  <c:v>16.16905306462473</c:v>
                </c:pt>
                <c:pt idx="54">
                  <c:v>16.16905306462473</c:v>
                </c:pt>
                <c:pt idx="55">
                  <c:v>16.16905306462473</c:v>
                </c:pt>
                <c:pt idx="56">
                  <c:v>16.16905306462473</c:v>
                </c:pt>
                <c:pt idx="57">
                  <c:v>16.16905306462473</c:v>
                </c:pt>
                <c:pt idx="58">
                  <c:v>16.16905306462473</c:v>
                </c:pt>
                <c:pt idx="59">
                  <c:v>16.16905306462473</c:v>
                </c:pt>
                <c:pt idx="60">
                  <c:v>16.16905306462473</c:v>
                </c:pt>
                <c:pt idx="61">
                  <c:v>16.16905306462473</c:v>
                </c:pt>
                <c:pt idx="62">
                  <c:v>16.16905306462473</c:v>
                </c:pt>
                <c:pt idx="63">
                  <c:v>16.16905306462473</c:v>
                </c:pt>
                <c:pt idx="64">
                  <c:v>16.16905306462473</c:v>
                </c:pt>
                <c:pt idx="65">
                  <c:v>16.16905306462473</c:v>
                </c:pt>
                <c:pt idx="66">
                  <c:v>16.16905306462473</c:v>
                </c:pt>
                <c:pt idx="67">
                  <c:v>16.16905306462473</c:v>
                </c:pt>
                <c:pt idx="68">
                  <c:v>16.16905306462473</c:v>
                </c:pt>
                <c:pt idx="69">
                  <c:v>16.16905306462473</c:v>
                </c:pt>
                <c:pt idx="70">
                  <c:v>16.16905306462473</c:v>
                </c:pt>
                <c:pt idx="71">
                  <c:v>16.16905306462473</c:v>
                </c:pt>
                <c:pt idx="72">
                  <c:v>16.16905306462473</c:v>
                </c:pt>
                <c:pt idx="73">
                  <c:v>16.16905306462473</c:v>
                </c:pt>
                <c:pt idx="74">
                  <c:v>16.16905306462473</c:v>
                </c:pt>
                <c:pt idx="75">
                  <c:v>16.16905306462473</c:v>
                </c:pt>
                <c:pt idx="76">
                  <c:v>16.16905306462473</c:v>
                </c:pt>
                <c:pt idx="77">
                  <c:v>16.16905306462473</c:v>
                </c:pt>
                <c:pt idx="78">
                  <c:v>16.16905306462473</c:v>
                </c:pt>
                <c:pt idx="79">
                  <c:v>16.16905306462473</c:v>
                </c:pt>
                <c:pt idx="80">
                  <c:v>16.16905306462473</c:v>
                </c:pt>
                <c:pt idx="81">
                  <c:v>16.16905306462473</c:v>
                </c:pt>
                <c:pt idx="82">
                  <c:v>16.16905306462473</c:v>
                </c:pt>
                <c:pt idx="83">
                  <c:v>16.16905306462473</c:v>
                </c:pt>
                <c:pt idx="84">
                  <c:v>16.16905306462473</c:v>
                </c:pt>
                <c:pt idx="85">
                  <c:v>16.16905306462473</c:v>
                </c:pt>
                <c:pt idx="86">
                  <c:v>16.16905306462473</c:v>
                </c:pt>
                <c:pt idx="87">
                  <c:v>16.16905306462473</c:v>
                </c:pt>
                <c:pt idx="88">
                  <c:v>16.16905306462473</c:v>
                </c:pt>
                <c:pt idx="89">
                  <c:v>16.16905306462473</c:v>
                </c:pt>
                <c:pt idx="90">
                  <c:v>16.16905306462473</c:v>
                </c:pt>
                <c:pt idx="91">
                  <c:v>16.16905306462473</c:v>
                </c:pt>
                <c:pt idx="92">
                  <c:v>16.16905306462473</c:v>
                </c:pt>
                <c:pt idx="93">
                  <c:v>16.16905306462473</c:v>
                </c:pt>
                <c:pt idx="94">
                  <c:v>16.16905306462473</c:v>
                </c:pt>
                <c:pt idx="95">
                  <c:v>16.16905306462473</c:v>
                </c:pt>
                <c:pt idx="96">
                  <c:v>16.16905306462473</c:v>
                </c:pt>
                <c:pt idx="97">
                  <c:v>16.16905306462473</c:v>
                </c:pt>
                <c:pt idx="98">
                  <c:v>16.16905306462473</c:v>
                </c:pt>
                <c:pt idx="99">
                  <c:v>16.16905306462473</c:v>
                </c:pt>
                <c:pt idx="100">
                  <c:v>16.16905306462473</c:v>
                </c:pt>
                <c:pt idx="101">
                  <c:v>16.16905306462473</c:v>
                </c:pt>
                <c:pt idx="102">
                  <c:v>16.16905306462473</c:v>
                </c:pt>
                <c:pt idx="103">
                  <c:v>16.16905306462473</c:v>
                </c:pt>
                <c:pt idx="104">
                  <c:v>16.16905306462473</c:v>
                </c:pt>
                <c:pt idx="105">
                  <c:v>16.16905306462473</c:v>
                </c:pt>
                <c:pt idx="106">
                  <c:v>16.16905306462473</c:v>
                </c:pt>
                <c:pt idx="107">
                  <c:v>16.16905306462473</c:v>
                </c:pt>
                <c:pt idx="108">
                  <c:v>16.16905306462473</c:v>
                </c:pt>
                <c:pt idx="109">
                  <c:v>16.16905306462473</c:v>
                </c:pt>
                <c:pt idx="110">
                  <c:v>16.16905306462473</c:v>
                </c:pt>
                <c:pt idx="111">
                  <c:v>16.16905306462473</c:v>
                </c:pt>
                <c:pt idx="112">
                  <c:v>16.16905306462473</c:v>
                </c:pt>
                <c:pt idx="113">
                  <c:v>16.16905306462473</c:v>
                </c:pt>
                <c:pt idx="114">
                  <c:v>16.16905306462473</c:v>
                </c:pt>
                <c:pt idx="115">
                  <c:v>16.16905306462473</c:v>
                </c:pt>
                <c:pt idx="116">
                  <c:v>16.16905306462473</c:v>
                </c:pt>
                <c:pt idx="117">
                  <c:v>16.16905306462473</c:v>
                </c:pt>
                <c:pt idx="118">
                  <c:v>16.16905306462473</c:v>
                </c:pt>
                <c:pt idx="119">
                  <c:v>16.16905306462473</c:v>
                </c:pt>
                <c:pt idx="120">
                  <c:v>16.16905306462473</c:v>
                </c:pt>
                <c:pt idx="121">
                  <c:v>16.16905306462473</c:v>
                </c:pt>
              </c:numCache>
            </c:numRef>
          </c:val>
          <c:smooth val="0"/>
          <c:extLst>
            <c:ext xmlns:c16="http://schemas.microsoft.com/office/drawing/2014/chart" uri="{C3380CC4-5D6E-409C-BE32-E72D297353CC}">
              <c16:uniqueId val="{00000002-4367-45D2-88C1-395226E31E16}"/>
            </c:ext>
          </c:extLst>
        </c:ser>
        <c:ser>
          <c:idx val="3"/>
          <c:order val="3"/>
          <c:tx>
            <c:v>±1 std. dev.</c:v>
          </c:tx>
          <c:spPr>
            <a:ln w="19050">
              <a:solidFill>
                <a:srgbClr val="8EB3DF"/>
              </a:solidFill>
              <a:prstDash val="dash"/>
            </a:ln>
          </c:spPr>
          <c:marker>
            <c:symbol val="none"/>
          </c:marker>
          <c:cat>
            <c:numRef>
              <c:f>'P3'!$A$2:$A$123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'P3'!$E$2:$E$123</c:f>
              <c:numCache>
                <c:formatCode>0.0</c:formatCode>
                <c:ptCount val="122"/>
                <c:pt idx="0">
                  <c:v>11.43246031408831</c:v>
                </c:pt>
                <c:pt idx="1">
                  <c:v>11.43246031408831</c:v>
                </c:pt>
                <c:pt idx="2">
                  <c:v>11.43246031408831</c:v>
                </c:pt>
                <c:pt idx="3">
                  <c:v>11.43246031408831</c:v>
                </c:pt>
                <c:pt idx="4">
                  <c:v>11.43246031408831</c:v>
                </c:pt>
                <c:pt idx="5">
                  <c:v>11.43246031408831</c:v>
                </c:pt>
                <c:pt idx="6">
                  <c:v>11.43246031408831</c:v>
                </c:pt>
                <c:pt idx="7">
                  <c:v>11.43246031408831</c:v>
                </c:pt>
                <c:pt idx="8">
                  <c:v>11.43246031408831</c:v>
                </c:pt>
                <c:pt idx="9">
                  <c:v>11.43246031408831</c:v>
                </c:pt>
                <c:pt idx="10">
                  <c:v>11.43246031408831</c:v>
                </c:pt>
                <c:pt idx="11">
                  <c:v>11.43246031408831</c:v>
                </c:pt>
                <c:pt idx="12">
                  <c:v>11.43246031408831</c:v>
                </c:pt>
                <c:pt idx="13">
                  <c:v>11.43246031408831</c:v>
                </c:pt>
                <c:pt idx="14">
                  <c:v>11.43246031408831</c:v>
                </c:pt>
                <c:pt idx="15">
                  <c:v>11.43246031408831</c:v>
                </c:pt>
                <c:pt idx="16">
                  <c:v>11.43246031408831</c:v>
                </c:pt>
                <c:pt idx="17">
                  <c:v>11.43246031408831</c:v>
                </c:pt>
                <c:pt idx="18">
                  <c:v>11.43246031408831</c:v>
                </c:pt>
                <c:pt idx="19">
                  <c:v>11.43246031408831</c:v>
                </c:pt>
                <c:pt idx="20">
                  <c:v>11.43246031408831</c:v>
                </c:pt>
                <c:pt idx="21">
                  <c:v>11.43246031408831</c:v>
                </c:pt>
                <c:pt idx="22">
                  <c:v>11.43246031408831</c:v>
                </c:pt>
                <c:pt idx="23">
                  <c:v>11.43246031408831</c:v>
                </c:pt>
                <c:pt idx="24">
                  <c:v>11.43246031408831</c:v>
                </c:pt>
                <c:pt idx="25">
                  <c:v>11.43246031408831</c:v>
                </c:pt>
                <c:pt idx="26">
                  <c:v>11.43246031408831</c:v>
                </c:pt>
                <c:pt idx="27">
                  <c:v>11.43246031408831</c:v>
                </c:pt>
                <c:pt idx="28">
                  <c:v>11.43246031408831</c:v>
                </c:pt>
                <c:pt idx="29">
                  <c:v>11.43246031408831</c:v>
                </c:pt>
                <c:pt idx="30">
                  <c:v>11.43246031408831</c:v>
                </c:pt>
                <c:pt idx="31">
                  <c:v>11.43246031408831</c:v>
                </c:pt>
                <c:pt idx="32">
                  <c:v>11.43246031408831</c:v>
                </c:pt>
                <c:pt idx="33">
                  <c:v>11.43246031408831</c:v>
                </c:pt>
                <c:pt idx="34">
                  <c:v>11.43246031408831</c:v>
                </c:pt>
                <c:pt idx="35">
                  <c:v>11.43246031408831</c:v>
                </c:pt>
                <c:pt idx="36">
                  <c:v>11.43246031408831</c:v>
                </c:pt>
                <c:pt idx="37">
                  <c:v>11.43246031408831</c:v>
                </c:pt>
                <c:pt idx="38">
                  <c:v>11.43246031408831</c:v>
                </c:pt>
                <c:pt idx="39">
                  <c:v>11.43246031408831</c:v>
                </c:pt>
                <c:pt idx="40">
                  <c:v>11.43246031408831</c:v>
                </c:pt>
                <c:pt idx="41">
                  <c:v>11.43246031408831</c:v>
                </c:pt>
                <c:pt idx="42">
                  <c:v>11.43246031408831</c:v>
                </c:pt>
                <c:pt idx="43">
                  <c:v>11.43246031408831</c:v>
                </c:pt>
                <c:pt idx="44">
                  <c:v>11.43246031408831</c:v>
                </c:pt>
                <c:pt idx="45">
                  <c:v>11.43246031408831</c:v>
                </c:pt>
                <c:pt idx="46">
                  <c:v>11.43246031408831</c:v>
                </c:pt>
                <c:pt idx="47">
                  <c:v>11.43246031408831</c:v>
                </c:pt>
                <c:pt idx="48">
                  <c:v>11.43246031408831</c:v>
                </c:pt>
                <c:pt idx="49">
                  <c:v>11.43246031408831</c:v>
                </c:pt>
                <c:pt idx="50">
                  <c:v>11.43246031408831</c:v>
                </c:pt>
                <c:pt idx="51">
                  <c:v>11.43246031408831</c:v>
                </c:pt>
                <c:pt idx="52">
                  <c:v>11.43246031408831</c:v>
                </c:pt>
                <c:pt idx="53">
                  <c:v>11.43246031408831</c:v>
                </c:pt>
                <c:pt idx="54">
                  <c:v>11.43246031408831</c:v>
                </c:pt>
                <c:pt idx="55">
                  <c:v>11.43246031408831</c:v>
                </c:pt>
                <c:pt idx="56">
                  <c:v>11.43246031408831</c:v>
                </c:pt>
                <c:pt idx="57">
                  <c:v>11.43246031408831</c:v>
                </c:pt>
                <c:pt idx="58">
                  <c:v>11.43246031408831</c:v>
                </c:pt>
                <c:pt idx="59">
                  <c:v>11.43246031408831</c:v>
                </c:pt>
                <c:pt idx="60">
                  <c:v>11.43246031408831</c:v>
                </c:pt>
                <c:pt idx="61">
                  <c:v>11.43246031408831</c:v>
                </c:pt>
                <c:pt idx="62">
                  <c:v>11.43246031408831</c:v>
                </c:pt>
                <c:pt idx="63">
                  <c:v>11.43246031408831</c:v>
                </c:pt>
                <c:pt idx="64">
                  <c:v>11.43246031408831</c:v>
                </c:pt>
                <c:pt idx="65">
                  <c:v>11.43246031408831</c:v>
                </c:pt>
                <c:pt idx="66">
                  <c:v>11.43246031408831</c:v>
                </c:pt>
                <c:pt idx="67">
                  <c:v>11.43246031408831</c:v>
                </c:pt>
                <c:pt idx="68">
                  <c:v>11.43246031408831</c:v>
                </c:pt>
                <c:pt idx="69">
                  <c:v>11.43246031408831</c:v>
                </c:pt>
                <c:pt idx="70">
                  <c:v>11.43246031408831</c:v>
                </c:pt>
                <c:pt idx="71">
                  <c:v>11.43246031408831</c:v>
                </c:pt>
                <c:pt idx="72">
                  <c:v>11.43246031408831</c:v>
                </c:pt>
                <c:pt idx="73">
                  <c:v>11.43246031408831</c:v>
                </c:pt>
                <c:pt idx="74">
                  <c:v>11.43246031408831</c:v>
                </c:pt>
                <c:pt idx="75">
                  <c:v>11.43246031408831</c:v>
                </c:pt>
                <c:pt idx="76">
                  <c:v>11.43246031408831</c:v>
                </c:pt>
                <c:pt idx="77">
                  <c:v>11.43246031408831</c:v>
                </c:pt>
                <c:pt idx="78">
                  <c:v>11.43246031408831</c:v>
                </c:pt>
                <c:pt idx="79">
                  <c:v>11.43246031408831</c:v>
                </c:pt>
                <c:pt idx="80">
                  <c:v>11.43246031408831</c:v>
                </c:pt>
                <c:pt idx="81">
                  <c:v>11.43246031408831</c:v>
                </c:pt>
                <c:pt idx="82">
                  <c:v>11.43246031408831</c:v>
                </c:pt>
                <c:pt idx="83">
                  <c:v>11.43246031408831</c:v>
                </c:pt>
                <c:pt idx="84">
                  <c:v>11.43246031408831</c:v>
                </c:pt>
                <c:pt idx="85">
                  <c:v>11.43246031408831</c:v>
                </c:pt>
                <c:pt idx="86">
                  <c:v>11.43246031408831</c:v>
                </c:pt>
                <c:pt idx="87">
                  <c:v>11.43246031408831</c:v>
                </c:pt>
                <c:pt idx="88">
                  <c:v>11.43246031408831</c:v>
                </c:pt>
                <c:pt idx="89">
                  <c:v>11.43246031408831</c:v>
                </c:pt>
                <c:pt idx="90">
                  <c:v>11.43246031408831</c:v>
                </c:pt>
                <c:pt idx="91">
                  <c:v>11.43246031408831</c:v>
                </c:pt>
                <c:pt idx="92">
                  <c:v>11.43246031408831</c:v>
                </c:pt>
                <c:pt idx="93">
                  <c:v>11.43246031408831</c:v>
                </c:pt>
                <c:pt idx="94">
                  <c:v>11.43246031408831</c:v>
                </c:pt>
                <c:pt idx="95">
                  <c:v>11.43246031408831</c:v>
                </c:pt>
                <c:pt idx="96">
                  <c:v>11.43246031408831</c:v>
                </c:pt>
                <c:pt idx="97">
                  <c:v>11.43246031408831</c:v>
                </c:pt>
                <c:pt idx="98">
                  <c:v>11.43246031408831</c:v>
                </c:pt>
                <c:pt idx="99">
                  <c:v>11.43246031408831</c:v>
                </c:pt>
                <c:pt idx="100">
                  <c:v>11.43246031408831</c:v>
                </c:pt>
                <c:pt idx="101">
                  <c:v>11.43246031408831</c:v>
                </c:pt>
                <c:pt idx="102">
                  <c:v>11.43246031408831</c:v>
                </c:pt>
                <c:pt idx="103">
                  <c:v>11.43246031408831</c:v>
                </c:pt>
                <c:pt idx="104">
                  <c:v>11.43246031408831</c:v>
                </c:pt>
                <c:pt idx="105">
                  <c:v>11.43246031408831</c:v>
                </c:pt>
                <c:pt idx="106">
                  <c:v>11.43246031408831</c:v>
                </c:pt>
                <c:pt idx="107">
                  <c:v>11.43246031408831</c:v>
                </c:pt>
                <c:pt idx="108">
                  <c:v>11.43246031408831</c:v>
                </c:pt>
                <c:pt idx="109">
                  <c:v>11.43246031408831</c:v>
                </c:pt>
                <c:pt idx="110">
                  <c:v>11.43246031408831</c:v>
                </c:pt>
                <c:pt idx="111">
                  <c:v>11.43246031408831</c:v>
                </c:pt>
                <c:pt idx="112">
                  <c:v>11.43246031408831</c:v>
                </c:pt>
                <c:pt idx="113">
                  <c:v>11.43246031408831</c:v>
                </c:pt>
                <c:pt idx="114">
                  <c:v>11.43246031408831</c:v>
                </c:pt>
                <c:pt idx="115">
                  <c:v>11.43246031408831</c:v>
                </c:pt>
                <c:pt idx="116">
                  <c:v>11.43246031408831</c:v>
                </c:pt>
                <c:pt idx="117">
                  <c:v>11.43246031408831</c:v>
                </c:pt>
                <c:pt idx="118">
                  <c:v>11.43246031408831</c:v>
                </c:pt>
                <c:pt idx="119">
                  <c:v>11.43246031408831</c:v>
                </c:pt>
                <c:pt idx="120">
                  <c:v>11.43246031408831</c:v>
                </c:pt>
                <c:pt idx="121">
                  <c:v>11.43246031408831</c:v>
                </c:pt>
              </c:numCache>
            </c:numRef>
          </c:val>
          <c:smooth val="0"/>
          <c:extLst>
            <c:ext xmlns:c16="http://schemas.microsoft.com/office/drawing/2014/chart" uri="{C3380CC4-5D6E-409C-BE32-E72D297353CC}">
              <c16:uniqueId val="{00000003-4367-45D2-88C1-395226E31E16}"/>
            </c:ext>
          </c:extLst>
        </c:ser>
        <c:dLbls>
          <c:showLegendKey val="0"/>
          <c:showVal val="0"/>
          <c:showCatName val="0"/>
          <c:showSerName val="0"/>
          <c:showPercent val="0"/>
          <c:showBubbleSize val="0"/>
        </c:dLbls>
        <c:smooth val="0"/>
        <c:axId val="50030001"/>
        <c:axId val="50030002"/>
      </c:lineChart>
      <c:dateAx>
        <c:axId val="5003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30002"/>
        <c:crosses val="min"/>
        <c:auto val="1"/>
        <c:lblOffset val="100"/>
        <c:baseTimeUnit val="days"/>
        <c:majorUnit val="2"/>
        <c:majorTimeUnit val="years"/>
      </c:dateAx>
      <c:valAx>
        <c:axId val="50030002"/>
        <c:scaling>
          <c:orientation val="minMax"/>
          <c:max val="20"/>
          <c:min val="8"/>
        </c:scaling>
        <c:delete val="0"/>
        <c:axPos val="l"/>
        <c:majorGridlines>
          <c:spPr>
            <a:ln w="6350">
              <a:solidFill>
                <a:srgbClr val="D9D9D9"/>
              </a:solidFill>
              <a:prstDash val="dash"/>
            </a:ln>
          </c:spPr>
        </c:majorGridlines>
        <c:numFmt formatCode="0&quot;.0x&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30001"/>
        <c:crosses val="autoZero"/>
        <c:crossBetween val="between"/>
        <c:majorUnit val="2"/>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670672832302268"/>
          <c:y val="0.27479661012595147"/>
          <c:w val="0.69157493599017905"/>
          <c:h val="0.53761203461802265"/>
        </c:manualLayout>
      </c:layout>
      <c:lineChart>
        <c:grouping val="standard"/>
        <c:varyColors val="0"/>
        <c:ser>
          <c:idx val="0"/>
          <c:order val="0"/>
          <c:tx>
            <c:v>P/E</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0-9AFB-41CD-86BB-E9F915A6FB5F}"/>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10.3x</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9AFB-41CD-86BB-E9F915A6FB5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'P4'!$A$2:$A$123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'P4'!$B$2:$B$123</c:f>
              <c:numCache>
                <c:formatCode>0.0</c:formatCode>
                <c:ptCount val="122"/>
                <c:pt idx="0">
                  <c:v>16.387867677701699</c:v>
                </c:pt>
                <c:pt idx="1">
                  <c:v>14.51982462432842</c:v>
                </c:pt>
                <c:pt idx="2">
                  <c:v>14.432757030091439</c:v>
                </c:pt>
                <c:pt idx="3">
                  <c:v>14.86778458155476</c:v>
                </c:pt>
                <c:pt idx="4">
                  <c:v>15.53076031009293</c:v>
                </c:pt>
                <c:pt idx="5">
                  <c:v>15.55267502247203</c:v>
                </c:pt>
                <c:pt idx="6">
                  <c:v>15.98598466333115</c:v>
                </c:pt>
                <c:pt idx="7">
                  <c:v>14.81039190722251</c:v>
                </c:pt>
                <c:pt idx="8">
                  <c:v>14.77871900474225</c:v>
                </c:pt>
                <c:pt idx="9">
                  <c:v>15.69097709643659</c:v>
                </c:pt>
                <c:pt idx="10">
                  <c:v>16.972937554106831</c:v>
                </c:pt>
                <c:pt idx="11">
                  <c:v>18.268506537736862</c:v>
                </c:pt>
                <c:pt idx="12">
                  <c:v>17.554255524861109</c:v>
                </c:pt>
                <c:pt idx="13">
                  <c:v>17.12857110754366</c:v>
                </c:pt>
                <c:pt idx="14">
                  <c:v>18.088557989308232</c:v>
                </c:pt>
                <c:pt idx="15">
                  <c:v>18.413134540723711</c:v>
                </c:pt>
                <c:pt idx="16">
                  <c:v>17.567785896563549</c:v>
                </c:pt>
                <c:pt idx="17">
                  <c:v>16.96931643832627</c:v>
                </c:pt>
                <c:pt idx="18">
                  <c:v>16.628368875425519</c:v>
                </c:pt>
                <c:pt idx="19">
                  <c:v>14.83986336125052</c:v>
                </c:pt>
                <c:pt idx="20">
                  <c:v>14.520048748202321</c:v>
                </c:pt>
                <c:pt idx="21">
                  <c:v>14.832643423693829</c:v>
                </c:pt>
                <c:pt idx="22">
                  <c:v>13.55695256577923</c:v>
                </c:pt>
                <c:pt idx="23">
                  <c:v>14.31335680780859</c:v>
                </c:pt>
                <c:pt idx="24">
                  <c:v>16.668671497077732</c:v>
                </c:pt>
                <c:pt idx="25">
                  <c:v>16.493480029828849</c:v>
                </c:pt>
                <c:pt idx="26">
                  <c:v>16.469191150278881</c:v>
                </c:pt>
                <c:pt idx="27">
                  <c:v>18.683504496832679</c:v>
                </c:pt>
                <c:pt idx="28">
                  <c:v>17.692472484001389</c:v>
                </c:pt>
                <c:pt idx="29">
                  <c:v>16.583915684609678</c:v>
                </c:pt>
                <c:pt idx="30">
                  <c:v>16.816683639730051</c:v>
                </c:pt>
                <c:pt idx="31">
                  <c:v>18.698217709467041</c:v>
                </c:pt>
                <c:pt idx="32">
                  <c:v>19.8380137434301</c:v>
                </c:pt>
                <c:pt idx="33">
                  <c:v>21.365227704343191</c:v>
                </c:pt>
                <c:pt idx="34">
                  <c:v>21.484552681552309</c:v>
                </c:pt>
                <c:pt idx="35">
                  <c:v>22.111279755813211</c:v>
                </c:pt>
                <c:pt idx="36">
                  <c:v>21.85253098168544</c:v>
                </c:pt>
                <c:pt idx="37">
                  <c:v>23.092029764453681</c:v>
                </c:pt>
                <c:pt idx="38">
                  <c:v>25.38696545170103</c:v>
                </c:pt>
                <c:pt idx="39">
                  <c:v>24.506935542205941</c:v>
                </c:pt>
                <c:pt idx="40">
                  <c:v>24.734517931768309</c:v>
                </c:pt>
                <c:pt idx="41">
                  <c:v>18.28846072174078</c:v>
                </c:pt>
                <c:pt idx="42">
                  <c:v>22.296547712677029</c:v>
                </c:pt>
                <c:pt idx="43">
                  <c:v>22.319390398515321</c:v>
                </c:pt>
                <c:pt idx="44">
                  <c:v>28.255359903835711</c:v>
                </c:pt>
                <c:pt idx="45">
                  <c:v>32.514121279789883</c:v>
                </c:pt>
                <c:pt idx="46">
                  <c:v>30.030411251713829</c:v>
                </c:pt>
                <c:pt idx="47">
                  <c:v>27.715804628011281</c:v>
                </c:pt>
                <c:pt idx="48">
                  <c:v>26.563027671879031</c:v>
                </c:pt>
                <c:pt idx="49">
                  <c:v>26.81548476111729</c:v>
                </c:pt>
                <c:pt idx="50">
                  <c:v>26.81487200865033</c:v>
                </c:pt>
                <c:pt idx="51">
                  <c:v>25.925020237719679</c:v>
                </c:pt>
                <c:pt idx="52">
                  <c:v>24.06007821175529</c:v>
                </c:pt>
                <c:pt idx="53">
                  <c:v>24.761181135485199</c:v>
                </c:pt>
                <c:pt idx="54">
                  <c:v>23.471234931497762</c:v>
                </c:pt>
                <c:pt idx="55">
                  <c:v>24.995293803909821</c:v>
                </c:pt>
                <c:pt idx="56">
                  <c:v>25.059671189757111</c:v>
                </c:pt>
                <c:pt idx="57">
                  <c:v>24.374801955912481</c:v>
                </c:pt>
                <c:pt idx="58">
                  <c:v>22.756380750197941</c:v>
                </c:pt>
                <c:pt idx="59">
                  <c:v>26.177337556722431</c:v>
                </c:pt>
                <c:pt idx="60">
                  <c:v>23.901196329986561</c:v>
                </c:pt>
                <c:pt idx="61">
                  <c:v>23.923640723177709</c:v>
                </c:pt>
                <c:pt idx="62">
                  <c:v>21.31269254051394</c:v>
                </c:pt>
                <c:pt idx="63">
                  <c:v>22.489566188986291</c:v>
                </c:pt>
                <c:pt idx="64">
                  <c:v>21.328427088414529</c:v>
                </c:pt>
                <c:pt idx="65">
                  <c:v>23.442959367443489</c:v>
                </c:pt>
                <c:pt idx="66">
                  <c:v>20.15278987542662</c:v>
                </c:pt>
                <c:pt idx="67">
                  <c:v>19.068452763364409</c:v>
                </c:pt>
                <c:pt idx="68">
                  <c:v>17.02507510102544</c:v>
                </c:pt>
                <c:pt idx="69">
                  <c:v>18.42939573278008</c:v>
                </c:pt>
                <c:pt idx="70">
                  <c:v>18.9331884115356</c:v>
                </c:pt>
                <c:pt idx="71">
                  <c:v>19.056066508012421</c:v>
                </c:pt>
                <c:pt idx="72">
                  <c:v>21.20136472856084</c:v>
                </c:pt>
                <c:pt idx="73">
                  <c:v>18.419563792298259</c:v>
                </c:pt>
                <c:pt idx="74">
                  <c:v>16.775408195427211</c:v>
                </c:pt>
                <c:pt idx="75">
                  <c:v>17.608824797554568</c:v>
                </c:pt>
                <c:pt idx="76">
                  <c:v>16.648773571020811</c:v>
                </c:pt>
                <c:pt idx="77">
                  <c:v>16.57907718169059</c:v>
                </c:pt>
                <c:pt idx="78">
                  <c:v>17.063120054468449</c:v>
                </c:pt>
                <c:pt idx="79">
                  <c:v>17.29282657673965</c:v>
                </c:pt>
                <c:pt idx="80">
                  <c:v>18.045957631795339</c:v>
                </c:pt>
                <c:pt idx="81">
                  <c:v>17.859988395603828</c:v>
                </c:pt>
                <c:pt idx="82">
                  <c:v>16.062825855168331</c:v>
                </c:pt>
                <c:pt idx="83">
                  <c:v>15.56490062350796</c:v>
                </c:pt>
                <c:pt idx="84">
                  <c:v>14.28781843043042</c:v>
                </c:pt>
                <c:pt idx="85">
                  <c:v>15.88441772353778</c:v>
                </c:pt>
                <c:pt idx="86">
                  <c:v>16.544356985020372</c:v>
                </c:pt>
                <c:pt idx="87">
                  <c:v>14.699501093930611</c:v>
                </c:pt>
                <c:pt idx="88">
                  <c:v>15.077522119209929</c:v>
                </c:pt>
                <c:pt idx="89">
                  <c:v>15.567062671341381</c:v>
                </c:pt>
                <c:pt idx="90">
                  <c:v>14.814283001120121</c:v>
                </c:pt>
                <c:pt idx="91">
                  <c:v>13.224309581015749</c:v>
                </c:pt>
                <c:pt idx="92">
                  <c:v>13.3992013483302</c:v>
                </c:pt>
                <c:pt idx="93">
                  <c:v>14.479899873237279</c:v>
                </c:pt>
                <c:pt idx="94">
                  <c:v>15.85781012143574</c:v>
                </c:pt>
                <c:pt idx="95">
                  <c:v>15.16820044851505</c:v>
                </c:pt>
                <c:pt idx="96">
                  <c:v>14.454687582470109</c:v>
                </c:pt>
                <c:pt idx="97">
                  <c:v>13.71287017918147</c:v>
                </c:pt>
                <c:pt idx="98">
                  <c:v>12.24174295712834</c:v>
                </c:pt>
                <c:pt idx="99">
                  <c:v>13.410205925671431</c:v>
                </c:pt>
                <c:pt idx="100">
                  <c:v>12.549806331624421</c:v>
                </c:pt>
                <c:pt idx="101">
                  <c:v>12.500831454143761</c:v>
                </c:pt>
                <c:pt idx="102">
                  <c:v>13.7593281396544</c:v>
                </c:pt>
                <c:pt idx="103">
                  <c:v>13.78998849517928</c:v>
                </c:pt>
                <c:pt idx="104">
                  <c:v>13.97282466385172</c:v>
                </c:pt>
                <c:pt idx="105">
                  <c:v>12.86012356200281</c:v>
                </c:pt>
                <c:pt idx="106">
                  <c:v>12.777482106987939</c:v>
                </c:pt>
                <c:pt idx="107">
                  <c:v>12.92518080055453</c:v>
                </c:pt>
                <c:pt idx="108">
                  <c:v>13.04225150563305</c:v>
                </c:pt>
                <c:pt idx="109">
                  <c:v>13.13170019685014</c:v>
                </c:pt>
                <c:pt idx="110">
                  <c:v>12.303313026010519</c:v>
                </c:pt>
                <c:pt idx="111">
                  <c:v>13.98628725031163</c:v>
                </c:pt>
                <c:pt idx="112">
                  <c:v>13.69000005946604</c:v>
                </c:pt>
                <c:pt idx="113">
                  <c:v>11.752052006035139</c:v>
                </c:pt>
                <c:pt idx="114">
                  <c:v>11.877539694594169</c:v>
                </c:pt>
                <c:pt idx="115">
                  <c:v>10.9848928045903</c:v>
                </c:pt>
                <c:pt idx="116">
                  <c:v>11.02617244738798</c:v>
                </c:pt>
                <c:pt idx="117">
                  <c:v>11.080326669436801</c:v>
                </c:pt>
                <c:pt idx="118">
                  <c:v>11.504183710985179</c:v>
                </c:pt>
                <c:pt idx="119">
                  <c:v>11.44981242526598</c:v>
                </c:pt>
                <c:pt idx="120">
                  <c:v>12.917679350937579</c:v>
                </c:pt>
                <c:pt idx="121">
                  <c:v>10.256743175616281</c:v>
                </c:pt>
              </c:numCache>
            </c:numRef>
          </c:val>
          <c:smooth val="0"/>
          <c:extLst>
            <c:ext xmlns:c16="http://schemas.microsoft.com/office/drawing/2014/chart" uri="{C3380CC4-5D6E-409C-BE32-E72D297353CC}">
              <c16:uniqueId val="{00000000-D5DA-47C4-8A91-8C96F15E713E}"/>
            </c:ext>
          </c:extLst>
        </c:ser>
        <c:ser>
          <c:idx val="1"/>
          <c:order val="1"/>
          <c:tx>
            <c:v>10y avg.</c:v>
          </c:tx>
          <c:spPr>
            <a:ln w="19050">
              <a:solidFill>
                <a:srgbClr val="7E7E7E"/>
              </a:solidFill>
              <a:prstDash val="dash"/>
            </a:ln>
          </c:spPr>
          <c:marker>
            <c:symbol val="none"/>
          </c:marker>
          <c:cat>
            <c:numRef>
              <c:f>'P4'!$A$2:$A$123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'P4'!$C$2:$C$123</c:f>
              <c:numCache>
                <c:formatCode>0.0</c:formatCode>
                <c:ptCount val="122"/>
                <c:pt idx="0">
                  <c:v>17.9154898422968</c:v>
                </c:pt>
                <c:pt idx="1">
                  <c:v>17.9154898422968</c:v>
                </c:pt>
                <c:pt idx="2">
                  <c:v>17.9154898422968</c:v>
                </c:pt>
                <c:pt idx="3">
                  <c:v>17.9154898422968</c:v>
                </c:pt>
                <c:pt idx="4">
                  <c:v>17.9154898422968</c:v>
                </c:pt>
                <c:pt idx="5">
                  <c:v>17.9154898422968</c:v>
                </c:pt>
                <c:pt idx="6">
                  <c:v>17.9154898422968</c:v>
                </c:pt>
                <c:pt idx="7">
                  <c:v>17.9154898422968</c:v>
                </c:pt>
                <c:pt idx="8">
                  <c:v>17.9154898422968</c:v>
                </c:pt>
                <c:pt idx="9">
                  <c:v>17.9154898422968</c:v>
                </c:pt>
                <c:pt idx="10">
                  <c:v>17.9154898422968</c:v>
                </c:pt>
                <c:pt idx="11">
                  <c:v>17.9154898422968</c:v>
                </c:pt>
                <c:pt idx="12">
                  <c:v>17.9154898422968</c:v>
                </c:pt>
                <c:pt idx="13">
                  <c:v>17.9154898422968</c:v>
                </c:pt>
                <c:pt idx="14">
                  <c:v>17.9154898422968</c:v>
                </c:pt>
                <c:pt idx="15">
                  <c:v>17.9154898422968</c:v>
                </c:pt>
                <c:pt idx="16">
                  <c:v>17.9154898422968</c:v>
                </c:pt>
                <c:pt idx="17">
                  <c:v>17.9154898422968</c:v>
                </c:pt>
                <c:pt idx="18">
                  <c:v>17.9154898422968</c:v>
                </c:pt>
                <c:pt idx="19">
                  <c:v>17.9154898422968</c:v>
                </c:pt>
                <c:pt idx="20">
                  <c:v>17.9154898422968</c:v>
                </c:pt>
                <c:pt idx="21">
                  <c:v>17.9154898422968</c:v>
                </c:pt>
                <c:pt idx="22">
                  <c:v>17.9154898422968</c:v>
                </c:pt>
                <c:pt idx="23">
                  <c:v>17.9154898422968</c:v>
                </c:pt>
                <c:pt idx="24">
                  <c:v>17.9154898422968</c:v>
                </c:pt>
                <c:pt idx="25">
                  <c:v>17.9154898422968</c:v>
                </c:pt>
                <c:pt idx="26">
                  <c:v>17.9154898422968</c:v>
                </c:pt>
                <c:pt idx="27">
                  <c:v>17.9154898422968</c:v>
                </c:pt>
                <c:pt idx="28">
                  <c:v>17.9154898422968</c:v>
                </c:pt>
                <c:pt idx="29">
                  <c:v>17.9154898422968</c:v>
                </c:pt>
                <c:pt idx="30">
                  <c:v>17.9154898422968</c:v>
                </c:pt>
                <c:pt idx="31">
                  <c:v>17.9154898422968</c:v>
                </c:pt>
                <c:pt idx="32">
                  <c:v>17.9154898422968</c:v>
                </c:pt>
                <c:pt idx="33">
                  <c:v>17.9154898422968</c:v>
                </c:pt>
                <c:pt idx="34">
                  <c:v>17.9154898422968</c:v>
                </c:pt>
                <c:pt idx="35">
                  <c:v>17.9154898422968</c:v>
                </c:pt>
                <c:pt idx="36">
                  <c:v>17.9154898422968</c:v>
                </c:pt>
                <c:pt idx="37">
                  <c:v>17.9154898422968</c:v>
                </c:pt>
                <c:pt idx="38">
                  <c:v>17.9154898422968</c:v>
                </c:pt>
                <c:pt idx="39">
                  <c:v>17.9154898422968</c:v>
                </c:pt>
                <c:pt idx="40">
                  <c:v>17.9154898422968</c:v>
                </c:pt>
                <c:pt idx="41">
                  <c:v>17.9154898422968</c:v>
                </c:pt>
                <c:pt idx="42">
                  <c:v>17.9154898422968</c:v>
                </c:pt>
                <c:pt idx="43">
                  <c:v>17.9154898422968</c:v>
                </c:pt>
                <c:pt idx="44">
                  <c:v>17.9154898422968</c:v>
                </c:pt>
                <c:pt idx="45">
                  <c:v>17.9154898422968</c:v>
                </c:pt>
                <c:pt idx="46">
                  <c:v>17.9154898422968</c:v>
                </c:pt>
                <c:pt idx="47">
                  <c:v>17.9154898422968</c:v>
                </c:pt>
                <c:pt idx="48">
                  <c:v>17.9154898422968</c:v>
                </c:pt>
                <c:pt idx="49">
                  <c:v>17.9154898422968</c:v>
                </c:pt>
                <c:pt idx="50">
                  <c:v>17.9154898422968</c:v>
                </c:pt>
                <c:pt idx="51">
                  <c:v>17.9154898422968</c:v>
                </c:pt>
                <c:pt idx="52">
                  <c:v>17.9154898422968</c:v>
                </c:pt>
                <c:pt idx="53">
                  <c:v>17.9154898422968</c:v>
                </c:pt>
                <c:pt idx="54">
                  <c:v>17.9154898422968</c:v>
                </c:pt>
                <c:pt idx="55">
                  <c:v>17.9154898422968</c:v>
                </c:pt>
                <c:pt idx="56">
                  <c:v>17.9154898422968</c:v>
                </c:pt>
                <c:pt idx="57">
                  <c:v>17.9154898422968</c:v>
                </c:pt>
                <c:pt idx="58">
                  <c:v>17.9154898422968</c:v>
                </c:pt>
                <c:pt idx="59">
                  <c:v>17.9154898422968</c:v>
                </c:pt>
                <c:pt idx="60">
                  <c:v>17.9154898422968</c:v>
                </c:pt>
                <c:pt idx="61">
                  <c:v>17.9154898422968</c:v>
                </c:pt>
                <c:pt idx="62">
                  <c:v>17.9154898422968</c:v>
                </c:pt>
                <c:pt idx="63">
                  <c:v>17.9154898422968</c:v>
                </c:pt>
                <c:pt idx="64">
                  <c:v>17.9154898422968</c:v>
                </c:pt>
                <c:pt idx="65">
                  <c:v>17.9154898422968</c:v>
                </c:pt>
                <c:pt idx="66">
                  <c:v>17.9154898422968</c:v>
                </c:pt>
                <c:pt idx="67">
                  <c:v>17.9154898422968</c:v>
                </c:pt>
                <c:pt idx="68">
                  <c:v>17.9154898422968</c:v>
                </c:pt>
                <c:pt idx="69">
                  <c:v>17.9154898422968</c:v>
                </c:pt>
                <c:pt idx="70">
                  <c:v>17.9154898422968</c:v>
                </c:pt>
                <c:pt idx="71">
                  <c:v>17.9154898422968</c:v>
                </c:pt>
                <c:pt idx="72">
                  <c:v>17.9154898422968</c:v>
                </c:pt>
                <c:pt idx="73">
                  <c:v>17.9154898422968</c:v>
                </c:pt>
                <c:pt idx="74">
                  <c:v>17.9154898422968</c:v>
                </c:pt>
                <c:pt idx="75">
                  <c:v>17.9154898422968</c:v>
                </c:pt>
                <c:pt idx="76">
                  <c:v>17.9154898422968</c:v>
                </c:pt>
                <c:pt idx="77">
                  <c:v>17.9154898422968</c:v>
                </c:pt>
                <c:pt idx="78">
                  <c:v>17.9154898422968</c:v>
                </c:pt>
                <c:pt idx="79">
                  <c:v>17.9154898422968</c:v>
                </c:pt>
                <c:pt idx="80">
                  <c:v>17.9154898422968</c:v>
                </c:pt>
                <c:pt idx="81">
                  <c:v>17.9154898422968</c:v>
                </c:pt>
                <c:pt idx="82">
                  <c:v>17.9154898422968</c:v>
                </c:pt>
                <c:pt idx="83">
                  <c:v>17.9154898422968</c:v>
                </c:pt>
                <c:pt idx="84">
                  <c:v>17.9154898422968</c:v>
                </c:pt>
                <c:pt idx="85">
                  <c:v>17.9154898422968</c:v>
                </c:pt>
                <c:pt idx="86">
                  <c:v>17.9154898422968</c:v>
                </c:pt>
                <c:pt idx="87">
                  <c:v>17.9154898422968</c:v>
                </c:pt>
                <c:pt idx="88">
                  <c:v>17.9154898422968</c:v>
                </c:pt>
                <c:pt idx="89">
                  <c:v>17.9154898422968</c:v>
                </c:pt>
                <c:pt idx="90">
                  <c:v>17.9154898422968</c:v>
                </c:pt>
                <c:pt idx="91">
                  <c:v>17.9154898422968</c:v>
                </c:pt>
                <c:pt idx="92">
                  <c:v>17.9154898422968</c:v>
                </c:pt>
                <c:pt idx="93">
                  <c:v>17.9154898422968</c:v>
                </c:pt>
                <c:pt idx="94">
                  <c:v>17.9154898422968</c:v>
                </c:pt>
                <c:pt idx="95">
                  <c:v>17.9154898422968</c:v>
                </c:pt>
                <c:pt idx="96">
                  <c:v>17.9154898422968</c:v>
                </c:pt>
                <c:pt idx="97">
                  <c:v>17.9154898422968</c:v>
                </c:pt>
                <c:pt idx="98">
                  <c:v>17.9154898422968</c:v>
                </c:pt>
                <c:pt idx="99">
                  <c:v>17.9154898422968</c:v>
                </c:pt>
                <c:pt idx="100">
                  <c:v>17.9154898422968</c:v>
                </c:pt>
                <c:pt idx="101">
                  <c:v>17.9154898422968</c:v>
                </c:pt>
                <c:pt idx="102">
                  <c:v>17.9154898422968</c:v>
                </c:pt>
                <c:pt idx="103">
                  <c:v>17.9154898422968</c:v>
                </c:pt>
                <c:pt idx="104">
                  <c:v>17.9154898422968</c:v>
                </c:pt>
                <c:pt idx="105">
                  <c:v>17.9154898422968</c:v>
                </c:pt>
                <c:pt idx="106">
                  <c:v>17.9154898422968</c:v>
                </c:pt>
                <c:pt idx="107">
                  <c:v>17.9154898422968</c:v>
                </c:pt>
                <c:pt idx="108">
                  <c:v>17.9154898422968</c:v>
                </c:pt>
                <c:pt idx="109">
                  <c:v>17.9154898422968</c:v>
                </c:pt>
                <c:pt idx="110">
                  <c:v>17.9154898422968</c:v>
                </c:pt>
                <c:pt idx="111">
                  <c:v>17.9154898422968</c:v>
                </c:pt>
                <c:pt idx="112">
                  <c:v>17.9154898422968</c:v>
                </c:pt>
                <c:pt idx="113">
                  <c:v>17.9154898422968</c:v>
                </c:pt>
                <c:pt idx="114">
                  <c:v>17.9154898422968</c:v>
                </c:pt>
                <c:pt idx="115">
                  <c:v>17.9154898422968</c:v>
                </c:pt>
                <c:pt idx="116">
                  <c:v>17.9154898422968</c:v>
                </c:pt>
                <c:pt idx="117">
                  <c:v>17.9154898422968</c:v>
                </c:pt>
                <c:pt idx="118">
                  <c:v>17.9154898422968</c:v>
                </c:pt>
                <c:pt idx="119">
                  <c:v>17.9154898422968</c:v>
                </c:pt>
                <c:pt idx="120">
                  <c:v>17.9154898422968</c:v>
                </c:pt>
                <c:pt idx="121">
                  <c:v>17.9154898422968</c:v>
                </c:pt>
              </c:numCache>
            </c:numRef>
          </c:val>
          <c:smooth val="0"/>
          <c:extLst>
            <c:ext xmlns:c16="http://schemas.microsoft.com/office/drawing/2014/chart" uri="{C3380CC4-5D6E-409C-BE32-E72D297353CC}">
              <c16:uniqueId val="{00000001-D5DA-47C4-8A91-8C96F15E713E}"/>
            </c:ext>
          </c:extLst>
        </c:ser>
        <c:ser>
          <c:idx val="2"/>
          <c:order val="2"/>
          <c:tx>
            <c:v>+1 std. dev.</c:v>
          </c:tx>
          <c:spPr>
            <a:ln w="19050">
              <a:solidFill>
                <a:srgbClr val="8EB3DF"/>
              </a:solidFill>
              <a:prstDash val="dash"/>
            </a:ln>
          </c:spPr>
          <c:marker>
            <c:symbol val="none"/>
          </c:marker>
          <c:cat>
            <c:numRef>
              <c:f>'P4'!$A$2:$A$123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'P4'!$D$2:$D$123</c:f>
              <c:numCache>
                <c:formatCode>0.0</c:formatCode>
                <c:ptCount val="122"/>
                <c:pt idx="0">
                  <c:v>22.601988610905561</c:v>
                </c:pt>
                <c:pt idx="1">
                  <c:v>22.601988610905561</c:v>
                </c:pt>
                <c:pt idx="2">
                  <c:v>22.601988610905561</c:v>
                </c:pt>
                <c:pt idx="3">
                  <c:v>22.601988610905561</c:v>
                </c:pt>
                <c:pt idx="4">
                  <c:v>22.601988610905561</c:v>
                </c:pt>
                <c:pt idx="5">
                  <c:v>22.601988610905561</c:v>
                </c:pt>
                <c:pt idx="6">
                  <c:v>22.601988610905561</c:v>
                </c:pt>
                <c:pt idx="7">
                  <c:v>22.601988610905561</c:v>
                </c:pt>
                <c:pt idx="8">
                  <c:v>22.601988610905561</c:v>
                </c:pt>
                <c:pt idx="9">
                  <c:v>22.601988610905561</c:v>
                </c:pt>
                <c:pt idx="10">
                  <c:v>22.601988610905561</c:v>
                </c:pt>
                <c:pt idx="11">
                  <c:v>22.601988610905561</c:v>
                </c:pt>
                <c:pt idx="12">
                  <c:v>22.601988610905561</c:v>
                </c:pt>
                <c:pt idx="13">
                  <c:v>22.601988610905561</c:v>
                </c:pt>
                <c:pt idx="14">
                  <c:v>22.601988610905561</c:v>
                </c:pt>
                <c:pt idx="15">
                  <c:v>22.601988610905561</c:v>
                </c:pt>
                <c:pt idx="16">
                  <c:v>22.601988610905561</c:v>
                </c:pt>
                <c:pt idx="17">
                  <c:v>22.601988610905561</c:v>
                </c:pt>
                <c:pt idx="18">
                  <c:v>22.601988610905561</c:v>
                </c:pt>
                <c:pt idx="19">
                  <c:v>22.601988610905561</c:v>
                </c:pt>
                <c:pt idx="20">
                  <c:v>22.601988610905561</c:v>
                </c:pt>
                <c:pt idx="21">
                  <c:v>22.601988610905561</c:v>
                </c:pt>
                <c:pt idx="22">
                  <c:v>22.601988610905561</c:v>
                </c:pt>
                <c:pt idx="23">
                  <c:v>22.601988610905561</c:v>
                </c:pt>
                <c:pt idx="24">
                  <c:v>22.601988610905561</c:v>
                </c:pt>
                <c:pt idx="25">
                  <c:v>22.601988610905561</c:v>
                </c:pt>
                <c:pt idx="26">
                  <c:v>22.601988610905561</c:v>
                </c:pt>
                <c:pt idx="27">
                  <c:v>22.601988610905561</c:v>
                </c:pt>
                <c:pt idx="28">
                  <c:v>22.601988610905561</c:v>
                </c:pt>
                <c:pt idx="29">
                  <c:v>22.601988610905561</c:v>
                </c:pt>
                <c:pt idx="30">
                  <c:v>22.601988610905561</c:v>
                </c:pt>
                <c:pt idx="31">
                  <c:v>22.601988610905561</c:v>
                </c:pt>
                <c:pt idx="32">
                  <c:v>22.601988610905561</c:v>
                </c:pt>
                <c:pt idx="33">
                  <c:v>22.601988610905561</c:v>
                </c:pt>
                <c:pt idx="34">
                  <c:v>22.601988610905561</c:v>
                </c:pt>
                <c:pt idx="35">
                  <c:v>22.601988610905561</c:v>
                </c:pt>
                <c:pt idx="36">
                  <c:v>22.601988610905561</c:v>
                </c:pt>
                <c:pt idx="37">
                  <c:v>22.601988610905561</c:v>
                </c:pt>
                <c:pt idx="38">
                  <c:v>22.601988610905561</c:v>
                </c:pt>
                <c:pt idx="39">
                  <c:v>22.601988610905561</c:v>
                </c:pt>
                <c:pt idx="40">
                  <c:v>22.601988610905561</c:v>
                </c:pt>
                <c:pt idx="41">
                  <c:v>22.601988610905561</c:v>
                </c:pt>
                <c:pt idx="42">
                  <c:v>22.601988610905561</c:v>
                </c:pt>
                <c:pt idx="43">
                  <c:v>22.601988610905561</c:v>
                </c:pt>
                <c:pt idx="44">
                  <c:v>22.601988610905561</c:v>
                </c:pt>
                <c:pt idx="45">
                  <c:v>22.601988610905561</c:v>
                </c:pt>
                <c:pt idx="46">
                  <c:v>22.601988610905561</c:v>
                </c:pt>
                <c:pt idx="47">
                  <c:v>22.601988610905561</c:v>
                </c:pt>
                <c:pt idx="48">
                  <c:v>22.601988610905561</c:v>
                </c:pt>
                <c:pt idx="49">
                  <c:v>22.601988610905561</c:v>
                </c:pt>
                <c:pt idx="50">
                  <c:v>22.601988610905561</c:v>
                </c:pt>
                <c:pt idx="51">
                  <c:v>22.601988610905561</c:v>
                </c:pt>
                <c:pt idx="52">
                  <c:v>22.601988610905561</c:v>
                </c:pt>
                <c:pt idx="53">
                  <c:v>22.601988610905561</c:v>
                </c:pt>
                <c:pt idx="54">
                  <c:v>22.601988610905561</c:v>
                </c:pt>
                <c:pt idx="55">
                  <c:v>22.601988610905561</c:v>
                </c:pt>
                <c:pt idx="56">
                  <c:v>22.601988610905561</c:v>
                </c:pt>
                <c:pt idx="57">
                  <c:v>22.601988610905561</c:v>
                </c:pt>
                <c:pt idx="58">
                  <c:v>22.601988610905561</c:v>
                </c:pt>
                <c:pt idx="59">
                  <c:v>22.601988610905561</c:v>
                </c:pt>
                <c:pt idx="60">
                  <c:v>22.601988610905561</c:v>
                </c:pt>
                <c:pt idx="61">
                  <c:v>22.601988610905561</c:v>
                </c:pt>
                <c:pt idx="62">
                  <c:v>22.601988610905561</c:v>
                </c:pt>
                <c:pt idx="63">
                  <c:v>22.601988610905561</c:v>
                </c:pt>
                <c:pt idx="64">
                  <c:v>22.601988610905561</c:v>
                </c:pt>
                <c:pt idx="65">
                  <c:v>22.601988610905561</c:v>
                </c:pt>
                <c:pt idx="66">
                  <c:v>22.601988610905561</c:v>
                </c:pt>
                <c:pt idx="67">
                  <c:v>22.601988610905561</c:v>
                </c:pt>
                <c:pt idx="68">
                  <c:v>22.601988610905561</c:v>
                </c:pt>
                <c:pt idx="69">
                  <c:v>22.601988610905561</c:v>
                </c:pt>
                <c:pt idx="70">
                  <c:v>22.601988610905561</c:v>
                </c:pt>
                <c:pt idx="71">
                  <c:v>22.601988610905561</c:v>
                </c:pt>
                <c:pt idx="72">
                  <c:v>22.601988610905561</c:v>
                </c:pt>
                <c:pt idx="73">
                  <c:v>22.601988610905561</c:v>
                </c:pt>
                <c:pt idx="74">
                  <c:v>22.601988610905561</c:v>
                </c:pt>
                <c:pt idx="75">
                  <c:v>22.601988610905561</c:v>
                </c:pt>
                <c:pt idx="76">
                  <c:v>22.601988610905561</c:v>
                </c:pt>
                <c:pt idx="77">
                  <c:v>22.601988610905561</c:v>
                </c:pt>
                <c:pt idx="78">
                  <c:v>22.601988610905561</c:v>
                </c:pt>
                <c:pt idx="79">
                  <c:v>22.601988610905561</c:v>
                </c:pt>
                <c:pt idx="80">
                  <c:v>22.601988610905561</c:v>
                </c:pt>
                <c:pt idx="81">
                  <c:v>22.601988610905561</c:v>
                </c:pt>
                <c:pt idx="82">
                  <c:v>22.601988610905561</c:v>
                </c:pt>
                <c:pt idx="83">
                  <c:v>22.601988610905561</c:v>
                </c:pt>
                <c:pt idx="84">
                  <c:v>22.601988610905561</c:v>
                </c:pt>
                <c:pt idx="85">
                  <c:v>22.601988610905561</c:v>
                </c:pt>
                <c:pt idx="86">
                  <c:v>22.601988610905561</c:v>
                </c:pt>
                <c:pt idx="87">
                  <c:v>22.601988610905561</c:v>
                </c:pt>
                <c:pt idx="88">
                  <c:v>22.601988610905561</c:v>
                </c:pt>
                <c:pt idx="89">
                  <c:v>22.601988610905561</c:v>
                </c:pt>
                <c:pt idx="90">
                  <c:v>22.601988610905561</c:v>
                </c:pt>
                <c:pt idx="91">
                  <c:v>22.601988610905561</c:v>
                </c:pt>
                <c:pt idx="92">
                  <c:v>22.601988610905561</c:v>
                </c:pt>
                <c:pt idx="93">
                  <c:v>22.601988610905561</c:v>
                </c:pt>
                <c:pt idx="94">
                  <c:v>22.601988610905561</c:v>
                </c:pt>
                <c:pt idx="95">
                  <c:v>22.601988610905561</c:v>
                </c:pt>
                <c:pt idx="96">
                  <c:v>22.601988610905561</c:v>
                </c:pt>
                <c:pt idx="97">
                  <c:v>22.601988610905561</c:v>
                </c:pt>
                <c:pt idx="98">
                  <c:v>22.601988610905561</c:v>
                </c:pt>
                <c:pt idx="99">
                  <c:v>22.601988610905561</c:v>
                </c:pt>
                <c:pt idx="100">
                  <c:v>22.601988610905561</c:v>
                </c:pt>
                <c:pt idx="101">
                  <c:v>22.601988610905561</c:v>
                </c:pt>
                <c:pt idx="102">
                  <c:v>22.601988610905561</c:v>
                </c:pt>
                <c:pt idx="103">
                  <c:v>22.601988610905561</c:v>
                </c:pt>
                <c:pt idx="104">
                  <c:v>22.601988610905561</c:v>
                </c:pt>
                <c:pt idx="105">
                  <c:v>22.601988610905561</c:v>
                </c:pt>
                <c:pt idx="106">
                  <c:v>22.601988610905561</c:v>
                </c:pt>
                <c:pt idx="107">
                  <c:v>22.601988610905561</c:v>
                </c:pt>
                <c:pt idx="108">
                  <c:v>22.601988610905561</c:v>
                </c:pt>
                <c:pt idx="109">
                  <c:v>22.601988610905561</c:v>
                </c:pt>
                <c:pt idx="110">
                  <c:v>22.601988610905561</c:v>
                </c:pt>
                <c:pt idx="111">
                  <c:v>22.601988610905561</c:v>
                </c:pt>
                <c:pt idx="112">
                  <c:v>22.601988610905561</c:v>
                </c:pt>
                <c:pt idx="113">
                  <c:v>22.601988610905561</c:v>
                </c:pt>
                <c:pt idx="114">
                  <c:v>22.601988610905561</c:v>
                </c:pt>
                <c:pt idx="115">
                  <c:v>22.601988610905561</c:v>
                </c:pt>
                <c:pt idx="116">
                  <c:v>22.601988610905561</c:v>
                </c:pt>
                <c:pt idx="117">
                  <c:v>22.601988610905561</c:v>
                </c:pt>
                <c:pt idx="118">
                  <c:v>22.601988610905561</c:v>
                </c:pt>
                <c:pt idx="119">
                  <c:v>22.601988610905561</c:v>
                </c:pt>
                <c:pt idx="120">
                  <c:v>22.601988610905561</c:v>
                </c:pt>
                <c:pt idx="121">
                  <c:v>22.601988610905561</c:v>
                </c:pt>
              </c:numCache>
            </c:numRef>
          </c:val>
          <c:smooth val="0"/>
          <c:extLst>
            <c:ext xmlns:c16="http://schemas.microsoft.com/office/drawing/2014/chart" uri="{C3380CC4-5D6E-409C-BE32-E72D297353CC}">
              <c16:uniqueId val="{00000002-D5DA-47C4-8A91-8C96F15E713E}"/>
            </c:ext>
          </c:extLst>
        </c:ser>
        <c:ser>
          <c:idx val="3"/>
          <c:order val="3"/>
          <c:tx>
            <c:v>±1 std. dev.</c:v>
          </c:tx>
          <c:spPr>
            <a:ln w="19050">
              <a:solidFill>
                <a:srgbClr val="8EB3DF"/>
              </a:solidFill>
              <a:prstDash val="dash"/>
            </a:ln>
          </c:spPr>
          <c:marker>
            <c:symbol val="none"/>
          </c:marker>
          <c:cat>
            <c:numRef>
              <c:f>'P4'!$A$2:$A$123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'P4'!$E$2:$E$123</c:f>
              <c:numCache>
                <c:formatCode>0.0</c:formatCode>
                <c:ptCount val="122"/>
                <c:pt idx="0">
                  <c:v>13.228991073688039</c:v>
                </c:pt>
                <c:pt idx="1">
                  <c:v>13.228991073688039</c:v>
                </c:pt>
                <c:pt idx="2">
                  <c:v>13.228991073688039</c:v>
                </c:pt>
                <c:pt idx="3">
                  <c:v>13.228991073688039</c:v>
                </c:pt>
                <c:pt idx="4">
                  <c:v>13.228991073688039</c:v>
                </c:pt>
                <c:pt idx="5">
                  <c:v>13.228991073688039</c:v>
                </c:pt>
                <c:pt idx="6">
                  <c:v>13.228991073688039</c:v>
                </c:pt>
                <c:pt idx="7">
                  <c:v>13.228991073688039</c:v>
                </c:pt>
                <c:pt idx="8">
                  <c:v>13.228991073688039</c:v>
                </c:pt>
                <c:pt idx="9">
                  <c:v>13.228991073688039</c:v>
                </c:pt>
                <c:pt idx="10">
                  <c:v>13.228991073688039</c:v>
                </c:pt>
                <c:pt idx="11">
                  <c:v>13.228991073688039</c:v>
                </c:pt>
                <c:pt idx="12">
                  <c:v>13.228991073688039</c:v>
                </c:pt>
                <c:pt idx="13">
                  <c:v>13.228991073688039</c:v>
                </c:pt>
                <c:pt idx="14">
                  <c:v>13.228991073688039</c:v>
                </c:pt>
                <c:pt idx="15">
                  <c:v>13.228991073688039</c:v>
                </c:pt>
                <c:pt idx="16">
                  <c:v>13.228991073688039</c:v>
                </c:pt>
                <c:pt idx="17">
                  <c:v>13.228991073688039</c:v>
                </c:pt>
                <c:pt idx="18">
                  <c:v>13.228991073688039</c:v>
                </c:pt>
                <c:pt idx="19">
                  <c:v>13.228991073688039</c:v>
                </c:pt>
                <c:pt idx="20">
                  <c:v>13.228991073688039</c:v>
                </c:pt>
                <c:pt idx="21">
                  <c:v>13.228991073688039</c:v>
                </c:pt>
                <c:pt idx="22">
                  <c:v>13.228991073688039</c:v>
                </c:pt>
                <c:pt idx="23">
                  <c:v>13.228991073688039</c:v>
                </c:pt>
                <c:pt idx="24">
                  <c:v>13.228991073688039</c:v>
                </c:pt>
                <c:pt idx="25">
                  <c:v>13.228991073688039</c:v>
                </c:pt>
                <c:pt idx="26">
                  <c:v>13.228991073688039</c:v>
                </c:pt>
                <c:pt idx="27">
                  <c:v>13.228991073688039</c:v>
                </c:pt>
                <c:pt idx="28">
                  <c:v>13.228991073688039</c:v>
                </c:pt>
                <c:pt idx="29">
                  <c:v>13.228991073688039</c:v>
                </c:pt>
                <c:pt idx="30">
                  <c:v>13.228991073688039</c:v>
                </c:pt>
                <c:pt idx="31">
                  <c:v>13.228991073688039</c:v>
                </c:pt>
                <c:pt idx="32">
                  <c:v>13.228991073688039</c:v>
                </c:pt>
                <c:pt idx="33">
                  <c:v>13.228991073688039</c:v>
                </c:pt>
                <c:pt idx="34">
                  <c:v>13.228991073688039</c:v>
                </c:pt>
                <c:pt idx="35">
                  <c:v>13.228991073688039</c:v>
                </c:pt>
                <c:pt idx="36">
                  <c:v>13.228991073688039</c:v>
                </c:pt>
                <c:pt idx="37">
                  <c:v>13.228991073688039</c:v>
                </c:pt>
                <c:pt idx="38">
                  <c:v>13.228991073688039</c:v>
                </c:pt>
                <c:pt idx="39">
                  <c:v>13.228991073688039</c:v>
                </c:pt>
                <c:pt idx="40">
                  <c:v>13.228991073688039</c:v>
                </c:pt>
                <c:pt idx="41">
                  <c:v>13.228991073688039</c:v>
                </c:pt>
                <c:pt idx="42">
                  <c:v>13.228991073688039</c:v>
                </c:pt>
                <c:pt idx="43">
                  <c:v>13.228991073688039</c:v>
                </c:pt>
                <c:pt idx="44">
                  <c:v>13.228991073688039</c:v>
                </c:pt>
                <c:pt idx="45">
                  <c:v>13.228991073688039</c:v>
                </c:pt>
                <c:pt idx="46">
                  <c:v>13.228991073688039</c:v>
                </c:pt>
                <c:pt idx="47">
                  <c:v>13.228991073688039</c:v>
                </c:pt>
                <c:pt idx="48">
                  <c:v>13.228991073688039</c:v>
                </c:pt>
                <c:pt idx="49">
                  <c:v>13.228991073688039</c:v>
                </c:pt>
                <c:pt idx="50">
                  <c:v>13.228991073688039</c:v>
                </c:pt>
                <c:pt idx="51">
                  <c:v>13.228991073688039</c:v>
                </c:pt>
                <c:pt idx="52">
                  <c:v>13.228991073688039</c:v>
                </c:pt>
                <c:pt idx="53">
                  <c:v>13.228991073688039</c:v>
                </c:pt>
                <c:pt idx="54">
                  <c:v>13.228991073688039</c:v>
                </c:pt>
                <c:pt idx="55">
                  <c:v>13.228991073688039</c:v>
                </c:pt>
                <c:pt idx="56">
                  <c:v>13.228991073688039</c:v>
                </c:pt>
                <c:pt idx="57">
                  <c:v>13.228991073688039</c:v>
                </c:pt>
                <c:pt idx="58">
                  <c:v>13.228991073688039</c:v>
                </c:pt>
                <c:pt idx="59">
                  <c:v>13.228991073688039</c:v>
                </c:pt>
                <c:pt idx="60">
                  <c:v>13.228991073688039</c:v>
                </c:pt>
                <c:pt idx="61">
                  <c:v>13.228991073688039</c:v>
                </c:pt>
                <c:pt idx="62">
                  <c:v>13.228991073688039</c:v>
                </c:pt>
                <c:pt idx="63">
                  <c:v>13.228991073688039</c:v>
                </c:pt>
                <c:pt idx="64">
                  <c:v>13.228991073688039</c:v>
                </c:pt>
                <c:pt idx="65">
                  <c:v>13.228991073688039</c:v>
                </c:pt>
                <c:pt idx="66">
                  <c:v>13.228991073688039</c:v>
                </c:pt>
                <c:pt idx="67">
                  <c:v>13.228991073688039</c:v>
                </c:pt>
                <c:pt idx="68">
                  <c:v>13.228991073688039</c:v>
                </c:pt>
                <c:pt idx="69">
                  <c:v>13.228991073688039</c:v>
                </c:pt>
                <c:pt idx="70">
                  <c:v>13.228991073688039</c:v>
                </c:pt>
                <c:pt idx="71">
                  <c:v>13.228991073688039</c:v>
                </c:pt>
                <c:pt idx="72">
                  <c:v>13.228991073688039</c:v>
                </c:pt>
                <c:pt idx="73">
                  <c:v>13.228991073688039</c:v>
                </c:pt>
                <c:pt idx="74">
                  <c:v>13.228991073688039</c:v>
                </c:pt>
                <c:pt idx="75">
                  <c:v>13.228991073688039</c:v>
                </c:pt>
                <c:pt idx="76">
                  <c:v>13.228991073688039</c:v>
                </c:pt>
                <c:pt idx="77">
                  <c:v>13.228991073688039</c:v>
                </c:pt>
                <c:pt idx="78">
                  <c:v>13.228991073688039</c:v>
                </c:pt>
                <c:pt idx="79">
                  <c:v>13.228991073688039</c:v>
                </c:pt>
                <c:pt idx="80">
                  <c:v>13.228991073688039</c:v>
                </c:pt>
                <c:pt idx="81">
                  <c:v>13.228991073688039</c:v>
                </c:pt>
                <c:pt idx="82">
                  <c:v>13.228991073688039</c:v>
                </c:pt>
                <c:pt idx="83">
                  <c:v>13.228991073688039</c:v>
                </c:pt>
                <c:pt idx="84">
                  <c:v>13.228991073688039</c:v>
                </c:pt>
                <c:pt idx="85">
                  <c:v>13.228991073688039</c:v>
                </c:pt>
                <c:pt idx="86">
                  <c:v>13.228991073688039</c:v>
                </c:pt>
                <c:pt idx="87">
                  <c:v>13.228991073688039</c:v>
                </c:pt>
                <c:pt idx="88">
                  <c:v>13.228991073688039</c:v>
                </c:pt>
                <c:pt idx="89">
                  <c:v>13.228991073688039</c:v>
                </c:pt>
                <c:pt idx="90">
                  <c:v>13.228991073688039</c:v>
                </c:pt>
                <c:pt idx="91">
                  <c:v>13.228991073688039</c:v>
                </c:pt>
                <c:pt idx="92">
                  <c:v>13.228991073688039</c:v>
                </c:pt>
                <c:pt idx="93">
                  <c:v>13.228991073688039</c:v>
                </c:pt>
                <c:pt idx="94">
                  <c:v>13.228991073688039</c:v>
                </c:pt>
                <c:pt idx="95">
                  <c:v>13.228991073688039</c:v>
                </c:pt>
                <c:pt idx="96">
                  <c:v>13.228991073688039</c:v>
                </c:pt>
                <c:pt idx="97">
                  <c:v>13.228991073688039</c:v>
                </c:pt>
                <c:pt idx="98">
                  <c:v>13.228991073688039</c:v>
                </c:pt>
                <c:pt idx="99">
                  <c:v>13.228991073688039</c:v>
                </c:pt>
                <c:pt idx="100">
                  <c:v>13.228991073688039</c:v>
                </c:pt>
                <c:pt idx="101">
                  <c:v>13.228991073688039</c:v>
                </c:pt>
                <c:pt idx="102">
                  <c:v>13.228991073688039</c:v>
                </c:pt>
                <c:pt idx="103">
                  <c:v>13.228991073688039</c:v>
                </c:pt>
                <c:pt idx="104">
                  <c:v>13.228991073688039</c:v>
                </c:pt>
                <c:pt idx="105">
                  <c:v>13.228991073688039</c:v>
                </c:pt>
                <c:pt idx="106">
                  <c:v>13.228991073688039</c:v>
                </c:pt>
                <c:pt idx="107">
                  <c:v>13.228991073688039</c:v>
                </c:pt>
                <c:pt idx="108">
                  <c:v>13.228991073688039</c:v>
                </c:pt>
                <c:pt idx="109">
                  <c:v>13.228991073688039</c:v>
                </c:pt>
                <c:pt idx="110">
                  <c:v>13.228991073688039</c:v>
                </c:pt>
                <c:pt idx="111">
                  <c:v>13.228991073688039</c:v>
                </c:pt>
                <c:pt idx="112">
                  <c:v>13.228991073688039</c:v>
                </c:pt>
                <c:pt idx="113">
                  <c:v>13.228991073688039</c:v>
                </c:pt>
                <c:pt idx="114">
                  <c:v>13.228991073688039</c:v>
                </c:pt>
                <c:pt idx="115">
                  <c:v>13.228991073688039</c:v>
                </c:pt>
                <c:pt idx="116">
                  <c:v>13.228991073688039</c:v>
                </c:pt>
                <c:pt idx="117">
                  <c:v>13.228991073688039</c:v>
                </c:pt>
                <c:pt idx="118">
                  <c:v>13.228991073688039</c:v>
                </c:pt>
                <c:pt idx="119">
                  <c:v>13.228991073688039</c:v>
                </c:pt>
                <c:pt idx="120">
                  <c:v>13.228991073688039</c:v>
                </c:pt>
                <c:pt idx="121">
                  <c:v>13.228991073688039</c:v>
                </c:pt>
              </c:numCache>
            </c:numRef>
          </c:val>
          <c:smooth val="0"/>
          <c:extLst>
            <c:ext xmlns:c16="http://schemas.microsoft.com/office/drawing/2014/chart" uri="{C3380CC4-5D6E-409C-BE32-E72D297353CC}">
              <c16:uniqueId val="{00000003-D5DA-47C4-8A91-8C96F15E713E}"/>
            </c:ext>
          </c:extLst>
        </c:ser>
        <c:dLbls>
          <c:showLegendKey val="0"/>
          <c:showVal val="0"/>
          <c:showCatName val="0"/>
          <c:showSerName val="0"/>
          <c:showPercent val="0"/>
          <c:showBubbleSize val="0"/>
        </c:dLbls>
        <c:smooth val="0"/>
        <c:axId val="50040001"/>
        <c:axId val="50040002"/>
      </c:lineChart>
      <c:dateAx>
        <c:axId val="5004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40002"/>
        <c:crosses val="min"/>
        <c:auto val="1"/>
        <c:lblOffset val="100"/>
        <c:baseTimeUnit val="days"/>
        <c:majorUnit val="2"/>
        <c:majorTimeUnit val="years"/>
      </c:dateAx>
      <c:valAx>
        <c:axId val="50040002"/>
        <c:scaling>
          <c:orientation val="minMax"/>
          <c:max val="35"/>
          <c:min val="5"/>
        </c:scaling>
        <c:delete val="0"/>
        <c:axPos val="l"/>
        <c:majorGridlines>
          <c:spPr>
            <a:ln w="6350">
              <a:solidFill>
                <a:srgbClr val="D9D9D9"/>
              </a:solidFill>
              <a:prstDash val="dash"/>
            </a:ln>
          </c:spPr>
        </c:majorGridlines>
        <c:numFmt formatCode="0&quot;.0x&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40001"/>
        <c:crosses val="autoZero"/>
        <c:crossBetween val="between"/>
        <c:majorUnit val="5"/>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526218000120046"/>
          <c:y val="0.27479661012595147"/>
          <c:w val="0.6937648833710216"/>
          <c:h val="0.53761203461802265"/>
        </c:manualLayout>
      </c:layout>
      <c:lineChart>
        <c:grouping val="standard"/>
        <c:varyColors val="0"/>
        <c:ser>
          <c:idx val="0"/>
          <c:order val="0"/>
          <c:tx>
            <c:v>P/E</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0-D5F7-42F7-B9A9-B36A982259B6}"/>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6.4x</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D5F7-42F7-B9A9-B36A982259B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'P5'!$A$2:$A$123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'P5'!$B$2:$B$123</c:f>
              <c:numCache>
                <c:formatCode>0.0</c:formatCode>
                <c:ptCount val="122"/>
                <c:pt idx="0">
                  <c:v>16.806754542882139</c:v>
                </c:pt>
                <c:pt idx="1">
                  <c:v>17.568016971640191</c:v>
                </c:pt>
                <c:pt idx="2">
                  <c:v>13.41048273768738</c:v>
                </c:pt>
                <c:pt idx="3">
                  <c:v>12.89692066734999</c:v>
                </c:pt>
                <c:pt idx="4">
                  <c:v>11.590750539890481</c:v>
                </c:pt>
                <c:pt idx="5">
                  <c:v>9.7907641849567053</c:v>
                </c:pt>
                <c:pt idx="6">
                  <c:v>9.7546359468503034</c:v>
                </c:pt>
                <c:pt idx="7">
                  <c:v>8.5899171898188893</c:v>
                </c:pt>
                <c:pt idx="8">
                  <c:v>9.0330283557730979</c:v>
                </c:pt>
                <c:pt idx="9">
                  <c:v>9.9088809626028045</c:v>
                </c:pt>
                <c:pt idx="10">
                  <c:v>11.368150938835431</c:v>
                </c:pt>
                <c:pt idx="11">
                  <c:v>11.02320427452379</c:v>
                </c:pt>
                <c:pt idx="12">
                  <c:v>11.280783163297709</c:v>
                </c:pt>
                <c:pt idx="13">
                  <c:v>10.49590656156132</c:v>
                </c:pt>
                <c:pt idx="14">
                  <c:v>10.848418945379549</c:v>
                </c:pt>
                <c:pt idx="15">
                  <c:v>11.104846976656161</c:v>
                </c:pt>
                <c:pt idx="16">
                  <c:v>10.936915394998049</c:v>
                </c:pt>
                <c:pt idx="17">
                  <c:v>9.8091872848720438</c:v>
                </c:pt>
                <c:pt idx="18">
                  <c:v>10.60922348208938</c:v>
                </c:pt>
                <c:pt idx="19">
                  <c:v>9.6197388043444505</c:v>
                </c:pt>
                <c:pt idx="20">
                  <c:v>8.7363159712183975</c:v>
                </c:pt>
                <c:pt idx="21">
                  <c:v>9.0601155280618979</c:v>
                </c:pt>
                <c:pt idx="22">
                  <c:v>8.6993982659168356</c:v>
                </c:pt>
                <c:pt idx="23">
                  <c:v>8.9795343941187937</c:v>
                </c:pt>
                <c:pt idx="24">
                  <c:v>8.9114218008319703</c:v>
                </c:pt>
                <c:pt idx="25">
                  <c:v>8.5210068921132134</c:v>
                </c:pt>
                <c:pt idx="26">
                  <c:v>8.1508211154128904</c:v>
                </c:pt>
                <c:pt idx="27">
                  <c:v>8.7623303828425296</c:v>
                </c:pt>
                <c:pt idx="28">
                  <c:v>8.4122788440192053</c:v>
                </c:pt>
                <c:pt idx="29">
                  <c:v>8.301318019579023</c:v>
                </c:pt>
                <c:pt idx="30">
                  <c:v>8.0037293993710001</c:v>
                </c:pt>
                <c:pt idx="31">
                  <c:v>7.6788775886179019</c:v>
                </c:pt>
                <c:pt idx="32">
                  <c:v>8.4013195785900248</c:v>
                </c:pt>
                <c:pt idx="33">
                  <c:v>8.0953943528091639</c:v>
                </c:pt>
                <c:pt idx="34">
                  <c:v>8.0959608678770714</c:v>
                </c:pt>
                <c:pt idx="35">
                  <c:v>8.7826769862705696</c:v>
                </c:pt>
                <c:pt idx="36">
                  <c:v>9.6576761187892064</c:v>
                </c:pt>
                <c:pt idx="37">
                  <c:v>9.4219437990440706</c:v>
                </c:pt>
                <c:pt idx="38">
                  <c:v>9.7170332932401653</c:v>
                </c:pt>
                <c:pt idx="39">
                  <c:v>9.3205029923706615</c:v>
                </c:pt>
                <c:pt idx="40">
                  <c:v>8.5531113927775646</c:v>
                </c:pt>
                <c:pt idx="41">
                  <c:v>7.7587553973901784</c:v>
                </c:pt>
                <c:pt idx="42">
                  <c:v>10.089215369300289</c:v>
                </c:pt>
                <c:pt idx="43">
                  <c:v>12.455488261808</c:v>
                </c:pt>
                <c:pt idx="44">
                  <c:v>12.08175499393497</c:v>
                </c:pt>
                <c:pt idx="45">
                  <c:v>8.5383737052212965</c:v>
                </c:pt>
                <c:pt idx="46">
                  <c:v>11.992623739077731</c:v>
                </c:pt>
                <c:pt idx="47">
                  <c:v>9.3870159173823549</c:v>
                </c:pt>
                <c:pt idx="48">
                  <c:v>7.7313117765026744</c:v>
                </c:pt>
                <c:pt idx="49">
                  <c:v>8.5270609405116637</c:v>
                </c:pt>
                <c:pt idx="50">
                  <c:v>8.2123175762607392</c:v>
                </c:pt>
                <c:pt idx="51">
                  <c:v>7.5642084163331091</c:v>
                </c:pt>
                <c:pt idx="52">
                  <c:v>6.8540739536957274</c:v>
                </c:pt>
                <c:pt idx="53">
                  <c:v>6.3669208674273721</c:v>
                </c:pt>
                <c:pt idx="54">
                  <c:v>5.9532568489479996</c:v>
                </c:pt>
                <c:pt idx="55">
                  <c:v>6.2588784237154842</c:v>
                </c:pt>
                <c:pt idx="56">
                  <c:v>5.9928087050483363</c:v>
                </c:pt>
                <c:pt idx="57">
                  <c:v>5.5058475455772626</c:v>
                </c:pt>
                <c:pt idx="58">
                  <c:v>5.1243761321065948</c:v>
                </c:pt>
                <c:pt idx="59">
                  <c:v>4.6564110748340282</c:v>
                </c:pt>
                <c:pt idx="60">
                  <c:v>4.5265935024469641</c:v>
                </c:pt>
                <c:pt idx="61">
                  <c:v>4.6839200198673563</c:v>
                </c:pt>
                <c:pt idx="62">
                  <c:v>5.3042333551089111</c:v>
                </c:pt>
                <c:pt idx="63">
                  <c:v>5.6237214458284468</c:v>
                </c:pt>
                <c:pt idx="64">
                  <c:v>5.8384608291604358</c:v>
                </c:pt>
                <c:pt idx="65">
                  <c:v>5.4532823649330089</c:v>
                </c:pt>
                <c:pt idx="66">
                  <c:v>4.6013565404425698</c:v>
                </c:pt>
                <c:pt idx="67">
                  <c:v>4.7763580758458746</c:v>
                </c:pt>
                <c:pt idx="68">
                  <c:v>4.0585528643980746</c:v>
                </c:pt>
                <c:pt idx="69">
                  <c:v>4.2685558543184081</c:v>
                </c:pt>
                <c:pt idx="70">
                  <c:v>3.968824420332083</c:v>
                </c:pt>
                <c:pt idx="71">
                  <c:v>4.2047541401045034</c:v>
                </c:pt>
                <c:pt idx="72">
                  <c:v>4.3136574664608327</c:v>
                </c:pt>
                <c:pt idx="73">
                  <c:v>4.8957198072376009</c:v>
                </c:pt>
                <c:pt idx="74">
                  <c:v>4.8725755056365729</c:v>
                </c:pt>
                <c:pt idx="75">
                  <c:v>5.2372689629215881</c:v>
                </c:pt>
                <c:pt idx="76">
                  <c:v>4.8813917779718281</c:v>
                </c:pt>
                <c:pt idx="77">
                  <c:v>4.5881850782239972</c:v>
                </c:pt>
                <c:pt idx="78">
                  <c:v>4.6636080870315562</c:v>
                </c:pt>
                <c:pt idx="79">
                  <c:v>4.7056649596314406</c:v>
                </c:pt>
                <c:pt idx="80">
                  <c:v>5.1059232716955378</c:v>
                </c:pt>
                <c:pt idx="81">
                  <c:v>5.6633807890099392</c:v>
                </c:pt>
                <c:pt idx="82">
                  <c:v>5.6268083480502451</c:v>
                </c:pt>
                <c:pt idx="83">
                  <c:v>5.9045801849472559</c:v>
                </c:pt>
                <c:pt idx="84">
                  <c:v>5.4055745589647852</c:v>
                </c:pt>
                <c:pt idx="85">
                  <c:v>5.8003056000096684</c:v>
                </c:pt>
                <c:pt idx="86">
                  <c:v>6.0535465278542926</c:v>
                </c:pt>
                <c:pt idx="87">
                  <c:v>5.9291797579087948</c:v>
                </c:pt>
                <c:pt idx="88">
                  <c:v>5.760721975553265</c:v>
                </c:pt>
                <c:pt idx="89">
                  <c:v>5.3470693841341781</c:v>
                </c:pt>
                <c:pt idx="90">
                  <c:v>5.5698290618818982</c:v>
                </c:pt>
                <c:pt idx="91">
                  <c:v>5.2765135103870522</c:v>
                </c:pt>
                <c:pt idx="92">
                  <c:v>5.0063319172057508</c:v>
                </c:pt>
                <c:pt idx="93">
                  <c:v>4.5535405558601214</c:v>
                </c:pt>
                <c:pt idx="94">
                  <c:v>4.9948654360090918</c:v>
                </c:pt>
                <c:pt idx="95">
                  <c:v>5.0837992434551147</c:v>
                </c:pt>
                <c:pt idx="96">
                  <c:v>5.2718946837844918</c:v>
                </c:pt>
                <c:pt idx="97">
                  <c:v>5.1107316437200074</c:v>
                </c:pt>
                <c:pt idx="98">
                  <c:v>4.7903027820182862</c:v>
                </c:pt>
                <c:pt idx="99">
                  <c:v>4.9180399819109857</c:v>
                </c:pt>
                <c:pt idx="100">
                  <c:v>4.7994921700976887</c:v>
                </c:pt>
                <c:pt idx="101">
                  <c:v>4.966718910171009</c:v>
                </c:pt>
                <c:pt idx="102">
                  <c:v>5.1372914749280074</c:v>
                </c:pt>
                <c:pt idx="103">
                  <c:v>5.3271658939917224</c:v>
                </c:pt>
                <c:pt idx="104">
                  <c:v>5.2931456822894267</c:v>
                </c:pt>
                <c:pt idx="105">
                  <c:v>5.6717903504875968</c:v>
                </c:pt>
                <c:pt idx="106">
                  <c:v>5.2587764093958977</c:v>
                </c:pt>
                <c:pt idx="107">
                  <c:v>5.7999100930905509</c:v>
                </c:pt>
                <c:pt idx="108">
                  <c:v>6.1217090855481926</c:v>
                </c:pt>
                <c:pt idx="109">
                  <c:v>6.5574293117014548</c:v>
                </c:pt>
                <c:pt idx="110">
                  <c:v>6.8084493486967759</c:v>
                </c:pt>
                <c:pt idx="111">
                  <c:v>7.7582824994276693</c:v>
                </c:pt>
                <c:pt idx="112">
                  <c:v>8.1578147191155992</c:v>
                </c:pt>
                <c:pt idx="113">
                  <c:v>6.9063842878362989</c:v>
                </c:pt>
                <c:pt idx="114">
                  <c:v>6.1904953911098408</c:v>
                </c:pt>
                <c:pt idx="115">
                  <c:v>6.2998449965563799</c:v>
                </c:pt>
                <c:pt idx="116">
                  <c:v>5.9471009096207368</c:v>
                </c:pt>
                <c:pt idx="117">
                  <c:v>6.4739176944769383</c:v>
                </c:pt>
                <c:pt idx="118">
                  <c:v>6.5194995811277137</c:v>
                </c:pt>
                <c:pt idx="119">
                  <c:v>6.2908540555331447</c:v>
                </c:pt>
                <c:pt idx="120">
                  <c:v>6.4233319605966344</c:v>
                </c:pt>
                <c:pt idx="121">
                  <c:v>6.4442476735229439</c:v>
                </c:pt>
              </c:numCache>
            </c:numRef>
          </c:val>
          <c:smooth val="0"/>
          <c:extLst>
            <c:ext xmlns:c16="http://schemas.microsoft.com/office/drawing/2014/chart" uri="{C3380CC4-5D6E-409C-BE32-E72D297353CC}">
              <c16:uniqueId val="{00000000-F393-40C5-9DB6-E1E07B479346}"/>
            </c:ext>
          </c:extLst>
        </c:ser>
        <c:ser>
          <c:idx val="1"/>
          <c:order val="1"/>
          <c:tx>
            <c:v>10y avg.</c:v>
          </c:tx>
          <c:spPr>
            <a:ln w="19050">
              <a:solidFill>
                <a:srgbClr val="7E7E7E"/>
              </a:solidFill>
              <a:prstDash val="dash"/>
            </a:ln>
          </c:spPr>
          <c:marker>
            <c:symbol val="none"/>
          </c:marker>
          <c:cat>
            <c:numRef>
              <c:f>'P5'!$A$2:$A$123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'P5'!$C$2:$C$123</c:f>
              <c:numCache>
                <c:formatCode>0.0</c:formatCode>
                <c:ptCount val="122"/>
                <c:pt idx="0">
                  <c:v>7.3723807691035272</c:v>
                </c:pt>
                <c:pt idx="1">
                  <c:v>7.3723807691035272</c:v>
                </c:pt>
                <c:pt idx="2">
                  <c:v>7.3723807691035272</c:v>
                </c:pt>
                <c:pt idx="3">
                  <c:v>7.3723807691035272</c:v>
                </c:pt>
                <c:pt idx="4">
                  <c:v>7.3723807691035272</c:v>
                </c:pt>
                <c:pt idx="5">
                  <c:v>7.3723807691035272</c:v>
                </c:pt>
                <c:pt idx="6">
                  <c:v>7.3723807691035272</c:v>
                </c:pt>
                <c:pt idx="7">
                  <c:v>7.3723807691035272</c:v>
                </c:pt>
                <c:pt idx="8">
                  <c:v>7.3723807691035272</c:v>
                </c:pt>
                <c:pt idx="9">
                  <c:v>7.3723807691035272</c:v>
                </c:pt>
                <c:pt idx="10">
                  <c:v>7.3723807691035272</c:v>
                </c:pt>
                <c:pt idx="11">
                  <c:v>7.3723807691035272</c:v>
                </c:pt>
                <c:pt idx="12">
                  <c:v>7.3723807691035272</c:v>
                </c:pt>
                <c:pt idx="13">
                  <c:v>7.3723807691035272</c:v>
                </c:pt>
                <c:pt idx="14">
                  <c:v>7.3723807691035272</c:v>
                </c:pt>
                <c:pt idx="15">
                  <c:v>7.3723807691035272</c:v>
                </c:pt>
                <c:pt idx="16">
                  <c:v>7.3723807691035272</c:v>
                </c:pt>
                <c:pt idx="17">
                  <c:v>7.3723807691035272</c:v>
                </c:pt>
                <c:pt idx="18">
                  <c:v>7.3723807691035272</c:v>
                </c:pt>
                <c:pt idx="19">
                  <c:v>7.3723807691035272</c:v>
                </c:pt>
                <c:pt idx="20">
                  <c:v>7.3723807691035272</c:v>
                </c:pt>
                <c:pt idx="21">
                  <c:v>7.3723807691035272</c:v>
                </c:pt>
                <c:pt idx="22">
                  <c:v>7.3723807691035272</c:v>
                </c:pt>
                <c:pt idx="23">
                  <c:v>7.3723807691035272</c:v>
                </c:pt>
                <c:pt idx="24">
                  <c:v>7.3723807691035272</c:v>
                </c:pt>
                <c:pt idx="25">
                  <c:v>7.3723807691035272</c:v>
                </c:pt>
                <c:pt idx="26">
                  <c:v>7.3723807691035272</c:v>
                </c:pt>
                <c:pt idx="27">
                  <c:v>7.3723807691035272</c:v>
                </c:pt>
                <c:pt idx="28">
                  <c:v>7.3723807691035272</c:v>
                </c:pt>
                <c:pt idx="29">
                  <c:v>7.3723807691035272</c:v>
                </c:pt>
                <c:pt idx="30">
                  <c:v>7.3723807691035272</c:v>
                </c:pt>
                <c:pt idx="31">
                  <c:v>7.3723807691035272</c:v>
                </c:pt>
                <c:pt idx="32">
                  <c:v>7.3723807691035272</c:v>
                </c:pt>
                <c:pt idx="33">
                  <c:v>7.3723807691035272</c:v>
                </c:pt>
                <c:pt idx="34">
                  <c:v>7.3723807691035272</c:v>
                </c:pt>
                <c:pt idx="35">
                  <c:v>7.3723807691035272</c:v>
                </c:pt>
                <c:pt idx="36">
                  <c:v>7.3723807691035272</c:v>
                </c:pt>
                <c:pt idx="37">
                  <c:v>7.3723807691035272</c:v>
                </c:pt>
                <c:pt idx="38">
                  <c:v>7.3723807691035272</c:v>
                </c:pt>
                <c:pt idx="39">
                  <c:v>7.3723807691035272</c:v>
                </c:pt>
                <c:pt idx="40">
                  <c:v>7.3723807691035272</c:v>
                </c:pt>
                <c:pt idx="41">
                  <c:v>7.3723807691035272</c:v>
                </c:pt>
                <c:pt idx="42">
                  <c:v>7.3723807691035272</c:v>
                </c:pt>
                <c:pt idx="43">
                  <c:v>7.3723807691035272</c:v>
                </c:pt>
                <c:pt idx="44">
                  <c:v>7.3723807691035272</c:v>
                </c:pt>
                <c:pt idx="45">
                  <c:v>7.3723807691035272</c:v>
                </c:pt>
                <c:pt idx="46">
                  <c:v>7.3723807691035272</c:v>
                </c:pt>
                <c:pt idx="47">
                  <c:v>7.3723807691035272</c:v>
                </c:pt>
                <c:pt idx="48">
                  <c:v>7.3723807691035272</c:v>
                </c:pt>
                <c:pt idx="49">
                  <c:v>7.3723807691035272</c:v>
                </c:pt>
                <c:pt idx="50">
                  <c:v>7.3723807691035272</c:v>
                </c:pt>
                <c:pt idx="51">
                  <c:v>7.3723807691035272</c:v>
                </c:pt>
                <c:pt idx="52">
                  <c:v>7.3723807691035272</c:v>
                </c:pt>
                <c:pt idx="53">
                  <c:v>7.3723807691035272</c:v>
                </c:pt>
                <c:pt idx="54">
                  <c:v>7.3723807691035272</c:v>
                </c:pt>
                <c:pt idx="55">
                  <c:v>7.3723807691035272</c:v>
                </c:pt>
                <c:pt idx="56">
                  <c:v>7.3723807691035272</c:v>
                </c:pt>
                <c:pt idx="57">
                  <c:v>7.3723807691035272</c:v>
                </c:pt>
                <c:pt idx="58">
                  <c:v>7.3723807691035272</c:v>
                </c:pt>
                <c:pt idx="59">
                  <c:v>7.3723807691035272</c:v>
                </c:pt>
                <c:pt idx="60">
                  <c:v>7.3723807691035272</c:v>
                </c:pt>
                <c:pt idx="61">
                  <c:v>7.3723807691035272</c:v>
                </c:pt>
                <c:pt idx="62">
                  <c:v>7.3723807691035272</c:v>
                </c:pt>
                <c:pt idx="63">
                  <c:v>7.3723807691035272</c:v>
                </c:pt>
                <c:pt idx="64">
                  <c:v>7.3723807691035272</c:v>
                </c:pt>
                <c:pt idx="65">
                  <c:v>7.3723807691035272</c:v>
                </c:pt>
                <c:pt idx="66">
                  <c:v>7.3723807691035272</c:v>
                </c:pt>
                <c:pt idx="67">
                  <c:v>7.3723807691035272</c:v>
                </c:pt>
                <c:pt idx="68">
                  <c:v>7.3723807691035272</c:v>
                </c:pt>
                <c:pt idx="69">
                  <c:v>7.3723807691035272</c:v>
                </c:pt>
                <c:pt idx="70">
                  <c:v>7.3723807691035272</c:v>
                </c:pt>
                <c:pt idx="71">
                  <c:v>7.3723807691035272</c:v>
                </c:pt>
                <c:pt idx="72">
                  <c:v>7.3723807691035272</c:v>
                </c:pt>
                <c:pt idx="73">
                  <c:v>7.3723807691035272</c:v>
                </c:pt>
                <c:pt idx="74">
                  <c:v>7.3723807691035272</c:v>
                </c:pt>
                <c:pt idx="75">
                  <c:v>7.3723807691035272</c:v>
                </c:pt>
                <c:pt idx="76">
                  <c:v>7.3723807691035272</c:v>
                </c:pt>
                <c:pt idx="77">
                  <c:v>7.3723807691035272</c:v>
                </c:pt>
                <c:pt idx="78">
                  <c:v>7.3723807691035272</c:v>
                </c:pt>
                <c:pt idx="79">
                  <c:v>7.3723807691035272</c:v>
                </c:pt>
                <c:pt idx="80">
                  <c:v>7.3723807691035272</c:v>
                </c:pt>
                <c:pt idx="81">
                  <c:v>7.3723807691035272</c:v>
                </c:pt>
                <c:pt idx="82">
                  <c:v>7.3723807691035272</c:v>
                </c:pt>
                <c:pt idx="83">
                  <c:v>7.3723807691035272</c:v>
                </c:pt>
                <c:pt idx="84">
                  <c:v>7.3723807691035272</c:v>
                </c:pt>
                <c:pt idx="85">
                  <c:v>7.3723807691035272</c:v>
                </c:pt>
                <c:pt idx="86">
                  <c:v>7.3723807691035272</c:v>
                </c:pt>
                <c:pt idx="87">
                  <c:v>7.3723807691035272</c:v>
                </c:pt>
                <c:pt idx="88">
                  <c:v>7.3723807691035272</c:v>
                </c:pt>
                <c:pt idx="89">
                  <c:v>7.3723807691035272</c:v>
                </c:pt>
                <c:pt idx="90">
                  <c:v>7.3723807691035272</c:v>
                </c:pt>
                <c:pt idx="91">
                  <c:v>7.3723807691035272</c:v>
                </c:pt>
                <c:pt idx="92">
                  <c:v>7.3723807691035272</c:v>
                </c:pt>
                <c:pt idx="93">
                  <c:v>7.3723807691035272</c:v>
                </c:pt>
                <c:pt idx="94">
                  <c:v>7.3723807691035272</c:v>
                </c:pt>
                <c:pt idx="95">
                  <c:v>7.3723807691035272</c:v>
                </c:pt>
                <c:pt idx="96">
                  <c:v>7.3723807691035272</c:v>
                </c:pt>
                <c:pt idx="97">
                  <c:v>7.3723807691035272</c:v>
                </c:pt>
                <c:pt idx="98">
                  <c:v>7.3723807691035272</c:v>
                </c:pt>
                <c:pt idx="99">
                  <c:v>7.3723807691035272</c:v>
                </c:pt>
                <c:pt idx="100">
                  <c:v>7.3723807691035272</c:v>
                </c:pt>
                <c:pt idx="101">
                  <c:v>7.3723807691035272</c:v>
                </c:pt>
                <c:pt idx="102">
                  <c:v>7.3723807691035272</c:v>
                </c:pt>
                <c:pt idx="103">
                  <c:v>7.3723807691035272</c:v>
                </c:pt>
                <c:pt idx="104">
                  <c:v>7.3723807691035272</c:v>
                </c:pt>
                <c:pt idx="105">
                  <c:v>7.3723807691035272</c:v>
                </c:pt>
                <c:pt idx="106">
                  <c:v>7.3723807691035272</c:v>
                </c:pt>
                <c:pt idx="107">
                  <c:v>7.3723807691035272</c:v>
                </c:pt>
                <c:pt idx="108">
                  <c:v>7.3723807691035272</c:v>
                </c:pt>
                <c:pt idx="109">
                  <c:v>7.3723807691035272</c:v>
                </c:pt>
                <c:pt idx="110">
                  <c:v>7.3723807691035272</c:v>
                </c:pt>
                <c:pt idx="111">
                  <c:v>7.3723807691035272</c:v>
                </c:pt>
                <c:pt idx="112">
                  <c:v>7.3723807691035272</c:v>
                </c:pt>
                <c:pt idx="113">
                  <c:v>7.3723807691035272</c:v>
                </c:pt>
                <c:pt idx="114">
                  <c:v>7.3723807691035272</c:v>
                </c:pt>
                <c:pt idx="115">
                  <c:v>7.3723807691035272</c:v>
                </c:pt>
                <c:pt idx="116">
                  <c:v>7.3723807691035272</c:v>
                </c:pt>
                <c:pt idx="117">
                  <c:v>7.3723807691035272</c:v>
                </c:pt>
                <c:pt idx="118">
                  <c:v>7.3723807691035272</c:v>
                </c:pt>
                <c:pt idx="119">
                  <c:v>7.3723807691035272</c:v>
                </c:pt>
                <c:pt idx="120">
                  <c:v>7.3723807691035272</c:v>
                </c:pt>
                <c:pt idx="121">
                  <c:v>7.3723807691035272</c:v>
                </c:pt>
              </c:numCache>
            </c:numRef>
          </c:val>
          <c:smooth val="0"/>
          <c:extLst>
            <c:ext xmlns:c16="http://schemas.microsoft.com/office/drawing/2014/chart" uri="{C3380CC4-5D6E-409C-BE32-E72D297353CC}">
              <c16:uniqueId val="{00000001-F393-40C5-9DB6-E1E07B479346}"/>
            </c:ext>
          </c:extLst>
        </c:ser>
        <c:ser>
          <c:idx val="2"/>
          <c:order val="2"/>
          <c:tx>
            <c:v>+1 std. dev.</c:v>
          </c:tx>
          <c:spPr>
            <a:ln w="19050">
              <a:solidFill>
                <a:srgbClr val="8EB3DF"/>
              </a:solidFill>
              <a:prstDash val="dash"/>
            </a:ln>
          </c:spPr>
          <c:marker>
            <c:symbol val="none"/>
          </c:marker>
          <c:cat>
            <c:numRef>
              <c:f>'P5'!$A$2:$A$123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'P5'!$D$2:$D$123</c:f>
              <c:numCache>
                <c:formatCode>0.0</c:formatCode>
                <c:ptCount val="122"/>
                <c:pt idx="0">
                  <c:v>10.020111885895361</c:v>
                </c:pt>
                <c:pt idx="1">
                  <c:v>10.020111885895361</c:v>
                </c:pt>
                <c:pt idx="2">
                  <c:v>10.020111885895361</c:v>
                </c:pt>
                <c:pt idx="3">
                  <c:v>10.020111885895361</c:v>
                </c:pt>
                <c:pt idx="4">
                  <c:v>10.020111885895361</c:v>
                </c:pt>
                <c:pt idx="5">
                  <c:v>10.020111885895361</c:v>
                </c:pt>
                <c:pt idx="6">
                  <c:v>10.020111885895361</c:v>
                </c:pt>
                <c:pt idx="7">
                  <c:v>10.020111885895361</c:v>
                </c:pt>
                <c:pt idx="8">
                  <c:v>10.020111885895361</c:v>
                </c:pt>
                <c:pt idx="9">
                  <c:v>10.020111885895361</c:v>
                </c:pt>
                <c:pt idx="10">
                  <c:v>10.020111885895361</c:v>
                </c:pt>
                <c:pt idx="11">
                  <c:v>10.020111885895361</c:v>
                </c:pt>
                <c:pt idx="12">
                  <c:v>10.020111885895361</c:v>
                </c:pt>
                <c:pt idx="13">
                  <c:v>10.020111885895361</c:v>
                </c:pt>
                <c:pt idx="14">
                  <c:v>10.020111885895361</c:v>
                </c:pt>
                <c:pt idx="15">
                  <c:v>10.020111885895361</c:v>
                </c:pt>
                <c:pt idx="16">
                  <c:v>10.020111885895361</c:v>
                </c:pt>
                <c:pt idx="17">
                  <c:v>10.020111885895361</c:v>
                </c:pt>
                <c:pt idx="18">
                  <c:v>10.020111885895361</c:v>
                </c:pt>
                <c:pt idx="19">
                  <c:v>10.020111885895361</c:v>
                </c:pt>
                <c:pt idx="20">
                  <c:v>10.020111885895361</c:v>
                </c:pt>
                <c:pt idx="21">
                  <c:v>10.020111885895361</c:v>
                </c:pt>
                <c:pt idx="22">
                  <c:v>10.020111885895361</c:v>
                </c:pt>
                <c:pt idx="23">
                  <c:v>10.020111885895361</c:v>
                </c:pt>
                <c:pt idx="24">
                  <c:v>10.020111885895361</c:v>
                </c:pt>
                <c:pt idx="25">
                  <c:v>10.020111885895361</c:v>
                </c:pt>
                <c:pt idx="26">
                  <c:v>10.020111885895361</c:v>
                </c:pt>
                <c:pt idx="27">
                  <c:v>10.020111885895361</c:v>
                </c:pt>
                <c:pt idx="28">
                  <c:v>10.020111885895361</c:v>
                </c:pt>
                <c:pt idx="29">
                  <c:v>10.020111885895361</c:v>
                </c:pt>
                <c:pt idx="30">
                  <c:v>10.020111885895361</c:v>
                </c:pt>
                <c:pt idx="31">
                  <c:v>10.020111885895361</c:v>
                </c:pt>
                <c:pt idx="32">
                  <c:v>10.020111885895361</c:v>
                </c:pt>
                <c:pt idx="33">
                  <c:v>10.020111885895361</c:v>
                </c:pt>
                <c:pt idx="34">
                  <c:v>10.020111885895361</c:v>
                </c:pt>
                <c:pt idx="35">
                  <c:v>10.020111885895361</c:v>
                </c:pt>
                <c:pt idx="36">
                  <c:v>10.020111885895361</c:v>
                </c:pt>
                <c:pt idx="37">
                  <c:v>10.020111885895361</c:v>
                </c:pt>
                <c:pt idx="38">
                  <c:v>10.020111885895361</c:v>
                </c:pt>
                <c:pt idx="39">
                  <c:v>10.020111885895361</c:v>
                </c:pt>
                <c:pt idx="40">
                  <c:v>10.020111885895361</c:v>
                </c:pt>
                <c:pt idx="41">
                  <c:v>10.020111885895361</c:v>
                </c:pt>
                <c:pt idx="42">
                  <c:v>10.020111885895361</c:v>
                </c:pt>
                <c:pt idx="43">
                  <c:v>10.020111885895361</c:v>
                </c:pt>
                <c:pt idx="44">
                  <c:v>10.020111885895361</c:v>
                </c:pt>
                <c:pt idx="45">
                  <c:v>10.020111885895361</c:v>
                </c:pt>
                <c:pt idx="46">
                  <c:v>10.020111885895361</c:v>
                </c:pt>
                <c:pt idx="47">
                  <c:v>10.020111885895361</c:v>
                </c:pt>
                <c:pt idx="48">
                  <c:v>10.020111885895361</c:v>
                </c:pt>
                <c:pt idx="49">
                  <c:v>10.020111885895361</c:v>
                </c:pt>
                <c:pt idx="50">
                  <c:v>10.020111885895361</c:v>
                </c:pt>
                <c:pt idx="51">
                  <c:v>10.020111885895361</c:v>
                </c:pt>
                <c:pt idx="52">
                  <c:v>10.020111885895361</c:v>
                </c:pt>
                <c:pt idx="53">
                  <c:v>10.020111885895361</c:v>
                </c:pt>
                <c:pt idx="54">
                  <c:v>10.020111885895361</c:v>
                </c:pt>
                <c:pt idx="55">
                  <c:v>10.020111885895361</c:v>
                </c:pt>
                <c:pt idx="56">
                  <c:v>10.020111885895361</c:v>
                </c:pt>
                <c:pt idx="57">
                  <c:v>10.020111885895361</c:v>
                </c:pt>
                <c:pt idx="58">
                  <c:v>10.020111885895361</c:v>
                </c:pt>
                <c:pt idx="59">
                  <c:v>10.020111885895361</c:v>
                </c:pt>
                <c:pt idx="60">
                  <c:v>10.020111885895361</c:v>
                </c:pt>
                <c:pt idx="61">
                  <c:v>10.020111885895361</c:v>
                </c:pt>
                <c:pt idx="62">
                  <c:v>10.020111885895361</c:v>
                </c:pt>
                <c:pt idx="63">
                  <c:v>10.020111885895361</c:v>
                </c:pt>
                <c:pt idx="64">
                  <c:v>10.020111885895361</c:v>
                </c:pt>
                <c:pt idx="65">
                  <c:v>10.020111885895361</c:v>
                </c:pt>
                <c:pt idx="66">
                  <c:v>10.020111885895361</c:v>
                </c:pt>
                <c:pt idx="67">
                  <c:v>10.020111885895361</c:v>
                </c:pt>
                <c:pt idx="68">
                  <c:v>10.020111885895361</c:v>
                </c:pt>
                <c:pt idx="69">
                  <c:v>10.020111885895361</c:v>
                </c:pt>
                <c:pt idx="70">
                  <c:v>10.020111885895361</c:v>
                </c:pt>
                <c:pt idx="71">
                  <c:v>10.020111885895361</c:v>
                </c:pt>
                <c:pt idx="72">
                  <c:v>10.020111885895361</c:v>
                </c:pt>
                <c:pt idx="73">
                  <c:v>10.020111885895361</c:v>
                </c:pt>
                <c:pt idx="74">
                  <c:v>10.020111885895361</c:v>
                </c:pt>
                <c:pt idx="75">
                  <c:v>10.020111885895361</c:v>
                </c:pt>
                <c:pt idx="76">
                  <c:v>10.020111885895361</c:v>
                </c:pt>
                <c:pt idx="77">
                  <c:v>10.020111885895361</c:v>
                </c:pt>
                <c:pt idx="78">
                  <c:v>10.020111885895361</c:v>
                </c:pt>
                <c:pt idx="79">
                  <c:v>10.020111885895361</c:v>
                </c:pt>
                <c:pt idx="80">
                  <c:v>10.020111885895361</c:v>
                </c:pt>
                <c:pt idx="81">
                  <c:v>10.020111885895361</c:v>
                </c:pt>
                <c:pt idx="82">
                  <c:v>10.020111885895361</c:v>
                </c:pt>
                <c:pt idx="83">
                  <c:v>10.020111885895361</c:v>
                </c:pt>
                <c:pt idx="84">
                  <c:v>10.020111885895361</c:v>
                </c:pt>
                <c:pt idx="85">
                  <c:v>10.020111885895361</c:v>
                </c:pt>
                <c:pt idx="86">
                  <c:v>10.020111885895361</c:v>
                </c:pt>
                <c:pt idx="87">
                  <c:v>10.020111885895361</c:v>
                </c:pt>
                <c:pt idx="88">
                  <c:v>10.020111885895361</c:v>
                </c:pt>
                <c:pt idx="89">
                  <c:v>10.020111885895361</c:v>
                </c:pt>
                <c:pt idx="90">
                  <c:v>10.020111885895361</c:v>
                </c:pt>
                <c:pt idx="91">
                  <c:v>10.020111885895361</c:v>
                </c:pt>
                <c:pt idx="92">
                  <c:v>10.020111885895361</c:v>
                </c:pt>
                <c:pt idx="93">
                  <c:v>10.020111885895361</c:v>
                </c:pt>
                <c:pt idx="94">
                  <c:v>10.020111885895361</c:v>
                </c:pt>
                <c:pt idx="95">
                  <c:v>10.020111885895361</c:v>
                </c:pt>
                <c:pt idx="96">
                  <c:v>10.020111885895361</c:v>
                </c:pt>
                <c:pt idx="97">
                  <c:v>10.020111885895361</c:v>
                </c:pt>
                <c:pt idx="98">
                  <c:v>10.020111885895361</c:v>
                </c:pt>
                <c:pt idx="99">
                  <c:v>10.020111885895361</c:v>
                </c:pt>
                <c:pt idx="100">
                  <c:v>10.020111885895361</c:v>
                </c:pt>
                <c:pt idx="101">
                  <c:v>10.020111885895361</c:v>
                </c:pt>
                <c:pt idx="102">
                  <c:v>10.020111885895361</c:v>
                </c:pt>
                <c:pt idx="103">
                  <c:v>10.020111885895361</c:v>
                </c:pt>
                <c:pt idx="104">
                  <c:v>10.020111885895361</c:v>
                </c:pt>
                <c:pt idx="105">
                  <c:v>10.020111885895361</c:v>
                </c:pt>
                <c:pt idx="106">
                  <c:v>10.020111885895361</c:v>
                </c:pt>
                <c:pt idx="107">
                  <c:v>10.020111885895361</c:v>
                </c:pt>
                <c:pt idx="108">
                  <c:v>10.020111885895361</c:v>
                </c:pt>
                <c:pt idx="109">
                  <c:v>10.020111885895361</c:v>
                </c:pt>
                <c:pt idx="110">
                  <c:v>10.020111885895361</c:v>
                </c:pt>
                <c:pt idx="111">
                  <c:v>10.020111885895361</c:v>
                </c:pt>
                <c:pt idx="112">
                  <c:v>10.020111885895361</c:v>
                </c:pt>
                <c:pt idx="113">
                  <c:v>10.020111885895361</c:v>
                </c:pt>
                <c:pt idx="114">
                  <c:v>10.020111885895361</c:v>
                </c:pt>
                <c:pt idx="115">
                  <c:v>10.020111885895361</c:v>
                </c:pt>
                <c:pt idx="116">
                  <c:v>10.020111885895361</c:v>
                </c:pt>
                <c:pt idx="117">
                  <c:v>10.020111885895361</c:v>
                </c:pt>
                <c:pt idx="118">
                  <c:v>10.020111885895361</c:v>
                </c:pt>
                <c:pt idx="119">
                  <c:v>10.020111885895361</c:v>
                </c:pt>
                <c:pt idx="120">
                  <c:v>10.020111885895361</c:v>
                </c:pt>
                <c:pt idx="121">
                  <c:v>10.020111885895361</c:v>
                </c:pt>
              </c:numCache>
            </c:numRef>
          </c:val>
          <c:smooth val="0"/>
          <c:extLst>
            <c:ext xmlns:c16="http://schemas.microsoft.com/office/drawing/2014/chart" uri="{C3380CC4-5D6E-409C-BE32-E72D297353CC}">
              <c16:uniqueId val="{00000002-F393-40C5-9DB6-E1E07B479346}"/>
            </c:ext>
          </c:extLst>
        </c:ser>
        <c:ser>
          <c:idx val="3"/>
          <c:order val="3"/>
          <c:tx>
            <c:v>±1 std. dev.</c:v>
          </c:tx>
          <c:spPr>
            <a:ln w="19050">
              <a:solidFill>
                <a:srgbClr val="8EB3DF"/>
              </a:solidFill>
              <a:prstDash val="dash"/>
            </a:ln>
          </c:spPr>
          <c:marker>
            <c:symbol val="none"/>
          </c:marker>
          <c:cat>
            <c:numRef>
              <c:f>'P5'!$A$2:$A$123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'P5'!$E$2:$E$123</c:f>
              <c:numCache>
                <c:formatCode>0.0</c:formatCode>
                <c:ptCount val="122"/>
                <c:pt idx="0">
                  <c:v>4.7246496523116903</c:v>
                </c:pt>
                <c:pt idx="1">
                  <c:v>4.7246496523116903</c:v>
                </c:pt>
                <c:pt idx="2">
                  <c:v>4.7246496523116903</c:v>
                </c:pt>
                <c:pt idx="3">
                  <c:v>4.7246496523116903</c:v>
                </c:pt>
                <c:pt idx="4">
                  <c:v>4.7246496523116903</c:v>
                </c:pt>
                <c:pt idx="5">
                  <c:v>4.7246496523116903</c:v>
                </c:pt>
                <c:pt idx="6">
                  <c:v>4.7246496523116903</c:v>
                </c:pt>
                <c:pt idx="7">
                  <c:v>4.7246496523116903</c:v>
                </c:pt>
                <c:pt idx="8">
                  <c:v>4.7246496523116903</c:v>
                </c:pt>
                <c:pt idx="9">
                  <c:v>4.7246496523116903</c:v>
                </c:pt>
                <c:pt idx="10">
                  <c:v>4.7246496523116903</c:v>
                </c:pt>
                <c:pt idx="11">
                  <c:v>4.7246496523116903</c:v>
                </c:pt>
                <c:pt idx="12">
                  <c:v>4.7246496523116903</c:v>
                </c:pt>
                <c:pt idx="13">
                  <c:v>4.7246496523116903</c:v>
                </c:pt>
                <c:pt idx="14">
                  <c:v>4.7246496523116903</c:v>
                </c:pt>
                <c:pt idx="15">
                  <c:v>4.7246496523116903</c:v>
                </c:pt>
                <c:pt idx="16">
                  <c:v>4.7246496523116903</c:v>
                </c:pt>
                <c:pt idx="17">
                  <c:v>4.7246496523116903</c:v>
                </c:pt>
                <c:pt idx="18">
                  <c:v>4.7246496523116903</c:v>
                </c:pt>
                <c:pt idx="19">
                  <c:v>4.7246496523116903</c:v>
                </c:pt>
                <c:pt idx="20">
                  <c:v>4.7246496523116903</c:v>
                </c:pt>
                <c:pt idx="21">
                  <c:v>4.7246496523116903</c:v>
                </c:pt>
                <c:pt idx="22">
                  <c:v>4.7246496523116903</c:v>
                </c:pt>
                <c:pt idx="23">
                  <c:v>4.7246496523116903</c:v>
                </c:pt>
                <c:pt idx="24">
                  <c:v>4.7246496523116903</c:v>
                </c:pt>
                <c:pt idx="25">
                  <c:v>4.7246496523116903</c:v>
                </c:pt>
                <c:pt idx="26">
                  <c:v>4.7246496523116903</c:v>
                </c:pt>
                <c:pt idx="27">
                  <c:v>4.7246496523116903</c:v>
                </c:pt>
                <c:pt idx="28">
                  <c:v>4.7246496523116903</c:v>
                </c:pt>
                <c:pt idx="29">
                  <c:v>4.7246496523116903</c:v>
                </c:pt>
                <c:pt idx="30">
                  <c:v>4.7246496523116903</c:v>
                </c:pt>
                <c:pt idx="31">
                  <c:v>4.7246496523116903</c:v>
                </c:pt>
                <c:pt idx="32">
                  <c:v>4.7246496523116903</c:v>
                </c:pt>
                <c:pt idx="33">
                  <c:v>4.7246496523116903</c:v>
                </c:pt>
                <c:pt idx="34">
                  <c:v>4.7246496523116903</c:v>
                </c:pt>
                <c:pt idx="35">
                  <c:v>4.7246496523116903</c:v>
                </c:pt>
                <c:pt idx="36">
                  <c:v>4.7246496523116903</c:v>
                </c:pt>
                <c:pt idx="37">
                  <c:v>4.7246496523116903</c:v>
                </c:pt>
                <c:pt idx="38">
                  <c:v>4.7246496523116903</c:v>
                </c:pt>
                <c:pt idx="39">
                  <c:v>4.7246496523116903</c:v>
                </c:pt>
                <c:pt idx="40">
                  <c:v>4.7246496523116903</c:v>
                </c:pt>
                <c:pt idx="41">
                  <c:v>4.7246496523116903</c:v>
                </c:pt>
                <c:pt idx="42">
                  <c:v>4.7246496523116903</c:v>
                </c:pt>
                <c:pt idx="43">
                  <c:v>4.7246496523116903</c:v>
                </c:pt>
                <c:pt idx="44">
                  <c:v>4.7246496523116903</c:v>
                </c:pt>
                <c:pt idx="45">
                  <c:v>4.7246496523116903</c:v>
                </c:pt>
                <c:pt idx="46">
                  <c:v>4.7246496523116903</c:v>
                </c:pt>
                <c:pt idx="47">
                  <c:v>4.7246496523116903</c:v>
                </c:pt>
                <c:pt idx="48">
                  <c:v>4.7246496523116903</c:v>
                </c:pt>
                <c:pt idx="49">
                  <c:v>4.7246496523116903</c:v>
                </c:pt>
                <c:pt idx="50">
                  <c:v>4.7246496523116903</c:v>
                </c:pt>
                <c:pt idx="51">
                  <c:v>4.7246496523116903</c:v>
                </c:pt>
                <c:pt idx="52">
                  <c:v>4.7246496523116903</c:v>
                </c:pt>
                <c:pt idx="53">
                  <c:v>4.7246496523116903</c:v>
                </c:pt>
                <c:pt idx="54">
                  <c:v>4.7246496523116903</c:v>
                </c:pt>
                <c:pt idx="55">
                  <c:v>4.7246496523116903</c:v>
                </c:pt>
                <c:pt idx="56">
                  <c:v>4.7246496523116903</c:v>
                </c:pt>
                <c:pt idx="57">
                  <c:v>4.7246496523116903</c:v>
                </c:pt>
                <c:pt idx="58">
                  <c:v>4.7246496523116903</c:v>
                </c:pt>
                <c:pt idx="59">
                  <c:v>4.7246496523116903</c:v>
                </c:pt>
                <c:pt idx="60">
                  <c:v>4.7246496523116903</c:v>
                </c:pt>
                <c:pt idx="61">
                  <c:v>4.7246496523116903</c:v>
                </c:pt>
                <c:pt idx="62">
                  <c:v>4.7246496523116903</c:v>
                </c:pt>
                <c:pt idx="63">
                  <c:v>4.7246496523116903</c:v>
                </c:pt>
                <c:pt idx="64">
                  <c:v>4.7246496523116903</c:v>
                </c:pt>
                <c:pt idx="65">
                  <c:v>4.7246496523116903</c:v>
                </c:pt>
                <c:pt idx="66">
                  <c:v>4.7246496523116903</c:v>
                </c:pt>
                <c:pt idx="67">
                  <c:v>4.7246496523116903</c:v>
                </c:pt>
                <c:pt idx="68">
                  <c:v>4.7246496523116903</c:v>
                </c:pt>
                <c:pt idx="69">
                  <c:v>4.7246496523116903</c:v>
                </c:pt>
                <c:pt idx="70">
                  <c:v>4.7246496523116903</c:v>
                </c:pt>
                <c:pt idx="71">
                  <c:v>4.7246496523116903</c:v>
                </c:pt>
                <c:pt idx="72">
                  <c:v>4.7246496523116903</c:v>
                </c:pt>
                <c:pt idx="73">
                  <c:v>4.7246496523116903</c:v>
                </c:pt>
                <c:pt idx="74">
                  <c:v>4.7246496523116903</c:v>
                </c:pt>
                <c:pt idx="75">
                  <c:v>4.7246496523116903</c:v>
                </c:pt>
                <c:pt idx="76">
                  <c:v>4.7246496523116903</c:v>
                </c:pt>
                <c:pt idx="77">
                  <c:v>4.7246496523116903</c:v>
                </c:pt>
                <c:pt idx="78">
                  <c:v>4.7246496523116903</c:v>
                </c:pt>
                <c:pt idx="79">
                  <c:v>4.7246496523116903</c:v>
                </c:pt>
                <c:pt idx="80">
                  <c:v>4.7246496523116903</c:v>
                </c:pt>
                <c:pt idx="81">
                  <c:v>4.7246496523116903</c:v>
                </c:pt>
                <c:pt idx="82">
                  <c:v>4.7246496523116903</c:v>
                </c:pt>
                <c:pt idx="83">
                  <c:v>4.7246496523116903</c:v>
                </c:pt>
                <c:pt idx="84">
                  <c:v>4.7246496523116903</c:v>
                </c:pt>
                <c:pt idx="85">
                  <c:v>4.7246496523116903</c:v>
                </c:pt>
                <c:pt idx="86">
                  <c:v>4.7246496523116903</c:v>
                </c:pt>
                <c:pt idx="87">
                  <c:v>4.7246496523116903</c:v>
                </c:pt>
                <c:pt idx="88">
                  <c:v>4.7246496523116903</c:v>
                </c:pt>
                <c:pt idx="89">
                  <c:v>4.7246496523116903</c:v>
                </c:pt>
                <c:pt idx="90">
                  <c:v>4.7246496523116903</c:v>
                </c:pt>
                <c:pt idx="91">
                  <c:v>4.7246496523116903</c:v>
                </c:pt>
                <c:pt idx="92">
                  <c:v>4.7246496523116903</c:v>
                </c:pt>
                <c:pt idx="93">
                  <c:v>4.7246496523116903</c:v>
                </c:pt>
                <c:pt idx="94">
                  <c:v>4.7246496523116903</c:v>
                </c:pt>
                <c:pt idx="95">
                  <c:v>4.7246496523116903</c:v>
                </c:pt>
                <c:pt idx="96">
                  <c:v>4.7246496523116903</c:v>
                </c:pt>
                <c:pt idx="97">
                  <c:v>4.7246496523116903</c:v>
                </c:pt>
                <c:pt idx="98">
                  <c:v>4.7246496523116903</c:v>
                </c:pt>
                <c:pt idx="99">
                  <c:v>4.7246496523116903</c:v>
                </c:pt>
                <c:pt idx="100">
                  <c:v>4.7246496523116903</c:v>
                </c:pt>
                <c:pt idx="101">
                  <c:v>4.7246496523116903</c:v>
                </c:pt>
                <c:pt idx="102">
                  <c:v>4.7246496523116903</c:v>
                </c:pt>
                <c:pt idx="103">
                  <c:v>4.7246496523116903</c:v>
                </c:pt>
                <c:pt idx="104">
                  <c:v>4.7246496523116903</c:v>
                </c:pt>
                <c:pt idx="105">
                  <c:v>4.7246496523116903</c:v>
                </c:pt>
                <c:pt idx="106">
                  <c:v>4.7246496523116903</c:v>
                </c:pt>
                <c:pt idx="107">
                  <c:v>4.7246496523116903</c:v>
                </c:pt>
                <c:pt idx="108">
                  <c:v>4.7246496523116903</c:v>
                </c:pt>
                <c:pt idx="109">
                  <c:v>4.7246496523116903</c:v>
                </c:pt>
                <c:pt idx="110">
                  <c:v>4.7246496523116903</c:v>
                </c:pt>
                <c:pt idx="111">
                  <c:v>4.7246496523116903</c:v>
                </c:pt>
                <c:pt idx="112">
                  <c:v>4.7246496523116903</c:v>
                </c:pt>
                <c:pt idx="113">
                  <c:v>4.7246496523116903</c:v>
                </c:pt>
                <c:pt idx="114">
                  <c:v>4.7246496523116903</c:v>
                </c:pt>
                <c:pt idx="115">
                  <c:v>4.7246496523116903</c:v>
                </c:pt>
                <c:pt idx="116">
                  <c:v>4.7246496523116903</c:v>
                </c:pt>
                <c:pt idx="117">
                  <c:v>4.7246496523116903</c:v>
                </c:pt>
                <c:pt idx="118">
                  <c:v>4.7246496523116903</c:v>
                </c:pt>
                <c:pt idx="119">
                  <c:v>4.7246496523116903</c:v>
                </c:pt>
                <c:pt idx="120">
                  <c:v>4.7246496523116903</c:v>
                </c:pt>
                <c:pt idx="121">
                  <c:v>4.7246496523116903</c:v>
                </c:pt>
              </c:numCache>
            </c:numRef>
          </c:val>
          <c:smooth val="0"/>
          <c:extLst>
            <c:ext xmlns:c16="http://schemas.microsoft.com/office/drawing/2014/chart" uri="{C3380CC4-5D6E-409C-BE32-E72D297353CC}">
              <c16:uniqueId val="{00000003-F393-40C5-9DB6-E1E07B479346}"/>
            </c:ext>
          </c:extLst>
        </c:ser>
        <c:dLbls>
          <c:showLegendKey val="0"/>
          <c:showVal val="0"/>
          <c:showCatName val="0"/>
          <c:showSerName val="0"/>
          <c:showPercent val="0"/>
          <c:showBubbleSize val="0"/>
        </c:dLbls>
        <c:smooth val="0"/>
        <c:axId val="50050001"/>
        <c:axId val="50050002"/>
      </c:lineChart>
      <c:dateAx>
        <c:axId val="5005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50002"/>
        <c:crosses val="min"/>
        <c:auto val="1"/>
        <c:lblOffset val="100"/>
        <c:baseTimeUnit val="days"/>
        <c:majorUnit val="2"/>
        <c:majorTimeUnit val="years"/>
      </c:dateAx>
      <c:valAx>
        <c:axId val="50050002"/>
        <c:scaling>
          <c:orientation val="minMax"/>
          <c:max val="20"/>
          <c:min val="0"/>
        </c:scaling>
        <c:delete val="0"/>
        <c:axPos val="l"/>
        <c:majorGridlines>
          <c:spPr>
            <a:ln w="6350">
              <a:solidFill>
                <a:srgbClr val="D9D9D9"/>
              </a:solidFill>
              <a:prstDash val="dash"/>
            </a:ln>
          </c:spPr>
        </c:majorGridlines>
        <c:numFmt formatCode="0&quot;.0x&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50001"/>
        <c:crosses val="autoZero"/>
        <c:crossBetween val="between"/>
        <c:majorUnit val="5"/>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0142986833530494E-2"/>
          <c:y val="0.271015192224135"/>
          <c:w val="0.84656446879385727"/>
          <c:h val="0.54397485739476092"/>
        </c:manualLayout>
      </c:layout>
      <c:lineChart>
        <c:grouping val="standard"/>
        <c:varyColors val="0"/>
        <c:ser>
          <c:idx val="0"/>
          <c:order val="0"/>
          <c:tx>
            <c:v>ERP</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4-6F88-4950-A6DD-FB2352C15655}"/>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4.5%</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6F88-4950-A6DD-FB2352C1565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'E1'!$A$2:$A$123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'E1'!$B$2:$B$123</c:f>
              <c:numCache>
                <c:formatCode>0.00</c:formatCode>
                <c:ptCount val="122"/>
                <c:pt idx="0">
                  <c:v>0.68133320218859217</c:v>
                </c:pt>
                <c:pt idx="1">
                  <c:v>1.14673196506254</c:v>
                </c:pt>
                <c:pt idx="2">
                  <c:v>2.0937074326476099</c:v>
                </c:pt>
                <c:pt idx="3">
                  <c:v>2.1249784105640548</c:v>
                </c:pt>
                <c:pt idx="4">
                  <c:v>2.4886946862304531</c:v>
                </c:pt>
                <c:pt idx="5">
                  <c:v>3.2058024584607439</c:v>
                </c:pt>
                <c:pt idx="6">
                  <c:v>3.1272166823608551</c:v>
                </c:pt>
                <c:pt idx="7">
                  <c:v>3.2359607583814158</c:v>
                </c:pt>
                <c:pt idx="8">
                  <c:v>3.2366105764347122</c:v>
                </c:pt>
                <c:pt idx="9">
                  <c:v>3.5546856792022572</c:v>
                </c:pt>
                <c:pt idx="10">
                  <c:v>3.057074738750444</c:v>
                </c:pt>
                <c:pt idx="11">
                  <c:v>3.014678401046607</c:v>
                </c:pt>
                <c:pt idx="12">
                  <c:v>2.9773708657924152</c:v>
                </c:pt>
                <c:pt idx="13">
                  <c:v>3.0978342646269619</c:v>
                </c:pt>
                <c:pt idx="14">
                  <c:v>3.0363180915235288</c:v>
                </c:pt>
                <c:pt idx="15">
                  <c:v>2.8271134042492672</c:v>
                </c:pt>
                <c:pt idx="16">
                  <c:v>3.0900930143994541</c:v>
                </c:pt>
                <c:pt idx="17">
                  <c:v>3.7077899909526582</c:v>
                </c:pt>
                <c:pt idx="18">
                  <c:v>3.7858672057954652</c:v>
                </c:pt>
                <c:pt idx="19">
                  <c:v>4.249624530841003</c:v>
                </c:pt>
                <c:pt idx="20">
                  <c:v>4.3874813474060197</c:v>
                </c:pt>
                <c:pt idx="21">
                  <c:v>3.886414695476609</c:v>
                </c:pt>
                <c:pt idx="22">
                  <c:v>4.1865458669531268</c:v>
                </c:pt>
                <c:pt idx="23">
                  <c:v>4.2843345522654079</c:v>
                </c:pt>
                <c:pt idx="24">
                  <c:v>4.3868968617771671</c:v>
                </c:pt>
                <c:pt idx="25">
                  <c:v>4.5478549252803386</c:v>
                </c:pt>
                <c:pt idx="26">
                  <c:v>5.294798884974715</c:v>
                </c:pt>
                <c:pt idx="27">
                  <c:v>4.0970879946641068</c:v>
                </c:pt>
                <c:pt idx="28">
                  <c:v>4.3001917533128626</c:v>
                </c:pt>
                <c:pt idx="29">
                  <c:v>4.5488361713012102</c:v>
                </c:pt>
                <c:pt idx="30">
                  <c:v>4.5762586886910226</c:v>
                </c:pt>
                <c:pt idx="31">
                  <c:v>4.8180084930684259</c:v>
                </c:pt>
                <c:pt idx="32">
                  <c:v>4.9871712200709446</c:v>
                </c:pt>
                <c:pt idx="33">
                  <c:v>5.2226212463152732</c:v>
                </c:pt>
                <c:pt idx="34">
                  <c:v>4.9351212590836067</c:v>
                </c:pt>
                <c:pt idx="35">
                  <c:v>5.1372200063354114</c:v>
                </c:pt>
                <c:pt idx="36">
                  <c:v>5.4823864287076676</c:v>
                </c:pt>
                <c:pt idx="37">
                  <c:v>5.1324721735533467</c:v>
                </c:pt>
                <c:pt idx="38">
                  <c:v>4.7315828270287739</c:v>
                </c:pt>
                <c:pt idx="39">
                  <c:v>4.7680908344581159</c:v>
                </c:pt>
                <c:pt idx="40">
                  <c:v>5.4617228804123723</c:v>
                </c:pt>
                <c:pt idx="41">
                  <c:v>6.3590943122027159</c:v>
                </c:pt>
                <c:pt idx="42">
                  <c:v>4.5822133567105361</c:v>
                </c:pt>
                <c:pt idx="43">
                  <c:v>4.2846255586041986</c:v>
                </c:pt>
                <c:pt idx="44">
                  <c:v>3.5783745989559752</c:v>
                </c:pt>
                <c:pt idx="45">
                  <c:v>3.8093968285185662</c:v>
                </c:pt>
                <c:pt idx="46">
                  <c:v>4.2606027648236386</c:v>
                </c:pt>
                <c:pt idx="47">
                  <c:v>4.6693622518451372</c:v>
                </c:pt>
                <c:pt idx="48">
                  <c:v>5.401620387064507</c:v>
                </c:pt>
                <c:pt idx="49">
                  <c:v>4.9731676421430864</c:v>
                </c:pt>
                <c:pt idx="50">
                  <c:v>5.1423077601227698</c:v>
                </c:pt>
                <c:pt idx="51">
                  <c:v>5.7851068930312</c:v>
                </c:pt>
                <c:pt idx="52">
                  <c:v>6.1698649553540594</c:v>
                </c:pt>
                <c:pt idx="53">
                  <c:v>5.9876623258870403</c:v>
                </c:pt>
                <c:pt idx="54">
                  <c:v>6.9185789323621458</c:v>
                </c:pt>
                <c:pt idx="55">
                  <c:v>6.0567795901104189</c:v>
                </c:pt>
                <c:pt idx="56">
                  <c:v>6.0467969073968657</c:v>
                </c:pt>
                <c:pt idx="57">
                  <c:v>6.7050806096920201</c:v>
                </c:pt>
                <c:pt idx="58">
                  <c:v>6.5518532523811661</c:v>
                </c:pt>
                <c:pt idx="59">
                  <c:v>7.2607974866493574</c:v>
                </c:pt>
                <c:pt idx="60">
                  <c:v>7.2182486839262348</c:v>
                </c:pt>
                <c:pt idx="61">
                  <c:v>7.6605434867751452</c:v>
                </c:pt>
                <c:pt idx="62">
                  <c:v>6.9454334645475537</c:v>
                </c:pt>
                <c:pt idx="63">
                  <c:v>6.1662453020173809</c:v>
                </c:pt>
                <c:pt idx="64">
                  <c:v>6.0691033691942504</c:v>
                </c:pt>
                <c:pt idx="65">
                  <c:v>6.4788782379183063</c:v>
                </c:pt>
                <c:pt idx="66">
                  <c:v>8.3283937629820919</c:v>
                </c:pt>
                <c:pt idx="67">
                  <c:v>8.3151137737174974</c:v>
                </c:pt>
                <c:pt idx="68">
                  <c:v>10.263603499675961</c:v>
                </c:pt>
                <c:pt idx="69">
                  <c:v>9.0576240928970897</c:v>
                </c:pt>
                <c:pt idx="70">
                  <c:v>8.8151207660754842</c:v>
                </c:pt>
                <c:pt idx="71">
                  <c:v>8.6702438455002397</c:v>
                </c:pt>
                <c:pt idx="72">
                  <c:v>7.7865971671005951</c:v>
                </c:pt>
                <c:pt idx="73">
                  <c:v>7.9146569249965344</c:v>
                </c:pt>
                <c:pt idx="74">
                  <c:v>7.2098884770088052</c:v>
                </c:pt>
                <c:pt idx="75">
                  <c:v>6.3873793579388618</c:v>
                </c:pt>
                <c:pt idx="76">
                  <c:v>7.899886807199703</c:v>
                </c:pt>
                <c:pt idx="77">
                  <c:v>8.4524075604382762</c:v>
                </c:pt>
                <c:pt idx="78">
                  <c:v>8.206171676823665</c:v>
                </c:pt>
                <c:pt idx="79">
                  <c:v>8.0539420442109879</c:v>
                </c:pt>
                <c:pt idx="80">
                  <c:v>6.9822779454704502</c:v>
                </c:pt>
                <c:pt idx="81">
                  <c:v>6.4802521226275989</c:v>
                </c:pt>
                <c:pt idx="82">
                  <c:v>7.1252003485024487</c:v>
                </c:pt>
                <c:pt idx="83">
                  <c:v>6.8535412738467736</c:v>
                </c:pt>
                <c:pt idx="84">
                  <c:v>7.5515945331372052</c:v>
                </c:pt>
                <c:pt idx="85">
                  <c:v>6.6072945959223777</c:v>
                </c:pt>
                <c:pt idx="86">
                  <c:v>6.5594026185835732</c:v>
                </c:pt>
                <c:pt idx="87">
                  <c:v>6.7520991422798993</c:v>
                </c:pt>
                <c:pt idx="88">
                  <c:v>6.5255246961089739</c:v>
                </c:pt>
                <c:pt idx="89">
                  <c:v>6.5793172920835783</c:v>
                </c:pt>
                <c:pt idx="90">
                  <c:v>6.5110287506822768</c:v>
                </c:pt>
                <c:pt idx="91">
                  <c:v>7.2725876136604901</c:v>
                </c:pt>
                <c:pt idx="92">
                  <c:v>6.9616043669626038</c:v>
                </c:pt>
                <c:pt idx="93">
                  <c:v>7.2299487104848392</c:v>
                </c:pt>
                <c:pt idx="94">
                  <c:v>6.2535941207154986</c:v>
                </c:pt>
                <c:pt idx="95">
                  <c:v>6.2139612532504609</c:v>
                </c:pt>
                <c:pt idx="96">
                  <c:v>6.3164002392357004</c:v>
                </c:pt>
                <c:pt idx="97">
                  <c:v>6.9422761006830438</c:v>
                </c:pt>
                <c:pt idx="98">
                  <c:v>7.0481282940490084</c:v>
                </c:pt>
                <c:pt idx="99">
                  <c:v>6.1334994781117054</c:v>
                </c:pt>
                <c:pt idx="100">
                  <c:v>6.5924236694851004</c:v>
                </c:pt>
                <c:pt idx="101">
                  <c:v>6.0721964247840754</c:v>
                </c:pt>
                <c:pt idx="102">
                  <c:v>5.3627236325885104</c:v>
                </c:pt>
                <c:pt idx="103">
                  <c:v>5.242219043000687</c:v>
                </c:pt>
                <c:pt idx="104">
                  <c:v>5.1691644634988512</c:v>
                </c:pt>
                <c:pt idx="105">
                  <c:v>5.1453493436248836</c:v>
                </c:pt>
                <c:pt idx="106">
                  <c:v>4.385769672093927</c:v>
                </c:pt>
                <c:pt idx="107">
                  <c:v>4.0172053136231494</c:v>
                </c:pt>
                <c:pt idx="108">
                  <c:v>4.0616729224111223</c:v>
                </c:pt>
                <c:pt idx="109">
                  <c:v>3.5465176419357261</c:v>
                </c:pt>
                <c:pt idx="110">
                  <c:v>3.6504697681565461</c:v>
                </c:pt>
                <c:pt idx="111">
                  <c:v>2.4078940718401691</c:v>
                </c:pt>
                <c:pt idx="112">
                  <c:v>2.4076092750016751</c:v>
                </c:pt>
                <c:pt idx="113">
                  <c:v>3.2820872864536552</c:v>
                </c:pt>
                <c:pt idx="114">
                  <c:v>3.7298291882304819</c:v>
                </c:pt>
                <c:pt idx="115">
                  <c:v>4.4835476819460247</c:v>
                </c:pt>
                <c:pt idx="116">
                  <c:v>4.3301972302593086</c:v>
                </c:pt>
                <c:pt idx="117">
                  <c:v>3.9403913528004071</c:v>
                </c:pt>
                <c:pt idx="118">
                  <c:v>4.215558539015035</c:v>
                </c:pt>
                <c:pt idx="119">
                  <c:v>4.6548845066633424</c:v>
                </c:pt>
                <c:pt idx="120">
                  <c:v>3.6706080050821108</c:v>
                </c:pt>
                <c:pt idx="121">
                  <c:v>4.4522278712866461</c:v>
                </c:pt>
              </c:numCache>
            </c:numRef>
          </c:val>
          <c:smooth val="0"/>
          <c:extLst>
            <c:ext xmlns:c16="http://schemas.microsoft.com/office/drawing/2014/chart" uri="{C3380CC4-5D6E-409C-BE32-E72D297353CC}">
              <c16:uniqueId val="{00000000-6F88-4950-A6DD-FB2352C15655}"/>
            </c:ext>
          </c:extLst>
        </c:ser>
        <c:ser>
          <c:idx val="1"/>
          <c:order val="1"/>
          <c:tx>
            <c:v>10y avg.</c:v>
          </c:tx>
          <c:spPr>
            <a:ln w="19050">
              <a:solidFill>
                <a:srgbClr val="7E7E7E"/>
              </a:solidFill>
              <a:prstDash val="dash"/>
            </a:ln>
          </c:spPr>
          <c:marker>
            <c:symbol val="none"/>
          </c:marker>
          <c:cat>
            <c:numRef>
              <c:f>'E1'!$A$2:$A$123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'E1'!$C$2:$C$123</c:f>
              <c:numCache>
                <c:formatCode>0.00</c:formatCode>
                <c:ptCount val="122"/>
                <c:pt idx="0">
                  <c:v>5.3246049892438228</c:v>
                </c:pt>
                <c:pt idx="1">
                  <c:v>5.3246049892438228</c:v>
                </c:pt>
                <c:pt idx="2">
                  <c:v>5.3246049892438228</c:v>
                </c:pt>
                <c:pt idx="3">
                  <c:v>5.3246049892438228</c:v>
                </c:pt>
                <c:pt idx="4">
                  <c:v>5.3246049892438228</c:v>
                </c:pt>
                <c:pt idx="5">
                  <c:v>5.3246049892438228</c:v>
                </c:pt>
                <c:pt idx="6">
                  <c:v>5.3246049892438228</c:v>
                </c:pt>
                <c:pt idx="7">
                  <c:v>5.3246049892438228</c:v>
                </c:pt>
                <c:pt idx="8">
                  <c:v>5.3246049892438228</c:v>
                </c:pt>
                <c:pt idx="9">
                  <c:v>5.3246049892438228</c:v>
                </c:pt>
                <c:pt idx="10">
                  <c:v>5.3246049892438228</c:v>
                </c:pt>
                <c:pt idx="11">
                  <c:v>5.3246049892438228</c:v>
                </c:pt>
                <c:pt idx="12">
                  <c:v>5.3246049892438228</c:v>
                </c:pt>
                <c:pt idx="13">
                  <c:v>5.3246049892438228</c:v>
                </c:pt>
                <c:pt idx="14">
                  <c:v>5.3246049892438228</c:v>
                </c:pt>
                <c:pt idx="15">
                  <c:v>5.3246049892438228</c:v>
                </c:pt>
                <c:pt idx="16">
                  <c:v>5.3246049892438228</c:v>
                </c:pt>
                <c:pt idx="17">
                  <c:v>5.3246049892438228</c:v>
                </c:pt>
                <c:pt idx="18">
                  <c:v>5.3246049892438228</c:v>
                </c:pt>
                <c:pt idx="19">
                  <c:v>5.3246049892438228</c:v>
                </c:pt>
                <c:pt idx="20">
                  <c:v>5.3246049892438228</c:v>
                </c:pt>
                <c:pt idx="21">
                  <c:v>5.3246049892438228</c:v>
                </c:pt>
                <c:pt idx="22">
                  <c:v>5.3246049892438228</c:v>
                </c:pt>
                <c:pt idx="23">
                  <c:v>5.3246049892438228</c:v>
                </c:pt>
                <c:pt idx="24">
                  <c:v>5.3246049892438228</c:v>
                </c:pt>
                <c:pt idx="25">
                  <c:v>5.3246049892438228</c:v>
                </c:pt>
                <c:pt idx="26">
                  <c:v>5.3246049892438228</c:v>
                </c:pt>
                <c:pt idx="27">
                  <c:v>5.3246049892438228</c:v>
                </c:pt>
                <c:pt idx="28">
                  <c:v>5.3246049892438228</c:v>
                </c:pt>
                <c:pt idx="29">
                  <c:v>5.3246049892438228</c:v>
                </c:pt>
                <c:pt idx="30">
                  <c:v>5.3246049892438228</c:v>
                </c:pt>
                <c:pt idx="31">
                  <c:v>5.3246049892438228</c:v>
                </c:pt>
                <c:pt idx="32">
                  <c:v>5.3246049892438228</c:v>
                </c:pt>
                <c:pt idx="33">
                  <c:v>5.3246049892438228</c:v>
                </c:pt>
                <c:pt idx="34">
                  <c:v>5.3246049892438228</c:v>
                </c:pt>
                <c:pt idx="35">
                  <c:v>5.3246049892438228</c:v>
                </c:pt>
                <c:pt idx="36">
                  <c:v>5.3246049892438228</c:v>
                </c:pt>
                <c:pt idx="37">
                  <c:v>5.3246049892438228</c:v>
                </c:pt>
                <c:pt idx="38">
                  <c:v>5.3246049892438228</c:v>
                </c:pt>
                <c:pt idx="39">
                  <c:v>5.3246049892438228</c:v>
                </c:pt>
                <c:pt idx="40">
                  <c:v>5.3246049892438228</c:v>
                </c:pt>
                <c:pt idx="41">
                  <c:v>5.3246049892438228</c:v>
                </c:pt>
                <c:pt idx="42">
                  <c:v>5.3246049892438228</c:v>
                </c:pt>
                <c:pt idx="43">
                  <c:v>5.3246049892438228</c:v>
                </c:pt>
                <c:pt idx="44">
                  <c:v>5.3246049892438228</c:v>
                </c:pt>
                <c:pt idx="45">
                  <c:v>5.3246049892438228</c:v>
                </c:pt>
                <c:pt idx="46">
                  <c:v>5.3246049892438228</c:v>
                </c:pt>
                <c:pt idx="47">
                  <c:v>5.3246049892438228</c:v>
                </c:pt>
                <c:pt idx="48">
                  <c:v>5.3246049892438228</c:v>
                </c:pt>
                <c:pt idx="49">
                  <c:v>5.3246049892438228</c:v>
                </c:pt>
                <c:pt idx="50">
                  <c:v>5.3246049892438228</c:v>
                </c:pt>
                <c:pt idx="51">
                  <c:v>5.3246049892438228</c:v>
                </c:pt>
                <c:pt idx="52">
                  <c:v>5.3246049892438228</c:v>
                </c:pt>
                <c:pt idx="53">
                  <c:v>5.3246049892438228</c:v>
                </c:pt>
                <c:pt idx="54">
                  <c:v>5.3246049892438228</c:v>
                </c:pt>
                <c:pt idx="55">
                  <c:v>5.3246049892438228</c:v>
                </c:pt>
                <c:pt idx="56">
                  <c:v>5.3246049892438228</c:v>
                </c:pt>
                <c:pt idx="57">
                  <c:v>5.3246049892438228</c:v>
                </c:pt>
                <c:pt idx="58">
                  <c:v>5.3246049892438228</c:v>
                </c:pt>
                <c:pt idx="59">
                  <c:v>5.3246049892438228</c:v>
                </c:pt>
                <c:pt idx="60">
                  <c:v>5.3246049892438228</c:v>
                </c:pt>
                <c:pt idx="61">
                  <c:v>5.3246049892438228</c:v>
                </c:pt>
                <c:pt idx="62">
                  <c:v>5.3246049892438228</c:v>
                </c:pt>
                <c:pt idx="63">
                  <c:v>5.3246049892438228</c:v>
                </c:pt>
                <c:pt idx="64">
                  <c:v>5.3246049892438228</c:v>
                </c:pt>
                <c:pt idx="65">
                  <c:v>5.3246049892438228</c:v>
                </c:pt>
                <c:pt idx="66">
                  <c:v>5.3246049892438228</c:v>
                </c:pt>
                <c:pt idx="67">
                  <c:v>5.3246049892438228</c:v>
                </c:pt>
                <c:pt idx="68">
                  <c:v>5.3246049892438228</c:v>
                </c:pt>
                <c:pt idx="69">
                  <c:v>5.3246049892438228</c:v>
                </c:pt>
                <c:pt idx="70">
                  <c:v>5.3246049892438228</c:v>
                </c:pt>
                <c:pt idx="71">
                  <c:v>5.3246049892438228</c:v>
                </c:pt>
                <c:pt idx="72">
                  <c:v>5.3246049892438228</c:v>
                </c:pt>
                <c:pt idx="73">
                  <c:v>5.3246049892438228</c:v>
                </c:pt>
                <c:pt idx="74">
                  <c:v>5.3246049892438228</c:v>
                </c:pt>
                <c:pt idx="75">
                  <c:v>5.3246049892438228</c:v>
                </c:pt>
                <c:pt idx="76">
                  <c:v>5.3246049892438228</c:v>
                </c:pt>
                <c:pt idx="77">
                  <c:v>5.3246049892438228</c:v>
                </c:pt>
                <c:pt idx="78">
                  <c:v>5.3246049892438228</c:v>
                </c:pt>
                <c:pt idx="79">
                  <c:v>5.3246049892438228</c:v>
                </c:pt>
                <c:pt idx="80">
                  <c:v>5.3246049892438228</c:v>
                </c:pt>
                <c:pt idx="81">
                  <c:v>5.3246049892438228</c:v>
                </c:pt>
                <c:pt idx="82">
                  <c:v>5.3246049892438228</c:v>
                </c:pt>
                <c:pt idx="83">
                  <c:v>5.3246049892438228</c:v>
                </c:pt>
                <c:pt idx="84">
                  <c:v>5.3246049892438228</c:v>
                </c:pt>
                <c:pt idx="85">
                  <c:v>5.3246049892438228</c:v>
                </c:pt>
                <c:pt idx="86">
                  <c:v>5.3246049892438228</c:v>
                </c:pt>
                <c:pt idx="87">
                  <c:v>5.3246049892438228</c:v>
                </c:pt>
                <c:pt idx="88">
                  <c:v>5.3246049892438228</c:v>
                </c:pt>
                <c:pt idx="89">
                  <c:v>5.3246049892438228</c:v>
                </c:pt>
                <c:pt idx="90">
                  <c:v>5.3246049892438228</c:v>
                </c:pt>
                <c:pt idx="91">
                  <c:v>5.3246049892438228</c:v>
                </c:pt>
                <c:pt idx="92">
                  <c:v>5.3246049892438228</c:v>
                </c:pt>
                <c:pt idx="93">
                  <c:v>5.3246049892438228</c:v>
                </c:pt>
                <c:pt idx="94">
                  <c:v>5.3246049892438228</c:v>
                </c:pt>
                <c:pt idx="95">
                  <c:v>5.3246049892438228</c:v>
                </c:pt>
                <c:pt idx="96">
                  <c:v>5.3246049892438228</c:v>
                </c:pt>
                <c:pt idx="97">
                  <c:v>5.3246049892438228</c:v>
                </c:pt>
                <c:pt idx="98">
                  <c:v>5.3246049892438228</c:v>
                </c:pt>
                <c:pt idx="99">
                  <c:v>5.3246049892438228</c:v>
                </c:pt>
                <c:pt idx="100">
                  <c:v>5.3246049892438228</c:v>
                </c:pt>
                <c:pt idx="101">
                  <c:v>5.3246049892438228</c:v>
                </c:pt>
                <c:pt idx="102">
                  <c:v>5.3246049892438228</c:v>
                </c:pt>
                <c:pt idx="103">
                  <c:v>5.3246049892438228</c:v>
                </c:pt>
                <c:pt idx="104">
                  <c:v>5.3246049892438228</c:v>
                </c:pt>
                <c:pt idx="105">
                  <c:v>5.3246049892438228</c:v>
                </c:pt>
                <c:pt idx="106">
                  <c:v>5.3246049892438228</c:v>
                </c:pt>
                <c:pt idx="107">
                  <c:v>5.3246049892438228</c:v>
                </c:pt>
                <c:pt idx="108">
                  <c:v>5.3246049892438228</c:v>
                </c:pt>
                <c:pt idx="109">
                  <c:v>5.3246049892438228</c:v>
                </c:pt>
                <c:pt idx="110">
                  <c:v>5.3246049892438228</c:v>
                </c:pt>
                <c:pt idx="111">
                  <c:v>5.3246049892438228</c:v>
                </c:pt>
                <c:pt idx="112">
                  <c:v>5.3246049892438228</c:v>
                </c:pt>
                <c:pt idx="113">
                  <c:v>5.3246049892438228</c:v>
                </c:pt>
                <c:pt idx="114">
                  <c:v>5.3246049892438228</c:v>
                </c:pt>
                <c:pt idx="115">
                  <c:v>5.3246049892438228</c:v>
                </c:pt>
                <c:pt idx="116">
                  <c:v>5.3246049892438228</c:v>
                </c:pt>
                <c:pt idx="117">
                  <c:v>5.3246049892438228</c:v>
                </c:pt>
                <c:pt idx="118">
                  <c:v>5.3246049892438228</c:v>
                </c:pt>
                <c:pt idx="119">
                  <c:v>5.3246049892438228</c:v>
                </c:pt>
                <c:pt idx="120">
                  <c:v>5.3246049892438228</c:v>
                </c:pt>
                <c:pt idx="121">
                  <c:v>5.3246049892438228</c:v>
                </c:pt>
              </c:numCache>
            </c:numRef>
          </c:val>
          <c:smooth val="0"/>
          <c:extLst>
            <c:ext xmlns:c16="http://schemas.microsoft.com/office/drawing/2014/chart" uri="{C3380CC4-5D6E-409C-BE32-E72D297353CC}">
              <c16:uniqueId val="{00000001-6F88-4950-A6DD-FB2352C15655}"/>
            </c:ext>
          </c:extLst>
        </c:ser>
        <c:ser>
          <c:idx val="2"/>
          <c:order val="2"/>
          <c:tx>
            <c:v>+1 std. dev.</c:v>
          </c:tx>
          <c:spPr>
            <a:ln w="19050">
              <a:solidFill>
                <a:srgbClr val="8EB3DF"/>
              </a:solidFill>
              <a:prstDash val="dash"/>
            </a:ln>
          </c:spPr>
          <c:marker>
            <c:symbol val="none"/>
          </c:marker>
          <c:cat>
            <c:numRef>
              <c:f>'E1'!$A$2:$A$123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'E1'!$D$2:$D$123</c:f>
              <c:numCache>
                <c:formatCode>0.00</c:formatCode>
                <c:ptCount val="122"/>
                <c:pt idx="0">
                  <c:v>7.1450946326462006</c:v>
                </c:pt>
                <c:pt idx="1">
                  <c:v>7.1450946326462006</c:v>
                </c:pt>
                <c:pt idx="2">
                  <c:v>7.1450946326462006</c:v>
                </c:pt>
                <c:pt idx="3">
                  <c:v>7.1450946326462006</c:v>
                </c:pt>
                <c:pt idx="4">
                  <c:v>7.1450946326462006</c:v>
                </c:pt>
                <c:pt idx="5">
                  <c:v>7.1450946326462006</c:v>
                </c:pt>
                <c:pt idx="6">
                  <c:v>7.1450946326462006</c:v>
                </c:pt>
                <c:pt idx="7">
                  <c:v>7.1450946326462006</c:v>
                </c:pt>
                <c:pt idx="8">
                  <c:v>7.1450946326462006</c:v>
                </c:pt>
                <c:pt idx="9">
                  <c:v>7.1450946326462006</c:v>
                </c:pt>
                <c:pt idx="10">
                  <c:v>7.1450946326462006</c:v>
                </c:pt>
                <c:pt idx="11">
                  <c:v>7.1450946326462006</c:v>
                </c:pt>
                <c:pt idx="12">
                  <c:v>7.1450946326462006</c:v>
                </c:pt>
                <c:pt idx="13">
                  <c:v>7.1450946326462006</c:v>
                </c:pt>
                <c:pt idx="14">
                  <c:v>7.1450946326462006</c:v>
                </c:pt>
                <c:pt idx="15">
                  <c:v>7.1450946326462006</c:v>
                </c:pt>
                <c:pt idx="16">
                  <c:v>7.1450946326462006</c:v>
                </c:pt>
                <c:pt idx="17">
                  <c:v>7.1450946326462006</c:v>
                </c:pt>
                <c:pt idx="18">
                  <c:v>7.1450946326462006</c:v>
                </c:pt>
                <c:pt idx="19">
                  <c:v>7.1450946326462006</c:v>
                </c:pt>
                <c:pt idx="20">
                  <c:v>7.1450946326462006</c:v>
                </c:pt>
                <c:pt idx="21">
                  <c:v>7.1450946326462006</c:v>
                </c:pt>
                <c:pt idx="22">
                  <c:v>7.1450946326462006</c:v>
                </c:pt>
                <c:pt idx="23">
                  <c:v>7.1450946326462006</c:v>
                </c:pt>
                <c:pt idx="24">
                  <c:v>7.1450946326462006</c:v>
                </c:pt>
                <c:pt idx="25">
                  <c:v>7.1450946326462006</c:v>
                </c:pt>
                <c:pt idx="26">
                  <c:v>7.1450946326462006</c:v>
                </c:pt>
                <c:pt idx="27">
                  <c:v>7.1450946326462006</c:v>
                </c:pt>
                <c:pt idx="28">
                  <c:v>7.1450946326462006</c:v>
                </c:pt>
                <c:pt idx="29">
                  <c:v>7.1450946326462006</c:v>
                </c:pt>
                <c:pt idx="30">
                  <c:v>7.1450946326462006</c:v>
                </c:pt>
                <c:pt idx="31">
                  <c:v>7.1450946326462006</c:v>
                </c:pt>
                <c:pt idx="32">
                  <c:v>7.1450946326462006</c:v>
                </c:pt>
                <c:pt idx="33">
                  <c:v>7.1450946326462006</c:v>
                </c:pt>
                <c:pt idx="34">
                  <c:v>7.1450946326462006</c:v>
                </c:pt>
                <c:pt idx="35">
                  <c:v>7.1450946326462006</c:v>
                </c:pt>
                <c:pt idx="36">
                  <c:v>7.1450946326462006</c:v>
                </c:pt>
                <c:pt idx="37">
                  <c:v>7.1450946326462006</c:v>
                </c:pt>
                <c:pt idx="38">
                  <c:v>7.1450946326462006</c:v>
                </c:pt>
                <c:pt idx="39">
                  <c:v>7.1450946326462006</c:v>
                </c:pt>
                <c:pt idx="40">
                  <c:v>7.1450946326462006</c:v>
                </c:pt>
                <c:pt idx="41">
                  <c:v>7.1450946326462006</c:v>
                </c:pt>
                <c:pt idx="42">
                  <c:v>7.1450946326462006</c:v>
                </c:pt>
                <c:pt idx="43">
                  <c:v>7.1450946326462006</c:v>
                </c:pt>
                <c:pt idx="44">
                  <c:v>7.1450946326462006</c:v>
                </c:pt>
                <c:pt idx="45">
                  <c:v>7.1450946326462006</c:v>
                </c:pt>
                <c:pt idx="46">
                  <c:v>7.1450946326462006</c:v>
                </c:pt>
                <c:pt idx="47">
                  <c:v>7.1450946326462006</c:v>
                </c:pt>
                <c:pt idx="48">
                  <c:v>7.1450946326462006</c:v>
                </c:pt>
                <c:pt idx="49">
                  <c:v>7.1450946326462006</c:v>
                </c:pt>
                <c:pt idx="50">
                  <c:v>7.1450946326462006</c:v>
                </c:pt>
                <c:pt idx="51">
                  <c:v>7.1450946326462006</c:v>
                </c:pt>
                <c:pt idx="52">
                  <c:v>7.1450946326462006</c:v>
                </c:pt>
                <c:pt idx="53">
                  <c:v>7.1450946326462006</c:v>
                </c:pt>
                <c:pt idx="54">
                  <c:v>7.1450946326462006</c:v>
                </c:pt>
                <c:pt idx="55">
                  <c:v>7.1450946326462006</c:v>
                </c:pt>
                <c:pt idx="56">
                  <c:v>7.1450946326462006</c:v>
                </c:pt>
                <c:pt idx="57">
                  <c:v>7.1450946326462006</c:v>
                </c:pt>
                <c:pt idx="58">
                  <c:v>7.1450946326462006</c:v>
                </c:pt>
                <c:pt idx="59">
                  <c:v>7.1450946326462006</c:v>
                </c:pt>
                <c:pt idx="60">
                  <c:v>7.1450946326462006</c:v>
                </c:pt>
                <c:pt idx="61">
                  <c:v>7.1450946326462006</c:v>
                </c:pt>
                <c:pt idx="62">
                  <c:v>7.1450946326462006</c:v>
                </c:pt>
                <c:pt idx="63">
                  <c:v>7.1450946326462006</c:v>
                </c:pt>
                <c:pt idx="64">
                  <c:v>7.1450946326462006</c:v>
                </c:pt>
                <c:pt idx="65">
                  <c:v>7.1450946326462006</c:v>
                </c:pt>
                <c:pt idx="66">
                  <c:v>7.1450946326462006</c:v>
                </c:pt>
                <c:pt idx="67">
                  <c:v>7.1450946326462006</c:v>
                </c:pt>
                <c:pt idx="68">
                  <c:v>7.1450946326462006</c:v>
                </c:pt>
                <c:pt idx="69">
                  <c:v>7.1450946326462006</c:v>
                </c:pt>
                <c:pt idx="70">
                  <c:v>7.1450946326462006</c:v>
                </c:pt>
                <c:pt idx="71">
                  <c:v>7.1450946326462006</c:v>
                </c:pt>
                <c:pt idx="72">
                  <c:v>7.1450946326462006</c:v>
                </c:pt>
                <c:pt idx="73">
                  <c:v>7.1450946326462006</c:v>
                </c:pt>
                <c:pt idx="74">
                  <c:v>7.1450946326462006</c:v>
                </c:pt>
                <c:pt idx="75">
                  <c:v>7.1450946326462006</c:v>
                </c:pt>
                <c:pt idx="76">
                  <c:v>7.1450946326462006</c:v>
                </c:pt>
                <c:pt idx="77">
                  <c:v>7.1450946326462006</c:v>
                </c:pt>
                <c:pt idx="78">
                  <c:v>7.1450946326462006</c:v>
                </c:pt>
                <c:pt idx="79">
                  <c:v>7.1450946326462006</c:v>
                </c:pt>
                <c:pt idx="80">
                  <c:v>7.1450946326462006</c:v>
                </c:pt>
                <c:pt idx="81">
                  <c:v>7.1450946326462006</c:v>
                </c:pt>
                <c:pt idx="82">
                  <c:v>7.1450946326462006</c:v>
                </c:pt>
                <c:pt idx="83">
                  <c:v>7.1450946326462006</c:v>
                </c:pt>
                <c:pt idx="84">
                  <c:v>7.1450946326462006</c:v>
                </c:pt>
                <c:pt idx="85">
                  <c:v>7.1450946326462006</c:v>
                </c:pt>
                <c:pt idx="86">
                  <c:v>7.1450946326462006</c:v>
                </c:pt>
                <c:pt idx="87">
                  <c:v>7.1450946326462006</c:v>
                </c:pt>
                <c:pt idx="88">
                  <c:v>7.1450946326462006</c:v>
                </c:pt>
                <c:pt idx="89">
                  <c:v>7.1450946326462006</c:v>
                </c:pt>
                <c:pt idx="90">
                  <c:v>7.1450946326462006</c:v>
                </c:pt>
                <c:pt idx="91">
                  <c:v>7.1450946326462006</c:v>
                </c:pt>
                <c:pt idx="92">
                  <c:v>7.1450946326462006</c:v>
                </c:pt>
                <c:pt idx="93">
                  <c:v>7.1450946326462006</c:v>
                </c:pt>
                <c:pt idx="94">
                  <c:v>7.1450946326462006</c:v>
                </c:pt>
                <c:pt idx="95">
                  <c:v>7.1450946326462006</c:v>
                </c:pt>
                <c:pt idx="96">
                  <c:v>7.1450946326462006</c:v>
                </c:pt>
                <c:pt idx="97">
                  <c:v>7.1450946326462006</c:v>
                </c:pt>
                <c:pt idx="98">
                  <c:v>7.1450946326462006</c:v>
                </c:pt>
                <c:pt idx="99">
                  <c:v>7.1450946326462006</c:v>
                </c:pt>
                <c:pt idx="100">
                  <c:v>7.1450946326462006</c:v>
                </c:pt>
                <c:pt idx="101">
                  <c:v>7.1450946326462006</c:v>
                </c:pt>
                <c:pt idx="102">
                  <c:v>7.1450946326462006</c:v>
                </c:pt>
                <c:pt idx="103">
                  <c:v>7.1450946326462006</c:v>
                </c:pt>
                <c:pt idx="104">
                  <c:v>7.1450946326462006</c:v>
                </c:pt>
                <c:pt idx="105">
                  <c:v>7.1450946326462006</c:v>
                </c:pt>
                <c:pt idx="106">
                  <c:v>7.1450946326462006</c:v>
                </c:pt>
                <c:pt idx="107">
                  <c:v>7.1450946326462006</c:v>
                </c:pt>
                <c:pt idx="108">
                  <c:v>7.1450946326462006</c:v>
                </c:pt>
                <c:pt idx="109">
                  <c:v>7.1450946326462006</c:v>
                </c:pt>
                <c:pt idx="110">
                  <c:v>7.1450946326462006</c:v>
                </c:pt>
                <c:pt idx="111">
                  <c:v>7.1450946326462006</c:v>
                </c:pt>
                <c:pt idx="112">
                  <c:v>7.1450946326462006</c:v>
                </c:pt>
                <c:pt idx="113">
                  <c:v>7.1450946326462006</c:v>
                </c:pt>
                <c:pt idx="114">
                  <c:v>7.1450946326462006</c:v>
                </c:pt>
                <c:pt idx="115">
                  <c:v>7.1450946326462006</c:v>
                </c:pt>
                <c:pt idx="116">
                  <c:v>7.1450946326462006</c:v>
                </c:pt>
                <c:pt idx="117">
                  <c:v>7.1450946326462006</c:v>
                </c:pt>
                <c:pt idx="118">
                  <c:v>7.1450946326462006</c:v>
                </c:pt>
                <c:pt idx="119">
                  <c:v>7.1450946326462006</c:v>
                </c:pt>
                <c:pt idx="120">
                  <c:v>7.1450946326462006</c:v>
                </c:pt>
                <c:pt idx="121">
                  <c:v>7.1450946326462006</c:v>
                </c:pt>
              </c:numCache>
            </c:numRef>
          </c:val>
          <c:smooth val="0"/>
          <c:extLst>
            <c:ext xmlns:c16="http://schemas.microsoft.com/office/drawing/2014/chart" uri="{C3380CC4-5D6E-409C-BE32-E72D297353CC}">
              <c16:uniqueId val="{00000002-6F88-4950-A6DD-FB2352C15655}"/>
            </c:ext>
          </c:extLst>
        </c:ser>
        <c:ser>
          <c:idx val="3"/>
          <c:order val="3"/>
          <c:tx>
            <c:v>±1 std. dev.</c:v>
          </c:tx>
          <c:spPr>
            <a:ln w="19050">
              <a:solidFill>
                <a:srgbClr val="8EB3DF"/>
              </a:solidFill>
              <a:prstDash val="dash"/>
            </a:ln>
          </c:spPr>
          <c:marker>
            <c:symbol val="none"/>
          </c:marker>
          <c:cat>
            <c:numRef>
              <c:f>'E1'!$A$2:$A$123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'E1'!$E$2:$E$123</c:f>
              <c:numCache>
                <c:formatCode>0.00</c:formatCode>
                <c:ptCount val="122"/>
                <c:pt idx="0">
                  <c:v>3.504115345841444</c:v>
                </c:pt>
                <c:pt idx="1">
                  <c:v>3.504115345841444</c:v>
                </c:pt>
                <c:pt idx="2">
                  <c:v>3.504115345841444</c:v>
                </c:pt>
                <c:pt idx="3">
                  <c:v>3.504115345841444</c:v>
                </c:pt>
                <c:pt idx="4">
                  <c:v>3.504115345841444</c:v>
                </c:pt>
                <c:pt idx="5">
                  <c:v>3.504115345841444</c:v>
                </c:pt>
                <c:pt idx="6">
                  <c:v>3.504115345841444</c:v>
                </c:pt>
                <c:pt idx="7">
                  <c:v>3.504115345841444</c:v>
                </c:pt>
                <c:pt idx="8">
                  <c:v>3.504115345841444</c:v>
                </c:pt>
                <c:pt idx="9">
                  <c:v>3.504115345841444</c:v>
                </c:pt>
                <c:pt idx="10">
                  <c:v>3.504115345841444</c:v>
                </c:pt>
                <c:pt idx="11">
                  <c:v>3.504115345841444</c:v>
                </c:pt>
                <c:pt idx="12">
                  <c:v>3.504115345841444</c:v>
                </c:pt>
                <c:pt idx="13">
                  <c:v>3.504115345841444</c:v>
                </c:pt>
                <c:pt idx="14">
                  <c:v>3.504115345841444</c:v>
                </c:pt>
                <c:pt idx="15">
                  <c:v>3.504115345841444</c:v>
                </c:pt>
                <c:pt idx="16">
                  <c:v>3.504115345841444</c:v>
                </c:pt>
                <c:pt idx="17">
                  <c:v>3.504115345841444</c:v>
                </c:pt>
                <c:pt idx="18">
                  <c:v>3.504115345841444</c:v>
                </c:pt>
                <c:pt idx="19">
                  <c:v>3.504115345841444</c:v>
                </c:pt>
                <c:pt idx="20">
                  <c:v>3.504115345841444</c:v>
                </c:pt>
                <c:pt idx="21">
                  <c:v>3.504115345841444</c:v>
                </c:pt>
                <c:pt idx="22">
                  <c:v>3.504115345841444</c:v>
                </c:pt>
                <c:pt idx="23">
                  <c:v>3.504115345841444</c:v>
                </c:pt>
                <c:pt idx="24">
                  <c:v>3.504115345841444</c:v>
                </c:pt>
                <c:pt idx="25">
                  <c:v>3.504115345841444</c:v>
                </c:pt>
                <c:pt idx="26">
                  <c:v>3.504115345841444</c:v>
                </c:pt>
                <c:pt idx="27">
                  <c:v>3.504115345841444</c:v>
                </c:pt>
                <c:pt idx="28">
                  <c:v>3.504115345841444</c:v>
                </c:pt>
                <c:pt idx="29">
                  <c:v>3.504115345841444</c:v>
                </c:pt>
                <c:pt idx="30">
                  <c:v>3.504115345841444</c:v>
                </c:pt>
                <c:pt idx="31">
                  <c:v>3.504115345841444</c:v>
                </c:pt>
                <c:pt idx="32">
                  <c:v>3.504115345841444</c:v>
                </c:pt>
                <c:pt idx="33">
                  <c:v>3.504115345841444</c:v>
                </c:pt>
                <c:pt idx="34">
                  <c:v>3.504115345841444</c:v>
                </c:pt>
                <c:pt idx="35">
                  <c:v>3.504115345841444</c:v>
                </c:pt>
                <c:pt idx="36">
                  <c:v>3.504115345841444</c:v>
                </c:pt>
                <c:pt idx="37">
                  <c:v>3.504115345841444</c:v>
                </c:pt>
                <c:pt idx="38">
                  <c:v>3.504115345841444</c:v>
                </c:pt>
                <c:pt idx="39">
                  <c:v>3.504115345841444</c:v>
                </c:pt>
                <c:pt idx="40">
                  <c:v>3.504115345841444</c:v>
                </c:pt>
                <c:pt idx="41">
                  <c:v>3.504115345841444</c:v>
                </c:pt>
                <c:pt idx="42">
                  <c:v>3.504115345841444</c:v>
                </c:pt>
                <c:pt idx="43">
                  <c:v>3.504115345841444</c:v>
                </c:pt>
                <c:pt idx="44">
                  <c:v>3.504115345841444</c:v>
                </c:pt>
                <c:pt idx="45">
                  <c:v>3.504115345841444</c:v>
                </c:pt>
                <c:pt idx="46">
                  <c:v>3.504115345841444</c:v>
                </c:pt>
                <c:pt idx="47">
                  <c:v>3.504115345841444</c:v>
                </c:pt>
                <c:pt idx="48">
                  <c:v>3.504115345841444</c:v>
                </c:pt>
                <c:pt idx="49">
                  <c:v>3.504115345841444</c:v>
                </c:pt>
                <c:pt idx="50">
                  <c:v>3.504115345841444</c:v>
                </c:pt>
                <c:pt idx="51">
                  <c:v>3.504115345841444</c:v>
                </c:pt>
                <c:pt idx="52">
                  <c:v>3.504115345841444</c:v>
                </c:pt>
                <c:pt idx="53">
                  <c:v>3.504115345841444</c:v>
                </c:pt>
                <c:pt idx="54">
                  <c:v>3.504115345841444</c:v>
                </c:pt>
                <c:pt idx="55">
                  <c:v>3.504115345841444</c:v>
                </c:pt>
                <c:pt idx="56">
                  <c:v>3.504115345841444</c:v>
                </c:pt>
                <c:pt idx="57">
                  <c:v>3.504115345841444</c:v>
                </c:pt>
                <c:pt idx="58">
                  <c:v>3.504115345841444</c:v>
                </c:pt>
                <c:pt idx="59">
                  <c:v>3.504115345841444</c:v>
                </c:pt>
                <c:pt idx="60">
                  <c:v>3.504115345841444</c:v>
                </c:pt>
                <c:pt idx="61">
                  <c:v>3.504115345841444</c:v>
                </c:pt>
                <c:pt idx="62">
                  <c:v>3.504115345841444</c:v>
                </c:pt>
                <c:pt idx="63">
                  <c:v>3.504115345841444</c:v>
                </c:pt>
                <c:pt idx="64">
                  <c:v>3.504115345841444</c:v>
                </c:pt>
                <c:pt idx="65">
                  <c:v>3.504115345841444</c:v>
                </c:pt>
                <c:pt idx="66">
                  <c:v>3.504115345841444</c:v>
                </c:pt>
                <c:pt idx="67">
                  <c:v>3.504115345841444</c:v>
                </c:pt>
                <c:pt idx="68">
                  <c:v>3.504115345841444</c:v>
                </c:pt>
                <c:pt idx="69">
                  <c:v>3.504115345841444</c:v>
                </c:pt>
                <c:pt idx="70">
                  <c:v>3.504115345841444</c:v>
                </c:pt>
                <c:pt idx="71">
                  <c:v>3.504115345841444</c:v>
                </c:pt>
                <c:pt idx="72">
                  <c:v>3.504115345841444</c:v>
                </c:pt>
                <c:pt idx="73">
                  <c:v>3.504115345841444</c:v>
                </c:pt>
                <c:pt idx="74">
                  <c:v>3.504115345841444</c:v>
                </c:pt>
                <c:pt idx="75">
                  <c:v>3.504115345841444</c:v>
                </c:pt>
                <c:pt idx="76">
                  <c:v>3.504115345841444</c:v>
                </c:pt>
                <c:pt idx="77">
                  <c:v>3.504115345841444</c:v>
                </c:pt>
                <c:pt idx="78">
                  <c:v>3.504115345841444</c:v>
                </c:pt>
                <c:pt idx="79">
                  <c:v>3.504115345841444</c:v>
                </c:pt>
                <c:pt idx="80">
                  <c:v>3.504115345841444</c:v>
                </c:pt>
                <c:pt idx="81">
                  <c:v>3.504115345841444</c:v>
                </c:pt>
                <c:pt idx="82">
                  <c:v>3.504115345841444</c:v>
                </c:pt>
                <c:pt idx="83">
                  <c:v>3.504115345841444</c:v>
                </c:pt>
                <c:pt idx="84">
                  <c:v>3.504115345841444</c:v>
                </c:pt>
                <c:pt idx="85">
                  <c:v>3.504115345841444</c:v>
                </c:pt>
                <c:pt idx="86">
                  <c:v>3.504115345841444</c:v>
                </c:pt>
                <c:pt idx="87">
                  <c:v>3.504115345841444</c:v>
                </c:pt>
                <c:pt idx="88">
                  <c:v>3.504115345841444</c:v>
                </c:pt>
                <c:pt idx="89">
                  <c:v>3.504115345841444</c:v>
                </c:pt>
                <c:pt idx="90">
                  <c:v>3.504115345841444</c:v>
                </c:pt>
                <c:pt idx="91">
                  <c:v>3.504115345841444</c:v>
                </c:pt>
                <c:pt idx="92">
                  <c:v>3.504115345841444</c:v>
                </c:pt>
                <c:pt idx="93">
                  <c:v>3.504115345841444</c:v>
                </c:pt>
                <c:pt idx="94">
                  <c:v>3.504115345841444</c:v>
                </c:pt>
                <c:pt idx="95">
                  <c:v>3.504115345841444</c:v>
                </c:pt>
                <c:pt idx="96">
                  <c:v>3.504115345841444</c:v>
                </c:pt>
                <c:pt idx="97">
                  <c:v>3.504115345841444</c:v>
                </c:pt>
                <c:pt idx="98">
                  <c:v>3.504115345841444</c:v>
                </c:pt>
                <c:pt idx="99">
                  <c:v>3.504115345841444</c:v>
                </c:pt>
                <c:pt idx="100">
                  <c:v>3.504115345841444</c:v>
                </c:pt>
                <c:pt idx="101">
                  <c:v>3.504115345841444</c:v>
                </c:pt>
                <c:pt idx="102">
                  <c:v>3.504115345841444</c:v>
                </c:pt>
                <c:pt idx="103">
                  <c:v>3.504115345841444</c:v>
                </c:pt>
                <c:pt idx="104">
                  <c:v>3.504115345841444</c:v>
                </c:pt>
                <c:pt idx="105">
                  <c:v>3.504115345841444</c:v>
                </c:pt>
                <c:pt idx="106">
                  <c:v>3.504115345841444</c:v>
                </c:pt>
                <c:pt idx="107">
                  <c:v>3.504115345841444</c:v>
                </c:pt>
                <c:pt idx="108">
                  <c:v>3.504115345841444</c:v>
                </c:pt>
                <c:pt idx="109">
                  <c:v>3.504115345841444</c:v>
                </c:pt>
                <c:pt idx="110">
                  <c:v>3.504115345841444</c:v>
                </c:pt>
                <c:pt idx="111">
                  <c:v>3.504115345841444</c:v>
                </c:pt>
                <c:pt idx="112">
                  <c:v>3.504115345841444</c:v>
                </c:pt>
                <c:pt idx="113">
                  <c:v>3.504115345841444</c:v>
                </c:pt>
                <c:pt idx="114">
                  <c:v>3.504115345841444</c:v>
                </c:pt>
                <c:pt idx="115">
                  <c:v>3.504115345841444</c:v>
                </c:pt>
                <c:pt idx="116">
                  <c:v>3.504115345841444</c:v>
                </c:pt>
                <c:pt idx="117">
                  <c:v>3.504115345841444</c:v>
                </c:pt>
                <c:pt idx="118">
                  <c:v>3.504115345841444</c:v>
                </c:pt>
                <c:pt idx="119">
                  <c:v>3.504115345841444</c:v>
                </c:pt>
                <c:pt idx="120">
                  <c:v>3.504115345841444</c:v>
                </c:pt>
                <c:pt idx="121">
                  <c:v>3.504115345841444</c:v>
                </c:pt>
              </c:numCache>
            </c:numRef>
          </c:val>
          <c:smooth val="0"/>
          <c:extLst>
            <c:ext xmlns:c16="http://schemas.microsoft.com/office/drawing/2014/chart" uri="{C3380CC4-5D6E-409C-BE32-E72D297353CC}">
              <c16:uniqueId val="{00000003-6F88-4950-A6DD-FB2352C15655}"/>
            </c:ext>
          </c:extLst>
        </c:ser>
        <c:dLbls>
          <c:showLegendKey val="0"/>
          <c:showVal val="0"/>
          <c:showCatName val="0"/>
          <c:showSerName val="0"/>
          <c:showPercent val="0"/>
          <c:showBubbleSize val="0"/>
        </c:dLbls>
        <c:smooth val="0"/>
        <c:axId val="50010001"/>
        <c:axId val="50010002"/>
      </c:lineChart>
      <c:dateAx>
        <c:axId val="5001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10002"/>
        <c:crosses val="min"/>
        <c:auto val="1"/>
        <c:lblOffset val="100"/>
        <c:baseTimeUnit val="days"/>
        <c:majorUnit val="1"/>
        <c:majorTimeUnit val="years"/>
      </c:dateAx>
      <c:valAx>
        <c:axId val="50010002"/>
        <c:scaling>
          <c:orientation val="minMax"/>
          <c:max val="12"/>
          <c:min val="0"/>
        </c:scaling>
        <c:delete val="0"/>
        <c:axPos val="l"/>
        <c:majorGridlines>
          <c:spPr>
            <a:ln w="6350">
              <a:solidFill>
                <a:srgbClr val="D9D9D9"/>
              </a:solidFill>
              <a:prstDash val="dash"/>
            </a:ln>
          </c:spPr>
        </c:majorGridlines>
        <c:numFmt formatCode="0&quot;.0%&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10001"/>
        <c:crosses val="autoZero"/>
        <c:crossBetween val="between"/>
        <c:majorUnit val="2"/>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54022961513107"/>
          <c:y val="0.271015192224135"/>
          <c:w val="0.67860790594036313"/>
          <c:h val="0.54397485739476092"/>
        </c:manualLayout>
      </c:layout>
      <c:lineChart>
        <c:grouping val="standard"/>
        <c:varyColors val="0"/>
        <c:ser>
          <c:idx val="0"/>
          <c:order val="0"/>
          <c:tx>
            <c:v>ERP</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4-9D03-493B-8672-B43BCEFB61E5}"/>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5.4%</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9D03-493B-8672-B43BCEFB61E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'E2'!$A$2:$A$123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'E2'!$B$2:$B$123</c:f>
              <c:numCache>
                <c:formatCode>0.00</c:formatCode>
                <c:ptCount val="122"/>
                <c:pt idx="0">
                  <c:v>3.5523525223556249</c:v>
                </c:pt>
                <c:pt idx="1">
                  <c:v>4.6766797651011229</c:v>
                </c:pt>
                <c:pt idx="2">
                  <c:v>5.2528124120714406</c:v>
                </c:pt>
                <c:pt idx="3">
                  <c:v>4.5433268757068834</c:v>
                </c:pt>
                <c:pt idx="4">
                  <c:v>4.472224002086338</c:v>
                </c:pt>
                <c:pt idx="5">
                  <c:v>5.2804199489051493</c:v>
                </c:pt>
                <c:pt idx="6">
                  <c:v>5.1325213359404067</c:v>
                </c:pt>
                <c:pt idx="7">
                  <c:v>5.8228740739019358</c:v>
                </c:pt>
                <c:pt idx="8">
                  <c:v>5.7076863193775278</c:v>
                </c:pt>
                <c:pt idx="9">
                  <c:v>6.1357743839658747</c:v>
                </c:pt>
                <c:pt idx="10">
                  <c:v>5.396897363715615</c:v>
                </c:pt>
                <c:pt idx="11">
                  <c:v>5.0205883732927239</c:v>
                </c:pt>
                <c:pt idx="12">
                  <c:v>5.2198744065076266</c:v>
                </c:pt>
                <c:pt idx="13">
                  <c:v>5.438728291768542</c:v>
                </c:pt>
                <c:pt idx="14">
                  <c:v>5.2225141362169278</c:v>
                </c:pt>
                <c:pt idx="15">
                  <c:v>4.1240849191961164</c:v>
                </c:pt>
                <c:pt idx="16">
                  <c:v>4.636701120368758</c:v>
                </c:pt>
                <c:pt idx="17">
                  <c:v>4.9088199720454062</c:v>
                </c:pt>
                <c:pt idx="18">
                  <c:v>5.4057084769160211</c:v>
                </c:pt>
                <c:pt idx="19">
                  <c:v>6.6582394253550587</c:v>
                </c:pt>
                <c:pt idx="20">
                  <c:v>6.996013771895619</c:v>
                </c:pt>
                <c:pt idx="21">
                  <c:v>5.8168168053345326</c:v>
                </c:pt>
                <c:pt idx="22">
                  <c:v>6.5476964036214138</c:v>
                </c:pt>
                <c:pt idx="23">
                  <c:v>6.3579861608302526</c:v>
                </c:pt>
                <c:pt idx="24">
                  <c:v>5.4588037437671666</c:v>
                </c:pt>
                <c:pt idx="25">
                  <c:v>4.7004984447836566</c:v>
                </c:pt>
                <c:pt idx="26">
                  <c:v>5.3076910921079996</c:v>
                </c:pt>
                <c:pt idx="27">
                  <c:v>4.6181347606453782</c:v>
                </c:pt>
                <c:pt idx="28">
                  <c:v>4.7223478604360718</c:v>
                </c:pt>
                <c:pt idx="29">
                  <c:v>5.1431996737993142</c:v>
                </c:pt>
                <c:pt idx="30">
                  <c:v>5.4045529269562564</c:v>
                </c:pt>
                <c:pt idx="31">
                  <c:v>5.4876599203387384</c:v>
                </c:pt>
                <c:pt idx="32">
                  <c:v>5.7813947169347344</c:v>
                </c:pt>
                <c:pt idx="33">
                  <c:v>6.2227056954735573</c:v>
                </c:pt>
                <c:pt idx="34">
                  <c:v>6.271015263719554</c:v>
                </c:pt>
                <c:pt idx="35">
                  <c:v>6.5386087626629923</c:v>
                </c:pt>
                <c:pt idx="36">
                  <c:v>6.8561561996945519</c:v>
                </c:pt>
                <c:pt idx="37">
                  <c:v>6.7243424159576373</c:v>
                </c:pt>
                <c:pt idx="38">
                  <c:v>6.3038814894611424</c:v>
                </c:pt>
                <c:pt idx="39">
                  <c:v>6.772815692749881</c:v>
                </c:pt>
                <c:pt idx="40">
                  <c:v>7.3945174821709534</c:v>
                </c:pt>
                <c:pt idx="41">
                  <c:v>10.995293435359329</c:v>
                </c:pt>
                <c:pt idx="42">
                  <c:v>10.20073016901209</c:v>
                </c:pt>
                <c:pt idx="43">
                  <c:v>9.897181324302009</c:v>
                </c:pt>
                <c:pt idx="44">
                  <c:v>7.6521956610123221</c:v>
                </c:pt>
                <c:pt idx="45">
                  <c:v>7.0320406546671599</c:v>
                </c:pt>
                <c:pt idx="46">
                  <c:v>7.5800485917133971</c:v>
                </c:pt>
                <c:pt idx="47">
                  <c:v>8.2981414778124787</c:v>
                </c:pt>
                <c:pt idx="48">
                  <c:v>8.3695593533793762</c:v>
                </c:pt>
                <c:pt idx="49">
                  <c:v>7.2226977550095048</c:v>
                </c:pt>
                <c:pt idx="50">
                  <c:v>6.7886686453081433</c:v>
                </c:pt>
                <c:pt idx="51">
                  <c:v>7.1380278297508939</c:v>
                </c:pt>
                <c:pt idx="52">
                  <c:v>7.9319543564518522</c:v>
                </c:pt>
                <c:pt idx="53">
                  <c:v>6.7158400390162454</c:v>
                </c:pt>
                <c:pt idx="54">
                  <c:v>7.2351755522314054</c:v>
                </c:pt>
                <c:pt idx="55">
                  <c:v>6.4019281353808148</c:v>
                </c:pt>
                <c:pt idx="56">
                  <c:v>6.3630962279173948</c:v>
                </c:pt>
                <c:pt idx="57">
                  <c:v>6.7121936642777698</c:v>
                </c:pt>
                <c:pt idx="58">
                  <c:v>6.6171752125592569</c:v>
                </c:pt>
                <c:pt idx="59">
                  <c:v>6.8762641354718488</c:v>
                </c:pt>
                <c:pt idx="60">
                  <c:v>6.9865274998656579</c:v>
                </c:pt>
                <c:pt idx="61">
                  <c:v>7.692657841842987</c:v>
                </c:pt>
                <c:pt idx="62">
                  <c:v>8.2157857928691271</c:v>
                </c:pt>
                <c:pt idx="63">
                  <c:v>6.1876100664138054</c:v>
                </c:pt>
                <c:pt idx="64">
                  <c:v>6.564332023680322</c:v>
                </c:pt>
                <c:pt idx="65">
                  <c:v>6.0927387590050168</c:v>
                </c:pt>
                <c:pt idx="66">
                  <c:v>7.6917555303937544</c:v>
                </c:pt>
                <c:pt idx="67">
                  <c:v>7.21432087212093</c:v>
                </c:pt>
                <c:pt idx="68">
                  <c:v>9.2413738012342641</c:v>
                </c:pt>
                <c:pt idx="69">
                  <c:v>8.6186727451400458</c:v>
                </c:pt>
                <c:pt idx="70">
                  <c:v>8.0846077179362563</c:v>
                </c:pt>
                <c:pt idx="71">
                  <c:v>7.9581727392944419</c:v>
                </c:pt>
                <c:pt idx="72">
                  <c:v>7.2245586093657526</c:v>
                </c:pt>
                <c:pt idx="73">
                  <c:v>8.9106178546057606</c:v>
                </c:pt>
                <c:pt idx="74">
                  <c:v>9.0645873723649899</c:v>
                </c:pt>
                <c:pt idx="75">
                  <c:v>8.7266666195586797</c:v>
                </c:pt>
                <c:pt idx="76">
                  <c:v>9.690167372160797</c:v>
                </c:pt>
                <c:pt idx="77">
                  <c:v>10.27137554047667</c:v>
                </c:pt>
                <c:pt idx="78">
                  <c:v>9.4240779722812746</c:v>
                </c:pt>
                <c:pt idx="79">
                  <c:v>8.946656401125189</c:v>
                </c:pt>
                <c:pt idx="80">
                  <c:v>8.2450418088280717</c:v>
                </c:pt>
                <c:pt idx="81">
                  <c:v>8.263140737463079</c:v>
                </c:pt>
                <c:pt idx="82">
                  <c:v>9.025667173166223</c:v>
                </c:pt>
                <c:pt idx="83">
                  <c:v>9.2479198047957922</c:v>
                </c:pt>
                <c:pt idx="84">
                  <c:v>9.7435158659285328</c:v>
                </c:pt>
                <c:pt idx="85">
                  <c:v>7.7457810227443469</c:v>
                </c:pt>
                <c:pt idx="86">
                  <c:v>7.4204501978274724</c:v>
                </c:pt>
                <c:pt idx="87">
                  <c:v>7.9073692921361687</c:v>
                </c:pt>
                <c:pt idx="88">
                  <c:v>7.7911574820467466</c:v>
                </c:pt>
                <c:pt idx="89">
                  <c:v>7.6756241809211776</c:v>
                </c:pt>
                <c:pt idx="90">
                  <c:v>8.4270454574738416</c:v>
                </c:pt>
                <c:pt idx="91">
                  <c:v>8.9667263690501979</c:v>
                </c:pt>
                <c:pt idx="92">
                  <c:v>8.7292971648036115</c:v>
                </c:pt>
                <c:pt idx="93">
                  <c:v>8.6643182587630836</c:v>
                </c:pt>
                <c:pt idx="94">
                  <c:v>7.233404485400369</c:v>
                </c:pt>
                <c:pt idx="95">
                  <c:v>7.8357449273907251</c:v>
                </c:pt>
                <c:pt idx="96">
                  <c:v>8.1548409455439543</c:v>
                </c:pt>
                <c:pt idx="97">
                  <c:v>9.6402140022471343</c:v>
                </c:pt>
                <c:pt idx="98">
                  <c:v>9.5909164400874296</c:v>
                </c:pt>
                <c:pt idx="99">
                  <c:v>7.9262475435192759</c:v>
                </c:pt>
                <c:pt idx="100">
                  <c:v>8.5688557517548247</c:v>
                </c:pt>
                <c:pt idx="101">
                  <c:v>7.5919255755577941</c:v>
                </c:pt>
                <c:pt idx="102">
                  <c:v>6.5498708424447534</c:v>
                </c:pt>
                <c:pt idx="103">
                  <c:v>6.4755988043108959</c:v>
                </c:pt>
                <c:pt idx="104">
                  <c:v>6.2247247962776227</c:v>
                </c:pt>
                <c:pt idx="105">
                  <c:v>7.0664658510578029</c:v>
                </c:pt>
                <c:pt idx="106">
                  <c:v>5.9541105632142699</c:v>
                </c:pt>
                <c:pt idx="107">
                  <c:v>5.4680108379650978</c:v>
                </c:pt>
                <c:pt idx="108">
                  <c:v>5.605181478870243</c:v>
                </c:pt>
                <c:pt idx="109">
                  <c:v>5.0096611513071174</c:v>
                </c:pt>
                <c:pt idx="110">
                  <c:v>5.5065461185663898</c:v>
                </c:pt>
                <c:pt idx="111">
                  <c:v>3.958956012389756</c:v>
                </c:pt>
                <c:pt idx="112">
                  <c:v>3.8743448178758659</c:v>
                </c:pt>
                <c:pt idx="113">
                  <c:v>4.4660663310371369</c:v>
                </c:pt>
                <c:pt idx="114">
                  <c:v>4.7887731888603966</c:v>
                </c:pt>
                <c:pt idx="115">
                  <c:v>5.4749198170502682</c:v>
                </c:pt>
                <c:pt idx="116">
                  <c:v>5.0403895189370331</c:v>
                </c:pt>
                <c:pt idx="117">
                  <c:v>4.7178745708478864</c:v>
                </c:pt>
                <c:pt idx="118">
                  <c:v>5.4149164458122208</c:v>
                </c:pt>
                <c:pt idx="119">
                  <c:v>4.7562972701085933</c:v>
                </c:pt>
                <c:pt idx="120">
                  <c:v>3.3868641223703801</c:v>
                </c:pt>
                <c:pt idx="121">
                  <c:v>5.3715003205560334</c:v>
                </c:pt>
              </c:numCache>
            </c:numRef>
          </c:val>
          <c:smooth val="0"/>
          <c:extLst>
            <c:ext xmlns:c16="http://schemas.microsoft.com/office/drawing/2014/chart" uri="{C3380CC4-5D6E-409C-BE32-E72D297353CC}">
              <c16:uniqueId val="{00000000-9D03-493B-8672-B43BCEFB61E5}"/>
            </c:ext>
          </c:extLst>
        </c:ser>
        <c:ser>
          <c:idx val="1"/>
          <c:order val="1"/>
          <c:tx>
            <c:v>10y avg.</c:v>
          </c:tx>
          <c:spPr>
            <a:ln w="19050">
              <a:solidFill>
                <a:srgbClr val="7E7E7E"/>
              </a:solidFill>
              <a:prstDash val="dash"/>
            </a:ln>
          </c:spPr>
          <c:marker>
            <c:symbol val="none"/>
          </c:marker>
          <c:cat>
            <c:numRef>
              <c:f>'E2'!$A$2:$A$123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'E2'!$C$2:$C$123</c:f>
              <c:numCache>
                <c:formatCode>0.00</c:formatCode>
                <c:ptCount val="122"/>
                <c:pt idx="0">
                  <c:v>6.8134921305407392</c:v>
                </c:pt>
                <c:pt idx="1">
                  <c:v>6.8134921305407392</c:v>
                </c:pt>
                <c:pt idx="2">
                  <c:v>6.8134921305407392</c:v>
                </c:pt>
                <c:pt idx="3">
                  <c:v>6.8134921305407392</c:v>
                </c:pt>
                <c:pt idx="4">
                  <c:v>6.8134921305407392</c:v>
                </c:pt>
                <c:pt idx="5">
                  <c:v>6.8134921305407392</c:v>
                </c:pt>
                <c:pt idx="6">
                  <c:v>6.8134921305407392</c:v>
                </c:pt>
                <c:pt idx="7">
                  <c:v>6.8134921305407392</c:v>
                </c:pt>
                <c:pt idx="8">
                  <c:v>6.8134921305407392</c:v>
                </c:pt>
                <c:pt idx="9">
                  <c:v>6.8134921305407392</c:v>
                </c:pt>
                <c:pt idx="10">
                  <c:v>6.8134921305407392</c:v>
                </c:pt>
                <c:pt idx="11">
                  <c:v>6.8134921305407392</c:v>
                </c:pt>
                <c:pt idx="12">
                  <c:v>6.8134921305407392</c:v>
                </c:pt>
                <c:pt idx="13">
                  <c:v>6.8134921305407392</c:v>
                </c:pt>
                <c:pt idx="14">
                  <c:v>6.8134921305407392</c:v>
                </c:pt>
                <c:pt idx="15">
                  <c:v>6.8134921305407392</c:v>
                </c:pt>
                <c:pt idx="16">
                  <c:v>6.8134921305407392</c:v>
                </c:pt>
                <c:pt idx="17">
                  <c:v>6.8134921305407392</c:v>
                </c:pt>
                <c:pt idx="18">
                  <c:v>6.8134921305407392</c:v>
                </c:pt>
                <c:pt idx="19">
                  <c:v>6.8134921305407392</c:v>
                </c:pt>
                <c:pt idx="20">
                  <c:v>6.8134921305407392</c:v>
                </c:pt>
                <c:pt idx="21">
                  <c:v>6.8134921305407392</c:v>
                </c:pt>
                <c:pt idx="22">
                  <c:v>6.8134921305407392</c:v>
                </c:pt>
                <c:pt idx="23">
                  <c:v>6.8134921305407392</c:v>
                </c:pt>
                <c:pt idx="24">
                  <c:v>6.8134921305407392</c:v>
                </c:pt>
                <c:pt idx="25">
                  <c:v>6.8134921305407392</c:v>
                </c:pt>
                <c:pt idx="26">
                  <c:v>6.8134921305407392</c:v>
                </c:pt>
                <c:pt idx="27">
                  <c:v>6.8134921305407392</c:v>
                </c:pt>
                <c:pt idx="28">
                  <c:v>6.8134921305407392</c:v>
                </c:pt>
                <c:pt idx="29">
                  <c:v>6.8134921305407392</c:v>
                </c:pt>
                <c:pt idx="30">
                  <c:v>6.8134921305407392</c:v>
                </c:pt>
                <c:pt idx="31">
                  <c:v>6.8134921305407392</c:v>
                </c:pt>
                <c:pt idx="32">
                  <c:v>6.8134921305407392</c:v>
                </c:pt>
                <c:pt idx="33">
                  <c:v>6.8134921305407392</c:v>
                </c:pt>
                <c:pt idx="34">
                  <c:v>6.8134921305407392</c:v>
                </c:pt>
                <c:pt idx="35">
                  <c:v>6.8134921305407392</c:v>
                </c:pt>
                <c:pt idx="36">
                  <c:v>6.8134921305407392</c:v>
                </c:pt>
                <c:pt idx="37">
                  <c:v>6.8134921305407392</c:v>
                </c:pt>
                <c:pt idx="38">
                  <c:v>6.8134921305407392</c:v>
                </c:pt>
                <c:pt idx="39">
                  <c:v>6.8134921305407392</c:v>
                </c:pt>
                <c:pt idx="40">
                  <c:v>6.8134921305407392</c:v>
                </c:pt>
                <c:pt idx="41">
                  <c:v>6.8134921305407392</c:v>
                </c:pt>
                <c:pt idx="42">
                  <c:v>6.8134921305407392</c:v>
                </c:pt>
                <c:pt idx="43">
                  <c:v>6.8134921305407392</c:v>
                </c:pt>
                <c:pt idx="44">
                  <c:v>6.8134921305407392</c:v>
                </c:pt>
                <c:pt idx="45">
                  <c:v>6.8134921305407392</c:v>
                </c:pt>
                <c:pt idx="46">
                  <c:v>6.8134921305407392</c:v>
                </c:pt>
                <c:pt idx="47">
                  <c:v>6.8134921305407392</c:v>
                </c:pt>
                <c:pt idx="48">
                  <c:v>6.8134921305407392</c:v>
                </c:pt>
                <c:pt idx="49">
                  <c:v>6.8134921305407392</c:v>
                </c:pt>
                <c:pt idx="50">
                  <c:v>6.8134921305407392</c:v>
                </c:pt>
                <c:pt idx="51">
                  <c:v>6.8134921305407392</c:v>
                </c:pt>
                <c:pt idx="52">
                  <c:v>6.8134921305407392</c:v>
                </c:pt>
                <c:pt idx="53">
                  <c:v>6.8134921305407392</c:v>
                </c:pt>
                <c:pt idx="54">
                  <c:v>6.8134921305407392</c:v>
                </c:pt>
                <c:pt idx="55">
                  <c:v>6.8134921305407392</c:v>
                </c:pt>
                <c:pt idx="56">
                  <c:v>6.8134921305407392</c:v>
                </c:pt>
                <c:pt idx="57">
                  <c:v>6.8134921305407392</c:v>
                </c:pt>
                <c:pt idx="58">
                  <c:v>6.8134921305407392</c:v>
                </c:pt>
                <c:pt idx="59">
                  <c:v>6.8134921305407392</c:v>
                </c:pt>
                <c:pt idx="60">
                  <c:v>6.8134921305407392</c:v>
                </c:pt>
                <c:pt idx="61">
                  <c:v>6.8134921305407392</c:v>
                </c:pt>
                <c:pt idx="62">
                  <c:v>6.8134921305407392</c:v>
                </c:pt>
                <c:pt idx="63">
                  <c:v>6.8134921305407392</c:v>
                </c:pt>
                <c:pt idx="64">
                  <c:v>6.8134921305407392</c:v>
                </c:pt>
                <c:pt idx="65">
                  <c:v>6.8134921305407392</c:v>
                </c:pt>
                <c:pt idx="66">
                  <c:v>6.8134921305407392</c:v>
                </c:pt>
                <c:pt idx="67">
                  <c:v>6.8134921305407392</c:v>
                </c:pt>
                <c:pt idx="68">
                  <c:v>6.8134921305407392</c:v>
                </c:pt>
                <c:pt idx="69">
                  <c:v>6.8134921305407392</c:v>
                </c:pt>
                <c:pt idx="70">
                  <c:v>6.8134921305407392</c:v>
                </c:pt>
                <c:pt idx="71">
                  <c:v>6.8134921305407392</c:v>
                </c:pt>
                <c:pt idx="72">
                  <c:v>6.8134921305407392</c:v>
                </c:pt>
                <c:pt idx="73">
                  <c:v>6.8134921305407392</c:v>
                </c:pt>
                <c:pt idx="74">
                  <c:v>6.8134921305407392</c:v>
                </c:pt>
                <c:pt idx="75">
                  <c:v>6.8134921305407392</c:v>
                </c:pt>
                <c:pt idx="76">
                  <c:v>6.8134921305407392</c:v>
                </c:pt>
                <c:pt idx="77">
                  <c:v>6.8134921305407392</c:v>
                </c:pt>
                <c:pt idx="78">
                  <c:v>6.8134921305407392</c:v>
                </c:pt>
                <c:pt idx="79">
                  <c:v>6.8134921305407392</c:v>
                </c:pt>
                <c:pt idx="80">
                  <c:v>6.8134921305407392</c:v>
                </c:pt>
                <c:pt idx="81">
                  <c:v>6.8134921305407392</c:v>
                </c:pt>
                <c:pt idx="82">
                  <c:v>6.8134921305407392</c:v>
                </c:pt>
                <c:pt idx="83">
                  <c:v>6.8134921305407392</c:v>
                </c:pt>
                <c:pt idx="84">
                  <c:v>6.8134921305407392</c:v>
                </c:pt>
                <c:pt idx="85">
                  <c:v>6.8134921305407392</c:v>
                </c:pt>
                <c:pt idx="86">
                  <c:v>6.8134921305407392</c:v>
                </c:pt>
                <c:pt idx="87">
                  <c:v>6.8134921305407392</c:v>
                </c:pt>
                <c:pt idx="88">
                  <c:v>6.8134921305407392</c:v>
                </c:pt>
                <c:pt idx="89">
                  <c:v>6.8134921305407392</c:v>
                </c:pt>
                <c:pt idx="90">
                  <c:v>6.8134921305407392</c:v>
                </c:pt>
                <c:pt idx="91">
                  <c:v>6.8134921305407392</c:v>
                </c:pt>
                <c:pt idx="92">
                  <c:v>6.8134921305407392</c:v>
                </c:pt>
                <c:pt idx="93">
                  <c:v>6.8134921305407392</c:v>
                </c:pt>
                <c:pt idx="94">
                  <c:v>6.8134921305407392</c:v>
                </c:pt>
                <c:pt idx="95">
                  <c:v>6.8134921305407392</c:v>
                </c:pt>
                <c:pt idx="96">
                  <c:v>6.8134921305407392</c:v>
                </c:pt>
                <c:pt idx="97">
                  <c:v>6.8134921305407392</c:v>
                </c:pt>
                <c:pt idx="98">
                  <c:v>6.8134921305407392</c:v>
                </c:pt>
                <c:pt idx="99">
                  <c:v>6.8134921305407392</c:v>
                </c:pt>
                <c:pt idx="100">
                  <c:v>6.8134921305407392</c:v>
                </c:pt>
                <c:pt idx="101">
                  <c:v>6.8134921305407392</c:v>
                </c:pt>
                <c:pt idx="102">
                  <c:v>6.8134921305407392</c:v>
                </c:pt>
                <c:pt idx="103">
                  <c:v>6.8134921305407392</c:v>
                </c:pt>
                <c:pt idx="104">
                  <c:v>6.8134921305407392</c:v>
                </c:pt>
                <c:pt idx="105">
                  <c:v>6.8134921305407392</c:v>
                </c:pt>
                <c:pt idx="106">
                  <c:v>6.8134921305407392</c:v>
                </c:pt>
                <c:pt idx="107">
                  <c:v>6.8134921305407392</c:v>
                </c:pt>
                <c:pt idx="108">
                  <c:v>6.8134921305407392</c:v>
                </c:pt>
                <c:pt idx="109">
                  <c:v>6.8134921305407392</c:v>
                </c:pt>
                <c:pt idx="110">
                  <c:v>6.8134921305407392</c:v>
                </c:pt>
                <c:pt idx="111">
                  <c:v>6.8134921305407392</c:v>
                </c:pt>
                <c:pt idx="112">
                  <c:v>6.8134921305407392</c:v>
                </c:pt>
                <c:pt idx="113">
                  <c:v>6.8134921305407392</c:v>
                </c:pt>
                <c:pt idx="114">
                  <c:v>6.8134921305407392</c:v>
                </c:pt>
                <c:pt idx="115">
                  <c:v>6.8134921305407392</c:v>
                </c:pt>
                <c:pt idx="116">
                  <c:v>6.8134921305407392</c:v>
                </c:pt>
                <c:pt idx="117">
                  <c:v>6.8134921305407392</c:v>
                </c:pt>
                <c:pt idx="118">
                  <c:v>6.8134921305407392</c:v>
                </c:pt>
                <c:pt idx="119">
                  <c:v>6.8134921305407392</c:v>
                </c:pt>
                <c:pt idx="120">
                  <c:v>6.8134921305407392</c:v>
                </c:pt>
                <c:pt idx="121">
                  <c:v>6.8134921305407392</c:v>
                </c:pt>
              </c:numCache>
            </c:numRef>
          </c:val>
          <c:smooth val="0"/>
          <c:extLst>
            <c:ext xmlns:c16="http://schemas.microsoft.com/office/drawing/2014/chart" uri="{C3380CC4-5D6E-409C-BE32-E72D297353CC}">
              <c16:uniqueId val="{00000001-9D03-493B-8672-B43BCEFB61E5}"/>
            </c:ext>
          </c:extLst>
        </c:ser>
        <c:ser>
          <c:idx val="2"/>
          <c:order val="2"/>
          <c:tx>
            <c:v>+1 std. dev.</c:v>
          </c:tx>
          <c:spPr>
            <a:ln w="19050">
              <a:solidFill>
                <a:srgbClr val="8EB3DF"/>
              </a:solidFill>
              <a:prstDash val="dash"/>
            </a:ln>
          </c:spPr>
          <c:marker>
            <c:symbol val="none"/>
          </c:marker>
          <c:cat>
            <c:numRef>
              <c:f>'E2'!$A$2:$A$123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'E2'!$D$2:$D$123</c:f>
              <c:numCache>
                <c:formatCode>0.00</c:formatCode>
                <c:ptCount val="122"/>
                <c:pt idx="0">
                  <c:v>8.4514320307524819</c:v>
                </c:pt>
                <c:pt idx="1">
                  <c:v>8.4514320307524819</c:v>
                </c:pt>
                <c:pt idx="2">
                  <c:v>8.4514320307524819</c:v>
                </c:pt>
                <c:pt idx="3">
                  <c:v>8.4514320307524819</c:v>
                </c:pt>
                <c:pt idx="4">
                  <c:v>8.4514320307524819</c:v>
                </c:pt>
                <c:pt idx="5">
                  <c:v>8.4514320307524819</c:v>
                </c:pt>
                <c:pt idx="6">
                  <c:v>8.4514320307524819</c:v>
                </c:pt>
                <c:pt idx="7">
                  <c:v>8.4514320307524819</c:v>
                </c:pt>
                <c:pt idx="8">
                  <c:v>8.4514320307524819</c:v>
                </c:pt>
                <c:pt idx="9">
                  <c:v>8.4514320307524819</c:v>
                </c:pt>
                <c:pt idx="10">
                  <c:v>8.4514320307524819</c:v>
                </c:pt>
                <c:pt idx="11">
                  <c:v>8.4514320307524819</c:v>
                </c:pt>
                <c:pt idx="12">
                  <c:v>8.4514320307524819</c:v>
                </c:pt>
                <c:pt idx="13">
                  <c:v>8.4514320307524819</c:v>
                </c:pt>
                <c:pt idx="14">
                  <c:v>8.4514320307524819</c:v>
                </c:pt>
                <c:pt idx="15">
                  <c:v>8.4514320307524819</c:v>
                </c:pt>
                <c:pt idx="16">
                  <c:v>8.4514320307524819</c:v>
                </c:pt>
                <c:pt idx="17">
                  <c:v>8.4514320307524819</c:v>
                </c:pt>
                <c:pt idx="18">
                  <c:v>8.4514320307524819</c:v>
                </c:pt>
                <c:pt idx="19">
                  <c:v>8.4514320307524819</c:v>
                </c:pt>
                <c:pt idx="20">
                  <c:v>8.4514320307524819</c:v>
                </c:pt>
                <c:pt idx="21">
                  <c:v>8.4514320307524819</c:v>
                </c:pt>
                <c:pt idx="22">
                  <c:v>8.4514320307524819</c:v>
                </c:pt>
                <c:pt idx="23">
                  <c:v>8.4514320307524819</c:v>
                </c:pt>
                <c:pt idx="24">
                  <c:v>8.4514320307524819</c:v>
                </c:pt>
                <c:pt idx="25">
                  <c:v>8.4514320307524819</c:v>
                </c:pt>
                <c:pt idx="26">
                  <c:v>8.4514320307524819</c:v>
                </c:pt>
                <c:pt idx="27">
                  <c:v>8.4514320307524819</c:v>
                </c:pt>
                <c:pt idx="28">
                  <c:v>8.4514320307524819</c:v>
                </c:pt>
                <c:pt idx="29">
                  <c:v>8.4514320307524819</c:v>
                </c:pt>
                <c:pt idx="30">
                  <c:v>8.4514320307524819</c:v>
                </c:pt>
                <c:pt idx="31">
                  <c:v>8.4514320307524819</c:v>
                </c:pt>
                <c:pt idx="32">
                  <c:v>8.4514320307524819</c:v>
                </c:pt>
                <c:pt idx="33">
                  <c:v>8.4514320307524819</c:v>
                </c:pt>
                <c:pt idx="34">
                  <c:v>8.4514320307524819</c:v>
                </c:pt>
                <c:pt idx="35">
                  <c:v>8.4514320307524819</c:v>
                </c:pt>
                <c:pt idx="36">
                  <c:v>8.4514320307524819</c:v>
                </c:pt>
                <c:pt idx="37">
                  <c:v>8.4514320307524819</c:v>
                </c:pt>
                <c:pt idx="38">
                  <c:v>8.4514320307524819</c:v>
                </c:pt>
                <c:pt idx="39">
                  <c:v>8.4514320307524819</c:v>
                </c:pt>
                <c:pt idx="40">
                  <c:v>8.4514320307524819</c:v>
                </c:pt>
                <c:pt idx="41">
                  <c:v>8.4514320307524819</c:v>
                </c:pt>
                <c:pt idx="42">
                  <c:v>8.4514320307524819</c:v>
                </c:pt>
                <c:pt idx="43">
                  <c:v>8.4514320307524819</c:v>
                </c:pt>
                <c:pt idx="44">
                  <c:v>8.4514320307524819</c:v>
                </c:pt>
                <c:pt idx="45">
                  <c:v>8.4514320307524819</c:v>
                </c:pt>
                <c:pt idx="46">
                  <c:v>8.4514320307524819</c:v>
                </c:pt>
                <c:pt idx="47">
                  <c:v>8.4514320307524819</c:v>
                </c:pt>
                <c:pt idx="48">
                  <c:v>8.4514320307524819</c:v>
                </c:pt>
                <c:pt idx="49">
                  <c:v>8.4514320307524819</c:v>
                </c:pt>
                <c:pt idx="50">
                  <c:v>8.4514320307524819</c:v>
                </c:pt>
                <c:pt idx="51">
                  <c:v>8.4514320307524819</c:v>
                </c:pt>
                <c:pt idx="52">
                  <c:v>8.4514320307524819</c:v>
                </c:pt>
                <c:pt idx="53">
                  <c:v>8.4514320307524819</c:v>
                </c:pt>
                <c:pt idx="54">
                  <c:v>8.4514320307524819</c:v>
                </c:pt>
                <c:pt idx="55">
                  <c:v>8.4514320307524819</c:v>
                </c:pt>
                <c:pt idx="56">
                  <c:v>8.4514320307524819</c:v>
                </c:pt>
                <c:pt idx="57">
                  <c:v>8.4514320307524819</c:v>
                </c:pt>
                <c:pt idx="58">
                  <c:v>8.4514320307524819</c:v>
                </c:pt>
                <c:pt idx="59">
                  <c:v>8.4514320307524819</c:v>
                </c:pt>
                <c:pt idx="60">
                  <c:v>8.4514320307524819</c:v>
                </c:pt>
                <c:pt idx="61">
                  <c:v>8.4514320307524819</c:v>
                </c:pt>
                <c:pt idx="62">
                  <c:v>8.4514320307524819</c:v>
                </c:pt>
                <c:pt idx="63">
                  <c:v>8.4514320307524819</c:v>
                </c:pt>
                <c:pt idx="64">
                  <c:v>8.4514320307524819</c:v>
                </c:pt>
                <c:pt idx="65">
                  <c:v>8.4514320307524819</c:v>
                </c:pt>
                <c:pt idx="66">
                  <c:v>8.4514320307524819</c:v>
                </c:pt>
                <c:pt idx="67">
                  <c:v>8.4514320307524819</c:v>
                </c:pt>
                <c:pt idx="68">
                  <c:v>8.4514320307524819</c:v>
                </c:pt>
                <c:pt idx="69">
                  <c:v>8.4514320307524819</c:v>
                </c:pt>
                <c:pt idx="70">
                  <c:v>8.4514320307524819</c:v>
                </c:pt>
                <c:pt idx="71">
                  <c:v>8.4514320307524819</c:v>
                </c:pt>
                <c:pt idx="72">
                  <c:v>8.4514320307524819</c:v>
                </c:pt>
                <c:pt idx="73">
                  <c:v>8.4514320307524819</c:v>
                </c:pt>
                <c:pt idx="74">
                  <c:v>8.4514320307524819</c:v>
                </c:pt>
                <c:pt idx="75">
                  <c:v>8.4514320307524819</c:v>
                </c:pt>
                <c:pt idx="76">
                  <c:v>8.4514320307524819</c:v>
                </c:pt>
                <c:pt idx="77">
                  <c:v>8.4514320307524819</c:v>
                </c:pt>
                <c:pt idx="78">
                  <c:v>8.4514320307524819</c:v>
                </c:pt>
                <c:pt idx="79">
                  <c:v>8.4514320307524819</c:v>
                </c:pt>
                <c:pt idx="80">
                  <c:v>8.4514320307524819</c:v>
                </c:pt>
                <c:pt idx="81">
                  <c:v>8.4514320307524819</c:v>
                </c:pt>
                <c:pt idx="82">
                  <c:v>8.4514320307524819</c:v>
                </c:pt>
                <c:pt idx="83">
                  <c:v>8.4514320307524819</c:v>
                </c:pt>
                <c:pt idx="84">
                  <c:v>8.4514320307524819</c:v>
                </c:pt>
                <c:pt idx="85">
                  <c:v>8.4514320307524819</c:v>
                </c:pt>
                <c:pt idx="86">
                  <c:v>8.4514320307524819</c:v>
                </c:pt>
                <c:pt idx="87">
                  <c:v>8.4514320307524819</c:v>
                </c:pt>
                <c:pt idx="88">
                  <c:v>8.4514320307524819</c:v>
                </c:pt>
                <c:pt idx="89">
                  <c:v>8.4514320307524819</c:v>
                </c:pt>
                <c:pt idx="90">
                  <c:v>8.4514320307524819</c:v>
                </c:pt>
                <c:pt idx="91">
                  <c:v>8.4514320307524819</c:v>
                </c:pt>
                <c:pt idx="92">
                  <c:v>8.4514320307524819</c:v>
                </c:pt>
                <c:pt idx="93">
                  <c:v>8.4514320307524819</c:v>
                </c:pt>
                <c:pt idx="94">
                  <c:v>8.4514320307524819</c:v>
                </c:pt>
                <c:pt idx="95">
                  <c:v>8.4514320307524819</c:v>
                </c:pt>
                <c:pt idx="96">
                  <c:v>8.4514320307524819</c:v>
                </c:pt>
                <c:pt idx="97">
                  <c:v>8.4514320307524819</c:v>
                </c:pt>
                <c:pt idx="98">
                  <c:v>8.4514320307524819</c:v>
                </c:pt>
                <c:pt idx="99">
                  <c:v>8.4514320307524819</c:v>
                </c:pt>
                <c:pt idx="100">
                  <c:v>8.4514320307524819</c:v>
                </c:pt>
                <c:pt idx="101">
                  <c:v>8.4514320307524819</c:v>
                </c:pt>
                <c:pt idx="102">
                  <c:v>8.4514320307524819</c:v>
                </c:pt>
                <c:pt idx="103">
                  <c:v>8.4514320307524819</c:v>
                </c:pt>
                <c:pt idx="104">
                  <c:v>8.4514320307524819</c:v>
                </c:pt>
                <c:pt idx="105">
                  <c:v>8.4514320307524819</c:v>
                </c:pt>
                <c:pt idx="106">
                  <c:v>8.4514320307524819</c:v>
                </c:pt>
                <c:pt idx="107">
                  <c:v>8.4514320307524819</c:v>
                </c:pt>
                <c:pt idx="108">
                  <c:v>8.4514320307524819</c:v>
                </c:pt>
                <c:pt idx="109">
                  <c:v>8.4514320307524819</c:v>
                </c:pt>
                <c:pt idx="110">
                  <c:v>8.4514320307524819</c:v>
                </c:pt>
                <c:pt idx="111">
                  <c:v>8.4514320307524819</c:v>
                </c:pt>
                <c:pt idx="112">
                  <c:v>8.4514320307524819</c:v>
                </c:pt>
                <c:pt idx="113">
                  <c:v>8.4514320307524819</c:v>
                </c:pt>
                <c:pt idx="114">
                  <c:v>8.4514320307524819</c:v>
                </c:pt>
                <c:pt idx="115">
                  <c:v>8.4514320307524819</c:v>
                </c:pt>
                <c:pt idx="116">
                  <c:v>8.4514320307524819</c:v>
                </c:pt>
                <c:pt idx="117">
                  <c:v>8.4514320307524819</c:v>
                </c:pt>
                <c:pt idx="118">
                  <c:v>8.4514320307524819</c:v>
                </c:pt>
                <c:pt idx="119">
                  <c:v>8.4514320307524819</c:v>
                </c:pt>
                <c:pt idx="120">
                  <c:v>8.4514320307524819</c:v>
                </c:pt>
                <c:pt idx="121">
                  <c:v>8.4514320307524819</c:v>
                </c:pt>
              </c:numCache>
            </c:numRef>
          </c:val>
          <c:smooth val="0"/>
          <c:extLst>
            <c:ext xmlns:c16="http://schemas.microsoft.com/office/drawing/2014/chart" uri="{C3380CC4-5D6E-409C-BE32-E72D297353CC}">
              <c16:uniqueId val="{00000002-9D03-493B-8672-B43BCEFB61E5}"/>
            </c:ext>
          </c:extLst>
        </c:ser>
        <c:ser>
          <c:idx val="3"/>
          <c:order val="3"/>
          <c:tx>
            <c:v>±1 std. dev.</c:v>
          </c:tx>
          <c:spPr>
            <a:ln w="19050">
              <a:solidFill>
                <a:srgbClr val="8EB3DF"/>
              </a:solidFill>
              <a:prstDash val="dash"/>
            </a:ln>
          </c:spPr>
          <c:marker>
            <c:symbol val="none"/>
          </c:marker>
          <c:cat>
            <c:numRef>
              <c:f>'E2'!$A$2:$A$123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'E2'!$E$2:$E$123</c:f>
              <c:numCache>
                <c:formatCode>0.00</c:formatCode>
                <c:ptCount val="122"/>
                <c:pt idx="0">
                  <c:v>5.1755522303289956</c:v>
                </c:pt>
                <c:pt idx="1">
                  <c:v>5.1755522303289956</c:v>
                </c:pt>
                <c:pt idx="2">
                  <c:v>5.1755522303289956</c:v>
                </c:pt>
                <c:pt idx="3">
                  <c:v>5.1755522303289956</c:v>
                </c:pt>
                <c:pt idx="4">
                  <c:v>5.1755522303289956</c:v>
                </c:pt>
                <c:pt idx="5">
                  <c:v>5.1755522303289956</c:v>
                </c:pt>
                <c:pt idx="6">
                  <c:v>5.1755522303289956</c:v>
                </c:pt>
                <c:pt idx="7">
                  <c:v>5.1755522303289956</c:v>
                </c:pt>
                <c:pt idx="8">
                  <c:v>5.1755522303289956</c:v>
                </c:pt>
                <c:pt idx="9">
                  <c:v>5.1755522303289956</c:v>
                </c:pt>
                <c:pt idx="10">
                  <c:v>5.1755522303289956</c:v>
                </c:pt>
                <c:pt idx="11">
                  <c:v>5.1755522303289956</c:v>
                </c:pt>
                <c:pt idx="12">
                  <c:v>5.1755522303289956</c:v>
                </c:pt>
                <c:pt idx="13">
                  <c:v>5.1755522303289956</c:v>
                </c:pt>
                <c:pt idx="14">
                  <c:v>5.1755522303289956</c:v>
                </c:pt>
                <c:pt idx="15">
                  <c:v>5.1755522303289956</c:v>
                </c:pt>
                <c:pt idx="16">
                  <c:v>5.1755522303289956</c:v>
                </c:pt>
                <c:pt idx="17">
                  <c:v>5.1755522303289956</c:v>
                </c:pt>
                <c:pt idx="18">
                  <c:v>5.1755522303289956</c:v>
                </c:pt>
                <c:pt idx="19">
                  <c:v>5.1755522303289956</c:v>
                </c:pt>
                <c:pt idx="20">
                  <c:v>5.1755522303289956</c:v>
                </c:pt>
                <c:pt idx="21">
                  <c:v>5.1755522303289956</c:v>
                </c:pt>
                <c:pt idx="22">
                  <c:v>5.1755522303289956</c:v>
                </c:pt>
                <c:pt idx="23">
                  <c:v>5.1755522303289956</c:v>
                </c:pt>
                <c:pt idx="24">
                  <c:v>5.1755522303289956</c:v>
                </c:pt>
                <c:pt idx="25">
                  <c:v>5.1755522303289956</c:v>
                </c:pt>
                <c:pt idx="26">
                  <c:v>5.1755522303289956</c:v>
                </c:pt>
                <c:pt idx="27">
                  <c:v>5.1755522303289956</c:v>
                </c:pt>
                <c:pt idx="28">
                  <c:v>5.1755522303289956</c:v>
                </c:pt>
                <c:pt idx="29">
                  <c:v>5.1755522303289956</c:v>
                </c:pt>
                <c:pt idx="30">
                  <c:v>5.1755522303289956</c:v>
                </c:pt>
                <c:pt idx="31">
                  <c:v>5.1755522303289956</c:v>
                </c:pt>
                <c:pt idx="32">
                  <c:v>5.1755522303289956</c:v>
                </c:pt>
                <c:pt idx="33">
                  <c:v>5.1755522303289956</c:v>
                </c:pt>
                <c:pt idx="34">
                  <c:v>5.1755522303289956</c:v>
                </c:pt>
                <c:pt idx="35">
                  <c:v>5.1755522303289956</c:v>
                </c:pt>
                <c:pt idx="36">
                  <c:v>5.1755522303289956</c:v>
                </c:pt>
                <c:pt idx="37">
                  <c:v>5.1755522303289956</c:v>
                </c:pt>
                <c:pt idx="38">
                  <c:v>5.1755522303289956</c:v>
                </c:pt>
                <c:pt idx="39">
                  <c:v>5.1755522303289956</c:v>
                </c:pt>
                <c:pt idx="40">
                  <c:v>5.1755522303289956</c:v>
                </c:pt>
                <c:pt idx="41">
                  <c:v>5.1755522303289956</c:v>
                </c:pt>
                <c:pt idx="42">
                  <c:v>5.1755522303289956</c:v>
                </c:pt>
                <c:pt idx="43">
                  <c:v>5.1755522303289956</c:v>
                </c:pt>
                <c:pt idx="44">
                  <c:v>5.1755522303289956</c:v>
                </c:pt>
                <c:pt idx="45">
                  <c:v>5.1755522303289956</c:v>
                </c:pt>
                <c:pt idx="46">
                  <c:v>5.1755522303289956</c:v>
                </c:pt>
                <c:pt idx="47">
                  <c:v>5.1755522303289956</c:v>
                </c:pt>
                <c:pt idx="48">
                  <c:v>5.1755522303289956</c:v>
                </c:pt>
                <c:pt idx="49">
                  <c:v>5.1755522303289956</c:v>
                </c:pt>
                <c:pt idx="50">
                  <c:v>5.1755522303289956</c:v>
                </c:pt>
                <c:pt idx="51">
                  <c:v>5.1755522303289956</c:v>
                </c:pt>
                <c:pt idx="52">
                  <c:v>5.1755522303289956</c:v>
                </c:pt>
                <c:pt idx="53">
                  <c:v>5.1755522303289956</c:v>
                </c:pt>
                <c:pt idx="54">
                  <c:v>5.1755522303289956</c:v>
                </c:pt>
                <c:pt idx="55">
                  <c:v>5.1755522303289956</c:v>
                </c:pt>
                <c:pt idx="56">
                  <c:v>5.1755522303289956</c:v>
                </c:pt>
                <c:pt idx="57">
                  <c:v>5.1755522303289956</c:v>
                </c:pt>
                <c:pt idx="58">
                  <c:v>5.1755522303289956</c:v>
                </c:pt>
                <c:pt idx="59">
                  <c:v>5.1755522303289956</c:v>
                </c:pt>
                <c:pt idx="60">
                  <c:v>5.1755522303289956</c:v>
                </c:pt>
                <c:pt idx="61">
                  <c:v>5.1755522303289956</c:v>
                </c:pt>
                <c:pt idx="62">
                  <c:v>5.1755522303289956</c:v>
                </c:pt>
                <c:pt idx="63">
                  <c:v>5.1755522303289956</c:v>
                </c:pt>
                <c:pt idx="64">
                  <c:v>5.1755522303289956</c:v>
                </c:pt>
                <c:pt idx="65">
                  <c:v>5.1755522303289956</c:v>
                </c:pt>
                <c:pt idx="66">
                  <c:v>5.1755522303289956</c:v>
                </c:pt>
                <c:pt idx="67">
                  <c:v>5.1755522303289956</c:v>
                </c:pt>
                <c:pt idx="68">
                  <c:v>5.1755522303289956</c:v>
                </c:pt>
                <c:pt idx="69">
                  <c:v>5.1755522303289956</c:v>
                </c:pt>
                <c:pt idx="70">
                  <c:v>5.1755522303289956</c:v>
                </c:pt>
                <c:pt idx="71">
                  <c:v>5.1755522303289956</c:v>
                </c:pt>
                <c:pt idx="72">
                  <c:v>5.1755522303289956</c:v>
                </c:pt>
                <c:pt idx="73">
                  <c:v>5.1755522303289956</c:v>
                </c:pt>
                <c:pt idx="74">
                  <c:v>5.1755522303289956</c:v>
                </c:pt>
                <c:pt idx="75">
                  <c:v>5.1755522303289956</c:v>
                </c:pt>
                <c:pt idx="76">
                  <c:v>5.1755522303289956</c:v>
                </c:pt>
                <c:pt idx="77">
                  <c:v>5.1755522303289956</c:v>
                </c:pt>
                <c:pt idx="78">
                  <c:v>5.1755522303289956</c:v>
                </c:pt>
                <c:pt idx="79">
                  <c:v>5.1755522303289956</c:v>
                </c:pt>
                <c:pt idx="80">
                  <c:v>5.1755522303289956</c:v>
                </c:pt>
                <c:pt idx="81">
                  <c:v>5.1755522303289956</c:v>
                </c:pt>
                <c:pt idx="82">
                  <c:v>5.1755522303289956</c:v>
                </c:pt>
                <c:pt idx="83">
                  <c:v>5.1755522303289956</c:v>
                </c:pt>
                <c:pt idx="84">
                  <c:v>5.1755522303289956</c:v>
                </c:pt>
                <c:pt idx="85">
                  <c:v>5.1755522303289956</c:v>
                </c:pt>
                <c:pt idx="86">
                  <c:v>5.1755522303289956</c:v>
                </c:pt>
                <c:pt idx="87">
                  <c:v>5.1755522303289956</c:v>
                </c:pt>
                <c:pt idx="88">
                  <c:v>5.1755522303289956</c:v>
                </c:pt>
                <c:pt idx="89">
                  <c:v>5.1755522303289956</c:v>
                </c:pt>
                <c:pt idx="90">
                  <c:v>5.1755522303289956</c:v>
                </c:pt>
                <c:pt idx="91">
                  <c:v>5.1755522303289956</c:v>
                </c:pt>
                <c:pt idx="92">
                  <c:v>5.1755522303289956</c:v>
                </c:pt>
                <c:pt idx="93">
                  <c:v>5.1755522303289956</c:v>
                </c:pt>
                <c:pt idx="94">
                  <c:v>5.1755522303289956</c:v>
                </c:pt>
                <c:pt idx="95">
                  <c:v>5.1755522303289956</c:v>
                </c:pt>
                <c:pt idx="96">
                  <c:v>5.1755522303289956</c:v>
                </c:pt>
                <c:pt idx="97">
                  <c:v>5.1755522303289956</c:v>
                </c:pt>
                <c:pt idx="98">
                  <c:v>5.1755522303289956</c:v>
                </c:pt>
                <c:pt idx="99">
                  <c:v>5.1755522303289956</c:v>
                </c:pt>
                <c:pt idx="100">
                  <c:v>5.1755522303289956</c:v>
                </c:pt>
                <c:pt idx="101">
                  <c:v>5.1755522303289956</c:v>
                </c:pt>
                <c:pt idx="102">
                  <c:v>5.1755522303289956</c:v>
                </c:pt>
                <c:pt idx="103">
                  <c:v>5.1755522303289956</c:v>
                </c:pt>
                <c:pt idx="104">
                  <c:v>5.1755522303289956</c:v>
                </c:pt>
                <c:pt idx="105">
                  <c:v>5.1755522303289956</c:v>
                </c:pt>
                <c:pt idx="106">
                  <c:v>5.1755522303289956</c:v>
                </c:pt>
                <c:pt idx="107">
                  <c:v>5.1755522303289956</c:v>
                </c:pt>
                <c:pt idx="108">
                  <c:v>5.1755522303289956</c:v>
                </c:pt>
                <c:pt idx="109">
                  <c:v>5.1755522303289956</c:v>
                </c:pt>
                <c:pt idx="110">
                  <c:v>5.1755522303289956</c:v>
                </c:pt>
                <c:pt idx="111">
                  <c:v>5.1755522303289956</c:v>
                </c:pt>
                <c:pt idx="112">
                  <c:v>5.1755522303289956</c:v>
                </c:pt>
                <c:pt idx="113">
                  <c:v>5.1755522303289956</c:v>
                </c:pt>
                <c:pt idx="114">
                  <c:v>5.1755522303289956</c:v>
                </c:pt>
                <c:pt idx="115">
                  <c:v>5.1755522303289956</c:v>
                </c:pt>
                <c:pt idx="116">
                  <c:v>5.1755522303289956</c:v>
                </c:pt>
                <c:pt idx="117">
                  <c:v>5.1755522303289956</c:v>
                </c:pt>
                <c:pt idx="118">
                  <c:v>5.1755522303289956</c:v>
                </c:pt>
                <c:pt idx="119">
                  <c:v>5.1755522303289956</c:v>
                </c:pt>
                <c:pt idx="120">
                  <c:v>5.1755522303289956</c:v>
                </c:pt>
                <c:pt idx="121">
                  <c:v>5.1755522303289956</c:v>
                </c:pt>
              </c:numCache>
            </c:numRef>
          </c:val>
          <c:smooth val="0"/>
          <c:extLst>
            <c:ext xmlns:c16="http://schemas.microsoft.com/office/drawing/2014/chart" uri="{C3380CC4-5D6E-409C-BE32-E72D297353CC}">
              <c16:uniqueId val="{00000003-9D03-493B-8672-B43BCEFB61E5}"/>
            </c:ext>
          </c:extLst>
        </c:ser>
        <c:dLbls>
          <c:showLegendKey val="0"/>
          <c:showVal val="0"/>
          <c:showCatName val="0"/>
          <c:showSerName val="0"/>
          <c:showPercent val="0"/>
          <c:showBubbleSize val="0"/>
        </c:dLbls>
        <c:smooth val="0"/>
        <c:axId val="50020001"/>
        <c:axId val="50020002"/>
      </c:lineChart>
      <c:dateAx>
        <c:axId val="5002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20002"/>
        <c:crosses val="min"/>
        <c:auto val="1"/>
        <c:lblOffset val="100"/>
        <c:baseTimeUnit val="days"/>
        <c:majorUnit val="2"/>
        <c:majorTimeUnit val="years"/>
      </c:dateAx>
      <c:valAx>
        <c:axId val="50020002"/>
        <c:scaling>
          <c:orientation val="minMax"/>
          <c:max val="12"/>
          <c:min val="2"/>
        </c:scaling>
        <c:delete val="0"/>
        <c:axPos val="l"/>
        <c:majorGridlines>
          <c:spPr>
            <a:ln w="6350">
              <a:solidFill>
                <a:srgbClr val="D9D9D9"/>
              </a:solidFill>
              <a:prstDash val="dash"/>
            </a:ln>
          </c:spPr>
        </c:majorGridlines>
        <c:numFmt formatCode="0&quot;.0%&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20001"/>
        <c:crosses val="autoZero"/>
        <c:crossBetween val="between"/>
        <c:majorUnit val="2"/>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468421120072512"/>
          <c:y val="0.271015192224135"/>
          <c:w val="0.6937648833710216"/>
          <c:h val="0.54397485739476092"/>
        </c:manualLayout>
      </c:layout>
      <c:lineChart>
        <c:grouping val="standard"/>
        <c:varyColors val="0"/>
        <c:ser>
          <c:idx val="0"/>
          <c:order val="0"/>
          <c:tx>
            <c:v>ERP</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4-6A42-4EE6-842E-67523BA007C3}"/>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0.5%</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6A42-4EE6-842E-67523BA007C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'E3'!$A$2:$A$123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'E3'!$B$2:$B$123</c:f>
              <c:numCache>
                <c:formatCode>0.00</c:formatCode>
                <c:ptCount val="122"/>
                <c:pt idx="0">
                  <c:v>-0.75626922115352024</c:v>
                </c:pt>
                <c:pt idx="1">
                  <c:v>-0.4161088894495395</c:v>
                </c:pt>
                <c:pt idx="2">
                  <c:v>-3.2978816932890259E-2</c:v>
                </c:pt>
                <c:pt idx="3">
                  <c:v>-2.1897379102937129E-2</c:v>
                </c:pt>
                <c:pt idx="4">
                  <c:v>0.2445595222683804</c:v>
                </c:pt>
                <c:pt idx="5">
                  <c:v>0.56804518664661863</c:v>
                </c:pt>
                <c:pt idx="6">
                  <c:v>0.52537613879567668</c:v>
                </c:pt>
                <c:pt idx="7">
                  <c:v>-7.2278218366528257E-3</c:v>
                </c:pt>
                <c:pt idx="8">
                  <c:v>0.73863675364437276</c:v>
                </c:pt>
                <c:pt idx="9">
                  <c:v>1.2449689778515349</c:v>
                </c:pt>
                <c:pt idx="10">
                  <c:v>1.003219675166964</c:v>
                </c:pt>
                <c:pt idx="11">
                  <c:v>1.2572207826415649</c:v>
                </c:pt>
                <c:pt idx="12">
                  <c:v>1.1840314853634011</c:v>
                </c:pt>
                <c:pt idx="13">
                  <c:v>1.325043679131342</c:v>
                </c:pt>
                <c:pt idx="14">
                  <c:v>1.2624709672327781</c:v>
                </c:pt>
                <c:pt idx="15">
                  <c:v>1.695562444841872</c:v>
                </c:pt>
                <c:pt idx="16">
                  <c:v>1.708831523740743</c:v>
                </c:pt>
                <c:pt idx="17">
                  <c:v>2.1329700555636122</c:v>
                </c:pt>
                <c:pt idx="18">
                  <c:v>2.2754089831465181</c:v>
                </c:pt>
                <c:pt idx="19">
                  <c:v>2.2110146708458669</c:v>
                </c:pt>
                <c:pt idx="20">
                  <c:v>2.027277860917839</c:v>
                </c:pt>
                <c:pt idx="21">
                  <c:v>2.063130719465097</c:v>
                </c:pt>
                <c:pt idx="22">
                  <c:v>1.9726653091097219</c:v>
                </c:pt>
                <c:pt idx="23">
                  <c:v>2.3066843749953132</c:v>
                </c:pt>
                <c:pt idx="24">
                  <c:v>2.691424444175563</c:v>
                </c:pt>
                <c:pt idx="25">
                  <c:v>2.2624402569930822</c:v>
                </c:pt>
                <c:pt idx="26">
                  <c:v>2.4376621127099711</c:v>
                </c:pt>
                <c:pt idx="27">
                  <c:v>2.4069965969629279</c:v>
                </c:pt>
                <c:pt idx="28">
                  <c:v>2.4100550186991021</c:v>
                </c:pt>
                <c:pt idx="29">
                  <c:v>2.8780013726980891</c:v>
                </c:pt>
                <c:pt idx="30">
                  <c:v>2.6333555761043548</c:v>
                </c:pt>
                <c:pt idx="31">
                  <c:v>2.6031813361266041</c:v>
                </c:pt>
                <c:pt idx="32">
                  <c:v>3.011769033796917</c:v>
                </c:pt>
                <c:pt idx="33">
                  <c:v>2.5738138354790152</c:v>
                </c:pt>
                <c:pt idx="34">
                  <c:v>2.4249574879424909</c:v>
                </c:pt>
                <c:pt idx="35">
                  <c:v>2.8858102024253971</c:v>
                </c:pt>
                <c:pt idx="36">
                  <c:v>3.6529455369642712</c:v>
                </c:pt>
                <c:pt idx="37">
                  <c:v>3.1122519985012769</c:v>
                </c:pt>
                <c:pt idx="38">
                  <c:v>2.87989761586334</c:v>
                </c:pt>
                <c:pt idx="39">
                  <c:v>2.5311524683990432</c:v>
                </c:pt>
                <c:pt idx="40">
                  <c:v>3.2451891211790311</c:v>
                </c:pt>
                <c:pt idx="41">
                  <c:v>3.8491146111472312</c:v>
                </c:pt>
                <c:pt idx="42">
                  <c:v>3.6500421511292438</c:v>
                </c:pt>
                <c:pt idx="43">
                  <c:v>3.8786698500556618</c:v>
                </c:pt>
                <c:pt idx="44">
                  <c:v>3.7494897117875481</c:v>
                </c:pt>
                <c:pt idx="45">
                  <c:v>6.727391083306304</c:v>
                </c:pt>
                <c:pt idx="46">
                  <c:v>4.166464409261228</c:v>
                </c:pt>
                <c:pt idx="47">
                  <c:v>3.9851809489314149</c:v>
                </c:pt>
                <c:pt idx="48">
                  <c:v>3.9432489532285042</c:v>
                </c:pt>
                <c:pt idx="49">
                  <c:v>3.8341513119690451</c:v>
                </c:pt>
                <c:pt idx="50">
                  <c:v>3.9829794687944138</c:v>
                </c:pt>
                <c:pt idx="51">
                  <c:v>3.7409976655641621</c:v>
                </c:pt>
                <c:pt idx="52">
                  <c:v>3.8041285009168671</c:v>
                </c:pt>
                <c:pt idx="53">
                  <c:v>3.142989311231962</c:v>
                </c:pt>
                <c:pt idx="54">
                  <c:v>3.3958027532902628</c:v>
                </c:pt>
                <c:pt idx="55">
                  <c:v>2.895180072985974</c:v>
                </c:pt>
                <c:pt idx="56">
                  <c:v>2.7417585468244101</c:v>
                </c:pt>
                <c:pt idx="57">
                  <c:v>3.01016324198942</c:v>
                </c:pt>
                <c:pt idx="58">
                  <c:v>2.368887888842405</c:v>
                </c:pt>
                <c:pt idx="59">
                  <c:v>2.2961541870706559</c:v>
                </c:pt>
                <c:pt idx="60">
                  <c:v>2.4759978823196951</c:v>
                </c:pt>
                <c:pt idx="61">
                  <c:v>3.0975207682415662</c:v>
                </c:pt>
                <c:pt idx="62">
                  <c:v>2.8989258281486321</c:v>
                </c:pt>
                <c:pt idx="63">
                  <c:v>2.2109272649148441</c:v>
                </c:pt>
                <c:pt idx="64">
                  <c:v>2.2593841780833941</c:v>
                </c:pt>
                <c:pt idx="65">
                  <c:v>2.1820735498993971</c:v>
                </c:pt>
                <c:pt idx="66">
                  <c:v>2.564703703084541</c:v>
                </c:pt>
                <c:pt idx="67">
                  <c:v>2.9193125732163758</c:v>
                </c:pt>
                <c:pt idx="68">
                  <c:v>3.568218976852783</c:v>
                </c:pt>
                <c:pt idx="69">
                  <c:v>2.1020468766269418</c:v>
                </c:pt>
                <c:pt idx="70">
                  <c:v>1.7086764500230831</c:v>
                </c:pt>
                <c:pt idx="71">
                  <c:v>2.036281594489834</c:v>
                </c:pt>
                <c:pt idx="72">
                  <c:v>1.598106692222502</c:v>
                </c:pt>
                <c:pt idx="73">
                  <c:v>2.1648935086169909</c:v>
                </c:pt>
                <c:pt idx="74">
                  <c:v>2.3128688551672512</c:v>
                </c:pt>
                <c:pt idx="75">
                  <c:v>2.0023152437515872</c:v>
                </c:pt>
                <c:pt idx="76">
                  <c:v>2.9274200677503091</c:v>
                </c:pt>
                <c:pt idx="77">
                  <c:v>3.4036091030476952</c:v>
                </c:pt>
                <c:pt idx="78">
                  <c:v>3.5369192187969611</c:v>
                </c:pt>
                <c:pt idx="79">
                  <c:v>3.4099860413625511</c:v>
                </c:pt>
                <c:pt idx="80">
                  <c:v>2.359547033049374</c:v>
                </c:pt>
                <c:pt idx="81">
                  <c:v>2.411235908564993</c:v>
                </c:pt>
                <c:pt idx="82">
                  <c:v>3.180065631104692</c:v>
                </c:pt>
                <c:pt idx="83">
                  <c:v>3.3564150484351081</c:v>
                </c:pt>
                <c:pt idx="84">
                  <c:v>4.2253742409082733</c:v>
                </c:pt>
                <c:pt idx="85">
                  <c:v>2.999679313028444</c:v>
                </c:pt>
                <c:pt idx="86">
                  <c:v>3.28889221896838</c:v>
                </c:pt>
                <c:pt idx="87">
                  <c:v>3.3515382730327068</c:v>
                </c:pt>
                <c:pt idx="88">
                  <c:v>3.241141641715541</c:v>
                </c:pt>
                <c:pt idx="89">
                  <c:v>3.3102631126130349</c:v>
                </c:pt>
                <c:pt idx="90">
                  <c:v>3.2339907647763981</c:v>
                </c:pt>
                <c:pt idx="91">
                  <c:v>3.494442752423963</c:v>
                </c:pt>
                <c:pt idx="92">
                  <c:v>2.913387889888607</c:v>
                </c:pt>
                <c:pt idx="93">
                  <c:v>2.5827733906038541</c:v>
                </c:pt>
                <c:pt idx="94">
                  <c:v>2.3298850523715631</c:v>
                </c:pt>
                <c:pt idx="95">
                  <c:v>2.6543593662770002</c:v>
                </c:pt>
                <c:pt idx="96">
                  <c:v>2.2962550642658148</c:v>
                </c:pt>
                <c:pt idx="97">
                  <c:v>2.9603304617174322</c:v>
                </c:pt>
                <c:pt idx="98">
                  <c:v>2.902147818695719</c:v>
                </c:pt>
                <c:pt idx="99">
                  <c:v>2.2105045114011581</c:v>
                </c:pt>
                <c:pt idx="100">
                  <c:v>2.1032018540760848</c:v>
                </c:pt>
                <c:pt idx="101">
                  <c:v>2.0141763049888461</c:v>
                </c:pt>
                <c:pt idx="102">
                  <c:v>1.5291000063516971</c:v>
                </c:pt>
                <c:pt idx="103">
                  <c:v>1.2632146943772919</c:v>
                </c:pt>
                <c:pt idx="104">
                  <c:v>1.2163096617064879</c:v>
                </c:pt>
                <c:pt idx="105">
                  <c:v>1.5584014053827739</c:v>
                </c:pt>
                <c:pt idx="106">
                  <c:v>0.63941866707149519</c:v>
                </c:pt>
                <c:pt idx="107">
                  <c:v>0.4425006149360769</c:v>
                </c:pt>
                <c:pt idx="108">
                  <c:v>0.29390514783090022</c:v>
                </c:pt>
                <c:pt idx="109">
                  <c:v>-6.78841913781425E-2</c:v>
                </c:pt>
                <c:pt idx="110">
                  <c:v>0.28132157612640601</c:v>
                </c:pt>
                <c:pt idx="111">
                  <c:v>-6.1303785463411031E-2</c:v>
                </c:pt>
                <c:pt idx="112">
                  <c:v>-0.2366357708970826</c:v>
                </c:pt>
                <c:pt idx="113">
                  <c:v>-0.44550625669880911</c:v>
                </c:pt>
                <c:pt idx="114">
                  <c:v>-0.22342552037008251</c:v>
                </c:pt>
                <c:pt idx="115">
                  <c:v>0.21393281153652829</c:v>
                </c:pt>
                <c:pt idx="116">
                  <c:v>-0.25509271588561733</c:v>
                </c:pt>
                <c:pt idx="117">
                  <c:v>-0.18634403738753141</c:v>
                </c:pt>
                <c:pt idx="118">
                  <c:v>0.33705266447672938</c:v>
                </c:pt>
                <c:pt idx="119">
                  <c:v>0.53488981789984735</c:v>
                </c:pt>
                <c:pt idx="120">
                  <c:v>4.5147047578943111E-2</c:v>
                </c:pt>
                <c:pt idx="121">
                  <c:v>0.51754252470367224</c:v>
                </c:pt>
              </c:numCache>
            </c:numRef>
          </c:val>
          <c:smooth val="0"/>
          <c:extLst>
            <c:ext xmlns:c16="http://schemas.microsoft.com/office/drawing/2014/chart" uri="{C3380CC4-5D6E-409C-BE32-E72D297353CC}">
              <c16:uniqueId val="{00000000-6A42-4EE6-842E-67523BA007C3}"/>
            </c:ext>
          </c:extLst>
        </c:ser>
        <c:ser>
          <c:idx val="1"/>
          <c:order val="1"/>
          <c:tx>
            <c:v>10y avg.</c:v>
          </c:tx>
          <c:spPr>
            <a:ln w="19050">
              <a:solidFill>
                <a:srgbClr val="7E7E7E"/>
              </a:solidFill>
              <a:prstDash val="dash"/>
            </a:ln>
          </c:spPr>
          <c:marker>
            <c:symbol val="none"/>
          </c:marker>
          <c:cat>
            <c:numRef>
              <c:f>'E3'!$A$2:$A$123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'E3'!$C$2:$C$123</c:f>
              <c:numCache>
                <c:formatCode>0.00</c:formatCode>
                <c:ptCount val="122"/>
                <c:pt idx="0">
                  <c:v>2.1995832207115029</c:v>
                </c:pt>
                <c:pt idx="1">
                  <c:v>2.1995832207115029</c:v>
                </c:pt>
                <c:pt idx="2">
                  <c:v>2.1995832207115029</c:v>
                </c:pt>
                <c:pt idx="3">
                  <c:v>2.1995832207115029</c:v>
                </c:pt>
                <c:pt idx="4">
                  <c:v>2.1995832207115029</c:v>
                </c:pt>
                <c:pt idx="5">
                  <c:v>2.1995832207115029</c:v>
                </c:pt>
                <c:pt idx="6">
                  <c:v>2.1995832207115029</c:v>
                </c:pt>
                <c:pt idx="7">
                  <c:v>2.1995832207115029</c:v>
                </c:pt>
                <c:pt idx="8">
                  <c:v>2.1995832207115029</c:v>
                </c:pt>
                <c:pt idx="9">
                  <c:v>2.1995832207115029</c:v>
                </c:pt>
                <c:pt idx="10">
                  <c:v>2.1995832207115029</c:v>
                </c:pt>
                <c:pt idx="11">
                  <c:v>2.1995832207115029</c:v>
                </c:pt>
                <c:pt idx="12">
                  <c:v>2.1995832207115029</c:v>
                </c:pt>
                <c:pt idx="13">
                  <c:v>2.1995832207115029</c:v>
                </c:pt>
                <c:pt idx="14">
                  <c:v>2.1995832207115029</c:v>
                </c:pt>
                <c:pt idx="15">
                  <c:v>2.1995832207115029</c:v>
                </c:pt>
                <c:pt idx="16">
                  <c:v>2.1995832207115029</c:v>
                </c:pt>
                <c:pt idx="17">
                  <c:v>2.1995832207115029</c:v>
                </c:pt>
                <c:pt idx="18">
                  <c:v>2.1995832207115029</c:v>
                </c:pt>
                <c:pt idx="19">
                  <c:v>2.1995832207115029</c:v>
                </c:pt>
                <c:pt idx="20">
                  <c:v>2.1995832207115029</c:v>
                </c:pt>
                <c:pt idx="21">
                  <c:v>2.1995832207115029</c:v>
                </c:pt>
                <c:pt idx="22">
                  <c:v>2.1995832207115029</c:v>
                </c:pt>
                <c:pt idx="23">
                  <c:v>2.1995832207115029</c:v>
                </c:pt>
                <c:pt idx="24">
                  <c:v>2.1995832207115029</c:v>
                </c:pt>
                <c:pt idx="25">
                  <c:v>2.1995832207115029</c:v>
                </c:pt>
                <c:pt idx="26">
                  <c:v>2.1995832207115029</c:v>
                </c:pt>
                <c:pt idx="27">
                  <c:v>2.1995832207115029</c:v>
                </c:pt>
                <c:pt idx="28">
                  <c:v>2.1995832207115029</c:v>
                </c:pt>
                <c:pt idx="29">
                  <c:v>2.1995832207115029</c:v>
                </c:pt>
                <c:pt idx="30">
                  <c:v>2.1995832207115029</c:v>
                </c:pt>
                <c:pt idx="31">
                  <c:v>2.1995832207115029</c:v>
                </c:pt>
                <c:pt idx="32">
                  <c:v>2.1995832207115029</c:v>
                </c:pt>
                <c:pt idx="33">
                  <c:v>2.1995832207115029</c:v>
                </c:pt>
                <c:pt idx="34">
                  <c:v>2.1995832207115029</c:v>
                </c:pt>
                <c:pt idx="35">
                  <c:v>2.1995832207115029</c:v>
                </c:pt>
                <c:pt idx="36">
                  <c:v>2.1995832207115029</c:v>
                </c:pt>
                <c:pt idx="37">
                  <c:v>2.1995832207115029</c:v>
                </c:pt>
                <c:pt idx="38">
                  <c:v>2.1995832207115029</c:v>
                </c:pt>
                <c:pt idx="39">
                  <c:v>2.1995832207115029</c:v>
                </c:pt>
                <c:pt idx="40">
                  <c:v>2.1995832207115029</c:v>
                </c:pt>
                <c:pt idx="41">
                  <c:v>2.1995832207115029</c:v>
                </c:pt>
                <c:pt idx="42">
                  <c:v>2.1995832207115029</c:v>
                </c:pt>
                <c:pt idx="43">
                  <c:v>2.1995832207115029</c:v>
                </c:pt>
                <c:pt idx="44">
                  <c:v>2.1995832207115029</c:v>
                </c:pt>
                <c:pt idx="45">
                  <c:v>2.1995832207115029</c:v>
                </c:pt>
                <c:pt idx="46">
                  <c:v>2.1995832207115029</c:v>
                </c:pt>
                <c:pt idx="47">
                  <c:v>2.1995832207115029</c:v>
                </c:pt>
                <c:pt idx="48">
                  <c:v>2.1995832207115029</c:v>
                </c:pt>
                <c:pt idx="49">
                  <c:v>2.1995832207115029</c:v>
                </c:pt>
                <c:pt idx="50">
                  <c:v>2.1995832207115029</c:v>
                </c:pt>
                <c:pt idx="51">
                  <c:v>2.1995832207115029</c:v>
                </c:pt>
                <c:pt idx="52">
                  <c:v>2.1995832207115029</c:v>
                </c:pt>
                <c:pt idx="53">
                  <c:v>2.1995832207115029</c:v>
                </c:pt>
                <c:pt idx="54">
                  <c:v>2.1995832207115029</c:v>
                </c:pt>
                <c:pt idx="55">
                  <c:v>2.1995832207115029</c:v>
                </c:pt>
                <c:pt idx="56">
                  <c:v>2.1995832207115029</c:v>
                </c:pt>
                <c:pt idx="57">
                  <c:v>2.1995832207115029</c:v>
                </c:pt>
                <c:pt idx="58">
                  <c:v>2.1995832207115029</c:v>
                </c:pt>
                <c:pt idx="59">
                  <c:v>2.1995832207115029</c:v>
                </c:pt>
                <c:pt idx="60">
                  <c:v>2.1995832207115029</c:v>
                </c:pt>
                <c:pt idx="61">
                  <c:v>2.1995832207115029</c:v>
                </c:pt>
                <c:pt idx="62">
                  <c:v>2.1995832207115029</c:v>
                </c:pt>
                <c:pt idx="63">
                  <c:v>2.1995832207115029</c:v>
                </c:pt>
                <c:pt idx="64">
                  <c:v>2.1995832207115029</c:v>
                </c:pt>
                <c:pt idx="65">
                  <c:v>2.1995832207115029</c:v>
                </c:pt>
                <c:pt idx="66">
                  <c:v>2.1995832207115029</c:v>
                </c:pt>
                <c:pt idx="67">
                  <c:v>2.1995832207115029</c:v>
                </c:pt>
                <c:pt idx="68">
                  <c:v>2.1995832207115029</c:v>
                </c:pt>
                <c:pt idx="69">
                  <c:v>2.1995832207115029</c:v>
                </c:pt>
                <c:pt idx="70">
                  <c:v>2.1995832207115029</c:v>
                </c:pt>
                <c:pt idx="71">
                  <c:v>2.1995832207115029</c:v>
                </c:pt>
                <c:pt idx="72">
                  <c:v>2.1995832207115029</c:v>
                </c:pt>
                <c:pt idx="73">
                  <c:v>2.1995832207115029</c:v>
                </c:pt>
                <c:pt idx="74">
                  <c:v>2.1995832207115029</c:v>
                </c:pt>
                <c:pt idx="75">
                  <c:v>2.1995832207115029</c:v>
                </c:pt>
                <c:pt idx="76">
                  <c:v>2.1995832207115029</c:v>
                </c:pt>
                <c:pt idx="77">
                  <c:v>2.1995832207115029</c:v>
                </c:pt>
                <c:pt idx="78">
                  <c:v>2.1995832207115029</c:v>
                </c:pt>
                <c:pt idx="79">
                  <c:v>2.1995832207115029</c:v>
                </c:pt>
                <c:pt idx="80">
                  <c:v>2.1995832207115029</c:v>
                </c:pt>
                <c:pt idx="81">
                  <c:v>2.1995832207115029</c:v>
                </c:pt>
                <c:pt idx="82">
                  <c:v>2.1995832207115029</c:v>
                </c:pt>
                <c:pt idx="83">
                  <c:v>2.1995832207115029</c:v>
                </c:pt>
                <c:pt idx="84">
                  <c:v>2.1995832207115029</c:v>
                </c:pt>
                <c:pt idx="85">
                  <c:v>2.1995832207115029</c:v>
                </c:pt>
                <c:pt idx="86">
                  <c:v>2.1995832207115029</c:v>
                </c:pt>
                <c:pt idx="87">
                  <c:v>2.1995832207115029</c:v>
                </c:pt>
                <c:pt idx="88">
                  <c:v>2.1995832207115029</c:v>
                </c:pt>
                <c:pt idx="89">
                  <c:v>2.1995832207115029</c:v>
                </c:pt>
                <c:pt idx="90">
                  <c:v>2.1995832207115029</c:v>
                </c:pt>
                <c:pt idx="91">
                  <c:v>2.1995832207115029</c:v>
                </c:pt>
                <c:pt idx="92">
                  <c:v>2.1995832207115029</c:v>
                </c:pt>
                <c:pt idx="93">
                  <c:v>2.1995832207115029</c:v>
                </c:pt>
                <c:pt idx="94">
                  <c:v>2.1995832207115029</c:v>
                </c:pt>
                <c:pt idx="95">
                  <c:v>2.1995832207115029</c:v>
                </c:pt>
                <c:pt idx="96">
                  <c:v>2.1995832207115029</c:v>
                </c:pt>
                <c:pt idx="97">
                  <c:v>2.1995832207115029</c:v>
                </c:pt>
                <c:pt idx="98">
                  <c:v>2.1995832207115029</c:v>
                </c:pt>
                <c:pt idx="99">
                  <c:v>2.1995832207115029</c:v>
                </c:pt>
                <c:pt idx="100">
                  <c:v>2.1995832207115029</c:v>
                </c:pt>
                <c:pt idx="101">
                  <c:v>2.1995832207115029</c:v>
                </c:pt>
                <c:pt idx="102">
                  <c:v>2.1995832207115029</c:v>
                </c:pt>
                <c:pt idx="103">
                  <c:v>2.1995832207115029</c:v>
                </c:pt>
                <c:pt idx="104">
                  <c:v>2.1995832207115029</c:v>
                </c:pt>
                <c:pt idx="105">
                  <c:v>2.1995832207115029</c:v>
                </c:pt>
                <c:pt idx="106">
                  <c:v>2.1995832207115029</c:v>
                </c:pt>
                <c:pt idx="107">
                  <c:v>2.1995832207115029</c:v>
                </c:pt>
                <c:pt idx="108">
                  <c:v>2.1995832207115029</c:v>
                </c:pt>
                <c:pt idx="109">
                  <c:v>2.1995832207115029</c:v>
                </c:pt>
                <c:pt idx="110">
                  <c:v>2.1995832207115029</c:v>
                </c:pt>
                <c:pt idx="111">
                  <c:v>2.1995832207115029</c:v>
                </c:pt>
                <c:pt idx="112">
                  <c:v>2.1995832207115029</c:v>
                </c:pt>
                <c:pt idx="113">
                  <c:v>2.1995832207115029</c:v>
                </c:pt>
                <c:pt idx="114">
                  <c:v>2.1995832207115029</c:v>
                </c:pt>
                <c:pt idx="115">
                  <c:v>2.1995832207115029</c:v>
                </c:pt>
                <c:pt idx="116">
                  <c:v>2.1995832207115029</c:v>
                </c:pt>
                <c:pt idx="117">
                  <c:v>2.1995832207115029</c:v>
                </c:pt>
                <c:pt idx="118">
                  <c:v>2.1995832207115029</c:v>
                </c:pt>
                <c:pt idx="119">
                  <c:v>2.1995832207115029</c:v>
                </c:pt>
                <c:pt idx="120">
                  <c:v>2.1995832207115029</c:v>
                </c:pt>
                <c:pt idx="121">
                  <c:v>2.1995832207115029</c:v>
                </c:pt>
              </c:numCache>
            </c:numRef>
          </c:val>
          <c:smooth val="0"/>
          <c:extLst>
            <c:ext xmlns:c16="http://schemas.microsoft.com/office/drawing/2014/chart" uri="{C3380CC4-5D6E-409C-BE32-E72D297353CC}">
              <c16:uniqueId val="{00000001-6A42-4EE6-842E-67523BA007C3}"/>
            </c:ext>
          </c:extLst>
        </c:ser>
        <c:ser>
          <c:idx val="2"/>
          <c:order val="2"/>
          <c:tx>
            <c:v>+1 std. dev.</c:v>
          </c:tx>
          <c:spPr>
            <a:ln w="19050">
              <a:solidFill>
                <a:srgbClr val="8EB3DF"/>
              </a:solidFill>
              <a:prstDash val="dash"/>
            </a:ln>
          </c:spPr>
          <c:marker>
            <c:symbol val="none"/>
          </c:marker>
          <c:cat>
            <c:numRef>
              <c:f>'E3'!$A$2:$A$123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'E3'!$D$2:$D$123</c:f>
              <c:numCache>
                <c:formatCode>0.00</c:formatCode>
                <c:ptCount val="122"/>
                <c:pt idx="0">
                  <c:v>3.5079386918127309</c:v>
                </c:pt>
                <c:pt idx="1">
                  <c:v>3.5079386918127309</c:v>
                </c:pt>
                <c:pt idx="2">
                  <c:v>3.5079386918127309</c:v>
                </c:pt>
                <c:pt idx="3">
                  <c:v>3.5079386918127309</c:v>
                </c:pt>
                <c:pt idx="4">
                  <c:v>3.5079386918127309</c:v>
                </c:pt>
                <c:pt idx="5">
                  <c:v>3.5079386918127309</c:v>
                </c:pt>
                <c:pt idx="6">
                  <c:v>3.5079386918127309</c:v>
                </c:pt>
                <c:pt idx="7">
                  <c:v>3.5079386918127309</c:v>
                </c:pt>
                <c:pt idx="8">
                  <c:v>3.5079386918127309</c:v>
                </c:pt>
                <c:pt idx="9">
                  <c:v>3.5079386918127309</c:v>
                </c:pt>
                <c:pt idx="10">
                  <c:v>3.5079386918127309</c:v>
                </c:pt>
                <c:pt idx="11">
                  <c:v>3.5079386918127309</c:v>
                </c:pt>
                <c:pt idx="12">
                  <c:v>3.5079386918127309</c:v>
                </c:pt>
                <c:pt idx="13">
                  <c:v>3.5079386918127309</c:v>
                </c:pt>
                <c:pt idx="14">
                  <c:v>3.5079386918127309</c:v>
                </c:pt>
                <c:pt idx="15">
                  <c:v>3.5079386918127309</c:v>
                </c:pt>
                <c:pt idx="16">
                  <c:v>3.5079386918127309</c:v>
                </c:pt>
                <c:pt idx="17">
                  <c:v>3.5079386918127309</c:v>
                </c:pt>
                <c:pt idx="18">
                  <c:v>3.5079386918127309</c:v>
                </c:pt>
                <c:pt idx="19">
                  <c:v>3.5079386918127309</c:v>
                </c:pt>
                <c:pt idx="20">
                  <c:v>3.5079386918127309</c:v>
                </c:pt>
                <c:pt idx="21">
                  <c:v>3.5079386918127309</c:v>
                </c:pt>
                <c:pt idx="22">
                  <c:v>3.5079386918127309</c:v>
                </c:pt>
                <c:pt idx="23">
                  <c:v>3.5079386918127309</c:v>
                </c:pt>
                <c:pt idx="24">
                  <c:v>3.5079386918127309</c:v>
                </c:pt>
                <c:pt idx="25">
                  <c:v>3.5079386918127309</c:v>
                </c:pt>
                <c:pt idx="26">
                  <c:v>3.5079386918127309</c:v>
                </c:pt>
                <c:pt idx="27">
                  <c:v>3.5079386918127309</c:v>
                </c:pt>
                <c:pt idx="28">
                  <c:v>3.5079386918127309</c:v>
                </c:pt>
                <c:pt idx="29">
                  <c:v>3.5079386918127309</c:v>
                </c:pt>
                <c:pt idx="30">
                  <c:v>3.5079386918127309</c:v>
                </c:pt>
                <c:pt idx="31">
                  <c:v>3.5079386918127309</c:v>
                </c:pt>
                <c:pt idx="32">
                  <c:v>3.5079386918127309</c:v>
                </c:pt>
                <c:pt idx="33">
                  <c:v>3.5079386918127309</c:v>
                </c:pt>
                <c:pt idx="34">
                  <c:v>3.5079386918127309</c:v>
                </c:pt>
                <c:pt idx="35">
                  <c:v>3.5079386918127309</c:v>
                </c:pt>
                <c:pt idx="36">
                  <c:v>3.5079386918127309</c:v>
                </c:pt>
                <c:pt idx="37">
                  <c:v>3.5079386918127309</c:v>
                </c:pt>
                <c:pt idx="38">
                  <c:v>3.5079386918127309</c:v>
                </c:pt>
                <c:pt idx="39">
                  <c:v>3.5079386918127309</c:v>
                </c:pt>
                <c:pt idx="40">
                  <c:v>3.5079386918127309</c:v>
                </c:pt>
                <c:pt idx="41">
                  <c:v>3.5079386918127309</c:v>
                </c:pt>
                <c:pt idx="42">
                  <c:v>3.5079386918127309</c:v>
                </c:pt>
                <c:pt idx="43">
                  <c:v>3.5079386918127309</c:v>
                </c:pt>
                <c:pt idx="44">
                  <c:v>3.5079386918127309</c:v>
                </c:pt>
                <c:pt idx="45">
                  <c:v>3.5079386918127309</c:v>
                </c:pt>
                <c:pt idx="46">
                  <c:v>3.5079386918127309</c:v>
                </c:pt>
                <c:pt idx="47">
                  <c:v>3.5079386918127309</c:v>
                </c:pt>
                <c:pt idx="48">
                  <c:v>3.5079386918127309</c:v>
                </c:pt>
                <c:pt idx="49">
                  <c:v>3.5079386918127309</c:v>
                </c:pt>
                <c:pt idx="50">
                  <c:v>3.5079386918127309</c:v>
                </c:pt>
                <c:pt idx="51">
                  <c:v>3.5079386918127309</c:v>
                </c:pt>
                <c:pt idx="52">
                  <c:v>3.5079386918127309</c:v>
                </c:pt>
                <c:pt idx="53">
                  <c:v>3.5079386918127309</c:v>
                </c:pt>
                <c:pt idx="54">
                  <c:v>3.5079386918127309</c:v>
                </c:pt>
                <c:pt idx="55">
                  <c:v>3.5079386918127309</c:v>
                </c:pt>
                <c:pt idx="56">
                  <c:v>3.5079386918127309</c:v>
                </c:pt>
                <c:pt idx="57">
                  <c:v>3.5079386918127309</c:v>
                </c:pt>
                <c:pt idx="58">
                  <c:v>3.5079386918127309</c:v>
                </c:pt>
                <c:pt idx="59">
                  <c:v>3.5079386918127309</c:v>
                </c:pt>
                <c:pt idx="60">
                  <c:v>3.5079386918127309</c:v>
                </c:pt>
                <c:pt idx="61">
                  <c:v>3.5079386918127309</c:v>
                </c:pt>
                <c:pt idx="62">
                  <c:v>3.5079386918127309</c:v>
                </c:pt>
                <c:pt idx="63">
                  <c:v>3.5079386918127309</c:v>
                </c:pt>
                <c:pt idx="64">
                  <c:v>3.5079386918127309</c:v>
                </c:pt>
                <c:pt idx="65">
                  <c:v>3.5079386918127309</c:v>
                </c:pt>
                <c:pt idx="66">
                  <c:v>3.5079386918127309</c:v>
                </c:pt>
                <c:pt idx="67">
                  <c:v>3.5079386918127309</c:v>
                </c:pt>
                <c:pt idx="68">
                  <c:v>3.5079386918127309</c:v>
                </c:pt>
                <c:pt idx="69">
                  <c:v>3.5079386918127309</c:v>
                </c:pt>
                <c:pt idx="70">
                  <c:v>3.5079386918127309</c:v>
                </c:pt>
                <c:pt idx="71">
                  <c:v>3.5079386918127309</c:v>
                </c:pt>
                <c:pt idx="72">
                  <c:v>3.5079386918127309</c:v>
                </c:pt>
                <c:pt idx="73">
                  <c:v>3.5079386918127309</c:v>
                </c:pt>
                <c:pt idx="74">
                  <c:v>3.5079386918127309</c:v>
                </c:pt>
                <c:pt idx="75">
                  <c:v>3.5079386918127309</c:v>
                </c:pt>
                <c:pt idx="76">
                  <c:v>3.5079386918127309</c:v>
                </c:pt>
                <c:pt idx="77">
                  <c:v>3.5079386918127309</c:v>
                </c:pt>
                <c:pt idx="78">
                  <c:v>3.5079386918127309</c:v>
                </c:pt>
                <c:pt idx="79">
                  <c:v>3.5079386918127309</c:v>
                </c:pt>
                <c:pt idx="80">
                  <c:v>3.5079386918127309</c:v>
                </c:pt>
                <c:pt idx="81">
                  <c:v>3.5079386918127309</c:v>
                </c:pt>
                <c:pt idx="82">
                  <c:v>3.5079386918127309</c:v>
                </c:pt>
                <c:pt idx="83">
                  <c:v>3.5079386918127309</c:v>
                </c:pt>
                <c:pt idx="84">
                  <c:v>3.5079386918127309</c:v>
                </c:pt>
                <c:pt idx="85">
                  <c:v>3.5079386918127309</c:v>
                </c:pt>
                <c:pt idx="86">
                  <c:v>3.5079386918127309</c:v>
                </c:pt>
                <c:pt idx="87">
                  <c:v>3.5079386918127309</c:v>
                </c:pt>
                <c:pt idx="88">
                  <c:v>3.5079386918127309</c:v>
                </c:pt>
                <c:pt idx="89">
                  <c:v>3.5079386918127309</c:v>
                </c:pt>
                <c:pt idx="90">
                  <c:v>3.5079386918127309</c:v>
                </c:pt>
                <c:pt idx="91">
                  <c:v>3.5079386918127309</c:v>
                </c:pt>
                <c:pt idx="92">
                  <c:v>3.5079386918127309</c:v>
                </c:pt>
                <c:pt idx="93">
                  <c:v>3.5079386918127309</c:v>
                </c:pt>
                <c:pt idx="94">
                  <c:v>3.5079386918127309</c:v>
                </c:pt>
                <c:pt idx="95">
                  <c:v>3.5079386918127309</c:v>
                </c:pt>
                <c:pt idx="96">
                  <c:v>3.5079386918127309</c:v>
                </c:pt>
                <c:pt idx="97">
                  <c:v>3.5079386918127309</c:v>
                </c:pt>
                <c:pt idx="98">
                  <c:v>3.5079386918127309</c:v>
                </c:pt>
                <c:pt idx="99">
                  <c:v>3.5079386918127309</c:v>
                </c:pt>
                <c:pt idx="100">
                  <c:v>3.5079386918127309</c:v>
                </c:pt>
                <c:pt idx="101">
                  <c:v>3.5079386918127309</c:v>
                </c:pt>
                <c:pt idx="102">
                  <c:v>3.5079386918127309</c:v>
                </c:pt>
                <c:pt idx="103">
                  <c:v>3.5079386918127309</c:v>
                </c:pt>
                <c:pt idx="104">
                  <c:v>3.5079386918127309</c:v>
                </c:pt>
                <c:pt idx="105">
                  <c:v>3.5079386918127309</c:v>
                </c:pt>
                <c:pt idx="106">
                  <c:v>3.5079386918127309</c:v>
                </c:pt>
                <c:pt idx="107">
                  <c:v>3.5079386918127309</c:v>
                </c:pt>
                <c:pt idx="108">
                  <c:v>3.5079386918127309</c:v>
                </c:pt>
                <c:pt idx="109">
                  <c:v>3.5079386918127309</c:v>
                </c:pt>
                <c:pt idx="110">
                  <c:v>3.5079386918127309</c:v>
                </c:pt>
                <c:pt idx="111">
                  <c:v>3.5079386918127309</c:v>
                </c:pt>
                <c:pt idx="112">
                  <c:v>3.5079386918127309</c:v>
                </c:pt>
                <c:pt idx="113">
                  <c:v>3.5079386918127309</c:v>
                </c:pt>
                <c:pt idx="114">
                  <c:v>3.5079386918127309</c:v>
                </c:pt>
                <c:pt idx="115">
                  <c:v>3.5079386918127309</c:v>
                </c:pt>
                <c:pt idx="116">
                  <c:v>3.5079386918127309</c:v>
                </c:pt>
                <c:pt idx="117">
                  <c:v>3.5079386918127309</c:v>
                </c:pt>
                <c:pt idx="118">
                  <c:v>3.5079386918127309</c:v>
                </c:pt>
                <c:pt idx="119">
                  <c:v>3.5079386918127309</c:v>
                </c:pt>
                <c:pt idx="120">
                  <c:v>3.5079386918127309</c:v>
                </c:pt>
                <c:pt idx="121">
                  <c:v>3.5079386918127309</c:v>
                </c:pt>
              </c:numCache>
            </c:numRef>
          </c:val>
          <c:smooth val="0"/>
          <c:extLst>
            <c:ext xmlns:c16="http://schemas.microsoft.com/office/drawing/2014/chart" uri="{C3380CC4-5D6E-409C-BE32-E72D297353CC}">
              <c16:uniqueId val="{00000002-6A42-4EE6-842E-67523BA007C3}"/>
            </c:ext>
          </c:extLst>
        </c:ser>
        <c:ser>
          <c:idx val="3"/>
          <c:order val="3"/>
          <c:tx>
            <c:v>±1 std. dev.</c:v>
          </c:tx>
          <c:spPr>
            <a:ln w="19050">
              <a:solidFill>
                <a:srgbClr val="8EB3DF"/>
              </a:solidFill>
              <a:prstDash val="dash"/>
            </a:ln>
          </c:spPr>
          <c:marker>
            <c:symbol val="none"/>
          </c:marker>
          <c:cat>
            <c:numRef>
              <c:f>'E3'!$A$2:$A$123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'E3'!$E$2:$E$123</c:f>
              <c:numCache>
                <c:formatCode>0.00</c:formatCode>
                <c:ptCount val="122"/>
                <c:pt idx="0">
                  <c:v>0.89122774961027484</c:v>
                </c:pt>
                <c:pt idx="1">
                  <c:v>0.89122774961027484</c:v>
                </c:pt>
                <c:pt idx="2">
                  <c:v>0.89122774961027484</c:v>
                </c:pt>
                <c:pt idx="3">
                  <c:v>0.89122774961027484</c:v>
                </c:pt>
                <c:pt idx="4">
                  <c:v>0.89122774961027484</c:v>
                </c:pt>
                <c:pt idx="5">
                  <c:v>0.89122774961027484</c:v>
                </c:pt>
                <c:pt idx="6">
                  <c:v>0.89122774961027484</c:v>
                </c:pt>
                <c:pt idx="7">
                  <c:v>0.89122774961027484</c:v>
                </c:pt>
                <c:pt idx="8">
                  <c:v>0.89122774961027484</c:v>
                </c:pt>
                <c:pt idx="9">
                  <c:v>0.89122774961027484</c:v>
                </c:pt>
                <c:pt idx="10">
                  <c:v>0.89122774961027484</c:v>
                </c:pt>
                <c:pt idx="11">
                  <c:v>0.89122774961027484</c:v>
                </c:pt>
                <c:pt idx="12">
                  <c:v>0.89122774961027484</c:v>
                </c:pt>
                <c:pt idx="13">
                  <c:v>0.89122774961027484</c:v>
                </c:pt>
                <c:pt idx="14">
                  <c:v>0.89122774961027484</c:v>
                </c:pt>
                <c:pt idx="15">
                  <c:v>0.89122774961027484</c:v>
                </c:pt>
                <c:pt idx="16">
                  <c:v>0.89122774961027484</c:v>
                </c:pt>
                <c:pt idx="17">
                  <c:v>0.89122774961027484</c:v>
                </c:pt>
                <c:pt idx="18">
                  <c:v>0.89122774961027484</c:v>
                </c:pt>
                <c:pt idx="19">
                  <c:v>0.89122774961027484</c:v>
                </c:pt>
                <c:pt idx="20">
                  <c:v>0.89122774961027484</c:v>
                </c:pt>
                <c:pt idx="21">
                  <c:v>0.89122774961027484</c:v>
                </c:pt>
                <c:pt idx="22">
                  <c:v>0.89122774961027484</c:v>
                </c:pt>
                <c:pt idx="23">
                  <c:v>0.89122774961027484</c:v>
                </c:pt>
                <c:pt idx="24">
                  <c:v>0.89122774961027484</c:v>
                </c:pt>
                <c:pt idx="25">
                  <c:v>0.89122774961027484</c:v>
                </c:pt>
                <c:pt idx="26">
                  <c:v>0.89122774961027484</c:v>
                </c:pt>
                <c:pt idx="27">
                  <c:v>0.89122774961027484</c:v>
                </c:pt>
                <c:pt idx="28">
                  <c:v>0.89122774961027484</c:v>
                </c:pt>
                <c:pt idx="29">
                  <c:v>0.89122774961027484</c:v>
                </c:pt>
                <c:pt idx="30">
                  <c:v>0.89122774961027484</c:v>
                </c:pt>
                <c:pt idx="31">
                  <c:v>0.89122774961027484</c:v>
                </c:pt>
                <c:pt idx="32">
                  <c:v>0.89122774961027484</c:v>
                </c:pt>
                <c:pt idx="33">
                  <c:v>0.89122774961027484</c:v>
                </c:pt>
                <c:pt idx="34">
                  <c:v>0.89122774961027484</c:v>
                </c:pt>
                <c:pt idx="35">
                  <c:v>0.89122774961027484</c:v>
                </c:pt>
                <c:pt idx="36">
                  <c:v>0.89122774961027484</c:v>
                </c:pt>
                <c:pt idx="37">
                  <c:v>0.89122774961027484</c:v>
                </c:pt>
                <c:pt idx="38">
                  <c:v>0.89122774961027484</c:v>
                </c:pt>
                <c:pt idx="39">
                  <c:v>0.89122774961027484</c:v>
                </c:pt>
                <c:pt idx="40">
                  <c:v>0.89122774961027484</c:v>
                </c:pt>
                <c:pt idx="41">
                  <c:v>0.89122774961027484</c:v>
                </c:pt>
                <c:pt idx="42">
                  <c:v>0.89122774961027484</c:v>
                </c:pt>
                <c:pt idx="43">
                  <c:v>0.89122774961027484</c:v>
                </c:pt>
                <c:pt idx="44">
                  <c:v>0.89122774961027484</c:v>
                </c:pt>
                <c:pt idx="45">
                  <c:v>0.89122774961027484</c:v>
                </c:pt>
                <c:pt idx="46">
                  <c:v>0.89122774961027484</c:v>
                </c:pt>
                <c:pt idx="47">
                  <c:v>0.89122774961027484</c:v>
                </c:pt>
                <c:pt idx="48">
                  <c:v>0.89122774961027484</c:v>
                </c:pt>
                <c:pt idx="49">
                  <c:v>0.89122774961027484</c:v>
                </c:pt>
                <c:pt idx="50">
                  <c:v>0.89122774961027484</c:v>
                </c:pt>
                <c:pt idx="51">
                  <c:v>0.89122774961027484</c:v>
                </c:pt>
                <c:pt idx="52">
                  <c:v>0.89122774961027484</c:v>
                </c:pt>
                <c:pt idx="53">
                  <c:v>0.89122774961027484</c:v>
                </c:pt>
                <c:pt idx="54">
                  <c:v>0.89122774961027484</c:v>
                </c:pt>
                <c:pt idx="55">
                  <c:v>0.89122774961027484</c:v>
                </c:pt>
                <c:pt idx="56">
                  <c:v>0.89122774961027484</c:v>
                </c:pt>
                <c:pt idx="57">
                  <c:v>0.89122774961027484</c:v>
                </c:pt>
                <c:pt idx="58">
                  <c:v>0.89122774961027484</c:v>
                </c:pt>
                <c:pt idx="59">
                  <c:v>0.89122774961027484</c:v>
                </c:pt>
                <c:pt idx="60">
                  <c:v>0.89122774961027484</c:v>
                </c:pt>
                <c:pt idx="61">
                  <c:v>0.89122774961027484</c:v>
                </c:pt>
                <c:pt idx="62">
                  <c:v>0.89122774961027484</c:v>
                </c:pt>
                <c:pt idx="63">
                  <c:v>0.89122774961027484</c:v>
                </c:pt>
                <c:pt idx="64">
                  <c:v>0.89122774961027484</c:v>
                </c:pt>
                <c:pt idx="65">
                  <c:v>0.89122774961027484</c:v>
                </c:pt>
                <c:pt idx="66">
                  <c:v>0.89122774961027484</c:v>
                </c:pt>
                <c:pt idx="67">
                  <c:v>0.89122774961027484</c:v>
                </c:pt>
                <c:pt idx="68">
                  <c:v>0.89122774961027484</c:v>
                </c:pt>
                <c:pt idx="69">
                  <c:v>0.89122774961027484</c:v>
                </c:pt>
                <c:pt idx="70">
                  <c:v>0.89122774961027484</c:v>
                </c:pt>
                <c:pt idx="71">
                  <c:v>0.89122774961027484</c:v>
                </c:pt>
                <c:pt idx="72">
                  <c:v>0.89122774961027484</c:v>
                </c:pt>
                <c:pt idx="73">
                  <c:v>0.89122774961027484</c:v>
                </c:pt>
                <c:pt idx="74">
                  <c:v>0.89122774961027484</c:v>
                </c:pt>
                <c:pt idx="75">
                  <c:v>0.89122774961027484</c:v>
                </c:pt>
                <c:pt idx="76">
                  <c:v>0.89122774961027484</c:v>
                </c:pt>
                <c:pt idx="77">
                  <c:v>0.89122774961027484</c:v>
                </c:pt>
                <c:pt idx="78">
                  <c:v>0.89122774961027484</c:v>
                </c:pt>
                <c:pt idx="79">
                  <c:v>0.89122774961027484</c:v>
                </c:pt>
                <c:pt idx="80">
                  <c:v>0.89122774961027484</c:v>
                </c:pt>
                <c:pt idx="81">
                  <c:v>0.89122774961027484</c:v>
                </c:pt>
                <c:pt idx="82">
                  <c:v>0.89122774961027484</c:v>
                </c:pt>
                <c:pt idx="83">
                  <c:v>0.89122774961027484</c:v>
                </c:pt>
                <c:pt idx="84">
                  <c:v>0.89122774961027484</c:v>
                </c:pt>
                <c:pt idx="85">
                  <c:v>0.89122774961027484</c:v>
                </c:pt>
                <c:pt idx="86">
                  <c:v>0.89122774961027484</c:v>
                </c:pt>
                <c:pt idx="87">
                  <c:v>0.89122774961027484</c:v>
                </c:pt>
                <c:pt idx="88">
                  <c:v>0.89122774961027484</c:v>
                </c:pt>
                <c:pt idx="89">
                  <c:v>0.89122774961027484</c:v>
                </c:pt>
                <c:pt idx="90">
                  <c:v>0.89122774961027484</c:v>
                </c:pt>
                <c:pt idx="91">
                  <c:v>0.89122774961027484</c:v>
                </c:pt>
                <c:pt idx="92">
                  <c:v>0.89122774961027484</c:v>
                </c:pt>
                <c:pt idx="93">
                  <c:v>0.89122774961027484</c:v>
                </c:pt>
                <c:pt idx="94">
                  <c:v>0.89122774961027484</c:v>
                </c:pt>
                <c:pt idx="95">
                  <c:v>0.89122774961027484</c:v>
                </c:pt>
                <c:pt idx="96">
                  <c:v>0.89122774961027484</c:v>
                </c:pt>
                <c:pt idx="97">
                  <c:v>0.89122774961027484</c:v>
                </c:pt>
                <c:pt idx="98">
                  <c:v>0.89122774961027484</c:v>
                </c:pt>
                <c:pt idx="99">
                  <c:v>0.89122774961027484</c:v>
                </c:pt>
                <c:pt idx="100">
                  <c:v>0.89122774961027484</c:v>
                </c:pt>
                <c:pt idx="101">
                  <c:v>0.89122774961027484</c:v>
                </c:pt>
                <c:pt idx="102">
                  <c:v>0.89122774961027484</c:v>
                </c:pt>
                <c:pt idx="103">
                  <c:v>0.89122774961027484</c:v>
                </c:pt>
                <c:pt idx="104">
                  <c:v>0.89122774961027484</c:v>
                </c:pt>
                <c:pt idx="105">
                  <c:v>0.89122774961027484</c:v>
                </c:pt>
                <c:pt idx="106">
                  <c:v>0.89122774961027484</c:v>
                </c:pt>
                <c:pt idx="107">
                  <c:v>0.89122774961027484</c:v>
                </c:pt>
                <c:pt idx="108">
                  <c:v>0.89122774961027484</c:v>
                </c:pt>
                <c:pt idx="109">
                  <c:v>0.89122774961027484</c:v>
                </c:pt>
                <c:pt idx="110">
                  <c:v>0.89122774961027484</c:v>
                </c:pt>
                <c:pt idx="111">
                  <c:v>0.89122774961027484</c:v>
                </c:pt>
                <c:pt idx="112">
                  <c:v>0.89122774961027484</c:v>
                </c:pt>
                <c:pt idx="113">
                  <c:v>0.89122774961027484</c:v>
                </c:pt>
                <c:pt idx="114">
                  <c:v>0.89122774961027484</c:v>
                </c:pt>
                <c:pt idx="115">
                  <c:v>0.89122774961027484</c:v>
                </c:pt>
                <c:pt idx="116">
                  <c:v>0.89122774961027484</c:v>
                </c:pt>
                <c:pt idx="117">
                  <c:v>0.89122774961027484</c:v>
                </c:pt>
                <c:pt idx="118">
                  <c:v>0.89122774961027484</c:v>
                </c:pt>
                <c:pt idx="119">
                  <c:v>0.89122774961027484</c:v>
                </c:pt>
                <c:pt idx="120">
                  <c:v>0.89122774961027484</c:v>
                </c:pt>
                <c:pt idx="121">
                  <c:v>0.89122774961027484</c:v>
                </c:pt>
              </c:numCache>
            </c:numRef>
          </c:val>
          <c:smooth val="0"/>
          <c:extLst>
            <c:ext xmlns:c16="http://schemas.microsoft.com/office/drawing/2014/chart" uri="{C3380CC4-5D6E-409C-BE32-E72D297353CC}">
              <c16:uniqueId val="{00000003-6A42-4EE6-842E-67523BA007C3}"/>
            </c:ext>
          </c:extLst>
        </c:ser>
        <c:dLbls>
          <c:showLegendKey val="0"/>
          <c:showVal val="0"/>
          <c:showCatName val="0"/>
          <c:showSerName val="0"/>
          <c:showPercent val="0"/>
          <c:showBubbleSize val="0"/>
        </c:dLbls>
        <c:smooth val="0"/>
        <c:axId val="50030001"/>
        <c:axId val="50030002"/>
      </c:lineChart>
      <c:dateAx>
        <c:axId val="5003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30002"/>
        <c:crosses val="min"/>
        <c:auto val="1"/>
        <c:lblOffset val="100"/>
        <c:baseTimeUnit val="days"/>
        <c:majorUnit val="2"/>
        <c:majorTimeUnit val="years"/>
      </c:dateAx>
      <c:valAx>
        <c:axId val="50030002"/>
        <c:scaling>
          <c:orientation val="minMax"/>
          <c:max val="8"/>
          <c:min val="-2"/>
        </c:scaling>
        <c:delete val="0"/>
        <c:axPos val="l"/>
        <c:majorGridlines>
          <c:spPr>
            <a:ln w="6350">
              <a:solidFill>
                <a:srgbClr val="D9D9D9"/>
              </a:solidFill>
              <a:prstDash val="dash"/>
            </a:ln>
          </c:spPr>
        </c:majorGridlines>
        <c:numFmt formatCode="0&quot;.0%&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30001"/>
        <c:crosses val="autoZero"/>
        <c:crossBetween val="between"/>
        <c:majorUnit val="2"/>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612338214177898"/>
          <c:y val="0.27479661012595147"/>
          <c:w val="0.69157493599017905"/>
          <c:h val="0.53761203461802265"/>
        </c:manualLayout>
      </c:layout>
      <c:lineChart>
        <c:grouping val="standard"/>
        <c:varyColors val="0"/>
        <c:ser>
          <c:idx val="0"/>
          <c:order val="0"/>
          <c:tx>
            <c:v>ERP</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4-D1A3-482A-AD67-5BA6B3A5049D}"/>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2.0%</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D1A3-482A-AD67-5BA6B3A5049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'E4'!$A$2:$A$123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'E4'!$B$2:$B$123</c:f>
              <c:numCache>
                <c:formatCode>0.00</c:formatCode>
                <c:ptCount val="122"/>
                <c:pt idx="0">
                  <c:v>-5.8502463837640378E-2</c:v>
                </c:pt>
                <c:pt idx="1">
                  <c:v>0.56415716632549495</c:v>
                </c:pt>
                <c:pt idx="2">
                  <c:v>0.80066711432543736</c:v>
                </c:pt>
                <c:pt idx="3">
                  <c:v>0.83515499925688397</c:v>
                </c:pt>
                <c:pt idx="4">
                  <c:v>0.85292009835172544</c:v>
                </c:pt>
                <c:pt idx="5">
                  <c:v>1.0611471635591061</c:v>
                </c:pt>
                <c:pt idx="6">
                  <c:v>0.91465039403361148</c:v>
                </c:pt>
                <c:pt idx="7">
                  <c:v>1.157252693025107</c:v>
                </c:pt>
                <c:pt idx="8">
                  <c:v>1.2048495091610341</c:v>
                </c:pt>
                <c:pt idx="9">
                  <c:v>1.5837335714279011</c:v>
                </c:pt>
                <c:pt idx="10">
                  <c:v>1.1673111752689209</c:v>
                </c:pt>
                <c:pt idx="11">
                  <c:v>1.082324285511916</c:v>
                </c:pt>
                <c:pt idx="12">
                  <c:v>1.168628909107976</c:v>
                </c:pt>
                <c:pt idx="13">
                  <c:v>1.0033653546905159</c:v>
                </c:pt>
                <c:pt idx="14">
                  <c:v>0.77845324743636357</c:v>
                </c:pt>
                <c:pt idx="15">
                  <c:v>0.98058148942774959</c:v>
                </c:pt>
                <c:pt idx="16">
                  <c:v>1.209268856794016</c:v>
                </c:pt>
                <c:pt idx="17">
                  <c:v>1.6908887520886531</c:v>
                </c:pt>
                <c:pt idx="18">
                  <c:v>1.8641859108426491</c:v>
                </c:pt>
                <c:pt idx="19">
                  <c:v>1.8598957852064539</c:v>
                </c:pt>
                <c:pt idx="20">
                  <c:v>1.5636042481960171</c:v>
                </c:pt>
                <c:pt idx="21">
                  <c:v>1.495881208144981</c:v>
                </c:pt>
                <c:pt idx="22">
                  <c:v>1.8361545767026379</c:v>
                </c:pt>
                <c:pt idx="23">
                  <c:v>1.5067165152880231</c:v>
                </c:pt>
                <c:pt idx="24">
                  <c:v>1.360252760362278</c:v>
                </c:pt>
                <c:pt idx="25">
                  <c:v>1.290844849679361</c:v>
                </c:pt>
                <c:pt idx="26">
                  <c:v>1.664974834922303</c:v>
                </c:pt>
                <c:pt idx="27">
                  <c:v>1.287736635496834</c:v>
                </c:pt>
                <c:pt idx="28">
                  <c:v>1.4582291501449161</c:v>
                </c:pt>
                <c:pt idx="29">
                  <c:v>1.845913414954649</c:v>
                </c:pt>
                <c:pt idx="30">
                  <c:v>1.789109897778923</c:v>
                </c:pt>
                <c:pt idx="31">
                  <c:v>1.51783713262945</c:v>
                </c:pt>
                <c:pt idx="32">
                  <c:v>1.7897482611169699</c:v>
                </c:pt>
                <c:pt idx="33">
                  <c:v>1.638114410720463</c:v>
                </c:pt>
                <c:pt idx="34">
                  <c:v>1.370202428691973</c:v>
                </c:pt>
                <c:pt idx="35">
                  <c:v>1.690274039122915</c:v>
                </c:pt>
                <c:pt idx="36">
                  <c:v>2.311981968154952</c:v>
                </c:pt>
                <c:pt idx="37">
                  <c:v>1.711152861152945</c:v>
                </c:pt>
                <c:pt idx="38">
                  <c:v>1.3156699440139941</c:v>
                </c:pt>
                <c:pt idx="39">
                  <c:v>1.4895668415742169</c:v>
                </c:pt>
                <c:pt idx="40">
                  <c:v>1.462450435081512</c:v>
                </c:pt>
                <c:pt idx="41">
                  <c:v>1.999206400455005</c:v>
                </c:pt>
                <c:pt idx="42">
                  <c:v>1.204650207984199</c:v>
                </c:pt>
                <c:pt idx="43">
                  <c:v>2.0650018352553152</c:v>
                </c:pt>
                <c:pt idx="44">
                  <c:v>1.2337887706968931</c:v>
                </c:pt>
                <c:pt idx="45">
                  <c:v>1.1735698710712841</c:v>
                </c:pt>
                <c:pt idx="46">
                  <c:v>1.1024888118530589</c:v>
                </c:pt>
                <c:pt idx="47">
                  <c:v>0.92236158583860017</c:v>
                </c:pt>
                <c:pt idx="48">
                  <c:v>0.86907998967527922</c:v>
                </c:pt>
                <c:pt idx="49">
                  <c:v>0.9481340653861785</c:v>
                </c:pt>
                <c:pt idx="50">
                  <c:v>1.362777501063223</c:v>
                </c:pt>
                <c:pt idx="51">
                  <c:v>1.090551841367752</c:v>
                </c:pt>
                <c:pt idx="52">
                  <c:v>1.0479682081193971</c:v>
                </c:pt>
                <c:pt idx="53">
                  <c:v>0.34673050700641389</c:v>
                </c:pt>
                <c:pt idx="54">
                  <c:v>0.7938187458257091</c:v>
                </c:pt>
                <c:pt idx="55">
                  <c:v>0.37539723145646531</c:v>
                </c:pt>
                <c:pt idx="56">
                  <c:v>2.816396239646857E-2</c:v>
                </c:pt>
                <c:pt idx="57">
                  <c:v>-5.1618055035648057E-2</c:v>
                </c:pt>
                <c:pt idx="58">
                  <c:v>-0.338928105025877</c:v>
                </c:pt>
                <c:pt idx="59">
                  <c:v>-1.16740180310298</c:v>
                </c:pt>
                <c:pt idx="60">
                  <c:v>-1.3074090089645629</c:v>
                </c:pt>
                <c:pt idx="61">
                  <c:v>-1.042934201436658</c:v>
                </c:pt>
                <c:pt idx="62">
                  <c:v>-0.6638602771959955</c:v>
                </c:pt>
                <c:pt idx="63">
                  <c:v>-1.1778935996687849</c:v>
                </c:pt>
                <c:pt idx="64">
                  <c:v>-1.0516217196860529</c:v>
                </c:pt>
                <c:pt idx="65">
                  <c:v>-1.2800269494006189</c:v>
                </c:pt>
                <c:pt idx="66">
                  <c:v>-0.74420787190534954</c:v>
                </c:pt>
                <c:pt idx="67">
                  <c:v>-0.49543601901635559</c:v>
                </c:pt>
                <c:pt idx="68">
                  <c:v>-6.4910785320594633E-2</c:v>
                </c:pt>
                <c:pt idx="69">
                  <c:v>-0.75528611922139333</c:v>
                </c:pt>
                <c:pt idx="70">
                  <c:v>-0.65806943109740157</c:v>
                </c:pt>
                <c:pt idx="71">
                  <c:v>-0.48362729913314217</c:v>
                </c:pt>
                <c:pt idx="72">
                  <c:v>-0.98672249926875089</c:v>
                </c:pt>
                <c:pt idx="73">
                  <c:v>-0.52018978414392003</c:v>
                </c:pt>
                <c:pt idx="74">
                  <c:v>-0.1920931920441224</c:v>
                </c:pt>
                <c:pt idx="75">
                  <c:v>-0.71352930492627054</c:v>
                </c:pt>
                <c:pt idx="76">
                  <c:v>-0.35615156261708109</c:v>
                </c:pt>
                <c:pt idx="77">
                  <c:v>-0.10570119649621899</c:v>
                </c:pt>
                <c:pt idx="78">
                  <c:v>-7.2907114245074345E-2</c:v>
                </c:pt>
                <c:pt idx="79">
                  <c:v>0.1575446286027446</c:v>
                </c:pt>
                <c:pt idx="80">
                  <c:v>0.20340722484070639</c:v>
                </c:pt>
                <c:pt idx="81">
                  <c:v>0.28370778131382379</c:v>
                </c:pt>
                <c:pt idx="82">
                  <c:v>0.72385463787365123</c:v>
                </c:pt>
                <c:pt idx="83">
                  <c:v>0.66091175491915233</c:v>
                </c:pt>
                <c:pt idx="84">
                  <c:v>1.0554691209274081</c:v>
                </c:pt>
                <c:pt idx="85">
                  <c:v>0.62077785386041795</c:v>
                </c:pt>
                <c:pt idx="86">
                  <c:v>0.64675700284648263</c:v>
                </c:pt>
                <c:pt idx="87">
                  <c:v>1.1602519751040909</c:v>
                </c:pt>
                <c:pt idx="88">
                  <c:v>0.94118954049301484</c:v>
                </c:pt>
                <c:pt idx="89">
                  <c:v>0.57351945208570654</c:v>
                </c:pt>
                <c:pt idx="90">
                  <c:v>0.50844631631317483</c:v>
                </c:pt>
                <c:pt idx="91">
                  <c:v>1.3969904428721269</c:v>
                </c:pt>
                <c:pt idx="92">
                  <c:v>0.97302737629370584</c:v>
                </c:pt>
                <c:pt idx="93">
                  <c:v>0.66461310275894303</c:v>
                </c:pt>
                <c:pt idx="94">
                  <c:v>6.8378949804622641E-2</c:v>
                </c:pt>
                <c:pt idx="95">
                  <c:v>0.1219798796862487</c:v>
                </c:pt>
                <c:pt idx="96">
                  <c:v>0.14727896906852059</c:v>
                </c:pt>
                <c:pt idx="97">
                  <c:v>0.37986636176260552</c:v>
                </c:pt>
                <c:pt idx="98">
                  <c:v>0.6311354200672914</c:v>
                </c:pt>
                <c:pt idx="99">
                  <c:v>-0.13256195967051579</c:v>
                </c:pt>
                <c:pt idx="100">
                  <c:v>0.25390845403359669</c:v>
                </c:pt>
                <c:pt idx="101">
                  <c:v>0.42705190474102012</c:v>
                </c:pt>
                <c:pt idx="102">
                  <c:v>-0.1232802743880948</c:v>
                </c:pt>
                <c:pt idx="103">
                  <c:v>1.1799667062457889E-2</c:v>
                </c:pt>
                <c:pt idx="104">
                  <c:v>3.8033075847501707E-2</c:v>
                </c:pt>
                <c:pt idx="105">
                  <c:v>0.37065105326194592</c:v>
                </c:pt>
                <c:pt idx="106">
                  <c:v>0.44774705208441568</c:v>
                </c:pt>
                <c:pt idx="107">
                  <c:v>0.30794068091439952</c:v>
                </c:pt>
                <c:pt idx="108">
                  <c:v>0.2497177939563763</c:v>
                </c:pt>
                <c:pt idx="109">
                  <c:v>0.43862214689299039</c:v>
                </c:pt>
                <c:pt idx="110">
                  <c:v>0.83409003920840441</c:v>
                </c:pt>
                <c:pt idx="111">
                  <c:v>-0.1595686968111118</c:v>
                </c:pt>
                <c:pt idx="112">
                  <c:v>0.1449388674670746</c:v>
                </c:pt>
                <c:pt idx="113">
                  <c:v>1.097882269633089</c:v>
                </c:pt>
                <c:pt idx="114">
                  <c:v>1.091660014414489</c:v>
                </c:pt>
                <c:pt idx="115">
                  <c:v>1.6187945470123319</c:v>
                </c:pt>
                <c:pt idx="116">
                  <c:v>1.2139163117791589</c:v>
                </c:pt>
                <c:pt idx="117">
                  <c:v>1.1766966757044679</c:v>
                </c:pt>
                <c:pt idx="118">
                  <c:v>0.99506083780669385</c:v>
                </c:pt>
                <c:pt idx="119">
                  <c:v>1.6481178437218409</c:v>
                </c:pt>
                <c:pt idx="120">
                  <c:v>0.91170555316166801</c:v>
                </c:pt>
                <c:pt idx="121">
                  <c:v>1.966801528952304</c:v>
                </c:pt>
              </c:numCache>
            </c:numRef>
          </c:val>
          <c:smooth val="0"/>
          <c:extLst>
            <c:ext xmlns:c16="http://schemas.microsoft.com/office/drawing/2014/chart" uri="{C3380CC4-5D6E-409C-BE32-E72D297353CC}">
              <c16:uniqueId val="{00000000-D1A3-482A-AD67-5BA6B3A5049D}"/>
            </c:ext>
          </c:extLst>
        </c:ser>
        <c:ser>
          <c:idx val="1"/>
          <c:order val="1"/>
          <c:tx>
            <c:v>10y avg.</c:v>
          </c:tx>
          <c:spPr>
            <a:ln w="19050">
              <a:solidFill>
                <a:srgbClr val="7E7E7E"/>
              </a:solidFill>
              <a:prstDash val="dash"/>
            </a:ln>
          </c:spPr>
          <c:marker>
            <c:symbol val="none"/>
          </c:marker>
          <c:cat>
            <c:numRef>
              <c:f>'E4'!$A$2:$A$123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'E4'!$C$2:$C$123</c:f>
              <c:numCache>
                <c:formatCode>0.00</c:formatCode>
                <c:ptCount val="122"/>
                <c:pt idx="0">
                  <c:v>0.67767366798832951</c:v>
                </c:pt>
                <c:pt idx="1">
                  <c:v>0.67767366798832951</c:v>
                </c:pt>
                <c:pt idx="2">
                  <c:v>0.67767366798832951</c:v>
                </c:pt>
                <c:pt idx="3">
                  <c:v>0.67767366798832951</c:v>
                </c:pt>
                <c:pt idx="4">
                  <c:v>0.67767366798832951</c:v>
                </c:pt>
                <c:pt idx="5">
                  <c:v>0.67767366798832951</c:v>
                </c:pt>
                <c:pt idx="6">
                  <c:v>0.67767366798832951</c:v>
                </c:pt>
                <c:pt idx="7">
                  <c:v>0.67767366798832951</c:v>
                </c:pt>
                <c:pt idx="8">
                  <c:v>0.67767366798832951</c:v>
                </c:pt>
                <c:pt idx="9">
                  <c:v>0.67767366798832951</c:v>
                </c:pt>
                <c:pt idx="10">
                  <c:v>0.67767366798832951</c:v>
                </c:pt>
                <c:pt idx="11">
                  <c:v>0.67767366798832951</c:v>
                </c:pt>
                <c:pt idx="12">
                  <c:v>0.67767366798832951</c:v>
                </c:pt>
                <c:pt idx="13">
                  <c:v>0.67767366798832951</c:v>
                </c:pt>
                <c:pt idx="14">
                  <c:v>0.67767366798832951</c:v>
                </c:pt>
                <c:pt idx="15">
                  <c:v>0.67767366798832951</c:v>
                </c:pt>
                <c:pt idx="16">
                  <c:v>0.67767366798832951</c:v>
                </c:pt>
                <c:pt idx="17">
                  <c:v>0.67767366798832951</c:v>
                </c:pt>
                <c:pt idx="18">
                  <c:v>0.67767366798832951</c:v>
                </c:pt>
                <c:pt idx="19">
                  <c:v>0.67767366798832951</c:v>
                </c:pt>
                <c:pt idx="20">
                  <c:v>0.67767366798832951</c:v>
                </c:pt>
                <c:pt idx="21">
                  <c:v>0.67767366798832951</c:v>
                </c:pt>
                <c:pt idx="22">
                  <c:v>0.67767366798832951</c:v>
                </c:pt>
                <c:pt idx="23">
                  <c:v>0.67767366798832951</c:v>
                </c:pt>
                <c:pt idx="24">
                  <c:v>0.67767366798832951</c:v>
                </c:pt>
                <c:pt idx="25">
                  <c:v>0.67767366798832951</c:v>
                </c:pt>
                <c:pt idx="26">
                  <c:v>0.67767366798832951</c:v>
                </c:pt>
                <c:pt idx="27">
                  <c:v>0.67767366798832951</c:v>
                </c:pt>
                <c:pt idx="28">
                  <c:v>0.67767366798832951</c:v>
                </c:pt>
                <c:pt idx="29">
                  <c:v>0.67767366798832951</c:v>
                </c:pt>
                <c:pt idx="30">
                  <c:v>0.67767366798832951</c:v>
                </c:pt>
                <c:pt idx="31">
                  <c:v>0.67767366798832951</c:v>
                </c:pt>
                <c:pt idx="32">
                  <c:v>0.67767366798832951</c:v>
                </c:pt>
                <c:pt idx="33">
                  <c:v>0.67767366798832951</c:v>
                </c:pt>
                <c:pt idx="34">
                  <c:v>0.67767366798832951</c:v>
                </c:pt>
                <c:pt idx="35">
                  <c:v>0.67767366798832951</c:v>
                </c:pt>
                <c:pt idx="36">
                  <c:v>0.67767366798832951</c:v>
                </c:pt>
                <c:pt idx="37">
                  <c:v>0.67767366798832951</c:v>
                </c:pt>
                <c:pt idx="38">
                  <c:v>0.67767366798832951</c:v>
                </c:pt>
                <c:pt idx="39">
                  <c:v>0.67767366798832951</c:v>
                </c:pt>
                <c:pt idx="40">
                  <c:v>0.67767366798832951</c:v>
                </c:pt>
                <c:pt idx="41">
                  <c:v>0.67767366798832951</c:v>
                </c:pt>
                <c:pt idx="42">
                  <c:v>0.67767366798832951</c:v>
                </c:pt>
                <c:pt idx="43">
                  <c:v>0.67767366798832951</c:v>
                </c:pt>
                <c:pt idx="44">
                  <c:v>0.67767366798832951</c:v>
                </c:pt>
                <c:pt idx="45">
                  <c:v>0.67767366798832951</c:v>
                </c:pt>
                <c:pt idx="46">
                  <c:v>0.67767366798832951</c:v>
                </c:pt>
                <c:pt idx="47">
                  <c:v>0.67767366798832951</c:v>
                </c:pt>
                <c:pt idx="48">
                  <c:v>0.67767366798832951</c:v>
                </c:pt>
                <c:pt idx="49">
                  <c:v>0.67767366798832951</c:v>
                </c:pt>
                <c:pt idx="50">
                  <c:v>0.67767366798832951</c:v>
                </c:pt>
                <c:pt idx="51">
                  <c:v>0.67767366798832951</c:v>
                </c:pt>
                <c:pt idx="52">
                  <c:v>0.67767366798832951</c:v>
                </c:pt>
                <c:pt idx="53">
                  <c:v>0.67767366798832951</c:v>
                </c:pt>
                <c:pt idx="54">
                  <c:v>0.67767366798832951</c:v>
                </c:pt>
                <c:pt idx="55">
                  <c:v>0.67767366798832951</c:v>
                </c:pt>
                <c:pt idx="56">
                  <c:v>0.67767366798832951</c:v>
                </c:pt>
                <c:pt idx="57">
                  <c:v>0.67767366798832951</c:v>
                </c:pt>
                <c:pt idx="58">
                  <c:v>0.67767366798832951</c:v>
                </c:pt>
                <c:pt idx="59">
                  <c:v>0.67767366798832951</c:v>
                </c:pt>
                <c:pt idx="60">
                  <c:v>0.67767366798832951</c:v>
                </c:pt>
                <c:pt idx="61">
                  <c:v>0.67767366798832951</c:v>
                </c:pt>
                <c:pt idx="62">
                  <c:v>0.67767366798832951</c:v>
                </c:pt>
                <c:pt idx="63">
                  <c:v>0.67767366798832951</c:v>
                </c:pt>
                <c:pt idx="64">
                  <c:v>0.67767366798832951</c:v>
                </c:pt>
                <c:pt idx="65">
                  <c:v>0.67767366798832951</c:v>
                </c:pt>
                <c:pt idx="66">
                  <c:v>0.67767366798832951</c:v>
                </c:pt>
                <c:pt idx="67">
                  <c:v>0.67767366798832951</c:v>
                </c:pt>
                <c:pt idx="68">
                  <c:v>0.67767366798832951</c:v>
                </c:pt>
                <c:pt idx="69">
                  <c:v>0.67767366798832951</c:v>
                </c:pt>
                <c:pt idx="70">
                  <c:v>0.67767366798832951</c:v>
                </c:pt>
                <c:pt idx="71">
                  <c:v>0.67767366798832951</c:v>
                </c:pt>
                <c:pt idx="72">
                  <c:v>0.67767366798832951</c:v>
                </c:pt>
                <c:pt idx="73">
                  <c:v>0.67767366798832951</c:v>
                </c:pt>
                <c:pt idx="74">
                  <c:v>0.67767366798832951</c:v>
                </c:pt>
                <c:pt idx="75">
                  <c:v>0.67767366798832951</c:v>
                </c:pt>
                <c:pt idx="76">
                  <c:v>0.67767366798832951</c:v>
                </c:pt>
                <c:pt idx="77">
                  <c:v>0.67767366798832951</c:v>
                </c:pt>
                <c:pt idx="78">
                  <c:v>0.67767366798832951</c:v>
                </c:pt>
                <c:pt idx="79">
                  <c:v>0.67767366798832951</c:v>
                </c:pt>
                <c:pt idx="80">
                  <c:v>0.67767366798832951</c:v>
                </c:pt>
                <c:pt idx="81">
                  <c:v>0.67767366798832951</c:v>
                </c:pt>
                <c:pt idx="82">
                  <c:v>0.67767366798832951</c:v>
                </c:pt>
                <c:pt idx="83">
                  <c:v>0.67767366798832951</c:v>
                </c:pt>
                <c:pt idx="84">
                  <c:v>0.67767366798832951</c:v>
                </c:pt>
                <c:pt idx="85">
                  <c:v>0.67767366798832951</c:v>
                </c:pt>
                <c:pt idx="86">
                  <c:v>0.67767366798832951</c:v>
                </c:pt>
                <c:pt idx="87">
                  <c:v>0.67767366798832951</c:v>
                </c:pt>
                <c:pt idx="88">
                  <c:v>0.67767366798832951</c:v>
                </c:pt>
                <c:pt idx="89">
                  <c:v>0.67767366798832951</c:v>
                </c:pt>
                <c:pt idx="90">
                  <c:v>0.67767366798832951</c:v>
                </c:pt>
                <c:pt idx="91">
                  <c:v>0.67767366798832951</c:v>
                </c:pt>
                <c:pt idx="92">
                  <c:v>0.67767366798832951</c:v>
                </c:pt>
                <c:pt idx="93">
                  <c:v>0.67767366798832951</c:v>
                </c:pt>
                <c:pt idx="94">
                  <c:v>0.67767366798832951</c:v>
                </c:pt>
                <c:pt idx="95">
                  <c:v>0.67767366798832951</c:v>
                </c:pt>
                <c:pt idx="96">
                  <c:v>0.67767366798832951</c:v>
                </c:pt>
                <c:pt idx="97">
                  <c:v>0.67767366798832951</c:v>
                </c:pt>
                <c:pt idx="98">
                  <c:v>0.67767366798832951</c:v>
                </c:pt>
                <c:pt idx="99">
                  <c:v>0.67767366798832951</c:v>
                </c:pt>
                <c:pt idx="100">
                  <c:v>0.67767366798832951</c:v>
                </c:pt>
                <c:pt idx="101">
                  <c:v>0.67767366798832951</c:v>
                </c:pt>
                <c:pt idx="102">
                  <c:v>0.67767366798832951</c:v>
                </c:pt>
                <c:pt idx="103">
                  <c:v>0.67767366798832951</c:v>
                </c:pt>
                <c:pt idx="104">
                  <c:v>0.67767366798832951</c:v>
                </c:pt>
                <c:pt idx="105">
                  <c:v>0.67767366798832951</c:v>
                </c:pt>
                <c:pt idx="106">
                  <c:v>0.67767366798832951</c:v>
                </c:pt>
                <c:pt idx="107">
                  <c:v>0.67767366798832951</c:v>
                </c:pt>
                <c:pt idx="108">
                  <c:v>0.67767366798832951</c:v>
                </c:pt>
                <c:pt idx="109">
                  <c:v>0.67767366798832951</c:v>
                </c:pt>
                <c:pt idx="110">
                  <c:v>0.67767366798832951</c:v>
                </c:pt>
                <c:pt idx="111">
                  <c:v>0.67767366798832951</c:v>
                </c:pt>
                <c:pt idx="112">
                  <c:v>0.67767366798832951</c:v>
                </c:pt>
                <c:pt idx="113">
                  <c:v>0.67767366798832951</c:v>
                </c:pt>
                <c:pt idx="114">
                  <c:v>0.67767366798832951</c:v>
                </c:pt>
                <c:pt idx="115">
                  <c:v>0.67767366798832951</c:v>
                </c:pt>
                <c:pt idx="116">
                  <c:v>0.67767366798832951</c:v>
                </c:pt>
                <c:pt idx="117">
                  <c:v>0.67767366798832951</c:v>
                </c:pt>
                <c:pt idx="118">
                  <c:v>0.67767366798832951</c:v>
                </c:pt>
                <c:pt idx="119">
                  <c:v>0.67767366798832951</c:v>
                </c:pt>
                <c:pt idx="120">
                  <c:v>0.67767366798832951</c:v>
                </c:pt>
                <c:pt idx="121">
                  <c:v>0.67767366798832951</c:v>
                </c:pt>
              </c:numCache>
            </c:numRef>
          </c:val>
          <c:smooth val="0"/>
          <c:extLst>
            <c:ext xmlns:c16="http://schemas.microsoft.com/office/drawing/2014/chart" uri="{C3380CC4-5D6E-409C-BE32-E72D297353CC}">
              <c16:uniqueId val="{00000001-D1A3-482A-AD67-5BA6B3A5049D}"/>
            </c:ext>
          </c:extLst>
        </c:ser>
        <c:ser>
          <c:idx val="2"/>
          <c:order val="2"/>
          <c:tx>
            <c:v>+1 std. dev.</c:v>
          </c:tx>
          <c:spPr>
            <a:ln w="19050">
              <a:solidFill>
                <a:srgbClr val="8EB3DF"/>
              </a:solidFill>
              <a:prstDash val="dash"/>
            </a:ln>
          </c:spPr>
          <c:marker>
            <c:symbol val="none"/>
          </c:marker>
          <c:cat>
            <c:numRef>
              <c:f>'E4'!$A$2:$A$123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'E4'!$D$2:$D$123</c:f>
              <c:numCache>
                <c:formatCode>0.00</c:formatCode>
                <c:ptCount val="122"/>
                <c:pt idx="0">
                  <c:v>1.5169309678354239</c:v>
                </c:pt>
                <c:pt idx="1">
                  <c:v>1.5169309678354239</c:v>
                </c:pt>
                <c:pt idx="2">
                  <c:v>1.5169309678354239</c:v>
                </c:pt>
                <c:pt idx="3">
                  <c:v>1.5169309678354239</c:v>
                </c:pt>
                <c:pt idx="4">
                  <c:v>1.5169309678354239</c:v>
                </c:pt>
                <c:pt idx="5">
                  <c:v>1.5169309678354239</c:v>
                </c:pt>
                <c:pt idx="6">
                  <c:v>1.5169309678354239</c:v>
                </c:pt>
                <c:pt idx="7">
                  <c:v>1.5169309678354239</c:v>
                </c:pt>
                <c:pt idx="8">
                  <c:v>1.5169309678354239</c:v>
                </c:pt>
                <c:pt idx="9">
                  <c:v>1.5169309678354239</c:v>
                </c:pt>
                <c:pt idx="10">
                  <c:v>1.5169309678354239</c:v>
                </c:pt>
                <c:pt idx="11">
                  <c:v>1.5169309678354239</c:v>
                </c:pt>
                <c:pt idx="12">
                  <c:v>1.5169309678354239</c:v>
                </c:pt>
                <c:pt idx="13">
                  <c:v>1.5169309678354239</c:v>
                </c:pt>
                <c:pt idx="14">
                  <c:v>1.5169309678354239</c:v>
                </c:pt>
                <c:pt idx="15">
                  <c:v>1.5169309678354239</c:v>
                </c:pt>
                <c:pt idx="16">
                  <c:v>1.5169309678354239</c:v>
                </c:pt>
                <c:pt idx="17">
                  <c:v>1.5169309678354239</c:v>
                </c:pt>
                <c:pt idx="18">
                  <c:v>1.5169309678354239</c:v>
                </c:pt>
                <c:pt idx="19">
                  <c:v>1.5169309678354239</c:v>
                </c:pt>
                <c:pt idx="20">
                  <c:v>1.5169309678354239</c:v>
                </c:pt>
                <c:pt idx="21">
                  <c:v>1.5169309678354239</c:v>
                </c:pt>
                <c:pt idx="22">
                  <c:v>1.5169309678354239</c:v>
                </c:pt>
                <c:pt idx="23">
                  <c:v>1.5169309678354239</c:v>
                </c:pt>
                <c:pt idx="24">
                  <c:v>1.5169309678354239</c:v>
                </c:pt>
                <c:pt idx="25">
                  <c:v>1.5169309678354239</c:v>
                </c:pt>
                <c:pt idx="26">
                  <c:v>1.5169309678354239</c:v>
                </c:pt>
                <c:pt idx="27">
                  <c:v>1.5169309678354239</c:v>
                </c:pt>
                <c:pt idx="28">
                  <c:v>1.5169309678354239</c:v>
                </c:pt>
                <c:pt idx="29">
                  <c:v>1.5169309678354239</c:v>
                </c:pt>
                <c:pt idx="30">
                  <c:v>1.5169309678354239</c:v>
                </c:pt>
                <c:pt idx="31">
                  <c:v>1.5169309678354239</c:v>
                </c:pt>
                <c:pt idx="32">
                  <c:v>1.5169309678354239</c:v>
                </c:pt>
                <c:pt idx="33">
                  <c:v>1.5169309678354239</c:v>
                </c:pt>
                <c:pt idx="34">
                  <c:v>1.5169309678354239</c:v>
                </c:pt>
                <c:pt idx="35">
                  <c:v>1.5169309678354239</c:v>
                </c:pt>
                <c:pt idx="36">
                  <c:v>1.5169309678354239</c:v>
                </c:pt>
                <c:pt idx="37">
                  <c:v>1.5169309678354239</c:v>
                </c:pt>
                <c:pt idx="38">
                  <c:v>1.5169309678354239</c:v>
                </c:pt>
                <c:pt idx="39">
                  <c:v>1.5169309678354239</c:v>
                </c:pt>
                <c:pt idx="40">
                  <c:v>1.5169309678354239</c:v>
                </c:pt>
                <c:pt idx="41">
                  <c:v>1.5169309678354239</c:v>
                </c:pt>
                <c:pt idx="42">
                  <c:v>1.5169309678354239</c:v>
                </c:pt>
                <c:pt idx="43">
                  <c:v>1.5169309678354239</c:v>
                </c:pt>
                <c:pt idx="44">
                  <c:v>1.5169309678354239</c:v>
                </c:pt>
                <c:pt idx="45">
                  <c:v>1.5169309678354239</c:v>
                </c:pt>
                <c:pt idx="46">
                  <c:v>1.5169309678354239</c:v>
                </c:pt>
                <c:pt idx="47">
                  <c:v>1.5169309678354239</c:v>
                </c:pt>
                <c:pt idx="48">
                  <c:v>1.5169309678354239</c:v>
                </c:pt>
                <c:pt idx="49">
                  <c:v>1.5169309678354239</c:v>
                </c:pt>
                <c:pt idx="50">
                  <c:v>1.5169309678354239</c:v>
                </c:pt>
                <c:pt idx="51">
                  <c:v>1.5169309678354239</c:v>
                </c:pt>
                <c:pt idx="52">
                  <c:v>1.5169309678354239</c:v>
                </c:pt>
                <c:pt idx="53">
                  <c:v>1.5169309678354239</c:v>
                </c:pt>
                <c:pt idx="54">
                  <c:v>1.5169309678354239</c:v>
                </c:pt>
                <c:pt idx="55">
                  <c:v>1.5169309678354239</c:v>
                </c:pt>
                <c:pt idx="56">
                  <c:v>1.5169309678354239</c:v>
                </c:pt>
                <c:pt idx="57">
                  <c:v>1.5169309678354239</c:v>
                </c:pt>
                <c:pt idx="58">
                  <c:v>1.5169309678354239</c:v>
                </c:pt>
                <c:pt idx="59">
                  <c:v>1.5169309678354239</c:v>
                </c:pt>
                <c:pt idx="60">
                  <c:v>1.5169309678354239</c:v>
                </c:pt>
                <c:pt idx="61">
                  <c:v>1.5169309678354239</c:v>
                </c:pt>
                <c:pt idx="62">
                  <c:v>1.5169309678354239</c:v>
                </c:pt>
                <c:pt idx="63">
                  <c:v>1.5169309678354239</c:v>
                </c:pt>
                <c:pt idx="64">
                  <c:v>1.5169309678354239</c:v>
                </c:pt>
                <c:pt idx="65">
                  <c:v>1.5169309678354239</c:v>
                </c:pt>
                <c:pt idx="66">
                  <c:v>1.5169309678354239</c:v>
                </c:pt>
                <c:pt idx="67">
                  <c:v>1.5169309678354239</c:v>
                </c:pt>
                <c:pt idx="68">
                  <c:v>1.5169309678354239</c:v>
                </c:pt>
                <c:pt idx="69">
                  <c:v>1.5169309678354239</c:v>
                </c:pt>
                <c:pt idx="70">
                  <c:v>1.5169309678354239</c:v>
                </c:pt>
                <c:pt idx="71">
                  <c:v>1.5169309678354239</c:v>
                </c:pt>
                <c:pt idx="72">
                  <c:v>1.5169309678354239</c:v>
                </c:pt>
                <c:pt idx="73">
                  <c:v>1.5169309678354239</c:v>
                </c:pt>
                <c:pt idx="74">
                  <c:v>1.5169309678354239</c:v>
                </c:pt>
                <c:pt idx="75">
                  <c:v>1.5169309678354239</c:v>
                </c:pt>
                <c:pt idx="76">
                  <c:v>1.5169309678354239</c:v>
                </c:pt>
                <c:pt idx="77">
                  <c:v>1.5169309678354239</c:v>
                </c:pt>
                <c:pt idx="78">
                  <c:v>1.5169309678354239</c:v>
                </c:pt>
                <c:pt idx="79">
                  <c:v>1.5169309678354239</c:v>
                </c:pt>
                <c:pt idx="80">
                  <c:v>1.5169309678354239</c:v>
                </c:pt>
                <c:pt idx="81">
                  <c:v>1.5169309678354239</c:v>
                </c:pt>
                <c:pt idx="82">
                  <c:v>1.5169309678354239</c:v>
                </c:pt>
                <c:pt idx="83">
                  <c:v>1.5169309678354239</c:v>
                </c:pt>
                <c:pt idx="84">
                  <c:v>1.5169309678354239</c:v>
                </c:pt>
                <c:pt idx="85">
                  <c:v>1.5169309678354239</c:v>
                </c:pt>
                <c:pt idx="86">
                  <c:v>1.5169309678354239</c:v>
                </c:pt>
                <c:pt idx="87">
                  <c:v>1.5169309678354239</c:v>
                </c:pt>
                <c:pt idx="88">
                  <c:v>1.5169309678354239</c:v>
                </c:pt>
                <c:pt idx="89">
                  <c:v>1.5169309678354239</c:v>
                </c:pt>
                <c:pt idx="90">
                  <c:v>1.5169309678354239</c:v>
                </c:pt>
                <c:pt idx="91">
                  <c:v>1.5169309678354239</c:v>
                </c:pt>
                <c:pt idx="92">
                  <c:v>1.5169309678354239</c:v>
                </c:pt>
                <c:pt idx="93">
                  <c:v>1.5169309678354239</c:v>
                </c:pt>
                <c:pt idx="94">
                  <c:v>1.5169309678354239</c:v>
                </c:pt>
                <c:pt idx="95">
                  <c:v>1.5169309678354239</c:v>
                </c:pt>
                <c:pt idx="96">
                  <c:v>1.5169309678354239</c:v>
                </c:pt>
                <c:pt idx="97">
                  <c:v>1.5169309678354239</c:v>
                </c:pt>
                <c:pt idx="98">
                  <c:v>1.5169309678354239</c:v>
                </c:pt>
                <c:pt idx="99">
                  <c:v>1.5169309678354239</c:v>
                </c:pt>
                <c:pt idx="100">
                  <c:v>1.5169309678354239</c:v>
                </c:pt>
                <c:pt idx="101">
                  <c:v>1.5169309678354239</c:v>
                </c:pt>
                <c:pt idx="102">
                  <c:v>1.5169309678354239</c:v>
                </c:pt>
                <c:pt idx="103">
                  <c:v>1.5169309678354239</c:v>
                </c:pt>
                <c:pt idx="104">
                  <c:v>1.5169309678354239</c:v>
                </c:pt>
                <c:pt idx="105">
                  <c:v>1.5169309678354239</c:v>
                </c:pt>
                <c:pt idx="106">
                  <c:v>1.5169309678354239</c:v>
                </c:pt>
                <c:pt idx="107">
                  <c:v>1.5169309678354239</c:v>
                </c:pt>
                <c:pt idx="108">
                  <c:v>1.5169309678354239</c:v>
                </c:pt>
                <c:pt idx="109">
                  <c:v>1.5169309678354239</c:v>
                </c:pt>
                <c:pt idx="110">
                  <c:v>1.5169309678354239</c:v>
                </c:pt>
                <c:pt idx="111">
                  <c:v>1.5169309678354239</c:v>
                </c:pt>
                <c:pt idx="112">
                  <c:v>1.5169309678354239</c:v>
                </c:pt>
                <c:pt idx="113">
                  <c:v>1.5169309678354239</c:v>
                </c:pt>
                <c:pt idx="114">
                  <c:v>1.5169309678354239</c:v>
                </c:pt>
                <c:pt idx="115">
                  <c:v>1.5169309678354239</c:v>
                </c:pt>
                <c:pt idx="116">
                  <c:v>1.5169309678354239</c:v>
                </c:pt>
                <c:pt idx="117">
                  <c:v>1.5169309678354239</c:v>
                </c:pt>
                <c:pt idx="118">
                  <c:v>1.5169309678354239</c:v>
                </c:pt>
                <c:pt idx="119">
                  <c:v>1.5169309678354239</c:v>
                </c:pt>
                <c:pt idx="120">
                  <c:v>1.5169309678354239</c:v>
                </c:pt>
                <c:pt idx="121">
                  <c:v>1.5169309678354239</c:v>
                </c:pt>
              </c:numCache>
            </c:numRef>
          </c:val>
          <c:smooth val="0"/>
          <c:extLst>
            <c:ext xmlns:c16="http://schemas.microsoft.com/office/drawing/2014/chart" uri="{C3380CC4-5D6E-409C-BE32-E72D297353CC}">
              <c16:uniqueId val="{00000002-D1A3-482A-AD67-5BA6B3A5049D}"/>
            </c:ext>
          </c:extLst>
        </c:ser>
        <c:ser>
          <c:idx val="3"/>
          <c:order val="3"/>
          <c:tx>
            <c:v>±1 std. dev.</c:v>
          </c:tx>
          <c:spPr>
            <a:ln w="19050">
              <a:solidFill>
                <a:srgbClr val="8EB3DF"/>
              </a:solidFill>
              <a:prstDash val="dash"/>
            </a:ln>
          </c:spPr>
          <c:marker>
            <c:symbol val="none"/>
          </c:marker>
          <c:cat>
            <c:numRef>
              <c:f>'E4'!$A$2:$A$123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'E4'!$E$2:$E$123</c:f>
              <c:numCache>
                <c:formatCode>0.00</c:formatCode>
                <c:ptCount val="122"/>
                <c:pt idx="0">
                  <c:v>-0.1615836318587654</c:v>
                </c:pt>
                <c:pt idx="1">
                  <c:v>-0.1615836318587654</c:v>
                </c:pt>
                <c:pt idx="2">
                  <c:v>-0.1615836318587654</c:v>
                </c:pt>
                <c:pt idx="3">
                  <c:v>-0.1615836318587654</c:v>
                </c:pt>
                <c:pt idx="4">
                  <c:v>-0.1615836318587654</c:v>
                </c:pt>
                <c:pt idx="5">
                  <c:v>-0.1615836318587654</c:v>
                </c:pt>
                <c:pt idx="6">
                  <c:v>-0.1615836318587654</c:v>
                </c:pt>
                <c:pt idx="7">
                  <c:v>-0.1615836318587654</c:v>
                </c:pt>
                <c:pt idx="8">
                  <c:v>-0.1615836318587654</c:v>
                </c:pt>
                <c:pt idx="9">
                  <c:v>-0.1615836318587654</c:v>
                </c:pt>
                <c:pt idx="10">
                  <c:v>-0.1615836318587654</c:v>
                </c:pt>
                <c:pt idx="11">
                  <c:v>-0.1615836318587654</c:v>
                </c:pt>
                <c:pt idx="12">
                  <c:v>-0.1615836318587654</c:v>
                </c:pt>
                <c:pt idx="13">
                  <c:v>-0.1615836318587654</c:v>
                </c:pt>
                <c:pt idx="14">
                  <c:v>-0.1615836318587654</c:v>
                </c:pt>
                <c:pt idx="15">
                  <c:v>-0.1615836318587654</c:v>
                </c:pt>
                <c:pt idx="16">
                  <c:v>-0.1615836318587654</c:v>
                </c:pt>
                <c:pt idx="17">
                  <c:v>-0.1615836318587654</c:v>
                </c:pt>
                <c:pt idx="18">
                  <c:v>-0.1615836318587654</c:v>
                </c:pt>
                <c:pt idx="19">
                  <c:v>-0.1615836318587654</c:v>
                </c:pt>
                <c:pt idx="20">
                  <c:v>-0.1615836318587654</c:v>
                </c:pt>
                <c:pt idx="21">
                  <c:v>-0.1615836318587654</c:v>
                </c:pt>
                <c:pt idx="22">
                  <c:v>-0.1615836318587654</c:v>
                </c:pt>
                <c:pt idx="23">
                  <c:v>-0.1615836318587654</c:v>
                </c:pt>
                <c:pt idx="24">
                  <c:v>-0.1615836318587654</c:v>
                </c:pt>
                <c:pt idx="25">
                  <c:v>-0.1615836318587654</c:v>
                </c:pt>
                <c:pt idx="26">
                  <c:v>-0.1615836318587654</c:v>
                </c:pt>
                <c:pt idx="27">
                  <c:v>-0.1615836318587654</c:v>
                </c:pt>
                <c:pt idx="28">
                  <c:v>-0.1615836318587654</c:v>
                </c:pt>
                <c:pt idx="29">
                  <c:v>-0.1615836318587654</c:v>
                </c:pt>
                <c:pt idx="30">
                  <c:v>-0.1615836318587654</c:v>
                </c:pt>
                <c:pt idx="31">
                  <c:v>-0.1615836318587654</c:v>
                </c:pt>
                <c:pt idx="32">
                  <c:v>-0.1615836318587654</c:v>
                </c:pt>
                <c:pt idx="33">
                  <c:v>-0.1615836318587654</c:v>
                </c:pt>
                <c:pt idx="34">
                  <c:v>-0.1615836318587654</c:v>
                </c:pt>
                <c:pt idx="35">
                  <c:v>-0.1615836318587654</c:v>
                </c:pt>
                <c:pt idx="36">
                  <c:v>-0.1615836318587654</c:v>
                </c:pt>
                <c:pt idx="37">
                  <c:v>-0.1615836318587654</c:v>
                </c:pt>
                <c:pt idx="38">
                  <c:v>-0.1615836318587654</c:v>
                </c:pt>
                <c:pt idx="39">
                  <c:v>-0.1615836318587654</c:v>
                </c:pt>
                <c:pt idx="40">
                  <c:v>-0.1615836318587654</c:v>
                </c:pt>
                <c:pt idx="41">
                  <c:v>-0.1615836318587654</c:v>
                </c:pt>
                <c:pt idx="42">
                  <c:v>-0.1615836318587654</c:v>
                </c:pt>
                <c:pt idx="43">
                  <c:v>-0.1615836318587654</c:v>
                </c:pt>
                <c:pt idx="44">
                  <c:v>-0.1615836318587654</c:v>
                </c:pt>
                <c:pt idx="45">
                  <c:v>-0.1615836318587654</c:v>
                </c:pt>
                <c:pt idx="46">
                  <c:v>-0.1615836318587654</c:v>
                </c:pt>
                <c:pt idx="47">
                  <c:v>-0.1615836318587654</c:v>
                </c:pt>
                <c:pt idx="48">
                  <c:v>-0.1615836318587654</c:v>
                </c:pt>
                <c:pt idx="49">
                  <c:v>-0.1615836318587654</c:v>
                </c:pt>
                <c:pt idx="50">
                  <c:v>-0.1615836318587654</c:v>
                </c:pt>
                <c:pt idx="51">
                  <c:v>-0.1615836318587654</c:v>
                </c:pt>
                <c:pt idx="52">
                  <c:v>-0.1615836318587654</c:v>
                </c:pt>
                <c:pt idx="53">
                  <c:v>-0.1615836318587654</c:v>
                </c:pt>
                <c:pt idx="54">
                  <c:v>-0.1615836318587654</c:v>
                </c:pt>
                <c:pt idx="55">
                  <c:v>-0.1615836318587654</c:v>
                </c:pt>
                <c:pt idx="56">
                  <c:v>-0.1615836318587654</c:v>
                </c:pt>
                <c:pt idx="57">
                  <c:v>-0.1615836318587654</c:v>
                </c:pt>
                <c:pt idx="58">
                  <c:v>-0.1615836318587654</c:v>
                </c:pt>
                <c:pt idx="59">
                  <c:v>-0.1615836318587654</c:v>
                </c:pt>
                <c:pt idx="60">
                  <c:v>-0.1615836318587654</c:v>
                </c:pt>
                <c:pt idx="61">
                  <c:v>-0.1615836318587654</c:v>
                </c:pt>
                <c:pt idx="62">
                  <c:v>-0.1615836318587654</c:v>
                </c:pt>
                <c:pt idx="63">
                  <c:v>-0.1615836318587654</c:v>
                </c:pt>
                <c:pt idx="64">
                  <c:v>-0.1615836318587654</c:v>
                </c:pt>
                <c:pt idx="65">
                  <c:v>-0.1615836318587654</c:v>
                </c:pt>
                <c:pt idx="66">
                  <c:v>-0.1615836318587654</c:v>
                </c:pt>
                <c:pt idx="67">
                  <c:v>-0.1615836318587654</c:v>
                </c:pt>
                <c:pt idx="68">
                  <c:v>-0.1615836318587654</c:v>
                </c:pt>
                <c:pt idx="69">
                  <c:v>-0.1615836318587654</c:v>
                </c:pt>
                <c:pt idx="70">
                  <c:v>-0.1615836318587654</c:v>
                </c:pt>
                <c:pt idx="71">
                  <c:v>-0.1615836318587654</c:v>
                </c:pt>
                <c:pt idx="72">
                  <c:v>-0.1615836318587654</c:v>
                </c:pt>
                <c:pt idx="73">
                  <c:v>-0.1615836318587654</c:v>
                </c:pt>
                <c:pt idx="74">
                  <c:v>-0.1615836318587654</c:v>
                </c:pt>
                <c:pt idx="75">
                  <c:v>-0.1615836318587654</c:v>
                </c:pt>
                <c:pt idx="76">
                  <c:v>-0.1615836318587654</c:v>
                </c:pt>
                <c:pt idx="77">
                  <c:v>-0.1615836318587654</c:v>
                </c:pt>
                <c:pt idx="78">
                  <c:v>-0.1615836318587654</c:v>
                </c:pt>
                <c:pt idx="79">
                  <c:v>-0.1615836318587654</c:v>
                </c:pt>
                <c:pt idx="80">
                  <c:v>-0.1615836318587654</c:v>
                </c:pt>
                <c:pt idx="81">
                  <c:v>-0.1615836318587654</c:v>
                </c:pt>
                <c:pt idx="82">
                  <c:v>-0.1615836318587654</c:v>
                </c:pt>
                <c:pt idx="83">
                  <c:v>-0.1615836318587654</c:v>
                </c:pt>
                <c:pt idx="84">
                  <c:v>-0.1615836318587654</c:v>
                </c:pt>
                <c:pt idx="85">
                  <c:v>-0.1615836318587654</c:v>
                </c:pt>
                <c:pt idx="86">
                  <c:v>-0.1615836318587654</c:v>
                </c:pt>
                <c:pt idx="87">
                  <c:v>-0.1615836318587654</c:v>
                </c:pt>
                <c:pt idx="88">
                  <c:v>-0.1615836318587654</c:v>
                </c:pt>
                <c:pt idx="89">
                  <c:v>-0.1615836318587654</c:v>
                </c:pt>
                <c:pt idx="90">
                  <c:v>-0.1615836318587654</c:v>
                </c:pt>
                <c:pt idx="91">
                  <c:v>-0.1615836318587654</c:v>
                </c:pt>
                <c:pt idx="92">
                  <c:v>-0.1615836318587654</c:v>
                </c:pt>
                <c:pt idx="93">
                  <c:v>-0.1615836318587654</c:v>
                </c:pt>
                <c:pt idx="94">
                  <c:v>-0.1615836318587654</c:v>
                </c:pt>
                <c:pt idx="95">
                  <c:v>-0.1615836318587654</c:v>
                </c:pt>
                <c:pt idx="96">
                  <c:v>-0.1615836318587654</c:v>
                </c:pt>
                <c:pt idx="97">
                  <c:v>-0.1615836318587654</c:v>
                </c:pt>
                <c:pt idx="98">
                  <c:v>-0.1615836318587654</c:v>
                </c:pt>
                <c:pt idx="99">
                  <c:v>-0.1615836318587654</c:v>
                </c:pt>
                <c:pt idx="100">
                  <c:v>-0.1615836318587654</c:v>
                </c:pt>
                <c:pt idx="101">
                  <c:v>-0.1615836318587654</c:v>
                </c:pt>
                <c:pt idx="102">
                  <c:v>-0.1615836318587654</c:v>
                </c:pt>
                <c:pt idx="103">
                  <c:v>-0.1615836318587654</c:v>
                </c:pt>
                <c:pt idx="104">
                  <c:v>-0.1615836318587654</c:v>
                </c:pt>
                <c:pt idx="105">
                  <c:v>-0.1615836318587654</c:v>
                </c:pt>
                <c:pt idx="106">
                  <c:v>-0.1615836318587654</c:v>
                </c:pt>
                <c:pt idx="107">
                  <c:v>-0.1615836318587654</c:v>
                </c:pt>
                <c:pt idx="108">
                  <c:v>-0.1615836318587654</c:v>
                </c:pt>
                <c:pt idx="109">
                  <c:v>-0.1615836318587654</c:v>
                </c:pt>
                <c:pt idx="110">
                  <c:v>-0.1615836318587654</c:v>
                </c:pt>
                <c:pt idx="111">
                  <c:v>-0.1615836318587654</c:v>
                </c:pt>
                <c:pt idx="112">
                  <c:v>-0.1615836318587654</c:v>
                </c:pt>
                <c:pt idx="113">
                  <c:v>-0.1615836318587654</c:v>
                </c:pt>
                <c:pt idx="114">
                  <c:v>-0.1615836318587654</c:v>
                </c:pt>
                <c:pt idx="115">
                  <c:v>-0.1615836318587654</c:v>
                </c:pt>
                <c:pt idx="116">
                  <c:v>-0.1615836318587654</c:v>
                </c:pt>
                <c:pt idx="117">
                  <c:v>-0.1615836318587654</c:v>
                </c:pt>
                <c:pt idx="118">
                  <c:v>-0.1615836318587654</c:v>
                </c:pt>
                <c:pt idx="119">
                  <c:v>-0.1615836318587654</c:v>
                </c:pt>
                <c:pt idx="120">
                  <c:v>-0.1615836318587654</c:v>
                </c:pt>
                <c:pt idx="121">
                  <c:v>-0.1615836318587654</c:v>
                </c:pt>
              </c:numCache>
            </c:numRef>
          </c:val>
          <c:smooth val="0"/>
          <c:extLst>
            <c:ext xmlns:c16="http://schemas.microsoft.com/office/drawing/2014/chart" uri="{C3380CC4-5D6E-409C-BE32-E72D297353CC}">
              <c16:uniqueId val="{00000003-D1A3-482A-AD67-5BA6B3A5049D}"/>
            </c:ext>
          </c:extLst>
        </c:ser>
        <c:dLbls>
          <c:showLegendKey val="0"/>
          <c:showVal val="0"/>
          <c:showCatName val="0"/>
          <c:showSerName val="0"/>
          <c:showPercent val="0"/>
          <c:showBubbleSize val="0"/>
        </c:dLbls>
        <c:smooth val="0"/>
        <c:axId val="50040001"/>
        <c:axId val="50040002"/>
      </c:lineChart>
      <c:dateAx>
        <c:axId val="5004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40002"/>
        <c:crosses val="min"/>
        <c:auto val="1"/>
        <c:lblOffset val="100"/>
        <c:baseTimeUnit val="days"/>
        <c:majorUnit val="2"/>
        <c:majorTimeUnit val="years"/>
      </c:dateAx>
      <c:valAx>
        <c:axId val="50040002"/>
        <c:scaling>
          <c:orientation val="minMax"/>
          <c:max val="3"/>
          <c:min val="-2"/>
        </c:scaling>
        <c:delete val="0"/>
        <c:axPos val="l"/>
        <c:majorGridlines>
          <c:spPr>
            <a:ln w="6350">
              <a:solidFill>
                <a:srgbClr val="D9D9D9"/>
              </a:solidFill>
              <a:prstDash val="dash"/>
            </a:ln>
          </c:spPr>
        </c:majorGridlines>
        <c:numFmt formatCode="0&quot;.0%&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40001"/>
        <c:crosses val="autoZero"/>
        <c:crossBetween val="between"/>
        <c:majorUnit val="1"/>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500503446568909"/>
          <c:y val="0.27479661012595147"/>
          <c:w val="0.6809173855308176"/>
          <c:h val="0.53761203461802265"/>
        </c:manualLayout>
      </c:layout>
      <c:lineChart>
        <c:grouping val="standard"/>
        <c:varyColors val="0"/>
        <c:ser>
          <c:idx val="0"/>
          <c:order val="0"/>
          <c:tx>
            <c:v>ERP</c:v>
          </c:tx>
          <c:spPr>
            <a:ln w="28575">
              <a:solidFill>
                <a:srgbClr val="1F2F44"/>
              </a:solidFill>
            </a:ln>
          </c:spPr>
          <c:marker>
            <c:symbol val="none"/>
          </c:marker>
          <c:dPt>
            <c:idx val="121"/>
            <c:marker>
              <c:symbol val="circle"/>
              <c:size val="6"/>
              <c:spPr>
                <a:solidFill>
                  <a:srgbClr val="1F2F44"/>
                </a:solidFill>
                <a:ln>
                  <a:solidFill>
                    <a:srgbClr val="1F2F44"/>
                  </a:solidFill>
                  <a:prstDash val="solid"/>
                </a:ln>
              </c:spPr>
            </c:marker>
            <c:bubble3D val="0"/>
            <c:extLst>
              <c:ext xmlns:c16="http://schemas.microsoft.com/office/drawing/2014/chart" uri="{C3380CC4-5D6E-409C-BE32-E72D297353CC}">
                <c16:uniqueId val="{00000004-F15F-4002-A7BE-0211EB3AF1D3}"/>
              </c:ext>
            </c:extLst>
          </c:dPt>
          <c:dLbls>
            <c:dLbl>
              <c:idx val="121"/>
              <c:tx>
                <c:rich>
                  <a:bodyPr wrap="square" lIns="38100" tIns="19050" rIns="38100" bIns="19050" anchor="ctr">
                    <a:spAutoFit/>
                  </a:bodyPr>
                  <a:lstStyle/>
                  <a:p>
                    <a:pPr>
                      <a:defRPr sz="800" b="1">
                        <a:solidFill>
                          <a:srgbClr val="1F2F44"/>
                        </a:solidFill>
                        <a:latin typeface="Roboto" panose="02000000000000000000" pitchFamily="2" charset="0"/>
                      </a:defRPr>
                    </a:pPr>
                    <a:r>
                      <a:rPr lang="en-US" sz="800" b="1">
                        <a:solidFill>
                          <a:srgbClr val="1F2F44"/>
                        </a:solidFill>
                        <a:latin typeface="Roboto" panose="02000000000000000000" pitchFamily="2" charset="0"/>
                      </a:rPr>
                      <a:t>7.7%</a:t>
                    </a:r>
                  </a:p>
                </c:rich>
              </c:tx>
              <c:spPr>
                <a:noFill/>
                <a:ln>
                  <a:noFill/>
                </a:ln>
                <a:effectLst/>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F15F-4002-A7BE-0211EB3AF1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'E5'!$A$2:$A$123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'E5'!$B$2:$B$123</c:f>
              <c:numCache>
                <c:formatCode>0.00</c:formatCode>
                <c:ptCount val="122"/>
                <c:pt idx="0">
                  <c:v>-0.21058888368458081</c:v>
                </c:pt>
                <c:pt idx="1">
                  <c:v>-0.63081628109467669</c:v>
                </c:pt>
                <c:pt idx="2">
                  <c:v>1.328837111756985</c:v>
                </c:pt>
                <c:pt idx="3">
                  <c:v>1.862992240875387</c:v>
                </c:pt>
                <c:pt idx="4">
                  <c:v>3.041654291603864</c:v>
                </c:pt>
                <c:pt idx="5">
                  <c:v>4.8450924280678214</c:v>
                </c:pt>
                <c:pt idx="6">
                  <c:v>4.9107066917295512</c:v>
                </c:pt>
                <c:pt idx="7">
                  <c:v>6.0467926710415361</c:v>
                </c:pt>
                <c:pt idx="8">
                  <c:v>5.5088476429611104</c:v>
                </c:pt>
                <c:pt idx="9">
                  <c:v>5.3026010994360089</c:v>
                </c:pt>
                <c:pt idx="10">
                  <c:v>4.0720844366443298</c:v>
                </c:pt>
                <c:pt idx="11">
                  <c:v>4.6801954508404702</c:v>
                </c:pt>
                <c:pt idx="12">
                  <c:v>4.336637289940751</c:v>
                </c:pt>
                <c:pt idx="13">
                  <c:v>4.6926905876936882</c:v>
                </c:pt>
                <c:pt idx="14">
                  <c:v>4.4680296817861391</c:v>
                </c:pt>
                <c:pt idx="15">
                  <c:v>4.5547524556086589</c:v>
                </c:pt>
                <c:pt idx="16">
                  <c:v>4.6603777584065531</c:v>
                </c:pt>
                <c:pt idx="17">
                  <c:v>5.9924239535699826</c:v>
                </c:pt>
                <c:pt idx="18">
                  <c:v>5.2761274864378116</c:v>
                </c:pt>
                <c:pt idx="19">
                  <c:v>5.5165819062244497</c:v>
                </c:pt>
                <c:pt idx="20">
                  <c:v>6.1230474694712571</c:v>
                </c:pt>
                <c:pt idx="21">
                  <c:v>5.791381455376321</c:v>
                </c:pt>
                <c:pt idx="22">
                  <c:v>5.9549135096151087</c:v>
                </c:pt>
                <c:pt idx="23">
                  <c:v>5.656670069134881</c:v>
                </c:pt>
                <c:pt idx="24">
                  <c:v>6.5825283053579744</c:v>
                </c:pt>
                <c:pt idx="25">
                  <c:v>6.9635452742956598</c:v>
                </c:pt>
                <c:pt idx="26">
                  <c:v>7.861733797044133</c:v>
                </c:pt>
                <c:pt idx="27">
                  <c:v>7.3479108106111299</c:v>
                </c:pt>
                <c:pt idx="28">
                  <c:v>7.6934931981948198</c:v>
                </c:pt>
                <c:pt idx="29">
                  <c:v>7.8622542639849424</c:v>
                </c:pt>
                <c:pt idx="30">
                  <c:v>8.3368097632478104</c:v>
                </c:pt>
                <c:pt idx="31">
                  <c:v>9.1924703951870335</c:v>
                </c:pt>
                <c:pt idx="32">
                  <c:v>8.6518130718523629</c:v>
                </c:pt>
                <c:pt idx="33">
                  <c:v>9.3103147290940189</c:v>
                </c:pt>
                <c:pt idx="34">
                  <c:v>9.0675338270696884</c:v>
                </c:pt>
                <c:pt idx="35">
                  <c:v>8.5537455479256774</c:v>
                </c:pt>
                <c:pt idx="36">
                  <c:v>8.0903108212537358</c:v>
                </c:pt>
                <c:pt idx="37">
                  <c:v>7.9941755450698304</c:v>
                </c:pt>
                <c:pt idx="38">
                  <c:v>7.6678475659383389</c:v>
                </c:pt>
                <c:pt idx="39">
                  <c:v>8.1381240009320184</c:v>
                </c:pt>
                <c:pt idx="40">
                  <c:v>9.1111691613118975</c:v>
                </c:pt>
                <c:pt idx="41">
                  <c:v>9.419942771578409</c:v>
                </c:pt>
                <c:pt idx="42">
                  <c:v>6.631224478332479</c:v>
                </c:pt>
                <c:pt idx="43">
                  <c:v>5.6131820457026036</c:v>
                </c:pt>
                <c:pt idx="44">
                  <c:v>5.971580462142005</c:v>
                </c:pt>
                <c:pt idx="45">
                  <c:v>9.8098153281068665</c:v>
                </c:pt>
                <c:pt idx="46">
                  <c:v>6.1109899719779541</c:v>
                </c:pt>
                <c:pt idx="47">
                  <c:v>7.967324629645077</c:v>
                </c:pt>
                <c:pt idx="48">
                  <c:v>10.03886453803786</c:v>
                </c:pt>
                <c:pt idx="49">
                  <c:v>8.9463156250899836</c:v>
                </c:pt>
                <c:pt idx="50">
                  <c:v>9.8103342922754528</c:v>
                </c:pt>
                <c:pt idx="51">
                  <c:v>10.453428215195389</c:v>
                </c:pt>
                <c:pt idx="52">
                  <c:v>11.48156874560136</c:v>
                </c:pt>
                <c:pt idx="53">
                  <c:v>12.014330132538181</c:v>
                </c:pt>
                <c:pt idx="54">
                  <c:v>13.33081274251643</c:v>
                </c:pt>
                <c:pt idx="55">
                  <c:v>12.3519475750907</c:v>
                </c:pt>
                <c:pt idx="56">
                  <c:v>12.724355075562659</c:v>
                </c:pt>
                <c:pt idx="57">
                  <c:v>14.00829249231465</c:v>
                </c:pt>
                <c:pt idx="58">
                  <c:v>14.781270636892479</c:v>
                </c:pt>
                <c:pt idx="59">
                  <c:v>16.48826715046885</c:v>
                </c:pt>
                <c:pt idx="60">
                  <c:v>16.60036781729848</c:v>
                </c:pt>
                <c:pt idx="61">
                  <c:v>16.126738673555291</c:v>
                </c:pt>
                <c:pt idx="62">
                  <c:v>13.49696587244175</c:v>
                </c:pt>
                <c:pt idx="63">
                  <c:v>12.15741955903556</c:v>
                </c:pt>
                <c:pt idx="64">
                  <c:v>11.387601817312159</c:v>
                </c:pt>
                <c:pt idx="65">
                  <c:v>12.79187970118029</c:v>
                </c:pt>
                <c:pt idx="66">
                  <c:v>16.026421453135161</c:v>
                </c:pt>
                <c:pt idx="67">
                  <c:v>15.196753760806111</c:v>
                </c:pt>
                <c:pt idx="68">
                  <c:v>18.70072424712448</c:v>
                </c:pt>
                <c:pt idx="69">
                  <c:v>17.24572697523498</c:v>
                </c:pt>
                <c:pt idx="70">
                  <c:v>19.25657792181109</c:v>
                </c:pt>
                <c:pt idx="71">
                  <c:v>18.051303374168899</c:v>
                </c:pt>
                <c:pt idx="72">
                  <c:v>17.478783744887291</c:v>
                </c:pt>
                <c:pt idx="73">
                  <c:v>14.476805559420439</c:v>
                </c:pt>
                <c:pt idx="74">
                  <c:v>14.36982727465597</c:v>
                </c:pt>
                <c:pt idx="75">
                  <c:v>12.701421031738541</c:v>
                </c:pt>
                <c:pt idx="76">
                  <c:v>14.123360674426561</c:v>
                </c:pt>
                <c:pt idx="77">
                  <c:v>15.657710331231049</c:v>
                </c:pt>
                <c:pt idx="78">
                  <c:v>15.50912513783641</c:v>
                </c:pt>
                <c:pt idx="79">
                  <c:v>15.62578171201552</c:v>
                </c:pt>
                <c:pt idx="80">
                  <c:v>14.24709650044011</c:v>
                </c:pt>
                <c:pt idx="81">
                  <c:v>12.341897597586019</c:v>
                </c:pt>
                <c:pt idx="82">
                  <c:v>12.270364341706459</c:v>
                </c:pt>
                <c:pt idx="83">
                  <c:v>11.17220507872403</c:v>
                </c:pt>
                <c:pt idx="84">
                  <c:v>12.555921090059091</c:v>
                </c:pt>
                <c:pt idx="85">
                  <c:v>11.565770915848519</c:v>
                </c:pt>
                <c:pt idx="86">
                  <c:v>11.121641991429019</c:v>
                </c:pt>
                <c:pt idx="87">
                  <c:v>11.22303928992662</c:v>
                </c:pt>
                <c:pt idx="88">
                  <c:v>11.66773529046694</c:v>
                </c:pt>
                <c:pt idx="89">
                  <c:v>12.851533250325859</c:v>
                </c:pt>
                <c:pt idx="90">
                  <c:v>11.71207635209201</c:v>
                </c:pt>
                <c:pt idx="91">
                  <c:v>12.787067263504969</c:v>
                </c:pt>
                <c:pt idx="92">
                  <c:v>13.484600365150101</c:v>
                </c:pt>
                <c:pt idx="93">
                  <c:v>15.719421206426871</c:v>
                </c:pt>
                <c:pt idx="94">
                  <c:v>13.78289736864242</c:v>
                </c:pt>
                <c:pt idx="95">
                  <c:v>13.199568274418001</c:v>
                </c:pt>
                <c:pt idx="96">
                  <c:v>12.19762046053607</c:v>
                </c:pt>
                <c:pt idx="97">
                  <c:v>12.65411709172327</c:v>
                </c:pt>
                <c:pt idx="98">
                  <c:v>13.33787115486658</c:v>
                </c:pt>
                <c:pt idx="99">
                  <c:v>12.74373458594266</c:v>
                </c:pt>
                <c:pt idx="100">
                  <c:v>13.121195689389459</c:v>
                </c:pt>
                <c:pt idx="101">
                  <c:v>12.56160040169665</c:v>
                </c:pt>
                <c:pt idx="102">
                  <c:v>12.07443327677505</c:v>
                </c:pt>
                <c:pt idx="103">
                  <c:v>11.53186950638452</c:v>
                </c:pt>
                <c:pt idx="104">
                  <c:v>11.773641399985131</c:v>
                </c:pt>
                <c:pt idx="105">
                  <c:v>10.22579312889795</c:v>
                </c:pt>
                <c:pt idx="106">
                  <c:v>11.637309340557779</c:v>
                </c:pt>
                <c:pt idx="107">
                  <c:v>9.8127515764064679</c:v>
                </c:pt>
                <c:pt idx="108">
                  <c:v>8.9176374447909801</c:v>
                </c:pt>
                <c:pt idx="109">
                  <c:v>8.0733404579429973</c:v>
                </c:pt>
                <c:pt idx="110">
                  <c:v>7.3938302167456937</c:v>
                </c:pt>
                <c:pt idx="111">
                  <c:v>5.5800217266752714</c:v>
                </c:pt>
                <c:pt idx="112">
                  <c:v>5.098521752060801</c:v>
                </c:pt>
                <c:pt idx="113">
                  <c:v>7.0680864667582357</c:v>
                </c:pt>
                <c:pt idx="114">
                  <c:v>8.8262040505729189</c:v>
                </c:pt>
                <c:pt idx="115">
                  <c:v>8.3887894178820233</c:v>
                </c:pt>
                <c:pt idx="116">
                  <c:v>8.9595016235482934</c:v>
                </c:pt>
                <c:pt idx="117">
                  <c:v>7.5982893648865693</c:v>
                </c:pt>
                <c:pt idx="118">
                  <c:v>7.6411715713497506</c:v>
                </c:pt>
                <c:pt idx="119">
                  <c:v>8.8104431349281693</c:v>
                </c:pt>
                <c:pt idx="120">
                  <c:v>8.7386211158951799</c:v>
                </c:pt>
                <c:pt idx="121">
                  <c:v>7.7348331882078378</c:v>
                </c:pt>
              </c:numCache>
            </c:numRef>
          </c:val>
          <c:smooth val="0"/>
          <c:extLst>
            <c:ext xmlns:c16="http://schemas.microsoft.com/office/drawing/2014/chart" uri="{C3380CC4-5D6E-409C-BE32-E72D297353CC}">
              <c16:uniqueId val="{00000000-F15F-4002-A7BE-0211EB3AF1D3}"/>
            </c:ext>
          </c:extLst>
        </c:ser>
        <c:ser>
          <c:idx val="1"/>
          <c:order val="1"/>
          <c:tx>
            <c:v>10y avg.</c:v>
          </c:tx>
          <c:spPr>
            <a:ln w="19050">
              <a:solidFill>
                <a:srgbClr val="7E7E7E"/>
              </a:solidFill>
              <a:prstDash val="dash"/>
            </a:ln>
          </c:spPr>
          <c:marker>
            <c:symbol val="none"/>
          </c:marker>
          <c:cat>
            <c:numRef>
              <c:f>'E5'!$A$2:$A$123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'E5'!$C$2:$C$123</c:f>
              <c:numCache>
                <c:formatCode>0.00</c:formatCode>
                <c:ptCount val="122"/>
                <c:pt idx="0">
                  <c:v>9.873946393068751</c:v>
                </c:pt>
                <c:pt idx="1">
                  <c:v>9.873946393068751</c:v>
                </c:pt>
                <c:pt idx="2">
                  <c:v>9.873946393068751</c:v>
                </c:pt>
                <c:pt idx="3">
                  <c:v>9.873946393068751</c:v>
                </c:pt>
                <c:pt idx="4">
                  <c:v>9.873946393068751</c:v>
                </c:pt>
                <c:pt idx="5">
                  <c:v>9.873946393068751</c:v>
                </c:pt>
                <c:pt idx="6">
                  <c:v>9.873946393068751</c:v>
                </c:pt>
                <c:pt idx="7">
                  <c:v>9.873946393068751</c:v>
                </c:pt>
                <c:pt idx="8">
                  <c:v>9.873946393068751</c:v>
                </c:pt>
                <c:pt idx="9">
                  <c:v>9.873946393068751</c:v>
                </c:pt>
                <c:pt idx="10">
                  <c:v>9.873946393068751</c:v>
                </c:pt>
                <c:pt idx="11">
                  <c:v>9.873946393068751</c:v>
                </c:pt>
                <c:pt idx="12">
                  <c:v>9.873946393068751</c:v>
                </c:pt>
                <c:pt idx="13">
                  <c:v>9.873946393068751</c:v>
                </c:pt>
                <c:pt idx="14">
                  <c:v>9.873946393068751</c:v>
                </c:pt>
                <c:pt idx="15">
                  <c:v>9.873946393068751</c:v>
                </c:pt>
                <c:pt idx="16">
                  <c:v>9.873946393068751</c:v>
                </c:pt>
                <c:pt idx="17">
                  <c:v>9.873946393068751</c:v>
                </c:pt>
                <c:pt idx="18">
                  <c:v>9.873946393068751</c:v>
                </c:pt>
                <c:pt idx="19">
                  <c:v>9.873946393068751</c:v>
                </c:pt>
                <c:pt idx="20">
                  <c:v>9.873946393068751</c:v>
                </c:pt>
                <c:pt idx="21">
                  <c:v>9.873946393068751</c:v>
                </c:pt>
                <c:pt idx="22">
                  <c:v>9.873946393068751</c:v>
                </c:pt>
                <c:pt idx="23">
                  <c:v>9.873946393068751</c:v>
                </c:pt>
                <c:pt idx="24">
                  <c:v>9.873946393068751</c:v>
                </c:pt>
                <c:pt idx="25">
                  <c:v>9.873946393068751</c:v>
                </c:pt>
                <c:pt idx="26">
                  <c:v>9.873946393068751</c:v>
                </c:pt>
                <c:pt idx="27">
                  <c:v>9.873946393068751</c:v>
                </c:pt>
                <c:pt idx="28">
                  <c:v>9.873946393068751</c:v>
                </c:pt>
                <c:pt idx="29">
                  <c:v>9.873946393068751</c:v>
                </c:pt>
                <c:pt idx="30">
                  <c:v>9.873946393068751</c:v>
                </c:pt>
                <c:pt idx="31">
                  <c:v>9.873946393068751</c:v>
                </c:pt>
                <c:pt idx="32">
                  <c:v>9.873946393068751</c:v>
                </c:pt>
                <c:pt idx="33">
                  <c:v>9.873946393068751</c:v>
                </c:pt>
                <c:pt idx="34">
                  <c:v>9.873946393068751</c:v>
                </c:pt>
                <c:pt idx="35">
                  <c:v>9.873946393068751</c:v>
                </c:pt>
                <c:pt idx="36">
                  <c:v>9.873946393068751</c:v>
                </c:pt>
                <c:pt idx="37">
                  <c:v>9.873946393068751</c:v>
                </c:pt>
                <c:pt idx="38">
                  <c:v>9.873946393068751</c:v>
                </c:pt>
                <c:pt idx="39">
                  <c:v>9.873946393068751</c:v>
                </c:pt>
                <c:pt idx="40">
                  <c:v>9.873946393068751</c:v>
                </c:pt>
                <c:pt idx="41">
                  <c:v>9.873946393068751</c:v>
                </c:pt>
                <c:pt idx="42">
                  <c:v>9.873946393068751</c:v>
                </c:pt>
                <c:pt idx="43">
                  <c:v>9.873946393068751</c:v>
                </c:pt>
                <c:pt idx="44">
                  <c:v>9.873946393068751</c:v>
                </c:pt>
                <c:pt idx="45">
                  <c:v>9.873946393068751</c:v>
                </c:pt>
                <c:pt idx="46">
                  <c:v>9.873946393068751</c:v>
                </c:pt>
                <c:pt idx="47">
                  <c:v>9.873946393068751</c:v>
                </c:pt>
                <c:pt idx="48">
                  <c:v>9.873946393068751</c:v>
                </c:pt>
                <c:pt idx="49">
                  <c:v>9.873946393068751</c:v>
                </c:pt>
                <c:pt idx="50">
                  <c:v>9.873946393068751</c:v>
                </c:pt>
                <c:pt idx="51">
                  <c:v>9.873946393068751</c:v>
                </c:pt>
                <c:pt idx="52">
                  <c:v>9.873946393068751</c:v>
                </c:pt>
                <c:pt idx="53">
                  <c:v>9.873946393068751</c:v>
                </c:pt>
                <c:pt idx="54">
                  <c:v>9.873946393068751</c:v>
                </c:pt>
                <c:pt idx="55">
                  <c:v>9.873946393068751</c:v>
                </c:pt>
                <c:pt idx="56">
                  <c:v>9.873946393068751</c:v>
                </c:pt>
                <c:pt idx="57">
                  <c:v>9.873946393068751</c:v>
                </c:pt>
                <c:pt idx="58">
                  <c:v>9.873946393068751</c:v>
                </c:pt>
                <c:pt idx="59">
                  <c:v>9.873946393068751</c:v>
                </c:pt>
                <c:pt idx="60">
                  <c:v>9.873946393068751</c:v>
                </c:pt>
                <c:pt idx="61">
                  <c:v>9.873946393068751</c:v>
                </c:pt>
                <c:pt idx="62">
                  <c:v>9.873946393068751</c:v>
                </c:pt>
                <c:pt idx="63">
                  <c:v>9.873946393068751</c:v>
                </c:pt>
                <c:pt idx="64">
                  <c:v>9.873946393068751</c:v>
                </c:pt>
                <c:pt idx="65">
                  <c:v>9.873946393068751</c:v>
                </c:pt>
                <c:pt idx="66">
                  <c:v>9.873946393068751</c:v>
                </c:pt>
                <c:pt idx="67">
                  <c:v>9.873946393068751</c:v>
                </c:pt>
                <c:pt idx="68">
                  <c:v>9.873946393068751</c:v>
                </c:pt>
                <c:pt idx="69">
                  <c:v>9.873946393068751</c:v>
                </c:pt>
                <c:pt idx="70">
                  <c:v>9.873946393068751</c:v>
                </c:pt>
                <c:pt idx="71">
                  <c:v>9.873946393068751</c:v>
                </c:pt>
                <c:pt idx="72">
                  <c:v>9.873946393068751</c:v>
                </c:pt>
                <c:pt idx="73">
                  <c:v>9.873946393068751</c:v>
                </c:pt>
                <c:pt idx="74">
                  <c:v>9.873946393068751</c:v>
                </c:pt>
                <c:pt idx="75">
                  <c:v>9.873946393068751</c:v>
                </c:pt>
                <c:pt idx="76">
                  <c:v>9.873946393068751</c:v>
                </c:pt>
                <c:pt idx="77">
                  <c:v>9.873946393068751</c:v>
                </c:pt>
                <c:pt idx="78">
                  <c:v>9.873946393068751</c:v>
                </c:pt>
                <c:pt idx="79">
                  <c:v>9.873946393068751</c:v>
                </c:pt>
                <c:pt idx="80">
                  <c:v>9.873946393068751</c:v>
                </c:pt>
                <c:pt idx="81">
                  <c:v>9.873946393068751</c:v>
                </c:pt>
                <c:pt idx="82">
                  <c:v>9.873946393068751</c:v>
                </c:pt>
                <c:pt idx="83">
                  <c:v>9.873946393068751</c:v>
                </c:pt>
                <c:pt idx="84">
                  <c:v>9.873946393068751</c:v>
                </c:pt>
                <c:pt idx="85">
                  <c:v>9.873946393068751</c:v>
                </c:pt>
                <c:pt idx="86">
                  <c:v>9.873946393068751</c:v>
                </c:pt>
                <c:pt idx="87">
                  <c:v>9.873946393068751</c:v>
                </c:pt>
                <c:pt idx="88">
                  <c:v>9.873946393068751</c:v>
                </c:pt>
                <c:pt idx="89">
                  <c:v>9.873946393068751</c:v>
                </c:pt>
                <c:pt idx="90">
                  <c:v>9.873946393068751</c:v>
                </c:pt>
                <c:pt idx="91">
                  <c:v>9.873946393068751</c:v>
                </c:pt>
                <c:pt idx="92">
                  <c:v>9.873946393068751</c:v>
                </c:pt>
                <c:pt idx="93">
                  <c:v>9.873946393068751</c:v>
                </c:pt>
                <c:pt idx="94">
                  <c:v>9.873946393068751</c:v>
                </c:pt>
                <c:pt idx="95">
                  <c:v>9.873946393068751</c:v>
                </c:pt>
                <c:pt idx="96">
                  <c:v>9.873946393068751</c:v>
                </c:pt>
                <c:pt idx="97">
                  <c:v>9.873946393068751</c:v>
                </c:pt>
                <c:pt idx="98">
                  <c:v>9.873946393068751</c:v>
                </c:pt>
                <c:pt idx="99">
                  <c:v>9.873946393068751</c:v>
                </c:pt>
                <c:pt idx="100">
                  <c:v>9.873946393068751</c:v>
                </c:pt>
                <c:pt idx="101">
                  <c:v>9.873946393068751</c:v>
                </c:pt>
                <c:pt idx="102">
                  <c:v>9.873946393068751</c:v>
                </c:pt>
                <c:pt idx="103">
                  <c:v>9.873946393068751</c:v>
                </c:pt>
                <c:pt idx="104">
                  <c:v>9.873946393068751</c:v>
                </c:pt>
                <c:pt idx="105">
                  <c:v>9.873946393068751</c:v>
                </c:pt>
                <c:pt idx="106">
                  <c:v>9.873946393068751</c:v>
                </c:pt>
                <c:pt idx="107">
                  <c:v>9.873946393068751</c:v>
                </c:pt>
                <c:pt idx="108">
                  <c:v>9.873946393068751</c:v>
                </c:pt>
                <c:pt idx="109">
                  <c:v>9.873946393068751</c:v>
                </c:pt>
                <c:pt idx="110">
                  <c:v>9.873946393068751</c:v>
                </c:pt>
                <c:pt idx="111">
                  <c:v>9.873946393068751</c:v>
                </c:pt>
                <c:pt idx="112">
                  <c:v>9.873946393068751</c:v>
                </c:pt>
                <c:pt idx="113">
                  <c:v>9.873946393068751</c:v>
                </c:pt>
                <c:pt idx="114">
                  <c:v>9.873946393068751</c:v>
                </c:pt>
                <c:pt idx="115">
                  <c:v>9.873946393068751</c:v>
                </c:pt>
                <c:pt idx="116">
                  <c:v>9.873946393068751</c:v>
                </c:pt>
                <c:pt idx="117">
                  <c:v>9.873946393068751</c:v>
                </c:pt>
                <c:pt idx="118">
                  <c:v>9.873946393068751</c:v>
                </c:pt>
                <c:pt idx="119">
                  <c:v>9.873946393068751</c:v>
                </c:pt>
                <c:pt idx="120">
                  <c:v>9.873946393068751</c:v>
                </c:pt>
                <c:pt idx="121">
                  <c:v>9.873946393068751</c:v>
                </c:pt>
              </c:numCache>
            </c:numRef>
          </c:val>
          <c:smooth val="0"/>
          <c:extLst>
            <c:ext xmlns:c16="http://schemas.microsoft.com/office/drawing/2014/chart" uri="{C3380CC4-5D6E-409C-BE32-E72D297353CC}">
              <c16:uniqueId val="{00000001-F15F-4002-A7BE-0211EB3AF1D3}"/>
            </c:ext>
          </c:extLst>
        </c:ser>
        <c:ser>
          <c:idx val="2"/>
          <c:order val="2"/>
          <c:tx>
            <c:v>+1 std. dev.</c:v>
          </c:tx>
          <c:spPr>
            <a:ln w="19050">
              <a:solidFill>
                <a:srgbClr val="8EB3DF"/>
              </a:solidFill>
              <a:prstDash val="dash"/>
            </a:ln>
          </c:spPr>
          <c:marker>
            <c:symbol val="none"/>
          </c:marker>
          <c:cat>
            <c:numRef>
              <c:f>'E5'!$A$2:$A$123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'E5'!$D$2:$D$123</c:f>
              <c:numCache>
                <c:formatCode>0.00</c:formatCode>
                <c:ptCount val="122"/>
                <c:pt idx="0">
                  <c:v>14.013266431764359</c:v>
                </c:pt>
                <c:pt idx="1">
                  <c:v>14.013266431764359</c:v>
                </c:pt>
                <c:pt idx="2">
                  <c:v>14.013266431764359</c:v>
                </c:pt>
                <c:pt idx="3">
                  <c:v>14.013266431764359</c:v>
                </c:pt>
                <c:pt idx="4">
                  <c:v>14.013266431764359</c:v>
                </c:pt>
                <c:pt idx="5">
                  <c:v>14.013266431764359</c:v>
                </c:pt>
                <c:pt idx="6">
                  <c:v>14.013266431764359</c:v>
                </c:pt>
                <c:pt idx="7">
                  <c:v>14.013266431764359</c:v>
                </c:pt>
                <c:pt idx="8">
                  <c:v>14.013266431764359</c:v>
                </c:pt>
                <c:pt idx="9">
                  <c:v>14.013266431764359</c:v>
                </c:pt>
                <c:pt idx="10">
                  <c:v>14.013266431764359</c:v>
                </c:pt>
                <c:pt idx="11">
                  <c:v>14.013266431764359</c:v>
                </c:pt>
                <c:pt idx="12">
                  <c:v>14.013266431764359</c:v>
                </c:pt>
                <c:pt idx="13">
                  <c:v>14.013266431764359</c:v>
                </c:pt>
                <c:pt idx="14">
                  <c:v>14.013266431764359</c:v>
                </c:pt>
                <c:pt idx="15">
                  <c:v>14.013266431764359</c:v>
                </c:pt>
                <c:pt idx="16">
                  <c:v>14.013266431764359</c:v>
                </c:pt>
                <c:pt idx="17">
                  <c:v>14.013266431764359</c:v>
                </c:pt>
                <c:pt idx="18">
                  <c:v>14.013266431764359</c:v>
                </c:pt>
                <c:pt idx="19">
                  <c:v>14.013266431764359</c:v>
                </c:pt>
                <c:pt idx="20">
                  <c:v>14.013266431764359</c:v>
                </c:pt>
                <c:pt idx="21">
                  <c:v>14.013266431764359</c:v>
                </c:pt>
                <c:pt idx="22">
                  <c:v>14.013266431764359</c:v>
                </c:pt>
                <c:pt idx="23">
                  <c:v>14.013266431764359</c:v>
                </c:pt>
                <c:pt idx="24">
                  <c:v>14.013266431764359</c:v>
                </c:pt>
                <c:pt idx="25">
                  <c:v>14.013266431764359</c:v>
                </c:pt>
                <c:pt idx="26">
                  <c:v>14.013266431764359</c:v>
                </c:pt>
                <c:pt idx="27">
                  <c:v>14.013266431764359</c:v>
                </c:pt>
                <c:pt idx="28">
                  <c:v>14.013266431764359</c:v>
                </c:pt>
                <c:pt idx="29">
                  <c:v>14.013266431764359</c:v>
                </c:pt>
                <c:pt idx="30">
                  <c:v>14.013266431764359</c:v>
                </c:pt>
                <c:pt idx="31">
                  <c:v>14.013266431764359</c:v>
                </c:pt>
                <c:pt idx="32">
                  <c:v>14.013266431764359</c:v>
                </c:pt>
                <c:pt idx="33">
                  <c:v>14.013266431764359</c:v>
                </c:pt>
                <c:pt idx="34">
                  <c:v>14.013266431764359</c:v>
                </c:pt>
                <c:pt idx="35">
                  <c:v>14.013266431764359</c:v>
                </c:pt>
                <c:pt idx="36">
                  <c:v>14.013266431764359</c:v>
                </c:pt>
                <c:pt idx="37">
                  <c:v>14.013266431764359</c:v>
                </c:pt>
                <c:pt idx="38">
                  <c:v>14.013266431764359</c:v>
                </c:pt>
                <c:pt idx="39">
                  <c:v>14.013266431764359</c:v>
                </c:pt>
                <c:pt idx="40">
                  <c:v>14.013266431764359</c:v>
                </c:pt>
                <c:pt idx="41">
                  <c:v>14.013266431764359</c:v>
                </c:pt>
                <c:pt idx="42">
                  <c:v>14.013266431764359</c:v>
                </c:pt>
                <c:pt idx="43">
                  <c:v>14.013266431764359</c:v>
                </c:pt>
                <c:pt idx="44">
                  <c:v>14.013266431764359</c:v>
                </c:pt>
                <c:pt idx="45">
                  <c:v>14.013266431764359</c:v>
                </c:pt>
                <c:pt idx="46">
                  <c:v>14.013266431764359</c:v>
                </c:pt>
                <c:pt idx="47">
                  <c:v>14.013266431764359</c:v>
                </c:pt>
                <c:pt idx="48">
                  <c:v>14.013266431764359</c:v>
                </c:pt>
                <c:pt idx="49">
                  <c:v>14.013266431764359</c:v>
                </c:pt>
                <c:pt idx="50">
                  <c:v>14.013266431764359</c:v>
                </c:pt>
                <c:pt idx="51">
                  <c:v>14.013266431764359</c:v>
                </c:pt>
                <c:pt idx="52">
                  <c:v>14.013266431764359</c:v>
                </c:pt>
                <c:pt idx="53">
                  <c:v>14.013266431764359</c:v>
                </c:pt>
                <c:pt idx="54">
                  <c:v>14.013266431764359</c:v>
                </c:pt>
                <c:pt idx="55">
                  <c:v>14.013266431764359</c:v>
                </c:pt>
                <c:pt idx="56">
                  <c:v>14.013266431764359</c:v>
                </c:pt>
                <c:pt idx="57">
                  <c:v>14.013266431764359</c:v>
                </c:pt>
                <c:pt idx="58">
                  <c:v>14.013266431764359</c:v>
                </c:pt>
                <c:pt idx="59">
                  <c:v>14.013266431764359</c:v>
                </c:pt>
                <c:pt idx="60">
                  <c:v>14.013266431764359</c:v>
                </c:pt>
                <c:pt idx="61">
                  <c:v>14.013266431764359</c:v>
                </c:pt>
                <c:pt idx="62">
                  <c:v>14.013266431764359</c:v>
                </c:pt>
                <c:pt idx="63">
                  <c:v>14.013266431764359</c:v>
                </c:pt>
                <c:pt idx="64">
                  <c:v>14.013266431764359</c:v>
                </c:pt>
                <c:pt idx="65">
                  <c:v>14.013266431764359</c:v>
                </c:pt>
                <c:pt idx="66">
                  <c:v>14.013266431764359</c:v>
                </c:pt>
                <c:pt idx="67">
                  <c:v>14.013266431764359</c:v>
                </c:pt>
                <c:pt idx="68">
                  <c:v>14.013266431764359</c:v>
                </c:pt>
                <c:pt idx="69">
                  <c:v>14.013266431764359</c:v>
                </c:pt>
                <c:pt idx="70">
                  <c:v>14.013266431764359</c:v>
                </c:pt>
                <c:pt idx="71">
                  <c:v>14.013266431764359</c:v>
                </c:pt>
                <c:pt idx="72">
                  <c:v>14.013266431764359</c:v>
                </c:pt>
                <c:pt idx="73">
                  <c:v>14.013266431764359</c:v>
                </c:pt>
                <c:pt idx="74">
                  <c:v>14.013266431764359</c:v>
                </c:pt>
                <c:pt idx="75">
                  <c:v>14.013266431764359</c:v>
                </c:pt>
                <c:pt idx="76">
                  <c:v>14.013266431764359</c:v>
                </c:pt>
                <c:pt idx="77">
                  <c:v>14.013266431764359</c:v>
                </c:pt>
                <c:pt idx="78">
                  <c:v>14.013266431764359</c:v>
                </c:pt>
                <c:pt idx="79">
                  <c:v>14.013266431764359</c:v>
                </c:pt>
                <c:pt idx="80">
                  <c:v>14.013266431764359</c:v>
                </c:pt>
                <c:pt idx="81">
                  <c:v>14.013266431764359</c:v>
                </c:pt>
                <c:pt idx="82">
                  <c:v>14.013266431764359</c:v>
                </c:pt>
                <c:pt idx="83">
                  <c:v>14.013266431764359</c:v>
                </c:pt>
                <c:pt idx="84">
                  <c:v>14.013266431764359</c:v>
                </c:pt>
                <c:pt idx="85">
                  <c:v>14.013266431764359</c:v>
                </c:pt>
                <c:pt idx="86">
                  <c:v>14.013266431764359</c:v>
                </c:pt>
                <c:pt idx="87">
                  <c:v>14.013266431764359</c:v>
                </c:pt>
                <c:pt idx="88">
                  <c:v>14.013266431764359</c:v>
                </c:pt>
                <c:pt idx="89">
                  <c:v>14.013266431764359</c:v>
                </c:pt>
                <c:pt idx="90">
                  <c:v>14.013266431764359</c:v>
                </c:pt>
                <c:pt idx="91">
                  <c:v>14.013266431764359</c:v>
                </c:pt>
                <c:pt idx="92">
                  <c:v>14.013266431764359</c:v>
                </c:pt>
                <c:pt idx="93">
                  <c:v>14.013266431764359</c:v>
                </c:pt>
                <c:pt idx="94">
                  <c:v>14.013266431764359</c:v>
                </c:pt>
                <c:pt idx="95">
                  <c:v>14.013266431764359</c:v>
                </c:pt>
                <c:pt idx="96">
                  <c:v>14.013266431764359</c:v>
                </c:pt>
                <c:pt idx="97">
                  <c:v>14.013266431764359</c:v>
                </c:pt>
                <c:pt idx="98">
                  <c:v>14.013266431764359</c:v>
                </c:pt>
                <c:pt idx="99">
                  <c:v>14.013266431764359</c:v>
                </c:pt>
                <c:pt idx="100">
                  <c:v>14.013266431764359</c:v>
                </c:pt>
                <c:pt idx="101">
                  <c:v>14.013266431764359</c:v>
                </c:pt>
                <c:pt idx="102">
                  <c:v>14.013266431764359</c:v>
                </c:pt>
                <c:pt idx="103">
                  <c:v>14.013266431764359</c:v>
                </c:pt>
                <c:pt idx="104">
                  <c:v>14.013266431764359</c:v>
                </c:pt>
                <c:pt idx="105">
                  <c:v>14.013266431764359</c:v>
                </c:pt>
                <c:pt idx="106">
                  <c:v>14.013266431764359</c:v>
                </c:pt>
                <c:pt idx="107">
                  <c:v>14.013266431764359</c:v>
                </c:pt>
                <c:pt idx="108">
                  <c:v>14.013266431764359</c:v>
                </c:pt>
                <c:pt idx="109">
                  <c:v>14.013266431764359</c:v>
                </c:pt>
                <c:pt idx="110">
                  <c:v>14.013266431764359</c:v>
                </c:pt>
                <c:pt idx="111">
                  <c:v>14.013266431764359</c:v>
                </c:pt>
                <c:pt idx="112">
                  <c:v>14.013266431764359</c:v>
                </c:pt>
                <c:pt idx="113">
                  <c:v>14.013266431764359</c:v>
                </c:pt>
                <c:pt idx="114">
                  <c:v>14.013266431764359</c:v>
                </c:pt>
                <c:pt idx="115">
                  <c:v>14.013266431764359</c:v>
                </c:pt>
                <c:pt idx="116">
                  <c:v>14.013266431764359</c:v>
                </c:pt>
                <c:pt idx="117">
                  <c:v>14.013266431764359</c:v>
                </c:pt>
                <c:pt idx="118">
                  <c:v>14.013266431764359</c:v>
                </c:pt>
                <c:pt idx="119">
                  <c:v>14.013266431764359</c:v>
                </c:pt>
                <c:pt idx="120">
                  <c:v>14.013266431764359</c:v>
                </c:pt>
                <c:pt idx="121">
                  <c:v>14.013266431764359</c:v>
                </c:pt>
              </c:numCache>
            </c:numRef>
          </c:val>
          <c:smooth val="0"/>
          <c:extLst>
            <c:ext xmlns:c16="http://schemas.microsoft.com/office/drawing/2014/chart" uri="{C3380CC4-5D6E-409C-BE32-E72D297353CC}">
              <c16:uniqueId val="{00000002-F15F-4002-A7BE-0211EB3AF1D3}"/>
            </c:ext>
          </c:extLst>
        </c:ser>
        <c:ser>
          <c:idx val="3"/>
          <c:order val="3"/>
          <c:tx>
            <c:v>±1 std. dev.</c:v>
          </c:tx>
          <c:spPr>
            <a:ln w="19050">
              <a:solidFill>
                <a:srgbClr val="8EB3DF"/>
              </a:solidFill>
              <a:prstDash val="dash"/>
            </a:ln>
          </c:spPr>
          <c:marker>
            <c:symbol val="none"/>
          </c:marker>
          <c:cat>
            <c:numRef>
              <c:f>'E5'!$A$2:$A$123</c:f>
              <c:numCache>
                <c:formatCode>yyyy\-mm\-dd</c:formatCode>
                <c:ptCount val="122"/>
                <c:pt idx="0">
                  <c:v>42674</c:v>
                </c:pt>
                <c:pt idx="1">
                  <c:v>42704</c:v>
                </c:pt>
                <c:pt idx="2">
                  <c:v>42735</c:v>
                </c:pt>
                <c:pt idx="3">
                  <c:v>42766</c:v>
                </c:pt>
                <c:pt idx="4">
                  <c:v>42794</c:v>
                </c:pt>
                <c:pt idx="5">
                  <c:v>42825</c:v>
                </c:pt>
                <c:pt idx="6">
                  <c:v>42855</c:v>
                </c:pt>
                <c:pt idx="7">
                  <c:v>42886</c:v>
                </c:pt>
                <c:pt idx="8">
                  <c:v>42916</c:v>
                </c:pt>
                <c:pt idx="9">
                  <c:v>42947</c:v>
                </c:pt>
                <c:pt idx="10">
                  <c:v>42978</c:v>
                </c:pt>
                <c:pt idx="11">
                  <c:v>43008</c:v>
                </c:pt>
                <c:pt idx="12">
                  <c:v>43039</c:v>
                </c:pt>
                <c:pt idx="13">
                  <c:v>43069</c:v>
                </c:pt>
                <c:pt idx="14">
                  <c:v>43100</c:v>
                </c:pt>
                <c:pt idx="15">
                  <c:v>43131</c:v>
                </c:pt>
                <c:pt idx="16">
                  <c:v>43159</c:v>
                </c:pt>
                <c:pt idx="17">
                  <c:v>43190</c:v>
                </c:pt>
                <c:pt idx="18">
                  <c:v>43220</c:v>
                </c:pt>
                <c:pt idx="19">
                  <c:v>43251</c:v>
                </c:pt>
                <c:pt idx="20">
                  <c:v>43281</c:v>
                </c:pt>
                <c:pt idx="21">
                  <c:v>43312</c:v>
                </c:pt>
                <c:pt idx="22">
                  <c:v>43343</c:v>
                </c:pt>
                <c:pt idx="23">
                  <c:v>43373</c:v>
                </c:pt>
                <c:pt idx="24">
                  <c:v>43404</c:v>
                </c:pt>
                <c:pt idx="25">
                  <c:v>43434</c:v>
                </c:pt>
                <c:pt idx="26">
                  <c:v>43465</c:v>
                </c:pt>
                <c:pt idx="27">
                  <c:v>43496</c:v>
                </c:pt>
                <c:pt idx="28">
                  <c:v>43524</c:v>
                </c:pt>
                <c:pt idx="29">
                  <c:v>43555</c:v>
                </c:pt>
                <c:pt idx="30">
                  <c:v>43585</c:v>
                </c:pt>
                <c:pt idx="31">
                  <c:v>43616</c:v>
                </c:pt>
                <c:pt idx="32">
                  <c:v>43646</c:v>
                </c:pt>
                <c:pt idx="33">
                  <c:v>43677</c:v>
                </c:pt>
                <c:pt idx="34">
                  <c:v>43708</c:v>
                </c:pt>
                <c:pt idx="35">
                  <c:v>43738</c:v>
                </c:pt>
                <c:pt idx="36">
                  <c:v>43769</c:v>
                </c:pt>
                <c:pt idx="37">
                  <c:v>43799</c:v>
                </c:pt>
                <c:pt idx="38">
                  <c:v>43830</c:v>
                </c:pt>
                <c:pt idx="39">
                  <c:v>43861</c:v>
                </c:pt>
                <c:pt idx="40">
                  <c:v>43890</c:v>
                </c:pt>
                <c:pt idx="41">
                  <c:v>43921</c:v>
                </c:pt>
                <c:pt idx="42">
                  <c:v>43951</c:v>
                </c:pt>
                <c:pt idx="43">
                  <c:v>43982</c:v>
                </c:pt>
                <c:pt idx="44">
                  <c:v>44012</c:v>
                </c:pt>
                <c:pt idx="45">
                  <c:v>44043</c:v>
                </c:pt>
                <c:pt idx="46">
                  <c:v>44074</c:v>
                </c:pt>
                <c:pt idx="47">
                  <c:v>44104</c:v>
                </c:pt>
                <c:pt idx="48">
                  <c:v>44135</c:v>
                </c:pt>
                <c:pt idx="49">
                  <c:v>44165</c:v>
                </c:pt>
                <c:pt idx="50">
                  <c:v>44196</c:v>
                </c:pt>
                <c:pt idx="51">
                  <c:v>44227</c:v>
                </c:pt>
                <c:pt idx="52">
                  <c:v>44255</c:v>
                </c:pt>
                <c:pt idx="53">
                  <c:v>44286</c:v>
                </c:pt>
                <c:pt idx="54">
                  <c:v>44316</c:v>
                </c:pt>
                <c:pt idx="55">
                  <c:v>44347</c:v>
                </c:pt>
                <c:pt idx="56">
                  <c:v>44377</c:v>
                </c:pt>
                <c:pt idx="57">
                  <c:v>44408</c:v>
                </c:pt>
                <c:pt idx="58">
                  <c:v>44439</c:v>
                </c:pt>
                <c:pt idx="59">
                  <c:v>44469</c:v>
                </c:pt>
                <c:pt idx="60">
                  <c:v>44500</c:v>
                </c:pt>
                <c:pt idx="61">
                  <c:v>44530</c:v>
                </c:pt>
                <c:pt idx="62">
                  <c:v>44561</c:v>
                </c:pt>
                <c:pt idx="63">
                  <c:v>44592</c:v>
                </c:pt>
                <c:pt idx="64">
                  <c:v>44620</c:v>
                </c:pt>
                <c:pt idx="65">
                  <c:v>44651</c:v>
                </c:pt>
                <c:pt idx="66">
                  <c:v>44681</c:v>
                </c:pt>
                <c:pt idx="67">
                  <c:v>44712</c:v>
                </c:pt>
                <c:pt idx="68">
                  <c:v>44742</c:v>
                </c:pt>
                <c:pt idx="69">
                  <c:v>44773</c:v>
                </c:pt>
                <c:pt idx="70">
                  <c:v>44804</c:v>
                </c:pt>
                <c:pt idx="71">
                  <c:v>44834</c:v>
                </c:pt>
                <c:pt idx="72">
                  <c:v>44865</c:v>
                </c:pt>
                <c:pt idx="73">
                  <c:v>44895</c:v>
                </c:pt>
                <c:pt idx="74">
                  <c:v>44926</c:v>
                </c:pt>
                <c:pt idx="75">
                  <c:v>44957</c:v>
                </c:pt>
                <c:pt idx="76">
                  <c:v>44985</c:v>
                </c:pt>
                <c:pt idx="77">
                  <c:v>45016</c:v>
                </c:pt>
                <c:pt idx="78">
                  <c:v>45046</c:v>
                </c:pt>
                <c:pt idx="79">
                  <c:v>45077</c:v>
                </c:pt>
                <c:pt idx="80">
                  <c:v>45107</c:v>
                </c:pt>
                <c:pt idx="81">
                  <c:v>45138</c:v>
                </c:pt>
                <c:pt idx="82">
                  <c:v>45169</c:v>
                </c:pt>
                <c:pt idx="83">
                  <c:v>45199</c:v>
                </c:pt>
                <c:pt idx="84">
                  <c:v>45230</c:v>
                </c:pt>
                <c:pt idx="85">
                  <c:v>45260</c:v>
                </c:pt>
                <c:pt idx="86">
                  <c:v>45291</c:v>
                </c:pt>
                <c:pt idx="87">
                  <c:v>45322</c:v>
                </c:pt>
                <c:pt idx="88">
                  <c:v>45351</c:v>
                </c:pt>
                <c:pt idx="89">
                  <c:v>45382</c:v>
                </c:pt>
                <c:pt idx="90">
                  <c:v>45412</c:v>
                </c:pt>
                <c:pt idx="91">
                  <c:v>45443</c:v>
                </c:pt>
                <c:pt idx="92">
                  <c:v>45473</c:v>
                </c:pt>
                <c:pt idx="93">
                  <c:v>45504</c:v>
                </c:pt>
                <c:pt idx="94">
                  <c:v>45535</c:v>
                </c:pt>
                <c:pt idx="95">
                  <c:v>45565</c:v>
                </c:pt>
                <c:pt idx="96">
                  <c:v>45596</c:v>
                </c:pt>
                <c:pt idx="97">
                  <c:v>45626</c:v>
                </c:pt>
                <c:pt idx="98">
                  <c:v>45657</c:v>
                </c:pt>
                <c:pt idx="99">
                  <c:v>45688</c:v>
                </c:pt>
                <c:pt idx="100">
                  <c:v>45716</c:v>
                </c:pt>
                <c:pt idx="101">
                  <c:v>45747</c:v>
                </c:pt>
                <c:pt idx="102">
                  <c:v>45777</c:v>
                </c:pt>
                <c:pt idx="103">
                  <c:v>45808</c:v>
                </c:pt>
                <c:pt idx="104">
                  <c:v>45838</c:v>
                </c:pt>
                <c:pt idx="105">
                  <c:v>45869</c:v>
                </c:pt>
                <c:pt idx="106">
                  <c:v>45900</c:v>
                </c:pt>
                <c:pt idx="107">
                  <c:v>45930</c:v>
                </c:pt>
                <c:pt idx="108">
                  <c:v>45961</c:v>
                </c:pt>
                <c:pt idx="109">
                  <c:v>45991</c:v>
                </c:pt>
                <c:pt idx="110">
                  <c:v>46022</c:v>
                </c:pt>
                <c:pt idx="111">
                  <c:v>46053</c:v>
                </c:pt>
                <c:pt idx="112">
                  <c:v>46081</c:v>
                </c:pt>
                <c:pt idx="113">
                  <c:v>46112</c:v>
                </c:pt>
                <c:pt idx="114">
                  <c:v>46142</c:v>
                </c:pt>
                <c:pt idx="115">
                  <c:v>46173</c:v>
                </c:pt>
                <c:pt idx="116">
                  <c:v>46203</c:v>
                </c:pt>
                <c:pt idx="117">
                  <c:v>46234</c:v>
                </c:pt>
                <c:pt idx="118">
                  <c:v>46265</c:v>
                </c:pt>
                <c:pt idx="119">
                  <c:v>46295</c:v>
                </c:pt>
                <c:pt idx="120">
                  <c:v>46300</c:v>
                </c:pt>
                <c:pt idx="121">
                  <c:v>46321</c:v>
                </c:pt>
              </c:numCache>
            </c:numRef>
          </c:cat>
          <c:val>
            <c:numRef>
              <c:f>'E5'!$E$2:$E$123</c:f>
              <c:numCache>
                <c:formatCode>0.00</c:formatCode>
                <c:ptCount val="122"/>
                <c:pt idx="0">
                  <c:v>5.7346263543731446</c:v>
                </c:pt>
                <c:pt idx="1">
                  <c:v>5.7346263543731446</c:v>
                </c:pt>
                <c:pt idx="2">
                  <c:v>5.7346263543731446</c:v>
                </c:pt>
                <c:pt idx="3">
                  <c:v>5.7346263543731446</c:v>
                </c:pt>
                <c:pt idx="4">
                  <c:v>5.7346263543731446</c:v>
                </c:pt>
                <c:pt idx="5">
                  <c:v>5.7346263543731446</c:v>
                </c:pt>
                <c:pt idx="6">
                  <c:v>5.7346263543731446</c:v>
                </c:pt>
                <c:pt idx="7">
                  <c:v>5.7346263543731446</c:v>
                </c:pt>
                <c:pt idx="8">
                  <c:v>5.7346263543731446</c:v>
                </c:pt>
                <c:pt idx="9">
                  <c:v>5.7346263543731446</c:v>
                </c:pt>
                <c:pt idx="10">
                  <c:v>5.7346263543731446</c:v>
                </c:pt>
                <c:pt idx="11">
                  <c:v>5.7346263543731446</c:v>
                </c:pt>
                <c:pt idx="12">
                  <c:v>5.7346263543731446</c:v>
                </c:pt>
                <c:pt idx="13">
                  <c:v>5.7346263543731446</c:v>
                </c:pt>
                <c:pt idx="14">
                  <c:v>5.7346263543731446</c:v>
                </c:pt>
                <c:pt idx="15">
                  <c:v>5.7346263543731446</c:v>
                </c:pt>
                <c:pt idx="16">
                  <c:v>5.7346263543731446</c:v>
                </c:pt>
                <c:pt idx="17">
                  <c:v>5.7346263543731446</c:v>
                </c:pt>
                <c:pt idx="18">
                  <c:v>5.7346263543731446</c:v>
                </c:pt>
                <c:pt idx="19">
                  <c:v>5.7346263543731446</c:v>
                </c:pt>
                <c:pt idx="20">
                  <c:v>5.7346263543731446</c:v>
                </c:pt>
                <c:pt idx="21">
                  <c:v>5.7346263543731446</c:v>
                </c:pt>
                <c:pt idx="22">
                  <c:v>5.7346263543731446</c:v>
                </c:pt>
                <c:pt idx="23">
                  <c:v>5.7346263543731446</c:v>
                </c:pt>
                <c:pt idx="24">
                  <c:v>5.7346263543731446</c:v>
                </c:pt>
                <c:pt idx="25">
                  <c:v>5.7346263543731446</c:v>
                </c:pt>
                <c:pt idx="26">
                  <c:v>5.7346263543731446</c:v>
                </c:pt>
                <c:pt idx="27">
                  <c:v>5.7346263543731446</c:v>
                </c:pt>
                <c:pt idx="28">
                  <c:v>5.7346263543731446</c:v>
                </c:pt>
                <c:pt idx="29">
                  <c:v>5.7346263543731446</c:v>
                </c:pt>
                <c:pt idx="30">
                  <c:v>5.7346263543731446</c:v>
                </c:pt>
                <c:pt idx="31">
                  <c:v>5.7346263543731446</c:v>
                </c:pt>
                <c:pt idx="32">
                  <c:v>5.7346263543731446</c:v>
                </c:pt>
                <c:pt idx="33">
                  <c:v>5.7346263543731446</c:v>
                </c:pt>
                <c:pt idx="34">
                  <c:v>5.7346263543731446</c:v>
                </c:pt>
                <c:pt idx="35">
                  <c:v>5.7346263543731446</c:v>
                </c:pt>
                <c:pt idx="36">
                  <c:v>5.7346263543731446</c:v>
                </c:pt>
                <c:pt idx="37">
                  <c:v>5.7346263543731446</c:v>
                </c:pt>
                <c:pt idx="38">
                  <c:v>5.7346263543731446</c:v>
                </c:pt>
                <c:pt idx="39">
                  <c:v>5.7346263543731446</c:v>
                </c:pt>
                <c:pt idx="40">
                  <c:v>5.7346263543731446</c:v>
                </c:pt>
                <c:pt idx="41">
                  <c:v>5.7346263543731446</c:v>
                </c:pt>
                <c:pt idx="42">
                  <c:v>5.7346263543731446</c:v>
                </c:pt>
                <c:pt idx="43">
                  <c:v>5.7346263543731446</c:v>
                </c:pt>
                <c:pt idx="44">
                  <c:v>5.7346263543731446</c:v>
                </c:pt>
                <c:pt idx="45">
                  <c:v>5.7346263543731446</c:v>
                </c:pt>
                <c:pt idx="46">
                  <c:v>5.7346263543731446</c:v>
                </c:pt>
                <c:pt idx="47">
                  <c:v>5.7346263543731446</c:v>
                </c:pt>
                <c:pt idx="48">
                  <c:v>5.7346263543731446</c:v>
                </c:pt>
                <c:pt idx="49">
                  <c:v>5.7346263543731446</c:v>
                </c:pt>
                <c:pt idx="50">
                  <c:v>5.7346263543731446</c:v>
                </c:pt>
                <c:pt idx="51">
                  <c:v>5.7346263543731446</c:v>
                </c:pt>
                <c:pt idx="52">
                  <c:v>5.7346263543731446</c:v>
                </c:pt>
                <c:pt idx="53">
                  <c:v>5.7346263543731446</c:v>
                </c:pt>
                <c:pt idx="54">
                  <c:v>5.7346263543731446</c:v>
                </c:pt>
                <c:pt idx="55">
                  <c:v>5.7346263543731446</c:v>
                </c:pt>
                <c:pt idx="56">
                  <c:v>5.7346263543731446</c:v>
                </c:pt>
                <c:pt idx="57">
                  <c:v>5.7346263543731446</c:v>
                </c:pt>
                <c:pt idx="58">
                  <c:v>5.7346263543731446</c:v>
                </c:pt>
                <c:pt idx="59">
                  <c:v>5.7346263543731446</c:v>
                </c:pt>
                <c:pt idx="60">
                  <c:v>5.7346263543731446</c:v>
                </c:pt>
                <c:pt idx="61">
                  <c:v>5.7346263543731446</c:v>
                </c:pt>
                <c:pt idx="62">
                  <c:v>5.7346263543731446</c:v>
                </c:pt>
                <c:pt idx="63">
                  <c:v>5.7346263543731446</c:v>
                </c:pt>
                <c:pt idx="64">
                  <c:v>5.7346263543731446</c:v>
                </c:pt>
                <c:pt idx="65">
                  <c:v>5.7346263543731446</c:v>
                </c:pt>
                <c:pt idx="66">
                  <c:v>5.7346263543731446</c:v>
                </c:pt>
                <c:pt idx="67">
                  <c:v>5.7346263543731446</c:v>
                </c:pt>
                <c:pt idx="68">
                  <c:v>5.7346263543731446</c:v>
                </c:pt>
                <c:pt idx="69">
                  <c:v>5.7346263543731446</c:v>
                </c:pt>
                <c:pt idx="70">
                  <c:v>5.7346263543731446</c:v>
                </c:pt>
                <c:pt idx="71">
                  <c:v>5.7346263543731446</c:v>
                </c:pt>
                <c:pt idx="72">
                  <c:v>5.7346263543731446</c:v>
                </c:pt>
                <c:pt idx="73">
                  <c:v>5.7346263543731446</c:v>
                </c:pt>
                <c:pt idx="74">
                  <c:v>5.7346263543731446</c:v>
                </c:pt>
                <c:pt idx="75">
                  <c:v>5.7346263543731446</c:v>
                </c:pt>
                <c:pt idx="76">
                  <c:v>5.7346263543731446</c:v>
                </c:pt>
                <c:pt idx="77">
                  <c:v>5.7346263543731446</c:v>
                </c:pt>
                <c:pt idx="78">
                  <c:v>5.7346263543731446</c:v>
                </c:pt>
                <c:pt idx="79">
                  <c:v>5.7346263543731446</c:v>
                </c:pt>
                <c:pt idx="80">
                  <c:v>5.7346263543731446</c:v>
                </c:pt>
                <c:pt idx="81">
                  <c:v>5.7346263543731446</c:v>
                </c:pt>
                <c:pt idx="82">
                  <c:v>5.7346263543731446</c:v>
                </c:pt>
                <c:pt idx="83">
                  <c:v>5.7346263543731446</c:v>
                </c:pt>
                <c:pt idx="84">
                  <c:v>5.7346263543731446</c:v>
                </c:pt>
                <c:pt idx="85">
                  <c:v>5.7346263543731446</c:v>
                </c:pt>
                <c:pt idx="86">
                  <c:v>5.7346263543731446</c:v>
                </c:pt>
                <c:pt idx="87">
                  <c:v>5.7346263543731446</c:v>
                </c:pt>
                <c:pt idx="88">
                  <c:v>5.7346263543731446</c:v>
                </c:pt>
                <c:pt idx="89">
                  <c:v>5.7346263543731446</c:v>
                </c:pt>
                <c:pt idx="90">
                  <c:v>5.7346263543731446</c:v>
                </c:pt>
                <c:pt idx="91">
                  <c:v>5.7346263543731446</c:v>
                </c:pt>
                <c:pt idx="92">
                  <c:v>5.7346263543731446</c:v>
                </c:pt>
                <c:pt idx="93">
                  <c:v>5.7346263543731446</c:v>
                </c:pt>
                <c:pt idx="94">
                  <c:v>5.7346263543731446</c:v>
                </c:pt>
                <c:pt idx="95">
                  <c:v>5.7346263543731446</c:v>
                </c:pt>
                <c:pt idx="96">
                  <c:v>5.7346263543731446</c:v>
                </c:pt>
                <c:pt idx="97">
                  <c:v>5.7346263543731446</c:v>
                </c:pt>
                <c:pt idx="98">
                  <c:v>5.7346263543731446</c:v>
                </c:pt>
                <c:pt idx="99">
                  <c:v>5.7346263543731446</c:v>
                </c:pt>
                <c:pt idx="100">
                  <c:v>5.7346263543731446</c:v>
                </c:pt>
                <c:pt idx="101">
                  <c:v>5.7346263543731446</c:v>
                </c:pt>
                <c:pt idx="102">
                  <c:v>5.7346263543731446</c:v>
                </c:pt>
                <c:pt idx="103">
                  <c:v>5.7346263543731446</c:v>
                </c:pt>
                <c:pt idx="104">
                  <c:v>5.7346263543731446</c:v>
                </c:pt>
                <c:pt idx="105">
                  <c:v>5.7346263543731446</c:v>
                </c:pt>
                <c:pt idx="106">
                  <c:v>5.7346263543731446</c:v>
                </c:pt>
                <c:pt idx="107">
                  <c:v>5.7346263543731446</c:v>
                </c:pt>
                <c:pt idx="108">
                  <c:v>5.7346263543731446</c:v>
                </c:pt>
                <c:pt idx="109">
                  <c:v>5.7346263543731446</c:v>
                </c:pt>
                <c:pt idx="110">
                  <c:v>5.7346263543731446</c:v>
                </c:pt>
                <c:pt idx="111">
                  <c:v>5.7346263543731446</c:v>
                </c:pt>
                <c:pt idx="112">
                  <c:v>5.7346263543731446</c:v>
                </c:pt>
                <c:pt idx="113">
                  <c:v>5.7346263543731446</c:v>
                </c:pt>
                <c:pt idx="114">
                  <c:v>5.7346263543731446</c:v>
                </c:pt>
                <c:pt idx="115">
                  <c:v>5.7346263543731446</c:v>
                </c:pt>
                <c:pt idx="116">
                  <c:v>5.7346263543731446</c:v>
                </c:pt>
                <c:pt idx="117">
                  <c:v>5.7346263543731446</c:v>
                </c:pt>
                <c:pt idx="118">
                  <c:v>5.7346263543731446</c:v>
                </c:pt>
                <c:pt idx="119">
                  <c:v>5.7346263543731446</c:v>
                </c:pt>
                <c:pt idx="120">
                  <c:v>5.7346263543731446</c:v>
                </c:pt>
                <c:pt idx="121">
                  <c:v>5.7346263543731446</c:v>
                </c:pt>
              </c:numCache>
            </c:numRef>
          </c:val>
          <c:smooth val="0"/>
          <c:extLst>
            <c:ext xmlns:c16="http://schemas.microsoft.com/office/drawing/2014/chart" uri="{C3380CC4-5D6E-409C-BE32-E72D297353CC}">
              <c16:uniqueId val="{00000003-F15F-4002-A7BE-0211EB3AF1D3}"/>
            </c:ext>
          </c:extLst>
        </c:ser>
        <c:dLbls>
          <c:showLegendKey val="0"/>
          <c:showVal val="0"/>
          <c:showCatName val="0"/>
          <c:showSerName val="0"/>
          <c:showPercent val="0"/>
          <c:showBubbleSize val="0"/>
        </c:dLbls>
        <c:smooth val="0"/>
        <c:axId val="50050001"/>
        <c:axId val="50050002"/>
      </c:lineChart>
      <c:dateAx>
        <c:axId val="50050001"/>
        <c:scaling>
          <c:orientation val="minMax"/>
        </c:scaling>
        <c:delete val="0"/>
        <c:axPos val="b"/>
        <c:numFmt formatCode="yyyy" sourceLinked="0"/>
        <c:majorTickMark val="out"/>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50002"/>
        <c:crosses val="min"/>
        <c:auto val="1"/>
        <c:lblOffset val="100"/>
        <c:baseTimeUnit val="days"/>
        <c:majorUnit val="2"/>
        <c:majorTimeUnit val="years"/>
      </c:dateAx>
      <c:valAx>
        <c:axId val="50050002"/>
        <c:scaling>
          <c:orientation val="minMax"/>
          <c:max val="20"/>
          <c:min val="-5"/>
        </c:scaling>
        <c:delete val="0"/>
        <c:axPos val="l"/>
        <c:majorGridlines>
          <c:spPr>
            <a:ln w="6350">
              <a:solidFill>
                <a:srgbClr val="D9D9D9"/>
              </a:solidFill>
              <a:prstDash val="dash"/>
            </a:ln>
          </c:spPr>
        </c:majorGridlines>
        <c:numFmt formatCode="0&quot;.0%&quot;" sourceLinked="0"/>
        <c:majorTickMark val="none"/>
        <c:minorTickMark val="none"/>
        <c:tickLblPos val="nextTo"/>
        <c:spPr>
          <a:ln>
            <a:noFill/>
          </a:ln>
        </c:spPr>
        <c:txPr>
          <a:bodyPr/>
          <a:lstStyle/>
          <a:p>
            <a:pPr>
              <a:defRPr sz="900" b="0" baseline="0">
                <a:solidFill>
                  <a:srgbClr val="000000"/>
                </a:solidFill>
                <a:latin typeface="Roboto Light"/>
              </a:defRPr>
            </a:pPr>
            <a:endParaRPr lang="en-US"/>
          </a:p>
        </c:txPr>
        <c:crossAx val="50050001"/>
        <c:crosses val="autoZero"/>
        <c:crossBetween val="between"/>
        <c:majorUnit val="5"/>
      </c:valAx>
      <c:spPr>
        <a:noFill/>
        <a:ln>
          <a:noFill/>
        </a:ln>
      </c:spPr>
    </c:plotArea>
    <c:legend>
      <c:legendPos val="t"/>
      <c:legendEntry>
        <c:idx val="2"/>
        <c:delete val="1"/>
      </c:legendEntry>
      <c:overlay val="0"/>
      <c:txPr>
        <a:bodyPr/>
        <a:lstStyle/>
        <a:p>
          <a:pPr>
            <a:defRPr sz="900" b="0" baseline="0">
              <a:solidFill>
                <a:srgbClr val="000000"/>
              </a:solidFill>
              <a:latin typeface="Roboto Light"/>
            </a:defRPr>
          </a:pPr>
          <a:endParaRPr lang="en-US"/>
        </a:p>
      </c:txPr>
    </c:legend>
    <c:plotVisOnly val="1"/>
    <c:dispBlanksAs val="gap"/>
    <c:showDLblsOverMax val="0"/>
  </c:chart>
  <c:spPr>
    <a:solidFill>
      <a:srgbClr val="FFFFFF"/>
    </a:solidFill>
    <a:ln>
      <a:noFill/>
    </a:ln>
  </c:sp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v>Domestic Sensitivity Score</c:v>
          </c:tx>
          <c:spPr>
            <a:ln>
              <a:noFill/>
            </a:ln>
          </c:spPr>
          <c:marker>
            <c:symbol val="circle"/>
            <c:size val="7"/>
            <c:spPr>
              <a:solidFill>
                <a:srgbClr val="8EB3DF"/>
              </a:solidFill>
              <a:ln>
                <a:solidFill>
                  <a:srgbClr val="1F2F44"/>
                </a:solidFill>
                <a:prstDash val="solid"/>
              </a:ln>
            </c:spPr>
          </c:marker>
          <c:dLbls>
            <c:dLbl>
              <c:idx val="0"/>
              <c:tx>
                <c:strRef>
                  <c:f>'Chart 16'!$A$2</c:f>
                  <c:strCache>
                    <c:ptCount val="1"/>
                    <c:pt idx="0">
                      <c:v>Agribusiness</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{492DED03-1BB5-4D35-9EC2-11BD9B35EA9C}</c15:txfldGUID>
                      <c15:f>'Chart 16'!$A$2</c15:f>
                      <c15:dlblFieldTableCache>
                        <c:ptCount val="1"/>
                        <c:pt idx="0">
                          <c:v>Agribusiness</c:v>
                        </c:pt>
                      </c15:dlblFieldTableCache>
                    </c15:dlblFTEntry>
                  </c15:dlblFieldTable>
                  <c15:showDataLabelsRange val="0"/>
                </c:ext>
                <c:ext xmlns:c16="http://schemas.microsoft.com/office/drawing/2014/chart" uri="{C3380CC4-5D6E-409C-BE32-E72D297353CC}">
                  <c16:uniqueId val="{00000000-8573-4607-98A6-6F79853FF4E7}"/>
                </c:ext>
              </c:extLst>
            </c:dLbl>
            <c:dLbl>
              <c:idx val="1"/>
              <c:tx>
                <c:strRef>
                  <c:f>'Chart 16'!$A$3</c:f>
                  <c:strCache>
                    <c:ptCount val="1"/>
                    <c:pt idx="0">
                      <c:v>Banks</c:v>
                    </c:pt>
                  </c:strCache>
                </c:strRef>
              </c:tx>
              <c:dLblPos val="b"/>
              <c:showLegendKey val="0"/>
              <c:showVal val="0"/>
              <c:showCatName val="0"/>
              <c:showSerName val="0"/>
              <c:showPercent val="0"/>
              <c:showBubbleSize val="0"/>
              <c:extLst>
                <c:ext xmlns:c15="http://schemas.microsoft.com/office/drawing/2012/chart" uri="{CE6537A1-D6FC-4f65-9D91-7224C49458BB}">
                  <c15:dlblFieldTable>
                    <c15:dlblFTEntry>
                      <c15:txfldGUID>{4C9A17F7-4B5D-4D8E-BBC9-5E28477A7C6C}</c15:txfldGUID>
                      <c15:f>'Chart 16'!$A$3</c15:f>
                      <c15:dlblFieldTableCache>
                        <c:ptCount val="1"/>
                        <c:pt idx="0">
                          <c:v>Banks</c:v>
                        </c:pt>
                      </c15:dlblFieldTableCache>
                    </c15:dlblFTEntry>
                  </c15:dlblFieldTable>
                  <c15:showDataLabelsRange val="0"/>
                </c:ext>
                <c:ext xmlns:c16="http://schemas.microsoft.com/office/drawing/2014/chart" uri="{C3380CC4-5D6E-409C-BE32-E72D297353CC}">
                  <c16:uniqueId val="{00000001-8573-4607-98A6-6F79853FF4E7}"/>
                </c:ext>
              </c:extLst>
            </c:dLbl>
            <c:dLbl>
              <c:idx val="2"/>
              <c:tx>
                <c:strRef>
                  <c:f>'Chart 16'!$A$4</c:f>
                  <c:strCache>
                    <c:ptCount val="1"/>
                    <c:pt idx="0">
                      <c:v>Capital Goods</c:v>
                    </c:pt>
                  </c:strCache>
                </c:strRef>
              </c:tx>
              <c:dLblPos val="t"/>
              <c:showLegendKey val="0"/>
              <c:showVal val="0"/>
              <c:showCatName val="0"/>
              <c:showSerName val="0"/>
              <c:showPercent val="0"/>
              <c:showBubbleSize val="0"/>
              <c:extLst>
                <c:ext xmlns:c15="http://schemas.microsoft.com/office/drawing/2012/chart" uri="{CE6537A1-D6FC-4f65-9D91-7224C49458BB}">
                  <c15:dlblFieldTable>
                    <c15:dlblFTEntry>
                      <c15:txfldGUID>{128C49AE-68A7-4671-B286-25F21397ADF9}</c15:txfldGUID>
                      <c15:f>'Chart 16'!$A$4</c15:f>
                      <c15:dlblFieldTableCache>
                        <c:ptCount val="1"/>
                        <c:pt idx="0">
                          <c:v>Capital Goods</c:v>
                        </c:pt>
                      </c15:dlblFieldTableCache>
                    </c15:dlblFTEntry>
                  </c15:dlblFieldTable>
                  <c15:showDataLabelsRange val="0"/>
                </c:ext>
                <c:ext xmlns:c16="http://schemas.microsoft.com/office/drawing/2014/chart" uri="{C3380CC4-5D6E-409C-BE32-E72D297353CC}">
                  <c16:uniqueId val="{00000002-8573-4607-98A6-6F79853FF4E7}"/>
                </c:ext>
              </c:extLst>
            </c:dLbl>
            <c:dLbl>
              <c:idx val="3"/>
              <c:tx>
                <c:strRef>
                  <c:f>'Chart 16'!$A$5</c:f>
                  <c:strCache>
                    <c:ptCount val="1"/>
                    <c:pt idx="0">
                      <c:v>Education</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{E850E64D-D99F-4FC8-A50A-855692474373}</c15:txfldGUID>
                      <c15:f>'Chart 16'!$A$5</c15:f>
                      <c15:dlblFieldTableCache>
                        <c:ptCount val="1"/>
                        <c:pt idx="0">
                          <c:v>Education</c:v>
                        </c:pt>
                      </c15:dlblFieldTableCache>
                    </c15:dlblFTEntry>
                  </c15:dlblFieldTable>
                  <c15:showDataLabelsRange val="0"/>
                </c:ext>
                <c:ext xmlns:c16="http://schemas.microsoft.com/office/drawing/2014/chart" uri="{C3380CC4-5D6E-409C-BE32-E72D297353CC}">
                  <c16:uniqueId val="{00000003-8573-4607-98A6-6F79853FF4E7}"/>
                </c:ext>
              </c:extLst>
            </c:dLbl>
            <c:dLbl>
              <c:idx val="4"/>
              <c:tx>
                <c:strRef>
                  <c:f>'Chart 16'!$A$6</c:f>
                  <c:strCache>
                    <c:ptCount val="1"/>
                    <c:pt idx="0">
                      <c:v>Financials Non-Banks</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{C60977DF-E92C-4F42-AF7D-9B1C4B9B9EA5}</c15:txfldGUID>
                      <c15:f>'Chart 16'!$A$6</c15:f>
                      <c15:dlblFieldTableCache>
                        <c:ptCount val="1"/>
                        <c:pt idx="0">
                          <c:v>Financials Non-Banks</c:v>
                        </c:pt>
                      </c15:dlblFieldTableCache>
                    </c15:dlblFTEntry>
                  </c15:dlblFieldTable>
                  <c15:showDataLabelsRange val="0"/>
                </c:ext>
                <c:ext xmlns:c16="http://schemas.microsoft.com/office/drawing/2014/chart" uri="{C3380CC4-5D6E-409C-BE32-E72D297353CC}">
                  <c16:uniqueId val="{00000004-8573-4607-98A6-6F79853FF4E7}"/>
                </c:ext>
              </c:extLst>
            </c:dLbl>
            <c:dLbl>
              <c:idx val="5"/>
              <c:tx>
                <c:strRef>
                  <c:f>'Chart 16'!$A$7</c:f>
                  <c:strCache>
                    <c:ptCount val="1"/>
                    <c:pt idx="0">
                      <c:v>Food &amp; Beverages</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{565B9B96-4001-4718-9D0D-65BD03F44FD5}</c15:txfldGUID>
                      <c15:f>'Chart 16'!$A$7</c15:f>
                      <c15:dlblFieldTableCache>
                        <c:ptCount val="1"/>
                        <c:pt idx="0">
                          <c:v>Food &amp; Beverages</c:v>
                        </c:pt>
                      </c15:dlblFieldTableCache>
                    </c15:dlblFTEntry>
                  </c15:dlblFieldTable>
                  <c15:showDataLabelsRange val="0"/>
                </c:ext>
                <c:ext xmlns:c16="http://schemas.microsoft.com/office/drawing/2014/chart" uri="{C3380CC4-5D6E-409C-BE32-E72D297353CC}">
                  <c16:uniqueId val="{00000005-8573-4607-98A6-6F79853FF4E7}"/>
                </c:ext>
              </c:extLst>
            </c:dLbl>
            <c:dLbl>
              <c:idx val="6"/>
              <c:tx>
                <c:strRef>
                  <c:f>'Chart 16'!$A$8</c:f>
                  <c:strCache>
                    <c:ptCount val="1"/>
                    <c:pt idx="0">
                      <c:v>Health Care</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{F5D28C0E-DB44-4711-A7FD-97C0F2A884CF}</c15:txfldGUID>
                      <c15:f>'Chart 16'!$A$8</c15:f>
                      <c15:dlblFieldTableCache>
                        <c:ptCount val="1"/>
                        <c:pt idx="0">
                          <c:v>Health Care</c:v>
                        </c:pt>
                      </c15:dlblFieldTableCache>
                    </c15:dlblFTEntry>
                  </c15:dlblFieldTable>
                  <c15:showDataLabelsRange val="0"/>
                </c:ext>
                <c:ext xmlns:c16="http://schemas.microsoft.com/office/drawing/2014/chart" uri="{C3380CC4-5D6E-409C-BE32-E72D297353CC}">
                  <c16:uniqueId val="{00000006-8573-4607-98A6-6F79853FF4E7}"/>
                </c:ext>
              </c:extLst>
            </c:dLbl>
            <c:dLbl>
              <c:idx val="7"/>
              <c:tx>
                <c:strRef>
                  <c:f>'Chart 16'!$A$9</c:f>
                  <c:strCache>
                    <c:ptCount val="1"/>
                    <c:pt idx="0">
                      <c:v>Homebuilders</c:v>
                    </c:pt>
                  </c:strCache>
                </c:strRef>
              </c:tx>
              <c:dLblPos val="l"/>
              <c:showLegendKey val="0"/>
              <c:showVal val="0"/>
              <c:showCatName val="0"/>
              <c:showSerName val="0"/>
              <c:showPercent val="0"/>
              <c:showBubbleSize val="0"/>
              <c:extLst>
                <c:ext xmlns:c15="http://schemas.microsoft.com/office/drawing/2012/chart" uri="{CE6537A1-D6FC-4f65-9D91-7224C49458BB}">
                  <c15:dlblFieldTable>
                    <c15:dlblFTEntry>
                      <c15:txfldGUID>{2C5746A5-1D14-478E-8746-F0E8B2F695D9}</c15:txfldGUID>
                      <c15:f>'Chart 16'!$A$9</c15:f>
                      <c15:dlblFieldTableCache>
                        <c:ptCount val="1"/>
                        <c:pt idx="0">
                          <c:v>Homebuilders</c:v>
                        </c:pt>
                      </c15:dlblFieldTableCache>
                    </c15:dlblFTEntry>
                  </c15:dlblFieldTable>
                  <c15:showDataLabelsRange val="0"/>
                </c:ext>
                <c:ext xmlns:c16="http://schemas.microsoft.com/office/drawing/2014/chart" uri="{C3380CC4-5D6E-409C-BE32-E72D297353CC}">
                  <c16:uniqueId val="{00000007-8573-4607-98A6-6F79853FF4E7}"/>
                </c:ext>
              </c:extLst>
            </c:dLbl>
            <c:dLbl>
              <c:idx val="8"/>
              <c:tx>
                <c:strRef>
                  <c:f>'Chart 16'!$A$10</c:f>
                  <c:strCache>
                    <c:ptCount val="1"/>
                    <c:pt idx="0">
                      <c:v>Income Properties</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{42F98234-021E-4899-B6D2-FAB0F6AF1605}</c15:txfldGUID>
                      <c15:f>'Chart 16'!$A$10</c15:f>
                      <c15:dlblFieldTableCache>
                        <c:ptCount val="1"/>
                        <c:pt idx="0">
                          <c:v>Income Properties</c:v>
                        </c:pt>
                      </c15:dlblFieldTableCache>
                    </c15:dlblFTEntry>
                  </c15:dlblFieldTable>
                  <c15:showDataLabelsRange val="0"/>
                </c:ext>
                <c:ext xmlns:c16="http://schemas.microsoft.com/office/drawing/2014/chart" uri="{C3380CC4-5D6E-409C-BE32-E72D297353CC}">
                  <c16:uniqueId val="{00000008-8573-4607-98A6-6F79853FF4E7}"/>
                </c:ext>
              </c:extLst>
            </c:dLbl>
            <c:dLbl>
              <c:idx val="9"/>
              <c:tx>
                <c:strRef>
                  <c:f>'Chart 16'!$A$11</c:f>
                  <c:strCache>
                    <c:ptCount val="1"/>
                    <c:pt idx="0">
                      <c:v>Metals &amp; Mining</c:v>
                    </c:pt>
                  </c:strCache>
                </c:strRef>
              </c:tx>
              <c:dLblPos val="l"/>
              <c:showLegendKey val="0"/>
              <c:showVal val="0"/>
              <c:showCatName val="0"/>
              <c:showSerName val="0"/>
              <c:showPercent val="0"/>
              <c:showBubbleSize val="0"/>
              <c:extLst>
                <c:ext xmlns:c15="http://schemas.microsoft.com/office/drawing/2012/chart" uri="{CE6537A1-D6FC-4f65-9D91-7224C49458BB}">
                  <c15:dlblFieldTable>
                    <c15:dlblFTEntry>
                      <c15:txfldGUID>{2CF32AE0-FD7C-4E50-9EE9-1AB793CC9025}</c15:txfldGUID>
                      <c15:f>'Chart 16'!$A$11</c15:f>
                      <c15:dlblFieldTableCache>
                        <c:ptCount val="1"/>
                        <c:pt idx="0">
                          <c:v>Metals &amp; Mining</c:v>
                        </c:pt>
                      </c15:dlblFieldTableCache>
                    </c15:dlblFTEntry>
                  </c15:dlblFieldTable>
                  <c15:showDataLabelsRange val="0"/>
                </c:ext>
                <c:ext xmlns:c16="http://schemas.microsoft.com/office/drawing/2014/chart" uri="{C3380CC4-5D6E-409C-BE32-E72D297353CC}">
                  <c16:uniqueId val="{00000009-8573-4607-98A6-6F79853FF4E7}"/>
                </c:ext>
              </c:extLst>
            </c:dLbl>
            <c:dLbl>
              <c:idx val="10"/>
              <c:tx>
                <c:strRef>
                  <c:f>'Chart 16'!$A$12</c:f>
                  <c:strCache>
                    <c:ptCount val="1"/>
                    <c:pt idx="0">
                      <c:v>Oil, Gas &amp; Petrochemicals</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{2E80A775-2D97-4DB5-B18D-F6DDF0E60A9F}</c15:txfldGUID>
                      <c15:f>'Chart 16'!$A$12</c15:f>
                      <c15:dlblFieldTableCache>
                        <c:ptCount val="1"/>
                        <c:pt idx="0">
                          <c:v>Oil, Gas &amp; Petrochemicals</c:v>
                        </c:pt>
                      </c15:dlblFieldTableCache>
                    </c15:dlblFTEntry>
                  </c15:dlblFieldTable>
                  <c15:showDataLabelsRange val="0"/>
                </c:ext>
                <c:ext xmlns:c16="http://schemas.microsoft.com/office/drawing/2014/chart" uri="{C3380CC4-5D6E-409C-BE32-E72D297353CC}">
                  <c16:uniqueId val="{0000000A-8573-4607-98A6-6F79853FF4E7}"/>
                </c:ext>
              </c:extLst>
            </c:dLbl>
            <c:dLbl>
              <c:idx val="11"/>
              <c:tx>
                <c:strRef>
                  <c:f>'Chart 16'!$A$13</c:f>
                  <c:strCache>
                    <c:ptCount val="1"/>
                    <c:pt idx="0">
                      <c:v>Pulp &amp; Paper</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{10AE016C-92E9-4CC8-B2B0-49FAA36CAE22}</c15:txfldGUID>
                      <c15:f>'Chart 16'!$A$13</c15:f>
                      <c15:dlblFieldTableCache>
                        <c:ptCount val="1"/>
                        <c:pt idx="0">
                          <c:v>Pulp &amp; Paper</c:v>
                        </c:pt>
                      </c15:dlblFieldTableCache>
                    </c15:dlblFTEntry>
                  </c15:dlblFieldTable>
                  <c15:showDataLabelsRange val="0"/>
                </c:ext>
                <c:ext xmlns:c16="http://schemas.microsoft.com/office/drawing/2014/chart" uri="{C3380CC4-5D6E-409C-BE32-E72D297353CC}">
                  <c16:uniqueId val="{0000000B-8573-4607-98A6-6F79853FF4E7}"/>
                </c:ext>
              </c:extLst>
            </c:dLbl>
            <c:dLbl>
              <c:idx val="12"/>
              <c:tx>
                <c:strRef>
                  <c:f>'Chart 16'!$A$14</c:f>
                  <c:strCache>
                    <c:ptCount val="1"/>
                    <c:pt idx="0">
                      <c:v>Retail</c:v>
                    </c:pt>
                  </c:strCache>
                </c:strRef>
              </c:tx>
              <c:dLblPos val="l"/>
              <c:showLegendKey val="0"/>
              <c:showVal val="0"/>
              <c:showCatName val="0"/>
              <c:showSerName val="0"/>
              <c:showPercent val="0"/>
              <c:showBubbleSize val="0"/>
              <c:extLst>
                <c:ext xmlns:c15="http://schemas.microsoft.com/office/drawing/2012/chart" uri="{CE6537A1-D6FC-4f65-9D91-7224C49458BB}">
                  <c15:dlblFieldTable>
                    <c15:dlblFTEntry>
                      <c15:txfldGUID>{A9D95DA7-9B01-4E73-9E09-D373F3951AB5}</c15:txfldGUID>
                      <c15:f>'Chart 16'!$A$14</c15:f>
                      <c15:dlblFieldTableCache>
                        <c:ptCount val="1"/>
                        <c:pt idx="0">
                          <c:v>Retail</c:v>
                        </c:pt>
                      </c15:dlblFieldTableCache>
                    </c15:dlblFTEntry>
                  </c15:dlblFieldTable>
                  <c15:showDataLabelsRange val="0"/>
                </c:ext>
                <c:ext xmlns:c16="http://schemas.microsoft.com/office/drawing/2014/chart" uri="{C3380CC4-5D6E-409C-BE32-E72D297353CC}">
                  <c16:uniqueId val="{0000000C-8573-4607-98A6-6F79853FF4E7}"/>
                </c:ext>
              </c:extLst>
            </c:dLbl>
            <c:dLbl>
              <c:idx val="13"/>
              <c:tx>
                <c:strRef>
                  <c:f>'Chart 16'!$A$15</c:f>
                  <c:strCache>
                    <c:ptCount val="1"/>
                    <c:pt idx="0">
                      <c:v>Sanitation</c:v>
                    </c:pt>
                  </c:strCache>
                </c:strRef>
              </c:tx>
              <c:dLblPos val="l"/>
              <c:showLegendKey val="0"/>
              <c:showVal val="0"/>
              <c:showCatName val="0"/>
              <c:showSerName val="0"/>
              <c:showPercent val="0"/>
              <c:showBubbleSize val="0"/>
              <c:extLst>
                <c:ext xmlns:c15="http://schemas.microsoft.com/office/drawing/2012/chart" uri="{CE6537A1-D6FC-4f65-9D91-7224C49458BB}">
                  <c15:dlblFieldTable>
                    <c15:dlblFTEntry>
                      <c15:txfldGUID>{17F2BA04-FD71-4396-B719-E1D497DDC025}</c15:txfldGUID>
                      <c15:f>'Chart 16'!$A$15</c15:f>
                      <c15:dlblFieldTableCache>
                        <c:ptCount val="1"/>
                        <c:pt idx="0">
                          <c:v>Sanitation</c:v>
                        </c:pt>
                      </c15:dlblFieldTableCache>
                    </c15:dlblFTEntry>
                  </c15:dlblFieldTable>
                  <c15:showDataLabelsRange val="0"/>
                </c:ext>
                <c:ext xmlns:c16="http://schemas.microsoft.com/office/drawing/2014/chart" uri="{C3380CC4-5D6E-409C-BE32-E72D297353CC}">
                  <c16:uniqueId val="{0000000D-8573-4607-98A6-6F79853FF4E7}"/>
                </c:ext>
              </c:extLst>
            </c:dLbl>
            <c:dLbl>
              <c:idx val="14"/>
              <c:tx>
                <c:strRef>
                  <c:f>'Chart 16'!$A$16</c:f>
                  <c:strCache>
                    <c:ptCount val="1"/>
                    <c:pt idx="0">
                      <c:v>TMT</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{98C1B278-0DDA-475B-BBD4-6E3C1E1095EA}</c15:txfldGUID>
                      <c15:f>'Chart 16'!$A$16</c15:f>
                      <c15:dlblFieldTableCache>
                        <c:ptCount val="1"/>
                        <c:pt idx="0">
                          <c:v>TMT</c:v>
                        </c:pt>
                      </c15:dlblFieldTableCache>
                    </c15:dlblFTEntry>
                  </c15:dlblFieldTable>
                  <c15:showDataLabelsRange val="0"/>
                </c:ext>
                <c:ext xmlns:c16="http://schemas.microsoft.com/office/drawing/2014/chart" uri="{C3380CC4-5D6E-409C-BE32-E72D297353CC}">
                  <c16:uniqueId val="{0000000E-8573-4607-98A6-6F79853FF4E7}"/>
                </c:ext>
              </c:extLst>
            </c:dLbl>
            <c:dLbl>
              <c:idx val="15"/>
              <c:tx>
                <c:strRef>
                  <c:f>'Chart 16'!$A$17</c:f>
                  <c:strCache>
                    <c:ptCount val="1"/>
                    <c:pt idx="0">
                      <c:v>Transportation</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{832A2724-AD62-4519-BC1B-41F8690FBBF0}</c15:txfldGUID>
                      <c15:f>'Chart 16'!$A$17</c15:f>
                      <c15:dlblFieldTableCache>
                        <c:ptCount val="1"/>
                        <c:pt idx="0">
                          <c:v>Transportation</c:v>
                        </c:pt>
                      </c15:dlblFieldTableCache>
                    </c15:dlblFTEntry>
                  </c15:dlblFieldTable>
                  <c15:showDataLabelsRange val="0"/>
                </c:ext>
                <c:ext xmlns:c16="http://schemas.microsoft.com/office/drawing/2014/chart" uri="{C3380CC4-5D6E-409C-BE32-E72D297353CC}">
                  <c16:uniqueId val="{0000000F-8573-4607-98A6-6F79853FF4E7}"/>
                </c:ext>
              </c:extLst>
            </c:dLbl>
            <c:dLbl>
              <c:idx val="16"/>
              <c:layout>
                <c:manualLayout>
                  <c:x val="1.2878895198070256E-2"/>
                  <c:y val="6.3381580430001291E-2"/>
                </c:manualLayout>
              </c:layout>
              <c:tx>
                <c:strRef>
                  <c:f>'Chart 16'!$A$18</c:f>
                  <c:strCache>
                    <c:ptCount val="1"/>
                    <c:pt idx="0">
                      <c:v>Utilities &amp; Energy</c:v>
                    </c:pt>
                  </c:strCache>
                </c:strRef>
              </c:tx>
              <c:dLblPos val="r"/>
              <c:showLegendKey val="0"/>
              <c:showVal val="0"/>
              <c:showCatName val="0"/>
              <c:showSerName val="0"/>
              <c:showPercent val="0"/>
              <c:showBubbleSize val="0"/>
              <c:extLst>
                <c:ext xmlns:c15="http://schemas.microsoft.com/office/drawing/2012/chart" uri="{CE6537A1-D6FC-4f65-9D91-7224C49458BB}">
                  <c15:dlblFieldTable>
                    <c15:dlblFTEntry>
                      <c15:txfldGUID>{BF8210F2-5640-4B17-A058-4200FD3DD7A9}</c15:txfldGUID>
                      <c15:f>'Chart 16'!$A$18</c15:f>
                      <c15:dlblFieldTableCache>
                        <c:ptCount val="1"/>
                        <c:pt idx="0">
                          <c:v>Utilities &amp; Energy</c:v>
                        </c:pt>
                      </c15:dlblFieldTableCache>
                    </c15:dlblFTEntry>
                  </c15:dlblFieldTable>
                  <c15:showDataLabelsRange val="0"/>
                </c:ext>
                <c:ext xmlns:c16="http://schemas.microsoft.com/office/drawing/2014/chart" uri="{C3380CC4-5D6E-409C-BE32-E72D297353CC}">
                  <c16:uniqueId val="{00000010-8573-4607-98A6-6F79853FF4E7}"/>
                </c:ext>
              </c:extLst>
            </c:dLbl>
            <c:spPr>
              <a:noFill/>
              <a:ln>
                <a:noFill/>
              </a:ln>
              <a:effectLst/>
            </c:spPr>
            <c:txPr>
              <a:bodyPr wrap="none"/>
              <a:lstStyle/>
              <a:p>
                <a:pPr>
                  <a:defRPr sz="800" b="0" baseline="0">
                    <a:solidFill>
                      <a:srgbClr val="4F5356"/>
                    </a:solidFill>
                    <a:latin typeface="Roboto Light"/>
                  </a:defRPr>
                </a:pPr>
                <a:endParaRPr lang="en-US"/>
              </a:p>
            </c:txPr>
            <c:showLegendKey val="0"/>
            <c:showVal val="0"/>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LeaderLines val="0"/>
              </c:ext>
            </c:extLst>
          </c:dLbls>
          <c:xVal>
            <c:numRef>
              <c:f>'Chart 16'!$B$2:$B$18</c:f>
              <c:numCache>
                <c:formatCode>0.00</c:formatCode>
                <c:ptCount val="17"/>
                <c:pt idx="0">
                  <c:v>-1.484446163419129</c:v>
                </c:pt>
                <c:pt idx="1">
                  <c:v>-0.5440979156316349</c:v>
                </c:pt>
                <c:pt idx="2">
                  <c:v>1.2509209949788751</c:v>
                </c:pt>
                <c:pt idx="3">
                  <c:v>0.6722449112800275</c:v>
                </c:pt>
                <c:pt idx="4">
                  <c:v>-0.36134793386132769</c:v>
                </c:pt>
                <c:pt idx="5">
                  <c:v>-1.003059806629949</c:v>
                </c:pt>
                <c:pt idx="6">
                  <c:v>-0.16466438513331019</c:v>
                </c:pt>
                <c:pt idx="7">
                  <c:v>0.33599429566800842</c:v>
                </c:pt>
                <c:pt idx="8">
                  <c:v>0.27889483502604029</c:v>
                </c:pt>
                <c:pt idx="9">
                  <c:v>2.263044377009563</c:v>
                </c:pt>
                <c:pt idx="10">
                  <c:v>-1.676011925854622</c:v>
                </c:pt>
                <c:pt idx="11">
                  <c:v>1.3593848082941871</c:v>
                </c:pt>
                <c:pt idx="12">
                  <c:v>-5.0488399342925004E-3</c:v>
                </c:pt>
                <c:pt idx="13">
                  <c:v>-0.4079730420866074</c:v>
                </c:pt>
                <c:pt idx="14">
                  <c:v>3.7763248532607797E-2</c:v>
                </c:pt>
                <c:pt idx="15">
                  <c:v>-0.15163349736841669</c:v>
                </c:pt>
                <c:pt idx="16">
                  <c:v>-0.39996396087001962</c:v>
                </c:pt>
              </c:numCache>
            </c:numRef>
          </c:xVal>
          <c:yVal>
            <c:numRef>
              <c:f>'Chart 16'!$C$2:$C$18</c:f>
              <c:numCache>
                <c:formatCode>0.00</c:formatCode>
                <c:ptCount val="17"/>
                <c:pt idx="0">
                  <c:v>-0.37552530231206221</c:v>
                </c:pt>
                <c:pt idx="1">
                  <c:v>-0.15689406753290761</c:v>
                </c:pt>
                <c:pt idx="2">
                  <c:v>-0.99281975186323779</c:v>
                </c:pt>
                <c:pt idx="3">
                  <c:v>1.505800991176208</c:v>
                </c:pt>
                <c:pt idx="4">
                  <c:v>-9.6557788847416698E-2</c:v>
                </c:pt>
                <c:pt idx="5">
                  <c:v>-1.057280796014876</c:v>
                </c:pt>
                <c:pt idx="6">
                  <c:v>0.37431672517370912</c:v>
                </c:pt>
                <c:pt idx="7">
                  <c:v>1.6661097398140721</c:v>
                </c:pt>
                <c:pt idx="8">
                  <c:v>0.88717218247344087</c:v>
                </c:pt>
                <c:pt idx="9">
                  <c:v>-1.48618635881553</c:v>
                </c:pt>
                <c:pt idx="10">
                  <c:v>-1.5423100113889019</c:v>
                </c:pt>
                <c:pt idx="11">
                  <c:v>-0.8590778819024617</c:v>
                </c:pt>
                <c:pt idx="12">
                  <c:v>0.81716892479992764</c:v>
                </c:pt>
                <c:pt idx="13">
                  <c:v>1.4546648482667301E-2</c:v>
                </c:pt>
                <c:pt idx="14">
                  <c:v>0.12942289810617641</c:v>
                </c:pt>
                <c:pt idx="15">
                  <c:v>1.3119442492386779</c:v>
                </c:pt>
                <c:pt idx="16">
                  <c:v>-0.1398304005874865</c:v>
                </c:pt>
              </c:numCache>
            </c:numRef>
          </c:yVal>
          <c:smooth val="0"/>
          <c:extLst>
            <c:ext xmlns:c16="http://schemas.microsoft.com/office/drawing/2014/chart" uri="{C3380CC4-5D6E-409C-BE32-E72D297353CC}">
              <c16:uniqueId val="{00000011-8573-4607-98A6-6F79853FF4E7}"/>
            </c:ext>
          </c:extLst>
        </c:ser>
        <c:dLbls>
          <c:showLegendKey val="0"/>
          <c:showVal val="0"/>
          <c:showCatName val="0"/>
          <c:showSerName val="0"/>
          <c:showPercent val="0"/>
          <c:showBubbleSize val="0"/>
        </c:dLbls>
        <c:axId val="50010001"/>
        <c:axId val="50010002"/>
      </c:scatterChart>
      <c:valAx>
        <c:axId val="50010001"/>
        <c:scaling>
          <c:orientation val="minMax"/>
          <c:max val="2.5"/>
          <c:min val="-2"/>
        </c:scaling>
        <c:delete val="0"/>
        <c:axPos val="b"/>
        <c:title>
          <c:tx>
            <c:rich>
              <a:bodyPr/>
              <a:lstStyle/>
              <a:p>
                <a:pPr>
                  <a:defRPr sz="900" b="0" baseline="0">
                    <a:solidFill>
                      <a:srgbClr val="000000"/>
                    </a:solidFill>
                    <a:latin typeface="Roboto Light"/>
                  </a:defRPr>
                </a:pPr>
                <a:r>
                  <a:rPr lang="en-US" sz="900" b="0" baseline="0">
                    <a:solidFill>
                      <a:srgbClr val="000000"/>
                    </a:solidFill>
                    <a:latin typeface="Roboto Light"/>
                  </a:rPr>
                  <a:t>Global Sensitivity Score</a:t>
                </a:r>
              </a:p>
            </c:rich>
          </c:tx>
          <c:overlay val="0"/>
        </c:title>
        <c:numFmt formatCode="0&quot;.&quot;0;\-0&quot;.&quot;0;0&quot;.&quot;0" sourceLinked="0"/>
        <c:majorTickMark val="out"/>
        <c:minorTickMark val="none"/>
        <c:tickLblPos val="low"/>
        <c:spPr>
          <a:ln w="9525">
            <a:solidFill>
              <a:srgbClr val="D9D9D9"/>
            </a:solidFill>
          </a:ln>
        </c:spPr>
        <c:txPr>
          <a:bodyPr/>
          <a:lstStyle/>
          <a:p>
            <a:pPr>
              <a:defRPr sz="900" b="0" baseline="0">
                <a:solidFill>
                  <a:srgbClr val="18191A"/>
                </a:solidFill>
                <a:latin typeface="Roboto Light"/>
              </a:defRPr>
            </a:pPr>
            <a:endParaRPr lang="en-US"/>
          </a:p>
        </c:txPr>
        <c:crossAx val="50010002"/>
        <c:crosses val="autoZero"/>
        <c:crossBetween val="midCat"/>
        <c:majorUnit val="0.5"/>
        <c:dispUnits>
          <c:custUnit val="0.1"/>
        </c:dispUnits>
      </c:valAx>
      <c:valAx>
        <c:axId val="50010002"/>
        <c:scaling>
          <c:orientation val="minMax"/>
          <c:max val="2.5"/>
          <c:min val="-2.5"/>
        </c:scaling>
        <c:delete val="0"/>
        <c:axPos val="l"/>
        <c:title>
          <c:tx>
            <c:rich>
              <a:bodyPr rot="-5400000" vert="horz"/>
              <a:lstStyle/>
              <a:p>
                <a:pPr>
                  <a:defRPr sz="900" b="0" baseline="0">
                    <a:solidFill>
                      <a:srgbClr val="000000"/>
                    </a:solidFill>
                    <a:latin typeface="Roboto Light"/>
                  </a:defRPr>
                </a:pPr>
                <a:r>
                  <a:rPr lang="en-US" sz="900" b="0" baseline="0">
                    <a:solidFill>
                      <a:srgbClr val="000000"/>
                    </a:solidFill>
                    <a:latin typeface="Roboto Light"/>
                  </a:rPr>
                  <a:t>Domestic Sensitivity Score</a:t>
                </a:r>
              </a:p>
            </c:rich>
          </c:tx>
          <c:overlay val="0"/>
        </c:title>
        <c:numFmt formatCode="0&quot;.&quot;0;\-0&quot;.&quot;0;0&quot;.&quot;0" sourceLinked="0"/>
        <c:majorTickMark val="none"/>
        <c:minorTickMark val="none"/>
        <c:tickLblPos val="low"/>
        <c:spPr>
          <a:ln>
            <a:noFill/>
          </a:ln>
        </c:spPr>
        <c:txPr>
          <a:bodyPr/>
          <a:lstStyle/>
          <a:p>
            <a:pPr>
              <a:defRPr sz="900" b="0" baseline="0">
                <a:solidFill>
                  <a:srgbClr val="18191A"/>
                </a:solidFill>
                <a:latin typeface="Roboto Light"/>
              </a:defRPr>
            </a:pPr>
            <a:endParaRPr lang="en-US"/>
          </a:p>
        </c:txPr>
        <c:crossAx val="50010001"/>
        <c:crosses val="autoZero"/>
        <c:crossBetween val="midCat"/>
        <c:majorUnit val="0.5"/>
        <c:dispUnits>
          <c:custUnit val="0.1"/>
        </c:dispUnits>
      </c:valAx>
      <c:spPr>
        <a:noFill/>
        <a:ln>
          <a:noFill/>
        </a:ln>
      </c:spPr>
    </c:plotArea>
    <c:plotVisOnly val="1"/>
    <c:dispBlanksAs val="gap"/>
    <c:showDLblsOverMax val="0"/>
  </c:chart>
  <c:spPr>
    <a:noFill/>
    <a:ln>
      <a:noFill/>
    </a:ln>
    <a:extLst>
      <a:ext uri="{909E8E84-426E-40DD-AFC4-6F175D3DCCD1}">
        <a14:hiddenFill xmlns:a14="http://schemas.microsoft.com/office/drawing/2010/main">
          <a:solidFill>
            <a:srgbClr val="FFFFFF"/>
          </a:solidFill>
        </a14:hiddenFill>
      </a:ext>
    </a:extLst>
  </c:sp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v>Beta to the Ibovespa</c:v>
          </c:tx>
          <c:spPr>
            <a:solidFill>
              <a:srgbClr val="1F2F44"/>
            </a:solidFill>
            <a:ln>
              <a:noFill/>
            </a:ln>
          </c:spPr>
          <c:invertIfNegative val="0"/>
          <c:dLbls>
            <c:dLbl>
              <c:idx val="0"/>
              <c:tx>
                <c:rich>
                  <a:bodyPr/>
                  <a:lstStyle/>
                  <a:p>
                    <a:r>
                      <a:rPr lang="en-US"/>
                      <a:t>1.87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FD2C-44B4-AECE-21796F307164}"/>
                </c:ext>
              </c:extLst>
            </c:dLbl>
            <c:dLbl>
              <c:idx val="1"/>
              <c:tx>
                <c:rich>
                  <a:bodyPr/>
                  <a:lstStyle/>
                  <a:p>
                    <a:r>
                      <a:rPr lang="en-US"/>
                      <a:t>1.61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FD2C-44B4-AECE-21796F307164}"/>
                </c:ext>
              </c:extLst>
            </c:dLbl>
            <c:dLbl>
              <c:idx val="2"/>
              <c:tx>
                <c:rich>
                  <a:bodyPr/>
                  <a:lstStyle/>
                  <a:p>
                    <a:r>
                      <a:rPr lang="en-US"/>
                      <a:t>1.56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FD2C-44B4-AECE-21796F307164}"/>
                </c:ext>
              </c:extLst>
            </c:dLbl>
            <c:dLbl>
              <c:idx val="3"/>
              <c:tx>
                <c:rich>
                  <a:bodyPr/>
                  <a:lstStyle/>
                  <a:p>
                    <a:r>
                      <a:rPr lang="en-US"/>
                      <a:t>1.38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FD2C-44B4-AECE-21796F307164}"/>
                </c:ext>
              </c:extLst>
            </c:dLbl>
            <c:dLbl>
              <c:idx val="4"/>
              <c:tx>
                <c:rich>
                  <a:bodyPr/>
                  <a:lstStyle/>
                  <a:p>
                    <a:r>
                      <a:rPr lang="en-US"/>
                      <a:t>1.35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FD2C-44B4-AECE-21796F307164}"/>
                </c:ext>
              </c:extLst>
            </c:dLbl>
            <c:dLbl>
              <c:idx val="5"/>
              <c:tx>
                <c:rich>
                  <a:bodyPr/>
                  <a:lstStyle/>
                  <a:p>
                    <a:r>
                      <a:rPr lang="en-US"/>
                      <a:t>1.30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FD2C-44B4-AECE-21796F307164}"/>
                </c:ext>
              </c:extLst>
            </c:dLbl>
            <c:dLbl>
              <c:idx val="6"/>
              <c:tx>
                <c:rich>
                  <a:bodyPr/>
                  <a:lstStyle/>
                  <a:p>
                    <a:r>
                      <a:rPr lang="en-US"/>
                      <a:t>1.27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FD2C-44B4-AECE-21796F307164}"/>
                </c:ext>
              </c:extLst>
            </c:dLbl>
            <c:dLbl>
              <c:idx val="7"/>
              <c:tx>
                <c:rich>
                  <a:bodyPr/>
                  <a:lstStyle/>
                  <a:p>
                    <a:r>
                      <a:rPr lang="en-US"/>
                      <a:t>1.22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FD2C-44B4-AECE-21796F307164}"/>
                </c:ext>
              </c:extLst>
            </c:dLbl>
            <c:dLbl>
              <c:idx val="8"/>
              <c:tx>
                <c:rich>
                  <a:bodyPr/>
                  <a:lstStyle/>
                  <a:p>
                    <a:r>
                      <a:rPr lang="en-US"/>
                      <a:t>1.04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FD2C-44B4-AECE-21796F307164}"/>
                </c:ext>
              </c:extLst>
            </c:dLbl>
            <c:dLbl>
              <c:idx val="9"/>
              <c:tx>
                <c:rich>
                  <a:bodyPr/>
                  <a:lstStyle/>
                  <a:p>
                    <a:r>
                      <a:rPr lang="en-US"/>
                      <a:t>1.04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FD2C-44B4-AECE-21796F307164}"/>
                </c:ext>
              </c:extLst>
            </c:dLbl>
            <c:dLbl>
              <c:idx val="10"/>
              <c:tx>
                <c:rich>
                  <a:bodyPr/>
                  <a:lstStyle/>
                  <a:p>
                    <a:r>
                      <a:rPr lang="en-US"/>
                      <a:t>0.83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FD2C-44B4-AECE-21796F307164}"/>
                </c:ext>
              </c:extLst>
            </c:dLbl>
            <c:dLbl>
              <c:idx val="11"/>
              <c:tx>
                <c:rich>
                  <a:bodyPr/>
                  <a:lstStyle/>
                  <a:p>
                    <a:r>
                      <a:rPr lang="en-US"/>
                      <a:t>0.72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FD2C-44B4-AECE-21796F307164}"/>
                </c:ext>
              </c:extLst>
            </c:dLbl>
            <c:dLbl>
              <c:idx val="12"/>
              <c:tx>
                <c:rich>
                  <a:bodyPr/>
                  <a:lstStyle/>
                  <a:p>
                    <a:r>
                      <a:rPr lang="en-US"/>
                      <a:t>0.71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FD2C-44B4-AECE-21796F307164}"/>
                </c:ext>
              </c:extLst>
            </c:dLbl>
            <c:dLbl>
              <c:idx val="13"/>
              <c:tx>
                <c:rich>
                  <a:bodyPr/>
                  <a:lstStyle/>
                  <a:p>
                    <a:r>
                      <a:rPr lang="en-US"/>
                      <a:t>0.70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FD2C-44B4-AECE-21796F307164}"/>
                </c:ext>
              </c:extLst>
            </c:dLbl>
            <c:dLbl>
              <c:idx val="14"/>
              <c:tx>
                <c:rich>
                  <a:bodyPr/>
                  <a:lstStyle/>
                  <a:p>
                    <a:r>
                      <a:rPr lang="en-US"/>
                      <a:t>0.69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FD2C-44B4-AECE-21796F307164}"/>
                </c:ext>
              </c:extLst>
            </c:dLbl>
            <c:dLbl>
              <c:idx val="15"/>
              <c:tx>
                <c:rich>
                  <a:bodyPr/>
                  <a:lstStyle/>
                  <a:p>
                    <a:r>
                      <a:rPr lang="en-US"/>
                      <a:t>0.67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FD2C-44B4-AECE-21796F307164}"/>
                </c:ext>
              </c:extLst>
            </c:dLbl>
            <c:dLbl>
              <c:idx val="16"/>
              <c:tx>
                <c:rich>
                  <a:bodyPr/>
                  <a:lstStyle/>
                  <a:p>
                    <a:r>
                      <a:rPr lang="en-US"/>
                      <a:t>0.32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FD2C-44B4-AECE-21796F307164}"/>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'Chart 17'!$A$2:$A$18</c:f>
              <c:strCache>
                <c:ptCount val="17"/>
                <c:pt idx="0">
                  <c:v>Education</c:v>
                </c:pt>
                <c:pt idx="1">
                  <c:v>Transportation</c:v>
                </c:pt>
                <c:pt idx="2">
                  <c:v>Homebuilders</c:v>
                </c:pt>
                <c:pt idx="3">
                  <c:v>Retail</c:v>
                </c:pt>
                <c:pt idx="4">
                  <c:v>Income Properties</c:v>
                </c:pt>
                <c:pt idx="5">
                  <c:v>Sanitation</c:v>
                </c:pt>
                <c:pt idx="6">
                  <c:v>Banks</c:v>
                </c:pt>
                <c:pt idx="7">
                  <c:v>Health Care</c:v>
                </c:pt>
                <c:pt idx="8">
                  <c:v>Utilities &amp; Energy</c:v>
                </c:pt>
                <c:pt idx="9">
                  <c:v>Financials Non-Banks</c:v>
                </c:pt>
                <c:pt idx="10">
                  <c:v>TMT</c:v>
                </c:pt>
                <c:pt idx="11">
                  <c:v>Oil, Gas &amp; Petrochemicals</c:v>
                </c:pt>
                <c:pt idx="12">
                  <c:v>Capital Goods</c:v>
                </c:pt>
                <c:pt idx="13">
                  <c:v>Metals &amp; Mining</c:v>
                </c:pt>
                <c:pt idx="14">
                  <c:v>Agribusiness</c:v>
                </c:pt>
                <c:pt idx="15">
                  <c:v>Food &amp; Beverages</c:v>
                </c:pt>
                <c:pt idx="16">
                  <c:v>Pulp &amp; Paper</c:v>
                </c:pt>
              </c:strCache>
            </c:strRef>
          </c:cat>
          <c:val>
            <c:numRef>
              <c:f>'Chart 17'!$B$2:$B$18</c:f>
              <c:numCache>
                <c:formatCode>0.00</c:formatCode>
                <c:ptCount val="17"/>
                <c:pt idx="0">
                  <c:v>1.8713362809455021</c:v>
                </c:pt>
                <c:pt idx="1">
                  <c:v>1.6096165364406361</c:v>
                </c:pt>
                <c:pt idx="2">
                  <c:v>1.560086331467827</c:v>
                </c:pt>
                <c:pt idx="3">
                  <c:v>1.381597760466833</c:v>
                </c:pt>
                <c:pt idx="4">
                  <c:v>1.349535431710148</c:v>
                </c:pt>
                <c:pt idx="5">
                  <c:v>1.2974499419661909</c:v>
                </c:pt>
                <c:pt idx="6">
                  <c:v>1.2723046225265191</c:v>
                </c:pt>
                <c:pt idx="7">
                  <c:v>1.218001215468671</c:v>
                </c:pt>
                <c:pt idx="8">
                  <c:v>1.0417895353240321</c:v>
                </c:pt>
                <c:pt idx="9">
                  <c:v>1.040266657507614</c:v>
                </c:pt>
                <c:pt idx="10">
                  <c:v>0.83454833308269716</c:v>
                </c:pt>
                <c:pt idx="11">
                  <c:v>0.7222199450176302</c:v>
                </c:pt>
                <c:pt idx="12">
                  <c:v>0.70655514518910445</c:v>
                </c:pt>
                <c:pt idx="13">
                  <c:v>0.69831399747801626</c:v>
                </c:pt>
                <c:pt idx="14">
                  <c:v>0.69213501601401006</c:v>
                </c:pt>
                <c:pt idx="15">
                  <c:v>0.67058098269930122</c:v>
                </c:pt>
                <c:pt idx="16">
                  <c:v>0.32417780588778361</c:v>
                </c:pt>
              </c:numCache>
            </c:numRef>
          </c:val>
          <c:extLst>
            <c:ext xmlns:c16="http://schemas.microsoft.com/office/drawing/2014/chart" uri="{C3380CC4-5D6E-409C-BE32-E72D297353CC}">
              <c16:uniqueId val="{00000000-FD2C-44B4-AECE-21796F307164}"/>
            </c:ext>
          </c:extLst>
        </c:ser>
        <c:dLbls>
          <c:showLegendKey val="0"/>
          <c:showVal val="0"/>
          <c:showCatName val="0"/>
          <c:showSerName val="0"/>
          <c:showPercent val="0"/>
          <c:showBubbleSize val="0"/>
        </c:dLbls>
        <c:gapWidth val="60"/>
        <c:overlap val="-10"/>
        <c:axId val="50020001"/>
        <c:axId val="50020002"/>
      </c:barChart>
      <c:catAx>
        <c:axId val="50020001"/>
        <c:scaling>
          <c:orientation val="maxMin"/>
        </c:scaling>
        <c:delete val="0"/>
        <c:axPos val="l"/>
        <c:numFmt formatCode="General" sourceLinked="0"/>
        <c:majorTickMark val="none"/>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20002"/>
        <c:crosses val="autoZero"/>
        <c:auto val="1"/>
        <c:lblAlgn val="ctr"/>
        <c:lblOffset val="100"/>
        <c:tickLblSkip val="1"/>
        <c:tickMarkSkip val="1"/>
        <c:noMultiLvlLbl val="0"/>
      </c:catAx>
      <c:valAx>
        <c:axId val="50020002"/>
        <c:scaling>
          <c:orientation val="minMax"/>
          <c:max val="2.1520367230873276"/>
        </c:scaling>
        <c:delete val="1"/>
        <c:axPos val="b"/>
        <c:numFmt formatCode="#,##0.0" sourceLinked="0"/>
        <c:majorTickMark val="none"/>
        <c:minorTickMark val="none"/>
        <c:tickLblPos val="nextTo"/>
        <c:crossAx val="50020001"/>
        <c:crosses val="max"/>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v>Beta to USD/BRL</c:v>
          </c:tx>
          <c:spPr>
            <a:solidFill>
              <a:srgbClr val="1F2F44"/>
            </a:solidFill>
            <a:ln>
              <a:noFill/>
            </a:ln>
          </c:spPr>
          <c:invertIfNegative val="0"/>
          <c:dLbls>
            <c:dLbl>
              <c:idx val="0"/>
              <c:tx>
                <c:rich>
                  <a:bodyPr/>
                  <a:lstStyle/>
                  <a:p>
                    <a:r>
                      <a:rPr lang="en-US"/>
                      <a:t>0.46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1247-41DC-A6F3-08F94EB070A3}"/>
                </c:ext>
              </c:extLst>
            </c:dLbl>
            <c:dLbl>
              <c:idx val="1"/>
              <c:tx>
                <c:rich>
                  <a:bodyPr/>
                  <a:lstStyle/>
                  <a:p>
                    <a:r>
                      <a:rPr lang="en-US"/>
                      <a:t>0.43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1247-41DC-A6F3-08F94EB070A3}"/>
                </c:ext>
              </c:extLst>
            </c:dLbl>
            <c:dLbl>
              <c:idx val="2"/>
              <c:tx>
                <c:rich>
                  <a:bodyPr/>
                  <a:lstStyle/>
                  <a:p>
                    <a:r>
                      <a:rPr lang="en-US"/>
                      <a:t>0.30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1247-41DC-A6F3-08F94EB070A3}"/>
                </c:ext>
              </c:extLst>
            </c:dLbl>
            <c:dLbl>
              <c:idx val="3"/>
              <c:tx>
                <c:rich>
                  <a:bodyPr/>
                  <a:lstStyle/>
                  <a:p>
                    <a:r>
                      <a:rPr lang="en-US"/>
                      <a:t>0.12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1247-41DC-A6F3-08F94EB070A3}"/>
                </c:ext>
              </c:extLst>
            </c:dLbl>
            <c:dLbl>
              <c:idx val="4"/>
              <c:tx>
                <c:rich>
                  <a:bodyPr/>
                  <a:lstStyle/>
                  <a:p>
                    <a:r>
                      <a:rPr lang="en-US"/>
                      <a:t>0.06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1247-41DC-A6F3-08F94EB070A3}"/>
                </c:ext>
              </c:extLst>
            </c:dLbl>
            <c:dLbl>
              <c:idx val="5"/>
              <c:tx>
                <c:rich>
                  <a:bodyPr/>
                  <a:lstStyle/>
                  <a:p>
                    <a:r>
                      <a:rPr lang="en-US"/>
                      <a:t>-0.02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1247-41DC-A6F3-08F94EB070A3}"/>
                </c:ext>
              </c:extLst>
            </c:dLbl>
            <c:dLbl>
              <c:idx val="6"/>
              <c:tx>
                <c:rich>
                  <a:bodyPr/>
                  <a:lstStyle/>
                  <a:p>
                    <a:r>
                      <a:rPr lang="en-US"/>
                      <a:t>-0.13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1247-41DC-A6F3-08F94EB070A3}"/>
                </c:ext>
              </c:extLst>
            </c:dLbl>
            <c:dLbl>
              <c:idx val="7"/>
              <c:tx>
                <c:rich>
                  <a:bodyPr/>
                  <a:lstStyle/>
                  <a:p>
                    <a:r>
                      <a:rPr lang="en-US"/>
                      <a:t>-0.15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1247-41DC-A6F3-08F94EB070A3}"/>
                </c:ext>
              </c:extLst>
            </c:dLbl>
            <c:dLbl>
              <c:idx val="8"/>
              <c:tx>
                <c:rich>
                  <a:bodyPr/>
                  <a:lstStyle/>
                  <a:p>
                    <a:r>
                      <a:rPr lang="en-US"/>
                      <a:t>-0.21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1247-41DC-A6F3-08F94EB070A3}"/>
                </c:ext>
              </c:extLst>
            </c:dLbl>
            <c:dLbl>
              <c:idx val="9"/>
              <c:tx>
                <c:rich>
                  <a:bodyPr/>
                  <a:lstStyle/>
                  <a:p>
                    <a:r>
                      <a:rPr lang="en-US"/>
                      <a:t>-0.24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1247-41DC-A6F3-08F94EB070A3}"/>
                </c:ext>
              </c:extLst>
            </c:dLbl>
            <c:dLbl>
              <c:idx val="10"/>
              <c:tx>
                <c:rich>
                  <a:bodyPr/>
                  <a:lstStyle/>
                  <a:p>
                    <a:r>
                      <a:rPr lang="en-US"/>
                      <a:t>-0.29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1247-41DC-A6F3-08F94EB070A3}"/>
                </c:ext>
              </c:extLst>
            </c:dLbl>
            <c:dLbl>
              <c:idx val="11"/>
              <c:tx>
                <c:rich>
                  <a:bodyPr/>
                  <a:lstStyle/>
                  <a:p>
                    <a:r>
                      <a:rPr lang="en-US"/>
                      <a:t>-0.35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1247-41DC-A6F3-08F94EB070A3}"/>
                </c:ext>
              </c:extLst>
            </c:dLbl>
            <c:dLbl>
              <c:idx val="12"/>
              <c:tx>
                <c:rich>
                  <a:bodyPr/>
                  <a:lstStyle/>
                  <a:p>
                    <a:r>
                      <a:rPr lang="en-US"/>
                      <a:t>-0.52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1247-41DC-A6F3-08F94EB070A3}"/>
                </c:ext>
              </c:extLst>
            </c:dLbl>
            <c:dLbl>
              <c:idx val="13"/>
              <c:tx>
                <c:rich>
                  <a:bodyPr/>
                  <a:lstStyle/>
                  <a:p>
                    <a:r>
                      <a:rPr lang="en-US"/>
                      <a:t>-0.56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1247-41DC-A6F3-08F94EB070A3}"/>
                </c:ext>
              </c:extLst>
            </c:dLbl>
            <c:dLbl>
              <c:idx val="14"/>
              <c:tx>
                <c:rich>
                  <a:bodyPr/>
                  <a:lstStyle/>
                  <a:p>
                    <a:r>
                      <a:rPr lang="en-US"/>
                      <a:t>-0.76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1247-41DC-A6F3-08F94EB070A3}"/>
                </c:ext>
              </c:extLst>
            </c:dLbl>
            <c:dLbl>
              <c:idx val="15"/>
              <c:tx>
                <c:rich>
                  <a:bodyPr/>
                  <a:lstStyle/>
                  <a:p>
                    <a:r>
                      <a:rPr lang="en-US"/>
                      <a:t>-0.77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1247-41DC-A6F3-08F94EB070A3}"/>
                </c:ext>
              </c:extLst>
            </c:dLbl>
            <c:dLbl>
              <c:idx val="16"/>
              <c:tx>
                <c:rich>
                  <a:bodyPr/>
                  <a:lstStyle/>
                  <a:p>
                    <a:r>
                      <a:rPr lang="en-US"/>
                      <a:t>-0.80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1247-41DC-A6F3-08F94EB070A3}"/>
                </c:ext>
              </c:extLst>
            </c:dLbl>
            <c:spPr>
              <a:noFill/>
              <a:ln>
                <a:noFill/>
              </a:ln>
              <a:effectLst/>
            </c:spPr>
            <c:txPr>
              <a:bodyPr/>
              <a:lstStyle/>
              <a:p>
                <a:pPr>
                  <a:defRPr sz="900" b="0" baseline="0">
                    <a:solidFill>
                      <a:srgbClr val="000000"/>
                    </a:solidFill>
                    <a:latin typeface="Roboto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'Chart 18'!$A$2:$A$18</c:f>
              <c:strCache>
                <c:ptCount val="17"/>
                <c:pt idx="0">
                  <c:v>Metals &amp; Mining</c:v>
                </c:pt>
                <c:pt idx="1">
                  <c:v>Oil, Gas &amp; Petrochemicals</c:v>
                </c:pt>
                <c:pt idx="2">
                  <c:v>Food &amp; Beverages</c:v>
                </c:pt>
                <c:pt idx="3">
                  <c:v>Capital Goods</c:v>
                </c:pt>
                <c:pt idx="4">
                  <c:v>Pulp &amp; Paper</c:v>
                </c:pt>
                <c:pt idx="5">
                  <c:v>Agribusiness</c:v>
                </c:pt>
                <c:pt idx="6">
                  <c:v>Banks</c:v>
                </c:pt>
                <c:pt idx="7">
                  <c:v>Utilities &amp; Energy</c:v>
                </c:pt>
                <c:pt idx="8">
                  <c:v>Sanitation</c:v>
                </c:pt>
                <c:pt idx="9">
                  <c:v>Financials Non-Banks</c:v>
                </c:pt>
                <c:pt idx="10">
                  <c:v>Health Care</c:v>
                </c:pt>
                <c:pt idx="11">
                  <c:v>TMT</c:v>
                </c:pt>
                <c:pt idx="12">
                  <c:v>Income Properties</c:v>
                </c:pt>
                <c:pt idx="13">
                  <c:v>Retail</c:v>
                </c:pt>
                <c:pt idx="14">
                  <c:v>Transportation</c:v>
                </c:pt>
                <c:pt idx="15">
                  <c:v>Education</c:v>
                </c:pt>
                <c:pt idx="16">
                  <c:v>Homebuilders</c:v>
                </c:pt>
              </c:strCache>
            </c:strRef>
          </c:cat>
          <c:val>
            <c:numRef>
              <c:f>'Chart 18'!$B$2:$B$18</c:f>
              <c:numCache>
                <c:formatCode>0.00</c:formatCode>
                <c:ptCount val="17"/>
                <c:pt idx="0">
                  <c:v>0.45967823801202029</c:v>
                </c:pt>
                <c:pt idx="1">
                  <c:v>0.43224390623901621</c:v>
                </c:pt>
                <c:pt idx="2">
                  <c:v>0.30329856750126177</c:v>
                </c:pt>
                <c:pt idx="3">
                  <c:v>0.11547093744243681</c:v>
                </c:pt>
                <c:pt idx="4">
                  <c:v>6.0398525630343897E-2</c:v>
                </c:pt>
                <c:pt idx="5">
                  <c:v>-2.1117517312416598E-2</c:v>
                </c:pt>
                <c:pt idx="6">
                  <c:v>-0.1312273354300659</c:v>
                </c:pt>
                <c:pt idx="7">
                  <c:v>-0.14653380055555809</c:v>
                </c:pt>
                <c:pt idx="8">
                  <c:v>-0.20759169911401479</c:v>
                </c:pt>
                <c:pt idx="9">
                  <c:v>-0.2384374066551706</c:v>
                </c:pt>
                <c:pt idx="10">
                  <c:v>-0.2868602533245283</c:v>
                </c:pt>
                <c:pt idx="11">
                  <c:v>-0.3475388773216786</c:v>
                </c:pt>
                <c:pt idx="12">
                  <c:v>-0.5213464883347283</c:v>
                </c:pt>
                <c:pt idx="13">
                  <c:v>-0.55568586036351619</c:v>
                </c:pt>
                <c:pt idx="14">
                  <c:v>-0.75538832404608036</c:v>
                </c:pt>
                <c:pt idx="15">
                  <c:v>-0.77370086710842134</c:v>
                </c:pt>
                <c:pt idx="16">
                  <c:v>-0.79683857973517436</c:v>
                </c:pt>
              </c:numCache>
            </c:numRef>
          </c:val>
          <c:extLst>
            <c:ext xmlns:c16="http://schemas.microsoft.com/office/drawing/2014/chart" uri="{C3380CC4-5D6E-409C-BE32-E72D297353CC}">
              <c16:uniqueId val="{00000000-1247-41DC-A6F3-08F94EB070A3}"/>
            </c:ext>
          </c:extLst>
        </c:ser>
        <c:dLbls>
          <c:showLegendKey val="0"/>
          <c:showVal val="0"/>
          <c:showCatName val="0"/>
          <c:showSerName val="0"/>
          <c:showPercent val="0"/>
          <c:showBubbleSize val="0"/>
        </c:dLbls>
        <c:gapWidth val="60"/>
        <c:overlap val="-10"/>
        <c:axId val="50030001"/>
        <c:axId val="50030002"/>
      </c:barChart>
      <c:catAx>
        <c:axId val="50030001"/>
        <c:scaling>
          <c:orientation val="maxMin"/>
        </c:scaling>
        <c:delete val="0"/>
        <c:axPos val="l"/>
        <c:numFmt formatCode="General" sourceLinked="0"/>
        <c:majorTickMark val="none"/>
        <c:minorTickMark val="none"/>
        <c:tickLblPos val="low"/>
        <c:spPr>
          <a:ln w="9525">
            <a:solidFill>
              <a:srgbClr val="D9D9D9"/>
            </a:solidFill>
          </a:ln>
        </c:spPr>
        <c:txPr>
          <a:bodyPr/>
          <a:lstStyle/>
          <a:p>
            <a:pPr>
              <a:defRPr sz="900" b="0" baseline="0">
                <a:solidFill>
                  <a:srgbClr val="000000"/>
                </a:solidFill>
                <a:latin typeface="Roboto Light"/>
              </a:defRPr>
            </a:pPr>
            <a:endParaRPr lang="en-US"/>
          </a:p>
        </c:txPr>
        <c:crossAx val="50030002"/>
        <c:crosses val="autoZero"/>
        <c:auto val="1"/>
        <c:lblAlgn val="ctr"/>
        <c:lblOffset val="100"/>
        <c:tickLblSkip val="1"/>
        <c:tickMarkSkip val="1"/>
        <c:noMultiLvlLbl val="0"/>
      </c:catAx>
      <c:valAx>
        <c:axId val="50030002"/>
        <c:scaling>
          <c:orientation val="minMax"/>
          <c:max val="0.7"/>
          <c:min val="-1.3"/>
        </c:scaling>
        <c:delete val="1"/>
        <c:axPos val="b"/>
        <c:numFmt formatCode="#,##0.0" sourceLinked="0"/>
        <c:majorTickMark val="none"/>
        <c:minorTickMark val="none"/>
        <c:tickLblPos val="nextTo"/>
        <c:crossAx val="50030001"/>
        <c:crosses val="max"/>
        <c:crossBetween val="between"/>
      </c:valAx>
      <c:spPr>
        <a:noFill/>
        <a:ln>
          <a:noFill/>
        </a:ln>
      </c:spPr>
    </c:plotArea>
    <c:plotVisOnly val="1"/>
    <c:dispBlanksAs val="gap"/>
    <c:showDLblsOverMax val="0"/>
  </c:chart>
  <c:spPr>
    <a:solidFill>
      <a:srgbClr val="FFFFFF"/>
    </a:solidFill>
    <a:ln>
      <a:noFill/>
    </a:ln>
  </c:sp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6"/>
          <c:y val="5.0555754394337064E-2"/>
          <c:w val="0.93"/>
          <c:h val="0.50379831782390838"/>
        </c:manualLayout>
      </c:layout>
      <c:lineChart>
        <c:grouping val="standard"/>
        <c:varyColors val="0"/>
        <c:ser>
          <c:idx val="0"/>
          <c:order val="0"/>
          <c:tx>
            <c:strRef>
              <c:f>Q2d_quality_halves_vertical!$B$1</c:f>
              <c:strCache>
                <c:ptCount val="1"/>
                <c:pt idx="0">
                  <c:v>Higher quality</c:v>
                </c:pt>
              </c:strCache>
            </c:strRef>
          </c:tx>
          <c:spPr>
            <a:ln>
              <a:noFill/>
            </a:ln>
          </c:spPr>
          <c:marker>
            <c:symbol val="circle"/>
            <c:size val="7"/>
            <c:spPr>
              <a:solidFill>
                <a:srgbClr val="1F2F44"/>
              </a:solidFill>
              <a:ln>
                <a:solidFill>
                  <a:srgbClr val="1F2F44"/>
                </a:solidFill>
              </a:ln>
            </c:spPr>
          </c:marker>
          <c:cat>
            <c:strRef>
              <c:f>Q2d_quality_halves_vertical!$A$2:$A$20</c:f>
              <c:strCache>
                <c:ptCount val="19"/>
                <c:pt idx="0">
                  <c:v>Ibovespa</c:v>
                </c:pt>
                <c:pt idx="2">
                  <c:v>Transportation</c:v>
                </c:pt>
                <c:pt idx="3">
                  <c:v>Health Care</c:v>
                </c:pt>
                <c:pt idx="4">
                  <c:v>Capital Goods</c:v>
                </c:pt>
                <c:pt idx="5">
                  <c:v>Agribusiness</c:v>
                </c:pt>
                <c:pt idx="6">
                  <c:v>TMT</c:v>
                </c:pt>
                <c:pt idx="7">
                  <c:v>Homebuilders</c:v>
                </c:pt>
                <c:pt idx="8">
                  <c:v>Food &amp; Bev.</c:v>
                </c:pt>
                <c:pt idx="9">
                  <c:v>Utilities</c:v>
                </c:pt>
                <c:pt idx="10">
                  <c:v>Fin. Non-Banks</c:v>
                </c:pt>
                <c:pt idx="11">
                  <c:v>Banks</c:v>
                </c:pt>
                <c:pt idx="12">
                  <c:v>Metals &amp; Mining</c:v>
                </c:pt>
                <c:pt idx="13">
                  <c:v>Education</c:v>
                </c:pt>
                <c:pt idx="14">
                  <c:v>Retail</c:v>
                </c:pt>
                <c:pt idx="15">
                  <c:v>Income Prop.</c:v>
                </c:pt>
                <c:pt idx="16">
                  <c:v>Sanitation</c:v>
                </c:pt>
                <c:pt idx="17">
                  <c:v>Oil &amp; Gas</c:v>
                </c:pt>
                <c:pt idx="18">
                  <c:v>Pulp &amp; Paper</c:v>
                </c:pt>
              </c:strCache>
            </c:strRef>
          </c:cat>
          <c:val>
            <c:numRef>
              <c:f>Q2d_quality_halves_vertical!$B$2:$B$20</c:f>
              <c:numCache>
                <c:formatCode>General</c:formatCode>
                <c:ptCount val="19"/>
                <c:pt idx="0" formatCode="0.0%">
                  <c:v>-0.1366459627329191</c:v>
                </c:pt>
                <c:pt idx="2" formatCode="0.0%">
                  <c:v>-0.24939467312348659</c:v>
                </c:pt>
                <c:pt idx="3" formatCode="0.0%">
                  <c:v>-0.2070326515966989</c:v>
                </c:pt>
                <c:pt idx="4" formatCode="0.0%">
                  <c:v>-5.0216340622533003E-2</c:v>
                </c:pt>
                <c:pt idx="5" formatCode="0.0%">
                  <c:v>-2.4421420316190101E-2</c:v>
                </c:pt>
                <c:pt idx="6" formatCode="0.0%">
                  <c:v>-9.9318556555740095E-2</c:v>
                </c:pt>
                <c:pt idx="7" formatCode="0.0%">
                  <c:v>-0.26375176304654441</c:v>
                </c:pt>
                <c:pt idx="8" formatCode="0.0%">
                  <c:v>-0.11200537215439579</c:v>
                </c:pt>
                <c:pt idx="9" formatCode="0.0%">
                  <c:v>-0.12665950761643391</c:v>
                </c:pt>
                <c:pt idx="10" formatCode="0.0%">
                  <c:v>-6.5917022101589701E-2</c:v>
                </c:pt>
                <c:pt idx="11" formatCode="0.0%">
                  <c:v>-0.20843781560946281</c:v>
                </c:pt>
                <c:pt idx="12" formatCode="0.0%">
                  <c:v>-3.1062124248497001E-2</c:v>
                </c:pt>
                <c:pt idx="13" formatCode="0.0%">
                  <c:v>-0.36609219738849469</c:v>
                </c:pt>
                <c:pt idx="14" formatCode="0.0%">
                  <c:v>-0.30677314795783978</c:v>
                </c:pt>
                <c:pt idx="15" formatCode="0.0%">
                  <c:v>-0.2591493515689805</c:v>
                </c:pt>
                <c:pt idx="16" formatCode="0.0%">
                  <c:v>-0.2235993152270184</c:v>
                </c:pt>
                <c:pt idx="17" formatCode="0.0%">
                  <c:v>-0.119870908252651</c:v>
                </c:pt>
                <c:pt idx="18" formatCode="0.0%">
                  <c:v>-0.25067051107927307</c:v>
                </c:pt>
              </c:numCache>
            </c:numRef>
          </c:val>
          <c:smooth val="0"/>
          <c:extLst>
            <c:ext xmlns:c16="http://schemas.microsoft.com/office/drawing/2014/chart" uri="{C3380CC4-5D6E-409C-BE32-E72D297353CC}">
              <c16:uniqueId val="{00000000-BE1E-4AEA-9EE3-BAE982302D3A}"/>
            </c:ext>
          </c:extLst>
        </c:ser>
        <c:ser>
          <c:idx val="1"/>
          <c:order val="1"/>
          <c:tx>
            <c:strRef>
              <c:f>Q2d_quality_halves_vertical!$C$1</c:f>
              <c:strCache>
                <c:ptCount val="1"/>
                <c:pt idx="0">
                  <c:v>Lower quality</c:v>
                </c:pt>
              </c:strCache>
            </c:strRef>
          </c:tx>
          <c:spPr>
            <a:ln>
              <a:noFill/>
            </a:ln>
          </c:spPr>
          <c:marker>
            <c:symbol val="circle"/>
            <c:size val="7"/>
            <c:spPr>
              <a:solidFill>
                <a:srgbClr val="8EB3DF"/>
              </a:solidFill>
              <a:ln>
                <a:solidFill>
                  <a:srgbClr val="8EB3DF"/>
                </a:solidFill>
              </a:ln>
            </c:spPr>
          </c:marker>
          <c:cat>
            <c:strRef>
              <c:f>Q2d_quality_halves_vertical!$A$2:$A$20</c:f>
              <c:strCache>
                <c:ptCount val="19"/>
                <c:pt idx="0">
                  <c:v>Ibovespa</c:v>
                </c:pt>
                <c:pt idx="2">
                  <c:v>Transportation</c:v>
                </c:pt>
                <c:pt idx="3">
                  <c:v>Health Care</c:v>
                </c:pt>
                <c:pt idx="4">
                  <c:v>Capital Goods</c:v>
                </c:pt>
                <c:pt idx="5">
                  <c:v>Agribusiness</c:v>
                </c:pt>
                <c:pt idx="6">
                  <c:v>TMT</c:v>
                </c:pt>
                <c:pt idx="7">
                  <c:v>Homebuilders</c:v>
                </c:pt>
                <c:pt idx="8">
                  <c:v>Food &amp; Bev.</c:v>
                </c:pt>
                <c:pt idx="9">
                  <c:v>Utilities</c:v>
                </c:pt>
                <c:pt idx="10">
                  <c:v>Fin. Non-Banks</c:v>
                </c:pt>
                <c:pt idx="11">
                  <c:v>Banks</c:v>
                </c:pt>
                <c:pt idx="12">
                  <c:v>Metals &amp; Mining</c:v>
                </c:pt>
                <c:pt idx="13">
                  <c:v>Education</c:v>
                </c:pt>
                <c:pt idx="14">
                  <c:v>Retail</c:v>
                </c:pt>
                <c:pt idx="15">
                  <c:v>Income Prop.</c:v>
                </c:pt>
                <c:pt idx="16">
                  <c:v>Sanitation</c:v>
                </c:pt>
                <c:pt idx="17">
                  <c:v>Oil &amp; Gas</c:v>
                </c:pt>
                <c:pt idx="18">
                  <c:v>Pulp &amp; Paper</c:v>
                </c:pt>
              </c:strCache>
            </c:strRef>
          </c:cat>
          <c:val>
            <c:numRef>
              <c:f>Q2d_quality_halves_vertical!$C$2:$C$20</c:f>
              <c:numCache>
                <c:formatCode>General</c:formatCode>
                <c:ptCount val="19"/>
                <c:pt idx="0" formatCode="0.0%">
                  <c:v>-0.2536467126810788</c:v>
                </c:pt>
                <c:pt idx="2" formatCode="0.0%">
                  <c:v>-0.50322580645161286</c:v>
                </c:pt>
                <c:pt idx="3" formatCode="0.0%">
                  <c:v>-0.43194192377495461</c:v>
                </c:pt>
                <c:pt idx="4" formatCode="0.0%">
                  <c:v>-0.23168249660786969</c:v>
                </c:pt>
                <c:pt idx="5" formatCode="0.0%">
                  <c:v>-0.20188917387979391</c:v>
                </c:pt>
                <c:pt idx="6" formatCode="0.0%">
                  <c:v>-0.27340823970037448</c:v>
                </c:pt>
                <c:pt idx="7" formatCode="0.0%">
                  <c:v>-0.41257861635220128</c:v>
                </c:pt>
                <c:pt idx="8" formatCode="0.0%">
                  <c:v>-0.22248243559718961</c:v>
                </c:pt>
                <c:pt idx="9" formatCode="0.0%">
                  <c:v>-0.22001473411014069</c:v>
                </c:pt>
                <c:pt idx="10" formatCode="0.0%">
                  <c:v>-0.15851249819107691</c:v>
                </c:pt>
                <c:pt idx="11" formatCode="0.0%">
                  <c:v>-0.23921614863685889</c:v>
                </c:pt>
                <c:pt idx="12" formatCode="0.0%">
                  <c:v>-5.8230824557844403E-2</c:v>
                </c:pt>
                <c:pt idx="13" formatCode="0.0%">
                  <c:v>-0.38387096774193552</c:v>
                </c:pt>
                <c:pt idx="14" formatCode="0.0%">
                  <c:v>-0.32101291909044999</c:v>
                </c:pt>
                <c:pt idx="15" formatCode="0.0%">
                  <c:v>-0.25259792166266992</c:v>
                </c:pt>
                <c:pt idx="16" formatCode="0.0%">
                  <c:v>-0.21335928228157819</c:v>
                </c:pt>
                <c:pt idx="17" formatCode="0.0%">
                  <c:v>-9.29476420192972E-2</c:v>
                </c:pt>
                <c:pt idx="18" formatCode="0.0%">
                  <c:v>6.6585796858645005E-2</c:v>
                </c:pt>
              </c:numCache>
            </c:numRef>
          </c:val>
          <c:smooth val="0"/>
          <c:extLst>
            <c:ext xmlns:c16="http://schemas.microsoft.com/office/drawing/2014/chart" uri="{C3380CC4-5D6E-409C-BE32-E72D297353CC}">
              <c16:uniqueId val="{00000001-BE1E-4AEA-9EE3-BAE982302D3A}"/>
            </c:ext>
          </c:extLst>
        </c:ser>
        <c:dLbls>
          <c:showLegendKey val="0"/>
          <c:showVal val="0"/>
          <c:showCatName val="0"/>
          <c:showSerName val="0"/>
          <c:showPercent val="0"/>
          <c:showBubbleSize val="0"/>
        </c:dLbls>
        <c:hiLowLines>
          <c:spPr>
            <a:ln w="44450">
              <a:solidFill>
                <a:srgbClr val="D0D0D0"/>
              </a:solidFill>
            </a:ln>
          </c:spPr>
        </c:hiLowLines>
        <c:marker val="1"/>
        <c:smooth val="0"/>
        <c:axId val="50100001"/>
        <c:axId val="50100002"/>
      </c:lineChart>
      <c:catAx>
        <c:axId val="50100001"/>
        <c:scaling>
          <c:orientation val="minMax"/>
        </c:scaling>
        <c:delete val="0"/>
        <c:axPos val="b"/>
        <c:numFmt formatCode="General" sourceLinked="0"/>
        <c:majorTickMark val="none"/>
        <c:minorTickMark val="none"/>
        <c:tickLblPos val="low"/>
        <c:spPr>
          <a:ln w="9525">
            <a:solidFill>
              <a:srgbClr val="D9D9D9"/>
            </a:solidFill>
          </a:ln>
        </c:spPr>
        <c:txPr>
          <a:bodyPr rot="-5400000" vert="horz"/>
          <a:lstStyle/>
          <a:p>
            <a:pPr>
              <a:defRPr sz="900" b="0" baseline="0">
                <a:solidFill>
                  <a:srgbClr val="000000"/>
                </a:solidFill>
                <a:latin typeface="Roboto Light"/>
              </a:defRPr>
            </a:pPr>
            <a:endParaRPr lang="en-US"/>
          </a:p>
        </c:txPr>
        <c:crossAx val="50100002"/>
        <c:crosses val="min"/>
        <c:auto val="1"/>
        <c:lblAlgn val="ctr"/>
        <c:lblOffset val="100"/>
        <c:tickLblSkip val="1"/>
        <c:noMultiLvlLbl val="0"/>
      </c:catAx>
      <c:valAx>
        <c:axId val="50100002"/>
        <c:scaling>
          <c:orientation val="minMax"/>
          <c:max val="0.1"/>
          <c:min val="-0.55000000000000004"/>
        </c:scaling>
        <c:delete val="0"/>
        <c:axPos val="l"/>
        <c:numFmt formatCode="0%" sourceLinked="0"/>
        <c:majorTickMark val="none"/>
        <c:minorTickMark val="none"/>
        <c:tickLblPos val="nextTo"/>
        <c:spPr>
          <a:ln>
            <a:noFill/>
          </a:ln>
        </c:spPr>
        <c:txPr>
          <a:bodyPr wrap="none"/>
          <a:lstStyle/>
          <a:p>
            <a:pPr>
              <a:defRPr sz="900" b="0" baseline="0">
                <a:solidFill>
                  <a:srgbClr val="000000"/>
                </a:solidFill>
                <a:latin typeface="Roboto Light"/>
              </a:defRPr>
            </a:pPr>
            <a:endParaRPr lang="en-US"/>
          </a:p>
        </c:txPr>
        <c:crossAx val="50100001"/>
        <c:crosses val="autoZero"/>
        <c:crossBetween val="between"/>
        <c:majorUnit val="0.2"/>
      </c:valAx>
      <c:spPr>
        <a:noFill/>
        <a:ln>
          <a:noFill/>
        </a:ln>
      </c:spPr>
    </c:plotArea>
    <c:legend>
      <c:legendPos val="t"/>
      <c:layout>
        <c:manualLayout>
          <c:xMode val="edge"/>
          <c:yMode val="edge"/>
          <c:x val="0.34241557043000814"/>
          <c:y val="1.2626262626262626E-2"/>
          <c:w val="0.31516885913998383"/>
          <c:h val="0.10537858904000637"/>
        </c:manualLayout>
      </c:layout>
      <c:overlay val="0"/>
      <c:txPr>
        <a:bodyPr wrap="none"/>
        <a:lstStyle/>
        <a:p>
          <a:pPr>
            <a:defRPr sz="900" b="0" baseline="0">
              <a:solidFill>
                <a:srgbClr val="000000"/>
              </a:solidFill>
              <a:latin typeface="Roboto Light"/>
            </a:defRPr>
          </a:pPr>
          <a:endParaRPr lang="en-US"/>
        </a:p>
      </c:txPr>
    </c:legend>
    <c:plotVisOnly val="1"/>
    <c:dispBlanksAs val="gap"/>
    <c:showDLblsOverMax val="0"/>
  </c:chart>
  <c:spPr>
    <a:noFill/>
    <a:ln>
      <a:noFill/>
    </a:ln>
  </c:sp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7514626176798542E-2"/>
          <c:y val="5.1928954350843465E-2"/>
          <c:w val="0.91339702218803376"/>
          <c:h val="0.83949232291557474"/>
        </c:manualLayout>
      </c:layout>
      <c:lineChart>
        <c:grouping val="standard"/>
        <c:varyColors val="0"/>
        <c:ser>
          <c:idx val="0"/>
          <c:order val="0"/>
          <c:tx>
            <c:strRef>
              <c:f>Ibovespa!$K$7</c:f>
              <c:strCache>
                <c:ptCount val="1"/>
                <c:pt idx="0">
                  <c:v>BEST_PE_Ratio</c:v>
                </c:pt>
              </c:strCache>
            </c:strRef>
          </c:tx>
          <c:spPr>
            <a:ln w="28575" cap="rnd">
              <a:solidFill>
                <a:schemeClr val="bg2"/>
              </a:solidFill>
              <a:round/>
            </a:ln>
            <a:effectLst/>
          </c:spPr>
          <c:marker>
            <c:symbol val="none"/>
          </c:marker>
          <c:cat>
            <c:numRef>
              <c:f>Ibovespa!$J$8:$J$189</c:f>
              <c:numCache>
                <c:formatCode>m/d/yyyy</c:formatCode>
                <c:ptCount val="182"/>
                <c:pt idx="0">
                  <c:v>40786</c:v>
                </c:pt>
                <c:pt idx="1">
                  <c:v>40816</c:v>
                </c:pt>
                <c:pt idx="2">
                  <c:v>40847</c:v>
                </c:pt>
                <c:pt idx="3">
                  <c:v>40877</c:v>
                </c:pt>
                <c:pt idx="4">
                  <c:v>40907</c:v>
                </c:pt>
                <c:pt idx="5">
                  <c:v>40939</c:v>
                </c:pt>
                <c:pt idx="6">
                  <c:v>40968</c:v>
                </c:pt>
                <c:pt idx="7">
                  <c:v>40998</c:v>
                </c:pt>
                <c:pt idx="8">
                  <c:v>41029</c:v>
                </c:pt>
                <c:pt idx="9">
                  <c:v>41060</c:v>
                </c:pt>
                <c:pt idx="10">
                  <c:v>41089</c:v>
                </c:pt>
                <c:pt idx="11">
                  <c:v>41121</c:v>
                </c:pt>
                <c:pt idx="12">
                  <c:v>41152</c:v>
                </c:pt>
                <c:pt idx="13">
                  <c:v>41180</c:v>
                </c:pt>
                <c:pt idx="14">
                  <c:v>41213</c:v>
                </c:pt>
                <c:pt idx="15">
                  <c:v>41243</c:v>
                </c:pt>
                <c:pt idx="16">
                  <c:v>41274</c:v>
                </c:pt>
                <c:pt idx="17">
                  <c:v>41305</c:v>
                </c:pt>
                <c:pt idx="18">
                  <c:v>41333</c:v>
                </c:pt>
                <c:pt idx="19">
                  <c:v>41362</c:v>
                </c:pt>
                <c:pt idx="20">
                  <c:v>41394</c:v>
                </c:pt>
                <c:pt idx="21">
                  <c:v>41425</c:v>
                </c:pt>
                <c:pt idx="22">
                  <c:v>41453</c:v>
                </c:pt>
                <c:pt idx="23">
                  <c:v>41486</c:v>
                </c:pt>
                <c:pt idx="24">
                  <c:v>41516</c:v>
                </c:pt>
                <c:pt idx="25">
                  <c:v>41547</c:v>
                </c:pt>
                <c:pt idx="26">
                  <c:v>41578</c:v>
                </c:pt>
                <c:pt idx="27">
                  <c:v>41607</c:v>
                </c:pt>
                <c:pt idx="28">
                  <c:v>41639</c:v>
                </c:pt>
                <c:pt idx="29">
                  <c:v>41670</c:v>
                </c:pt>
                <c:pt idx="30">
                  <c:v>41698</c:v>
                </c:pt>
                <c:pt idx="31">
                  <c:v>41729</c:v>
                </c:pt>
                <c:pt idx="32">
                  <c:v>41759</c:v>
                </c:pt>
                <c:pt idx="33">
                  <c:v>41789</c:v>
                </c:pt>
                <c:pt idx="34">
                  <c:v>41820</c:v>
                </c:pt>
                <c:pt idx="35">
                  <c:v>41851</c:v>
                </c:pt>
                <c:pt idx="36">
                  <c:v>41880</c:v>
                </c:pt>
                <c:pt idx="37">
                  <c:v>41912</c:v>
                </c:pt>
                <c:pt idx="38">
                  <c:v>41943</c:v>
                </c:pt>
                <c:pt idx="39">
                  <c:v>41971</c:v>
                </c:pt>
                <c:pt idx="40">
                  <c:v>42004</c:v>
                </c:pt>
                <c:pt idx="41">
                  <c:v>42034</c:v>
                </c:pt>
                <c:pt idx="42">
                  <c:v>42062</c:v>
                </c:pt>
                <c:pt idx="43">
                  <c:v>42094</c:v>
                </c:pt>
                <c:pt idx="44">
                  <c:v>42124</c:v>
                </c:pt>
                <c:pt idx="45">
                  <c:v>42153</c:v>
                </c:pt>
                <c:pt idx="46">
                  <c:v>42185</c:v>
                </c:pt>
                <c:pt idx="47">
                  <c:v>42216</c:v>
                </c:pt>
                <c:pt idx="48">
                  <c:v>42247</c:v>
                </c:pt>
                <c:pt idx="49">
                  <c:v>42277</c:v>
                </c:pt>
                <c:pt idx="50">
                  <c:v>42307</c:v>
                </c:pt>
                <c:pt idx="51">
                  <c:v>42338</c:v>
                </c:pt>
                <c:pt idx="52">
                  <c:v>42369</c:v>
                </c:pt>
                <c:pt idx="53">
                  <c:v>42398</c:v>
                </c:pt>
                <c:pt idx="54">
                  <c:v>42429</c:v>
                </c:pt>
                <c:pt idx="55">
                  <c:v>42460</c:v>
                </c:pt>
                <c:pt idx="56">
                  <c:v>42489</c:v>
                </c:pt>
                <c:pt idx="57">
                  <c:v>42521</c:v>
                </c:pt>
                <c:pt idx="58">
                  <c:v>42551</c:v>
                </c:pt>
                <c:pt idx="59">
                  <c:v>42580</c:v>
                </c:pt>
                <c:pt idx="60">
                  <c:v>42613</c:v>
                </c:pt>
                <c:pt idx="61">
                  <c:v>42643</c:v>
                </c:pt>
                <c:pt idx="62">
                  <c:v>42674</c:v>
                </c:pt>
                <c:pt idx="63">
                  <c:v>42704</c:v>
                </c:pt>
                <c:pt idx="64">
                  <c:v>42734</c:v>
                </c:pt>
                <c:pt idx="65">
                  <c:v>42766</c:v>
                </c:pt>
                <c:pt idx="66">
                  <c:v>42794</c:v>
                </c:pt>
                <c:pt idx="67">
                  <c:v>42825</c:v>
                </c:pt>
                <c:pt idx="68">
                  <c:v>42853</c:v>
                </c:pt>
                <c:pt idx="69">
                  <c:v>42886</c:v>
                </c:pt>
                <c:pt idx="70">
                  <c:v>42916</c:v>
                </c:pt>
                <c:pt idx="71">
                  <c:v>42947</c:v>
                </c:pt>
                <c:pt idx="72">
                  <c:v>42978</c:v>
                </c:pt>
                <c:pt idx="73">
                  <c:v>43007</c:v>
                </c:pt>
                <c:pt idx="74">
                  <c:v>43039</c:v>
                </c:pt>
                <c:pt idx="75">
                  <c:v>43069</c:v>
                </c:pt>
                <c:pt idx="76">
                  <c:v>43098</c:v>
                </c:pt>
                <c:pt idx="77">
                  <c:v>43131</c:v>
                </c:pt>
                <c:pt idx="78">
                  <c:v>43159</c:v>
                </c:pt>
                <c:pt idx="79">
                  <c:v>43189</c:v>
                </c:pt>
                <c:pt idx="80">
                  <c:v>43220</c:v>
                </c:pt>
                <c:pt idx="81">
                  <c:v>43251</c:v>
                </c:pt>
                <c:pt idx="82">
                  <c:v>43280</c:v>
                </c:pt>
                <c:pt idx="83">
                  <c:v>43312</c:v>
                </c:pt>
                <c:pt idx="84">
                  <c:v>43343</c:v>
                </c:pt>
                <c:pt idx="85">
                  <c:v>43371</c:v>
                </c:pt>
                <c:pt idx="86">
                  <c:v>43404</c:v>
                </c:pt>
                <c:pt idx="87">
                  <c:v>43434</c:v>
                </c:pt>
                <c:pt idx="88">
                  <c:v>43465</c:v>
                </c:pt>
                <c:pt idx="89">
                  <c:v>43496</c:v>
                </c:pt>
                <c:pt idx="90">
                  <c:v>43524</c:v>
                </c:pt>
                <c:pt idx="91">
                  <c:v>43553</c:v>
                </c:pt>
                <c:pt idx="92">
                  <c:v>43585</c:v>
                </c:pt>
                <c:pt idx="93">
                  <c:v>43616</c:v>
                </c:pt>
                <c:pt idx="94">
                  <c:v>43644</c:v>
                </c:pt>
                <c:pt idx="95">
                  <c:v>43677</c:v>
                </c:pt>
                <c:pt idx="96">
                  <c:v>43707</c:v>
                </c:pt>
                <c:pt idx="97">
                  <c:v>43738</c:v>
                </c:pt>
                <c:pt idx="98">
                  <c:v>43769</c:v>
                </c:pt>
                <c:pt idx="99">
                  <c:v>43798</c:v>
                </c:pt>
                <c:pt idx="100">
                  <c:v>43830</c:v>
                </c:pt>
                <c:pt idx="101">
                  <c:v>43861</c:v>
                </c:pt>
                <c:pt idx="102">
                  <c:v>43889</c:v>
                </c:pt>
                <c:pt idx="103">
                  <c:v>43921</c:v>
                </c:pt>
                <c:pt idx="104">
                  <c:v>43951</c:v>
                </c:pt>
                <c:pt idx="105">
                  <c:v>43980</c:v>
                </c:pt>
                <c:pt idx="106">
                  <c:v>44012</c:v>
                </c:pt>
                <c:pt idx="107">
                  <c:v>44043</c:v>
                </c:pt>
                <c:pt idx="108">
                  <c:v>44074</c:v>
                </c:pt>
                <c:pt idx="109">
                  <c:v>44104</c:v>
                </c:pt>
                <c:pt idx="110">
                  <c:v>44134</c:v>
                </c:pt>
                <c:pt idx="111">
                  <c:v>44165</c:v>
                </c:pt>
                <c:pt idx="112">
                  <c:v>44196</c:v>
                </c:pt>
                <c:pt idx="113">
                  <c:v>44225</c:v>
                </c:pt>
                <c:pt idx="114">
                  <c:v>44253</c:v>
                </c:pt>
                <c:pt idx="115">
                  <c:v>44286</c:v>
                </c:pt>
                <c:pt idx="116">
                  <c:v>44316</c:v>
                </c:pt>
                <c:pt idx="117">
                  <c:v>44347</c:v>
                </c:pt>
                <c:pt idx="118">
                  <c:v>44377</c:v>
                </c:pt>
                <c:pt idx="119">
                  <c:v>44407</c:v>
                </c:pt>
                <c:pt idx="120">
                  <c:v>44439</c:v>
                </c:pt>
                <c:pt idx="121">
                  <c:v>44469</c:v>
                </c:pt>
                <c:pt idx="122">
                  <c:v>44498</c:v>
                </c:pt>
                <c:pt idx="123">
                  <c:v>44530</c:v>
                </c:pt>
                <c:pt idx="124">
                  <c:v>44561</c:v>
                </c:pt>
                <c:pt idx="125">
                  <c:v>44592</c:v>
                </c:pt>
                <c:pt idx="126">
                  <c:v>44620</c:v>
                </c:pt>
                <c:pt idx="127">
                  <c:v>44651</c:v>
                </c:pt>
                <c:pt idx="128">
                  <c:v>44680</c:v>
                </c:pt>
                <c:pt idx="129">
                  <c:v>44712</c:v>
                </c:pt>
                <c:pt idx="130">
                  <c:v>44742</c:v>
                </c:pt>
                <c:pt idx="131">
                  <c:v>44771</c:v>
                </c:pt>
                <c:pt idx="132">
                  <c:v>44804</c:v>
                </c:pt>
                <c:pt idx="133">
                  <c:v>44834</c:v>
                </c:pt>
                <c:pt idx="134">
                  <c:v>44865</c:v>
                </c:pt>
                <c:pt idx="135">
                  <c:v>44895</c:v>
                </c:pt>
                <c:pt idx="136">
                  <c:v>44925</c:v>
                </c:pt>
                <c:pt idx="137">
                  <c:v>44957</c:v>
                </c:pt>
                <c:pt idx="138">
                  <c:v>44985</c:v>
                </c:pt>
                <c:pt idx="139">
                  <c:v>45016</c:v>
                </c:pt>
                <c:pt idx="140">
                  <c:v>45044</c:v>
                </c:pt>
                <c:pt idx="141">
                  <c:v>45077</c:v>
                </c:pt>
                <c:pt idx="142">
                  <c:v>45107</c:v>
                </c:pt>
                <c:pt idx="143">
                  <c:v>45138</c:v>
                </c:pt>
                <c:pt idx="144">
                  <c:v>45169</c:v>
                </c:pt>
                <c:pt idx="145">
                  <c:v>45198</c:v>
                </c:pt>
                <c:pt idx="146">
                  <c:v>45230</c:v>
                </c:pt>
                <c:pt idx="147">
                  <c:v>45260</c:v>
                </c:pt>
                <c:pt idx="148">
                  <c:v>45289</c:v>
                </c:pt>
                <c:pt idx="149">
                  <c:v>45322</c:v>
                </c:pt>
                <c:pt idx="150">
                  <c:v>45351</c:v>
                </c:pt>
                <c:pt idx="151">
                  <c:v>45380</c:v>
                </c:pt>
                <c:pt idx="152">
                  <c:v>45412</c:v>
                </c:pt>
                <c:pt idx="153">
                  <c:v>45443</c:v>
                </c:pt>
                <c:pt idx="154">
                  <c:v>45471</c:v>
                </c:pt>
                <c:pt idx="155">
                  <c:v>45504</c:v>
                </c:pt>
                <c:pt idx="156">
                  <c:v>45534</c:v>
                </c:pt>
                <c:pt idx="157">
                  <c:v>45565</c:v>
                </c:pt>
                <c:pt idx="158">
                  <c:v>45596</c:v>
                </c:pt>
                <c:pt idx="159">
                  <c:v>45625</c:v>
                </c:pt>
                <c:pt idx="160">
                  <c:v>45657</c:v>
                </c:pt>
                <c:pt idx="161">
                  <c:v>45688</c:v>
                </c:pt>
                <c:pt idx="162">
                  <c:v>45716</c:v>
                </c:pt>
                <c:pt idx="163">
                  <c:v>45747</c:v>
                </c:pt>
                <c:pt idx="164">
                  <c:v>45777</c:v>
                </c:pt>
                <c:pt idx="165">
                  <c:v>45807</c:v>
                </c:pt>
                <c:pt idx="166">
                  <c:v>45838</c:v>
                </c:pt>
                <c:pt idx="167">
                  <c:v>45869</c:v>
                </c:pt>
                <c:pt idx="168">
                  <c:v>45898</c:v>
                </c:pt>
                <c:pt idx="169">
                  <c:v>45930</c:v>
                </c:pt>
                <c:pt idx="170">
                  <c:v>45961</c:v>
                </c:pt>
                <c:pt idx="171">
                  <c:v>45989</c:v>
                </c:pt>
                <c:pt idx="172">
                  <c:v>46022</c:v>
                </c:pt>
                <c:pt idx="173">
                  <c:v>46052</c:v>
                </c:pt>
                <c:pt idx="174">
                  <c:v>46080</c:v>
                </c:pt>
                <c:pt idx="175">
                  <c:v>46112</c:v>
                </c:pt>
                <c:pt idx="176">
                  <c:v>46142</c:v>
                </c:pt>
                <c:pt idx="177">
                  <c:v>46171</c:v>
                </c:pt>
                <c:pt idx="178">
                  <c:v>46203</c:v>
                </c:pt>
                <c:pt idx="179">
                  <c:v>46234</c:v>
                </c:pt>
                <c:pt idx="180">
                  <c:v>46265</c:v>
                </c:pt>
                <c:pt idx="181">
                  <c:v>46294</c:v>
                </c:pt>
              </c:numCache>
            </c:numRef>
          </c:cat>
          <c:val>
            <c:numRef>
              <c:f>Ibovespa!$K$8:$K$189</c:f>
              <c:numCache>
                <c:formatCode>0.00</c:formatCode>
                <c:ptCount val="182"/>
                <c:pt idx="0">
                  <c:v>8.6959999999999997</c:v>
                </c:pt>
                <c:pt idx="1">
                  <c:v>8.2161000000000008</c:v>
                </c:pt>
                <c:pt idx="2">
                  <c:v>9.2672000000000008</c:v>
                </c:pt>
                <c:pt idx="3">
                  <c:v>9.0493000000000006</c:v>
                </c:pt>
                <c:pt idx="4">
                  <c:v>9.1327999999999996</c:v>
                </c:pt>
                <c:pt idx="5">
                  <c:v>9.9234000000000009</c:v>
                </c:pt>
                <c:pt idx="6">
                  <c:v>10.755599999999999</c:v>
                </c:pt>
                <c:pt idx="7">
                  <c:v>10.463100000000001</c:v>
                </c:pt>
                <c:pt idx="8">
                  <c:v>10.0246</c:v>
                </c:pt>
                <c:pt idx="9">
                  <c:v>8.7110000000000003</c:v>
                </c:pt>
                <c:pt idx="10">
                  <c:v>9.0556000000000001</c:v>
                </c:pt>
                <c:pt idx="11">
                  <c:v>9.7030999999999992</c:v>
                </c:pt>
                <c:pt idx="12">
                  <c:v>10.4109</c:v>
                </c:pt>
                <c:pt idx="13">
                  <c:v>11.410399999999999</c:v>
                </c:pt>
                <c:pt idx="14">
                  <c:v>11.131500000000001</c:v>
                </c:pt>
                <c:pt idx="15">
                  <c:v>11.395200000000001</c:v>
                </c:pt>
                <c:pt idx="16">
                  <c:v>11.696199999999999</c:v>
                </c:pt>
                <c:pt idx="17">
                  <c:v>11.7113</c:v>
                </c:pt>
                <c:pt idx="18">
                  <c:v>11.5344</c:v>
                </c:pt>
                <c:pt idx="19">
                  <c:v>11.2011</c:v>
                </c:pt>
                <c:pt idx="20">
                  <c:v>10.8901</c:v>
                </c:pt>
                <c:pt idx="21">
                  <c:v>11.3491</c:v>
                </c:pt>
                <c:pt idx="22">
                  <c:v>10.2361</c:v>
                </c:pt>
                <c:pt idx="23">
                  <c:v>11.0494</c:v>
                </c:pt>
                <c:pt idx="24">
                  <c:v>11.4831</c:v>
                </c:pt>
                <c:pt idx="25">
                  <c:v>20.870999999999999</c:v>
                </c:pt>
                <c:pt idx="26">
                  <c:v>24.704699999999999</c:v>
                </c:pt>
                <c:pt idx="27">
                  <c:v>10.633599999999999</c:v>
                </c:pt>
                <c:pt idx="28">
                  <c:v>10.277699999999999</c:v>
                </c:pt>
                <c:pt idx="29">
                  <c:v>9.5364000000000004</c:v>
                </c:pt>
                <c:pt idx="30">
                  <c:v>9.3879000000000001</c:v>
                </c:pt>
                <c:pt idx="31">
                  <c:v>9.9123999999999999</c:v>
                </c:pt>
                <c:pt idx="32">
                  <c:v>10.0387</c:v>
                </c:pt>
                <c:pt idx="33">
                  <c:v>10.110200000000001</c:v>
                </c:pt>
                <c:pt idx="34">
                  <c:v>10.520099999999999</c:v>
                </c:pt>
                <c:pt idx="35">
                  <c:v>11.0863</c:v>
                </c:pt>
                <c:pt idx="36">
                  <c:v>12.373200000000001</c:v>
                </c:pt>
                <c:pt idx="37">
                  <c:v>10.795500000000001</c:v>
                </c:pt>
                <c:pt idx="38">
                  <c:v>11.199299999999999</c:v>
                </c:pt>
                <c:pt idx="39">
                  <c:v>11.3215</c:v>
                </c:pt>
                <c:pt idx="40">
                  <c:v>10.7173</c:v>
                </c:pt>
                <c:pt idx="41">
                  <c:v>10.326499999999999</c:v>
                </c:pt>
                <c:pt idx="42">
                  <c:v>11.4596</c:v>
                </c:pt>
                <c:pt idx="43">
                  <c:v>11.850199999999999</c:v>
                </c:pt>
                <c:pt idx="44">
                  <c:v>13.932600000000001</c:v>
                </c:pt>
                <c:pt idx="45">
                  <c:v>12.544499999999999</c:v>
                </c:pt>
                <c:pt idx="46">
                  <c:v>12.363799999999999</c:v>
                </c:pt>
                <c:pt idx="47">
                  <c:v>11.659599999999999</c:v>
                </c:pt>
                <c:pt idx="48">
                  <c:v>10.685700000000001</c:v>
                </c:pt>
                <c:pt idx="49">
                  <c:v>10.4655</c:v>
                </c:pt>
                <c:pt idx="50">
                  <c:v>10.486800000000001</c:v>
                </c:pt>
                <c:pt idx="51">
                  <c:v>10.3912</c:v>
                </c:pt>
                <c:pt idx="52">
                  <c:v>9.9623000000000008</c:v>
                </c:pt>
                <c:pt idx="53">
                  <c:v>9.9568999999999992</c:v>
                </c:pt>
                <c:pt idx="54">
                  <c:v>10.9145</c:v>
                </c:pt>
                <c:pt idx="55">
                  <c:v>13.0212</c:v>
                </c:pt>
                <c:pt idx="56">
                  <c:v>14.026300000000001</c:v>
                </c:pt>
                <c:pt idx="57">
                  <c:v>11.7232</c:v>
                </c:pt>
                <c:pt idx="58">
                  <c:v>12.336499999999999</c:v>
                </c:pt>
                <c:pt idx="59">
                  <c:v>13.6563</c:v>
                </c:pt>
                <c:pt idx="60">
                  <c:v>13.4079</c:v>
                </c:pt>
                <c:pt idx="61">
                  <c:v>13.284599999999999</c:v>
                </c:pt>
                <c:pt idx="62">
                  <c:v>14.6158</c:v>
                </c:pt>
                <c:pt idx="63">
                  <c:v>13.3874</c:v>
                </c:pt>
                <c:pt idx="64">
                  <c:v>12.1629</c:v>
                </c:pt>
                <c:pt idx="65">
                  <c:v>12.4754</c:v>
                </c:pt>
                <c:pt idx="66">
                  <c:v>12.384499999999999</c:v>
                </c:pt>
                <c:pt idx="67">
                  <c:v>11.662599999999999</c:v>
                </c:pt>
                <c:pt idx="68">
                  <c:v>11.809100000000001</c:v>
                </c:pt>
                <c:pt idx="69">
                  <c:v>11.3241</c:v>
                </c:pt>
                <c:pt idx="70">
                  <c:v>11.3659</c:v>
                </c:pt>
                <c:pt idx="71">
                  <c:v>11.9846</c:v>
                </c:pt>
                <c:pt idx="72">
                  <c:v>12.851000000000001</c:v>
                </c:pt>
                <c:pt idx="73">
                  <c:v>13.5021</c:v>
                </c:pt>
                <c:pt idx="74">
                  <c:v>13.3238</c:v>
                </c:pt>
                <c:pt idx="75">
                  <c:v>12.6061</c:v>
                </c:pt>
                <c:pt idx="76">
                  <c:v>12.8432</c:v>
                </c:pt>
                <c:pt idx="77">
                  <c:v>13.741099999999999</c:v>
                </c:pt>
                <c:pt idx="78">
                  <c:v>13.204700000000001</c:v>
                </c:pt>
                <c:pt idx="79">
                  <c:v>12.6424</c:v>
                </c:pt>
                <c:pt idx="80">
                  <c:v>12.601599999999999</c:v>
                </c:pt>
                <c:pt idx="81">
                  <c:v>10.9549</c:v>
                </c:pt>
                <c:pt idx="82">
                  <c:v>10.297700000000001</c:v>
                </c:pt>
                <c:pt idx="83">
                  <c:v>10.95</c:v>
                </c:pt>
                <c:pt idx="84">
                  <c:v>10.281000000000001</c:v>
                </c:pt>
                <c:pt idx="85">
                  <c:v>10.2416</c:v>
                </c:pt>
                <c:pt idx="86">
                  <c:v>11.0792</c:v>
                </c:pt>
                <c:pt idx="87">
                  <c:v>10.7296</c:v>
                </c:pt>
                <c:pt idx="88">
                  <c:v>10.307399999999999</c:v>
                </c:pt>
                <c:pt idx="89">
                  <c:v>12.3047</c:v>
                </c:pt>
                <c:pt idx="90">
                  <c:v>11.856</c:v>
                </c:pt>
                <c:pt idx="91">
                  <c:v>11.5534</c:v>
                </c:pt>
                <c:pt idx="92">
                  <c:v>11.616300000000001</c:v>
                </c:pt>
                <c:pt idx="93">
                  <c:v>11.8187</c:v>
                </c:pt>
                <c:pt idx="94">
                  <c:v>12.434799999999999</c:v>
                </c:pt>
                <c:pt idx="95">
                  <c:v>12.5648</c:v>
                </c:pt>
                <c:pt idx="96">
                  <c:v>12.838699999999999</c:v>
                </c:pt>
                <c:pt idx="97">
                  <c:v>13.308999999999999</c:v>
                </c:pt>
                <c:pt idx="98">
                  <c:v>13.767899999999999</c:v>
                </c:pt>
                <c:pt idx="99">
                  <c:v>13.732799999999999</c:v>
                </c:pt>
                <c:pt idx="100">
                  <c:v>14.5845</c:v>
                </c:pt>
                <c:pt idx="101">
                  <c:v>14.6174</c:v>
                </c:pt>
                <c:pt idx="102">
                  <c:v>13.3232</c:v>
                </c:pt>
                <c:pt idx="103">
                  <c:v>10.811500000000001</c:v>
                </c:pt>
                <c:pt idx="104">
                  <c:v>13.704599999999999</c:v>
                </c:pt>
                <c:pt idx="105">
                  <c:v>16.283200000000001</c:v>
                </c:pt>
                <c:pt idx="106">
                  <c:v>18.641100000000002</c:v>
                </c:pt>
                <c:pt idx="107">
                  <c:v>18.904499999999999</c:v>
                </c:pt>
                <c:pt idx="108">
                  <c:v>16.4207</c:v>
                </c:pt>
                <c:pt idx="109">
                  <c:v>14.2521</c:v>
                </c:pt>
                <c:pt idx="110">
                  <c:v>12.46</c:v>
                </c:pt>
                <c:pt idx="111">
                  <c:v>13.0837</c:v>
                </c:pt>
                <c:pt idx="112">
                  <c:v>13.3177</c:v>
                </c:pt>
                <c:pt idx="113">
                  <c:v>11.6934</c:v>
                </c:pt>
                <c:pt idx="114">
                  <c:v>10.778</c:v>
                </c:pt>
                <c:pt idx="115">
                  <c:v>10.331099999999999</c:v>
                </c:pt>
                <c:pt idx="116">
                  <c:v>9.6289999999999996</c:v>
                </c:pt>
                <c:pt idx="117">
                  <c:v>10.3283</c:v>
                </c:pt>
                <c:pt idx="118">
                  <c:v>9.9908999999999999</c:v>
                </c:pt>
                <c:pt idx="119">
                  <c:v>9.2087000000000003</c:v>
                </c:pt>
                <c:pt idx="120">
                  <c:v>8.8612000000000002</c:v>
                </c:pt>
                <c:pt idx="121">
                  <c:v>8.1644000000000005</c:v>
                </c:pt>
                <c:pt idx="122">
                  <c:v>7.8681000000000001</c:v>
                </c:pt>
                <c:pt idx="123">
                  <c:v>7.7618999999999998</c:v>
                </c:pt>
                <c:pt idx="124">
                  <c:v>8.1292000000000009</c:v>
                </c:pt>
                <c:pt idx="125">
                  <c:v>8.4812999999999992</c:v>
                </c:pt>
                <c:pt idx="126">
                  <c:v>8.4679000000000002</c:v>
                </c:pt>
                <c:pt idx="127">
                  <c:v>8.3163</c:v>
                </c:pt>
                <c:pt idx="128">
                  <c:v>7.1252000000000004</c:v>
                </c:pt>
                <c:pt idx="129">
                  <c:v>7.1150000000000002</c:v>
                </c:pt>
                <c:pt idx="130">
                  <c:v>6.1719999999999997</c:v>
                </c:pt>
                <c:pt idx="131">
                  <c:v>6.5621</c:v>
                </c:pt>
                <c:pt idx="132">
                  <c:v>6.7774000000000001</c:v>
                </c:pt>
                <c:pt idx="133">
                  <c:v>6.9436999999999998</c:v>
                </c:pt>
                <c:pt idx="134">
                  <c:v>7.4128999999999996</c:v>
                </c:pt>
                <c:pt idx="135">
                  <c:v>7.2130000000000001</c:v>
                </c:pt>
                <c:pt idx="136">
                  <c:v>7.4832999999999998</c:v>
                </c:pt>
                <c:pt idx="137">
                  <c:v>7.8247999999999998</c:v>
                </c:pt>
                <c:pt idx="138">
                  <c:v>7.0114000000000001</c:v>
                </c:pt>
                <c:pt idx="139">
                  <c:v>6.8540999999999999</c:v>
                </c:pt>
                <c:pt idx="140">
                  <c:v>7.0731999999999999</c:v>
                </c:pt>
                <c:pt idx="141">
                  <c:v>7.3116000000000003</c:v>
                </c:pt>
                <c:pt idx="142">
                  <c:v>8.1183999999999994</c:v>
                </c:pt>
                <c:pt idx="143">
                  <c:v>8.4777000000000005</c:v>
                </c:pt>
                <c:pt idx="144">
                  <c:v>7.9223999999999997</c:v>
                </c:pt>
                <c:pt idx="145">
                  <c:v>7.9272</c:v>
                </c:pt>
                <c:pt idx="146">
                  <c:v>7.4104000000000001</c:v>
                </c:pt>
                <c:pt idx="147">
                  <c:v>8.1420999999999992</c:v>
                </c:pt>
                <c:pt idx="148">
                  <c:v>8.3638999999999992</c:v>
                </c:pt>
                <c:pt idx="149">
                  <c:v>8.0693999999999999</c:v>
                </c:pt>
                <c:pt idx="150">
                  <c:v>8.1870999999999992</c:v>
                </c:pt>
                <c:pt idx="151">
                  <c:v>8.0465</c:v>
                </c:pt>
                <c:pt idx="152">
                  <c:v>7.8417000000000003</c:v>
                </c:pt>
                <c:pt idx="153">
                  <c:v>7.4421999999999997</c:v>
                </c:pt>
                <c:pt idx="154">
                  <c:v>7.4340999999999999</c:v>
                </c:pt>
                <c:pt idx="155">
                  <c:v>7.4230999999999998</c:v>
                </c:pt>
                <c:pt idx="156">
                  <c:v>8.0055999999999994</c:v>
                </c:pt>
                <c:pt idx="157">
                  <c:v>7.8834999999999997</c:v>
                </c:pt>
                <c:pt idx="158">
                  <c:v>7.641</c:v>
                </c:pt>
                <c:pt idx="159">
                  <c:v>7.2176999999999998</c:v>
                </c:pt>
                <c:pt idx="160">
                  <c:v>6.8559999999999999</c:v>
                </c:pt>
                <c:pt idx="161">
                  <c:v>7.2869999999999999</c:v>
                </c:pt>
                <c:pt idx="162">
                  <c:v>6.9897</c:v>
                </c:pt>
                <c:pt idx="163">
                  <c:v>7.3288000000000002</c:v>
                </c:pt>
                <c:pt idx="164">
                  <c:v>7.8407999999999998</c:v>
                </c:pt>
                <c:pt idx="165">
                  <c:v>8.0151000000000003</c:v>
                </c:pt>
                <c:pt idx="166">
                  <c:v>8.1399000000000008</c:v>
                </c:pt>
                <c:pt idx="167">
                  <c:v>7.9675000000000002</c:v>
                </c:pt>
                <c:pt idx="168">
                  <c:v>8.4989000000000008</c:v>
                </c:pt>
                <c:pt idx="169">
                  <c:v>8.7363999999999997</c:v>
                </c:pt>
                <c:pt idx="170">
                  <c:v>8.7109000000000005</c:v>
                </c:pt>
                <c:pt idx="171">
                  <c:v>9.3251000000000008</c:v>
                </c:pt>
                <c:pt idx="172">
                  <c:v>9.1372</c:v>
                </c:pt>
                <c:pt idx="173">
                  <c:v>10.290800000000001</c:v>
                </c:pt>
                <c:pt idx="174">
                  <c:v>10.452199999999999</c:v>
                </c:pt>
                <c:pt idx="175">
                  <c:v>9.3529999999999998</c:v>
                </c:pt>
                <c:pt idx="176">
                  <c:v>9.0452999999999992</c:v>
                </c:pt>
                <c:pt idx="177">
                  <c:v>8.3486999999999991</c:v>
                </c:pt>
                <c:pt idx="178">
                  <c:v>8.1987000000000005</c:v>
                </c:pt>
                <c:pt idx="179">
                  <c:v>8.4826999999999995</c:v>
                </c:pt>
                <c:pt idx="180">
                  <c:v>8.3941999999999997</c:v>
                </c:pt>
                <c:pt idx="181">
                  <c:v>8.5175442033676863</c:v>
                </c:pt>
              </c:numCache>
            </c:numRef>
          </c:val>
          <c:smooth val="0"/>
          <c:extLst>
            <c:ext xmlns:c16="http://schemas.microsoft.com/office/drawing/2014/chart" uri="{C3380CC4-5D6E-409C-BE32-E72D297353CC}">
              <c16:uniqueId val="{00000000-511A-4CCA-B213-533DD7F662F9}"/>
            </c:ext>
          </c:extLst>
        </c:ser>
        <c:ser>
          <c:idx val="1"/>
          <c:order val="1"/>
          <c:tx>
            <c:strRef>
              <c:f>Ibovespa!$L$7</c:f>
              <c:strCache>
                <c:ptCount val="1"/>
                <c:pt idx="0">
                  <c:v>Avg.</c:v>
                </c:pt>
              </c:strCache>
            </c:strRef>
          </c:tx>
          <c:spPr>
            <a:ln w="22225" cap="rnd">
              <a:solidFill>
                <a:schemeClr val="accent3"/>
              </a:solidFill>
              <a:prstDash val="dash"/>
              <a:round/>
            </a:ln>
            <a:effectLst/>
          </c:spPr>
          <c:marker>
            <c:symbol val="none"/>
          </c:marker>
          <c:cat>
            <c:numRef>
              <c:f>Ibovespa!$J$8:$J$189</c:f>
              <c:numCache>
                <c:formatCode>m/d/yyyy</c:formatCode>
                <c:ptCount val="182"/>
                <c:pt idx="0">
                  <c:v>40786</c:v>
                </c:pt>
                <c:pt idx="1">
                  <c:v>40816</c:v>
                </c:pt>
                <c:pt idx="2">
                  <c:v>40847</c:v>
                </c:pt>
                <c:pt idx="3">
                  <c:v>40877</c:v>
                </c:pt>
                <c:pt idx="4">
                  <c:v>40907</c:v>
                </c:pt>
                <c:pt idx="5">
                  <c:v>40939</c:v>
                </c:pt>
                <c:pt idx="6">
                  <c:v>40968</c:v>
                </c:pt>
                <c:pt idx="7">
                  <c:v>40998</c:v>
                </c:pt>
                <c:pt idx="8">
                  <c:v>41029</c:v>
                </c:pt>
                <c:pt idx="9">
                  <c:v>41060</c:v>
                </c:pt>
                <c:pt idx="10">
                  <c:v>41089</c:v>
                </c:pt>
                <c:pt idx="11">
                  <c:v>41121</c:v>
                </c:pt>
                <c:pt idx="12">
                  <c:v>41152</c:v>
                </c:pt>
                <c:pt idx="13">
                  <c:v>41180</c:v>
                </c:pt>
                <c:pt idx="14">
                  <c:v>41213</c:v>
                </c:pt>
                <c:pt idx="15">
                  <c:v>41243</c:v>
                </c:pt>
                <c:pt idx="16">
                  <c:v>41274</c:v>
                </c:pt>
                <c:pt idx="17">
                  <c:v>41305</c:v>
                </c:pt>
                <c:pt idx="18">
                  <c:v>41333</c:v>
                </c:pt>
                <c:pt idx="19">
                  <c:v>41362</c:v>
                </c:pt>
                <c:pt idx="20">
                  <c:v>41394</c:v>
                </c:pt>
                <c:pt idx="21">
                  <c:v>41425</c:v>
                </c:pt>
                <c:pt idx="22">
                  <c:v>41453</c:v>
                </c:pt>
                <c:pt idx="23">
                  <c:v>41486</c:v>
                </c:pt>
                <c:pt idx="24">
                  <c:v>41516</c:v>
                </c:pt>
                <c:pt idx="25">
                  <c:v>41547</c:v>
                </c:pt>
                <c:pt idx="26">
                  <c:v>41578</c:v>
                </c:pt>
                <c:pt idx="27">
                  <c:v>41607</c:v>
                </c:pt>
                <c:pt idx="28">
                  <c:v>41639</c:v>
                </c:pt>
                <c:pt idx="29">
                  <c:v>41670</c:v>
                </c:pt>
                <c:pt idx="30">
                  <c:v>41698</c:v>
                </c:pt>
                <c:pt idx="31">
                  <c:v>41729</c:v>
                </c:pt>
                <c:pt idx="32">
                  <c:v>41759</c:v>
                </c:pt>
                <c:pt idx="33">
                  <c:v>41789</c:v>
                </c:pt>
                <c:pt idx="34">
                  <c:v>41820</c:v>
                </c:pt>
                <c:pt idx="35">
                  <c:v>41851</c:v>
                </c:pt>
                <c:pt idx="36">
                  <c:v>41880</c:v>
                </c:pt>
                <c:pt idx="37">
                  <c:v>41912</c:v>
                </c:pt>
                <c:pt idx="38">
                  <c:v>41943</c:v>
                </c:pt>
                <c:pt idx="39">
                  <c:v>41971</c:v>
                </c:pt>
                <c:pt idx="40">
                  <c:v>42004</c:v>
                </c:pt>
                <c:pt idx="41">
                  <c:v>42034</c:v>
                </c:pt>
                <c:pt idx="42">
                  <c:v>42062</c:v>
                </c:pt>
                <c:pt idx="43">
                  <c:v>42094</c:v>
                </c:pt>
                <c:pt idx="44">
                  <c:v>42124</c:v>
                </c:pt>
                <c:pt idx="45">
                  <c:v>42153</c:v>
                </c:pt>
                <c:pt idx="46">
                  <c:v>42185</c:v>
                </c:pt>
                <c:pt idx="47">
                  <c:v>42216</c:v>
                </c:pt>
                <c:pt idx="48">
                  <c:v>42247</c:v>
                </c:pt>
                <c:pt idx="49">
                  <c:v>42277</c:v>
                </c:pt>
                <c:pt idx="50">
                  <c:v>42307</c:v>
                </c:pt>
                <c:pt idx="51">
                  <c:v>42338</c:v>
                </c:pt>
                <c:pt idx="52">
                  <c:v>42369</c:v>
                </c:pt>
                <c:pt idx="53">
                  <c:v>42398</c:v>
                </c:pt>
                <c:pt idx="54">
                  <c:v>42429</c:v>
                </c:pt>
                <c:pt idx="55">
                  <c:v>42460</c:v>
                </c:pt>
                <c:pt idx="56">
                  <c:v>42489</c:v>
                </c:pt>
                <c:pt idx="57">
                  <c:v>42521</c:v>
                </c:pt>
                <c:pt idx="58">
                  <c:v>42551</c:v>
                </c:pt>
                <c:pt idx="59">
                  <c:v>42580</c:v>
                </c:pt>
                <c:pt idx="60">
                  <c:v>42613</c:v>
                </c:pt>
                <c:pt idx="61">
                  <c:v>42643</c:v>
                </c:pt>
                <c:pt idx="62">
                  <c:v>42674</c:v>
                </c:pt>
                <c:pt idx="63">
                  <c:v>42704</c:v>
                </c:pt>
                <c:pt idx="64">
                  <c:v>42734</c:v>
                </c:pt>
                <c:pt idx="65">
                  <c:v>42766</c:v>
                </c:pt>
                <c:pt idx="66">
                  <c:v>42794</c:v>
                </c:pt>
                <c:pt idx="67">
                  <c:v>42825</c:v>
                </c:pt>
                <c:pt idx="68">
                  <c:v>42853</c:v>
                </c:pt>
                <c:pt idx="69">
                  <c:v>42886</c:v>
                </c:pt>
                <c:pt idx="70">
                  <c:v>42916</c:v>
                </c:pt>
                <c:pt idx="71">
                  <c:v>42947</c:v>
                </c:pt>
                <c:pt idx="72">
                  <c:v>42978</c:v>
                </c:pt>
                <c:pt idx="73">
                  <c:v>43007</c:v>
                </c:pt>
                <c:pt idx="74">
                  <c:v>43039</c:v>
                </c:pt>
                <c:pt idx="75">
                  <c:v>43069</c:v>
                </c:pt>
                <c:pt idx="76">
                  <c:v>43098</c:v>
                </c:pt>
                <c:pt idx="77">
                  <c:v>43131</c:v>
                </c:pt>
                <c:pt idx="78">
                  <c:v>43159</c:v>
                </c:pt>
                <c:pt idx="79">
                  <c:v>43189</c:v>
                </c:pt>
                <c:pt idx="80">
                  <c:v>43220</c:v>
                </c:pt>
                <c:pt idx="81">
                  <c:v>43251</c:v>
                </c:pt>
                <c:pt idx="82">
                  <c:v>43280</c:v>
                </c:pt>
                <c:pt idx="83">
                  <c:v>43312</c:v>
                </c:pt>
                <c:pt idx="84">
                  <c:v>43343</c:v>
                </c:pt>
                <c:pt idx="85">
                  <c:v>43371</c:v>
                </c:pt>
                <c:pt idx="86">
                  <c:v>43404</c:v>
                </c:pt>
                <c:pt idx="87">
                  <c:v>43434</c:v>
                </c:pt>
                <c:pt idx="88">
                  <c:v>43465</c:v>
                </c:pt>
                <c:pt idx="89">
                  <c:v>43496</c:v>
                </c:pt>
                <c:pt idx="90">
                  <c:v>43524</c:v>
                </c:pt>
                <c:pt idx="91">
                  <c:v>43553</c:v>
                </c:pt>
                <c:pt idx="92">
                  <c:v>43585</c:v>
                </c:pt>
                <c:pt idx="93">
                  <c:v>43616</c:v>
                </c:pt>
                <c:pt idx="94">
                  <c:v>43644</c:v>
                </c:pt>
                <c:pt idx="95">
                  <c:v>43677</c:v>
                </c:pt>
                <c:pt idx="96">
                  <c:v>43707</c:v>
                </c:pt>
                <c:pt idx="97">
                  <c:v>43738</c:v>
                </c:pt>
                <c:pt idx="98">
                  <c:v>43769</c:v>
                </c:pt>
                <c:pt idx="99">
                  <c:v>43798</c:v>
                </c:pt>
                <c:pt idx="100">
                  <c:v>43830</c:v>
                </c:pt>
                <c:pt idx="101">
                  <c:v>43861</c:v>
                </c:pt>
                <c:pt idx="102">
                  <c:v>43889</c:v>
                </c:pt>
                <c:pt idx="103">
                  <c:v>43921</c:v>
                </c:pt>
                <c:pt idx="104">
                  <c:v>43951</c:v>
                </c:pt>
                <c:pt idx="105">
                  <c:v>43980</c:v>
                </c:pt>
                <c:pt idx="106">
                  <c:v>44012</c:v>
                </c:pt>
                <c:pt idx="107">
                  <c:v>44043</c:v>
                </c:pt>
                <c:pt idx="108">
                  <c:v>44074</c:v>
                </c:pt>
                <c:pt idx="109">
                  <c:v>44104</c:v>
                </c:pt>
                <c:pt idx="110">
                  <c:v>44134</c:v>
                </c:pt>
                <c:pt idx="111">
                  <c:v>44165</c:v>
                </c:pt>
                <c:pt idx="112">
                  <c:v>44196</c:v>
                </c:pt>
                <c:pt idx="113">
                  <c:v>44225</c:v>
                </c:pt>
                <c:pt idx="114">
                  <c:v>44253</c:v>
                </c:pt>
                <c:pt idx="115">
                  <c:v>44286</c:v>
                </c:pt>
                <c:pt idx="116">
                  <c:v>44316</c:v>
                </c:pt>
                <c:pt idx="117">
                  <c:v>44347</c:v>
                </c:pt>
                <c:pt idx="118">
                  <c:v>44377</c:v>
                </c:pt>
                <c:pt idx="119">
                  <c:v>44407</c:v>
                </c:pt>
                <c:pt idx="120">
                  <c:v>44439</c:v>
                </c:pt>
                <c:pt idx="121">
                  <c:v>44469</c:v>
                </c:pt>
                <c:pt idx="122">
                  <c:v>44498</c:v>
                </c:pt>
                <c:pt idx="123">
                  <c:v>44530</c:v>
                </c:pt>
                <c:pt idx="124">
                  <c:v>44561</c:v>
                </c:pt>
                <c:pt idx="125">
                  <c:v>44592</c:v>
                </c:pt>
                <c:pt idx="126">
                  <c:v>44620</c:v>
                </c:pt>
                <c:pt idx="127">
                  <c:v>44651</c:v>
                </c:pt>
                <c:pt idx="128">
                  <c:v>44680</c:v>
                </c:pt>
                <c:pt idx="129">
                  <c:v>44712</c:v>
                </c:pt>
                <c:pt idx="130">
                  <c:v>44742</c:v>
                </c:pt>
                <c:pt idx="131">
                  <c:v>44771</c:v>
                </c:pt>
                <c:pt idx="132">
                  <c:v>44804</c:v>
                </c:pt>
                <c:pt idx="133">
                  <c:v>44834</c:v>
                </c:pt>
                <c:pt idx="134">
                  <c:v>44865</c:v>
                </c:pt>
                <c:pt idx="135">
                  <c:v>44895</c:v>
                </c:pt>
                <c:pt idx="136">
                  <c:v>44925</c:v>
                </c:pt>
                <c:pt idx="137">
                  <c:v>44957</c:v>
                </c:pt>
                <c:pt idx="138">
                  <c:v>44985</c:v>
                </c:pt>
                <c:pt idx="139">
                  <c:v>45016</c:v>
                </c:pt>
                <c:pt idx="140">
                  <c:v>45044</c:v>
                </c:pt>
                <c:pt idx="141">
                  <c:v>45077</c:v>
                </c:pt>
                <c:pt idx="142">
                  <c:v>45107</c:v>
                </c:pt>
                <c:pt idx="143">
                  <c:v>45138</c:v>
                </c:pt>
                <c:pt idx="144">
                  <c:v>45169</c:v>
                </c:pt>
                <c:pt idx="145">
                  <c:v>45198</c:v>
                </c:pt>
                <c:pt idx="146">
                  <c:v>45230</c:v>
                </c:pt>
                <c:pt idx="147">
                  <c:v>45260</c:v>
                </c:pt>
                <c:pt idx="148">
                  <c:v>45289</c:v>
                </c:pt>
                <c:pt idx="149">
                  <c:v>45322</c:v>
                </c:pt>
                <c:pt idx="150">
                  <c:v>45351</c:v>
                </c:pt>
                <c:pt idx="151">
                  <c:v>45380</c:v>
                </c:pt>
                <c:pt idx="152">
                  <c:v>45412</c:v>
                </c:pt>
                <c:pt idx="153">
                  <c:v>45443</c:v>
                </c:pt>
                <c:pt idx="154">
                  <c:v>45471</c:v>
                </c:pt>
                <c:pt idx="155">
                  <c:v>45504</c:v>
                </c:pt>
                <c:pt idx="156">
                  <c:v>45534</c:v>
                </c:pt>
                <c:pt idx="157">
                  <c:v>45565</c:v>
                </c:pt>
                <c:pt idx="158">
                  <c:v>45596</c:v>
                </c:pt>
                <c:pt idx="159">
                  <c:v>45625</c:v>
                </c:pt>
                <c:pt idx="160">
                  <c:v>45657</c:v>
                </c:pt>
                <c:pt idx="161">
                  <c:v>45688</c:v>
                </c:pt>
                <c:pt idx="162">
                  <c:v>45716</c:v>
                </c:pt>
                <c:pt idx="163">
                  <c:v>45747</c:v>
                </c:pt>
                <c:pt idx="164">
                  <c:v>45777</c:v>
                </c:pt>
                <c:pt idx="165">
                  <c:v>45807</c:v>
                </c:pt>
                <c:pt idx="166">
                  <c:v>45838</c:v>
                </c:pt>
                <c:pt idx="167">
                  <c:v>45869</c:v>
                </c:pt>
                <c:pt idx="168">
                  <c:v>45898</c:v>
                </c:pt>
                <c:pt idx="169">
                  <c:v>45930</c:v>
                </c:pt>
                <c:pt idx="170">
                  <c:v>45961</c:v>
                </c:pt>
                <c:pt idx="171">
                  <c:v>45989</c:v>
                </c:pt>
                <c:pt idx="172">
                  <c:v>46022</c:v>
                </c:pt>
                <c:pt idx="173">
                  <c:v>46052</c:v>
                </c:pt>
                <c:pt idx="174">
                  <c:v>46080</c:v>
                </c:pt>
                <c:pt idx="175">
                  <c:v>46112</c:v>
                </c:pt>
                <c:pt idx="176">
                  <c:v>46142</c:v>
                </c:pt>
                <c:pt idx="177">
                  <c:v>46171</c:v>
                </c:pt>
                <c:pt idx="178">
                  <c:v>46203</c:v>
                </c:pt>
                <c:pt idx="179">
                  <c:v>46234</c:v>
                </c:pt>
                <c:pt idx="180">
                  <c:v>46265</c:v>
                </c:pt>
                <c:pt idx="181">
                  <c:v>46294</c:v>
                </c:pt>
              </c:numCache>
            </c:numRef>
          </c:cat>
          <c:val>
            <c:numRef>
              <c:f>Ibovespa!$L$8:$L$189</c:f>
              <c:numCache>
                <c:formatCode>0.00</c:formatCode>
                <c:ptCount val="182"/>
                <c:pt idx="0">
                  <c:v>10.540268924194329</c:v>
                </c:pt>
                <c:pt idx="1">
                  <c:v>10.540268924194329</c:v>
                </c:pt>
                <c:pt idx="2">
                  <c:v>10.540268924194329</c:v>
                </c:pt>
                <c:pt idx="3">
                  <c:v>10.540268924194329</c:v>
                </c:pt>
                <c:pt idx="4">
                  <c:v>10.540268924194329</c:v>
                </c:pt>
                <c:pt idx="5">
                  <c:v>10.540268924194329</c:v>
                </c:pt>
                <c:pt idx="6">
                  <c:v>10.540268924194329</c:v>
                </c:pt>
                <c:pt idx="7">
                  <c:v>10.540268924194329</c:v>
                </c:pt>
                <c:pt idx="8">
                  <c:v>10.540268924194329</c:v>
                </c:pt>
                <c:pt idx="9">
                  <c:v>10.540268924194329</c:v>
                </c:pt>
                <c:pt idx="10">
                  <c:v>10.540268924194329</c:v>
                </c:pt>
                <c:pt idx="11">
                  <c:v>10.540268924194329</c:v>
                </c:pt>
                <c:pt idx="12">
                  <c:v>10.540268924194329</c:v>
                </c:pt>
                <c:pt idx="13">
                  <c:v>10.540268924194329</c:v>
                </c:pt>
                <c:pt idx="14">
                  <c:v>10.540268924194329</c:v>
                </c:pt>
                <c:pt idx="15">
                  <c:v>10.540268924194329</c:v>
                </c:pt>
                <c:pt idx="16">
                  <c:v>10.540268924194329</c:v>
                </c:pt>
                <c:pt idx="17">
                  <c:v>10.540268924194329</c:v>
                </c:pt>
                <c:pt idx="18">
                  <c:v>10.540268924194329</c:v>
                </c:pt>
                <c:pt idx="19">
                  <c:v>10.540268924194329</c:v>
                </c:pt>
                <c:pt idx="20">
                  <c:v>10.540268924194329</c:v>
                </c:pt>
                <c:pt idx="21">
                  <c:v>10.540268924194329</c:v>
                </c:pt>
                <c:pt idx="22">
                  <c:v>10.540268924194329</c:v>
                </c:pt>
                <c:pt idx="23">
                  <c:v>10.540268924194329</c:v>
                </c:pt>
                <c:pt idx="24">
                  <c:v>10.540268924194329</c:v>
                </c:pt>
                <c:pt idx="25">
                  <c:v>10.540268924194329</c:v>
                </c:pt>
                <c:pt idx="26">
                  <c:v>10.540268924194329</c:v>
                </c:pt>
                <c:pt idx="27">
                  <c:v>10.540268924194329</c:v>
                </c:pt>
                <c:pt idx="28">
                  <c:v>10.540268924194329</c:v>
                </c:pt>
                <c:pt idx="29">
                  <c:v>10.540268924194329</c:v>
                </c:pt>
                <c:pt idx="30">
                  <c:v>10.540268924194329</c:v>
                </c:pt>
                <c:pt idx="31">
                  <c:v>10.540268924194329</c:v>
                </c:pt>
                <c:pt idx="32">
                  <c:v>10.540268924194329</c:v>
                </c:pt>
                <c:pt idx="33">
                  <c:v>10.540268924194329</c:v>
                </c:pt>
                <c:pt idx="34">
                  <c:v>10.540268924194329</c:v>
                </c:pt>
                <c:pt idx="35">
                  <c:v>10.540268924194329</c:v>
                </c:pt>
                <c:pt idx="36">
                  <c:v>10.540268924194329</c:v>
                </c:pt>
                <c:pt idx="37">
                  <c:v>10.540268924194329</c:v>
                </c:pt>
                <c:pt idx="38">
                  <c:v>10.540268924194329</c:v>
                </c:pt>
                <c:pt idx="39">
                  <c:v>10.540268924194329</c:v>
                </c:pt>
                <c:pt idx="40">
                  <c:v>10.540268924194329</c:v>
                </c:pt>
                <c:pt idx="41">
                  <c:v>10.540268924194329</c:v>
                </c:pt>
                <c:pt idx="42">
                  <c:v>10.540268924194329</c:v>
                </c:pt>
                <c:pt idx="43">
                  <c:v>10.540268924194329</c:v>
                </c:pt>
                <c:pt idx="44">
                  <c:v>10.540268924194329</c:v>
                </c:pt>
                <c:pt idx="45">
                  <c:v>10.540268924194329</c:v>
                </c:pt>
                <c:pt idx="46">
                  <c:v>10.540268924194329</c:v>
                </c:pt>
                <c:pt idx="47">
                  <c:v>10.540268924194329</c:v>
                </c:pt>
                <c:pt idx="48">
                  <c:v>10.540268924194329</c:v>
                </c:pt>
                <c:pt idx="49">
                  <c:v>10.540268924194329</c:v>
                </c:pt>
                <c:pt idx="50">
                  <c:v>10.540268924194329</c:v>
                </c:pt>
                <c:pt idx="51">
                  <c:v>10.540268924194329</c:v>
                </c:pt>
                <c:pt idx="52">
                  <c:v>10.540268924194329</c:v>
                </c:pt>
                <c:pt idx="53">
                  <c:v>10.540268924194329</c:v>
                </c:pt>
                <c:pt idx="54">
                  <c:v>10.540268924194329</c:v>
                </c:pt>
                <c:pt idx="55">
                  <c:v>10.540268924194329</c:v>
                </c:pt>
                <c:pt idx="56">
                  <c:v>10.540268924194329</c:v>
                </c:pt>
                <c:pt idx="57">
                  <c:v>10.540268924194329</c:v>
                </c:pt>
                <c:pt idx="58">
                  <c:v>10.540268924194329</c:v>
                </c:pt>
                <c:pt idx="59">
                  <c:v>10.540268924194329</c:v>
                </c:pt>
                <c:pt idx="60">
                  <c:v>10.540268924194329</c:v>
                </c:pt>
                <c:pt idx="61">
                  <c:v>10.540268924194329</c:v>
                </c:pt>
                <c:pt idx="62">
                  <c:v>10.540268924194329</c:v>
                </c:pt>
                <c:pt idx="63">
                  <c:v>10.540268924194329</c:v>
                </c:pt>
                <c:pt idx="64">
                  <c:v>10.540268924194329</c:v>
                </c:pt>
                <c:pt idx="65">
                  <c:v>10.540268924194329</c:v>
                </c:pt>
                <c:pt idx="66">
                  <c:v>10.540268924194329</c:v>
                </c:pt>
                <c:pt idx="67">
                  <c:v>10.540268924194329</c:v>
                </c:pt>
                <c:pt idx="68">
                  <c:v>10.540268924194329</c:v>
                </c:pt>
                <c:pt idx="69">
                  <c:v>10.540268924194329</c:v>
                </c:pt>
                <c:pt idx="70">
                  <c:v>10.540268924194329</c:v>
                </c:pt>
                <c:pt idx="71">
                  <c:v>10.540268924194329</c:v>
                </c:pt>
                <c:pt idx="72">
                  <c:v>10.540268924194329</c:v>
                </c:pt>
                <c:pt idx="73">
                  <c:v>10.540268924194329</c:v>
                </c:pt>
                <c:pt idx="74">
                  <c:v>10.540268924194329</c:v>
                </c:pt>
                <c:pt idx="75">
                  <c:v>10.540268924194329</c:v>
                </c:pt>
                <c:pt idx="76">
                  <c:v>10.540268924194329</c:v>
                </c:pt>
                <c:pt idx="77">
                  <c:v>10.540268924194329</c:v>
                </c:pt>
                <c:pt idx="78">
                  <c:v>10.540268924194329</c:v>
                </c:pt>
                <c:pt idx="79">
                  <c:v>10.540268924194329</c:v>
                </c:pt>
                <c:pt idx="80">
                  <c:v>10.540268924194329</c:v>
                </c:pt>
                <c:pt idx="81">
                  <c:v>10.540268924194329</c:v>
                </c:pt>
                <c:pt idx="82">
                  <c:v>10.540268924194329</c:v>
                </c:pt>
                <c:pt idx="83">
                  <c:v>10.540268924194329</c:v>
                </c:pt>
                <c:pt idx="84">
                  <c:v>10.540268924194329</c:v>
                </c:pt>
                <c:pt idx="85">
                  <c:v>10.540268924194329</c:v>
                </c:pt>
                <c:pt idx="86">
                  <c:v>10.540268924194329</c:v>
                </c:pt>
                <c:pt idx="87">
                  <c:v>10.540268924194329</c:v>
                </c:pt>
                <c:pt idx="88">
                  <c:v>10.540268924194329</c:v>
                </c:pt>
                <c:pt idx="89">
                  <c:v>10.540268924194329</c:v>
                </c:pt>
                <c:pt idx="90">
                  <c:v>10.540268924194329</c:v>
                </c:pt>
                <c:pt idx="91">
                  <c:v>10.540268924194329</c:v>
                </c:pt>
                <c:pt idx="92">
                  <c:v>10.540268924194329</c:v>
                </c:pt>
                <c:pt idx="93">
                  <c:v>10.540268924194329</c:v>
                </c:pt>
                <c:pt idx="94">
                  <c:v>10.540268924194329</c:v>
                </c:pt>
                <c:pt idx="95">
                  <c:v>10.540268924194329</c:v>
                </c:pt>
                <c:pt idx="96">
                  <c:v>10.540268924194329</c:v>
                </c:pt>
                <c:pt idx="97">
                  <c:v>10.540268924194329</c:v>
                </c:pt>
                <c:pt idx="98">
                  <c:v>10.540268924194329</c:v>
                </c:pt>
                <c:pt idx="99">
                  <c:v>10.540268924194329</c:v>
                </c:pt>
                <c:pt idx="100">
                  <c:v>10.540268924194329</c:v>
                </c:pt>
                <c:pt idx="101">
                  <c:v>10.540268924194329</c:v>
                </c:pt>
                <c:pt idx="102">
                  <c:v>10.540268924194329</c:v>
                </c:pt>
                <c:pt idx="103">
                  <c:v>10.540268924194329</c:v>
                </c:pt>
                <c:pt idx="104">
                  <c:v>10.540268924194329</c:v>
                </c:pt>
                <c:pt idx="105">
                  <c:v>10.540268924194329</c:v>
                </c:pt>
                <c:pt idx="106">
                  <c:v>10.540268924194329</c:v>
                </c:pt>
                <c:pt idx="107">
                  <c:v>10.540268924194329</c:v>
                </c:pt>
                <c:pt idx="108">
                  <c:v>10.540268924194329</c:v>
                </c:pt>
                <c:pt idx="109">
                  <c:v>10.540268924194329</c:v>
                </c:pt>
                <c:pt idx="110">
                  <c:v>10.540268924194329</c:v>
                </c:pt>
                <c:pt idx="111">
                  <c:v>10.540268924194329</c:v>
                </c:pt>
                <c:pt idx="112">
                  <c:v>10.540268924194329</c:v>
                </c:pt>
                <c:pt idx="113">
                  <c:v>10.540268924194329</c:v>
                </c:pt>
                <c:pt idx="114">
                  <c:v>10.540268924194329</c:v>
                </c:pt>
                <c:pt idx="115">
                  <c:v>10.540268924194329</c:v>
                </c:pt>
                <c:pt idx="116">
                  <c:v>10.540268924194329</c:v>
                </c:pt>
                <c:pt idx="117">
                  <c:v>10.540268924194329</c:v>
                </c:pt>
                <c:pt idx="118">
                  <c:v>10.540268924194329</c:v>
                </c:pt>
                <c:pt idx="119">
                  <c:v>10.540268924194329</c:v>
                </c:pt>
                <c:pt idx="120">
                  <c:v>10.540268924194329</c:v>
                </c:pt>
                <c:pt idx="121">
                  <c:v>10.540268924194329</c:v>
                </c:pt>
                <c:pt idx="122">
                  <c:v>10.540268924194329</c:v>
                </c:pt>
                <c:pt idx="123">
                  <c:v>10.540268924194329</c:v>
                </c:pt>
                <c:pt idx="124">
                  <c:v>10.540268924194329</c:v>
                </c:pt>
                <c:pt idx="125">
                  <c:v>10.540268924194329</c:v>
                </c:pt>
                <c:pt idx="126">
                  <c:v>10.540268924194329</c:v>
                </c:pt>
                <c:pt idx="127">
                  <c:v>10.540268924194329</c:v>
                </c:pt>
                <c:pt idx="128">
                  <c:v>10.540268924194329</c:v>
                </c:pt>
                <c:pt idx="129">
                  <c:v>10.540268924194329</c:v>
                </c:pt>
                <c:pt idx="130">
                  <c:v>10.540268924194329</c:v>
                </c:pt>
                <c:pt idx="131">
                  <c:v>10.540268924194329</c:v>
                </c:pt>
                <c:pt idx="132">
                  <c:v>10.540268924194329</c:v>
                </c:pt>
                <c:pt idx="133">
                  <c:v>10.540268924194329</c:v>
                </c:pt>
                <c:pt idx="134">
                  <c:v>10.540268924194329</c:v>
                </c:pt>
                <c:pt idx="135">
                  <c:v>10.540268924194329</c:v>
                </c:pt>
                <c:pt idx="136">
                  <c:v>10.540268924194329</c:v>
                </c:pt>
                <c:pt idx="137">
                  <c:v>10.540268924194329</c:v>
                </c:pt>
                <c:pt idx="138">
                  <c:v>10.540268924194329</c:v>
                </c:pt>
                <c:pt idx="139">
                  <c:v>10.540268924194329</c:v>
                </c:pt>
                <c:pt idx="140">
                  <c:v>10.540268924194329</c:v>
                </c:pt>
                <c:pt idx="141">
                  <c:v>10.540268924194329</c:v>
                </c:pt>
                <c:pt idx="142">
                  <c:v>10.540268924194329</c:v>
                </c:pt>
                <c:pt idx="143">
                  <c:v>10.540268924194329</c:v>
                </c:pt>
                <c:pt idx="144">
                  <c:v>10.540268924194329</c:v>
                </c:pt>
                <c:pt idx="145">
                  <c:v>10.540268924194329</c:v>
                </c:pt>
                <c:pt idx="146">
                  <c:v>10.540268924194329</c:v>
                </c:pt>
                <c:pt idx="147">
                  <c:v>10.540268924194329</c:v>
                </c:pt>
                <c:pt idx="148">
                  <c:v>10.540268924194329</c:v>
                </c:pt>
                <c:pt idx="149">
                  <c:v>10.540268924194329</c:v>
                </c:pt>
                <c:pt idx="150">
                  <c:v>10.540268924194329</c:v>
                </c:pt>
                <c:pt idx="151">
                  <c:v>10.540268924194329</c:v>
                </c:pt>
                <c:pt idx="152">
                  <c:v>10.540268924194329</c:v>
                </c:pt>
                <c:pt idx="153">
                  <c:v>10.540268924194329</c:v>
                </c:pt>
                <c:pt idx="154">
                  <c:v>10.540268924194329</c:v>
                </c:pt>
                <c:pt idx="155">
                  <c:v>10.540268924194329</c:v>
                </c:pt>
                <c:pt idx="156">
                  <c:v>10.540268924194329</c:v>
                </c:pt>
                <c:pt idx="157">
                  <c:v>10.540268924194329</c:v>
                </c:pt>
                <c:pt idx="158">
                  <c:v>10.540268924194329</c:v>
                </c:pt>
                <c:pt idx="159">
                  <c:v>10.540268924194329</c:v>
                </c:pt>
                <c:pt idx="160">
                  <c:v>10.540268924194329</c:v>
                </c:pt>
                <c:pt idx="161">
                  <c:v>10.540268924194329</c:v>
                </c:pt>
                <c:pt idx="162">
                  <c:v>10.540268924194329</c:v>
                </c:pt>
                <c:pt idx="163">
                  <c:v>10.540268924194329</c:v>
                </c:pt>
                <c:pt idx="164">
                  <c:v>10.540268924194329</c:v>
                </c:pt>
                <c:pt idx="165">
                  <c:v>10.540268924194329</c:v>
                </c:pt>
                <c:pt idx="166">
                  <c:v>10.540268924194329</c:v>
                </c:pt>
                <c:pt idx="167">
                  <c:v>10.540268924194329</c:v>
                </c:pt>
                <c:pt idx="168">
                  <c:v>10.540268924194329</c:v>
                </c:pt>
                <c:pt idx="169">
                  <c:v>10.540268924194329</c:v>
                </c:pt>
                <c:pt idx="170">
                  <c:v>10.540268924194329</c:v>
                </c:pt>
                <c:pt idx="171">
                  <c:v>10.540268924194329</c:v>
                </c:pt>
                <c:pt idx="172">
                  <c:v>10.540268924194329</c:v>
                </c:pt>
                <c:pt idx="173">
                  <c:v>10.540268924194329</c:v>
                </c:pt>
                <c:pt idx="174">
                  <c:v>10.540268924194329</c:v>
                </c:pt>
                <c:pt idx="175">
                  <c:v>10.540268924194329</c:v>
                </c:pt>
                <c:pt idx="176">
                  <c:v>10.540268924194329</c:v>
                </c:pt>
                <c:pt idx="177">
                  <c:v>10.540268924194329</c:v>
                </c:pt>
                <c:pt idx="178">
                  <c:v>10.540268924194329</c:v>
                </c:pt>
                <c:pt idx="179">
                  <c:v>10.540268924194329</c:v>
                </c:pt>
                <c:pt idx="180">
                  <c:v>10.540268924194329</c:v>
                </c:pt>
                <c:pt idx="181">
                  <c:v>10.540268924194329</c:v>
                </c:pt>
              </c:numCache>
            </c:numRef>
          </c:val>
          <c:smooth val="0"/>
          <c:extLst>
            <c:ext xmlns:c16="http://schemas.microsoft.com/office/drawing/2014/chart" uri="{C3380CC4-5D6E-409C-BE32-E72D297353CC}">
              <c16:uniqueId val="{00000001-511A-4CCA-B213-533DD7F662F9}"/>
            </c:ext>
          </c:extLst>
        </c:ser>
        <c:ser>
          <c:idx val="2"/>
          <c:order val="2"/>
          <c:tx>
            <c:strRef>
              <c:f>Ibovespa!$M$7</c:f>
              <c:strCache>
                <c:ptCount val="1"/>
                <c:pt idx="0">
                  <c:v>-1 std.</c:v>
                </c:pt>
              </c:strCache>
            </c:strRef>
          </c:tx>
          <c:spPr>
            <a:ln w="22225" cap="rnd">
              <a:solidFill>
                <a:schemeClr val="accent3"/>
              </a:solidFill>
              <a:prstDash val="dash"/>
              <a:round/>
            </a:ln>
            <a:effectLst/>
          </c:spPr>
          <c:marker>
            <c:symbol val="none"/>
          </c:marker>
          <c:cat>
            <c:numRef>
              <c:f>Ibovespa!$J$8:$J$189</c:f>
              <c:numCache>
                <c:formatCode>m/d/yyyy</c:formatCode>
                <c:ptCount val="182"/>
                <c:pt idx="0">
                  <c:v>40786</c:v>
                </c:pt>
                <c:pt idx="1">
                  <c:v>40816</c:v>
                </c:pt>
                <c:pt idx="2">
                  <c:v>40847</c:v>
                </c:pt>
                <c:pt idx="3">
                  <c:v>40877</c:v>
                </c:pt>
                <c:pt idx="4">
                  <c:v>40907</c:v>
                </c:pt>
                <c:pt idx="5">
                  <c:v>40939</c:v>
                </c:pt>
                <c:pt idx="6">
                  <c:v>40968</c:v>
                </c:pt>
                <c:pt idx="7">
                  <c:v>40998</c:v>
                </c:pt>
                <c:pt idx="8">
                  <c:v>41029</c:v>
                </c:pt>
                <c:pt idx="9">
                  <c:v>41060</c:v>
                </c:pt>
                <c:pt idx="10">
                  <c:v>41089</c:v>
                </c:pt>
                <c:pt idx="11">
                  <c:v>41121</c:v>
                </c:pt>
                <c:pt idx="12">
                  <c:v>41152</c:v>
                </c:pt>
                <c:pt idx="13">
                  <c:v>41180</c:v>
                </c:pt>
                <c:pt idx="14">
                  <c:v>41213</c:v>
                </c:pt>
                <c:pt idx="15">
                  <c:v>41243</c:v>
                </c:pt>
                <c:pt idx="16">
                  <c:v>41274</c:v>
                </c:pt>
                <c:pt idx="17">
                  <c:v>41305</c:v>
                </c:pt>
                <c:pt idx="18">
                  <c:v>41333</c:v>
                </c:pt>
                <c:pt idx="19">
                  <c:v>41362</c:v>
                </c:pt>
                <c:pt idx="20">
                  <c:v>41394</c:v>
                </c:pt>
                <c:pt idx="21">
                  <c:v>41425</c:v>
                </c:pt>
                <c:pt idx="22">
                  <c:v>41453</c:v>
                </c:pt>
                <c:pt idx="23">
                  <c:v>41486</c:v>
                </c:pt>
                <c:pt idx="24">
                  <c:v>41516</c:v>
                </c:pt>
                <c:pt idx="25">
                  <c:v>41547</c:v>
                </c:pt>
                <c:pt idx="26">
                  <c:v>41578</c:v>
                </c:pt>
                <c:pt idx="27">
                  <c:v>41607</c:v>
                </c:pt>
                <c:pt idx="28">
                  <c:v>41639</c:v>
                </c:pt>
                <c:pt idx="29">
                  <c:v>41670</c:v>
                </c:pt>
                <c:pt idx="30">
                  <c:v>41698</c:v>
                </c:pt>
                <c:pt idx="31">
                  <c:v>41729</c:v>
                </c:pt>
                <c:pt idx="32">
                  <c:v>41759</c:v>
                </c:pt>
                <c:pt idx="33">
                  <c:v>41789</c:v>
                </c:pt>
                <c:pt idx="34">
                  <c:v>41820</c:v>
                </c:pt>
                <c:pt idx="35">
                  <c:v>41851</c:v>
                </c:pt>
                <c:pt idx="36">
                  <c:v>41880</c:v>
                </c:pt>
                <c:pt idx="37">
                  <c:v>41912</c:v>
                </c:pt>
                <c:pt idx="38">
                  <c:v>41943</c:v>
                </c:pt>
                <c:pt idx="39">
                  <c:v>41971</c:v>
                </c:pt>
                <c:pt idx="40">
                  <c:v>42004</c:v>
                </c:pt>
                <c:pt idx="41">
                  <c:v>42034</c:v>
                </c:pt>
                <c:pt idx="42">
                  <c:v>42062</c:v>
                </c:pt>
                <c:pt idx="43">
                  <c:v>42094</c:v>
                </c:pt>
                <c:pt idx="44">
                  <c:v>42124</c:v>
                </c:pt>
                <c:pt idx="45">
                  <c:v>42153</c:v>
                </c:pt>
                <c:pt idx="46">
                  <c:v>42185</c:v>
                </c:pt>
                <c:pt idx="47">
                  <c:v>42216</c:v>
                </c:pt>
                <c:pt idx="48">
                  <c:v>42247</c:v>
                </c:pt>
                <c:pt idx="49">
                  <c:v>42277</c:v>
                </c:pt>
                <c:pt idx="50">
                  <c:v>42307</c:v>
                </c:pt>
                <c:pt idx="51">
                  <c:v>42338</c:v>
                </c:pt>
                <c:pt idx="52">
                  <c:v>42369</c:v>
                </c:pt>
                <c:pt idx="53">
                  <c:v>42398</c:v>
                </c:pt>
                <c:pt idx="54">
                  <c:v>42429</c:v>
                </c:pt>
                <c:pt idx="55">
                  <c:v>42460</c:v>
                </c:pt>
                <c:pt idx="56">
                  <c:v>42489</c:v>
                </c:pt>
                <c:pt idx="57">
                  <c:v>42521</c:v>
                </c:pt>
                <c:pt idx="58">
                  <c:v>42551</c:v>
                </c:pt>
                <c:pt idx="59">
                  <c:v>42580</c:v>
                </c:pt>
                <c:pt idx="60">
                  <c:v>42613</c:v>
                </c:pt>
                <c:pt idx="61">
                  <c:v>42643</c:v>
                </c:pt>
                <c:pt idx="62">
                  <c:v>42674</c:v>
                </c:pt>
                <c:pt idx="63">
                  <c:v>42704</c:v>
                </c:pt>
                <c:pt idx="64">
                  <c:v>42734</c:v>
                </c:pt>
                <c:pt idx="65">
                  <c:v>42766</c:v>
                </c:pt>
                <c:pt idx="66">
                  <c:v>42794</c:v>
                </c:pt>
                <c:pt idx="67">
                  <c:v>42825</c:v>
                </c:pt>
                <c:pt idx="68">
                  <c:v>42853</c:v>
                </c:pt>
                <c:pt idx="69">
                  <c:v>42886</c:v>
                </c:pt>
                <c:pt idx="70">
                  <c:v>42916</c:v>
                </c:pt>
                <c:pt idx="71">
                  <c:v>42947</c:v>
                </c:pt>
                <c:pt idx="72">
                  <c:v>42978</c:v>
                </c:pt>
                <c:pt idx="73">
                  <c:v>43007</c:v>
                </c:pt>
                <c:pt idx="74">
                  <c:v>43039</c:v>
                </c:pt>
                <c:pt idx="75">
                  <c:v>43069</c:v>
                </c:pt>
                <c:pt idx="76">
                  <c:v>43098</c:v>
                </c:pt>
                <c:pt idx="77">
                  <c:v>43131</c:v>
                </c:pt>
                <c:pt idx="78">
                  <c:v>43159</c:v>
                </c:pt>
                <c:pt idx="79">
                  <c:v>43189</c:v>
                </c:pt>
                <c:pt idx="80">
                  <c:v>43220</c:v>
                </c:pt>
                <c:pt idx="81">
                  <c:v>43251</c:v>
                </c:pt>
                <c:pt idx="82">
                  <c:v>43280</c:v>
                </c:pt>
                <c:pt idx="83">
                  <c:v>43312</c:v>
                </c:pt>
                <c:pt idx="84">
                  <c:v>43343</c:v>
                </c:pt>
                <c:pt idx="85">
                  <c:v>43371</c:v>
                </c:pt>
                <c:pt idx="86">
                  <c:v>43404</c:v>
                </c:pt>
                <c:pt idx="87">
                  <c:v>43434</c:v>
                </c:pt>
                <c:pt idx="88">
                  <c:v>43465</c:v>
                </c:pt>
                <c:pt idx="89">
                  <c:v>43496</c:v>
                </c:pt>
                <c:pt idx="90">
                  <c:v>43524</c:v>
                </c:pt>
                <c:pt idx="91">
                  <c:v>43553</c:v>
                </c:pt>
                <c:pt idx="92">
                  <c:v>43585</c:v>
                </c:pt>
                <c:pt idx="93">
                  <c:v>43616</c:v>
                </c:pt>
                <c:pt idx="94">
                  <c:v>43644</c:v>
                </c:pt>
                <c:pt idx="95">
                  <c:v>43677</c:v>
                </c:pt>
                <c:pt idx="96">
                  <c:v>43707</c:v>
                </c:pt>
                <c:pt idx="97">
                  <c:v>43738</c:v>
                </c:pt>
                <c:pt idx="98">
                  <c:v>43769</c:v>
                </c:pt>
                <c:pt idx="99">
                  <c:v>43798</c:v>
                </c:pt>
                <c:pt idx="100">
                  <c:v>43830</c:v>
                </c:pt>
                <c:pt idx="101">
                  <c:v>43861</c:v>
                </c:pt>
                <c:pt idx="102">
                  <c:v>43889</c:v>
                </c:pt>
                <c:pt idx="103">
                  <c:v>43921</c:v>
                </c:pt>
                <c:pt idx="104">
                  <c:v>43951</c:v>
                </c:pt>
                <c:pt idx="105">
                  <c:v>43980</c:v>
                </c:pt>
                <c:pt idx="106">
                  <c:v>44012</c:v>
                </c:pt>
                <c:pt idx="107">
                  <c:v>44043</c:v>
                </c:pt>
                <c:pt idx="108">
                  <c:v>44074</c:v>
                </c:pt>
                <c:pt idx="109">
                  <c:v>44104</c:v>
                </c:pt>
                <c:pt idx="110">
                  <c:v>44134</c:v>
                </c:pt>
                <c:pt idx="111">
                  <c:v>44165</c:v>
                </c:pt>
                <c:pt idx="112">
                  <c:v>44196</c:v>
                </c:pt>
                <c:pt idx="113">
                  <c:v>44225</c:v>
                </c:pt>
                <c:pt idx="114">
                  <c:v>44253</c:v>
                </c:pt>
                <c:pt idx="115">
                  <c:v>44286</c:v>
                </c:pt>
                <c:pt idx="116">
                  <c:v>44316</c:v>
                </c:pt>
                <c:pt idx="117">
                  <c:v>44347</c:v>
                </c:pt>
                <c:pt idx="118">
                  <c:v>44377</c:v>
                </c:pt>
                <c:pt idx="119">
                  <c:v>44407</c:v>
                </c:pt>
                <c:pt idx="120">
                  <c:v>44439</c:v>
                </c:pt>
                <c:pt idx="121">
                  <c:v>44469</c:v>
                </c:pt>
                <c:pt idx="122">
                  <c:v>44498</c:v>
                </c:pt>
                <c:pt idx="123">
                  <c:v>44530</c:v>
                </c:pt>
                <c:pt idx="124">
                  <c:v>44561</c:v>
                </c:pt>
                <c:pt idx="125">
                  <c:v>44592</c:v>
                </c:pt>
                <c:pt idx="126">
                  <c:v>44620</c:v>
                </c:pt>
                <c:pt idx="127">
                  <c:v>44651</c:v>
                </c:pt>
                <c:pt idx="128">
                  <c:v>44680</c:v>
                </c:pt>
                <c:pt idx="129">
                  <c:v>44712</c:v>
                </c:pt>
                <c:pt idx="130">
                  <c:v>44742</c:v>
                </c:pt>
                <c:pt idx="131">
                  <c:v>44771</c:v>
                </c:pt>
                <c:pt idx="132">
                  <c:v>44804</c:v>
                </c:pt>
                <c:pt idx="133">
                  <c:v>44834</c:v>
                </c:pt>
                <c:pt idx="134">
                  <c:v>44865</c:v>
                </c:pt>
                <c:pt idx="135">
                  <c:v>44895</c:v>
                </c:pt>
                <c:pt idx="136">
                  <c:v>44925</c:v>
                </c:pt>
                <c:pt idx="137">
                  <c:v>44957</c:v>
                </c:pt>
                <c:pt idx="138">
                  <c:v>44985</c:v>
                </c:pt>
                <c:pt idx="139">
                  <c:v>45016</c:v>
                </c:pt>
                <c:pt idx="140">
                  <c:v>45044</c:v>
                </c:pt>
                <c:pt idx="141">
                  <c:v>45077</c:v>
                </c:pt>
                <c:pt idx="142">
                  <c:v>45107</c:v>
                </c:pt>
                <c:pt idx="143">
                  <c:v>45138</c:v>
                </c:pt>
                <c:pt idx="144">
                  <c:v>45169</c:v>
                </c:pt>
                <c:pt idx="145">
                  <c:v>45198</c:v>
                </c:pt>
                <c:pt idx="146">
                  <c:v>45230</c:v>
                </c:pt>
                <c:pt idx="147">
                  <c:v>45260</c:v>
                </c:pt>
                <c:pt idx="148">
                  <c:v>45289</c:v>
                </c:pt>
                <c:pt idx="149">
                  <c:v>45322</c:v>
                </c:pt>
                <c:pt idx="150">
                  <c:v>45351</c:v>
                </c:pt>
                <c:pt idx="151">
                  <c:v>45380</c:v>
                </c:pt>
                <c:pt idx="152">
                  <c:v>45412</c:v>
                </c:pt>
                <c:pt idx="153">
                  <c:v>45443</c:v>
                </c:pt>
                <c:pt idx="154">
                  <c:v>45471</c:v>
                </c:pt>
                <c:pt idx="155">
                  <c:v>45504</c:v>
                </c:pt>
                <c:pt idx="156">
                  <c:v>45534</c:v>
                </c:pt>
                <c:pt idx="157">
                  <c:v>45565</c:v>
                </c:pt>
                <c:pt idx="158">
                  <c:v>45596</c:v>
                </c:pt>
                <c:pt idx="159">
                  <c:v>45625</c:v>
                </c:pt>
                <c:pt idx="160">
                  <c:v>45657</c:v>
                </c:pt>
                <c:pt idx="161">
                  <c:v>45688</c:v>
                </c:pt>
                <c:pt idx="162">
                  <c:v>45716</c:v>
                </c:pt>
                <c:pt idx="163">
                  <c:v>45747</c:v>
                </c:pt>
                <c:pt idx="164">
                  <c:v>45777</c:v>
                </c:pt>
                <c:pt idx="165">
                  <c:v>45807</c:v>
                </c:pt>
                <c:pt idx="166">
                  <c:v>45838</c:v>
                </c:pt>
                <c:pt idx="167">
                  <c:v>45869</c:v>
                </c:pt>
                <c:pt idx="168">
                  <c:v>45898</c:v>
                </c:pt>
                <c:pt idx="169">
                  <c:v>45930</c:v>
                </c:pt>
                <c:pt idx="170">
                  <c:v>45961</c:v>
                </c:pt>
                <c:pt idx="171">
                  <c:v>45989</c:v>
                </c:pt>
                <c:pt idx="172">
                  <c:v>46022</c:v>
                </c:pt>
                <c:pt idx="173">
                  <c:v>46052</c:v>
                </c:pt>
                <c:pt idx="174">
                  <c:v>46080</c:v>
                </c:pt>
                <c:pt idx="175">
                  <c:v>46112</c:v>
                </c:pt>
                <c:pt idx="176">
                  <c:v>46142</c:v>
                </c:pt>
                <c:pt idx="177">
                  <c:v>46171</c:v>
                </c:pt>
                <c:pt idx="178">
                  <c:v>46203</c:v>
                </c:pt>
                <c:pt idx="179">
                  <c:v>46234</c:v>
                </c:pt>
                <c:pt idx="180">
                  <c:v>46265</c:v>
                </c:pt>
                <c:pt idx="181">
                  <c:v>46294</c:v>
                </c:pt>
              </c:numCache>
            </c:numRef>
          </c:cat>
          <c:val>
            <c:numRef>
              <c:f>Ibovespa!$M$8:$M$189</c:f>
              <c:numCache>
                <c:formatCode>0.00</c:formatCode>
                <c:ptCount val="182"/>
                <c:pt idx="0">
                  <c:v>7.844429430424058</c:v>
                </c:pt>
                <c:pt idx="1">
                  <c:v>7.844429430424058</c:v>
                </c:pt>
                <c:pt idx="2">
                  <c:v>7.844429430424058</c:v>
                </c:pt>
                <c:pt idx="3">
                  <c:v>7.844429430424058</c:v>
                </c:pt>
                <c:pt idx="4">
                  <c:v>7.844429430424058</c:v>
                </c:pt>
                <c:pt idx="5">
                  <c:v>7.844429430424058</c:v>
                </c:pt>
                <c:pt idx="6">
                  <c:v>7.844429430424058</c:v>
                </c:pt>
                <c:pt idx="7">
                  <c:v>7.844429430424058</c:v>
                </c:pt>
                <c:pt idx="8">
                  <c:v>7.844429430424058</c:v>
                </c:pt>
                <c:pt idx="9">
                  <c:v>7.844429430424058</c:v>
                </c:pt>
                <c:pt idx="10">
                  <c:v>7.844429430424058</c:v>
                </c:pt>
                <c:pt idx="11">
                  <c:v>7.844429430424058</c:v>
                </c:pt>
                <c:pt idx="12">
                  <c:v>7.844429430424058</c:v>
                </c:pt>
                <c:pt idx="13">
                  <c:v>7.844429430424058</c:v>
                </c:pt>
                <c:pt idx="14">
                  <c:v>7.844429430424058</c:v>
                </c:pt>
                <c:pt idx="15">
                  <c:v>7.844429430424058</c:v>
                </c:pt>
                <c:pt idx="16">
                  <c:v>7.844429430424058</c:v>
                </c:pt>
                <c:pt idx="17">
                  <c:v>7.844429430424058</c:v>
                </c:pt>
                <c:pt idx="18">
                  <c:v>7.844429430424058</c:v>
                </c:pt>
                <c:pt idx="19">
                  <c:v>7.844429430424058</c:v>
                </c:pt>
                <c:pt idx="20">
                  <c:v>7.844429430424058</c:v>
                </c:pt>
                <c:pt idx="21">
                  <c:v>7.844429430424058</c:v>
                </c:pt>
                <c:pt idx="22">
                  <c:v>7.844429430424058</c:v>
                </c:pt>
                <c:pt idx="23">
                  <c:v>7.844429430424058</c:v>
                </c:pt>
                <c:pt idx="24">
                  <c:v>7.844429430424058</c:v>
                </c:pt>
                <c:pt idx="25">
                  <c:v>7.844429430424058</c:v>
                </c:pt>
                <c:pt idx="26">
                  <c:v>7.844429430424058</c:v>
                </c:pt>
                <c:pt idx="27">
                  <c:v>7.844429430424058</c:v>
                </c:pt>
                <c:pt idx="28">
                  <c:v>7.844429430424058</c:v>
                </c:pt>
                <c:pt idx="29">
                  <c:v>7.844429430424058</c:v>
                </c:pt>
                <c:pt idx="30">
                  <c:v>7.844429430424058</c:v>
                </c:pt>
                <c:pt idx="31">
                  <c:v>7.844429430424058</c:v>
                </c:pt>
                <c:pt idx="32">
                  <c:v>7.844429430424058</c:v>
                </c:pt>
                <c:pt idx="33">
                  <c:v>7.844429430424058</c:v>
                </c:pt>
                <c:pt idx="34">
                  <c:v>7.844429430424058</c:v>
                </c:pt>
                <c:pt idx="35">
                  <c:v>7.844429430424058</c:v>
                </c:pt>
                <c:pt idx="36">
                  <c:v>7.844429430424058</c:v>
                </c:pt>
                <c:pt idx="37">
                  <c:v>7.844429430424058</c:v>
                </c:pt>
                <c:pt idx="38">
                  <c:v>7.844429430424058</c:v>
                </c:pt>
                <c:pt idx="39">
                  <c:v>7.844429430424058</c:v>
                </c:pt>
                <c:pt idx="40">
                  <c:v>7.844429430424058</c:v>
                </c:pt>
                <c:pt idx="41">
                  <c:v>7.844429430424058</c:v>
                </c:pt>
                <c:pt idx="42">
                  <c:v>7.844429430424058</c:v>
                </c:pt>
                <c:pt idx="43">
                  <c:v>7.844429430424058</c:v>
                </c:pt>
                <c:pt idx="44">
                  <c:v>7.844429430424058</c:v>
                </c:pt>
                <c:pt idx="45">
                  <c:v>7.844429430424058</c:v>
                </c:pt>
                <c:pt idx="46">
                  <c:v>7.844429430424058</c:v>
                </c:pt>
                <c:pt idx="47">
                  <c:v>7.844429430424058</c:v>
                </c:pt>
                <c:pt idx="48">
                  <c:v>7.844429430424058</c:v>
                </c:pt>
                <c:pt idx="49">
                  <c:v>7.844429430424058</c:v>
                </c:pt>
                <c:pt idx="50">
                  <c:v>7.844429430424058</c:v>
                </c:pt>
                <c:pt idx="51">
                  <c:v>7.844429430424058</c:v>
                </c:pt>
                <c:pt idx="52">
                  <c:v>7.844429430424058</c:v>
                </c:pt>
                <c:pt idx="53">
                  <c:v>7.844429430424058</c:v>
                </c:pt>
                <c:pt idx="54">
                  <c:v>7.844429430424058</c:v>
                </c:pt>
                <c:pt idx="55">
                  <c:v>7.844429430424058</c:v>
                </c:pt>
                <c:pt idx="56">
                  <c:v>7.844429430424058</c:v>
                </c:pt>
                <c:pt idx="57">
                  <c:v>7.844429430424058</c:v>
                </c:pt>
                <c:pt idx="58">
                  <c:v>7.844429430424058</c:v>
                </c:pt>
                <c:pt idx="59">
                  <c:v>7.844429430424058</c:v>
                </c:pt>
                <c:pt idx="60">
                  <c:v>7.844429430424058</c:v>
                </c:pt>
                <c:pt idx="61">
                  <c:v>7.844429430424058</c:v>
                </c:pt>
                <c:pt idx="62">
                  <c:v>7.844429430424058</c:v>
                </c:pt>
                <c:pt idx="63">
                  <c:v>7.844429430424058</c:v>
                </c:pt>
                <c:pt idx="64">
                  <c:v>7.844429430424058</c:v>
                </c:pt>
                <c:pt idx="65">
                  <c:v>7.844429430424058</c:v>
                </c:pt>
                <c:pt idx="66">
                  <c:v>7.844429430424058</c:v>
                </c:pt>
                <c:pt idx="67">
                  <c:v>7.844429430424058</c:v>
                </c:pt>
                <c:pt idx="68">
                  <c:v>7.844429430424058</c:v>
                </c:pt>
                <c:pt idx="69">
                  <c:v>7.844429430424058</c:v>
                </c:pt>
                <c:pt idx="70">
                  <c:v>7.844429430424058</c:v>
                </c:pt>
                <c:pt idx="71">
                  <c:v>7.844429430424058</c:v>
                </c:pt>
                <c:pt idx="72">
                  <c:v>7.844429430424058</c:v>
                </c:pt>
                <c:pt idx="73">
                  <c:v>7.844429430424058</c:v>
                </c:pt>
                <c:pt idx="74">
                  <c:v>7.844429430424058</c:v>
                </c:pt>
                <c:pt idx="75">
                  <c:v>7.844429430424058</c:v>
                </c:pt>
                <c:pt idx="76">
                  <c:v>7.844429430424058</c:v>
                </c:pt>
                <c:pt idx="77">
                  <c:v>7.844429430424058</c:v>
                </c:pt>
                <c:pt idx="78">
                  <c:v>7.844429430424058</c:v>
                </c:pt>
                <c:pt idx="79">
                  <c:v>7.844429430424058</c:v>
                </c:pt>
                <c:pt idx="80">
                  <c:v>7.844429430424058</c:v>
                </c:pt>
                <c:pt idx="81">
                  <c:v>7.844429430424058</c:v>
                </c:pt>
                <c:pt idx="82">
                  <c:v>7.844429430424058</c:v>
                </c:pt>
                <c:pt idx="83">
                  <c:v>7.844429430424058</c:v>
                </c:pt>
                <c:pt idx="84">
                  <c:v>7.844429430424058</c:v>
                </c:pt>
                <c:pt idx="85">
                  <c:v>7.844429430424058</c:v>
                </c:pt>
                <c:pt idx="86">
                  <c:v>7.844429430424058</c:v>
                </c:pt>
                <c:pt idx="87">
                  <c:v>7.844429430424058</c:v>
                </c:pt>
                <c:pt idx="88">
                  <c:v>7.844429430424058</c:v>
                </c:pt>
                <c:pt idx="89">
                  <c:v>7.844429430424058</c:v>
                </c:pt>
                <c:pt idx="90">
                  <c:v>7.844429430424058</c:v>
                </c:pt>
                <c:pt idx="91">
                  <c:v>7.844429430424058</c:v>
                </c:pt>
                <c:pt idx="92">
                  <c:v>7.844429430424058</c:v>
                </c:pt>
                <c:pt idx="93">
                  <c:v>7.844429430424058</c:v>
                </c:pt>
                <c:pt idx="94">
                  <c:v>7.844429430424058</c:v>
                </c:pt>
                <c:pt idx="95">
                  <c:v>7.844429430424058</c:v>
                </c:pt>
                <c:pt idx="96">
                  <c:v>7.844429430424058</c:v>
                </c:pt>
                <c:pt idx="97">
                  <c:v>7.844429430424058</c:v>
                </c:pt>
                <c:pt idx="98">
                  <c:v>7.844429430424058</c:v>
                </c:pt>
                <c:pt idx="99">
                  <c:v>7.844429430424058</c:v>
                </c:pt>
                <c:pt idx="100">
                  <c:v>7.844429430424058</c:v>
                </c:pt>
                <c:pt idx="101">
                  <c:v>7.844429430424058</c:v>
                </c:pt>
                <c:pt idx="102">
                  <c:v>7.844429430424058</c:v>
                </c:pt>
                <c:pt idx="103">
                  <c:v>7.844429430424058</c:v>
                </c:pt>
                <c:pt idx="104">
                  <c:v>7.844429430424058</c:v>
                </c:pt>
                <c:pt idx="105">
                  <c:v>7.844429430424058</c:v>
                </c:pt>
                <c:pt idx="106">
                  <c:v>7.844429430424058</c:v>
                </c:pt>
                <c:pt idx="107">
                  <c:v>7.844429430424058</c:v>
                </c:pt>
                <c:pt idx="108">
                  <c:v>7.844429430424058</c:v>
                </c:pt>
                <c:pt idx="109">
                  <c:v>7.844429430424058</c:v>
                </c:pt>
                <c:pt idx="110">
                  <c:v>7.844429430424058</c:v>
                </c:pt>
                <c:pt idx="111">
                  <c:v>7.844429430424058</c:v>
                </c:pt>
                <c:pt idx="112">
                  <c:v>7.844429430424058</c:v>
                </c:pt>
                <c:pt idx="113">
                  <c:v>7.844429430424058</c:v>
                </c:pt>
                <c:pt idx="114">
                  <c:v>7.844429430424058</c:v>
                </c:pt>
                <c:pt idx="115">
                  <c:v>7.844429430424058</c:v>
                </c:pt>
                <c:pt idx="116">
                  <c:v>7.844429430424058</c:v>
                </c:pt>
                <c:pt idx="117">
                  <c:v>7.844429430424058</c:v>
                </c:pt>
                <c:pt idx="118">
                  <c:v>7.844429430424058</c:v>
                </c:pt>
                <c:pt idx="119">
                  <c:v>7.844429430424058</c:v>
                </c:pt>
                <c:pt idx="120">
                  <c:v>7.844429430424058</c:v>
                </c:pt>
                <c:pt idx="121">
                  <c:v>7.844429430424058</c:v>
                </c:pt>
                <c:pt idx="122">
                  <c:v>7.844429430424058</c:v>
                </c:pt>
                <c:pt idx="123">
                  <c:v>7.844429430424058</c:v>
                </c:pt>
                <c:pt idx="124">
                  <c:v>7.844429430424058</c:v>
                </c:pt>
                <c:pt idx="125">
                  <c:v>7.844429430424058</c:v>
                </c:pt>
                <c:pt idx="126">
                  <c:v>7.844429430424058</c:v>
                </c:pt>
                <c:pt idx="127">
                  <c:v>7.844429430424058</c:v>
                </c:pt>
                <c:pt idx="128">
                  <c:v>7.844429430424058</c:v>
                </c:pt>
                <c:pt idx="129">
                  <c:v>7.844429430424058</c:v>
                </c:pt>
                <c:pt idx="130">
                  <c:v>7.844429430424058</c:v>
                </c:pt>
                <c:pt idx="131">
                  <c:v>7.844429430424058</c:v>
                </c:pt>
                <c:pt idx="132">
                  <c:v>7.844429430424058</c:v>
                </c:pt>
                <c:pt idx="133">
                  <c:v>7.844429430424058</c:v>
                </c:pt>
                <c:pt idx="134">
                  <c:v>7.844429430424058</c:v>
                </c:pt>
                <c:pt idx="135">
                  <c:v>7.844429430424058</c:v>
                </c:pt>
                <c:pt idx="136">
                  <c:v>7.844429430424058</c:v>
                </c:pt>
                <c:pt idx="137">
                  <c:v>7.844429430424058</c:v>
                </c:pt>
                <c:pt idx="138">
                  <c:v>7.844429430424058</c:v>
                </c:pt>
                <c:pt idx="139">
                  <c:v>7.844429430424058</c:v>
                </c:pt>
                <c:pt idx="140">
                  <c:v>7.844429430424058</c:v>
                </c:pt>
                <c:pt idx="141">
                  <c:v>7.844429430424058</c:v>
                </c:pt>
                <c:pt idx="142">
                  <c:v>7.844429430424058</c:v>
                </c:pt>
                <c:pt idx="143">
                  <c:v>7.844429430424058</c:v>
                </c:pt>
                <c:pt idx="144">
                  <c:v>7.844429430424058</c:v>
                </c:pt>
                <c:pt idx="145">
                  <c:v>7.844429430424058</c:v>
                </c:pt>
                <c:pt idx="146">
                  <c:v>7.844429430424058</c:v>
                </c:pt>
                <c:pt idx="147">
                  <c:v>7.844429430424058</c:v>
                </c:pt>
                <c:pt idx="148">
                  <c:v>7.844429430424058</c:v>
                </c:pt>
                <c:pt idx="149">
                  <c:v>7.844429430424058</c:v>
                </c:pt>
                <c:pt idx="150">
                  <c:v>7.844429430424058</c:v>
                </c:pt>
                <c:pt idx="151">
                  <c:v>7.844429430424058</c:v>
                </c:pt>
                <c:pt idx="152">
                  <c:v>7.844429430424058</c:v>
                </c:pt>
                <c:pt idx="153">
                  <c:v>7.844429430424058</c:v>
                </c:pt>
                <c:pt idx="154">
                  <c:v>7.844429430424058</c:v>
                </c:pt>
                <c:pt idx="155">
                  <c:v>7.844429430424058</c:v>
                </c:pt>
                <c:pt idx="156">
                  <c:v>7.844429430424058</c:v>
                </c:pt>
                <c:pt idx="157">
                  <c:v>7.844429430424058</c:v>
                </c:pt>
                <c:pt idx="158">
                  <c:v>7.844429430424058</c:v>
                </c:pt>
                <c:pt idx="159">
                  <c:v>7.844429430424058</c:v>
                </c:pt>
                <c:pt idx="160">
                  <c:v>7.844429430424058</c:v>
                </c:pt>
                <c:pt idx="161">
                  <c:v>7.844429430424058</c:v>
                </c:pt>
                <c:pt idx="162">
                  <c:v>7.844429430424058</c:v>
                </c:pt>
                <c:pt idx="163">
                  <c:v>7.844429430424058</c:v>
                </c:pt>
                <c:pt idx="164">
                  <c:v>7.844429430424058</c:v>
                </c:pt>
                <c:pt idx="165">
                  <c:v>7.844429430424058</c:v>
                </c:pt>
                <c:pt idx="166">
                  <c:v>7.844429430424058</c:v>
                </c:pt>
                <c:pt idx="167">
                  <c:v>7.844429430424058</c:v>
                </c:pt>
                <c:pt idx="168">
                  <c:v>7.844429430424058</c:v>
                </c:pt>
                <c:pt idx="169">
                  <c:v>7.844429430424058</c:v>
                </c:pt>
                <c:pt idx="170">
                  <c:v>7.844429430424058</c:v>
                </c:pt>
                <c:pt idx="171">
                  <c:v>7.844429430424058</c:v>
                </c:pt>
                <c:pt idx="172">
                  <c:v>7.844429430424058</c:v>
                </c:pt>
                <c:pt idx="173">
                  <c:v>7.844429430424058</c:v>
                </c:pt>
                <c:pt idx="174">
                  <c:v>7.844429430424058</c:v>
                </c:pt>
                <c:pt idx="175">
                  <c:v>7.844429430424058</c:v>
                </c:pt>
                <c:pt idx="176">
                  <c:v>7.844429430424058</c:v>
                </c:pt>
                <c:pt idx="177">
                  <c:v>7.844429430424058</c:v>
                </c:pt>
                <c:pt idx="178">
                  <c:v>7.844429430424058</c:v>
                </c:pt>
                <c:pt idx="179">
                  <c:v>7.844429430424058</c:v>
                </c:pt>
                <c:pt idx="180">
                  <c:v>7.844429430424058</c:v>
                </c:pt>
                <c:pt idx="181">
                  <c:v>7.844429430424058</c:v>
                </c:pt>
              </c:numCache>
            </c:numRef>
          </c:val>
          <c:smooth val="0"/>
          <c:extLst>
            <c:ext xmlns:c16="http://schemas.microsoft.com/office/drawing/2014/chart" uri="{C3380CC4-5D6E-409C-BE32-E72D297353CC}">
              <c16:uniqueId val="{00000002-511A-4CCA-B213-533DD7F662F9}"/>
            </c:ext>
          </c:extLst>
        </c:ser>
        <c:ser>
          <c:idx val="3"/>
          <c:order val="3"/>
          <c:tx>
            <c:strRef>
              <c:f>Ibovespa!$N$7</c:f>
              <c:strCache>
                <c:ptCount val="1"/>
                <c:pt idx="0">
                  <c:v>+1 std.</c:v>
                </c:pt>
              </c:strCache>
            </c:strRef>
          </c:tx>
          <c:spPr>
            <a:ln w="22225" cap="rnd">
              <a:solidFill>
                <a:schemeClr val="accent3"/>
              </a:solidFill>
              <a:prstDash val="dash"/>
              <a:round/>
            </a:ln>
            <a:effectLst/>
          </c:spPr>
          <c:marker>
            <c:symbol val="none"/>
          </c:marker>
          <c:cat>
            <c:numRef>
              <c:f>Ibovespa!$J$8:$J$189</c:f>
              <c:numCache>
                <c:formatCode>m/d/yyyy</c:formatCode>
                <c:ptCount val="182"/>
                <c:pt idx="0">
                  <c:v>40786</c:v>
                </c:pt>
                <c:pt idx="1">
                  <c:v>40816</c:v>
                </c:pt>
                <c:pt idx="2">
                  <c:v>40847</c:v>
                </c:pt>
                <c:pt idx="3">
                  <c:v>40877</c:v>
                </c:pt>
                <c:pt idx="4">
                  <c:v>40907</c:v>
                </c:pt>
                <c:pt idx="5">
                  <c:v>40939</c:v>
                </c:pt>
                <c:pt idx="6">
                  <c:v>40968</c:v>
                </c:pt>
                <c:pt idx="7">
                  <c:v>40998</c:v>
                </c:pt>
                <c:pt idx="8">
                  <c:v>41029</c:v>
                </c:pt>
                <c:pt idx="9">
                  <c:v>41060</c:v>
                </c:pt>
                <c:pt idx="10">
                  <c:v>41089</c:v>
                </c:pt>
                <c:pt idx="11">
                  <c:v>41121</c:v>
                </c:pt>
                <c:pt idx="12">
                  <c:v>41152</c:v>
                </c:pt>
                <c:pt idx="13">
                  <c:v>41180</c:v>
                </c:pt>
                <c:pt idx="14">
                  <c:v>41213</c:v>
                </c:pt>
                <c:pt idx="15">
                  <c:v>41243</c:v>
                </c:pt>
                <c:pt idx="16">
                  <c:v>41274</c:v>
                </c:pt>
                <c:pt idx="17">
                  <c:v>41305</c:v>
                </c:pt>
                <c:pt idx="18">
                  <c:v>41333</c:v>
                </c:pt>
                <c:pt idx="19">
                  <c:v>41362</c:v>
                </c:pt>
                <c:pt idx="20">
                  <c:v>41394</c:v>
                </c:pt>
                <c:pt idx="21">
                  <c:v>41425</c:v>
                </c:pt>
                <c:pt idx="22">
                  <c:v>41453</c:v>
                </c:pt>
                <c:pt idx="23">
                  <c:v>41486</c:v>
                </c:pt>
                <c:pt idx="24">
                  <c:v>41516</c:v>
                </c:pt>
                <c:pt idx="25">
                  <c:v>41547</c:v>
                </c:pt>
                <c:pt idx="26">
                  <c:v>41578</c:v>
                </c:pt>
                <c:pt idx="27">
                  <c:v>41607</c:v>
                </c:pt>
                <c:pt idx="28">
                  <c:v>41639</c:v>
                </c:pt>
                <c:pt idx="29">
                  <c:v>41670</c:v>
                </c:pt>
                <c:pt idx="30">
                  <c:v>41698</c:v>
                </c:pt>
                <c:pt idx="31">
                  <c:v>41729</c:v>
                </c:pt>
                <c:pt idx="32">
                  <c:v>41759</c:v>
                </c:pt>
                <c:pt idx="33">
                  <c:v>41789</c:v>
                </c:pt>
                <c:pt idx="34">
                  <c:v>41820</c:v>
                </c:pt>
                <c:pt idx="35">
                  <c:v>41851</c:v>
                </c:pt>
                <c:pt idx="36">
                  <c:v>41880</c:v>
                </c:pt>
                <c:pt idx="37">
                  <c:v>41912</c:v>
                </c:pt>
                <c:pt idx="38">
                  <c:v>41943</c:v>
                </c:pt>
                <c:pt idx="39">
                  <c:v>41971</c:v>
                </c:pt>
                <c:pt idx="40">
                  <c:v>42004</c:v>
                </c:pt>
                <c:pt idx="41">
                  <c:v>42034</c:v>
                </c:pt>
                <c:pt idx="42">
                  <c:v>42062</c:v>
                </c:pt>
                <c:pt idx="43">
                  <c:v>42094</c:v>
                </c:pt>
                <c:pt idx="44">
                  <c:v>42124</c:v>
                </c:pt>
                <c:pt idx="45">
                  <c:v>42153</c:v>
                </c:pt>
                <c:pt idx="46">
                  <c:v>42185</c:v>
                </c:pt>
                <c:pt idx="47">
                  <c:v>42216</c:v>
                </c:pt>
                <c:pt idx="48">
                  <c:v>42247</c:v>
                </c:pt>
                <c:pt idx="49">
                  <c:v>42277</c:v>
                </c:pt>
                <c:pt idx="50">
                  <c:v>42307</c:v>
                </c:pt>
                <c:pt idx="51">
                  <c:v>42338</c:v>
                </c:pt>
                <c:pt idx="52">
                  <c:v>42369</c:v>
                </c:pt>
                <c:pt idx="53">
                  <c:v>42398</c:v>
                </c:pt>
                <c:pt idx="54">
                  <c:v>42429</c:v>
                </c:pt>
                <c:pt idx="55">
                  <c:v>42460</c:v>
                </c:pt>
                <c:pt idx="56">
                  <c:v>42489</c:v>
                </c:pt>
                <c:pt idx="57">
                  <c:v>42521</c:v>
                </c:pt>
                <c:pt idx="58">
                  <c:v>42551</c:v>
                </c:pt>
                <c:pt idx="59">
                  <c:v>42580</c:v>
                </c:pt>
                <c:pt idx="60">
                  <c:v>42613</c:v>
                </c:pt>
                <c:pt idx="61">
                  <c:v>42643</c:v>
                </c:pt>
                <c:pt idx="62">
                  <c:v>42674</c:v>
                </c:pt>
                <c:pt idx="63">
                  <c:v>42704</c:v>
                </c:pt>
                <c:pt idx="64">
                  <c:v>42734</c:v>
                </c:pt>
                <c:pt idx="65">
                  <c:v>42766</c:v>
                </c:pt>
                <c:pt idx="66">
                  <c:v>42794</c:v>
                </c:pt>
                <c:pt idx="67">
                  <c:v>42825</c:v>
                </c:pt>
                <c:pt idx="68">
                  <c:v>42853</c:v>
                </c:pt>
                <c:pt idx="69">
                  <c:v>42886</c:v>
                </c:pt>
                <c:pt idx="70">
                  <c:v>42916</c:v>
                </c:pt>
                <c:pt idx="71">
                  <c:v>42947</c:v>
                </c:pt>
                <c:pt idx="72">
                  <c:v>42978</c:v>
                </c:pt>
                <c:pt idx="73">
                  <c:v>43007</c:v>
                </c:pt>
                <c:pt idx="74">
                  <c:v>43039</c:v>
                </c:pt>
                <c:pt idx="75">
                  <c:v>43069</c:v>
                </c:pt>
                <c:pt idx="76">
                  <c:v>43098</c:v>
                </c:pt>
                <c:pt idx="77">
                  <c:v>43131</c:v>
                </c:pt>
                <c:pt idx="78">
                  <c:v>43159</c:v>
                </c:pt>
                <c:pt idx="79">
                  <c:v>43189</c:v>
                </c:pt>
                <c:pt idx="80">
                  <c:v>43220</c:v>
                </c:pt>
                <c:pt idx="81">
                  <c:v>43251</c:v>
                </c:pt>
                <c:pt idx="82">
                  <c:v>43280</c:v>
                </c:pt>
                <c:pt idx="83">
                  <c:v>43312</c:v>
                </c:pt>
                <c:pt idx="84">
                  <c:v>43343</c:v>
                </c:pt>
                <c:pt idx="85">
                  <c:v>43371</c:v>
                </c:pt>
                <c:pt idx="86">
                  <c:v>43404</c:v>
                </c:pt>
                <c:pt idx="87">
                  <c:v>43434</c:v>
                </c:pt>
                <c:pt idx="88">
                  <c:v>43465</c:v>
                </c:pt>
                <c:pt idx="89">
                  <c:v>43496</c:v>
                </c:pt>
                <c:pt idx="90">
                  <c:v>43524</c:v>
                </c:pt>
                <c:pt idx="91">
                  <c:v>43553</c:v>
                </c:pt>
                <c:pt idx="92">
                  <c:v>43585</c:v>
                </c:pt>
                <c:pt idx="93">
                  <c:v>43616</c:v>
                </c:pt>
                <c:pt idx="94">
                  <c:v>43644</c:v>
                </c:pt>
                <c:pt idx="95">
                  <c:v>43677</c:v>
                </c:pt>
                <c:pt idx="96">
                  <c:v>43707</c:v>
                </c:pt>
                <c:pt idx="97">
                  <c:v>43738</c:v>
                </c:pt>
                <c:pt idx="98">
                  <c:v>43769</c:v>
                </c:pt>
                <c:pt idx="99">
                  <c:v>43798</c:v>
                </c:pt>
                <c:pt idx="100">
                  <c:v>43830</c:v>
                </c:pt>
                <c:pt idx="101">
                  <c:v>43861</c:v>
                </c:pt>
                <c:pt idx="102">
                  <c:v>43889</c:v>
                </c:pt>
                <c:pt idx="103">
                  <c:v>43921</c:v>
                </c:pt>
                <c:pt idx="104">
                  <c:v>43951</c:v>
                </c:pt>
                <c:pt idx="105">
                  <c:v>43980</c:v>
                </c:pt>
                <c:pt idx="106">
                  <c:v>44012</c:v>
                </c:pt>
                <c:pt idx="107">
                  <c:v>44043</c:v>
                </c:pt>
                <c:pt idx="108">
                  <c:v>44074</c:v>
                </c:pt>
                <c:pt idx="109">
                  <c:v>44104</c:v>
                </c:pt>
                <c:pt idx="110">
                  <c:v>44134</c:v>
                </c:pt>
                <c:pt idx="111">
                  <c:v>44165</c:v>
                </c:pt>
                <c:pt idx="112">
                  <c:v>44196</c:v>
                </c:pt>
                <c:pt idx="113">
                  <c:v>44225</c:v>
                </c:pt>
                <c:pt idx="114">
                  <c:v>44253</c:v>
                </c:pt>
                <c:pt idx="115">
                  <c:v>44286</c:v>
                </c:pt>
                <c:pt idx="116">
                  <c:v>44316</c:v>
                </c:pt>
                <c:pt idx="117">
                  <c:v>44347</c:v>
                </c:pt>
                <c:pt idx="118">
                  <c:v>44377</c:v>
                </c:pt>
                <c:pt idx="119">
                  <c:v>44407</c:v>
                </c:pt>
                <c:pt idx="120">
                  <c:v>44439</c:v>
                </c:pt>
                <c:pt idx="121">
                  <c:v>44469</c:v>
                </c:pt>
                <c:pt idx="122">
                  <c:v>44498</c:v>
                </c:pt>
                <c:pt idx="123">
                  <c:v>44530</c:v>
                </c:pt>
                <c:pt idx="124">
                  <c:v>44561</c:v>
                </c:pt>
                <c:pt idx="125">
                  <c:v>44592</c:v>
                </c:pt>
                <c:pt idx="126">
                  <c:v>44620</c:v>
                </c:pt>
                <c:pt idx="127">
                  <c:v>44651</c:v>
                </c:pt>
                <c:pt idx="128">
                  <c:v>44680</c:v>
                </c:pt>
                <c:pt idx="129">
                  <c:v>44712</c:v>
                </c:pt>
                <c:pt idx="130">
                  <c:v>44742</c:v>
                </c:pt>
                <c:pt idx="131">
                  <c:v>44771</c:v>
                </c:pt>
                <c:pt idx="132">
                  <c:v>44804</c:v>
                </c:pt>
                <c:pt idx="133">
                  <c:v>44834</c:v>
                </c:pt>
                <c:pt idx="134">
                  <c:v>44865</c:v>
                </c:pt>
                <c:pt idx="135">
                  <c:v>44895</c:v>
                </c:pt>
                <c:pt idx="136">
                  <c:v>44925</c:v>
                </c:pt>
                <c:pt idx="137">
                  <c:v>44957</c:v>
                </c:pt>
                <c:pt idx="138">
                  <c:v>44985</c:v>
                </c:pt>
                <c:pt idx="139">
                  <c:v>45016</c:v>
                </c:pt>
                <c:pt idx="140">
                  <c:v>45044</c:v>
                </c:pt>
                <c:pt idx="141">
                  <c:v>45077</c:v>
                </c:pt>
                <c:pt idx="142">
                  <c:v>45107</c:v>
                </c:pt>
                <c:pt idx="143">
                  <c:v>45138</c:v>
                </c:pt>
                <c:pt idx="144">
                  <c:v>45169</c:v>
                </c:pt>
                <c:pt idx="145">
                  <c:v>45198</c:v>
                </c:pt>
                <c:pt idx="146">
                  <c:v>45230</c:v>
                </c:pt>
                <c:pt idx="147">
                  <c:v>45260</c:v>
                </c:pt>
                <c:pt idx="148">
                  <c:v>45289</c:v>
                </c:pt>
                <c:pt idx="149">
                  <c:v>45322</c:v>
                </c:pt>
                <c:pt idx="150">
                  <c:v>45351</c:v>
                </c:pt>
                <c:pt idx="151">
                  <c:v>45380</c:v>
                </c:pt>
                <c:pt idx="152">
                  <c:v>45412</c:v>
                </c:pt>
                <c:pt idx="153">
                  <c:v>45443</c:v>
                </c:pt>
                <c:pt idx="154">
                  <c:v>45471</c:v>
                </c:pt>
                <c:pt idx="155">
                  <c:v>45504</c:v>
                </c:pt>
                <c:pt idx="156">
                  <c:v>45534</c:v>
                </c:pt>
                <c:pt idx="157">
                  <c:v>45565</c:v>
                </c:pt>
                <c:pt idx="158">
                  <c:v>45596</c:v>
                </c:pt>
                <c:pt idx="159">
                  <c:v>45625</c:v>
                </c:pt>
                <c:pt idx="160">
                  <c:v>45657</c:v>
                </c:pt>
                <c:pt idx="161">
                  <c:v>45688</c:v>
                </c:pt>
                <c:pt idx="162">
                  <c:v>45716</c:v>
                </c:pt>
                <c:pt idx="163">
                  <c:v>45747</c:v>
                </c:pt>
                <c:pt idx="164">
                  <c:v>45777</c:v>
                </c:pt>
                <c:pt idx="165">
                  <c:v>45807</c:v>
                </c:pt>
                <c:pt idx="166">
                  <c:v>45838</c:v>
                </c:pt>
                <c:pt idx="167">
                  <c:v>45869</c:v>
                </c:pt>
                <c:pt idx="168">
                  <c:v>45898</c:v>
                </c:pt>
                <c:pt idx="169">
                  <c:v>45930</c:v>
                </c:pt>
                <c:pt idx="170">
                  <c:v>45961</c:v>
                </c:pt>
                <c:pt idx="171">
                  <c:v>45989</c:v>
                </c:pt>
                <c:pt idx="172">
                  <c:v>46022</c:v>
                </c:pt>
                <c:pt idx="173">
                  <c:v>46052</c:v>
                </c:pt>
                <c:pt idx="174">
                  <c:v>46080</c:v>
                </c:pt>
                <c:pt idx="175">
                  <c:v>46112</c:v>
                </c:pt>
                <c:pt idx="176">
                  <c:v>46142</c:v>
                </c:pt>
                <c:pt idx="177">
                  <c:v>46171</c:v>
                </c:pt>
                <c:pt idx="178">
                  <c:v>46203</c:v>
                </c:pt>
                <c:pt idx="179">
                  <c:v>46234</c:v>
                </c:pt>
                <c:pt idx="180">
                  <c:v>46265</c:v>
                </c:pt>
                <c:pt idx="181">
                  <c:v>46294</c:v>
                </c:pt>
              </c:numCache>
            </c:numRef>
          </c:cat>
          <c:val>
            <c:numRef>
              <c:f>Ibovespa!$N$8:$N$189</c:f>
              <c:numCache>
                <c:formatCode>0.00</c:formatCode>
                <c:ptCount val="182"/>
                <c:pt idx="0">
                  <c:v>13.236108417964601</c:v>
                </c:pt>
                <c:pt idx="1">
                  <c:v>13.236108417964601</c:v>
                </c:pt>
                <c:pt idx="2">
                  <c:v>13.236108417964601</c:v>
                </c:pt>
                <c:pt idx="3">
                  <c:v>13.236108417964601</c:v>
                </c:pt>
                <c:pt idx="4">
                  <c:v>13.236108417964601</c:v>
                </c:pt>
                <c:pt idx="5">
                  <c:v>13.236108417964601</c:v>
                </c:pt>
                <c:pt idx="6">
                  <c:v>13.236108417964601</c:v>
                </c:pt>
                <c:pt idx="7">
                  <c:v>13.236108417964601</c:v>
                </c:pt>
                <c:pt idx="8">
                  <c:v>13.236108417964601</c:v>
                </c:pt>
                <c:pt idx="9">
                  <c:v>13.236108417964601</c:v>
                </c:pt>
                <c:pt idx="10">
                  <c:v>13.236108417964601</c:v>
                </c:pt>
                <c:pt idx="11">
                  <c:v>13.236108417964601</c:v>
                </c:pt>
                <c:pt idx="12">
                  <c:v>13.236108417964601</c:v>
                </c:pt>
                <c:pt idx="13">
                  <c:v>13.236108417964601</c:v>
                </c:pt>
                <c:pt idx="14">
                  <c:v>13.236108417964601</c:v>
                </c:pt>
                <c:pt idx="15">
                  <c:v>13.236108417964601</c:v>
                </c:pt>
                <c:pt idx="16">
                  <c:v>13.236108417964601</c:v>
                </c:pt>
                <c:pt idx="17">
                  <c:v>13.236108417964601</c:v>
                </c:pt>
                <c:pt idx="18">
                  <c:v>13.236108417964601</c:v>
                </c:pt>
                <c:pt idx="19">
                  <c:v>13.236108417964601</c:v>
                </c:pt>
                <c:pt idx="20">
                  <c:v>13.236108417964601</c:v>
                </c:pt>
                <c:pt idx="21">
                  <c:v>13.236108417964601</c:v>
                </c:pt>
                <c:pt idx="22">
                  <c:v>13.236108417964601</c:v>
                </c:pt>
                <c:pt idx="23">
                  <c:v>13.236108417964601</c:v>
                </c:pt>
                <c:pt idx="24">
                  <c:v>13.236108417964601</c:v>
                </c:pt>
                <c:pt idx="25">
                  <c:v>13.236108417964601</c:v>
                </c:pt>
                <c:pt idx="26">
                  <c:v>13.236108417964601</c:v>
                </c:pt>
                <c:pt idx="27">
                  <c:v>13.236108417964601</c:v>
                </c:pt>
                <c:pt idx="28">
                  <c:v>13.236108417964601</c:v>
                </c:pt>
                <c:pt idx="29">
                  <c:v>13.236108417964601</c:v>
                </c:pt>
                <c:pt idx="30">
                  <c:v>13.236108417964601</c:v>
                </c:pt>
                <c:pt idx="31">
                  <c:v>13.236108417964601</c:v>
                </c:pt>
                <c:pt idx="32">
                  <c:v>13.236108417964601</c:v>
                </c:pt>
                <c:pt idx="33">
                  <c:v>13.236108417964601</c:v>
                </c:pt>
                <c:pt idx="34">
                  <c:v>13.236108417964601</c:v>
                </c:pt>
                <c:pt idx="35">
                  <c:v>13.236108417964601</c:v>
                </c:pt>
                <c:pt idx="36">
                  <c:v>13.236108417964601</c:v>
                </c:pt>
                <c:pt idx="37">
                  <c:v>13.236108417964601</c:v>
                </c:pt>
                <c:pt idx="38">
                  <c:v>13.236108417964601</c:v>
                </c:pt>
                <c:pt idx="39">
                  <c:v>13.236108417964601</c:v>
                </c:pt>
                <c:pt idx="40">
                  <c:v>13.236108417964601</c:v>
                </c:pt>
                <c:pt idx="41">
                  <c:v>13.236108417964601</c:v>
                </c:pt>
                <c:pt idx="42">
                  <c:v>13.236108417964601</c:v>
                </c:pt>
                <c:pt idx="43">
                  <c:v>13.236108417964601</c:v>
                </c:pt>
                <c:pt idx="44">
                  <c:v>13.236108417964601</c:v>
                </c:pt>
                <c:pt idx="45">
                  <c:v>13.236108417964601</c:v>
                </c:pt>
                <c:pt idx="46">
                  <c:v>13.236108417964601</c:v>
                </c:pt>
                <c:pt idx="47">
                  <c:v>13.236108417964601</c:v>
                </c:pt>
                <c:pt idx="48">
                  <c:v>13.236108417964601</c:v>
                </c:pt>
                <c:pt idx="49">
                  <c:v>13.236108417964601</c:v>
                </c:pt>
                <c:pt idx="50">
                  <c:v>13.236108417964601</c:v>
                </c:pt>
                <c:pt idx="51">
                  <c:v>13.236108417964601</c:v>
                </c:pt>
                <c:pt idx="52">
                  <c:v>13.236108417964601</c:v>
                </c:pt>
                <c:pt idx="53">
                  <c:v>13.236108417964601</c:v>
                </c:pt>
                <c:pt idx="54">
                  <c:v>13.236108417964601</c:v>
                </c:pt>
                <c:pt idx="55">
                  <c:v>13.236108417964601</c:v>
                </c:pt>
                <c:pt idx="56">
                  <c:v>13.236108417964601</c:v>
                </c:pt>
                <c:pt idx="57">
                  <c:v>13.236108417964601</c:v>
                </c:pt>
                <c:pt idx="58">
                  <c:v>13.236108417964601</c:v>
                </c:pt>
                <c:pt idx="59">
                  <c:v>13.236108417964601</c:v>
                </c:pt>
                <c:pt idx="60">
                  <c:v>13.236108417964601</c:v>
                </c:pt>
                <c:pt idx="61">
                  <c:v>13.236108417964601</c:v>
                </c:pt>
                <c:pt idx="62">
                  <c:v>13.236108417964601</c:v>
                </c:pt>
                <c:pt idx="63">
                  <c:v>13.236108417964601</c:v>
                </c:pt>
                <c:pt idx="64">
                  <c:v>13.236108417964601</c:v>
                </c:pt>
                <c:pt idx="65">
                  <c:v>13.236108417964601</c:v>
                </c:pt>
                <c:pt idx="66">
                  <c:v>13.236108417964601</c:v>
                </c:pt>
                <c:pt idx="67">
                  <c:v>13.236108417964601</c:v>
                </c:pt>
                <c:pt idx="68">
                  <c:v>13.236108417964601</c:v>
                </c:pt>
                <c:pt idx="69">
                  <c:v>13.236108417964601</c:v>
                </c:pt>
                <c:pt idx="70">
                  <c:v>13.236108417964601</c:v>
                </c:pt>
                <c:pt idx="71">
                  <c:v>13.236108417964601</c:v>
                </c:pt>
                <c:pt idx="72">
                  <c:v>13.236108417964601</c:v>
                </c:pt>
                <c:pt idx="73">
                  <c:v>13.236108417964601</c:v>
                </c:pt>
                <c:pt idx="74">
                  <c:v>13.236108417964601</c:v>
                </c:pt>
                <c:pt idx="75">
                  <c:v>13.236108417964601</c:v>
                </c:pt>
                <c:pt idx="76">
                  <c:v>13.236108417964601</c:v>
                </c:pt>
                <c:pt idx="77">
                  <c:v>13.236108417964601</c:v>
                </c:pt>
                <c:pt idx="78">
                  <c:v>13.236108417964601</c:v>
                </c:pt>
                <c:pt idx="79">
                  <c:v>13.236108417964601</c:v>
                </c:pt>
                <c:pt idx="80">
                  <c:v>13.236108417964601</c:v>
                </c:pt>
                <c:pt idx="81">
                  <c:v>13.236108417964601</c:v>
                </c:pt>
                <c:pt idx="82">
                  <c:v>13.236108417964601</c:v>
                </c:pt>
                <c:pt idx="83">
                  <c:v>13.236108417964601</c:v>
                </c:pt>
                <c:pt idx="84">
                  <c:v>13.236108417964601</c:v>
                </c:pt>
                <c:pt idx="85">
                  <c:v>13.236108417964601</c:v>
                </c:pt>
                <c:pt idx="86">
                  <c:v>13.236108417964601</c:v>
                </c:pt>
                <c:pt idx="87">
                  <c:v>13.236108417964601</c:v>
                </c:pt>
                <c:pt idx="88">
                  <c:v>13.236108417964601</c:v>
                </c:pt>
                <c:pt idx="89">
                  <c:v>13.236108417964601</c:v>
                </c:pt>
                <c:pt idx="90">
                  <c:v>13.236108417964601</c:v>
                </c:pt>
                <c:pt idx="91">
                  <c:v>13.236108417964601</c:v>
                </c:pt>
                <c:pt idx="92">
                  <c:v>13.236108417964601</c:v>
                </c:pt>
                <c:pt idx="93">
                  <c:v>13.236108417964601</c:v>
                </c:pt>
                <c:pt idx="94">
                  <c:v>13.236108417964601</c:v>
                </c:pt>
                <c:pt idx="95">
                  <c:v>13.236108417964601</c:v>
                </c:pt>
                <c:pt idx="96">
                  <c:v>13.236108417964601</c:v>
                </c:pt>
                <c:pt idx="97">
                  <c:v>13.236108417964601</c:v>
                </c:pt>
                <c:pt idx="98">
                  <c:v>13.236108417964601</c:v>
                </c:pt>
                <c:pt idx="99">
                  <c:v>13.236108417964601</c:v>
                </c:pt>
                <c:pt idx="100">
                  <c:v>13.236108417964601</c:v>
                </c:pt>
                <c:pt idx="101">
                  <c:v>13.236108417964601</c:v>
                </c:pt>
                <c:pt idx="102">
                  <c:v>13.236108417964601</c:v>
                </c:pt>
                <c:pt idx="103">
                  <c:v>13.236108417964601</c:v>
                </c:pt>
                <c:pt idx="104">
                  <c:v>13.236108417964601</c:v>
                </c:pt>
                <c:pt idx="105">
                  <c:v>13.236108417964601</c:v>
                </c:pt>
                <c:pt idx="106">
                  <c:v>13.236108417964601</c:v>
                </c:pt>
                <c:pt idx="107">
                  <c:v>13.236108417964601</c:v>
                </c:pt>
                <c:pt idx="108">
                  <c:v>13.236108417964601</c:v>
                </c:pt>
                <c:pt idx="109">
                  <c:v>13.236108417964601</c:v>
                </c:pt>
                <c:pt idx="110">
                  <c:v>13.236108417964601</c:v>
                </c:pt>
                <c:pt idx="111">
                  <c:v>13.236108417964601</c:v>
                </c:pt>
                <c:pt idx="112">
                  <c:v>13.236108417964601</c:v>
                </c:pt>
                <c:pt idx="113">
                  <c:v>13.236108417964601</c:v>
                </c:pt>
                <c:pt idx="114">
                  <c:v>13.236108417964601</c:v>
                </c:pt>
                <c:pt idx="115">
                  <c:v>13.236108417964601</c:v>
                </c:pt>
                <c:pt idx="116">
                  <c:v>13.236108417964601</c:v>
                </c:pt>
                <c:pt idx="117">
                  <c:v>13.236108417964601</c:v>
                </c:pt>
                <c:pt idx="118">
                  <c:v>13.236108417964601</c:v>
                </c:pt>
                <c:pt idx="119">
                  <c:v>13.236108417964601</c:v>
                </c:pt>
                <c:pt idx="120">
                  <c:v>13.236108417964601</c:v>
                </c:pt>
                <c:pt idx="121">
                  <c:v>13.236108417964601</c:v>
                </c:pt>
                <c:pt idx="122">
                  <c:v>13.236108417964601</c:v>
                </c:pt>
                <c:pt idx="123">
                  <c:v>13.236108417964601</c:v>
                </c:pt>
                <c:pt idx="124">
                  <c:v>13.236108417964601</c:v>
                </c:pt>
                <c:pt idx="125">
                  <c:v>13.236108417964601</c:v>
                </c:pt>
                <c:pt idx="126">
                  <c:v>13.236108417964601</c:v>
                </c:pt>
                <c:pt idx="127">
                  <c:v>13.236108417964601</c:v>
                </c:pt>
                <c:pt idx="128">
                  <c:v>13.236108417964601</c:v>
                </c:pt>
                <c:pt idx="129">
                  <c:v>13.236108417964601</c:v>
                </c:pt>
                <c:pt idx="130">
                  <c:v>13.236108417964601</c:v>
                </c:pt>
                <c:pt idx="131">
                  <c:v>13.236108417964601</c:v>
                </c:pt>
                <c:pt idx="132">
                  <c:v>13.236108417964601</c:v>
                </c:pt>
                <c:pt idx="133">
                  <c:v>13.236108417964601</c:v>
                </c:pt>
                <c:pt idx="134">
                  <c:v>13.236108417964601</c:v>
                </c:pt>
                <c:pt idx="135">
                  <c:v>13.236108417964601</c:v>
                </c:pt>
                <c:pt idx="136">
                  <c:v>13.236108417964601</c:v>
                </c:pt>
                <c:pt idx="137">
                  <c:v>13.236108417964601</c:v>
                </c:pt>
                <c:pt idx="138">
                  <c:v>13.236108417964601</c:v>
                </c:pt>
                <c:pt idx="139">
                  <c:v>13.236108417964601</c:v>
                </c:pt>
                <c:pt idx="140">
                  <c:v>13.236108417964601</c:v>
                </c:pt>
                <c:pt idx="141">
                  <c:v>13.236108417964601</c:v>
                </c:pt>
                <c:pt idx="142">
                  <c:v>13.236108417964601</c:v>
                </c:pt>
                <c:pt idx="143">
                  <c:v>13.236108417964601</c:v>
                </c:pt>
                <c:pt idx="144">
                  <c:v>13.236108417964601</c:v>
                </c:pt>
                <c:pt idx="145">
                  <c:v>13.236108417964601</c:v>
                </c:pt>
                <c:pt idx="146">
                  <c:v>13.236108417964601</c:v>
                </c:pt>
                <c:pt idx="147">
                  <c:v>13.236108417964601</c:v>
                </c:pt>
                <c:pt idx="148">
                  <c:v>13.236108417964601</c:v>
                </c:pt>
                <c:pt idx="149">
                  <c:v>13.236108417964601</c:v>
                </c:pt>
                <c:pt idx="150">
                  <c:v>13.236108417964601</c:v>
                </c:pt>
                <c:pt idx="151">
                  <c:v>13.236108417964601</c:v>
                </c:pt>
                <c:pt idx="152">
                  <c:v>13.236108417964601</c:v>
                </c:pt>
                <c:pt idx="153">
                  <c:v>13.236108417964601</c:v>
                </c:pt>
                <c:pt idx="154">
                  <c:v>13.236108417964601</c:v>
                </c:pt>
                <c:pt idx="155">
                  <c:v>13.236108417964601</c:v>
                </c:pt>
                <c:pt idx="156">
                  <c:v>13.236108417964601</c:v>
                </c:pt>
                <c:pt idx="157">
                  <c:v>13.236108417964601</c:v>
                </c:pt>
                <c:pt idx="158">
                  <c:v>13.236108417964601</c:v>
                </c:pt>
                <c:pt idx="159">
                  <c:v>13.236108417964601</c:v>
                </c:pt>
                <c:pt idx="160">
                  <c:v>13.236108417964601</c:v>
                </c:pt>
                <c:pt idx="161">
                  <c:v>13.236108417964601</c:v>
                </c:pt>
                <c:pt idx="162">
                  <c:v>13.236108417964601</c:v>
                </c:pt>
                <c:pt idx="163">
                  <c:v>13.236108417964601</c:v>
                </c:pt>
                <c:pt idx="164">
                  <c:v>13.236108417964601</c:v>
                </c:pt>
                <c:pt idx="165">
                  <c:v>13.236108417964601</c:v>
                </c:pt>
                <c:pt idx="166">
                  <c:v>13.236108417964601</c:v>
                </c:pt>
                <c:pt idx="167">
                  <c:v>13.236108417964601</c:v>
                </c:pt>
                <c:pt idx="168">
                  <c:v>13.236108417964601</c:v>
                </c:pt>
                <c:pt idx="169">
                  <c:v>13.236108417964601</c:v>
                </c:pt>
                <c:pt idx="170">
                  <c:v>13.236108417964601</c:v>
                </c:pt>
                <c:pt idx="171">
                  <c:v>13.236108417964601</c:v>
                </c:pt>
                <c:pt idx="172">
                  <c:v>13.236108417964601</c:v>
                </c:pt>
                <c:pt idx="173">
                  <c:v>13.236108417964601</c:v>
                </c:pt>
                <c:pt idx="174">
                  <c:v>13.236108417964601</c:v>
                </c:pt>
                <c:pt idx="175">
                  <c:v>13.236108417964601</c:v>
                </c:pt>
                <c:pt idx="176">
                  <c:v>13.236108417964601</c:v>
                </c:pt>
                <c:pt idx="177">
                  <c:v>13.236108417964601</c:v>
                </c:pt>
                <c:pt idx="178">
                  <c:v>13.236108417964601</c:v>
                </c:pt>
                <c:pt idx="179">
                  <c:v>13.236108417964601</c:v>
                </c:pt>
                <c:pt idx="180">
                  <c:v>13.236108417964601</c:v>
                </c:pt>
                <c:pt idx="181">
                  <c:v>13.236108417964601</c:v>
                </c:pt>
              </c:numCache>
            </c:numRef>
          </c:val>
          <c:smooth val="0"/>
          <c:extLst>
            <c:ext xmlns:c16="http://schemas.microsoft.com/office/drawing/2014/chart" uri="{C3380CC4-5D6E-409C-BE32-E72D297353CC}">
              <c16:uniqueId val="{00000003-511A-4CCA-B213-533DD7F662F9}"/>
            </c:ext>
          </c:extLst>
        </c:ser>
        <c:dLbls>
          <c:showLegendKey val="0"/>
          <c:showVal val="0"/>
          <c:showCatName val="0"/>
          <c:showSerName val="0"/>
          <c:showPercent val="0"/>
          <c:showBubbleSize val="0"/>
        </c:dLbls>
        <c:smooth val="0"/>
        <c:axId val="1227385423"/>
        <c:axId val="1227376303"/>
      </c:lineChart>
      <c:dateAx>
        <c:axId val="1227385423"/>
        <c:scaling>
          <c:orientation val="minMax"/>
        </c:scaling>
        <c:delete val="0"/>
        <c:axPos val="b"/>
        <c:numFmt formatCode="\'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227376303"/>
        <c:crosses val="autoZero"/>
        <c:auto val="1"/>
        <c:lblOffset val="100"/>
        <c:baseTimeUnit val="days"/>
        <c:majorUnit val="2"/>
        <c:majorTimeUnit val="years"/>
      </c:dateAx>
      <c:valAx>
        <c:axId val="1227376303"/>
        <c:scaling>
          <c:orientation val="minMax"/>
          <c:min val="5"/>
        </c:scaling>
        <c:delete val="0"/>
        <c:axPos val="l"/>
        <c:majorGridlines>
          <c:spPr>
            <a:ln w="6350" cap="flat" cmpd="sng" algn="ctr">
              <a:solidFill>
                <a:schemeClr val="tx1">
                  <a:lumMod val="15000"/>
                  <a:lumOff val="85000"/>
                </a:schemeClr>
              </a:solidFill>
              <a:prstDash val="dash"/>
              <a:round/>
            </a:ln>
            <a:effectLst/>
          </c:spPr>
        </c:majorGridlines>
        <c:numFmt formatCode="0&quot;x&quot;"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22738542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339940373637506E-2"/>
          <c:y val="4.554088405972239E-2"/>
          <c:w val="0.83365555021276538"/>
          <c:h val="0.87248552463277729"/>
        </c:manualLayout>
      </c:layout>
      <c:lineChart>
        <c:grouping val="standard"/>
        <c:varyColors val="0"/>
        <c:ser>
          <c:idx val="0"/>
          <c:order val="0"/>
          <c:tx>
            <c:strRef>
              <c:f>'Real rates'!$M$8</c:f>
              <c:strCache>
                <c:ptCount val="1"/>
                <c:pt idx="0">
                  <c:v>Ibovespa ERP</c:v>
                </c:pt>
              </c:strCache>
            </c:strRef>
          </c:tx>
          <c:spPr>
            <a:ln w="28575" cap="rnd">
              <a:solidFill>
                <a:schemeClr val="bg2"/>
              </a:solidFill>
              <a:round/>
            </a:ln>
            <a:effectLst/>
          </c:spPr>
          <c:marker>
            <c:symbol val="none"/>
          </c:marker>
          <c:cat>
            <c:numRef>
              <c:f>'Real rates'!$J$9:$J$70</c:f>
              <c:numCache>
                <c:formatCode>m/d/yyyy</c:formatCode>
                <c:ptCount val="62"/>
                <c:pt idx="0">
                  <c:v>44439</c:v>
                </c:pt>
                <c:pt idx="1">
                  <c:v>44469</c:v>
                </c:pt>
                <c:pt idx="2">
                  <c:v>44498</c:v>
                </c:pt>
                <c:pt idx="3">
                  <c:v>44530</c:v>
                </c:pt>
                <c:pt idx="4">
                  <c:v>44561</c:v>
                </c:pt>
                <c:pt idx="5">
                  <c:v>44592</c:v>
                </c:pt>
                <c:pt idx="6">
                  <c:v>44620</c:v>
                </c:pt>
                <c:pt idx="7">
                  <c:v>44651</c:v>
                </c:pt>
                <c:pt idx="8">
                  <c:v>44680</c:v>
                </c:pt>
                <c:pt idx="9">
                  <c:v>44712</c:v>
                </c:pt>
                <c:pt idx="10">
                  <c:v>44742</c:v>
                </c:pt>
                <c:pt idx="11">
                  <c:v>44771</c:v>
                </c:pt>
                <c:pt idx="12">
                  <c:v>44804</c:v>
                </c:pt>
                <c:pt idx="13">
                  <c:v>44834</c:v>
                </c:pt>
                <c:pt idx="14">
                  <c:v>44865</c:v>
                </c:pt>
                <c:pt idx="15">
                  <c:v>44895</c:v>
                </c:pt>
                <c:pt idx="16">
                  <c:v>44925</c:v>
                </c:pt>
                <c:pt idx="17">
                  <c:v>44957</c:v>
                </c:pt>
                <c:pt idx="18">
                  <c:v>44985</c:v>
                </c:pt>
                <c:pt idx="19">
                  <c:v>45016</c:v>
                </c:pt>
                <c:pt idx="20">
                  <c:v>45044</c:v>
                </c:pt>
                <c:pt idx="21">
                  <c:v>45077</c:v>
                </c:pt>
                <c:pt idx="22">
                  <c:v>45107</c:v>
                </c:pt>
                <c:pt idx="23">
                  <c:v>45138</c:v>
                </c:pt>
                <c:pt idx="24">
                  <c:v>45169</c:v>
                </c:pt>
                <c:pt idx="25">
                  <c:v>45198</c:v>
                </c:pt>
                <c:pt idx="26">
                  <c:v>45230</c:v>
                </c:pt>
                <c:pt idx="27">
                  <c:v>45260</c:v>
                </c:pt>
                <c:pt idx="28">
                  <c:v>45289</c:v>
                </c:pt>
                <c:pt idx="29">
                  <c:v>45322</c:v>
                </c:pt>
                <c:pt idx="30">
                  <c:v>45351</c:v>
                </c:pt>
                <c:pt idx="31">
                  <c:v>45380</c:v>
                </c:pt>
                <c:pt idx="32">
                  <c:v>45412</c:v>
                </c:pt>
                <c:pt idx="33">
                  <c:v>45443</c:v>
                </c:pt>
                <c:pt idx="34">
                  <c:v>45471</c:v>
                </c:pt>
                <c:pt idx="35">
                  <c:v>45504</c:v>
                </c:pt>
                <c:pt idx="36">
                  <c:v>45534</c:v>
                </c:pt>
                <c:pt idx="37">
                  <c:v>45565</c:v>
                </c:pt>
                <c:pt idx="38">
                  <c:v>45596</c:v>
                </c:pt>
                <c:pt idx="39">
                  <c:v>45625</c:v>
                </c:pt>
                <c:pt idx="40">
                  <c:v>45657</c:v>
                </c:pt>
                <c:pt idx="41">
                  <c:v>45688</c:v>
                </c:pt>
                <c:pt idx="42">
                  <c:v>45716</c:v>
                </c:pt>
                <c:pt idx="43">
                  <c:v>45747</c:v>
                </c:pt>
                <c:pt idx="44">
                  <c:v>45777</c:v>
                </c:pt>
                <c:pt idx="45">
                  <c:v>45807</c:v>
                </c:pt>
                <c:pt idx="46">
                  <c:v>45838</c:v>
                </c:pt>
                <c:pt idx="47">
                  <c:v>45869</c:v>
                </c:pt>
                <c:pt idx="48">
                  <c:v>45898</c:v>
                </c:pt>
                <c:pt idx="49">
                  <c:v>45930</c:v>
                </c:pt>
                <c:pt idx="50">
                  <c:v>45961</c:v>
                </c:pt>
                <c:pt idx="51">
                  <c:v>45989</c:v>
                </c:pt>
                <c:pt idx="52">
                  <c:v>46022</c:v>
                </c:pt>
                <c:pt idx="53">
                  <c:v>46052</c:v>
                </c:pt>
                <c:pt idx="54">
                  <c:v>46080</c:v>
                </c:pt>
                <c:pt idx="55">
                  <c:v>46112</c:v>
                </c:pt>
                <c:pt idx="56">
                  <c:v>46142</c:v>
                </c:pt>
                <c:pt idx="57">
                  <c:v>46171</c:v>
                </c:pt>
                <c:pt idx="58">
                  <c:v>46203</c:v>
                </c:pt>
                <c:pt idx="59">
                  <c:v>46234</c:v>
                </c:pt>
                <c:pt idx="60">
                  <c:v>46265</c:v>
                </c:pt>
                <c:pt idx="61">
                  <c:v>46294</c:v>
                </c:pt>
              </c:numCache>
            </c:numRef>
          </c:cat>
          <c:val>
            <c:numRef>
              <c:f>'Real rates'!$M$9:$M$70</c:f>
              <c:numCache>
                <c:formatCode>0.0%</c:formatCode>
                <c:ptCount val="62"/>
                <c:pt idx="0">
                  <c:v>6.5518532523811665E-2</c:v>
                </c:pt>
                <c:pt idx="1">
                  <c:v>7.2607974866493563E-2</c:v>
                </c:pt>
                <c:pt idx="2">
                  <c:v>7.2182486839262344E-2</c:v>
                </c:pt>
                <c:pt idx="3">
                  <c:v>7.6605434867751454E-2</c:v>
                </c:pt>
                <c:pt idx="4">
                  <c:v>6.9454334645475541E-2</c:v>
                </c:pt>
                <c:pt idx="5">
                  <c:v>6.1662453020173806E-2</c:v>
                </c:pt>
                <c:pt idx="6">
                  <c:v>6.0691033691942509E-2</c:v>
                </c:pt>
                <c:pt idx="7">
                  <c:v>6.4788782379183063E-2</c:v>
                </c:pt>
                <c:pt idx="8">
                  <c:v>8.328393762982092E-2</c:v>
                </c:pt>
                <c:pt idx="9">
                  <c:v>8.3151137737174974E-2</c:v>
                </c:pt>
                <c:pt idx="10">
                  <c:v>0.10263603499675958</c:v>
                </c:pt>
                <c:pt idx="11">
                  <c:v>9.0576240928970903E-2</c:v>
                </c:pt>
                <c:pt idx="12">
                  <c:v>8.8151207660754849E-2</c:v>
                </c:pt>
                <c:pt idx="13">
                  <c:v>8.670243845500239E-2</c:v>
                </c:pt>
                <c:pt idx="14">
                  <c:v>7.7865971671005951E-2</c:v>
                </c:pt>
                <c:pt idx="15">
                  <c:v>7.914656924996534E-2</c:v>
                </c:pt>
                <c:pt idx="16">
                  <c:v>7.2098884770088051E-2</c:v>
                </c:pt>
                <c:pt idx="17">
                  <c:v>6.3873793579388619E-2</c:v>
                </c:pt>
                <c:pt idx="18">
                  <c:v>7.8998868071997033E-2</c:v>
                </c:pt>
                <c:pt idx="19">
                  <c:v>8.452407560438277E-2</c:v>
                </c:pt>
                <c:pt idx="20">
                  <c:v>8.2043725329412426E-2</c:v>
                </c:pt>
                <c:pt idx="21">
                  <c:v>8.0516969856119031E-2</c:v>
                </c:pt>
                <c:pt idx="22">
                  <c:v>6.9796980685849441E-2</c:v>
                </c:pt>
                <c:pt idx="23">
                  <c:v>6.4802521226275986E-2</c:v>
                </c:pt>
                <c:pt idx="24">
                  <c:v>7.1207376451580331E-2</c:v>
                </c:pt>
                <c:pt idx="25">
                  <c:v>6.8509946311434061E-2</c:v>
                </c:pt>
                <c:pt idx="26">
                  <c:v>7.5510482025261796E-2</c:v>
                </c:pt>
                <c:pt idx="27">
                  <c:v>6.6071437503838093E-2</c:v>
                </c:pt>
                <c:pt idx="28">
                  <c:v>6.5585448606511332E-2</c:v>
                </c:pt>
                <c:pt idx="29">
                  <c:v>6.7497951049644345E-2</c:v>
                </c:pt>
                <c:pt idx="30">
                  <c:v>6.5231371889924408E-2</c:v>
                </c:pt>
                <c:pt idx="31">
                  <c:v>6.5774636239358725E-2</c:v>
                </c:pt>
                <c:pt idx="32">
                  <c:v>6.5105408657306463E-2</c:v>
                </c:pt>
                <c:pt idx="33">
                  <c:v>7.2720459420332714E-2</c:v>
                </c:pt>
                <c:pt idx="34">
                  <c:v>6.9614234209386477E-2</c:v>
                </c:pt>
                <c:pt idx="35">
                  <c:v>7.2299487104848389E-2</c:v>
                </c:pt>
                <c:pt idx="36">
                  <c:v>6.2535941207154999E-2</c:v>
                </c:pt>
                <c:pt idx="37">
                  <c:v>6.2139612532504607E-2</c:v>
                </c:pt>
                <c:pt idx="38">
                  <c:v>6.3164002392357005E-2</c:v>
                </c:pt>
                <c:pt idx="39">
                  <c:v>6.9422761006830438E-2</c:v>
                </c:pt>
                <c:pt idx="40">
                  <c:v>7.0481282940490081E-2</c:v>
                </c:pt>
                <c:pt idx="41">
                  <c:v>6.133499478111705E-2</c:v>
                </c:pt>
                <c:pt idx="42">
                  <c:v>6.5924236694850993E-2</c:v>
                </c:pt>
                <c:pt idx="43">
                  <c:v>6.0723826027726233E-2</c:v>
                </c:pt>
                <c:pt idx="44">
                  <c:v>5.3627236325885105E-2</c:v>
                </c:pt>
                <c:pt idx="45">
                  <c:v>5.2366126993050613E-2</c:v>
                </c:pt>
                <c:pt idx="46">
                  <c:v>5.1664472083932225E-2</c:v>
                </c:pt>
                <c:pt idx="47">
                  <c:v>5.1456643903357371E-2</c:v>
                </c:pt>
                <c:pt idx="48">
                  <c:v>4.3877075707562135E-2</c:v>
                </c:pt>
                <c:pt idx="49">
                  <c:v>4.0174673460464272E-2</c:v>
                </c:pt>
                <c:pt idx="50">
                  <c:v>4.0622000478710577E-2</c:v>
                </c:pt>
                <c:pt idx="51">
                  <c:v>3.5472075898596245E-2</c:v>
                </c:pt>
                <c:pt idx="52">
                  <c:v>3.6504697681565459E-2</c:v>
                </c:pt>
                <c:pt idx="53">
                  <c:v>2.4079884991254324E-2</c:v>
                </c:pt>
                <c:pt idx="54">
                  <c:v>2.4077008085761853E-2</c:v>
                </c:pt>
                <c:pt idx="55">
                  <c:v>3.2804866556185183E-2</c:v>
                </c:pt>
                <c:pt idx="56">
                  <c:v>3.7278732692558575E-2</c:v>
                </c:pt>
                <c:pt idx="57">
                  <c:v>4.4932957289278583E-2</c:v>
                </c:pt>
                <c:pt idx="58">
                  <c:v>4.3416416307707317E-2</c:v>
                </c:pt>
                <c:pt idx="59">
                  <c:v>3.940391352800407E-2</c:v>
                </c:pt>
                <c:pt idx="60">
                  <c:v>4.2155585390150352E-2</c:v>
                </c:pt>
                <c:pt idx="61">
                  <c:v>4.3248392646367442E-2</c:v>
                </c:pt>
              </c:numCache>
            </c:numRef>
          </c:val>
          <c:smooth val="0"/>
          <c:extLst>
            <c:ext xmlns:c16="http://schemas.microsoft.com/office/drawing/2014/chart" uri="{C3380CC4-5D6E-409C-BE32-E72D297353CC}">
              <c16:uniqueId val="{00000000-A4E4-43E9-8F0A-5036D8D103EC}"/>
            </c:ext>
          </c:extLst>
        </c:ser>
        <c:ser>
          <c:idx val="1"/>
          <c:order val="1"/>
          <c:tx>
            <c:strRef>
              <c:f>'Real rates'!$N$8</c:f>
              <c:strCache>
                <c:ptCount val="1"/>
                <c:pt idx="0">
                  <c:v>Avg.</c:v>
                </c:pt>
              </c:strCache>
            </c:strRef>
          </c:tx>
          <c:spPr>
            <a:ln w="22225" cap="rnd">
              <a:solidFill>
                <a:schemeClr val="accent3"/>
              </a:solidFill>
              <a:prstDash val="dash"/>
              <a:round/>
            </a:ln>
            <a:effectLst/>
          </c:spPr>
          <c:marker>
            <c:symbol val="none"/>
          </c:marker>
          <c:cat>
            <c:numRef>
              <c:f>'Real rates'!$J$9:$J$70</c:f>
              <c:numCache>
                <c:formatCode>m/d/yyyy</c:formatCode>
                <c:ptCount val="62"/>
                <c:pt idx="0">
                  <c:v>44439</c:v>
                </c:pt>
                <c:pt idx="1">
                  <c:v>44469</c:v>
                </c:pt>
                <c:pt idx="2">
                  <c:v>44498</c:v>
                </c:pt>
                <c:pt idx="3">
                  <c:v>44530</c:v>
                </c:pt>
                <c:pt idx="4">
                  <c:v>44561</c:v>
                </c:pt>
                <c:pt idx="5">
                  <c:v>44592</c:v>
                </c:pt>
                <c:pt idx="6">
                  <c:v>44620</c:v>
                </c:pt>
                <c:pt idx="7">
                  <c:v>44651</c:v>
                </c:pt>
                <c:pt idx="8">
                  <c:v>44680</c:v>
                </c:pt>
                <c:pt idx="9">
                  <c:v>44712</c:v>
                </c:pt>
                <c:pt idx="10">
                  <c:v>44742</c:v>
                </c:pt>
                <c:pt idx="11">
                  <c:v>44771</c:v>
                </c:pt>
                <c:pt idx="12">
                  <c:v>44804</c:v>
                </c:pt>
                <c:pt idx="13">
                  <c:v>44834</c:v>
                </c:pt>
                <c:pt idx="14">
                  <c:v>44865</c:v>
                </c:pt>
                <c:pt idx="15">
                  <c:v>44895</c:v>
                </c:pt>
                <c:pt idx="16">
                  <c:v>44925</c:v>
                </c:pt>
                <c:pt idx="17">
                  <c:v>44957</c:v>
                </c:pt>
                <c:pt idx="18">
                  <c:v>44985</c:v>
                </c:pt>
                <c:pt idx="19">
                  <c:v>45016</c:v>
                </c:pt>
                <c:pt idx="20">
                  <c:v>45044</c:v>
                </c:pt>
                <c:pt idx="21">
                  <c:v>45077</c:v>
                </c:pt>
                <c:pt idx="22">
                  <c:v>45107</c:v>
                </c:pt>
                <c:pt idx="23">
                  <c:v>45138</c:v>
                </c:pt>
                <c:pt idx="24">
                  <c:v>45169</c:v>
                </c:pt>
                <c:pt idx="25">
                  <c:v>45198</c:v>
                </c:pt>
                <c:pt idx="26">
                  <c:v>45230</c:v>
                </c:pt>
                <c:pt idx="27">
                  <c:v>45260</c:v>
                </c:pt>
                <c:pt idx="28">
                  <c:v>45289</c:v>
                </c:pt>
                <c:pt idx="29">
                  <c:v>45322</c:v>
                </c:pt>
                <c:pt idx="30">
                  <c:v>45351</c:v>
                </c:pt>
                <c:pt idx="31">
                  <c:v>45380</c:v>
                </c:pt>
                <c:pt idx="32">
                  <c:v>45412</c:v>
                </c:pt>
                <c:pt idx="33">
                  <c:v>45443</c:v>
                </c:pt>
                <c:pt idx="34">
                  <c:v>45471</c:v>
                </c:pt>
                <c:pt idx="35">
                  <c:v>45504</c:v>
                </c:pt>
                <c:pt idx="36">
                  <c:v>45534</c:v>
                </c:pt>
                <c:pt idx="37">
                  <c:v>45565</c:v>
                </c:pt>
                <c:pt idx="38">
                  <c:v>45596</c:v>
                </c:pt>
                <c:pt idx="39">
                  <c:v>45625</c:v>
                </c:pt>
                <c:pt idx="40">
                  <c:v>45657</c:v>
                </c:pt>
                <c:pt idx="41">
                  <c:v>45688</c:v>
                </c:pt>
                <c:pt idx="42">
                  <c:v>45716</c:v>
                </c:pt>
                <c:pt idx="43">
                  <c:v>45747</c:v>
                </c:pt>
                <c:pt idx="44">
                  <c:v>45777</c:v>
                </c:pt>
                <c:pt idx="45">
                  <c:v>45807</c:v>
                </c:pt>
                <c:pt idx="46">
                  <c:v>45838</c:v>
                </c:pt>
                <c:pt idx="47">
                  <c:v>45869</c:v>
                </c:pt>
                <c:pt idx="48">
                  <c:v>45898</c:v>
                </c:pt>
                <c:pt idx="49">
                  <c:v>45930</c:v>
                </c:pt>
                <c:pt idx="50">
                  <c:v>45961</c:v>
                </c:pt>
                <c:pt idx="51">
                  <c:v>45989</c:v>
                </c:pt>
                <c:pt idx="52">
                  <c:v>46022</c:v>
                </c:pt>
                <c:pt idx="53">
                  <c:v>46052</c:v>
                </c:pt>
                <c:pt idx="54">
                  <c:v>46080</c:v>
                </c:pt>
                <c:pt idx="55">
                  <c:v>46112</c:v>
                </c:pt>
                <c:pt idx="56">
                  <c:v>46142</c:v>
                </c:pt>
                <c:pt idx="57">
                  <c:v>46171</c:v>
                </c:pt>
                <c:pt idx="58">
                  <c:v>46203</c:v>
                </c:pt>
                <c:pt idx="59">
                  <c:v>46234</c:v>
                </c:pt>
                <c:pt idx="60">
                  <c:v>46265</c:v>
                </c:pt>
                <c:pt idx="61">
                  <c:v>46294</c:v>
                </c:pt>
              </c:numCache>
            </c:numRef>
          </c:cat>
          <c:val>
            <c:numRef>
              <c:f>'Real rates'!$N$9:$N$70</c:f>
              <c:numCache>
                <c:formatCode>0.0%</c:formatCode>
                <c:ptCount val="62"/>
                <c:pt idx="0">
                  <c:v>6.3059645925159877E-2</c:v>
                </c:pt>
                <c:pt idx="1">
                  <c:v>6.3059645925159877E-2</c:v>
                </c:pt>
                <c:pt idx="2">
                  <c:v>6.3059645925159877E-2</c:v>
                </c:pt>
                <c:pt idx="3">
                  <c:v>6.3059645925159877E-2</c:v>
                </c:pt>
                <c:pt idx="4">
                  <c:v>6.3059645925159877E-2</c:v>
                </c:pt>
                <c:pt idx="5">
                  <c:v>6.3059645925159877E-2</c:v>
                </c:pt>
                <c:pt idx="6">
                  <c:v>6.3059645925159877E-2</c:v>
                </c:pt>
                <c:pt idx="7">
                  <c:v>6.3059645925159877E-2</c:v>
                </c:pt>
                <c:pt idx="8">
                  <c:v>6.3059645925159877E-2</c:v>
                </c:pt>
                <c:pt idx="9">
                  <c:v>6.3059645925159877E-2</c:v>
                </c:pt>
                <c:pt idx="10">
                  <c:v>6.3059645925159877E-2</c:v>
                </c:pt>
                <c:pt idx="11">
                  <c:v>6.3059645925159877E-2</c:v>
                </c:pt>
                <c:pt idx="12">
                  <c:v>6.3059645925159877E-2</c:v>
                </c:pt>
                <c:pt idx="13">
                  <c:v>6.3059645925159877E-2</c:v>
                </c:pt>
                <c:pt idx="14">
                  <c:v>6.3059645925159877E-2</c:v>
                </c:pt>
                <c:pt idx="15">
                  <c:v>6.3059645925159877E-2</c:v>
                </c:pt>
                <c:pt idx="16">
                  <c:v>6.3059645925159877E-2</c:v>
                </c:pt>
                <c:pt idx="17">
                  <c:v>6.3059645925159877E-2</c:v>
                </c:pt>
                <c:pt idx="18">
                  <c:v>6.3059645925159877E-2</c:v>
                </c:pt>
                <c:pt idx="19">
                  <c:v>6.3059645925159877E-2</c:v>
                </c:pt>
                <c:pt idx="20">
                  <c:v>6.3059645925159877E-2</c:v>
                </c:pt>
                <c:pt idx="21">
                  <c:v>6.3059645925159877E-2</c:v>
                </c:pt>
                <c:pt idx="22">
                  <c:v>6.3059645925159877E-2</c:v>
                </c:pt>
                <c:pt idx="23">
                  <c:v>6.3059645925159877E-2</c:v>
                </c:pt>
                <c:pt idx="24">
                  <c:v>6.3059645925159877E-2</c:v>
                </c:pt>
                <c:pt idx="25">
                  <c:v>6.3059645925159877E-2</c:v>
                </c:pt>
                <c:pt idx="26">
                  <c:v>6.3059645925159877E-2</c:v>
                </c:pt>
                <c:pt idx="27">
                  <c:v>6.3059645925159877E-2</c:v>
                </c:pt>
                <c:pt idx="28">
                  <c:v>6.3059645925159877E-2</c:v>
                </c:pt>
                <c:pt idx="29">
                  <c:v>6.3059645925159877E-2</c:v>
                </c:pt>
                <c:pt idx="30">
                  <c:v>6.3059645925159877E-2</c:v>
                </c:pt>
                <c:pt idx="31">
                  <c:v>6.3059645925159877E-2</c:v>
                </c:pt>
                <c:pt idx="32">
                  <c:v>6.3059645925159877E-2</c:v>
                </c:pt>
                <c:pt idx="33">
                  <c:v>6.3059645925159877E-2</c:v>
                </c:pt>
                <c:pt idx="34">
                  <c:v>6.3059645925159877E-2</c:v>
                </c:pt>
                <c:pt idx="35">
                  <c:v>6.3059645925159877E-2</c:v>
                </c:pt>
                <c:pt idx="36">
                  <c:v>6.3059645925159877E-2</c:v>
                </c:pt>
                <c:pt idx="37">
                  <c:v>6.3059645925159877E-2</c:v>
                </c:pt>
                <c:pt idx="38">
                  <c:v>6.3059645925159877E-2</c:v>
                </c:pt>
                <c:pt idx="39">
                  <c:v>6.3059645925159877E-2</c:v>
                </c:pt>
                <c:pt idx="40">
                  <c:v>6.3059645925159877E-2</c:v>
                </c:pt>
                <c:pt idx="41">
                  <c:v>6.3059645925159877E-2</c:v>
                </c:pt>
                <c:pt idx="42">
                  <c:v>6.3059645925159877E-2</c:v>
                </c:pt>
                <c:pt idx="43">
                  <c:v>6.3059645925159877E-2</c:v>
                </c:pt>
                <c:pt idx="44">
                  <c:v>6.3059645925159877E-2</c:v>
                </c:pt>
                <c:pt idx="45">
                  <c:v>6.3059645925159877E-2</c:v>
                </c:pt>
                <c:pt idx="46">
                  <c:v>6.3059645925159877E-2</c:v>
                </c:pt>
                <c:pt idx="47">
                  <c:v>6.3059645925159877E-2</c:v>
                </c:pt>
                <c:pt idx="48">
                  <c:v>6.3059645925159877E-2</c:v>
                </c:pt>
                <c:pt idx="49">
                  <c:v>6.3059645925159877E-2</c:v>
                </c:pt>
                <c:pt idx="50">
                  <c:v>6.3059645925159877E-2</c:v>
                </c:pt>
                <c:pt idx="51">
                  <c:v>6.3059645925159877E-2</c:v>
                </c:pt>
                <c:pt idx="52">
                  <c:v>6.3059645925159877E-2</c:v>
                </c:pt>
                <c:pt idx="53">
                  <c:v>6.3059645925159877E-2</c:v>
                </c:pt>
                <c:pt idx="54">
                  <c:v>6.3059645925159877E-2</c:v>
                </c:pt>
                <c:pt idx="55">
                  <c:v>6.3059645925159877E-2</c:v>
                </c:pt>
                <c:pt idx="56">
                  <c:v>6.3059645925159877E-2</c:v>
                </c:pt>
                <c:pt idx="57">
                  <c:v>6.3059645925159877E-2</c:v>
                </c:pt>
                <c:pt idx="58">
                  <c:v>6.3059645925159877E-2</c:v>
                </c:pt>
                <c:pt idx="59">
                  <c:v>6.3059645925159877E-2</c:v>
                </c:pt>
                <c:pt idx="60">
                  <c:v>6.3059645925159877E-2</c:v>
                </c:pt>
                <c:pt idx="61">
                  <c:v>6.3059645925159877E-2</c:v>
                </c:pt>
              </c:numCache>
            </c:numRef>
          </c:val>
          <c:smooth val="0"/>
          <c:extLst>
            <c:ext xmlns:c16="http://schemas.microsoft.com/office/drawing/2014/chart" uri="{C3380CC4-5D6E-409C-BE32-E72D297353CC}">
              <c16:uniqueId val="{00000001-A4E4-43E9-8F0A-5036D8D103EC}"/>
            </c:ext>
          </c:extLst>
        </c:ser>
        <c:dLbls>
          <c:showLegendKey val="0"/>
          <c:showVal val="0"/>
          <c:showCatName val="0"/>
          <c:showSerName val="0"/>
          <c:showPercent val="0"/>
          <c:showBubbleSize val="0"/>
        </c:dLbls>
        <c:smooth val="0"/>
        <c:axId val="1271295855"/>
        <c:axId val="1271289135"/>
      </c:lineChart>
      <c:dateAx>
        <c:axId val="1271295855"/>
        <c:scaling>
          <c:orientation val="minMax"/>
        </c:scaling>
        <c:delete val="0"/>
        <c:axPos val="b"/>
        <c:numFmt formatCode="\'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271289135"/>
        <c:crosses val="autoZero"/>
        <c:auto val="0"/>
        <c:lblOffset val="100"/>
        <c:baseTimeUnit val="days"/>
        <c:majorUnit val="1"/>
        <c:majorTimeUnit val="years"/>
      </c:dateAx>
      <c:valAx>
        <c:axId val="1271289135"/>
        <c:scaling>
          <c:orientation val="minMax"/>
          <c:min val="1.5000000000000003E-2"/>
        </c:scaling>
        <c:delete val="0"/>
        <c:axPos val="l"/>
        <c:majorGridlines>
          <c:spPr>
            <a:ln w="6350" cap="flat" cmpd="sng" algn="ctr">
              <a:solidFill>
                <a:schemeClr val="tx1">
                  <a:lumMod val="15000"/>
                  <a:lumOff val="85000"/>
                </a:schemeClr>
              </a:solidFill>
              <a:prstDash val="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27129585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3">
    <c:autoUpdate val="0"/>
  </c:externalData>
  <c:userShapes r:id="rId4"/>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'PE by sector'!$AD$15</c:f>
              <c:strCache>
                <c:ptCount val="1"/>
                <c:pt idx="0">
                  <c:v>Min-Max range</c:v>
                </c:pt>
              </c:strCache>
            </c:strRef>
          </c:tx>
          <c:spPr>
            <a:noFill/>
            <a:ln>
              <a:noFill/>
            </a:ln>
            <a:effectLst/>
          </c:spPr>
          <c:invertIfNegative val="0"/>
          <c:cat>
            <c:strRef>
              <c:f>'PE by sector'!$AE$12:$AO$12</c:f>
              <c:strCache>
                <c:ptCount val="11"/>
                <c:pt idx="0">
                  <c:v>Ibovespa</c:v>
                </c:pt>
                <c:pt idx="1">
                  <c:v>Industrials</c:v>
                </c:pt>
                <c:pt idx="2">
                  <c:v>Technology</c:v>
                </c:pt>
                <c:pt idx="3">
                  <c:v>Healthcare</c:v>
                </c:pt>
                <c:pt idx="4">
                  <c:v>Cons. Staples</c:v>
                </c:pt>
                <c:pt idx="5">
                  <c:v>Utilities</c:v>
                </c:pt>
                <c:pt idx="6">
                  <c:v>Cons. Discretionary</c:v>
                </c:pt>
                <c:pt idx="7">
                  <c:v>Telecom </c:v>
                </c:pt>
                <c:pt idx="8">
                  <c:v>Financial</c:v>
                </c:pt>
                <c:pt idx="9">
                  <c:v>Materials</c:v>
                </c:pt>
                <c:pt idx="10">
                  <c:v>Energy</c:v>
                </c:pt>
              </c:strCache>
            </c:strRef>
          </c:cat>
          <c:val>
            <c:numRef>
              <c:f>'PE by sector'!$AE$15:$AO$15</c:f>
              <c:numCache>
                <c:formatCode>0.0</c:formatCode>
                <c:ptCount val="11"/>
                <c:pt idx="0">
                  <c:v>6.1719999999999997</c:v>
                </c:pt>
                <c:pt idx="1">
                  <c:v>15.888999999999999</c:v>
                </c:pt>
                <c:pt idx="2">
                  <c:v>7.9207000000000001</c:v>
                </c:pt>
                <c:pt idx="3">
                  <c:v>11.0608</c:v>
                </c:pt>
                <c:pt idx="4">
                  <c:v>11.2357</c:v>
                </c:pt>
                <c:pt idx="5">
                  <c:v>6.6757</c:v>
                </c:pt>
                <c:pt idx="6">
                  <c:v>6.8327</c:v>
                </c:pt>
                <c:pt idx="7">
                  <c:v>9.6196000000000002</c:v>
                </c:pt>
                <c:pt idx="8">
                  <c:v>6.4757999999999996</c:v>
                </c:pt>
                <c:pt idx="9">
                  <c:v>4.1273999999999997</c:v>
                </c:pt>
                <c:pt idx="10">
                  <c:v>3.1541999999999999</c:v>
                </c:pt>
              </c:numCache>
            </c:numRef>
          </c:val>
          <c:extLst>
            <c:ext xmlns:c16="http://schemas.microsoft.com/office/drawing/2014/chart" uri="{C3380CC4-5D6E-409C-BE32-E72D297353CC}">
              <c16:uniqueId val="{00000000-3007-4431-97E4-82367D9F98D0}"/>
            </c:ext>
          </c:extLst>
        </c:ser>
        <c:ser>
          <c:idx val="3"/>
          <c:order val="3"/>
          <c:tx>
            <c:strRef>
              <c:f>'PE by sector'!$AD$18</c:f>
              <c:strCache>
                <c:ptCount val="1"/>
              </c:strCache>
            </c:strRef>
          </c:tx>
          <c:spPr>
            <a:solidFill>
              <a:srgbClr val="7F7F7F"/>
            </a:solidFill>
            <a:ln>
              <a:noFill/>
            </a:ln>
            <a:effectLst/>
          </c:spPr>
          <c:invertIfNegative val="0"/>
          <c:cat>
            <c:strRef>
              <c:f>'PE by sector'!$AE$12:$AO$12</c:f>
              <c:strCache>
                <c:ptCount val="11"/>
                <c:pt idx="0">
                  <c:v>Ibovespa</c:v>
                </c:pt>
                <c:pt idx="1">
                  <c:v>Industrials</c:v>
                </c:pt>
                <c:pt idx="2">
                  <c:v>Technology</c:v>
                </c:pt>
                <c:pt idx="3">
                  <c:v>Healthcare</c:v>
                </c:pt>
                <c:pt idx="4">
                  <c:v>Cons. Staples</c:v>
                </c:pt>
                <c:pt idx="5">
                  <c:v>Utilities</c:v>
                </c:pt>
                <c:pt idx="6">
                  <c:v>Cons. Discretionary</c:v>
                </c:pt>
                <c:pt idx="7">
                  <c:v>Telecom </c:v>
                </c:pt>
                <c:pt idx="8">
                  <c:v>Financial</c:v>
                </c:pt>
                <c:pt idx="9">
                  <c:v>Materials</c:v>
                </c:pt>
                <c:pt idx="10">
                  <c:v>Energy</c:v>
                </c:pt>
              </c:strCache>
            </c:strRef>
          </c:cat>
          <c:val>
            <c:numRef>
              <c:f>'PE by sector'!$AE$18:$AO$18</c:f>
              <c:numCache>
                <c:formatCode>0.0</c:formatCode>
                <c:ptCount val="11"/>
                <c:pt idx="0">
                  <c:v>11.3368</c:v>
                </c:pt>
                <c:pt idx="1">
                  <c:v>35.499899999999997</c:v>
                </c:pt>
                <c:pt idx="2">
                  <c:v>49.665099999999995</c:v>
                </c:pt>
                <c:pt idx="3">
                  <c:v>27.295899999999996</c:v>
                </c:pt>
                <c:pt idx="4">
                  <c:v>12.076400000000001</c:v>
                </c:pt>
                <c:pt idx="5">
                  <c:v>7.2923999999999998</c:v>
                </c:pt>
                <c:pt idx="6">
                  <c:v>56.3504</c:v>
                </c:pt>
                <c:pt idx="7">
                  <c:v>9.5007000000000001</c:v>
                </c:pt>
                <c:pt idx="8">
                  <c:v>6.6186000000000007</c:v>
                </c:pt>
                <c:pt idx="9">
                  <c:v>17.003599999999999</c:v>
                </c:pt>
                <c:pt idx="10">
                  <c:v>76.07119999999999</c:v>
                </c:pt>
              </c:numCache>
            </c:numRef>
          </c:val>
          <c:extLst>
            <c:ext xmlns:c16="http://schemas.microsoft.com/office/drawing/2014/chart" uri="{C3380CC4-5D6E-409C-BE32-E72D297353CC}">
              <c16:uniqueId val="{00000001-3007-4431-97E4-82367D9F98D0}"/>
            </c:ext>
          </c:extLst>
        </c:ser>
        <c:dLbls>
          <c:showLegendKey val="0"/>
          <c:showVal val="0"/>
          <c:showCatName val="0"/>
          <c:showSerName val="0"/>
          <c:showPercent val="0"/>
          <c:showBubbleSize val="0"/>
        </c:dLbls>
        <c:gapWidth val="60"/>
        <c:overlap val="100"/>
        <c:axId val="1968255231"/>
        <c:axId val="1968266047"/>
      </c:barChart>
      <c:scatterChart>
        <c:scatterStyle val="lineMarker"/>
        <c:varyColors val="0"/>
        <c:ser>
          <c:idx val="2"/>
          <c:order val="1"/>
          <c:tx>
            <c:strRef>
              <c:f>'PE by sector'!$AD$17</c:f>
              <c:strCache>
                <c:ptCount val="1"/>
                <c:pt idx="0">
                  <c:v>10 yr. avg.</c:v>
                </c:pt>
              </c:strCache>
            </c:strRef>
          </c:tx>
          <c:spPr>
            <a:ln w="25400" cap="rnd">
              <a:noFill/>
              <a:round/>
            </a:ln>
            <a:effectLst/>
          </c:spPr>
          <c:marker>
            <c:symbol val="picture"/>
            <c:spPr>
              <a:blipFill>
                <a:blip xmlns:r="http://schemas.openxmlformats.org/officeDocument/2006/relationships" r:embed="rId1"/>
                <a:stretch>
                  <a:fillRect/>
                </a:stretch>
              </a:blipFill>
              <a:ln w="25400">
                <a:noFill/>
              </a:ln>
              <a:effectLst/>
            </c:spPr>
          </c:marker>
          <c:dLbls>
            <c:dLbl>
              <c:idx val="6"/>
              <c:layout>
                <c:manualLayout>
                  <c:x val="-6.2956989114513806E-2"/>
                  <c:y val="3.2541567766544927E-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007-4431-97E4-82367D9F98D0}"/>
                </c:ext>
              </c:extLst>
            </c:dLbl>
            <c:numFmt formatCode="#,##0.0&quot;x&quot;"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strRef>
              <c:f>'PE by sector'!$AE$13:$AO$13</c:f>
              <c:strCache>
                <c:ptCount val="11"/>
                <c:pt idx="0">
                  <c:v>Ibovespa</c:v>
                </c:pt>
                <c:pt idx="1">
                  <c:v>Indústria</c:v>
                </c:pt>
                <c:pt idx="2">
                  <c:v>Tecnologia</c:v>
                </c:pt>
                <c:pt idx="3">
                  <c:v>Saúde</c:v>
                </c:pt>
                <c:pt idx="4">
                  <c:v>Cons. Básico</c:v>
                </c:pt>
                <c:pt idx="5">
                  <c:v>Elétricas</c:v>
                </c:pt>
                <c:pt idx="6">
                  <c:v>Consum. Discc</c:v>
                </c:pt>
                <c:pt idx="7">
                  <c:v>Telecom.</c:v>
                </c:pt>
                <c:pt idx="8">
                  <c:v>Financeiro</c:v>
                </c:pt>
                <c:pt idx="9">
                  <c:v>Materiais</c:v>
                </c:pt>
                <c:pt idx="10">
                  <c:v>Energia</c:v>
                </c:pt>
              </c:strCache>
            </c:strRef>
          </c:xVal>
          <c:yVal>
            <c:numRef>
              <c:f>'PE by sector'!$AE$17:$AO$17</c:f>
              <c:numCache>
                <c:formatCode>0.0</c:formatCode>
                <c:ptCount val="11"/>
                <c:pt idx="0">
                  <c:v>10.044941322314049</c:v>
                </c:pt>
                <c:pt idx="1">
                  <c:v>23.7812305785124</c:v>
                </c:pt>
                <c:pt idx="2">
                  <c:v>21.132924793388426</c:v>
                </c:pt>
                <c:pt idx="3">
                  <c:v>21.445460330578513</c:v>
                </c:pt>
                <c:pt idx="4">
                  <c:v>17.399528925619837</c:v>
                </c:pt>
                <c:pt idx="5">
                  <c:v>10.21134049586777</c:v>
                </c:pt>
                <c:pt idx="6">
                  <c:v>21.026558677685951</c:v>
                </c:pt>
                <c:pt idx="7">
                  <c:v>14.160219008264463</c:v>
                </c:pt>
                <c:pt idx="8">
                  <c:v>9.4858214876033031</c:v>
                </c:pt>
                <c:pt idx="9">
                  <c:v>7.7043504132231408</c:v>
                </c:pt>
                <c:pt idx="10">
                  <c:v>9.176405833333332</c:v>
                </c:pt>
              </c:numCache>
            </c:numRef>
          </c:yVal>
          <c:smooth val="0"/>
          <c:extLst>
            <c:ext xmlns:c16="http://schemas.microsoft.com/office/drawing/2014/chart" uri="{C3380CC4-5D6E-409C-BE32-E72D297353CC}">
              <c16:uniqueId val="{00000003-3007-4431-97E4-82367D9F98D0}"/>
            </c:ext>
          </c:extLst>
        </c:ser>
        <c:ser>
          <c:idx val="1"/>
          <c:order val="2"/>
          <c:tx>
            <c:strRef>
              <c:f>'PE by sector'!$AD$16</c:f>
              <c:strCache>
                <c:ptCount val="1"/>
                <c:pt idx="0">
                  <c:v>Current</c:v>
                </c:pt>
              </c:strCache>
            </c:strRef>
          </c:tx>
          <c:spPr>
            <a:ln w="25400" cap="rnd">
              <a:noFill/>
              <a:round/>
            </a:ln>
            <a:effectLst/>
          </c:spPr>
          <c:marker>
            <c:symbol val="diamond"/>
            <c:size val="8"/>
            <c:spPr>
              <a:solidFill>
                <a:srgbClr val="8EB3DF"/>
              </a:solidFill>
              <a:ln w="9525">
                <a:solidFill>
                  <a:schemeClr val="bg1"/>
                </a:solidFill>
              </a:ln>
              <a:effectLst/>
            </c:spPr>
          </c:marker>
          <c:dLbls>
            <c:dLbl>
              <c:idx val="0"/>
              <c:layout>
                <c:manualLayout>
                  <c:x val="-3.5259501258121578E-2"/>
                  <c:y val="-7.743034993587451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007-4431-97E4-82367D9F98D0}"/>
                </c:ext>
              </c:extLst>
            </c:dLbl>
            <c:dLbl>
              <c:idx val="2"/>
              <c:layout>
                <c:manualLayout>
                  <c:x val="-4.032665721677535E-2"/>
                  <c:y val="4.251651807166807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007-4431-97E4-82367D9F98D0}"/>
                </c:ext>
              </c:extLst>
            </c:dLbl>
            <c:dLbl>
              <c:idx val="3"/>
              <c:layout>
                <c:manualLayout>
                  <c:x val="-4.1545207971232165E-2"/>
                  <c:y val="8.538269677396444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007-4431-97E4-82367D9F98D0}"/>
                </c:ext>
              </c:extLst>
            </c:dLbl>
            <c:dLbl>
              <c:idx val="4"/>
              <c:layout>
                <c:manualLayout>
                  <c:x val="-3.8250641708930999E-2"/>
                  <c:y val="6.456437182786359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007-4431-97E4-82367D9F98D0}"/>
                </c:ext>
              </c:extLst>
            </c:dLbl>
            <c:dLbl>
              <c:idx val="5"/>
              <c:layout>
                <c:manualLayout>
                  <c:x val="-4.2408284620448149E-2"/>
                  <c:y val="-6.098855534976782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007-4431-97E4-82367D9F98D0}"/>
                </c:ext>
              </c:extLst>
            </c:dLbl>
            <c:dLbl>
              <c:idx val="6"/>
              <c:layout>
                <c:manualLayout>
                  <c:x val="-4.0326657216775426E-2"/>
                  <c:y val="-4.02590038377741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007-4431-97E4-82367D9F98D0}"/>
                </c:ext>
              </c:extLst>
            </c:dLbl>
            <c:dLbl>
              <c:idx val="7"/>
              <c:layout>
                <c:manualLayout>
                  <c:x val="-3.6277453092566539E-2"/>
                  <c:y val="3.711892596834621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007-4431-97E4-82367D9F98D0}"/>
                </c:ext>
              </c:extLst>
            </c:dLbl>
            <c:dLbl>
              <c:idx val="8"/>
              <c:layout>
                <c:manualLayout>
                  <c:x val="-3.5331873404309398E-2"/>
                  <c:y val="-5.515897029292594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007-4431-97E4-82367D9F98D0}"/>
                </c:ext>
              </c:extLst>
            </c:dLbl>
            <c:dLbl>
              <c:idx val="9"/>
              <c:layout>
                <c:manualLayout>
                  <c:x val="-3.7413435230903881E-2"/>
                  <c:y val="3.736485219441610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007-4431-97E4-82367D9F98D0}"/>
                </c:ext>
              </c:extLst>
            </c:dLbl>
            <c:dLbl>
              <c:idx val="10"/>
              <c:layout>
                <c:manualLayout>
                  <c:x val="-3.7889452148877727E-2"/>
                  <c:y val="3.873872909125948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007-4431-97E4-82367D9F98D0}"/>
                </c:ext>
              </c:extLst>
            </c:dLbl>
            <c:numFmt formatCode="#,##0.0&quot;x&quot;" sourceLinked="0"/>
            <c:spPr>
              <a:noFill/>
              <a:ln>
                <a:noFill/>
              </a:ln>
              <a:effectLst/>
            </c:spPr>
            <c:txPr>
              <a:bodyPr rot="0" spcFirstLastPara="1" vertOverflow="ellipsis" vert="horz" wrap="square" anchor="ctr" anchorCtr="1"/>
              <a:lstStyle/>
              <a:p>
                <a:pPr>
                  <a:defRPr sz="800" b="1" i="0" u="none" strike="noStrike" kern="1200" baseline="0">
                    <a:solidFill>
                      <a:srgbClr val="8EB3DF"/>
                    </a:solidFill>
                    <a:latin typeface="Roboto Light" panose="02000000000000000000" pitchFamily="2" charset="0"/>
                    <a:ea typeface="Roboto Light" panose="02000000000000000000" pitchFamily="2" charset="0"/>
                    <a:cs typeface="Roboto Light" panose="02000000000000000000" pitchFamily="2" charset="0"/>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strRef>
              <c:f>'PE by sector'!$AE$13:$AO$13</c:f>
              <c:strCache>
                <c:ptCount val="11"/>
                <c:pt idx="0">
                  <c:v>Ibovespa</c:v>
                </c:pt>
                <c:pt idx="1">
                  <c:v>Indústria</c:v>
                </c:pt>
                <c:pt idx="2">
                  <c:v>Tecnologia</c:v>
                </c:pt>
                <c:pt idx="3">
                  <c:v>Saúde</c:v>
                </c:pt>
                <c:pt idx="4">
                  <c:v>Cons. Básico</c:v>
                </c:pt>
                <c:pt idx="5">
                  <c:v>Elétricas</c:v>
                </c:pt>
                <c:pt idx="6">
                  <c:v>Consum. Discc</c:v>
                </c:pt>
                <c:pt idx="7">
                  <c:v>Telecom.</c:v>
                </c:pt>
                <c:pt idx="8">
                  <c:v>Financeiro</c:v>
                </c:pt>
                <c:pt idx="9">
                  <c:v>Materiais</c:v>
                </c:pt>
                <c:pt idx="10">
                  <c:v>Energia</c:v>
                </c:pt>
              </c:strCache>
            </c:strRef>
          </c:xVal>
          <c:yVal>
            <c:numRef>
              <c:f>'PE by sector'!$AE$16:$AO$16</c:f>
              <c:numCache>
                <c:formatCode>0.0</c:formatCode>
                <c:ptCount val="11"/>
                <c:pt idx="0">
                  <c:v>8.5175000000000001</c:v>
                </c:pt>
                <c:pt idx="1">
                  <c:v>17.0032</c:v>
                </c:pt>
                <c:pt idx="2">
                  <c:v>16.955400000000001</c:v>
                </c:pt>
                <c:pt idx="3">
                  <c:v>15.082100000000001</c:v>
                </c:pt>
                <c:pt idx="4">
                  <c:v>14.3497</c:v>
                </c:pt>
                <c:pt idx="5">
                  <c:v>13.3302</c:v>
                </c:pt>
                <c:pt idx="6">
                  <c:v>9.9850999999999992</c:v>
                </c:pt>
                <c:pt idx="7">
                  <c:v>9.6196000000000002</c:v>
                </c:pt>
                <c:pt idx="8">
                  <c:v>8.6443999999999992</c:v>
                </c:pt>
                <c:pt idx="9">
                  <c:v>7.835</c:v>
                </c:pt>
                <c:pt idx="10">
                  <c:v>5.0266000000000002</c:v>
                </c:pt>
              </c:numCache>
            </c:numRef>
          </c:yVal>
          <c:smooth val="0"/>
          <c:extLst>
            <c:ext xmlns:c16="http://schemas.microsoft.com/office/drawing/2014/chart" uri="{C3380CC4-5D6E-409C-BE32-E72D297353CC}">
              <c16:uniqueId val="{0000000E-3007-4431-97E4-82367D9F98D0}"/>
            </c:ext>
          </c:extLst>
        </c:ser>
        <c:dLbls>
          <c:showLegendKey val="0"/>
          <c:showVal val="0"/>
          <c:showCatName val="0"/>
          <c:showSerName val="0"/>
          <c:showPercent val="0"/>
          <c:showBubbleSize val="0"/>
        </c:dLbls>
        <c:axId val="1968255231"/>
        <c:axId val="1968266047"/>
      </c:scatterChart>
      <c:catAx>
        <c:axId val="19682552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Roboto Light" panose="02000000000000000000" pitchFamily="2" charset="0"/>
                <a:ea typeface="Roboto Light" panose="02000000000000000000" pitchFamily="2" charset="0"/>
                <a:cs typeface="Roboto Light" panose="02000000000000000000" pitchFamily="2" charset="0"/>
              </a:defRPr>
            </a:pPr>
            <a:endParaRPr lang="en-US"/>
          </a:p>
        </c:txPr>
        <c:crossAx val="1968266047"/>
        <c:crosses val="autoZero"/>
        <c:auto val="1"/>
        <c:lblAlgn val="ctr"/>
        <c:lblOffset val="100"/>
        <c:noMultiLvlLbl val="0"/>
      </c:catAx>
      <c:valAx>
        <c:axId val="1968266047"/>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quot;x&quot;"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Roboto Light" panose="02000000000000000000" pitchFamily="2" charset="0"/>
                <a:ea typeface="Roboto Light" panose="02000000000000000000" pitchFamily="2" charset="0"/>
                <a:cs typeface="Roboto Light" panose="02000000000000000000" pitchFamily="2" charset="0"/>
              </a:defRPr>
            </a:pPr>
            <a:endParaRPr lang="en-US"/>
          </a:p>
        </c:txPr>
        <c:crossAx val="1968255231"/>
        <c:crosses val="autoZero"/>
        <c:crossBetween val="between"/>
        <c:majorUnit val="20"/>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a:latin typeface="Roboto Light" panose="02000000000000000000" pitchFamily="2" charset="0"/>
          <a:ea typeface="Roboto Light" panose="02000000000000000000" pitchFamily="2" charset="0"/>
          <a:cs typeface="Roboto Light" panose="02000000000000000000" pitchFamily="2" charset="0"/>
        </a:defRPr>
      </a:pPr>
      <a:endParaRPr lang="en-US"/>
    </a:p>
  </c:txPr>
  <c:externalData r:id="rId2">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2036274078296398E-2"/>
          <c:y val="6.6547452793746367E-2"/>
          <c:w val="0.84994950836095318"/>
          <c:h val="0.82111264380054583"/>
        </c:manualLayout>
      </c:layout>
      <c:lineChart>
        <c:grouping val="standard"/>
        <c:varyColors val="0"/>
        <c:ser>
          <c:idx val="2"/>
          <c:order val="0"/>
          <c:tx>
            <c:strRef>
              <c:f>PE!$M$8</c:f>
              <c:strCache>
                <c:ptCount val="1"/>
                <c:pt idx="0">
                  <c:v>Ibovespa ex-Materials and Energy</c:v>
                </c:pt>
              </c:strCache>
            </c:strRef>
          </c:tx>
          <c:spPr>
            <a:ln w="28575" cap="rnd">
              <a:solidFill>
                <a:schemeClr val="bg1">
                  <a:lumMod val="50000"/>
                </a:schemeClr>
              </a:solidFill>
              <a:round/>
            </a:ln>
            <a:effectLst/>
          </c:spPr>
          <c:marker>
            <c:symbol val="none"/>
          </c:marker>
          <c:cat>
            <c:numRef>
              <c:f>PE!$A$55:$A$257</c:f>
              <c:numCache>
                <c:formatCode>[$-416]dd\-mmm\-yy;@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PE!$M$55:$M$257</c:f>
              <c:numCache>
                <c:formatCode>General</c:formatCode>
                <c:ptCount val="203"/>
                <c:pt idx="0">
                  <c:v>13.1</c:v>
                </c:pt>
                <c:pt idx="1">
                  <c:v>13.48</c:v>
                </c:pt>
                <c:pt idx="2">
                  <c:v>12.82</c:v>
                </c:pt>
                <c:pt idx="3">
                  <c:v>12.4</c:v>
                </c:pt>
                <c:pt idx="4">
                  <c:v>12.37</c:v>
                </c:pt>
                <c:pt idx="5">
                  <c:v>11.84</c:v>
                </c:pt>
                <c:pt idx="6">
                  <c:v>11.37</c:v>
                </c:pt>
                <c:pt idx="7">
                  <c:v>11.15</c:v>
                </c:pt>
                <c:pt idx="8">
                  <c:v>12.48</c:v>
                </c:pt>
                <c:pt idx="9">
                  <c:v>11.89</c:v>
                </c:pt>
                <c:pt idx="10">
                  <c:v>12.16</c:v>
                </c:pt>
                <c:pt idx="11">
                  <c:v>12.3</c:v>
                </c:pt>
                <c:pt idx="12">
                  <c:v>11.51</c:v>
                </c:pt>
                <c:pt idx="13">
                  <c:v>11.21</c:v>
                </c:pt>
                <c:pt idx="14">
                  <c:v>10.41</c:v>
                </c:pt>
                <c:pt idx="15">
                  <c:v>10.41</c:v>
                </c:pt>
                <c:pt idx="16">
                  <c:v>10.82</c:v>
                </c:pt>
                <c:pt idx="17">
                  <c:v>10.79</c:v>
                </c:pt>
                <c:pt idx="18">
                  <c:v>10.63</c:v>
                </c:pt>
                <c:pt idx="19">
                  <c:v>10.039999999999999</c:v>
                </c:pt>
                <c:pt idx="20">
                  <c:v>9.44</c:v>
                </c:pt>
                <c:pt idx="21">
                  <c:v>9.4499999999999993</c:v>
                </c:pt>
                <c:pt idx="22">
                  <c:v>8.65</c:v>
                </c:pt>
                <c:pt idx="23">
                  <c:v>9.84</c:v>
                </c:pt>
                <c:pt idx="24">
                  <c:v>9.5500000000000007</c:v>
                </c:pt>
                <c:pt idx="25">
                  <c:v>9.59</c:v>
                </c:pt>
                <c:pt idx="26">
                  <c:v>9.99</c:v>
                </c:pt>
                <c:pt idx="27">
                  <c:v>10.72</c:v>
                </c:pt>
                <c:pt idx="28">
                  <c:v>10.48</c:v>
                </c:pt>
                <c:pt idx="29">
                  <c:v>10.119999999999999</c:v>
                </c:pt>
                <c:pt idx="30">
                  <c:v>9.1</c:v>
                </c:pt>
                <c:pt idx="31">
                  <c:v>9.7200000000000006</c:v>
                </c:pt>
                <c:pt idx="32">
                  <c:v>10.42</c:v>
                </c:pt>
                <c:pt idx="33">
                  <c:v>11.07</c:v>
                </c:pt>
                <c:pt idx="34">
                  <c:v>11.29</c:v>
                </c:pt>
                <c:pt idx="35">
                  <c:v>10.9</c:v>
                </c:pt>
                <c:pt idx="36">
                  <c:v>11.49</c:v>
                </c:pt>
                <c:pt idx="37">
                  <c:v>11.81</c:v>
                </c:pt>
                <c:pt idx="38">
                  <c:v>11.82</c:v>
                </c:pt>
                <c:pt idx="39">
                  <c:v>11.74</c:v>
                </c:pt>
                <c:pt idx="40">
                  <c:v>11.45</c:v>
                </c:pt>
                <c:pt idx="41">
                  <c:v>11.11</c:v>
                </c:pt>
                <c:pt idx="42">
                  <c:v>11.82</c:v>
                </c:pt>
                <c:pt idx="43">
                  <c:v>10.34</c:v>
                </c:pt>
                <c:pt idx="44">
                  <c:v>10.5</c:v>
                </c:pt>
                <c:pt idx="45">
                  <c:v>10.95</c:v>
                </c:pt>
                <c:pt idx="46">
                  <c:v>11.91</c:v>
                </c:pt>
                <c:pt idx="47">
                  <c:v>12.43</c:v>
                </c:pt>
                <c:pt idx="48">
                  <c:v>11.86</c:v>
                </c:pt>
                <c:pt idx="49">
                  <c:v>11.48</c:v>
                </c:pt>
                <c:pt idx="50">
                  <c:v>10.74</c:v>
                </c:pt>
                <c:pt idx="51">
                  <c:v>10.69</c:v>
                </c:pt>
                <c:pt idx="52">
                  <c:v>11.34</c:v>
                </c:pt>
                <c:pt idx="53">
                  <c:v>11.55</c:v>
                </c:pt>
                <c:pt idx="54">
                  <c:v>11.34</c:v>
                </c:pt>
                <c:pt idx="55">
                  <c:v>11.67</c:v>
                </c:pt>
                <c:pt idx="56">
                  <c:v>11.98</c:v>
                </c:pt>
                <c:pt idx="57">
                  <c:v>13.08</c:v>
                </c:pt>
                <c:pt idx="58">
                  <c:v>11.62</c:v>
                </c:pt>
                <c:pt idx="59">
                  <c:v>12.03</c:v>
                </c:pt>
                <c:pt idx="60">
                  <c:v>12.47</c:v>
                </c:pt>
                <c:pt idx="61">
                  <c:v>11.57</c:v>
                </c:pt>
                <c:pt idx="62">
                  <c:v>10.89</c:v>
                </c:pt>
                <c:pt idx="63">
                  <c:v>11.83</c:v>
                </c:pt>
                <c:pt idx="64">
                  <c:v>11.7</c:v>
                </c:pt>
                <c:pt idx="65">
                  <c:v>12.37</c:v>
                </c:pt>
                <c:pt idx="66">
                  <c:v>11.42</c:v>
                </c:pt>
                <c:pt idx="67">
                  <c:v>11.48</c:v>
                </c:pt>
                <c:pt idx="68">
                  <c:v>11.05</c:v>
                </c:pt>
                <c:pt idx="69">
                  <c:v>9.93</c:v>
                </c:pt>
                <c:pt idx="70">
                  <c:v>9.51</c:v>
                </c:pt>
                <c:pt idx="71">
                  <c:v>9.77</c:v>
                </c:pt>
                <c:pt idx="72">
                  <c:v>9.7899999999999991</c:v>
                </c:pt>
                <c:pt idx="73">
                  <c:v>9.59</c:v>
                </c:pt>
                <c:pt idx="74">
                  <c:v>9.3000000000000007</c:v>
                </c:pt>
                <c:pt idx="75">
                  <c:v>9.86</c:v>
                </c:pt>
                <c:pt idx="76">
                  <c:v>11.3</c:v>
                </c:pt>
                <c:pt idx="77">
                  <c:v>11.77</c:v>
                </c:pt>
                <c:pt idx="78">
                  <c:v>10.72</c:v>
                </c:pt>
                <c:pt idx="79">
                  <c:v>11.3</c:v>
                </c:pt>
                <c:pt idx="80">
                  <c:v>12.47</c:v>
                </c:pt>
                <c:pt idx="81">
                  <c:v>12.58</c:v>
                </c:pt>
                <c:pt idx="82">
                  <c:v>12.5</c:v>
                </c:pt>
                <c:pt idx="83">
                  <c:v>13.25</c:v>
                </c:pt>
                <c:pt idx="84">
                  <c:v>11.81</c:v>
                </c:pt>
                <c:pt idx="85">
                  <c:v>11.51</c:v>
                </c:pt>
                <c:pt idx="86">
                  <c:v>12.28</c:v>
                </c:pt>
                <c:pt idx="87">
                  <c:v>12.66</c:v>
                </c:pt>
                <c:pt idx="88">
                  <c:v>12.35</c:v>
                </c:pt>
                <c:pt idx="89">
                  <c:v>12.66</c:v>
                </c:pt>
                <c:pt idx="90">
                  <c:v>12.19</c:v>
                </c:pt>
                <c:pt idx="91">
                  <c:v>11.87</c:v>
                </c:pt>
                <c:pt idx="92">
                  <c:v>12.35</c:v>
                </c:pt>
                <c:pt idx="93">
                  <c:v>13.19</c:v>
                </c:pt>
                <c:pt idx="94">
                  <c:v>13.86</c:v>
                </c:pt>
                <c:pt idx="95">
                  <c:v>13.46</c:v>
                </c:pt>
                <c:pt idx="96">
                  <c:v>12.81</c:v>
                </c:pt>
                <c:pt idx="97">
                  <c:v>13.17</c:v>
                </c:pt>
                <c:pt idx="98">
                  <c:v>14.27</c:v>
                </c:pt>
                <c:pt idx="99">
                  <c:v>13.72</c:v>
                </c:pt>
                <c:pt idx="100">
                  <c:v>13.39</c:v>
                </c:pt>
                <c:pt idx="101">
                  <c:v>12.96</c:v>
                </c:pt>
                <c:pt idx="102">
                  <c:v>10.84</c:v>
                </c:pt>
                <c:pt idx="103">
                  <c:v>10.32</c:v>
                </c:pt>
                <c:pt idx="104">
                  <c:v>11.1</c:v>
                </c:pt>
                <c:pt idx="105">
                  <c:v>10.88</c:v>
                </c:pt>
                <c:pt idx="106">
                  <c:v>10.85</c:v>
                </c:pt>
                <c:pt idx="107">
                  <c:v>12.46</c:v>
                </c:pt>
                <c:pt idx="108">
                  <c:v>12.95</c:v>
                </c:pt>
                <c:pt idx="109">
                  <c:v>12.75</c:v>
                </c:pt>
                <c:pt idx="110">
                  <c:v>14.39</c:v>
                </c:pt>
                <c:pt idx="111">
                  <c:v>13.83</c:v>
                </c:pt>
                <c:pt idx="112">
                  <c:v>13.25</c:v>
                </c:pt>
                <c:pt idx="113">
                  <c:v>13.29</c:v>
                </c:pt>
                <c:pt idx="114">
                  <c:v>13.45</c:v>
                </c:pt>
                <c:pt idx="115">
                  <c:v>13.81</c:v>
                </c:pt>
                <c:pt idx="116">
                  <c:v>14.26</c:v>
                </c:pt>
                <c:pt idx="117">
                  <c:v>13.96</c:v>
                </c:pt>
                <c:pt idx="118">
                  <c:v>14.26</c:v>
                </c:pt>
                <c:pt idx="119">
                  <c:v>14.2</c:v>
                </c:pt>
                <c:pt idx="120">
                  <c:v>14.31</c:v>
                </c:pt>
                <c:pt idx="121">
                  <c:v>15.03</c:v>
                </c:pt>
                <c:pt idx="122">
                  <c:v>15.4</c:v>
                </c:pt>
                <c:pt idx="123">
                  <c:v>14.14</c:v>
                </c:pt>
                <c:pt idx="124">
                  <c:v>10.41</c:v>
                </c:pt>
                <c:pt idx="125">
                  <c:v>12.93</c:v>
                </c:pt>
                <c:pt idx="126">
                  <c:v>13.97</c:v>
                </c:pt>
                <c:pt idx="127">
                  <c:v>16.61</c:v>
                </c:pt>
                <c:pt idx="128">
                  <c:v>18.39</c:v>
                </c:pt>
                <c:pt idx="129">
                  <c:v>17.47</c:v>
                </c:pt>
                <c:pt idx="130">
                  <c:v>16.07</c:v>
                </c:pt>
                <c:pt idx="131">
                  <c:v>15.73</c:v>
                </c:pt>
                <c:pt idx="132">
                  <c:v>16.760000000000002</c:v>
                </c:pt>
                <c:pt idx="133">
                  <c:v>17.190000000000001</c:v>
                </c:pt>
                <c:pt idx="134">
                  <c:v>15.67</c:v>
                </c:pt>
                <c:pt idx="135">
                  <c:v>14.38</c:v>
                </c:pt>
                <c:pt idx="136">
                  <c:v>14.93</c:v>
                </c:pt>
                <c:pt idx="137">
                  <c:v>14.22</c:v>
                </c:pt>
                <c:pt idx="138">
                  <c:v>15.83</c:v>
                </c:pt>
                <c:pt idx="139">
                  <c:v>15.54</c:v>
                </c:pt>
                <c:pt idx="140">
                  <c:v>14.83</c:v>
                </c:pt>
                <c:pt idx="141">
                  <c:v>14.32</c:v>
                </c:pt>
                <c:pt idx="142">
                  <c:v>13.25</c:v>
                </c:pt>
                <c:pt idx="143">
                  <c:v>12.03</c:v>
                </c:pt>
                <c:pt idx="144">
                  <c:v>11.43</c:v>
                </c:pt>
                <c:pt idx="145">
                  <c:v>11</c:v>
                </c:pt>
                <c:pt idx="146">
                  <c:v>11.74</c:v>
                </c:pt>
                <c:pt idx="147">
                  <c:v>11.18</c:v>
                </c:pt>
                <c:pt idx="148">
                  <c:v>11.94</c:v>
                </c:pt>
                <c:pt idx="149">
                  <c:v>10.54</c:v>
                </c:pt>
                <c:pt idx="150">
                  <c:v>10.56</c:v>
                </c:pt>
                <c:pt idx="151">
                  <c:v>9.3699999999999992</c:v>
                </c:pt>
                <c:pt idx="152">
                  <c:v>9.9</c:v>
                </c:pt>
                <c:pt idx="153">
                  <c:v>10.41</c:v>
                </c:pt>
                <c:pt idx="154">
                  <c:v>10.51</c:v>
                </c:pt>
                <c:pt idx="155">
                  <c:v>11.24</c:v>
                </c:pt>
                <c:pt idx="156">
                  <c:v>9.98</c:v>
                </c:pt>
                <c:pt idx="157">
                  <c:v>9.76</c:v>
                </c:pt>
                <c:pt idx="158">
                  <c:v>9.76</c:v>
                </c:pt>
                <c:pt idx="159">
                  <c:v>9.07</c:v>
                </c:pt>
                <c:pt idx="160">
                  <c:v>8.94</c:v>
                </c:pt>
                <c:pt idx="161">
                  <c:v>9.35</c:v>
                </c:pt>
                <c:pt idx="162">
                  <c:v>9.8930000000000007</c:v>
                </c:pt>
                <c:pt idx="163">
                  <c:v>10.972</c:v>
                </c:pt>
                <c:pt idx="164">
                  <c:v>10.92</c:v>
                </c:pt>
                <c:pt idx="165">
                  <c:v>10.051</c:v>
                </c:pt>
                <c:pt idx="166">
                  <c:v>9.59</c:v>
                </c:pt>
                <c:pt idx="167">
                  <c:v>8.9659999999999993</c:v>
                </c:pt>
                <c:pt idx="168">
                  <c:v>10.144</c:v>
                </c:pt>
                <c:pt idx="169">
                  <c:v>10.529</c:v>
                </c:pt>
                <c:pt idx="170">
                  <c:v>9.7520000000000007</c:v>
                </c:pt>
                <c:pt idx="171">
                  <c:v>9.8610000000000007</c:v>
                </c:pt>
                <c:pt idx="172">
                  <c:v>9.8460000000000001</c:v>
                </c:pt>
                <c:pt idx="173">
                  <c:v>9.2539999999999996</c:v>
                </c:pt>
                <c:pt idx="174">
                  <c:v>8.7449999999999992</c:v>
                </c:pt>
                <c:pt idx="175">
                  <c:v>8.8109999999999999</c:v>
                </c:pt>
                <c:pt idx="176">
                  <c:v>9.2289999999999992</c:v>
                </c:pt>
                <c:pt idx="177">
                  <c:v>9.7029999999999994</c:v>
                </c:pt>
                <c:pt idx="178">
                  <c:v>9.516</c:v>
                </c:pt>
                <c:pt idx="179">
                  <c:v>9.0760000000000005</c:v>
                </c:pt>
                <c:pt idx="180">
                  <c:v>8.1969999999999992</c:v>
                </c:pt>
                <c:pt idx="181">
                  <c:v>8.843</c:v>
                </c:pt>
                <c:pt idx="182">
                  <c:v>8.6769999999999996</c:v>
                </c:pt>
                <c:pt idx="183">
                  <c:v>8.2040000000000006</c:v>
                </c:pt>
                <c:pt idx="184">
                  <c:v>8.7929999999999993</c:v>
                </c:pt>
                <c:pt idx="185">
                  <c:v>9.5039999999999996</c:v>
                </c:pt>
                <c:pt idx="186">
                  <c:v>9.7460000000000004</c:v>
                </c:pt>
                <c:pt idx="187">
                  <c:v>9.8019999999999996</c:v>
                </c:pt>
                <c:pt idx="188">
                  <c:v>9.2210000000000001</c:v>
                </c:pt>
                <c:pt idx="189">
                  <c:v>9.9109999999999996</c:v>
                </c:pt>
                <c:pt idx="190">
                  <c:v>10.243</c:v>
                </c:pt>
                <c:pt idx="191">
                  <c:v>10.25</c:v>
                </c:pt>
                <c:pt idx="192">
                  <c:v>10.759</c:v>
                </c:pt>
                <c:pt idx="193">
                  <c:v>10.097</c:v>
                </c:pt>
                <c:pt idx="194">
                  <c:v>10.948</c:v>
                </c:pt>
                <c:pt idx="195">
                  <c:v>11.433</c:v>
                </c:pt>
                <c:pt idx="196">
                  <c:v>10.708</c:v>
                </c:pt>
                <c:pt idx="197">
                  <c:v>10.577999999999999</c:v>
                </c:pt>
                <c:pt idx="198">
                  <c:v>9.8030000000000008</c:v>
                </c:pt>
                <c:pt idx="199">
                  <c:v>9.9480000000000004</c:v>
                </c:pt>
                <c:pt idx="200">
                  <c:v>9.9600000000000009</c:v>
                </c:pt>
                <c:pt idx="201">
                  <c:v>9.9290000000000003</c:v>
                </c:pt>
                <c:pt idx="202">
                  <c:v>10.089</c:v>
                </c:pt>
              </c:numCache>
            </c:numRef>
          </c:val>
          <c:smooth val="0"/>
          <c:extLst>
            <c:ext xmlns:c16="http://schemas.microsoft.com/office/drawing/2014/chart" uri="{C3380CC4-5D6E-409C-BE32-E72D297353CC}">
              <c16:uniqueId val="{00000000-CEC8-4A6A-92CE-F0DF0AB237B1}"/>
            </c:ext>
          </c:extLst>
        </c:ser>
        <c:ser>
          <c:idx val="3"/>
          <c:order val="1"/>
          <c:tx>
            <c:strRef>
              <c:f>PE!$O$8</c:f>
              <c:strCache>
                <c:ptCount val="1"/>
                <c:pt idx="0">
                  <c:v>Ibov. ex-Mat&amp;Energy 15-yr. Avg.</c:v>
                </c:pt>
              </c:strCache>
            </c:strRef>
          </c:tx>
          <c:spPr>
            <a:ln w="28575" cap="rnd">
              <a:solidFill>
                <a:srgbClr val="8EB3DF"/>
              </a:solidFill>
              <a:prstDash val="dash"/>
              <a:round/>
            </a:ln>
            <a:effectLst/>
          </c:spPr>
          <c:marker>
            <c:symbol val="none"/>
          </c:marker>
          <c:cat>
            <c:numRef>
              <c:f>PE!$A$55:$A$257</c:f>
              <c:numCache>
                <c:formatCode>[$-416]dd\-mmm\-yy;@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PE!$O$55:$O$257</c:f>
              <c:numCache>
                <c:formatCode>0.0</c:formatCode>
                <c:ptCount val="203"/>
                <c:pt idx="0">
                  <c:v>11.523734042553194</c:v>
                </c:pt>
                <c:pt idx="1">
                  <c:v>11.523734042553194</c:v>
                </c:pt>
                <c:pt idx="2">
                  <c:v>11.523734042553194</c:v>
                </c:pt>
                <c:pt idx="3">
                  <c:v>11.523734042553194</c:v>
                </c:pt>
                <c:pt idx="4">
                  <c:v>11.523734042553194</c:v>
                </c:pt>
                <c:pt idx="5">
                  <c:v>11.523734042553194</c:v>
                </c:pt>
                <c:pt idx="6">
                  <c:v>11.523734042553194</c:v>
                </c:pt>
                <c:pt idx="7">
                  <c:v>11.523734042553194</c:v>
                </c:pt>
                <c:pt idx="8">
                  <c:v>11.523734042553194</c:v>
                </c:pt>
                <c:pt idx="9">
                  <c:v>11.523734042553194</c:v>
                </c:pt>
                <c:pt idx="10">
                  <c:v>11.523734042553194</c:v>
                </c:pt>
                <c:pt idx="11">
                  <c:v>11.523734042553194</c:v>
                </c:pt>
                <c:pt idx="12">
                  <c:v>11.523734042553194</c:v>
                </c:pt>
                <c:pt idx="13">
                  <c:v>11.523734042553194</c:v>
                </c:pt>
                <c:pt idx="14">
                  <c:v>11.523734042553194</c:v>
                </c:pt>
                <c:pt idx="15">
                  <c:v>11.523734042553194</c:v>
                </c:pt>
                <c:pt idx="16">
                  <c:v>11.523734042553194</c:v>
                </c:pt>
                <c:pt idx="17">
                  <c:v>11.523734042553194</c:v>
                </c:pt>
                <c:pt idx="18">
                  <c:v>11.523734042553194</c:v>
                </c:pt>
                <c:pt idx="19">
                  <c:v>11.523734042553194</c:v>
                </c:pt>
                <c:pt idx="20">
                  <c:v>11.523734042553194</c:v>
                </c:pt>
                <c:pt idx="21">
                  <c:v>11.523734042553194</c:v>
                </c:pt>
                <c:pt idx="22">
                  <c:v>11.523734042553194</c:v>
                </c:pt>
                <c:pt idx="23">
                  <c:v>11.523734042553194</c:v>
                </c:pt>
                <c:pt idx="24">
                  <c:v>11.523734042553194</c:v>
                </c:pt>
                <c:pt idx="25">
                  <c:v>11.523734042553194</c:v>
                </c:pt>
                <c:pt idx="26">
                  <c:v>11.523734042553194</c:v>
                </c:pt>
                <c:pt idx="27">
                  <c:v>11.523734042553194</c:v>
                </c:pt>
                <c:pt idx="28">
                  <c:v>11.523734042553194</c:v>
                </c:pt>
                <c:pt idx="29">
                  <c:v>11.523734042553194</c:v>
                </c:pt>
                <c:pt idx="30">
                  <c:v>11.523734042553194</c:v>
                </c:pt>
                <c:pt idx="31">
                  <c:v>11.523734042553194</c:v>
                </c:pt>
                <c:pt idx="32">
                  <c:v>11.523734042553194</c:v>
                </c:pt>
                <c:pt idx="33">
                  <c:v>11.523734042553194</c:v>
                </c:pt>
                <c:pt idx="34">
                  <c:v>11.523734042553194</c:v>
                </c:pt>
                <c:pt idx="35">
                  <c:v>11.523734042553194</c:v>
                </c:pt>
                <c:pt idx="36">
                  <c:v>11.523734042553194</c:v>
                </c:pt>
                <c:pt idx="37">
                  <c:v>11.523734042553194</c:v>
                </c:pt>
                <c:pt idx="38">
                  <c:v>11.523734042553194</c:v>
                </c:pt>
                <c:pt idx="39">
                  <c:v>11.523734042553194</c:v>
                </c:pt>
                <c:pt idx="40">
                  <c:v>11.523734042553194</c:v>
                </c:pt>
                <c:pt idx="41">
                  <c:v>11.523734042553194</c:v>
                </c:pt>
                <c:pt idx="42">
                  <c:v>11.523734042553194</c:v>
                </c:pt>
                <c:pt idx="43">
                  <c:v>11.523734042553194</c:v>
                </c:pt>
                <c:pt idx="44">
                  <c:v>11.523734042553194</c:v>
                </c:pt>
                <c:pt idx="45">
                  <c:v>11.523734042553194</c:v>
                </c:pt>
                <c:pt idx="46">
                  <c:v>11.523734042553194</c:v>
                </c:pt>
                <c:pt idx="47">
                  <c:v>11.523734042553194</c:v>
                </c:pt>
                <c:pt idx="48">
                  <c:v>11.523734042553194</c:v>
                </c:pt>
                <c:pt idx="49">
                  <c:v>11.523734042553194</c:v>
                </c:pt>
                <c:pt idx="50">
                  <c:v>11.523734042553194</c:v>
                </c:pt>
                <c:pt idx="51">
                  <c:v>11.523734042553194</c:v>
                </c:pt>
                <c:pt idx="52">
                  <c:v>11.523734042553194</c:v>
                </c:pt>
                <c:pt idx="53">
                  <c:v>11.523734042553194</c:v>
                </c:pt>
                <c:pt idx="54">
                  <c:v>11.523734042553194</c:v>
                </c:pt>
                <c:pt idx="55">
                  <c:v>11.523734042553194</c:v>
                </c:pt>
                <c:pt idx="56">
                  <c:v>11.523734042553194</c:v>
                </c:pt>
                <c:pt idx="57">
                  <c:v>11.523734042553194</c:v>
                </c:pt>
                <c:pt idx="58">
                  <c:v>11.523734042553194</c:v>
                </c:pt>
                <c:pt idx="59">
                  <c:v>11.523734042553194</c:v>
                </c:pt>
                <c:pt idx="60">
                  <c:v>11.523734042553194</c:v>
                </c:pt>
                <c:pt idx="61">
                  <c:v>11.523734042553194</c:v>
                </c:pt>
                <c:pt idx="62">
                  <c:v>11.523734042553194</c:v>
                </c:pt>
                <c:pt idx="63">
                  <c:v>11.523734042553194</c:v>
                </c:pt>
                <c:pt idx="64">
                  <c:v>11.523734042553194</c:v>
                </c:pt>
                <c:pt idx="65">
                  <c:v>11.523734042553194</c:v>
                </c:pt>
                <c:pt idx="66">
                  <c:v>11.523734042553194</c:v>
                </c:pt>
                <c:pt idx="67">
                  <c:v>11.523734042553194</c:v>
                </c:pt>
                <c:pt idx="68">
                  <c:v>11.523734042553194</c:v>
                </c:pt>
                <c:pt idx="69">
                  <c:v>11.523734042553194</c:v>
                </c:pt>
                <c:pt idx="70">
                  <c:v>11.523734042553194</c:v>
                </c:pt>
                <c:pt idx="71">
                  <c:v>11.523734042553194</c:v>
                </c:pt>
                <c:pt idx="72">
                  <c:v>11.523734042553194</c:v>
                </c:pt>
                <c:pt idx="73">
                  <c:v>11.523734042553194</c:v>
                </c:pt>
                <c:pt idx="74">
                  <c:v>11.523734042553194</c:v>
                </c:pt>
                <c:pt idx="75">
                  <c:v>11.523734042553194</c:v>
                </c:pt>
                <c:pt idx="76">
                  <c:v>11.523734042553194</c:v>
                </c:pt>
                <c:pt idx="77">
                  <c:v>11.523734042553194</c:v>
                </c:pt>
                <c:pt idx="78">
                  <c:v>11.523734042553194</c:v>
                </c:pt>
                <c:pt idx="79">
                  <c:v>11.523734042553194</c:v>
                </c:pt>
                <c:pt idx="80">
                  <c:v>11.523734042553194</c:v>
                </c:pt>
                <c:pt idx="81">
                  <c:v>11.523734042553194</c:v>
                </c:pt>
                <c:pt idx="82">
                  <c:v>11.523734042553194</c:v>
                </c:pt>
                <c:pt idx="83">
                  <c:v>11.523734042553194</c:v>
                </c:pt>
                <c:pt idx="84">
                  <c:v>11.523734042553194</c:v>
                </c:pt>
                <c:pt idx="85">
                  <c:v>11.523734042553194</c:v>
                </c:pt>
                <c:pt idx="86">
                  <c:v>11.523734042553194</c:v>
                </c:pt>
                <c:pt idx="87">
                  <c:v>11.523734042553194</c:v>
                </c:pt>
                <c:pt idx="88">
                  <c:v>11.523734042553194</c:v>
                </c:pt>
                <c:pt idx="89">
                  <c:v>11.523734042553194</c:v>
                </c:pt>
                <c:pt idx="90">
                  <c:v>11.523734042553194</c:v>
                </c:pt>
                <c:pt idx="91">
                  <c:v>11.523734042553194</c:v>
                </c:pt>
                <c:pt idx="92">
                  <c:v>11.523734042553194</c:v>
                </c:pt>
                <c:pt idx="93">
                  <c:v>11.523734042553194</c:v>
                </c:pt>
                <c:pt idx="94">
                  <c:v>11.523734042553194</c:v>
                </c:pt>
                <c:pt idx="95">
                  <c:v>11.523734042553194</c:v>
                </c:pt>
                <c:pt idx="96">
                  <c:v>11.523734042553194</c:v>
                </c:pt>
                <c:pt idx="97">
                  <c:v>11.523734042553194</c:v>
                </c:pt>
                <c:pt idx="98">
                  <c:v>11.523734042553194</c:v>
                </c:pt>
                <c:pt idx="99">
                  <c:v>11.523734042553194</c:v>
                </c:pt>
                <c:pt idx="100">
                  <c:v>11.523734042553194</c:v>
                </c:pt>
                <c:pt idx="101">
                  <c:v>11.523734042553194</c:v>
                </c:pt>
                <c:pt idx="102">
                  <c:v>11.523734042553194</c:v>
                </c:pt>
                <c:pt idx="103">
                  <c:v>11.523734042553194</c:v>
                </c:pt>
                <c:pt idx="104">
                  <c:v>11.523734042553194</c:v>
                </c:pt>
                <c:pt idx="105">
                  <c:v>11.523734042553194</c:v>
                </c:pt>
                <c:pt idx="106">
                  <c:v>11.523734042553194</c:v>
                </c:pt>
                <c:pt idx="107">
                  <c:v>11.523734042553194</c:v>
                </c:pt>
                <c:pt idx="108">
                  <c:v>11.523734042553194</c:v>
                </c:pt>
                <c:pt idx="109">
                  <c:v>11.523734042553194</c:v>
                </c:pt>
                <c:pt idx="110">
                  <c:v>11.523734042553194</c:v>
                </c:pt>
                <c:pt idx="111">
                  <c:v>11.523734042553194</c:v>
                </c:pt>
                <c:pt idx="112">
                  <c:v>11.523734042553194</c:v>
                </c:pt>
                <c:pt idx="113">
                  <c:v>11.523734042553194</c:v>
                </c:pt>
                <c:pt idx="114">
                  <c:v>11.523734042553194</c:v>
                </c:pt>
                <c:pt idx="115">
                  <c:v>11.523734042553194</c:v>
                </c:pt>
                <c:pt idx="116">
                  <c:v>11.523734042553194</c:v>
                </c:pt>
                <c:pt idx="117">
                  <c:v>11.523734042553194</c:v>
                </c:pt>
                <c:pt idx="118">
                  <c:v>11.523734042553194</c:v>
                </c:pt>
                <c:pt idx="119">
                  <c:v>11.523734042553194</c:v>
                </c:pt>
                <c:pt idx="120">
                  <c:v>11.523734042553194</c:v>
                </c:pt>
                <c:pt idx="121">
                  <c:v>11.523734042553194</c:v>
                </c:pt>
                <c:pt idx="122">
                  <c:v>11.523734042553194</c:v>
                </c:pt>
                <c:pt idx="123">
                  <c:v>11.523734042553194</c:v>
                </c:pt>
                <c:pt idx="124">
                  <c:v>11.523734042553194</c:v>
                </c:pt>
                <c:pt idx="125">
                  <c:v>11.523734042553194</c:v>
                </c:pt>
                <c:pt idx="126">
                  <c:v>11.523734042553194</c:v>
                </c:pt>
                <c:pt idx="127">
                  <c:v>11.523734042553194</c:v>
                </c:pt>
                <c:pt idx="128">
                  <c:v>11.523734042553194</c:v>
                </c:pt>
                <c:pt idx="129">
                  <c:v>11.523734042553194</c:v>
                </c:pt>
                <c:pt idx="130">
                  <c:v>11.523734042553194</c:v>
                </c:pt>
                <c:pt idx="131">
                  <c:v>11.523734042553194</c:v>
                </c:pt>
                <c:pt idx="132">
                  <c:v>11.523734042553194</c:v>
                </c:pt>
                <c:pt idx="133">
                  <c:v>11.523734042553194</c:v>
                </c:pt>
                <c:pt idx="134">
                  <c:v>11.523734042553194</c:v>
                </c:pt>
                <c:pt idx="135">
                  <c:v>11.523734042553194</c:v>
                </c:pt>
                <c:pt idx="136">
                  <c:v>11.523734042553194</c:v>
                </c:pt>
                <c:pt idx="137">
                  <c:v>11.523734042553194</c:v>
                </c:pt>
                <c:pt idx="138">
                  <c:v>11.523734042553194</c:v>
                </c:pt>
                <c:pt idx="139">
                  <c:v>11.523734042553194</c:v>
                </c:pt>
                <c:pt idx="140">
                  <c:v>11.523734042553194</c:v>
                </c:pt>
                <c:pt idx="141">
                  <c:v>11.523734042553194</c:v>
                </c:pt>
                <c:pt idx="142">
                  <c:v>11.523734042553194</c:v>
                </c:pt>
                <c:pt idx="143">
                  <c:v>11.523734042553194</c:v>
                </c:pt>
                <c:pt idx="144">
                  <c:v>11.523734042553194</c:v>
                </c:pt>
                <c:pt idx="145">
                  <c:v>11.523734042553194</c:v>
                </c:pt>
                <c:pt idx="146">
                  <c:v>11.523734042553194</c:v>
                </c:pt>
                <c:pt idx="147">
                  <c:v>11.523734042553194</c:v>
                </c:pt>
                <c:pt idx="148">
                  <c:v>11.523734042553194</c:v>
                </c:pt>
                <c:pt idx="149">
                  <c:v>11.523734042553194</c:v>
                </c:pt>
                <c:pt idx="150">
                  <c:v>11.523734042553194</c:v>
                </c:pt>
                <c:pt idx="151">
                  <c:v>11.523734042553194</c:v>
                </c:pt>
                <c:pt idx="152">
                  <c:v>11.523734042553194</c:v>
                </c:pt>
                <c:pt idx="153">
                  <c:v>11.523734042553194</c:v>
                </c:pt>
                <c:pt idx="154">
                  <c:v>11.523734042553194</c:v>
                </c:pt>
                <c:pt idx="155">
                  <c:v>11.523734042553194</c:v>
                </c:pt>
                <c:pt idx="156">
                  <c:v>11.523734042553194</c:v>
                </c:pt>
                <c:pt idx="157">
                  <c:v>11.523734042553194</c:v>
                </c:pt>
                <c:pt idx="158">
                  <c:v>11.523734042553194</c:v>
                </c:pt>
                <c:pt idx="159">
                  <c:v>11.523734042553194</c:v>
                </c:pt>
                <c:pt idx="160">
                  <c:v>11.523734042553194</c:v>
                </c:pt>
                <c:pt idx="161">
                  <c:v>11.523734042553194</c:v>
                </c:pt>
                <c:pt idx="162">
                  <c:v>11.523734042553194</c:v>
                </c:pt>
                <c:pt idx="163">
                  <c:v>11.523734042553194</c:v>
                </c:pt>
                <c:pt idx="164">
                  <c:v>11.523734042553194</c:v>
                </c:pt>
                <c:pt idx="165">
                  <c:v>11.523734042553194</c:v>
                </c:pt>
                <c:pt idx="166">
                  <c:v>11.523734042553194</c:v>
                </c:pt>
                <c:pt idx="167">
                  <c:v>11.523734042553194</c:v>
                </c:pt>
                <c:pt idx="168">
                  <c:v>11.523734042553194</c:v>
                </c:pt>
                <c:pt idx="169">
                  <c:v>11.523734042553194</c:v>
                </c:pt>
                <c:pt idx="170">
                  <c:v>11.523734042553194</c:v>
                </c:pt>
                <c:pt idx="171">
                  <c:v>11.523734042553194</c:v>
                </c:pt>
                <c:pt idx="172">
                  <c:v>11.523734042553194</c:v>
                </c:pt>
                <c:pt idx="173">
                  <c:v>11.523734042553194</c:v>
                </c:pt>
                <c:pt idx="174">
                  <c:v>11.523734042553194</c:v>
                </c:pt>
                <c:pt idx="175">
                  <c:v>11.523734042553194</c:v>
                </c:pt>
                <c:pt idx="176">
                  <c:v>11.523734042553194</c:v>
                </c:pt>
                <c:pt idx="177">
                  <c:v>11.523734042553194</c:v>
                </c:pt>
                <c:pt idx="178">
                  <c:v>11.523734042553194</c:v>
                </c:pt>
                <c:pt idx="179">
                  <c:v>11.523734042553194</c:v>
                </c:pt>
                <c:pt idx="180">
                  <c:v>11.523734042553194</c:v>
                </c:pt>
                <c:pt idx="181">
                  <c:v>11.523734042553194</c:v>
                </c:pt>
                <c:pt idx="182">
                  <c:v>11.523734042553194</c:v>
                </c:pt>
                <c:pt idx="183">
                  <c:v>11.523734042553194</c:v>
                </c:pt>
                <c:pt idx="184">
                  <c:v>11.523734042553194</c:v>
                </c:pt>
                <c:pt idx="185">
                  <c:v>11.523734042553194</c:v>
                </c:pt>
                <c:pt idx="186">
                  <c:v>11.523734042553194</c:v>
                </c:pt>
                <c:pt idx="187">
                  <c:v>11.523734042553194</c:v>
                </c:pt>
                <c:pt idx="188">
                  <c:v>11.523734042553194</c:v>
                </c:pt>
                <c:pt idx="189">
                  <c:v>11.523734042553194</c:v>
                </c:pt>
                <c:pt idx="190">
                  <c:v>11.523734042553194</c:v>
                </c:pt>
                <c:pt idx="191">
                  <c:v>11.523734042553194</c:v>
                </c:pt>
                <c:pt idx="192">
                  <c:v>11.523734042553194</c:v>
                </c:pt>
                <c:pt idx="193">
                  <c:v>11.523734042553194</c:v>
                </c:pt>
                <c:pt idx="194">
                  <c:v>11.523734042553194</c:v>
                </c:pt>
                <c:pt idx="195">
                  <c:v>11.523734042553194</c:v>
                </c:pt>
                <c:pt idx="196">
                  <c:v>11.523734042553194</c:v>
                </c:pt>
                <c:pt idx="197">
                  <c:v>11.523734042553194</c:v>
                </c:pt>
                <c:pt idx="198">
                  <c:v>11.523734042553194</c:v>
                </c:pt>
                <c:pt idx="199">
                  <c:v>11.523734042553194</c:v>
                </c:pt>
                <c:pt idx="200">
                  <c:v>11.523734042553194</c:v>
                </c:pt>
                <c:pt idx="201">
                  <c:v>11.523734042553194</c:v>
                </c:pt>
                <c:pt idx="202">
                  <c:v>11.523734042553194</c:v>
                </c:pt>
              </c:numCache>
            </c:numRef>
          </c:val>
          <c:smooth val="0"/>
          <c:extLst>
            <c:ext xmlns:c16="http://schemas.microsoft.com/office/drawing/2014/chart" uri="{C3380CC4-5D6E-409C-BE32-E72D297353CC}">
              <c16:uniqueId val="{00000001-CEC8-4A6A-92CE-F0DF0AB237B1}"/>
            </c:ext>
          </c:extLst>
        </c:ser>
        <c:ser>
          <c:idx val="6"/>
          <c:order val="2"/>
          <c:tx>
            <c:strRef>
              <c:f>PE!$M$8</c:f>
              <c:strCache>
                <c:ptCount val="1"/>
                <c:pt idx="0">
                  <c:v>Ibovespa ex-Materials and Energy</c:v>
                </c:pt>
              </c:strCache>
            </c:strRef>
          </c:tx>
          <c:spPr>
            <a:ln w="28575" cap="rnd">
              <a:solidFill>
                <a:srgbClr val="8EB3DF"/>
              </a:solidFill>
              <a:prstDash val="dash"/>
              <a:round/>
            </a:ln>
            <a:effectLst/>
          </c:spPr>
          <c:marker>
            <c:symbol val="none"/>
          </c:marker>
          <c:cat>
            <c:numRef>
              <c:f>PE!$A$55:$A$257</c:f>
              <c:numCache>
                <c:formatCode>[$-416]dd\-mmm\-yy;@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PE!$Q$55:$Q$257</c:f>
              <c:numCache>
                <c:formatCode>0.00</c:formatCode>
                <c:ptCount val="203"/>
                <c:pt idx="0">
                  <c:v>13.513155578210091</c:v>
                </c:pt>
                <c:pt idx="1">
                  <c:v>13.513155578210091</c:v>
                </c:pt>
                <c:pt idx="2">
                  <c:v>13.513155578210091</c:v>
                </c:pt>
                <c:pt idx="3">
                  <c:v>13.513155578210091</c:v>
                </c:pt>
                <c:pt idx="4">
                  <c:v>13.513155578210091</c:v>
                </c:pt>
                <c:pt idx="5">
                  <c:v>13.513155578210091</c:v>
                </c:pt>
                <c:pt idx="6">
                  <c:v>13.513155578210091</c:v>
                </c:pt>
                <c:pt idx="7">
                  <c:v>13.513155578210091</c:v>
                </c:pt>
                <c:pt idx="8">
                  <c:v>13.513155578210091</c:v>
                </c:pt>
                <c:pt idx="9">
                  <c:v>13.513155578210091</c:v>
                </c:pt>
                <c:pt idx="10">
                  <c:v>13.513155578210091</c:v>
                </c:pt>
                <c:pt idx="11">
                  <c:v>13.513155578210091</c:v>
                </c:pt>
                <c:pt idx="12">
                  <c:v>13.513155578210091</c:v>
                </c:pt>
                <c:pt idx="13">
                  <c:v>13.513155578210091</c:v>
                </c:pt>
                <c:pt idx="14">
                  <c:v>13.513155578210091</c:v>
                </c:pt>
                <c:pt idx="15">
                  <c:v>13.513155578210091</c:v>
                </c:pt>
                <c:pt idx="16">
                  <c:v>13.513155578210091</c:v>
                </c:pt>
                <c:pt idx="17">
                  <c:v>13.513155578210091</c:v>
                </c:pt>
                <c:pt idx="18">
                  <c:v>13.513155578210091</c:v>
                </c:pt>
                <c:pt idx="19">
                  <c:v>13.513155578210091</c:v>
                </c:pt>
                <c:pt idx="20">
                  <c:v>13.513155578210091</c:v>
                </c:pt>
                <c:pt idx="21">
                  <c:v>13.513155578210091</c:v>
                </c:pt>
                <c:pt idx="22">
                  <c:v>13.513155578210091</c:v>
                </c:pt>
                <c:pt idx="23">
                  <c:v>13.513155578210091</c:v>
                </c:pt>
                <c:pt idx="24">
                  <c:v>13.513155578210091</c:v>
                </c:pt>
                <c:pt idx="25">
                  <c:v>13.513155578210091</c:v>
                </c:pt>
                <c:pt idx="26">
                  <c:v>13.513155578210091</c:v>
                </c:pt>
                <c:pt idx="27">
                  <c:v>13.513155578210091</c:v>
                </c:pt>
                <c:pt idx="28">
                  <c:v>13.513155578210091</c:v>
                </c:pt>
                <c:pt idx="29">
                  <c:v>13.513155578210091</c:v>
                </c:pt>
                <c:pt idx="30">
                  <c:v>13.513155578210091</c:v>
                </c:pt>
                <c:pt idx="31">
                  <c:v>13.513155578210091</c:v>
                </c:pt>
                <c:pt idx="32">
                  <c:v>13.513155578210091</c:v>
                </c:pt>
                <c:pt idx="33">
                  <c:v>13.513155578210091</c:v>
                </c:pt>
                <c:pt idx="34">
                  <c:v>13.513155578210091</c:v>
                </c:pt>
                <c:pt idx="35">
                  <c:v>13.513155578210091</c:v>
                </c:pt>
                <c:pt idx="36">
                  <c:v>13.513155578210091</c:v>
                </c:pt>
                <c:pt idx="37">
                  <c:v>13.513155578210091</c:v>
                </c:pt>
                <c:pt idx="38">
                  <c:v>13.513155578210091</c:v>
                </c:pt>
                <c:pt idx="39">
                  <c:v>13.513155578210091</c:v>
                </c:pt>
                <c:pt idx="40">
                  <c:v>13.513155578210091</c:v>
                </c:pt>
                <c:pt idx="41">
                  <c:v>13.513155578210091</c:v>
                </c:pt>
                <c:pt idx="42">
                  <c:v>13.513155578210091</c:v>
                </c:pt>
                <c:pt idx="43">
                  <c:v>13.513155578210091</c:v>
                </c:pt>
                <c:pt idx="44">
                  <c:v>13.513155578210091</c:v>
                </c:pt>
                <c:pt idx="45">
                  <c:v>13.513155578210091</c:v>
                </c:pt>
                <c:pt idx="46">
                  <c:v>13.513155578210091</c:v>
                </c:pt>
                <c:pt idx="47">
                  <c:v>13.513155578210091</c:v>
                </c:pt>
                <c:pt idx="48">
                  <c:v>13.513155578210091</c:v>
                </c:pt>
                <c:pt idx="49">
                  <c:v>13.513155578210091</c:v>
                </c:pt>
                <c:pt idx="50">
                  <c:v>13.513155578210091</c:v>
                </c:pt>
                <c:pt idx="51">
                  <c:v>13.513155578210091</c:v>
                </c:pt>
                <c:pt idx="52">
                  <c:v>13.513155578210091</c:v>
                </c:pt>
                <c:pt idx="53">
                  <c:v>13.513155578210091</c:v>
                </c:pt>
                <c:pt idx="54">
                  <c:v>13.513155578210091</c:v>
                </c:pt>
                <c:pt idx="55">
                  <c:v>13.513155578210091</c:v>
                </c:pt>
                <c:pt idx="56">
                  <c:v>13.513155578210091</c:v>
                </c:pt>
                <c:pt idx="57">
                  <c:v>13.513155578210091</c:v>
                </c:pt>
                <c:pt idx="58">
                  <c:v>13.513155578210091</c:v>
                </c:pt>
                <c:pt idx="59">
                  <c:v>13.513155578210091</c:v>
                </c:pt>
                <c:pt idx="60">
                  <c:v>13.513155578210091</c:v>
                </c:pt>
                <c:pt idx="61">
                  <c:v>13.513155578210091</c:v>
                </c:pt>
                <c:pt idx="62">
                  <c:v>13.513155578210091</c:v>
                </c:pt>
                <c:pt idx="63">
                  <c:v>13.513155578210091</c:v>
                </c:pt>
                <c:pt idx="64">
                  <c:v>13.513155578210091</c:v>
                </c:pt>
                <c:pt idx="65">
                  <c:v>13.513155578210091</c:v>
                </c:pt>
                <c:pt idx="66">
                  <c:v>13.513155578210091</c:v>
                </c:pt>
                <c:pt idx="67">
                  <c:v>13.513155578210091</c:v>
                </c:pt>
                <c:pt idx="68">
                  <c:v>13.513155578210091</c:v>
                </c:pt>
                <c:pt idx="69">
                  <c:v>13.513155578210091</c:v>
                </c:pt>
                <c:pt idx="70">
                  <c:v>13.513155578210091</c:v>
                </c:pt>
                <c:pt idx="71">
                  <c:v>13.513155578210091</c:v>
                </c:pt>
                <c:pt idx="72">
                  <c:v>13.513155578210091</c:v>
                </c:pt>
                <c:pt idx="73">
                  <c:v>13.513155578210091</c:v>
                </c:pt>
                <c:pt idx="74">
                  <c:v>13.513155578210091</c:v>
                </c:pt>
                <c:pt idx="75">
                  <c:v>13.513155578210091</c:v>
                </c:pt>
                <c:pt idx="76">
                  <c:v>13.513155578210091</c:v>
                </c:pt>
                <c:pt idx="77">
                  <c:v>13.513155578210091</c:v>
                </c:pt>
                <c:pt idx="78">
                  <c:v>13.513155578210091</c:v>
                </c:pt>
                <c:pt idx="79">
                  <c:v>13.513155578210091</c:v>
                </c:pt>
                <c:pt idx="80">
                  <c:v>13.513155578210091</c:v>
                </c:pt>
                <c:pt idx="81">
                  <c:v>13.513155578210091</c:v>
                </c:pt>
                <c:pt idx="82">
                  <c:v>13.513155578210091</c:v>
                </c:pt>
                <c:pt idx="83">
                  <c:v>13.513155578210091</c:v>
                </c:pt>
                <c:pt idx="84">
                  <c:v>13.513155578210091</c:v>
                </c:pt>
                <c:pt idx="85">
                  <c:v>13.513155578210091</c:v>
                </c:pt>
                <c:pt idx="86">
                  <c:v>13.513155578210091</c:v>
                </c:pt>
                <c:pt idx="87">
                  <c:v>13.513155578210091</c:v>
                </c:pt>
                <c:pt idx="88">
                  <c:v>13.513155578210091</c:v>
                </c:pt>
                <c:pt idx="89">
                  <c:v>13.513155578210091</c:v>
                </c:pt>
                <c:pt idx="90">
                  <c:v>13.513155578210091</c:v>
                </c:pt>
                <c:pt idx="91">
                  <c:v>13.513155578210091</c:v>
                </c:pt>
                <c:pt idx="92">
                  <c:v>13.513155578210091</c:v>
                </c:pt>
                <c:pt idx="93">
                  <c:v>13.513155578210091</c:v>
                </c:pt>
                <c:pt idx="94">
                  <c:v>13.513155578210091</c:v>
                </c:pt>
                <c:pt idx="95">
                  <c:v>13.513155578210091</c:v>
                </c:pt>
                <c:pt idx="96">
                  <c:v>13.513155578210091</c:v>
                </c:pt>
                <c:pt idx="97">
                  <c:v>13.513155578210091</c:v>
                </c:pt>
                <c:pt idx="98">
                  <c:v>13.513155578210091</c:v>
                </c:pt>
                <c:pt idx="99">
                  <c:v>13.513155578210091</c:v>
                </c:pt>
                <c:pt idx="100">
                  <c:v>13.513155578210091</c:v>
                </c:pt>
                <c:pt idx="101">
                  <c:v>13.513155578210091</c:v>
                </c:pt>
                <c:pt idx="102">
                  <c:v>13.513155578210091</c:v>
                </c:pt>
                <c:pt idx="103">
                  <c:v>13.513155578210091</c:v>
                </c:pt>
                <c:pt idx="104">
                  <c:v>13.513155578210091</c:v>
                </c:pt>
                <c:pt idx="105">
                  <c:v>13.513155578210091</c:v>
                </c:pt>
                <c:pt idx="106">
                  <c:v>13.513155578210091</c:v>
                </c:pt>
                <c:pt idx="107">
                  <c:v>13.513155578210091</c:v>
                </c:pt>
                <c:pt idx="108">
                  <c:v>13.513155578210091</c:v>
                </c:pt>
                <c:pt idx="109">
                  <c:v>13.513155578210091</c:v>
                </c:pt>
                <c:pt idx="110">
                  <c:v>13.513155578210091</c:v>
                </c:pt>
                <c:pt idx="111">
                  <c:v>13.513155578210091</c:v>
                </c:pt>
                <c:pt idx="112">
                  <c:v>13.513155578210091</c:v>
                </c:pt>
                <c:pt idx="113">
                  <c:v>13.513155578210091</c:v>
                </c:pt>
                <c:pt idx="114">
                  <c:v>13.513155578210091</c:v>
                </c:pt>
                <c:pt idx="115">
                  <c:v>13.513155578210091</c:v>
                </c:pt>
                <c:pt idx="116">
                  <c:v>13.513155578210091</c:v>
                </c:pt>
                <c:pt idx="117">
                  <c:v>13.513155578210091</c:v>
                </c:pt>
                <c:pt idx="118">
                  <c:v>13.513155578210091</c:v>
                </c:pt>
                <c:pt idx="119">
                  <c:v>13.513155578210091</c:v>
                </c:pt>
                <c:pt idx="120">
                  <c:v>13.513155578210091</c:v>
                </c:pt>
                <c:pt idx="121">
                  <c:v>13.513155578210091</c:v>
                </c:pt>
                <c:pt idx="122">
                  <c:v>13.513155578210091</c:v>
                </c:pt>
                <c:pt idx="123">
                  <c:v>13.513155578210091</c:v>
                </c:pt>
                <c:pt idx="124">
                  <c:v>13.513155578210091</c:v>
                </c:pt>
                <c:pt idx="125">
                  <c:v>13.513155578210091</c:v>
                </c:pt>
                <c:pt idx="126">
                  <c:v>13.513155578210091</c:v>
                </c:pt>
                <c:pt idx="127">
                  <c:v>13.513155578210091</c:v>
                </c:pt>
                <c:pt idx="128">
                  <c:v>13.513155578210091</c:v>
                </c:pt>
                <c:pt idx="129">
                  <c:v>13.513155578210091</c:v>
                </c:pt>
                <c:pt idx="130">
                  <c:v>13.513155578210091</c:v>
                </c:pt>
                <c:pt idx="131">
                  <c:v>13.513155578210091</c:v>
                </c:pt>
                <c:pt idx="132">
                  <c:v>13.513155578210091</c:v>
                </c:pt>
                <c:pt idx="133">
                  <c:v>13.513155578210091</c:v>
                </c:pt>
                <c:pt idx="134">
                  <c:v>13.513155578210091</c:v>
                </c:pt>
                <c:pt idx="135">
                  <c:v>13.513155578210091</c:v>
                </c:pt>
                <c:pt idx="136">
                  <c:v>13.513155578210091</c:v>
                </c:pt>
                <c:pt idx="137">
                  <c:v>13.513155578210091</c:v>
                </c:pt>
                <c:pt idx="138">
                  <c:v>13.513155578210091</c:v>
                </c:pt>
                <c:pt idx="139">
                  <c:v>13.513155578210091</c:v>
                </c:pt>
                <c:pt idx="140">
                  <c:v>13.513155578210091</c:v>
                </c:pt>
                <c:pt idx="141">
                  <c:v>13.513155578210091</c:v>
                </c:pt>
                <c:pt idx="142">
                  <c:v>13.513155578210091</c:v>
                </c:pt>
                <c:pt idx="143">
                  <c:v>13.513155578210091</c:v>
                </c:pt>
                <c:pt idx="144">
                  <c:v>13.513155578210091</c:v>
                </c:pt>
                <c:pt idx="145">
                  <c:v>13.513155578210091</c:v>
                </c:pt>
                <c:pt idx="146">
                  <c:v>13.513155578210091</c:v>
                </c:pt>
                <c:pt idx="147">
                  <c:v>13.513155578210091</c:v>
                </c:pt>
                <c:pt idx="148">
                  <c:v>13.513155578210091</c:v>
                </c:pt>
                <c:pt idx="149">
                  <c:v>13.513155578210091</c:v>
                </c:pt>
                <c:pt idx="150">
                  <c:v>13.513155578210091</c:v>
                </c:pt>
                <c:pt idx="151">
                  <c:v>13.513155578210091</c:v>
                </c:pt>
                <c:pt idx="152">
                  <c:v>13.513155578210091</c:v>
                </c:pt>
                <c:pt idx="153">
                  <c:v>13.513155578210091</c:v>
                </c:pt>
                <c:pt idx="154">
                  <c:v>13.513155578210091</c:v>
                </c:pt>
                <c:pt idx="155">
                  <c:v>13.513155578210091</c:v>
                </c:pt>
                <c:pt idx="156">
                  <c:v>13.513155578210091</c:v>
                </c:pt>
                <c:pt idx="157">
                  <c:v>13.513155578210091</c:v>
                </c:pt>
                <c:pt idx="158">
                  <c:v>13.513155578210091</c:v>
                </c:pt>
                <c:pt idx="159">
                  <c:v>13.513155578210091</c:v>
                </c:pt>
                <c:pt idx="160">
                  <c:v>13.513155578210091</c:v>
                </c:pt>
                <c:pt idx="161">
                  <c:v>13.513155578210091</c:v>
                </c:pt>
                <c:pt idx="162">
                  <c:v>13.513155578210091</c:v>
                </c:pt>
                <c:pt idx="163">
                  <c:v>13.513155578210091</c:v>
                </c:pt>
                <c:pt idx="164">
                  <c:v>13.513155578210091</c:v>
                </c:pt>
                <c:pt idx="165">
                  <c:v>13.513155578210091</c:v>
                </c:pt>
                <c:pt idx="166">
                  <c:v>13.513155578210091</c:v>
                </c:pt>
                <c:pt idx="167">
                  <c:v>13.513155578210091</c:v>
                </c:pt>
                <c:pt idx="168">
                  <c:v>13.513155578210091</c:v>
                </c:pt>
                <c:pt idx="169">
                  <c:v>13.513155578210091</c:v>
                </c:pt>
                <c:pt idx="170">
                  <c:v>13.513155578210091</c:v>
                </c:pt>
                <c:pt idx="171">
                  <c:v>13.513155578210091</c:v>
                </c:pt>
                <c:pt idx="172">
                  <c:v>13.513155578210091</c:v>
                </c:pt>
                <c:pt idx="173">
                  <c:v>13.513155578210091</c:v>
                </c:pt>
                <c:pt idx="174">
                  <c:v>13.513155578210091</c:v>
                </c:pt>
                <c:pt idx="175">
                  <c:v>13.513155578210091</c:v>
                </c:pt>
                <c:pt idx="176">
                  <c:v>13.513155578210091</c:v>
                </c:pt>
                <c:pt idx="177">
                  <c:v>13.513155578210091</c:v>
                </c:pt>
                <c:pt idx="178">
                  <c:v>13.513155578210091</c:v>
                </c:pt>
                <c:pt idx="179">
                  <c:v>13.513155578210091</c:v>
                </c:pt>
                <c:pt idx="180">
                  <c:v>13.513155578210091</c:v>
                </c:pt>
                <c:pt idx="181">
                  <c:v>13.513155578210091</c:v>
                </c:pt>
                <c:pt idx="182">
                  <c:v>13.513155578210091</c:v>
                </c:pt>
                <c:pt idx="183">
                  <c:v>13.513155578210091</c:v>
                </c:pt>
                <c:pt idx="184">
                  <c:v>13.513155578210091</c:v>
                </c:pt>
                <c:pt idx="185">
                  <c:v>13.513155578210091</c:v>
                </c:pt>
                <c:pt idx="186">
                  <c:v>13.513155578210091</c:v>
                </c:pt>
                <c:pt idx="187">
                  <c:v>13.513155578210091</c:v>
                </c:pt>
                <c:pt idx="188">
                  <c:v>13.513155578210091</c:v>
                </c:pt>
                <c:pt idx="189">
                  <c:v>13.513155578210091</c:v>
                </c:pt>
                <c:pt idx="190">
                  <c:v>13.513155578210091</c:v>
                </c:pt>
                <c:pt idx="191">
                  <c:v>13.513155578210091</c:v>
                </c:pt>
                <c:pt idx="192">
                  <c:v>13.513155578210091</c:v>
                </c:pt>
                <c:pt idx="193">
                  <c:v>13.513155578210091</c:v>
                </c:pt>
                <c:pt idx="194">
                  <c:v>13.513155578210091</c:v>
                </c:pt>
                <c:pt idx="195">
                  <c:v>13.513155578210091</c:v>
                </c:pt>
                <c:pt idx="196">
                  <c:v>13.513155578210091</c:v>
                </c:pt>
                <c:pt idx="197">
                  <c:v>13.513155578210091</c:v>
                </c:pt>
                <c:pt idx="198">
                  <c:v>13.513155578210091</c:v>
                </c:pt>
                <c:pt idx="199">
                  <c:v>13.513155578210091</c:v>
                </c:pt>
                <c:pt idx="200">
                  <c:v>13.513155578210091</c:v>
                </c:pt>
                <c:pt idx="201">
                  <c:v>13.513155578210091</c:v>
                </c:pt>
                <c:pt idx="202">
                  <c:v>13.513155578210091</c:v>
                </c:pt>
              </c:numCache>
            </c:numRef>
          </c:val>
          <c:smooth val="0"/>
          <c:extLst>
            <c:ext xmlns:c16="http://schemas.microsoft.com/office/drawing/2014/chart" uri="{C3380CC4-5D6E-409C-BE32-E72D297353CC}">
              <c16:uniqueId val="{00000002-CEC8-4A6A-92CE-F0DF0AB237B1}"/>
            </c:ext>
          </c:extLst>
        </c:ser>
        <c:ser>
          <c:idx val="4"/>
          <c:order val="3"/>
          <c:tx>
            <c:strRef>
              <c:f>PE!$M$8</c:f>
              <c:strCache>
                <c:ptCount val="1"/>
                <c:pt idx="0">
                  <c:v>Ibovespa ex-Materials and Energy</c:v>
                </c:pt>
              </c:strCache>
            </c:strRef>
          </c:tx>
          <c:spPr>
            <a:ln w="28575" cap="rnd">
              <a:solidFill>
                <a:srgbClr val="8EB3DF"/>
              </a:solidFill>
              <a:prstDash val="dash"/>
              <a:round/>
            </a:ln>
            <a:effectLst/>
          </c:spPr>
          <c:marker>
            <c:symbol val="none"/>
          </c:marker>
          <c:cat>
            <c:numRef>
              <c:f>PE!$A$55:$A$257</c:f>
              <c:numCache>
                <c:formatCode>[$-416]dd\-mmm\-yy;@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PE!$R$55:$R$257</c:f>
              <c:numCache>
                <c:formatCode>0.00</c:formatCode>
                <c:ptCount val="203"/>
                <c:pt idx="0">
                  <c:v>9.5343125068962973</c:v>
                </c:pt>
                <c:pt idx="1">
                  <c:v>9.5343125068962973</c:v>
                </c:pt>
                <c:pt idx="2">
                  <c:v>9.5343125068962973</c:v>
                </c:pt>
                <c:pt idx="3">
                  <c:v>9.5343125068962973</c:v>
                </c:pt>
                <c:pt idx="4">
                  <c:v>9.5343125068962973</c:v>
                </c:pt>
                <c:pt idx="5">
                  <c:v>9.5343125068962973</c:v>
                </c:pt>
                <c:pt idx="6">
                  <c:v>9.5343125068962973</c:v>
                </c:pt>
                <c:pt idx="7">
                  <c:v>9.5343125068962973</c:v>
                </c:pt>
                <c:pt idx="8">
                  <c:v>9.5343125068962973</c:v>
                </c:pt>
                <c:pt idx="9">
                  <c:v>9.5343125068962973</c:v>
                </c:pt>
                <c:pt idx="10">
                  <c:v>9.5343125068962973</c:v>
                </c:pt>
                <c:pt idx="11">
                  <c:v>9.5343125068962973</c:v>
                </c:pt>
                <c:pt idx="12">
                  <c:v>9.5343125068962973</c:v>
                </c:pt>
                <c:pt idx="13">
                  <c:v>9.5343125068962973</c:v>
                </c:pt>
                <c:pt idx="14">
                  <c:v>9.5343125068962973</c:v>
                </c:pt>
                <c:pt idx="15">
                  <c:v>9.5343125068962973</c:v>
                </c:pt>
                <c:pt idx="16">
                  <c:v>9.5343125068962973</c:v>
                </c:pt>
                <c:pt idx="17">
                  <c:v>9.5343125068962973</c:v>
                </c:pt>
                <c:pt idx="18">
                  <c:v>9.5343125068962973</c:v>
                </c:pt>
                <c:pt idx="19">
                  <c:v>9.5343125068962973</c:v>
                </c:pt>
                <c:pt idx="20">
                  <c:v>9.5343125068962973</c:v>
                </c:pt>
                <c:pt idx="21">
                  <c:v>9.5343125068962973</c:v>
                </c:pt>
                <c:pt idx="22">
                  <c:v>9.5343125068962973</c:v>
                </c:pt>
                <c:pt idx="23">
                  <c:v>9.5343125068962973</c:v>
                </c:pt>
                <c:pt idx="24">
                  <c:v>9.5343125068962973</c:v>
                </c:pt>
                <c:pt idx="25">
                  <c:v>9.5343125068962973</c:v>
                </c:pt>
                <c:pt idx="26">
                  <c:v>9.5343125068962973</c:v>
                </c:pt>
                <c:pt idx="27">
                  <c:v>9.5343125068962973</c:v>
                </c:pt>
                <c:pt idx="28">
                  <c:v>9.5343125068962973</c:v>
                </c:pt>
                <c:pt idx="29">
                  <c:v>9.5343125068962973</c:v>
                </c:pt>
                <c:pt idx="30">
                  <c:v>9.5343125068962973</c:v>
                </c:pt>
                <c:pt idx="31">
                  <c:v>9.5343125068962973</c:v>
                </c:pt>
                <c:pt idx="32">
                  <c:v>9.5343125068962973</c:v>
                </c:pt>
                <c:pt idx="33">
                  <c:v>9.5343125068962973</c:v>
                </c:pt>
                <c:pt idx="34">
                  <c:v>9.5343125068962973</c:v>
                </c:pt>
                <c:pt idx="35">
                  <c:v>9.5343125068962973</c:v>
                </c:pt>
                <c:pt idx="36">
                  <c:v>9.5343125068962973</c:v>
                </c:pt>
                <c:pt idx="37">
                  <c:v>9.5343125068962973</c:v>
                </c:pt>
                <c:pt idx="38">
                  <c:v>9.5343125068962973</c:v>
                </c:pt>
                <c:pt idx="39">
                  <c:v>9.5343125068962973</c:v>
                </c:pt>
                <c:pt idx="40">
                  <c:v>9.5343125068962973</c:v>
                </c:pt>
                <c:pt idx="41">
                  <c:v>9.5343125068962973</c:v>
                </c:pt>
                <c:pt idx="42">
                  <c:v>9.5343125068962973</c:v>
                </c:pt>
                <c:pt idx="43">
                  <c:v>9.5343125068962973</c:v>
                </c:pt>
                <c:pt idx="44">
                  <c:v>9.5343125068962973</c:v>
                </c:pt>
                <c:pt idx="45">
                  <c:v>9.5343125068962973</c:v>
                </c:pt>
                <c:pt idx="46">
                  <c:v>9.5343125068962973</c:v>
                </c:pt>
                <c:pt idx="47">
                  <c:v>9.5343125068962973</c:v>
                </c:pt>
                <c:pt idx="48">
                  <c:v>9.5343125068962973</c:v>
                </c:pt>
                <c:pt idx="49">
                  <c:v>9.5343125068962973</c:v>
                </c:pt>
                <c:pt idx="50">
                  <c:v>9.5343125068962973</c:v>
                </c:pt>
                <c:pt idx="51">
                  <c:v>9.5343125068962973</c:v>
                </c:pt>
                <c:pt idx="52">
                  <c:v>9.5343125068962973</c:v>
                </c:pt>
                <c:pt idx="53">
                  <c:v>9.5343125068962973</c:v>
                </c:pt>
                <c:pt idx="54">
                  <c:v>9.5343125068962973</c:v>
                </c:pt>
                <c:pt idx="55">
                  <c:v>9.5343125068962973</c:v>
                </c:pt>
                <c:pt idx="56">
                  <c:v>9.5343125068962973</c:v>
                </c:pt>
                <c:pt idx="57">
                  <c:v>9.5343125068962973</c:v>
                </c:pt>
                <c:pt idx="58">
                  <c:v>9.5343125068962973</c:v>
                </c:pt>
                <c:pt idx="59">
                  <c:v>9.5343125068962973</c:v>
                </c:pt>
                <c:pt idx="60">
                  <c:v>9.5343125068962973</c:v>
                </c:pt>
                <c:pt idx="61">
                  <c:v>9.5343125068962973</c:v>
                </c:pt>
                <c:pt idx="62">
                  <c:v>9.5343125068962973</c:v>
                </c:pt>
                <c:pt idx="63">
                  <c:v>9.5343125068962973</c:v>
                </c:pt>
                <c:pt idx="64">
                  <c:v>9.5343125068962973</c:v>
                </c:pt>
                <c:pt idx="65">
                  <c:v>9.5343125068962973</c:v>
                </c:pt>
                <c:pt idx="66">
                  <c:v>9.5343125068962973</c:v>
                </c:pt>
                <c:pt idx="67">
                  <c:v>9.5343125068962973</c:v>
                </c:pt>
                <c:pt idx="68">
                  <c:v>9.5343125068962973</c:v>
                </c:pt>
                <c:pt idx="69">
                  <c:v>9.5343125068962973</c:v>
                </c:pt>
                <c:pt idx="70">
                  <c:v>9.5343125068962973</c:v>
                </c:pt>
                <c:pt idx="71">
                  <c:v>9.5343125068962973</c:v>
                </c:pt>
                <c:pt idx="72">
                  <c:v>9.5343125068962973</c:v>
                </c:pt>
                <c:pt idx="73">
                  <c:v>9.5343125068962973</c:v>
                </c:pt>
                <c:pt idx="74">
                  <c:v>9.5343125068962973</c:v>
                </c:pt>
                <c:pt idx="75">
                  <c:v>9.5343125068962973</c:v>
                </c:pt>
                <c:pt idx="76">
                  <c:v>9.5343125068962973</c:v>
                </c:pt>
                <c:pt idx="77">
                  <c:v>9.5343125068962973</c:v>
                </c:pt>
                <c:pt idx="78">
                  <c:v>9.5343125068962973</c:v>
                </c:pt>
                <c:pt idx="79">
                  <c:v>9.5343125068962973</c:v>
                </c:pt>
                <c:pt idx="80">
                  <c:v>9.5343125068962973</c:v>
                </c:pt>
                <c:pt idx="81">
                  <c:v>9.5343125068962973</c:v>
                </c:pt>
                <c:pt idx="82">
                  <c:v>9.5343125068962973</c:v>
                </c:pt>
                <c:pt idx="83">
                  <c:v>9.5343125068962973</c:v>
                </c:pt>
                <c:pt idx="84">
                  <c:v>9.5343125068962973</c:v>
                </c:pt>
                <c:pt idx="85">
                  <c:v>9.5343125068962973</c:v>
                </c:pt>
                <c:pt idx="86">
                  <c:v>9.5343125068962973</c:v>
                </c:pt>
                <c:pt idx="87">
                  <c:v>9.5343125068962973</c:v>
                </c:pt>
                <c:pt idx="88">
                  <c:v>9.5343125068962973</c:v>
                </c:pt>
                <c:pt idx="89">
                  <c:v>9.5343125068962973</c:v>
                </c:pt>
                <c:pt idx="90">
                  <c:v>9.5343125068962973</c:v>
                </c:pt>
                <c:pt idx="91">
                  <c:v>9.5343125068962973</c:v>
                </c:pt>
                <c:pt idx="92">
                  <c:v>9.5343125068962973</c:v>
                </c:pt>
                <c:pt idx="93">
                  <c:v>9.5343125068962973</c:v>
                </c:pt>
                <c:pt idx="94">
                  <c:v>9.5343125068962973</c:v>
                </c:pt>
                <c:pt idx="95">
                  <c:v>9.5343125068962973</c:v>
                </c:pt>
                <c:pt idx="96">
                  <c:v>9.5343125068962973</c:v>
                </c:pt>
                <c:pt idx="97">
                  <c:v>9.5343125068962973</c:v>
                </c:pt>
                <c:pt idx="98">
                  <c:v>9.5343125068962973</c:v>
                </c:pt>
                <c:pt idx="99">
                  <c:v>9.5343125068962973</c:v>
                </c:pt>
                <c:pt idx="100">
                  <c:v>9.5343125068962973</c:v>
                </c:pt>
                <c:pt idx="101">
                  <c:v>9.5343125068962973</c:v>
                </c:pt>
                <c:pt idx="102">
                  <c:v>9.5343125068962973</c:v>
                </c:pt>
                <c:pt idx="103">
                  <c:v>9.5343125068962973</c:v>
                </c:pt>
                <c:pt idx="104">
                  <c:v>9.5343125068962973</c:v>
                </c:pt>
                <c:pt idx="105">
                  <c:v>9.5343125068962973</c:v>
                </c:pt>
                <c:pt idx="106">
                  <c:v>9.5343125068962973</c:v>
                </c:pt>
                <c:pt idx="107">
                  <c:v>9.5343125068962973</c:v>
                </c:pt>
                <c:pt idx="108">
                  <c:v>9.5343125068962973</c:v>
                </c:pt>
                <c:pt idx="109">
                  <c:v>9.5343125068962973</c:v>
                </c:pt>
                <c:pt idx="110">
                  <c:v>9.5343125068962973</c:v>
                </c:pt>
                <c:pt idx="111">
                  <c:v>9.5343125068962973</c:v>
                </c:pt>
                <c:pt idx="112">
                  <c:v>9.5343125068962973</c:v>
                </c:pt>
                <c:pt idx="113">
                  <c:v>9.5343125068962973</c:v>
                </c:pt>
                <c:pt idx="114">
                  <c:v>9.5343125068962973</c:v>
                </c:pt>
                <c:pt idx="115">
                  <c:v>9.5343125068962973</c:v>
                </c:pt>
                <c:pt idx="116">
                  <c:v>9.5343125068962973</c:v>
                </c:pt>
                <c:pt idx="117">
                  <c:v>9.5343125068962973</c:v>
                </c:pt>
                <c:pt idx="118">
                  <c:v>9.5343125068962973</c:v>
                </c:pt>
                <c:pt idx="119">
                  <c:v>9.5343125068962973</c:v>
                </c:pt>
                <c:pt idx="120">
                  <c:v>9.5343125068962973</c:v>
                </c:pt>
                <c:pt idx="121">
                  <c:v>9.5343125068962973</c:v>
                </c:pt>
                <c:pt idx="122">
                  <c:v>9.5343125068962973</c:v>
                </c:pt>
                <c:pt idx="123">
                  <c:v>9.5343125068962973</c:v>
                </c:pt>
                <c:pt idx="124">
                  <c:v>9.5343125068962973</c:v>
                </c:pt>
                <c:pt idx="125">
                  <c:v>9.5343125068962973</c:v>
                </c:pt>
                <c:pt idx="126">
                  <c:v>9.5343125068962973</c:v>
                </c:pt>
                <c:pt idx="127">
                  <c:v>9.5343125068962973</c:v>
                </c:pt>
                <c:pt idx="128">
                  <c:v>9.5343125068962973</c:v>
                </c:pt>
                <c:pt idx="129">
                  <c:v>9.5343125068962973</c:v>
                </c:pt>
                <c:pt idx="130">
                  <c:v>9.5343125068962973</c:v>
                </c:pt>
                <c:pt idx="131">
                  <c:v>9.5343125068962973</c:v>
                </c:pt>
                <c:pt idx="132">
                  <c:v>9.5343125068962973</c:v>
                </c:pt>
                <c:pt idx="133">
                  <c:v>9.5343125068962973</c:v>
                </c:pt>
                <c:pt idx="134">
                  <c:v>9.5343125068962973</c:v>
                </c:pt>
                <c:pt idx="135">
                  <c:v>9.5343125068962973</c:v>
                </c:pt>
                <c:pt idx="136">
                  <c:v>9.5343125068962973</c:v>
                </c:pt>
                <c:pt idx="137">
                  <c:v>9.5343125068962973</c:v>
                </c:pt>
                <c:pt idx="138">
                  <c:v>9.5343125068962973</c:v>
                </c:pt>
                <c:pt idx="139">
                  <c:v>9.5343125068962973</c:v>
                </c:pt>
                <c:pt idx="140">
                  <c:v>9.5343125068962973</c:v>
                </c:pt>
                <c:pt idx="141">
                  <c:v>9.5343125068962973</c:v>
                </c:pt>
                <c:pt idx="142">
                  <c:v>9.5343125068962973</c:v>
                </c:pt>
                <c:pt idx="143">
                  <c:v>9.5343125068962973</c:v>
                </c:pt>
                <c:pt idx="144">
                  <c:v>9.5343125068962973</c:v>
                </c:pt>
                <c:pt idx="145">
                  <c:v>9.5343125068962973</c:v>
                </c:pt>
                <c:pt idx="146">
                  <c:v>9.5343125068962973</c:v>
                </c:pt>
                <c:pt idx="147">
                  <c:v>9.5343125068962973</c:v>
                </c:pt>
                <c:pt idx="148">
                  <c:v>9.5343125068962973</c:v>
                </c:pt>
                <c:pt idx="149">
                  <c:v>9.5343125068962973</c:v>
                </c:pt>
                <c:pt idx="150">
                  <c:v>9.5343125068962973</c:v>
                </c:pt>
                <c:pt idx="151">
                  <c:v>9.5343125068962973</c:v>
                </c:pt>
                <c:pt idx="152">
                  <c:v>9.5343125068962973</c:v>
                </c:pt>
                <c:pt idx="153">
                  <c:v>9.5343125068962973</c:v>
                </c:pt>
                <c:pt idx="154">
                  <c:v>9.5343125068962973</c:v>
                </c:pt>
                <c:pt idx="155">
                  <c:v>9.5343125068962973</c:v>
                </c:pt>
                <c:pt idx="156">
                  <c:v>9.5343125068962973</c:v>
                </c:pt>
                <c:pt idx="157">
                  <c:v>9.5343125068962973</c:v>
                </c:pt>
                <c:pt idx="158">
                  <c:v>9.5343125068962973</c:v>
                </c:pt>
                <c:pt idx="159">
                  <c:v>9.5343125068962973</c:v>
                </c:pt>
                <c:pt idx="160">
                  <c:v>9.5343125068962973</c:v>
                </c:pt>
                <c:pt idx="161">
                  <c:v>9.5343125068962973</c:v>
                </c:pt>
                <c:pt idx="162">
                  <c:v>9.5343125068962973</c:v>
                </c:pt>
                <c:pt idx="163">
                  <c:v>9.5343125068962973</c:v>
                </c:pt>
                <c:pt idx="164">
                  <c:v>9.5343125068962973</c:v>
                </c:pt>
                <c:pt idx="165">
                  <c:v>9.5343125068962973</c:v>
                </c:pt>
                <c:pt idx="166">
                  <c:v>9.5343125068962973</c:v>
                </c:pt>
                <c:pt idx="167">
                  <c:v>9.5343125068962973</c:v>
                </c:pt>
                <c:pt idx="168">
                  <c:v>9.5343125068962973</c:v>
                </c:pt>
                <c:pt idx="169">
                  <c:v>9.5343125068962973</c:v>
                </c:pt>
                <c:pt idx="170">
                  <c:v>9.5343125068962973</c:v>
                </c:pt>
                <c:pt idx="171">
                  <c:v>9.5343125068962973</c:v>
                </c:pt>
                <c:pt idx="172">
                  <c:v>9.5343125068962973</c:v>
                </c:pt>
                <c:pt idx="173">
                  <c:v>9.5343125068962973</c:v>
                </c:pt>
                <c:pt idx="174">
                  <c:v>9.5343125068962973</c:v>
                </c:pt>
                <c:pt idx="175">
                  <c:v>9.5343125068962973</c:v>
                </c:pt>
                <c:pt idx="176">
                  <c:v>9.5343125068962973</c:v>
                </c:pt>
                <c:pt idx="177">
                  <c:v>9.5343125068962973</c:v>
                </c:pt>
                <c:pt idx="178">
                  <c:v>9.5343125068962973</c:v>
                </c:pt>
                <c:pt idx="179">
                  <c:v>9.5343125068962973</c:v>
                </c:pt>
                <c:pt idx="180">
                  <c:v>9.5343125068962973</c:v>
                </c:pt>
                <c:pt idx="181">
                  <c:v>9.5343125068962973</c:v>
                </c:pt>
                <c:pt idx="182">
                  <c:v>9.5343125068962973</c:v>
                </c:pt>
                <c:pt idx="183">
                  <c:v>9.5343125068962973</c:v>
                </c:pt>
                <c:pt idx="184">
                  <c:v>9.5343125068962973</c:v>
                </c:pt>
                <c:pt idx="185">
                  <c:v>9.5343125068962973</c:v>
                </c:pt>
                <c:pt idx="186">
                  <c:v>9.5343125068962973</c:v>
                </c:pt>
                <c:pt idx="187">
                  <c:v>9.5343125068962973</c:v>
                </c:pt>
                <c:pt idx="188">
                  <c:v>9.5343125068962973</c:v>
                </c:pt>
                <c:pt idx="189">
                  <c:v>9.5343125068962973</c:v>
                </c:pt>
                <c:pt idx="190">
                  <c:v>9.5343125068962973</c:v>
                </c:pt>
                <c:pt idx="191">
                  <c:v>9.5343125068962973</c:v>
                </c:pt>
                <c:pt idx="192">
                  <c:v>9.5343125068962973</c:v>
                </c:pt>
                <c:pt idx="193">
                  <c:v>9.5343125068962973</c:v>
                </c:pt>
                <c:pt idx="194">
                  <c:v>9.5343125068962973</c:v>
                </c:pt>
                <c:pt idx="195">
                  <c:v>9.5343125068962973</c:v>
                </c:pt>
                <c:pt idx="196">
                  <c:v>9.5343125068962973</c:v>
                </c:pt>
                <c:pt idx="197">
                  <c:v>9.5343125068962973</c:v>
                </c:pt>
                <c:pt idx="198">
                  <c:v>9.5343125068962973</c:v>
                </c:pt>
                <c:pt idx="199">
                  <c:v>9.5343125068962973</c:v>
                </c:pt>
                <c:pt idx="200">
                  <c:v>9.5343125068962973</c:v>
                </c:pt>
                <c:pt idx="201">
                  <c:v>9.5343125068962973</c:v>
                </c:pt>
                <c:pt idx="202">
                  <c:v>9.5343125068962973</c:v>
                </c:pt>
              </c:numCache>
            </c:numRef>
          </c:val>
          <c:smooth val="0"/>
          <c:extLst>
            <c:ext xmlns:c16="http://schemas.microsoft.com/office/drawing/2014/chart" uri="{C3380CC4-5D6E-409C-BE32-E72D297353CC}">
              <c16:uniqueId val="{00000003-CEC8-4A6A-92CE-F0DF0AB237B1}"/>
            </c:ext>
          </c:extLst>
        </c:ser>
        <c:dLbls>
          <c:showLegendKey val="0"/>
          <c:showVal val="0"/>
          <c:showCatName val="0"/>
          <c:showSerName val="0"/>
          <c:showPercent val="0"/>
          <c:showBubbleSize val="0"/>
        </c:dLbls>
        <c:smooth val="0"/>
        <c:axId val="146739760"/>
        <c:axId val="1"/>
      </c:lineChart>
      <c:dateAx>
        <c:axId val="146739760"/>
        <c:scaling>
          <c:orientation val="minMax"/>
        </c:scaling>
        <c:delete val="0"/>
        <c:axPos val="b"/>
        <c:numFmt formatCode="\'yy" sourceLinked="0"/>
        <c:majorTickMark val="out"/>
        <c:minorTickMark val="none"/>
        <c:tickLblPos val="nextTo"/>
        <c:spPr>
          <a:noFill/>
          <a:ln w="9525" cap="flat" cmpd="sng" algn="ctr">
            <a:solidFill>
              <a:schemeClr val="tx1"/>
            </a:solidFill>
            <a:round/>
          </a:ln>
          <a:effectLst/>
        </c:spPr>
        <c:txPr>
          <a:bodyPr rot="0" vert="horz"/>
          <a:lstStyle/>
          <a:p>
            <a:pPr>
              <a:defRPr/>
            </a:pPr>
            <a:endParaRPr lang="en-US"/>
          </a:p>
        </c:txPr>
        <c:crossAx val="1"/>
        <c:crosses val="autoZero"/>
        <c:auto val="0"/>
        <c:lblOffset val="100"/>
        <c:baseTimeUnit val="months"/>
        <c:majorUnit val="24"/>
        <c:majorTimeUnit val="months"/>
      </c:dateAx>
      <c:valAx>
        <c:axId val="1"/>
        <c:scaling>
          <c:orientation val="minMax"/>
          <c:min val="5"/>
        </c:scaling>
        <c:delete val="0"/>
        <c:axPos val="l"/>
        <c:majorGridlines>
          <c:spPr>
            <a:ln>
              <a:solidFill>
                <a:srgbClr val="DBDDDE"/>
              </a:solidFill>
            </a:ln>
          </c:spPr>
        </c:majorGridlines>
        <c:numFmt formatCode="#,##0\x" sourceLinked="0"/>
        <c:majorTickMark val="out"/>
        <c:minorTickMark val="none"/>
        <c:tickLblPos val="nextTo"/>
        <c:spPr>
          <a:noFill/>
          <a:ln>
            <a:solidFill>
              <a:schemeClr val="tx1"/>
            </a:solidFill>
          </a:ln>
          <a:effectLst/>
        </c:spPr>
        <c:txPr>
          <a:bodyPr rot="0" vert="horz"/>
          <a:lstStyle/>
          <a:p>
            <a:pPr>
              <a:defRPr/>
            </a:pPr>
            <a:endParaRPr lang="en-US"/>
          </a:p>
        </c:txPr>
        <c:crossAx val="146739760"/>
        <c:crosses val="autoZero"/>
        <c:crossBetween val="between"/>
        <c:majorUnit val="4"/>
      </c:valAx>
      <c:spPr>
        <a:noFill/>
        <a:ln w="25400">
          <a:noFill/>
        </a:ln>
      </c:spPr>
    </c:plotArea>
    <c:plotVisOnly val="1"/>
    <c:dispBlanksAs val="gap"/>
    <c:showDLblsOverMax val="0"/>
  </c:chart>
  <c:spPr>
    <a:solidFill>
      <a:schemeClr val="bg1"/>
    </a:solidFill>
    <a:ln w="9525" cap="flat" cmpd="sng" algn="ctr">
      <a:noFill/>
      <a:round/>
    </a:ln>
    <a:effectLst/>
  </c:spPr>
  <c:txPr>
    <a:bodyPr/>
    <a:lstStyle/>
    <a:p>
      <a:pPr>
        <a:defRPr sz="900" b="0" i="0" u="none" strike="noStrike" baseline="0">
          <a:solidFill>
            <a:srgbClr val="000000"/>
          </a:solidFill>
          <a:latin typeface="Roboto Light"/>
          <a:ea typeface="Roboto Light"/>
          <a:cs typeface="Roboto Light"/>
        </a:defRPr>
      </a:pPr>
      <a:endParaRPr lang="pt-BR"/>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307275391787175"/>
          <c:y val="0.10846694418008827"/>
          <c:w val="0.86606238311134376"/>
          <c:h val="0.77166916264078433"/>
        </c:manualLayout>
      </c:layout>
      <c:lineChart>
        <c:grouping val="standard"/>
        <c:varyColors val="0"/>
        <c:ser>
          <c:idx val="0"/>
          <c:order val="0"/>
          <c:tx>
            <c:strRef>
              <c:f>PE!$C$8</c:f>
              <c:strCache>
                <c:ptCount val="1"/>
                <c:pt idx="0">
                  <c:v>Ibovespa ex-Vale and Petrobras</c:v>
                </c:pt>
              </c:strCache>
            </c:strRef>
          </c:tx>
          <c:spPr>
            <a:ln w="28575">
              <a:solidFill>
                <a:schemeClr val="bg1">
                  <a:lumMod val="50000"/>
                </a:schemeClr>
              </a:solidFill>
            </a:ln>
          </c:spPr>
          <c:marker>
            <c:symbol val="none"/>
          </c:marker>
          <c:cat>
            <c:numRef>
              <c:f>PE!$A$56:$A$258</c:f>
              <c:numCache>
                <c:formatCode>[$-416]mmm\-yy;@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PE!$C$56:$C$258</c:f>
              <c:numCache>
                <c:formatCode>General</c:formatCode>
                <c:ptCount val="203"/>
                <c:pt idx="0">
                  <c:v>13.43</c:v>
                </c:pt>
                <c:pt idx="1">
                  <c:v>13.88</c:v>
                </c:pt>
                <c:pt idx="2">
                  <c:v>13.24</c:v>
                </c:pt>
                <c:pt idx="3">
                  <c:v>12.96</c:v>
                </c:pt>
                <c:pt idx="4">
                  <c:v>13.11</c:v>
                </c:pt>
                <c:pt idx="5">
                  <c:v>12.18</c:v>
                </c:pt>
                <c:pt idx="6">
                  <c:v>11.48</c:v>
                </c:pt>
                <c:pt idx="7">
                  <c:v>11.3</c:v>
                </c:pt>
                <c:pt idx="8">
                  <c:v>12.58</c:v>
                </c:pt>
                <c:pt idx="9">
                  <c:v>12.21</c:v>
                </c:pt>
                <c:pt idx="10">
                  <c:v>12.59</c:v>
                </c:pt>
                <c:pt idx="11">
                  <c:v>12.93</c:v>
                </c:pt>
                <c:pt idx="12">
                  <c:v>12.05</c:v>
                </c:pt>
                <c:pt idx="13">
                  <c:v>11.9</c:v>
                </c:pt>
                <c:pt idx="14">
                  <c:v>11.6</c:v>
                </c:pt>
                <c:pt idx="15">
                  <c:v>11.69</c:v>
                </c:pt>
                <c:pt idx="16">
                  <c:v>11.89</c:v>
                </c:pt>
                <c:pt idx="17">
                  <c:v>11.8</c:v>
                </c:pt>
                <c:pt idx="18">
                  <c:v>11.6</c:v>
                </c:pt>
                <c:pt idx="19">
                  <c:v>11.06</c:v>
                </c:pt>
                <c:pt idx="20">
                  <c:v>10.4</c:v>
                </c:pt>
                <c:pt idx="21">
                  <c:v>10.52</c:v>
                </c:pt>
                <c:pt idx="22">
                  <c:v>9.8699999999999992</c:v>
                </c:pt>
                <c:pt idx="23">
                  <c:v>11.27</c:v>
                </c:pt>
                <c:pt idx="24">
                  <c:v>10.83</c:v>
                </c:pt>
                <c:pt idx="25">
                  <c:v>10.96</c:v>
                </c:pt>
                <c:pt idx="26">
                  <c:v>11.47</c:v>
                </c:pt>
                <c:pt idx="27">
                  <c:v>12.15</c:v>
                </c:pt>
                <c:pt idx="28">
                  <c:v>11.87</c:v>
                </c:pt>
                <c:pt idx="29">
                  <c:v>11.42</c:v>
                </c:pt>
                <c:pt idx="30">
                  <c:v>10.06</c:v>
                </c:pt>
                <c:pt idx="31">
                  <c:v>10.51</c:v>
                </c:pt>
                <c:pt idx="32">
                  <c:v>11.35</c:v>
                </c:pt>
                <c:pt idx="33">
                  <c:v>12.18</c:v>
                </c:pt>
                <c:pt idx="34">
                  <c:v>13.32</c:v>
                </c:pt>
                <c:pt idx="35">
                  <c:v>12.51</c:v>
                </c:pt>
                <c:pt idx="36">
                  <c:v>13.14</c:v>
                </c:pt>
                <c:pt idx="37">
                  <c:v>13.33</c:v>
                </c:pt>
                <c:pt idx="38">
                  <c:v>13.19</c:v>
                </c:pt>
                <c:pt idx="39">
                  <c:v>13.06</c:v>
                </c:pt>
                <c:pt idx="40">
                  <c:v>12.64</c:v>
                </c:pt>
                <c:pt idx="41">
                  <c:v>12.23</c:v>
                </c:pt>
                <c:pt idx="42">
                  <c:v>13.57</c:v>
                </c:pt>
                <c:pt idx="43">
                  <c:v>12.03</c:v>
                </c:pt>
                <c:pt idx="44">
                  <c:v>13.21</c:v>
                </c:pt>
                <c:pt idx="45">
                  <c:v>13.73</c:v>
                </c:pt>
                <c:pt idx="46">
                  <c:v>34.78</c:v>
                </c:pt>
                <c:pt idx="47">
                  <c:v>34.42</c:v>
                </c:pt>
                <c:pt idx="48">
                  <c:v>12.41</c:v>
                </c:pt>
                <c:pt idx="49">
                  <c:v>12.11</c:v>
                </c:pt>
                <c:pt idx="50">
                  <c:v>10.91</c:v>
                </c:pt>
                <c:pt idx="51">
                  <c:v>10.77</c:v>
                </c:pt>
                <c:pt idx="52">
                  <c:v>11.55</c:v>
                </c:pt>
                <c:pt idx="53">
                  <c:v>11.65</c:v>
                </c:pt>
                <c:pt idx="54">
                  <c:v>11.48</c:v>
                </c:pt>
                <c:pt idx="55">
                  <c:v>11.82</c:v>
                </c:pt>
                <c:pt idx="56">
                  <c:v>12.15</c:v>
                </c:pt>
                <c:pt idx="57">
                  <c:v>13.25</c:v>
                </c:pt>
                <c:pt idx="58">
                  <c:v>11.87</c:v>
                </c:pt>
                <c:pt idx="59">
                  <c:v>12.29</c:v>
                </c:pt>
                <c:pt idx="60">
                  <c:v>12.72</c:v>
                </c:pt>
                <c:pt idx="61">
                  <c:v>11.71</c:v>
                </c:pt>
                <c:pt idx="62">
                  <c:v>11.26</c:v>
                </c:pt>
                <c:pt idx="63">
                  <c:v>12.25</c:v>
                </c:pt>
                <c:pt idx="64">
                  <c:v>12.31</c:v>
                </c:pt>
                <c:pt idx="65">
                  <c:v>13.26</c:v>
                </c:pt>
                <c:pt idx="66">
                  <c:v>12.17</c:v>
                </c:pt>
                <c:pt idx="67">
                  <c:v>12.1</c:v>
                </c:pt>
                <c:pt idx="68">
                  <c:v>11.66</c:v>
                </c:pt>
                <c:pt idx="69">
                  <c:v>10.55</c:v>
                </c:pt>
                <c:pt idx="70">
                  <c:v>10.210000000000001</c:v>
                </c:pt>
                <c:pt idx="71">
                  <c:v>10.31</c:v>
                </c:pt>
                <c:pt idx="72">
                  <c:v>10.33</c:v>
                </c:pt>
                <c:pt idx="73">
                  <c:v>10.039999999999999</c:v>
                </c:pt>
                <c:pt idx="74">
                  <c:v>9.8000000000000007</c:v>
                </c:pt>
                <c:pt idx="75">
                  <c:v>10.42</c:v>
                </c:pt>
                <c:pt idx="76">
                  <c:v>12</c:v>
                </c:pt>
                <c:pt idx="77">
                  <c:v>12.57</c:v>
                </c:pt>
                <c:pt idx="78">
                  <c:v>11.32</c:v>
                </c:pt>
                <c:pt idx="79">
                  <c:v>11.79</c:v>
                </c:pt>
                <c:pt idx="80">
                  <c:v>12.91</c:v>
                </c:pt>
                <c:pt idx="81">
                  <c:v>13.13</c:v>
                </c:pt>
                <c:pt idx="82">
                  <c:v>12.93</c:v>
                </c:pt>
                <c:pt idx="83">
                  <c:v>13.75</c:v>
                </c:pt>
                <c:pt idx="84">
                  <c:v>12.48</c:v>
                </c:pt>
                <c:pt idx="85">
                  <c:v>11.95</c:v>
                </c:pt>
                <c:pt idx="86">
                  <c:v>12.63</c:v>
                </c:pt>
                <c:pt idx="87">
                  <c:v>12.89</c:v>
                </c:pt>
                <c:pt idx="88">
                  <c:v>12.33</c:v>
                </c:pt>
                <c:pt idx="89">
                  <c:v>12.72</c:v>
                </c:pt>
                <c:pt idx="90">
                  <c:v>12.17</c:v>
                </c:pt>
                <c:pt idx="91">
                  <c:v>11.96</c:v>
                </c:pt>
                <c:pt idx="92">
                  <c:v>12.4</c:v>
                </c:pt>
                <c:pt idx="93">
                  <c:v>13.47</c:v>
                </c:pt>
                <c:pt idx="94">
                  <c:v>14.08</c:v>
                </c:pt>
                <c:pt idx="95">
                  <c:v>13.48</c:v>
                </c:pt>
                <c:pt idx="96">
                  <c:v>12.74</c:v>
                </c:pt>
                <c:pt idx="97">
                  <c:v>13.17</c:v>
                </c:pt>
                <c:pt idx="98">
                  <c:v>14.14</c:v>
                </c:pt>
                <c:pt idx="99">
                  <c:v>13.57</c:v>
                </c:pt>
                <c:pt idx="100">
                  <c:v>13.17</c:v>
                </c:pt>
                <c:pt idx="101">
                  <c:v>13.12</c:v>
                </c:pt>
                <c:pt idx="102">
                  <c:v>11.56</c:v>
                </c:pt>
                <c:pt idx="103">
                  <c:v>11.03</c:v>
                </c:pt>
                <c:pt idx="104">
                  <c:v>11.79</c:v>
                </c:pt>
                <c:pt idx="105">
                  <c:v>11.14</c:v>
                </c:pt>
                <c:pt idx="106">
                  <c:v>11.09</c:v>
                </c:pt>
                <c:pt idx="107">
                  <c:v>12.3</c:v>
                </c:pt>
                <c:pt idx="108">
                  <c:v>12.81</c:v>
                </c:pt>
                <c:pt idx="109">
                  <c:v>12.4</c:v>
                </c:pt>
                <c:pt idx="110">
                  <c:v>14.18</c:v>
                </c:pt>
                <c:pt idx="111">
                  <c:v>13.59</c:v>
                </c:pt>
                <c:pt idx="112">
                  <c:v>12.82</c:v>
                </c:pt>
                <c:pt idx="113">
                  <c:v>12.81</c:v>
                </c:pt>
                <c:pt idx="114">
                  <c:v>12.91</c:v>
                </c:pt>
                <c:pt idx="115">
                  <c:v>13.45</c:v>
                </c:pt>
                <c:pt idx="116">
                  <c:v>13.91</c:v>
                </c:pt>
                <c:pt idx="117">
                  <c:v>13.67</c:v>
                </c:pt>
                <c:pt idx="118">
                  <c:v>14.26</c:v>
                </c:pt>
                <c:pt idx="119">
                  <c:v>14.26</c:v>
                </c:pt>
                <c:pt idx="120">
                  <c:v>14.47</c:v>
                </c:pt>
                <c:pt idx="121">
                  <c:v>15.22</c:v>
                </c:pt>
                <c:pt idx="122">
                  <c:v>15.63</c:v>
                </c:pt>
                <c:pt idx="123">
                  <c:v>14.25</c:v>
                </c:pt>
                <c:pt idx="124">
                  <c:v>10.87</c:v>
                </c:pt>
                <c:pt idx="125">
                  <c:v>13.75</c:v>
                </c:pt>
                <c:pt idx="126">
                  <c:v>15.37</c:v>
                </c:pt>
                <c:pt idx="127">
                  <c:v>18.03</c:v>
                </c:pt>
                <c:pt idx="128">
                  <c:v>19.309999999999999</c:v>
                </c:pt>
                <c:pt idx="129">
                  <c:v>17.940000000000001</c:v>
                </c:pt>
                <c:pt idx="130">
                  <c:v>16.05</c:v>
                </c:pt>
                <c:pt idx="131">
                  <c:v>15.67</c:v>
                </c:pt>
                <c:pt idx="132">
                  <c:v>15.98</c:v>
                </c:pt>
                <c:pt idx="133">
                  <c:v>16.2</c:v>
                </c:pt>
                <c:pt idx="134">
                  <c:v>15.01</c:v>
                </c:pt>
                <c:pt idx="135">
                  <c:v>14.05</c:v>
                </c:pt>
                <c:pt idx="136">
                  <c:v>13.82</c:v>
                </c:pt>
                <c:pt idx="137">
                  <c:v>13.1</c:v>
                </c:pt>
                <c:pt idx="138">
                  <c:v>14.23</c:v>
                </c:pt>
                <c:pt idx="139">
                  <c:v>13.89</c:v>
                </c:pt>
                <c:pt idx="140">
                  <c:v>13.06</c:v>
                </c:pt>
                <c:pt idx="141">
                  <c:v>12.56</c:v>
                </c:pt>
                <c:pt idx="142">
                  <c:v>11.55</c:v>
                </c:pt>
                <c:pt idx="143">
                  <c:v>10.88</c:v>
                </c:pt>
                <c:pt idx="144">
                  <c:v>10.54</c:v>
                </c:pt>
                <c:pt idx="145">
                  <c:v>10.53</c:v>
                </c:pt>
                <c:pt idx="146">
                  <c:v>10.97</c:v>
                </c:pt>
                <c:pt idx="147">
                  <c:v>10.51</c:v>
                </c:pt>
                <c:pt idx="148">
                  <c:v>11.04</c:v>
                </c:pt>
                <c:pt idx="149">
                  <c:v>9.75</c:v>
                </c:pt>
                <c:pt idx="150">
                  <c:v>9.85</c:v>
                </c:pt>
                <c:pt idx="151">
                  <c:v>8.68</c:v>
                </c:pt>
                <c:pt idx="152">
                  <c:v>9.18</c:v>
                </c:pt>
                <c:pt idx="153">
                  <c:v>9.5399999999999991</c:v>
                </c:pt>
                <c:pt idx="154">
                  <c:v>9.73</c:v>
                </c:pt>
                <c:pt idx="155">
                  <c:v>10.31</c:v>
                </c:pt>
                <c:pt idx="156">
                  <c:v>9.31</c:v>
                </c:pt>
                <c:pt idx="157">
                  <c:v>9.2070000000000007</c:v>
                </c:pt>
                <c:pt idx="158">
                  <c:v>9.2910000000000004</c:v>
                </c:pt>
                <c:pt idx="159">
                  <c:v>8.6590000000000007</c:v>
                </c:pt>
                <c:pt idx="160">
                  <c:v>8.484</c:v>
                </c:pt>
                <c:pt idx="161">
                  <c:v>8.7720000000000002</c:v>
                </c:pt>
                <c:pt idx="162">
                  <c:v>9.2959999999999994</c:v>
                </c:pt>
                <c:pt idx="163">
                  <c:v>10.086</c:v>
                </c:pt>
                <c:pt idx="164">
                  <c:v>10.148</c:v>
                </c:pt>
                <c:pt idx="165">
                  <c:v>9.39</c:v>
                </c:pt>
                <c:pt idx="166">
                  <c:v>9.2080000000000002</c:v>
                </c:pt>
                <c:pt idx="167">
                  <c:v>8.6720000000000006</c:v>
                </c:pt>
                <c:pt idx="168">
                  <c:v>9.6430000000000007</c:v>
                </c:pt>
                <c:pt idx="169">
                  <c:v>9.9960000000000004</c:v>
                </c:pt>
                <c:pt idx="170">
                  <c:v>9.4440000000000008</c:v>
                </c:pt>
                <c:pt idx="171">
                  <c:v>9.6159999999999997</c:v>
                </c:pt>
                <c:pt idx="172">
                  <c:v>9.625</c:v>
                </c:pt>
                <c:pt idx="173">
                  <c:v>9.0299999999999994</c:v>
                </c:pt>
                <c:pt idx="174">
                  <c:v>8.4849999999999994</c:v>
                </c:pt>
                <c:pt idx="175">
                  <c:v>8.5</c:v>
                </c:pt>
                <c:pt idx="176">
                  <c:v>8.9169999999999998</c:v>
                </c:pt>
                <c:pt idx="177">
                  <c:v>9.4160000000000004</c:v>
                </c:pt>
                <c:pt idx="178">
                  <c:v>9.15</c:v>
                </c:pt>
                <c:pt idx="179">
                  <c:v>8.798</c:v>
                </c:pt>
                <c:pt idx="180">
                  <c:v>8.0190000000000001</c:v>
                </c:pt>
                <c:pt idx="181">
                  <c:v>7.7380000000000004</c:v>
                </c:pt>
                <c:pt idx="182">
                  <c:v>8.5129999999999999</c:v>
                </c:pt>
                <c:pt idx="183">
                  <c:v>7.9470000000000001</c:v>
                </c:pt>
                <c:pt idx="184">
                  <c:v>8.4969999999999999</c:v>
                </c:pt>
                <c:pt idx="185">
                  <c:v>9.16</c:v>
                </c:pt>
                <c:pt idx="186">
                  <c:v>9.4160000000000004</c:v>
                </c:pt>
                <c:pt idx="187">
                  <c:v>9.5169999999999995</c:v>
                </c:pt>
                <c:pt idx="188">
                  <c:v>8.9809999999999999</c:v>
                </c:pt>
                <c:pt idx="189">
                  <c:v>9.6110000000000007</c:v>
                </c:pt>
                <c:pt idx="190">
                  <c:v>9.8309999999999995</c:v>
                </c:pt>
                <c:pt idx="191">
                  <c:v>9.8759999999999994</c:v>
                </c:pt>
                <c:pt idx="192">
                  <c:v>10.51</c:v>
                </c:pt>
                <c:pt idx="193">
                  <c:v>9.984</c:v>
                </c:pt>
                <c:pt idx="194">
                  <c:v>10.967000000000001</c:v>
                </c:pt>
                <c:pt idx="195">
                  <c:v>11.359</c:v>
                </c:pt>
                <c:pt idx="196">
                  <c:v>10.54</c:v>
                </c:pt>
                <c:pt idx="197">
                  <c:v>10.276</c:v>
                </c:pt>
                <c:pt idx="198">
                  <c:v>9.5570000000000004</c:v>
                </c:pt>
                <c:pt idx="199">
                  <c:v>9.5259999999999998</c:v>
                </c:pt>
                <c:pt idx="200">
                  <c:v>9.66</c:v>
                </c:pt>
                <c:pt idx="201">
                  <c:v>9.42</c:v>
                </c:pt>
                <c:pt idx="202">
                  <c:v>9.8239999999999998</c:v>
                </c:pt>
              </c:numCache>
            </c:numRef>
          </c:val>
          <c:smooth val="0"/>
          <c:extLst>
            <c:ext xmlns:c16="http://schemas.microsoft.com/office/drawing/2014/chart" uri="{C3380CC4-5D6E-409C-BE32-E72D297353CC}">
              <c16:uniqueId val="{00000000-2093-4621-B0D5-B54A080064EF}"/>
            </c:ext>
          </c:extLst>
        </c:ser>
        <c:ser>
          <c:idx val="1"/>
          <c:order val="1"/>
          <c:tx>
            <c:strRef>
              <c:f>PE!$F$8</c:f>
              <c:strCache>
                <c:ptCount val="1"/>
              </c:strCache>
            </c:strRef>
          </c:tx>
          <c:spPr>
            <a:ln w="28575">
              <a:solidFill>
                <a:srgbClr val="8EB3DF"/>
              </a:solidFill>
              <a:prstDash val="dash"/>
            </a:ln>
          </c:spPr>
          <c:marker>
            <c:symbol val="none"/>
          </c:marker>
          <c:cat>
            <c:numRef>
              <c:f>PE!$A$56:$A$258</c:f>
              <c:numCache>
                <c:formatCode>[$-416]mmm\-yy;@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PE!$F$56:$F$258</c:f>
              <c:numCache>
                <c:formatCode>0.0</c:formatCode>
                <c:ptCount val="203"/>
                <c:pt idx="0">
                  <c:v>11.94692079207921</c:v>
                </c:pt>
                <c:pt idx="1">
                  <c:v>11.94692079207921</c:v>
                </c:pt>
                <c:pt idx="2">
                  <c:v>11.94692079207921</c:v>
                </c:pt>
                <c:pt idx="3">
                  <c:v>11.94692079207921</c:v>
                </c:pt>
                <c:pt idx="4">
                  <c:v>11.94692079207921</c:v>
                </c:pt>
                <c:pt idx="5">
                  <c:v>11.94692079207921</c:v>
                </c:pt>
                <c:pt idx="6">
                  <c:v>11.94692079207921</c:v>
                </c:pt>
                <c:pt idx="7">
                  <c:v>11.94692079207921</c:v>
                </c:pt>
                <c:pt idx="8">
                  <c:v>11.94692079207921</c:v>
                </c:pt>
                <c:pt idx="9">
                  <c:v>11.94692079207921</c:v>
                </c:pt>
                <c:pt idx="10">
                  <c:v>11.94692079207921</c:v>
                </c:pt>
                <c:pt idx="11">
                  <c:v>11.94692079207921</c:v>
                </c:pt>
                <c:pt idx="12">
                  <c:v>11.94692079207921</c:v>
                </c:pt>
                <c:pt idx="13">
                  <c:v>11.94692079207921</c:v>
                </c:pt>
                <c:pt idx="14">
                  <c:v>11.94692079207921</c:v>
                </c:pt>
                <c:pt idx="15">
                  <c:v>11.94692079207921</c:v>
                </c:pt>
                <c:pt idx="16">
                  <c:v>11.94692079207921</c:v>
                </c:pt>
                <c:pt idx="17">
                  <c:v>11.94692079207921</c:v>
                </c:pt>
                <c:pt idx="18">
                  <c:v>11.94692079207921</c:v>
                </c:pt>
                <c:pt idx="19">
                  <c:v>11.94692079207921</c:v>
                </c:pt>
                <c:pt idx="20">
                  <c:v>11.94692079207921</c:v>
                </c:pt>
                <c:pt idx="21">
                  <c:v>11.94692079207921</c:v>
                </c:pt>
                <c:pt idx="22">
                  <c:v>11.94692079207921</c:v>
                </c:pt>
                <c:pt idx="23">
                  <c:v>11.94692079207921</c:v>
                </c:pt>
                <c:pt idx="24">
                  <c:v>11.94692079207921</c:v>
                </c:pt>
                <c:pt idx="25">
                  <c:v>11.94692079207921</c:v>
                </c:pt>
                <c:pt idx="26">
                  <c:v>11.94692079207921</c:v>
                </c:pt>
                <c:pt idx="27">
                  <c:v>11.94692079207921</c:v>
                </c:pt>
                <c:pt idx="28">
                  <c:v>11.94692079207921</c:v>
                </c:pt>
                <c:pt idx="29">
                  <c:v>11.94692079207921</c:v>
                </c:pt>
                <c:pt idx="30">
                  <c:v>11.94692079207921</c:v>
                </c:pt>
                <c:pt idx="31">
                  <c:v>11.94692079207921</c:v>
                </c:pt>
                <c:pt idx="32">
                  <c:v>11.94692079207921</c:v>
                </c:pt>
                <c:pt idx="33">
                  <c:v>11.94692079207921</c:v>
                </c:pt>
                <c:pt idx="34">
                  <c:v>11.94692079207921</c:v>
                </c:pt>
                <c:pt idx="35">
                  <c:v>11.94692079207921</c:v>
                </c:pt>
                <c:pt idx="36">
                  <c:v>11.94692079207921</c:v>
                </c:pt>
                <c:pt idx="37">
                  <c:v>11.94692079207921</c:v>
                </c:pt>
                <c:pt idx="38">
                  <c:v>11.94692079207921</c:v>
                </c:pt>
                <c:pt idx="39">
                  <c:v>11.94692079207921</c:v>
                </c:pt>
                <c:pt idx="40">
                  <c:v>11.94692079207921</c:v>
                </c:pt>
                <c:pt idx="41">
                  <c:v>11.94692079207921</c:v>
                </c:pt>
                <c:pt idx="42">
                  <c:v>11.94692079207921</c:v>
                </c:pt>
                <c:pt idx="43">
                  <c:v>11.94692079207921</c:v>
                </c:pt>
                <c:pt idx="44">
                  <c:v>11.94692079207921</c:v>
                </c:pt>
                <c:pt idx="45">
                  <c:v>11.94692079207921</c:v>
                </c:pt>
                <c:pt idx="46">
                  <c:v>11.94692079207921</c:v>
                </c:pt>
                <c:pt idx="47">
                  <c:v>11.94692079207921</c:v>
                </c:pt>
                <c:pt idx="48">
                  <c:v>11.94692079207921</c:v>
                </c:pt>
                <c:pt idx="49">
                  <c:v>11.94692079207921</c:v>
                </c:pt>
                <c:pt idx="50">
                  <c:v>11.94692079207921</c:v>
                </c:pt>
                <c:pt idx="51">
                  <c:v>11.94692079207921</c:v>
                </c:pt>
                <c:pt idx="52">
                  <c:v>11.94692079207921</c:v>
                </c:pt>
                <c:pt idx="53">
                  <c:v>11.94692079207921</c:v>
                </c:pt>
                <c:pt idx="54">
                  <c:v>11.94692079207921</c:v>
                </c:pt>
                <c:pt idx="55">
                  <c:v>11.94692079207921</c:v>
                </c:pt>
                <c:pt idx="56">
                  <c:v>11.94692079207921</c:v>
                </c:pt>
                <c:pt idx="57">
                  <c:v>11.94692079207921</c:v>
                </c:pt>
                <c:pt idx="58">
                  <c:v>11.94692079207921</c:v>
                </c:pt>
                <c:pt idx="59">
                  <c:v>11.94692079207921</c:v>
                </c:pt>
                <c:pt idx="60">
                  <c:v>11.94692079207921</c:v>
                </c:pt>
                <c:pt idx="61">
                  <c:v>11.94692079207921</c:v>
                </c:pt>
                <c:pt idx="62">
                  <c:v>11.94692079207921</c:v>
                </c:pt>
                <c:pt idx="63">
                  <c:v>11.94692079207921</c:v>
                </c:pt>
                <c:pt idx="64">
                  <c:v>11.94692079207921</c:v>
                </c:pt>
                <c:pt idx="65">
                  <c:v>11.94692079207921</c:v>
                </c:pt>
                <c:pt idx="66">
                  <c:v>11.94692079207921</c:v>
                </c:pt>
                <c:pt idx="67">
                  <c:v>11.94692079207921</c:v>
                </c:pt>
                <c:pt idx="68">
                  <c:v>11.94692079207921</c:v>
                </c:pt>
                <c:pt idx="69">
                  <c:v>11.94692079207921</c:v>
                </c:pt>
                <c:pt idx="70">
                  <c:v>11.94692079207921</c:v>
                </c:pt>
                <c:pt idx="71">
                  <c:v>11.94692079207921</c:v>
                </c:pt>
                <c:pt idx="72">
                  <c:v>11.94692079207921</c:v>
                </c:pt>
                <c:pt idx="73">
                  <c:v>11.94692079207921</c:v>
                </c:pt>
                <c:pt idx="74">
                  <c:v>11.94692079207921</c:v>
                </c:pt>
                <c:pt idx="75">
                  <c:v>11.94692079207921</c:v>
                </c:pt>
                <c:pt idx="76">
                  <c:v>11.94692079207921</c:v>
                </c:pt>
                <c:pt idx="77">
                  <c:v>11.94692079207921</c:v>
                </c:pt>
                <c:pt idx="78">
                  <c:v>11.94692079207921</c:v>
                </c:pt>
                <c:pt idx="79">
                  <c:v>11.94692079207921</c:v>
                </c:pt>
                <c:pt idx="80">
                  <c:v>11.94692079207921</c:v>
                </c:pt>
                <c:pt idx="81">
                  <c:v>11.94692079207921</c:v>
                </c:pt>
                <c:pt idx="82">
                  <c:v>11.94692079207921</c:v>
                </c:pt>
                <c:pt idx="83">
                  <c:v>11.94692079207921</c:v>
                </c:pt>
                <c:pt idx="84">
                  <c:v>11.94692079207921</c:v>
                </c:pt>
                <c:pt idx="85">
                  <c:v>11.94692079207921</c:v>
                </c:pt>
                <c:pt idx="86">
                  <c:v>11.94692079207921</c:v>
                </c:pt>
                <c:pt idx="87">
                  <c:v>11.94692079207921</c:v>
                </c:pt>
                <c:pt idx="88">
                  <c:v>11.94692079207921</c:v>
                </c:pt>
                <c:pt idx="89">
                  <c:v>11.94692079207921</c:v>
                </c:pt>
                <c:pt idx="90">
                  <c:v>11.94692079207921</c:v>
                </c:pt>
                <c:pt idx="91">
                  <c:v>11.94692079207921</c:v>
                </c:pt>
                <c:pt idx="92">
                  <c:v>11.94692079207921</c:v>
                </c:pt>
                <c:pt idx="93">
                  <c:v>11.94692079207921</c:v>
                </c:pt>
                <c:pt idx="94">
                  <c:v>11.94692079207921</c:v>
                </c:pt>
                <c:pt idx="95">
                  <c:v>11.94692079207921</c:v>
                </c:pt>
                <c:pt idx="96">
                  <c:v>11.94692079207921</c:v>
                </c:pt>
                <c:pt idx="97">
                  <c:v>11.94692079207921</c:v>
                </c:pt>
                <c:pt idx="98">
                  <c:v>11.94692079207921</c:v>
                </c:pt>
                <c:pt idx="99">
                  <c:v>11.94692079207921</c:v>
                </c:pt>
                <c:pt idx="100">
                  <c:v>11.94692079207921</c:v>
                </c:pt>
                <c:pt idx="101">
                  <c:v>11.94692079207921</c:v>
                </c:pt>
                <c:pt idx="102">
                  <c:v>11.94692079207921</c:v>
                </c:pt>
                <c:pt idx="103">
                  <c:v>11.94692079207921</c:v>
                </c:pt>
                <c:pt idx="104">
                  <c:v>11.94692079207921</c:v>
                </c:pt>
                <c:pt idx="105">
                  <c:v>11.94692079207921</c:v>
                </c:pt>
                <c:pt idx="106">
                  <c:v>11.94692079207921</c:v>
                </c:pt>
                <c:pt idx="107">
                  <c:v>11.94692079207921</c:v>
                </c:pt>
                <c:pt idx="108">
                  <c:v>11.94692079207921</c:v>
                </c:pt>
                <c:pt idx="109">
                  <c:v>11.94692079207921</c:v>
                </c:pt>
                <c:pt idx="110">
                  <c:v>11.94692079207921</c:v>
                </c:pt>
                <c:pt idx="111">
                  <c:v>11.94692079207921</c:v>
                </c:pt>
                <c:pt idx="112">
                  <c:v>11.94692079207921</c:v>
                </c:pt>
                <c:pt idx="113">
                  <c:v>11.94692079207921</c:v>
                </c:pt>
                <c:pt idx="114">
                  <c:v>11.94692079207921</c:v>
                </c:pt>
                <c:pt idx="115">
                  <c:v>11.94692079207921</c:v>
                </c:pt>
                <c:pt idx="116">
                  <c:v>11.94692079207921</c:v>
                </c:pt>
                <c:pt idx="117">
                  <c:v>11.94692079207921</c:v>
                </c:pt>
                <c:pt idx="118">
                  <c:v>11.94692079207921</c:v>
                </c:pt>
                <c:pt idx="119">
                  <c:v>11.94692079207921</c:v>
                </c:pt>
                <c:pt idx="120">
                  <c:v>11.94692079207921</c:v>
                </c:pt>
                <c:pt idx="121">
                  <c:v>11.94692079207921</c:v>
                </c:pt>
                <c:pt idx="122">
                  <c:v>11.94692079207921</c:v>
                </c:pt>
                <c:pt idx="123">
                  <c:v>11.94692079207921</c:v>
                </c:pt>
                <c:pt idx="124">
                  <c:v>11.94692079207921</c:v>
                </c:pt>
                <c:pt idx="125">
                  <c:v>11.94692079207921</c:v>
                </c:pt>
                <c:pt idx="126">
                  <c:v>11.94692079207921</c:v>
                </c:pt>
                <c:pt idx="127">
                  <c:v>11.94692079207921</c:v>
                </c:pt>
                <c:pt idx="128">
                  <c:v>11.94692079207921</c:v>
                </c:pt>
                <c:pt idx="129">
                  <c:v>11.94692079207921</c:v>
                </c:pt>
                <c:pt idx="130">
                  <c:v>11.94692079207921</c:v>
                </c:pt>
                <c:pt idx="131">
                  <c:v>11.94692079207921</c:v>
                </c:pt>
                <c:pt idx="132">
                  <c:v>11.94692079207921</c:v>
                </c:pt>
                <c:pt idx="133">
                  <c:v>11.94692079207921</c:v>
                </c:pt>
                <c:pt idx="134">
                  <c:v>11.94692079207921</c:v>
                </c:pt>
                <c:pt idx="135">
                  <c:v>11.94692079207921</c:v>
                </c:pt>
                <c:pt idx="136">
                  <c:v>11.94692079207921</c:v>
                </c:pt>
                <c:pt idx="137">
                  <c:v>11.94692079207921</c:v>
                </c:pt>
                <c:pt idx="138">
                  <c:v>11.94692079207921</c:v>
                </c:pt>
                <c:pt idx="139">
                  <c:v>11.94692079207921</c:v>
                </c:pt>
                <c:pt idx="140">
                  <c:v>11.94692079207921</c:v>
                </c:pt>
                <c:pt idx="141">
                  <c:v>11.94692079207921</c:v>
                </c:pt>
                <c:pt idx="142">
                  <c:v>11.94692079207921</c:v>
                </c:pt>
                <c:pt idx="143">
                  <c:v>11.94692079207921</c:v>
                </c:pt>
                <c:pt idx="144">
                  <c:v>11.94692079207921</c:v>
                </c:pt>
                <c:pt idx="145">
                  <c:v>11.94692079207921</c:v>
                </c:pt>
                <c:pt idx="146">
                  <c:v>11.94692079207921</c:v>
                </c:pt>
                <c:pt idx="147">
                  <c:v>11.94692079207921</c:v>
                </c:pt>
                <c:pt idx="148">
                  <c:v>11.94692079207921</c:v>
                </c:pt>
                <c:pt idx="149">
                  <c:v>11.94692079207921</c:v>
                </c:pt>
                <c:pt idx="150">
                  <c:v>11.94692079207921</c:v>
                </c:pt>
                <c:pt idx="151">
                  <c:v>11.94692079207921</c:v>
                </c:pt>
                <c:pt idx="152">
                  <c:v>11.94692079207921</c:v>
                </c:pt>
                <c:pt idx="153">
                  <c:v>11.94692079207921</c:v>
                </c:pt>
                <c:pt idx="154">
                  <c:v>11.94692079207921</c:v>
                </c:pt>
                <c:pt idx="155">
                  <c:v>11.94692079207921</c:v>
                </c:pt>
                <c:pt idx="156">
                  <c:v>11.94692079207921</c:v>
                </c:pt>
                <c:pt idx="157">
                  <c:v>11.94692079207921</c:v>
                </c:pt>
                <c:pt idx="158">
                  <c:v>11.94692079207921</c:v>
                </c:pt>
                <c:pt idx="159">
                  <c:v>11.94692079207921</c:v>
                </c:pt>
                <c:pt idx="160">
                  <c:v>11.94692079207921</c:v>
                </c:pt>
                <c:pt idx="161">
                  <c:v>11.94692079207921</c:v>
                </c:pt>
                <c:pt idx="162">
                  <c:v>11.94692079207921</c:v>
                </c:pt>
                <c:pt idx="163">
                  <c:v>11.94692079207921</c:v>
                </c:pt>
                <c:pt idx="164">
                  <c:v>11.94692079207921</c:v>
                </c:pt>
                <c:pt idx="165">
                  <c:v>11.94692079207921</c:v>
                </c:pt>
                <c:pt idx="166">
                  <c:v>11.94692079207921</c:v>
                </c:pt>
                <c:pt idx="167">
                  <c:v>11.94692079207921</c:v>
                </c:pt>
                <c:pt idx="168">
                  <c:v>11.94692079207921</c:v>
                </c:pt>
                <c:pt idx="169">
                  <c:v>11.94692079207921</c:v>
                </c:pt>
                <c:pt idx="170">
                  <c:v>11.94692079207921</c:v>
                </c:pt>
                <c:pt idx="171">
                  <c:v>11.94692079207921</c:v>
                </c:pt>
                <c:pt idx="172">
                  <c:v>11.94692079207921</c:v>
                </c:pt>
                <c:pt idx="173">
                  <c:v>11.94692079207921</c:v>
                </c:pt>
                <c:pt idx="174">
                  <c:v>11.94692079207921</c:v>
                </c:pt>
                <c:pt idx="175">
                  <c:v>11.94692079207921</c:v>
                </c:pt>
                <c:pt idx="176">
                  <c:v>11.94692079207921</c:v>
                </c:pt>
                <c:pt idx="177">
                  <c:v>11.94692079207921</c:v>
                </c:pt>
                <c:pt idx="178">
                  <c:v>11.94692079207921</c:v>
                </c:pt>
                <c:pt idx="179">
                  <c:v>11.94692079207921</c:v>
                </c:pt>
                <c:pt idx="180">
                  <c:v>11.94692079207921</c:v>
                </c:pt>
                <c:pt idx="181">
                  <c:v>11.94692079207921</c:v>
                </c:pt>
                <c:pt idx="182">
                  <c:v>11.94692079207921</c:v>
                </c:pt>
                <c:pt idx="183">
                  <c:v>11.94692079207921</c:v>
                </c:pt>
                <c:pt idx="184">
                  <c:v>11.94692079207921</c:v>
                </c:pt>
                <c:pt idx="185">
                  <c:v>11.94692079207921</c:v>
                </c:pt>
                <c:pt idx="186">
                  <c:v>11.94692079207921</c:v>
                </c:pt>
                <c:pt idx="187">
                  <c:v>11.94692079207921</c:v>
                </c:pt>
                <c:pt idx="188">
                  <c:v>11.94692079207921</c:v>
                </c:pt>
                <c:pt idx="189">
                  <c:v>11.94692079207921</c:v>
                </c:pt>
                <c:pt idx="190">
                  <c:v>11.94692079207921</c:v>
                </c:pt>
                <c:pt idx="191">
                  <c:v>11.94692079207921</c:v>
                </c:pt>
                <c:pt idx="192">
                  <c:v>11.94692079207921</c:v>
                </c:pt>
                <c:pt idx="193">
                  <c:v>11.94692079207921</c:v>
                </c:pt>
                <c:pt idx="194">
                  <c:v>11.94692079207921</c:v>
                </c:pt>
                <c:pt idx="195">
                  <c:v>11.94692079207921</c:v>
                </c:pt>
                <c:pt idx="196">
                  <c:v>11.94692079207921</c:v>
                </c:pt>
                <c:pt idx="197">
                  <c:v>11.94692079207921</c:v>
                </c:pt>
                <c:pt idx="198">
                  <c:v>11.94692079207921</c:v>
                </c:pt>
                <c:pt idx="199">
                  <c:v>11.94692079207921</c:v>
                </c:pt>
                <c:pt idx="200">
                  <c:v>11.94692079207921</c:v>
                </c:pt>
                <c:pt idx="201">
                  <c:v>11.94692079207921</c:v>
                </c:pt>
                <c:pt idx="202">
                  <c:v>11.94692079207921</c:v>
                </c:pt>
              </c:numCache>
            </c:numRef>
          </c:val>
          <c:smooth val="0"/>
          <c:extLst>
            <c:ext xmlns:c16="http://schemas.microsoft.com/office/drawing/2014/chart" uri="{C3380CC4-5D6E-409C-BE32-E72D297353CC}">
              <c16:uniqueId val="{00000001-2093-4621-B0D5-B54A080064EF}"/>
            </c:ext>
          </c:extLst>
        </c:ser>
        <c:ser>
          <c:idx val="4"/>
          <c:order val="2"/>
          <c:tx>
            <c:strRef>
              <c:f>PE!$C$8</c:f>
              <c:strCache>
                <c:ptCount val="1"/>
                <c:pt idx="0">
                  <c:v>Ibovespa ex-Vale and Petrobras</c:v>
                </c:pt>
              </c:strCache>
            </c:strRef>
          </c:tx>
          <c:spPr>
            <a:ln w="28575">
              <a:solidFill>
                <a:srgbClr val="8EB3DF"/>
              </a:solidFill>
              <a:prstDash val="dash"/>
            </a:ln>
          </c:spPr>
          <c:marker>
            <c:symbol val="none"/>
          </c:marker>
          <c:cat>
            <c:numRef>
              <c:f>PE!$A$56:$A$258</c:f>
              <c:numCache>
                <c:formatCode>[$-416]mmm\-yy;@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PE!$H$56:$H$258</c:f>
              <c:numCache>
                <c:formatCode>0.00</c:formatCode>
                <c:ptCount val="203"/>
                <c:pt idx="0">
                  <c:v>14.962620704843101</c:v>
                </c:pt>
                <c:pt idx="1">
                  <c:v>14.962620704843101</c:v>
                </c:pt>
                <c:pt idx="2">
                  <c:v>14.962620704843101</c:v>
                </c:pt>
                <c:pt idx="3">
                  <c:v>14.962620704843101</c:v>
                </c:pt>
                <c:pt idx="4">
                  <c:v>14.962620704843101</c:v>
                </c:pt>
                <c:pt idx="5">
                  <c:v>14.962620704843101</c:v>
                </c:pt>
                <c:pt idx="6">
                  <c:v>14.962620704843101</c:v>
                </c:pt>
                <c:pt idx="7">
                  <c:v>14.962620704843101</c:v>
                </c:pt>
                <c:pt idx="8">
                  <c:v>14.962620704843101</c:v>
                </c:pt>
                <c:pt idx="9">
                  <c:v>14.962620704843101</c:v>
                </c:pt>
                <c:pt idx="10">
                  <c:v>14.962620704843101</c:v>
                </c:pt>
                <c:pt idx="11">
                  <c:v>14.962620704843101</c:v>
                </c:pt>
                <c:pt idx="12">
                  <c:v>14.962620704843101</c:v>
                </c:pt>
                <c:pt idx="13">
                  <c:v>14.962620704843101</c:v>
                </c:pt>
                <c:pt idx="14">
                  <c:v>14.962620704843101</c:v>
                </c:pt>
                <c:pt idx="15">
                  <c:v>14.962620704843101</c:v>
                </c:pt>
                <c:pt idx="16">
                  <c:v>14.962620704843101</c:v>
                </c:pt>
                <c:pt idx="17">
                  <c:v>14.962620704843101</c:v>
                </c:pt>
                <c:pt idx="18">
                  <c:v>14.962620704843101</c:v>
                </c:pt>
                <c:pt idx="19">
                  <c:v>14.962620704843101</c:v>
                </c:pt>
                <c:pt idx="20">
                  <c:v>14.962620704843101</c:v>
                </c:pt>
                <c:pt idx="21">
                  <c:v>14.962620704843101</c:v>
                </c:pt>
                <c:pt idx="22">
                  <c:v>14.962620704843101</c:v>
                </c:pt>
                <c:pt idx="23">
                  <c:v>14.962620704843101</c:v>
                </c:pt>
                <c:pt idx="24">
                  <c:v>14.962620704843101</c:v>
                </c:pt>
                <c:pt idx="25">
                  <c:v>14.962620704843101</c:v>
                </c:pt>
                <c:pt idx="26">
                  <c:v>14.962620704843101</c:v>
                </c:pt>
                <c:pt idx="27">
                  <c:v>14.962620704843101</c:v>
                </c:pt>
                <c:pt idx="28">
                  <c:v>14.962620704843101</c:v>
                </c:pt>
                <c:pt idx="29">
                  <c:v>14.962620704843101</c:v>
                </c:pt>
                <c:pt idx="30">
                  <c:v>14.962620704843101</c:v>
                </c:pt>
                <c:pt idx="31">
                  <c:v>14.962620704843101</c:v>
                </c:pt>
                <c:pt idx="32">
                  <c:v>14.962620704843101</c:v>
                </c:pt>
                <c:pt idx="33">
                  <c:v>14.962620704843101</c:v>
                </c:pt>
                <c:pt idx="34">
                  <c:v>14.962620704843101</c:v>
                </c:pt>
                <c:pt idx="35">
                  <c:v>14.962620704843101</c:v>
                </c:pt>
                <c:pt idx="36">
                  <c:v>14.962620704843101</c:v>
                </c:pt>
                <c:pt idx="37">
                  <c:v>14.962620704843101</c:v>
                </c:pt>
                <c:pt idx="38">
                  <c:v>14.962620704843101</c:v>
                </c:pt>
                <c:pt idx="39">
                  <c:v>14.962620704843101</c:v>
                </c:pt>
                <c:pt idx="40">
                  <c:v>14.962620704843101</c:v>
                </c:pt>
                <c:pt idx="41">
                  <c:v>14.962620704843101</c:v>
                </c:pt>
                <c:pt idx="42">
                  <c:v>14.962620704843101</c:v>
                </c:pt>
                <c:pt idx="43">
                  <c:v>14.962620704843101</c:v>
                </c:pt>
                <c:pt idx="44">
                  <c:v>14.962620704843101</c:v>
                </c:pt>
                <c:pt idx="45">
                  <c:v>14.962620704843101</c:v>
                </c:pt>
                <c:pt idx="46">
                  <c:v>14.962620704843101</c:v>
                </c:pt>
                <c:pt idx="47">
                  <c:v>14.962620704843101</c:v>
                </c:pt>
                <c:pt idx="48">
                  <c:v>14.962620704843101</c:v>
                </c:pt>
                <c:pt idx="49">
                  <c:v>14.962620704843101</c:v>
                </c:pt>
                <c:pt idx="50">
                  <c:v>14.962620704843101</c:v>
                </c:pt>
                <c:pt idx="51">
                  <c:v>14.962620704843101</c:v>
                </c:pt>
                <c:pt idx="52">
                  <c:v>14.962620704843101</c:v>
                </c:pt>
                <c:pt idx="53">
                  <c:v>14.962620704843101</c:v>
                </c:pt>
                <c:pt idx="54">
                  <c:v>14.962620704843101</c:v>
                </c:pt>
                <c:pt idx="55">
                  <c:v>14.962620704843101</c:v>
                </c:pt>
                <c:pt idx="56">
                  <c:v>14.962620704843101</c:v>
                </c:pt>
                <c:pt idx="57">
                  <c:v>14.962620704843101</c:v>
                </c:pt>
                <c:pt idx="58">
                  <c:v>14.962620704843101</c:v>
                </c:pt>
                <c:pt idx="59">
                  <c:v>14.962620704843101</c:v>
                </c:pt>
                <c:pt idx="60">
                  <c:v>14.962620704843101</c:v>
                </c:pt>
                <c:pt idx="61">
                  <c:v>14.962620704843101</c:v>
                </c:pt>
                <c:pt idx="62">
                  <c:v>14.962620704843101</c:v>
                </c:pt>
                <c:pt idx="63">
                  <c:v>14.962620704843101</c:v>
                </c:pt>
                <c:pt idx="64">
                  <c:v>14.962620704843101</c:v>
                </c:pt>
                <c:pt idx="65">
                  <c:v>14.962620704843101</c:v>
                </c:pt>
                <c:pt idx="66">
                  <c:v>14.962620704843101</c:v>
                </c:pt>
                <c:pt idx="67">
                  <c:v>14.962620704843101</c:v>
                </c:pt>
                <c:pt idx="68">
                  <c:v>14.962620704843101</c:v>
                </c:pt>
                <c:pt idx="69">
                  <c:v>14.962620704843101</c:v>
                </c:pt>
                <c:pt idx="70">
                  <c:v>14.962620704843101</c:v>
                </c:pt>
                <c:pt idx="71">
                  <c:v>14.962620704843101</c:v>
                </c:pt>
                <c:pt idx="72">
                  <c:v>14.962620704843101</c:v>
                </c:pt>
                <c:pt idx="73">
                  <c:v>14.962620704843101</c:v>
                </c:pt>
                <c:pt idx="74">
                  <c:v>14.962620704843101</c:v>
                </c:pt>
                <c:pt idx="75">
                  <c:v>14.962620704843101</c:v>
                </c:pt>
                <c:pt idx="76">
                  <c:v>14.962620704843101</c:v>
                </c:pt>
                <c:pt idx="77">
                  <c:v>14.962620704843101</c:v>
                </c:pt>
                <c:pt idx="78">
                  <c:v>14.962620704843101</c:v>
                </c:pt>
                <c:pt idx="79">
                  <c:v>14.962620704843101</c:v>
                </c:pt>
                <c:pt idx="80">
                  <c:v>14.962620704843101</c:v>
                </c:pt>
                <c:pt idx="81">
                  <c:v>14.962620704843101</c:v>
                </c:pt>
                <c:pt idx="82">
                  <c:v>14.962620704843101</c:v>
                </c:pt>
                <c:pt idx="83">
                  <c:v>14.962620704843101</c:v>
                </c:pt>
                <c:pt idx="84">
                  <c:v>14.962620704843101</c:v>
                </c:pt>
                <c:pt idx="85">
                  <c:v>14.962620704843101</c:v>
                </c:pt>
                <c:pt idx="86">
                  <c:v>14.962620704843101</c:v>
                </c:pt>
                <c:pt idx="87">
                  <c:v>14.962620704843101</c:v>
                </c:pt>
                <c:pt idx="88">
                  <c:v>14.962620704843101</c:v>
                </c:pt>
                <c:pt idx="89">
                  <c:v>14.962620704843101</c:v>
                </c:pt>
                <c:pt idx="90">
                  <c:v>14.962620704843101</c:v>
                </c:pt>
                <c:pt idx="91">
                  <c:v>14.962620704843101</c:v>
                </c:pt>
                <c:pt idx="92">
                  <c:v>14.962620704843101</c:v>
                </c:pt>
                <c:pt idx="93">
                  <c:v>14.962620704843101</c:v>
                </c:pt>
                <c:pt idx="94">
                  <c:v>14.962620704843101</c:v>
                </c:pt>
                <c:pt idx="95">
                  <c:v>14.962620704843101</c:v>
                </c:pt>
                <c:pt idx="96">
                  <c:v>14.962620704843101</c:v>
                </c:pt>
                <c:pt idx="97">
                  <c:v>14.962620704843101</c:v>
                </c:pt>
                <c:pt idx="98">
                  <c:v>14.962620704843101</c:v>
                </c:pt>
                <c:pt idx="99">
                  <c:v>14.962620704843101</c:v>
                </c:pt>
                <c:pt idx="100">
                  <c:v>14.962620704843101</c:v>
                </c:pt>
                <c:pt idx="101">
                  <c:v>14.962620704843101</c:v>
                </c:pt>
                <c:pt idx="102">
                  <c:v>14.962620704843101</c:v>
                </c:pt>
                <c:pt idx="103">
                  <c:v>14.962620704843101</c:v>
                </c:pt>
                <c:pt idx="104">
                  <c:v>14.962620704843101</c:v>
                </c:pt>
                <c:pt idx="105">
                  <c:v>14.962620704843101</c:v>
                </c:pt>
                <c:pt idx="106">
                  <c:v>14.962620704843101</c:v>
                </c:pt>
                <c:pt idx="107">
                  <c:v>14.962620704843101</c:v>
                </c:pt>
                <c:pt idx="108">
                  <c:v>14.962620704843101</c:v>
                </c:pt>
                <c:pt idx="109">
                  <c:v>14.962620704843101</c:v>
                </c:pt>
                <c:pt idx="110">
                  <c:v>14.962620704843101</c:v>
                </c:pt>
                <c:pt idx="111">
                  <c:v>14.962620704843101</c:v>
                </c:pt>
                <c:pt idx="112">
                  <c:v>14.962620704843101</c:v>
                </c:pt>
                <c:pt idx="113">
                  <c:v>14.962620704843101</c:v>
                </c:pt>
                <c:pt idx="114">
                  <c:v>14.962620704843101</c:v>
                </c:pt>
                <c:pt idx="115">
                  <c:v>14.962620704843101</c:v>
                </c:pt>
                <c:pt idx="116">
                  <c:v>14.962620704843101</c:v>
                </c:pt>
                <c:pt idx="117">
                  <c:v>14.962620704843101</c:v>
                </c:pt>
                <c:pt idx="118">
                  <c:v>14.962620704843101</c:v>
                </c:pt>
                <c:pt idx="119">
                  <c:v>14.962620704843101</c:v>
                </c:pt>
                <c:pt idx="120">
                  <c:v>14.962620704843101</c:v>
                </c:pt>
                <c:pt idx="121">
                  <c:v>14.962620704843101</c:v>
                </c:pt>
                <c:pt idx="122">
                  <c:v>14.962620704843101</c:v>
                </c:pt>
                <c:pt idx="123">
                  <c:v>14.962620704843101</c:v>
                </c:pt>
                <c:pt idx="124">
                  <c:v>14.962620704843101</c:v>
                </c:pt>
                <c:pt idx="125">
                  <c:v>14.962620704843101</c:v>
                </c:pt>
                <c:pt idx="126">
                  <c:v>14.962620704843101</c:v>
                </c:pt>
                <c:pt idx="127">
                  <c:v>14.962620704843101</c:v>
                </c:pt>
                <c:pt idx="128">
                  <c:v>14.962620704843101</c:v>
                </c:pt>
                <c:pt idx="129">
                  <c:v>14.962620704843101</c:v>
                </c:pt>
                <c:pt idx="130">
                  <c:v>14.962620704843101</c:v>
                </c:pt>
                <c:pt idx="131">
                  <c:v>14.962620704843101</c:v>
                </c:pt>
                <c:pt idx="132">
                  <c:v>14.962620704843101</c:v>
                </c:pt>
                <c:pt idx="133">
                  <c:v>14.962620704843101</c:v>
                </c:pt>
                <c:pt idx="134">
                  <c:v>14.962620704843101</c:v>
                </c:pt>
                <c:pt idx="135">
                  <c:v>14.962620704843101</c:v>
                </c:pt>
                <c:pt idx="136">
                  <c:v>14.962620704843101</c:v>
                </c:pt>
                <c:pt idx="137">
                  <c:v>14.962620704843101</c:v>
                </c:pt>
                <c:pt idx="138">
                  <c:v>14.962620704843101</c:v>
                </c:pt>
                <c:pt idx="139">
                  <c:v>14.962620704843101</c:v>
                </c:pt>
                <c:pt idx="140">
                  <c:v>14.962620704843101</c:v>
                </c:pt>
                <c:pt idx="141">
                  <c:v>14.962620704843101</c:v>
                </c:pt>
                <c:pt idx="142">
                  <c:v>14.962620704843101</c:v>
                </c:pt>
                <c:pt idx="143">
                  <c:v>14.962620704843101</c:v>
                </c:pt>
                <c:pt idx="144">
                  <c:v>14.962620704843101</c:v>
                </c:pt>
                <c:pt idx="145">
                  <c:v>14.962620704843101</c:v>
                </c:pt>
                <c:pt idx="146">
                  <c:v>14.962620704843101</c:v>
                </c:pt>
                <c:pt idx="147">
                  <c:v>14.962620704843101</c:v>
                </c:pt>
                <c:pt idx="148">
                  <c:v>14.962620704843101</c:v>
                </c:pt>
                <c:pt idx="149">
                  <c:v>14.962620704843101</c:v>
                </c:pt>
                <c:pt idx="150">
                  <c:v>14.962620704843101</c:v>
                </c:pt>
                <c:pt idx="151">
                  <c:v>14.962620704843101</c:v>
                </c:pt>
                <c:pt idx="152">
                  <c:v>14.962620704843101</c:v>
                </c:pt>
                <c:pt idx="153">
                  <c:v>14.962620704843101</c:v>
                </c:pt>
                <c:pt idx="154">
                  <c:v>14.962620704843101</c:v>
                </c:pt>
                <c:pt idx="155">
                  <c:v>14.962620704843101</c:v>
                </c:pt>
                <c:pt idx="156">
                  <c:v>14.962620704843101</c:v>
                </c:pt>
                <c:pt idx="157">
                  <c:v>14.962620704843101</c:v>
                </c:pt>
                <c:pt idx="158">
                  <c:v>14.962620704843101</c:v>
                </c:pt>
                <c:pt idx="159">
                  <c:v>14.962620704843101</c:v>
                </c:pt>
                <c:pt idx="160">
                  <c:v>14.962620704843101</c:v>
                </c:pt>
                <c:pt idx="161">
                  <c:v>14.962620704843101</c:v>
                </c:pt>
                <c:pt idx="162">
                  <c:v>14.962620704843101</c:v>
                </c:pt>
                <c:pt idx="163">
                  <c:v>14.962620704843101</c:v>
                </c:pt>
                <c:pt idx="164">
                  <c:v>14.962620704843101</c:v>
                </c:pt>
                <c:pt idx="165">
                  <c:v>14.962620704843101</c:v>
                </c:pt>
                <c:pt idx="166">
                  <c:v>14.962620704843101</c:v>
                </c:pt>
                <c:pt idx="167">
                  <c:v>14.962620704843101</c:v>
                </c:pt>
                <c:pt idx="168">
                  <c:v>14.962620704843101</c:v>
                </c:pt>
                <c:pt idx="169">
                  <c:v>14.962620704843101</c:v>
                </c:pt>
                <c:pt idx="170">
                  <c:v>14.962620704843101</c:v>
                </c:pt>
                <c:pt idx="171">
                  <c:v>14.962620704843101</c:v>
                </c:pt>
                <c:pt idx="172">
                  <c:v>14.962620704843101</c:v>
                </c:pt>
                <c:pt idx="173">
                  <c:v>14.962620704843101</c:v>
                </c:pt>
                <c:pt idx="174">
                  <c:v>14.962620704843101</c:v>
                </c:pt>
                <c:pt idx="175">
                  <c:v>14.962620704843101</c:v>
                </c:pt>
                <c:pt idx="176">
                  <c:v>14.962620704843101</c:v>
                </c:pt>
                <c:pt idx="177">
                  <c:v>14.962620704843101</c:v>
                </c:pt>
                <c:pt idx="178">
                  <c:v>14.962620704843101</c:v>
                </c:pt>
                <c:pt idx="179">
                  <c:v>14.962620704843101</c:v>
                </c:pt>
                <c:pt idx="180">
                  <c:v>14.962620704843101</c:v>
                </c:pt>
                <c:pt idx="181">
                  <c:v>14.962620704843101</c:v>
                </c:pt>
                <c:pt idx="182">
                  <c:v>14.962620704843101</c:v>
                </c:pt>
                <c:pt idx="183">
                  <c:v>14.962620704843101</c:v>
                </c:pt>
                <c:pt idx="184">
                  <c:v>14.962620704843101</c:v>
                </c:pt>
                <c:pt idx="185">
                  <c:v>14.962620704843101</c:v>
                </c:pt>
                <c:pt idx="186">
                  <c:v>14.962620704843101</c:v>
                </c:pt>
                <c:pt idx="187">
                  <c:v>14.962620704843101</c:v>
                </c:pt>
                <c:pt idx="188">
                  <c:v>14.962620704843101</c:v>
                </c:pt>
                <c:pt idx="189">
                  <c:v>14.962620704843101</c:v>
                </c:pt>
                <c:pt idx="190">
                  <c:v>14.962620704843101</c:v>
                </c:pt>
                <c:pt idx="191">
                  <c:v>14.962620704843101</c:v>
                </c:pt>
                <c:pt idx="192">
                  <c:v>14.962620704843101</c:v>
                </c:pt>
                <c:pt idx="193">
                  <c:v>14.962620704843101</c:v>
                </c:pt>
                <c:pt idx="194">
                  <c:v>14.962620704843101</c:v>
                </c:pt>
                <c:pt idx="195">
                  <c:v>14.962620704843101</c:v>
                </c:pt>
                <c:pt idx="196">
                  <c:v>14.962620704843101</c:v>
                </c:pt>
                <c:pt idx="197">
                  <c:v>14.962620704843101</c:v>
                </c:pt>
                <c:pt idx="198">
                  <c:v>14.962620704843101</c:v>
                </c:pt>
                <c:pt idx="199">
                  <c:v>14.962620704843101</c:v>
                </c:pt>
                <c:pt idx="200">
                  <c:v>14.962620704843101</c:v>
                </c:pt>
                <c:pt idx="201">
                  <c:v>14.962620704843101</c:v>
                </c:pt>
                <c:pt idx="202">
                  <c:v>14.962620704843101</c:v>
                </c:pt>
              </c:numCache>
            </c:numRef>
          </c:val>
          <c:smooth val="0"/>
          <c:extLst>
            <c:ext xmlns:c16="http://schemas.microsoft.com/office/drawing/2014/chart" uri="{C3380CC4-5D6E-409C-BE32-E72D297353CC}">
              <c16:uniqueId val="{00000002-2093-4621-B0D5-B54A080064EF}"/>
            </c:ext>
          </c:extLst>
        </c:ser>
        <c:ser>
          <c:idx val="5"/>
          <c:order val="3"/>
          <c:tx>
            <c:strRef>
              <c:f>PE!$F$8</c:f>
              <c:strCache>
                <c:ptCount val="1"/>
              </c:strCache>
            </c:strRef>
          </c:tx>
          <c:spPr>
            <a:ln w="28575">
              <a:solidFill>
                <a:srgbClr val="8EB3DF"/>
              </a:solidFill>
              <a:prstDash val="dash"/>
            </a:ln>
          </c:spPr>
          <c:marker>
            <c:symbol val="none"/>
          </c:marker>
          <c:cat>
            <c:numRef>
              <c:f>PE!$A$56:$A$258</c:f>
              <c:numCache>
                <c:formatCode>[$-416]mmm\-yy;@</c:formatCode>
                <c:ptCount val="203"/>
                <c:pt idx="0">
                  <c:v>40147</c:v>
                </c:pt>
                <c:pt idx="1">
                  <c:v>40178</c:v>
                </c:pt>
                <c:pt idx="2">
                  <c:v>40209</c:v>
                </c:pt>
                <c:pt idx="3">
                  <c:v>40237</c:v>
                </c:pt>
                <c:pt idx="4">
                  <c:v>40268</c:v>
                </c:pt>
                <c:pt idx="5">
                  <c:v>40298</c:v>
                </c:pt>
                <c:pt idx="6">
                  <c:v>40329</c:v>
                </c:pt>
                <c:pt idx="7">
                  <c:v>40359</c:v>
                </c:pt>
                <c:pt idx="8">
                  <c:v>40390</c:v>
                </c:pt>
                <c:pt idx="9">
                  <c:v>40421</c:v>
                </c:pt>
                <c:pt idx="10">
                  <c:v>40451</c:v>
                </c:pt>
                <c:pt idx="11">
                  <c:v>40482</c:v>
                </c:pt>
                <c:pt idx="12">
                  <c:v>40512</c:v>
                </c:pt>
                <c:pt idx="13">
                  <c:v>40543</c:v>
                </c:pt>
                <c:pt idx="14">
                  <c:v>40574</c:v>
                </c:pt>
                <c:pt idx="15">
                  <c:v>40602</c:v>
                </c:pt>
                <c:pt idx="16">
                  <c:v>40633</c:v>
                </c:pt>
                <c:pt idx="17">
                  <c:v>40663</c:v>
                </c:pt>
                <c:pt idx="18">
                  <c:v>40694</c:v>
                </c:pt>
                <c:pt idx="19">
                  <c:v>40724</c:v>
                </c:pt>
                <c:pt idx="20">
                  <c:v>40755</c:v>
                </c:pt>
                <c:pt idx="21">
                  <c:v>40786</c:v>
                </c:pt>
                <c:pt idx="22">
                  <c:v>40816</c:v>
                </c:pt>
                <c:pt idx="23">
                  <c:v>40847</c:v>
                </c:pt>
                <c:pt idx="24">
                  <c:v>40877</c:v>
                </c:pt>
                <c:pt idx="25">
                  <c:v>40908</c:v>
                </c:pt>
                <c:pt idx="26">
                  <c:v>40939</c:v>
                </c:pt>
                <c:pt idx="27">
                  <c:v>40968</c:v>
                </c:pt>
                <c:pt idx="28">
                  <c:v>40999</c:v>
                </c:pt>
                <c:pt idx="29">
                  <c:v>41029</c:v>
                </c:pt>
                <c:pt idx="30">
                  <c:v>41060</c:v>
                </c:pt>
                <c:pt idx="31">
                  <c:v>41090</c:v>
                </c:pt>
                <c:pt idx="32">
                  <c:v>41121</c:v>
                </c:pt>
                <c:pt idx="33">
                  <c:v>41152</c:v>
                </c:pt>
                <c:pt idx="34">
                  <c:v>41182</c:v>
                </c:pt>
                <c:pt idx="35">
                  <c:v>41213</c:v>
                </c:pt>
                <c:pt idx="36">
                  <c:v>41243</c:v>
                </c:pt>
                <c:pt idx="37">
                  <c:v>41274</c:v>
                </c:pt>
                <c:pt idx="38">
                  <c:v>41305</c:v>
                </c:pt>
                <c:pt idx="39">
                  <c:v>41333</c:v>
                </c:pt>
                <c:pt idx="40">
                  <c:v>41364</c:v>
                </c:pt>
                <c:pt idx="41">
                  <c:v>41394</c:v>
                </c:pt>
                <c:pt idx="42">
                  <c:v>41425</c:v>
                </c:pt>
                <c:pt idx="43">
                  <c:v>41455</c:v>
                </c:pt>
                <c:pt idx="44">
                  <c:v>41486</c:v>
                </c:pt>
                <c:pt idx="45">
                  <c:v>41517</c:v>
                </c:pt>
                <c:pt idx="46">
                  <c:v>41547</c:v>
                </c:pt>
                <c:pt idx="47">
                  <c:v>41578</c:v>
                </c:pt>
                <c:pt idx="48">
                  <c:v>41608</c:v>
                </c:pt>
                <c:pt idx="49">
                  <c:v>41639</c:v>
                </c:pt>
                <c:pt idx="50">
                  <c:v>41670</c:v>
                </c:pt>
                <c:pt idx="51">
                  <c:v>41698</c:v>
                </c:pt>
                <c:pt idx="52">
                  <c:v>41729</c:v>
                </c:pt>
                <c:pt idx="53">
                  <c:v>41759</c:v>
                </c:pt>
                <c:pt idx="54">
                  <c:v>41790</c:v>
                </c:pt>
                <c:pt idx="55">
                  <c:v>41820</c:v>
                </c:pt>
                <c:pt idx="56">
                  <c:v>41851</c:v>
                </c:pt>
                <c:pt idx="57">
                  <c:v>41882</c:v>
                </c:pt>
                <c:pt idx="58">
                  <c:v>41912</c:v>
                </c:pt>
                <c:pt idx="59">
                  <c:v>41943</c:v>
                </c:pt>
                <c:pt idx="60">
                  <c:v>41973</c:v>
                </c:pt>
                <c:pt idx="61">
                  <c:v>42004</c:v>
                </c:pt>
                <c:pt idx="62">
                  <c:v>42035</c:v>
                </c:pt>
                <c:pt idx="63">
                  <c:v>42063</c:v>
                </c:pt>
                <c:pt idx="64">
                  <c:v>42094</c:v>
                </c:pt>
                <c:pt idx="65">
                  <c:v>42124</c:v>
                </c:pt>
                <c:pt idx="66">
                  <c:v>42155</c:v>
                </c:pt>
                <c:pt idx="67">
                  <c:v>42185</c:v>
                </c:pt>
                <c:pt idx="68">
                  <c:v>42216</c:v>
                </c:pt>
                <c:pt idx="69">
                  <c:v>42247</c:v>
                </c:pt>
                <c:pt idx="70">
                  <c:v>42277</c:v>
                </c:pt>
                <c:pt idx="71">
                  <c:v>42308</c:v>
                </c:pt>
                <c:pt idx="72">
                  <c:v>42338</c:v>
                </c:pt>
                <c:pt idx="73">
                  <c:v>42369</c:v>
                </c:pt>
                <c:pt idx="74">
                  <c:v>42400</c:v>
                </c:pt>
                <c:pt idx="75">
                  <c:v>42429</c:v>
                </c:pt>
                <c:pt idx="76">
                  <c:v>42460</c:v>
                </c:pt>
                <c:pt idx="77">
                  <c:v>42490</c:v>
                </c:pt>
                <c:pt idx="78">
                  <c:v>42521</c:v>
                </c:pt>
                <c:pt idx="79">
                  <c:v>42551</c:v>
                </c:pt>
                <c:pt idx="80">
                  <c:v>42582</c:v>
                </c:pt>
                <c:pt idx="81">
                  <c:v>42613</c:v>
                </c:pt>
                <c:pt idx="82">
                  <c:v>42643</c:v>
                </c:pt>
                <c:pt idx="83">
                  <c:v>42674</c:v>
                </c:pt>
                <c:pt idx="84">
                  <c:v>42704</c:v>
                </c:pt>
                <c:pt idx="85">
                  <c:v>42735</c:v>
                </c:pt>
                <c:pt idx="86">
                  <c:v>42766</c:v>
                </c:pt>
                <c:pt idx="87">
                  <c:v>42794</c:v>
                </c:pt>
                <c:pt idx="88">
                  <c:v>42825</c:v>
                </c:pt>
                <c:pt idx="89">
                  <c:v>42855</c:v>
                </c:pt>
                <c:pt idx="90">
                  <c:v>42886</c:v>
                </c:pt>
                <c:pt idx="91">
                  <c:v>42916</c:v>
                </c:pt>
                <c:pt idx="92">
                  <c:v>42947</c:v>
                </c:pt>
                <c:pt idx="93">
                  <c:v>42978</c:v>
                </c:pt>
                <c:pt idx="94">
                  <c:v>43008</c:v>
                </c:pt>
                <c:pt idx="95">
                  <c:v>43039</c:v>
                </c:pt>
                <c:pt idx="96">
                  <c:v>43069</c:v>
                </c:pt>
                <c:pt idx="97">
                  <c:v>43100</c:v>
                </c:pt>
                <c:pt idx="98">
                  <c:v>43131</c:v>
                </c:pt>
                <c:pt idx="99">
                  <c:v>43159</c:v>
                </c:pt>
                <c:pt idx="100">
                  <c:v>43190</c:v>
                </c:pt>
                <c:pt idx="101">
                  <c:v>43220</c:v>
                </c:pt>
                <c:pt idx="102">
                  <c:v>43251</c:v>
                </c:pt>
                <c:pt idx="103">
                  <c:v>43281</c:v>
                </c:pt>
                <c:pt idx="104">
                  <c:v>43312</c:v>
                </c:pt>
                <c:pt idx="105">
                  <c:v>43343</c:v>
                </c:pt>
                <c:pt idx="106">
                  <c:v>43373</c:v>
                </c:pt>
                <c:pt idx="107">
                  <c:v>43404</c:v>
                </c:pt>
                <c:pt idx="108">
                  <c:v>43434</c:v>
                </c:pt>
                <c:pt idx="109">
                  <c:v>43465</c:v>
                </c:pt>
                <c:pt idx="110">
                  <c:v>43496</c:v>
                </c:pt>
                <c:pt idx="111">
                  <c:v>43524</c:v>
                </c:pt>
                <c:pt idx="112">
                  <c:v>43555</c:v>
                </c:pt>
                <c:pt idx="113">
                  <c:v>43585</c:v>
                </c:pt>
                <c:pt idx="114">
                  <c:v>43616</c:v>
                </c:pt>
                <c:pt idx="115">
                  <c:v>43646</c:v>
                </c:pt>
                <c:pt idx="116">
                  <c:v>43677</c:v>
                </c:pt>
                <c:pt idx="117">
                  <c:v>43708</c:v>
                </c:pt>
                <c:pt idx="118">
                  <c:v>43738</c:v>
                </c:pt>
                <c:pt idx="119">
                  <c:v>43769</c:v>
                </c:pt>
                <c:pt idx="120">
                  <c:v>43799</c:v>
                </c:pt>
                <c:pt idx="121">
                  <c:v>43830</c:v>
                </c:pt>
                <c:pt idx="122">
                  <c:v>43861</c:v>
                </c:pt>
                <c:pt idx="123">
                  <c:v>43890</c:v>
                </c:pt>
                <c:pt idx="124">
                  <c:v>43921</c:v>
                </c:pt>
                <c:pt idx="125">
                  <c:v>43951</c:v>
                </c:pt>
                <c:pt idx="126">
                  <c:v>43982</c:v>
                </c:pt>
                <c:pt idx="127">
                  <c:v>44012</c:v>
                </c:pt>
                <c:pt idx="128">
                  <c:v>44043</c:v>
                </c:pt>
                <c:pt idx="129">
                  <c:v>44074</c:v>
                </c:pt>
                <c:pt idx="130">
                  <c:v>44104</c:v>
                </c:pt>
                <c:pt idx="131">
                  <c:v>44135</c:v>
                </c:pt>
                <c:pt idx="132">
                  <c:v>44165</c:v>
                </c:pt>
                <c:pt idx="133">
                  <c:v>44196</c:v>
                </c:pt>
                <c:pt idx="134">
                  <c:v>44227</c:v>
                </c:pt>
                <c:pt idx="135">
                  <c:v>44255</c:v>
                </c:pt>
                <c:pt idx="136">
                  <c:v>44286</c:v>
                </c:pt>
                <c:pt idx="137">
                  <c:v>44316</c:v>
                </c:pt>
                <c:pt idx="138">
                  <c:v>44347</c:v>
                </c:pt>
                <c:pt idx="139">
                  <c:v>44377</c:v>
                </c:pt>
                <c:pt idx="140">
                  <c:v>44408</c:v>
                </c:pt>
                <c:pt idx="141">
                  <c:v>44439</c:v>
                </c:pt>
                <c:pt idx="142">
                  <c:v>44469</c:v>
                </c:pt>
                <c:pt idx="143">
                  <c:v>44500</c:v>
                </c:pt>
                <c:pt idx="144">
                  <c:v>44530</c:v>
                </c:pt>
                <c:pt idx="145">
                  <c:v>44561</c:v>
                </c:pt>
                <c:pt idx="146">
                  <c:v>44592</c:v>
                </c:pt>
                <c:pt idx="147">
                  <c:v>44620</c:v>
                </c:pt>
                <c:pt idx="148">
                  <c:v>44651</c:v>
                </c:pt>
                <c:pt idx="149">
                  <c:v>44681</c:v>
                </c:pt>
                <c:pt idx="150">
                  <c:v>44712</c:v>
                </c:pt>
                <c:pt idx="151">
                  <c:v>44742</c:v>
                </c:pt>
                <c:pt idx="152">
                  <c:v>44773</c:v>
                </c:pt>
                <c:pt idx="153">
                  <c:v>44804</c:v>
                </c:pt>
                <c:pt idx="154">
                  <c:v>44834</c:v>
                </c:pt>
                <c:pt idx="155">
                  <c:v>44865</c:v>
                </c:pt>
                <c:pt idx="156">
                  <c:v>44895</c:v>
                </c:pt>
                <c:pt idx="157">
                  <c:v>44926</c:v>
                </c:pt>
                <c:pt idx="158">
                  <c:v>44957</c:v>
                </c:pt>
                <c:pt idx="159">
                  <c:v>44985</c:v>
                </c:pt>
                <c:pt idx="160">
                  <c:v>45016</c:v>
                </c:pt>
                <c:pt idx="161">
                  <c:v>45046</c:v>
                </c:pt>
                <c:pt idx="162">
                  <c:v>45077</c:v>
                </c:pt>
                <c:pt idx="163">
                  <c:v>45107</c:v>
                </c:pt>
                <c:pt idx="164">
                  <c:v>45138</c:v>
                </c:pt>
                <c:pt idx="165">
                  <c:v>45169</c:v>
                </c:pt>
                <c:pt idx="166">
                  <c:v>45199</c:v>
                </c:pt>
                <c:pt idx="167">
                  <c:v>45230</c:v>
                </c:pt>
                <c:pt idx="168">
                  <c:v>45260</c:v>
                </c:pt>
                <c:pt idx="169">
                  <c:v>45291</c:v>
                </c:pt>
                <c:pt idx="170">
                  <c:v>45322</c:v>
                </c:pt>
                <c:pt idx="171">
                  <c:v>45351</c:v>
                </c:pt>
                <c:pt idx="172">
                  <c:v>45382</c:v>
                </c:pt>
                <c:pt idx="173">
                  <c:v>45412</c:v>
                </c:pt>
                <c:pt idx="174">
                  <c:v>45443</c:v>
                </c:pt>
                <c:pt idx="175">
                  <c:v>45473</c:v>
                </c:pt>
                <c:pt idx="176">
                  <c:v>45504</c:v>
                </c:pt>
                <c:pt idx="177">
                  <c:v>45535</c:v>
                </c:pt>
                <c:pt idx="178">
                  <c:v>45565</c:v>
                </c:pt>
                <c:pt idx="179">
                  <c:v>45596</c:v>
                </c:pt>
                <c:pt idx="180">
                  <c:v>45626</c:v>
                </c:pt>
                <c:pt idx="181">
                  <c:v>45657</c:v>
                </c:pt>
                <c:pt idx="182">
                  <c:v>45688</c:v>
                </c:pt>
                <c:pt idx="183">
                  <c:v>45716</c:v>
                </c:pt>
                <c:pt idx="184">
                  <c:v>45747</c:v>
                </c:pt>
                <c:pt idx="185">
                  <c:v>45777</c:v>
                </c:pt>
                <c:pt idx="186">
                  <c:v>45808</c:v>
                </c:pt>
                <c:pt idx="187">
                  <c:v>45838</c:v>
                </c:pt>
                <c:pt idx="188">
                  <c:v>45869</c:v>
                </c:pt>
                <c:pt idx="189">
                  <c:v>45900</c:v>
                </c:pt>
                <c:pt idx="190">
                  <c:v>45930</c:v>
                </c:pt>
                <c:pt idx="191">
                  <c:v>45961</c:v>
                </c:pt>
                <c:pt idx="192">
                  <c:v>45991</c:v>
                </c:pt>
                <c:pt idx="193">
                  <c:v>46022</c:v>
                </c:pt>
                <c:pt idx="194">
                  <c:v>46053</c:v>
                </c:pt>
                <c:pt idx="195">
                  <c:v>46081</c:v>
                </c:pt>
                <c:pt idx="196">
                  <c:v>46112</c:v>
                </c:pt>
                <c:pt idx="197">
                  <c:v>46142</c:v>
                </c:pt>
                <c:pt idx="198">
                  <c:v>46173</c:v>
                </c:pt>
                <c:pt idx="199">
                  <c:v>46203</c:v>
                </c:pt>
                <c:pt idx="200">
                  <c:v>46234</c:v>
                </c:pt>
                <c:pt idx="201">
                  <c:v>46265</c:v>
                </c:pt>
                <c:pt idx="202">
                  <c:v>46293</c:v>
                </c:pt>
              </c:numCache>
            </c:numRef>
          </c:cat>
          <c:val>
            <c:numRef>
              <c:f>PE!$I$56:$I$258</c:f>
              <c:numCache>
                <c:formatCode>0.00</c:formatCode>
                <c:ptCount val="203"/>
                <c:pt idx="0">
                  <c:v>8.9312208793153189</c:v>
                </c:pt>
                <c:pt idx="1">
                  <c:v>8.9312208793153189</c:v>
                </c:pt>
                <c:pt idx="2">
                  <c:v>8.9312208793153189</c:v>
                </c:pt>
                <c:pt idx="3">
                  <c:v>8.9312208793153189</c:v>
                </c:pt>
                <c:pt idx="4">
                  <c:v>8.9312208793153189</c:v>
                </c:pt>
                <c:pt idx="5">
                  <c:v>8.9312208793153189</c:v>
                </c:pt>
                <c:pt idx="6">
                  <c:v>8.9312208793153189</c:v>
                </c:pt>
                <c:pt idx="7">
                  <c:v>8.9312208793153189</c:v>
                </c:pt>
                <c:pt idx="8">
                  <c:v>8.9312208793153189</c:v>
                </c:pt>
                <c:pt idx="9">
                  <c:v>8.9312208793153189</c:v>
                </c:pt>
                <c:pt idx="10">
                  <c:v>8.9312208793153189</c:v>
                </c:pt>
                <c:pt idx="11">
                  <c:v>8.9312208793153189</c:v>
                </c:pt>
                <c:pt idx="12">
                  <c:v>8.9312208793153189</c:v>
                </c:pt>
                <c:pt idx="13">
                  <c:v>8.9312208793153189</c:v>
                </c:pt>
                <c:pt idx="14">
                  <c:v>8.9312208793153189</c:v>
                </c:pt>
                <c:pt idx="15">
                  <c:v>8.9312208793153189</c:v>
                </c:pt>
                <c:pt idx="16">
                  <c:v>8.9312208793153189</c:v>
                </c:pt>
                <c:pt idx="17">
                  <c:v>8.9312208793153189</c:v>
                </c:pt>
                <c:pt idx="18">
                  <c:v>8.9312208793153189</c:v>
                </c:pt>
                <c:pt idx="19">
                  <c:v>8.9312208793153189</c:v>
                </c:pt>
                <c:pt idx="20">
                  <c:v>8.9312208793153189</c:v>
                </c:pt>
                <c:pt idx="21">
                  <c:v>8.9312208793153189</c:v>
                </c:pt>
                <c:pt idx="22">
                  <c:v>8.9312208793153189</c:v>
                </c:pt>
                <c:pt idx="23">
                  <c:v>8.9312208793153189</c:v>
                </c:pt>
                <c:pt idx="24">
                  <c:v>8.9312208793153189</c:v>
                </c:pt>
                <c:pt idx="25">
                  <c:v>8.9312208793153189</c:v>
                </c:pt>
                <c:pt idx="26">
                  <c:v>8.9312208793153189</c:v>
                </c:pt>
                <c:pt idx="27">
                  <c:v>8.9312208793153189</c:v>
                </c:pt>
                <c:pt idx="28">
                  <c:v>8.9312208793153189</c:v>
                </c:pt>
                <c:pt idx="29">
                  <c:v>8.9312208793153189</c:v>
                </c:pt>
                <c:pt idx="30">
                  <c:v>8.9312208793153189</c:v>
                </c:pt>
                <c:pt idx="31">
                  <c:v>8.9312208793153189</c:v>
                </c:pt>
                <c:pt idx="32">
                  <c:v>8.9312208793153189</c:v>
                </c:pt>
                <c:pt idx="33">
                  <c:v>8.9312208793153189</c:v>
                </c:pt>
                <c:pt idx="34">
                  <c:v>8.9312208793153189</c:v>
                </c:pt>
                <c:pt idx="35">
                  <c:v>8.9312208793153189</c:v>
                </c:pt>
                <c:pt idx="36">
                  <c:v>8.9312208793153189</c:v>
                </c:pt>
                <c:pt idx="37">
                  <c:v>8.9312208793153189</c:v>
                </c:pt>
                <c:pt idx="38">
                  <c:v>8.9312208793153189</c:v>
                </c:pt>
                <c:pt idx="39">
                  <c:v>8.9312208793153189</c:v>
                </c:pt>
                <c:pt idx="40">
                  <c:v>8.9312208793153189</c:v>
                </c:pt>
                <c:pt idx="41">
                  <c:v>8.9312208793153189</c:v>
                </c:pt>
                <c:pt idx="42">
                  <c:v>8.9312208793153189</c:v>
                </c:pt>
                <c:pt idx="43">
                  <c:v>8.9312208793153189</c:v>
                </c:pt>
                <c:pt idx="44">
                  <c:v>8.9312208793153189</c:v>
                </c:pt>
                <c:pt idx="45">
                  <c:v>8.9312208793153189</c:v>
                </c:pt>
                <c:pt idx="46">
                  <c:v>8.9312208793153189</c:v>
                </c:pt>
                <c:pt idx="47">
                  <c:v>8.9312208793153189</c:v>
                </c:pt>
                <c:pt idx="48">
                  <c:v>8.9312208793153189</c:v>
                </c:pt>
                <c:pt idx="49">
                  <c:v>8.9312208793153189</c:v>
                </c:pt>
                <c:pt idx="50">
                  <c:v>8.9312208793153189</c:v>
                </c:pt>
                <c:pt idx="51">
                  <c:v>8.9312208793153189</c:v>
                </c:pt>
                <c:pt idx="52">
                  <c:v>8.9312208793153189</c:v>
                </c:pt>
                <c:pt idx="53">
                  <c:v>8.9312208793153189</c:v>
                </c:pt>
                <c:pt idx="54">
                  <c:v>8.9312208793153189</c:v>
                </c:pt>
                <c:pt idx="55">
                  <c:v>8.9312208793153189</c:v>
                </c:pt>
                <c:pt idx="56">
                  <c:v>8.9312208793153189</c:v>
                </c:pt>
                <c:pt idx="57">
                  <c:v>8.9312208793153189</c:v>
                </c:pt>
                <c:pt idx="58">
                  <c:v>8.9312208793153189</c:v>
                </c:pt>
                <c:pt idx="59">
                  <c:v>8.9312208793153189</c:v>
                </c:pt>
                <c:pt idx="60">
                  <c:v>8.9312208793153189</c:v>
                </c:pt>
                <c:pt idx="61">
                  <c:v>8.9312208793153189</c:v>
                </c:pt>
                <c:pt idx="62">
                  <c:v>8.9312208793153189</c:v>
                </c:pt>
                <c:pt idx="63">
                  <c:v>8.9312208793153189</c:v>
                </c:pt>
                <c:pt idx="64">
                  <c:v>8.9312208793153189</c:v>
                </c:pt>
                <c:pt idx="65">
                  <c:v>8.9312208793153189</c:v>
                </c:pt>
                <c:pt idx="66">
                  <c:v>8.9312208793153189</c:v>
                </c:pt>
                <c:pt idx="67">
                  <c:v>8.9312208793153189</c:v>
                </c:pt>
                <c:pt idx="68">
                  <c:v>8.9312208793153189</c:v>
                </c:pt>
                <c:pt idx="69">
                  <c:v>8.9312208793153189</c:v>
                </c:pt>
                <c:pt idx="70">
                  <c:v>8.9312208793153189</c:v>
                </c:pt>
                <c:pt idx="71">
                  <c:v>8.9312208793153189</c:v>
                </c:pt>
                <c:pt idx="72">
                  <c:v>8.9312208793153189</c:v>
                </c:pt>
                <c:pt idx="73">
                  <c:v>8.9312208793153189</c:v>
                </c:pt>
                <c:pt idx="74">
                  <c:v>8.9312208793153189</c:v>
                </c:pt>
                <c:pt idx="75">
                  <c:v>8.9312208793153189</c:v>
                </c:pt>
                <c:pt idx="76">
                  <c:v>8.9312208793153189</c:v>
                </c:pt>
                <c:pt idx="77">
                  <c:v>8.9312208793153189</c:v>
                </c:pt>
                <c:pt idx="78">
                  <c:v>8.9312208793153189</c:v>
                </c:pt>
                <c:pt idx="79">
                  <c:v>8.9312208793153189</c:v>
                </c:pt>
                <c:pt idx="80">
                  <c:v>8.9312208793153189</c:v>
                </c:pt>
                <c:pt idx="81">
                  <c:v>8.9312208793153189</c:v>
                </c:pt>
                <c:pt idx="82">
                  <c:v>8.9312208793153189</c:v>
                </c:pt>
                <c:pt idx="83">
                  <c:v>8.9312208793153189</c:v>
                </c:pt>
                <c:pt idx="84">
                  <c:v>8.9312208793153189</c:v>
                </c:pt>
                <c:pt idx="85">
                  <c:v>8.9312208793153189</c:v>
                </c:pt>
                <c:pt idx="86">
                  <c:v>8.9312208793153189</c:v>
                </c:pt>
                <c:pt idx="87">
                  <c:v>8.9312208793153189</c:v>
                </c:pt>
                <c:pt idx="88">
                  <c:v>8.9312208793153189</c:v>
                </c:pt>
                <c:pt idx="89">
                  <c:v>8.9312208793153189</c:v>
                </c:pt>
                <c:pt idx="90">
                  <c:v>8.9312208793153189</c:v>
                </c:pt>
                <c:pt idx="91">
                  <c:v>8.9312208793153189</c:v>
                </c:pt>
                <c:pt idx="92">
                  <c:v>8.9312208793153189</c:v>
                </c:pt>
                <c:pt idx="93">
                  <c:v>8.9312208793153189</c:v>
                </c:pt>
                <c:pt idx="94">
                  <c:v>8.9312208793153189</c:v>
                </c:pt>
                <c:pt idx="95">
                  <c:v>8.9312208793153189</c:v>
                </c:pt>
                <c:pt idx="96">
                  <c:v>8.9312208793153189</c:v>
                </c:pt>
                <c:pt idx="97">
                  <c:v>8.9312208793153189</c:v>
                </c:pt>
                <c:pt idx="98">
                  <c:v>8.9312208793153189</c:v>
                </c:pt>
                <c:pt idx="99">
                  <c:v>8.9312208793153189</c:v>
                </c:pt>
                <c:pt idx="100">
                  <c:v>8.9312208793153189</c:v>
                </c:pt>
                <c:pt idx="101">
                  <c:v>8.9312208793153189</c:v>
                </c:pt>
                <c:pt idx="102">
                  <c:v>8.9312208793153189</c:v>
                </c:pt>
                <c:pt idx="103">
                  <c:v>8.9312208793153189</c:v>
                </c:pt>
                <c:pt idx="104">
                  <c:v>8.9312208793153189</c:v>
                </c:pt>
                <c:pt idx="105">
                  <c:v>8.9312208793153189</c:v>
                </c:pt>
                <c:pt idx="106">
                  <c:v>8.9312208793153189</c:v>
                </c:pt>
                <c:pt idx="107">
                  <c:v>8.9312208793153189</c:v>
                </c:pt>
                <c:pt idx="108">
                  <c:v>8.9312208793153189</c:v>
                </c:pt>
                <c:pt idx="109">
                  <c:v>8.9312208793153189</c:v>
                </c:pt>
                <c:pt idx="110">
                  <c:v>8.9312208793153189</c:v>
                </c:pt>
                <c:pt idx="111">
                  <c:v>8.9312208793153189</c:v>
                </c:pt>
                <c:pt idx="112">
                  <c:v>8.9312208793153189</c:v>
                </c:pt>
                <c:pt idx="113">
                  <c:v>8.9312208793153189</c:v>
                </c:pt>
                <c:pt idx="114">
                  <c:v>8.9312208793153189</c:v>
                </c:pt>
                <c:pt idx="115">
                  <c:v>8.9312208793153189</c:v>
                </c:pt>
                <c:pt idx="116">
                  <c:v>8.9312208793153189</c:v>
                </c:pt>
                <c:pt idx="117">
                  <c:v>8.9312208793153189</c:v>
                </c:pt>
                <c:pt idx="118">
                  <c:v>8.9312208793153189</c:v>
                </c:pt>
                <c:pt idx="119">
                  <c:v>8.9312208793153189</c:v>
                </c:pt>
                <c:pt idx="120">
                  <c:v>8.9312208793153189</c:v>
                </c:pt>
                <c:pt idx="121">
                  <c:v>8.9312208793153189</c:v>
                </c:pt>
                <c:pt idx="122">
                  <c:v>8.9312208793153189</c:v>
                </c:pt>
                <c:pt idx="123">
                  <c:v>8.9312208793153189</c:v>
                </c:pt>
                <c:pt idx="124">
                  <c:v>8.9312208793153189</c:v>
                </c:pt>
                <c:pt idx="125">
                  <c:v>8.9312208793153189</c:v>
                </c:pt>
                <c:pt idx="126">
                  <c:v>8.9312208793153189</c:v>
                </c:pt>
                <c:pt idx="127">
                  <c:v>8.9312208793153189</c:v>
                </c:pt>
                <c:pt idx="128">
                  <c:v>8.9312208793153189</c:v>
                </c:pt>
                <c:pt idx="129">
                  <c:v>8.9312208793153189</c:v>
                </c:pt>
                <c:pt idx="130">
                  <c:v>8.9312208793153189</c:v>
                </c:pt>
                <c:pt idx="131">
                  <c:v>8.9312208793153189</c:v>
                </c:pt>
                <c:pt idx="132">
                  <c:v>8.9312208793153189</c:v>
                </c:pt>
                <c:pt idx="133">
                  <c:v>8.9312208793153189</c:v>
                </c:pt>
                <c:pt idx="134">
                  <c:v>8.9312208793153189</c:v>
                </c:pt>
                <c:pt idx="135">
                  <c:v>8.9312208793153189</c:v>
                </c:pt>
                <c:pt idx="136">
                  <c:v>8.9312208793153189</c:v>
                </c:pt>
                <c:pt idx="137">
                  <c:v>8.9312208793153189</c:v>
                </c:pt>
                <c:pt idx="138">
                  <c:v>8.9312208793153189</c:v>
                </c:pt>
                <c:pt idx="139">
                  <c:v>8.9312208793153189</c:v>
                </c:pt>
                <c:pt idx="140">
                  <c:v>8.9312208793153189</c:v>
                </c:pt>
                <c:pt idx="141">
                  <c:v>8.9312208793153189</c:v>
                </c:pt>
                <c:pt idx="142">
                  <c:v>8.9312208793153189</c:v>
                </c:pt>
                <c:pt idx="143">
                  <c:v>8.9312208793153189</c:v>
                </c:pt>
                <c:pt idx="144">
                  <c:v>8.9312208793153189</c:v>
                </c:pt>
                <c:pt idx="145">
                  <c:v>8.9312208793153189</c:v>
                </c:pt>
                <c:pt idx="146">
                  <c:v>8.9312208793153189</c:v>
                </c:pt>
                <c:pt idx="147">
                  <c:v>8.9312208793153189</c:v>
                </c:pt>
                <c:pt idx="148">
                  <c:v>8.9312208793153189</c:v>
                </c:pt>
                <c:pt idx="149">
                  <c:v>8.9312208793153189</c:v>
                </c:pt>
                <c:pt idx="150">
                  <c:v>8.9312208793153189</c:v>
                </c:pt>
                <c:pt idx="151">
                  <c:v>8.9312208793153189</c:v>
                </c:pt>
                <c:pt idx="152">
                  <c:v>8.9312208793153189</c:v>
                </c:pt>
                <c:pt idx="153">
                  <c:v>8.9312208793153189</c:v>
                </c:pt>
                <c:pt idx="154">
                  <c:v>8.9312208793153189</c:v>
                </c:pt>
                <c:pt idx="155">
                  <c:v>8.9312208793153189</c:v>
                </c:pt>
                <c:pt idx="156">
                  <c:v>8.9312208793153189</c:v>
                </c:pt>
                <c:pt idx="157">
                  <c:v>8.9312208793153189</c:v>
                </c:pt>
                <c:pt idx="158">
                  <c:v>8.9312208793153189</c:v>
                </c:pt>
                <c:pt idx="159">
                  <c:v>8.9312208793153189</c:v>
                </c:pt>
                <c:pt idx="160">
                  <c:v>8.9312208793153189</c:v>
                </c:pt>
                <c:pt idx="161">
                  <c:v>8.9312208793153189</c:v>
                </c:pt>
                <c:pt idx="162">
                  <c:v>8.9312208793153189</c:v>
                </c:pt>
                <c:pt idx="163">
                  <c:v>8.9312208793153189</c:v>
                </c:pt>
                <c:pt idx="164">
                  <c:v>8.9312208793153189</c:v>
                </c:pt>
                <c:pt idx="165">
                  <c:v>8.9312208793153189</c:v>
                </c:pt>
                <c:pt idx="166">
                  <c:v>8.9312208793153189</c:v>
                </c:pt>
                <c:pt idx="167">
                  <c:v>8.9312208793153189</c:v>
                </c:pt>
                <c:pt idx="168">
                  <c:v>8.9312208793153189</c:v>
                </c:pt>
                <c:pt idx="169">
                  <c:v>8.9312208793153189</c:v>
                </c:pt>
                <c:pt idx="170">
                  <c:v>8.9312208793153189</c:v>
                </c:pt>
                <c:pt idx="171">
                  <c:v>8.9312208793153189</c:v>
                </c:pt>
                <c:pt idx="172">
                  <c:v>8.9312208793153189</c:v>
                </c:pt>
                <c:pt idx="173">
                  <c:v>8.9312208793153189</c:v>
                </c:pt>
                <c:pt idx="174">
                  <c:v>8.9312208793153189</c:v>
                </c:pt>
                <c:pt idx="175">
                  <c:v>8.9312208793153189</c:v>
                </c:pt>
                <c:pt idx="176">
                  <c:v>8.9312208793153189</c:v>
                </c:pt>
                <c:pt idx="177">
                  <c:v>8.9312208793153189</c:v>
                </c:pt>
                <c:pt idx="178">
                  <c:v>8.9312208793153189</c:v>
                </c:pt>
                <c:pt idx="179">
                  <c:v>8.9312208793153189</c:v>
                </c:pt>
                <c:pt idx="180">
                  <c:v>8.9312208793153189</c:v>
                </c:pt>
                <c:pt idx="181">
                  <c:v>8.9312208793153189</c:v>
                </c:pt>
                <c:pt idx="182">
                  <c:v>8.9312208793153189</c:v>
                </c:pt>
                <c:pt idx="183">
                  <c:v>8.9312208793153189</c:v>
                </c:pt>
                <c:pt idx="184">
                  <c:v>8.9312208793153189</c:v>
                </c:pt>
                <c:pt idx="185">
                  <c:v>8.9312208793153189</c:v>
                </c:pt>
                <c:pt idx="186">
                  <c:v>8.9312208793153189</c:v>
                </c:pt>
                <c:pt idx="187">
                  <c:v>8.9312208793153189</c:v>
                </c:pt>
                <c:pt idx="188">
                  <c:v>8.9312208793153189</c:v>
                </c:pt>
                <c:pt idx="189">
                  <c:v>8.9312208793153189</c:v>
                </c:pt>
                <c:pt idx="190">
                  <c:v>8.9312208793153189</c:v>
                </c:pt>
                <c:pt idx="191">
                  <c:v>8.9312208793153189</c:v>
                </c:pt>
                <c:pt idx="192">
                  <c:v>8.9312208793153189</c:v>
                </c:pt>
                <c:pt idx="193">
                  <c:v>8.9312208793153189</c:v>
                </c:pt>
                <c:pt idx="194">
                  <c:v>8.9312208793153189</c:v>
                </c:pt>
                <c:pt idx="195">
                  <c:v>8.9312208793153189</c:v>
                </c:pt>
                <c:pt idx="196">
                  <c:v>8.9312208793153189</c:v>
                </c:pt>
                <c:pt idx="197">
                  <c:v>8.9312208793153189</c:v>
                </c:pt>
                <c:pt idx="198">
                  <c:v>8.9312208793153189</c:v>
                </c:pt>
                <c:pt idx="199">
                  <c:v>8.9312208793153189</c:v>
                </c:pt>
                <c:pt idx="200">
                  <c:v>8.9312208793153189</c:v>
                </c:pt>
                <c:pt idx="201">
                  <c:v>8.9312208793153189</c:v>
                </c:pt>
                <c:pt idx="202">
                  <c:v>8.9312208793153189</c:v>
                </c:pt>
              </c:numCache>
            </c:numRef>
          </c:val>
          <c:smooth val="0"/>
          <c:extLst>
            <c:ext xmlns:c16="http://schemas.microsoft.com/office/drawing/2014/chart" uri="{C3380CC4-5D6E-409C-BE32-E72D297353CC}">
              <c16:uniqueId val="{00000003-2093-4621-B0D5-B54A080064EF}"/>
            </c:ext>
          </c:extLst>
        </c:ser>
        <c:dLbls>
          <c:showLegendKey val="0"/>
          <c:showVal val="0"/>
          <c:showCatName val="0"/>
          <c:showSerName val="0"/>
          <c:showPercent val="0"/>
          <c:showBubbleSize val="0"/>
        </c:dLbls>
        <c:smooth val="0"/>
        <c:axId val="146731408"/>
        <c:axId val="1"/>
      </c:lineChart>
      <c:dateAx>
        <c:axId val="146731408"/>
        <c:scaling>
          <c:orientation val="minMax"/>
        </c:scaling>
        <c:delete val="0"/>
        <c:axPos val="b"/>
        <c:numFmt formatCode="\'yy" sourceLinked="0"/>
        <c:majorTickMark val="out"/>
        <c:minorTickMark val="none"/>
        <c:tickLblPos val="nextTo"/>
        <c:spPr>
          <a:noFill/>
          <a:ln w="9525" cap="flat" cmpd="sng" algn="ctr">
            <a:solidFill>
              <a:schemeClr val="tx1"/>
            </a:solidFill>
            <a:round/>
          </a:ln>
          <a:effectLst/>
        </c:spPr>
        <c:txPr>
          <a:bodyPr rot="0" vert="horz"/>
          <a:lstStyle/>
          <a:p>
            <a:pPr>
              <a:defRPr/>
            </a:pPr>
            <a:endParaRPr lang="en-US"/>
          </a:p>
        </c:txPr>
        <c:crossAx val="1"/>
        <c:crosses val="autoZero"/>
        <c:auto val="0"/>
        <c:lblOffset val="100"/>
        <c:baseTimeUnit val="months"/>
        <c:majorUnit val="24"/>
        <c:majorTimeUnit val="months"/>
      </c:dateAx>
      <c:valAx>
        <c:axId val="1"/>
        <c:scaling>
          <c:orientation val="minMax"/>
          <c:max val="35"/>
          <c:min val="5"/>
        </c:scaling>
        <c:delete val="0"/>
        <c:axPos val="l"/>
        <c:majorGridlines>
          <c:spPr>
            <a:ln>
              <a:solidFill>
                <a:srgbClr val="DBDDDE"/>
              </a:solidFill>
            </a:ln>
          </c:spPr>
        </c:majorGridlines>
        <c:numFmt formatCode="#,##0\x" sourceLinked="0"/>
        <c:majorTickMark val="out"/>
        <c:minorTickMark val="none"/>
        <c:tickLblPos val="nextTo"/>
        <c:spPr>
          <a:noFill/>
          <a:ln>
            <a:solidFill>
              <a:schemeClr val="tx1"/>
            </a:solidFill>
          </a:ln>
          <a:effectLst/>
        </c:spPr>
        <c:txPr>
          <a:bodyPr rot="0" vert="horz"/>
          <a:lstStyle/>
          <a:p>
            <a:pPr>
              <a:defRPr/>
            </a:pPr>
            <a:endParaRPr lang="en-US"/>
          </a:p>
        </c:txPr>
        <c:crossAx val="146731408"/>
        <c:crosses val="autoZero"/>
        <c:crossBetween val="between"/>
      </c:valAx>
      <c:spPr>
        <a:noFill/>
        <a:ln w="25400">
          <a:noFill/>
        </a:ln>
      </c:spPr>
    </c:plotArea>
    <c:plotVisOnly val="1"/>
    <c:dispBlanksAs val="gap"/>
    <c:showDLblsOverMax val="0"/>
  </c:chart>
  <c:spPr>
    <a:solidFill>
      <a:schemeClr val="bg1"/>
    </a:solidFill>
    <a:ln w="9525" cap="flat" cmpd="sng" algn="ctr">
      <a:noFill/>
      <a:round/>
    </a:ln>
    <a:effectLst/>
  </c:spPr>
  <c:txPr>
    <a:bodyPr/>
    <a:lstStyle/>
    <a:p>
      <a:pPr>
        <a:defRPr sz="900" b="0" i="0" u="none" strike="noStrike" baseline="0">
          <a:solidFill>
            <a:srgbClr val="000000"/>
          </a:solidFill>
          <a:latin typeface="Roboto Light"/>
          <a:ea typeface="Roboto Light"/>
          <a:cs typeface="Roboto Light"/>
        </a:defRPr>
      </a:pPr>
      <a:endParaRPr lang="pt-BR"/>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XP Top Ideas Portfolio</c:v>
          </c:tx>
          <c:spPr>
            <a:ln w="22225" cap="rnd">
              <a:solidFill>
                <a:srgbClr val="8EB3DF"/>
              </a:solidFill>
              <a:round/>
            </a:ln>
            <a:effectLst/>
          </c:spPr>
          <c:marker>
            <c:symbol val="none"/>
          </c:marker>
          <c:cat>
            <c:numRef>
              <c:f>'Charts Base 100'!$M$4:$M$399</c:f>
              <c:numCache>
                <c:formatCode>m/d/yyyy</c:formatCode>
                <c:ptCount val="396"/>
                <c:pt idx="0">
                  <c:v>45716</c:v>
                </c:pt>
                <c:pt idx="1">
                  <c:v>45721</c:v>
                </c:pt>
                <c:pt idx="2">
                  <c:v>45722</c:v>
                </c:pt>
                <c:pt idx="3">
                  <c:v>45723</c:v>
                </c:pt>
                <c:pt idx="4">
                  <c:v>45726</c:v>
                </c:pt>
                <c:pt idx="5">
                  <c:v>45727</c:v>
                </c:pt>
                <c:pt idx="6">
                  <c:v>45728</c:v>
                </c:pt>
                <c:pt idx="7">
                  <c:v>45729</c:v>
                </c:pt>
                <c:pt idx="8">
                  <c:v>45730</c:v>
                </c:pt>
                <c:pt idx="9">
                  <c:v>45733</c:v>
                </c:pt>
                <c:pt idx="10">
                  <c:v>45734</c:v>
                </c:pt>
                <c:pt idx="11">
                  <c:v>45735</c:v>
                </c:pt>
                <c:pt idx="12">
                  <c:v>45736</c:v>
                </c:pt>
                <c:pt idx="13">
                  <c:v>45737</c:v>
                </c:pt>
                <c:pt idx="14">
                  <c:v>45740</c:v>
                </c:pt>
                <c:pt idx="15">
                  <c:v>45741</c:v>
                </c:pt>
                <c:pt idx="16">
                  <c:v>45742</c:v>
                </c:pt>
                <c:pt idx="17">
                  <c:v>45743</c:v>
                </c:pt>
                <c:pt idx="18">
                  <c:v>45744</c:v>
                </c:pt>
                <c:pt idx="19">
                  <c:v>45747</c:v>
                </c:pt>
                <c:pt idx="20">
                  <c:v>45748</c:v>
                </c:pt>
                <c:pt idx="21">
                  <c:v>45749</c:v>
                </c:pt>
                <c:pt idx="22">
                  <c:v>45750</c:v>
                </c:pt>
                <c:pt idx="23">
                  <c:v>45751</c:v>
                </c:pt>
                <c:pt idx="24">
                  <c:v>45754</c:v>
                </c:pt>
                <c:pt idx="25">
                  <c:v>45755</c:v>
                </c:pt>
                <c:pt idx="26">
                  <c:v>45756</c:v>
                </c:pt>
                <c:pt idx="27">
                  <c:v>45757</c:v>
                </c:pt>
                <c:pt idx="28">
                  <c:v>45758</c:v>
                </c:pt>
                <c:pt idx="29">
                  <c:v>45761</c:v>
                </c:pt>
                <c:pt idx="30">
                  <c:v>45762</c:v>
                </c:pt>
                <c:pt idx="31">
                  <c:v>45763</c:v>
                </c:pt>
                <c:pt idx="32">
                  <c:v>45764</c:v>
                </c:pt>
                <c:pt idx="33">
                  <c:v>45769</c:v>
                </c:pt>
                <c:pt idx="34">
                  <c:v>45770</c:v>
                </c:pt>
                <c:pt idx="35">
                  <c:v>45771</c:v>
                </c:pt>
                <c:pt idx="36">
                  <c:v>45772</c:v>
                </c:pt>
                <c:pt idx="37">
                  <c:v>45775</c:v>
                </c:pt>
                <c:pt idx="38">
                  <c:v>45776</c:v>
                </c:pt>
                <c:pt idx="39">
                  <c:v>45777</c:v>
                </c:pt>
                <c:pt idx="40">
                  <c:v>45779</c:v>
                </c:pt>
                <c:pt idx="41">
                  <c:v>45782</c:v>
                </c:pt>
                <c:pt idx="42">
                  <c:v>45783</c:v>
                </c:pt>
                <c:pt idx="43">
                  <c:v>45784</c:v>
                </c:pt>
                <c:pt idx="44">
                  <c:v>45785</c:v>
                </c:pt>
                <c:pt idx="45">
                  <c:v>45786</c:v>
                </c:pt>
                <c:pt idx="46">
                  <c:v>45789</c:v>
                </c:pt>
                <c:pt idx="47">
                  <c:v>45790</c:v>
                </c:pt>
                <c:pt idx="48">
                  <c:v>45791</c:v>
                </c:pt>
                <c:pt idx="49">
                  <c:v>45792</c:v>
                </c:pt>
                <c:pt idx="50">
                  <c:v>45793</c:v>
                </c:pt>
                <c:pt idx="51">
                  <c:v>45796</c:v>
                </c:pt>
                <c:pt idx="52">
                  <c:v>45797</c:v>
                </c:pt>
                <c:pt idx="53">
                  <c:v>45798</c:v>
                </c:pt>
                <c:pt idx="54">
                  <c:v>45799</c:v>
                </c:pt>
                <c:pt idx="55">
                  <c:v>45800</c:v>
                </c:pt>
                <c:pt idx="56">
                  <c:v>45803</c:v>
                </c:pt>
                <c:pt idx="57">
                  <c:v>45804</c:v>
                </c:pt>
                <c:pt idx="58">
                  <c:v>45805</c:v>
                </c:pt>
                <c:pt idx="59">
                  <c:v>45806</c:v>
                </c:pt>
                <c:pt idx="60">
                  <c:v>45807</c:v>
                </c:pt>
                <c:pt idx="61">
                  <c:v>45810</c:v>
                </c:pt>
                <c:pt idx="62">
                  <c:v>45811</c:v>
                </c:pt>
                <c:pt idx="63">
                  <c:v>45812</c:v>
                </c:pt>
                <c:pt idx="64">
                  <c:v>45813</c:v>
                </c:pt>
                <c:pt idx="65">
                  <c:v>45814</c:v>
                </c:pt>
                <c:pt idx="66">
                  <c:v>45817</c:v>
                </c:pt>
                <c:pt idx="67">
                  <c:v>45818</c:v>
                </c:pt>
                <c:pt idx="68">
                  <c:v>45819</c:v>
                </c:pt>
                <c:pt idx="69">
                  <c:v>45820</c:v>
                </c:pt>
                <c:pt idx="70">
                  <c:v>45821</c:v>
                </c:pt>
                <c:pt idx="71">
                  <c:v>45824</c:v>
                </c:pt>
                <c:pt idx="72">
                  <c:v>45825</c:v>
                </c:pt>
                <c:pt idx="73">
                  <c:v>45826</c:v>
                </c:pt>
                <c:pt idx="74">
                  <c:v>45828</c:v>
                </c:pt>
                <c:pt idx="75">
                  <c:v>45831</c:v>
                </c:pt>
                <c:pt idx="76">
                  <c:v>45832</c:v>
                </c:pt>
                <c:pt idx="77">
                  <c:v>45833</c:v>
                </c:pt>
                <c:pt idx="78">
                  <c:v>45834</c:v>
                </c:pt>
                <c:pt idx="79">
                  <c:v>45835</c:v>
                </c:pt>
                <c:pt idx="80">
                  <c:v>45838</c:v>
                </c:pt>
                <c:pt idx="81">
                  <c:v>45839</c:v>
                </c:pt>
                <c:pt idx="82">
                  <c:v>45840</c:v>
                </c:pt>
                <c:pt idx="83">
                  <c:v>45841</c:v>
                </c:pt>
                <c:pt idx="84">
                  <c:v>45842</c:v>
                </c:pt>
                <c:pt idx="85">
                  <c:v>45845</c:v>
                </c:pt>
                <c:pt idx="86">
                  <c:v>45846</c:v>
                </c:pt>
                <c:pt idx="87">
                  <c:v>45847</c:v>
                </c:pt>
                <c:pt idx="88">
                  <c:v>45848</c:v>
                </c:pt>
                <c:pt idx="89">
                  <c:v>45849</c:v>
                </c:pt>
                <c:pt idx="90">
                  <c:v>45852</c:v>
                </c:pt>
                <c:pt idx="91">
                  <c:v>45853</c:v>
                </c:pt>
                <c:pt idx="92">
                  <c:v>45854</c:v>
                </c:pt>
                <c:pt idx="93">
                  <c:v>45855</c:v>
                </c:pt>
                <c:pt idx="94">
                  <c:v>45856</c:v>
                </c:pt>
                <c:pt idx="95">
                  <c:v>45859</c:v>
                </c:pt>
                <c:pt idx="96">
                  <c:v>45860</c:v>
                </c:pt>
                <c:pt idx="97">
                  <c:v>45861</c:v>
                </c:pt>
                <c:pt idx="98">
                  <c:v>45862</c:v>
                </c:pt>
                <c:pt idx="99">
                  <c:v>45863</c:v>
                </c:pt>
                <c:pt idx="100">
                  <c:v>45866</c:v>
                </c:pt>
                <c:pt idx="101">
                  <c:v>45867</c:v>
                </c:pt>
                <c:pt idx="102">
                  <c:v>45868</c:v>
                </c:pt>
                <c:pt idx="103">
                  <c:v>45869</c:v>
                </c:pt>
                <c:pt idx="104">
                  <c:v>45870</c:v>
                </c:pt>
                <c:pt idx="105">
                  <c:v>45873</c:v>
                </c:pt>
                <c:pt idx="106">
                  <c:v>45874</c:v>
                </c:pt>
                <c:pt idx="107">
                  <c:v>45875</c:v>
                </c:pt>
                <c:pt idx="108">
                  <c:v>45876</c:v>
                </c:pt>
                <c:pt idx="109">
                  <c:v>45877</c:v>
                </c:pt>
                <c:pt idx="110">
                  <c:v>45880</c:v>
                </c:pt>
                <c:pt idx="111">
                  <c:v>45881</c:v>
                </c:pt>
                <c:pt idx="112">
                  <c:v>45882</c:v>
                </c:pt>
                <c:pt idx="113">
                  <c:v>45883</c:v>
                </c:pt>
                <c:pt idx="114">
                  <c:v>45884</c:v>
                </c:pt>
                <c:pt idx="115">
                  <c:v>45887</c:v>
                </c:pt>
                <c:pt idx="116">
                  <c:v>45888</c:v>
                </c:pt>
                <c:pt idx="117">
                  <c:v>45889</c:v>
                </c:pt>
                <c:pt idx="118">
                  <c:v>45890</c:v>
                </c:pt>
                <c:pt idx="119">
                  <c:v>45891</c:v>
                </c:pt>
                <c:pt idx="120">
                  <c:v>45894</c:v>
                </c:pt>
                <c:pt idx="121">
                  <c:v>45895</c:v>
                </c:pt>
                <c:pt idx="122">
                  <c:v>45896</c:v>
                </c:pt>
                <c:pt idx="123">
                  <c:v>45897</c:v>
                </c:pt>
                <c:pt idx="124">
                  <c:v>45898</c:v>
                </c:pt>
                <c:pt idx="125">
                  <c:v>45901</c:v>
                </c:pt>
                <c:pt idx="126">
                  <c:v>45902</c:v>
                </c:pt>
                <c:pt idx="127">
                  <c:v>45903</c:v>
                </c:pt>
                <c:pt idx="128">
                  <c:v>45904</c:v>
                </c:pt>
                <c:pt idx="129">
                  <c:v>45905</c:v>
                </c:pt>
                <c:pt idx="130">
                  <c:v>45908</c:v>
                </c:pt>
                <c:pt idx="131">
                  <c:v>45909</c:v>
                </c:pt>
                <c:pt idx="132">
                  <c:v>45910</c:v>
                </c:pt>
                <c:pt idx="133">
                  <c:v>45911</c:v>
                </c:pt>
                <c:pt idx="134">
                  <c:v>45912</c:v>
                </c:pt>
                <c:pt idx="135">
                  <c:v>45915</c:v>
                </c:pt>
                <c:pt idx="136">
                  <c:v>45916</c:v>
                </c:pt>
                <c:pt idx="137">
                  <c:v>45917</c:v>
                </c:pt>
                <c:pt idx="138">
                  <c:v>45918</c:v>
                </c:pt>
                <c:pt idx="139">
                  <c:v>45919</c:v>
                </c:pt>
                <c:pt idx="140">
                  <c:v>45922</c:v>
                </c:pt>
                <c:pt idx="141">
                  <c:v>45923</c:v>
                </c:pt>
                <c:pt idx="142">
                  <c:v>45924</c:v>
                </c:pt>
                <c:pt idx="143">
                  <c:v>45925</c:v>
                </c:pt>
                <c:pt idx="144">
                  <c:v>45926</c:v>
                </c:pt>
                <c:pt idx="145">
                  <c:v>45929</c:v>
                </c:pt>
                <c:pt idx="146">
                  <c:v>45930</c:v>
                </c:pt>
                <c:pt idx="147">
                  <c:v>45931</c:v>
                </c:pt>
                <c:pt idx="148">
                  <c:v>45932</c:v>
                </c:pt>
                <c:pt idx="149">
                  <c:v>45933</c:v>
                </c:pt>
                <c:pt idx="150">
                  <c:v>45936</c:v>
                </c:pt>
                <c:pt idx="151">
                  <c:v>45937</c:v>
                </c:pt>
                <c:pt idx="152">
                  <c:v>45938</c:v>
                </c:pt>
                <c:pt idx="153">
                  <c:v>45939</c:v>
                </c:pt>
                <c:pt idx="154">
                  <c:v>45940</c:v>
                </c:pt>
                <c:pt idx="155">
                  <c:v>45943</c:v>
                </c:pt>
                <c:pt idx="156">
                  <c:v>45944</c:v>
                </c:pt>
                <c:pt idx="157">
                  <c:v>45945</c:v>
                </c:pt>
                <c:pt idx="158">
                  <c:v>45946</c:v>
                </c:pt>
                <c:pt idx="159">
                  <c:v>45947</c:v>
                </c:pt>
                <c:pt idx="160">
                  <c:v>45950</c:v>
                </c:pt>
                <c:pt idx="161">
                  <c:v>45951</c:v>
                </c:pt>
                <c:pt idx="162">
                  <c:v>45952</c:v>
                </c:pt>
                <c:pt idx="163">
                  <c:v>45953</c:v>
                </c:pt>
                <c:pt idx="164">
                  <c:v>45954</c:v>
                </c:pt>
                <c:pt idx="165">
                  <c:v>45957</c:v>
                </c:pt>
                <c:pt idx="166">
                  <c:v>45958</c:v>
                </c:pt>
                <c:pt idx="167">
                  <c:v>45959</c:v>
                </c:pt>
                <c:pt idx="168">
                  <c:v>45960</c:v>
                </c:pt>
                <c:pt idx="169">
                  <c:v>45961</c:v>
                </c:pt>
                <c:pt idx="170">
                  <c:v>45964</c:v>
                </c:pt>
                <c:pt idx="171">
                  <c:v>45965</c:v>
                </c:pt>
                <c:pt idx="172">
                  <c:v>45966</c:v>
                </c:pt>
                <c:pt idx="173">
                  <c:v>45967</c:v>
                </c:pt>
                <c:pt idx="174">
                  <c:v>45968</c:v>
                </c:pt>
                <c:pt idx="175">
                  <c:v>45971</c:v>
                </c:pt>
                <c:pt idx="176">
                  <c:v>45972</c:v>
                </c:pt>
                <c:pt idx="177">
                  <c:v>45973</c:v>
                </c:pt>
                <c:pt idx="178">
                  <c:v>45974</c:v>
                </c:pt>
                <c:pt idx="179">
                  <c:v>45975</c:v>
                </c:pt>
                <c:pt idx="180">
                  <c:v>45978</c:v>
                </c:pt>
                <c:pt idx="181">
                  <c:v>45979</c:v>
                </c:pt>
                <c:pt idx="182">
                  <c:v>45980</c:v>
                </c:pt>
                <c:pt idx="183">
                  <c:v>45982</c:v>
                </c:pt>
                <c:pt idx="184">
                  <c:v>45985</c:v>
                </c:pt>
                <c:pt idx="185">
                  <c:v>45986</c:v>
                </c:pt>
                <c:pt idx="186">
                  <c:v>45987</c:v>
                </c:pt>
                <c:pt idx="187">
                  <c:v>45988</c:v>
                </c:pt>
                <c:pt idx="188">
                  <c:v>45989</c:v>
                </c:pt>
                <c:pt idx="189">
                  <c:v>45992</c:v>
                </c:pt>
                <c:pt idx="190">
                  <c:v>45993</c:v>
                </c:pt>
                <c:pt idx="191">
                  <c:v>45994</c:v>
                </c:pt>
                <c:pt idx="192">
                  <c:v>45995</c:v>
                </c:pt>
                <c:pt idx="193">
                  <c:v>45996</c:v>
                </c:pt>
                <c:pt idx="194">
                  <c:v>45999</c:v>
                </c:pt>
                <c:pt idx="195">
                  <c:v>46000</c:v>
                </c:pt>
                <c:pt idx="196">
                  <c:v>46001</c:v>
                </c:pt>
                <c:pt idx="197">
                  <c:v>46002</c:v>
                </c:pt>
                <c:pt idx="198">
                  <c:v>46003</c:v>
                </c:pt>
                <c:pt idx="199">
                  <c:v>46006</c:v>
                </c:pt>
                <c:pt idx="200">
                  <c:v>46007</c:v>
                </c:pt>
                <c:pt idx="201">
                  <c:v>46008</c:v>
                </c:pt>
                <c:pt idx="202">
                  <c:v>46009</c:v>
                </c:pt>
                <c:pt idx="203">
                  <c:v>46010</c:v>
                </c:pt>
                <c:pt idx="204">
                  <c:v>46013</c:v>
                </c:pt>
                <c:pt idx="205">
                  <c:v>46014</c:v>
                </c:pt>
                <c:pt idx="206">
                  <c:v>46017</c:v>
                </c:pt>
                <c:pt idx="207">
                  <c:v>46020</c:v>
                </c:pt>
                <c:pt idx="208">
                  <c:v>46021</c:v>
                </c:pt>
                <c:pt idx="209">
                  <c:v>46024</c:v>
                </c:pt>
                <c:pt idx="210">
                  <c:v>46027</c:v>
                </c:pt>
                <c:pt idx="211">
                  <c:v>46028</c:v>
                </c:pt>
                <c:pt idx="212">
                  <c:v>46029</c:v>
                </c:pt>
                <c:pt idx="213">
                  <c:v>46030</c:v>
                </c:pt>
                <c:pt idx="214">
                  <c:v>46031</c:v>
                </c:pt>
                <c:pt idx="215">
                  <c:v>46034</c:v>
                </c:pt>
                <c:pt idx="216">
                  <c:v>46035</c:v>
                </c:pt>
                <c:pt idx="217">
                  <c:v>46036</c:v>
                </c:pt>
                <c:pt idx="218">
                  <c:v>46037</c:v>
                </c:pt>
                <c:pt idx="219">
                  <c:v>46038</c:v>
                </c:pt>
                <c:pt idx="220">
                  <c:v>46041</c:v>
                </c:pt>
                <c:pt idx="221">
                  <c:v>46042</c:v>
                </c:pt>
                <c:pt idx="222">
                  <c:v>46043</c:v>
                </c:pt>
                <c:pt idx="223">
                  <c:v>46044</c:v>
                </c:pt>
                <c:pt idx="224">
                  <c:v>46045</c:v>
                </c:pt>
                <c:pt idx="225">
                  <c:v>46048</c:v>
                </c:pt>
                <c:pt idx="226">
                  <c:v>46049</c:v>
                </c:pt>
                <c:pt idx="227">
                  <c:v>46050</c:v>
                </c:pt>
                <c:pt idx="228">
                  <c:v>46051</c:v>
                </c:pt>
                <c:pt idx="229">
                  <c:v>46052</c:v>
                </c:pt>
                <c:pt idx="230">
                  <c:v>46055</c:v>
                </c:pt>
                <c:pt idx="231">
                  <c:v>46056</c:v>
                </c:pt>
                <c:pt idx="232">
                  <c:v>46057</c:v>
                </c:pt>
                <c:pt idx="233">
                  <c:v>46058</c:v>
                </c:pt>
                <c:pt idx="234">
                  <c:v>46059</c:v>
                </c:pt>
                <c:pt idx="235">
                  <c:v>46062</c:v>
                </c:pt>
                <c:pt idx="236">
                  <c:v>46063</c:v>
                </c:pt>
                <c:pt idx="237">
                  <c:v>46064</c:v>
                </c:pt>
                <c:pt idx="238">
                  <c:v>46065</c:v>
                </c:pt>
                <c:pt idx="239">
                  <c:v>46066</c:v>
                </c:pt>
                <c:pt idx="240">
                  <c:v>46071</c:v>
                </c:pt>
                <c:pt idx="241">
                  <c:v>46072</c:v>
                </c:pt>
                <c:pt idx="242">
                  <c:v>46073</c:v>
                </c:pt>
                <c:pt idx="243">
                  <c:v>46076</c:v>
                </c:pt>
                <c:pt idx="244">
                  <c:v>46077</c:v>
                </c:pt>
                <c:pt idx="245">
                  <c:v>46078</c:v>
                </c:pt>
                <c:pt idx="246">
                  <c:v>46079</c:v>
                </c:pt>
                <c:pt idx="247">
                  <c:v>46080</c:v>
                </c:pt>
                <c:pt idx="248">
                  <c:v>46083</c:v>
                </c:pt>
                <c:pt idx="249">
                  <c:v>46084</c:v>
                </c:pt>
                <c:pt idx="250">
                  <c:v>46085</c:v>
                </c:pt>
                <c:pt idx="251">
                  <c:v>46086</c:v>
                </c:pt>
                <c:pt idx="252">
                  <c:v>46087</c:v>
                </c:pt>
                <c:pt idx="253">
                  <c:v>46090</c:v>
                </c:pt>
                <c:pt idx="254">
                  <c:v>46091</c:v>
                </c:pt>
                <c:pt idx="255">
                  <c:v>46092</c:v>
                </c:pt>
                <c:pt idx="256">
                  <c:v>46093</c:v>
                </c:pt>
                <c:pt idx="257">
                  <c:v>46094</c:v>
                </c:pt>
                <c:pt idx="258">
                  <c:v>46097</c:v>
                </c:pt>
                <c:pt idx="259">
                  <c:v>46098</c:v>
                </c:pt>
                <c:pt idx="260">
                  <c:v>46099</c:v>
                </c:pt>
                <c:pt idx="261">
                  <c:v>46100</c:v>
                </c:pt>
                <c:pt idx="262">
                  <c:v>46101</c:v>
                </c:pt>
                <c:pt idx="263">
                  <c:v>46104</c:v>
                </c:pt>
                <c:pt idx="264">
                  <c:v>46105</c:v>
                </c:pt>
                <c:pt idx="265">
                  <c:v>46106</c:v>
                </c:pt>
                <c:pt idx="266">
                  <c:v>46107</c:v>
                </c:pt>
                <c:pt idx="267">
                  <c:v>46108</c:v>
                </c:pt>
                <c:pt idx="268">
                  <c:v>46111</c:v>
                </c:pt>
                <c:pt idx="269">
                  <c:v>46112</c:v>
                </c:pt>
                <c:pt idx="270">
                  <c:v>46113</c:v>
                </c:pt>
                <c:pt idx="271">
                  <c:v>46114</c:v>
                </c:pt>
                <c:pt idx="272">
                  <c:v>46118</c:v>
                </c:pt>
                <c:pt idx="273">
                  <c:v>46119</c:v>
                </c:pt>
                <c:pt idx="274">
                  <c:v>46120</c:v>
                </c:pt>
                <c:pt idx="275">
                  <c:v>46121</c:v>
                </c:pt>
                <c:pt idx="276">
                  <c:v>46122</c:v>
                </c:pt>
                <c:pt idx="277">
                  <c:v>46125</c:v>
                </c:pt>
                <c:pt idx="278">
                  <c:v>46126</c:v>
                </c:pt>
                <c:pt idx="279">
                  <c:v>46127</c:v>
                </c:pt>
                <c:pt idx="280">
                  <c:v>46128</c:v>
                </c:pt>
                <c:pt idx="281">
                  <c:v>46129</c:v>
                </c:pt>
                <c:pt idx="282">
                  <c:v>46132</c:v>
                </c:pt>
                <c:pt idx="283">
                  <c:v>46134</c:v>
                </c:pt>
                <c:pt idx="284">
                  <c:v>46135</c:v>
                </c:pt>
                <c:pt idx="285">
                  <c:v>46136</c:v>
                </c:pt>
                <c:pt idx="286">
                  <c:v>46139</c:v>
                </c:pt>
                <c:pt idx="287">
                  <c:v>46140</c:v>
                </c:pt>
                <c:pt idx="288">
                  <c:v>46141</c:v>
                </c:pt>
                <c:pt idx="289">
                  <c:v>46142</c:v>
                </c:pt>
                <c:pt idx="290">
                  <c:v>46146</c:v>
                </c:pt>
                <c:pt idx="291">
                  <c:v>46147</c:v>
                </c:pt>
                <c:pt idx="292">
                  <c:v>46148</c:v>
                </c:pt>
                <c:pt idx="293">
                  <c:v>46149</c:v>
                </c:pt>
                <c:pt idx="294">
                  <c:v>46150</c:v>
                </c:pt>
                <c:pt idx="295">
                  <c:v>46153</c:v>
                </c:pt>
                <c:pt idx="296">
                  <c:v>46154</c:v>
                </c:pt>
                <c:pt idx="297">
                  <c:v>46155</c:v>
                </c:pt>
                <c:pt idx="298">
                  <c:v>46156</c:v>
                </c:pt>
                <c:pt idx="299">
                  <c:v>46157</c:v>
                </c:pt>
                <c:pt idx="300">
                  <c:v>46160</c:v>
                </c:pt>
                <c:pt idx="301">
                  <c:v>46161</c:v>
                </c:pt>
                <c:pt idx="302">
                  <c:v>46162</c:v>
                </c:pt>
                <c:pt idx="303">
                  <c:v>46163</c:v>
                </c:pt>
                <c:pt idx="304">
                  <c:v>46164</c:v>
                </c:pt>
                <c:pt idx="305">
                  <c:v>46167</c:v>
                </c:pt>
                <c:pt idx="306">
                  <c:v>46168</c:v>
                </c:pt>
                <c:pt idx="307">
                  <c:v>46169</c:v>
                </c:pt>
                <c:pt idx="308">
                  <c:v>46170</c:v>
                </c:pt>
                <c:pt idx="309">
                  <c:v>46171</c:v>
                </c:pt>
                <c:pt idx="310">
                  <c:v>46174</c:v>
                </c:pt>
                <c:pt idx="311">
                  <c:v>46175</c:v>
                </c:pt>
                <c:pt idx="312">
                  <c:v>46176</c:v>
                </c:pt>
                <c:pt idx="313">
                  <c:v>46178</c:v>
                </c:pt>
                <c:pt idx="314">
                  <c:v>46181</c:v>
                </c:pt>
                <c:pt idx="315">
                  <c:v>46182</c:v>
                </c:pt>
                <c:pt idx="316">
                  <c:v>46183</c:v>
                </c:pt>
                <c:pt idx="317">
                  <c:v>46184</c:v>
                </c:pt>
                <c:pt idx="318">
                  <c:v>46185</c:v>
                </c:pt>
                <c:pt idx="319">
                  <c:v>46188</c:v>
                </c:pt>
                <c:pt idx="320">
                  <c:v>46189</c:v>
                </c:pt>
                <c:pt idx="321">
                  <c:v>46190</c:v>
                </c:pt>
                <c:pt idx="322">
                  <c:v>46191</c:v>
                </c:pt>
                <c:pt idx="323">
                  <c:v>46192</c:v>
                </c:pt>
                <c:pt idx="324">
                  <c:v>46195</c:v>
                </c:pt>
                <c:pt idx="325">
                  <c:v>46196</c:v>
                </c:pt>
                <c:pt idx="326">
                  <c:v>46197</c:v>
                </c:pt>
                <c:pt idx="327">
                  <c:v>46198</c:v>
                </c:pt>
                <c:pt idx="328">
                  <c:v>46199</c:v>
                </c:pt>
                <c:pt idx="329">
                  <c:v>46202</c:v>
                </c:pt>
                <c:pt idx="330">
                  <c:v>46203</c:v>
                </c:pt>
                <c:pt idx="331">
                  <c:v>46204</c:v>
                </c:pt>
                <c:pt idx="332">
                  <c:v>46205</c:v>
                </c:pt>
                <c:pt idx="333">
                  <c:v>46206</c:v>
                </c:pt>
                <c:pt idx="334">
                  <c:v>46209</c:v>
                </c:pt>
                <c:pt idx="335">
                  <c:v>46210</c:v>
                </c:pt>
                <c:pt idx="336">
                  <c:v>46211</c:v>
                </c:pt>
                <c:pt idx="337">
                  <c:v>46212</c:v>
                </c:pt>
                <c:pt idx="338">
                  <c:v>46213</c:v>
                </c:pt>
                <c:pt idx="339">
                  <c:v>46216</c:v>
                </c:pt>
                <c:pt idx="340">
                  <c:v>46217</c:v>
                </c:pt>
                <c:pt idx="341">
                  <c:v>46218</c:v>
                </c:pt>
                <c:pt idx="342">
                  <c:v>46219</c:v>
                </c:pt>
                <c:pt idx="343">
                  <c:v>46220</c:v>
                </c:pt>
                <c:pt idx="344">
                  <c:v>46223</c:v>
                </c:pt>
                <c:pt idx="345">
                  <c:v>46224</c:v>
                </c:pt>
                <c:pt idx="346">
                  <c:v>46225</c:v>
                </c:pt>
                <c:pt idx="347">
                  <c:v>46226</c:v>
                </c:pt>
                <c:pt idx="348">
                  <c:v>46227</c:v>
                </c:pt>
                <c:pt idx="349">
                  <c:v>46230</c:v>
                </c:pt>
                <c:pt idx="350">
                  <c:v>46231</c:v>
                </c:pt>
                <c:pt idx="351">
                  <c:v>46232</c:v>
                </c:pt>
                <c:pt idx="352">
                  <c:v>46233</c:v>
                </c:pt>
                <c:pt idx="353">
                  <c:v>46234</c:v>
                </c:pt>
                <c:pt idx="354">
                  <c:v>46237</c:v>
                </c:pt>
                <c:pt idx="355">
                  <c:v>46238</c:v>
                </c:pt>
                <c:pt idx="356">
                  <c:v>46239</c:v>
                </c:pt>
                <c:pt idx="357">
                  <c:v>46240</c:v>
                </c:pt>
                <c:pt idx="358">
                  <c:v>46241</c:v>
                </c:pt>
                <c:pt idx="359">
                  <c:v>46244</c:v>
                </c:pt>
                <c:pt idx="360">
                  <c:v>46245</c:v>
                </c:pt>
                <c:pt idx="361">
                  <c:v>46246</c:v>
                </c:pt>
                <c:pt idx="362">
                  <c:v>46247</c:v>
                </c:pt>
                <c:pt idx="363">
                  <c:v>46248</c:v>
                </c:pt>
                <c:pt idx="364">
                  <c:v>46251</c:v>
                </c:pt>
                <c:pt idx="365">
                  <c:v>46252</c:v>
                </c:pt>
                <c:pt idx="366">
                  <c:v>46253</c:v>
                </c:pt>
                <c:pt idx="367">
                  <c:v>46254</c:v>
                </c:pt>
                <c:pt idx="368">
                  <c:v>46255</c:v>
                </c:pt>
                <c:pt idx="369">
                  <c:v>46258</c:v>
                </c:pt>
                <c:pt idx="370">
                  <c:v>46259</c:v>
                </c:pt>
                <c:pt idx="371">
                  <c:v>46260</c:v>
                </c:pt>
                <c:pt idx="372">
                  <c:v>46261</c:v>
                </c:pt>
                <c:pt idx="373">
                  <c:v>46262</c:v>
                </c:pt>
                <c:pt idx="374">
                  <c:v>46265</c:v>
                </c:pt>
                <c:pt idx="375">
                  <c:v>46266</c:v>
                </c:pt>
                <c:pt idx="376">
                  <c:v>46267</c:v>
                </c:pt>
                <c:pt idx="377">
                  <c:v>46268</c:v>
                </c:pt>
                <c:pt idx="378">
                  <c:v>46269</c:v>
                </c:pt>
                <c:pt idx="379">
                  <c:v>46273</c:v>
                </c:pt>
                <c:pt idx="380">
                  <c:v>46274</c:v>
                </c:pt>
                <c:pt idx="381">
                  <c:v>46275</c:v>
                </c:pt>
                <c:pt idx="382">
                  <c:v>46276</c:v>
                </c:pt>
                <c:pt idx="383">
                  <c:v>46279</c:v>
                </c:pt>
                <c:pt idx="384">
                  <c:v>46280</c:v>
                </c:pt>
                <c:pt idx="385">
                  <c:v>46281</c:v>
                </c:pt>
                <c:pt idx="386">
                  <c:v>46282</c:v>
                </c:pt>
                <c:pt idx="387">
                  <c:v>46283</c:v>
                </c:pt>
                <c:pt idx="388">
                  <c:v>46286</c:v>
                </c:pt>
                <c:pt idx="389">
                  <c:v>46287</c:v>
                </c:pt>
                <c:pt idx="390">
                  <c:v>46288</c:v>
                </c:pt>
                <c:pt idx="391">
                  <c:v>46289</c:v>
                </c:pt>
                <c:pt idx="392">
                  <c:v>46290</c:v>
                </c:pt>
                <c:pt idx="393">
                  <c:v>46293</c:v>
                </c:pt>
                <c:pt idx="394">
                  <c:v>46294</c:v>
                </c:pt>
                <c:pt idx="395">
                  <c:v>46295</c:v>
                </c:pt>
              </c:numCache>
            </c:numRef>
          </c:cat>
          <c:val>
            <c:numRef>
              <c:f>'Charts Base 100'!$N$4:$N$399</c:f>
              <c:numCache>
                <c:formatCode>0.0</c:formatCode>
                <c:ptCount val="396"/>
                <c:pt idx="0">
                  <c:v>100</c:v>
                </c:pt>
                <c:pt idx="1">
                  <c:v>99.925276546852899</c:v>
                </c:pt>
                <c:pt idx="2">
                  <c:v>100.3657370195878</c:v>
                </c:pt>
                <c:pt idx="3">
                  <c:v>101.52317694012294</c:v>
                </c:pt>
                <c:pt idx="4">
                  <c:v>101.0105231126167</c:v>
                </c:pt>
                <c:pt idx="5">
                  <c:v>100.34393204181522</c:v>
                </c:pt>
                <c:pt idx="6">
                  <c:v>100.78495018929321</c:v>
                </c:pt>
                <c:pt idx="7">
                  <c:v>102.21746801813916</c:v>
                </c:pt>
                <c:pt idx="8">
                  <c:v>103.61985841788336</c:v>
                </c:pt>
                <c:pt idx="9">
                  <c:v>104.62339525815689</c:v>
                </c:pt>
                <c:pt idx="10">
                  <c:v>105.7351202982375</c:v>
                </c:pt>
                <c:pt idx="11">
                  <c:v>106.67285723146429</c:v>
                </c:pt>
                <c:pt idx="12">
                  <c:v>106.31591104044927</c:v>
                </c:pt>
                <c:pt idx="13">
                  <c:v>106.4850273140873</c:v>
                </c:pt>
                <c:pt idx="14">
                  <c:v>106.05418537750093</c:v>
                </c:pt>
                <c:pt idx="15">
                  <c:v>106.64496127615269</c:v>
                </c:pt>
                <c:pt idx="16">
                  <c:v>107.0770014900562</c:v>
                </c:pt>
                <c:pt idx="17">
                  <c:v>107.85146615255459</c:v>
                </c:pt>
                <c:pt idx="18">
                  <c:v>106.86241344706356</c:v>
                </c:pt>
                <c:pt idx="19">
                  <c:v>105.16999541076508</c:v>
                </c:pt>
                <c:pt idx="20">
                  <c:v>105.8889162200781</c:v>
                </c:pt>
                <c:pt idx="21">
                  <c:v>105.7102703375451</c:v>
                </c:pt>
                <c:pt idx="22">
                  <c:v>105.97597284035696</c:v>
                </c:pt>
                <c:pt idx="23">
                  <c:v>102.84046830358469</c:v>
                </c:pt>
                <c:pt idx="24">
                  <c:v>101.60979809053336</c:v>
                </c:pt>
                <c:pt idx="25">
                  <c:v>100.29509858325562</c:v>
                </c:pt>
                <c:pt idx="26">
                  <c:v>103.60409117463682</c:v>
                </c:pt>
                <c:pt idx="27">
                  <c:v>102.4164675515139</c:v>
                </c:pt>
                <c:pt idx="28">
                  <c:v>103.32213258908374</c:v>
                </c:pt>
                <c:pt idx="29">
                  <c:v>104.57572976930962</c:v>
                </c:pt>
                <c:pt idx="30">
                  <c:v>104.62195463511176</c:v>
                </c:pt>
                <c:pt idx="31">
                  <c:v>103.9433448140978</c:v>
                </c:pt>
                <c:pt idx="32">
                  <c:v>104.97261711015926</c:v>
                </c:pt>
                <c:pt idx="33">
                  <c:v>106.1129691067578</c:v>
                </c:pt>
                <c:pt idx="34">
                  <c:v>106.97070967976079</c:v>
                </c:pt>
                <c:pt idx="35">
                  <c:v>108.89857087483617</c:v>
                </c:pt>
                <c:pt idx="36">
                  <c:v>108.5051848278876</c:v>
                </c:pt>
                <c:pt idx="37">
                  <c:v>108.93146333069093</c:v>
                </c:pt>
                <c:pt idx="38">
                  <c:v>108.68527653585059</c:v>
                </c:pt>
                <c:pt idx="39">
                  <c:v>108.85422805001581</c:v>
                </c:pt>
                <c:pt idx="40">
                  <c:v>109.53936988913966</c:v>
                </c:pt>
                <c:pt idx="41">
                  <c:v>107.83880638677542</c:v>
                </c:pt>
                <c:pt idx="42">
                  <c:v>107.21992444510529</c:v>
                </c:pt>
                <c:pt idx="43">
                  <c:v>107.31363509862271</c:v>
                </c:pt>
                <c:pt idx="44">
                  <c:v>108.75049709554654</c:v>
                </c:pt>
                <c:pt idx="45">
                  <c:v>109.42402252534562</c:v>
                </c:pt>
                <c:pt idx="46">
                  <c:v>109.56455079206184</c:v>
                </c:pt>
                <c:pt idx="47">
                  <c:v>111.5906640012593</c:v>
                </c:pt>
                <c:pt idx="48">
                  <c:v>111.53159878343834</c:v>
                </c:pt>
                <c:pt idx="49">
                  <c:v>112.24690483871582</c:v>
                </c:pt>
                <c:pt idx="50">
                  <c:v>112.20688871283788</c:v>
                </c:pt>
                <c:pt idx="51">
                  <c:v>112.38247886283774</c:v>
                </c:pt>
                <c:pt idx="52">
                  <c:v>113.04770532880622</c:v>
                </c:pt>
                <c:pt idx="53">
                  <c:v>111.09497377498798</c:v>
                </c:pt>
                <c:pt idx="54">
                  <c:v>111.00956618518396</c:v>
                </c:pt>
                <c:pt idx="55">
                  <c:v>111.20664884454324</c:v>
                </c:pt>
                <c:pt idx="56">
                  <c:v>111.36786724462206</c:v>
                </c:pt>
                <c:pt idx="57">
                  <c:v>111.8557496405798</c:v>
                </c:pt>
                <c:pt idx="58">
                  <c:v>111.34032661805099</c:v>
                </c:pt>
                <c:pt idx="59">
                  <c:v>110.95749893821099</c:v>
                </c:pt>
                <c:pt idx="60">
                  <c:v>110.21734990919671</c:v>
                </c:pt>
                <c:pt idx="61">
                  <c:v>110.10175738086873</c:v>
                </c:pt>
                <c:pt idx="62">
                  <c:v>110.63654249666146</c:v>
                </c:pt>
                <c:pt idx="63">
                  <c:v>109.85717740044909</c:v>
                </c:pt>
                <c:pt idx="64">
                  <c:v>109.84565186077208</c:v>
                </c:pt>
                <c:pt idx="65">
                  <c:v>109.82382011634155</c:v>
                </c:pt>
                <c:pt idx="66">
                  <c:v>109.22973349086085</c:v>
                </c:pt>
                <c:pt idx="67">
                  <c:v>110.06111221558974</c:v>
                </c:pt>
                <c:pt idx="68">
                  <c:v>110.78044706885049</c:v>
                </c:pt>
                <c:pt idx="69">
                  <c:v>111.11984063790949</c:v>
                </c:pt>
                <c:pt idx="70">
                  <c:v>110.78745576384992</c:v>
                </c:pt>
                <c:pt idx="71">
                  <c:v>112.5951898857785</c:v>
                </c:pt>
                <c:pt idx="72">
                  <c:v>112.43773926205274</c:v>
                </c:pt>
                <c:pt idx="73">
                  <c:v>111.65862517153951</c:v>
                </c:pt>
                <c:pt idx="74">
                  <c:v>110.26578515622782</c:v>
                </c:pt>
                <c:pt idx="75">
                  <c:v>110.51076872429977</c:v>
                </c:pt>
                <c:pt idx="76">
                  <c:v>111.27791234795939</c:v>
                </c:pt>
                <c:pt idx="77">
                  <c:v>110.16522592130136</c:v>
                </c:pt>
                <c:pt idx="78">
                  <c:v>111.03304996988123</c:v>
                </c:pt>
                <c:pt idx="79">
                  <c:v>110.85098415827217</c:v>
                </c:pt>
                <c:pt idx="80">
                  <c:v>112.34304267467256</c:v>
                </c:pt>
                <c:pt idx="81">
                  <c:v>112.43518022333426</c:v>
                </c:pt>
                <c:pt idx="82">
                  <c:v>110.80110355741255</c:v>
                </c:pt>
                <c:pt idx="83">
                  <c:v>112.34637876421134</c:v>
                </c:pt>
                <c:pt idx="84">
                  <c:v>112.58809725957735</c:v>
                </c:pt>
                <c:pt idx="85">
                  <c:v>111.46757947744548</c:v>
                </c:pt>
                <c:pt idx="86">
                  <c:v>111.60790634162328</c:v>
                </c:pt>
                <c:pt idx="87">
                  <c:v>110.56466645980588</c:v>
                </c:pt>
                <c:pt idx="88">
                  <c:v>109.53548622962003</c:v>
                </c:pt>
                <c:pt idx="89">
                  <c:v>108.78561316247728</c:v>
                </c:pt>
                <c:pt idx="90">
                  <c:v>107.65360986837041</c:v>
                </c:pt>
                <c:pt idx="91">
                  <c:v>108.39304769576394</c:v>
                </c:pt>
                <c:pt idx="92">
                  <c:v>108.39610309764782</c:v>
                </c:pt>
                <c:pt idx="93">
                  <c:v>108.65911293224842</c:v>
                </c:pt>
                <c:pt idx="94">
                  <c:v>106.17805049561669</c:v>
                </c:pt>
                <c:pt idx="95">
                  <c:v>105.97694141154292</c:v>
                </c:pt>
                <c:pt idx="96">
                  <c:v>105.56783364316964</c:v>
                </c:pt>
                <c:pt idx="97">
                  <c:v>106.55412005120648</c:v>
                </c:pt>
                <c:pt idx="98">
                  <c:v>104.93992689288874</c:v>
                </c:pt>
                <c:pt idx="99">
                  <c:v>104.76027465578915</c:v>
                </c:pt>
                <c:pt idx="100">
                  <c:v>103.56168408303512</c:v>
                </c:pt>
                <c:pt idx="101">
                  <c:v>103.84918885132851</c:v>
                </c:pt>
                <c:pt idx="102">
                  <c:v>104.95651440425675</c:v>
                </c:pt>
                <c:pt idx="103">
                  <c:v>103.94814339279293</c:v>
                </c:pt>
                <c:pt idx="104">
                  <c:v>103.78425738651953</c:v>
                </c:pt>
                <c:pt idx="105">
                  <c:v>104.15388099610688</c:v>
                </c:pt>
                <c:pt idx="106">
                  <c:v>104.28309990683454</c:v>
                </c:pt>
                <c:pt idx="107">
                  <c:v>106.03441248725507</c:v>
                </c:pt>
                <c:pt idx="108">
                  <c:v>108.72712966913707</c:v>
                </c:pt>
                <c:pt idx="109">
                  <c:v>108.26941297279721</c:v>
                </c:pt>
                <c:pt idx="110">
                  <c:v>107.90418398071253</c:v>
                </c:pt>
                <c:pt idx="111">
                  <c:v>109.62465602530864</c:v>
                </c:pt>
                <c:pt idx="112">
                  <c:v>107.87239273921708</c:v>
                </c:pt>
                <c:pt idx="113">
                  <c:v>107.55534445878692</c:v>
                </c:pt>
                <c:pt idx="114">
                  <c:v>107.53106470617331</c:v>
                </c:pt>
                <c:pt idx="115">
                  <c:v>107.83342270691323</c:v>
                </c:pt>
                <c:pt idx="116">
                  <c:v>105.58423632605501</c:v>
                </c:pt>
                <c:pt idx="117">
                  <c:v>105.9752240148123</c:v>
                </c:pt>
                <c:pt idx="118">
                  <c:v>105.78300932346698</c:v>
                </c:pt>
                <c:pt idx="119">
                  <c:v>108.31684049131931</c:v>
                </c:pt>
                <c:pt idx="120">
                  <c:v>108.54609941049279</c:v>
                </c:pt>
                <c:pt idx="121">
                  <c:v>107.96603335791981</c:v>
                </c:pt>
                <c:pt idx="122">
                  <c:v>109.36917957631684</c:v>
                </c:pt>
                <c:pt idx="123">
                  <c:v>110.96697797447806</c:v>
                </c:pt>
                <c:pt idx="124">
                  <c:v>110.92212502626045</c:v>
                </c:pt>
                <c:pt idx="125">
                  <c:v>111.10434972470247</c:v>
                </c:pt>
                <c:pt idx="126">
                  <c:v>110.45969590388817</c:v>
                </c:pt>
                <c:pt idx="127">
                  <c:v>110.09011947364588</c:v>
                </c:pt>
                <c:pt idx="128">
                  <c:v>110.85009468214398</c:v>
                </c:pt>
                <c:pt idx="129">
                  <c:v>112.09588765802363</c:v>
                </c:pt>
                <c:pt idx="130">
                  <c:v>111.04243363099297</c:v>
                </c:pt>
                <c:pt idx="131">
                  <c:v>110.89539480889403</c:v>
                </c:pt>
                <c:pt idx="132">
                  <c:v>111.29829661078053</c:v>
                </c:pt>
                <c:pt idx="133">
                  <c:v>112.28201949840557</c:v>
                </c:pt>
                <c:pt idx="134">
                  <c:v>111.55320278407078</c:v>
                </c:pt>
                <c:pt idx="135">
                  <c:v>112.68948262415397</c:v>
                </c:pt>
                <c:pt idx="136">
                  <c:v>113.21222393199551</c:v>
                </c:pt>
                <c:pt idx="137">
                  <c:v>114.07671539842892</c:v>
                </c:pt>
                <c:pt idx="138">
                  <c:v>114.46105797975503</c:v>
                </c:pt>
                <c:pt idx="139">
                  <c:v>115.20631554135625</c:v>
                </c:pt>
                <c:pt idx="140">
                  <c:v>114.18038438635733</c:v>
                </c:pt>
                <c:pt idx="141">
                  <c:v>115.33671195893052</c:v>
                </c:pt>
                <c:pt idx="142">
                  <c:v>114.76734866130636</c:v>
                </c:pt>
                <c:pt idx="143">
                  <c:v>113.672568766534</c:v>
                </c:pt>
                <c:pt idx="144">
                  <c:v>114.19780315469308</c:v>
                </c:pt>
                <c:pt idx="145">
                  <c:v>115.65634620491151</c:v>
                </c:pt>
                <c:pt idx="146">
                  <c:v>115.42320801956838</c:v>
                </c:pt>
                <c:pt idx="147">
                  <c:v>114.85785401791719</c:v>
                </c:pt>
                <c:pt idx="148">
                  <c:v>113.49537659187649</c:v>
                </c:pt>
                <c:pt idx="149">
                  <c:v>113.70559907684104</c:v>
                </c:pt>
                <c:pt idx="150">
                  <c:v>112.39651189803266</c:v>
                </c:pt>
                <c:pt idx="151">
                  <c:v>110.50507967804361</c:v>
                </c:pt>
                <c:pt idx="152">
                  <c:v>110.76575675723662</c:v>
                </c:pt>
                <c:pt idx="153">
                  <c:v>110.3433782010419</c:v>
                </c:pt>
                <c:pt idx="154">
                  <c:v>109.77236045953647</c:v>
                </c:pt>
                <c:pt idx="155">
                  <c:v>110.26137412259625</c:v>
                </c:pt>
                <c:pt idx="156">
                  <c:v>109.88377142301337</c:v>
                </c:pt>
                <c:pt idx="157">
                  <c:v>110.62753917032153</c:v>
                </c:pt>
                <c:pt idx="158">
                  <c:v>110.50579786902436</c:v>
                </c:pt>
                <c:pt idx="159">
                  <c:v>111.68401296332755</c:v>
                </c:pt>
                <c:pt idx="160">
                  <c:v>113.22250178303892</c:v>
                </c:pt>
                <c:pt idx="161">
                  <c:v>112.94770305083388</c:v>
                </c:pt>
                <c:pt idx="162">
                  <c:v>114.02965382130476</c:v>
                </c:pt>
                <c:pt idx="163">
                  <c:v>114.20618467499291</c:v>
                </c:pt>
                <c:pt idx="164">
                  <c:v>114.75743611980795</c:v>
                </c:pt>
                <c:pt idx="165">
                  <c:v>115.40408211535538</c:v>
                </c:pt>
                <c:pt idx="166">
                  <c:v>115.35634272508845</c:v>
                </c:pt>
                <c:pt idx="167">
                  <c:v>116.00076441245292</c:v>
                </c:pt>
                <c:pt idx="168">
                  <c:v>116.44435245809038</c:v>
                </c:pt>
                <c:pt idx="169">
                  <c:v>117.47939322549574</c:v>
                </c:pt>
                <c:pt idx="170">
                  <c:v>118.25984389171116</c:v>
                </c:pt>
                <c:pt idx="171">
                  <c:v>118.65817814370698</c:v>
                </c:pt>
                <c:pt idx="172">
                  <c:v>120.56748598440332</c:v>
                </c:pt>
                <c:pt idx="173">
                  <c:v>120.13554403758295</c:v>
                </c:pt>
                <c:pt idx="174">
                  <c:v>121.13451027089674</c:v>
                </c:pt>
                <c:pt idx="175">
                  <c:v>121.9222528965804</c:v>
                </c:pt>
                <c:pt idx="176">
                  <c:v>123.90147882595959</c:v>
                </c:pt>
                <c:pt idx="177">
                  <c:v>123.0885073202097</c:v>
                </c:pt>
                <c:pt idx="178">
                  <c:v>122.92847213011287</c:v>
                </c:pt>
                <c:pt idx="179">
                  <c:v>123.9762284517937</c:v>
                </c:pt>
                <c:pt idx="180">
                  <c:v>122.8318020361414</c:v>
                </c:pt>
                <c:pt idx="181">
                  <c:v>122.77885127989532</c:v>
                </c:pt>
                <c:pt idx="182">
                  <c:v>122.0043163668598</c:v>
                </c:pt>
                <c:pt idx="183">
                  <c:v>121.29022290381771</c:v>
                </c:pt>
                <c:pt idx="184">
                  <c:v>121.99821334742909</c:v>
                </c:pt>
                <c:pt idx="185">
                  <c:v>122.80850320849825</c:v>
                </c:pt>
                <c:pt idx="186">
                  <c:v>125.08565901557431</c:v>
                </c:pt>
                <c:pt idx="187">
                  <c:v>124.81610174574091</c:v>
                </c:pt>
                <c:pt idx="188">
                  <c:v>125.59581974465593</c:v>
                </c:pt>
                <c:pt idx="189">
                  <c:v>125.7775624897383</c:v>
                </c:pt>
                <c:pt idx="190">
                  <c:v>127.95368846196871</c:v>
                </c:pt>
                <c:pt idx="191">
                  <c:v>128.83694761515065</c:v>
                </c:pt>
                <c:pt idx="192">
                  <c:v>131.46445112658662</c:v>
                </c:pt>
                <c:pt idx="193">
                  <c:v>124.44827970186543</c:v>
                </c:pt>
                <c:pt idx="194">
                  <c:v>125.31922745996663</c:v>
                </c:pt>
                <c:pt idx="195">
                  <c:v>125.1456570440411</c:v>
                </c:pt>
                <c:pt idx="196">
                  <c:v>125.92137705734523</c:v>
                </c:pt>
                <c:pt idx="197">
                  <c:v>126.69852706991054</c:v>
                </c:pt>
                <c:pt idx="198">
                  <c:v>128.08565668899715</c:v>
                </c:pt>
                <c:pt idx="199">
                  <c:v>129.28380419212874</c:v>
                </c:pt>
                <c:pt idx="200">
                  <c:v>125.13260397316444</c:v>
                </c:pt>
                <c:pt idx="201">
                  <c:v>123.70561998592768</c:v>
                </c:pt>
                <c:pt idx="202">
                  <c:v>124.2138069153105</c:v>
                </c:pt>
                <c:pt idx="203">
                  <c:v>124.25817318773392</c:v>
                </c:pt>
                <c:pt idx="204">
                  <c:v>123.81813748783625</c:v>
                </c:pt>
                <c:pt idx="205">
                  <c:v>126.18091727852769</c:v>
                </c:pt>
                <c:pt idx="206">
                  <c:v>126.67313312242752</c:v>
                </c:pt>
                <c:pt idx="207">
                  <c:v>125.40471956200525</c:v>
                </c:pt>
                <c:pt idx="208">
                  <c:v>126.50170057310753</c:v>
                </c:pt>
                <c:pt idx="209">
                  <c:v>125.47307495709703</c:v>
                </c:pt>
                <c:pt idx="210">
                  <c:v>128.24770537936428</c:v>
                </c:pt>
                <c:pt idx="211">
                  <c:v>129.86827574740377</c:v>
                </c:pt>
                <c:pt idx="212">
                  <c:v>128.01353080415296</c:v>
                </c:pt>
                <c:pt idx="213">
                  <c:v>129.18894814349559</c:v>
                </c:pt>
                <c:pt idx="214">
                  <c:v>130.08311773742113</c:v>
                </c:pt>
                <c:pt idx="215">
                  <c:v>130.03980301571033</c:v>
                </c:pt>
                <c:pt idx="216">
                  <c:v>128.64832677242995</c:v>
                </c:pt>
                <c:pt idx="217">
                  <c:v>130.45245965511353</c:v>
                </c:pt>
                <c:pt idx="218">
                  <c:v>130.72763434451534</c:v>
                </c:pt>
                <c:pt idx="219">
                  <c:v>129.66079254783503</c:v>
                </c:pt>
                <c:pt idx="220">
                  <c:v>129.66276029330328</c:v>
                </c:pt>
                <c:pt idx="221">
                  <c:v>130.71698385580166</c:v>
                </c:pt>
                <c:pt idx="222">
                  <c:v>134.77318412225063</c:v>
                </c:pt>
                <c:pt idx="223">
                  <c:v>137.90755979391099</c:v>
                </c:pt>
                <c:pt idx="224">
                  <c:v>140.07918111322491</c:v>
                </c:pt>
                <c:pt idx="225">
                  <c:v>140.71589872182392</c:v>
                </c:pt>
                <c:pt idx="226">
                  <c:v>143.80234236994991</c:v>
                </c:pt>
                <c:pt idx="227">
                  <c:v>145.67659453103741</c:v>
                </c:pt>
                <c:pt idx="228">
                  <c:v>143.9125216755543</c:v>
                </c:pt>
                <c:pt idx="229">
                  <c:v>142.01012820013358</c:v>
                </c:pt>
                <c:pt idx="230">
                  <c:v>142.62937502145326</c:v>
                </c:pt>
                <c:pt idx="231">
                  <c:v>144.26361760462967</c:v>
                </c:pt>
                <c:pt idx="232">
                  <c:v>140.98368329314161</c:v>
                </c:pt>
                <c:pt idx="233">
                  <c:v>141.58367868690982</c:v>
                </c:pt>
                <c:pt idx="234">
                  <c:v>142.74150707167215</c:v>
                </c:pt>
                <c:pt idx="235">
                  <c:v>145.76935752113124</c:v>
                </c:pt>
                <c:pt idx="236">
                  <c:v>146.12302321302639</c:v>
                </c:pt>
                <c:pt idx="237">
                  <c:v>147.84112492419527</c:v>
                </c:pt>
                <c:pt idx="238">
                  <c:v>145.48379071859208</c:v>
                </c:pt>
                <c:pt idx="239">
                  <c:v>144.83526624146066</c:v>
                </c:pt>
                <c:pt idx="240">
                  <c:v>145.19762782769695</c:v>
                </c:pt>
                <c:pt idx="241">
                  <c:v>146.95593670147923</c:v>
                </c:pt>
                <c:pt idx="242">
                  <c:v>148.74008207433235</c:v>
                </c:pt>
                <c:pt idx="243">
                  <c:v>146.38650843028734</c:v>
                </c:pt>
                <c:pt idx="244">
                  <c:v>149.02937861473583</c:v>
                </c:pt>
                <c:pt idx="245">
                  <c:v>147.51058030463474</c:v>
                </c:pt>
                <c:pt idx="246">
                  <c:v>147.68464989849826</c:v>
                </c:pt>
                <c:pt idx="247">
                  <c:v>145.85212377988717</c:v>
                </c:pt>
                <c:pt idx="248">
                  <c:v>146.73955372974092</c:v>
                </c:pt>
                <c:pt idx="249">
                  <c:v>141.98435609837659</c:v>
                </c:pt>
                <c:pt idx="250">
                  <c:v>144.71750657815173</c:v>
                </c:pt>
                <c:pt idx="251">
                  <c:v>140.37114895235197</c:v>
                </c:pt>
                <c:pt idx="252">
                  <c:v>139.56766982692028</c:v>
                </c:pt>
                <c:pt idx="253">
                  <c:v>140.04400612221372</c:v>
                </c:pt>
                <c:pt idx="254">
                  <c:v>142.83534600537683</c:v>
                </c:pt>
                <c:pt idx="255">
                  <c:v>143.54927739851567</c:v>
                </c:pt>
                <c:pt idx="256">
                  <c:v>140.04351372390403</c:v>
                </c:pt>
                <c:pt idx="257">
                  <c:v>138.13017011919123</c:v>
                </c:pt>
                <c:pt idx="258">
                  <c:v>140.27491452928368</c:v>
                </c:pt>
                <c:pt idx="259">
                  <c:v>141.23770716838192</c:v>
                </c:pt>
                <c:pt idx="260">
                  <c:v>141.01643992212115</c:v>
                </c:pt>
                <c:pt idx="261">
                  <c:v>141.03872949236313</c:v>
                </c:pt>
                <c:pt idx="262">
                  <c:v>136.77844254926737</c:v>
                </c:pt>
                <c:pt idx="263">
                  <c:v>142.31162644822334</c:v>
                </c:pt>
                <c:pt idx="264">
                  <c:v>142.82035640923283</c:v>
                </c:pt>
                <c:pt idx="265">
                  <c:v>145.68803509295054</c:v>
                </c:pt>
                <c:pt idx="266">
                  <c:v>142.79252726725363</c:v>
                </c:pt>
                <c:pt idx="267">
                  <c:v>141.62294832747517</c:v>
                </c:pt>
                <c:pt idx="268">
                  <c:v>141.72881749931148</c:v>
                </c:pt>
                <c:pt idx="269">
                  <c:v>146.66839245072518</c:v>
                </c:pt>
                <c:pt idx="270">
                  <c:v>147.47912380736244</c:v>
                </c:pt>
                <c:pt idx="271">
                  <c:v>147.45329707950145</c:v>
                </c:pt>
                <c:pt idx="272">
                  <c:v>147.24422980027805</c:v>
                </c:pt>
                <c:pt idx="273">
                  <c:v>147.33314524285453</c:v>
                </c:pt>
                <c:pt idx="274">
                  <c:v>151.17413849085202</c:v>
                </c:pt>
                <c:pt idx="275">
                  <c:v>154.10471131746607</c:v>
                </c:pt>
                <c:pt idx="276">
                  <c:v>155.09826649370581</c:v>
                </c:pt>
                <c:pt idx="277">
                  <c:v>155.55639249453986</c:v>
                </c:pt>
                <c:pt idx="278">
                  <c:v>156.49999360140163</c:v>
                </c:pt>
                <c:pt idx="279">
                  <c:v>156.71259895121887</c:v>
                </c:pt>
                <c:pt idx="280">
                  <c:v>156.01115314174706</c:v>
                </c:pt>
                <c:pt idx="281">
                  <c:v>155.61738868792096</c:v>
                </c:pt>
                <c:pt idx="282">
                  <c:v>155.43426857478701</c:v>
                </c:pt>
                <c:pt idx="283">
                  <c:v>152.42845678031927</c:v>
                </c:pt>
                <c:pt idx="284">
                  <c:v>150.12545373131491</c:v>
                </c:pt>
                <c:pt idx="285">
                  <c:v>150.06339570048962</c:v>
                </c:pt>
                <c:pt idx="286">
                  <c:v>148.69827982801337</c:v>
                </c:pt>
                <c:pt idx="287">
                  <c:v>147.24792316246288</c:v>
                </c:pt>
                <c:pt idx="288">
                  <c:v>144.28715692503587</c:v>
                </c:pt>
                <c:pt idx="289">
                  <c:v>145.81765965125092</c:v>
                </c:pt>
                <c:pt idx="290">
                  <c:v>145.22686096677785</c:v>
                </c:pt>
                <c:pt idx="291">
                  <c:v>146.31476914059792</c:v>
                </c:pt>
                <c:pt idx="292">
                  <c:v>147.50588069096867</c:v>
                </c:pt>
                <c:pt idx="293">
                  <c:v>144.65644087864175</c:v>
                </c:pt>
                <c:pt idx="294">
                  <c:v>144.43171148390655</c:v>
                </c:pt>
                <c:pt idx="295">
                  <c:v>141.93398008750512</c:v>
                </c:pt>
                <c:pt idx="296">
                  <c:v>140.39664127837909</c:v>
                </c:pt>
                <c:pt idx="297">
                  <c:v>137.0052818563382</c:v>
                </c:pt>
                <c:pt idx="298">
                  <c:v>138.99167591363346</c:v>
                </c:pt>
                <c:pt idx="299">
                  <c:v>137.88318030684047</c:v>
                </c:pt>
                <c:pt idx="300">
                  <c:v>137.63271807385317</c:v>
                </c:pt>
                <c:pt idx="301">
                  <c:v>135.46543663742398</c:v>
                </c:pt>
                <c:pt idx="302">
                  <c:v>138.83772092580304</c:v>
                </c:pt>
                <c:pt idx="303">
                  <c:v>138.92238177399651</c:v>
                </c:pt>
                <c:pt idx="304">
                  <c:v>137.76247963831887</c:v>
                </c:pt>
                <c:pt idx="305">
                  <c:v>139.5336425628397</c:v>
                </c:pt>
                <c:pt idx="306">
                  <c:v>137.97214351467017</c:v>
                </c:pt>
                <c:pt idx="307">
                  <c:v>137.20793621949571</c:v>
                </c:pt>
                <c:pt idx="308">
                  <c:v>136.98683818598309</c:v>
                </c:pt>
                <c:pt idx="309">
                  <c:v>136.0830970307625</c:v>
                </c:pt>
                <c:pt idx="310">
                  <c:v>135.12670952787758</c:v>
                </c:pt>
                <c:pt idx="311">
                  <c:v>135.91728277417562</c:v>
                </c:pt>
                <c:pt idx="312">
                  <c:v>132.32775184905881</c:v>
                </c:pt>
                <c:pt idx="313">
                  <c:v>132.2782680649145</c:v>
                </c:pt>
                <c:pt idx="314">
                  <c:v>131.76669591757627</c:v>
                </c:pt>
                <c:pt idx="315">
                  <c:v>132.46175565044126</c:v>
                </c:pt>
                <c:pt idx="316">
                  <c:v>130.22669151528333</c:v>
                </c:pt>
                <c:pt idx="317">
                  <c:v>133.11474429732218</c:v>
                </c:pt>
                <c:pt idx="318">
                  <c:v>132.60660834727358</c:v>
                </c:pt>
                <c:pt idx="319">
                  <c:v>132.04617739445979</c:v>
                </c:pt>
                <c:pt idx="320">
                  <c:v>131.33142139923163</c:v>
                </c:pt>
                <c:pt idx="321">
                  <c:v>130.30218126752803</c:v>
                </c:pt>
                <c:pt idx="322">
                  <c:v>129.90006356619512</c:v>
                </c:pt>
                <c:pt idx="323">
                  <c:v>129.8356110027708</c:v>
                </c:pt>
                <c:pt idx="324">
                  <c:v>131.6105659986745</c:v>
                </c:pt>
                <c:pt idx="325">
                  <c:v>132.09363945686127</c:v>
                </c:pt>
                <c:pt idx="326">
                  <c:v>132.35052388184155</c:v>
                </c:pt>
                <c:pt idx="327">
                  <c:v>133.29613226576055</c:v>
                </c:pt>
                <c:pt idx="328">
                  <c:v>135.32084373101051</c:v>
                </c:pt>
                <c:pt idx="329">
                  <c:v>134.70533530978361</c:v>
                </c:pt>
                <c:pt idx="330">
                  <c:v>133.81821968365742</c:v>
                </c:pt>
                <c:pt idx="331">
                  <c:v>134.21198759141134</c:v>
                </c:pt>
                <c:pt idx="332">
                  <c:v>135.11694553753156</c:v>
                </c:pt>
                <c:pt idx="333">
                  <c:v>136.37384978196144</c:v>
                </c:pt>
                <c:pt idx="334">
                  <c:v>134.65650488643777</c:v>
                </c:pt>
                <c:pt idx="335">
                  <c:v>133.6082713895504</c:v>
                </c:pt>
                <c:pt idx="336">
                  <c:v>132.1762215723823</c:v>
                </c:pt>
                <c:pt idx="337">
                  <c:v>134.79349920134075</c:v>
                </c:pt>
                <c:pt idx="338">
                  <c:v>138.69437032950626</c:v>
                </c:pt>
                <c:pt idx="339">
                  <c:v>136.7329140284688</c:v>
                </c:pt>
                <c:pt idx="340">
                  <c:v>137.57693261856005</c:v>
                </c:pt>
                <c:pt idx="341">
                  <c:v>138.04050571923634</c:v>
                </c:pt>
                <c:pt idx="342">
                  <c:v>135.73277171537396</c:v>
                </c:pt>
                <c:pt idx="343">
                  <c:v>134.76322056039595</c:v>
                </c:pt>
                <c:pt idx="344">
                  <c:v>134.18695547700301</c:v>
                </c:pt>
                <c:pt idx="345">
                  <c:v>133.12432219195571</c:v>
                </c:pt>
                <c:pt idx="346">
                  <c:v>135.99169400645226</c:v>
                </c:pt>
                <c:pt idx="347">
                  <c:v>134.70112232905615</c:v>
                </c:pt>
                <c:pt idx="348">
                  <c:v>133.05335337392117</c:v>
                </c:pt>
                <c:pt idx="349">
                  <c:v>135.19038548803158</c:v>
                </c:pt>
                <c:pt idx="350">
                  <c:v>136.79124316280416</c:v>
                </c:pt>
                <c:pt idx="351">
                  <c:v>133.69446993819059</c:v>
                </c:pt>
                <c:pt idx="352">
                  <c:v>136.58846193291129</c:v>
                </c:pt>
                <c:pt idx="353">
                  <c:v>136.80792327875085</c:v>
                </c:pt>
                <c:pt idx="354">
                  <c:v>137.58431342875056</c:v>
                </c:pt>
                <c:pt idx="355">
                  <c:v>137.78499920358783</c:v>
                </c:pt>
                <c:pt idx="356">
                  <c:v>138.41174353991826</c:v>
                </c:pt>
                <c:pt idx="357">
                  <c:v>136.44456369148639</c:v>
                </c:pt>
                <c:pt idx="358">
                  <c:v>133.68888201517643</c:v>
                </c:pt>
                <c:pt idx="359">
                  <c:v>134.85493066845157</c:v>
                </c:pt>
                <c:pt idx="360">
                  <c:v>131.0821673662027</c:v>
                </c:pt>
                <c:pt idx="361">
                  <c:v>131.35928625063769</c:v>
                </c:pt>
                <c:pt idx="362">
                  <c:v>131.49967576641964</c:v>
                </c:pt>
                <c:pt idx="363">
                  <c:v>132.3239262186633</c:v>
                </c:pt>
                <c:pt idx="364">
                  <c:v>131.97663605856584</c:v>
                </c:pt>
                <c:pt idx="365">
                  <c:v>131.43659525495175</c:v>
                </c:pt>
                <c:pt idx="366">
                  <c:v>131.57703446685477</c:v>
                </c:pt>
                <c:pt idx="367">
                  <c:v>130.22120146240326</c:v>
                </c:pt>
                <c:pt idx="368">
                  <c:v>132.21270406628139</c:v>
                </c:pt>
                <c:pt idx="369">
                  <c:v>132.36566354654533</c:v>
                </c:pt>
                <c:pt idx="370">
                  <c:v>134.32125457222642</c:v>
                </c:pt>
                <c:pt idx="371">
                  <c:v>134.62025178568416</c:v>
                </c:pt>
                <c:pt idx="372">
                  <c:v>135.50786625558496</c:v>
                </c:pt>
                <c:pt idx="373">
                  <c:v>135.0486104009228</c:v>
                </c:pt>
                <c:pt idx="374">
                  <c:v>136.26770075920624</c:v>
                </c:pt>
                <c:pt idx="375">
                  <c:v>137.54815836556281</c:v>
                </c:pt>
                <c:pt idx="376">
                  <c:v>141.92213305362657</c:v>
                </c:pt>
                <c:pt idx="377">
                  <c:v>141.83351085131576</c:v>
                </c:pt>
                <c:pt idx="378">
                  <c:v>141.83915157234051</c:v>
                </c:pt>
                <c:pt idx="379">
                  <c:v>143.02864571290255</c:v>
                </c:pt>
                <c:pt idx="380">
                  <c:v>141.56221963254808</c:v>
                </c:pt>
                <c:pt idx="381">
                  <c:v>143.66146454833938</c:v>
                </c:pt>
                <c:pt idx="382">
                  <c:v>143.07657769823055</c:v>
                </c:pt>
                <c:pt idx="383">
                  <c:v>141.56799311502027</c:v>
                </c:pt>
                <c:pt idx="384">
                  <c:v>142.52909539461044</c:v>
                </c:pt>
                <c:pt idx="385">
                  <c:v>141.25352974623911</c:v>
                </c:pt>
                <c:pt idx="386">
                  <c:v>141.38402420578169</c:v>
                </c:pt>
                <c:pt idx="387">
                  <c:v>141.0626819494353</c:v>
                </c:pt>
                <c:pt idx="388">
                  <c:v>142.73167108731656</c:v>
                </c:pt>
                <c:pt idx="389">
                  <c:v>143.14397052552258</c:v>
                </c:pt>
                <c:pt idx="390">
                  <c:v>141.90370576494129</c:v>
                </c:pt>
                <c:pt idx="391">
                  <c:v>140.80285322554815</c:v>
                </c:pt>
                <c:pt idx="392">
                  <c:v>140.99894637362428</c:v>
                </c:pt>
                <c:pt idx="393">
                  <c:v>140.08963272448256</c:v>
                </c:pt>
                <c:pt idx="394">
                  <c:v>140.48199136819528</c:v>
                </c:pt>
                <c:pt idx="395">
                  <c:v>141.31931920041356</c:v>
                </c:pt>
              </c:numCache>
            </c:numRef>
          </c:val>
          <c:smooth val="0"/>
          <c:extLst>
            <c:ext xmlns:c16="http://schemas.microsoft.com/office/drawing/2014/chart" uri="{C3380CC4-5D6E-409C-BE32-E72D297353CC}">
              <c16:uniqueId val="{00000000-1852-49CC-9739-16A6E09CDCAF}"/>
            </c:ext>
          </c:extLst>
        </c:ser>
        <c:ser>
          <c:idx val="1"/>
          <c:order val="1"/>
          <c:tx>
            <c:v>Ibovespa</c:v>
          </c:tx>
          <c:spPr>
            <a:ln w="22225" cap="rnd">
              <a:solidFill>
                <a:srgbClr val="1F2F44"/>
              </a:solidFill>
              <a:round/>
            </a:ln>
            <a:effectLst/>
          </c:spPr>
          <c:marker>
            <c:symbol val="none"/>
          </c:marker>
          <c:cat>
            <c:numRef>
              <c:f>'Charts Base 100'!$M$4:$M$399</c:f>
              <c:numCache>
                <c:formatCode>m/d/yyyy</c:formatCode>
                <c:ptCount val="396"/>
                <c:pt idx="0">
                  <c:v>45716</c:v>
                </c:pt>
                <c:pt idx="1">
                  <c:v>45721</c:v>
                </c:pt>
                <c:pt idx="2">
                  <c:v>45722</c:v>
                </c:pt>
                <c:pt idx="3">
                  <c:v>45723</c:v>
                </c:pt>
                <c:pt idx="4">
                  <c:v>45726</c:v>
                </c:pt>
                <c:pt idx="5">
                  <c:v>45727</c:v>
                </c:pt>
                <c:pt idx="6">
                  <c:v>45728</c:v>
                </c:pt>
                <c:pt idx="7">
                  <c:v>45729</c:v>
                </c:pt>
                <c:pt idx="8">
                  <c:v>45730</c:v>
                </c:pt>
                <c:pt idx="9">
                  <c:v>45733</c:v>
                </c:pt>
                <c:pt idx="10">
                  <c:v>45734</c:v>
                </c:pt>
                <c:pt idx="11">
                  <c:v>45735</c:v>
                </c:pt>
                <c:pt idx="12">
                  <c:v>45736</c:v>
                </c:pt>
                <c:pt idx="13">
                  <c:v>45737</c:v>
                </c:pt>
                <c:pt idx="14">
                  <c:v>45740</c:v>
                </c:pt>
                <c:pt idx="15">
                  <c:v>45741</c:v>
                </c:pt>
                <c:pt idx="16">
                  <c:v>45742</c:v>
                </c:pt>
                <c:pt idx="17">
                  <c:v>45743</c:v>
                </c:pt>
                <c:pt idx="18">
                  <c:v>45744</c:v>
                </c:pt>
                <c:pt idx="19">
                  <c:v>45747</c:v>
                </c:pt>
                <c:pt idx="20">
                  <c:v>45748</c:v>
                </c:pt>
                <c:pt idx="21">
                  <c:v>45749</c:v>
                </c:pt>
                <c:pt idx="22">
                  <c:v>45750</c:v>
                </c:pt>
                <c:pt idx="23">
                  <c:v>45751</c:v>
                </c:pt>
                <c:pt idx="24">
                  <c:v>45754</c:v>
                </c:pt>
                <c:pt idx="25">
                  <c:v>45755</c:v>
                </c:pt>
                <c:pt idx="26">
                  <c:v>45756</c:v>
                </c:pt>
                <c:pt idx="27">
                  <c:v>45757</c:v>
                </c:pt>
                <c:pt idx="28">
                  <c:v>45758</c:v>
                </c:pt>
                <c:pt idx="29">
                  <c:v>45761</c:v>
                </c:pt>
                <c:pt idx="30">
                  <c:v>45762</c:v>
                </c:pt>
                <c:pt idx="31">
                  <c:v>45763</c:v>
                </c:pt>
                <c:pt idx="32">
                  <c:v>45764</c:v>
                </c:pt>
                <c:pt idx="33">
                  <c:v>45769</c:v>
                </c:pt>
                <c:pt idx="34">
                  <c:v>45770</c:v>
                </c:pt>
                <c:pt idx="35">
                  <c:v>45771</c:v>
                </c:pt>
                <c:pt idx="36">
                  <c:v>45772</c:v>
                </c:pt>
                <c:pt idx="37">
                  <c:v>45775</c:v>
                </c:pt>
                <c:pt idx="38">
                  <c:v>45776</c:v>
                </c:pt>
                <c:pt idx="39">
                  <c:v>45777</c:v>
                </c:pt>
                <c:pt idx="40">
                  <c:v>45779</c:v>
                </c:pt>
                <c:pt idx="41">
                  <c:v>45782</c:v>
                </c:pt>
                <c:pt idx="42">
                  <c:v>45783</c:v>
                </c:pt>
                <c:pt idx="43">
                  <c:v>45784</c:v>
                </c:pt>
                <c:pt idx="44">
                  <c:v>45785</c:v>
                </c:pt>
                <c:pt idx="45">
                  <c:v>45786</c:v>
                </c:pt>
                <c:pt idx="46">
                  <c:v>45789</c:v>
                </c:pt>
                <c:pt idx="47">
                  <c:v>45790</c:v>
                </c:pt>
                <c:pt idx="48">
                  <c:v>45791</c:v>
                </c:pt>
                <c:pt idx="49">
                  <c:v>45792</c:v>
                </c:pt>
                <c:pt idx="50">
                  <c:v>45793</c:v>
                </c:pt>
                <c:pt idx="51">
                  <c:v>45796</c:v>
                </c:pt>
                <c:pt idx="52">
                  <c:v>45797</c:v>
                </c:pt>
                <c:pt idx="53">
                  <c:v>45798</c:v>
                </c:pt>
                <c:pt idx="54">
                  <c:v>45799</c:v>
                </c:pt>
                <c:pt idx="55">
                  <c:v>45800</c:v>
                </c:pt>
                <c:pt idx="56">
                  <c:v>45803</c:v>
                </c:pt>
                <c:pt idx="57">
                  <c:v>45804</c:v>
                </c:pt>
                <c:pt idx="58">
                  <c:v>45805</c:v>
                </c:pt>
                <c:pt idx="59">
                  <c:v>45806</c:v>
                </c:pt>
                <c:pt idx="60">
                  <c:v>45807</c:v>
                </c:pt>
                <c:pt idx="61">
                  <c:v>45810</c:v>
                </c:pt>
                <c:pt idx="62">
                  <c:v>45811</c:v>
                </c:pt>
                <c:pt idx="63">
                  <c:v>45812</c:v>
                </c:pt>
                <c:pt idx="64">
                  <c:v>45813</c:v>
                </c:pt>
                <c:pt idx="65">
                  <c:v>45814</c:v>
                </c:pt>
                <c:pt idx="66">
                  <c:v>45817</c:v>
                </c:pt>
                <c:pt idx="67">
                  <c:v>45818</c:v>
                </c:pt>
                <c:pt idx="68">
                  <c:v>45819</c:v>
                </c:pt>
                <c:pt idx="69">
                  <c:v>45820</c:v>
                </c:pt>
                <c:pt idx="70">
                  <c:v>45821</c:v>
                </c:pt>
                <c:pt idx="71">
                  <c:v>45824</c:v>
                </c:pt>
                <c:pt idx="72">
                  <c:v>45825</c:v>
                </c:pt>
                <c:pt idx="73">
                  <c:v>45826</c:v>
                </c:pt>
                <c:pt idx="74">
                  <c:v>45828</c:v>
                </c:pt>
                <c:pt idx="75">
                  <c:v>45831</c:v>
                </c:pt>
                <c:pt idx="76">
                  <c:v>45832</c:v>
                </c:pt>
                <c:pt idx="77">
                  <c:v>45833</c:v>
                </c:pt>
                <c:pt idx="78">
                  <c:v>45834</c:v>
                </c:pt>
                <c:pt idx="79">
                  <c:v>45835</c:v>
                </c:pt>
                <c:pt idx="80">
                  <c:v>45838</c:v>
                </c:pt>
                <c:pt idx="81">
                  <c:v>45839</c:v>
                </c:pt>
                <c:pt idx="82">
                  <c:v>45840</c:v>
                </c:pt>
                <c:pt idx="83">
                  <c:v>45841</c:v>
                </c:pt>
                <c:pt idx="84">
                  <c:v>45842</c:v>
                </c:pt>
                <c:pt idx="85">
                  <c:v>45845</c:v>
                </c:pt>
                <c:pt idx="86">
                  <c:v>45846</c:v>
                </c:pt>
                <c:pt idx="87">
                  <c:v>45847</c:v>
                </c:pt>
                <c:pt idx="88">
                  <c:v>45848</c:v>
                </c:pt>
                <c:pt idx="89">
                  <c:v>45849</c:v>
                </c:pt>
                <c:pt idx="90">
                  <c:v>45852</c:v>
                </c:pt>
                <c:pt idx="91">
                  <c:v>45853</c:v>
                </c:pt>
                <c:pt idx="92">
                  <c:v>45854</c:v>
                </c:pt>
                <c:pt idx="93">
                  <c:v>45855</c:v>
                </c:pt>
                <c:pt idx="94">
                  <c:v>45856</c:v>
                </c:pt>
                <c:pt idx="95">
                  <c:v>45859</c:v>
                </c:pt>
                <c:pt idx="96">
                  <c:v>45860</c:v>
                </c:pt>
                <c:pt idx="97">
                  <c:v>45861</c:v>
                </c:pt>
                <c:pt idx="98">
                  <c:v>45862</c:v>
                </c:pt>
                <c:pt idx="99">
                  <c:v>45863</c:v>
                </c:pt>
                <c:pt idx="100">
                  <c:v>45866</c:v>
                </c:pt>
                <c:pt idx="101">
                  <c:v>45867</c:v>
                </c:pt>
                <c:pt idx="102">
                  <c:v>45868</c:v>
                </c:pt>
                <c:pt idx="103">
                  <c:v>45869</c:v>
                </c:pt>
                <c:pt idx="104">
                  <c:v>45870</c:v>
                </c:pt>
                <c:pt idx="105">
                  <c:v>45873</c:v>
                </c:pt>
                <c:pt idx="106">
                  <c:v>45874</c:v>
                </c:pt>
                <c:pt idx="107">
                  <c:v>45875</c:v>
                </c:pt>
                <c:pt idx="108">
                  <c:v>45876</c:v>
                </c:pt>
                <c:pt idx="109">
                  <c:v>45877</c:v>
                </c:pt>
                <c:pt idx="110">
                  <c:v>45880</c:v>
                </c:pt>
                <c:pt idx="111">
                  <c:v>45881</c:v>
                </c:pt>
                <c:pt idx="112">
                  <c:v>45882</c:v>
                </c:pt>
                <c:pt idx="113">
                  <c:v>45883</c:v>
                </c:pt>
                <c:pt idx="114">
                  <c:v>45884</c:v>
                </c:pt>
                <c:pt idx="115">
                  <c:v>45887</c:v>
                </c:pt>
                <c:pt idx="116">
                  <c:v>45888</c:v>
                </c:pt>
                <c:pt idx="117">
                  <c:v>45889</c:v>
                </c:pt>
                <c:pt idx="118">
                  <c:v>45890</c:v>
                </c:pt>
                <c:pt idx="119">
                  <c:v>45891</c:v>
                </c:pt>
                <c:pt idx="120">
                  <c:v>45894</c:v>
                </c:pt>
                <c:pt idx="121">
                  <c:v>45895</c:v>
                </c:pt>
                <c:pt idx="122">
                  <c:v>45896</c:v>
                </c:pt>
                <c:pt idx="123">
                  <c:v>45897</c:v>
                </c:pt>
                <c:pt idx="124">
                  <c:v>45898</c:v>
                </c:pt>
                <c:pt idx="125">
                  <c:v>45901</c:v>
                </c:pt>
                <c:pt idx="126">
                  <c:v>45902</c:v>
                </c:pt>
                <c:pt idx="127">
                  <c:v>45903</c:v>
                </c:pt>
                <c:pt idx="128">
                  <c:v>45904</c:v>
                </c:pt>
                <c:pt idx="129">
                  <c:v>45905</c:v>
                </c:pt>
                <c:pt idx="130">
                  <c:v>45908</c:v>
                </c:pt>
                <c:pt idx="131">
                  <c:v>45909</c:v>
                </c:pt>
                <c:pt idx="132">
                  <c:v>45910</c:v>
                </c:pt>
                <c:pt idx="133">
                  <c:v>45911</c:v>
                </c:pt>
                <c:pt idx="134">
                  <c:v>45912</c:v>
                </c:pt>
                <c:pt idx="135">
                  <c:v>45915</c:v>
                </c:pt>
                <c:pt idx="136">
                  <c:v>45916</c:v>
                </c:pt>
                <c:pt idx="137">
                  <c:v>45917</c:v>
                </c:pt>
                <c:pt idx="138">
                  <c:v>45918</c:v>
                </c:pt>
                <c:pt idx="139">
                  <c:v>45919</c:v>
                </c:pt>
                <c:pt idx="140">
                  <c:v>45922</c:v>
                </c:pt>
                <c:pt idx="141">
                  <c:v>45923</c:v>
                </c:pt>
                <c:pt idx="142">
                  <c:v>45924</c:v>
                </c:pt>
                <c:pt idx="143">
                  <c:v>45925</c:v>
                </c:pt>
                <c:pt idx="144">
                  <c:v>45926</c:v>
                </c:pt>
                <c:pt idx="145">
                  <c:v>45929</c:v>
                </c:pt>
                <c:pt idx="146">
                  <c:v>45930</c:v>
                </c:pt>
                <c:pt idx="147">
                  <c:v>45931</c:v>
                </c:pt>
                <c:pt idx="148">
                  <c:v>45932</c:v>
                </c:pt>
                <c:pt idx="149">
                  <c:v>45933</c:v>
                </c:pt>
                <c:pt idx="150">
                  <c:v>45936</c:v>
                </c:pt>
                <c:pt idx="151">
                  <c:v>45937</c:v>
                </c:pt>
                <c:pt idx="152">
                  <c:v>45938</c:v>
                </c:pt>
                <c:pt idx="153">
                  <c:v>45939</c:v>
                </c:pt>
                <c:pt idx="154">
                  <c:v>45940</c:v>
                </c:pt>
                <c:pt idx="155">
                  <c:v>45943</c:v>
                </c:pt>
                <c:pt idx="156">
                  <c:v>45944</c:v>
                </c:pt>
                <c:pt idx="157">
                  <c:v>45945</c:v>
                </c:pt>
                <c:pt idx="158">
                  <c:v>45946</c:v>
                </c:pt>
                <c:pt idx="159">
                  <c:v>45947</c:v>
                </c:pt>
                <c:pt idx="160">
                  <c:v>45950</c:v>
                </c:pt>
                <c:pt idx="161">
                  <c:v>45951</c:v>
                </c:pt>
                <c:pt idx="162">
                  <c:v>45952</c:v>
                </c:pt>
                <c:pt idx="163">
                  <c:v>45953</c:v>
                </c:pt>
                <c:pt idx="164">
                  <c:v>45954</c:v>
                </c:pt>
                <c:pt idx="165">
                  <c:v>45957</c:v>
                </c:pt>
                <c:pt idx="166">
                  <c:v>45958</c:v>
                </c:pt>
                <c:pt idx="167">
                  <c:v>45959</c:v>
                </c:pt>
                <c:pt idx="168">
                  <c:v>45960</c:v>
                </c:pt>
                <c:pt idx="169">
                  <c:v>45961</c:v>
                </c:pt>
                <c:pt idx="170">
                  <c:v>45964</c:v>
                </c:pt>
                <c:pt idx="171">
                  <c:v>45965</c:v>
                </c:pt>
                <c:pt idx="172">
                  <c:v>45966</c:v>
                </c:pt>
                <c:pt idx="173">
                  <c:v>45967</c:v>
                </c:pt>
                <c:pt idx="174">
                  <c:v>45968</c:v>
                </c:pt>
                <c:pt idx="175">
                  <c:v>45971</c:v>
                </c:pt>
                <c:pt idx="176">
                  <c:v>45972</c:v>
                </c:pt>
                <c:pt idx="177">
                  <c:v>45973</c:v>
                </c:pt>
                <c:pt idx="178">
                  <c:v>45974</c:v>
                </c:pt>
                <c:pt idx="179">
                  <c:v>45975</c:v>
                </c:pt>
                <c:pt idx="180">
                  <c:v>45978</c:v>
                </c:pt>
                <c:pt idx="181">
                  <c:v>45979</c:v>
                </c:pt>
                <c:pt idx="182">
                  <c:v>45980</c:v>
                </c:pt>
                <c:pt idx="183">
                  <c:v>45982</c:v>
                </c:pt>
                <c:pt idx="184">
                  <c:v>45985</c:v>
                </c:pt>
                <c:pt idx="185">
                  <c:v>45986</c:v>
                </c:pt>
                <c:pt idx="186">
                  <c:v>45987</c:v>
                </c:pt>
                <c:pt idx="187">
                  <c:v>45988</c:v>
                </c:pt>
                <c:pt idx="188">
                  <c:v>45989</c:v>
                </c:pt>
                <c:pt idx="189">
                  <c:v>45992</c:v>
                </c:pt>
                <c:pt idx="190">
                  <c:v>45993</c:v>
                </c:pt>
                <c:pt idx="191">
                  <c:v>45994</c:v>
                </c:pt>
                <c:pt idx="192">
                  <c:v>45995</c:v>
                </c:pt>
                <c:pt idx="193">
                  <c:v>45996</c:v>
                </c:pt>
                <c:pt idx="194">
                  <c:v>45999</c:v>
                </c:pt>
                <c:pt idx="195">
                  <c:v>46000</c:v>
                </c:pt>
                <c:pt idx="196">
                  <c:v>46001</c:v>
                </c:pt>
                <c:pt idx="197">
                  <c:v>46002</c:v>
                </c:pt>
                <c:pt idx="198">
                  <c:v>46003</c:v>
                </c:pt>
                <c:pt idx="199">
                  <c:v>46006</c:v>
                </c:pt>
                <c:pt idx="200">
                  <c:v>46007</c:v>
                </c:pt>
                <c:pt idx="201">
                  <c:v>46008</c:v>
                </c:pt>
                <c:pt idx="202">
                  <c:v>46009</c:v>
                </c:pt>
                <c:pt idx="203">
                  <c:v>46010</c:v>
                </c:pt>
                <c:pt idx="204">
                  <c:v>46013</c:v>
                </c:pt>
                <c:pt idx="205">
                  <c:v>46014</c:v>
                </c:pt>
                <c:pt idx="206">
                  <c:v>46017</c:v>
                </c:pt>
                <c:pt idx="207">
                  <c:v>46020</c:v>
                </c:pt>
                <c:pt idx="208">
                  <c:v>46021</c:v>
                </c:pt>
                <c:pt idx="209">
                  <c:v>46024</c:v>
                </c:pt>
                <c:pt idx="210">
                  <c:v>46027</c:v>
                </c:pt>
                <c:pt idx="211">
                  <c:v>46028</c:v>
                </c:pt>
                <c:pt idx="212">
                  <c:v>46029</c:v>
                </c:pt>
                <c:pt idx="213">
                  <c:v>46030</c:v>
                </c:pt>
                <c:pt idx="214">
                  <c:v>46031</c:v>
                </c:pt>
                <c:pt idx="215">
                  <c:v>46034</c:v>
                </c:pt>
                <c:pt idx="216">
                  <c:v>46035</c:v>
                </c:pt>
                <c:pt idx="217">
                  <c:v>46036</c:v>
                </c:pt>
                <c:pt idx="218">
                  <c:v>46037</c:v>
                </c:pt>
                <c:pt idx="219">
                  <c:v>46038</c:v>
                </c:pt>
                <c:pt idx="220">
                  <c:v>46041</c:v>
                </c:pt>
                <c:pt idx="221">
                  <c:v>46042</c:v>
                </c:pt>
                <c:pt idx="222">
                  <c:v>46043</c:v>
                </c:pt>
                <c:pt idx="223">
                  <c:v>46044</c:v>
                </c:pt>
                <c:pt idx="224">
                  <c:v>46045</c:v>
                </c:pt>
                <c:pt idx="225">
                  <c:v>46048</c:v>
                </c:pt>
                <c:pt idx="226">
                  <c:v>46049</c:v>
                </c:pt>
                <c:pt idx="227">
                  <c:v>46050</c:v>
                </c:pt>
                <c:pt idx="228">
                  <c:v>46051</c:v>
                </c:pt>
                <c:pt idx="229">
                  <c:v>46052</c:v>
                </c:pt>
                <c:pt idx="230">
                  <c:v>46055</c:v>
                </c:pt>
                <c:pt idx="231">
                  <c:v>46056</c:v>
                </c:pt>
                <c:pt idx="232">
                  <c:v>46057</c:v>
                </c:pt>
                <c:pt idx="233">
                  <c:v>46058</c:v>
                </c:pt>
                <c:pt idx="234">
                  <c:v>46059</c:v>
                </c:pt>
                <c:pt idx="235">
                  <c:v>46062</c:v>
                </c:pt>
                <c:pt idx="236">
                  <c:v>46063</c:v>
                </c:pt>
                <c:pt idx="237">
                  <c:v>46064</c:v>
                </c:pt>
                <c:pt idx="238">
                  <c:v>46065</c:v>
                </c:pt>
                <c:pt idx="239">
                  <c:v>46066</c:v>
                </c:pt>
                <c:pt idx="240">
                  <c:v>46071</c:v>
                </c:pt>
                <c:pt idx="241">
                  <c:v>46072</c:v>
                </c:pt>
                <c:pt idx="242">
                  <c:v>46073</c:v>
                </c:pt>
                <c:pt idx="243">
                  <c:v>46076</c:v>
                </c:pt>
                <c:pt idx="244">
                  <c:v>46077</c:v>
                </c:pt>
                <c:pt idx="245">
                  <c:v>46078</c:v>
                </c:pt>
                <c:pt idx="246">
                  <c:v>46079</c:v>
                </c:pt>
                <c:pt idx="247">
                  <c:v>46080</c:v>
                </c:pt>
                <c:pt idx="248">
                  <c:v>46083</c:v>
                </c:pt>
                <c:pt idx="249">
                  <c:v>46084</c:v>
                </c:pt>
                <c:pt idx="250">
                  <c:v>46085</c:v>
                </c:pt>
                <c:pt idx="251">
                  <c:v>46086</c:v>
                </c:pt>
                <c:pt idx="252">
                  <c:v>46087</c:v>
                </c:pt>
                <c:pt idx="253">
                  <c:v>46090</c:v>
                </c:pt>
                <c:pt idx="254">
                  <c:v>46091</c:v>
                </c:pt>
                <c:pt idx="255">
                  <c:v>46092</c:v>
                </c:pt>
                <c:pt idx="256">
                  <c:v>46093</c:v>
                </c:pt>
                <c:pt idx="257">
                  <c:v>46094</c:v>
                </c:pt>
                <c:pt idx="258">
                  <c:v>46097</c:v>
                </c:pt>
                <c:pt idx="259">
                  <c:v>46098</c:v>
                </c:pt>
                <c:pt idx="260">
                  <c:v>46099</c:v>
                </c:pt>
                <c:pt idx="261">
                  <c:v>46100</c:v>
                </c:pt>
                <c:pt idx="262">
                  <c:v>46101</c:v>
                </c:pt>
                <c:pt idx="263">
                  <c:v>46104</c:v>
                </c:pt>
                <c:pt idx="264">
                  <c:v>46105</c:v>
                </c:pt>
                <c:pt idx="265">
                  <c:v>46106</c:v>
                </c:pt>
                <c:pt idx="266">
                  <c:v>46107</c:v>
                </c:pt>
                <c:pt idx="267">
                  <c:v>46108</c:v>
                </c:pt>
                <c:pt idx="268">
                  <c:v>46111</c:v>
                </c:pt>
                <c:pt idx="269">
                  <c:v>46112</c:v>
                </c:pt>
                <c:pt idx="270">
                  <c:v>46113</c:v>
                </c:pt>
                <c:pt idx="271">
                  <c:v>46114</c:v>
                </c:pt>
                <c:pt idx="272">
                  <c:v>46118</c:v>
                </c:pt>
                <c:pt idx="273">
                  <c:v>46119</c:v>
                </c:pt>
                <c:pt idx="274">
                  <c:v>46120</c:v>
                </c:pt>
                <c:pt idx="275">
                  <c:v>46121</c:v>
                </c:pt>
                <c:pt idx="276">
                  <c:v>46122</c:v>
                </c:pt>
                <c:pt idx="277">
                  <c:v>46125</c:v>
                </c:pt>
                <c:pt idx="278">
                  <c:v>46126</c:v>
                </c:pt>
                <c:pt idx="279">
                  <c:v>46127</c:v>
                </c:pt>
                <c:pt idx="280">
                  <c:v>46128</c:v>
                </c:pt>
                <c:pt idx="281">
                  <c:v>46129</c:v>
                </c:pt>
                <c:pt idx="282">
                  <c:v>46132</c:v>
                </c:pt>
                <c:pt idx="283">
                  <c:v>46134</c:v>
                </c:pt>
                <c:pt idx="284">
                  <c:v>46135</c:v>
                </c:pt>
                <c:pt idx="285">
                  <c:v>46136</c:v>
                </c:pt>
                <c:pt idx="286">
                  <c:v>46139</c:v>
                </c:pt>
                <c:pt idx="287">
                  <c:v>46140</c:v>
                </c:pt>
                <c:pt idx="288">
                  <c:v>46141</c:v>
                </c:pt>
                <c:pt idx="289">
                  <c:v>46142</c:v>
                </c:pt>
                <c:pt idx="290">
                  <c:v>46146</c:v>
                </c:pt>
                <c:pt idx="291">
                  <c:v>46147</c:v>
                </c:pt>
                <c:pt idx="292">
                  <c:v>46148</c:v>
                </c:pt>
                <c:pt idx="293">
                  <c:v>46149</c:v>
                </c:pt>
                <c:pt idx="294">
                  <c:v>46150</c:v>
                </c:pt>
                <c:pt idx="295">
                  <c:v>46153</c:v>
                </c:pt>
                <c:pt idx="296">
                  <c:v>46154</c:v>
                </c:pt>
                <c:pt idx="297">
                  <c:v>46155</c:v>
                </c:pt>
                <c:pt idx="298">
                  <c:v>46156</c:v>
                </c:pt>
                <c:pt idx="299">
                  <c:v>46157</c:v>
                </c:pt>
                <c:pt idx="300">
                  <c:v>46160</c:v>
                </c:pt>
                <c:pt idx="301">
                  <c:v>46161</c:v>
                </c:pt>
                <c:pt idx="302">
                  <c:v>46162</c:v>
                </c:pt>
                <c:pt idx="303">
                  <c:v>46163</c:v>
                </c:pt>
                <c:pt idx="304">
                  <c:v>46164</c:v>
                </c:pt>
                <c:pt idx="305">
                  <c:v>46167</c:v>
                </c:pt>
                <c:pt idx="306">
                  <c:v>46168</c:v>
                </c:pt>
                <c:pt idx="307">
                  <c:v>46169</c:v>
                </c:pt>
                <c:pt idx="308">
                  <c:v>46170</c:v>
                </c:pt>
                <c:pt idx="309">
                  <c:v>46171</c:v>
                </c:pt>
                <c:pt idx="310">
                  <c:v>46174</c:v>
                </c:pt>
                <c:pt idx="311">
                  <c:v>46175</c:v>
                </c:pt>
                <c:pt idx="312">
                  <c:v>46176</c:v>
                </c:pt>
                <c:pt idx="313">
                  <c:v>46178</c:v>
                </c:pt>
                <c:pt idx="314">
                  <c:v>46181</c:v>
                </c:pt>
                <c:pt idx="315">
                  <c:v>46182</c:v>
                </c:pt>
                <c:pt idx="316">
                  <c:v>46183</c:v>
                </c:pt>
                <c:pt idx="317">
                  <c:v>46184</c:v>
                </c:pt>
                <c:pt idx="318">
                  <c:v>46185</c:v>
                </c:pt>
                <c:pt idx="319">
                  <c:v>46188</c:v>
                </c:pt>
                <c:pt idx="320">
                  <c:v>46189</c:v>
                </c:pt>
                <c:pt idx="321">
                  <c:v>46190</c:v>
                </c:pt>
                <c:pt idx="322">
                  <c:v>46191</c:v>
                </c:pt>
                <c:pt idx="323">
                  <c:v>46192</c:v>
                </c:pt>
                <c:pt idx="324">
                  <c:v>46195</c:v>
                </c:pt>
                <c:pt idx="325">
                  <c:v>46196</c:v>
                </c:pt>
                <c:pt idx="326">
                  <c:v>46197</c:v>
                </c:pt>
                <c:pt idx="327">
                  <c:v>46198</c:v>
                </c:pt>
                <c:pt idx="328">
                  <c:v>46199</c:v>
                </c:pt>
                <c:pt idx="329">
                  <c:v>46202</c:v>
                </c:pt>
                <c:pt idx="330">
                  <c:v>46203</c:v>
                </c:pt>
                <c:pt idx="331">
                  <c:v>46204</c:v>
                </c:pt>
                <c:pt idx="332">
                  <c:v>46205</c:v>
                </c:pt>
                <c:pt idx="333">
                  <c:v>46206</c:v>
                </c:pt>
                <c:pt idx="334">
                  <c:v>46209</c:v>
                </c:pt>
                <c:pt idx="335">
                  <c:v>46210</c:v>
                </c:pt>
                <c:pt idx="336">
                  <c:v>46211</c:v>
                </c:pt>
                <c:pt idx="337">
                  <c:v>46212</c:v>
                </c:pt>
                <c:pt idx="338">
                  <c:v>46213</c:v>
                </c:pt>
                <c:pt idx="339">
                  <c:v>46216</c:v>
                </c:pt>
                <c:pt idx="340">
                  <c:v>46217</c:v>
                </c:pt>
                <c:pt idx="341">
                  <c:v>46218</c:v>
                </c:pt>
                <c:pt idx="342">
                  <c:v>46219</c:v>
                </c:pt>
                <c:pt idx="343">
                  <c:v>46220</c:v>
                </c:pt>
                <c:pt idx="344">
                  <c:v>46223</c:v>
                </c:pt>
                <c:pt idx="345">
                  <c:v>46224</c:v>
                </c:pt>
                <c:pt idx="346">
                  <c:v>46225</c:v>
                </c:pt>
                <c:pt idx="347">
                  <c:v>46226</c:v>
                </c:pt>
                <c:pt idx="348">
                  <c:v>46227</c:v>
                </c:pt>
                <c:pt idx="349">
                  <c:v>46230</c:v>
                </c:pt>
                <c:pt idx="350">
                  <c:v>46231</c:v>
                </c:pt>
                <c:pt idx="351">
                  <c:v>46232</c:v>
                </c:pt>
                <c:pt idx="352">
                  <c:v>46233</c:v>
                </c:pt>
                <c:pt idx="353">
                  <c:v>46234</c:v>
                </c:pt>
                <c:pt idx="354">
                  <c:v>46237</c:v>
                </c:pt>
                <c:pt idx="355">
                  <c:v>46238</c:v>
                </c:pt>
                <c:pt idx="356">
                  <c:v>46239</c:v>
                </c:pt>
                <c:pt idx="357">
                  <c:v>46240</c:v>
                </c:pt>
                <c:pt idx="358">
                  <c:v>46241</c:v>
                </c:pt>
                <c:pt idx="359">
                  <c:v>46244</c:v>
                </c:pt>
                <c:pt idx="360">
                  <c:v>46245</c:v>
                </c:pt>
                <c:pt idx="361">
                  <c:v>46246</c:v>
                </c:pt>
                <c:pt idx="362">
                  <c:v>46247</c:v>
                </c:pt>
                <c:pt idx="363">
                  <c:v>46248</c:v>
                </c:pt>
                <c:pt idx="364">
                  <c:v>46251</c:v>
                </c:pt>
                <c:pt idx="365">
                  <c:v>46252</c:v>
                </c:pt>
                <c:pt idx="366">
                  <c:v>46253</c:v>
                </c:pt>
                <c:pt idx="367">
                  <c:v>46254</c:v>
                </c:pt>
                <c:pt idx="368">
                  <c:v>46255</c:v>
                </c:pt>
                <c:pt idx="369">
                  <c:v>46258</c:v>
                </c:pt>
                <c:pt idx="370">
                  <c:v>46259</c:v>
                </c:pt>
                <c:pt idx="371">
                  <c:v>46260</c:v>
                </c:pt>
                <c:pt idx="372">
                  <c:v>46261</c:v>
                </c:pt>
                <c:pt idx="373">
                  <c:v>46262</c:v>
                </c:pt>
                <c:pt idx="374">
                  <c:v>46265</c:v>
                </c:pt>
                <c:pt idx="375">
                  <c:v>46266</c:v>
                </c:pt>
                <c:pt idx="376">
                  <c:v>46267</c:v>
                </c:pt>
                <c:pt idx="377">
                  <c:v>46268</c:v>
                </c:pt>
                <c:pt idx="378">
                  <c:v>46269</c:v>
                </c:pt>
                <c:pt idx="379">
                  <c:v>46273</c:v>
                </c:pt>
                <c:pt idx="380">
                  <c:v>46274</c:v>
                </c:pt>
                <c:pt idx="381">
                  <c:v>46275</c:v>
                </c:pt>
                <c:pt idx="382">
                  <c:v>46276</c:v>
                </c:pt>
                <c:pt idx="383">
                  <c:v>46279</c:v>
                </c:pt>
                <c:pt idx="384">
                  <c:v>46280</c:v>
                </c:pt>
                <c:pt idx="385">
                  <c:v>46281</c:v>
                </c:pt>
                <c:pt idx="386">
                  <c:v>46282</c:v>
                </c:pt>
                <c:pt idx="387">
                  <c:v>46283</c:v>
                </c:pt>
                <c:pt idx="388">
                  <c:v>46286</c:v>
                </c:pt>
                <c:pt idx="389">
                  <c:v>46287</c:v>
                </c:pt>
                <c:pt idx="390">
                  <c:v>46288</c:v>
                </c:pt>
                <c:pt idx="391">
                  <c:v>46289</c:v>
                </c:pt>
                <c:pt idx="392">
                  <c:v>46290</c:v>
                </c:pt>
                <c:pt idx="393">
                  <c:v>46293</c:v>
                </c:pt>
                <c:pt idx="394">
                  <c:v>46294</c:v>
                </c:pt>
                <c:pt idx="395">
                  <c:v>46295</c:v>
                </c:pt>
              </c:numCache>
            </c:numRef>
          </c:cat>
          <c:val>
            <c:numRef>
              <c:f>'Charts Base 100'!$O$4:$O$399</c:f>
              <c:numCache>
                <c:formatCode>0.0</c:formatCode>
                <c:ptCount val="396"/>
                <c:pt idx="0">
                  <c:v>100</c:v>
                </c:pt>
                <c:pt idx="1">
                  <c:v>100.20176045278512</c:v>
                </c:pt>
                <c:pt idx="2">
                  <c:v>100.45477535704866</c:v>
                </c:pt>
                <c:pt idx="3">
                  <c:v>101.82048580327428</c:v>
                </c:pt>
                <c:pt idx="4">
                  <c:v>101.40089800339726</c:v>
                </c:pt>
                <c:pt idx="5">
                  <c:v>100.57676323171451</c:v>
                </c:pt>
                <c:pt idx="6">
                  <c:v>100.86678981090169</c:v>
                </c:pt>
                <c:pt idx="7">
                  <c:v>102.31110833150311</c:v>
                </c:pt>
                <c:pt idx="8">
                  <c:v>105.01469514147051</c:v>
                </c:pt>
                <c:pt idx="9">
                  <c:v>106.54310223308659</c:v>
                </c:pt>
                <c:pt idx="10">
                  <c:v>107.06490577413889</c:v>
                </c:pt>
                <c:pt idx="11">
                  <c:v>107.90670354316146</c:v>
                </c:pt>
                <c:pt idx="12">
                  <c:v>107.45592658707814</c:v>
                </c:pt>
                <c:pt idx="13">
                  <c:v>107.7735022303504</c:v>
                </c:pt>
                <c:pt idx="14">
                  <c:v>106.94007585886834</c:v>
                </c:pt>
                <c:pt idx="15">
                  <c:v>107.54777580192166</c:v>
                </c:pt>
                <c:pt idx="16">
                  <c:v>107.91580784515585</c:v>
                </c:pt>
                <c:pt idx="17">
                  <c:v>108.42812434522112</c:v>
                </c:pt>
                <c:pt idx="18">
                  <c:v>107.41299467284327</c:v>
                </c:pt>
                <c:pt idx="19">
                  <c:v>106.07533003705484</c:v>
                </c:pt>
                <c:pt idx="20">
                  <c:v>106.79825884703217</c:v>
                </c:pt>
                <c:pt idx="21">
                  <c:v>106.83331611007867</c:v>
                </c:pt>
                <c:pt idx="22">
                  <c:v>106.79285164083871</c:v>
                </c:pt>
                <c:pt idx="23">
                  <c:v>103.62943243309051</c:v>
                </c:pt>
                <c:pt idx="24">
                  <c:v>102.2711894689122</c:v>
                </c:pt>
                <c:pt idx="25">
                  <c:v>100.92248240601783</c:v>
                </c:pt>
                <c:pt idx="26">
                  <c:v>104.06911810177095</c:v>
                </c:pt>
                <c:pt idx="27">
                  <c:v>102.89551005630416</c:v>
                </c:pt>
                <c:pt idx="28">
                  <c:v>103.97666627659864</c:v>
                </c:pt>
                <c:pt idx="29">
                  <c:v>105.41927468680754</c:v>
                </c:pt>
                <c:pt idx="30">
                  <c:v>105.24946886821392</c:v>
                </c:pt>
                <c:pt idx="31">
                  <c:v>104.49335577323905</c:v>
                </c:pt>
                <c:pt idx="32">
                  <c:v>105.5789827107025</c:v>
                </c:pt>
                <c:pt idx="33">
                  <c:v>106.24213909077014</c:v>
                </c:pt>
                <c:pt idx="34">
                  <c:v>107.66860731622685</c:v>
                </c:pt>
                <c:pt idx="35">
                  <c:v>109.5939961770075</c:v>
                </c:pt>
                <c:pt idx="36">
                  <c:v>109.72335381312679</c:v>
                </c:pt>
                <c:pt idx="37">
                  <c:v>109.94860792535191</c:v>
                </c:pt>
                <c:pt idx="38">
                  <c:v>110.01139340690554</c:v>
                </c:pt>
                <c:pt idx="39">
                  <c:v>109.99020432480404</c:v>
                </c:pt>
                <c:pt idx="40">
                  <c:v>110.0446916992626</c:v>
                </c:pt>
                <c:pt idx="41">
                  <c:v>108.70701892009136</c:v>
                </c:pt>
                <c:pt idx="42">
                  <c:v>108.72704349844938</c:v>
                </c:pt>
                <c:pt idx="43">
                  <c:v>108.6307072796712</c:v>
                </c:pt>
                <c:pt idx="44">
                  <c:v>110.9388514198273</c:v>
                </c:pt>
                <c:pt idx="45">
                  <c:v>111.16684985206324</c:v>
                </c:pt>
                <c:pt idx="46">
                  <c:v>111.20862540593745</c:v>
                </c:pt>
                <c:pt idx="47">
                  <c:v>113.16298027941411</c:v>
                </c:pt>
                <c:pt idx="48">
                  <c:v>112.72301773571775</c:v>
                </c:pt>
                <c:pt idx="49">
                  <c:v>113.4653196534274</c:v>
                </c:pt>
                <c:pt idx="50">
                  <c:v>113.3456200693344</c:v>
                </c:pt>
                <c:pt idx="51">
                  <c:v>113.71127424478472</c:v>
                </c:pt>
                <c:pt idx="52">
                  <c:v>114.09663540666304</c:v>
                </c:pt>
                <c:pt idx="53">
                  <c:v>112.28199655225457</c:v>
                </c:pt>
                <c:pt idx="54">
                  <c:v>111.78632512667643</c:v>
                </c:pt>
                <c:pt idx="55">
                  <c:v>112.23559555693777</c:v>
                </c:pt>
                <c:pt idx="56">
                  <c:v>112.48954695022579</c:v>
                </c:pt>
                <c:pt idx="57">
                  <c:v>113.63376552708984</c:v>
                </c:pt>
                <c:pt idx="58">
                  <c:v>113.10166060676835</c:v>
                </c:pt>
                <c:pt idx="59">
                  <c:v>112.81329527767674</c:v>
                </c:pt>
                <c:pt idx="60">
                  <c:v>111.58602233941636</c:v>
                </c:pt>
                <c:pt idx="61">
                  <c:v>111.39060558184919</c:v>
                </c:pt>
                <c:pt idx="62">
                  <c:v>112.00918508435201</c:v>
                </c:pt>
                <c:pt idx="63">
                  <c:v>111.56563130883134</c:v>
                </c:pt>
                <c:pt idx="64">
                  <c:v>110.9424915119485</c:v>
                </c:pt>
                <c:pt idx="65">
                  <c:v>110.83315031080443</c:v>
                </c:pt>
                <c:pt idx="66">
                  <c:v>110.50519999781757</c:v>
                </c:pt>
                <c:pt idx="67">
                  <c:v>111.10511486689356</c:v>
                </c:pt>
                <c:pt idx="68">
                  <c:v>111.66861252799187</c:v>
                </c:pt>
                <c:pt idx="69">
                  <c:v>112.21560355211102</c:v>
                </c:pt>
                <c:pt idx="70">
                  <c:v>111.73749740327881</c:v>
                </c:pt>
                <c:pt idx="71">
                  <c:v>113.40141852842721</c:v>
                </c:pt>
                <c:pt idx="72">
                  <c:v>113.06274338026445</c:v>
                </c:pt>
                <c:pt idx="73">
                  <c:v>112.962270323013</c:v>
                </c:pt>
                <c:pt idx="74">
                  <c:v>111.65866945756682</c:v>
                </c:pt>
                <c:pt idx="75">
                  <c:v>111.19829959651982</c:v>
                </c:pt>
                <c:pt idx="76">
                  <c:v>111.69839287897003</c:v>
                </c:pt>
                <c:pt idx="77">
                  <c:v>110.56050171055828</c:v>
                </c:pt>
                <c:pt idx="78">
                  <c:v>111.65708964129948</c:v>
                </c:pt>
                <c:pt idx="79">
                  <c:v>111.45505231349841</c:v>
                </c:pt>
                <c:pt idx="80">
                  <c:v>113.0746164324182</c:v>
                </c:pt>
                <c:pt idx="81">
                  <c:v>113.64044310100344</c:v>
                </c:pt>
                <c:pt idx="82">
                  <c:v>113.2344954673524</c:v>
                </c:pt>
                <c:pt idx="83">
                  <c:v>114.76295141926539</c:v>
                </c:pt>
                <c:pt idx="84">
                  <c:v>115.03632478058266</c:v>
                </c:pt>
                <c:pt idx="85">
                  <c:v>113.59180267541072</c:v>
                </c:pt>
                <c:pt idx="86">
                  <c:v>113.43964356739126</c:v>
                </c:pt>
                <c:pt idx="87">
                  <c:v>111.95587035701975</c:v>
                </c:pt>
                <c:pt idx="88">
                  <c:v>111.35527144378676</c:v>
                </c:pt>
                <c:pt idx="89">
                  <c:v>110.90254007582629</c:v>
                </c:pt>
                <c:pt idx="90">
                  <c:v>110.17914709302813</c:v>
                </c:pt>
                <c:pt idx="91">
                  <c:v>110.1393340944139</c:v>
                </c:pt>
                <c:pt idx="92">
                  <c:v>110.35178680884361</c:v>
                </c:pt>
                <c:pt idx="93">
                  <c:v>110.39555749150909</c:v>
                </c:pt>
                <c:pt idx="94">
                  <c:v>108.61772672745376</c:v>
                </c:pt>
                <c:pt idx="95">
                  <c:v>109.25709628629984</c:v>
                </c:pt>
                <c:pt idx="96">
                  <c:v>109.15041797133838</c:v>
                </c:pt>
                <c:pt idx="97">
                  <c:v>110.23556444921537</c:v>
                </c:pt>
                <c:pt idx="98">
                  <c:v>108.96464297903185</c:v>
                </c:pt>
                <c:pt idx="99">
                  <c:v>108.73385136648814</c:v>
                </c:pt>
                <c:pt idx="100">
                  <c:v>107.59791460995355</c:v>
                </c:pt>
                <c:pt idx="101">
                  <c:v>108.08360224819256</c:v>
                </c:pt>
                <c:pt idx="102">
                  <c:v>109.1129746971252</c:v>
                </c:pt>
                <c:pt idx="103">
                  <c:v>108.36485026069818</c:v>
                </c:pt>
                <c:pt idx="104">
                  <c:v>107.84883666483198</c:v>
                </c:pt>
                <c:pt idx="105">
                  <c:v>108.28353858322568</c:v>
                </c:pt>
                <c:pt idx="106">
                  <c:v>108.43020090784059</c:v>
                </c:pt>
                <c:pt idx="107">
                  <c:v>109.55913435514873</c:v>
                </c:pt>
                <c:pt idx="108">
                  <c:v>111.17965939324142</c:v>
                </c:pt>
                <c:pt idx="109">
                  <c:v>110.67936252622067</c:v>
                </c:pt>
                <c:pt idx="110">
                  <c:v>110.44312299056939</c:v>
                </c:pt>
                <c:pt idx="111">
                  <c:v>112.30838925597902</c:v>
                </c:pt>
                <c:pt idx="112">
                  <c:v>111.30971736028337</c:v>
                </c:pt>
                <c:pt idx="113">
                  <c:v>111.03973164621986</c:v>
                </c:pt>
                <c:pt idx="114">
                  <c:v>111.02750842860479</c:v>
                </c:pt>
                <c:pt idx="115">
                  <c:v>111.82626841941583</c:v>
                </c:pt>
                <c:pt idx="116">
                  <c:v>109.47333567374156</c:v>
                </c:pt>
                <c:pt idx="117">
                  <c:v>109.66405369942073</c:v>
                </c:pt>
                <c:pt idx="118">
                  <c:v>109.53733451933562</c:v>
                </c:pt>
                <c:pt idx="119">
                  <c:v>112.35274626220765</c:v>
                </c:pt>
                <c:pt idx="120">
                  <c:v>112.39917983105578</c:v>
                </c:pt>
                <c:pt idx="121">
                  <c:v>112.19251706181213</c:v>
                </c:pt>
                <c:pt idx="122">
                  <c:v>113.36062018049157</c:v>
                </c:pt>
                <c:pt idx="123">
                  <c:v>114.86176322642132</c:v>
                </c:pt>
                <c:pt idx="124">
                  <c:v>115.16556026595963</c:v>
                </c:pt>
                <c:pt idx="125">
                  <c:v>115.05216366017045</c:v>
                </c:pt>
                <c:pt idx="126">
                  <c:v>114.28029311943598</c:v>
                </c:pt>
                <c:pt idx="127">
                  <c:v>113.8963081892545</c:v>
                </c:pt>
                <c:pt idx="128">
                  <c:v>114.8162009995351</c:v>
                </c:pt>
                <c:pt idx="129">
                  <c:v>116.15732657302267</c:v>
                </c:pt>
                <c:pt idx="130">
                  <c:v>115.4663116803227</c:v>
                </c:pt>
                <c:pt idx="131">
                  <c:v>115.32519499940921</c:v>
                </c:pt>
                <c:pt idx="132">
                  <c:v>115.91999582407331</c:v>
                </c:pt>
                <c:pt idx="133">
                  <c:v>116.57320913371589</c:v>
                </c:pt>
                <c:pt idx="134">
                  <c:v>115.85719405575398</c:v>
                </c:pt>
                <c:pt idx="135">
                  <c:v>116.89547536549333</c:v>
                </c:pt>
                <c:pt idx="136">
                  <c:v>117.31498987492498</c:v>
                </c:pt>
                <c:pt idx="137">
                  <c:v>118.56246654596545</c:v>
                </c:pt>
                <c:pt idx="138">
                  <c:v>118.48580474008399</c:v>
                </c:pt>
                <c:pt idx="139">
                  <c:v>118.78354310280311</c:v>
                </c:pt>
                <c:pt idx="140">
                  <c:v>118.16801736885836</c:v>
                </c:pt>
                <c:pt idx="141">
                  <c:v>119.23943410329832</c:v>
                </c:pt>
                <c:pt idx="142">
                  <c:v>119.29384004392867</c:v>
                </c:pt>
                <c:pt idx="143">
                  <c:v>118.32842572367598</c:v>
                </c:pt>
                <c:pt idx="144">
                  <c:v>118.44278324863808</c:v>
                </c:pt>
                <c:pt idx="145">
                  <c:v>119.16765832710973</c:v>
                </c:pt>
                <c:pt idx="146">
                  <c:v>119.08640365331696</c:v>
                </c:pt>
                <c:pt idx="147">
                  <c:v>118.50034882180316</c:v>
                </c:pt>
                <c:pt idx="148">
                  <c:v>117.22370255349614</c:v>
                </c:pt>
                <c:pt idx="149">
                  <c:v>117.42810960569822</c:v>
                </c:pt>
                <c:pt idx="150">
                  <c:v>116.94555716984547</c:v>
                </c:pt>
                <c:pt idx="151">
                  <c:v>115.11195237684579</c:v>
                </c:pt>
                <c:pt idx="152">
                  <c:v>115.75442456454685</c:v>
                </c:pt>
                <c:pt idx="153">
                  <c:v>115.39840401097435</c:v>
                </c:pt>
                <c:pt idx="154">
                  <c:v>114.56138640766801</c:v>
                </c:pt>
                <c:pt idx="155">
                  <c:v>115.45961781964344</c:v>
                </c:pt>
                <c:pt idx="156">
                  <c:v>115.37788268626421</c:v>
                </c:pt>
                <c:pt idx="157">
                  <c:v>116.12761951248987</c:v>
                </c:pt>
                <c:pt idx="158">
                  <c:v>115.79892000828343</c:v>
                </c:pt>
                <c:pt idx="159">
                  <c:v>116.77499401664947</c:v>
                </c:pt>
                <c:pt idx="160">
                  <c:v>117.679471403249</c:v>
                </c:pt>
                <c:pt idx="161">
                  <c:v>117.33405353411007</c:v>
                </c:pt>
                <c:pt idx="162">
                  <c:v>117.97545893866152</c:v>
                </c:pt>
                <c:pt idx="163">
                  <c:v>118.66617252619707</c:v>
                </c:pt>
                <c:pt idx="164">
                  <c:v>119.03362638925093</c:v>
                </c:pt>
                <c:pt idx="165">
                  <c:v>119.68256442291226</c:v>
                </c:pt>
                <c:pt idx="166">
                  <c:v>120.05699716504414</c:v>
                </c:pt>
                <c:pt idx="167">
                  <c:v>121.03748488689941</c:v>
                </c:pt>
                <c:pt idx="168">
                  <c:v>121.15742877247706</c:v>
                </c:pt>
                <c:pt idx="169">
                  <c:v>121.77649687794919</c:v>
                </c:pt>
                <c:pt idx="170">
                  <c:v>122.5206473435593</c:v>
                </c:pt>
                <c:pt idx="171">
                  <c:v>122.72419934056516</c:v>
                </c:pt>
                <c:pt idx="172">
                  <c:v>124.8335309325175</c:v>
                </c:pt>
                <c:pt idx="173">
                  <c:v>124.86951654120564</c:v>
                </c:pt>
                <c:pt idx="174">
                  <c:v>125.45983036193509</c:v>
                </c:pt>
                <c:pt idx="175">
                  <c:v>126.43197111639834</c:v>
                </c:pt>
                <c:pt idx="176">
                  <c:v>128.46072393533208</c:v>
                </c:pt>
                <c:pt idx="177">
                  <c:v>128.36650499608751</c:v>
                </c:pt>
                <c:pt idx="178">
                  <c:v>127.98338326448511</c:v>
                </c:pt>
                <c:pt idx="179">
                  <c:v>128.45265384295601</c:v>
                </c:pt>
                <c:pt idx="180">
                  <c:v>127.84535292566093</c:v>
                </c:pt>
                <c:pt idx="181">
                  <c:v>127.46196246242542</c:v>
                </c:pt>
                <c:pt idx="182">
                  <c:v>126.53241974350136</c:v>
                </c:pt>
                <c:pt idx="183">
                  <c:v>126.03521736195276</c:v>
                </c:pt>
                <c:pt idx="184">
                  <c:v>126.44846146661185</c:v>
                </c:pt>
                <c:pt idx="185">
                  <c:v>126.96362815066463</c:v>
                </c:pt>
                <c:pt idx="186">
                  <c:v>129.11735746575974</c:v>
                </c:pt>
                <c:pt idx="187">
                  <c:v>128.95841491984999</c:v>
                </c:pt>
                <c:pt idx="188">
                  <c:v>129.53852508190411</c:v>
                </c:pt>
                <c:pt idx="189">
                  <c:v>129.1630174132398</c:v>
                </c:pt>
                <c:pt idx="190">
                  <c:v>131.18358613243797</c:v>
                </c:pt>
                <c:pt idx="191">
                  <c:v>131.72343540982266</c:v>
                </c:pt>
                <c:pt idx="192">
                  <c:v>133.92249893708495</c:v>
                </c:pt>
                <c:pt idx="193">
                  <c:v>128.15189428521009</c:v>
                </c:pt>
                <c:pt idx="194">
                  <c:v>128.81808000368733</c:v>
                </c:pt>
                <c:pt idx="195">
                  <c:v>128.65008201608009</c:v>
                </c:pt>
                <c:pt idx="196">
                  <c:v>129.54083780262542</c:v>
                </c:pt>
                <c:pt idx="197">
                  <c:v>129.63377823076704</c:v>
                </c:pt>
                <c:pt idx="198">
                  <c:v>130.9182095730514</c:v>
                </c:pt>
                <c:pt idx="199">
                  <c:v>132.31510103210047</c:v>
                </c:pt>
                <c:pt idx="200">
                  <c:v>129.13603838595222</c:v>
                </c:pt>
                <c:pt idx="201">
                  <c:v>128.11761064353163</c:v>
                </c:pt>
                <c:pt idx="202">
                  <c:v>128.60302140675472</c:v>
                </c:pt>
                <c:pt idx="203">
                  <c:v>129.05064687368611</c:v>
                </c:pt>
                <c:pt idx="204">
                  <c:v>128.78079959713057</c:v>
                </c:pt>
                <c:pt idx="205">
                  <c:v>130.66532496291299</c:v>
                </c:pt>
                <c:pt idx="206">
                  <c:v>131.02429342106691</c:v>
                </c:pt>
                <c:pt idx="207">
                  <c:v>130.69339520349865</c:v>
                </c:pt>
                <c:pt idx="208">
                  <c:v>131.2105570163427</c:v>
                </c:pt>
                <c:pt idx="209">
                  <c:v>130.73280103297182</c:v>
                </c:pt>
                <c:pt idx="210">
                  <c:v>131.81674229019123</c:v>
                </c:pt>
                <c:pt idx="211">
                  <c:v>133.27776288895953</c:v>
                </c:pt>
                <c:pt idx="212">
                  <c:v>131.90263869219226</c:v>
                </c:pt>
                <c:pt idx="213">
                  <c:v>132.68541322252472</c:v>
                </c:pt>
                <c:pt idx="214">
                  <c:v>133.03869759946917</c:v>
                </c:pt>
                <c:pt idx="215">
                  <c:v>132.8595757509278</c:v>
                </c:pt>
                <c:pt idx="216">
                  <c:v>131.90085529135433</c:v>
                </c:pt>
                <c:pt idx="217">
                  <c:v>134.48469365693185</c:v>
                </c:pt>
                <c:pt idx="218">
                  <c:v>134.82862128701441</c:v>
                </c:pt>
                <c:pt idx="219">
                  <c:v>134.20293261130846</c:v>
                </c:pt>
                <c:pt idx="220">
                  <c:v>134.24307134523553</c:v>
                </c:pt>
                <c:pt idx="221">
                  <c:v>135.40564510697922</c:v>
                </c:pt>
                <c:pt idx="222">
                  <c:v>139.91689189227705</c:v>
                </c:pt>
                <c:pt idx="223">
                  <c:v>142.98912964257309</c:v>
                </c:pt>
                <c:pt idx="224">
                  <c:v>145.65135621119018</c:v>
                </c:pt>
                <c:pt idx="225">
                  <c:v>145.53909153561318</c:v>
                </c:pt>
                <c:pt idx="226">
                  <c:v>148.14371181415106</c:v>
                </c:pt>
                <c:pt idx="227">
                  <c:v>150.40099238520415</c:v>
                </c:pt>
                <c:pt idx="228">
                  <c:v>149.13282337841429</c:v>
                </c:pt>
                <c:pt idx="229">
                  <c:v>147.69156676975376</c:v>
                </c:pt>
                <c:pt idx="230">
                  <c:v>148.85566334408506</c:v>
                </c:pt>
                <c:pt idx="231">
                  <c:v>151.20179636510335</c:v>
                </c:pt>
                <c:pt idx="232">
                  <c:v>147.97196787044595</c:v>
                </c:pt>
                <c:pt idx="233">
                  <c:v>148.31319189743181</c:v>
                </c:pt>
                <c:pt idx="234">
                  <c:v>148.98300956464743</c:v>
                </c:pt>
                <c:pt idx="235">
                  <c:v>151.66329815636257</c:v>
                </c:pt>
                <c:pt idx="236">
                  <c:v>151.40937119322302</c:v>
                </c:pt>
                <c:pt idx="237">
                  <c:v>154.47925550588363</c:v>
                </c:pt>
                <c:pt idx="238">
                  <c:v>152.90538390797522</c:v>
                </c:pt>
                <c:pt idx="239">
                  <c:v>151.84501774402401</c:v>
                </c:pt>
                <c:pt idx="240">
                  <c:v>151.4802023370043</c:v>
                </c:pt>
                <c:pt idx="241">
                  <c:v>153.53079570866527</c:v>
                </c:pt>
                <c:pt idx="242">
                  <c:v>155.15947227296229</c:v>
                </c:pt>
                <c:pt idx="243">
                  <c:v>153.79062662435041</c:v>
                </c:pt>
                <c:pt idx="244">
                  <c:v>155.93796338393062</c:v>
                </c:pt>
                <c:pt idx="245">
                  <c:v>155.74012804166546</c:v>
                </c:pt>
                <c:pt idx="246">
                  <c:v>155.54269986854138</c:v>
                </c:pt>
                <c:pt idx="247">
                  <c:v>153.73646498520469</c:v>
                </c:pt>
                <c:pt idx="248">
                  <c:v>154.15995346545321</c:v>
                </c:pt>
                <c:pt idx="249">
                  <c:v>149.10930528882585</c:v>
                </c:pt>
                <c:pt idx="250">
                  <c:v>150.95098831758443</c:v>
                </c:pt>
                <c:pt idx="251">
                  <c:v>146.95861345552316</c:v>
                </c:pt>
                <c:pt idx="252">
                  <c:v>146.06363939667631</c:v>
                </c:pt>
                <c:pt idx="253">
                  <c:v>147.32630347667887</c:v>
                </c:pt>
                <c:pt idx="254">
                  <c:v>149.3879148452973</c:v>
                </c:pt>
                <c:pt idx="255">
                  <c:v>149.81328444697758</c:v>
                </c:pt>
                <c:pt idx="256">
                  <c:v>145.99822360247131</c:v>
                </c:pt>
                <c:pt idx="257">
                  <c:v>144.66989128339631</c:v>
                </c:pt>
                <c:pt idx="258">
                  <c:v>146.479456810307</c:v>
                </c:pt>
                <c:pt idx="259">
                  <c:v>146.91454961107613</c:v>
                </c:pt>
                <c:pt idx="260">
                  <c:v>146.28765571471254</c:v>
                </c:pt>
                <c:pt idx="261">
                  <c:v>146.80126701264643</c:v>
                </c:pt>
                <c:pt idx="262">
                  <c:v>143.50220347724076</c:v>
                </c:pt>
                <c:pt idx="263">
                  <c:v>148.15413534416257</c:v>
                </c:pt>
                <c:pt idx="264">
                  <c:v>148.62417954400152</c:v>
                </c:pt>
                <c:pt idx="265">
                  <c:v>150.9980896438239</c:v>
                </c:pt>
                <c:pt idx="266">
                  <c:v>148.80620858021015</c:v>
                </c:pt>
                <c:pt idx="267">
                  <c:v>147.84862005084892</c:v>
                </c:pt>
                <c:pt idx="268">
                  <c:v>148.62830009570919</c:v>
                </c:pt>
                <c:pt idx="269">
                  <c:v>152.65735275399842</c:v>
                </c:pt>
                <c:pt idx="270">
                  <c:v>153.0572498542131</c:v>
                </c:pt>
                <c:pt idx="271">
                  <c:v>153.13795892135684</c:v>
                </c:pt>
                <c:pt idx="272">
                  <c:v>153.22749541547907</c:v>
                </c:pt>
                <c:pt idx="273">
                  <c:v>153.30643736855055</c:v>
                </c:pt>
                <c:pt idx="274">
                  <c:v>156.51676246135048</c:v>
                </c:pt>
                <c:pt idx="275">
                  <c:v>158.90121824192673</c:v>
                </c:pt>
                <c:pt idx="276">
                  <c:v>160.68838132269548</c:v>
                </c:pt>
                <c:pt idx="277">
                  <c:v>161.23955804558486</c:v>
                </c:pt>
                <c:pt idx="278">
                  <c:v>161.77426884840924</c:v>
                </c:pt>
                <c:pt idx="279">
                  <c:v>161.0253056435516</c:v>
                </c:pt>
                <c:pt idx="280">
                  <c:v>160.27691247549149</c:v>
                </c:pt>
                <c:pt idx="281">
                  <c:v>159.39329029229776</c:v>
                </c:pt>
                <c:pt idx="282">
                  <c:v>159.71784481464806</c:v>
                </c:pt>
                <c:pt idx="283">
                  <c:v>157.07686433181223</c:v>
                </c:pt>
                <c:pt idx="284">
                  <c:v>155.84678192647846</c:v>
                </c:pt>
                <c:pt idx="285">
                  <c:v>155.33097191518277</c:v>
                </c:pt>
                <c:pt idx="286">
                  <c:v>154.38126618039271</c:v>
                </c:pt>
                <c:pt idx="287">
                  <c:v>153.59941999570194</c:v>
                </c:pt>
                <c:pt idx="288">
                  <c:v>150.44933964901531</c:v>
                </c:pt>
                <c:pt idx="289">
                  <c:v>152.53992517371262</c:v>
                </c:pt>
                <c:pt idx="290">
                  <c:v>151.14128288735691</c:v>
                </c:pt>
                <c:pt idx="291">
                  <c:v>152.08078496347164</c:v>
                </c:pt>
                <c:pt idx="292">
                  <c:v>152.84385250737608</c:v>
                </c:pt>
                <c:pt idx="293">
                  <c:v>149.20164310663867</c:v>
                </c:pt>
                <c:pt idx="294">
                  <c:v>149.92642860789931</c:v>
                </c:pt>
                <c:pt idx="295">
                  <c:v>148.13535670337623</c:v>
                </c:pt>
                <c:pt idx="296">
                  <c:v>146.85966321085931</c:v>
                </c:pt>
                <c:pt idx="297">
                  <c:v>144.21791725003825</c:v>
                </c:pt>
                <c:pt idx="298">
                  <c:v>145.25014802634124</c:v>
                </c:pt>
                <c:pt idx="299">
                  <c:v>144.36900957490809</c:v>
                </c:pt>
                <c:pt idx="300">
                  <c:v>144.11818524062352</c:v>
                </c:pt>
                <c:pt idx="301">
                  <c:v>141.92194746720028</c:v>
                </c:pt>
                <c:pt idx="302">
                  <c:v>144.42756049739458</c:v>
                </c:pt>
                <c:pt idx="303">
                  <c:v>144.66708181632291</c:v>
                </c:pt>
                <c:pt idx="304">
                  <c:v>143.49423110545851</c:v>
                </c:pt>
                <c:pt idx="305">
                  <c:v>144.80214796380005</c:v>
                </c:pt>
                <c:pt idx="306">
                  <c:v>143.8032073364713</c:v>
                </c:pt>
                <c:pt idx="307">
                  <c:v>143.11536836307175</c:v>
                </c:pt>
                <c:pt idx="308">
                  <c:v>142.5608365664599</c:v>
                </c:pt>
                <c:pt idx="309">
                  <c:v>141.52180606550098</c:v>
                </c:pt>
                <c:pt idx="310">
                  <c:v>140.2269837667364</c:v>
                </c:pt>
                <c:pt idx="311">
                  <c:v>141.85580691192419</c:v>
                </c:pt>
                <c:pt idx="312">
                  <c:v>138.70675263147308</c:v>
                </c:pt>
                <c:pt idx="313">
                  <c:v>137.6387398310525</c:v>
                </c:pt>
                <c:pt idx="314">
                  <c:v>137.35339569698766</c:v>
                </c:pt>
                <c:pt idx="315">
                  <c:v>138.28534885722686</c:v>
                </c:pt>
                <c:pt idx="316">
                  <c:v>137.3131185255526</c:v>
                </c:pt>
                <c:pt idx="317">
                  <c:v>139.65676781481037</c:v>
                </c:pt>
                <c:pt idx="318">
                  <c:v>139.35987636390465</c:v>
                </c:pt>
                <c:pt idx="319">
                  <c:v>138.77556421631465</c:v>
                </c:pt>
                <c:pt idx="320">
                  <c:v>138.15124362892266</c:v>
                </c:pt>
                <c:pt idx="321">
                  <c:v>137.17848397736498</c:v>
                </c:pt>
                <c:pt idx="322">
                  <c:v>137.03485099115963</c:v>
                </c:pt>
                <c:pt idx="323">
                  <c:v>137.08050279525688</c:v>
                </c:pt>
                <c:pt idx="324">
                  <c:v>138.7391225781885</c:v>
                </c:pt>
                <c:pt idx="325">
                  <c:v>139.46265399849463</c:v>
                </c:pt>
                <c:pt idx="326">
                  <c:v>138.8501005992797</c:v>
                </c:pt>
                <c:pt idx="327">
                  <c:v>140.05820401437828</c:v>
                </c:pt>
                <c:pt idx="328">
                  <c:v>141.12086661228517</c:v>
                </c:pt>
                <c:pt idx="329">
                  <c:v>141.04774717793106</c:v>
                </c:pt>
                <c:pt idx="330">
                  <c:v>140.08582636890876</c:v>
                </c:pt>
                <c:pt idx="331">
                  <c:v>139.81260773186511</c:v>
                </c:pt>
                <c:pt idx="332">
                  <c:v>140.70757364732916</c:v>
                </c:pt>
                <c:pt idx="333">
                  <c:v>141.75208464492692</c:v>
                </c:pt>
                <c:pt idx="334">
                  <c:v>140.43066605786737</c:v>
                </c:pt>
                <c:pt idx="335">
                  <c:v>140.08302504521816</c:v>
                </c:pt>
                <c:pt idx="336">
                  <c:v>138.96963731571626</c:v>
                </c:pt>
                <c:pt idx="337">
                  <c:v>140.67052125549139</c:v>
                </c:pt>
                <c:pt idx="338">
                  <c:v>144.84339419779087</c:v>
                </c:pt>
                <c:pt idx="339">
                  <c:v>143.11106051355918</c:v>
                </c:pt>
                <c:pt idx="340">
                  <c:v>143.84560993082277</c:v>
                </c:pt>
                <c:pt idx="341">
                  <c:v>143.33241394541278</c:v>
                </c:pt>
                <c:pt idx="342">
                  <c:v>141.55257176580054</c:v>
                </c:pt>
                <c:pt idx="343">
                  <c:v>141.46202549220845</c:v>
                </c:pt>
                <c:pt idx="344">
                  <c:v>141.18292733276769</c:v>
                </c:pt>
                <c:pt idx="345">
                  <c:v>141.1457120732735</c:v>
                </c:pt>
                <c:pt idx="346">
                  <c:v>144.58378315344194</c:v>
                </c:pt>
                <c:pt idx="347">
                  <c:v>143.91280912586566</c:v>
                </c:pt>
                <c:pt idx="348">
                  <c:v>141.72902258477649</c:v>
                </c:pt>
                <c:pt idx="349">
                  <c:v>142.78156295783626</c:v>
                </c:pt>
                <c:pt idx="350">
                  <c:v>143.78343520298074</c:v>
                </c:pt>
                <c:pt idx="351">
                  <c:v>141.60148906640921</c:v>
                </c:pt>
                <c:pt idx="352">
                  <c:v>144.26724171978799</c:v>
                </c:pt>
                <c:pt idx="353">
                  <c:v>144.95139988415224</c:v>
                </c:pt>
                <c:pt idx="354">
                  <c:v>144.95240966362209</c:v>
                </c:pt>
                <c:pt idx="355">
                  <c:v>144.86668427266034</c:v>
                </c:pt>
                <c:pt idx="356">
                  <c:v>144.72922397063365</c:v>
                </c:pt>
                <c:pt idx="357">
                  <c:v>142.95412123982354</c:v>
                </c:pt>
                <c:pt idx="358">
                  <c:v>140.48428209036402</c:v>
                </c:pt>
                <c:pt idx="359">
                  <c:v>140.21270841665032</c:v>
                </c:pt>
                <c:pt idx="360">
                  <c:v>136.70674595389917</c:v>
                </c:pt>
                <c:pt idx="361">
                  <c:v>136.39439021901546</c:v>
                </c:pt>
                <c:pt idx="362">
                  <c:v>136.0767005683837</c:v>
                </c:pt>
                <c:pt idx="363">
                  <c:v>135.94090965983546</c:v>
                </c:pt>
                <c:pt idx="364">
                  <c:v>135.8182458843954</c:v>
                </c:pt>
                <c:pt idx="365">
                  <c:v>135.45284415381252</c:v>
                </c:pt>
                <c:pt idx="366">
                  <c:v>136.67061376432025</c:v>
                </c:pt>
                <c:pt idx="367">
                  <c:v>136.74950685709479</c:v>
                </c:pt>
                <c:pt idx="368">
                  <c:v>139.27768520108739</c:v>
                </c:pt>
                <c:pt idx="369">
                  <c:v>139.99022305458453</c:v>
                </c:pt>
                <c:pt idx="370">
                  <c:v>142.16457141498361</c:v>
                </c:pt>
                <c:pt idx="371">
                  <c:v>142.17227505513273</c:v>
                </c:pt>
                <c:pt idx="372">
                  <c:v>142.61946892277459</c:v>
                </c:pt>
                <c:pt idx="373">
                  <c:v>143.05042488507041</c:v>
                </c:pt>
                <c:pt idx="374">
                  <c:v>144.47890452608402</c:v>
                </c:pt>
                <c:pt idx="375">
                  <c:v>146.35489562666956</c:v>
                </c:pt>
                <c:pt idx="376">
                  <c:v>150.81959483575977</c:v>
                </c:pt>
                <c:pt idx="377">
                  <c:v>150.80578365849453</c:v>
                </c:pt>
                <c:pt idx="378">
                  <c:v>150.7724120756921</c:v>
                </c:pt>
                <c:pt idx="379">
                  <c:v>152.57999061719431</c:v>
                </c:pt>
                <c:pt idx="380">
                  <c:v>151.16483355047663</c:v>
                </c:pt>
                <c:pt idx="381">
                  <c:v>153.31432016312172</c:v>
                </c:pt>
                <c:pt idx="382">
                  <c:v>152.44973720896468</c:v>
                </c:pt>
                <c:pt idx="383">
                  <c:v>151.06046795623649</c:v>
                </c:pt>
                <c:pt idx="384">
                  <c:v>151.87623947376159</c:v>
                </c:pt>
                <c:pt idx="385">
                  <c:v>151.09856270107539</c:v>
                </c:pt>
                <c:pt idx="386">
                  <c:v>151.46043020351374</c:v>
                </c:pt>
                <c:pt idx="387">
                  <c:v>150.83920410159391</c:v>
                </c:pt>
                <c:pt idx="388">
                  <c:v>151.9519403604701</c:v>
                </c:pt>
                <c:pt idx="389">
                  <c:v>152.62565870805722</c:v>
                </c:pt>
                <c:pt idx="390">
                  <c:v>151.31552684958822</c:v>
                </c:pt>
                <c:pt idx="391">
                  <c:v>149.81048312328699</c:v>
                </c:pt>
                <c:pt idx="392">
                  <c:v>149.41223098640228</c:v>
                </c:pt>
                <c:pt idx="393">
                  <c:v>149.01668245261428</c:v>
                </c:pt>
                <c:pt idx="394">
                  <c:v>149.69784385210022</c:v>
                </c:pt>
                <c:pt idx="395">
                  <c:v>151.74382605063349</c:v>
                </c:pt>
              </c:numCache>
            </c:numRef>
          </c:val>
          <c:smooth val="0"/>
          <c:extLst>
            <c:ext xmlns:c16="http://schemas.microsoft.com/office/drawing/2014/chart" uri="{C3380CC4-5D6E-409C-BE32-E72D297353CC}">
              <c16:uniqueId val="{00000001-1852-49CC-9739-16A6E09CDCAF}"/>
            </c:ext>
          </c:extLst>
        </c:ser>
        <c:dLbls>
          <c:showLegendKey val="0"/>
          <c:showVal val="0"/>
          <c:showCatName val="0"/>
          <c:showSerName val="0"/>
          <c:showPercent val="0"/>
          <c:showBubbleSize val="0"/>
        </c:dLbls>
        <c:smooth val="0"/>
        <c:axId val="466100159"/>
        <c:axId val="466101119"/>
      </c:lineChart>
      <c:dateAx>
        <c:axId val="466100159"/>
        <c:scaling>
          <c:orientation val="minMax"/>
        </c:scaling>
        <c:delete val="0"/>
        <c:axPos val="b"/>
        <c:numFmt formatCode="[$-409]mmm\-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466101119"/>
        <c:crosses val="autoZero"/>
        <c:auto val="1"/>
        <c:lblOffset val="100"/>
        <c:baseTimeUnit val="days"/>
        <c:majorUnit val="1"/>
        <c:majorTimeUnit val="months"/>
      </c:dateAx>
      <c:valAx>
        <c:axId val="466101119"/>
        <c:scaling>
          <c:orientation val="minMax"/>
          <c:min val="80"/>
        </c:scaling>
        <c:delete val="0"/>
        <c:axPos val="l"/>
        <c:majorGridlines>
          <c:spPr>
            <a:ln w="6350" cap="flat" cmpd="sng" algn="ctr">
              <a:solidFill>
                <a:schemeClr val="tx1">
                  <a:lumMod val="15000"/>
                  <a:lumOff val="85000"/>
                </a:schemeClr>
              </a:solidFill>
              <a:prstDash val="dash"/>
              <a:round/>
            </a:ln>
            <a:effectLst/>
          </c:spPr>
        </c:maj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466100159"/>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XP Top Dividends Portfolio</c:v>
          </c:tx>
          <c:spPr>
            <a:ln w="22225" cap="rnd">
              <a:solidFill>
                <a:srgbClr val="8EB3DF"/>
              </a:solidFill>
              <a:round/>
            </a:ln>
            <a:effectLst/>
          </c:spPr>
          <c:marker>
            <c:symbol val="none"/>
          </c:marker>
          <c:cat>
            <c:numRef>
              <c:f>'Charts Base 100'!$B$4:$B$2056</c:f>
              <c:numCache>
                <c:formatCode>m/d/yyyy</c:formatCode>
                <c:ptCount val="2053"/>
                <c:pt idx="0">
                  <c:v>43281</c:v>
                </c:pt>
                <c:pt idx="1">
                  <c:v>43283</c:v>
                </c:pt>
                <c:pt idx="2">
                  <c:v>43284</c:v>
                </c:pt>
                <c:pt idx="3">
                  <c:v>43285</c:v>
                </c:pt>
                <c:pt idx="4">
                  <c:v>43286</c:v>
                </c:pt>
                <c:pt idx="5">
                  <c:v>43287</c:v>
                </c:pt>
                <c:pt idx="6">
                  <c:v>43291</c:v>
                </c:pt>
                <c:pt idx="7">
                  <c:v>43292</c:v>
                </c:pt>
                <c:pt idx="8">
                  <c:v>43293</c:v>
                </c:pt>
                <c:pt idx="9">
                  <c:v>43294</c:v>
                </c:pt>
                <c:pt idx="10">
                  <c:v>43297</c:v>
                </c:pt>
                <c:pt idx="11">
                  <c:v>43298</c:v>
                </c:pt>
                <c:pt idx="12">
                  <c:v>43299</c:v>
                </c:pt>
                <c:pt idx="13">
                  <c:v>43300</c:v>
                </c:pt>
                <c:pt idx="14">
                  <c:v>43301</c:v>
                </c:pt>
                <c:pt idx="15">
                  <c:v>43304</c:v>
                </c:pt>
                <c:pt idx="16">
                  <c:v>43305</c:v>
                </c:pt>
                <c:pt idx="17">
                  <c:v>43306</c:v>
                </c:pt>
                <c:pt idx="18">
                  <c:v>43307</c:v>
                </c:pt>
                <c:pt idx="19">
                  <c:v>43308</c:v>
                </c:pt>
                <c:pt idx="20">
                  <c:v>43311</c:v>
                </c:pt>
                <c:pt idx="21">
                  <c:v>43312</c:v>
                </c:pt>
                <c:pt idx="22">
                  <c:v>43313</c:v>
                </c:pt>
                <c:pt idx="23">
                  <c:v>43314</c:v>
                </c:pt>
                <c:pt idx="24">
                  <c:v>43315</c:v>
                </c:pt>
                <c:pt idx="25">
                  <c:v>43318</c:v>
                </c:pt>
                <c:pt idx="26">
                  <c:v>43319</c:v>
                </c:pt>
                <c:pt idx="27">
                  <c:v>43320</c:v>
                </c:pt>
                <c:pt idx="28">
                  <c:v>43321</c:v>
                </c:pt>
                <c:pt idx="29">
                  <c:v>43322</c:v>
                </c:pt>
                <c:pt idx="30">
                  <c:v>43325</c:v>
                </c:pt>
                <c:pt idx="31">
                  <c:v>43326</c:v>
                </c:pt>
                <c:pt idx="32">
                  <c:v>43327</c:v>
                </c:pt>
                <c:pt idx="33">
                  <c:v>43328</c:v>
                </c:pt>
                <c:pt idx="34">
                  <c:v>43329</c:v>
                </c:pt>
                <c:pt idx="35">
                  <c:v>43332</c:v>
                </c:pt>
                <c:pt idx="36">
                  <c:v>43333</c:v>
                </c:pt>
                <c:pt idx="37">
                  <c:v>43334</c:v>
                </c:pt>
                <c:pt idx="38">
                  <c:v>43335</c:v>
                </c:pt>
                <c:pt idx="39">
                  <c:v>43336</c:v>
                </c:pt>
                <c:pt idx="40">
                  <c:v>43339</c:v>
                </c:pt>
                <c:pt idx="41">
                  <c:v>43340</c:v>
                </c:pt>
                <c:pt idx="42">
                  <c:v>43341</c:v>
                </c:pt>
                <c:pt idx="43">
                  <c:v>43342</c:v>
                </c:pt>
                <c:pt idx="44">
                  <c:v>43343</c:v>
                </c:pt>
                <c:pt idx="45">
                  <c:v>43346</c:v>
                </c:pt>
                <c:pt idx="46">
                  <c:v>43347</c:v>
                </c:pt>
                <c:pt idx="47">
                  <c:v>43348</c:v>
                </c:pt>
                <c:pt idx="48">
                  <c:v>43349</c:v>
                </c:pt>
                <c:pt idx="49">
                  <c:v>43353</c:v>
                </c:pt>
                <c:pt idx="50">
                  <c:v>43354</c:v>
                </c:pt>
                <c:pt idx="51">
                  <c:v>43355</c:v>
                </c:pt>
                <c:pt idx="52">
                  <c:v>43356</c:v>
                </c:pt>
                <c:pt idx="53">
                  <c:v>43357</c:v>
                </c:pt>
                <c:pt idx="54">
                  <c:v>43360</c:v>
                </c:pt>
                <c:pt idx="55">
                  <c:v>43361</c:v>
                </c:pt>
                <c:pt idx="56">
                  <c:v>43362</c:v>
                </c:pt>
                <c:pt idx="57">
                  <c:v>43363</c:v>
                </c:pt>
                <c:pt idx="58">
                  <c:v>43364</c:v>
                </c:pt>
                <c:pt idx="59">
                  <c:v>43367</c:v>
                </c:pt>
                <c:pt idx="60">
                  <c:v>43368</c:v>
                </c:pt>
                <c:pt idx="61">
                  <c:v>43369</c:v>
                </c:pt>
                <c:pt idx="62">
                  <c:v>43370</c:v>
                </c:pt>
                <c:pt idx="63">
                  <c:v>43371</c:v>
                </c:pt>
                <c:pt idx="64">
                  <c:v>43374</c:v>
                </c:pt>
                <c:pt idx="65">
                  <c:v>43375</c:v>
                </c:pt>
                <c:pt idx="66">
                  <c:v>43376</c:v>
                </c:pt>
                <c:pt idx="67">
                  <c:v>43377</c:v>
                </c:pt>
                <c:pt idx="68">
                  <c:v>43378</c:v>
                </c:pt>
                <c:pt idx="69">
                  <c:v>43381</c:v>
                </c:pt>
                <c:pt idx="70">
                  <c:v>43382</c:v>
                </c:pt>
                <c:pt idx="71">
                  <c:v>43383</c:v>
                </c:pt>
                <c:pt idx="72">
                  <c:v>43384</c:v>
                </c:pt>
                <c:pt idx="73">
                  <c:v>43388</c:v>
                </c:pt>
                <c:pt idx="74">
                  <c:v>43389</c:v>
                </c:pt>
                <c:pt idx="75">
                  <c:v>43390</c:v>
                </c:pt>
                <c:pt idx="76">
                  <c:v>43391</c:v>
                </c:pt>
                <c:pt idx="77">
                  <c:v>43392</c:v>
                </c:pt>
                <c:pt idx="78">
                  <c:v>43395</c:v>
                </c:pt>
                <c:pt idx="79">
                  <c:v>43396</c:v>
                </c:pt>
                <c:pt idx="80">
                  <c:v>43397</c:v>
                </c:pt>
                <c:pt idx="81">
                  <c:v>43398</c:v>
                </c:pt>
                <c:pt idx="82">
                  <c:v>43399</c:v>
                </c:pt>
                <c:pt idx="83">
                  <c:v>43402</c:v>
                </c:pt>
                <c:pt idx="84">
                  <c:v>43403</c:v>
                </c:pt>
                <c:pt idx="85">
                  <c:v>43404</c:v>
                </c:pt>
                <c:pt idx="86">
                  <c:v>43405</c:v>
                </c:pt>
                <c:pt idx="87">
                  <c:v>43409</c:v>
                </c:pt>
                <c:pt idx="88">
                  <c:v>43410</c:v>
                </c:pt>
                <c:pt idx="89">
                  <c:v>43411</c:v>
                </c:pt>
                <c:pt idx="90">
                  <c:v>43412</c:v>
                </c:pt>
                <c:pt idx="91">
                  <c:v>43413</c:v>
                </c:pt>
                <c:pt idx="92">
                  <c:v>43416</c:v>
                </c:pt>
                <c:pt idx="93">
                  <c:v>43417</c:v>
                </c:pt>
                <c:pt idx="94">
                  <c:v>43418</c:v>
                </c:pt>
                <c:pt idx="95">
                  <c:v>43420</c:v>
                </c:pt>
                <c:pt idx="96">
                  <c:v>43423</c:v>
                </c:pt>
                <c:pt idx="97">
                  <c:v>43425</c:v>
                </c:pt>
                <c:pt idx="98">
                  <c:v>43426</c:v>
                </c:pt>
                <c:pt idx="99">
                  <c:v>43427</c:v>
                </c:pt>
                <c:pt idx="100">
                  <c:v>43430</c:v>
                </c:pt>
                <c:pt idx="101">
                  <c:v>43431</c:v>
                </c:pt>
                <c:pt idx="102">
                  <c:v>43432</c:v>
                </c:pt>
                <c:pt idx="103">
                  <c:v>43433</c:v>
                </c:pt>
                <c:pt idx="104">
                  <c:v>43434</c:v>
                </c:pt>
                <c:pt idx="105">
                  <c:v>43437</c:v>
                </c:pt>
                <c:pt idx="106">
                  <c:v>43438</c:v>
                </c:pt>
                <c:pt idx="107">
                  <c:v>43439</c:v>
                </c:pt>
                <c:pt idx="108">
                  <c:v>43440</c:v>
                </c:pt>
                <c:pt idx="109">
                  <c:v>43441</c:v>
                </c:pt>
                <c:pt idx="110">
                  <c:v>43444</c:v>
                </c:pt>
                <c:pt idx="111">
                  <c:v>43445</c:v>
                </c:pt>
                <c:pt idx="112">
                  <c:v>43446</c:v>
                </c:pt>
                <c:pt idx="113">
                  <c:v>43447</c:v>
                </c:pt>
                <c:pt idx="114">
                  <c:v>43448</c:v>
                </c:pt>
                <c:pt idx="115">
                  <c:v>43451</c:v>
                </c:pt>
                <c:pt idx="116">
                  <c:v>43452</c:v>
                </c:pt>
                <c:pt idx="117">
                  <c:v>43453</c:v>
                </c:pt>
                <c:pt idx="118">
                  <c:v>43454</c:v>
                </c:pt>
                <c:pt idx="119">
                  <c:v>43455</c:v>
                </c:pt>
                <c:pt idx="120">
                  <c:v>43460</c:v>
                </c:pt>
                <c:pt idx="121">
                  <c:v>43461</c:v>
                </c:pt>
                <c:pt idx="122">
                  <c:v>43462</c:v>
                </c:pt>
                <c:pt idx="123">
                  <c:v>43467</c:v>
                </c:pt>
                <c:pt idx="124">
                  <c:v>43468</c:v>
                </c:pt>
                <c:pt idx="125">
                  <c:v>43469</c:v>
                </c:pt>
                <c:pt idx="126">
                  <c:v>43472</c:v>
                </c:pt>
                <c:pt idx="127">
                  <c:v>43473</c:v>
                </c:pt>
                <c:pt idx="128">
                  <c:v>43474</c:v>
                </c:pt>
                <c:pt idx="129">
                  <c:v>43475</c:v>
                </c:pt>
                <c:pt idx="130">
                  <c:v>43476</c:v>
                </c:pt>
                <c:pt idx="131">
                  <c:v>43479</c:v>
                </c:pt>
                <c:pt idx="132">
                  <c:v>43480</c:v>
                </c:pt>
                <c:pt idx="133">
                  <c:v>43481</c:v>
                </c:pt>
                <c:pt idx="134">
                  <c:v>43482</c:v>
                </c:pt>
                <c:pt idx="135">
                  <c:v>43483</c:v>
                </c:pt>
                <c:pt idx="136">
                  <c:v>43486</c:v>
                </c:pt>
                <c:pt idx="137">
                  <c:v>43487</c:v>
                </c:pt>
                <c:pt idx="138">
                  <c:v>43488</c:v>
                </c:pt>
                <c:pt idx="139">
                  <c:v>43489</c:v>
                </c:pt>
                <c:pt idx="140">
                  <c:v>43493</c:v>
                </c:pt>
                <c:pt idx="141">
                  <c:v>43494</c:v>
                </c:pt>
                <c:pt idx="142">
                  <c:v>43495</c:v>
                </c:pt>
                <c:pt idx="143">
                  <c:v>43496</c:v>
                </c:pt>
                <c:pt idx="144">
                  <c:v>43497</c:v>
                </c:pt>
                <c:pt idx="145">
                  <c:v>43500</c:v>
                </c:pt>
                <c:pt idx="146">
                  <c:v>43501</c:v>
                </c:pt>
                <c:pt idx="147">
                  <c:v>43502</c:v>
                </c:pt>
                <c:pt idx="148">
                  <c:v>43503</c:v>
                </c:pt>
                <c:pt idx="149">
                  <c:v>43504</c:v>
                </c:pt>
                <c:pt idx="150">
                  <c:v>43507</c:v>
                </c:pt>
                <c:pt idx="151">
                  <c:v>43508</c:v>
                </c:pt>
                <c:pt idx="152">
                  <c:v>43509</c:v>
                </c:pt>
                <c:pt idx="153">
                  <c:v>43510</c:v>
                </c:pt>
                <c:pt idx="154">
                  <c:v>43511</c:v>
                </c:pt>
                <c:pt idx="155">
                  <c:v>43514</c:v>
                </c:pt>
                <c:pt idx="156">
                  <c:v>43515</c:v>
                </c:pt>
                <c:pt idx="157">
                  <c:v>43516</c:v>
                </c:pt>
                <c:pt idx="158">
                  <c:v>43517</c:v>
                </c:pt>
                <c:pt idx="159">
                  <c:v>43518</c:v>
                </c:pt>
                <c:pt idx="160">
                  <c:v>43521</c:v>
                </c:pt>
                <c:pt idx="161">
                  <c:v>43522</c:v>
                </c:pt>
                <c:pt idx="162">
                  <c:v>43523</c:v>
                </c:pt>
                <c:pt idx="163">
                  <c:v>43524</c:v>
                </c:pt>
                <c:pt idx="164">
                  <c:v>43525</c:v>
                </c:pt>
                <c:pt idx="165">
                  <c:v>43530</c:v>
                </c:pt>
                <c:pt idx="166">
                  <c:v>43531</c:v>
                </c:pt>
                <c:pt idx="167">
                  <c:v>43532</c:v>
                </c:pt>
                <c:pt idx="168">
                  <c:v>43535</c:v>
                </c:pt>
                <c:pt idx="169">
                  <c:v>43536</c:v>
                </c:pt>
                <c:pt idx="170">
                  <c:v>43537</c:v>
                </c:pt>
                <c:pt idx="171">
                  <c:v>43538</c:v>
                </c:pt>
                <c:pt idx="172">
                  <c:v>43539</c:v>
                </c:pt>
                <c:pt idx="173">
                  <c:v>43542</c:v>
                </c:pt>
                <c:pt idx="174">
                  <c:v>43543</c:v>
                </c:pt>
                <c:pt idx="175">
                  <c:v>43544</c:v>
                </c:pt>
                <c:pt idx="176">
                  <c:v>43545</c:v>
                </c:pt>
                <c:pt idx="177">
                  <c:v>43546</c:v>
                </c:pt>
                <c:pt idx="178">
                  <c:v>43549</c:v>
                </c:pt>
                <c:pt idx="179">
                  <c:v>43550</c:v>
                </c:pt>
                <c:pt idx="180">
                  <c:v>43551</c:v>
                </c:pt>
                <c:pt idx="181">
                  <c:v>43552</c:v>
                </c:pt>
                <c:pt idx="182">
                  <c:v>43553</c:v>
                </c:pt>
                <c:pt idx="183">
                  <c:v>43556</c:v>
                </c:pt>
                <c:pt idx="184">
                  <c:v>43557</c:v>
                </c:pt>
                <c:pt idx="185">
                  <c:v>43558</c:v>
                </c:pt>
                <c:pt idx="186">
                  <c:v>43559</c:v>
                </c:pt>
                <c:pt idx="187">
                  <c:v>43560</c:v>
                </c:pt>
                <c:pt idx="188">
                  <c:v>43563</c:v>
                </c:pt>
                <c:pt idx="189">
                  <c:v>43564</c:v>
                </c:pt>
                <c:pt idx="190">
                  <c:v>43565</c:v>
                </c:pt>
                <c:pt idx="191">
                  <c:v>43566</c:v>
                </c:pt>
                <c:pt idx="192">
                  <c:v>43567</c:v>
                </c:pt>
                <c:pt idx="193">
                  <c:v>43570</c:v>
                </c:pt>
                <c:pt idx="194">
                  <c:v>43571</c:v>
                </c:pt>
                <c:pt idx="195">
                  <c:v>43572</c:v>
                </c:pt>
                <c:pt idx="196">
                  <c:v>43573</c:v>
                </c:pt>
                <c:pt idx="197">
                  <c:v>43577</c:v>
                </c:pt>
                <c:pt idx="198">
                  <c:v>43578</c:v>
                </c:pt>
                <c:pt idx="199">
                  <c:v>43579</c:v>
                </c:pt>
                <c:pt idx="200">
                  <c:v>43580</c:v>
                </c:pt>
                <c:pt idx="201">
                  <c:v>43581</c:v>
                </c:pt>
                <c:pt idx="202">
                  <c:v>43584</c:v>
                </c:pt>
                <c:pt idx="203">
                  <c:v>43585</c:v>
                </c:pt>
                <c:pt idx="204">
                  <c:v>43587</c:v>
                </c:pt>
                <c:pt idx="205">
                  <c:v>43588</c:v>
                </c:pt>
                <c:pt idx="206">
                  <c:v>43591</c:v>
                </c:pt>
                <c:pt idx="207">
                  <c:v>43592</c:v>
                </c:pt>
                <c:pt idx="208">
                  <c:v>43593</c:v>
                </c:pt>
                <c:pt idx="209">
                  <c:v>43594</c:v>
                </c:pt>
                <c:pt idx="210">
                  <c:v>43595</c:v>
                </c:pt>
                <c:pt idx="211">
                  <c:v>43598</c:v>
                </c:pt>
                <c:pt idx="212">
                  <c:v>43599</c:v>
                </c:pt>
                <c:pt idx="213">
                  <c:v>43600</c:v>
                </c:pt>
                <c:pt idx="214">
                  <c:v>43601</c:v>
                </c:pt>
                <c:pt idx="215">
                  <c:v>43602</c:v>
                </c:pt>
                <c:pt idx="216">
                  <c:v>43605</c:v>
                </c:pt>
                <c:pt idx="217">
                  <c:v>43606</c:v>
                </c:pt>
                <c:pt idx="218">
                  <c:v>43607</c:v>
                </c:pt>
                <c:pt idx="219">
                  <c:v>43608</c:v>
                </c:pt>
                <c:pt idx="220">
                  <c:v>43609</c:v>
                </c:pt>
                <c:pt idx="221">
                  <c:v>43612</c:v>
                </c:pt>
                <c:pt idx="222">
                  <c:v>43613</c:v>
                </c:pt>
                <c:pt idx="223">
                  <c:v>43614</c:v>
                </c:pt>
                <c:pt idx="224">
                  <c:v>43615</c:v>
                </c:pt>
                <c:pt idx="225">
                  <c:v>43616</c:v>
                </c:pt>
                <c:pt idx="226">
                  <c:v>43619</c:v>
                </c:pt>
                <c:pt idx="227">
                  <c:v>43620</c:v>
                </c:pt>
                <c:pt idx="228">
                  <c:v>43621</c:v>
                </c:pt>
                <c:pt idx="229">
                  <c:v>43622</c:v>
                </c:pt>
                <c:pt idx="230">
                  <c:v>43623</c:v>
                </c:pt>
                <c:pt idx="231">
                  <c:v>43626</c:v>
                </c:pt>
                <c:pt idx="232">
                  <c:v>43627</c:v>
                </c:pt>
                <c:pt idx="233">
                  <c:v>43628</c:v>
                </c:pt>
                <c:pt idx="234">
                  <c:v>43629</c:v>
                </c:pt>
                <c:pt idx="235">
                  <c:v>43630</c:v>
                </c:pt>
                <c:pt idx="236">
                  <c:v>43633</c:v>
                </c:pt>
                <c:pt idx="237">
                  <c:v>43634</c:v>
                </c:pt>
                <c:pt idx="238">
                  <c:v>43635</c:v>
                </c:pt>
                <c:pt idx="239">
                  <c:v>43637</c:v>
                </c:pt>
                <c:pt idx="240">
                  <c:v>43640</c:v>
                </c:pt>
                <c:pt idx="241">
                  <c:v>43641</c:v>
                </c:pt>
                <c:pt idx="242">
                  <c:v>43642</c:v>
                </c:pt>
                <c:pt idx="243">
                  <c:v>43643</c:v>
                </c:pt>
                <c:pt idx="244">
                  <c:v>43644</c:v>
                </c:pt>
                <c:pt idx="245">
                  <c:v>43647</c:v>
                </c:pt>
                <c:pt idx="246">
                  <c:v>43648</c:v>
                </c:pt>
                <c:pt idx="247">
                  <c:v>43649</c:v>
                </c:pt>
                <c:pt idx="248">
                  <c:v>43650</c:v>
                </c:pt>
                <c:pt idx="249">
                  <c:v>43651</c:v>
                </c:pt>
                <c:pt idx="250">
                  <c:v>43654</c:v>
                </c:pt>
                <c:pt idx="251">
                  <c:v>43656</c:v>
                </c:pt>
                <c:pt idx="252">
                  <c:v>43657</c:v>
                </c:pt>
                <c:pt idx="253">
                  <c:v>43658</c:v>
                </c:pt>
                <c:pt idx="254">
                  <c:v>43661</c:v>
                </c:pt>
                <c:pt idx="255">
                  <c:v>43662</c:v>
                </c:pt>
                <c:pt idx="256">
                  <c:v>43663</c:v>
                </c:pt>
                <c:pt idx="257">
                  <c:v>43664</c:v>
                </c:pt>
                <c:pt idx="258">
                  <c:v>43665</c:v>
                </c:pt>
                <c:pt idx="259">
                  <c:v>43668</c:v>
                </c:pt>
                <c:pt idx="260">
                  <c:v>43669</c:v>
                </c:pt>
                <c:pt idx="261">
                  <c:v>43670</c:v>
                </c:pt>
                <c:pt idx="262">
                  <c:v>43671</c:v>
                </c:pt>
                <c:pt idx="263">
                  <c:v>43672</c:v>
                </c:pt>
                <c:pt idx="264">
                  <c:v>43675</c:v>
                </c:pt>
                <c:pt idx="265">
                  <c:v>43676</c:v>
                </c:pt>
                <c:pt idx="266">
                  <c:v>43677</c:v>
                </c:pt>
                <c:pt idx="267">
                  <c:v>43678</c:v>
                </c:pt>
                <c:pt idx="268">
                  <c:v>43679</c:v>
                </c:pt>
                <c:pt idx="269">
                  <c:v>43682</c:v>
                </c:pt>
                <c:pt idx="270">
                  <c:v>43683</c:v>
                </c:pt>
                <c:pt idx="271">
                  <c:v>43684</c:v>
                </c:pt>
                <c:pt idx="272">
                  <c:v>43685</c:v>
                </c:pt>
                <c:pt idx="273">
                  <c:v>43686</c:v>
                </c:pt>
                <c:pt idx="274">
                  <c:v>43689</c:v>
                </c:pt>
                <c:pt idx="275">
                  <c:v>43690</c:v>
                </c:pt>
                <c:pt idx="276">
                  <c:v>43691</c:v>
                </c:pt>
                <c:pt idx="277">
                  <c:v>43692</c:v>
                </c:pt>
                <c:pt idx="278">
                  <c:v>43693</c:v>
                </c:pt>
                <c:pt idx="279">
                  <c:v>43696</c:v>
                </c:pt>
                <c:pt idx="280">
                  <c:v>43697</c:v>
                </c:pt>
                <c:pt idx="281">
                  <c:v>43698</c:v>
                </c:pt>
                <c:pt idx="282">
                  <c:v>43699</c:v>
                </c:pt>
                <c:pt idx="283">
                  <c:v>43700</c:v>
                </c:pt>
                <c:pt idx="284">
                  <c:v>43703</c:v>
                </c:pt>
                <c:pt idx="285">
                  <c:v>43704</c:v>
                </c:pt>
                <c:pt idx="286">
                  <c:v>43705</c:v>
                </c:pt>
                <c:pt idx="287">
                  <c:v>43706</c:v>
                </c:pt>
                <c:pt idx="288">
                  <c:v>43707</c:v>
                </c:pt>
                <c:pt idx="289">
                  <c:v>43710</c:v>
                </c:pt>
                <c:pt idx="290">
                  <c:v>43711</c:v>
                </c:pt>
                <c:pt idx="291">
                  <c:v>43712</c:v>
                </c:pt>
                <c:pt idx="292">
                  <c:v>43713</c:v>
                </c:pt>
                <c:pt idx="293">
                  <c:v>43714</c:v>
                </c:pt>
                <c:pt idx="294">
                  <c:v>43717</c:v>
                </c:pt>
                <c:pt idx="295">
                  <c:v>43718</c:v>
                </c:pt>
                <c:pt idx="296">
                  <c:v>43719</c:v>
                </c:pt>
                <c:pt idx="297">
                  <c:v>43720</c:v>
                </c:pt>
                <c:pt idx="298">
                  <c:v>43721</c:v>
                </c:pt>
                <c:pt idx="299">
                  <c:v>43724</c:v>
                </c:pt>
                <c:pt idx="300">
                  <c:v>43725</c:v>
                </c:pt>
                <c:pt idx="301">
                  <c:v>43726</c:v>
                </c:pt>
                <c:pt idx="302">
                  <c:v>43727</c:v>
                </c:pt>
                <c:pt idx="303">
                  <c:v>43728</c:v>
                </c:pt>
                <c:pt idx="304">
                  <c:v>43731</c:v>
                </c:pt>
                <c:pt idx="305">
                  <c:v>43732</c:v>
                </c:pt>
                <c:pt idx="306">
                  <c:v>43733</c:v>
                </c:pt>
                <c:pt idx="307">
                  <c:v>43734</c:v>
                </c:pt>
                <c:pt idx="308">
                  <c:v>43735</c:v>
                </c:pt>
                <c:pt idx="309">
                  <c:v>43738</c:v>
                </c:pt>
                <c:pt idx="310">
                  <c:v>43739</c:v>
                </c:pt>
                <c:pt idx="311">
                  <c:v>43740</c:v>
                </c:pt>
                <c:pt idx="312">
                  <c:v>43741</c:v>
                </c:pt>
                <c:pt idx="313">
                  <c:v>43742</c:v>
                </c:pt>
                <c:pt idx="314">
                  <c:v>43745</c:v>
                </c:pt>
                <c:pt idx="315">
                  <c:v>43746</c:v>
                </c:pt>
                <c:pt idx="316">
                  <c:v>43747</c:v>
                </c:pt>
                <c:pt idx="317">
                  <c:v>43748</c:v>
                </c:pt>
                <c:pt idx="318">
                  <c:v>43749</c:v>
                </c:pt>
                <c:pt idx="319">
                  <c:v>43752</c:v>
                </c:pt>
                <c:pt idx="320">
                  <c:v>43753</c:v>
                </c:pt>
                <c:pt idx="321">
                  <c:v>43754</c:v>
                </c:pt>
                <c:pt idx="322">
                  <c:v>43755</c:v>
                </c:pt>
                <c:pt idx="323">
                  <c:v>43756</c:v>
                </c:pt>
                <c:pt idx="324">
                  <c:v>43759</c:v>
                </c:pt>
                <c:pt idx="325">
                  <c:v>43760</c:v>
                </c:pt>
                <c:pt idx="326">
                  <c:v>43761</c:v>
                </c:pt>
                <c:pt idx="327">
                  <c:v>43762</c:v>
                </c:pt>
                <c:pt idx="328">
                  <c:v>43763</c:v>
                </c:pt>
                <c:pt idx="329">
                  <c:v>43766</c:v>
                </c:pt>
                <c:pt idx="330">
                  <c:v>43767</c:v>
                </c:pt>
                <c:pt idx="331">
                  <c:v>43768</c:v>
                </c:pt>
                <c:pt idx="332">
                  <c:v>43769</c:v>
                </c:pt>
                <c:pt idx="333">
                  <c:v>43770</c:v>
                </c:pt>
                <c:pt idx="334">
                  <c:v>43773</c:v>
                </c:pt>
                <c:pt idx="335">
                  <c:v>43774</c:v>
                </c:pt>
                <c:pt idx="336">
                  <c:v>43775</c:v>
                </c:pt>
                <c:pt idx="337">
                  <c:v>43776</c:v>
                </c:pt>
                <c:pt idx="338">
                  <c:v>43777</c:v>
                </c:pt>
                <c:pt idx="339">
                  <c:v>43780</c:v>
                </c:pt>
                <c:pt idx="340">
                  <c:v>43781</c:v>
                </c:pt>
                <c:pt idx="341">
                  <c:v>43782</c:v>
                </c:pt>
                <c:pt idx="342">
                  <c:v>43783</c:v>
                </c:pt>
                <c:pt idx="343">
                  <c:v>43787</c:v>
                </c:pt>
                <c:pt idx="344">
                  <c:v>43788</c:v>
                </c:pt>
                <c:pt idx="345">
                  <c:v>43790</c:v>
                </c:pt>
                <c:pt idx="346">
                  <c:v>43791</c:v>
                </c:pt>
                <c:pt idx="347">
                  <c:v>43794</c:v>
                </c:pt>
                <c:pt idx="348">
                  <c:v>43795</c:v>
                </c:pt>
                <c:pt idx="349">
                  <c:v>43796</c:v>
                </c:pt>
                <c:pt idx="350">
                  <c:v>43797</c:v>
                </c:pt>
                <c:pt idx="351">
                  <c:v>43798</c:v>
                </c:pt>
                <c:pt idx="352">
                  <c:v>43801</c:v>
                </c:pt>
                <c:pt idx="353">
                  <c:v>43802</c:v>
                </c:pt>
                <c:pt idx="354">
                  <c:v>43803</c:v>
                </c:pt>
                <c:pt idx="355">
                  <c:v>43804</c:v>
                </c:pt>
                <c:pt idx="356">
                  <c:v>43805</c:v>
                </c:pt>
                <c:pt idx="357">
                  <c:v>43808</c:v>
                </c:pt>
                <c:pt idx="358">
                  <c:v>43809</c:v>
                </c:pt>
                <c:pt idx="359">
                  <c:v>43810</c:v>
                </c:pt>
                <c:pt idx="360">
                  <c:v>43811</c:v>
                </c:pt>
                <c:pt idx="361">
                  <c:v>43812</c:v>
                </c:pt>
                <c:pt idx="362">
                  <c:v>43815</c:v>
                </c:pt>
                <c:pt idx="363">
                  <c:v>43816</c:v>
                </c:pt>
                <c:pt idx="364">
                  <c:v>43817</c:v>
                </c:pt>
                <c:pt idx="365">
                  <c:v>43818</c:v>
                </c:pt>
                <c:pt idx="366">
                  <c:v>43819</c:v>
                </c:pt>
                <c:pt idx="367">
                  <c:v>43822</c:v>
                </c:pt>
                <c:pt idx="368">
                  <c:v>43825</c:v>
                </c:pt>
                <c:pt idx="369">
                  <c:v>43826</c:v>
                </c:pt>
                <c:pt idx="370">
                  <c:v>43829</c:v>
                </c:pt>
                <c:pt idx="371">
                  <c:v>43832</c:v>
                </c:pt>
                <c:pt idx="372">
                  <c:v>43833</c:v>
                </c:pt>
                <c:pt idx="373">
                  <c:v>43836</c:v>
                </c:pt>
                <c:pt idx="374">
                  <c:v>43837</c:v>
                </c:pt>
                <c:pt idx="375">
                  <c:v>43838</c:v>
                </c:pt>
                <c:pt idx="376">
                  <c:v>43839</c:v>
                </c:pt>
                <c:pt idx="377">
                  <c:v>43840</c:v>
                </c:pt>
                <c:pt idx="378">
                  <c:v>43843</c:v>
                </c:pt>
                <c:pt idx="379">
                  <c:v>43844</c:v>
                </c:pt>
                <c:pt idx="380">
                  <c:v>43845</c:v>
                </c:pt>
                <c:pt idx="381">
                  <c:v>43846</c:v>
                </c:pt>
                <c:pt idx="382">
                  <c:v>43847</c:v>
                </c:pt>
                <c:pt idx="383">
                  <c:v>43850</c:v>
                </c:pt>
                <c:pt idx="384">
                  <c:v>43851</c:v>
                </c:pt>
                <c:pt idx="385">
                  <c:v>43852</c:v>
                </c:pt>
                <c:pt idx="386">
                  <c:v>43853</c:v>
                </c:pt>
                <c:pt idx="387">
                  <c:v>43854</c:v>
                </c:pt>
                <c:pt idx="388">
                  <c:v>43857</c:v>
                </c:pt>
                <c:pt idx="389">
                  <c:v>43858</c:v>
                </c:pt>
                <c:pt idx="390">
                  <c:v>43859</c:v>
                </c:pt>
                <c:pt idx="391">
                  <c:v>43860</c:v>
                </c:pt>
                <c:pt idx="392">
                  <c:v>43861</c:v>
                </c:pt>
                <c:pt idx="393">
                  <c:v>43864</c:v>
                </c:pt>
                <c:pt idx="394">
                  <c:v>43865</c:v>
                </c:pt>
                <c:pt idx="395">
                  <c:v>43866</c:v>
                </c:pt>
                <c:pt idx="396">
                  <c:v>43867</c:v>
                </c:pt>
                <c:pt idx="397">
                  <c:v>43868</c:v>
                </c:pt>
                <c:pt idx="398">
                  <c:v>43871</c:v>
                </c:pt>
                <c:pt idx="399">
                  <c:v>43872</c:v>
                </c:pt>
                <c:pt idx="400">
                  <c:v>43873</c:v>
                </c:pt>
                <c:pt idx="401">
                  <c:v>43874</c:v>
                </c:pt>
                <c:pt idx="402">
                  <c:v>43875</c:v>
                </c:pt>
                <c:pt idx="403">
                  <c:v>43878</c:v>
                </c:pt>
                <c:pt idx="404">
                  <c:v>43879</c:v>
                </c:pt>
                <c:pt idx="405">
                  <c:v>43880</c:v>
                </c:pt>
                <c:pt idx="406">
                  <c:v>43881</c:v>
                </c:pt>
                <c:pt idx="407">
                  <c:v>43882</c:v>
                </c:pt>
                <c:pt idx="408">
                  <c:v>43887</c:v>
                </c:pt>
                <c:pt idx="409">
                  <c:v>43888</c:v>
                </c:pt>
                <c:pt idx="410">
                  <c:v>43889</c:v>
                </c:pt>
                <c:pt idx="411">
                  <c:v>43892</c:v>
                </c:pt>
                <c:pt idx="412">
                  <c:v>43893</c:v>
                </c:pt>
                <c:pt idx="413">
                  <c:v>43894</c:v>
                </c:pt>
                <c:pt idx="414">
                  <c:v>43895</c:v>
                </c:pt>
                <c:pt idx="415">
                  <c:v>43896</c:v>
                </c:pt>
                <c:pt idx="416">
                  <c:v>43899</c:v>
                </c:pt>
                <c:pt idx="417">
                  <c:v>43900</c:v>
                </c:pt>
                <c:pt idx="418">
                  <c:v>43901</c:v>
                </c:pt>
                <c:pt idx="419">
                  <c:v>43902</c:v>
                </c:pt>
                <c:pt idx="420">
                  <c:v>43903</c:v>
                </c:pt>
                <c:pt idx="421">
                  <c:v>43906</c:v>
                </c:pt>
                <c:pt idx="422">
                  <c:v>43907</c:v>
                </c:pt>
                <c:pt idx="423">
                  <c:v>43908</c:v>
                </c:pt>
                <c:pt idx="424">
                  <c:v>43909</c:v>
                </c:pt>
                <c:pt idx="425">
                  <c:v>43910</c:v>
                </c:pt>
                <c:pt idx="426">
                  <c:v>43913</c:v>
                </c:pt>
                <c:pt idx="427">
                  <c:v>43914</c:v>
                </c:pt>
                <c:pt idx="428">
                  <c:v>43915</c:v>
                </c:pt>
                <c:pt idx="429">
                  <c:v>43916</c:v>
                </c:pt>
                <c:pt idx="430">
                  <c:v>43917</c:v>
                </c:pt>
                <c:pt idx="431">
                  <c:v>43920</c:v>
                </c:pt>
                <c:pt idx="432">
                  <c:v>43921</c:v>
                </c:pt>
                <c:pt idx="433">
                  <c:v>43922</c:v>
                </c:pt>
                <c:pt idx="434">
                  <c:v>43923</c:v>
                </c:pt>
                <c:pt idx="435">
                  <c:v>43924</c:v>
                </c:pt>
                <c:pt idx="436">
                  <c:v>43927</c:v>
                </c:pt>
                <c:pt idx="437">
                  <c:v>43928</c:v>
                </c:pt>
                <c:pt idx="438">
                  <c:v>43929</c:v>
                </c:pt>
                <c:pt idx="439">
                  <c:v>43930</c:v>
                </c:pt>
                <c:pt idx="440">
                  <c:v>43934</c:v>
                </c:pt>
                <c:pt idx="441">
                  <c:v>43935</c:v>
                </c:pt>
                <c:pt idx="442">
                  <c:v>43936</c:v>
                </c:pt>
                <c:pt idx="443">
                  <c:v>43937</c:v>
                </c:pt>
                <c:pt idx="444">
                  <c:v>43938</c:v>
                </c:pt>
                <c:pt idx="445">
                  <c:v>43941</c:v>
                </c:pt>
                <c:pt idx="446">
                  <c:v>43943</c:v>
                </c:pt>
                <c:pt idx="447">
                  <c:v>43944</c:v>
                </c:pt>
                <c:pt idx="448">
                  <c:v>43945</c:v>
                </c:pt>
                <c:pt idx="449">
                  <c:v>43948</c:v>
                </c:pt>
                <c:pt idx="450">
                  <c:v>43949</c:v>
                </c:pt>
                <c:pt idx="451">
                  <c:v>43950</c:v>
                </c:pt>
                <c:pt idx="452">
                  <c:v>43951</c:v>
                </c:pt>
                <c:pt idx="453">
                  <c:v>43955</c:v>
                </c:pt>
                <c:pt idx="454">
                  <c:v>43956</c:v>
                </c:pt>
                <c:pt idx="455">
                  <c:v>43957</c:v>
                </c:pt>
                <c:pt idx="456">
                  <c:v>43958</c:v>
                </c:pt>
                <c:pt idx="457">
                  <c:v>43959</c:v>
                </c:pt>
                <c:pt idx="458">
                  <c:v>43962</c:v>
                </c:pt>
                <c:pt idx="459">
                  <c:v>43963</c:v>
                </c:pt>
                <c:pt idx="460">
                  <c:v>43964</c:v>
                </c:pt>
                <c:pt idx="461">
                  <c:v>43965</c:v>
                </c:pt>
                <c:pt idx="462">
                  <c:v>43966</c:v>
                </c:pt>
                <c:pt idx="463">
                  <c:v>43969</c:v>
                </c:pt>
                <c:pt idx="464">
                  <c:v>43970</c:v>
                </c:pt>
                <c:pt idx="465">
                  <c:v>43971</c:v>
                </c:pt>
                <c:pt idx="466">
                  <c:v>43972</c:v>
                </c:pt>
                <c:pt idx="467">
                  <c:v>43973</c:v>
                </c:pt>
                <c:pt idx="468">
                  <c:v>43976</c:v>
                </c:pt>
                <c:pt idx="469">
                  <c:v>43977</c:v>
                </c:pt>
                <c:pt idx="470">
                  <c:v>43978</c:v>
                </c:pt>
                <c:pt idx="471">
                  <c:v>43979</c:v>
                </c:pt>
                <c:pt idx="472">
                  <c:v>43980</c:v>
                </c:pt>
                <c:pt idx="473">
                  <c:v>43983</c:v>
                </c:pt>
                <c:pt idx="474">
                  <c:v>43984</c:v>
                </c:pt>
                <c:pt idx="475">
                  <c:v>43985</c:v>
                </c:pt>
                <c:pt idx="476">
                  <c:v>43986</c:v>
                </c:pt>
                <c:pt idx="477">
                  <c:v>43987</c:v>
                </c:pt>
                <c:pt idx="478">
                  <c:v>43990</c:v>
                </c:pt>
                <c:pt idx="479">
                  <c:v>43991</c:v>
                </c:pt>
                <c:pt idx="480">
                  <c:v>43992</c:v>
                </c:pt>
                <c:pt idx="481">
                  <c:v>43994</c:v>
                </c:pt>
                <c:pt idx="482">
                  <c:v>43997</c:v>
                </c:pt>
                <c:pt idx="483">
                  <c:v>43998</c:v>
                </c:pt>
                <c:pt idx="484">
                  <c:v>43999</c:v>
                </c:pt>
                <c:pt idx="485">
                  <c:v>44000</c:v>
                </c:pt>
                <c:pt idx="486">
                  <c:v>44001</c:v>
                </c:pt>
                <c:pt idx="487">
                  <c:v>44004</c:v>
                </c:pt>
                <c:pt idx="488">
                  <c:v>44005</c:v>
                </c:pt>
                <c:pt idx="489">
                  <c:v>44006</c:v>
                </c:pt>
                <c:pt idx="490">
                  <c:v>44007</c:v>
                </c:pt>
                <c:pt idx="491">
                  <c:v>44008</c:v>
                </c:pt>
                <c:pt idx="492">
                  <c:v>44011</c:v>
                </c:pt>
                <c:pt idx="493">
                  <c:v>44012</c:v>
                </c:pt>
                <c:pt idx="494">
                  <c:v>44013</c:v>
                </c:pt>
                <c:pt idx="495">
                  <c:v>44014</c:v>
                </c:pt>
                <c:pt idx="496">
                  <c:v>44015</c:v>
                </c:pt>
                <c:pt idx="497">
                  <c:v>44018</c:v>
                </c:pt>
                <c:pt idx="498">
                  <c:v>44019</c:v>
                </c:pt>
                <c:pt idx="499">
                  <c:v>44020</c:v>
                </c:pt>
                <c:pt idx="500">
                  <c:v>44021</c:v>
                </c:pt>
                <c:pt idx="501">
                  <c:v>44022</c:v>
                </c:pt>
                <c:pt idx="502">
                  <c:v>44025</c:v>
                </c:pt>
                <c:pt idx="503">
                  <c:v>44026</c:v>
                </c:pt>
                <c:pt idx="504">
                  <c:v>44027</c:v>
                </c:pt>
                <c:pt idx="505">
                  <c:v>44028</c:v>
                </c:pt>
                <c:pt idx="506">
                  <c:v>44029</c:v>
                </c:pt>
                <c:pt idx="507">
                  <c:v>44032</c:v>
                </c:pt>
                <c:pt idx="508">
                  <c:v>44033</c:v>
                </c:pt>
                <c:pt idx="509">
                  <c:v>44034</c:v>
                </c:pt>
                <c:pt idx="510">
                  <c:v>44035</c:v>
                </c:pt>
                <c:pt idx="511">
                  <c:v>44036</c:v>
                </c:pt>
                <c:pt idx="512">
                  <c:v>44039</c:v>
                </c:pt>
                <c:pt idx="513">
                  <c:v>44040</c:v>
                </c:pt>
                <c:pt idx="514">
                  <c:v>44041</c:v>
                </c:pt>
                <c:pt idx="515">
                  <c:v>44042</c:v>
                </c:pt>
                <c:pt idx="516">
                  <c:v>44043</c:v>
                </c:pt>
                <c:pt idx="517">
                  <c:v>44046</c:v>
                </c:pt>
                <c:pt idx="518">
                  <c:v>44047</c:v>
                </c:pt>
                <c:pt idx="519">
                  <c:v>44048</c:v>
                </c:pt>
                <c:pt idx="520">
                  <c:v>44049</c:v>
                </c:pt>
                <c:pt idx="521">
                  <c:v>44050</c:v>
                </c:pt>
                <c:pt idx="522">
                  <c:v>44053</c:v>
                </c:pt>
                <c:pt idx="523">
                  <c:v>44054</c:v>
                </c:pt>
                <c:pt idx="524">
                  <c:v>44055</c:v>
                </c:pt>
                <c:pt idx="525">
                  <c:v>44056</c:v>
                </c:pt>
                <c:pt idx="526">
                  <c:v>44057</c:v>
                </c:pt>
                <c:pt idx="527">
                  <c:v>44060</c:v>
                </c:pt>
                <c:pt idx="528">
                  <c:v>44061</c:v>
                </c:pt>
                <c:pt idx="529">
                  <c:v>44062</c:v>
                </c:pt>
                <c:pt idx="530">
                  <c:v>44063</c:v>
                </c:pt>
                <c:pt idx="531">
                  <c:v>44064</c:v>
                </c:pt>
                <c:pt idx="532">
                  <c:v>44067</c:v>
                </c:pt>
                <c:pt idx="533">
                  <c:v>44068</c:v>
                </c:pt>
                <c:pt idx="534">
                  <c:v>44069</c:v>
                </c:pt>
                <c:pt idx="535">
                  <c:v>44070</c:v>
                </c:pt>
                <c:pt idx="536">
                  <c:v>44071</c:v>
                </c:pt>
                <c:pt idx="537">
                  <c:v>44074</c:v>
                </c:pt>
                <c:pt idx="538">
                  <c:v>44075</c:v>
                </c:pt>
                <c:pt idx="539">
                  <c:v>44076</c:v>
                </c:pt>
                <c:pt idx="540">
                  <c:v>44077</c:v>
                </c:pt>
                <c:pt idx="541">
                  <c:v>44078</c:v>
                </c:pt>
                <c:pt idx="542">
                  <c:v>44082</c:v>
                </c:pt>
                <c:pt idx="543">
                  <c:v>44083</c:v>
                </c:pt>
                <c:pt idx="544">
                  <c:v>44084</c:v>
                </c:pt>
                <c:pt idx="545">
                  <c:v>44085</c:v>
                </c:pt>
                <c:pt idx="546">
                  <c:v>44088</c:v>
                </c:pt>
                <c:pt idx="547">
                  <c:v>44089</c:v>
                </c:pt>
                <c:pt idx="548">
                  <c:v>44090</c:v>
                </c:pt>
                <c:pt idx="549">
                  <c:v>44091</c:v>
                </c:pt>
                <c:pt idx="550">
                  <c:v>44092</c:v>
                </c:pt>
                <c:pt idx="551">
                  <c:v>44095</c:v>
                </c:pt>
                <c:pt idx="552">
                  <c:v>44096</c:v>
                </c:pt>
                <c:pt idx="553">
                  <c:v>44097</c:v>
                </c:pt>
                <c:pt idx="554">
                  <c:v>44098</c:v>
                </c:pt>
                <c:pt idx="555">
                  <c:v>44099</c:v>
                </c:pt>
                <c:pt idx="556">
                  <c:v>44102</c:v>
                </c:pt>
                <c:pt idx="557">
                  <c:v>44103</c:v>
                </c:pt>
                <c:pt idx="558">
                  <c:v>44104</c:v>
                </c:pt>
                <c:pt idx="559">
                  <c:v>44105</c:v>
                </c:pt>
                <c:pt idx="560">
                  <c:v>44106</c:v>
                </c:pt>
                <c:pt idx="561">
                  <c:v>44109</c:v>
                </c:pt>
                <c:pt idx="562">
                  <c:v>44110</c:v>
                </c:pt>
                <c:pt idx="563">
                  <c:v>44111</c:v>
                </c:pt>
                <c:pt idx="564">
                  <c:v>44112</c:v>
                </c:pt>
                <c:pt idx="565">
                  <c:v>44113</c:v>
                </c:pt>
                <c:pt idx="566">
                  <c:v>44117</c:v>
                </c:pt>
                <c:pt idx="567">
                  <c:v>44118</c:v>
                </c:pt>
                <c:pt idx="568">
                  <c:v>44119</c:v>
                </c:pt>
                <c:pt idx="569">
                  <c:v>44120</c:v>
                </c:pt>
                <c:pt idx="570">
                  <c:v>44123</c:v>
                </c:pt>
                <c:pt idx="571">
                  <c:v>44124</c:v>
                </c:pt>
                <c:pt idx="572">
                  <c:v>44125</c:v>
                </c:pt>
                <c:pt idx="573">
                  <c:v>44126</c:v>
                </c:pt>
                <c:pt idx="574">
                  <c:v>44127</c:v>
                </c:pt>
                <c:pt idx="575">
                  <c:v>44130</c:v>
                </c:pt>
                <c:pt idx="576">
                  <c:v>44131</c:v>
                </c:pt>
                <c:pt idx="577">
                  <c:v>44132</c:v>
                </c:pt>
                <c:pt idx="578">
                  <c:v>44133</c:v>
                </c:pt>
                <c:pt idx="579">
                  <c:v>44134</c:v>
                </c:pt>
                <c:pt idx="580">
                  <c:v>44138</c:v>
                </c:pt>
                <c:pt idx="581">
                  <c:v>44139</c:v>
                </c:pt>
                <c:pt idx="582">
                  <c:v>44140</c:v>
                </c:pt>
                <c:pt idx="583">
                  <c:v>44141</c:v>
                </c:pt>
                <c:pt idx="584">
                  <c:v>44144</c:v>
                </c:pt>
                <c:pt idx="585">
                  <c:v>44145</c:v>
                </c:pt>
                <c:pt idx="586">
                  <c:v>44146</c:v>
                </c:pt>
                <c:pt idx="587">
                  <c:v>44147</c:v>
                </c:pt>
                <c:pt idx="588">
                  <c:v>44148</c:v>
                </c:pt>
                <c:pt idx="589">
                  <c:v>44151</c:v>
                </c:pt>
                <c:pt idx="590">
                  <c:v>44152</c:v>
                </c:pt>
                <c:pt idx="591">
                  <c:v>44153</c:v>
                </c:pt>
                <c:pt idx="592">
                  <c:v>44154</c:v>
                </c:pt>
                <c:pt idx="593">
                  <c:v>44155</c:v>
                </c:pt>
                <c:pt idx="594">
                  <c:v>44158</c:v>
                </c:pt>
                <c:pt idx="595">
                  <c:v>44159</c:v>
                </c:pt>
                <c:pt idx="596">
                  <c:v>44160</c:v>
                </c:pt>
                <c:pt idx="597">
                  <c:v>44161</c:v>
                </c:pt>
                <c:pt idx="598">
                  <c:v>44162</c:v>
                </c:pt>
                <c:pt idx="599">
                  <c:v>44165</c:v>
                </c:pt>
                <c:pt idx="600">
                  <c:v>44166</c:v>
                </c:pt>
                <c:pt idx="601">
                  <c:v>44167</c:v>
                </c:pt>
                <c:pt idx="602">
                  <c:v>44168</c:v>
                </c:pt>
                <c:pt idx="603">
                  <c:v>44169</c:v>
                </c:pt>
                <c:pt idx="604">
                  <c:v>44172</c:v>
                </c:pt>
                <c:pt idx="605">
                  <c:v>44173</c:v>
                </c:pt>
                <c:pt idx="606">
                  <c:v>44174</c:v>
                </c:pt>
                <c:pt idx="607">
                  <c:v>44175</c:v>
                </c:pt>
                <c:pt idx="608">
                  <c:v>44176</c:v>
                </c:pt>
                <c:pt idx="609">
                  <c:v>44179</c:v>
                </c:pt>
                <c:pt idx="610">
                  <c:v>44180</c:v>
                </c:pt>
                <c:pt idx="611">
                  <c:v>44181</c:v>
                </c:pt>
                <c:pt idx="612">
                  <c:v>44182</c:v>
                </c:pt>
                <c:pt idx="613">
                  <c:v>44183</c:v>
                </c:pt>
                <c:pt idx="614">
                  <c:v>44186</c:v>
                </c:pt>
                <c:pt idx="615">
                  <c:v>44187</c:v>
                </c:pt>
                <c:pt idx="616">
                  <c:v>44188</c:v>
                </c:pt>
                <c:pt idx="617">
                  <c:v>44193</c:v>
                </c:pt>
                <c:pt idx="618">
                  <c:v>44194</c:v>
                </c:pt>
                <c:pt idx="619">
                  <c:v>44195</c:v>
                </c:pt>
                <c:pt idx="620">
                  <c:v>44200</c:v>
                </c:pt>
                <c:pt idx="621">
                  <c:v>44201</c:v>
                </c:pt>
                <c:pt idx="622">
                  <c:v>44202</c:v>
                </c:pt>
                <c:pt idx="623">
                  <c:v>44203</c:v>
                </c:pt>
                <c:pt idx="624">
                  <c:v>44204</c:v>
                </c:pt>
                <c:pt idx="625">
                  <c:v>44207</c:v>
                </c:pt>
                <c:pt idx="626">
                  <c:v>44208</c:v>
                </c:pt>
                <c:pt idx="627">
                  <c:v>44209</c:v>
                </c:pt>
                <c:pt idx="628">
                  <c:v>44210</c:v>
                </c:pt>
                <c:pt idx="629">
                  <c:v>44211</c:v>
                </c:pt>
                <c:pt idx="630">
                  <c:v>44214</c:v>
                </c:pt>
                <c:pt idx="631">
                  <c:v>44215</c:v>
                </c:pt>
                <c:pt idx="632">
                  <c:v>44216</c:v>
                </c:pt>
                <c:pt idx="633">
                  <c:v>44217</c:v>
                </c:pt>
                <c:pt idx="634">
                  <c:v>44218</c:v>
                </c:pt>
                <c:pt idx="635">
                  <c:v>44222</c:v>
                </c:pt>
                <c:pt idx="636">
                  <c:v>44223</c:v>
                </c:pt>
                <c:pt idx="637">
                  <c:v>44224</c:v>
                </c:pt>
                <c:pt idx="638">
                  <c:v>44225</c:v>
                </c:pt>
                <c:pt idx="639">
                  <c:v>44228</c:v>
                </c:pt>
                <c:pt idx="640">
                  <c:v>44229</c:v>
                </c:pt>
                <c:pt idx="641">
                  <c:v>44230</c:v>
                </c:pt>
                <c:pt idx="642">
                  <c:v>44231</c:v>
                </c:pt>
                <c:pt idx="643">
                  <c:v>44232</c:v>
                </c:pt>
                <c:pt idx="644">
                  <c:v>44235</c:v>
                </c:pt>
                <c:pt idx="645">
                  <c:v>44236</c:v>
                </c:pt>
                <c:pt idx="646">
                  <c:v>44237</c:v>
                </c:pt>
                <c:pt idx="647">
                  <c:v>44238</c:v>
                </c:pt>
                <c:pt idx="648">
                  <c:v>44239</c:v>
                </c:pt>
                <c:pt idx="649">
                  <c:v>44244</c:v>
                </c:pt>
                <c:pt idx="650">
                  <c:v>44245</c:v>
                </c:pt>
                <c:pt idx="651">
                  <c:v>44246</c:v>
                </c:pt>
                <c:pt idx="652">
                  <c:v>44249</c:v>
                </c:pt>
                <c:pt idx="653">
                  <c:v>44250</c:v>
                </c:pt>
                <c:pt idx="654">
                  <c:v>44251</c:v>
                </c:pt>
                <c:pt idx="655">
                  <c:v>44252</c:v>
                </c:pt>
                <c:pt idx="656">
                  <c:v>44253</c:v>
                </c:pt>
                <c:pt idx="657">
                  <c:v>44256</c:v>
                </c:pt>
                <c:pt idx="658">
                  <c:v>44257</c:v>
                </c:pt>
                <c:pt idx="659">
                  <c:v>44258</c:v>
                </c:pt>
                <c:pt idx="660">
                  <c:v>44259</c:v>
                </c:pt>
                <c:pt idx="661">
                  <c:v>44260</c:v>
                </c:pt>
                <c:pt idx="662">
                  <c:v>44263</c:v>
                </c:pt>
                <c:pt idx="663">
                  <c:v>44264</c:v>
                </c:pt>
                <c:pt idx="664">
                  <c:v>44265</c:v>
                </c:pt>
                <c:pt idx="665">
                  <c:v>44266</c:v>
                </c:pt>
                <c:pt idx="666">
                  <c:v>44267</c:v>
                </c:pt>
                <c:pt idx="667">
                  <c:v>44270</c:v>
                </c:pt>
                <c:pt idx="668">
                  <c:v>44271</c:v>
                </c:pt>
                <c:pt idx="669">
                  <c:v>44272</c:v>
                </c:pt>
                <c:pt idx="670">
                  <c:v>44273</c:v>
                </c:pt>
                <c:pt idx="671">
                  <c:v>44274</c:v>
                </c:pt>
                <c:pt idx="672">
                  <c:v>44277</c:v>
                </c:pt>
                <c:pt idx="673">
                  <c:v>44278</c:v>
                </c:pt>
                <c:pt idx="674">
                  <c:v>44279</c:v>
                </c:pt>
                <c:pt idx="675">
                  <c:v>44280</c:v>
                </c:pt>
                <c:pt idx="676">
                  <c:v>44281</c:v>
                </c:pt>
                <c:pt idx="677">
                  <c:v>44284</c:v>
                </c:pt>
                <c:pt idx="678">
                  <c:v>44285</c:v>
                </c:pt>
                <c:pt idx="679">
                  <c:v>44286</c:v>
                </c:pt>
                <c:pt idx="680">
                  <c:v>44287</c:v>
                </c:pt>
                <c:pt idx="681">
                  <c:v>44291</c:v>
                </c:pt>
                <c:pt idx="682">
                  <c:v>44292</c:v>
                </c:pt>
                <c:pt idx="683">
                  <c:v>44293</c:v>
                </c:pt>
                <c:pt idx="684">
                  <c:v>44294</c:v>
                </c:pt>
                <c:pt idx="685">
                  <c:v>44295</c:v>
                </c:pt>
                <c:pt idx="686">
                  <c:v>44298</c:v>
                </c:pt>
                <c:pt idx="687">
                  <c:v>44299</c:v>
                </c:pt>
                <c:pt idx="688">
                  <c:v>44300</c:v>
                </c:pt>
                <c:pt idx="689">
                  <c:v>44301</c:v>
                </c:pt>
                <c:pt idx="690">
                  <c:v>44302</c:v>
                </c:pt>
                <c:pt idx="691">
                  <c:v>44305</c:v>
                </c:pt>
                <c:pt idx="692">
                  <c:v>44306</c:v>
                </c:pt>
                <c:pt idx="693">
                  <c:v>44308</c:v>
                </c:pt>
                <c:pt idx="694">
                  <c:v>44309</c:v>
                </c:pt>
                <c:pt idx="695">
                  <c:v>44312</c:v>
                </c:pt>
                <c:pt idx="696">
                  <c:v>44313</c:v>
                </c:pt>
                <c:pt idx="697">
                  <c:v>44314</c:v>
                </c:pt>
                <c:pt idx="698">
                  <c:v>44315</c:v>
                </c:pt>
                <c:pt idx="699">
                  <c:v>44316</c:v>
                </c:pt>
                <c:pt idx="700">
                  <c:v>44319</c:v>
                </c:pt>
                <c:pt idx="701">
                  <c:v>44320</c:v>
                </c:pt>
                <c:pt idx="702">
                  <c:v>44321</c:v>
                </c:pt>
                <c:pt idx="703">
                  <c:v>44322</c:v>
                </c:pt>
                <c:pt idx="704">
                  <c:v>44323</c:v>
                </c:pt>
                <c:pt idx="705">
                  <c:v>44326</c:v>
                </c:pt>
                <c:pt idx="706">
                  <c:v>44327</c:v>
                </c:pt>
                <c:pt idx="707">
                  <c:v>44328</c:v>
                </c:pt>
                <c:pt idx="708">
                  <c:v>44329</c:v>
                </c:pt>
                <c:pt idx="709">
                  <c:v>44330</c:v>
                </c:pt>
                <c:pt idx="710">
                  <c:v>44333</c:v>
                </c:pt>
                <c:pt idx="711">
                  <c:v>44334</c:v>
                </c:pt>
                <c:pt idx="712">
                  <c:v>44335</c:v>
                </c:pt>
                <c:pt idx="713">
                  <c:v>44336</c:v>
                </c:pt>
                <c:pt idx="714">
                  <c:v>44337</c:v>
                </c:pt>
                <c:pt idx="715">
                  <c:v>44340</c:v>
                </c:pt>
                <c:pt idx="716">
                  <c:v>44341</c:v>
                </c:pt>
                <c:pt idx="717">
                  <c:v>44342</c:v>
                </c:pt>
                <c:pt idx="718">
                  <c:v>44343</c:v>
                </c:pt>
                <c:pt idx="719">
                  <c:v>44344</c:v>
                </c:pt>
                <c:pt idx="720">
                  <c:v>44347</c:v>
                </c:pt>
                <c:pt idx="721">
                  <c:v>44348</c:v>
                </c:pt>
                <c:pt idx="722">
                  <c:v>44349</c:v>
                </c:pt>
                <c:pt idx="723">
                  <c:v>44351</c:v>
                </c:pt>
                <c:pt idx="724">
                  <c:v>44354</c:v>
                </c:pt>
                <c:pt idx="725">
                  <c:v>44355</c:v>
                </c:pt>
                <c:pt idx="726">
                  <c:v>44356</c:v>
                </c:pt>
                <c:pt idx="727">
                  <c:v>44357</c:v>
                </c:pt>
                <c:pt idx="728">
                  <c:v>44358</c:v>
                </c:pt>
                <c:pt idx="729">
                  <c:v>44361</c:v>
                </c:pt>
                <c:pt idx="730">
                  <c:v>44362</c:v>
                </c:pt>
                <c:pt idx="731">
                  <c:v>44363</c:v>
                </c:pt>
                <c:pt idx="732">
                  <c:v>44364</c:v>
                </c:pt>
                <c:pt idx="733">
                  <c:v>44365</c:v>
                </c:pt>
                <c:pt idx="734">
                  <c:v>44368</c:v>
                </c:pt>
                <c:pt idx="735">
                  <c:v>44369</c:v>
                </c:pt>
                <c:pt idx="736">
                  <c:v>44370</c:v>
                </c:pt>
                <c:pt idx="737">
                  <c:v>44371</c:v>
                </c:pt>
                <c:pt idx="738">
                  <c:v>44372</c:v>
                </c:pt>
                <c:pt idx="739">
                  <c:v>44375</c:v>
                </c:pt>
                <c:pt idx="740">
                  <c:v>44376</c:v>
                </c:pt>
                <c:pt idx="741">
                  <c:v>44377</c:v>
                </c:pt>
                <c:pt idx="742">
                  <c:v>44378</c:v>
                </c:pt>
                <c:pt idx="743">
                  <c:v>44379</c:v>
                </c:pt>
                <c:pt idx="744">
                  <c:v>44382</c:v>
                </c:pt>
                <c:pt idx="745">
                  <c:v>44383</c:v>
                </c:pt>
                <c:pt idx="746">
                  <c:v>44384</c:v>
                </c:pt>
                <c:pt idx="747">
                  <c:v>44385</c:v>
                </c:pt>
                <c:pt idx="748">
                  <c:v>44389</c:v>
                </c:pt>
                <c:pt idx="749">
                  <c:v>44390</c:v>
                </c:pt>
                <c:pt idx="750">
                  <c:v>44391</c:v>
                </c:pt>
                <c:pt idx="751">
                  <c:v>44392</c:v>
                </c:pt>
                <c:pt idx="752">
                  <c:v>44393</c:v>
                </c:pt>
                <c:pt idx="753">
                  <c:v>44396</c:v>
                </c:pt>
                <c:pt idx="754">
                  <c:v>44397</c:v>
                </c:pt>
                <c:pt idx="755">
                  <c:v>44398</c:v>
                </c:pt>
                <c:pt idx="756">
                  <c:v>44399</c:v>
                </c:pt>
                <c:pt idx="757">
                  <c:v>44400</c:v>
                </c:pt>
                <c:pt idx="758">
                  <c:v>44403</c:v>
                </c:pt>
                <c:pt idx="759">
                  <c:v>44404</c:v>
                </c:pt>
                <c:pt idx="760">
                  <c:v>44405</c:v>
                </c:pt>
                <c:pt idx="761">
                  <c:v>44406</c:v>
                </c:pt>
                <c:pt idx="762">
                  <c:v>44407</c:v>
                </c:pt>
                <c:pt idx="763">
                  <c:v>44410</c:v>
                </c:pt>
                <c:pt idx="764">
                  <c:v>44411</c:v>
                </c:pt>
                <c:pt idx="765">
                  <c:v>44412</c:v>
                </c:pt>
                <c:pt idx="766">
                  <c:v>44413</c:v>
                </c:pt>
                <c:pt idx="767">
                  <c:v>44414</c:v>
                </c:pt>
                <c:pt idx="768">
                  <c:v>44417</c:v>
                </c:pt>
                <c:pt idx="769">
                  <c:v>44418</c:v>
                </c:pt>
                <c:pt idx="770">
                  <c:v>44419</c:v>
                </c:pt>
                <c:pt idx="771">
                  <c:v>44420</c:v>
                </c:pt>
                <c:pt idx="772">
                  <c:v>44421</c:v>
                </c:pt>
                <c:pt idx="773">
                  <c:v>44424</c:v>
                </c:pt>
                <c:pt idx="774">
                  <c:v>44425</c:v>
                </c:pt>
                <c:pt idx="775">
                  <c:v>44426</c:v>
                </c:pt>
                <c:pt idx="776">
                  <c:v>44427</c:v>
                </c:pt>
                <c:pt idx="777">
                  <c:v>44428</c:v>
                </c:pt>
                <c:pt idx="778">
                  <c:v>44431</c:v>
                </c:pt>
                <c:pt idx="779">
                  <c:v>44432</c:v>
                </c:pt>
                <c:pt idx="780">
                  <c:v>44433</c:v>
                </c:pt>
                <c:pt idx="781">
                  <c:v>44434</c:v>
                </c:pt>
                <c:pt idx="782">
                  <c:v>44435</c:v>
                </c:pt>
                <c:pt idx="783">
                  <c:v>44438</c:v>
                </c:pt>
                <c:pt idx="784">
                  <c:v>44439</c:v>
                </c:pt>
                <c:pt idx="785">
                  <c:v>44440</c:v>
                </c:pt>
                <c:pt idx="786">
                  <c:v>44441</c:v>
                </c:pt>
                <c:pt idx="787">
                  <c:v>44442</c:v>
                </c:pt>
                <c:pt idx="788">
                  <c:v>44445</c:v>
                </c:pt>
                <c:pt idx="789">
                  <c:v>44447</c:v>
                </c:pt>
                <c:pt idx="790">
                  <c:v>44448</c:v>
                </c:pt>
                <c:pt idx="791">
                  <c:v>44449</c:v>
                </c:pt>
                <c:pt idx="792">
                  <c:v>44452</c:v>
                </c:pt>
                <c:pt idx="793">
                  <c:v>44453</c:v>
                </c:pt>
                <c:pt idx="794">
                  <c:v>44454</c:v>
                </c:pt>
                <c:pt idx="795">
                  <c:v>44455</c:v>
                </c:pt>
                <c:pt idx="796">
                  <c:v>44456</c:v>
                </c:pt>
                <c:pt idx="797">
                  <c:v>44459</c:v>
                </c:pt>
                <c:pt idx="798">
                  <c:v>44460</c:v>
                </c:pt>
                <c:pt idx="799">
                  <c:v>44461</c:v>
                </c:pt>
                <c:pt idx="800">
                  <c:v>44462</c:v>
                </c:pt>
                <c:pt idx="801">
                  <c:v>44463</c:v>
                </c:pt>
                <c:pt idx="802">
                  <c:v>44466</c:v>
                </c:pt>
                <c:pt idx="803">
                  <c:v>44467</c:v>
                </c:pt>
                <c:pt idx="804">
                  <c:v>44468</c:v>
                </c:pt>
                <c:pt idx="805">
                  <c:v>44469</c:v>
                </c:pt>
                <c:pt idx="806">
                  <c:v>44470</c:v>
                </c:pt>
                <c:pt idx="807">
                  <c:v>44473</c:v>
                </c:pt>
                <c:pt idx="808">
                  <c:v>44474</c:v>
                </c:pt>
                <c:pt idx="809">
                  <c:v>44475</c:v>
                </c:pt>
                <c:pt idx="810">
                  <c:v>44476</c:v>
                </c:pt>
                <c:pt idx="811">
                  <c:v>44477</c:v>
                </c:pt>
                <c:pt idx="812">
                  <c:v>44480</c:v>
                </c:pt>
                <c:pt idx="813">
                  <c:v>44482</c:v>
                </c:pt>
                <c:pt idx="814">
                  <c:v>44483</c:v>
                </c:pt>
                <c:pt idx="815">
                  <c:v>44484</c:v>
                </c:pt>
                <c:pt idx="816">
                  <c:v>44487</c:v>
                </c:pt>
                <c:pt idx="817">
                  <c:v>44488</c:v>
                </c:pt>
                <c:pt idx="818">
                  <c:v>44489</c:v>
                </c:pt>
                <c:pt idx="819">
                  <c:v>44490</c:v>
                </c:pt>
                <c:pt idx="820">
                  <c:v>44491</c:v>
                </c:pt>
                <c:pt idx="821">
                  <c:v>44494</c:v>
                </c:pt>
                <c:pt idx="822">
                  <c:v>44495</c:v>
                </c:pt>
                <c:pt idx="823">
                  <c:v>44496</c:v>
                </c:pt>
                <c:pt idx="824">
                  <c:v>44497</c:v>
                </c:pt>
                <c:pt idx="825">
                  <c:v>44498</c:v>
                </c:pt>
                <c:pt idx="826">
                  <c:v>44501</c:v>
                </c:pt>
                <c:pt idx="827">
                  <c:v>44503</c:v>
                </c:pt>
                <c:pt idx="828">
                  <c:v>44504</c:v>
                </c:pt>
                <c:pt idx="829">
                  <c:v>44505</c:v>
                </c:pt>
                <c:pt idx="830">
                  <c:v>44508</c:v>
                </c:pt>
                <c:pt idx="831">
                  <c:v>44509</c:v>
                </c:pt>
                <c:pt idx="832">
                  <c:v>44510</c:v>
                </c:pt>
                <c:pt idx="833">
                  <c:v>44511</c:v>
                </c:pt>
                <c:pt idx="834">
                  <c:v>44512</c:v>
                </c:pt>
                <c:pt idx="835">
                  <c:v>44516</c:v>
                </c:pt>
                <c:pt idx="836">
                  <c:v>44517</c:v>
                </c:pt>
                <c:pt idx="837">
                  <c:v>44518</c:v>
                </c:pt>
                <c:pt idx="838">
                  <c:v>44519</c:v>
                </c:pt>
                <c:pt idx="839">
                  <c:v>44522</c:v>
                </c:pt>
                <c:pt idx="840">
                  <c:v>44523</c:v>
                </c:pt>
                <c:pt idx="841">
                  <c:v>44524</c:v>
                </c:pt>
                <c:pt idx="842">
                  <c:v>44525</c:v>
                </c:pt>
                <c:pt idx="843">
                  <c:v>44526</c:v>
                </c:pt>
                <c:pt idx="844">
                  <c:v>44529</c:v>
                </c:pt>
                <c:pt idx="845">
                  <c:v>44530</c:v>
                </c:pt>
                <c:pt idx="846">
                  <c:v>44531</c:v>
                </c:pt>
                <c:pt idx="847">
                  <c:v>44532</c:v>
                </c:pt>
                <c:pt idx="848">
                  <c:v>44533</c:v>
                </c:pt>
                <c:pt idx="849">
                  <c:v>44536</c:v>
                </c:pt>
                <c:pt idx="850">
                  <c:v>44537</c:v>
                </c:pt>
                <c:pt idx="851">
                  <c:v>44538</c:v>
                </c:pt>
                <c:pt idx="852">
                  <c:v>44539</c:v>
                </c:pt>
                <c:pt idx="853">
                  <c:v>44540</c:v>
                </c:pt>
                <c:pt idx="854">
                  <c:v>44543</c:v>
                </c:pt>
                <c:pt idx="855">
                  <c:v>44544</c:v>
                </c:pt>
                <c:pt idx="856">
                  <c:v>44545</c:v>
                </c:pt>
                <c:pt idx="857">
                  <c:v>44546</c:v>
                </c:pt>
                <c:pt idx="858">
                  <c:v>44547</c:v>
                </c:pt>
                <c:pt idx="859">
                  <c:v>44550</c:v>
                </c:pt>
                <c:pt idx="860">
                  <c:v>44551</c:v>
                </c:pt>
                <c:pt idx="861">
                  <c:v>44552</c:v>
                </c:pt>
                <c:pt idx="862">
                  <c:v>44553</c:v>
                </c:pt>
                <c:pt idx="863">
                  <c:v>44557</c:v>
                </c:pt>
                <c:pt idx="864">
                  <c:v>44558</c:v>
                </c:pt>
                <c:pt idx="865">
                  <c:v>44559</c:v>
                </c:pt>
                <c:pt idx="866">
                  <c:v>44560</c:v>
                </c:pt>
                <c:pt idx="867">
                  <c:v>44564</c:v>
                </c:pt>
                <c:pt idx="868">
                  <c:v>44565</c:v>
                </c:pt>
                <c:pt idx="869">
                  <c:v>44566</c:v>
                </c:pt>
                <c:pt idx="870">
                  <c:v>44567</c:v>
                </c:pt>
                <c:pt idx="871">
                  <c:v>44568</c:v>
                </c:pt>
                <c:pt idx="872">
                  <c:v>44571</c:v>
                </c:pt>
                <c:pt idx="873">
                  <c:v>44572</c:v>
                </c:pt>
                <c:pt idx="874">
                  <c:v>44573</c:v>
                </c:pt>
                <c:pt idx="875">
                  <c:v>44574</c:v>
                </c:pt>
                <c:pt idx="876">
                  <c:v>44575</c:v>
                </c:pt>
                <c:pt idx="877">
                  <c:v>44578</c:v>
                </c:pt>
                <c:pt idx="878">
                  <c:v>44579</c:v>
                </c:pt>
                <c:pt idx="879">
                  <c:v>44580</c:v>
                </c:pt>
                <c:pt idx="880">
                  <c:v>44581</c:v>
                </c:pt>
                <c:pt idx="881">
                  <c:v>44582</c:v>
                </c:pt>
                <c:pt idx="882">
                  <c:v>44585</c:v>
                </c:pt>
                <c:pt idx="883">
                  <c:v>44586</c:v>
                </c:pt>
                <c:pt idx="884">
                  <c:v>44587</c:v>
                </c:pt>
                <c:pt idx="885">
                  <c:v>44588</c:v>
                </c:pt>
                <c:pt idx="886">
                  <c:v>44589</c:v>
                </c:pt>
                <c:pt idx="887">
                  <c:v>44592</c:v>
                </c:pt>
                <c:pt idx="888">
                  <c:v>44593</c:v>
                </c:pt>
                <c:pt idx="889">
                  <c:v>44594</c:v>
                </c:pt>
                <c:pt idx="890">
                  <c:v>44595</c:v>
                </c:pt>
                <c:pt idx="891">
                  <c:v>44596</c:v>
                </c:pt>
                <c:pt idx="892">
                  <c:v>44599</c:v>
                </c:pt>
                <c:pt idx="893">
                  <c:v>44600</c:v>
                </c:pt>
                <c:pt idx="894">
                  <c:v>44601</c:v>
                </c:pt>
                <c:pt idx="895">
                  <c:v>44602</c:v>
                </c:pt>
                <c:pt idx="896">
                  <c:v>44603</c:v>
                </c:pt>
                <c:pt idx="897">
                  <c:v>44606</c:v>
                </c:pt>
                <c:pt idx="898">
                  <c:v>44607</c:v>
                </c:pt>
                <c:pt idx="899">
                  <c:v>44608</c:v>
                </c:pt>
                <c:pt idx="900">
                  <c:v>44609</c:v>
                </c:pt>
                <c:pt idx="901">
                  <c:v>44610</c:v>
                </c:pt>
                <c:pt idx="902">
                  <c:v>44613</c:v>
                </c:pt>
                <c:pt idx="903">
                  <c:v>44614</c:v>
                </c:pt>
                <c:pt idx="904">
                  <c:v>44615</c:v>
                </c:pt>
                <c:pt idx="905">
                  <c:v>44616</c:v>
                </c:pt>
                <c:pt idx="906">
                  <c:v>44617</c:v>
                </c:pt>
                <c:pt idx="907">
                  <c:v>44622</c:v>
                </c:pt>
                <c:pt idx="908">
                  <c:v>44623</c:v>
                </c:pt>
                <c:pt idx="909">
                  <c:v>44624</c:v>
                </c:pt>
                <c:pt idx="910">
                  <c:v>44627</c:v>
                </c:pt>
                <c:pt idx="911">
                  <c:v>44628</c:v>
                </c:pt>
                <c:pt idx="912">
                  <c:v>44629</c:v>
                </c:pt>
                <c:pt idx="913">
                  <c:v>44630</c:v>
                </c:pt>
                <c:pt idx="914">
                  <c:v>44631</c:v>
                </c:pt>
                <c:pt idx="915">
                  <c:v>44634</c:v>
                </c:pt>
                <c:pt idx="916">
                  <c:v>44635</c:v>
                </c:pt>
                <c:pt idx="917">
                  <c:v>44636</c:v>
                </c:pt>
                <c:pt idx="918">
                  <c:v>44637</c:v>
                </c:pt>
                <c:pt idx="919">
                  <c:v>44638</c:v>
                </c:pt>
                <c:pt idx="920">
                  <c:v>44641</c:v>
                </c:pt>
                <c:pt idx="921">
                  <c:v>44642</c:v>
                </c:pt>
                <c:pt idx="922">
                  <c:v>44643</c:v>
                </c:pt>
                <c:pt idx="923">
                  <c:v>44644</c:v>
                </c:pt>
                <c:pt idx="924">
                  <c:v>44645</c:v>
                </c:pt>
                <c:pt idx="925">
                  <c:v>44648</c:v>
                </c:pt>
                <c:pt idx="926">
                  <c:v>44649</c:v>
                </c:pt>
                <c:pt idx="927">
                  <c:v>44650</c:v>
                </c:pt>
                <c:pt idx="928">
                  <c:v>44651</c:v>
                </c:pt>
                <c:pt idx="929">
                  <c:v>44652</c:v>
                </c:pt>
                <c:pt idx="930">
                  <c:v>44655</c:v>
                </c:pt>
                <c:pt idx="931">
                  <c:v>44656</c:v>
                </c:pt>
                <c:pt idx="932">
                  <c:v>44657</c:v>
                </c:pt>
                <c:pt idx="933">
                  <c:v>44658</c:v>
                </c:pt>
                <c:pt idx="934">
                  <c:v>44659</c:v>
                </c:pt>
                <c:pt idx="935">
                  <c:v>44662</c:v>
                </c:pt>
                <c:pt idx="936">
                  <c:v>44663</c:v>
                </c:pt>
                <c:pt idx="937">
                  <c:v>44664</c:v>
                </c:pt>
                <c:pt idx="938">
                  <c:v>44665</c:v>
                </c:pt>
                <c:pt idx="939">
                  <c:v>44669</c:v>
                </c:pt>
                <c:pt idx="940">
                  <c:v>44670</c:v>
                </c:pt>
                <c:pt idx="941">
                  <c:v>44671</c:v>
                </c:pt>
                <c:pt idx="942">
                  <c:v>44673</c:v>
                </c:pt>
                <c:pt idx="943">
                  <c:v>44676</c:v>
                </c:pt>
                <c:pt idx="944">
                  <c:v>44677</c:v>
                </c:pt>
                <c:pt idx="945">
                  <c:v>44678</c:v>
                </c:pt>
                <c:pt idx="946">
                  <c:v>44679</c:v>
                </c:pt>
                <c:pt idx="947">
                  <c:v>44680</c:v>
                </c:pt>
                <c:pt idx="948">
                  <c:v>44683</c:v>
                </c:pt>
                <c:pt idx="949">
                  <c:v>44684</c:v>
                </c:pt>
                <c:pt idx="950">
                  <c:v>44685</c:v>
                </c:pt>
                <c:pt idx="951">
                  <c:v>44686</c:v>
                </c:pt>
                <c:pt idx="952">
                  <c:v>44687</c:v>
                </c:pt>
                <c:pt idx="953">
                  <c:v>44690</c:v>
                </c:pt>
                <c:pt idx="954">
                  <c:v>44691</c:v>
                </c:pt>
                <c:pt idx="955">
                  <c:v>44692</c:v>
                </c:pt>
                <c:pt idx="956">
                  <c:v>44693</c:v>
                </c:pt>
                <c:pt idx="957">
                  <c:v>44694</c:v>
                </c:pt>
                <c:pt idx="958">
                  <c:v>44697</c:v>
                </c:pt>
                <c:pt idx="959">
                  <c:v>44698</c:v>
                </c:pt>
                <c:pt idx="960">
                  <c:v>44699</c:v>
                </c:pt>
                <c:pt idx="961">
                  <c:v>44700</c:v>
                </c:pt>
                <c:pt idx="962">
                  <c:v>44701</c:v>
                </c:pt>
                <c:pt idx="963">
                  <c:v>44704</c:v>
                </c:pt>
                <c:pt idx="964">
                  <c:v>44705</c:v>
                </c:pt>
                <c:pt idx="965">
                  <c:v>44706</c:v>
                </c:pt>
                <c:pt idx="966">
                  <c:v>44707</c:v>
                </c:pt>
                <c:pt idx="967">
                  <c:v>44708</c:v>
                </c:pt>
                <c:pt idx="968">
                  <c:v>44711</c:v>
                </c:pt>
                <c:pt idx="969">
                  <c:v>44712</c:v>
                </c:pt>
                <c:pt idx="970">
                  <c:v>44713</c:v>
                </c:pt>
                <c:pt idx="971">
                  <c:v>44714</c:v>
                </c:pt>
                <c:pt idx="972">
                  <c:v>44715</c:v>
                </c:pt>
                <c:pt idx="973">
                  <c:v>44718</c:v>
                </c:pt>
                <c:pt idx="974">
                  <c:v>44719</c:v>
                </c:pt>
                <c:pt idx="975">
                  <c:v>44720</c:v>
                </c:pt>
                <c:pt idx="976">
                  <c:v>44721</c:v>
                </c:pt>
                <c:pt idx="977">
                  <c:v>44722</c:v>
                </c:pt>
                <c:pt idx="978">
                  <c:v>44725</c:v>
                </c:pt>
                <c:pt idx="979">
                  <c:v>44726</c:v>
                </c:pt>
                <c:pt idx="980">
                  <c:v>44727</c:v>
                </c:pt>
                <c:pt idx="981">
                  <c:v>44729</c:v>
                </c:pt>
                <c:pt idx="982">
                  <c:v>44732</c:v>
                </c:pt>
                <c:pt idx="983">
                  <c:v>44733</c:v>
                </c:pt>
                <c:pt idx="984">
                  <c:v>44734</c:v>
                </c:pt>
                <c:pt idx="985">
                  <c:v>44735</c:v>
                </c:pt>
                <c:pt idx="986">
                  <c:v>44736</c:v>
                </c:pt>
                <c:pt idx="987">
                  <c:v>44739</c:v>
                </c:pt>
                <c:pt idx="988">
                  <c:v>44740</c:v>
                </c:pt>
                <c:pt idx="989">
                  <c:v>44741</c:v>
                </c:pt>
                <c:pt idx="990">
                  <c:v>44742</c:v>
                </c:pt>
                <c:pt idx="991">
                  <c:v>44743</c:v>
                </c:pt>
                <c:pt idx="992">
                  <c:v>44746</c:v>
                </c:pt>
                <c:pt idx="993">
                  <c:v>44747</c:v>
                </c:pt>
                <c:pt idx="994">
                  <c:v>44748</c:v>
                </c:pt>
                <c:pt idx="995">
                  <c:v>44749</c:v>
                </c:pt>
                <c:pt idx="996">
                  <c:v>44750</c:v>
                </c:pt>
                <c:pt idx="997">
                  <c:v>44753</c:v>
                </c:pt>
                <c:pt idx="998">
                  <c:v>44754</c:v>
                </c:pt>
                <c:pt idx="999">
                  <c:v>44755</c:v>
                </c:pt>
                <c:pt idx="1000">
                  <c:v>44756</c:v>
                </c:pt>
                <c:pt idx="1001">
                  <c:v>44757</c:v>
                </c:pt>
                <c:pt idx="1002">
                  <c:v>44760</c:v>
                </c:pt>
                <c:pt idx="1003">
                  <c:v>44761</c:v>
                </c:pt>
                <c:pt idx="1004">
                  <c:v>44762</c:v>
                </c:pt>
                <c:pt idx="1005">
                  <c:v>44763</c:v>
                </c:pt>
                <c:pt idx="1006">
                  <c:v>44764</c:v>
                </c:pt>
                <c:pt idx="1007">
                  <c:v>44767</c:v>
                </c:pt>
                <c:pt idx="1008">
                  <c:v>44768</c:v>
                </c:pt>
                <c:pt idx="1009">
                  <c:v>44769</c:v>
                </c:pt>
                <c:pt idx="1010">
                  <c:v>44770</c:v>
                </c:pt>
                <c:pt idx="1011">
                  <c:v>44771</c:v>
                </c:pt>
                <c:pt idx="1012">
                  <c:v>44774</c:v>
                </c:pt>
                <c:pt idx="1013">
                  <c:v>44775</c:v>
                </c:pt>
                <c:pt idx="1014">
                  <c:v>44776</c:v>
                </c:pt>
                <c:pt idx="1015">
                  <c:v>44777</c:v>
                </c:pt>
                <c:pt idx="1016">
                  <c:v>44778</c:v>
                </c:pt>
                <c:pt idx="1017">
                  <c:v>44781</c:v>
                </c:pt>
                <c:pt idx="1018">
                  <c:v>44782</c:v>
                </c:pt>
                <c:pt idx="1019">
                  <c:v>44783</c:v>
                </c:pt>
                <c:pt idx="1020">
                  <c:v>44784</c:v>
                </c:pt>
                <c:pt idx="1021">
                  <c:v>44785</c:v>
                </c:pt>
                <c:pt idx="1022">
                  <c:v>44788</c:v>
                </c:pt>
                <c:pt idx="1023">
                  <c:v>44789</c:v>
                </c:pt>
                <c:pt idx="1024">
                  <c:v>44790</c:v>
                </c:pt>
                <c:pt idx="1025">
                  <c:v>44791</c:v>
                </c:pt>
                <c:pt idx="1026">
                  <c:v>44792</c:v>
                </c:pt>
                <c:pt idx="1027">
                  <c:v>44795</c:v>
                </c:pt>
                <c:pt idx="1028">
                  <c:v>44796</c:v>
                </c:pt>
                <c:pt idx="1029">
                  <c:v>44797</c:v>
                </c:pt>
                <c:pt idx="1030">
                  <c:v>44798</c:v>
                </c:pt>
                <c:pt idx="1031">
                  <c:v>44799</c:v>
                </c:pt>
                <c:pt idx="1032">
                  <c:v>44802</c:v>
                </c:pt>
                <c:pt idx="1033">
                  <c:v>44803</c:v>
                </c:pt>
                <c:pt idx="1034">
                  <c:v>44804</c:v>
                </c:pt>
                <c:pt idx="1035">
                  <c:v>44805</c:v>
                </c:pt>
                <c:pt idx="1036">
                  <c:v>44806</c:v>
                </c:pt>
                <c:pt idx="1037">
                  <c:v>44809</c:v>
                </c:pt>
                <c:pt idx="1038">
                  <c:v>44810</c:v>
                </c:pt>
                <c:pt idx="1039">
                  <c:v>44812</c:v>
                </c:pt>
                <c:pt idx="1040">
                  <c:v>44813</c:v>
                </c:pt>
                <c:pt idx="1041">
                  <c:v>44816</c:v>
                </c:pt>
                <c:pt idx="1042">
                  <c:v>44817</c:v>
                </c:pt>
                <c:pt idx="1043">
                  <c:v>44818</c:v>
                </c:pt>
                <c:pt idx="1044">
                  <c:v>44819</c:v>
                </c:pt>
                <c:pt idx="1045">
                  <c:v>44820</c:v>
                </c:pt>
                <c:pt idx="1046">
                  <c:v>44823</c:v>
                </c:pt>
                <c:pt idx="1047">
                  <c:v>44824</c:v>
                </c:pt>
                <c:pt idx="1048">
                  <c:v>44825</c:v>
                </c:pt>
                <c:pt idx="1049">
                  <c:v>44826</c:v>
                </c:pt>
                <c:pt idx="1050">
                  <c:v>44827</c:v>
                </c:pt>
                <c:pt idx="1051">
                  <c:v>44830</c:v>
                </c:pt>
                <c:pt idx="1052">
                  <c:v>44831</c:v>
                </c:pt>
                <c:pt idx="1053">
                  <c:v>44832</c:v>
                </c:pt>
                <c:pt idx="1054">
                  <c:v>44833</c:v>
                </c:pt>
                <c:pt idx="1055">
                  <c:v>44834</c:v>
                </c:pt>
                <c:pt idx="1056">
                  <c:v>44837</c:v>
                </c:pt>
                <c:pt idx="1057">
                  <c:v>44838</c:v>
                </c:pt>
                <c:pt idx="1058">
                  <c:v>44839</c:v>
                </c:pt>
                <c:pt idx="1059">
                  <c:v>44840</c:v>
                </c:pt>
                <c:pt idx="1060">
                  <c:v>44841</c:v>
                </c:pt>
                <c:pt idx="1061">
                  <c:v>44844</c:v>
                </c:pt>
                <c:pt idx="1062">
                  <c:v>44845</c:v>
                </c:pt>
                <c:pt idx="1063">
                  <c:v>44847</c:v>
                </c:pt>
                <c:pt idx="1064">
                  <c:v>44848</c:v>
                </c:pt>
                <c:pt idx="1065">
                  <c:v>44851</c:v>
                </c:pt>
                <c:pt idx="1066">
                  <c:v>44852</c:v>
                </c:pt>
                <c:pt idx="1067">
                  <c:v>44853</c:v>
                </c:pt>
                <c:pt idx="1068">
                  <c:v>44854</c:v>
                </c:pt>
                <c:pt idx="1069">
                  <c:v>44855</c:v>
                </c:pt>
                <c:pt idx="1070">
                  <c:v>44858</c:v>
                </c:pt>
                <c:pt idx="1071">
                  <c:v>44859</c:v>
                </c:pt>
                <c:pt idx="1072">
                  <c:v>44860</c:v>
                </c:pt>
                <c:pt idx="1073">
                  <c:v>44861</c:v>
                </c:pt>
                <c:pt idx="1074">
                  <c:v>44862</c:v>
                </c:pt>
                <c:pt idx="1075">
                  <c:v>44865</c:v>
                </c:pt>
                <c:pt idx="1076">
                  <c:v>44866</c:v>
                </c:pt>
                <c:pt idx="1077">
                  <c:v>44868</c:v>
                </c:pt>
                <c:pt idx="1078">
                  <c:v>44869</c:v>
                </c:pt>
                <c:pt idx="1079">
                  <c:v>44872</c:v>
                </c:pt>
                <c:pt idx="1080">
                  <c:v>44873</c:v>
                </c:pt>
                <c:pt idx="1081">
                  <c:v>44874</c:v>
                </c:pt>
                <c:pt idx="1082">
                  <c:v>44875</c:v>
                </c:pt>
                <c:pt idx="1083">
                  <c:v>44876</c:v>
                </c:pt>
                <c:pt idx="1084">
                  <c:v>44879</c:v>
                </c:pt>
                <c:pt idx="1085">
                  <c:v>44881</c:v>
                </c:pt>
                <c:pt idx="1086">
                  <c:v>44882</c:v>
                </c:pt>
                <c:pt idx="1087">
                  <c:v>44883</c:v>
                </c:pt>
                <c:pt idx="1088">
                  <c:v>44886</c:v>
                </c:pt>
                <c:pt idx="1089">
                  <c:v>44887</c:v>
                </c:pt>
                <c:pt idx="1090">
                  <c:v>44888</c:v>
                </c:pt>
                <c:pt idx="1091">
                  <c:v>44889</c:v>
                </c:pt>
                <c:pt idx="1092">
                  <c:v>44890</c:v>
                </c:pt>
                <c:pt idx="1093">
                  <c:v>44893</c:v>
                </c:pt>
                <c:pt idx="1094">
                  <c:v>44894</c:v>
                </c:pt>
                <c:pt idx="1095">
                  <c:v>44895</c:v>
                </c:pt>
                <c:pt idx="1096">
                  <c:v>44896</c:v>
                </c:pt>
                <c:pt idx="1097">
                  <c:v>44897</c:v>
                </c:pt>
                <c:pt idx="1098">
                  <c:v>44900</c:v>
                </c:pt>
                <c:pt idx="1099">
                  <c:v>44901</c:v>
                </c:pt>
                <c:pt idx="1100">
                  <c:v>44902</c:v>
                </c:pt>
                <c:pt idx="1101">
                  <c:v>44903</c:v>
                </c:pt>
                <c:pt idx="1102">
                  <c:v>44904</c:v>
                </c:pt>
                <c:pt idx="1103">
                  <c:v>44907</c:v>
                </c:pt>
                <c:pt idx="1104">
                  <c:v>44908</c:v>
                </c:pt>
                <c:pt idx="1105">
                  <c:v>44909</c:v>
                </c:pt>
                <c:pt idx="1106">
                  <c:v>44910</c:v>
                </c:pt>
                <c:pt idx="1107">
                  <c:v>44911</c:v>
                </c:pt>
                <c:pt idx="1108">
                  <c:v>44914</c:v>
                </c:pt>
                <c:pt idx="1109">
                  <c:v>44915</c:v>
                </c:pt>
                <c:pt idx="1110">
                  <c:v>44916</c:v>
                </c:pt>
                <c:pt idx="1111">
                  <c:v>44917</c:v>
                </c:pt>
                <c:pt idx="1112">
                  <c:v>44918</c:v>
                </c:pt>
                <c:pt idx="1113">
                  <c:v>44921</c:v>
                </c:pt>
                <c:pt idx="1114">
                  <c:v>44922</c:v>
                </c:pt>
                <c:pt idx="1115">
                  <c:v>44923</c:v>
                </c:pt>
                <c:pt idx="1116">
                  <c:v>44924</c:v>
                </c:pt>
                <c:pt idx="1117">
                  <c:v>44928</c:v>
                </c:pt>
                <c:pt idx="1118">
                  <c:v>44929</c:v>
                </c:pt>
                <c:pt idx="1119">
                  <c:v>44930</c:v>
                </c:pt>
                <c:pt idx="1120">
                  <c:v>44931</c:v>
                </c:pt>
                <c:pt idx="1121">
                  <c:v>44932</c:v>
                </c:pt>
                <c:pt idx="1122">
                  <c:v>44935</c:v>
                </c:pt>
                <c:pt idx="1123">
                  <c:v>44936</c:v>
                </c:pt>
                <c:pt idx="1124">
                  <c:v>44937</c:v>
                </c:pt>
                <c:pt idx="1125">
                  <c:v>44938</c:v>
                </c:pt>
                <c:pt idx="1126">
                  <c:v>44939</c:v>
                </c:pt>
                <c:pt idx="1127">
                  <c:v>44942</c:v>
                </c:pt>
                <c:pt idx="1128">
                  <c:v>44943</c:v>
                </c:pt>
                <c:pt idx="1129">
                  <c:v>44944</c:v>
                </c:pt>
                <c:pt idx="1130">
                  <c:v>44945</c:v>
                </c:pt>
                <c:pt idx="1131">
                  <c:v>44946</c:v>
                </c:pt>
                <c:pt idx="1132">
                  <c:v>44949</c:v>
                </c:pt>
                <c:pt idx="1133">
                  <c:v>44950</c:v>
                </c:pt>
                <c:pt idx="1134">
                  <c:v>44951</c:v>
                </c:pt>
                <c:pt idx="1135">
                  <c:v>44952</c:v>
                </c:pt>
                <c:pt idx="1136">
                  <c:v>44953</c:v>
                </c:pt>
                <c:pt idx="1137">
                  <c:v>44956</c:v>
                </c:pt>
                <c:pt idx="1138">
                  <c:v>44957</c:v>
                </c:pt>
                <c:pt idx="1139">
                  <c:v>44958</c:v>
                </c:pt>
                <c:pt idx="1140">
                  <c:v>44959</c:v>
                </c:pt>
                <c:pt idx="1141">
                  <c:v>44960</c:v>
                </c:pt>
                <c:pt idx="1142">
                  <c:v>44963</c:v>
                </c:pt>
                <c:pt idx="1143">
                  <c:v>44964</c:v>
                </c:pt>
                <c:pt idx="1144">
                  <c:v>44965</c:v>
                </c:pt>
                <c:pt idx="1145">
                  <c:v>44966</c:v>
                </c:pt>
                <c:pt idx="1146">
                  <c:v>44967</c:v>
                </c:pt>
                <c:pt idx="1147">
                  <c:v>44970</c:v>
                </c:pt>
                <c:pt idx="1148">
                  <c:v>44971</c:v>
                </c:pt>
                <c:pt idx="1149">
                  <c:v>44972</c:v>
                </c:pt>
                <c:pt idx="1150">
                  <c:v>44973</c:v>
                </c:pt>
                <c:pt idx="1151">
                  <c:v>44974</c:v>
                </c:pt>
                <c:pt idx="1152">
                  <c:v>44979</c:v>
                </c:pt>
                <c:pt idx="1153">
                  <c:v>44980</c:v>
                </c:pt>
                <c:pt idx="1154">
                  <c:v>44981</c:v>
                </c:pt>
                <c:pt idx="1155">
                  <c:v>44984</c:v>
                </c:pt>
                <c:pt idx="1156">
                  <c:v>44985</c:v>
                </c:pt>
                <c:pt idx="1157">
                  <c:v>44986</c:v>
                </c:pt>
                <c:pt idx="1158">
                  <c:v>44987</c:v>
                </c:pt>
                <c:pt idx="1159">
                  <c:v>44988</c:v>
                </c:pt>
                <c:pt idx="1160">
                  <c:v>44991</c:v>
                </c:pt>
                <c:pt idx="1161">
                  <c:v>44992</c:v>
                </c:pt>
                <c:pt idx="1162">
                  <c:v>44993</c:v>
                </c:pt>
                <c:pt idx="1163">
                  <c:v>44994</c:v>
                </c:pt>
                <c:pt idx="1164">
                  <c:v>44995</c:v>
                </c:pt>
                <c:pt idx="1165">
                  <c:v>44998</c:v>
                </c:pt>
                <c:pt idx="1166">
                  <c:v>44999</c:v>
                </c:pt>
                <c:pt idx="1167">
                  <c:v>45000</c:v>
                </c:pt>
                <c:pt idx="1168">
                  <c:v>45001</c:v>
                </c:pt>
                <c:pt idx="1169">
                  <c:v>45002</c:v>
                </c:pt>
                <c:pt idx="1170">
                  <c:v>45005</c:v>
                </c:pt>
                <c:pt idx="1171">
                  <c:v>45006</c:v>
                </c:pt>
                <c:pt idx="1172">
                  <c:v>45007</c:v>
                </c:pt>
                <c:pt idx="1173">
                  <c:v>45008</c:v>
                </c:pt>
                <c:pt idx="1174">
                  <c:v>45009</c:v>
                </c:pt>
                <c:pt idx="1175">
                  <c:v>45012</c:v>
                </c:pt>
                <c:pt idx="1176">
                  <c:v>45013</c:v>
                </c:pt>
                <c:pt idx="1177">
                  <c:v>45014</c:v>
                </c:pt>
                <c:pt idx="1178">
                  <c:v>45015</c:v>
                </c:pt>
                <c:pt idx="1179">
                  <c:v>45016</c:v>
                </c:pt>
                <c:pt idx="1180">
                  <c:v>45019</c:v>
                </c:pt>
                <c:pt idx="1181">
                  <c:v>45020</c:v>
                </c:pt>
                <c:pt idx="1182">
                  <c:v>45021</c:v>
                </c:pt>
                <c:pt idx="1183">
                  <c:v>45022</c:v>
                </c:pt>
                <c:pt idx="1184">
                  <c:v>45026</c:v>
                </c:pt>
                <c:pt idx="1185">
                  <c:v>45027</c:v>
                </c:pt>
                <c:pt idx="1186">
                  <c:v>45028</c:v>
                </c:pt>
                <c:pt idx="1187">
                  <c:v>45029</c:v>
                </c:pt>
                <c:pt idx="1188">
                  <c:v>45030</c:v>
                </c:pt>
                <c:pt idx="1189">
                  <c:v>45033</c:v>
                </c:pt>
                <c:pt idx="1190">
                  <c:v>45034</c:v>
                </c:pt>
                <c:pt idx="1191">
                  <c:v>45035</c:v>
                </c:pt>
                <c:pt idx="1192">
                  <c:v>45036</c:v>
                </c:pt>
                <c:pt idx="1193">
                  <c:v>45040</c:v>
                </c:pt>
                <c:pt idx="1194">
                  <c:v>45041</c:v>
                </c:pt>
                <c:pt idx="1195">
                  <c:v>45042</c:v>
                </c:pt>
                <c:pt idx="1196">
                  <c:v>45043</c:v>
                </c:pt>
                <c:pt idx="1197">
                  <c:v>45044</c:v>
                </c:pt>
                <c:pt idx="1198">
                  <c:v>45048</c:v>
                </c:pt>
                <c:pt idx="1199">
                  <c:v>45049</c:v>
                </c:pt>
                <c:pt idx="1200">
                  <c:v>45050</c:v>
                </c:pt>
                <c:pt idx="1201">
                  <c:v>45051</c:v>
                </c:pt>
                <c:pt idx="1202">
                  <c:v>45054</c:v>
                </c:pt>
                <c:pt idx="1203">
                  <c:v>45055</c:v>
                </c:pt>
                <c:pt idx="1204">
                  <c:v>45056</c:v>
                </c:pt>
                <c:pt idx="1205">
                  <c:v>45057</c:v>
                </c:pt>
                <c:pt idx="1206">
                  <c:v>45058</c:v>
                </c:pt>
                <c:pt idx="1207">
                  <c:v>45061</c:v>
                </c:pt>
                <c:pt idx="1208">
                  <c:v>45062</c:v>
                </c:pt>
                <c:pt idx="1209">
                  <c:v>45063</c:v>
                </c:pt>
                <c:pt idx="1210">
                  <c:v>45064</c:v>
                </c:pt>
                <c:pt idx="1211">
                  <c:v>45065</c:v>
                </c:pt>
                <c:pt idx="1212">
                  <c:v>45068</c:v>
                </c:pt>
                <c:pt idx="1213">
                  <c:v>45069</c:v>
                </c:pt>
                <c:pt idx="1214">
                  <c:v>45070</c:v>
                </c:pt>
                <c:pt idx="1215">
                  <c:v>45071</c:v>
                </c:pt>
                <c:pt idx="1216">
                  <c:v>45072</c:v>
                </c:pt>
                <c:pt idx="1217">
                  <c:v>45075</c:v>
                </c:pt>
                <c:pt idx="1218">
                  <c:v>45076</c:v>
                </c:pt>
                <c:pt idx="1219">
                  <c:v>45077</c:v>
                </c:pt>
                <c:pt idx="1220">
                  <c:v>45078</c:v>
                </c:pt>
                <c:pt idx="1221">
                  <c:v>45079</c:v>
                </c:pt>
                <c:pt idx="1222">
                  <c:v>45082</c:v>
                </c:pt>
                <c:pt idx="1223">
                  <c:v>45083</c:v>
                </c:pt>
                <c:pt idx="1224">
                  <c:v>45084</c:v>
                </c:pt>
                <c:pt idx="1225">
                  <c:v>45086</c:v>
                </c:pt>
                <c:pt idx="1226">
                  <c:v>45089</c:v>
                </c:pt>
                <c:pt idx="1227">
                  <c:v>45090</c:v>
                </c:pt>
                <c:pt idx="1228">
                  <c:v>45091</c:v>
                </c:pt>
                <c:pt idx="1229">
                  <c:v>45092</c:v>
                </c:pt>
                <c:pt idx="1230">
                  <c:v>45093</c:v>
                </c:pt>
                <c:pt idx="1231">
                  <c:v>45096</c:v>
                </c:pt>
                <c:pt idx="1232">
                  <c:v>45097</c:v>
                </c:pt>
                <c:pt idx="1233">
                  <c:v>45098</c:v>
                </c:pt>
                <c:pt idx="1234">
                  <c:v>45099</c:v>
                </c:pt>
                <c:pt idx="1235">
                  <c:v>45100</c:v>
                </c:pt>
                <c:pt idx="1236">
                  <c:v>45103</c:v>
                </c:pt>
                <c:pt idx="1237">
                  <c:v>45104</c:v>
                </c:pt>
                <c:pt idx="1238">
                  <c:v>45105</c:v>
                </c:pt>
                <c:pt idx="1239">
                  <c:v>45106</c:v>
                </c:pt>
                <c:pt idx="1240">
                  <c:v>45107</c:v>
                </c:pt>
                <c:pt idx="1241">
                  <c:v>45110</c:v>
                </c:pt>
                <c:pt idx="1242">
                  <c:v>45111</c:v>
                </c:pt>
                <c:pt idx="1243">
                  <c:v>45112</c:v>
                </c:pt>
                <c:pt idx="1244">
                  <c:v>45113</c:v>
                </c:pt>
                <c:pt idx="1245">
                  <c:v>45114</c:v>
                </c:pt>
                <c:pt idx="1246">
                  <c:v>45117</c:v>
                </c:pt>
                <c:pt idx="1247">
                  <c:v>45118</c:v>
                </c:pt>
                <c:pt idx="1248">
                  <c:v>45119</c:v>
                </c:pt>
                <c:pt idx="1249">
                  <c:v>45120</c:v>
                </c:pt>
                <c:pt idx="1250">
                  <c:v>45121</c:v>
                </c:pt>
                <c:pt idx="1251">
                  <c:v>45124</c:v>
                </c:pt>
                <c:pt idx="1252">
                  <c:v>45125</c:v>
                </c:pt>
                <c:pt idx="1253">
                  <c:v>45126</c:v>
                </c:pt>
                <c:pt idx="1254">
                  <c:v>45127</c:v>
                </c:pt>
                <c:pt idx="1255">
                  <c:v>45128</c:v>
                </c:pt>
                <c:pt idx="1256">
                  <c:v>45131</c:v>
                </c:pt>
                <c:pt idx="1257">
                  <c:v>45132</c:v>
                </c:pt>
                <c:pt idx="1258">
                  <c:v>45133</c:v>
                </c:pt>
                <c:pt idx="1259">
                  <c:v>45134</c:v>
                </c:pt>
                <c:pt idx="1260">
                  <c:v>45135</c:v>
                </c:pt>
                <c:pt idx="1261">
                  <c:v>45138</c:v>
                </c:pt>
                <c:pt idx="1262">
                  <c:v>45139</c:v>
                </c:pt>
                <c:pt idx="1263">
                  <c:v>45140</c:v>
                </c:pt>
                <c:pt idx="1264">
                  <c:v>45141</c:v>
                </c:pt>
                <c:pt idx="1265">
                  <c:v>45142</c:v>
                </c:pt>
                <c:pt idx="1266">
                  <c:v>45145</c:v>
                </c:pt>
                <c:pt idx="1267">
                  <c:v>45146</c:v>
                </c:pt>
                <c:pt idx="1268">
                  <c:v>45147</c:v>
                </c:pt>
                <c:pt idx="1269">
                  <c:v>45148</c:v>
                </c:pt>
                <c:pt idx="1270">
                  <c:v>45149</c:v>
                </c:pt>
                <c:pt idx="1271">
                  <c:v>45152</c:v>
                </c:pt>
                <c:pt idx="1272">
                  <c:v>45153</c:v>
                </c:pt>
                <c:pt idx="1273">
                  <c:v>45154</c:v>
                </c:pt>
                <c:pt idx="1274">
                  <c:v>45155</c:v>
                </c:pt>
                <c:pt idx="1275">
                  <c:v>45156</c:v>
                </c:pt>
                <c:pt idx="1276">
                  <c:v>45159</c:v>
                </c:pt>
                <c:pt idx="1277">
                  <c:v>45160</c:v>
                </c:pt>
                <c:pt idx="1278">
                  <c:v>45161</c:v>
                </c:pt>
                <c:pt idx="1279">
                  <c:v>45162</c:v>
                </c:pt>
                <c:pt idx="1280">
                  <c:v>45163</c:v>
                </c:pt>
                <c:pt idx="1281">
                  <c:v>45166</c:v>
                </c:pt>
                <c:pt idx="1282">
                  <c:v>45167</c:v>
                </c:pt>
                <c:pt idx="1283">
                  <c:v>45168</c:v>
                </c:pt>
                <c:pt idx="1284">
                  <c:v>45169</c:v>
                </c:pt>
                <c:pt idx="1285">
                  <c:v>45170</c:v>
                </c:pt>
                <c:pt idx="1286">
                  <c:v>45173</c:v>
                </c:pt>
                <c:pt idx="1287">
                  <c:v>45174</c:v>
                </c:pt>
                <c:pt idx="1288">
                  <c:v>45175</c:v>
                </c:pt>
                <c:pt idx="1289">
                  <c:v>45177</c:v>
                </c:pt>
                <c:pt idx="1290">
                  <c:v>45180</c:v>
                </c:pt>
                <c:pt idx="1291">
                  <c:v>45181</c:v>
                </c:pt>
                <c:pt idx="1292">
                  <c:v>45182</c:v>
                </c:pt>
                <c:pt idx="1293">
                  <c:v>45183</c:v>
                </c:pt>
                <c:pt idx="1294">
                  <c:v>45184</c:v>
                </c:pt>
                <c:pt idx="1295">
                  <c:v>45187</c:v>
                </c:pt>
                <c:pt idx="1296">
                  <c:v>45188</c:v>
                </c:pt>
                <c:pt idx="1297">
                  <c:v>45189</c:v>
                </c:pt>
                <c:pt idx="1298">
                  <c:v>45190</c:v>
                </c:pt>
                <c:pt idx="1299">
                  <c:v>45191</c:v>
                </c:pt>
                <c:pt idx="1300">
                  <c:v>45194</c:v>
                </c:pt>
                <c:pt idx="1301">
                  <c:v>45195</c:v>
                </c:pt>
                <c:pt idx="1302">
                  <c:v>45196</c:v>
                </c:pt>
                <c:pt idx="1303">
                  <c:v>45197</c:v>
                </c:pt>
                <c:pt idx="1304">
                  <c:v>45198</c:v>
                </c:pt>
                <c:pt idx="1305">
                  <c:v>45201</c:v>
                </c:pt>
                <c:pt idx="1306">
                  <c:v>45202</c:v>
                </c:pt>
                <c:pt idx="1307">
                  <c:v>45203</c:v>
                </c:pt>
                <c:pt idx="1308">
                  <c:v>45204</c:v>
                </c:pt>
                <c:pt idx="1309">
                  <c:v>45205</c:v>
                </c:pt>
                <c:pt idx="1310">
                  <c:v>45208</c:v>
                </c:pt>
                <c:pt idx="1311">
                  <c:v>45209</c:v>
                </c:pt>
                <c:pt idx="1312">
                  <c:v>45210</c:v>
                </c:pt>
                <c:pt idx="1313">
                  <c:v>45212</c:v>
                </c:pt>
                <c:pt idx="1314">
                  <c:v>45215</c:v>
                </c:pt>
                <c:pt idx="1315">
                  <c:v>45216</c:v>
                </c:pt>
                <c:pt idx="1316">
                  <c:v>45217</c:v>
                </c:pt>
                <c:pt idx="1317">
                  <c:v>45218</c:v>
                </c:pt>
                <c:pt idx="1318">
                  <c:v>45219</c:v>
                </c:pt>
                <c:pt idx="1319">
                  <c:v>45222</c:v>
                </c:pt>
                <c:pt idx="1320">
                  <c:v>45223</c:v>
                </c:pt>
                <c:pt idx="1321">
                  <c:v>45224</c:v>
                </c:pt>
                <c:pt idx="1322">
                  <c:v>45225</c:v>
                </c:pt>
                <c:pt idx="1323">
                  <c:v>45226</c:v>
                </c:pt>
                <c:pt idx="1324">
                  <c:v>45229</c:v>
                </c:pt>
                <c:pt idx="1325">
                  <c:v>45230</c:v>
                </c:pt>
                <c:pt idx="1326">
                  <c:v>45231</c:v>
                </c:pt>
                <c:pt idx="1327">
                  <c:v>45233</c:v>
                </c:pt>
                <c:pt idx="1328">
                  <c:v>45236</c:v>
                </c:pt>
                <c:pt idx="1329">
                  <c:v>45237</c:v>
                </c:pt>
                <c:pt idx="1330">
                  <c:v>45238</c:v>
                </c:pt>
                <c:pt idx="1331">
                  <c:v>45239</c:v>
                </c:pt>
                <c:pt idx="1332">
                  <c:v>45240</c:v>
                </c:pt>
                <c:pt idx="1333">
                  <c:v>45243</c:v>
                </c:pt>
                <c:pt idx="1334">
                  <c:v>45244</c:v>
                </c:pt>
                <c:pt idx="1335">
                  <c:v>45246</c:v>
                </c:pt>
                <c:pt idx="1336">
                  <c:v>45247</c:v>
                </c:pt>
                <c:pt idx="1337">
                  <c:v>45250</c:v>
                </c:pt>
                <c:pt idx="1338">
                  <c:v>45251</c:v>
                </c:pt>
                <c:pt idx="1339">
                  <c:v>45252</c:v>
                </c:pt>
                <c:pt idx="1340">
                  <c:v>45253</c:v>
                </c:pt>
                <c:pt idx="1341">
                  <c:v>45254</c:v>
                </c:pt>
                <c:pt idx="1342">
                  <c:v>45257</c:v>
                </c:pt>
                <c:pt idx="1343">
                  <c:v>45258</c:v>
                </c:pt>
                <c:pt idx="1344">
                  <c:v>45259</c:v>
                </c:pt>
                <c:pt idx="1345">
                  <c:v>45260</c:v>
                </c:pt>
                <c:pt idx="1346">
                  <c:v>45261</c:v>
                </c:pt>
                <c:pt idx="1347">
                  <c:v>45264</c:v>
                </c:pt>
                <c:pt idx="1348">
                  <c:v>45265</c:v>
                </c:pt>
                <c:pt idx="1349">
                  <c:v>45266</c:v>
                </c:pt>
                <c:pt idx="1350">
                  <c:v>45267</c:v>
                </c:pt>
                <c:pt idx="1351">
                  <c:v>45268</c:v>
                </c:pt>
                <c:pt idx="1352">
                  <c:v>45271</c:v>
                </c:pt>
                <c:pt idx="1353">
                  <c:v>45272</c:v>
                </c:pt>
                <c:pt idx="1354">
                  <c:v>45273</c:v>
                </c:pt>
                <c:pt idx="1355">
                  <c:v>45274</c:v>
                </c:pt>
                <c:pt idx="1356">
                  <c:v>45275</c:v>
                </c:pt>
                <c:pt idx="1357">
                  <c:v>45278</c:v>
                </c:pt>
                <c:pt idx="1358">
                  <c:v>45279</c:v>
                </c:pt>
                <c:pt idx="1359">
                  <c:v>45280</c:v>
                </c:pt>
                <c:pt idx="1360">
                  <c:v>45281</c:v>
                </c:pt>
                <c:pt idx="1361">
                  <c:v>45282</c:v>
                </c:pt>
                <c:pt idx="1362">
                  <c:v>45286</c:v>
                </c:pt>
                <c:pt idx="1363">
                  <c:v>45287</c:v>
                </c:pt>
                <c:pt idx="1364">
                  <c:v>45288</c:v>
                </c:pt>
                <c:pt idx="1365">
                  <c:v>45293</c:v>
                </c:pt>
                <c:pt idx="1366">
                  <c:v>45294</c:v>
                </c:pt>
                <c:pt idx="1367">
                  <c:v>45295</c:v>
                </c:pt>
                <c:pt idx="1368">
                  <c:v>45296</c:v>
                </c:pt>
                <c:pt idx="1369">
                  <c:v>45299</c:v>
                </c:pt>
                <c:pt idx="1370">
                  <c:v>45300</c:v>
                </c:pt>
                <c:pt idx="1371">
                  <c:v>45301</c:v>
                </c:pt>
                <c:pt idx="1372">
                  <c:v>45302</c:v>
                </c:pt>
                <c:pt idx="1373">
                  <c:v>45303</c:v>
                </c:pt>
                <c:pt idx="1374">
                  <c:v>45306</c:v>
                </c:pt>
                <c:pt idx="1375">
                  <c:v>45307</c:v>
                </c:pt>
                <c:pt idx="1376">
                  <c:v>45308</c:v>
                </c:pt>
                <c:pt idx="1377">
                  <c:v>45309</c:v>
                </c:pt>
                <c:pt idx="1378">
                  <c:v>45310</c:v>
                </c:pt>
                <c:pt idx="1379">
                  <c:v>45313</c:v>
                </c:pt>
                <c:pt idx="1380">
                  <c:v>45314</c:v>
                </c:pt>
                <c:pt idx="1381">
                  <c:v>45315</c:v>
                </c:pt>
                <c:pt idx="1382">
                  <c:v>45316</c:v>
                </c:pt>
                <c:pt idx="1383">
                  <c:v>45317</c:v>
                </c:pt>
                <c:pt idx="1384">
                  <c:v>45320</c:v>
                </c:pt>
                <c:pt idx="1385">
                  <c:v>45321</c:v>
                </c:pt>
                <c:pt idx="1386">
                  <c:v>45322</c:v>
                </c:pt>
                <c:pt idx="1387">
                  <c:v>45323</c:v>
                </c:pt>
                <c:pt idx="1388">
                  <c:v>45324</c:v>
                </c:pt>
                <c:pt idx="1389">
                  <c:v>45327</c:v>
                </c:pt>
                <c:pt idx="1390">
                  <c:v>45328</c:v>
                </c:pt>
                <c:pt idx="1391">
                  <c:v>45329</c:v>
                </c:pt>
                <c:pt idx="1392">
                  <c:v>45330</c:v>
                </c:pt>
                <c:pt idx="1393">
                  <c:v>45331</c:v>
                </c:pt>
                <c:pt idx="1394">
                  <c:v>45336</c:v>
                </c:pt>
                <c:pt idx="1395">
                  <c:v>45337</c:v>
                </c:pt>
                <c:pt idx="1396">
                  <c:v>45338</c:v>
                </c:pt>
                <c:pt idx="1397">
                  <c:v>45341</c:v>
                </c:pt>
                <c:pt idx="1398">
                  <c:v>45342</c:v>
                </c:pt>
                <c:pt idx="1399">
                  <c:v>45343</c:v>
                </c:pt>
                <c:pt idx="1400">
                  <c:v>45344</c:v>
                </c:pt>
                <c:pt idx="1401">
                  <c:v>45345</c:v>
                </c:pt>
                <c:pt idx="1402">
                  <c:v>45348</c:v>
                </c:pt>
                <c:pt idx="1403">
                  <c:v>45349</c:v>
                </c:pt>
                <c:pt idx="1404">
                  <c:v>45350</c:v>
                </c:pt>
                <c:pt idx="1405">
                  <c:v>45351</c:v>
                </c:pt>
                <c:pt idx="1406">
                  <c:v>45352</c:v>
                </c:pt>
                <c:pt idx="1407">
                  <c:v>45355</c:v>
                </c:pt>
                <c:pt idx="1408">
                  <c:v>45356</c:v>
                </c:pt>
                <c:pt idx="1409">
                  <c:v>45357</c:v>
                </c:pt>
                <c:pt idx="1410">
                  <c:v>45358</c:v>
                </c:pt>
                <c:pt idx="1411">
                  <c:v>45359</c:v>
                </c:pt>
                <c:pt idx="1412">
                  <c:v>45362</c:v>
                </c:pt>
                <c:pt idx="1413">
                  <c:v>45363</c:v>
                </c:pt>
                <c:pt idx="1414">
                  <c:v>45364</c:v>
                </c:pt>
                <c:pt idx="1415">
                  <c:v>45365</c:v>
                </c:pt>
                <c:pt idx="1416">
                  <c:v>45366</c:v>
                </c:pt>
                <c:pt idx="1417">
                  <c:v>45369</c:v>
                </c:pt>
                <c:pt idx="1418">
                  <c:v>45370</c:v>
                </c:pt>
                <c:pt idx="1419">
                  <c:v>45371</c:v>
                </c:pt>
                <c:pt idx="1420">
                  <c:v>45372</c:v>
                </c:pt>
                <c:pt idx="1421">
                  <c:v>45373</c:v>
                </c:pt>
                <c:pt idx="1422">
                  <c:v>45376</c:v>
                </c:pt>
                <c:pt idx="1423">
                  <c:v>45377</c:v>
                </c:pt>
                <c:pt idx="1424">
                  <c:v>45378</c:v>
                </c:pt>
                <c:pt idx="1425">
                  <c:v>45379</c:v>
                </c:pt>
                <c:pt idx="1426">
                  <c:v>45383</c:v>
                </c:pt>
                <c:pt idx="1427">
                  <c:v>45384</c:v>
                </c:pt>
                <c:pt idx="1428">
                  <c:v>45385</c:v>
                </c:pt>
                <c:pt idx="1429">
                  <c:v>45386</c:v>
                </c:pt>
                <c:pt idx="1430">
                  <c:v>45387</c:v>
                </c:pt>
                <c:pt idx="1431">
                  <c:v>45390</c:v>
                </c:pt>
                <c:pt idx="1432">
                  <c:v>45391</c:v>
                </c:pt>
                <c:pt idx="1433">
                  <c:v>45392</c:v>
                </c:pt>
                <c:pt idx="1434">
                  <c:v>45393</c:v>
                </c:pt>
                <c:pt idx="1435">
                  <c:v>45394</c:v>
                </c:pt>
                <c:pt idx="1436">
                  <c:v>45397</c:v>
                </c:pt>
                <c:pt idx="1437">
                  <c:v>45398</c:v>
                </c:pt>
                <c:pt idx="1438">
                  <c:v>45399</c:v>
                </c:pt>
                <c:pt idx="1439">
                  <c:v>45400</c:v>
                </c:pt>
                <c:pt idx="1440">
                  <c:v>45401</c:v>
                </c:pt>
                <c:pt idx="1441">
                  <c:v>45404</c:v>
                </c:pt>
                <c:pt idx="1442">
                  <c:v>45405</c:v>
                </c:pt>
                <c:pt idx="1443">
                  <c:v>45406</c:v>
                </c:pt>
                <c:pt idx="1444">
                  <c:v>45407</c:v>
                </c:pt>
                <c:pt idx="1445">
                  <c:v>45408</c:v>
                </c:pt>
                <c:pt idx="1446">
                  <c:v>45411</c:v>
                </c:pt>
                <c:pt idx="1447">
                  <c:v>45412</c:v>
                </c:pt>
                <c:pt idx="1448">
                  <c:v>45414</c:v>
                </c:pt>
                <c:pt idx="1449">
                  <c:v>45415</c:v>
                </c:pt>
                <c:pt idx="1450">
                  <c:v>45418</c:v>
                </c:pt>
                <c:pt idx="1451">
                  <c:v>45419</c:v>
                </c:pt>
                <c:pt idx="1452">
                  <c:v>45420</c:v>
                </c:pt>
                <c:pt idx="1453">
                  <c:v>45421</c:v>
                </c:pt>
                <c:pt idx="1454">
                  <c:v>45422</c:v>
                </c:pt>
                <c:pt idx="1455">
                  <c:v>45425</c:v>
                </c:pt>
                <c:pt idx="1456">
                  <c:v>45426</c:v>
                </c:pt>
                <c:pt idx="1457">
                  <c:v>45427</c:v>
                </c:pt>
                <c:pt idx="1458">
                  <c:v>45428</c:v>
                </c:pt>
                <c:pt idx="1459">
                  <c:v>45429</c:v>
                </c:pt>
                <c:pt idx="1460">
                  <c:v>45432</c:v>
                </c:pt>
                <c:pt idx="1461">
                  <c:v>45433</c:v>
                </c:pt>
                <c:pt idx="1462">
                  <c:v>45434</c:v>
                </c:pt>
                <c:pt idx="1463">
                  <c:v>45435</c:v>
                </c:pt>
                <c:pt idx="1464">
                  <c:v>45436</c:v>
                </c:pt>
                <c:pt idx="1465">
                  <c:v>45439</c:v>
                </c:pt>
                <c:pt idx="1466">
                  <c:v>45440</c:v>
                </c:pt>
                <c:pt idx="1467">
                  <c:v>45441</c:v>
                </c:pt>
                <c:pt idx="1468">
                  <c:v>45443</c:v>
                </c:pt>
                <c:pt idx="1469">
                  <c:v>45446</c:v>
                </c:pt>
                <c:pt idx="1470">
                  <c:v>45447</c:v>
                </c:pt>
                <c:pt idx="1471">
                  <c:v>45448</c:v>
                </c:pt>
                <c:pt idx="1472">
                  <c:v>45449</c:v>
                </c:pt>
                <c:pt idx="1473">
                  <c:v>45450</c:v>
                </c:pt>
                <c:pt idx="1474">
                  <c:v>45453</c:v>
                </c:pt>
                <c:pt idx="1475">
                  <c:v>45454</c:v>
                </c:pt>
                <c:pt idx="1476">
                  <c:v>45455</c:v>
                </c:pt>
                <c:pt idx="1477">
                  <c:v>45456</c:v>
                </c:pt>
                <c:pt idx="1478">
                  <c:v>45457</c:v>
                </c:pt>
                <c:pt idx="1479">
                  <c:v>45460</c:v>
                </c:pt>
                <c:pt idx="1480">
                  <c:v>45461</c:v>
                </c:pt>
                <c:pt idx="1481">
                  <c:v>45462</c:v>
                </c:pt>
                <c:pt idx="1482">
                  <c:v>45463</c:v>
                </c:pt>
                <c:pt idx="1483">
                  <c:v>45464</c:v>
                </c:pt>
                <c:pt idx="1484">
                  <c:v>45467</c:v>
                </c:pt>
                <c:pt idx="1485">
                  <c:v>45468</c:v>
                </c:pt>
                <c:pt idx="1486">
                  <c:v>45469</c:v>
                </c:pt>
                <c:pt idx="1487">
                  <c:v>45470</c:v>
                </c:pt>
                <c:pt idx="1488">
                  <c:v>45471</c:v>
                </c:pt>
                <c:pt idx="1489">
                  <c:v>45474</c:v>
                </c:pt>
                <c:pt idx="1490">
                  <c:v>45475</c:v>
                </c:pt>
                <c:pt idx="1491">
                  <c:v>45476</c:v>
                </c:pt>
                <c:pt idx="1492">
                  <c:v>45477</c:v>
                </c:pt>
                <c:pt idx="1493">
                  <c:v>45478</c:v>
                </c:pt>
                <c:pt idx="1494">
                  <c:v>45481</c:v>
                </c:pt>
                <c:pt idx="1495">
                  <c:v>45482</c:v>
                </c:pt>
                <c:pt idx="1496">
                  <c:v>45483</c:v>
                </c:pt>
                <c:pt idx="1497">
                  <c:v>45484</c:v>
                </c:pt>
                <c:pt idx="1498">
                  <c:v>45485</c:v>
                </c:pt>
                <c:pt idx="1499">
                  <c:v>45488</c:v>
                </c:pt>
                <c:pt idx="1500">
                  <c:v>45489</c:v>
                </c:pt>
                <c:pt idx="1501">
                  <c:v>45490</c:v>
                </c:pt>
                <c:pt idx="1502">
                  <c:v>45491</c:v>
                </c:pt>
                <c:pt idx="1503">
                  <c:v>45492</c:v>
                </c:pt>
                <c:pt idx="1504">
                  <c:v>45495</c:v>
                </c:pt>
                <c:pt idx="1505">
                  <c:v>45496</c:v>
                </c:pt>
                <c:pt idx="1506">
                  <c:v>45497</c:v>
                </c:pt>
                <c:pt idx="1507">
                  <c:v>45498</c:v>
                </c:pt>
                <c:pt idx="1508">
                  <c:v>45499</c:v>
                </c:pt>
                <c:pt idx="1509">
                  <c:v>45502</c:v>
                </c:pt>
                <c:pt idx="1510">
                  <c:v>45503</c:v>
                </c:pt>
                <c:pt idx="1511">
                  <c:v>45504</c:v>
                </c:pt>
                <c:pt idx="1512">
                  <c:v>45505</c:v>
                </c:pt>
                <c:pt idx="1513">
                  <c:v>45506</c:v>
                </c:pt>
                <c:pt idx="1514">
                  <c:v>45509</c:v>
                </c:pt>
                <c:pt idx="1515">
                  <c:v>45510</c:v>
                </c:pt>
                <c:pt idx="1516">
                  <c:v>45511</c:v>
                </c:pt>
                <c:pt idx="1517">
                  <c:v>45512</c:v>
                </c:pt>
                <c:pt idx="1518">
                  <c:v>45513</c:v>
                </c:pt>
                <c:pt idx="1519">
                  <c:v>45516</c:v>
                </c:pt>
                <c:pt idx="1520">
                  <c:v>45517</c:v>
                </c:pt>
                <c:pt idx="1521">
                  <c:v>45518</c:v>
                </c:pt>
                <c:pt idx="1522">
                  <c:v>45519</c:v>
                </c:pt>
                <c:pt idx="1523">
                  <c:v>45520</c:v>
                </c:pt>
                <c:pt idx="1524">
                  <c:v>45523</c:v>
                </c:pt>
                <c:pt idx="1525">
                  <c:v>45524</c:v>
                </c:pt>
                <c:pt idx="1526">
                  <c:v>45525</c:v>
                </c:pt>
                <c:pt idx="1527">
                  <c:v>45526</c:v>
                </c:pt>
                <c:pt idx="1528">
                  <c:v>45527</c:v>
                </c:pt>
                <c:pt idx="1529">
                  <c:v>45530</c:v>
                </c:pt>
                <c:pt idx="1530">
                  <c:v>45531</c:v>
                </c:pt>
                <c:pt idx="1531">
                  <c:v>45532</c:v>
                </c:pt>
                <c:pt idx="1532">
                  <c:v>45533</c:v>
                </c:pt>
                <c:pt idx="1533">
                  <c:v>45534</c:v>
                </c:pt>
                <c:pt idx="1534">
                  <c:v>45537</c:v>
                </c:pt>
                <c:pt idx="1535">
                  <c:v>45538</c:v>
                </c:pt>
                <c:pt idx="1536">
                  <c:v>45539</c:v>
                </c:pt>
                <c:pt idx="1537">
                  <c:v>45540</c:v>
                </c:pt>
                <c:pt idx="1538">
                  <c:v>45541</c:v>
                </c:pt>
                <c:pt idx="1539">
                  <c:v>45544</c:v>
                </c:pt>
                <c:pt idx="1540">
                  <c:v>45545</c:v>
                </c:pt>
                <c:pt idx="1541">
                  <c:v>45546</c:v>
                </c:pt>
                <c:pt idx="1542">
                  <c:v>45547</c:v>
                </c:pt>
                <c:pt idx="1543">
                  <c:v>45548</c:v>
                </c:pt>
                <c:pt idx="1544">
                  <c:v>45551</c:v>
                </c:pt>
                <c:pt idx="1545">
                  <c:v>45552</c:v>
                </c:pt>
                <c:pt idx="1546">
                  <c:v>45553</c:v>
                </c:pt>
                <c:pt idx="1547">
                  <c:v>45554</c:v>
                </c:pt>
                <c:pt idx="1548">
                  <c:v>45555</c:v>
                </c:pt>
                <c:pt idx="1549">
                  <c:v>45558</c:v>
                </c:pt>
                <c:pt idx="1550">
                  <c:v>45559</c:v>
                </c:pt>
                <c:pt idx="1551">
                  <c:v>45560</c:v>
                </c:pt>
                <c:pt idx="1552">
                  <c:v>45561</c:v>
                </c:pt>
                <c:pt idx="1553">
                  <c:v>45562</c:v>
                </c:pt>
                <c:pt idx="1554">
                  <c:v>45565</c:v>
                </c:pt>
                <c:pt idx="1555">
                  <c:v>45566</c:v>
                </c:pt>
                <c:pt idx="1556">
                  <c:v>45567</c:v>
                </c:pt>
                <c:pt idx="1557">
                  <c:v>45568</c:v>
                </c:pt>
                <c:pt idx="1558">
                  <c:v>45569</c:v>
                </c:pt>
                <c:pt idx="1559">
                  <c:v>45572</c:v>
                </c:pt>
                <c:pt idx="1560">
                  <c:v>45573</c:v>
                </c:pt>
                <c:pt idx="1561">
                  <c:v>45574</c:v>
                </c:pt>
                <c:pt idx="1562">
                  <c:v>45575</c:v>
                </c:pt>
                <c:pt idx="1563">
                  <c:v>45576</c:v>
                </c:pt>
                <c:pt idx="1564">
                  <c:v>45579</c:v>
                </c:pt>
                <c:pt idx="1565">
                  <c:v>45580</c:v>
                </c:pt>
                <c:pt idx="1566">
                  <c:v>45581</c:v>
                </c:pt>
                <c:pt idx="1567">
                  <c:v>45582</c:v>
                </c:pt>
                <c:pt idx="1568">
                  <c:v>45583</c:v>
                </c:pt>
                <c:pt idx="1569">
                  <c:v>45586</c:v>
                </c:pt>
                <c:pt idx="1570">
                  <c:v>45587</c:v>
                </c:pt>
                <c:pt idx="1571">
                  <c:v>45588</c:v>
                </c:pt>
                <c:pt idx="1572">
                  <c:v>45589</c:v>
                </c:pt>
                <c:pt idx="1573">
                  <c:v>45590</c:v>
                </c:pt>
                <c:pt idx="1574">
                  <c:v>45593</c:v>
                </c:pt>
                <c:pt idx="1575">
                  <c:v>45594</c:v>
                </c:pt>
                <c:pt idx="1576">
                  <c:v>45595</c:v>
                </c:pt>
                <c:pt idx="1577">
                  <c:v>45596</c:v>
                </c:pt>
                <c:pt idx="1578">
                  <c:v>45597</c:v>
                </c:pt>
                <c:pt idx="1579">
                  <c:v>45600</c:v>
                </c:pt>
                <c:pt idx="1580">
                  <c:v>45601</c:v>
                </c:pt>
                <c:pt idx="1581">
                  <c:v>45602</c:v>
                </c:pt>
                <c:pt idx="1582">
                  <c:v>45603</c:v>
                </c:pt>
                <c:pt idx="1583">
                  <c:v>45604</c:v>
                </c:pt>
                <c:pt idx="1584">
                  <c:v>45607</c:v>
                </c:pt>
                <c:pt idx="1585">
                  <c:v>45608</c:v>
                </c:pt>
                <c:pt idx="1586">
                  <c:v>45609</c:v>
                </c:pt>
                <c:pt idx="1587">
                  <c:v>45610</c:v>
                </c:pt>
                <c:pt idx="1588">
                  <c:v>45614</c:v>
                </c:pt>
                <c:pt idx="1589">
                  <c:v>45615</c:v>
                </c:pt>
                <c:pt idx="1590">
                  <c:v>45617</c:v>
                </c:pt>
                <c:pt idx="1591">
                  <c:v>45618</c:v>
                </c:pt>
                <c:pt idx="1592">
                  <c:v>45621</c:v>
                </c:pt>
                <c:pt idx="1593">
                  <c:v>45622</c:v>
                </c:pt>
                <c:pt idx="1594">
                  <c:v>45623</c:v>
                </c:pt>
                <c:pt idx="1595">
                  <c:v>45624</c:v>
                </c:pt>
                <c:pt idx="1596">
                  <c:v>45625</c:v>
                </c:pt>
                <c:pt idx="1597">
                  <c:v>45628</c:v>
                </c:pt>
                <c:pt idx="1598">
                  <c:v>45629</c:v>
                </c:pt>
                <c:pt idx="1599">
                  <c:v>45630</c:v>
                </c:pt>
                <c:pt idx="1600">
                  <c:v>45631</c:v>
                </c:pt>
                <c:pt idx="1601">
                  <c:v>45632</c:v>
                </c:pt>
                <c:pt idx="1602">
                  <c:v>45635</c:v>
                </c:pt>
                <c:pt idx="1603">
                  <c:v>45636</c:v>
                </c:pt>
                <c:pt idx="1604">
                  <c:v>45637</c:v>
                </c:pt>
                <c:pt idx="1605">
                  <c:v>45638</c:v>
                </c:pt>
                <c:pt idx="1606">
                  <c:v>45639</c:v>
                </c:pt>
                <c:pt idx="1607">
                  <c:v>45642</c:v>
                </c:pt>
                <c:pt idx="1608">
                  <c:v>45643</c:v>
                </c:pt>
                <c:pt idx="1609">
                  <c:v>45644</c:v>
                </c:pt>
                <c:pt idx="1610">
                  <c:v>45645</c:v>
                </c:pt>
                <c:pt idx="1611">
                  <c:v>45646</c:v>
                </c:pt>
                <c:pt idx="1612">
                  <c:v>45649</c:v>
                </c:pt>
                <c:pt idx="1613">
                  <c:v>45652</c:v>
                </c:pt>
                <c:pt idx="1614">
                  <c:v>45653</c:v>
                </c:pt>
                <c:pt idx="1615">
                  <c:v>45656</c:v>
                </c:pt>
                <c:pt idx="1616">
                  <c:v>45659</c:v>
                </c:pt>
                <c:pt idx="1617">
                  <c:v>45660</c:v>
                </c:pt>
                <c:pt idx="1618">
                  <c:v>45663</c:v>
                </c:pt>
                <c:pt idx="1619">
                  <c:v>45664</c:v>
                </c:pt>
                <c:pt idx="1620">
                  <c:v>45665</c:v>
                </c:pt>
                <c:pt idx="1621">
                  <c:v>45666</c:v>
                </c:pt>
                <c:pt idx="1622">
                  <c:v>45667</c:v>
                </c:pt>
                <c:pt idx="1623">
                  <c:v>45670</c:v>
                </c:pt>
                <c:pt idx="1624">
                  <c:v>45671</c:v>
                </c:pt>
                <c:pt idx="1625">
                  <c:v>45672</c:v>
                </c:pt>
                <c:pt idx="1626">
                  <c:v>45673</c:v>
                </c:pt>
                <c:pt idx="1627">
                  <c:v>45674</c:v>
                </c:pt>
                <c:pt idx="1628">
                  <c:v>45677</c:v>
                </c:pt>
                <c:pt idx="1629">
                  <c:v>45678</c:v>
                </c:pt>
                <c:pt idx="1630">
                  <c:v>45679</c:v>
                </c:pt>
                <c:pt idx="1631">
                  <c:v>45680</c:v>
                </c:pt>
                <c:pt idx="1632">
                  <c:v>45681</c:v>
                </c:pt>
                <c:pt idx="1633">
                  <c:v>45684</c:v>
                </c:pt>
                <c:pt idx="1634">
                  <c:v>45685</c:v>
                </c:pt>
                <c:pt idx="1635">
                  <c:v>45686</c:v>
                </c:pt>
                <c:pt idx="1636">
                  <c:v>45687</c:v>
                </c:pt>
                <c:pt idx="1637">
                  <c:v>45688</c:v>
                </c:pt>
                <c:pt idx="1638">
                  <c:v>45691</c:v>
                </c:pt>
                <c:pt idx="1639">
                  <c:v>45692</c:v>
                </c:pt>
                <c:pt idx="1640">
                  <c:v>45693</c:v>
                </c:pt>
                <c:pt idx="1641">
                  <c:v>45694</c:v>
                </c:pt>
                <c:pt idx="1642">
                  <c:v>45695</c:v>
                </c:pt>
                <c:pt idx="1643">
                  <c:v>45698</c:v>
                </c:pt>
                <c:pt idx="1644">
                  <c:v>45699</c:v>
                </c:pt>
                <c:pt idx="1645">
                  <c:v>45700</c:v>
                </c:pt>
                <c:pt idx="1646">
                  <c:v>45701</c:v>
                </c:pt>
                <c:pt idx="1647">
                  <c:v>45702</c:v>
                </c:pt>
                <c:pt idx="1648">
                  <c:v>45705</c:v>
                </c:pt>
                <c:pt idx="1649">
                  <c:v>45706</c:v>
                </c:pt>
                <c:pt idx="1650">
                  <c:v>45707</c:v>
                </c:pt>
                <c:pt idx="1651">
                  <c:v>45708</c:v>
                </c:pt>
                <c:pt idx="1652">
                  <c:v>45709</c:v>
                </c:pt>
                <c:pt idx="1653">
                  <c:v>45712</c:v>
                </c:pt>
                <c:pt idx="1654">
                  <c:v>45713</c:v>
                </c:pt>
                <c:pt idx="1655">
                  <c:v>45714</c:v>
                </c:pt>
                <c:pt idx="1656">
                  <c:v>45715</c:v>
                </c:pt>
                <c:pt idx="1657">
                  <c:v>45716</c:v>
                </c:pt>
                <c:pt idx="1658">
                  <c:v>45721</c:v>
                </c:pt>
                <c:pt idx="1659">
                  <c:v>45722</c:v>
                </c:pt>
                <c:pt idx="1660">
                  <c:v>45723</c:v>
                </c:pt>
                <c:pt idx="1661">
                  <c:v>45726</c:v>
                </c:pt>
                <c:pt idx="1662">
                  <c:v>45727</c:v>
                </c:pt>
                <c:pt idx="1663">
                  <c:v>45728</c:v>
                </c:pt>
                <c:pt idx="1664">
                  <c:v>45729</c:v>
                </c:pt>
                <c:pt idx="1665">
                  <c:v>45730</c:v>
                </c:pt>
                <c:pt idx="1666">
                  <c:v>45733</c:v>
                </c:pt>
                <c:pt idx="1667">
                  <c:v>45734</c:v>
                </c:pt>
                <c:pt idx="1668">
                  <c:v>45735</c:v>
                </c:pt>
                <c:pt idx="1669">
                  <c:v>45736</c:v>
                </c:pt>
                <c:pt idx="1670">
                  <c:v>45737</c:v>
                </c:pt>
                <c:pt idx="1671">
                  <c:v>45740</c:v>
                </c:pt>
                <c:pt idx="1672">
                  <c:v>45741</c:v>
                </c:pt>
                <c:pt idx="1673">
                  <c:v>45742</c:v>
                </c:pt>
                <c:pt idx="1674">
                  <c:v>45743</c:v>
                </c:pt>
                <c:pt idx="1675">
                  <c:v>45744</c:v>
                </c:pt>
                <c:pt idx="1676">
                  <c:v>45747</c:v>
                </c:pt>
                <c:pt idx="1677">
                  <c:v>45748</c:v>
                </c:pt>
                <c:pt idx="1678">
                  <c:v>45749</c:v>
                </c:pt>
                <c:pt idx="1679">
                  <c:v>45750</c:v>
                </c:pt>
                <c:pt idx="1680">
                  <c:v>45751</c:v>
                </c:pt>
                <c:pt idx="1681">
                  <c:v>45754</c:v>
                </c:pt>
                <c:pt idx="1682">
                  <c:v>45755</c:v>
                </c:pt>
                <c:pt idx="1683">
                  <c:v>45756</c:v>
                </c:pt>
                <c:pt idx="1684">
                  <c:v>45757</c:v>
                </c:pt>
                <c:pt idx="1685">
                  <c:v>45758</c:v>
                </c:pt>
                <c:pt idx="1686">
                  <c:v>45761</c:v>
                </c:pt>
                <c:pt idx="1687">
                  <c:v>45762</c:v>
                </c:pt>
                <c:pt idx="1688">
                  <c:v>45763</c:v>
                </c:pt>
                <c:pt idx="1689">
                  <c:v>45764</c:v>
                </c:pt>
                <c:pt idx="1690">
                  <c:v>45769</c:v>
                </c:pt>
                <c:pt idx="1691">
                  <c:v>45770</c:v>
                </c:pt>
                <c:pt idx="1692">
                  <c:v>45771</c:v>
                </c:pt>
                <c:pt idx="1693">
                  <c:v>45772</c:v>
                </c:pt>
                <c:pt idx="1694">
                  <c:v>45775</c:v>
                </c:pt>
                <c:pt idx="1695">
                  <c:v>45776</c:v>
                </c:pt>
                <c:pt idx="1696">
                  <c:v>45777</c:v>
                </c:pt>
                <c:pt idx="1697">
                  <c:v>45779</c:v>
                </c:pt>
                <c:pt idx="1698">
                  <c:v>45782</c:v>
                </c:pt>
                <c:pt idx="1699">
                  <c:v>45783</c:v>
                </c:pt>
                <c:pt idx="1700">
                  <c:v>45784</c:v>
                </c:pt>
                <c:pt idx="1701">
                  <c:v>45785</c:v>
                </c:pt>
                <c:pt idx="1702">
                  <c:v>45786</c:v>
                </c:pt>
                <c:pt idx="1703">
                  <c:v>45789</c:v>
                </c:pt>
                <c:pt idx="1704">
                  <c:v>45790</c:v>
                </c:pt>
                <c:pt idx="1705">
                  <c:v>45791</c:v>
                </c:pt>
                <c:pt idx="1706">
                  <c:v>45792</c:v>
                </c:pt>
                <c:pt idx="1707">
                  <c:v>45793</c:v>
                </c:pt>
                <c:pt idx="1708">
                  <c:v>45796</c:v>
                </c:pt>
                <c:pt idx="1709">
                  <c:v>45797</c:v>
                </c:pt>
                <c:pt idx="1710">
                  <c:v>45798</c:v>
                </c:pt>
                <c:pt idx="1711">
                  <c:v>45799</c:v>
                </c:pt>
                <c:pt idx="1712">
                  <c:v>45800</c:v>
                </c:pt>
                <c:pt idx="1713">
                  <c:v>45803</c:v>
                </c:pt>
                <c:pt idx="1714">
                  <c:v>45804</c:v>
                </c:pt>
                <c:pt idx="1715">
                  <c:v>45805</c:v>
                </c:pt>
                <c:pt idx="1716">
                  <c:v>45806</c:v>
                </c:pt>
                <c:pt idx="1717">
                  <c:v>45807</c:v>
                </c:pt>
                <c:pt idx="1718">
                  <c:v>45810</c:v>
                </c:pt>
                <c:pt idx="1719">
                  <c:v>45811</c:v>
                </c:pt>
                <c:pt idx="1720">
                  <c:v>45812</c:v>
                </c:pt>
                <c:pt idx="1721">
                  <c:v>45813</c:v>
                </c:pt>
                <c:pt idx="1722">
                  <c:v>45814</c:v>
                </c:pt>
                <c:pt idx="1723">
                  <c:v>45817</c:v>
                </c:pt>
                <c:pt idx="1724">
                  <c:v>45818</c:v>
                </c:pt>
                <c:pt idx="1725">
                  <c:v>45819</c:v>
                </c:pt>
                <c:pt idx="1726">
                  <c:v>45820</c:v>
                </c:pt>
                <c:pt idx="1727">
                  <c:v>45821</c:v>
                </c:pt>
                <c:pt idx="1728">
                  <c:v>45824</c:v>
                </c:pt>
                <c:pt idx="1729">
                  <c:v>45825</c:v>
                </c:pt>
                <c:pt idx="1730">
                  <c:v>45826</c:v>
                </c:pt>
                <c:pt idx="1731">
                  <c:v>45828</c:v>
                </c:pt>
                <c:pt idx="1732">
                  <c:v>45831</c:v>
                </c:pt>
                <c:pt idx="1733">
                  <c:v>45832</c:v>
                </c:pt>
                <c:pt idx="1734">
                  <c:v>45833</c:v>
                </c:pt>
                <c:pt idx="1735">
                  <c:v>45834</c:v>
                </c:pt>
                <c:pt idx="1736">
                  <c:v>45835</c:v>
                </c:pt>
                <c:pt idx="1737">
                  <c:v>45838</c:v>
                </c:pt>
                <c:pt idx="1738">
                  <c:v>45839</c:v>
                </c:pt>
                <c:pt idx="1739">
                  <c:v>45840</c:v>
                </c:pt>
                <c:pt idx="1740">
                  <c:v>45841</c:v>
                </c:pt>
                <c:pt idx="1741">
                  <c:v>45842</c:v>
                </c:pt>
                <c:pt idx="1742">
                  <c:v>45845</c:v>
                </c:pt>
                <c:pt idx="1743">
                  <c:v>45846</c:v>
                </c:pt>
                <c:pt idx="1744">
                  <c:v>45847</c:v>
                </c:pt>
                <c:pt idx="1745">
                  <c:v>45848</c:v>
                </c:pt>
                <c:pt idx="1746">
                  <c:v>45849</c:v>
                </c:pt>
                <c:pt idx="1747">
                  <c:v>45852</c:v>
                </c:pt>
                <c:pt idx="1748">
                  <c:v>45853</c:v>
                </c:pt>
                <c:pt idx="1749">
                  <c:v>45854</c:v>
                </c:pt>
                <c:pt idx="1750">
                  <c:v>45855</c:v>
                </c:pt>
                <c:pt idx="1751">
                  <c:v>45856</c:v>
                </c:pt>
                <c:pt idx="1752">
                  <c:v>45859</c:v>
                </c:pt>
                <c:pt idx="1753">
                  <c:v>45860</c:v>
                </c:pt>
                <c:pt idx="1754">
                  <c:v>45861</c:v>
                </c:pt>
                <c:pt idx="1755">
                  <c:v>45862</c:v>
                </c:pt>
                <c:pt idx="1756">
                  <c:v>45863</c:v>
                </c:pt>
                <c:pt idx="1757">
                  <c:v>45866</c:v>
                </c:pt>
                <c:pt idx="1758">
                  <c:v>45867</c:v>
                </c:pt>
                <c:pt idx="1759">
                  <c:v>45868</c:v>
                </c:pt>
                <c:pt idx="1760">
                  <c:v>45869</c:v>
                </c:pt>
                <c:pt idx="1761">
                  <c:v>45870</c:v>
                </c:pt>
                <c:pt idx="1762">
                  <c:v>45873</c:v>
                </c:pt>
                <c:pt idx="1763">
                  <c:v>45874</c:v>
                </c:pt>
                <c:pt idx="1764">
                  <c:v>45875</c:v>
                </c:pt>
                <c:pt idx="1765">
                  <c:v>45876</c:v>
                </c:pt>
                <c:pt idx="1766">
                  <c:v>45877</c:v>
                </c:pt>
                <c:pt idx="1767">
                  <c:v>45880</c:v>
                </c:pt>
                <c:pt idx="1768">
                  <c:v>45881</c:v>
                </c:pt>
                <c:pt idx="1769">
                  <c:v>45882</c:v>
                </c:pt>
                <c:pt idx="1770">
                  <c:v>45883</c:v>
                </c:pt>
                <c:pt idx="1771">
                  <c:v>45884</c:v>
                </c:pt>
                <c:pt idx="1772">
                  <c:v>45887</c:v>
                </c:pt>
                <c:pt idx="1773">
                  <c:v>45888</c:v>
                </c:pt>
                <c:pt idx="1774">
                  <c:v>45889</c:v>
                </c:pt>
                <c:pt idx="1775">
                  <c:v>45890</c:v>
                </c:pt>
                <c:pt idx="1776">
                  <c:v>45891</c:v>
                </c:pt>
                <c:pt idx="1777">
                  <c:v>45894</c:v>
                </c:pt>
                <c:pt idx="1778">
                  <c:v>45895</c:v>
                </c:pt>
                <c:pt idx="1779">
                  <c:v>45896</c:v>
                </c:pt>
                <c:pt idx="1780">
                  <c:v>45897</c:v>
                </c:pt>
                <c:pt idx="1781">
                  <c:v>45898</c:v>
                </c:pt>
                <c:pt idx="1782">
                  <c:v>45901</c:v>
                </c:pt>
                <c:pt idx="1783">
                  <c:v>45902</c:v>
                </c:pt>
                <c:pt idx="1784">
                  <c:v>45903</c:v>
                </c:pt>
                <c:pt idx="1785">
                  <c:v>45904</c:v>
                </c:pt>
                <c:pt idx="1786">
                  <c:v>45905</c:v>
                </c:pt>
                <c:pt idx="1787">
                  <c:v>45908</c:v>
                </c:pt>
                <c:pt idx="1788">
                  <c:v>45909</c:v>
                </c:pt>
                <c:pt idx="1789">
                  <c:v>45910</c:v>
                </c:pt>
                <c:pt idx="1790">
                  <c:v>45911</c:v>
                </c:pt>
                <c:pt idx="1791">
                  <c:v>45912</c:v>
                </c:pt>
                <c:pt idx="1792">
                  <c:v>45915</c:v>
                </c:pt>
                <c:pt idx="1793">
                  <c:v>45916</c:v>
                </c:pt>
                <c:pt idx="1794">
                  <c:v>45917</c:v>
                </c:pt>
                <c:pt idx="1795">
                  <c:v>45918</c:v>
                </c:pt>
                <c:pt idx="1796">
                  <c:v>45919</c:v>
                </c:pt>
                <c:pt idx="1797">
                  <c:v>45922</c:v>
                </c:pt>
                <c:pt idx="1798">
                  <c:v>45923</c:v>
                </c:pt>
                <c:pt idx="1799">
                  <c:v>45924</c:v>
                </c:pt>
                <c:pt idx="1800">
                  <c:v>45925</c:v>
                </c:pt>
                <c:pt idx="1801">
                  <c:v>45926</c:v>
                </c:pt>
                <c:pt idx="1802">
                  <c:v>45929</c:v>
                </c:pt>
                <c:pt idx="1803">
                  <c:v>45930</c:v>
                </c:pt>
                <c:pt idx="1804">
                  <c:v>45931</c:v>
                </c:pt>
                <c:pt idx="1805">
                  <c:v>45932</c:v>
                </c:pt>
                <c:pt idx="1806">
                  <c:v>45933</c:v>
                </c:pt>
                <c:pt idx="1807">
                  <c:v>45936</c:v>
                </c:pt>
                <c:pt idx="1808">
                  <c:v>45937</c:v>
                </c:pt>
                <c:pt idx="1809">
                  <c:v>45938</c:v>
                </c:pt>
                <c:pt idx="1810">
                  <c:v>45939</c:v>
                </c:pt>
                <c:pt idx="1811">
                  <c:v>45940</c:v>
                </c:pt>
                <c:pt idx="1812">
                  <c:v>45943</c:v>
                </c:pt>
                <c:pt idx="1813">
                  <c:v>45944</c:v>
                </c:pt>
                <c:pt idx="1814">
                  <c:v>45945</c:v>
                </c:pt>
                <c:pt idx="1815">
                  <c:v>45946</c:v>
                </c:pt>
                <c:pt idx="1816">
                  <c:v>45947</c:v>
                </c:pt>
                <c:pt idx="1817">
                  <c:v>45950</c:v>
                </c:pt>
                <c:pt idx="1818">
                  <c:v>45951</c:v>
                </c:pt>
                <c:pt idx="1819">
                  <c:v>45952</c:v>
                </c:pt>
                <c:pt idx="1820">
                  <c:v>45953</c:v>
                </c:pt>
                <c:pt idx="1821">
                  <c:v>45954</c:v>
                </c:pt>
                <c:pt idx="1822">
                  <c:v>45957</c:v>
                </c:pt>
                <c:pt idx="1823">
                  <c:v>45958</c:v>
                </c:pt>
                <c:pt idx="1824">
                  <c:v>45959</c:v>
                </c:pt>
                <c:pt idx="1825">
                  <c:v>45960</c:v>
                </c:pt>
                <c:pt idx="1826">
                  <c:v>45961</c:v>
                </c:pt>
                <c:pt idx="1827">
                  <c:v>45964</c:v>
                </c:pt>
                <c:pt idx="1828">
                  <c:v>45965</c:v>
                </c:pt>
                <c:pt idx="1829">
                  <c:v>45966</c:v>
                </c:pt>
                <c:pt idx="1830">
                  <c:v>45967</c:v>
                </c:pt>
                <c:pt idx="1831">
                  <c:v>45968</c:v>
                </c:pt>
                <c:pt idx="1832">
                  <c:v>45971</c:v>
                </c:pt>
                <c:pt idx="1833">
                  <c:v>45972</c:v>
                </c:pt>
                <c:pt idx="1834">
                  <c:v>45973</c:v>
                </c:pt>
                <c:pt idx="1835">
                  <c:v>45974</c:v>
                </c:pt>
                <c:pt idx="1836">
                  <c:v>45975</c:v>
                </c:pt>
                <c:pt idx="1837">
                  <c:v>45978</c:v>
                </c:pt>
                <c:pt idx="1838">
                  <c:v>45979</c:v>
                </c:pt>
                <c:pt idx="1839">
                  <c:v>45980</c:v>
                </c:pt>
                <c:pt idx="1840">
                  <c:v>45982</c:v>
                </c:pt>
                <c:pt idx="1841">
                  <c:v>45985</c:v>
                </c:pt>
                <c:pt idx="1842">
                  <c:v>45986</c:v>
                </c:pt>
                <c:pt idx="1843">
                  <c:v>45987</c:v>
                </c:pt>
                <c:pt idx="1844">
                  <c:v>45988</c:v>
                </c:pt>
                <c:pt idx="1845">
                  <c:v>45989</c:v>
                </c:pt>
                <c:pt idx="1846">
                  <c:v>45992</c:v>
                </c:pt>
                <c:pt idx="1847">
                  <c:v>45993</c:v>
                </c:pt>
                <c:pt idx="1848">
                  <c:v>45994</c:v>
                </c:pt>
                <c:pt idx="1849">
                  <c:v>45995</c:v>
                </c:pt>
                <c:pt idx="1850">
                  <c:v>45996</c:v>
                </c:pt>
                <c:pt idx="1851">
                  <c:v>45999</c:v>
                </c:pt>
                <c:pt idx="1852">
                  <c:v>46000</c:v>
                </c:pt>
                <c:pt idx="1853">
                  <c:v>46001</c:v>
                </c:pt>
                <c:pt idx="1854">
                  <c:v>46002</c:v>
                </c:pt>
                <c:pt idx="1855">
                  <c:v>46003</c:v>
                </c:pt>
                <c:pt idx="1856">
                  <c:v>46006</c:v>
                </c:pt>
                <c:pt idx="1857">
                  <c:v>46007</c:v>
                </c:pt>
                <c:pt idx="1858">
                  <c:v>46008</c:v>
                </c:pt>
                <c:pt idx="1859">
                  <c:v>46009</c:v>
                </c:pt>
                <c:pt idx="1860">
                  <c:v>46010</c:v>
                </c:pt>
                <c:pt idx="1861">
                  <c:v>46013</c:v>
                </c:pt>
                <c:pt idx="1862">
                  <c:v>46014</c:v>
                </c:pt>
                <c:pt idx="1863">
                  <c:v>46017</c:v>
                </c:pt>
                <c:pt idx="1864">
                  <c:v>46020</c:v>
                </c:pt>
                <c:pt idx="1865">
                  <c:v>46021</c:v>
                </c:pt>
                <c:pt idx="1866">
                  <c:v>46024</c:v>
                </c:pt>
                <c:pt idx="1867">
                  <c:v>46027</c:v>
                </c:pt>
                <c:pt idx="1868">
                  <c:v>46028</c:v>
                </c:pt>
                <c:pt idx="1869">
                  <c:v>46029</c:v>
                </c:pt>
                <c:pt idx="1870">
                  <c:v>46030</c:v>
                </c:pt>
                <c:pt idx="1871">
                  <c:v>46031</c:v>
                </c:pt>
                <c:pt idx="1872">
                  <c:v>46034</c:v>
                </c:pt>
                <c:pt idx="1873">
                  <c:v>46035</c:v>
                </c:pt>
                <c:pt idx="1874">
                  <c:v>46036</c:v>
                </c:pt>
                <c:pt idx="1875">
                  <c:v>46037</c:v>
                </c:pt>
                <c:pt idx="1876">
                  <c:v>46038</c:v>
                </c:pt>
                <c:pt idx="1877">
                  <c:v>46041</c:v>
                </c:pt>
                <c:pt idx="1878">
                  <c:v>46042</c:v>
                </c:pt>
                <c:pt idx="1879">
                  <c:v>46043</c:v>
                </c:pt>
                <c:pt idx="1880">
                  <c:v>46044</c:v>
                </c:pt>
                <c:pt idx="1881">
                  <c:v>46045</c:v>
                </c:pt>
                <c:pt idx="1882">
                  <c:v>46048</c:v>
                </c:pt>
                <c:pt idx="1883">
                  <c:v>46049</c:v>
                </c:pt>
                <c:pt idx="1884">
                  <c:v>46050</c:v>
                </c:pt>
                <c:pt idx="1885">
                  <c:v>46051</c:v>
                </c:pt>
                <c:pt idx="1886">
                  <c:v>46052</c:v>
                </c:pt>
                <c:pt idx="1887">
                  <c:v>46055</c:v>
                </c:pt>
                <c:pt idx="1888">
                  <c:v>46056</c:v>
                </c:pt>
                <c:pt idx="1889">
                  <c:v>46057</c:v>
                </c:pt>
                <c:pt idx="1890">
                  <c:v>46058</c:v>
                </c:pt>
                <c:pt idx="1891">
                  <c:v>46059</c:v>
                </c:pt>
                <c:pt idx="1892">
                  <c:v>46062</c:v>
                </c:pt>
                <c:pt idx="1893">
                  <c:v>46063</c:v>
                </c:pt>
                <c:pt idx="1894">
                  <c:v>46064</c:v>
                </c:pt>
                <c:pt idx="1895">
                  <c:v>46065</c:v>
                </c:pt>
                <c:pt idx="1896">
                  <c:v>46066</c:v>
                </c:pt>
                <c:pt idx="1897">
                  <c:v>46071</c:v>
                </c:pt>
                <c:pt idx="1898">
                  <c:v>46072</c:v>
                </c:pt>
                <c:pt idx="1899">
                  <c:v>46073</c:v>
                </c:pt>
                <c:pt idx="1900">
                  <c:v>46076</c:v>
                </c:pt>
                <c:pt idx="1901">
                  <c:v>46077</c:v>
                </c:pt>
                <c:pt idx="1902">
                  <c:v>46078</c:v>
                </c:pt>
                <c:pt idx="1903">
                  <c:v>46079</c:v>
                </c:pt>
                <c:pt idx="1904">
                  <c:v>46080</c:v>
                </c:pt>
                <c:pt idx="1905">
                  <c:v>46083</c:v>
                </c:pt>
                <c:pt idx="1906">
                  <c:v>46084</c:v>
                </c:pt>
                <c:pt idx="1907">
                  <c:v>46085</c:v>
                </c:pt>
                <c:pt idx="1908">
                  <c:v>46086</c:v>
                </c:pt>
                <c:pt idx="1909">
                  <c:v>46087</c:v>
                </c:pt>
                <c:pt idx="1910">
                  <c:v>46090</c:v>
                </c:pt>
                <c:pt idx="1911">
                  <c:v>46091</c:v>
                </c:pt>
                <c:pt idx="1912">
                  <c:v>46092</c:v>
                </c:pt>
                <c:pt idx="1913">
                  <c:v>46093</c:v>
                </c:pt>
                <c:pt idx="1914">
                  <c:v>46094</c:v>
                </c:pt>
                <c:pt idx="1915">
                  <c:v>46097</c:v>
                </c:pt>
                <c:pt idx="1916">
                  <c:v>46098</c:v>
                </c:pt>
                <c:pt idx="1917">
                  <c:v>46099</c:v>
                </c:pt>
                <c:pt idx="1918">
                  <c:v>46100</c:v>
                </c:pt>
                <c:pt idx="1919">
                  <c:v>46101</c:v>
                </c:pt>
                <c:pt idx="1920">
                  <c:v>46104</c:v>
                </c:pt>
                <c:pt idx="1921">
                  <c:v>46105</c:v>
                </c:pt>
                <c:pt idx="1922">
                  <c:v>46106</c:v>
                </c:pt>
                <c:pt idx="1923">
                  <c:v>46107</c:v>
                </c:pt>
                <c:pt idx="1924">
                  <c:v>46108</c:v>
                </c:pt>
                <c:pt idx="1925">
                  <c:v>46111</c:v>
                </c:pt>
                <c:pt idx="1926">
                  <c:v>46112</c:v>
                </c:pt>
                <c:pt idx="1927">
                  <c:v>46113</c:v>
                </c:pt>
                <c:pt idx="1928">
                  <c:v>46114</c:v>
                </c:pt>
                <c:pt idx="1929">
                  <c:v>46118</c:v>
                </c:pt>
                <c:pt idx="1930">
                  <c:v>46119</c:v>
                </c:pt>
                <c:pt idx="1931">
                  <c:v>46120</c:v>
                </c:pt>
                <c:pt idx="1932">
                  <c:v>46121</c:v>
                </c:pt>
                <c:pt idx="1933">
                  <c:v>46122</c:v>
                </c:pt>
                <c:pt idx="1934">
                  <c:v>46125</c:v>
                </c:pt>
                <c:pt idx="1935">
                  <c:v>46126</c:v>
                </c:pt>
                <c:pt idx="1936">
                  <c:v>46127</c:v>
                </c:pt>
                <c:pt idx="1937">
                  <c:v>46128</c:v>
                </c:pt>
                <c:pt idx="1938">
                  <c:v>46129</c:v>
                </c:pt>
                <c:pt idx="1939">
                  <c:v>46132</c:v>
                </c:pt>
                <c:pt idx="1940">
                  <c:v>46134</c:v>
                </c:pt>
                <c:pt idx="1941">
                  <c:v>46135</c:v>
                </c:pt>
                <c:pt idx="1942">
                  <c:v>46136</c:v>
                </c:pt>
                <c:pt idx="1943">
                  <c:v>46139</c:v>
                </c:pt>
                <c:pt idx="1944">
                  <c:v>46140</c:v>
                </c:pt>
                <c:pt idx="1945">
                  <c:v>46141</c:v>
                </c:pt>
                <c:pt idx="1946">
                  <c:v>46142</c:v>
                </c:pt>
                <c:pt idx="1947">
                  <c:v>46146</c:v>
                </c:pt>
                <c:pt idx="1948">
                  <c:v>46147</c:v>
                </c:pt>
                <c:pt idx="1949">
                  <c:v>46148</c:v>
                </c:pt>
                <c:pt idx="1950">
                  <c:v>46149</c:v>
                </c:pt>
                <c:pt idx="1951">
                  <c:v>46150</c:v>
                </c:pt>
                <c:pt idx="1952">
                  <c:v>46153</c:v>
                </c:pt>
                <c:pt idx="1953">
                  <c:v>46154</c:v>
                </c:pt>
                <c:pt idx="1954">
                  <c:v>46155</c:v>
                </c:pt>
                <c:pt idx="1955">
                  <c:v>46156</c:v>
                </c:pt>
                <c:pt idx="1956">
                  <c:v>46157</c:v>
                </c:pt>
                <c:pt idx="1957">
                  <c:v>46160</c:v>
                </c:pt>
                <c:pt idx="1958">
                  <c:v>46161</c:v>
                </c:pt>
                <c:pt idx="1959">
                  <c:v>46162</c:v>
                </c:pt>
                <c:pt idx="1960">
                  <c:v>46163</c:v>
                </c:pt>
                <c:pt idx="1961">
                  <c:v>46164</c:v>
                </c:pt>
                <c:pt idx="1962">
                  <c:v>46167</c:v>
                </c:pt>
                <c:pt idx="1963">
                  <c:v>46168</c:v>
                </c:pt>
                <c:pt idx="1964">
                  <c:v>46169</c:v>
                </c:pt>
                <c:pt idx="1965">
                  <c:v>46170</c:v>
                </c:pt>
                <c:pt idx="1966">
                  <c:v>46171</c:v>
                </c:pt>
                <c:pt idx="1967">
                  <c:v>46174</c:v>
                </c:pt>
                <c:pt idx="1968">
                  <c:v>46175</c:v>
                </c:pt>
                <c:pt idx="1969">
                  <c:v>46176</c:v>
                </c:pt>
                <c:pt idx="1970">
                  <c:v>46178</c:v>
                </c:pt>
                <c:pt idx="1971">
                  <c:v>46181</c:v>
                </c:pt>
                <c:pt idx="1972">
                  <c:v>46182</c:v>
                </c:pt>
                <c:pt idx="1973">
                  <c:v>46183</c:v>
                </c:pt>
                <c:pt idx="1974">
                  <c:v>46184</c:v>
                </c:pt>
                <c:pt idx="1975">
                  <c:v>46185</c:v>
                </c:pt>
                <c:pt idx="1976">
                  <c:v>46188</c:v>
                </c:pt>
                <c:pt idx="1977">
                  <c:v>46189</c:v>
                </c:pt>
                <c:pt idx="1978">
                  <c:v>46190</c:v>
                </c:pt>
                <c:pt idx="1979">
                  <c:v>46191</c:v>
                </c:pt>
                <c:pt idx="1980">
                  <c:v>46192</c:v>
                </c:pt>
                <c:pt idx="1981">
                  <c:v>46195</c:v>
                </c:pt>
                <c:pt idx="1982">
                  <c:v>46196</c:v>
                </c:pt>
                <c:pt idx="1983">
                  <c:v>46197</c:v>
                </c:pt>
                <c:pt idx="1984">
                  <c:v>46198</c:v>
                </c:pt>
                <c:pt idx="1985">
                  <c:v>46199</c:v>
                </c:pt>
                <c:pt idx="1986">
                  <c:v>46202</c:v>
                </c:pt>
                <c:pt idx="1987">
                  <c:v>46203</c:v>
                </c:pt>
                <c:pt idx="1988">
                  <c:v>46204</c:v>
                </c:pt>
                <c:pt idx="1989">
                  <c:v>46205</c:v>
                </c:pt>
                <c:pt idx="1990">
                  <c:v>46206</c:v>
                </c:pt>
                <c:pt idx="1991">
                  <c:v>46209</c:v>
                </c:pt>
                <c:pt idx="1992">
                  <c:v>46210</c:v>
                </c:pt>
                <c:pt idx="1993">
                  <c:v>46211</c:v>
                </c:pt>
                <c:pt idx="1994">
                  <c:v>46212</c:v>
                </c:pt>
                <c:pt idx="1995">
                  <c:v>46213</c:v>
                </c:pt>
                <c:pt idx="1996">
                  <c:v>46216</c:v>
                </c:pt>
                <c:pt idx="1997">
                  <c:v>46217</c:v>
                </c:pt>
                <c:pt idx="1998">
                  <c:v>46218</c:v>
                </c:pt>
                <c:pt idx="1999">
                  <c:v>46219</c:v>
                </c:pt>
                <c:pt idx="2000">
                  <c:v>46220</c:v>
                </c:pt>
                <c:pt idx="2001">
                  <c:v>46223</c:v>
                </c:pt>
                <c:pt idx="2002">
                  <c:v>46224</c:v>
                </c:pt>
                <c:pt idx="2003">
                  <c:v>46225</c:v>
                </c:pt>
                <c:pt idx="2004">
                  <c:v>46226</c:v>
                </c:pt>
                <c:pt idx="2005">
                  <c:v>46227</c:v>
                </c:pt>
                <c:pt idx="2006">
                  <c:v>46230</c:v>
                </c:pt>
                <c:pt idx="2007">
                  <c:v>46231</c:v>
                </c:pt>
                <c:pt idx="2008">
                  <c:v>46232</c:v>
                </c:pt>
                <c:pt idx="2009">
                  <c:v>46233</c:v>
                </c:pt>
                <c:pt idx="2010">
                  <c:v>46234</c:v>
                </c:pt>
                <c:pt idx="2011">
                  <c:v>46237</c:v>
                </c:pt>
                <c:pt idx="2012">
                  <c:v>46238</c:v>
                </c:pt>
                <c:pt idx="2013">
                  <c:v>46239</c:v>
                </c:pt>
                <c:pt idx="2014">
                  <c:v>46240</c:v>
                </c:pt>
                <c:pt idx="2015">
                  <c:v>46241</c:v>
                </c:pt>
                <c:pt idx="2016">
                  <c:v>46244</c:v>
                </c:pt>
                <c:pt idx="2017">
                  <c:v>46245</c:v>
                </c:pt>
                <c:pt idx="2018">
                  <c:v>46246</c:v>
                </c:pt>
                <c:pt idx="2019">
                  <c:v>46247</c:v>
                </c:pt>
                <c:pt idx="2020">
                  <c:v>46248</c:v>
                </c:pt>
                <c:pt idx="2021">
                  <c:v>46251</c:v>
                </c:pt>
                <c:pt idx="2022">
                  <c:v>46252</c:v>
                </c:pt>
                <c:pt idx="2023">
                  <c:v>46253</c:v>
                </c:pt>
                <c:pt idx="2024">
                  <c:v>46254</c:v>
                </c:pt>
                <c:pt idx="2025">
                  <c:v>46255</c:v>
                </c:pt>
                <c:pt idx="2026">
                  <c:v>46258</c:v>
                </c:pt>
                <c:pt idx="2027">
                  <c:v>46259</c:v>
                </c:pt>
                <c:pt idx="2028">
                  <c:v>46260</c:v>
                </c:pt>
                <c:pt idx="2029">
                  <c:v>46261</c:v>
                </c:pt>
                <c:pt idx="2030">
                  <c:v>46262</c:v>
                </c:pt>
                <c:pt idx="2031">
                  <c:v>46265</c:v>
                </c:pt>
                <c:pt idx="2032">
                  <c:v>46266</c:v>
                </c:pt>
                <c:pt idx="2033">
                  <c:v>46267</c:v>
                </c:pt>
                <c:pt idx="2034">
                  <c:v>46268</c:v>
                </c:pt>
                <c:pt idx="2035">
                  <c:v>46269</c:v>
                </c:pt>
                <c:pt idx="2036">
                  <c:v>46273</c:v>
                </c:pt>
                <c:pt idx="2037">
                  <c:v>46274</c:v>
                </c:pt>
                <c:pt idx="2038">
                  <c:v>46275</c:v>
                </c:pt>
                <c:pt idx="2039">
                  <c:v>46276</c:v>
                </c:pt>
                <c:pt idx="2040">
                  <c:v>46279</c:v>
                </c:pt>
                <c:pt idx="2041">
                  <c:v>46280</c:v>
                </c:pt>
                <c:pt idx="2042">
                  <c:v>46281</c:v>
                </c:pt>
                <c:pt idx="2043">
                  <c:v>46282</c:v>
                </c:pt>
                <c:pt idx="2044">
                  <c:v>46283</c:v>
                </c:pt>
                <c:pt idx="2045">
                  <c:v>46286</c:v>
                </c:pt>
                <c:pt idx="2046">
                  <c:v>46287</c:v>
                </c:pt>
                <c:pt idx="2047">
                  <c:v>46288</c:v>
                </c:pt>
                <c:pt idx="2048">
                  <c:v>46289</c:v>
                </c:pt>
                <c:pt idx="2049">
                  <c:v>46290</c:v>
                </c:pt>
                <c:pt idx="2050">
                  <c:v>46293</c:v>
                </c:pt>
                <c:pt idx="2051">
                  <c:v>46294</c:v>
                </c:pt>
                <c:pt idx="2052">
                  <c:v>46295</c:v>
                </c:pt>
              </c:numCache>
            </c:numRef>
          </c:cat>
          <c:val>
            <c:numRef>
              <c:f>'Charts Base 100'!$C$4:$C$2056</c:f>
              <c:numCache>
                <c:formatCode>0.0</c:formatCode>
                <c:ptCount val="2053"/>
                <c:pt idx="0">
                  <c:v>100</c:v>
                </c:pt>
                <c:pt idx="1">
                  <c:v>99.644614602364669</c:v>
                </c:pt>
                <c:pt idx="2">
                  <c:v>100.2053545198176</c:v>
                </c:pt>
                <c:pt idx="3">
                  <c:v>101.53773751228927</c:v>
                </c:pt>
                <c:pt idx="4">
                  <c:v>101.78066484224853</c:v>
                </c:pt>
                <c:pt idx="5">
                  <c:v>101.97043195832735</c:v>
                </c:pt>
                <c:pt idx="6">
                  <c:v>101.90790819601344</c:v>
                </c:pt>
                <c:pt idx="7">
                  <c:v>101.55220251743906</c:v>
                </c:pt>
                <c:pt idx="8">
                  <c:v>102.6910931666953</c:v>
                </c:pt>
                <c:pt idx="9">
                  <c:v>103.83159874429617</c:v>
                </c:pt>
                <c:pt idx="10">
                  <c:v>104.12322338665123</c:v>
                </c:pt>
                <c:pt idx="11">
                  <c:v>104.80356089750818</c:v>
                </c:pt>
                <c:pt idx="12">
                  <c:v>104.31013847042453</c:v>
                </c:pt>
                <c:pt idx="13">
                  <c:v>103.69529574878212</c:v>
                </c:pt>
                <c:pt idx="14">
                  <c:v>104.11750669409957</c:v>
                </c:pt>
                <c:pt idx="15">
                  <c:v>103.36711315082574</c:v>
                </c:pt>
                <c:pt idx="16">
                  <c:v>104.61297064191855</c:v>
                </c:pt>
                <c:pt idx="17">
                  <c:v>106.17139823730054</c:v>
                </c:pt>
                <c:pt idx="18">
                  <c:v>105.55668480298984</c:v>
                </c:pt>
                <c:pt idx="19">
                  <c:v>106.02473558660184</c:v>
                </c:pt>
                <c:pt idx="20">
                  <c:v>106.37217055858541</c:v>
                </c:pt>
                <c:pt idx="21">
                  <c:v>105.81689517656905</c:v>
                </c:pt>
                <c:pt idx="22">
                  <c:v>105.56531368281929</c:v>
                </c:pt>
                <c:pt idx="23">
                  <c:v>105.5612071166797</c:v>
                </c:pt>
                <c:pt idx="24">
                  <c:v>106.8897011174609</c:v>
                </c:pt>
                <c:pt idx="25">
                  <c:v>106.6026848812287</c:v>
                </c:pt>
                <c:pt idx="26">
                  <c:v>105.94027087173221</c:v>
                </c:pt>
                <c:pt idx="27">
                  <c:v>105.74147868023987</c:v>
                </c:pt>
                <c:pt idx="28">
                  <c:v>106.13963111230412</c:v>
                </c:pt>
                <c:pt idx="29">
                  <c:v>104.24771049106896</c:v>
                </c:pt>
                <c:pt idx="30">
                  <c:v>104.97665069093485</c:v>
                </c:pt>
                <c:pt idx="31">
                  <c:v>107.40638107845719</c:v>
                </c:pt>
                <c:pt idx="32">
                  <c:v>106.40055090309191</c:v>
                </c:pt>
                <c:pt idx="33">
                  <c:v>106.2487145510936</c:v>
                </c:pt>
                <c:pt idx="34">
                  <c:v>105.7718288082883</c:v>
                </c:pt>
                <c:pt idx="35">
                  <c:v>105.41461079225421</c:v>
                </c:pt>
                <c:pt idx="36">
                  <c:v>104.28811378086806</c:v>
                </c:pt>
                <c:pt idx="37">
                  <c:v>106.18346214376817</c:v>
                </c:pt>
                <c:pt idx="38">
                  <c:v>104.35062373374689</c:v>
                </c:pt>
                <c:pt idx="39">
                  <c:v>104.03821580575692</c:v>
                </c:pt>
                <c:pt idx="40">
                  <c:v>106.31478420498301</c:v>
                </c:pt>
                <c:pt idx="41">
                  <c:v>106.05746719773805</c:v>
                </c:pt>
                <c:pt idx="42">
                  <c:v>106.48564350403289</c:v>
                </c:pt>
                <c:pt idx="43">
                  <c:v>105.01849460185953</c:v>
                </c:pt>
                <c:pt idx="44">
                  <c:v>105.89355907547974</c:v>
                </c:pt>
                <c:pt idx="45">
                  <c:v>105.59340930431347</c:v>
                </c:pt>
                <c:pt idx="46">
                  <c:v>103.68510789353012</c:v>
                </c:pt>
                <c:pt idx="47">
                  <c:v>104.41654644905279</c:v>
                </c:pt>
                <c:pt idx="48">
                  <c:v>105.8450219095658</c:v>
                </c:pt>
                <c:pt idx="49">
                  <c:v>106.50486985167696</c:v>
                </c:pt>
                <c:pt idx="50">
                  <c:v>104.40402503034993</c:v>
                </c:pt>
                <c:pt idx="51">
                  <c:v>104.89485423467926</c:v>
                </c:pt>
                <c:pt idx="52">
                  <c:v>104.74260445931736</c:v>
                </c:pt>
                <c:pt idx="53">
                  <c:v>105.30077713119826</c:v>
                </c:pt>
                <c:pt idx="54">
                  <c:v>106.19415128886942</c:v>
                </c:pt>
                <c:pt idx="55">
                  <c:v>106.7614107761854</c:v>
                </c:pt>
                <c:pt idx="56">
                  <c:v>106.96641663289208</c:v>
                </c:pt>
                <c:pt idx="57">
                  <c:v>107.24177678418725</c:v>
                </c:pt>
                <c:pt idx="58">
                  <c:v>108.94810681867766</c:v>
                </c:pt>
                <c:pt idx="59">
                  <c:v>107.50725352909774</c:v>
                </c:pt>
                <c:pt idx="60">
                  <c:v>107.88012402179727</c:v>
                </c:pt>
                <c:pt idx="61">
                  <c:v>107.59591094219856</c:v>
                </c:pt>
                <c:pt idx="62">
                  <c:v>108.22722249022473</c:v>
                </c:pt>
                <c:pt idx="63">
                  <c:v>107.99336042351733</c:v>
                </c:pt>
                <c:pt idx="64">
                  <c:v>107.59417656055901</c:v>
                </c:pt>
                <c:pt idx="65">
                  <c:v>110.11410719725629</c:v>
                </c:pt>
                <c:pt idx="66">
                  <c:v>112.02927082047403</c:v>
                </c:pt>
                <c:pt idx="67">
                  <c:v>112.2791336496761</c:v>
                </c:pt>
                <c:pt idx="68">
                  <c:v>111.26841809271201</c:v>
                </c:pt>
                <c:pt idx="69">
                  <c:v>113.44252223928461</c:v>
                </c:pt>
                <c:pt idx="70">
                  <c:v>114.02470042732031</c:v>
                </c:pt>
                <c:pt idx="71">
                  <c:v>111.48269384063964</c:v>
                </c:pt>
                <c:pt idx="72">
                  <c:v>110.70278594215731</c:v>
                </c:pt>
                <c:pt idx="73">
                  <c:v>112.58451697033938</c:v>
                </c:pt>
                <c:pt idx="74">
                  <c:v>114.31753231543486</c:v>
                </c:pt>
                <c:pt idx="75">
                  <c:v>114.88626692104155</c:v>
                </c:pt>
                <c:pt idx="76">
                  <c:v>113.65115973212214</c:v>
                </c:pt>
                <c:pt idx="77">
                  <c:v>114.26458975514751</c:v>
                </c:pt>
                <c:pt idx="78">
                  <c:v>115.77769105990355</c:v>
                </c:pt>
                <c:pt idx="79">
                  <c:v>115.11919113313512</c:v>
                </c:pt>
                <c:pt idx="80">
                  <c:v>112.9559782614425</c:v>
                </c:pt>
                <c:pt idx="81">
                  <c:v>113.30337858994916</c:v>
                </c:pt>
                <c:pt idx="82">
                  <c:v>115.1740598248886</c:v>
                </c:pt>
                <c:pt idx="83">
                  <c:v>113.19723296764221</c:v>
                </c:pt>
                <c:pt idx="84">
                  <c:v>114.94304592399165</c:v>
                </c:pt>
                <c:pt idx="85">
                  <c:v>116.26526049474664</c:v>
                </c:pt>
                <c:pt idx="86">
                  <c:v>117.60186469205796</c:v>
                </c:pt>
                <c:pt idx="87">
                  <c:v>119.2535113650965</c:v>
                </c:pt>
                <c:pt idx="88">
                  <c:v>119.60843149256486</c:v>
                </c:pt>
                <c:pt idx="89">
                  <c:v>120.03315452688716</c:v>
                </c:pt>
                <c:pt idx="90">
                  <c:v>117.70700613827145</c:v>
                </c:pt>
                <c:pt idx="91">
                  <c:v>117.40086581914792</c:v>
                </c:pt>
                <c:pt idx="92">
                  <c:v>118.3828798918333</c:v>
                </c:pt>
                <c:pt idx="93">
                  <c:v>118.34751557112489</c:v>
                </c:pt>
                <c:pt idx="94">
                  <c:v>118.66281015779406</c:v>
                </c:pt>
                <c:pt idx="95">
                  <c:v>120.91080597559321</c:v>
                </c:pt>
                <c:pt idx="96">
                  <c:v>120.42418382644567</c:v>
                </c:pt>
                <c:pt idx="97">
                  <c:v>118.93667018802458</c:v>
                </c:pt>
                <c:pt idx="98">
                  <c:v>119.18752345568282</c:v>
                </c:pt>
                <c:pt idx="99">
                  <c:v>116.81091732480834</c:v>
                </c:pt>
                <c:pt idx="100">
                  <c:v>115.67115026237329</c:v>
                </c:pt>
                <c:pt idx="101">
                  <c:v>118.31712119357512</c:v>
                </c:pt>
                <c:pt idx="102">
                  <c:v>120.59815940259992</c:v>
                </c:pt>
                <c:pt idx="103">
                  <c:v>120.95001042366019</c:v>
                </c:pt>
                <c:pt idx="104">
                  <c:v>120.57561030940094</c:v>
                </c:pt>
                <c:pt idx="105">
                  <c:v>121.55140545799257</c:v>
                </c:pt>
                <c:pt idx="106">
                  <c:v>120.61384065571082</c:v>
                </c:pt>
                <c:pt idx="107">
                  <c:v>120.81230473372982</c:v>
                </c:pt>
                <c:pt idx="108">
                  <c:v>120.52295614640775</c:v>
                </c:pt>
                <c:pt idx="109">
                  <c:v>119.89336126822883</c:v>
                </c:pt>
                <c:pt idx="110">
                  <c:v>118.25980551014979</c:v>
                </c:pt>
                <c:pt idx="111">
                  <c:v>119.02326939601868</c:v>
                </c:pt>
                <c:pt idx="112">
                  <c:v>118.80291147760258</c:v>
                </c:pt>
                <c:pt idx="113">
                  <c:v>119.47299947922845</c:v>
                </c:pt>
                <c:pt idx="114">
                  <c:v>118.84847248887908</c:v>
                </c:pt>
                <c:pt idx="115">
                  <c:v>117.22727413355143</c:v>
                </c:pt>
                <c:pt idx="116">
                  <c:v>117.85754680878544</c:v>
                </c:pt>
                <c:pt idx="117">
                  <c:v>115.88881274894005</c:v>
                </c:pt>
                <c:pt idx="118">
                  <c:v>116.47649853722588</c:v>
                </c:pt>
                <c:pt idx="119">
                  <c:v>116.04588852790488</c:v>
                </c:pt>
                <c:pt idx="120">
                  <c:v>116.02339692068149</c:v>
                </c:pt>
                <c:pt idx="121">
                  <c:v>116.23130323854475</c:v>
                </c:pt>
                <c:pt idx="122">
                  <c:v>119.14843357349341</c:v>
                </c:pt>
                <c:pt idx="123">
                  <c:v>121.34204871820256</c:v>
                </c:pt>
                <c:pt idx="124">
                  <c:v>122.91874292162386</c:v>
                </c:pt>
                <c:pt idx="125">
                  <c:v>124.65521750906959</c:v>
                </c:pt>
                <c:pt idx="126">
                  <c:v>124.31086603493786</c:v>
                </c:pt>
                <c:pt idx="127">
                  <c:v>125.5484025968874</c:v>
                </c:pt>
                <c:pt idx="128">
                  <c:v>128.0906879031358</c:v>
                </c:pt>
                <c:pt idx="129">
                  <c:v>128.00374288114676</c:v>
                </c:pt>
                <c:pt idx="130">
                  <c:v>127.86644200541461</c:v>
                </c:pt>
                <c:pt idx="131">
                  <c:v>129.28661001853325</c:v>
                </c:pt>
                <c:pt idx="132">
                  <c:v>128.52635931648743</c:v>
                </c:pt>
                <c:pt idx="133">
                  <c:v>127.86254730047253</c:v>
                </c:pt>
                <c:pt idx="134">
                  <c:v>129.64163058057505</c:v>
                </c:pt>
                <c:pt idx="135">
                  <c:v>130.74517557143579</c:v>
                </c:pt>
                <c:pt idx="136">
                  <c:v>131.91120531580296</c:v>
                </c:pt>
                <c:pt idx="137">
                  <c:v>131.09130324465679</c:v>
                </c:pt>
                <c:pt idx="138">
                  <c:v>133.80796939445477</c:v>
                </c:pt>
                <c:pt idx="139">
                  <c:v>135.60109276338866</c:v>
                </c:pt>
                <c:pt idx="140">
                  <c:v>130.74169217478627</c:v>
                </c:pt>
                <c:pt idx="141">
                  <c:v>131.31363308945708</c:v>
                </c:pt>
                <c:pt idx="142">
                  <c:v>134.5283156838658</c:v>
                </c:pt>
                <c:pt idx="143">
                  <c:v>133.67634286547582</c:v>
                </c:pt>
                <c:pt idx="144">
                  <c:v>134.63782642843825</c:v>
                </c:pt>
                <c:pt idx="145">
                  <c:v>135.20184793302829</c:v>
                </c:pt>
                <c:pt idx="146">
                  <c:v>133.18811897645725</c:v>
                </c:pt>
                <c:pt idx="147">
                  <c:v>128.75553625367871</c:v>
                </c:pt>
                <c:pt idx="148">
                  <c:v>128.29600362689675</c:v>
                </c:pt>
                <c:pt idx="149">
                  <c:v>129.82385453672777</c:v>
                </c:pt>
                <c:pt idx="150">
                  <c:v>128.60630013362038</c:v>
                </c:pt>
                <c:pt idx="151">
                  <c:v>130.8498178885292</c:v>
                </c:pt>
                <c:pt idx="152">
                  <c:v>131.02660333821129</c:v>
                </c:pt>
                <c:pt idx="153">
                  <c:v>131.92862297237588</c:v>
                </c:pt>
                <c:pt idx="154">
                  <c:v>130.75211089995773</c:v>
                </c:pt>
                <c:pt idx="155">
                  <c:v>129.23284847853859</c:v>
                </c:pt>
                <c:pt idx="156">
                  <c:v>131.71291074680053</c:v>
                </c:pt>
                <c:pt idx="157">
                  <c:v>129.68722132953286</c:v>
                </c:pt>
                <c:pt idx="158">
                  <c:v>130.04449367306145</c:v>
                </c:pt>
                <c:pt idx="159">
                  <c:v>131.53300511525018</c:v>
                </c:pt>
                <c:pt idx="160">
                  <c:v>131.52179911884204</c:v>
                </c:pt>
                <c:pt idx="161">
                  <c:v>131.60464475983201</c:v>
                </c:pt>
                <c:pt idx="162">
                  <c:v>132.18714457091031</c:v>
                </c:pt>
                <c:pt idx="163">
                  <c:v>131.29969283506338</c:v>
                </c:pt>
                <c:pt idx="164">
                  <c:v>130.21461353762061</c:v>
                </c:pt>
                <c:pt idx="165">
                  <c:v>129.71831271187014</c:v>
                </c:pt>
                <c:pt idx="166">
                  <c:v>129.99102667855803</c:v>
                </c:pt>
                <c:pt idx="167">
                  <c:v>131.71370513897941</c:v>
                </c:pt>
                <c:pt idx="168">
                  <c:v>132.81281921575302</c:v>
                </c:pt>
                <c:pt idx="169">
                  <c:v>133.55652506824867</c:v>
                </c:pt>
                <c:pt idx="170">
                  <c:v>134.73984772450038</c:v>
                </c:pt>
                <c:pt idx="171">
                  <c:v>134.93128724969608</c:v>
                </c:pt>
                <c:pt idx="172">
                  <c:v>135.05871701870672</c:v>
                </c:pt>
                <c:pt idx="173">
                  <c:v>136.18735967732775</c:v>
                </c:pt>
                <c:pt idx="174">
                  <c:v>135.81480641230809</c:v>
                </c:pt>
                <c:pt idx="175">
                  <c:v>133.43294113460072</c:v>
                </c:pt>
                <c:pt idx="176">
                  <c:v>131.91344031498662</c:v>
                </c:pt>
                <c:pt idx="177">
                  <c:v>129.32880647432714</c:v>
                </c:pt>
                <c:pt idx="178">
                  <c:v>129.54436472645554</c:v>
                </c:pt>
                <c:pt idx="179">
                  <c:v>131.47470641178595</c:v>
                </c:pt>
                <c:pt idx="180">
                  <c:v>127.89736759245763</c:v>
                </c:pt>
                <c:pt idx="181">
                  <c:v>130.43633415091494</c:v>
                </c:pt>
                <c:pt idx="182">
                  <c:v>131.91210611305974</c:v>
                </c:pt>
                <c:pt idx="183">
                  <c:v>133.33959821738114</c:v>
                </c:pt>
                <c:pt idx="184">
                  <c:v>131.39442179467619</c:v>
                </c:pt>
                <c:pt idx="185">
                  <c:v>131.82260148827586</c:v>
                </c:pt>
                <c:pt idx="186">
                  <c:v>133.59396046880775</c:v>
                </c:pt>
                <c:pt idx="187">
                  <c:v>135.14513517729455</c:v>
                </c:pt>
                <c:pt idx="188">
                  <c:v>136.07515775591554</c:v>
                </c:pt>
                <c:pt idx="189">
                  <c:v>133.59707467760776</c:v>
                </c:pt>
                <c:pt idx="190">
                  <c:v>133.23003189957785</c:v>
                </c:pt>
                <c:pt idx="191">
                  <c:v>131.45566648739498</c:v>
                </c:pt>
                <c:pt idx="192">
                  <c:v>130.59029125245755</c:v>
                </c:pt>
                <c:pt idx="193">
                  <c:v>131.32937050669565</c:v>
                </c:pt>
                <c:pt idx="194">
                  <c:v>133.46199820548011</c:v>
                </c:pt>
                <c:pt idx="195">
                  <c:v>131.77016890773311</c:v>
                </c:pt>
                <c:pt idx="196">
                  <c:v>132.61520090765055</c:v>
                </c:pt>
                <c:pt idx="197">
                  <c:v>132.44210187075197</c:v>
                </c:pt>
                <c:pt idx="198">
                  <c:v>133.58202598421212</c:v>
                </c:pt>
                <c:pt idx="199">
                  <c:v>132.54773474768101</c:v>
                </c:pt>
                <c:pt idx="200">
                  <c:v>133.61653115837993</c:v>
                </c:pt>
                <c:pt idx="201">
                  <c:v>133.82590652463819</c:v>
                </c:pt>
                <c:pt idx="202">
                  <c:v>134.76394168246284</c:v>
                </c:pt>
                <c:pt idx="203">
                  <c:v>134.29247890019471</c:v>
                </c:pt>
                <c:pt idx="204">
                  <c:v>133.20407763140389</c:v>
                </c:pt>
                <c:pt idx="205">
                  <c:v>132.51385732557358</c:v>
                </c:pt>
                <c:pt idx="206">
                  <c:v>132.01546729811162</c:v>
                </c:pt>
                <c:pt idx="207">
                  <c:v>132.17249853542867</c:v>
                </c:pt>
                <c:pt idx="208">
                  <c:v>132.90933960522716</c:v>
                </c:pt>
                <c:pt idx="209">
                  <c:v>132.24075513610885</c:v>
                </c:pt>
                <c:pt idx="210">
                  <c:v>132.18291893565853</c:v>
                </c:pt>
                <c:pt idx="211">
                  <c:v>129.81814222994248</c:v>
                </c:pt>
                <c:pt idx="212">
                  <c:v>129.56616160403897</c:v>
                </c:pt>
                <c:pt idx="213">
                  <c:v>129.8550785304833</c:v>
                </c:pt>
                <c:pt idx="214">
                  <c:v>127.38906864304383</c:v>
                </c:pt>
                <c:pt idx="215">
                  <c:v>127.17537434140647</c:v>
                </c:pt>
                <c:pt idx="216">
                  <c:v>129.72952798871492</c:v>
                </c:pt>
                <c:pt idx="217">
                  <c:v>131.84099425711645</c:v>
                </c:pt>
                <c:pt idx="218">
                  <c:v>132.23213312071587</c:v>
                </c:pt>
                <c:pt idx="219">
                  <c:v>131.63573036640415</c:v>
                </c:pt>
                <c:pt idx="220">
                  <c:v>131.89523460421151</c:v>
                </c:pt>
                <c:pt idx="221">
                  <c:v>133.35515507369621</c:v>
                </c:pt>
                <c:pt idx="222">
                  <c:v>135.28982011333304</c:v>
                </c:pt>
                <c:pt idx="223">
                  <c:v>136.18779945409966</c:v>
                </c:pt>
                <c:pt idx="224">
                  <c:v>137.7797957241535</c:v>
                </c:pt>
                <c:pt idx="225">
                  <c:v>140.13742435833697</c:v>
                </c:pt>
                <c:pt idx="226">
                  <c:v>139.3544993238325</c:v>
                </c:pt>
                <c:pt idx="227">
                  <c:v>141.20314863358294</c:v>
                </c:pt>
                <c:pt idx="228">
                  <c:v>139.69032071531342</c:v>
                </c:pt>
                <c:pt idx="229">
                  <c:v>141.14903628439797</c:v>
                </c:pt>
                <c:pt idx="230">
                  <c:v>141.34669290802714</c:v>
                </c:pt>
                <c:pt idx="231">
                  <c:v>140.0742108819457</c:v>
                </c:pt>
                <c:pt idx="232">
                  <c:v>141.35758715851415</c:v>
                </c:pt>
                <c:pt idx="233">
                  <c:v>141.03690266938989</c:v>
                </c:pt>
                <c:pt idx="234">
                  <c:v>140.6672222850774</c:v>
                </c:pt>
                <c:pt idx="235">
                  <c:v>140.1150084207446</c:v>
                </c:pt>
                <c:pt idx="236">
                  <c:v>138.78744072313589</c:v>
                </c:pt>
                <c:pt idx="237">
                  <c:v>140.60456457158048</c:v>
                </c:pt>
                <c:pt idx="238">
                  <c:v>141.65867637727544</c:v>
                </c:pt>
                <c:pt idx="239">
                  <c:v>142.37337799972144</c:v>
                </c:pt>
                <c:pt idx="240">
                  <c:v>142.76501798955206</c:v>
                </c:pt>
                <c:pt idx="241">
                  <c:v>140.34301565597616</c:v>
                </c:pt>
                <c:pt idx="242">
                  <c:v>141.36645095882793</c:v>
                </c:pt>
                <c:pt idx="243">
                  <c:v>142.65897898205239</c:v>
                </c:pt>
                <c:pt idx="244">
                  <c:v>142.9001941159124</c:v>
                </c:pt>
                <c:pt idx="245">
                  <c:v>143.98467339405352</c:v>
                </c:pt>
                <c:pt idx="246">
                  <c:v>142.06569702142437</c:v>
                </c:pt>
                <c:pt idx="247">
                  <c:v>144.07477681728241</c:v>
                </c:pt>
                <c:pt idx="248">
                  <c:v>145.67626717305376</c:v>
                </c:pt>
                <c:pt idx="249">
                  <c:v>145.70427571040355</c:v>
                </c:pt>
                <c:pt idx="250">
                  <c:v>147.43323803511495</c:v>
                </c:pt>
                <c:pt idx="251">
                  <c:v>149.10233303334309</c:v>
                </c:pt>
                <c:pt idx="252">
                  <c:v>149.04181734586953</c:v>
                </c:pt>
                <c:pt idx="253">
                  <c:v>147.70510991606221</c:v>
                </c:pt>
                <c:pt idx="254">
                  <c:v>147.43842771853298</c:v>
                </c:pt>
                <c:pt idx="255">
                  <c:v>147.03633717529584</c:v>
                </c:pt>
                <c:pt idx="256">
                  <c:v>147.08952237059097</c:v>
                </c:pt>
                <c:pt idx="257">
                  <c:v>148.41178799219804</c:v>
                </c:pt>
                <c:pt idx="258">
                  <c:v>147.10341557126972</c:v>
                </c:pt>
                <c:pt idx="259">
                  <c:v>148.51441539078968</c:v>
                </c:pt>
                <c:pt idx="260">
                  <c:v>148.68649853206287</c:v>
                </c:pt>
                <c:pt idx="261">
                  <c:v>147.60431556014001</c:v>
                </c:pt>
                <c:pt idx="262">
                  <c:v>145.56271742975395</c:v>
                </c:pt>
                <c:pt idx="263">
                  <c:v>145.90554153570173</c:v>
                </c:pt>
                <c:pt idx="264">
                  <c:v>145.77722627999194</c:v>
                </c:pt>
                <c:pt idx="265">
                  <c:v>145.49578111182763</c:v>
                </c:pt>
                <c:pt idx="266">
                  <c:v>144.46561320630636</c:v>
                </c:pt>
                <c:pt idx="267">
                  <c:v>145.93125389123597</c:v>
                </c:pt>
                <c:pt idx="268">
                  <c:v>146.61114930491394</c:v>
                </c:pt>
                <c:pt idx="269">
                  <c:v>144.79133798129766</c:v>
                </c:pt>
                <c:pt idx="270">
                  <c:v>147.65125645223634</c:v>
                </c:pt>
                <c:pt idx="271">
                  <c:v>148.143672399065</c:v>
                </c:pt>
                <c:pt idx="272">
                  <c:v>149.05145997730423</c:v>
                </c:pt>
                <c:pt idx="273">
                  <c:v>149.88246641283226</c:v>
                </c:pt>
                <c:pt idx="274">
                  <c:v>147.73940232045751</c:v>
                </c:pt>
                <c:pt idx="275">
                  <c:v>148.66195139019578</c:v>
                </c:pt>
                <c:pt idx="276">
                  <c:v>145.6032261344748</c:v>
                </c:pt>
                <c:pt idx="277">
                  <c:v>143.22676948344156</c:v>
                </c:pt>
                <c:pt idx="278">
                  <c:v>145.24936576806792</c:v>
                </c:pt>
                <c:pt idx="279">
                  <c:v>144.94993979453326</c:v>
                </c:pt>
                <c:pt idx="280">
                  <c:v>144.16239092195988</c:v>
                </c:pt>
                <c:pt idx="281">
                  <c:v>146.3233766404247</c:v>
                </c:pt>
                <c:pt idx="282">
                  <c:v>145.9538947549606</c:v>
                </c:pt>
                <c:pt idx="283">
                  <c:v>143.50524519533434</c:v>
                </c:pt>
                <c:pt idx="284">
                  <c:v>142.75923722671888</c:v>
                </c:pt>
                <c:pt idx="285">
                  <c:v>143.51119947084717</c:v>
                </c:pt>
                <c:pt idx="286">
                  <c:v>144.39802189349393</c:v>
                </c:pt>
                <c:pt idx="287">
                  <c:v>145.81069616714902</c:v>
                </c:pt>
                <c:pt idx="288">
                  <c:v>147.40611072220423</c:v>
                </c:pt>
                <c:pt idx="289">
                  <c:v>147.67315034997287</c:v>
                </c:pt>
                <c:pt idx="290">
                  <c:v>146.20540928020739</c:v>
                </c:pt>
                <c:pt idx="291">
                  <c:v>146.51994524777038</c:v>
                </c:pt>
                <c:pt idx="292">
                  <c:v>147.4112053753673</c:v>
                </c:pt>
                <c:pt idx="293">
                  <c:v>148.08186900021997</c:v>
                </c:pt>
                <c:pt idx="294">
                  <c:v>146.35470899973475</c:v>
                </c:pt>
                <c:pt idx="295">
                  <c:v>145.75191972464313</c:v>
                </c:pt>
                <c:pt idx="296">
                  <c:v>148.18861038127397</c:v>
                </c:pt>
                <c:pt idx="297">
                  <c:v>148.96199489440207</c:v>
                </c:pt>
                <c:pt idx="298">
                  <c:v>147.73313424487023</c:v>
                </c:pt>
                <c:pt idx="299">
                  <c:v>147.07186067060232</c:v>
                </c:pt>
                <c:pt idx="300">
                  <c:v>147.53260143242048</c:v>
                </c:pt>
                <c:pt idx="301">
                  <c:v>147.16175053713977</c:v>
                </c:pt>
                <c:pt idx="302">
                  <c:v>147.40635002353525</c:v>
                </c:pt>
                <c:pt idx="303">
                  <c:v>146.58497508677644</c:v>
                </c:pt>
                <c:pt idx="304">
                  <c:v>146.66268690316861</c:v>
                </c:pt>
                <c:pt idx="305">
                  <c:v>145.47377020778646</c:v>
                </c:pt>
                <c:pt idx="306">
                  <c:v>145.66292248031033</c:v>
                </c:pt>
                <c:pt idx="307">
                  <c:v>146.91988964629607</c:v>
                </c:pt>
                <c:pt idx="308">
                  <c:v>146.34649602805831</c:v>
                </c:pt>
                <c:pt idx="309">
                  <c:v>147.79340538371372</c:v>
                </c:pt>
                <c:pt idx="310">
                  <c:v>146.97418052621396</c:v>
                </c:pt>
                <c:pt idx="311">
                  <c:v>143.9768673395192</c:v>
                </c:pt>
                <c:pt idx="312">
                  <c:v>145.41036605856658</c:v>
                </c:pt>
                <c:pt idx="313">
                  <c:v>145.64691467220183</c:v>
                </c:pt>
                <c:pt idx="314">
                  <c:v>142.31908059410344</c:v>
                </c:pt>
                <c:pt idx="315">
                  <c:v>142.35933871615822</c:v>
                </c:pt>
                <c:pt idx="316">
                  <c:v>142.32545442429171</c:v>
                </c:pt>
                <c:pt idx="317">
                  <c:v>141.40222614158731</c:v>
                </c:pt>
                <c:pt idx="318">
                  <c:v>144.2242861768635</c:v>
                </c:pt>
                <c:pt idx="319">
                  <c:v>144.37834668706267</c:v>
                </c:pt>
                <c:pt idx="320">
                  <c:v>142.71639955899809</c:v>
                </c:pt>
                <c:pt idx="321">
                  <c:v>142.64373817621595</c:v>
                </c:pt>
                <c:pt idx="322">
                  <c:v>143.07477858015571</c:v>
                </c:pt>
                <c:pt idx="323">
                  <c:v>143.36141810501729</c:v>
                </c:pt>
                <c:pt idx="324">
                  <c:v>145.14336271505206</c:v>
                </c:pt>
                <c:pt idx="325">
                  <c:v>144.83438230538394</c:v>
                </c:pt>
                <c:pt idx="326">
                  <c:v>144.76692160873449</c:v>
                </c:pt>
                <c:pt idx="327">
                  <c:v>144.4718527741461</c:v>
                </c:pt>
                <c:pt idx="328">
                  <c:v>143.96832177968128</c:v>
                </c:pt>
                <c:pt idx="329">
                  <c:v>145.48505296659363</c:v>
                </c:pt>
                <c:pt idx="330">
                  <c:v>145.01292652764116</c:v>
                </c:pt>
                <c:pt idx="331">
                  <c:v>147.2504982378691</c:v>
                </c:pt>
                <c:pt idx="332">
                  <c:v>147.18191716768095</c:v>
                </c:pt>
                <c:pt idx="333">
                  <c:v>147.34396635631674</c:v>
                </c:pt>
                <c:pt idx="334">
                  <c:v>146.35907905274539</c:v>
                </c:pt>
                <c:pt idx="335">
                  <c:v>145.48153908876</c:v>
                </c:pt>
                <c:pt idx="336">
                  <c:v>146.42475716512624</c:v>
                </c:pt>
                <c:pt idx="337">
                  <c:v>146.94928054810731</c:v>
                </c:pt>
                <c:pt idx="338">
                  <c:v>146.28922755653576</c:v>
                </c:pt>
                <c:pt idx="339">
                  <c:v>146.97638699315527</c:v>
                </c:pt>
                <c:pt idx="340">
                  <c:v>146.22884654616809</c:v>
                </c:pt>
                <c:pt idx="341">
                  <c:v>145.28586663144969</c:v>
                </c:pt>
                <c:pt idx="342">
                  <c:v>146.05671884307682</c:v>
                </c:pt>
                <c:pt idx="343">
                  <c:v>146.82763240338869</c:v>
                </c:pt>
                <c:pt idx="344">
                  <c:v>146.02658380321589</c:v>
                </c:pt>
                <c:pt idx="345">
                  <c:v>146.51528871552563</c:v>
                </c:pt>
                <c:pt idx="346">
                  <c:v>147.65585407889213</c:v>
                </c:pt>
                <c:pt idx="347">
                  <c:v>148.01122470077971</c:v>
                </c:pt>
                <c:pt idx="348">
                  <c:v>146.89077019406429</c:v>
                </c:pt>
                <c:pt idx="349">
                  <c:v>146.98134068034329</c:v>
                </c:pt>
                <c:pt idx="350">
                  <c:v>148.58303866688581</c:v>
                </c:pt>
                <c:pt idx="351">
                  <c:v>149.74894242149844</c:v>
                </c:pt>
                <c:pt idx="352">
                  <c:v>149.74710576753424</c:v>
                </c:pt>
                <c:pt idx="353">
                  <c:v>150.38095345086882</c:v>
                </c:pt>
                <c:pt idx="354">
                  <c:v>150.19511421732659</c:v>
                </c:pt>
                <c:pt idx="355">
                  <c:v>151.21396554256742</c:v>
                </c:pt>
                <c:pt idx="356">
                  <c:v>151.63229220757086</c:v>
                </c:pt>
                <c:pt idx="357">
                  <c:v>151.93739947517534</c:v>
                </c:pt>
                <c:pt idx="358">
                  <c:v>152.8904572961909</c:v>
                </c:pt>
                <c:pt idx="359">
                  <c:v>155.27446088728664</c:v>
                </c:pt>
                <c:pt idx="360">
                  <c:v>155.1997655224599</c:v>
                </c:pt>
                <c:pt idx="361">
                  <c:v>157.54665652880666</c:v>
                </c:pt>
                <c:pt idx="362">
                  <c:v>159.64034378499099</c:v>
                </c:pt>
                <c:pt idx="363">
                  <c:v>159.99483659417712</c:v>
                </c:pt>
                <c:pt idx="364">
                  <c:v>161.31356087268182</c:v>
                </c:pt>
                <c:pt idx="365">
                  <c:v>161.43909286861648</c:v>
                </c:pt>
                <c:pt idx="366">
                  <c:v>160.6027960617179</c:v>
                </c:pt>
                <c:pt idx="367">
                  <c:v>163.90946604545044</c:v>
                </c:pt>
                <c:pt idx="368">
                  <c:v>166.46853680149877</c:v>
                </c:pt>
                <c:pt idx="369">
                  <c:v>166.79669091190354</c:v>
                </c:pt>
                <c:pt idx="370">
                  <c:v>167.31874606285007</c:v>
                </c:pt>
                <c:pt idx="371">
                  <c:v>167.75452377215626</c:v>
                </c:pt>
                <c:pt idx="372">
                  <c:v>165.69468379107622</c:v>
                </c:pt>
                <c:pt idx="373">
                  <c:v>164.41990689209786</c:v>
                </c:pt>
                <c:pt idx="374">
                  <c:v>163.53138975972581</c:v>
                </c:pt>
                <c:pt idx="375">
                  <c:v>161.66674912376416</c:v>
                </c:pt>
                <c:pt idx="376">
                  <c:v>160.7406915014308</c:v>
                </c:pt>
                <c:pt idx="377">
                  <c:v>161.83536469603388</c:v>
                </c:pt>
                <c:pt idx="378">
                  <c:v>164.23067463746565</c:v>
                </c:pt>
                <c:pt idx="379">
                  <c:v>164.52572408398314</c:v>
                </c:pt>
                <c:pt idx="380">
                  <c:v>163.98240296786011</c:v>
                </c:pt>
                <c:pt idx="381">
                  <c:v>164.55941356901636</c:v>
                </c:pt>
                <c:pt idx="382">
                  <c:v>166.92687567080594</c:v>
                </c:pt>
                <c:pt idx="383">
                  <c:v>169.64806522717853</c:v>
                </c:pt>
                <c:pt idx="384">
                  <c:v>168.99126647291217</c:v>
                </c:pt>
                <c:pt idx="385">
                  <c:v>170.57189814217725</c:v>
                </c:pt>
                <c:pt idx="386">
                  <c:v>172.65145917429709</c:v>
                </c:pt>
                <c:pt idx="387">
                  <c:v>172.095602227992</c:v>
                </c:pt>
                <c:pt idx="388">
                  <c:v>166.89303066209033</c:v>
                </c:pt>
                <c:pt idx="389">
                  <c:v>169.36146560472579</c:v>
                </c:pt>
                <c:pt idx="390">
                  <c:v>167.37441898130277</c:v>
                </c:pt>
                <c:pt idx="391">
                  <c:v>165.96364861427884</c:v>
                </c:pt>
                <c:pt idx="392">
                  <c:v>164.06455292009915</c:v>
                </c:pt>
                <c:pt idx="393">
                  <c:v>165.92197917263113</c:v>
                </c:pt>
                <c:pt idx="394">
                  <c:v>166.08389848603852</c:v>
                </c:pt>
                <c:pt idx="395">
                  <c:v>167.36185635418238</c:v>
                </c:pt>
                <c:pt idx="396">
                  <c:v>165.68633196833264</c:v>
                </c:pt>
                <c:pt idx="397">
                  <c:v>163.87812485500362</c:v>
                </c:pt>
                <c:pt idx="398">
                  <c:v>162.31369544944951</c:v>
                </c:pt>
                <c:pt idx="399">
                  <c:v>166.26066703967066</c:v>
                </c:pt>
                <c:pt idx="400">
                  <c:v>169.70269433384601</c:v>
                </c:pt>
                <c:pt idx="401">
                  <c:v>170.69268478580747</c:v>
                </c:pt>
                <c:pt idx="402">
                  <c:v>170.15884539858712</c:v>
                </c:pt>
                <c:pt idx="403">
                  <c:v>170.95813809955678</c:v>
                </c:pt>
                <c:pt idx="404">
                  <c:v>170.37847153612631</c:v>
                </c:pt>
                <c:pt idx="405">
                  <c:v>171.03399883169368</c:v>
                </c:pt>
                <c:pt idx="406">
                  <c:v>168.52856210888524</c:v>
                </c:pt>
                <c:pt idx="407">
                  <c:v>168.47698928387553</c:v>
                </c:pt>
                <c:pt idx="408">
                  <c:v>161.43557819175825</c:v>
                </c:pt>
                <c:pt idx="409">
                  <c:v>157.63585373896794</c:v>
                </c:pt>
                <c:pt idx="410">
                  <c:v>159.41554007580166</c:v>
                </c:pt>
                <c:pt idx="411">
                  <c:v>169.11737698507744</c:v>
                </c:pt>
                <c:pt idx="412">
                  <c:v>167.86007701977428</c:v>
                </c:pt>
                <c:pt idx="413">
                  <c:v>174.16937446781591</c:v>
                </c:pt>
                <c:pt idx="414">
                  <c:v>166.6813499588755</c:v>
                </c:pt>
                <c:pt idx="415">
                  <c:v>162.07190672965348</c:v>
                </c:pt>
                <c:pt idx="416">
                  <c:v>151.87810597038805</c:v>
                </c:pt>
                <c:pt idx="417">
                  <c:v>158.24350175763061</c:v>
                </c:pt>
                <c:pt idx="418">
                  <c:v>151.03086685443347</c:v>
                </c:pt>
                <c:pt idx="419">
                  <c:v>136.70640280603922</c:v>
                </c:pt>
                <c:pt idx="420">
                  <c:v>148.57799183980546</c:v>
                </c:pt>
                <c:pt idx="421">
                  <c:v>133.02609390894747</c:v>
                </c:pt>
                <c:pt idx="422">
                  <c:v>134.41947040711128</c:v>
                </c:pt>
                <c:pt idx="423">
                  <c:v>119.12663811894237</c:v>
                </c:pt>
                <c:pt idx="424">
                  <c:v>119.24983934698805</c:v>
                </c:pt>
                <c:pt idx="425">
                  <c:v>117.51757053634257</c:v>
                </c:pt>
                <c:pt idx="426">
                  <c:v>108.32128079032624</c:v>
                </c:pt>
                <c:pt idx="427">
                  <c:v>114.20324364356287</c:v>
                </c:pt>
                <c:pt idx="428">
                  <c:v>120.95210559211489</c:v>
                </c:pt>
                <c:pt idx="429">
                  <c:v>130.21858997095063</c:v>
                </c:pt>
                <c:pt idx="430">
                  <c:v>126.39498908720763</c:v>
                </c:pt>
                <c:pt idx="431">
                  <c:v>127.410626032324</c:v>
                </c:pt>
                <c:pt idx="432">
                  <c:v>124.64791487836291</c:v>
                </c:pt>
                <c:pt idx="433">
                  <c:v>121.44829196498709</c:v>
                </c:pt>
                <c:pt idx="434">
                  <c:v>123.22359105613505</c:v>
                </c:pt>
                <c:pt idx="435">
                  <c:v>120.60406652319374</c:v>
                </c:pt>
                <c:pt idx="436">
                  <c:v>125.24207946407483</c:v>
                </c:pt>
                <c:pt idx="437">
                  <c:v>127.90923874220124</c:v>
                </c:pt>
                <c:pt idx="438">
                  <c:v>130.65845837113383</c:v>
                </c:pt>
                <c:pt idx="439">
                  <c:v>131.31259372521697</c:v>
                </c:pt>
                <c:pt idx="440">
                  <c:v>131.65815620866931</c:v>
                </c:pt>
                <c:pt idx="441">
                  <c:v>136.28988122312887</c:v>
                </c:pt>
                <c:pt idx="442">
                  <c:v>136.16556075139499</c:v>
                </c:pt>
                <c:pt idx="443">
                  <c:v>132.70282121578296</c:v>
                </c:pt>
                <c:pt idx="444">
                  <c:v>131.95943927794801</c:v>
                </c:pt>
                <c:pt idx="445">
                  <c:v>131.19342393394888</c:v>
                </c:pt>
                <c:pt idx="446">
                  <c:v>132.93777160861836</c:v>
                </c:pt>
                <c:pt idx="447">
                  <c:v>132.19463828081595</c:v>
                </c:pt>
                <c:pt idx="448">
                  <c:v>123.6311011121301</c:v>
                </c:pt>
                <c:pt idx="449">
                  <c:v>130.0202100236603</c:v>
                </c:pt>
                <c:pt idx="450">
                  <c:v>135.3165305751549</c:v>
                </c:pt>
                <c:pt idx="451">
                  <c:v>136.24697448981112</c:v>
                </c:pt>
                <c:pt idx="452">
                  <c:v>133.15822643197259</c:v>
                </c:pt>
                <c:pt idx="453">
                  <c:v>131.57469726728414</c:v>
                </c:pt>
                <c:pt idx="454">
                  <c:v>132.25740766497731</c:v>
                </c:pt>
                <c:pt idx="455">
                  <c:v>130.17833063954598</c:v>
                </c:pt>
                <c:pt idx="456">
                  <c:v>127.86751264948515</c:v>
                </c:pt>
                <c:pt idx="457">
                  <c:v>130.31094933449151</c:v>
                </c:pt>
                <c:pt idx="458">
                  <c:v>128.76251985242365</c:v>
                </c:pt>
                <c:pt idx="459">
                  <c:v>125.31906007029163</c:v>
                </c:pt>
                <c:pt idx="460">
                  <c:v>123.87633938741263</c:v>
                </c:pt>
                <c:pt idx="461">
                  <c:v>126.45212515754835</c:v>
                </c:pt>
                <c:pt idx="462">
                  <c:v>126.05466577026499</c:v>
                </c:pt>
                <c:pt idx="463">
                  <c:v>128.99324662479535</c:v>
                </c:pt>
                <c:pt idx="464">
                  <c:v>127.49008353992697</c:v>
                </c:pt>
                <c:pt idx="465">
                  <c:v>128.38918068046567</c:v>
                </c:pt>
                <c:pt idx="466">
                  <c:v>132.99354325075845</c:v>
                </c:pt>
                <c:pt idx="467">
                  <c:v>132.92449520702863</c:v>
                </c:pt>
                <c:pt idx="468">
                  <c:v>138.31710336032137</c:v>
                </c:pt>
                <c:pt idx="469">
                  <c:v>137.14461207422318</c:v>
                </c:pt>
                <c:pt idx="470">
                  <c:v>139.44145269008911</c:v>
                </c:pt>
                <c:pt idx="471">
                  <c:v>140.05224485190436</c:v>
                </c:pt>
                <c:pt idx="472">
                  <c:v>139.81156145835573</c:v>
                </c:pt>
                <c:pt idx="473">
                  <c:v>141.56957493153931</c:v>
                </c:pt>
                <c:pt idx="474">
                  <c:v>143.06848839220345</c:v>
                </c:pt>
                <c:pt idx="475">
                  <c:v>143.53515883144598</c:v>
                </c:pt>
                <c:pt idx="476">
                  <c:v>143.03919810384957</c:v>
                </c:pt>
                <c:pt idx="477">
                  <c:v>141.60430319627477</c:v>
                </c:pt>
                <c:pt idx="478">
                  <c:v>145.23720231603494</c:v>
                </c:pt>
                <c:pt idx="479">
                  <c:v>145.42173400495571</c:v>
                </c:pt>
                <c:pt idx="480">
                  <c:v>144.00961876370334</c:v>
                </c:pt>
                <c:pt idx="481">
                  <c:v>142.05960800787315</c:v>
                </c:pt>
                <c:pt idx="482">
                  <c:v>142.27580277219008</c:v>
                </c:pt>
                <c:pt idx="483">
                  <c:v>142.92486293888888</c:v>
                </c:pt>
                <c:pt idx="484">
                  <c:v>145.48543912856763</c:v>
                </c:pt>
                <c:pt idx="485">
                  <c:v>145.5156948849305</c:v>
                </c:pt>
                <c:pt idx="486">
                  <c:v>148.10940198223318</c:v>
                </c:pt>
                <c:pt idx="487">
                  <c:v>149.55291964379043</c:v>
                </c:pt>
                <c:pt idx="488">
                  <c:v>147.58272281475632</c:v>
                </c:pt>
                <c:pt idx="489">
                  <c:v>146.45233118684342</c:v>
                </c:pt>
                <c:pt idx="490">
                  <c:v>146.90997651714488</c:v>
                </c:pt>
                <c:pt idx="491">
                  <c:v>144.5203555157679</c:v>
                </c:pt>
                <c:pt idx="492">
                  <c:v>147.99696261266212</c:v>
                </c:pt>
                <c:pt idx="493">
                  <c:v>148.31497122134343</c:v>
                </c:pt>
                <c:pt idx="494">
                  <c:v>150.17583009447125</c:v>
                </c:pt>
                <c:pt idx="495">
                  <c:v>150.5263299472725</c:v>
                </c:pt>
                <c:pt idx="496">
                  <c:v>151.16631619299474</c:v>
                </c:pt>
                <c:pt idx="497">
                  <c:v>151.94418771067168</c:v>
                </c:pt>
                <c:pt idx="498">
                  <c:v>149.82920649921513</c:v>
                </c:pt>
                <c:pt idx="499">
                  <c:v>150.97131211486902</c:v>
                </c:pt>
                <c:pt idx="500">
                  <c:v>150.30618468589793</c:v>
                </c:pt>
                <c:pt idx="501">
                  <c:v>150.69207919114533</c:v>
                </c:pt>
                <c:pt idx="502">
                  <c:v>149.42817056979197</c:v>
                </c:pt>
                <c:pt idx="503">
                  <c:v>150.11447803098969</c:v>
                </c:pt>
                <c:pt idx="504">
                  <c:v>152.6697469091379</c:v>
                </c:pt>
                <c:pt idx="505">
                  <c:v>151.42799821337604</c:v>
                </c:pt>
                <c:pt idx="506">
                  <c:v>152.23446947215871</c:v>
                </c:pt>
                <c:pt idx="507">
                  <c:v>153.89866950653999</c:v>
                </c:pt>
                <c:pt idx="508">
                  <c:v>153.96784032851559</c:v>
                </c:pt>
                <c:pt idx="509">
                  <c:v>153.92526595472049</c:v>
                </c:pt>
                <c:pt idx="510">
                  <c:v>152.94408482649047</c:v>
                </c:pt>
                <c:pt idx="511">
                  <c:v>150.40019468325031</c:v>
                </c:pt>
                <c:pt idx="512">
                  <c:v>153.33645907060779</c:v>
                </c:pt>
                <c:pt idx="513">
                  <c:v>150.2094443299261</c:v>
                </c:pt>
                <c:pt idx="514">
                  <c:v>150.1793532447108</c:v>
                </c:pt>
                <c:pt idx="515">
                  <c:v>152.61990215828644</c:v>
                </c:pt>
                <c:pt idx="516">
                  <c:v>153.74324154336963</c:v>
                </c:pt>
                <c:pt idx="517">
                  <c:v>151.63482948071666</c:v>
                </c:pt>
                <c:pt idx="518">
                  <c:v>149.78282761867254</c:v>
                </c:pt>
                <c:pt idx="519">
                  <c:v>149.65791328890742</c:v>
                </c:pt>
                <c:pt idx="520">
                  <c:v>153.34533725236358</c:v>
                </c:pt>
                <c:pt idx="521">
                  <c:v>153.21051457609832</c:v>
                </c:pt>
                <c:pt idx="522">
                  <c:v>152.42853437775477</c:v>
                </c:pt>
                <c:pt idx="523">
                  <c:v>150.59529658190692</c:v>
                </c:pt>
                <c:pt idx="524">
                  <c:v>148.95340265446819</c:v>
                </c:pt>
                <c:pt idx="525">
                  <c:v>148.20734470706626</c:v>
                </c:pt>
                <c:pt idx="526">
                  <c:v>148.6679302566526</c:v>
                </c:pt>
                <c:pt idx="527">
                  <c:v>146.60429278639319</c:v>
                </c:pt>
                <c:pt idx="528">
                  <c:v>148.7936264451493</c:v>
                </c:pt>
                <c:pt idx="529">
                  <c:v>148.28319204008596</c:v>
                </c:pt>
                <c:pt idx="530">
                  <c:v>148.25309250736319</c:v>
                </c:pt>
                <c:pt idx="531">
                  <c:v>148.83183433774479</c:v>
                </c:pt>
                <c:pt idx="532">
                  <c:v>148.336134693101</c:v>
                </c:pt>
                <c:pt idx="533">
                  <c:v>151.04514847273992</c:v>
                </c:pt>
                <c:pt idx="534">
                  <c:v>150.10355048044443</c:v>
                </c:pt>
                <c:pt idx="535">
                  <c:v>147.35154527924058</c:v>
                </c:pt>
                <c:pt idx="536">
                  <c:v>149.26227860301043</c:v>
                </c:pt>
                <c:pt idx="537">
                  <c:v>147.46164445019997</c:v>
                </c:pt>
                <c:pt idx="538">
                  <c:v>148.13093291942982</c:v>
                </c:pt>
                <c:pt idx="539">
                  <c:v>149.03121021566477</c:v>
                </c:pt>
                <c:pt idx="540">
                  <c:v>147.00287527292372</c:v>
                </c:pt>
                <c:pt idx="541">
                  <c:v>148.14797443353575</c:v>
                </c:pt>
                <c:pt idx="542">
                  <c:v>149.14849181982675</c:v>
                </c:pt>
                <c:pt idx="543">
                  <c:v>150.57232867289085</c:v>
                </c:pt>
                <c:pt idx="544">
                  <c:v>147.60672919193928</c:v>
                </c:pt>
                <c:pt idx="545">
                  <c:v>145.69984639478946</c:v>
                </c:pt>
                <c:pt idx="546">
                  <c:v>146.19016022391614</c:v>
                </c:pt>
                <c:pt idx="547">
                  <c:v>145.88381144488343</c:v>
                </c:pt>
                <c:pt idx="548">
                  <c:v>146.1739031726959</c:v>
                </c:pt>
                <c:pt idx="549">
                  <c:v>145.74416952870396</c:v>
                </c:pt>
                <c:pt idx="550">
                  <c:v>145.27268682615744</c:v>
                </c:pt>
                <c:pt idx="551">
                  <c:v>145.95438819932619</c:v>
                </c:pt>
                <c:pt idx="552">
                  <c:v>146.37631760900274</c:v>
                </c:pt>
                <c:pt idx="553">
                  <c:v>145.83362291899448</c:v>
                </c:pt>
                <c:pt idx="554">
                  <c:v>147.40122801079599</c:v>
                </c:pt>
                <c:pt idx="555">
                  <c:v>146.60126650049193</c:v>
                </c:pt>
                <c:pt idx="556">
                  <c:v>144.16825405906181</c:v>
                </c:pt>
                <c:pt idx="557">
                  <c:v>143.26935120293166</c:v>
                </c:pt>
                <c:pt idx="558">
                  <c:v>143.79179130385972</c:v>
                </c:pt>
                <c:pt idx="559">
                  <c:v>144.83267059465587</c:v>
                </c:pt>
                <c:pt idx="560">
                  <c:v>143.77618439608636</c:v>
                </c:pt>
                <c:pt idx="561">
                  <c:v>143.97169055581745</c:v>
                </c:pt>
                <c:pt idx="562">
                  <c:v>143.28678322243908</c:v>
                </c:pt>
                <c:pt idx="563">
                  <c:v>142.9216910444141</c:v>
                </c:pt>
                <c:pt idx="564">
                  <c:v>143.89352138095586</c:v>
                </c:pt>
                <c:pt idx="565">
                  <c:v>143.1000428225438</c:v>
                </c:pt>
                <c:pt idx="566">
                  <c:v>143.45154692535712</c:v>
                </c:pt>
                <c:pt idx="567">
                  <c:v>145.04228534806558</c:v>
                </c:pt>
                <c:pt idx="568">
                  <c:v>145.56961960410206</c:v>
                </c:pt>
                <c:pt idx="569">
                  <c:v>146.36460158737594</c:v>
                </c:pt>
                <c:pt idx="570">
                  <c:v>146.2183638596029</c:v>
                </c:pt>
                <c:pt idx="571">
                  <c:v>148.31749021979275</c:v>
                </c:pt>
                <c:pt idx="572">
                  <c:v>147.83122863122898</c:v>
                </c:pt>
                <c:pt idx="573">
                  <c:v>148.61087295320846</c:v>
                </c:pt>
                <c:pt idx="574">
                  <c:v>148.37715915870132</c:v>
                </c:pt>
                <c:pt idx="575">
                  <c:v>148.6942536079641</c:v>
                </c:pt>
                <c:pt idx="576">
                  <c:v>149.76446824285165</c:v>
                </c:pt>
                <c:pt idx="577">
                  <c:v>146.64430305363723</c:v>
                </c:pt>
                <c:pt idx="578">
                  <c:v>145.74775947363466</c:v>
                </c:pt>
                <c:pt idx="579">
                  <c:v>143.99177779353295</c:v>
                </c:pt>
                <c:pt idx="580">
                  <c:v>144.54320079003475</c:v>
                </c:pt>
                <c:pt idx="581">
                  <c:v>148.69970158364856</c:v>
                </c:pt>
                <c:pt idx="582">
                  <c:v>153.11142672374066</c:v>
                </c:pt>
                <c:pt idx="583">
                  <c:v>154.93036304922535</c:v>
                </c:pt>
                <c:pt idx="584">
                  <c:v>155.99645096242941</c:v>
                </c:pt>
                <c:pt idx="585">
                  <c:v>155.66572709400631</c:v>
                </c:pt>
                <c:pt idx="586">
                  <c:v>155.42125049552783</c:v>
                </c:pt>
                <c:pt idx="587">
                  <c:v>155.60017607423575</c:v>
                </c:pt>
                <c:pt idx="588">
                  <c:v>158.97038412034544</c:v>
                </c:pt>
                <c:pt idx="589">
                  <c:v>160.28088627573226</c:v>
                </c:pt>
                <c:pt idx="590">
                  <c:v>162.16832893733678</c:v>
                </c:pt>
                <c:pt idx="591">
                  <c:v>160.97553508896812</c:v>
                </c:pt>
                <c:pt idx="592">
                  <c:v>160.43923927155996</c:v>
                </c:pt>
                <c:pt idx="593">
                  <c:v>157.96836820059715</c:v>
                </c:pt>
                <c:pt idx="594">
                  <c:v>157.6643301851704</c:v>
                </c:pt>
                <c:pt idx="595">
                  <c:v>158.11993734939318</c:v>
                </c:pt>
                <c:pt idx="596">
                  <c:v>159.08213791191704</c:v>
                </c:pt>
                <c:pt idx="597">
                  <c:v>160.46847715123184</c:v>
                </c:pt>
                <c:pt idx="598">
                  <c:v>160.57219719762702</c:v>
                </c:pt>
                <c:pt idx="599">
                  <c:v>159.40915868229547</c:v>
                </c:pt>
                <c:pt idx="600">
                  <c:v>159.40088699211816</c:v>
                </c:pt>
                <c:pt idx="601">
                  <c:v>159.63090112590245</c:v>
                </c:pt>
                <c:pt idx="602">
                  <c:v>161.46745995717029</c:v>
                </c:pt>
                <c:pt idx="603">
                  <c:v>161.54977629926702</c:v>
                </c:pt>
                <c:pt idx="604">
                  <c:v>162.07416775754223</c:v>
                </c:pt>
                <c:pt idx="605">
                  <c:v>162.07265961082783</c:v>
                </c:pt>
                <c:pt idx="606">
                  <c:v>161.52623941530425</c:v>
                </c:pt>
                <c:pt idx="607">
                  <c:v>161.56492373523398</c:v>
                </c:pt>
                <c:pt idx="608">
                  <c:v>165.41279545796456</c:v>
                </c:pt>
                <c:pt idx="609">
                  <c:v>164.22323441099937</c:v>
                </c:pt>
                <c:pt idx="610">
                  <c:v>165.57933807434597</c:v>
                </c:pt>
                <c:pt idx="611">
                  <c:v>166.90106000730205</c:v>
                </c:pt>
                <c:pt idx="612">
                  <c:v>166.42158340883219</c:v>
                </c:pt>
                <c:pt idx="613">
                  <c:v>165.41817233991094</c:v>
                </c:pt>
                <c:pt idx="614">
                  <c:v>163.88882293750925</c:v>
                </c:pt>
                <c:pt idx="615">
                  <c:v>163.34810715849613</c:v>
                </c:pt>
                <c:pt idx="616">
                  <c:v>164.36934574800381</c:v>
                </c:pt>
                <c:pt idx="617">
                  <c:v>167.7659825707056</c:v>
                </c:pt>
                <c:pt idx="618">
                  <c:v>167.55419003526202</c:v>
                </c:pt>
                <c:pt idx="619">
                  <c:v>166.13615353003496</c:v>
                </c:pt>
                <c:pt idx="620">
                  <c:v>164.92256968114052</c:v>
                </c:pt>
                <c:pt idx="621">
                  <c:v>163.94287703112153</c:v>
                </c:pt>
                <c:pt idx="622">
                  <c:v>162.54638156376225</c:v>
                </c:pt>
                <c:pt idx="623">
                  <c:v>160.61148561641554</c:v>
                </c:pt>
                <c:pt idx="624">
                  <c:v>166.18058808338117</c:v>
                </c:pt>
                <c:pt idx="625">
                  <c:v>164.47953550221646</c:v>
                </c:pt>
                <c:pt idx="626">
                  <c:v>167.23496061531404</c:v>
                </c:pt>
                <c:pt idx="627">
                  <c:v>169.47594509566912</c:v>
                </c:pt>
                <c:pt idx="628">
                  <c:v>173.29779237682899</c:v>
                </c:pt>
                <c:pt idx="629">
                  <c:v>172.99482402943548</c:v>
                </c:pt>
                <c:pt idx="630">
                  <c:v>171.56807114102259</c:v>
                </c:pt>
                <c:pt idx="631">
                  <c:v>172.86683524070912</c:v>
                </c:pt>
                <c:pt idx="632">
                  <c:v>169.65667579936522</c:v>
                </c:pt>
                <c:pt idx="633">
                  <c:v>167.84737138250676</c:v>
                </c:pt>
                <c:pt idx="634">
                  <c:v>166.80590559066698</c:v>
                </c:pt>
                <c:pt idx="635">
                  <c:v>164.75054518621641</c:v>
                </c:pt>
                <c:pt idx="636">
                  <c:v>166.10179044141768</c:v>
                </c:pt>
                <c:pt idx="637">
                  <c:v>168.61709317236662</c:v>
                </c:pt>
                <c:pt idx="638">
                  <c:v>164.99380688622381</c:v>
                </c:pt>
                <c:pt idx="639">
                  <c:v>166.92203681277113</c:v>
                </c:pt>
                <c:pt idx="640">
                  <c:v>169.02169849938701</c:v>
                </c:pt>
                <c:pt idx="641">
                  <c:v>170.66797807977463</c:v>
                </c:pt>
                <c:pt idx="642">
                  <c:v>171.4452346029725</c:v>
                </c:pt>
                <c:pt idx="643">
                  <c:v>171.85824029863915</c:v>
                </c:pt>
                <c:pt idx="644">
                  <c:v>171.1544683952807</c:v>
                </c:pt>
                <c:pt idx="645">
                  <c:v>170.23500970121097</c:v>
                </c:pt>
                <c:pt idx="646">
                  <c:v>169.05129259543327</c:v>
                </c:pt>
                <c:pt idx="647">
                  <c:v>169.40173458487277</c:v>
                </c:pt>
                <c:pt idx="648">
                  <c:v>167.85120387092439</c:v>
                </c:pt>
                <c:pt idx="649">
                  <c:v>165.88613081940107</c:v>
                </c:pt>
                <c:pt idx="650">
                  <c:v>163.61452994582754</c:v>
                </c:pt>
                <c:pt idx="651">
                  <c:v>164.21183631572495</c:v>
                </c:pt>
                <c:pt idx="652">
                  <c:v>157.33070890808142</c:v>
                </c:pt>
                <c:pt idx="653">
                  <c:v>158.86419249267917</c:v>
                </c:pt>
                <c:pt idx="654">
                  <c:v>158.93958607217959</c:v>
                </c:pt>
                <c:pt idx="655">
                  <c:v>155.74446666298633</c:v>
                </c:pt>
                <c:pt idx="656">
                  <c:v>154.28197512080922</c:v>
                </c:pt>
                <c:pt idx="657">
                  <c:v>151.77132468634525</c:v>
                </c:pt>
                <c:pt idx="658">
                  <c:v>153.24124729940823</c:v>
                </c:pt>
                <c:pt idx="659">
                  <c:v>153.5220344901972</c:v>
                </c:pt>
                <c:pt idx="660">
                  <c:v>158.65875028992969</c:v>
                </c:pt>
                <c:pt idx="661">
                  <c:v>157.82344582375583</c:v>
                </c:pt>
                <c:pt idx="662">
                  <c:v>153.42077973506292</c:v>
                </c:pt>
                <c:pt idx="663">
                  <c:v>153.73409284077408</c:v>
                </c:pt>
                <c:pt idx="664">
                  <c:v>157.92029621879416</c:v>
                </c:pt>
                <c:pt idx="665">
                  <c:v>158.76151967033994</c:v>
                </c:pt>
                <c:pt idx="666">
                  <c:v>159.85331040994043</c:v>
                </c:pt>
                <c:pt idx="667">
                  <c:v>164.40005982130475</c:v>
                </c:pt>
                <c:pt idx="668">
                  <c:v>165.27900040341865</c:v>
                </c:pt>
                <c:pt idx="669">
                  <c:v>169.04847999688707</c:v>
                </c:pt>
                <c:pt idx="670">
                  <c:v>167.07908416534681</c:v>
                </c:pt>
                <c:pt idx="671">
                  <c:v>170.14722687389488</c:v>
                </c:pt>
                <c:pt idx="672">
                  <c:v>169.64002818405089</c:v>
                </c:pt>
                <c:pt idx="673">
                  <c:v>169.12345345268932</c:v>
                </c:pt>
                <c:pt idx="674">
                  <c:v>165.36108226921982</c:v>
                </c:pt>
                <c:pt idx="675">
                  <c:v>167.48778427630677</c:v>
                </c:pt>
                <c:pt idx="676">
                  <c:v>169.0049897633879</c:v>
                </c:pt>
                <c:pt idx="677">
                  <c:v>171.10369614062785</c:v>
                </c:pt>
                <c:pt idx="678">
                  <c:v>173.20954010755446</c:v>
                </c:pt>
                <c:pt idx="679">
                  <c:v>173.63727112374309</c:v>
                </c:pt>
                <c:pt idx="680">
                  <c:v>171.92963788134958</c:v>
                </c:pt>
                <c:pt idx="681">
                  <c:v>171.23726981073222</c:v>
                </c:pt>
                <c:pt idx="682">
                  <c:v>170.50892008976234</c:v>
                </c:pt>
                <c:pt idx="683">
                  <c:v>168.80111334539308</c:v>
                </c:pt>
                <c:pt idx="684">
                  <c:v>167.63676767055151</c:v>
                </c:pt>
                <c:pt idx="685">
                  <c:v>166.78905145150313</c:v>
                </c:pt>
                <c:pt idx="686">
                  <c:v>167.25155567138182</c:v>
                </c:pt>
                <c:pt idx="687">
                  <c:v>167.04531990387071</c:v>
                </c:pt>
                <c:pt idx="688">
                  <c:v>166.32790226850162</c:v>
                </c:pt>
                <c:pt idx="689">
                  <c:v>167.98178802581168</c:v>
                </c:pt>
                <c:pt idx="690">
                  <c:v>171.20122829456227</c:v>
                </c:pt>
                <c:pt idx="691">
                  <c:v>171.40046445641258</c:v>
                </c:pt>
                <c:pt idx="692">
                  <c:v>171.96659595155856</c:v>
                </c:pt>
                <c:pt idx="693">
                  <c:v>169.37911999314144</c:v>
                </c:pt>
                <c:pt idx="694">
                  <c:v>170.68574140937531</c:v>
                </c:pt>
                <c:pt idx="695">
                  <c:v>168.75527788530997</c:v>
                </c:pt>
                <c:pt idx="696">
                  <c:v>166.38411576279978</c:v>
                </c:pt>
                <c:pt idx="697">
                  <c:v>166.46773719917036</c:v>
                </c:pt>
                <c:pt idx="698">
                  <c:v>166.836857895397</c:v>
                </c:pt>
                <c:pt idx="699">
                  <c:v>162.41931434722494</c:v>
                </c:pt>
                <c:pt idx="700">
                  <c:v>165.05214636838406</c:v>
                </c:pt>
                <c:pt idx="701">
                  <c:v>161.71548047488167</c:v>
                </c:pt>
                <c:pt idx="702">
                  <c:v>162.23535902280685</c:v>
                </c:pt>
                <c:pt idx="703">
                  <c:v>161.94970228202416</c:v>
                </c:pt>
                <c:pt idx="704">
                  <c:v>163.16637841934502</c:v>
                </c:pt>
                <c:pt idx="705">
                  <c:v>160.77537805922745</c:v>
                </c:pt>
                <c:pt idx="706">
                  <c:v>161.29536797093488</c:v>
                </c:pt>
                <c:pt idx="707">
                  <c:v>158.23179896806167</c:v>
                </c:pt>
                <c:pt idx="708">
                  <c:v>160.30420693271111</c:v>
                </c:pt>
                <c:pt idx="709">
                  <c:v>161.27640809684723</c:v>
                </c:pt>
                <c:pt idx="710">
                  <c:v>161.93504467912766</c:v>
                </c:pt>
                <c:pt idx="711">
                  <c:v>162.41754891172877</c:v>
                </c:pt>
                <c:pt idx="712">
                  <c:v>162.72582597934317</c:v>
                </c:pt>
                <c:pt idx="713">
                  <c:v>163.38791364769619</c:v>
                </c:pt>
                <c:pt idx="714">
                  <c:v>164.05434503794172</c:v>
                </c:pt>
                <c:pt idx="715">
                  <c:v>166.60948488878665</c:v>
                </c:pt>
                <c:pt idx="716">
                  <c:v>166.2932810442864</c:v>
                </c:pt>
                <c:pt idx="717">
                  <c:v>165.85973155027136</c:v>
                </c:pt>
                <c:pt idx="718">
                  <c:v>166.03878357607178</c:v>
                </c:pt>
                <c:pt idx="719">
                  <c:v>163.68359412389455</c:v>
                </c:pt>
                <c:pt idx="720">
                  <c:v>162.40750936337363</c:v>
                </c:pt>
                <c:pt idx="721">
                  <c:v>164.65007259059553</c:v>
                </c:pt>
                <c:pt idx="722">
                  <c:v>165.19373793999245</c:v>
                </c:pt>
                <c:pt idx="723">
                  <c:v>165.96175075562113</c:v>
                </c:pt>
                <c:pt idx="724">
                  <c:v>166.70228678650105</c:v>
                </c:pt>
                <c:pt idx="725">
                  <c:v>165.20118433796321</c:v>
                </c:pt>
                <c:pt idx="726">
                  <c:v>164.25886171733703</c:v>
                </c:pt>
                <c:pt idx="727">
                  <c:v>166.21701318339234</c:v>
                </c:pt>
                <c:pt idx="728">
                  <c:v>164.37480545819687</c:v>
                </c:pt>
                <c:pt idx="729">
                  <c:v>166.93560794907211</c:v>
                </c:pt>
                <c:pt idx="730">
                  <c:v>167.30031397917404</c:v>
                </c:pt>
                <c:pt idx="731">
                  <c:v>164.55253762566343</c:v>
                </c:pt>
                <c:pt idx="732">
                  <c:v>164.90640957939053</c:v>
                </c:pt>
                <c:pt idx="733">
                  <c:v>165.22600353789181</c:v>
                </c:pt>
                <c:pt idx="734">
                  <c:v>164.91972207818776</c:v>
                </c:pt>
                <c:pt idx="735">
                  <c:v>163.50565726617504</c:v>
                </c:pt>
                <c:pt idx="736">
                  <c:v>162.4071637839219</c:v>
                </c:pt>
                <c:pt idx="737">
                  <c:v>162.447768976585</c:v>
                </c:pt>
                <c:pt idx="738">
                  <c:v>160.1041035525281</c:v>
                </c:pt>
                <c:pt idx="739">
                  <c:v>159.35370860423509</c:v>
                </c:pt>
                <c:pt idx="740">
                  <c:v>157.26969397092876</c:v>
                </c:pt>
                <c:pt idx="741">
                  <c:v>156.27728641018123</c:v>
                </c:pt>
                <c:pt idx="742">
                  <c:v>155.81034269996178</c:v>
                </c:pt>
                <c:pt idx="743">
                  <c:v>157.01953540926829</c:v>
                </c:pt>
                <c:pt idx="744">
                  <c:v>157.5916154066293</c:v>
                </c:pt>
                <c:pt idx="745">
                  <c:v>156.44169261810853</c:v>
                </c:pt>
                <c:pt idx="746">
                  <c:v>157.58246451702922</c:v>
                </c:pt>
                <c:pt idx="747">
                  <c:v>155.99900075438643</c:v>
                </c:pt>
                <c:pt idx="748">
                  <c:v>157.75184022713253</c:v>
                </c:pt>
                <c:pt idx="749">
                  <c:v>157.83306438066236</c:v>
                </c:pt>
                <c:pt idx="750">
                  <c:v>158.47961219542316</c:v>
                </c:pt>
                <c:pt idx="751">
                  <c:v>158.67515374570047</c:v>
                </c:pt>
                <c:pt idx="752">
                  <c:v>159.82141602304213</c:v>
                </c:pt>
                <c:pt idx="753">
                  <c:v>159.15123214352244</c:v>
                </c:pt>
                <c:pt idx="754">
                  <c:v>159.45673102715938</c:v>
                </c:pt>
                <c:pt idx="755">
                  <c:v>159.56620972457952</c:v>
                </c:pt>
                <c:pt idx="756">
                  <c:v>159.7984134960399</c:v>
                </c:pt>
                <c:pt idx="757">
                  <c:v>158.14947042023394</c:v>
                </c:pt>
                <c:pt idx="758">
                  <c:v>157.82608638410289</c:v>
                </c:pt>
                <c:pt idx="759">
                  <c:v>158.06704136922528</c:v>
                </c:pt>
                <c:pt idx="760">
                  <c:v>160.18416424261537</c:v>
                </c:pt>
                <c:pt idx="761">
                  <c:v>159.11758227797321</c:v>
                </c:pt>
                <c:pt idx="762">
                  <c:v>156.7479147795712</c:v>
                </c:pt>
                <c:pt idx="763">
                  <c:v>160.05336729323258</c:v>
                </c:pt>
                <c:pt idx="764">
                  <c:v>159.24074633056466</c:v>
                </c:pt>
                <c:pt idx="765">
                  <c:v>158.95000346778818</c:v>
                </c:pt>
                <c:pt idx="766">
                  <c:v>157.26228980337748</c:v>
                </c:pt>
                <c:pt idx="767">
                  <c:v>159.41119464353829</c:v>
                </c:pt>
                <c:pt idx="768">
                  <c:v>160.9196833222945</c:v>
                </c:pt>
                <c:pt idx="769">
                  <c:v>158.09259891195774</c:v>
                </c:pt>
                <c:pt idx="770">
                  <c:v>157.48357517666503</c:v>
                </c:pt>
                <c:pt idx="771">
                  <c:v>155.50281704446479</c:v>
                </c:pt>
                <c:pt idx="772">
                  <c:v>155.75056329728969</c:v>
                </c:pt>
                <c:pt idx="773">
                  <c:v>156.35223572772074</c:v>
                </c:pt>
                <c:pt idx="774">
                  <c:v>156.68801550813674</c:v>
                </c:pt>
                <c:pt idx="775">
                  <c:v>157.16484282681006</c:v>
                </c:pt>
                <c:pt idx="776">
                  <c:v>160.30478723466874</c:v>
                </c:pt>
                <c:pt idx="777">
                  <c:v>162.89332812831225</c:v>
                </c:pt>
                <c:pt idx="778">
                  <c:v>161.9270889325793</c:v>
                </c:pt>
                <c:pt idx="779">
                  <c:v>164.72220120942001</c:v>
                </c:pt>
                <c:pt idx="780">
                  <c:v>164.35350639407685</c:v>
                </c:pt>
                <c:pt idx="781">
                  <c:v>160.7597284196533</c:v>
                </c:pt>
                <c:pt idx="782">
                  <c:v>162.4591763710248</c:v>
                </c:pt>
                <c:pt idx="783">
                  <c:v>162.07484167694531</c:v>
                </c:pt>
                <c:pt idx="784">
                  <c:v>163.18111299543546</c:v>
                </c:pt>
                <c:pt idx="785">
                  <c:v>166.07989792422734</c:v>
                </c:pt>
                <c:pt idx="786">
                  <c:v>163.04683500358067</c:v>
                </c:pt>
                <c:pt idx="787">
                  <c:v>162.10041794621804</c:v>
                </c:pt>
                <c:pt idx="788">
                  <c:v>164.51400195168969</c:v>
                </c:pt>
                <c:pt idx="789">
                  <c:v>159.29550692802724</c:v>
                </c:pt>
                <c:pt idx="790">
                  <c:v>161.86077649969326</c:v>
                </c:pt>
                <c:pt idx="791">
                  <c:v>161.40332318368638</c:v>
                </c:pt>
                <c:pt idx="792">
                  <c:v>164.12919077826044</c:v>
                </c:pt>
                <c:pt idx="793">
                  <c:v>164.0596375867681</c:v>
                </c:pt>
                <c:pt idx="794">
                  <c:v>160.809722811266</c:v>
                </c:pt>
                <c:pt idx="795">
                  <c:v>159.78307375014745</c:v>
                </c:pt>
                <c:pt idx="796">
                  <c:v>157.1475006157672</c:v>
                </c:pt>
                <c:pt idx="797">
                  <c:v>156.78719126645791</c:v>
                </c:pt>
                <c:pt idx="798">
                  <c:v>159.07034336716748</c:v>
                </c:pt>
                <c:pt idx="799">
                  <c:v>162.46589399261845</c:v>
                </c:pt>
                <c:pt idx="800">
                  <c:v>161.60205257593415</c:v>
                </c:pt>
                <c:pt idx="801">
                  <c:v>160.06071095152129</c:v>
                </c:pt>
                <c:pt idx="802">
                  <c:v>160.63604071871771</c:v>
                </c:pt>
                <c:pt idx="803">
                  <c:v>158.97120022765981</c:v>
                </c:pt>
                <c:pt idx="804">
                  <c:v>157.91756811225432</c:v>
                </c:pt>
                <c:pt idx="805">
                  <c:v>155.41018798516851</c:v>
                </c:pt>
                <c:pt idx="806">
                  <c:v>156.66582801966675</c:v>
                </c:pt>
                <c:pt idx="807">
                  <c:v>155.36022178316676</c:v>
                </c:pt>
                <c:pt idx="808">
                  <c:v>155.50197643389674</c:v>
                </c:pt>
                <c:pt idx="809">
                  <c:v>156.26491657728562</c:v>
                </c:pt>
                <c:pt idx="810">
                  <c:v>155.40999016112204</c:v>
                </c:pt>
                <c:pt idx="811">
                  <c:v>158.08014509450382</c:v>
                </c:pt>
                <c:pt idx="812">
                  <c:v>157.64827100772726</c:v>
                </c:pt>
                <c:pt idx="813">
                  <c:v>159.49732257437569</c:v>
                </c:pt>
                <c:pt idx="814">
                  <c:v>159.20088776823772</c:v>
                </c:pt>
                <c:pt idx="815">
                  <c:v>160.84705183571538</c:v>
                </c:pt>
                <c:pt idx="816">
                  <c:v>162.67795119991058</c:v>
                </c:pt>
                <c:pt idx="817">
                  <c:v>159.16903217294379</c:v>
                </c:pt>
                <c:pt idx="818">
                  <c:v>160.48840014927825</c:v>
                </c:pt>
                <c:pt idx="819">
                  <c:v>156.78408919237529</c:v>
                </c:pt>
                <c:pt idx="820">
                  <c:v>153.65673648684057</c:v>
                </c:pt>
                <c:pt idx="821">
                  <c:v>155.69327283562387</c:v>
                </c:pt>
                <c:pt idx="822">
                  <c:v>154.18262909698009</c:v>
                </c:pt>
                <c:pt idx="823">
                  <c:v>155.52318198322561</c:v>
                </c:pt>
                <c:pt idx="824">
                  <c:v>153.9312458142725</c:v>
                </c:pt>
                <c:pt idx="825">
                  <c:v>153.02254747213971</c:v>
                </c:pt>
                <c:pt idx="826">
                  <c:v>154.84194454015591</c:v>
                </c:pt>
                <c:pt idx="827">
                  <c:v>157.07393561329459</c:v>
                </c:pt>
                <c:pt idx="828">
                  <c:v>154.65271183351098</c:v>
                </c:pt>
                <c:pt idx="829">
                  <c:v>154.63745657632225</c:v>
                </c:pt>
                <c:pt idx="830">
                  <c:v>154.47996194847923</c:v>
                </c:pt>
                <c:pt idx="831">
                  <c:v>156.07299408245581</c:v>
                </c:pt>
                <c:pt idx="832">
                  <c:v>159.03673105976011</c:v>
                </c:pt>
                <c:pt idx="833">
                  <c:v>157.97237118198063</c:v>
                </c:pt>
                <c:pt idx="834">
                  <c:v>157.02812745621412</c:v>
                </c:pt>
                <c:pt idx="835">
                  <c:v>155.00796240856209</c:v>
                </c:pt>
                <c:pt idx="836">
                  <c:v>153.26987316939741</c:v>
                </c:pt>
                <c:pt idx="837">
                  <c:v>153.10586933285308</c:v>
                </c:pt>
                <c:pt idx="838">
                  <c:v>154.16416089467643</c:v>
                </c:pt>
                <c:pt idx="839">
                  <c:v>152.73558862623591</c:v>
                </c:pt>
                <c:pt idx="840">
                  <c:v>155.15010012228555</c:v>
                </c:pt>
                <c:pt idx="841">
                  <c:v>155.20419669897211</c:v>
                </c:pt>
                <c:pt idx="842">
                  <c:v>157.77423990618163</c:v>
                </c:pt>
                <c:pt idx="843">
                  <c:v>155.93162524354588</c:v>
                </c:pt>
                <c:pt idx="844">
                  <c:v>156.75705872505679</c:v>
                </c:pt>
                <c:pt idx="845">
                  <c:v>157.69731762510401</c:v>
                </c:pt>
                <c:pt idx="846">
                  <c:v>156.84476183721955</c:v>
                </c:pt>
                <c:pt idx="847">
                  <c:v>161.52367467099785</c:v>
                </c:pt>
                <c:pt idx="848">
                  <c:v>161.98301833206708</c:v>
                </c:pt>
                <c:pt idx="849">
                  <c:v>163.02361593792233</c:v>
                </c:pt>
                <c:pt idx="850">
                  <c:v>161.91959262051088</c:v>
                </c:pt>
                <c:pt idx="851">
                  <c:v>162.83925639435097</c:v>
                </c:pt>
                <c:pt idx="852">
                  <c:v>161.58311526294321</c:v>
                </c:pt>
                <c:pt idx="853">
                  <c:v>162.57341865873568</c:v>
                </c:pt>
                <c:pt idx="854">
                  <c:v>163.29255165254835</c:v>
                </c:pt>
                <c:pt idx="855">
                  <c:v>162.42167239003581</c:v>
                </c:pt>
                <c:pt idx="856">
                  <c:v>163.01513488248679</c:v>
                </c:pt>
                <c:pt idx="857">
                  <c:v>162.43828425679911</c:v>
                </c:pt>
                <c:pt idx="858">
                  <c:v>161.60788333965564</c:v>
                </c:pt>
                <c:pt idx="859">
                  <c:v>159.26524350955128</c:v>
                </c:pt>
                <c:pt idx="860">
                  <c:v>159.10825827009165</c:v>
                </c:pt>
                <c:pt idx="861">
                  <c:v>159.69433322636195</c:v>
                </c:pt>
                <c:pt idx="862">
                  <c:v>159.17236621937698</c:v>
                </c:pt>
                <c:pt idx="863">
                  <c:v>159.91876611624451</c:v>
                </c:pt>
                <c:pt idx="864">
                  <c:v>159.67413140406103</c:v>
                </c:pt>
                <c:pt idx="865">
                  <c:v>159.09950523409316</c:v>
                </c:pt>
                <c:pt idx="866">
                  <c:v>159.47635676415663</c:v>
                </c:pt>
                <c:pt idx="867">
                  <c:v>159.45931559595527</c:v>
                </c:pt>
                <c:pt idx="868">
                  <c:v>159.53221667205366</c:v>
                </c:pt>
                <c:pt idx="869">
                  <c:v>157.33482817731084</c:v>
                </c:pt>
                <c:pt idx="870">
                  <c:v>156.33150545568287</c:v>
                </c:pt>
                <c:pt idx="871">
                  <c:v>156.10722833015365</c:v>
                </c:pt>
                <c:pt idx="872">
                  <c:v>156.5738115266837</c:v>
                </c:pt>
                <c:pt idx="873">
                  <c:v>156.6893204071674</c:v>
                </c:pt>
                <c:pt idx="874">
                  <c:v>157.56123851608876</c:v>
                </c:pt>
                <c:pt idx="875">
                  <c:v>158.56096276802779</c:v>
                </c:pt>
                <c:pt idx="876">
                  <c:v>160.08784867145368</c:v>
                </c:pt>
                <c:pt idx="877">
                  <c:v>160.62319152415577</c:v>
                </c:pt>
                <c:pt idx="878">
                  <c:v>161.41242347987205</c:v>
                </c:pt>
                <c:pt idx="879">
                  <c:v>163.50216334018003</c:v>
                </c:pt>
                <c:pt idx="880">
                  <c:v>165.25490712957654</c:v>
                </c:pt>
                <c:pt idx="881">
                  <c:v>165.83386290505399</c:v>
                </c:pt>
                <c:pt idx="882">
                  <c:v>166.08852277585441</c:v>
                </c:pt>
                <c:pt idx="883">
                  <c:v>167.88526917648787</c:v>
                </c:pt>
                <c:pt idx="884">
                  <c:v>166.93959262305953</c:v>
                </c:pt>
                <c:pt idx="885">
                  <c:v>168.69717031124287</c:v>
                </c:pt>
                <c:pt idx="886">
                  <c:v>169.66324887007417</c:v>
                </c:pt>
                <c:pt idx="887">
                  <c:v>171.11349460890563</c:v>
                </c:pt>
                <c:pt idx="888">
                  <c:v>170.43003615408315</c:v>
                </c:pt>
                <c:pt idx="889">
                  <c:v>169.01491259207987</c:v>
                </c:pt>
                <c:pt idx="890">
                  <c:v>171.04503768605389</c:v>
                </c:pt>
                <c:pt idx="891">
                  <c:v>170.13974431859594</c:v>
                </c:pt>
                <c:pt idx="892">
                  <c:v>169.14918990409546</c:v>
                </c:pt>
                <c:pt idx="893">
                  <c:v>169.08350098710551</c:v>
                </c:pt>
                <c:pt idx="894">
                  <c:v>169.70389849999955</c:v>
                </c:pt>
                <c:pt idx="895">
                  <c:v>170.59115497266652</c:v>
                </c:pt>
                <c:pt idx="896">
                  <c:v>171.20015586011772</c:v>
                </c:pt>
                <c:pt idx="897">
                  <c:v>171.3226105176181</c:v>
                </c:pt>
                <c:pt idx="898">
                  <c:v>174.02367837607167</c:v>
                </c:pt>
                <c:pt idx="899">
                  <c:v>172.95284588493124</c:v>
                </c:pt>
                <c:pt idx="900">
                  <c:v>172.71754551799813</c:v>
                </c:pt>
                <c:pt idx="901">
                  <c:v>173.62801098226541</c:v>
                </c:pt>
                <c:pt idx="902">
                  <c:v>173.0543106201215</c:v>
                </c:pt>
                <c:pt idx="903">
                  <c:v>175.17831053917425</c:v>
                </c:pt>
                <c:pt idx="904">
                  <c:v>177.9037165139394</c:v>
                </c:pt>
                <c:pt idx="905">
                  <c:v>174.67987307255137</c:v>
                </c:pt>
                <c:pt idx="906">
                  <c:v>174.08294090089299</c:v>
                </c:pt>
                <c:pt idx="907">
                  <c:v>176.47396250211401</c:v>
                </c:pt>
                <c:pt idx="908">
                  <c:v>175.77454400260748</c:v>
                </c:pt>
                <c:pt idx="909">
                  <c:v>175.87620568176584</c:v>
                </c:pt>
                <c:pt idx="910">
                  <c:v>170.03377600930918</c:v>
                </c:pt>
                <c:pt idx="911">
                  <c:v>170.73733353137979</c:v>
                </c:pt>
                <c:pt idx="912">
                  <c:v>174.49479269647711</c:v>
                </c:pt>
                <c:pt idx="913">
                  <c:v>174.93336341417043</c:v>
                </c:pt>
                <c:pt idx="914">
                  <c:v>173.33638464235781</c:v>
                </c:pt>
                <c:pt idx="915">
                  <c:v>172.91554518878888</c:v>
                </c:pt>
                <c:pt idx="916">
                  <c:v>171.47162530669416</c:v>
                </c:pt>
                <c:pt idx="917">
                  <c:v>172.30399222436316</c:v>
                </c:pt>
                <c:pt idx="918">
                  <c:v>173.3472783760844</c:v>
                </c:pt>
                <c:pt idx="919">
                  <c:v>174.80580191568905</c:v>
                </c:pt>
                <c:pt idx="920">
                  <c:v>178.51019345902094</c:v>
                </c:pt>
                <c:pt idx="921">
                  <c:v>180.62581794425355</c:v>
                </c:pt>
                <c:pt idx="922">
                  <c:v>180.61178084497388</c:v>
                </c:pt>
                <c:pt idx="923">
                  <c:v>183.09819094200154</c:v>
                </c:pt>
                <c:pt idx="924">
                  <c:v>183.24176852719376</c:v>
                </c:pt>
                <c:pt idx="925">
                  <c:v>180.90588209802095</c:v>
                </c:pt>
                <c:pt idx="926">
                  <c:v>181.37558436313995</c:v>
                </c:pt>
                <c:pt idx="927">
                  <c:v>182.57542518105831</c:v>
                </c:pt>
                <c:pt idx="928">
                  <c:v>183.20125306579618</c:v>
                </c:pt>
                <c:pt idx="929">
                  <c:v>184.8365459610676</c:v>
                </c:pt>
                <c:pt idx="930">
                  <c:v>183.3264653772226</c:v>
                </c:pt>
                <c:pt idx="931">
                  <c:v>181.33220495213058</c:v>
                </c:pt>
                <c:pt idx="932">
                  <c:v>182.08818357486228</c:v>
                </c:pt>
                <c:pt idx="933">
                  <c:v>183.98552337658407</c:v>
                </c:pt>
                <c:pt idx="934">
                  <c:v>184.11856477057316</c:v>
                </c:pt>
                <c:pt idx="935">
                  <c:v>183.56111359446007</c:v>
                </c:pt>
                <c:pt idx="936">
                  <c:v>183.48325432817262</c:v>
                </c:pt>
                <c:pt idx="937">
                  <c:v>184.78764402215864</c:v>
                </c:pt>
                <c:pt idx="938">
                  <c:v>184.9360599387575</c:v>
                </c:pt>
                <c:pt idx="939">
                  <c:v>185.44947017029904</c:v>
                </c:pt>
                <c:pt idx="940">
                  <c:v>183.84420301802237</c:v>
                </c:pt>
                <c:pt idx="941">
                  <c:v>184.37181393380391</c:v>
                </c:pt>
                <c:pt idx="942">
                  <c:v>181.91049154822159</c:v>
                </c:pt>
                <c:pt idx="943">
                  <c:v>182.52169762567505</c:v>
                </c:pt>
                <c:pt idx="944">
                  <c:v>180.21690763299321</c:v>
                </c:pt>
                <c:pt idx="945">
                  <c:v>180.42958963683617</c:v>
                </c:pt>
                <c:pt idx="946">
                  <c:v>180.13493830033607</c:v>
                </c:pt>
                <c:pt idx="947">
                  <c:v>179.13372323642633</c:v>
                </c:pt>
                <c:pt idx="948">
                  <c:v>178.09552205957317</c:v>
                </c:pt>
                <c:pt idx="949">
                  <c:v>178.98225370538418</c:v>
                </c:pt>
                <c:pt idx="950">
                  <c:v>183.17438443863733</c:v>
                </c:pt>
                <c:pt idx="951">
                  <c:v>179.11669033030083</c:v>
                </c:pt>
                <c:pt idx="952">
                  <c:v>180.31638212277318</c:v>
                </c:pt>
                <c:pt idx="953">
                  <c:v>180.5279277564874</c:v>
                </c:pt>
                <c:pt idx="954">
                  <c:v>180.36114529088195</c:v>
                </c:pt>
                <c:pt idx="955">
                  <c:v>180.6287711293987</c:v>
                </c:pt>
                <c:pt idx="956">
                  <c:v>184.08610688310489</c:v>
                </c:pt>
                <c:pt idx="957">
                  <c:v>185.96306121399689</c:v>
                </c:pt>
                <c:pt idx="958">
                  <c:v>187.30865923439663</c:v>
                </c:pt>
                <c:pt idx="959">
                  <c:v>189.88132184788816</c:v>
                </c:pt>
                <c:pt idx="960">
                  <c:v>187.71737092058953</c:v>
                </c:pt>
                <c:pt idx="961">
                  <c:v>188.79875542547913</c:v>
                </c:pt>
                <c:pt idx="962">
                  <c:v>192.3205788590989</c:v>
                </c:pt>
                <c:pt idx="963">
                  <c:v>197.45771893839395</c:v>
                </c:pt>
                <c:pt idx="964">
                  <c:v>197.58046179685235</c:v>
                </c:pt>
                <c:pt idx="965">
                  <c:v>198.11748936222222</c:v>
                </c:pt>
                <c:pt idx="966">
                  <c:v>197.04725010613657</c:v>
                </c:pt>
                <c:pt idx="967">
                  <c:v>193.41438735786622</c:v>
                </c:pt>
                <c:pt idx="968">
                  <c:v>188.98588793739984</c:v>
                </c:pt>
                <c:pt idx="969">
                  <c:v>189.93715055526749</c:v>
                </c:pt>
                <c:pt idx="970">
                  <c:v>188.89970693441472</c:v>
                </c:pt>
                <c:pt idx="971">
                  <c:v>188.96278010071512</c:v>
                </c:pt>
                <c:pt idx="972">
                  <c:v>187.69566659493049</c:v>
                </c:pt>
                <c:pt idx="973">
                  <c:v>185.34430765148269</c:v>
                </c:pt>
                <c:pt idx="974">
                  <c:v>183.8698651678948</c:v>
                </c:pt>
                <c:pt idx="975">
                  <c:v>183.1953710196598</c:v>
                </c:pt>
                <c:pt idx="976">
                  <c:v>182.22762352948277</c:v>
                </c:pt>
                <c:pt idx="977">
                  <c:v>179.44917953165776</c:v>
                </c:pt>
                <c:pt idx="978">
                  <c:v>176.91352185164283</c:v>
                </c:pt>
                <c:pt idx="979">
                  <c:v>177.74308740727741</c:v>
                </c:pt>
                <c:pt idx="980">
                  <c:v>178.61321041199511</c:v>
                </c:pt>
                <c:pt idx="981">
                  <c:v>175.55179223304199</c:v>
                </c:pt>
                <c:pt idx="982">
                  <c:v>176.23575386341633</c:v>
                </c:pt>
                <c:pt idx="983">
                  <c:v>173.63697123514811</c:v>
                </c:pt>
                <c:pt idx="984">
                  <c:v>173.56547996463019</c:v>
                </c:pt>
                <c:pt idx="985">
                  <c:v>172.20884401157309</c:v>
                </c:pt>
                <c:pt idx="986">
                  <c:v>171.83889374951997</c:v>
                </c:pt>
                <c:pt idx="987">
                  <c:v>175.41127861623013</c:v>
                </c:pt>
                <c:pt idx="988">
                  <c:v>175.21102436424155</c:v>
                </c:pt>
                <c:pt idx="989">
                  <c:v>173.735866701769</c:v>
                </c:pt>
                <c:pt idx="990">
                  <c:v>173.92430816196878</c:v>
                </c:pt>
                <c:pt idx="991">
                  <c:v>176.55976985359283</c:v>
                </c:pt>
                <c:pt idx="992">
                  <c:v>175.5810812941962</c:v>
                </c:pt>
                <c:pt idx="993">
                  <c:v>173.75941672170708</c:v>
                </c:pt>
                <c:pt idx="994">
                  <c:v>173.34552420533106</c:v>
                </c:pt>
                <c:pt idx="995">
                  <c:v>176.71486636809931</c:v>
                </c:pt>
                <c:pt idx="996">
                  <c:v>178.06872486242921</c:v>
                </c:pt>
                <c:pt idx="997">
                  <c:v>176.71956082256074</c:v>
                </c:pt>
                <c:pt idx="998">
                  <c:v>175.99398586573642</c:v>
                </c:pt>
                <c:pt idx="999">
                  <c:v>174.38166029097422</c:v>
                </c:pt>
                <c:pt idx="1000">
                  <c:v>173.62719415473202</c:v>
                </c:pt>
                <c:pt idx="1001">
                  <c:v>175.27470976105187</c:v>
                </c:pt>
                <c:pt idx="1002">
                  <c:v>175.9970336072447</c:v>
                </c:pt>
                <c:pt idx="1003">
                  <c:v>178.08832739968955</c:v>
                </c:pt>
                <c:pt idx="1004">
                  <c:v>177.80391979956514</c:v>
                </c:pt>
                <c:pt idx="1005">
                  <c:v>177.90538408199046</c:v>
                </c:pt>
                <c:pt idx="1006">
                  <c:v>178.60514835540712</c:v>
                </c:pt>
                <c:pt idx="1007">
                  <c:v>181.71342366931322</c:v>
                </c:pt>
                <c:pt idx="1008">
                  <c:v>181.18924711504738</c:v>
                </c:pt>
                <c:pt idx="1009">
                  <c:v>182.11708334839531</c:v>
                </c:pt>
                <c:pt idx="1010">
                  <c:v>184.76321532454253</c:v>
                </c:pt>
                <c:pt idx="1011">
                  <c:v>187.03945883930973</c:v>
                </c:pt>
                <c:pt idx="1012">
                  <c:v>185.66690708037689</c:v>
                </c:pt>
                <c:pt idx="1013">
                  <c:v>186.07564318980704</c:v>
                </c:pt>
                <c:pt idx="1014">
                  <c:v>185.1474512795163</c:v>
                </c:pt>
                <c:pt idx="1015">
                  <c:v>187.35875818201936</c:v>
                </c:pt>
                <c:pt idx="1016">
                  <c:v>190.12473736557848</c:v>
                </c:pt>
                <c:pt idx="1017">
                  <c:v>192.80542422505516</c:v>
                </c:pt>
                <c:pt idx="1018">
                  <c:v>194.94568183766165</c:v>
                </c:pt>
                <c:pt idx="1019">
                  <c:v>194.57129392098054</c:v>
                </c:pt>
                <c:pt idx="1020">
                  <c:v>194.36847358570907</c:v>
                </c:pt>
                <c:pt idx="1021">
                  <c:v>199.57976967337524</c:v>
                </c:pt>
                <c:pt idx="1022">
                  <c:v>197.45031215904865</c:v>
                </c:pt>
                <c:pt idx="1023">
                  <c:v>198.42180046313953</c:v>
                </c:pt>
                <c:pt idx="1024">
                  <c:v>201.75931890292685</c:v>
                </c:pt>
                <c:pt idx="1025">
                  <c:v>200.4972273778626</c:v>
                </c:pt>
                <c:pt idx="1026">
                  <c:v>197.04290419618721</c:v>
                </c:pt>
                <c:pt idx="1027">
                  <c:v>197.48134715139236</c:v>
                </c:pt>
                <c:pt idx="1028">
                  <c:v>199.53044912294777</c:v>
                </c:pt>
                <c:pt idx="1029">
                  <c:v>198.46499254635467</c:v>
                </c:pt>
                <c:pt idx="1030">
                  <c:v>197.23588057277487</c:v>
                </c:pt>
                <c:pt idx="1031">
                  <c:v>196.33819029641617</c:v>
                </c:pt>
                <c:pt idx="1032">
                  <c:v>197.61711173238407</c:v>
                </c:pt>
                <c:pt idx="1033">
                  <c:v>194.44694634795695</c:v>
                </c:pt>
                <c:pt idx="1034">
                  <c:v>194.47066890078486</c:v>
                </c:pt>
                <c:pt idx="1035">
                  <c:v>195.8139243082789</c:v>
                </c:pt>
                <c:pt idx="1036">
                  <c:v>195.41229151564596</c:v>
                </c:pt>
                <c:pt idx="1037">
                  <c:v>195.23488242806081</c:v>
                </c:pt>
                <c:pt idx="1038">
                  <c:v>191.96933969771379</c:v>
                </c:pt>
                <c:pt idx="1039">
                  <c:v>191.14510317359603</c:v>
                </c:pt>
                <c:pt idx="1040">
                  <c:v>193.51016770349469</c:v>
                </c:pt>
                <c:pt idx="1041">
                  <c:v>194.16306753733073</c:v>
                </c:pt>
                <c:pt idx="1042">
                  <c:v>189.72496855549491</c:v>
                </c:pt>
                <c:pt idx="1043">
                  <c:v>190.80247290402463</c:v>
                </c:pt>
                <c:pt idx="1044">
                  <c:v>189.62560922866126</c:v>
                </c:pt>
                <c:pt idx="1045">
                  <c:v>188.30186543391929</c:v>
                </c:pt>
                <c:pt idx="1046">
                  <c:v>190.11342622824418</c:v>
                </c:pt>
                <c:pt idx="1047">
                  <c:v>190.45190055563467</c:v>
                </c:pt>
                <c:pt idx="1048">
                  <c:v>189.13759939849933</c:v>
                </c:pt>
                <c:pt idx="1049">
                  <c:v>193.56963684592367</c:v>
                </c:pt>
                <c:pt idx="1050">
                  <c:v>189.63261558880689</c:v>
                </c:pt>
                <c:pt idx="1051">
                  <c:v>185.16563865705751</c:v>
                </c:pt>
                <c:pt idx="1052">
                  <c:v>183.44311205130387</c:v>
                </c:pt>
                <c:pt idx="1053">
                  <c:v>183.48289224912776</c:v>
                </c:pt>
                <c:pt idx="1054">
                  <c:v>182.77811124398602</c:v>
                </c:pt>
                <c:pt idx="1055">
                  <c:v>185.16190243953656</c:v>
                </c:pt>
                <c:pt idx="1056">
                  <c:v>194.67963290321632</c:v>
                </c:pt>
                <c:pt idx="1057">
                  <c:v>193.33106170572566</c:v>
                </c:pt>
                <c:pt idx="1058">
                  <c:v>194.10134473259916</c:v>
                </c:pt>
                <c:pt idx="1059">
                  <c:v>193.90351617301906</c:v>
                </c:pt>
                <c:pt idx="1060">
                  <c:v>193.20956389671557</c:v>
                </c:pt>
                <c:pt idx="1061">
                  <c:v>194.70096300402017</c:v>
                </c:pt>
                <c:pt idx="1062">
                  <c:v>192.60497979280387</c:v>
                </c:pt>
                <c:pt idx="1063">
                  <c:v>190.57780404723005</c:v>
                </c:pt>
                <c:pt idx="1064">
                  <c:v>189.23392131090876</c:v>
                </c:pt>
                <c:pt idx="1065">
                  <c:v>192.04379385403521</c:v>
                </c:pt>
                <c:pt idx="1066">
                  <c:v>193.76627392035013</c:v>
                </c:pt>
                <c:pt idx="1067">
                  <c:v>196.9826979425236</c:v>
                </c:pt>
                <c:pt idx="1068">
                  <c:v>197.59835037959868</c:v>
                </c:pt>
                <c:pt idx="1069">
                  <c:v>201.4121135551313</c:v>
                </c:pt>
                <c:pt idx="1070">
                  <c:v>199.36652033703112</c:v>
                </c:pt>
                <c:pt idx="1071">
                  <c:v>197.63912998511663</c:v>
                </c:pt>
                <c:pt idx="1072">
                  <c:v>193.72191436967432</c:v>
                </c:pt>
                <c:pt idx="1073">
                  <c:v>198.51709142894512</c:v>
                </c:pt>
                <c:pt idx="1074">
                  <c:v>201.22258341161876</c:v>
                </c:pt>
                <c:pt idx="1075">
                  <c:v>203.00301253659509</c:v>
                </c:pt>
                <c:pt idx="1076">
                  <c:v>206.55193468438728</c:v>
                </c:pt>
                <c:pt idx="1077">
                  <c:v>207.54969371621831</c:v>
                </c:pt>
                <c:pt idx="1078">
                  <c:v>208.25834916933181</c:v>
                </c:pt>
                <c:pt idx="1079">
                  <c:v>204.85289726531386</c:v>
                </c:pt>
                <c:pt idx="1080">
                  <c:v>204.65659694420518</c:v>
                </c:pt>
                <c:pt idx="1081">
                  <c:v>199.92711127003005</c:v>
                </c:pt>
                <c:pt idx="1082">
                  <c:v>192.73851728007401</c:v>
                </c:pt>
                <c:pt idx="1083">
                  <c:v>195.62509925541875</c:v>
                </c:pt>
                <c:pt idx="1084">
                  <c:v>194.9301800366764</c:v>
                </c:pt>
                <c:pt idx="1085">
                  <c:v>191.20537439710569</c:v>
                </c:pt>
                <c:pt idx="1086">
                  <c:v>187.93400497039238</c:v>
                </c:pt>
                <c:pt idx="1087">
                  <c:v>187.3203260672781</c:v>
                </c:pt>
                <c:pt idx="1088">
                  <c:v>193.76402093635099</c:v>
                </c:pt>
                <c:pt idx="1089">
                  <c:v>193.46821815874077</c:v>
                </c:pt>
                <c:pt idx="1090">
                  <c:v>191.724724204311</c:v>
                </c:pt>
                <c:pt idx="1091">
                  <c:v>196.72761455994763</c:v>
                </c:pt>
                <c:pt idx="1092">
                  <c:v>192.1485340066647</c:v>
                </c:pt>
                <c:pt idx="1093">
                  <c:v>192.01289375800863</c:v>
                </c:pt>
                <c:pt idx="1094">
                  <c:v>192.64573063399843</c:v>
                </c:pt>
                <c:pt idx="1095">
                  <c:v>193.4065535347747</c:v>
                </c:pt>
                <c:pt idx="1096">
                  <c:v>193.75469938755654</c:v>
                </c:pt>
                <c:pt idx="1097">
                  <c:v>193.80716071072479</c:v>
                </c:pt>
                <c:pt idx="1098">
                  <c:v>190.21304489442389</c:v>
                </c:pt>
                <c:pt idx="1099">
                  <c:v>193.13467536674921</c:v>
                </c:pt>
                <c:pt idx="1100">
                  <c:v>193.51374438822231</c:v>
                </c:pt>
                <c:pt idx="1101">
                  <c:v>188.57770990690256</c:v>
                </c:pt>
                <c:pt idx="1102">
                  <c:v>187.80243625312923</c:v>
                </c:pt>
                <c:pt idx="1103">
                  <c:v>186.41118464655617</c:v>
                </c:pt>
                <c:pt idx="1104">
                  <c:v>181.5712381233553</c:v>
                </c:pt>
                <c:pt idx="1105">
                  <c:v>183.10264816289344</c:v>
                </c:pt>
                <c:pt idx="1106">
                  <c:v>182.09400455774082</c:v>
                </c:pt>
                <c:pt idx="1107">
                  <c:v>181.75618723740536</c:v>
                </c:pt>
                <c:pt idx="1108">
                  <c:v>183.31693647282304</c:v>
                </c:pt>
                <c:pt idx="1109">
                  <c:v>186.38941045266429</c:v>
                </c:pt>
                <c:pt idx="1110">
                  <c:v>186.14022022110603</c:v>
                </c:pt>
                <c:pt idx="1111">
                  <c:v>187.56563960661907</c:v>
                </c:pt>
                <c:pt idx="1112">
                  <c:v>188.50989548411155</c:v>
                </c:pt>
                <c:pt idx="1113">
                  <c:v>186.00663267628892</c:v>
                </c:pt>
                <c:pt idx="1114">
                  <c:v>186.13339859780962</c:v>
                </c:pt>
                <c:pt idx="1115">
                  <c:v>189.83984517785314</c:v>
                </c:pt>
                <c:pt idx="1116">
                  <c:v>190.4376274808819</c:v>
                </c:pt>
                <c:pt idx="1117">
                  <c:v>186.45387830239369</c:v>
                </c:pt>
                <c:pt idx="1118">
                  <c:v>182.74092983612255</c:v>
                </c:pt>
                <c:pt idx="1119">
                  <c:v>184.73779759909706</c:v>
                </c:pt>
                <c:pt idx="1120">
                  <c:v>186.33771177992526</c:v>
                </c:pt>
                <c:pt idx="1121">
                  <c:v>187.04088464393647</c:v>
                </c:pt>
                <c:pt idx="1122">
                  <c:v>187.90466022336659</c:v>
                </c:pt>
                <c:pt idx="1123">
                  <c:v>189.20869583579355</c:v>
                </c:pt>
                <c:pt idx="1124">
                  <c:v>192.02247524789996</c:v>
                </c:pt>
                <c:pt idx="1125">
                  <c:v>191.02582915951615</c:v>
                </c:pt>
                <c:pt idx="1126">
                  <c:v>189.89024029173262</c:v>
                </c:pt>
                <c:pt idx="1127">
                  <c:v>188.58501694394204</c:v>
                </c:pt>
                <c:pt idx="1128">
                  <c:v>190.52413943177186</c:v>
                </c:pt>
                <c:pt idx="1129">
                  <c:v>191.59670825311898</c:v>
                </c:pt>
                <c:pt idx="1130">
                  <c:v>191.51139646167502</c:v>
                </c:pt>
                <c:pt idx="1131">
                  <c:v>188.79027682700971</c:v>
                </c:pt>
                <c:pt idx="1132">
                  <c:v>186.38640661207091</c:v>
                </c:pt>
                <c:pt idx="1133">
                  <c:v>187.77656602699298</c:v>
                </c:pt>
                <c:pt idx="1134">
                  <c:v>187.66304375857146</c:v>
                </c:pt>
                <c:pt idx="1135">
                  <c:v>187.89347534531589</c:v>
                </c:pt>
                <c:pt idx="1136">
                  <c:v>184.85985445231503</c:v>
                </c:pt>
                <c:pt idx="1137">
                  <c:v>185.9671763544788</c:v>
                </c:pt>
                <c:pt idx="1138">
                  <c:v>188.13525891874713</c:v>
                </c:pt>
                <c:pt idx="1139">
                  <c:v>186.83296283071388</c:v>
                </c:pt>
                <c:pt idx="1140">
                  <c:v>184.63898373873502</c:v>
                </c:pt>
                <c:pt idx="1141">
                  <c:v>182.89990307105191</c:v>
                </c:pt>
                <c:pt idx="1142">
                  <c:v>183.30160831831654</c:v>
                </c:pt>
                <c:pt idx="1143">
                  <c:v>180.54864935283103</c:v>
                </c:pt>
                <c:pt idx="1144">
                  <c:v>185.62169553537032</c:v>
                </c:pt>
                <c:pt idx="1145">
                  <c:v>182.20070259728632</c:v>
                </c:pt>
                <c:pt idx="1146">
                  <c:v>182.4737647941422</c:v>
                </c:pt>
                <c:pt idx="1147">
                  <c:v>185.69452790610302</c:v>
                </c:pt>
                <c:pt idx="1148">
                  <c:v>185.11004989640372</c:v>
                </c:pt>
                <c:pt idx="1149">
                  <c:v>188.92886607526884</c:v>
                </c:pt>
                <c:pt idx="1150">
                  <c:v>190.0504056874145</c:v>
                </c:pt>
                <c:pt idx="1151">
                  <c:v>189.80890373007827</c:v>
                </c:pt>
                <c:pt idx="1152">
                  <c:v>187.34695479036273</c:v>
                </c:pt>
                <c:pt idx="1153">
                  <c:v>186.90150112304079</c:v>
                </c:pt>
                <c:pt idx="1154">
                  <c:v>184.88411160218971</c:v>
                </c:pt>
                <c:pt idx="1155">
                  <c:v>184.08333521423444</c:v>
                </c:pt>
                <c:pt idx="1156">
                  <c:v>184.36368812673913</c:v>
                </c:pt>
                <c:pt idx="1157">
                  <c:v>183.24626487398538</c:v>
                </c:pt>
                <c:pt idx="1158">
                  <c:v>181.13856788444599</c:v>
                </c:pt>
                <c:pt idx="1159">
                  <c:v>181.06066700372895</c:v>
                </c:pt>
                <c:pt idx="1160">
                  <c:v>182.55328156690197</c:v>
                </c:pt>
                <c:pt idx="1161">
                  <c:v>183.71648579575469</c:v>
                </c:pt>
                <c:pt idx="1162">
                  <c:v>185.6242878649972</c:v>
                </c:pt>
                <c:pt idx="1163">
                  <c:v>183.0078299219295</c:v>
                </c:pt>
                <c:pt idx="1164">
                  <c:v>181.1191622374584</c:v>
                </c:pt>
                <c:pt idx="1165">
                  <c:v>181.51226243576596</c:v>
                </c:pt>
                <c:pt idx="1166">
                  <c:v>182.19051959445628</c:v>
                </c:pt>
                <c:pt idx="1167">
                  <c:v>183.04184458874983</c:v>
                </c:pt>
                <c:pt idx="1168">
                  <c:v>182.06780970866419</c:v>
                </c:pt>
                <c:pt idx="1169">
                  <c:v>178.85280487574278</c:v>
                </c:pt>
                <c:pt idx="1170">
                  <c:v>178.22141191765314</c:v>
                </c:pt>
                <c:pt idx="1171">
                  <c:v>177.79124798709458</c:v>
                </c:pt>
                <c:pt idx="1172">
                  <c:v>178.11058762455309</c:v>
                </c:pt>
                <c:pt idx="1173">
                  <c:v>176.98239738086448</c:v>
                </c:pt>
                <c:pt idx="1174">
                  <c:v>179.04642472054388</c:v>
                </c:pt>
                <c:pt idx="1175">
                  <c:v>179.53915892916274</c:v>
                </c:pt>
                <c:pt idx="1176">
                  <c:v>180.57236442488696</c:v>
                </c:pt>
                <c:pt idx="1177">
                  <c:v>181.47852061784297</c:v>
                </c:pt>
                <c:pt idx="1178">
                  <c:v>184.09332585373733</c:v>
                </c:pt>
                <c:pt idx="1179">
                  <c:v>182.47187607429655</c:v>
                </c:pt>
                <c:pt idx="1180">
                  <c:v>180.99234186046323</c:v>
                </c:pt>
                <c:pt idx="1181">
                  <c:v>184.36160212876581</c:v>
                </c:pt>
                <c:pt idx="1182">
                  <c:v>183.47029322812131</c:v>
                </c:pt>
                <c:pt idx="1183">
                  <c:v>183.77205066539227</c:v>
                </c:pt>
                <c:pt idx="1184">
                  <c:v>184.78350016349992</c:v>
                </c:pt>
                <c:pt idx="1185">
                  <c:v>188.8189906437641</c:v>
                </c:pt>
                <c:pt idx="1186">
                  <c:v>192.45754173409085</c:v>
                </c:pt>
                <c:pt idx="1187">
                  <c:v>194.13577521216544</c:v>
                </c:pt>
                <c:pt idx="1188">
                  <c:v>195.40378381769168</c:v>
                </c:pt>
                <c:pt idx="1189">
                  <c:v>195.61504468083876</c:v>
                </c:pt>
                <c:pt idx="1190">
                  <c:v>195.26990948753473</c:v>
                </c:pt>
                <c:pt idx="1191">
                  <c:v>194.55620386218658</c:v>
                </c:pt>
                <c:pt idx="1192">
                  <c:v>195.12031514527101</c:v>
                </c:pt>
                <c:pt idx="1193">
                  <c:v>195.17089918840244</c:v>
                </c:pt>
                <c:pt idx="1194">
                  <c:v>195.06552933613676</c:v>
                </c:pt>
                <c:pt idx="1195">
                  <c:v>194.56823812562806</c:v>
                </c:pt>
                <c:pt idx="1196">
                  <c:v>196.07769605535367</c:v>
                </c:pt>
                <c:pt idx="1197">
                  <c:v>198.67653825755852</c:v>
                </c:pt>
                <c:pt idx="1198">
                  <c:v>197.30945745219529</c:v>
                </c:pt>
                <c:pt idx="1199">
                  <c:v>198.05245181119278</c:v>
                </c:pt>
                <c:pt idx="1200">
                  <c:v>199.04518774623119</c:v>
                </c:pt>
                <c:pt idx="1201">
                  <c:v>200.98488887238321</c:v>
                </c:pt>
                <c:pt idx="1202">
                  <c:v>201.66590256206797</c:v>
                </c:pt>
                <c:pt idx="1203">
                  <c:v>202.61137385272522</c:v>
                </c:pt>
                <c:pt idx="1204">
                  <c:v>203.83521534604583</c:v>
                </c:pt>
                <c:pt idx="1205">
                  <c:v>205.2059941657642</c:v>
                </c:pt>
                <c:pt idx="1206">
                  <c:v>204.7209585773918</c:v>
                </c:pt>
                <c:pt idx="1207">
                  <c:v>206.42190179809688</c:v>
                </c:pt>
                <c:pt idx="1208">
                  <c:v>204.24894793994957</c:v>
                </c:pt>
                <c:pt idx="1209">
                  <c:v>203.46966877201368</c:v>
                </c:pt>
                <c:pt idx="1210">
                  <c:v>204.26137732176457</c:v>
                </c:pt>
                <c:pt idx="1211">
                  <c:v>205.57350679385209</c:v>
                </c:pt>
                <c:pt idx="1212">
                  <c:v>204.72357891733975</c:v>
                </c:pt>
                <c:pt idx="1213">
                  <c:v>205.80289281833063</c:v>
                </c:pt>
                <c:pt idx="1214">
                  <c:v>204.73441388279707</c:v>
                </c:pt>
                <c:pt idx="1215">
                  <c:v>207.22051341548203</c:v>
                </c:pt>
                <c:pt idx="1216">
                  <c:v>207.12194322342</c:v>
                </c:pt>
                <c:pt idx="1217">
                  <c:v>207.15494689093919</c:v>
                </c:pt>
                <c:pt idx="1218">
                  <c:v>205.97359836759117</c:v>
                </c:pt>
                <c:pt idx="1219">
                  <c:v>202.67812011293594</c:v>
                </c:pt>
                <c:pt idx="1220">
                  <c:v>203.91637226155933</c:v>
                </c:pt>
                <c:pt idx="1221">
                  <c:v>206.84335002896236</c:v>
                </c:pt>
                <c:pt idx="1222">
                  <c:v>207.00580717723162</c:v>
                </c:pt>
                <c:pt idx="1223">
                  <c:v>209.66732180135668</c:v>
                </c:pt>
                <c:pt idx="1224">
                  <c:v>210.56116498622842</c:v>
                </c:pt>
                <c:pt idx="1225">
                  <c:v>215.12503129058379</c:v>
                </c:pt>
                <c:pt idx="1226">
                  <c:v>217.04503812220781</c:v>
                </c:pt>
                <c:pt idx="1227">
                  <c:v>216.6447914348241</c:v>
                </c:pt>
                <c:pt idx="1228">
                  <c:v>220.81042412204999</c:v>
                </c:pt>
                <c:pt idx="1229">
                  <c:v>221.2401232208241</c:v>
                </c:pt>
                <c:pt idx="1230">
                  <c:v>221.02568524242753</c:v>
                </c:pt>
                <c:pt idx="1231">
                  <c:v>222.97608747776258</c:v>
                </c:pt>
                <c:pt idx="1232">
                  <c:v>223.54911811185815</c:v>
                </c:pt>
                <c:pt idx="1233">
                  <c:v>224.67356418713703</c:v>
                </c:pt>
                <c:pt idx="1234">
                  <c:v>221.97109458658301</c:v>
                </c:pt>
                <c:pt idx="1235">
                  <c:v>223.31737662405388</c:v>
                </c:pt>
                <c:pt idx="1236">
                  <c:v>221.96535862347037</c:v>
                </c:pt>
                <c:pt idx="1237">
                  <c:v>219.95673502946991</c:v>
                </c:pt>
                <c:pt idx="1238">
                  <c:v>218.68749847303178</c:v>
                </c:pt>
                <c:pt idx="1239">
                  <c:v>220.8728023383936</c:v>
                </c:pt>
                <c:pt idx="1240">
                  <c:v>220.84059098090614</c:v>
                </c:pt>
                <c:pt idx="1241">
                  <c:v>222.0431337021333</c:v>
                </c:pt>
                <c:pt idx="1242">
                  <c:v>222.03416547171372</c:v>
                </c:pt>
                <c:pt idx="1243">
                  <c:v>221.52828127916888</c:v>
                </c:pt>
                <c:pt idx="1244">
                  <c:v>218.83943351259001</c:v>
                </c:pt>
                <c:pt idx="1245">
                  <c:v>220.82817191935783</c:v>
                </c:pt>
                <c:pt idx="1246">
                  <c:v>219.73363545527675</c:v>
                </c:pt>
                <c:pt idx="1247">
                  <c:v>217.98670915784845</c:v>
                </c:pt>
                <c:pt idx="1248">
                  <c:v>217.7521992065648</c:v>
                </c:pt>
                <c:pt idx="1249">
                  <c:v>220.47761368958533</c:v>
                </c:pt>
                <c:pt idx="1250">
                  <c:v>218.59620098611461</c:v>
                </c:pt>
                <c:pt idx="1251">
                  <c:v>219.0025116845209</c:v>
                </c:pt>
                <c:pt idx="1252">
                  <c:v>218.21599288216436</c:v>
                </c:pt>
                <c:pt idx="1253">
                  <c:v>216.84635693130838</c:v>
                </c:pt>
                <c:pt idx="1254">
                  <c:v>217.98284722896696</c:v>
                </c:pt>
                <c:pt idx="1255">
                  <c:v>220.05210396369912</c:v>
                </c:pt>
                <c:pt idx="1256">
                  <c:v>221.37481328979257</c:v>
                </c:pt>
                <c:pt idx="1257">
                  <c:v>222.31987222504824</c:v>
                </c:pt>
                <c:pt idx="1258">
                  <c:v>224.64684498534822</c:v>
                </c:pt>
                <c:pt idx="1259">
                  <c:v>220.66247695368006</c:v>
                </c:pt>
                <c:pt idx="1260">
                  <c:v>221.97893680396839</c:v>
                </c:pt>
                <c:pt idx="1261">
                  <c:v>224.43691821652175</c:v>
                </c:pt>
                <c:pt idx="1262">
                  <c:v>224.02063283104243</c:v>
                </c:pt>
                <c:pt idx="1263">
                  <c:v>224.23326764782624</c:v>
                </c:pt>
                <c:pt idx="1264">
                  <c:v>223.69582922837256</c:v>
                </c:pt>
                <c:pt idx="1265">
                  <c:v>222.6471829566533</c:v>
                </c:pt>
                <c:pt idx="1266">
                  <c:v>222.06526748689174</c:v>
                </c:pt>
                <c:pt idx="1267">
                  <c:v>221.27827494510092</c:v>
                </c:pt>
                <c:pt idx="1268">
                  <c:v>218.67066301832767</c:v>
                </c:pt>
                <c:pt idx="1269">
                  <c:v>219.4357572990437</c:v>
                </c:pt>
                <c:pt idx="1270">
                  <c:v>220.75616142527696</c:v>
                </c:pt>
                <c:pt idx="1271">
                  <c:v>220.59699460375145</c:v>
                </c:pt>
                <c:pt idx="1272">
                  <c:v>219.36688952583606</c:v>
                </c:pt>
                <c:pt idx="1273">
                  <c:v>219.72911200629238</c:v>
                </c:pt>
                <c:pt idx="1274">
                  <c:v>218.89060696078667</c:v>
                </c:pt>
                <c:pt idx="1275">
                  <c:v>219.55530545485695</c:v>
                </c:pt>
                <c:pt idx="1276">
                  <c:v>218.21365516079879</c:v>
                </c:pt>
                <c:pt idx="1277">
                  <c:v>220.45546213033967</c:v>
                </c:pt>
                <c:pt idx="1278">
                  <c:v>222.51555056889006</c:v>
                </c:pt>
                <c:pt idx="1279">
                  <c:v>221.91510546953666</c:v>
                </c:pt>
                <c:pt idx="1280">
                  <c:v>221.75114078671302</c:v>
                </c:pt>
                <c:pt idx="1281">
                  <c:v>223.88815884777449</c:v>
                </c:pt>
                <c:pt idx="1282">
                  <c:v>226.36493979480656</c:v>
                </c:pt>
                <c:pt idx="1283">
                  <c:v>225.12355771005863</c:v>
                </c:pt>
                <c:pt idx="1284">
                  <c:v>222.10704330711803</c:v>
                </c:pt>
                <c:pt idx="1285">
                  <c:v>224.54362621934956</c:v>
                </c:pt>
                <c:pt idx="1286">
                  <c:v>224.0405917898243</c:v>
                </c:pt>
                <c:pt idx="1287">
                  <c:v>222.59520339985198</c:v>
                </c:pt>
                <c:pt idx="1288">
                  <c:v>220.85089065085941</c:v>
                </c:pt>
                <c:pt idx="1289">
                  <c:v>220.70031586735962</c:v>
                </c:pt>
                <c:pt idx="1290">
                  <c:v>223.75091633751398</c:v>
                </c:pt>
                <c:pt idx="1291">
                  <c:v>225.32081302174319</c:v>
                </c:pt>
                <c:pt idx="1292">
                  <c:v>225.138923128941</c:v>
                </c:pt>
                <c:pt idx="1293">
                  <c:v>226.57310796114265</c:v>
                </c:pt>
                <c:pt idx="1294">
                  <c:v>227.77934437710968</c:v>
                </c:pt>
                <c:pt idx="1295">
                  <c:v>227.05477110678456</c:v>
                </c:pt>
                <c:pt idx="1296">
                  <c:v>227.57395067462008</c:v>
                </c:pt>
                <c:pt idx="1297">
                  <c:v>230.00272047508869</c:v>
                </c:pt>
                <c:pt idx="1298">
                  <c:v>227.78218110623723</c:v>
                </c:pt>
                <c:pt idx="1299">
                  <c:v>227.72869415710733</c:v>
                </c:pt>
                <c:pt idx="1300">
                  <c:v>227.51022469200169</c:v>
                </c:pt>
                <c:pt idx="1301">
                  <c:v>224.62792544357728</c:v>
                </c:pt>
                <c:pt idx="1302">
                  <c:v>223.8120888830336</c:v>
                </c:pt>
                <c:pt idx="1303">
                  <c:v>225.91178892080998</c:v>
                </c:pt>
                <c:pt idx="1304">
                  <c:v>226.29340547352626</c:v>
                </c:pt>
                <c:pt idx="1305">
                  <c:v>225.7509417034972</c:v>
                </c:pt>
                <c:pt idx="1306">
                  <c:v>223.45871821441054</c:v>
                </c:pt>
                <c:pt idx="1307">
                  <c:v>223.6824439731453</c:v>
                </c:pt>
                <c:pt idx="1308">
                  <c:v>223.76281947071323</c:v>
                </c:pt>
                <c:pt idx="1309">
                  <c:v>224.93533363331818</c:v>
                </c:pt>
                <c:pt idx="1310">
                  <c:v>226.51845362316703</c:v>
                </c:pt>
                <c:pt idx="1311">
                  <c:v>227.72788924593712</c:v>
                </c:pt>
                <c:pt idx="1312">
                  <c:v>227.82412845327852</c:v>
                </c:pt>
                <c:pt idx="1313">
                  <c:v>226.98668534554082</c:v>
                </c:pt>
                <c:pt idx="1314">
                  <c:v>228.75854036101094</c:v>
                </c:pt>
                <c:pt idx="1315">
                  <c:v>227.71894836132466</c:v>
                </c:pt>
                <c:pt idx="1316">
                  <c:v>225.64840721015545</c:v>
                </c:pt>
                <c:pt idx="1317">
                  <c:v>227.24768628462536</c:v>
                </c:pt>
                <c:pt idx="1318">
                  <c:v>226.25357650793495</c:v>
                </c:pt>
                <c:pt idx="1319">
                  <c:v>224.90133274126768</c:v>
                </c:pt>
                <c:pt idx="1320">
                  <c:v>224.6207579091899</c:v>
                </c:pt>
                <c:pt idx="1321">
                  <c:v>223.85890153345542</c:v>
                </c:pt>
                <c:pt idx="1322">
                  <c:v>226.69223912287629</c:v>
                </c:pt>
                <c:pt idx="1323">
                  <c:v>223.31718281758896</c:v>
                </c:pt>
                <c:pt idx="1324">
                  <c:v>221.39294371603219</c:v>
                </c:pt>
                <c:pt idx="1325">
                  <c:v>221.1669272311739</c:v>
                </c:pt>
                <c:pt idx="1326">
                  <c:v>224.7987214872492</c:v>
                </c:pt>
                <c:pt idx="1327">
                  <c:v>229.44176568663687</c:v>
                </c:pt>
                <c:pt idx="1328">
                  <c:v>231.63996892620008</c:v>
                </c:pt>
                <c:pt idx="1329">
                  <c:v>233.78825009981679</c:v>
                </c:pt>
                <c:pt idx="1330">
                  <c:v>234.98834060813115</c:v>
                </c:pt>
                <c:pt idx="1331">
                  <c:v>234.25501424949456</c:v>
                </c:pt>
                <c:pt idx="1332">
                  <c:v>236.64312982003892</c:v>
                </c:pt>
                <c:pt idx="1333">
                  <c:v>237.18980945909601</c:v>
                </c:pt>
                <c:pt idx="1334">
                  <c:v>240.59913916469941</c:v>
                </c:pt>
                <c:pt idx="1335">
                  <c:v>243.22665026117022</c:v>
                </c:pt>
                <c:pt idx="1336">
                  <c:v>242.33612723622798</c:v>
                </c:pt>
                <c:pt idx="1337">
                  <c:v>242.38886736831503</c:v>
                </c:pt>
                <c:pt idx="1338">
                  <c:v>242.28999419200363</c:v>
                </c:pt>
                <c:pt idx="1339">
                  <c:v>245.02071171292781</c:v>
                </c:pt>
                <c:pt idx="1340">
                  <c:v>245.73141855601901</c:v>
                </c:pt>
                <c:pt idx="1341">
                  <c:v>245.11144128294285</c:v>
                </c:pt>
                <c:pt idx="1342">
                  <c:v>244.70295857474852</c:v>
                </c:pt>
                <c:pt idx="1343">
                  <c:v>245.77250238533219</c:v>
                </c:pt>
                <c:pt idx="1344">
                  <c:v>245.37204418672007</c:v>
                </c:pt>
                <c:pt idx="1345">
                  <c:v>246.83931340302573</c:v>
                </c:pt>
                <c:pt idx="1346">
                  <c:v>248.24721986733377</c:v>
                </c:pt>
                <c:pt idx="1347">
                  <c:v>248.5963912311762</c:v>
                </c:pt>
                <c:pt idx="1348">
                  <c:v>250.24345226921389</c:v>
                </c:pt>
                <c:pt idx="1349">
                  <c:v>249.53569204187133</c:v>
                </c:pt>
                <c:pt idx="1350">
                  <c:v>248.92754161338425</c:v>
                </c:pt>
                <c:pt idx="1351">
                  <c:v>250.19900074698717</c:v>
                </c:pt>
                <c:pt idx="1352">
                  <c:v>249.44983770684698</c:v>
                </c:pt>
                <c:pt idx="1353">
                  <c:v>248.66453689475082</c:v>
                </c:pt>
                <c:pt idx="1354">
                  <c:v>253.26979180272482</c:v>
                </c:pt>
                <c:pt idx="1355">
                  <c:v>255.87302387052003</c:v>
                </c:pt>
                <c:pt idx="1356">
                  <c:v>256.14469234021919</c:v>
                </c:pt>
                <c:pt idx="1357">
                  <c:v>256.77887670076814</c:v>
                </c:pt>
                <c:pt idx="1358">
                  <c:v>256.83090597023869</c:v>
                </c:pt>
                <c:pt idx="1359">
                  <c:v>256.42131005742954</c:v>
                </c:pt>
                <c:pt idx="1360">
                  <c:v>258.45201197239135</c:v>
                </c:pt>
                <c:pt idx="1361">
                  <c:v>259.85089557804139</c:v>
                </c:pt>
                <c:pt idx="1362">
                  <c:v>260.91721420438228</c:v>
                </c:pt>
                <c:pt idx="1363">
                  <c:v>262.12438314640514</c:v>
                </c:pt>
                <c:pt idx="1364">
                  <c:v>262.90024934372389</c:v>
                </c:pt>
                <c:pt idx="1365">
                  <c:v>260.30684568949755</c:v>
                </c:pt>
                <c:pt idx="1366">
                  <c:v>260.75762444887027</c:v>
                </c:pt>
                <c:pt idx="1367">
                  <c:v>258.69184199649715</c:v>
                </c:pt>
                <c:pt idx="1368">
                  <c:v>259.9110486913886</c:v>
                </c:pt>
                <c:pt idx="1369">
                  <c:v>259.72428167079806</c:v>
                </c:pt>
                <c:pt idx="1370">
                  <c:v>260.78598592455</c:v>
                </c:pt>
                <c:pt idx="1371">
                  <c:v>259.97104331851295</c:v>
                </c:pt>
                <c:pt idx="1372">
                  <c:v>259.33489022140435</c:v>
                </c:pt>
                <c:pt idx="1373">
                  <c:v>258.99140754150272</c:v>
                </c:pt>
                <c:pt idx="1374">
                  <c:v>260.7948095648369</c:v>
                </c:pt>
                <c:pt idx="1375">
                  <c:v>257.52486500875989</c:v>
                </c:pt>
                <c:pt idx="1376">
                  <c:v>257.28185292403316</c:v>
                </c:pt>
                <c:pt idx="1377">
                  <c:v>254.88572771156757</c:v>
                </c:pt>
                <c:pt idx="1378">
                  <c:v>254.72808480847547</c:v>
                </c:pt>
                <c:pt idx="1379">
                  <c:v>253.04045099008806</c:v>
                </c:pt>
                <c:pt idx="1380">
                  <c:v>255.62388632523798</c:v>
                </c:pt>
                <c:pt idx="1381">
                  <c:v>255.35041752371504</c:v>
                </c:pt>
                <c:pt idx="1382">
                  <c:v>255.0398627469209</c:v>
                </c:pt>
                <c:pt idx="1383">
                  <c:v>255.6634373262288</c:v>
                </c:pt>
                <c:pt idx="1384">
                  <c:v>254.29967853869022</c:v>
                </c:pt>
                <c:pt idx="1385">
                  <c:v>252.34732984819169</c:v>
                </c:pt>
                <c:pt idx="1386">
                  <c:v>254.21989231035772</c:v>
                </c:pt>
                <c:pt idx="1387">
                  <c:v>255.05716934782902</c:v>
                </c:pt>
                <c:pt idx="1388">
                  <c:v>252.93931845496513</c:v>
                </c:pt>
                <c:pt idx="1389">
                  <c:v>254.84716265333475</c:v>
                </c:pt>
                <c:pt idx="1390">
                  <c:v>258.56223307845835</c:v>
                </c:pt>
                <c:pt idx="1391">
                  <c:v>259.88186868804377</c:v>
                </c:pt>
                <c:pt idx="1392">
                  <c:v>256.51344837342657</c:v>
                </c:pt>
                <c:pt idx="1393">
                  <c:v>257.24784128775104</c:v>
                </c:pt>
                <c:pt idx="1394">
                  <c:v>256.65646350874499</c:v>
                </c:pt>
                <c:pt idx="1395">
                  <c:v>257.68901455962367</c:v>
                </c:pt>
                <c:pt idx="1396">
                  <c:v>257.46108702224768</c:v>
                </c:pt>
                <c:pt idx="1397">
                  <c:v>259.4954820914902</c:v>
                </c:pt>
                <c:pt idx="1398">
                  <c:v>260.01728550151932</c:v>
                </c:pt>
                <c:pt idx="1399">
                  <c:v>258.58139901947936</c:v>
                </c:pt>
                <c:pt idx="1400">
                  <c:v>259.81247775158647</c:v>
                </c:pt>
                <c:pt idx="1401">
                  <c:v>258.3015273260005</c:v>
                </c:pt>
                <c:pt idx="1402">
                  <c:v>257.74615817874616</c:v>
                </c:pt>
                <c:pt idx="1403">
                  <c:v>261.17591717653835</c:v>
                </c:pt>
                <c:pt idx="1404">
                  <c:v>259.91549348209924</c:v>
                </c:pt>
                <c:pt idx="1405">
                  <c:v>257.46986719546265</c:v>
                </c:pt>
                <c:pt idx="1406">
                  <c:v>257.41400588846227</c:v>
                </c:pt>
                <c:pt idx="1407">
                  <c:v>254.64233090751569</c:v>
                </c:pt>
                <c:pt idx="1408">
                  <c:v>254.26083340339557</c:v>
                </c:pt>
                <c:pt idx="1409">
                  <c:v>255.89858458775473</c:v>
                </c:pt>
                <c:pt idx="1410">
                  <c:v>256.89749272123311</c:v>
                </c:pt>
                <c:pt idx="1411">
                  <c:v>256.76093621988281</c:v>
                </c:pt>
                <c:pt idx="1412">
                  <c:v>253.46919243350411</c:v>
                </c:pt>
                <c:pt idx="1413">
                  <c:v>254.04562041399177</c:v>
                </c:pt>
                <c:pt idx="1414">
                  <c:v>253.05880051196047</c:v>
                </c:pt>
                <c:pt idx="1415">
                  <c:v>252.5425326316784</c:v>
                </c:pt>
                <c:pt idx="1416">
                  <c:v>252.17452950447372</c:v>
                </c:pt>
                <c:pt idx="1417">
                  <c:v>251.78524598421495</c:v>
                </c:pt>
                <c:pt idx="1418">
                  <c:v>252.28615609592339</c:v>
                </c:pt>
                <c:pt idx="1419">
                  <c:v>254.57171051133415</c:v>
                </c:pt>
                <c:pt idx="1420">
                  <c:v>254.27972712397974</c:v>
                </c:pt>
                <c:pt idx="1421">
                  <c:v>253.90992396179433</c:v>
                </c:pt>
                <c:pt idx="1422">
                  <c:v>253.61467637893153</c:v>
                </c:pt>
                <c:pt idx="1423">
                  <c:v>254.31196404244233</c:v>
                </c:pt>
                <c:pt idx="1424">
                  <c:v>255.89815765776541</c:v>
                </c:pt>
                <c:pt idx="1425">
                  <c:v>256.48442540881746</c:v>
                </c:pt>
                <c:pt idx="1426">
                  <c:v>255.08247396085051</c:v>
                </c:pt>
                <c:pt idx="1427">
                  <c:v>255.22965314266978</c:v>
                </c:pt>
                <c:pt idx="1428">
                  <c:v>256.20155033101656</c:v>
                </c:pt>
                <c:pt idx="1429">
                  <c:v>257.00918137781417</c:v>
                </c:pt>
                <c:pt idx="1430">
                  <c:v>255.75273333062168</c:v>
                </c:pt>
                <c:pt idx="1431">
                  <c:v>259.02654646344524</c:v>
                </c:pt>
                <c:pt idx="1432">
                  <c:v>261.41685725325749</c:v>
                </c:pt>
                <c:pt idx="1433">
                  <c:v>257.67054978166021</c:v>
                </c:pt>
                <c:pt idx="1434">
                  <c:v>256.32760748028636</c:v>
                </c:pt>
                <c:pt idx="1435">
                  <c:v>252.8513130635655</c:v>
                </c:pt>
                <c:pt idx="1436">
                  <c:v>252.58055880594478</c:v>
                </c:pt>
                <c:pt idx="1437">
                  <c:v>250.12242954077325</c:v>
                </c:pt>
                <c:pt idx="1438">
                  <c:v>251.47337683160669</c:v>
                </c:pt>
                <c:pt idx="1439">
                  <c:v>251.47572282247407</c:v>
                </c:pt>
                <c:pt idx="1440">
                  <c:v>252.76165930051252</c:v>
                </c:pt>
                <c:pt idx="1441">
                  <c:v>252.69987892430396</c:v>
                </c:pt>
                <c:pt idx="1442">
                  <c:v>251.93409872273821</c:v>
                </c:pt>
                <c:pt idx="1443">
                  <c:v>251.04135325732244</c:v>
                </c:pt>
                <c:pt idx="1444">
                  <c:v>248.56559955440102</c:v>
                </c:pt>
                <c:pt idx="1445">
                  <c:v>250.83634271205159</c:v>
                </c:pt>
                <c:pt idx="1446">
                  <c:v>251.74363309353279</c:v>
                </c:pt>
                <c:pt idx="1447">
                  <c:v>249.44921695384735</c:v>
                </c:pt>
                <c:pt idx="1448">
                  <c:v>255.7490431090518</c:v>
                </c:pt>
                <c:pt idx="1449">
                  <c:v>258.75217037460669</c:v>
                </c:pt>
                <c:pt idx="1450">
                  <c:v>259.91492772197932</c:v>
                </c:pt>
                <c:pt idx="1451">
                  <c:v>258.03400186075356</c:v>
                </c:pt>
                <c:pt idx="1452">
                  <c:v>257.96768994320792</c:v>
                </c:pt>
                <c:pt idx="1453">
                  <c:v>252.50289939999129</c:v>
                </c:pt>
                <c:pt idx="1454">
                  <c:v>252.34137559015286</c:v>
                </c:pt>
                <c:pt idx="1455">
                  <c:v>254.8809672063156</c:v>
                </c:pt>
                <c:pt idx="1456">
                  <c:v>257.80409405879686</c:v>
                </c:pt>
                <c:pt idx="1457">
                  <c:v>259.68851307996943</c:v>
                </c:pt>
                <c:pt idx="1458">
                  <c:v>259.01041658047046</c:v>
                </c:pt>
                <c:pt idx="1459">
                  <c:v>259.12610867782462</c:v>
                </c:pt>
                <c:pt idx="1460">
                  <c:v>258.95849619805563</c:v>
                </c:pt>
                <c:pt idx="1461">
                  <c:v>259.86860030537196</c:v>
                </c:pt>
                <c:pt idx="1462">
                  <c:v>257.6060199073911</c:v>
                </c:pt>
                <c:pt idx="1463">
                  <c:v>255.29769480214188</c:v>
                </c:pt>
                <c:pt idx="1464">
                  <c:v>254.59466147165557</c:v>
                </c:pt>
                <c:pt idx="1465">
                  <c:v>255.04537619440049</c:v>
                </c:pt>
                <c:pt idx="1466">
                  <c:v>252.51943773805249</c:v>
                </c:pt>
                <c:pt idx="1467">
                  <c:v>250.86626048678303</c:v>
                </c:pt>
                <c:pt idx="1468">
                  <c:v>248.19061971745219</c:v>
                </c:pt>
                <c:pt idx="1469">
                  <c:v>249.5905116475183</c:v>
                </c:pt>
                <c:pt idx="1470">
                  <c:v>251.16461825485229</c:v>
                </c:pt>
                <c:pt idx="1471">
                  <c:v>251.52526128057326</c:v>
                </c:pt>
                <c:pt idx="1472">
                  <c:v>253.18500426886374</c:v>
                </c:pt>
                <c:pt idx="1473">
                  <c:v>248.45047336887077</c:v>
                </c:pt>
                <c:pt idx="1474">
                  <c:v>248.05018697161699</c:v>
                </c:pt>
                <c:pt idx="1475">
                  <c:v>249.49882712715427</c:v>
                </c:pt>
                <c:pt idx="1476">
                  <c:v>246.1199893200542</c:v>
                </c:pt>
                <c:pt idx="1477">
                  <c:v>246.52627998988783</c:v>
                </c:pt>
                <c:pt idx="1478">
                  <c:v>246.36311544537017</c:v>
                </c:pt>
                <c:pt idx="1479">
                  <c:v>246.66564864948933</c:v>
                </c:pt>
                <c:pt idx="1480">
                  <c:v>247.19979515086314</c:v>
                </c:pt>
                <c:pt idx="1481">
                  <c:v>248.34886997394756</c:v>
                </c:pt>
                <c:pt idx="1482">
                  <c:v>248.99876996551905</c:v>
                </c:pt>
                <c:pt idx="1483">
                  <c:v>251.59469737053203</c:v>
                </c:pt>
                <c:pt idx="1484">
                  <c:v>254.84399179714475</c:v>
                </c:pt>
                <c:pt idx="1485">
                  <c:v>254.86937618254206</c:v>
                </c:pt>
                <c:pt idx="1486">
                  <c:v>254.24635848804559</c:v>
                </c:pt>
                <c:pt idx="1487">
                  <c:v>254.61208636111979</c:v>
                </c:pt>
                <c:pt idx="1488">
                  <c:v>254.06425036526824</c:v>
                </c:pt>
                <c:pt idx="1489">
                  <c:v>255.61094427244194</c:v>
                </c:pt>
                <c:pt idx="1490">
                  <c:v>255.27341831519834</c:v>
                </c:pt>
                <c:pt idx="1491">
                  <c:v>256.9952218157963</c:v>
                </c:pt>
                <c:pt idx="1492">
                  <c:v>258.36156853070548</c:v>
                </c:pt>
                <c:pt idx="1493">
                  <c:v>258.47237411960629</c:v>
                </c:pt>
                <c:pt idx="1494">
                  <c:v>259.8098526223198</c:v>
                </c:pt>
                <c:pt idx="1495">
                  <c:v>260.39427665190908</c:v>
                </c:pt>
                <c:pt idx="1496">
                  <c:v>261.41955245089576</c:v>
                </c:pt>
                <c:pt idx="1497">
                  <c:v>264.8918888977322</c:v>
                </c:pt>
                <c:pt idx="1498">
                  <c:v>266.39353033052538</c:v>
                </c:pt>
                <c:pt idx="1499">
                  <c:v>265.84500605095928</c:v>
                </c:pt>
                <c:pt idx="1500">
                  <c:v>266.84207087081597</c:v>
                </c:pt>
                <c:pt idx="1501">
                  <c:v>268.8932194258748</c:v>
                </c:pt>
                <c:pt idx="1502">
                  <c:v>266.00118151630272</c:v>
                </c:pt>
                <c:pt idx="1503">
                  <c:v>264.98525089861062</c:v>
                </c:pt>
                <c:pt idx="1504">
                  <c:v>267.1287315997273</c:v>
                </c:pt>
                <c:pt idx="1505">
                  <c:v>264.92346925290644</c:v>
                </c:pt>
                <c:pt idx="1506">
                  <c:v>264.5587978098647</c:v>
                </c:pt>
                <c:pt idx="1507">
                  <c:v>263.48090169911393</c:v>
                </c:pt>
                <c:pt idx="1508">
                  <c:v>265.0773930344651</c:v>
                </c:pt>
                <c:pt idx="1509">
                  <c:v>264.92610394008904</c:v>
                </c:pt>
                <c:pt idx="1510">
                  <c:v>263.46038219458137</c:v>
                </c:pt>
                <c:pt idx="1511">
                  <c:v>265.68163021305804</c:v>
                </c:pt>
                <c:pt idx="1512">
                  <c:v>266.34865443738505</c:v>
                </c:pt>
                <c:pt idx="1513">
                  <c:v>263.21647227266192</c:v>
                </c:pt>
                <c:pt idx="1514">
                  <c:v>261.15485162550999</c:v>
                </c:pt>
                <c:pt idx="1515">
                  <c:v>263.70051485788144</c:v>
                </c:pt>
                <c:pt idx="1516">
                  <c:v>264.92515222019409</c:v>
                </c:pt>
                <c:pt idx="1517">
                  <c:v>265.35844072920941</c:v>
                </c:pt>
                <c:pt idx="1518">
                  <c:v>268.62416528441332</c:v>
                </c:pt>
                <c:pt idx="1519">
                  <c:v>270.05265599336127</c:v>
                </c:pt>
                <c:pt idx="1520">
                  <c:v>273.61752967870757</c:v>
                </c:pt>
                <c:pt idx="1521">
                  <c:v>279.3013815429793</c:v>
                </c:pt>
                <c:pt idx="1522">
                  <c:v>278.15558344248512</c:v>
                </c:pt>
                <c:pt idx="1523">
                  <c:v>279.01250824225906</c:v>
                </c:pt>
                <c:pt idx="1524">
                  <c:v>281.77098414655791</c:v>
                </c:pt>
                <c:pt idx="1525">
                  <c:v>282.54831717435815</c:v>
                </c:pt>
                <c:pt idx="1526">
                  <c:v>282.78159269478442</c:v>
                </c:pt>
                <c:pt idx="1527">
                  <c:v>280.63410595208353</c:v>
                </c:pt>
                <c:pt idx="1528">
                  <c:v>281.72091043546652</c:v>
                </c:pt>
                <c:pt idx="1529">
                  <c:v>282.96675113465017</c:v>
                </c:pt>
                <c:pt idx="1530">
                  <c:v>281.31321542182815</c:v>
                </c:pt>
                <c:pt idx="1531">
                  <c:v>284.0680262124805</c:v>
                </c:pt>
                <c:pt idx="1532">
                  <c:v>282.8124255025391</c:v>
                </c:pt>
                <c:pt idx="1533">
                  <c:v>283.4132636799273</c:v>
                </c:pt>
                <c:pt idx="1534">
                  <c:v>283.16613490687399</c:v>
                </c:pt>
                <c:pt idx="1535">
                  <c:v>283.81198711376732</c:v>
                </c:pt>
                <c:pt idx="1536">
                  <c:v>287.9666512568154</c:v>
                </c:pt>
                <c:pt idx="1537">
                  <c:v>289.42274936798952</c:v>
                </c:pt>
                <c:pt idx="1538">
                  <c:v>286.02229426305291</c:v>
                </c:pt>
                <c:pt idx="1539">
                  <c:v>285.91295981033647</c:v>
                </c:pt>
                <c:pt idx="1540">
                  <c:v>284.68022370645014</c:v>
                </c:pt>
                <c:pt idx="1541">
                  <c:v>285.53037915878491</c:v>
                </c:pt>
                <c:pt idx="1542">
                  <c:v>283.90172438851266</c:v>
                </c:pt>
                <c:pt idx="1543">
                  <c:v>285.32901438326428</c:v>
                </c:pt>
                <c:pt idx="1544">
                  <c:v>286.93243868415601</c:v>
                </c:pt>
                <c:pt idx="1545">
                  <c:v>286.26405193639425</c:v>
                </c:pt>
                <c:pt idx="1546">
                  <c:v>285.22851412159093</c:v>
                </c:pt>
                <c:pt idx="1547">
                  <c:v>283.36567832125309</c:v>
                </c:pt>
                <c:pt idx="1548">
                  <c:v>280.98008837097825</c:v>
                </c:pt>
                <c:pt idx="1549">
                  <c:v>280.18084087236377</c:v>
                </c:pt>
                <c:pt idx="1550">
                  <c:v>281.74820690206883</c:v>
                </c:pt>
                <c:pt idx="1551">
                  <c:v>281.82939009136783</c:v>
                </c:pt>
                <c:pt idx="1552">
                  <c:v>284.42235313995866</c:v>
                </c:pt>
                <c:pt idx="1553">
                  <c:v>284.00634342023551</c:v>
                </c:pt>
                <c:pt idx="1554">
                  <c:v>282.93411179686041</c:v>
                </c:pt>
                <c:pt idx="1555">
                  <c:v>282.59345254365502</c:v>
                </c:pt>
                <c:pt idx="1556">
                  <c:v>284.28022385003578</c:v>
                </c:pt>
                <c:pt idx="1557">
                  <c:v>279.33740027039204</c:v>
                </c:pt>
                <c:pt idx="1558">
                  <c:v>278.29649487104768</c:v>
                </c:pt>
                <c:pt idx="1559">
                  <c:v>278.49457571738941</c:v>
                </c:pt>
                <c:pt idx="1560">
                  <c:v>278.10045320920671</c:v>
                </c:pt>
                <c:pt idx="1561">
                  <c:v>275.1569804325195</c:v>
                </c:pt>
                <c:pt idx="1562">
                  <c:v>275.58004819055168</c:v>
                </c:pt>
                <c:pt idx="1563">
                  <c:v>274.17143232705814</c:v>
                </c:pt>
                <c:pt idx="1564">
                  <c:v>275.45653791737629</c:v>
                </c:pt>
                <c:pt idx="1565">
                  <c:v>276.1095096383014</c:v>
                </c:pt>
                <c:pt idx="1566">
                  <c:v>277.57820546004149</c:v>
                </c:pt>
                <c:pt idx="1567">
                  <c:v>275.79626958860467</c:v>
                </c:pt>
                <c:pt idx="1568">
                  <c:v>275.96931254194533</c:v>
                </c:pt>
                <c:pt idx="1569">
                  <c:v>275.18311373796377</c:v>
                </c:pt>
                <c:pt idx="1570">
                  <c:v>273.28562041961658</c:v>
                </c:pt>
                <c:pt idx="1571">
                  <c:v>272.55511859509187</c:v>
                </c:pt>
                <c:pt idx="1572">
                  <c:v>274.25463229178496</c:v>
                </c:pt>
                <c:pt idx="1573">
                  <c:v>273.69812271517384</c:v>
                </c:pt>
                <c:pt idx="1574">
                  <c:v>275.74293910875417</c:v>
                </c:pt>
                <c:pt idx="1575">
                  <c:v>272.92537282975661</c:v>
                </c:pt>
                <c:pt idx="1576">
                  <c:v>274.17305472599674</c:v>
                </c:pt>
                <c:pt idx="1577">
                  <c:v>273.29980049271222</c:v>
                </c:pt>
                <c:pt idx="1578">
                  <c:v>270.99498683389675</c:v>
                </c:pt>
                <c:pt idx="1579">
                  <c:v>274.71480904948965</c:v>
                </c:pt>
                <c:pt idx="1580">
                  <c:v>274.0253637568029</c:v>
                </c:pt>
                <c:pt idx="1581">
                  <c:v>273.18992814161277</c:v>
                </c:pt>
                <c:pt idx="1582">
                  <c:v>272.74185059044657</c:v>
                </c:pt>
                <c:pt idx="1583">
                  <c:v>269.10867653088565</c:v>
                </c:pt>
                <c:pt idx="1584">
                  <c:v>270.38664533115406</c:v>
                </c:pt>
                <c:pt idx="1585">
                  <c:v>268.90482911185933</c:v>
                </c:pt>
                <c:pt idx="1586">
                  <c:v>268.67276945884657</c:v>
                </c:pt>
                <c:pt idx="1587">
                  <c:v>270.06796795718213</c:v>
                </c:pt>
                <c:pt idx="1588">
                  <c:v>269.94542028137556</c:v>
                </c:pt>
                <c:pt idx="1589">
                  <c:v>271.8707736824631</c:v>
                </c:pt>
                <c:pt idx="1590">
                  <c:v>266.49808639220157</c:v>
                </c:pt>
                <c:pt idx="1591">
                  <c:v>270.45403442194555</c:v>
                </c:pt>
                <c:pt idx="1592">
                  <c:v>271.27755074244465</c:v>
                </c:pt>
                <c:pt idx="1593">
                  <c:v>275.40021748790525</c:v>
                </c:pt>
                <c:pt idx="1594">
                  <c:v>271.04362440274974</c:v>
                </c:pt>
                <c:pt idx="1595">
                  <c:v>263.94539728755967</c:v>
                </c:pt>
                <c:pt idx="1596">
                  <c:v>267.16359164338201</c:v>
                </c:pt>
                <c:pt idx="1597">
                  <c:v>265.71010228328691</c:v>
                </c:pt>
                <c:pt idx="1598">
                  <c:v>268.12243593223911</c:v>
                </c:pt>
                <c:pt idx="1599">
                  <c:v>267.44602900702364</c:v>
                </c:pt>
                <c:pt idx="1600">
                  <c:v>270.80881437477609</c:v>
                </c:pt>
                <c:pt idx="1601">
                  <c:v>267.69512720066189</c:v>
                </c:pt>
                <c:pt idx="1602">
                  <c:v>269.10496838870012</c:v>
                </c:pt>
                <c:pt idx="1603">
                  <c:v>271.21342125961047</c:v>
                </c:pt>
                <c:pt idx="1604">
                  <c:v>274.19854881759204</c:v>
                </c:pt>
                <c:pt idx="1605">
                  <c:v>266.63770939286513</c:v>
                </c:pt>
                <c:pt idx="1606">
                  <c:v>264.42287656038081</c:v>
                </c:pt>
                <c:pt idx="1607">
                  <c:v>262.44884184865509</c:v>
                </c:pt>
                <c:pt idx="1608">
                  <c:v>264.22121421330343</c:v>
                </c:pt>
                <c:pt idx="1609">
                  <c:v>257.99504892409436</c:v>
                </c:pt>
                <c:pt idx="1610">
                  <c:v>259.29888950321043</c:v>
                </c:pt>
                <c:pt idx="1611">
                  <c:v>262.10231805535955</c:v>
                </c:pt>
                <c:pt idx="1612">
                  <c:v>257.89825613910989</c:v>
                </c:pt>
                <c:pt idx="1613">
                  <c:v>259.02236396238027</c:v>
                </c:pt>
                <c:pt idx="1614">
                  <c:v>258.46254460210611</c:v>
                </c:pt>
                <c:pt idx="1615">
                  <c:v>258.65926046039795</c:v>
                </c:pt>
                <c:pt idx="1616">
                  <c:v>258.62443484253794</c:v>
                </c:pt>
                <c:pt idx="1617">
                  <c:v>255.11324946251673</c:v>
                </c:pt>
                <c:pt idx="1618">
                  <c:v>258.41230424249517</c:v>
                </c:pt>
                <c:pt idx="1619">
                  <c:v>261.29448195787188</c:v>
                </c:pt>
                <c:pt idx="1620">
                  <c:v>257.76079952391109</c:v>
                </c:pt>
                <c:pt idx="1621">
                  <c:v>257.73255175795049</c:v>
                </c:pt>
                <c:pt idx="1622">
                  <c:v>254.00199404733189</c:v>
                </c:pt>
                <c:pt idx="1623">
                  <c:v>254.72167769372174</c:v>
                </c:pt>
                <c:pt idx="1624">
                  <c:v>255.68527794601187</c:v>
                </c:pt>
                <c:pt idx="1625">
                  <c:v>263.03475444616913</c:v>
                </c:pt>
                <c:pt idx="1626">
                  <c:v>260.67814279499919</c:v>
                </c:pt>
                <c:pt idx="1627">
                  <c:v>263.85449250054324</c:v>
                </c:pt>
                <c:pt idx="1628">
                  <c:v>264.51657090361425</c:v>
                </c:pt>
                <c:pt idx="1629">
                  <c:v>265.86467986563588</c:v>
                </c:pt>
                <c:pt idx="1630">
                  <c:v>266.33834269162304</c:v>
                </c:pt>
                <c:pt idx="1631">
                  <c:v>265.78529027681441</c:v>
                </c:pt>
                <c:pt idx="1632">
                  <c:v>265.17906612801704</c:v>
                </c:pt>
                <c:pt idx="1633">
                  <c:v>272.20958281688598</c:v>
                </c:pt>
                <c:pt idx="1634">
                  <c:v>270.7007263103684</c:v>
                </c:pt>
                <c:pt idx="1635">
                  <c:v>269.89786469094986</c:v>
                </c:pt>
                <c:pt idx="1636">
                  <c:v>276.41990809539209</c:v>
                </c:pt>
                <c:pt idx="1637">
                  <c:v>276.16268931396075</c:v>
                </c:pt>
                <c:pt idx="1638">
                  <c:v>276.42009704007637</c:v>
                </c:pt>
                <c:pt idx="1639">
                  <c:v>275.98936392308326</c:v>
                </c:pt>
                <c:pt idx="1640">
                  <c:v>275.70041467991632</c:v>
                </c:pt>
                <c:pt idx="1641">
                  <c:v>276.28426273064667</c:v>
                </c:pt>
                <c:pt idx="1642">
                  <c:v>273.96679621730084</c:v>
                </c:pt>
                <c:pt idx="1643">
                  <c:v>275.82342169528971</c:v>
                </c:pt>
                <c:pt idx="1644">
                  <c:v>279.91011443291205</c:v>
                </c:pt>
                <c:pt idx="1645">
                  <c:v>277.14323211254606</c:v>
                </c:pt>
                <c:pt idx="1646">
                  <c:v>278.50521420892733</c:v>
                </c:pt>
                <c:pt idx="1647">
                  <c:v>286.15893855332939</c:v>
                </c:pt>
                <c:pt idx="1648">
                  <c:v>286.64813694283561</c:v>
                </c:pt>
                <c:pt idx="1649">
                  <c:v>287.05290959101092</c:v>
                </c:pt>
                <c:pt idx="1650">
                  <c:v>284.81396505836301</c:v>
                </c:pt>
                <c:pt idx="1651">
                  <c:v>284.14376359453797</c:v>
                </c:pt>
                <c:pt idx="1652">
                  <c:v>284.65118251237976</c:v>
                </c:pt>
                <c:pt idx="1653">
                  <c:v>281.84164964179462</c:v>
                </c:pt>
                <c:pt idx="1654">
                  <c:v>283.97101871308399</c:v>
                </c:pt>
                <c:pt idx="1655">
                  <c:v>279.89781207276712</c:v>
                </c:pt>
                <c:pt idx="1656">
                  <c:v>278.684732896897</c:v>
                </c:pt>
                <c:pt idx="1657">
                  <c:v>273.29594780750773</c:v>
                </c:pt>
                <c:pt idx="1658">
                  <c:v>274.1045210959723</c:v>
                </c:pt>
                <c:pt idx="1659">
                  <c:v>275.08402755039441</c:v>
                </c:pt>
                <c:pt idx="1660">
                  <c:v>277.78829114814789</c:v>
                </c:pt>
                <c:pt idx="1661">
                  <c:v>276.36970332601322</c:v>
                </c:pt>
                <c:pt idx="1662">
                  <c:v>274.71765915691509</c:v>
                </c:pt>
                <c:pt idx="1663">
                  <c:v>275.39453635823241</c:v>
                </c:pt>
                <c:pt idx="1664">
                  <c:v>281.22490255490015</c:v>
                </c:pt>
                <c:pt idx="1665">
                  <c:v>289.62519573759818</c:v>
                </c:pt>
                <c:pt idx="1666">
                  <c:v>292.24309060949395</c:v>
                </c:pt>
                <c:pt idx="1667">
                  <c:v>292.03535158516775</c:v>
                </c:pt>
                <c:pt idx="1668">
                  <c:v>293.69157091030183</c:v>
                </c:pt>
                <c:pt idx="1669">
                  <c:v>291.39744008947463</c:v>
                </c:pt>
                <c:pt idx="1670">
                  <c:v>291.58339751947523</c:v>
                </c:pt>
                <c:pt idx="1671">
                  <c:v>290.31302668077905</c:v>
                </c:pt>
                <c:pt idx="1672">
                  <c:v>290.52835891603991</c:v>
                </c:pt>
                <c:pt idx="1673">
                  <c:v>292.25210560422028</c:v>
                </c:pt>
                <c:pt idx="1674">
                  <c:v>293.13600931296048</c:v>
                </c:pt>
                <c:pt idx="1675">
                  <c:v>290.8826514122461</c:v>
                </c:pt>
                <c:pt idx="1676">
                  <c:v>288.38809510272353</c:v>
                </c:pt>
                <c:pt idx="1677">
                  <c:v>290.77774293059792</c:v>
                </c:pt>
                <c:pt idx="1678">
                  <c:v>290.93000232698716</c:v>
                </c:pt>
                <c:pt idx="1679">
                  <c:v>292.17589780990784</c:v>
                </c:pt>
                <c:pt idx="1680">
                  <c:v>284.10510414385664</c:v>
                </c:pt>
                <c:pt idx="1681">
                  <c:v>280.00705957493551</c:v>
                </c:pt>
                <c:pt idx="1682">
                  <c:v>277.50464696374053</c:v>
                </c:pt>
                <c:pt idx="1683">
                  <c:v>284.50094612515875</c:v>
                </c:pt>
                <c:pt idx="1684">
                  <c:v>281.09034018247007</c:v>
                </c:pt>
                <c:pt idx="1685">
                  <c:v>283.22404404834367</c:v>
                </c:pt>
                <c:pt idx="1686">
                  <c:v>286.68941306473965</c:v>
                </c:pt>
                <c:pt idx="1687">
                  <c:v>286.35727870411699</c:v>
                </c:pt>
                <c:pt idx="1688">
                  <c:v>284.82439028185394</c:v>
                </c:pt>
                <c:pt idx="1689">
                  <c:v>288.31390272542603</c:v>
                </c:pt>
                <c:pt idx="1690">
                  <c:v>290.56436297977729</c:v>
                </c:pt>
                <c:pt idx="1691">
                  <c:v>294.07190210748092</c:v>
                </c:pt>
                <c:pt idx="1692">
                  <c:v>299.83436647530709</c:v>
                </c:pt>
                <c:pt idx="1693">
                  <c:v>300.31481626918264</c:v>
                </c:pt>
                <c:pt idx="1694">
                  <c:v>301.05580665475514</c:v>
                </c:pt>
                <c:pt idx="1695">
                  <c:v>301.10451179532453</c:v>
                </c:pt>
                <c:pt idx="1696">
                  <c:v>303.26648064299354</c:v>
                </c:pt>
                <c:pt idx="1697">
                  <c:v>304.24455618211283</c:v>
                </c:pt>
                <c:pt idx="1698">
                  <c:v>300.91490870074608</c:v>
                </c:pt>
                <c:pt idx="1699">
                  <c:v>301.52624099212403</c:v>
                </c:pt>
                <c:pt idx="1700">
                  <c:v>302.14692198430754</c:v>
                </c:pt>
                <c:pt idx="1701">
                  <c:v>306.09082183097962</c:v>
                </c:pt>
                <c:pt idx="1702">
                  <c:v>310.36368784391072</c:v>
                </c:pt>
                <c:pt idx="1703">
                  <c:v>308.18007463622752</c:v>
                </c:pt>
                <c:pt idx="1704">
                  <c:v>314.28876483369692</c:v>
                </c:pt>
                <c:pt idx="1705">
                  <c:v>314.02198470776625</c:v>
                </c:pt>
                <c:pt idx="1706">
                  <c:v>314.91569091092259</c:v>
                </c:pt>
                <c:pt idx="1707">
                  <c:v>313.06044951620095</c:v>
                </c:pt>
                <c:pt idx="1708">
                  <c:v>313.40186505418148</c:v>
                </c:pt>
                <c:pt idx="1709">
                  <c:v>314.6068957909111</c:v>
                </c:pt>
                <c:pt idx="1710">
                  <c:v>310.15478421330585</c:v>
                </c:pt>
                <c:pt idx="1711">
                  <c:v>307.93501945395434</c:v>
                </c:pt>
                <c:pt idx="1712">
                  <c:v>309.91005043843285</c:v>
                </c:pt>
                <c:pt idx="1713">
                  <c:v>310.42284494079348</c:v>
                </c:pt>
                <c:pt idx="1714">
                  <c:v>312.87860994679005</c:v>
                </c:pt>
                <c:pt idx="1715">
                  <c:v>310.49079490549252</c:v>
                </c:pt>
                <c:pt idx="1716">
                  <c:v>309.99734523768547</c:v>
                </c:pt>
                <c:pt idx="1717">
                  <c:v>308.17312112855507</c:v>
                </c:pt>
                <c:pt idx="1718">
                  <c:v>306.8099581352094</c:v>
                </c:pt>
                <c:pt idx="1719">
                  <c:v>308.09068678750208</c:v>
                </c:pt>
                <c:pt idx="1720">
                  <c:v>306.19263402847861</c:v>
                </c:pt>
                <c:pt idx="1721">
                  <c:v>303.90517138221367</c:v>
                </c:pt>
                <c:pt idx="1722">
                  <c:v>304.440952888185</c:v>
                </c:pt>
                <c:pt idx="1723">
                  <c:v>302.5166137458873</c:v>
                </c:pt>
                <c:pt idx="1724">
                  <c:v>303.694270953792</c:v>
                </c:pt>
                <c:pt idx="1725">
                  <c:v>305.80897791074705</c:v>
                </c:pt>
                <c:pt idx="1726">
                  <c:v>307.61156414548498</c:v>
                </c:pt>
                <c:pt idx="1727">
                  <c:v>307.36086969649875</c:v>
                </c:pt>
                <c:pt idx="1728">
                  <c:v>311.95717433640039</c:v>
                </c:pt>
                <c:pt idx="1729">
                  <c:v>311.51521043494165</c:v>
                </c:pt>
                <c:pt idx="1730">
                  <c:v>309.93955560733912</c:v>
                </c:pt>
                <c:pt idx="1731">
                  <c:v>307.32228087724968</c:v>
                </c:pt>
                <c:pt idx="1732">
                  <c:v>306.84072403485305</c:v>
                </c:pt>
                <c:pt idx="1733">
                  <c:v>307.79504070731991</c:v>
                </c:pt>
                <c:pt idx="1734">
                  <c:v>304.29927141877317</c:v>
                </c:pt>
                <c:pt idx="1735">
                  <c:v>308.30477835809108</c:v>
                </c:pt>
                <c:pt idx="1736">
                  <c:v>307.19277212057438</c:v>
                </c:pt>
                <c:pt idx="1737">
                  <c:v>312.26091006308468</c:v>
                </c:pt>
                <c:pt idx="1738">
                  <c:v>314.45405556656584</c:v>
                </c:pt>
                <c:pt idx="1739">
                  <c:v>312.68779676318002</c:v>
                </c:pt>
                <c:pt idx="1740">
                  <c:v>317.04204203828959</c:v>
                </c:pt>
                <c:pt idx="1741">
                  <c:v>317.99375849946853</c:v>
                </c:pt>
                <c:pt idx="1742">
                  <c:v>314.4291921258</c:v>
                </c:pt>
                <c:pt idx="1743">
                  <c:v>313.6064592047872</c:v>
                </c:pt>
                <c:pt idx="1744">
                  <c:v>309.78411664068591</c:v>
                </c:pt>
                <c:pt idx="1745">
                  <c:v>308.43226105049195</c:v>
                </c:pt>
                <c:pt idx="1746">
                  <c:v>307.86570450276002</c:v>
                </c:pt>
                <c:pt idx="1747">
                  <c:v>304.13679513552125</c:v>
                </c:pt>
                <c:pt idx="1748">
                  <c:v>305.23908082344281</c:v>
                </c:pt>
                <c:pt idx="1749">
                  <c:v>304.900991155702</c:v>
                </c:pt>
                <c:pt idx="1750">
                  <c:v>305.17356637120122</c:v>
                </c:pt>
                <c:pt idx="1751">
                  <c:v>300.55014836347971</c:v>
                </c:pt>
                <c:pt idx="1752">
                  <c:v>302.44422817708465</c:v>
                </c:pt>
                <c:pt idx="1753">
                  <c:v>300.73788352635904</c:v>
                </c:pt>
                <c:pt idx="1754">
                  <c:v>304.38315339324595</c:v>
                </c:pt>
                <c:pt idx="1755">
                  <c:v>301.95904533310966</c:v>
                </c:pt>
                <c:pt idx="1756">
                  <c:v>300.95865303224485</c:v>
                </c:pt>
                <c:pt idx="1757">
                  <c:v>298.09739134306585</c:v>
                </c:pt>
                <c:pt idx="1758">
                  <c:v>299.90866339599103</c:v>
                </c:pt>
                <c:pt idx="1759">
                  <c:v>302.30087585259253</c:v>
                </c:pt>
                <c:pt idx="1760">
                  <c:v>300.8260835771942</c:v>
                </c:pt>
                <c:pt idx="1761">
                  <c:v>300.200924378926</c:v>
                </c:pt>
                <c:pt idx="1762">
                  <c:v>301.41990106382059</c:v>
                </c:pt>
                <c:pt idx="1763">
                  <c:v>300.86614727271211</c:v>
                </c:pt>
                <c:pt idx="1764">
                  <c:v>305.22379798033847</c:v>
                </c:pt>
                <c:pt idx="1765">
                  <c:v>311.9485180207007</c:v>
                </c:pt>
                <c:pt idx="1766">
                  <c:v>312.26260356330562</c:v>
                </c:pt>
                <c:pt idx="1767">
                  <c:v>312.42136293900109</c:v>
                </c:pt>
                <c:pt idx="1768">
                  <c:v>316.65179243229795</c:v>
                </c:pt>
                <c:pt idx="1769">
                  <c:v>314.17801025636652</c:v>
                </c:pt>
                <c:pt idx="1770">
                  <c:v>312.7798946261471</c:v>
                </c:pt>
                <c:pt idx="1771">
                  <c:v>312.57043109884808</c:v>
                </c:pt>
                <c:pt idx="1772">
                  <c:v>314.18835620032218</c:v>
                </c:pt>
                <c:pt idx="1773">
                  <c:v>308.0412485943055</c:v>
                </c:pt>
                <c:pt idx="1774">
                  <c:v>310.90271533567977</c:v>
                </c:pt>
                <c:pt idx="1775">
                  <c:v>309.77770235494518</c:v>
                </c:pt>
                <c:pt idx="1776">
                  <c:v>316.43872408767839</c:v>
                </c:pt>
                <c:pt idx="1777">
                  <c:v>317.65405298286532</c:v>
                </c:pt>
                <c:pt idx="1778">
                  <c:v>317.08813193960373</c:v>
                </c:pt>
                <c:pt idx="1779">
                  <c:v>319.67518237743411</c:v>
                </c:pt>
                <c:pt idx="1780">
                  <c:v>323.05830288766305</c:v>
                </c:pt>
                <c:pt idx="1781">
                  <c:v>323.03687359267508</c:v>
                </c:pt>
                <c:pt idx="1782">
                  <c:v>322.82645188345907</c:v>
                </c:pt>
                <c:pt idx="1783">
                  <c:v>321.02489087309556</c:v>
                </c:pt>
                <c:pt idx="1784">
                  <c:v>320.12388792219633</c:v>
                </c:pt>
                <c:pt idx="1785">
                  <c:v>322.87565424008562</c:v>
                </c:pt>
                <c:pt idx="1786">
                  <c:v>326.86138817675669</c:v>
                </c:pt>
                <c:pt idx="1787">
                  <c:v>324.36559295716728</c:v>
                </c:pt>
                <c:pt idx="1788">
                  <c:v>324.70302597411165</c:v>
                </c:pt>
                <c:pt idx="1789">
                  <c:v>325.56457769431358</c:v>
                </c:pt>
                <c:pt idx="1790">
                  <c:v>327.31151322242124</c:v>
                </c:pt>
                <c:pt idx="1791">
                  <c:v>325.72964749457401</c:v>
                </c:pt>
                <c:pt idx="1792">
                  <c:v>330.01873837615585</c:v>
                </c:pt>
                <c:pt idx="1793">
                  <c:v>330.85561500633378</c:v>
                </c:pt>
                <c:pt idx="1794">
                  <c:v>335.12140531038244</c:v>
                </c:pt>
                <c:pt idx="1795">
                  <c:v>334.26903595506593</c:v>
                </c:pt>
                <c:pt idx="1796">
                  <c:v>335.92259528211963</c:v>
                </c:pt>
                <c:pt idx="1797">
                  <c:v>333.99512957599308</c:v>
                </c:pt>
                <c:pt idx="1798">
                  <c:v>337.65466886926367</c:v>
                </c:pt>
                <c:pt idx="1799">
                  <c:v>337.51691116718848</c:v>
                </c:pt>
                <c:pt idx="1800">
                  <c:v>334.11075751384118</c:v>
                </c:pt>
                <c:pt idx="1801">
                  <c:v>335.2301727587373</c:v>
                </c:pt>
                <c:pt idx="1802">
                  <c:v>338.58816448329441</c:v>
                </c:pt>
                <c:pt idx="1803">
                  <c:v>339.68546503177606</c:v>
                </c:pt>
                <c:pt idx="1804">
                  <c:v>337.92521190771691</c:v>
                </c:pt>
                <c:pt idx="1805">
                  <c:v>334.09993998437204</c:v>
                </c:pt>
                <c:pt idx="1806">
                  <c:v>334.34914218011244</c:v>
                </c:pt>
                <c:pt idx="1807">
                  <c:v>332.75343134964754</c:v>
                </c:pt>
                <c:pt idx="1808">
                  <c:v>327.29534546930716</c:v>
                </c:pt>
                <c:pt idx="1809">
                  <c:v>328.59705251392478</c:v>
                </c:pt>
                <c:pt idx="1810">
                  <c:v>328.63739622483064</c:v>
                </c:pt>
                <c:pt idx="1811">
                  <c:v>326.91802988442504</c:v>
                </c:pt>
                <c:pt idx="1812">
                  <c:v>329.01218650280435</c:v>
                </c:pt>
                <c:pt idx="1813">
                  <c:v>328.11293031294161</c:v>
                </c:pt>
                <c:pt idx="1814">
                  <c:v>330.9913857375405</c:v>
                </c:pt>
                <c:pt idx="1815">
                  <c:v>331.26581536861323</c:v>
                </c:pt>
                <c:pt idx="1816">
                  <c:v>334.84108826345999</c:v>
                </c:pt>
                <c:pt idx="1817">
                  <c:v>337.89553386895915</c:v>
                </c:pt>
                <c:pt idx="1818">
                  <c:v>336.50178726833548</c:v>
                </c:pt>
                <c:pt idx="1819">
                  <c:v>338.49420172705265</c:v>
                </c:pt>
                <c:pt idx="1820">
                  <c:v>340.31957375714279</c:v>
                </c:pt>
                <c:pt idx="1821">
                  <c:v>342.01094520716828</c:v>
                </c:pt>
                <c:pt idx="1822">
                  <c:v>343.7445452047063</c:v>
                </c:pt>
                <c:pt idx="1823">
                  <c:v>343.35207205511529</c:v>
                </c:pt>
                <c:pt idx="1824">
                  <c:v>346.50410479980798</c:v>
                </c:pt>
                <c:pt idx="1825">
                  <c:v>347.35214809348241</c:v>
                </c:pt>
                <c:pt idx="1826">
                  <c:v>346.37534976331182</c:v>
                </c:pt>
                <c:pt idx="1827">
                  <c:v>350.00781673792261</c:v>
                </c:pt>
                <c:pt idx="1828">
                  <c:v>350.98570971439744</c:v>
                </c:pt>
                <c:pt idx="1829">
                  <c:v>357.54216864378162</c:v>
                </c:pt>
                <c:pt idx="1830">
                  <c:v>356.27023000638587</c:v>
                </c:pt>
                <c:pt idx="1831">
                  <c:v>357.2773372954137</c:v>
                </c:pt>
                <c:pt idx="1832">
                  <c:v>359.89886483521832</c:v>
                </c:pt>
                <c:pt idx="1833">
                  <c:v>365.53175799148084</c:v>
                </c:pt>
                <c:pt idx="1834">
                  <c:v>365.78266820480604</c:v>
                </c:pt>
                <c:pt idx="1835">
                  <c:v>367.54671138280031</c:v>
                </c:pt>
                <c:pt idx="1836">
                  <c:v>368.92598882104937</c:v>
                </c:pt>
                <c:pt idx="1837">
                  <c:v>366.52681690329769</c:v>
                </c:pt>
                <c:pt idx="1838">
                  <c:v>366.75694786693225</c:v>
                </c:pt>
                <c:pt idx="1839">
                  <c:v>362.87509689712232</c:v>
                </c:pt>
                <c:pt idx="1840">
                  <c:v>362.62135377411556</c:v>
                </c:pt>
                <c:pt idx="1841">
                  <c:v>364.29961925945531</c:v>
                </c:pt>
                <c:pt idx="1842">
                  <c:v>366.97759435508488</c:v>
                </c:pt>
                <c:pt idx="1843">
                  <c:v>374.28434792783111</c:v>
                </c:pt>
                <c:pt idx="1844">
                  <c:v>373.90927674381157</c:v>
                </c:pt>
                <c:pt idx="1845">
                  <c:v>374.99195521814761</c:v>
                </c:pt>
                <c:pt idx="1846">
                  <c:v>373.43380833880525</c:v>
                </c:pt>
                <c:pt idx="1847">
                  <c:v>379.13752142957702</c:v>
                </c:pt>
                <c:pt idx="1848">
                  <c:v>379.19437413142407</c:v>
                </c:pt>
                <c:pt idx="1849">
                  <c:v>385.90348455229815</c:v>
                </c:pt>
                <c:pt idx="1850">
                  <c:v>368.03256363816956</c:v>
                </c:pt>
                <c:pt idx="1851">
                  <c:v>370.361241897139</c:v>
                </c:pt>
                <c:pt idx="1852">
                  <c:v>369.98940803424449</c:v>
                </c:pt>
                <c:pt idx="1853">
                  <c:v>372.33013677493966</c:v>
                </c:pt>
                <c:pt idx="1854">
                  <c:v>371.75113365121553</c:v>
                </c:pt>
                <c:pt idx="1855">
                  <c:v>375.17868740705893</c:v>
                </c:pt>
                <c:pt idx="1856">
                  <c:v>379.47565147785235</c:v>
                </c:pt>
                <c:pt idx="1857">
                  <c:v>368.15895698129316</c:v>
                </c:pt>
                <c:pt idx="1858">
                  <c:v>365.66466190431913</c:v>
                </c:pt>
                <c:pt idx="1859">
                  <c:v>366.62192516619456</c:v>
                </c:pt>
                <c:pt idx="1860">
                  <c:v>367.98569935216722</c:v>
                </c:pt>
                <c:pt idx="1861">
                  <c:v>367.07731864539335</c:v>
                </c:pt>
                <c:pt idx="1862">
                  <c:v>373.10410271424269</c:v>
                </c:pt>
                <c:pt idx="1863">
                  <c:v>375.00884231187075</c:v>
                </c:pt>
                <c:pt idx="1864">
                  <c:v>373.56996190941561</c:v>
                </c:pt>
                <c:pt idx="1865">
                  <c:v>376.2688049326274</c:v>
                </c:pt>
                <c:pt idx="1866">
                  <c:v>374.9269337707596</c:v>
                </c:pt>
                <c:pt idx="1867">
                  <c:v>378.23742181080502</c:v>
                </c:pt>
                <c:pt idx="1868">
                  <c:v>382.99511004128095</c:v>
                </c:pt>
                <c:pt idx="1869">
                  <c:v>378.47229977392755</c:v>
                </c:pt>
                <c:pt idx="1870">
                  <c:v>382.28654513556705</c:v>
                </c:pt>
                <c:pt idx="1871">
                  <c:v>385.25644276693225</c:v>
                </c:pt>
                <c:pt idx="1872">
                  <c:v>385.62300328961828</c:v>
                </c:pt>
                <c:pt idx="1873">
                  <c:v>381.19589481275551</c:v>
                </c:pt>
                <c:pt idx="1874">
                  <c:v>387.52396127726257</c:v>
                </c:pt>
                <c:pt idx="1875">
                  <c:v>388.75090828104646</c:v>
                </c:pt>
                <c:pt idx="1876">
                  <c:v>387.03852025725854</c:v>
                </c:pt>
                <c:pt idx="1877">
                  <c:v>386.45221311865868</c:v>
                </c:pt>
                <c:pt idx="1878">
                  <c:v>390.62358612453033</c:v>
                </c:pt>
                <c:pt idx="1879">
                  <c:v>403.69009687196433</c:v>
                </c:pt>
                <c:pt idx="1880">
                  <c:v>413.17662767962167</c:v>
                </c:pt>
                <c:pt idx="1881">
                  <c:v>421.0167790407753</c:v>
                </c:pt>
                <c:pt idx="1882">
                  <c:v>421.17844140661111</c:v>
                </c:pt>
                <c:pt idx="1883">
                  <c:v>429.63499437313607</c:v>
                </c:pt>
                <c:pt idx="1884">
                  <c:v>436.08186032418496</c:v>
                </c:pt>
                <c:pt idx="1885">
                  <c:v>432.30718272259907</c:v>
                </c:pt>
                <c:pt idx="1886">
                  <c:v>428.19709141783608</c:v>
                </c:pt>
                <c:pt idx="1887">
                  <c:v>430.39664582778261</c:v>
                </c:pt>
                <c:pt idx="1888">
                  <c:v>437.92638908842838</c:v>
                </c:pt>
                <c:pt idx="1889">
                  <c:v>429.01693098673519</c:v>
                </c:pt>
                <c:pt idx="1890">
                  <c:v>431.42864484341186</c:v>
                </c:pt>
                <c:pt idx="1891">
                  <c:v>435.30099089331537</c:v>
                </c:pt>
                <c:pt idx="1892">
                  <c:v>445.53742229004689</c:v>
                </c:pt>
                <c:pt idx="1893">
                  <c:v>447.59462828085549</c:v>
                </c:pt>
                <c:pt idx="1894">
                  <c:v>453.56261835187451</c:v>
                </c:pt>
                <c:pt idx="1895">
                  <c:v>448.2223952411739</c:v>
                </c:pt>
                <c:pt idx="1896">
                  <c:v>444.17832290665007</c:v>
                </c:pt>
                <c:pt idx="1897">
                  <c:v>443.67363086158667</c:v>
                </c:pt>
                <c:pt idx="1898">
                  <c:v>448.88643043800977</c:v>
                </c:pt>
                <c:pt idx="1899">
                  <c:v>455.56564999151152</c:v>
                </c:pt>
                <c:pt idx="1900">
                  <c:v>453.50136666403091</c:v>
                </c:pt>
                <c:pt idx="1901">
                  <c:v>462.07258344706003</c:v>
                </c:pt>
                <c:pt idx="1902">
                  <c:v>461.16763710783221</c:v>
                </c:pt>
                <c:pt idx="1903">
                  <c:v>462.87360182206959</c:v>
                </c:pt>
                <c:pt idx="1904">
                  <c:v>457.20071425703725</c:v>
                </c:pt>
                <c:pt idx="1905">
                  <c:v>460.24748006880253</c:v>
                </c:pt>
                <c:pt idx="1906">
                  <c:v>446.73923600866959</c:v>
                </c:pt>
                <c:pt idx="1907">
                  <c:v>454.73430629565252</c:v>
                </c:pt>
                <c:pt idx="1908">
                  <c:v>443.58289401261726</c:v>
                </c:pt>
                <c:pt idx="1909">
                  <c:v>440.33581386074383</c:v>
                </c:pt>
                <c:pt idx="1910">
                  <c:v>443.74485900065042</c:v>
                </c:pt>
                <c:pt idx="1911">
                  <c:v>451.16103372328496</c:v>
                </c:pt>
                <c:pt idx="1912">
                  <c:v>451.02783919251516</c:v>
                </c:pt>
                <c:pt idx="1913">
                  <c:v>440.25520815609019</c:v>
                </c:pt>
                <c:pt idx="1914">
                  <c:v>436.33037518357594</c:v>
                </c:pt>
                <c:pt idx="1915">
                  <c:v>443.3862556769476</c:v>
                </c:pt>
                <c:pt idx="1916">
                  <c:v>443.76371955847748</c:v>
                </c:pt>
                <c:pt idx="1917">
                  <c:v>443.53518116978785</c:v>
                </c:pt>
                <c:pt idx="1918">
                  <c:v>444.7459437220931</c:v>
                </c:pt>
                <c:pt idx="1919">
                  <c:v>431.60280496080139</c:v>
                </c:pt>
                <c:pt idx="1920">
                  <c:v>445.71908575925789</c:v>
                </c:pt>
                <c:pt idx="1921">
                  <c:v>446.81167079661071</c:v>
                </c:pt>
                <c:pt idx="1922">
                  <c:v>453.51176452599464</c:v>
                </c:pt>
                <c:pt idx="1923">
                  <c:v>446.69039166253543</c:v>
                </c:pt>
                <c:pt idx="1924">
                  <c:v>443.58894635850862</c:v>
                </c:pt>
                <c:pt idx="1925">
                  <c:v>444.66193668907795</c:v>
                </c:pt>
                <c:pt idx="1926">
                  <c:v>461.11697880807185</c:v>
                </c:pt>
                <c:pt idx="1927">
                  <c:v>464.87980012374157</c:v>
                </c:pt>
                <c:pt idx="1928">
                  <c:v>465.25320926355039</c:v>
                </c:pt>
                <c:pt idx="1929">
                  <c:v>465.15928840437562</c:v>
                </c:pt>
                <c:pt idx="1930">
                  <c:v>464.29122243885115</c:v>
                </c:pt>
                <c:pt idx="1931">
                  <c:v>474.62589210502477</c:v>
                </c:pt>
                <c:pt idx="1932">
                  <c:v>482.4942220960229</c:v>
                </c:pt>
                <c:pt idx="1933">
                  <c:v>488.59961847804942</c:v>
                </c:pt>
                <c:pt idx="1934">
                  <c:v>490.02458239375767</c:v>
                </c:pt>
                <c:pt idx="1935">
                  <c:v>492.37913897747501</c:v>
                </c:pt>
                <c:pt idx="1936">
                  <c:v>490.83681825902863</c:v>
                </c:pt>
                <c:pt idx="1937">
                  <c:v>490.33111942855169</c:v>
                </c:pt>
                <c:pt idx="1938">
                  <c:v>486.77728409001065</c:v>
                </c:pt>
                <c:pt idx="1939">
                  <c:v>487.0237353476889</c:v>
                </c:pt>
                <c:pt idx="1940">
                  <c:v>479.52035447061337</c:v>
                </c:pt>
                <c:pt idx="1941">
                  <c:v>477.56006398895482</c:v>
                </c:pt>
                <c:pt idx="1942">
                  <c:v>475.20011997297286</c:v>
                </c:pt>
                <c:pt idx="1943">
                  <c:v>471.16487803699056</c:v>
                </c:pt>
                <c:pt idx="1944">
                  <c:v>467.96519233872863</c:v>
                </c:pt>
                <c:pt idx="1945">
                  <c:v>456.63939385708386</c:v>
                </c:pt>
                <c:pt idx="1946">
                  <c:v>464.02136407334797</c:v>
                </c:pt>
                <c:pt idx="1947">
                  <c:v>460.14146819595288</c:v>
                </c:pt>
                <c:pt idx="1948">
                  <c:v>460.53428185844928</c:v>
                </c:pt>
                <c:pt idx="1949">
                  <c:v>461.34176712808284</c:v>
                </c:pt>
                <c:pt idx="1950">
                  <c:v>449.03916836998741</c:v>
                </c:pt>
                <c:pt idx="1951">
                  <c:v>452.21249962283122</c:v>
                </c:pt>
                <c:pt idx="1952">
                  <c:v>446.31724067950461</c:v>
                </c:pt>
                <c:pt idx="1953">
                  <c:v>442.99589196457009</c:v>
                </c:pt>
                <c:pt idx="1954">
                  <c:v>435.36692960727868</c:v>
                </c:pt>
                <c:pt idx="1955">
                  <c:v>440.1235874581804</c:v>
                </c:pt>
                <c:pt idx="1956">
                  <c:v>438.34079347948301</c:v>
                </c:pt>
                <c:pt idx="1957">
                  <c:v>437.8063679032951</c:v>
                </c:pt>
                <c:pt idx="1958">
                  <c:v>431.03940167504271</c:v>
                </c:pt>
                <c:pt idx="1959">
                  <c:v>439.46280282525902</c:v>
                </c:pt>
                <c:pt idx="1960">
                  <c:v>440.08351318548353</c:v>
                </c:pt>
                <c:pt idx="1961">
                  <c:v>435.01066918956246</c:v>
                </c:pt>
                <c:pt idx="1962">
                  <c:v>438.70882393186383</c:v>
                </c:pt>
                <c:pt idx="1963">
                  <c:v>436.13474701234463</c:v>
                </c:pt>
                <c:pt idx="1964">
                  <c:v>433.19162118675445</c:v>
                </c:pt>
                <c:pt idx="1965">
                  <c:v>431.68499607045953</c:v>
                </c:pt>
                <c:pt idx="1966">
                  <c:v>430.30764203351259</c:v>
                </c:pt>
                <c:pt idx="1967">
                  <c:v>425.63452835995105</c:v>
                </c:pt>
                <c:pt idx="1968">
                  <c:v>430.69561174409853</c:v>
                </c:pt>
                <c:pt idx="1969">
                  <c:v>421.43077053567038</c:v>
                </c:pt>
                <c:pt idx="1970">
                  <c:v>417.42958202870335</c:v>
                </c:pt>
                <c:pt idx="1971">
                  <c:v>416.64429185186185</c:v>
                </c:pt>
                <c:pt idx="1972">
                  <c:v>419.37998100372005</c:v>
                </c:pt>
                <c:pt idx="1973">
                  <c:v>417.98317221347673</c:v>
                </c:pt>
                <c:pt idx="1974">
                  <c:v>425.58632048735268</c:v>
                </c:pt>
                <c:pt idx="1975">
                  <c:v>424.48570038451089</c:v>
                </c:pt>
                <c:pt idx="1976">
                  <c:v>422.28139392181907</c:v>
                </c:pt>
                <c:pt idx="1977">
                  <c:v>420.75210922038747</c:v>
                </c:pt>
                <c:pt idx="1978">
                  <c:v>416.87581942614338</c:v>
                </c:pt>
                <c:pt idx="1979">
                  <c:v>417.97154915559389</c:v>
                </c:pt>
                <c:pt idx="1980">
                  <c:v>417.75645759243048</c:v>
                </c:pt>
                <c:pt idx="1981">
                  <c:v>424.07358207240361</c:v>
                </c:pt>
                <c:pt idx="1982">
                  <c:v>425.88491447299629</c:v>
                </c:pt>
                <c:pt idx="1983">
                  <c:v>423.69553684560185</c:v>
                </c:pt>
                <c:pt idx="1984">
                  <c:v>427.31732513735892</c:v>
                </c:pt>
                <c:pt idx="1985">
                  <c:v>430.51593213092627</c:v>
                </c:pt>
                <c:pt idx="1986">
                  <c:v>429.75153573060646</c:v>
                </c:pt>
                <c:pt idx="1987">
                  <c:v>426.19255341855825</c:v>
                </c:pt>
                <c:pt idx="1988">
                  <c:v>426.01200391602976</c:v>
                </c:pt>
                <c:pt idx="1989">
                  <c:v>428.76784706736117</c:v>
                </c:pt>
                <c:pt idx="1990">
                  <c:v>430.99895132351031</c:v>
                </c:pt>
                <c:pt idx="1991">
                  <c:v>427.47674941615037</c:v>
                </c:pt>
                <c:pt idx="1992">
                  <c:v>427.52647395656413</c:v>
                </c:pt>
                <c:pt idx="1993">
                  <c:v>424.24084759563624</c:v>
                </c:pt>
                <c:pt idx="1994">
                  <c:v>427.79005982947302</c:v>
                </c:pt>
                <c:pt idx="1995">
                  <c:v>440.43002396925556</c:v>
                </c:pt>
                <c:pt idx="1996">
                  <c:v>434.39633164751672</c:v>
                </c:pt>
                <c:pt idx="1997">
                  <c:v>437.73429376342403</c:v>
                </c:pt>
                <c:pt idx="1998">
                  <c:v>435.34633533662281</c:v>
                </c:pt>
                <c:pt idx="1999">
                  <c:v>428.71942563845789</c:v>
                </c:pt>
                <c:pt idx="2000">
                  <c:v>429.21913148275553</c:v>
                </c:pt>
                <c:pt idx="2001">
                  <c:v>430.48934068113954</c:v>
                </c:pt>
                <c:pt idx="2002">
                  <c:v>429.89172124653174</c:v>
                </c:pt>
                <c:pt idx="2003">
                  <c:v>439.60912195855457</c:v>
                </c:pt>
                <c:pt idx="2004">
                  <c:v>437.89728920354463</c:v>
                </c:pt>
                <c:pt idx="2005">
                  <c:v>430.26141111802059</c:v>
                </c:pt>
                <c:pt idx="2006">
                  <c:v>431.87301992599441</c:v>
                </c:pt>
                <c:pt idx="2007">
                  <c:v>433.92661574578739</c:v>
                </c:pt>
                <c:pt idx="2008">
                  <c:v>426.93483193969735</c:v>
                </c:pt>
                <c:pt idx="2009">
                  <c:v>435.2832020206223</c:v>
                </c:pt>
                <c:pt idx="2010">
                  <c:v>436.64615200327745</c:v>
                </c:pt>
                <c:pt idx="2011">
                  <c:v>435.04151614746843</c:v>
                </c:pt>
                <c:pt idx="2012">
                  <c:v>434.46801605860986</c:v>
                </c:pt>
                <c:pt idx="2013">
                  <c:v>433.39719003699469</c:v>
                </c:pt>
                <c:pt idx="2014">
                  <c:v>429.86639888815023</c:v>
                </c:pt>
                <c:pt idx="2015">
                  <c:v>422.96453908807496</c:v>
                </c:pt>
                <c:pt idx="2016">
                  <c:v>421.76591860026099</c:v>
                </c:pt>
                <c:pt idx="2017">
                  <c:v>409.21440374422878</c:v>
                </c:pt>
                <c:pt idx="2018">
                  <c:v>409.12672232047936</c:v>
                </c:pt>
                <c:pt idx="2019">
                  <c:v>407.55231735660715</c:v>
                </c:pt>
                <c:pt idx="2020">
                  <c:v>407.00780495145699</c:v>
                </c:pt>
                <c:pt idx="2021">
                  <c:v>406.71054638681642</c:v>
                </c:pt>
                <c:pt idx="2022">
                  <c:v>405.09318372460956</c:v>
                </c:pt>
                <c:pt idx="2023">
                  <c:v>409.03011248831638</c:v>
                </c:pt>
                <c:pt idx="2024">
                  <c:v>410.03708813990477</c:v>
                </c:pt>
                <c:pt idx="2025">
                  <c:v>417.38641890140576</c:v>
                </c:pt>
                <c:pt idx="2026">
                  <c:v>420.96219336416601</c:v>
                </c:pt>
                <c:pt idx="2027">
                  <c:v>427.04451740920933</c:v>
                </c:pt>
                <c:pt idx="2028">
                  <c:v>426.44245788799395</c:v>
                </c:pt>
                <c:pt idx="2029">
                  <c:v>426.19552495846654</c:v>
                </c:pt>
                <c:pt idx="2030">
                  <c:v>428.46991626341719</c:v>
                </c:pt>
                <c:pt idx="2031">
                  <c:v>432.84231272977587</c:v>
                </c:pt>
                <c:pt idx="2032">
                  <c:v>439.80351096288064</c:v>
                </c:pt>
                <c:pt idx="2033">
                  <c:v>453.41508334570887</c:v>
                </c:pt>
                <c:pt idx="2034">
                  <c:v>452.22078008801094</c:v>
                </c:pt>
                <c:pt idx="2035">
                  <c:v>450.26604603596098</c:v>
                </c:pt>
                <c:pt idx="2036">
                  <c:v>456.43187538092479</c:v>
                </c:pt>
                <c:pt idx="2037">
                  <c:v>451.74890544769369</c:v>
                </c:pt>
                <c:pt idx="2038">
                  <c:v>457.83784130187894</c:v>
                </c:pt>
                <c:pt idx="2039">
                  <c:v>453.80845645403616</c:v>
                </c:pt>
                <c:pt idx="2040">
                  <c:v>452.38353410580265</c:v>
                </c:pt>
                <c:pt idx="2041">
                  <c:v>455.28832922959299</c:v>
                </c:pt>
                <c:pt idx="2042">
                  <c:v>451.99571985864981</c:v>
                </c:pt>
                <c:pt idx="2043">
                  <c:v>452.98109929936896</c:v>
                </c:pt>
                <c:pt idx="2044">
                  <c:v>451.12080248472404</c:v>
                </c:pt>
                <c:pt idx="2045">
                  <c:v>454.76516699885519</c:v>
                </c:pt>
                <c:pt idx="2046">
                  <c:v>456.26979972719067</c:v>
                </c:pt>
                <c:pt idx="2047">
                  <c:v>453.34057451203006</c:v>
                </c:pt>
                <c:pt idx="2048">
                  <c:v>450.50142066770064</c:v>
                </c:pt>
                <c:pt idx="2049">
                  <c:v>449.79362211672287</c:v>
                </c:pt>
                <c:pt idx="2050">
                  <c:v>447.65100124645653</c:v>
                </c:pt>
                <c:pt idx="2051">
                  <c:v>449.60231590795144</c:v>
                </c:pt>
                <c:pt idx="2052">
                  <c:v>454.94432821773631</c:v>
                </c:pt>
              </c:numCache>
            </c:numRef>
          </c:val>
          <c:smooth val="0"/>
          <c:extLst>
            <c:ext xmlns:c16="http://schemas.microsoft.com/office/drawing/2014/chart" uri="{C3380CC4-5D6E-409C-BE32-E72D297353CC}">
              <c16:uniqueId val="{00000000-1083-41C2-81F5-25B708EB6038}"/>
            </c:ext>
          </c:extLst>
        </c:ser>
        <c:ser>
          <c:idx val="1"/>
          <c:order val="1"/>
          <c:tx>
            <c:strRef>
              <c:f>'Charts Base 100'!$D$3</c:f>
              <c:strCache>
                <c:ptCount val="1"/>
                <c:pt idx="0">
                  <c:v>Ibovespa</c:v>
                </c:pt>
              </c:strCache>
            </c:strRef>
          </c:tx>
          <c:spPr>
            <a:ln w="22225" cap="rnd">
              <a:solidFill>
                <a:srgbClr val="1F2F44"/>
              </a:solidFill>
              <a:round/>
            </a:ln>
            <a:effectLst/>
          </c:spPr>
          <c:marker>
            <c:symbol val="none"/>
          </c:marker>
          <c:cat>
            <c:numRef>
              <c:f>'Charts Base 100'!$B$4:$B$2056</c:f>
              <c:numCache>
                <c:formatCode>m/d/yyyy</c:formatCode>
                <c:ptCount val="2053"/>
                <c:pt idx="0">
                  <c:v>43281</c:v>
                </c:pt>
                <c:pt idx="1">
                  <c:v>43283</c:v>
                </c:pt>
                <c:pt idx="2">
                  <c:v>43284</c:v>
                </c:pt>
                <c:pt idx="3">
                  <c:v>43285</c:v>
                </c:pt>
                <c:pt idx="4">
                  <c:v>43286</c:v>
                </c:pt>
                <c:pt idx="5">
                  <c:v>43287</c:v>
                </c:pt>
                <c:pt idx="6">
                  <c:v>43291</c:v>
                </c:pt>
                <c:pt idx="7">
                  <c:v>43292</c:v>
                </c:pt>
                <c:pt idx="8">
                  <c:v>43293</c:v>
                </c:pt>
                <c:pt idx="9">
                  <c:v>43294</c:v>
                </c:pt>
                <c:pt idx="10">
                  <c:v>43297</c:v>
                </c:pt>
                <c:pt idx="11">
                  <c:v>43298</c:v>
                </c:pt>
                <c:pt idx="12">
                  <c:v>43299</c:v>
                </c:pt>
                <c:pt idx="13">
                  <c:v>43300</c:v>
                </c:pt>
                <c:pt idx="14">
                  <c:v>43301</c:v>
                </c:pt>
                <c:pt idx="15">
                  <c:v>43304</c:v>
                </c:pt>
                <c:pt idx="16">
                  <c:v>43305</c:v>
                </c:pt>
                <c:pt idx="17">
                  <c:v>43306</c:v>
                </c:pt>
                <c:pt idx="18">
                  <c:v>43307</c:v>
                </c:pt>
                <c:pt idx="19">
                  <c:v>43308</c:v>
                </c:pt>
                <c:pt idx="20">
                  <c:v>43311</c:v>
                </c:pt>
                <c:pt idx="21">
                  <c:v>43312</c:v>
                </c:pt>
                <c:pt idx="22">
                  <c:v>43313</c:v>
                </c:pt>
                <c:pt idx="23">
                  <c:v>43314</c:v>
                </c:pt>
                <c:pt idx="24">
                  <c:v>43315</c:v>
                </c:pt>
                <c:pt idx="25">
                  <c:v>43318</c:v>
                </c:pt>
                <c:pt idx="26">
                  <c:v>43319</c:v>
                </c:pt>
                <c:pt idx="27">
                  <c:v>43320</c:v>
                </c:pt>
                <c:pt idx="28">
                  <c:v>43321</c:v>
                </c:pt>
                <c:pt idx="29">
                  <c:v>43322</c:v>
                </c:pt>
                <c:pt idx="30">
                  <c:v>43325</c:v>
                </c:pt>
                <c:pt idx="31">
                  <c:v>43326</c:v>
                </c:pt>
                <c:pt idx="32">
                  <c:v>43327</c:v>
                </c:pt>
                <c:pt idx="33">
                  <c:v>43328</c:v>
                </c:pt>
                <c:pt idx="34">
                  <c:v>43329</c:v>
                </c:pt>
                <c:pt idx="35">
                  <c:v>43332</c:v>
                </c:pt>
                <c:pt idx="36">
                  <c:v>43333</c:v>
                </c:pt>
                <c:pt idx="37">
                  <c:v>43334</c:v>
                </c:pt>
                <c:pt idx="38">
                  <c:v>43335</c:v>
                </c:pt>
                <c:pt idx="39">
                  <c:v>43336</c:v>
                </c:pt>
                <c:pt idx="40">
                  <c:v>43339</c:v>
                </c:pt>
                <c:pt idx="41">
                  <c:v>43340</c:v>
                </c:pt>
                <c:pt idx="42">
                  <c:v>43341</c:v>
                </c:pt>
                <c:pt idx="43">
                  <c:v>43342</c:v>
                </c:pt>
                <c:pt idx="44">
                  <c:v>43343</c:v>
                </c:pt>
                <c:pt idx="45">
                  <c:v>43346</c:v>
                </c:pt>
                <c:pt idx="46">
                  <c:v>43347</c:v>
                </c:pt>
                <c:pt idx="47">
                  <c:v>43348</c:v>
                </c:pt>
                <c:pt idx="48">
                  <c:v>43349</c:v>
                </c:pt>
                <c:pt idx="49">
                  <c:v>43353</c:v>
                </c:pt>
                <c:pt idx="50">
                  <c:v>43354</c:v>
                </c:pt>
                <c:pt idx="51">
                  <c:v>43355</c:v>
                </c:pt>
                <c:pt idx="52">
                  <c:v>43356</c:v>
                </c:pt>
                <c:pt idx="53">
                  <c:v>43357</c:v>
                </c:pt>
                <c:pt idx="54">
                  <c:v>43360</c:v>
                </c:pt>
                <c:pt idx="55">
                  <c:v>43361</c:v>
                </c:pt>
                <c:pt idx="56">
                  <c:v>43362</c:v>
                </c:pt>
                <c:pt idx="57">
                  <c:v>43363</c:v>
                </c:pt>
                <c:pt idx="58">
                  <c:v>43364</c:v>
                </c:pt>
                <c:pt idx="59">
                  <c:v>43367</c:v>
                </c:pt>
                <c:pt idx="60">
                  <c:v>43368</c:v>
                </c:pt>
                <c:pt idx="61">
                  <c:v>43369</c:v>
                </c:pt>
                <c:pt idx="62">
                  <c:v>43370</c:v>
                </c:pt>
                <c:pt idx="63">
                  <c:v>43371</c:v>
                </c:pt>
                <c:pt idx="64">
                  <c:v>43374</c:v>
                </c:pt>
                <c:pt idx="65">
                  <c:v>43375</c:v>
                </c:pt>
                <c:pt idx="66">
                  <c:v>43376</c:v>
                </c:pt>
                <c:pt idx="67">
                  <c:v>43377</c:v>
                </c:pt>
                <c:pt idx="68">
                  <c:v>43378</c:v>
                </c:pt>
                <c:pt idx="69">
                  <c:v>43381</c:v>
                </c:pt>
                <c:pt idx="70">
                  <c:v>43382</c:v>
                </c:pt>
                <c:pt idx="71">
                  <c:v>43383</c:v>
                </c:pt>
                <c:pt idx="72">
                  <c:v>43384</c:v>
                </c:pt>
                <c:pt idx="73">
                  <c:v>43388</c:v>
                </c:pt>
                <c:pt idx="74">
                  <c:v>43389</c:v>
                </c:pt>
                <c:pt idx="75">
                  <c:v>43390</c:v>
                </c:pt>
                <c:pt idx="76">
                  <c:v>43391</c:v>
                </c:pt>
                <c:pt idx="77">
                  <c:v>43392</c:v>
                </c:pt>
                <c:pt idx="78">
                  <c:v>43395</c:v>
                </c:pt>
                <c:pt idx="79">
                  <c:v>43396</c:v>
                </c:pt>
                <c:pt idx="80">
                  <c:v>43397</c:v>
                </c:pt>
                <c:pt idx="81">
                  <c:v>43398</c:v>
                </c:pt>
                <c:pt idx="82">
                  <c:v>43399</c:v>
                </c:pt>
                <c:pt idx="83">
                  <c:v>43402</c:v>
                </c:pt>
                <c:pt idx="84">
                  <c:v>43403</c:v>
                </c:pt>
                <c:pt idx="85">
                  <c:v>43404</c:v>
                </c:pt>
                <c:pt idx="86">
                  <c:v>43405</c:v>
                </c:pt>
                <c:pt idx="87">
                  <c:v>43409</c:v>
                </c:pt>
                <c:pt idx="88">
                  <c:v>43410</c:v>
                </c:pt>
                <c:pt idx="89">
                  <c:v>43411</c:v>
                </c:pt>
                <c:pt idx="90">
                  <c:v>43412</c:v>
                </c:pt>
                <c:pt idx="91">
                  <c:v>43413</c:v>
                </c:pt>
                <c:pt idx="92">
                  <c:v>43416</c:v>
                </c:pt>
                <c:pt idx="93">
                  <c:v>43417</c:v>
                </c:pt>
                <c:pt idx="94">
                  <c:v>43418</c:v>
                </c:pt>
                <c:pt idx="95">
                  <c:v>43420</c:v>
                </c:pt>
                <c:pt idx="96">
                  <c:v>43423</c:v>
                </c:pt>
                <c:pt idx="97">
                  <c:v>43425</c:v>
                </c:pt>
                <c:pt idx="98">
                  <c:v>43426</c:v>
                </c:pt>
                <c:pt idx="99">
                  <c:v>43427</c:v>
                </c:pt>
                <c:pt idx="100">
                  <c:v>43430</c:v>
                </c:pt>
                <c:pt idx="101">
                  <c:v>43431</c:v>
                </c:pt>
                <c:pt idx="102">
                  <c:v>43432</c:v>
                </c:pt>
                <c:pt idx="103">
                  <c:v>43433</c:v>
                </c:pt>
                <c:pt idx="104">
                  <c:v>43434</c:v>
                </c:pt>
                <c:pt idx="105">
                  <c:v>43437</c:v>
                </c:pt>
                <c:pt idx="106">
                  <c:v>43438</c:v>
                </c:pt>
                <c:pt idx="107">
                  <c:v>43439</c:v>
                </c:pt>
                <c:pt idx="108">
                  <c:v>43440</c:v>
                </c:pt>
                <c:pt idx="109">
                  <c:v>43441</c:v>
                </c:pt>
                <c:pt idx="110">
                  <c:v>43444</c:v>
                </c:pt>
                <c:pt idx="111">
                  <c:v>43445</c:v>
                </c:pt>
                <c:pt idx="112">
                  <c:v>43446</c:v>
                </c:pt>
                <c:pt idx="113">
                  <c:v>43447</c:v>
                </c:pt>
                <c:pt idx="114">
                  <c:v>43448</c:v>
                </c:pt>
                <c:pt idx="115">
                  <c:v>43451</c:v>
                </c:pt>
                <c:pt idx="116">
                  <c:v>43452</c:v>
                </c:pt>
                <c:pt idx="117">
                  <c:v>43453</c:v>
                </c:pt>
                <c:pt idx="118">
                  <c:v>43454</c:v>
                </c:pt>
                <c:pt idx="119">
                  <c:v>43455</c:v>
                </c:pt>
                <c:pt idx="120">
                  <c:v>43460</c:v>
                </c:pt>
                <c:pt idx="121">
                  <c:v>43461</c:v>
                </c:pt>
                <c:pt idx="122">
                  <c:v>43462</c:v>
                </c:pt>
                <c:pt idx="123">
                  <c:v>43467</c:v>
                </c:pt>
                <c:pt idx="124">
                  <c:v>43468</c:v>
                </c:pt>
                <c:pt idx="125">
                  <c:v>43469</c:v>
                </c:pt>
                <c:pt idx="126">
                  <c:v>43472</c:v>
                </c:pt>
                <c:pt idx="127">
                  <c:v>43473</c:v>
                </c:pt>
                <c:pt idx="128">
                  <c:v>43474</c:v>
                </c:pt>
                <c:pt idx="129">
                  <c:v>43475</c:v>
                </c:pt>
                <c:pt idx="130">
                  <c:v>43476</c:v>
                </c:pt>
                <c:pt idx="131">
                  <c:v>43479</c:v>
                </c:pt>
                <c:pt idx="132">
                  <c:v>43480</c:v>
                </c:pt>
                <c:pt idx="133">
                  <c:v>43481</c:v>
                </c:pt>
                <c:pt idx="134">
                  <c:v>43482</c:v>
                </c:pt>
                <c:pt idx="135">
                  <c:v>43483</c:v>
                </c:pt>
                <c:pt idx="136">
                  <c:v>43486</c:v>
                </c:pt>
                <c:pt idx="137">
                  <c:v>43487</c:v>
                </c:pt>
                <c:pt idx="138">
                  <c:v>43488</c:v>
                </c:pt>
                <c:pt idx="139">
                  <c:v>43489</c:v>
                </c:pt>
                <c:pt idx="140">
                  <c:v>43493</c:v>
                </c:pt>
                <c:pt idx="141">
                  <c:v>43494</c:v>
                </c:pt>
                <c:pt idx="142">
                  <c:v>43495</c:v>
                </c:pt>
                <c:pt idx="143">
                  <c:v>43496</c:v>
                </c:pt>
                <c:pt idx="144">
                  <c:v>43497</c:v>
                </c:pt>
                <c:pt idx="145">
                  <c:v>43500</c:v>
                </c:pt>
                <c:pt idx="146">
                  <c:v>43501</c:v>
                </c:pt>
                <c:pt idx="147">
                  <c:v>43502</c:v>
                </c:pt>
                <c:pt idx="148">
                  <c:v>43503</c:v>
                </c:pt>
                <c:pt idx="149">
                  <c:v>43504</c:v>
                </c:pt>
                <c:pt idx="150">
                  <c:v>43507</c:v>
                </c:pt>
                <c:pt idx="151">
                  <c:v>43508</c:v>
                </c:pt>
                <c:pt idx="152">
                  <c:v>43509</c:v>
                </c:pt>
                <c:pt idx="153">
                  <c:v>43510</c:v>
                </c:pt>
                <c:pt idx="154">
                  <c:v>43511</c:v>
                </c:pt>
                <c:pt idx="155">
                  <c:v>43514</c:v>
                </c:pt>
                <c:pt idx="156">
                  <c:v>43515</c:v>
                </c:pt>
                <c:pt idx="157">
                  <c:v>43516</c:v>
                </c:pt>
                <c:pt idx="158">
                  <c:v>43517</c:v>
                </c:pt>
                <c:pt idx="159">
                  <c:v>43518</c:v>
                </c:pt>
                <c:pt idx="160">
                  <c:v>43521</c:v>
                </c:pt>
                <c:pt idx="161">
                  <c:v>43522</c:v>
                </c:pt>
                <c:pt idx="162">
                  <c:v>43523</c:v>
                </c:pt>
                <c:pt idx="163">
                  <c:v>43524</c:v>
                </c:pt>
                <c:pt idx="164">
                  <c:v>43525</c:v>
                </c:pt>
                <c:pt idx="165">
                  <c:v>43530</c:v>
                </c:pt>
                <c:pt idx="166">
                  <c:v>43531</c:v>
                </c:pt>
                <c:pt idx="167">
                  <c:v>43532</c:v>
                </c:pt>
                <c:pt idx="168">
                  <c:v>43535</c:v>
                </c:pt>
                <c:pt idx="169">
                  <c:v>43536</c:v>
                </c:pt>
                <c:pt idx="170">
                  <c:v>43537</c:v>
                </c:pt>
                <c:pt idx="171">
                  <c:v>43538</c:v>
                </c:pt>
                <c:pt idx="172">
                  <c:v>43539</c:v>
                </c:pt>
                <c:pt idx="173">
                  <c:v>43542</c:v>
                </c:pt>
                <c:pt idx="174">
                  <c:v>43543</c:v>
                </c:pt>
                <c:pt idx="175">
                  <c:v>43544</c:v>
                </c:pt>
                <c:pt idx="176">
                  <c:v>43545</c:v>
                </c:pt>
                <c:pt idx="177">
                  <c:v>43546</c:v>
                </c:pt>
                <c:pt idx="178">
                  <c:v>43549</c:v>
                </c:pt>
                <c:pt idx="179">
                  <c:v>43550</c:v>
                </c:pt>
                <c:pt idx="180">
                  <c:v>43551</c:v>
                </c:pt>
                <c:pt idx="181">
                  <c:v>43552</c:v>
                </c:pt>
                <c:pt idx="182">
                  <c:v>43553</c:v>
                </c:pt>
                <c:pt idx="183">
                  <c:v>43556</c:v>
                </c:pt>
                <c:pt idx="184">
                  <c:v>43557</c:v>
                </c:pt>
                <c:pt idx="185">
                  <c:v>43558</c:v>
                </c:pt>
                <c:pt idx="186">
                  <c:v>43559</c:v>
                </c:pt>
                <c:pt idx="187">
                  <c:v>43560</c:v>
                </c:pt>
                <c:pt idx="188">
                  <c:v>43563</c:v>
                </c:pt>
                <c:pt idx="189">
                  <c:v>43564</c:v>
                </c:pt>
                <c:pt idx="190">
                  <c:v>43565</c:v>
                </c:pt>
                <c:pt idx="191">
                  <c:v>43566</c:v>
                </c:pt>
                <c:pt idx="192">
                  <c:v>43567</c:v>
                </c:pt>
                <c:pt idx="193">
                  <c:v>43570</c:v>
                </c:pt>
                <c:pt idx="194">
                  <c:v>43571</c:v>
                </c:pt>
                <c:pt idx="195">
                  <c:v>43572</c:v>
                </c:pt>
                <c:pt idx="196">
                  <c:v>43573</c:v>
                </c:pt>
                <c:pt idx="197">
                  <c:v>43577</c:v>
                </c:pt>
                <c:pt idx="198">
                  <c:v>43578</c:v>
                </c:pt>
                <c:pt idx="199">
                  <c:v>43579</c:v>
                </c:pt>
                <c:pt idx="200">
                  <c:v>43580</c:v>
                </c:pt>
                <c:pt idx="201">
                  <c:v>43581</c:v>
                </c:pt>
                <c:pt idx="202">
                  <c:v>43584</c:v>
                </c:pt>
                <c:pt idx="203">
                  <c:v>43585</c:v>
                </c:pt>
                <c:pt idx="204">
                  <c:v>43587</c:v>
                </c:pt>
                <c:pt idx="205">
                  <c:v>43588</c:v>
                </c:pt>
                <c:pt idx="206">
                  <c:v>43591</c:v>
                </c:pt>
                <c:pt idx="207">
                  <c:v>43592</c:v>
                </c:pt>
                <c:pt idx="208">
                  <c:v>43593</c:v>
                </c:pt>
                <c:pt idx="209">
                  <c:v>43594</c:v>
                </c:pt>
                <c:pt idx="210">
                  <c:v>43595</c:v>
                </c:pt>
                <c:pt idx="211">
                  <c:v>43598</c:v>
                </c:pt>
                <c:pt idx="212">
                  <c:v>43599</c:v>
                </c:pt>
                <c:pt idx="213">
                  <c:v>43600</c:v>
                </c:pt>
                <c:pt idx="214">
                  <c:v>43601</c:v>
                </c:pt>
                <c:pt idx="215">
                  <c:v>43602</c:v>
                </c:pt>
                <c:pt idx="216">
                  <c:v>43605</c:v>
                </c:pt>
                <c:pt idx="217">
                  <c:v>43606</c:v>
                </c:pt>
                <c:pt idx="218">
                  <c:v>43607</c:v>
                </c:pt>
                <c:pt idx="219">
                  <c:v>43608</c:v>
                </c:pt>
                <c:pt idx="220">
                  <c:v>43609</c:v>
                </c:pt>
                <c:pt idx="221">
                  <c:v>43612</c:v>
                </c:pt>
                <c:pt idx="222">
                  <c:v>43613</c:v>
                </c:pt>
                <c:pt idx="223">
                  <c:v>43614</c:v>
                </c:pt>
                <c:pt idx="224">
                  <c:v>43615</c:v>
                </c:pt>
                <c:pt idx="225">
                  <c:v>43616</c:v>
                </c:pt>
                <c:pt idx="226">
                  <c:v>43619</c:v>
                </c:pt>
                <c:pt idx="227">
                  <c:v>43620</c:v>
                </c:pt>
                <c:pt idx="228">
                  <c:v>43621</c:v>
                </c:pt>
                <c:pt idx="229">
                  <c:v>43622</c:v>
                </c:pt>
                <c:pt idx="230">
                  <c:v>43623</c:v>
                </c:pt>
                <c:pt idx="231">
                  <c:v>43626</c:v>
                </c:pt>
                <c:pt idx="232">
                  <c:v>43627</c:v>
                </c:pt>
                <c:pt idx="233">
                  <c:v>43628</c:v>
                </c:pt>
                <c:pt idx="234">
                  <c:v>43629</c:v>
                </c:pt>
                <c:pt idx="235">
                  <c:v>43630</c:v>
                </c:pt>
                <c:pt idx="236">
                  <c:v>43633</c:v>
                </c:pt>
                <c:pt idx="237">
                  <c:v>43634</c:v>
                </c:pt>
                <c:pt idx="238">
                  <c:v>43635</c:v>
                </c:pt>
                <c:pt idx="239">
                  <c:v>43637</c:v>
                </c:pt>
                <c:pt idx="240">
                  <c:v>43640</c:v>
                </c:pt>
                <c:pt idx="241">
                  <c:v>43641</c:v>
                </c:pt>
                <c:pt idx="242">
                  <c:v>43642</c:v>
                </c:pt>
                <c:pt idx="243">
                  <c:v>43643</c:v>
                </c:pt>
                <c:pt idx="244">
                  <c:v>43644</c:v>
                </c:pt>
                <c:pt idx="245">
                  <c:v>43647</c:v>
                </c:pt>
                <c:pt idx="246">
                  <c:v>43648</c:v>
                </c:pt>
                <c:pt idx="247">
                  <c:v>43649</c:v>
                </c:pt>
                <c:pt idx="248">
                  <c:v>43650</c:v>
                </c:pt>
                <c:pt idx="249">
                  <c:v>43651</c:v>
                </c:pt>
                <c:pt idx="250">
                  <c:v>43654</c:v>
                </c:pt>
                <c:pt idx="251">
                  <c:v>43656</c:v>
                </c:pt>
                <c:pt idx="252">
                  <c:v>43657</c:v>
                </c:pt>
                <c:pt idx="253">
                  <c:v>43658</c:v>
                </c:pt>
                <c:pt idx="254">
                  <c:v>43661</c:v>
                </c:pt>
                <c:pt idx="255">
                  <c:v>43662</c:v>
                </c:pt>
                <c:pt idx="256">
                  <c:v>43663</c:v>
                </c:pt>
                <c:pt idx="257">
                  <c:v>43664</c:v>
                </c:pt>
                <c:pt idx="258">
                  <c:v>43665</c:v>
                </c:pt>
                <c:pt idx="259">
                  <c:v>43668</c:v>
                </c:pt>
                <c:pt idx="260">
                  <c:v>43669</c:v>
                </c:pt>
                <c:pt idx="261">
                  <c:v>43670</c:v>
                </c:pt>
                <c:pt idx="262">
                  <c:v>43671</c:v>
                </c:pt>
                <c:pt idx="263">
                  <c:v>43672</c:v>
                </c:pt>
                <c:pt idx="264">
                  <c:v>43675</c:v>
                </c:pt>
                <c:pt idx="265">
                  <c:v>43676</c:v>
                </c:pt>
                <c:pt idx="266">
                  <c:v>43677</c:v>
                </c:pt>
                <c:pt idx="267">
                  <c:v>43678</c:v>
                </c:pt>
                <c:pt idx="268">
                  <c:v>43679</c:v>
                </c:pt>
                <c:pt idx="269">
                  <c:v>43682</c:v>
                </c:pt>
                <c:pt idx="270">
                  <c:v>43683</c:v>
                </c:pt>
                <c:pt idx="271">
                  <c:v>43684</c:v>
                </c:pt>
                <c:pt idx="272">
                  <c:v>43685</c:v>
                </c:pt>
                <c:pt idx="273">
                  <c:v>43686</c:v>
                </c:pt>
                <c:pt idx="274">
                  <c:v>43689</c:v>
                </c:pt>
                <c:pt idx="275">
                  <c:v>43690</c:v>
                </c:pt>
                <c:pt idx="276">
                  <c:v>43691</c:v>
                </c:pt>
                <c:pt idx="277">
                  <c:v>43692</c:v>
                </c:pt>
                <c:pt idx="278">
                  <c:v>43693</c:v>
                </c:pt>
                <c:pt idx="279">
                  <c:v>43696</c:v>
                </c:pt>
                <c:pt idx="280">
                  <c:v>43697</c:v>
                </c:pt>
                <c:pt idx="281">
                  <c:v>43698</c:v>
                </c:pt>
                <c:pt idx="282">
                  <c:v>43699</c:v>
                </c:pt>
                <c:pt idx="283">
                  <c:v>43700</c:v>
                </c:pt>
                <c:pt idx="284">
                  <c:v>43703</c:v>
                </c:pt>
                <c:pt idx="285">
                  <c:v>43704</c:v>
                </c:pt>
                <c:pt idx="286">
                  <c:v>43705</c:v>
                </c:pt>
                <c:pt idx="287">
                  <c:v>43706</c:v>
                </c:pt>
                <c:pt idx="288">
                  <c:v>43707</c:v>
                </c:pt>
                <c:pt idx="289">
                  <c:v>43710</c:v>
                </c:pt>
                <c:pt idx="290">
                  <c:v>43711</c:v>
                </c:pt>
                <c:pt idx="291">
                  <c:v>43712</c:v>
                </c:pt>
                <c:pt idx="292">
                  <c:v>43713</c:v>
                </c:pt>
                <c:pt idx="293">
                  <c:v>43714</c:v>
                </c:pt>
                <c:pt idx="294">
                  <c:v>43717</c:v>
                </c:pt>
                <c:pt idx="295">
                  <c:v>43718</c:v>
                </c:pt>
                <c:pt idx="296">
                  <c:v>43719</c:v>
                </c:pt>
                <c:pt idx="297">
                  <c:v>43720</c:v>
                </c:pt>
                <c:pt idx="298">
                  <c:v>43721</c:v>
                </c:pt>
                <c:pt idx="299">
                  <c:v>43724</c:v>
                </c:pt>
                <c:pt idx="300">
                  <c:v>43725</c:v>
                </c:pt>
                <c:pt idx="301">
                  <c:v>43726</c:v>
                </c:pt>
                <c:pt idx="302">
                  <c:v>43727</c:v>
                </c:pt>
                <c:pt idx="303">
                  <c:v>43728</c:v>
                </c:pt>
                <c:pt idx="304">
                  <c:v>43731</c:v>
                </c:pt>
                <c:pt idx="305">
                  <c:v>43732</c:v>
                </c:pt>
                <c:pt idx="306">
                  <c:v>43733</c:v>
                </c:pt>
                <c:pt idx="307">
                  <c:v>43734</c:v>
                </c:pt>
                <c:pt idx="308">
                  <c:v>43735</c:v>
                </c:pt>
                <c:pt idx="309">
                  <c:v>43738</c:v>
                </c:pt>
                <c:pt idx="310">
                  <c:v>43739</c:v>
                </c:pt>
                <c:pt idx="311">
                  <c:v>43740</c:v>
                </c:pt>
                <c:pt idx="312">
                  <c:v>43741</c:v>
                </c:pt>
                <c:pt idx="313">
                  <c:v>43742</c:v>
                </c:pt>
                <c:pt idx="314">
                  <c:v>43745</c:v>
                </c:pt>
                <c:pt idx="315">
                  <c:v>43746</c:v>
                </c:pt>
                <c:pt idx="316">
                  <c:v>43747</c:v>
                </c:pt>
                <c:pt idx="317">
                  <c:v>43748</c:v>
                </c:pt>
                <c:pt idx="318">
                  <c:v>43749</c:v>
                </c:pt>
                <c:pt idx="319">
                  <c:v>43752</c:v>
                </c:pt>
                <c:pt idx="320">
                  <c:v>43753</c:v>
                </c:pt>
                <c:pt idx="321">
                  <c:v>43754</c:v>
                </c:pt>
                <c:pt idx="322">
                  <c:v>43755</c:v>
                </c:pt>
                <c:pt idx="323">
                  <c:v>43756</c:v>
                </c:pt>
                <c:pt idx="324">
                  <c:v>43759</c:v>
                </c:pt>
                <c:pt idx="325">
                  <c:v>43760</c:v>
                </c:pt>
                <c:pt idx="326">
                  <c:v>43761</c:v>
                </c:pt>
                <c:pt idx="327">
                  <c:v>43762</c:v>
                </c:pt>
                <c:pt idx="328">
                  <c:v>43763</c:v>
                </c:pt>
                <c:pt idx="329">
                  <c:v>43766</c:v>
                </c:pt>
                <c:pt idx="330">
                  <c:v>43767</c:v>
                </c:pt>
                <c:pt idx="331">
                  <c:v>43768</c:v>
                </c:pt>
                <c:pt idx="332">
                  <c:v>43769</c:v>
                </c:pt>
                <c:pt idx="333">
                  <c:v>43770</c:v>
                </c:pt>
                <c:pt idx="334">
                  <c:v>43773</c:v>
                </c:pt>
                <c:pt idx="335">
                  <c:v>43774</c:v>
                </c:pt>
                <c:pt idx="336">
                  <c:v>43775</c:v>
                </c:pt>
                <c:pt idx="337">
                  <c:v>43776</c:v>
                </c:pt>
                <c:pt idx="338">
                  <c:v>43777</c:v>
                </c:pt>
                <c:pt idx="339">
                  <c:v>43780</c:v>
                </c:pt>
                <c:pt idx="340">
                  <c:v>43781</c:v>
                </c:pt>
                <c:pt idx="341">
                  <c:v>43782</c:v>
                </c:pt>
                <c:pt idx="342">
                  <c:v>43783</c:v>
                </c:pt>
                <c:pt idx="343">
                  <c:v>43787</c:v>
                </c:pt>
                <c:pt idx="344">
                  <c:v>43788</c:v>
                </c:pt>
                <c:pt idx="345">
                  <c:v>43790</c:v>
                </c:pt>
                <c:pt idx="346">
                  <c:v>43791</c:v>
                </c:pt>
                <c:pt idx="347">
                  <c:v>43794</c:v>
                </c:pt>
                <c:pt idx="348">
                  <c:v>43795</c:v>
                </c:pt>
                <c:pt idx="349">
                  <c:v>43796</c:v>
                </c:pt>
                <c:pt idx="350">
                  <c:v>43797</c:v>
                </c:pt>
                <c:pt idx="351">
                  <c:v>43798</c:v>
                </c:pt>
                <c:pt idx="352">
                  <c:v>43801</c:v>
                </c:pt>
                <c:pt idx="353">
                  <c:v>43802</c:v>
                </c:pt>
                <c:pt idx="354">
                  <c:v>43803</c:v>
                </c:pt>
                <c:pt idx="355">
                  <c:v>43804</c:v>
                </c:pt>
                <c:pt idx="356">
                  <c:v>43805</c:v>
                </c:pt>
                <c:pt idx="357">
                  <c:v>43808</c:v>
                </c:pt>
                <c:pt idx="358">
                  <c:v>43809</c:v>
                </c:pt>
                <c:pt idx="359">
                  <c:v>43810</c:v>
                </c:pt>
                <c:pt idx="360">
                  <c:v>43811</c:v>
                </c:pt>
                <c:pt idx="361">
                  <c:v>43812</c:v>
                </c:pt>
                <c:pt idx="362">
                  <c:v>43815</c:v>
                </c:pt>
                <c:pt idx="363">
                  <c:v>43816</c:v>
                </c:pt>
                <c:pt idx="364">
                  <c:v>43817</c:v>
                </c:pt>
                <c:pt idx="365">
                  <c:v>43818</c:v>
                </c:pt>
                <c:pt idx="366">
                  <c:v>43819</c:v>
                </c:pt>
                <c:pt idx="367">
                  <c:v>43822</c:v>
                </c:pt>
                <c:pt idx="368">
                  <c:v>43825</c:v>
                </c:pt>
                <c:pt idx="369">
                  <c:v>43826</c:v>
                </c:pt>
                <c:pt idx="370">
                  <c:v>43829</c:v>
                </c:pt>
                <c:pt idx="371">
                  <c:v>43832</c:v>
                </c:pt>
                <c:pt idx="372">
                  <c:v>43833</c:v>
                </c:pt>
                <c:pt idx="373">
                  <c:v>43836</c:v>
                </c:pt>
                <c:pt idx="374">
                  <c:v>43837</c:v>
                </c:pt>
                <c:pt idx="375">
                  <c:v>43838</c:v>
                </c:pt>
                <c:pt idx="376">
                  <c:v>43839</c:v>
                </c:pt>
                <c:pt idx="377">
                  <c:v>43840</c:v>
                </c:pt>
                <c:pt idx="378">
                  <c:v>43843</c:v>
                </c:pt>
                <c:pt idx="379">
                  <c:v>43844</c:v>
                </c:pt>
                <c:pt idx="380">
                  <c:v>43845</c:v>
                </c:pt>
                <c:pt idx="381">
                  <c:v>43846</c:v>
                </c:pt>
                <c:pt idx="382">
                  <c:v>43847</c:v>
                </c:pt>
                <c:pt idx="383">
                  <c:v>43850</c:v>
                </c:pt>
                <c:pt idx="384">
                  <c:v>43851</c:v>
                </c:pt>
                <c:pt idx="385">
                  <c:v>43852</c:v>
                </c:pt>
                <c:pt idx="386">
                  <c:v>43853</c:v>
                </c:pt>
                <c:pt idx="387">
                  <c:v>43854</c:v>
                </c:pt>
                <c:pt idx="388">
                  <c:v>43857</c:v>
                </c:pt>
                <c:pt idx="389">
                  <c:v>43858</c:v>
                </c:pt>
                <c:pt idx="390">
                  <c:v>43859</c:v>
                </c:pt>
                <c:pt idx="391">
                  <c:v>43860</c:v>
                </c:pt>
                <c:pt idx="392">
                  <c:v>43861</c:v>
                </c:pt>
                <c:pt idx="393">
                  <c:v>43864</c:v>
                </c:pt>
                <c:pt idx="394">
                  <c:v>43865</c:v>
                </c:pt>
                <c:pt idx="395">
                  <c:v>43866</c:v>
                </c:pt>
                <c:pt idx="396">
                  <c:v>43867</c:v>
                </c:pt>
                <c:pt idx="397">
                  <c:v>43868</c:v>
                </c:pt>
                <c:pt idx="398">
                  <c:v>43871</c:v>
                </c:pt>
                <c:pt idx="399">
                  <c:v>43872</c:v>
                </c:pt>
                <c:pt idx="400">
                  <c:v>43873</c:v>
                </c:pt>
                <c:pt idx="401">
                  <c:v>43874</c:v>
                </c:pt>
                <c:pt idx="402">
                  <c:v>43875</c:v>
                </c:pt>
                <c:pt idx="403">
                  <c:v>43878</c:v>
                </c:pt>
                <c:pt idx="404">
                  <c:v>43879</c:v>
                </c:pt>
                <c:pt idx="405">
                  <c:v>43880</c:v>
                </c:pt>
                <c:pt idx="406">
                  <c:v>43881</c:v>
                </c:pt>
                <c:pt idx="407">
                  <c:v>43882</c:v>
                </c:pt>
                <c:pt idx="408">
                  <c:v>43887</c:v>
                </c:pt>
                <c:pt idx="409">
                  <c:v>43888</c:v>
                </c:pt>
                <c:pt idx="410">
                  <c:v>43889</c:v>
                </c:pt>
                <c:pt idx="411">
                  <c:v>43892</c:v>
                </c:pt>
                <c:pt idx="412">
                  <c:v>43893</c:v>
                </c:pt>
                <c:pt idx="413">
                  <c:v>43894</c:v>
                </c:pt>
                <c:pt idx="414">
                  <c:v>43895</c:v>
                </c:pt>
                <c:pt idx="415">
                  <c:v>43896</c:v>
                </c:pt>
                <c:pt idx="416">
                  <c:v>43899</c:v>
                </c:pt>
                <c:pt idx="417">
                  <c:v>43900</c:v>
                </c:pt>
                <c:pt idx="418">
                  <c:v>43901</c:v>
                </c:pt>
                <c:pt idx="419">
                  <c:v>43902</c:v>
                </c:pt>
                <c:pt idx="420">
                  <c:v>43903</c:v>
                </c:pt>
                <c:pt idx="421">
                  <c:v>43906</c:v>
                </c:pt>
                <c:pt idx="422">
                  <c:v>43907</c:v>
                </c:pt>
                <c:pt idx="423">
                  <c:v>43908</c:v>
                </c:pt>
                <c:pt idx="424">
                  <c:v>43909</c:v>
                </c:pt>
                <c:pt idx="425">
                  <c:v>43910</c:v>
                </c:pt>
                <c:pt idx="426">
                  <c:v>43913</c:v>
                </c:pt>
                <c:pt idx="427">
                  <c:v>43914</c:v>
                </c:pt>
                <c:pt idx="428">
                  <c:v>43915</c:v>
                </c:pt>
                <c:pt idx="429">
                  <c:v>43916</c:v>
                </c:pt>
                <c:pt idx="430">
                  <c:v>43917</c:v>
                </c:pt>
                <c:pt idx="431">
                  <c:v>43920</c:v>
                </c:pt>
                <c:pt idx="432">
                  <c:v>43921</c:v>
                </c:pt>
                <c:pt idx="433">
                  <c:v>43922</c:v>
                </c:pt>
                <c:pt idx="434">
                  <c:v>43923</c:v>
                </c:pt>
                <c:pt idx="435">
                  <c:v>43924</c:v>
                </c:pt>
                <c:pt idx="436">
                  <c:v>43927</c:v>
                </c:pt>
                <c:pt idx="437">
                  <c:v>43928</c:v>
                </c:pt>
                <c:pt idx="438">
                  <c:v>43929</c:v>
                </c:pt>
                <c:pt idx="439">
                  <c:v>43930</c:v>
                </c:pt>
                <c:pt idx="440">
                  <c:v>43934</c:v>
                </c:pt>
                <c:pt idx="441">
                  <c:v>43935</c:v>
                </c:pt>
                <c:pt idx="442">
                  <c:v>43936</c:v>
                </c:pt>
                <c:pt idx="443">
                  <c:v>43937</c:v>
                </c:pt>
                <c:pt idx="444">
                  <c:v>43938</c:v>
                </c:pt>
                <c:pt idx="445">
                  <c:v>43941</c:v>
                </c:pt>
                <c:pt idx="446">
                  <c:v>43943</c:v>
                </c:pt>
                <c:pt idx="447">
                  <c:v>43944</c:v>
                </c:pt>
                <c:pt idx="448">
                  <c:v>43945</c:v>
                </c:pt>
                <c:pt idx="449">
                  <c:v>43948</c:v>
                </c:pt>
                <c:pt idx="450">
                  <c:v>43949</c:v>
                </c:pt>
                <c:pt idx="451">
                  <c:v>43950</c:v>
                </c:pt>
                <c:pt idx="452">
                  <c:v>43951</c:v>
                </c:pt>
                <c:pt idx="453">
                  <c:v>43955</c:v>
                </c:pt>
                <c:pt idx="454">
                  <c:v>43956</c:v>
                </c:pt>
                <c:pt idx="455">
                  <c:v>43957</c:v>
                </c:pt>
                <c:pt idx="456">
                  <c:v>43958</c:v>
                </c:pt>
                <c:pt idx="457">
                  <c:v>43959</c:v>
                </c:pt>
                <c:pt idx="458">
                  <c:v>43962</c:v>
                </c:pt>
                <c:pt idx="459">
                  <c:v>43963</c:v>
                </c:pt>
                <c:pt idx="460">
                  <c:v>43964</c:v>
                </c:pt>
                <c:pt idx="461">
                  <c:v>43965</c:v>
                </c:pt>
                <c:pt idx="462">
                  <c:v>43966</c:v>
                </c:pt>
                <c:pt idx="463">
                  <c:v>43969</c:v>
                </c:pt>
                <c:pt idx="464">
                  <c:v>43970</c:v>
                </c:pt>
                <c:pt idx="465">
                  <c:v>43971</c:v>
                </c:pt>
                <c:pt idx="466">
                  <c:v>43972</c:v>
                </c:pt>
                <c:pt idx="467">
                  <c:v>43973</c:v>
                </c:pt>
                <c:pt idx="468">
                  <c:v>43976</c:v>
                </c:pt>
                <c:pt idx="469">
                  <c:v>43977</c:v>
                </c:pt>
                <c:pt idx="470">
                  <c:v>43978</c:v>
                </c:pt>
                <c:pt idx="471">
                  <c:v>43979</c:v>
                </c:pt>
                <c:pt idx="472">
                  <c:v>43980</c:v>
                </c:pt>
                <c:pt idx="473">
                  <c:v>43983</c:v>
                </c:pt>
                <c:pt idx="474">
                  <c:v>43984</c:v>
                </c:pt>
                <c:pt idx="475">
                  <c:v>43985</c:v>
                </c:pt>
                <c:pt idx="476">
                  <c:v>43986</c:v>
                </c:pt>
                <c:pt idx="477">
                  <c:v>43987</c:v>
                </c:pt>
                <c:pt idx="478">
                  <c:v>43990</c:v>
                </c:pt>
                <c:pt idx="479">
                  <c:v>43991</c:v>
                </c:pt>
                <c:pt idx="480">
                  <c:v>43992</c:v>
                </c:pt>
                <c:pt idx="481">
                  <c:v>43994</c:v>
                </c:pt>
                <c:pt idx="482">
                  <c:v>43997</c:v>
                </c:pt>
                <c:pt idx="483">
                  <c:v>43998</c:v>
                </c:pt>
                <c:pt idx="484">
                  <c:v>43999</c:v>
                </c:pt>
                <c:pt idx="485">
                  <c:v>44000</c:v>
                </c:pt>
                <c:pt idx="486">
                  <c:v>44001</c:v>
                </c:pt>
                <c:pt idx="487">
                  <c:v>44004</c:v>
                </c:pt>
                <c:pt idx="488">
                  <c:v>44005</c:v>
                </c:pt>
                <c:pt idx="489">
                  <c:v>44006</c:v>
                </c:pt>
                <c:pt idx="490">
                  <c:v>44007</c:v>
                </c:pt>
                <c:pt idx="491">
                  <c:v>44008</c:v>
                </c:pt>
                <c:pt idx="492">
                  <c:v>44011</c:v>
                </c:pt>
                <c:pt idx="493">
                  <c:v>44012</c:v>
                </c:pt>
                <c:pt idx="494">
                  <c:v>44013</c:v>
                </c:pt>
                <c:pt idx="495">
                  <c:v>44014</c:v>
                </c:pt>
                <c:pt idx="496">
                  <c:v>44015</c:v>
                </c:pt>
                <c:pt idx="497">
                  <c:v>44018</c:v>
                </c:pt>
                <c:pt idx="498">
                  <c:v>44019</c:v>
                </c:pt>
                <c:pt idx="499">
                  <c:v>44020</c:v>
                </c:pt>
                <c:pt idx="500">
                  <c:v>44021</c:v>
                </c:pt>
                <c:pt idx="501">
                  <c:v>44022</c:v>
                </c:pt>
                <c:pt idx="502">
                  <c:v>44025</c:v>
                </c:pt>
                <c:pt idx="503">
                  <c:v>44026</c:v>
                </c:pt>
                <c:pt idx="504">
                  <c:v>44027</c:v>
                </c:pt>
                <c:pt idx="505">
                  <c:v>44028</c:v>
                </c:pt>
                <c:pt idx="506">
                  <c:v>44029</c:v>
                </c:pt>
                <c:pt idx="507">
                  <c:v>44032</c:v>
                </c:pt>
                <c:pt idx="508">
                  <c:v>44033</c:v>
                </c:pt>
                <c:pt idx="509">
                  <c:v>44034</c:v>
                </c:pt>
                <c:pt idx="510">
                  <c:v>44035</c:v>
                </c:pt>
                <c:pt idx="511">
                  <c:v>44036</c:v>
                </c:pt>
                <c:pt idx="512">
                  <c:v>44039</c:v>
                </c:pt>
                <c:pt idx="513">
                  <c:v>44040</c:v>
                </c:pt>
                <c:pt idx="514">
                  <c:v>44041</c:v>
                </c:pt>
                <c:pt idx="515">
                  <c:v>44042</c:v>
                </c:pt>
                <c:pt idx="516">
                  <c:v>44043</c:v>
                </c:pt>
                <c:pt idx="517">
                  <c:v>44046</c:v>
                </c:pt>
                <c:pt idx="518">
                  <c:v>44047</c:v>
                </c:pt>
                <c:pt idx="519">
                  <c:v>44048</c:v>
                </c:pt>
                <c:pt idx="520">
                  <c:v>44049</c:v>
                </c:pt>
                <c:pt idx="521">
                  <c:v>44050</c:v>
                </c:pt>
                <c:pt idx="522">
                  <c:v>44053</c:v>
                </c:pt>
                <c:pt idx="523">
                  <c:v>44054</c:v>
                </c:pt>
                <c:pt idx="524">
                  <c:v>44055</c:v>
                </c:pt>
                <c:pt idx="525">
                  <c:v>44056</c:v>
                </c:pt>
                <c:pt idx="526">
                  <c:v>44057</c:v>
                </c:pt>
                <c:pt idx="527">
                  <c:v>44060</c:v>
                </c:pt>
                <c:pt idx="528">
                  <c:v>44061</c:v>
                </c:pt>
                <c:pt idx="529">
                  <c:v>44062</c:v>
                </c:pt>
                <c:pt idx="530">
                  <c:v>44063</c:v>
                </c:pt>
                <c:pt idx="531">
                  <c:v>44064</c:v>
                </c:pt>
                <c:pt idx="532">
                  <c:v>44067</c:v>
                </c:pt>
                <c:pt idx="533">
                  <c:v>44068</c:v>
                </c:pt>
                <c:pt idx="534">
                  <c:v>44069</c:v>
                </c:pt>
                <c:pt idx="535">
                  <c:v>44070</c:v>
                </c:pt>
                <c:pt idx="536">
                  <c:v>44071</c:v>
                </c:pt>
                <c:pt idx="537">
                  <c:v>44074</c:v>
                </c:pt>
                <c:pt idx="538">
                  <c:v>44075</c:v>
                </c:pt>
                <c:pt idx="539">
                  <c:v>44076</c:v>
                </c:pt>
                <c:pt idx="540">
                  <c:v>44077</c:v>
                </c:pt>
                <c:pt idx="541">
                  <c:v>44078</c:v>
                </c:pt>
                <c:pt idx="542">
                  <c:v>44082</c:v>
                </c:pt>
                <c:pt idx="543">
                  <c:v>44083</c:v>
                </c:pt>
                <c:pt idx="544">
                  <c:v>44084</c:v>
                </c:pt>
                <c:pt idx="545">
                  <c:v>44085</c:v>
                </c:pt>
                <c:pt idx="546">
                  <c:v>44088</c:v>
                </c:pt>
                <c:pt idx="547">
                  <c:v>44089</c:v>
                </c:pt>
                <c:pt idx="548">
                  <c:v>44090</c:v>
                </c:pt>
                <c:pt idx="549">
                  <c:v>44091</c:v>
                </c:pt>
                <c:pt idx="550">
                  <c:v>44092</c:v>
                </c:pt>
                <c:pt idx="551">
                  <c:v>44095</c:v>
                </c:pt>
                <c:pt idx="552">
                  <c:v>44096</c:v>
                </c:pt>
                <c:pt idx="553">
                  <c:v>44097</c:v>
                </c:pt>
                <c:pt idx="554">
                  <c:v>44098</c:v>
                </c:pt>
                <c:pt idx="555">
                  <c:v>44099</c:v>
                </c:pt>
                <c:pt idx="556">
                  <c:v>44102</c:v>
                </c:pt>
                <c:pt idx="557">
                  <c:v>44103</c:v>
                </c:pt>
                <c:pt idx="558">
                  <c:v>44104</c:v>
                </c:pt>
                <c:pt idx="559">
                  <c:v>44105</c:v>
                </c:pt>
                <c:pt idx="560">
                  <c:v>44106</c:v>
                </c:pt>
                <c:pt idx="561">
                  <c:v>44109</c:v>
                </c:pt>
                <c:pt idx="562">
                  <c:v>44110</c:v>
                </c:pt>
                <c:pt idx="563">
                  <c:v>44111</c:v>
                </c:pt>
                <c:pt idx="564">
                  <c:v>44112</c:v>
                </c:pt>
                <c:pt idx="565">
                  <c:v>44113</c:v>
                </c:pt>
                <c:pt idx="566">
                  <c:v>44117</c:v>
                </c:pt>
                <c:pt idx="567">
                  <c:v>44118</c:v>
                </c:pt>
                <c:pt idx="568">
                  <c:v>44119</c:v>
                </c:pt>
                <c:pt idx="569">
                  <c:v>44120</c:v>
                </c:pt>
                <c:pt idx="570">
                  <c:v>44123</c:v>
                </c:pt>
                <c:pt idx="571">
                  <c:v>44124</c:v>
                </c:pt>
                <c:pt idx="572">
                  <c:v>44125</c:v>
                </c:pt>
                <c:pt idx="573">
                  <c:v>44126</c:v>
                </c:pt>
                <c:pt idx="574">
                  <c:v>44127</c:v>
                </c:pt>
                <c:pt idx="575">
                  <c:v>44130</c:v>
                </c:pt>
                <c:pt idx="576">
                  <c:v>44131</c:v>
                </c:pt>
                <c:pt idx="577">
                  <c:v>44132</c:v>
                </c:pt>
                <c:pt idx="578">
                  <c:v>44133</c:v>
                </c:pt>
                <c:pt idx="579">
                  <c:v>44134</c:v>
                </c:pt>
                <c:pt idx="580">
                  <c:v>44138</c:v>
                </c:pt>
                <c:pt idx="581">
                  <c:v>44139</c:v>
                </c:pt>
                <c:pt idx="582">
                  <c:v>44140</c:v>
                </c:pt>
                <c:pt idx="583">
                  <c:v>44141</c:v>
                </c:pt>
                <c:pt idx="584">
                  <c:v>44144</c:v>
                </c:pt>
                <c:pt idx="585">
                  <c:v>44145</c:v>
                </c:pt>
                <c:pt idx="586">
                  <c:v>44146</c:v>
                </c:pt>
                <c:pt idx="587">
                  <c:v>44147</c:v>
                </c:pt>
                <c:pt idx="588">
                  <c:v>44148</c:v>
                </c:pt>
                <c:pt idx="589">
                  <c:v>44151</c:v>
                </c:pt>
                <c:pt idx="590">
                  <c:v>44152</c:v>
                </c:pt>
                <c:pt idx="591">
                  <c:v>44153</c:v>
                </c:pt>
                <c:pt idx="592">
                  <c:v>44154</c:v>
                </c:pt>
                <c:pt idx="593">
                  <c:v>44155</c:v>
                </c:pt>
                <c:pt idx="594">
                  <c:v>44158</c:v>
                </c:pt>
                <c:pt idx="595">
                  <c:v>44159</c:v>
                </c:pt>
                <c:pt idx="596">
                  <c:v>44160</c:v>
                </c:pt>
                <c:pt idx="597">
                  <c:v>44161</c:v>
                </c:pt>
                <c:pt idx="598">
                  <c:v>44162</c:v>
                </c:pt>
                <c:pt idx="599">
                  <c:v>44165</c:v>
                </c:pt>
                <c:pt idx="600">
                  <c:v>44166</c:v>
                </c:pt>
                <c:pt idx="601">
                  <c:v>44167</c:v>
                </c:pt>
                <c:pt idx="602">
                  <c:v>44168</c:v>
                </c:pt>
                <c:pt idx="603">
                  <c:v>44169</c:v>
                </c:pt>
                <c:pt idx="604">
                  <c:v>44172</c:v>
                </c:pt>
                <c:pt idx="605">
                  <c:v>44173</c:v>
                </c:pt>
                <c:pt idx="606">
                  <c:v>44174</c:v>
                </c:pt>
                <c:pt idx="607">
                  <c:v>44175</c:v>
                </c:pt>
                <c:pt idx="608">
                  <c:v>44176</c:v>
                </c:pt>
                <c:pt idx="609">
                  <c:v>44179</c:v>
                </c:pt>
                <c:pt idx="610">
                  <c:v>44180</c:v>
                </c:pt>
                <c:pt idx="611">
                  <c:v>44181</c:v>
                </c:pt>
                <c:pt idx="612">
                  <c:v>44182</c:v>
                </c:pt>
                <c:pt idx="613">
                  <c:v>44183</c:v>
                </c:pt>
                <c:pt idx="614">
                  <c:v>44186</c:v>
                </c:pt>
                <c:pt idx="615">
                  <c:v>44187</c:v>
                </c:pt>
                <c:pt idx="616">
                  <c:v>44188</c:v>
                </c:pt>
                <c:pt idx="617">
                  <c:v>44193</c:v>
                </c:pt>
                <c:pt idx="618">
                  <c:v>44194</c:v>
                </c:pt>
                <c:pt idx="619">
                  <c:v>44195</c:v>
                </c:pt>
                <c:pt idx="620">
                  <c:v>44200</c:v>
                </c:pt>
                <c:pt idx="621">
                  <c:v>44201</c:v>
                </c:pt>
                <c:pt idx="622">
                  <c:v>44202</c:v>
                </c:pt>
                <c:pt idx="623">
                  <c:v>44203</c:v>
                </c:pt>
                <c:pt idx="624">
                  <c:v>44204</c:v>
                </c:pt>
                <c:pt idx="625">
                  <c:v>44207</c:v>
                </c:pt>
                <c:pt idx="626">
                  <c:v>44208</c:v>
                </c:pt>
                <c:pt idx="627">
                  <c:v>44209</c:v>
                </c:pt>
                <c:pt idx="628">
                  <c:v>44210</c:v>
                </c:pt>
                <c:pt idx="629">
                  <c:v>44211</c:v>
                </c:pt>
                <c:pt idx="630">
                  <c:v>44214</c:v>
                </c:pt>
                <c:pt idx="631">
                  <c:v>44215</c:v>
                </c:pt>
                <c:pt idx="632">
                  <c:v>44216</c:v>
                </c:pt>
                <c:pt idx="633">
                  <c:v>44217</c:v>
                </c:pt>
                <c:pt idx="634">
                  <c:v>44218</c:v>
                </c:pt>
                <c:pt idx="635">
                  <c:v>44222</c:v>
                </c:pt>
                <c:pt idx="636">
                  <c:v>44223</c:v>
                </c:pt>
                <c:pt idx="637">
                  <c:v>44224</c:v>
                </c:pt>
                <c:pt idx="638">
                  <c:v>44225</c:v>
                </c:pt>
                <c:pt idx="639">
                  <c:v>44228</c:v>
                </c:pt>
                <c:pt idx="640">
                  <c:v>44229</c:v>
                </c:pt>
                <c:pt idx="641">
                  <c:v>44230</c:v>
                </c:pt>
                <c:pt idx="642">
                  <c:v>44231</c:v>
                </c:pt>
                <c:pt idx="643">
                  <c:v>44232</c:v>
                </c:pt>
                <c:pt idx="644">
                  <c:v>44235</c:v>
                </c:pt>
                <c:pt idx="645">
                  <c:v>44236</c:v>
                </c:pt>
                <c:pt idx="646">
                  <c:v>44237</c:v>
                </c:pt>
                <c:pt idx="647">
                  <c:v>44238</c:v>
                </c:pt>
                <c:pt idx="648">
                  <c:v>44239</c:v>
                </c:pt>
                <c:pt idx="649">
                  <c:v>44244</c:v>
                </c:pt>
                <c:pt idx="650">
                  <c:v>44245</c:v>
                </c:pt>
                <c:pt idx="651">
                  <c:v>44246</c:v>
                </c:pt>
                <c:pt idx="652">
                  <c:v>44249</c:v>
                </c:pt>
                <c:pt idx="653">
                  <c:v>44250</c:v>
                </c:pt>
                <c:pt idx="654">
                  <c:v>44251</c:v>
                </c:pt>
                <c:pt idx="655">
                  <c:v>44252</c:v>
                </c:pt>
                <c:pt idx="656">
                  <c:v>44253</c:v>
                </c:pt>
                <c:pt idx="657">
                  <c:v>44256</c:v>
                </c:pt>
                <c:pt idx="658">
                  <c:v>44257</c:v>
                </c:pt>
                <c:pt idx="659">
                  <c:v>44258</c:v>
                </c:pt>
                <c:pt idx="660">
                  <c:v>44259</c:v>
                </c:pt>
                <c:pt idx="661">
                  <c:v>44260</c:v>
                </c:pt>
                <c:pt idx="662">
                  <c:v>44263</c:v>
                </c:pt>
                <c:pt idx="663">
                  <c:v>44264</c:v>
                </c:pt>
                <c:pt idx="664">
                  <c:v>44265</c:v>
                </c:pt>
                <c:pt idx="665">
                  <c:v>44266</c:v>
                </c:pt>
                <c:pt idx="666">
                  <c:v>44267</c:v>
                </c:pt>
                <c:pt idx="667">
                  <c:v>44270</c:v>
                </c:pt>
                <c:pt idx="668">
                  <c:v>44271</c:v>
                </c:pt>
                <c:pt idx="669">
                  <c:v>44272</c:v>
                </c:pt>
                <c:pt idx="670">
                  <c:v>44273</c:v>
                </c:pt>
                <c:pt idx="671">
                  <c:v>44274</c:v>
                </c:pt>
                <c:pt idx="672">
                  <c:v>44277</c:v>
                </c:pt>
                <c:pt idx="673">
                  <c:v>44278</c:v>
                </c:pt>
                <c:pt idx="674">
                  <c:v>44279</c:v>
                </c:pt>
                <c:pt idx="675">
                  <c:v>44280</c:v>
                </c:pt>
                <c:pt idx="676">
                  <c:v>44281</c:v>
                </c:pt>
                <c:pt idx="677">
                  <c:v>44284</c:v>
                </c:pt>
                <c:pt idx="678">
                  <c:v>44285</c:v>
                </c:pt>
                <c:pt idx="679">
                  <c:v>44286</c:v>
                </c:pt>
                <c:pt idx="680">
                  <c:v>44287</c:v>
                </c:pt>
                <c:pt idx="681">
                  <c:v>44291</c:v>
                </c:pt>
                <c:pt idx="682">
                  <c:v>44292</c:v>
                </c:pt>
                <c:pt idx="683">
                  <c:v>44293</c:v>
                </c:pt>
                <c:pt idx="684">
                  <c:v>44294</c:v>
                </c:pt>
                <c:pt idx="685">
                  <c:v>44295</c:v>
                </c:pt>
                <c:pt idx="686">
                  <c:v>44298</c:v>
                </c:pt>
                <c:pt idx="687">
                  <c:v>44299</c:v>
                </c:pt>
                <c:pt idx="688">
                  <c:v>44300</c:v>
                </c:pt>
                <c:pt idx="689">
                  <c:v>44301</c:v>
                </c:pt>
                <c:pt idx="690">
                  <c:v>44302</c:v>
                </c:pt>
                <c:pt idx="691">
                  <c:v>44305</c:v>
                </c:pt>
                <c:pt idx="692">
                  <c:v>44306</c:v>
                </c:pt>
                <c:pt idx="693">
                  <c:v>44308</c:v>
                </c:pt>
                <c:pt idx="694">
                  <c:v>44309</c:v>
                </c:pt>
                <c:pt idx="695">
                  <c:v>44312</c:v>
                </c:pt>
                <c:pt idx="696">
                  <c:v>44313</c:v>
                </c:pt>
                <c:pt idx="697">
                  <c:v>44314</c:v>
                </c:pt>
                <c:pt idx="698">
                  <c:v>44315</c:v>
                </c:pt>
                <c:pt idx="699">
                  <c:v>44316</c:v>
                </c:pt>
                <c:pt idx="700">
                  <c:v>44319</c:v>
                </c:pt>
                <c:pt idx="701">
                  <c:v>44320</c:v>
                </c:pt>
                <c:pt idx="702">
                  <c:v>44321</c:v>
                </c:pt>
                <c:pt idx="703">
                  <c:v>44322</c:v>
                </c:pt>
                <c:pt idx="704">
                  <c:v>44323</c:v>
                </c:pt>
                <c:pt idx="705">
                  <c:v>44326</c:v>
                </c:pt>
                <c:pt idx="706">
                  <c:v>44327</c:v>
                </c:pt>
                <c:pt idx="707">
                  <c:v>44328</c:v>
                </c:pt>
                <c:pt idx="708">
                  <c:v>44329</c:v>
                </c:pt>
                <c:pt idx="709">
                  <c:v>44330</c:v>
                </c:pt>
                <c:pt idx="710">
                  <c:v>44333</c:v>
                </c:pt>
                <c:pt idx="711">
                  <c:v>44334</c:v>
                </c:pt>
                <c:pt idx="712">
                  <c:v>44335</c:v>
                </c:pt>
                <c:pt idx="713">
                  <c:v>44336</c:v>
                </c:pt>
                <c:pt idx="714">
                  <c:v>44337</c:v>
                </c:pt>
                <c:pt idx="715">
                  <c:v>44340</c:v>
                </c:pt>
                <c:pt idx="716">
                  <c:v>44341</c:v>
                </c:pt>
                <c:pt idx="717">
                  <c:v>44342</c:v>
                </c:pt>
                <c:pt idx="718">
                  <c:v>44343</c:v>
                </c:pt>
                <c:pt idx="719">
                  <c:v>44344</c:v>
                </c:pt>
                <c:pt idx="720">
                  <c:v>44347</c:v>
                </c:pt>
                <c:pt idx="721">
                  <c:v>44348</c:v>
                </c:pt>
                <c:pt idx="722">
                  <c:v>44349</c:v>
                </c:pt>
                <c:pt idx="723">
                  <c:v>44351</c:v>
                </c:pt>
                <c:pt idx="724">
                  <c:v>44354</c:v>
                </c:pt>
                <c:pt idx="725">
                  <c:v>44355</c:v>
                </c:pt>
                <c:pt idx="726">
                  <c:v>44356</c:v>
                </c:pt>
                <c:pt idx="727">
                  <c:v>44357</c:v>
                </c:pt>
                <c:pt idx="728">
                  <c:v>44358</c:v>
                </c:pt>
                <c:pt idx="729">
                  <c:v>44361</c:v>
                </c:pt>
                <c:pt idx="730">
                  <c:v>44362</c:v>
                </c:pt>
                <c:pt idx="731">
                  <c:v>44363</c:v>
                </c:pt>
                <c:pt idx="732">
                  <c:v>44364</c:v>
                </c:pt>
                <c:pt idx="733">
                  <c:v>44365</c:v>
                </c:pt>
                <c:pt idx="734">
                  <c:v>44368</c:v>
                </c:pt>
                <c:pt idx="735">
                  <c:v>44369</c:v>
                </c:pt>
                <c:pt idx="736">
                  <c:v>44370</c:v>
                </c:pt>
                <c:pt idx="737">
                  <c:v>44371</c:v>
                </c:pt>
                <c:pt idx="738">
                  <c:v>44372</c:v>
                </c:pt>
                <c:pt idx="739">
                  <c:v>44375</c:v>
                </c:pt>
                <c:pt idx="740">
                  <c:v>44376</c:v>
                </c:pt>
                <c:pt idx="741">
                  <c:v>44377</c:v>
                </c:pt>
                <c:pt idx="742">
                  <c:v>44378</c:v>
                </c:pt>
                <c:pt idx="743">
                  <c:v>44379</c:v>
                </c:pt>
                <c:pt idx="744">
                  <c:v>44382</c:v>
                </c:pt>
                <c:pt idx="745">
                  <c:v>44383</c:v>
                </c:pt>
                <c:pt idx="746">
                  <c:v>44384</c:v>
                </c:pt>
                <c:pt idx="747">
                  <c:v>44385</c:v>
                </c:pt>
                <c:pt idx="748">
                  <c:v>44389</c:v>
                </c:pt>
                <c:pt idx="749">
                  <c:v>44390</c:v>
                </c:pt>
                <c:pt idx="750">
                  <c:v>44391</c:v>
                </c:pt>
                <c:pt idx="751">
                  <c:v>44392</c:v>
                </c:pt>
                <c:pt idx="752">
                  <c:v>44393</c:v>
                </c:pt>
                <c:pt idx="753">
                  <c:v>44396</c:v>
                </c:pt>
                <c:pt idx="754">
                  <c:v>44397</c:v>
                </c:pt>
                <c:pt idx="755">
                  <c:v>44398</c:v>
                </c:pt>
                <c:pt idx="756">
                  <c:v>44399</c:v>
                </c:pt>
                <c:pt idx="757">
                  <c:v>44400</c:v>
                </c:pt>
                <c:pt idx="758">
                  <c:v>44403</c:v>
                </c:pt>
                <c:pt idx="759">
                  <c:v>44404</c:v>
                </c:pt>
                <c:pt idx="760">
                  <c:v>44405</c:v>
                </c:pt>
                <c:pt idx="761">
                  <c:v>44406</c:v>
                </c:pt>
                <c:pt idx="762">
                  <c:v>44407</c:v>
                </c:pt>
                <c:pt idx="763">
                  <c:v>44410</c:v>
                </c:pt>
                <c:pt idx="764">
                  <c:v>44411</c:v>
                </c:pt>
                <c:pt idx="765">
                  <c:v>44412</c:v>
                </c:pt>
                <c:pt idx="766">
                  <c:v>44413</c:v>
                </c:pt>
                <c:pt idx="767">
                  <c:v>44414</c:v>
                </c:pt>
                <c:pt idx="768">
                  <c:v>44417</c:v>
                </c:pt>
                <c:pt idx="769">
                  <c:v>44418</c:v>
                </c:pt>
                <c:pt idx="770">
                  <c:v>44419</c:v>
                </c:pt>
                <c:pt idx="771">
                  <c:v>44420</c:v>
                </c:pt>
                <c:pt idx="772">
                  <c:v>44421</c:v>
                </c:pt>
                <c:pt idx="773">
                  <c:v>44424</c:v>
                </c:pt>
                <c:pt idx="774">
                  <c:v>44425</c:v>
                </c:pt>
                <c:pt idx="775">
                  <c:v>44426</c:v>
                </c:pt>
                <c:pt idx="776">
                  <c:v>44427</c:v>
                </c:pt>
                <c:pt idx="777">
                  <c:v>44428</c:v>
                </c:pt>
                <c:pt idx="778">
                  <c:v>44431</c:v>
                </c:pt>
                <c:pt idx="779">
                  <c:v>44432</c:v>
                </c:pt>
                <c:pt idx="780">
                  <c:v>44433</c:v>
                </c:pt>
                <c:pt idx="781">
                  <c:v>44434</c:v>
                </c:pt>
                <c:pt idx="782">
                  <c:v>44435</c:v>
                </c:pt>
                <c:pt idx="783">
                  <c:v>44438</c:v>
                </c:pt>
                <c:pt idx="784">
                  <c:v>44439</c:v>
                </c:pt>
                <c:pt idx="785">
                  <c:v>44440</c:v>
                </c:pt>
                <c:pt idx="786">
                  <c:v>44441</c:v>
                </c:pt>
                <c:pt idx="787">
                  <c:v>44442</c:v>
                </c:pt>
                <c:pt idx="788">
                  <c:v>44445</c:v>
                </c:pt>
                <c:pt idx="789">
                  <c:v>44447</c:v>
                </c:pt>
                <c:pt idx="790">
                  <c:v>44448</c:v>
                </c:pt>
                <c:pt idx="791">
                  <c:v>44449</c:v>
                </c:pt>
                <c:pt idx="792">
                  <c:v>44452</c:v>
                </c:pt>
                <c:pt idx="793">
                  <c:v>44453</c:v>
                </c:pt>
                <c:pt idx="794">
                  <c:v>44454</c:v>
                </c:pt>
                <c:pt idx="795">
                  <c:v>44455</c:v>
                </c:pt>
                <c:pt idx="796">
                  <c:v>44456</c:v>
                </c:pt>
                <c:pt idx="797">
                  <c:v>44459</c:v>
                </c:pt>
                <c:pt idx="798">
                  <c:v>44460</c:v>
                </c:pt>
                <c:pt idx="799">
                  <c:v>44461</c:v>
                </c:pt>
                <c:pt idx="800">
                  <c:v>44462</c:v>
                </c:pt>
                <c:pt idx="801">
                  <c:v>44463</c:v>
                </c:pt>
                <c:pt idx="802">
                  <c:v>44466</c:v>
                </c:pt>
                <c:pt idx="803">
                  <c:v>44467</c:v>
                </c:pt>
                <c:pt idx="804">
                  <c:v>44468</c:v>
                </c:pt>
                <c:pt idx="805">
                  <c:v>44469</c:v>
                </c:pt>
                <c:pt idx="806">
                  <c:v>44470</c:v>
                </c:pt>
                <c:pt idx="807">
                  <c:v>44473</c:v>
                </c:pt>
                <c:pt idx="808">
                  <c:v>44474</c:v>
                </c:pt>
                <c:pt idx="809">
                  <c:v>44475</c:v>
                </c:pt>
                <c:pt idx="810">
                  <c:v>44476</c:v>
                </c:pt>
                <c:pt idx="811">
                  <c:v>44477</c:v>
                </c:pt>
                <c:pt idx="812">
                  <c:v>44480</c:v>
                </c:pt>
                <c:pt idx="813">
                  <c:v>44482</c:v>
                </c:pt>
                <c:pt idx="814">
                  <c:v>44483</c:v>
                </c:pt>
                <c:pt idx="815">
                  <c:v>44484</c:v>
                </c:pt>
                <c:pt idx="816">
                  <c:v>44487</c:v>
                </c:pt>
                <c:pt idx="817">
                  <c:v>44488</c:v>
                </c:pt>
                <c:pt idx="818">
                  <c:v>44489</c:v>
                </c:pt>
                <c:pt idx="819">
                  <c:v>44490</c:v>
                </c:pt>
                <c:pt idx="820">
                  <c:v>44491</c:v>
                </c:pt>
                <c:pt idx="821">
                  <c:v>44494</c:v>
                </c:pt>
                <c:pt idx="822">
                  <c:v>44495</c:v>
                </c:pt>
                <c:pt idx="823">
                  <c:v>44496</c:v>
                </c:pt>
                <c:pt idx="824">
                  <c:v>44497</c:v>
                </c:pt>
                <c:pt idx="825">
                  <c:v>44498</c:v>
                </c:pt>
                <c:pt idx="826">
                  <c:v>44501</c:v>
                </c:pt>
                <c:pt idx="827">
                  <c:v>44503</c:v>
                </c:pt>
                <c:pt idx="828">
                  <c:v>44504</c:v>
                </c:pt>
                <c:pt idx="829">
                  <c:v>44505</c:v>
                </c:pt>
                <c:pt idx="830">
                  <c:v>44508</c:v>
                </c:pt>
                <c:pt idx="831">
                  <c:v>44509</c:v>
                </c:pt>
                <c:pt idx="832">
                  <c:v>44510</c:v>
                </c:pt>
                <c:pt idx="833">
                  <c:v>44511</c:v>
                </c:pt>
                <c:pt idx="834">
                  <c:v>44512</c:v>
                </c:pt>
                <c:pt idx="835">
                  <c:v>44516</c:v>
                </c:pt>
                <c:pt idx="836">
                  <c:v>44517</c:v>
                </c:pt>
                <c:pt idx="837">
                  <c:v>44518</c:v>
                </c:pt>
                <c:pt idx="838">
                  <c:v>44519</c:v>
                </c:pt>
                <c:pt idx="839">
                  <c:v>44522</c:v>
                </c:pt>
                <c:pt idx="840">
                  <c:v>44523</c:v>
                </c:pt>
                <c:pt idx="841">
                  <c:v>44524</c:v>
                </c:pt>
                <c:pt idx="842">
                  <c:v>44525</c:v>
                </c:pt>
                <c:pt idx="843">
                  <c:v>44526</c:v>
                </c:pt>
                <c:pt idx="844">
                  <c:v>44529</c:v>
                </c:pt>
                <c:pt idx="845">
                  <c:v>44530</c:v>
                </c:pt>
                <c:pt idx="846">
                  <c:v>44531</c:v>
                </c:pt>
                <c:pt idx="847">
                  <c:v>44532</c:v>
                </c:pt>
                <c:pt idx="848">
                  <c:v>44533</c:v>
                </c:pt>
                <c:pt idx="849">
                  <c:v>44536</c:v>
                </c:pt>
                <c:pt idx="850">
                  <c:v>44537</c:v>
                </c:pt>
                <c:pt idx="851">
                  <c:v>44538</c:v>
                </c:pt>
                <c:pt idx="852">
                  <c:v>44539</c:v>
                </c:pt>
                <c:pt idx="853">
                  <c:v>44540</c:v>
                </c:pt>
                <c:pt idx="854">
                  <c:v>44543</c:v>
                </c:pt>
                <c:pt idx="855">
                  <c:v>44544</c:v>
                </c:pt>
                <c:pt idx="856">
                  <c:v>44545</c:v>
                </c:pt>
                <c:pt idx="857">
                  <c:v>44546</c:v>
                </c:pt>
                <c:pt idx="858">
                  <c:v>44547</c:v>
                </c:pt>
                <c:pt idx="859">
                  <c:v>44550</c:v>
                </c:pt>
                <c:pt idx="860">
                  <c:v>44551</c:v>
                </c:pt>
                <c:pt idx="861">
                  <c:v>44552</c:v>
                </c:pt>
                <c:pt idx="862">
                  <c:v>44553</c:v>
                </c:pt>
                <c:pt idx="863">
                  <c:v>44557</c:v>
                </c:pt>
                <c:pt idx="864">
                  <c:v>44558</c:v>
                </c:pt>
                <c:pt idx="865">
                  <c:v>44559</c:v>
                </c:pt>
                <c:pt idx="866">
                  <c:v>44560</c:v>
                </c:pt>
                <c:pt idx="867">
                  <c:v>44564</c:v>
                </c:pt>
                <c:pt idx="868">
                  <c:v>44565</c:v>
                </c:pt>
                <c:pt idx="869">
                  <c:v>44566</c:v>
                </c:pt>
                <c:pt idx="870">
                  <c:v>44567</c:v>
                </c:pt>
                <c:pt idx="871">
                  <c:v>44568</c:v>
                </c:pt>
                <c:pt idx="872">
                  <c:v>44571</c:v>
                </c:pt>
                <c:pt idx="873">
                  <c:v>44572</c:v>
                </c:pt>
                <c:pt idx="874">
                  <c:v>44573</c:v>
                </c:pt>
                <c:pt idx="875">
                  <c:v>44574</c:v>
                </c:pt>
                <c:pt idx="876">
                  <c:v>44575</c:v>
                </c:pt>
                <c:pt idx="877">
                  <c:v>44578</c:v>
                </c:pt>
                <c:pt idx="878">
                  <c:v>44579</c:v>
                </c:pt>
                <c:pt idx="879">
                  <c:v>44580</c:v>
                </c:pt>
                <c:pt idx="880">
                  <c:v>44581</c:v>
                </c:pt>
                <c:pt idx="881">
                  <c:v>44582</c:v>
                </c:pt>
                <c:pt idx="882">
                  <c:v>44585</c:v>
                </c:pt>
                <c:pt idx="883">
                  <c:v>44586</c:v>
                </c:pt>
                <c:pt idx="884">
                  <c:v>44587</c:v>
                </c:pt>
                <c:pt idx="885">
                  <c:v>44588</c:v>
                </c:pt>
                <c:pt idx="886">
                  <c:v>44589</c:v>
                </c:pt>
                <c:pt idx="887">
                  <c:v>44592</c:v>
                </c:pt>
                <c:pt idx="888">
                  <c:v>44593</c:v>
                </c:pt>
                <c:pt idx="889">
                  <c:v>44594</c:v>
                </c:pt>
                <c:pt idx="890">
                  <c:v>44595</c:v>
                </c:pt>
                <c:pt idx="891">
                  <c:v>44596</c:v>
                </c:pt>
                <c:pt idx="892">
                  <c:v>44599</c:v>
                </c:pt>
                <c:pt idx="893">
                  <c:v>44600</c:v>
                </c:pt>
                <c:pt idx="894">
                  <c:v>44601</c:v>
                </c:pt>
                <c:pt idx="895">
                  <c:v>44602</c:v>
                </c:pt>
                <c:pt idx="896">
                  <c:v>44603</c:v>
                </c:pt>
                <c:pt idx="897">
                  <c:v>44606</c:v>
                </c:pt>
                <c:pt idx="898">
                  <c:v>44607</c:v>
                </c:pt>
                <c:pt idx="899">
                  <c:v>44608</c:v>
                </c:pt>
                <c:pt idx="900">
                  <c:v>44609</c:v>
                </c:pt>
                <c:pt idx="901">
                  <c:v>44610</c:v>
                </c:pt>
                <c:pt idx="902">
                  <c:v>44613</c:v>
                </c:pt>
                <c:pt idx="903">
                  <c:v>44614</c:v>
                </c:pt>
                <c:pt idx="904">
                  <c:v>44615</c:v>
                </c:pt>
                <c:pt idx="905">
                  <c:v>44616</c:v>
                </c:pt>
                <c:pt idx="906">
                  <c:v>44617</c:v>
                </c:pt>
                <c:pt idx="907">
                  <c:v>44622</c:v>
                </c:pt>
                <c:pt idx="908">
                  <c:v>44623</c:v>
                </c:pt>
                <c:pt idx="909">
                  <c:v>44624</c:v>
                </c:pt>
                <c:pt idx="910">
                  <c:v>44627</c:v>
                </c:pt>
                <c:pt idx="911">
                  <c:v>44628</c:v>
                </c:pt>
                <c:pt idx="912">
                  <c:v>44629</c:v>
                </c:pt>
                <c:pt idx="913">
                  <c:v>44630</c:v>
                </c:pt>
                <c:pt idx="914">
                  <c:v>44631</c:v>
                </c:pt>
                <c:pt idx="915">
                  <c:v>44634</c:v>
                </c:pt>
                <c:pt idx="916">
                  <c:v>44635</c:v>
                </c:pt>
                <c:pt idx="917">
                  <c:v>44636</c:v>
                </c:pt>
                <c:pt idx="918">
                  <c:v>44637</c:v>
                </c:pt>
                <c:pt idx="919">
                  <c:v>44638</c:v>
                </c:pt>
                <c:pt idx="920">
                  <c:v>44641</c:v>
                </c:pt>
                <c:pt idx="921">
                  <c:v>44642</c:v>
                </c:pt>
                <c:pt idx="922">
                  <c:v>44643</c:v>
                </c:pt>
                <c:pt idx="923">
                  <c:v>44644</c:v>
                </c:pt>
                <c:pt idx="924">
                  <c:v>44645</c:v>
                </c:pt>
                <c:pt idx="925">
                  <c:v>44648</c:v>
                </c:pt>
                <c:pt idx="926">
                  <c:v>44649</c:v>
                </c:pt>
                <c:pt idx="927">
                  <c:v>44650</c:v>
                </c:pt>
                <c:pt idx="928">
                  <c:v>44651</c:v>
                </c:pt>
                <c:pt idx="929">
                  <c:v>44652</c:v>
                </c:pt>
                <c:pt idx="930">
                  <c:v>44655</c:v>
                </c:pt>
                <c:pt idx="931">
                  <c:v>44656</c:v>
                </c:pt>
                <c:pt idx="932">
                  <c:v>44657</c:v>
                </c:pt>
                <c:pt idx="933">
                  <c:v>44658</c:v>
                </c:pt>
                <c:pt idx="934">
                  <c:v>44659</c:v>
                </c:pt>
                <c:pt idx="935">
                  <c:v>44662</c:v>
                </c:pt>
                <c:pt idx="936">
                  <c:v>44663</c:v>
                </c:pt>
                <c:pt idx="937">
                  <c:v>44664</c:v>
                </c:pt>
                <c:pt idx="938">
                  <c:v>44665</c:v>
                </c:pt>
                <c:pt idx="939">
                  <c:v>44669</c:v>
                </c:pt>
                <c:pt idx="940">
                  <c:v>44670</c:v>
                </c:pt>
                <c:pt idx="941">
                  <c:v>44671</c:v>
                </c:pt>
                <c:pt idx="942">
                  <c:v>44673</c:v>
                </c:pt>
                <c:pt idx="943">
                  <c:v>44676</c:v>
                </c:pt>
                <c:pt idx="944">
                  <c:v>44677</c:v>
                </c:pt>
                <c:pt idx="945">
                  <c:v>44678</c:v>
                </c:pt>
                <c:pt idx="946">
                  <c:v>44679</c:v>
                </c:pt>
                <c:pt idx="947">
                  <c:v>44680</c:v>
                </c:pt>
                <c:pt idx="948">
                  <c:v>44683</c:v>
                </c:pt>
                <c:pt idx="949">
                  <c:v>44684</c:v>
                </c:pt>
                <c:pt idx="950">
                  <c:v>44685</c:v>
                </c:pt>
                <c:pt idx="951">
                  <c:v>44686</c:v>
                </c:pt>
                <c:pt idx="952">
                  <c:v>44687</c:v>
                </c:pt>
                <c:pt idx="953">
                  <c:v>44690</c:v>
                </c:pt>
                <c:pt idx="954">
                  <c:v>44691</c:v>
                </c:pt>
                <c:pt idx="955">
                  <c:v>44692</c:v>
                </c:pt>
                <c:pt idx="956">
                  <c:v>44693</c:v>
                </c:pt>
                <c:pt idx="957">
                  <c:v>44694</c:v>
                </c:pt>
                <c:pt idx="958">
                  <c:v>44697</c:v>
                </c:pt>
                <c:pt idx="959">
                  <c:v>44698</c:v>
                </c:pt>
                <c:pt idx="960">
                  <c:v>44699</c:v>
                </c:pt>
                <c:pt idx="961">
                  <c:v>44700</c:v>
                </c:pt>
                <c:pt idx="962">
                  <c:v>44701</c:v>
                </c:pt>
                <c:pt idx="963">
                  <c:v>44704</c:v>
                </c:pt>
                <c:pt idx="964">
                  <c:v>44705</c:v>
                </c:pt>
                <c:pt idx="965">
                  <c:v>44706</c:v>
                </c:pt>
                <c:pt idx="966">
                  <c:v>44707</c:v>
                </c:pt>
                <c:pt idx="967">
                  <c:v>44708</c:v>
                </c:pt>
                <c:pt idx="968">
                  <c:v>44711</c:v>
                </c:pt>
                <c:pt idx="969">
                  <c:v>44712</c:v>
                </c:pt>
                <c:pt idx="970">
                  <c:v>44713</c:v>
                </c:pt>
                <c:pt idx="971">
                  <c:v>44714</c:v>
                </c:pt>
                <c:pt idx="972">
                  <c:v>44715</c:v>
                </c:pt>
                <c:pt idx="973">
                  <c:v>44718</c:v>
                </c:pt>
                <c:pt idx="974">
                  <c:v>44719</c:v>
                </c:pt>
                <c:pt idx="975">
                  <c:v>44720</c:v>
                </c:pt>
                <c:pt idx="976">
                  <c:v>44721</c:v>
                </c:pt>
                <c:pt idx="977">
                  <c:v>44722</c:v>
                </c:pt>
                <c:pt idx="978">
                  <c:v>44725</c:v>
                </c:pt>
                <c:pt idx="979">
                  <c:v>44726</c:v>
                </c:pt>
                <c:pt idx="980">
                  <c:v>44727</c:v>
                </c:pt>
                <c:pt idx="981">
                  <c:v>44729</c:v>
                </c:pt>
                <c:pt idx="982">
                  <c:v>44732</c:v>
                </c:pt>
                <c:pt idx="983">
                  <c:v>44733</c:v>
                </c:pt>
                <c:pt idx="984">
                  <c:v>44734</c:v>
                </c:pt>
                <c:pt idx="985">
                  <c:v>44735</c:v>
                </c:pt>
                <c:pt idx="986">
                  <c:v>44736</c:v>
                </c:pt>
                <c:pt idx="987">
                  <c:v>44739</c:v>
                </c:pt>
                <c:pt idx="988">
                  <c:v>44740</c:v>
                </c:pt>
                <c:pt idx="989">
                  <c:v>44741</c:v>
                </c:pt>
                <c:pt idx="990">
                  <c:v>44742</c:v>
                </c:pt>
                <c:pt idx="991">
                  <c:v>44743</c:v>
                </c:pt>
                <c:pt idx="992">
                  <c:v>44746</c:v>
                </c:pt>
                <c:pt idx="993">
                  <c:v>44747</c:v>
                </c:pt>
                <c:pt idx="994">
                  <c:v>44748</c:v>
                </c:pt>
                <c:pt idx="995">
                  <c:v>44749</c:v>
                </c:pt>
                <c:pt idx="996">
                  <c:v>44750</c:v>
                </c:pt>
                <c:pt idx="997">
                  <c:v>44753</c:v>
                </c:pt>
                <c:pt idx="998">
                  <c:v>44754</c:v>
                </c:pt>
                <c:pt idx="999">
                  <c:v>44755</c:v>
                </c:pt>
                <c:pt idx="1000">
                  <c:v>44756</c:v>
                </c:pt>
                <c:pt idx="1001">
                  <c:v>44757</c:v>
                </c:pt>
                <c:pt idx="1002">
                  <c:v>44760</c:v>
                </c:pt>
                <c:pt idx="1003">
                  <c:v>44761</c:v>
                </c:pt>
                <c:pt idx="1004">
                  <c:v>44762</c:v>
                </c:pt>
                <c:pt idx="1005">
                  <c:v>44763</c:v>
                </c:pt>
                <c:pt idx="1006">
                  <c:v>44764</c:v>
                </c:pt>
                <c:pt idx="1007">
                  <c:v>44767</c:v>
                </c:pt>
                <c:pt idx="1008">
                  <c:v>44768</c:v>
                </c:pt>
                <c:pt idx="1009">
                  <c:v>44769</c:v>
                </c:pt>
                <c:pt idx="1010">
                  <c:v>44770</c:v>
                </c:pt>
                <c:pt idx="1011">
                  <c:v>44771</c:v>
                </c:pt>
                <c:pt idx="1012">
                  <c:v>44774</c:v>
                </c:pt>
                <c:pt idx="1013">
                  <c:v>44775</c:v>
                </c:pt>
                <c:pt idx="1014">
                  <c:v>44776</c:v>
                </c:pt>
                <c:pt idx="1015">
                  <c:v>44777</c:v>
                </c:pt>
                <c:pt idx="1016">
                  <c:v>44778</c:v>
                </c:pt>
                <c:pt idx="1017">
                  <c:v>44781</c:v>
                </c:pt>
                <c:pt idx="1018">
                  <c:v>44782</c:v>
                </c:pt>
                <c:pt idx="1019">
                  <c:v>44783</c:v>
                </c:pt>
                <c:pt idx="1020">
                  <c:v>44784</c:v>
                </c:pt>
                <c:pt idx="1021">
                  <c:v>44785</c:v>
                </c:pt>
                <c:pt idx="1022">
                  <c:v>44788</c:v>
                </c:pt>
                <c:pt idx="1023">
                  <c:v>44789</c:v>
                </c:pt>
                <c:pt idx="1024">
                  <c:v>44790</c:v>
                </c:pt>
                <c:pt idx="1025">
                  <c:v>44791</c:v>
                </c:pt>
                <c:pt idx="1026">
                  <c:v>44792</c:v>
                </c:pt>
                <c:pt idx="1027">
                  <c:v>44795</c:v>
                </c:pt>
                <c:pt idx="1028">
                  <c:v>44796</c:v>
                </c:pt>
                <c:pt idx="1029">
                  <c:v>44797</c:v>
                </c:pt>
                <c:pt idx="1030">
                  <c:v>44798</c:v>
                </c:pt>
                <c:pt idx="1031">
                  <c:v>44799</c:v>
                </c:pt>
                <c:pt idx="1032">
                  <c:v>44802</c:v>
                </c:pt>
                <c:pt idx="1033">
                  <c:v>44803</c:v>
                </c:pt>
                <c:pt idx="1034">
                  <c:v>44804</c:v>
                </c:pt>
                <c:pt idx="1035">
                  <c:v>44805</c:v>
                </c:pt>
                <c:pt idx="1036">
                  <c:v>44806</c:v>
                </c:pt>
                <c:pt idx="1037">
                  <c:v>44809</c:v>
                </c:pt>
                <c:pt idx="1038">
                  <c:v>44810</c:v>
                </c:pt>
                <c:pt idx="1039">
                  <c:v>44812</c:v>
                </c:pt>
                <c:pt idx="1040">
                  <c:v>44813</c:v>
                </c:pt>
                <c:pt idx="1041">
                  <c:v>44816</c:v>
                </c:pt>
                <c:pt idx="1042">
                  <c:v>44817</c:v>
                </c:pt>
                <c:pt idx="1043">
                  <c:v>44818</c:v>
                </c:pt>
                <c:pt idx="1044">
                  <c:v>44819</c:v>
                </c:pt>
                <c:pt idx="1045">
                  <c:v>44820</c:v>
                </c:pt>
                <c:pt idx="1046">
                  <c:v>44823</c:v>
                </c:pt>
                <c:pt idx="1047">
                  <c:v>44824</c:v>
                </c:pt>
                <c:pt idx="1048">
                  <c:v>44825</c:v>
                </c:pt>
                <c:pt idx="1049">
                  <c:v>44826</c:v>
                </c:pt>
                <c:pt idx="1050">
                  <c:v>44827</c:v>
                </c:pt>
                <c:pt idx="1051">
                  <c:v>44830</c:v>
                </c:pt>
                <c:pt idx="1052">
                  <c:v>44831</c:v>
                </c:pt>
                <c:pt idx="1053">
                  <c:v>44832</c:v>
                </c:pt>
                <c:pt idx="1054">
                  <c:v>44833</c:v>
                </c:pt>
                <c:pt idx="1055">
                  <c:v>44834</c:v>
                </c:pt>
                <c:pt idx="1056">
                  <c:v>44837</c:v>
                </c:pt>
                <c:pt idx="1057">
                  <c:v>44838</c:v>
                </c:pt>
                <c:pt idx="1058">
                  <c:v>44839</c:v>
                </c:pt>
                <c:pt idx="1059">
                  <c:v>44840</c:v>
                </c:pt>
                <c:pt idx="1060">
                  <c:v>44841</c:v>
                </c:pt>
                <c:pt idx="1061">
                  <c:v>44844</c:v>
                </c:pt>
                <c:pt idx="1062">
                  <c:v>44845</c:v>
                </c:pt>
                <c:pt idx="1063">
                  <c:v>44847</c:v>
                </c:pt>
                <c:pt idx="1064">
                  <c:v>44848</c:v>
                </c:pt>
                <c:pt idx="1065">
                  <c:v>44851</c:v>
                </c:pt>
                <c:pt idx="1066">
                  <c:v>44852</c:v>
                </c:pt>
                <c:pt idx="1067">
                  <c:v>44853</c:v>
                </c:pt>
                <c:pt idx="1068">
                  <c:v>44854</c:v>
                </c:pt>
                <c:pt idx="1069">
                  <c:v>44855</c:v>
                </c:pt>
                <c:pt idx="1070">
                  <c:v>44858</c:v>
                </c:pt>
                <c:pt idx="1071">
                  <c:v>44859</c:v>
                </c:pt>
                <c:pt idx="1072">
                  <c:v>44860</c:v>
                </c:pt>
                <c:pt idx="1073">
                  <c:v>44861</c:v>
                </c:pt>
                <c:pt idx="1074">
                  <c:v>44862</c:v>
                </c:pt>
                <c:pt idx="1075">
                  <c:v>44865</c:v>
                </c:pt>
                <c:pt idx="1076">
                  <c:v>44866</c:v>
                </c:pt>
                <c:pt idx="1077">
                  <c:v>44868</c:v>
                </c:pt>
                <c:pt idx="1078">
                  <c:v>44869</c:v>
                </c:pt>
                <c:pt idx="1079">
                  <c:v>44872</c:v>
                </c:pt>
                <c:pt idx="1080">
                  <c:v>44873</c:v>
                </c:pt>
                <c:pt idx="1081">
                  <c:v>44874</c:v>
                </c:pt>
                <c:pt idx="1082">
                  <c:v>44875</c:v>
                </c:pt>
                <c:pt idx="1083">
                  <c:v>44876</c:v>
                </c:pt>
                <c:pt idx="1084">
                  <c:v>44879</c:v>
                </c:pt>
                <c:pt idx="1085">
                  <c:v>44881</c:v>
                </c:pt>
                <c:pt idx="1086">
                  <c:v>44882</c:v>
                </c:pt>
                <c:pt idx="1087">
                  <c:v>44883</c:v>
                </c:pt>
                <c:pt idx="1088">
                  <c:v>44886</c:v>
                </c:pt>
                <c:pt idx="1089">
                  <c:v>44887</c:v>
                </c:pt>
                <c:pt idx="1090">
                  <c:v>44888</c:v>
                </c:pt>
                <c:pt idx="1091">
                  <c:v>44889</c:v>
                </c:pt>
                <c:pt idx="1092">
                  <c:v>44890</c:v>
                </c:pt>
                <c:pt idx="1093">
                  <c:v>44893</c:v>
                </c:pt>
                <c:pt idx="1094">
                  <c:v>44894</c:v>
                </c:pt>
                <c:pt idx="1095">
                  <c:v>44895</c:v>
                </c:pt>
                <c:pt idx="1096">
                  <c:v>44896</c:v>
                </c:pt>
                <c:pt idx="1097">
                  <c:v>44897</c:v>
                </c:pt>
                <c:pt idx="1098">
                  <c:v>44900</c:v>
                </c:pt>
                <c:pt idx="1099">
                  <c:v>44901</c:v>
                </c:pt>
                <c:pt idx="1100">
                  <c:v>44902</c:v>
                </c:pt>
                <c:pt idx="1101">
                  <c:v>44903</c:v>
                </c:pt>
                <c:pt idx="1102">
                  <c:v>44904</c:v>
                </c:pt>
                <c:pt idx="1103">
                  <c:v>44907</c:v>
                </c:pt>
                <c:pt idx="1104">
                  <c:v>44908</c:v>
                </c:pt>
                <c:pt idx="1105">
                  <c:v>44909</c:v>
                </c:pt>
                <c:pt idx="1106">
                  <c:v>44910</c:v>
                </c:pt>
                <c:pt idx="1107">
                  <c:v>44911</c:v>
                </c:pt>
                <c:pt idx="1108">
                  <c:v>44914</c:v>
                </c:pt>
                <c:pt idx="1109">
                  <c:v>44915</c:v>
                </c:pt>
                <c:pt idx="1110">
                  <c:v>44916</c:v>
                </c:pt>
                <c:pt idx="1111">
                  <c:v>44917</c:v>
                </c:pt>
                <c:pt idx="1112">
                  <c:v>44918</c:v>
                </c:pt>
                <c:pt idx="1113">
                  <c:v>44921</c:v>
                </c:pt>
                <c:pt idx="1114">
                  <c:v>44922</c:v>
                </c:pt>
                <c:pt idx="1115">
                  <c:v>44923</c:v>
                </c:pt>
                <c:pt idx="1116">
                  <c:v>44924</c:v>
                </c:pt>
                <c:pt idx="1117">
                  <c:v>44928</c:v>
                </c:pt>
                <c:pt idx="1118">
                  <c:v>44929</c:v>
                </c:pt>
                <c:pt idx="1119">
                  <c:v>44930</c:v>
                </c:pt>
                <c:pt idx="1120">
                  <c:v>44931</c:v>
                </c:pt>
                <c:pt idx="1121">
                  <c:v>44932</c:v>
                </c:pt>
                <c:pt idx="1122">
                  <c:v>44935</c:v>
                </c:pt>
                <c:pt idx="1123">
                  <c:v>44936</c:v>
                </c:pt>
                <c:pt idx="1124">
                  <c:v>44937</c:v>
                </c:pt>
                <c:pt idx="1125">
                  <c:v>44938</c:v>
                </c:pt>
                <c:pt idx="1126">
                  <c:v>44939</c:v>
                </c:pt>
                <c:pt idx="1127">
                  <c:v>44942</c:v>
                </c:pt>
                <c:pt idx="1128">
                  <c:v>44943</c:v>
                </c:pt>
                <c:pt idx="1129">
                  <c:v>44944</c:v>
                </c:pt>
                <c:pt idx="1130">
                  <c:v>44945</c:v>
                </c:pt>
                <c:pt idx="1131">
                  <c:v>44946</c:v>
                </c:pt>
                <c:pt idx="1132">
                  <c:v>44949</c:v>
                </c:pt>
                <c:pt idx="1133">
                  <c:v>44950</c:v>
                </c:pt>
                <c:pt idx="1134">
                  <c:v>44951</c:v>
                </c:pt>
                <c:pt idx="1135">
                  <c:v>44952</c:v>
                </c:pt>
                <c:pt idx="1136">
                  <c:v>44953</c:v>
                </c:pt>
                <c:pt idx="1137">
                  <c:v>44956</c:v>
                </c:pt>
                <c:pt idx="1138">
                  <c:v>44957</c:v>
                </c:pt>
                <c:pt idx="1139">
                  <c:v>44958</c:v>
                </c:pt>
                <c:pt idx="1140">
                  <c:v>44959</c:v>
                </c:pt>
                <c:pt idx="1141">
                  <c:v>44960</c:v>
                </c:pt>
                <c:pt idx="1142">
                  <c:v>44963</c:v>
                </c:pt>
                <c:pt idx="1143">
                  <c:v>44964</c:v>
                </c:pt>
                <c:pt idx="1144">
                  <c:v>44965</c:v>
                </c:pt>
                <c:pt idx="1145">
                  <c:v>44966</c:v>
                </c:pt>
                <c:pt idx="1146">
                  <c:v>44967</c:v>
                </c:pt>
                <c:pt idx="1147">
                  <c:v>44970</c:v>
                </c:pt>
                <c:pt idx="1148">
                  <c:v>44971</c:v>
                </c:pt>
                <c:pt idx="1149">
                  <c:v>44972</c:v>
                </c:pt>
                <c:pt idx="1150">
                  <c:v>44973</c:v>
                </c:pt>
                <c:pt idx="1151">
                  <c:v>44974</c:v>
                </c:pt>
                <c:pt idx="1152">
                  <c:v>44979</c:v>
                </c:pt>
                <c:pt idx="1153">
                  <c:v>44980</c:v>
                </c:pt>
                <c:pt idx="1154">
                  <c:v>44981</c:v>
                </c:pt>
                <c:pt idx="1155">
                  <c:v>44984</c:v>
                </c:pt>
                <c:pt idx="1156">
                  <c:v>44985</c:v>
                </c:pt>
                <c:pt idx="1157">
                  <c:v>44986</c:v>
                </c:pt>
                <c:pt idx="1158">
                  <c:v>44987</c:v>
                </c:pt>
                <c:pt idx="1159">
                  <c:v>44988</c:v>
                </c:pt>
                <c:pt idx="1160">
                  <c:v>44991</c:v>
                </c:pt>
                <c:pt idx="1161">
                  <c:v>44992</c:v>
                </c:pt>
                <c:pt idx="1162">
                  <c:v>44993</c:v>
                </c:pt>
                <c:pt idx="1163">
                  <c:v>44994</c:v>
                </c:pt>
                <c:pt idx="1164">
                  <c:v>44995</c:v>
                </c:pt>
                <c:pt idx="1165">
                  <c:v>44998</c:v>
                </c:pt>
                <c:pt idx="1166">
                  <c:v>44999</c:v>
                </c:pt>
                <c:pt idx="1167">
                  <c:v>45000</c:v>
                </c:pt>
                <c:pt idx="1168">
                  <c:v>45001</c:v>
                </c:pt>
                <c:pt idx="1169">
                  <c:v>45002</c:v>
                </c:pt>
                <c:pt idx="1170">
                  <c:v>45005</c:v>
                </c:pt>
                <c:pt idx="1171">
                  <c:v>45006</c:v>
                </c:pt>
                <c:pt idx="1172">
                  <c:v>45007</c:v>
                </c:pt>
                <c:pt idx="1173">
                  <c:v>45008</c:v>
                </c:pt>
                <c:pt idx="1174">
                  <c:v>45009</c:v>
                </c:pt>
                <c:pt idx="1175">
                  <c:v>45012</c:v>
                </c:pt>
                <c:pt idx="1176">
                  <c:v>45013</c:v>
                </c:pt>
                <c:pt idx="1177">
                  <c:v>45014</c:v>
                </c:pt>
                <c:pt idx="1178">
                  <c:v>45015</c:v>
                </c:pt>
                <c:pt idx="1179">
                  <c:v>45016</c:v>
                </c:pt>
                <c:pt idx="1180">
                  <c:v>45019</c:v>
                </c:pt>
                <c:pt idx="1181">
                  <c:v>45020</c:v>
                </c:pt>
                <c:pt idx="1182">
                  <c:v>45021</c:v>
                </c:pt>
                <c:pt idx="1183">
                  <c:v>45022</c:v>
                </c:pt>
                <c:pt idx="1184">
                  <c:v>45026</c:v>
                </c:pt>
                <c:pt idx="1185">
                  <c:v>45027</c:v>
                </c:pt>
                <c:pt idx="1186">
                  <c:v>45028</c:v>
                </c:pt>
                <c:pt idx="1187">
                  <c:v>45029</c:v>
                </c:pt>
                <c:pt idx="1188">
                  <c:v>45030</c:v>
                </c:pt>
                <c:pt idx="1189">
                  <c:v>45033</c:v>
                </c:pt>
                <c:pt idx="1190">
                  <c:v>45034</c:v>
                </c:pt>
                <c:pt idx="1191">
                  <c:v>45035</c:v>
                </c:pt>
                <c:pt idx="1192">
                  <c:v>45036</c:v>
                </c:pt>
                <c:pt idx="1193">
                  <c:v>45040</c:v>
                </c:pt>
                <c:pt idx="1194">
                  <c:v>45041</c:v>
                </c:pt>
                <c:pt idx="1195">
                  <c:v>45042</c:v>
                </c:pt>
                <c:pt idx="1196">
                  <c:v>45043</c:v>
                </c:pt>
                <c:pt idx="1197">
                  <c:v>45044</c:v>
                </c:pt>
                <c:pt idx="1198">
                  <c:v>45048</c:v>
                </c:pt>
                <c:pt idx="1199">
                  <c:v>45049</c:v>
                </c:pt>
                <c:pt idx="1200">
                  <c:v>45050</c:v>
                </c:pt>
                <c:pt idx="1201">
                  <c:v>45051</c:v>
                </c:pt>
                <c:pt idx="1202">
                  <c:v>45054</c:v>
                </c:pt>
                <c:pt idx="1203">
                  <c:v>45055</c:v>
                </c:pt>
                <c:pt idx="1204">
                  <c:v>45056</c:v>
                </c:pt>
                <c:pt idx="1205">
                  <c:v>45057</c:v>
                </c:pt>
                <c:pt idx="1206">
                  <c:v>45058</c:v>
                </c:pt>
                <c:pt idx="1207">
                  <c:v>45061</c:v>
                </c:pt>
                <c:pt idx="1208">
                  <c:v>45062</c:v>
                </c:pt>
                <c:pt idx="1209">
                  <c:v>45063</c:v>
                </c:pt>
                <c:pt idx="1210">
                  <c:v>45064</c:v>
                </c:pt>
                <c:pt idx="1211">
                  <c:v>45065</c:v>
                </c:pt>
                <c:pt idx="1212">
                  <c:v>45068</c:v>
                </c:pt>
                <c:pt idx="1213">
                  <c:v>45069</c:v>
                </c:pt>
                <c:pt idx="1214">
                  <c:v>45070</c:v>
                </c:pt>
                <c:pt idx="1215">
                  <c:v>45071</c:v>
                </c:pt>
                <c:pt idx="1216">
                  <c:v>45072</c:v>
                </c:pt>
                <c:pt idx="1217">
                  <c:v>45075</c:v>
                </c:pt>
                <c:pt idx="1218">
                  <c:v>45076</c:v>
                </c:pt>
                <c:pt idx="1219">
                  <c:v>45077</c:v>
                </c:pt>
                <c:pt idx="1220">
                  <c:v>45078</c:v>
                </c:pt>
                <c:pt idx="1221">
                  <c:v>45079</c:v>
                </c:pt>
                <c:pt idx="1222">
                  <c:v>45082</c:v>
                </c:pt>
                <c:pt idx="1223">
                  <c:v>45083</c:v>
                </c:pt>
                <c:pt idx="1224">
                  <c:v>45084</c:v>
                </c:pt>
                <c:pt idx="1225">
                  <c:v>45086</c:v>
                </c:pt>
                <c:pt idx="1226">
                  <c:v>45089</c:v>
                </c:pt>
                <c:pt idx="1227">
                  <c:v>45090</c:v>
                </c:pt>
                <c:pt idx="1228">
                  <c:v>45091</c:v>
                </c:pt>
                <c:pt idx="1229">
                  <c:v>45092</c:v>
                </c:pt>
                <c:pt idx="1230">
                  <c:v>45093</c:v>
                </c:pt>
                <c:pt idx="1231">
                  <c:v>45096</c:v>
                </c:pt>
                <c:pt idx="1232">
                  <c:v>45097</c:v>
                </c:pt>
                <c:pt idx="1233">
                  <c:v>45098</c:v>
                </c:pt>
                <c:pt idx="1234">
                  <c:v>45099</c:v>
                </c:pt>
                <c:pt idx="1235">
                  <c:v>45100</c:v>
                </c:pt>
                <c:pt idx="1236">
                  <c:v>45103</c:v>
                </c:pt>
                <c:pt idx="1237">
                  <c:v>45104</c:v>
                </c:pt>
                <c:pt idx="1238">
                  <c:v>45105</c:v>
                </c:pt>
                <c:pt idx="1239">
                  <c:v>45106</c:v>
                </c:pt>
                <c:pt idx="1240">
                  <c:v>45107</c:v>
                </c:pt>
                <c:pt idx="1241">
                  <c:v>45110</c:v>
                </c:pt>
                <c:pt idx="1242">
                  <c:v>45111</c:v>
                </c:pt>
                <c:pt idx="1243">
                  <c:v>45112</c:v>
                </c:pt>
                <c:pt idx="1244">
                  <c:v>45113</c:v>
                </c:pt>
                <c:pt idx="1245">
                  <c:v>45114</c:v>
                </c:pt>
                <c:pt idx="1246">
                  <c:v>45117</c:v>
                </c:pt>
                <c:pt idx="1247">
                  <c:v>45118</c:v>
                </c:pt>
                <c:pt idx="1248">
                  <c:v>45119</c:v>
                </c:pt>
                <c:pt idx="1249">
                  <c:v>45120</c:v>
                </c:pt>
                <c:pt idx="1250">
                  <c:v>45121</c:v>
                </c:pt>
                <c:pt idx="1251">
                  <c:v>45124</c:v>
                </c:pt>
                <c:pt idx="1252">
                  <c:v>45125</c:v>
                </c:pt>
                <c:pt idx="1253">
                  <c:v>45126</c:v>
                </c:pt>
                <c:pt idx="1254">
                  <c:v>45127</c:v>
                </c:pt>
                <c:pt idx="1255">
                  <c:v>45128</c:v>
                </c:pt>
                <c:pt idx="1256">
                  <c:v>45131</c:v>
                </c:pt>
                <c:pt idx="1257">
                  <c:v>45132</c:v>
                </c:pt>
                <c:pt idx="1258">
                  <c:v>45133</c:v>
                </c:pt>
                <c:pt idx="1259">
                  <c:v>45134</c:v>
                </c:pt>
                <c:pt idx="1260">
                  <c:v>45135</c:v>
                </c:pt>
                <c:pt idx="1261">
                  <c:v>45138</c:v>
                </c:pt>
                <c:pt idx="1262">
                  <c:v>45139</c:v>
                </c:pt>
                <c:pt idx="1263">
                  <c:v>45140</c:v>
                </c:pt>
                <c:pt idx="1264">
                  <c:v>45141</c:v>
                </c:pt>
                <c:pt idx="1265">
                  <c:v>45142</c:v>
                </c:pt>
                <c:pt idx="1266">
                  <c:v>45145</c:v>
                </c:pt>
                <c:pt idx="1267">
                  <c:v>45146</c:v>
                </c:pt>
                <c:pt idx="1268">
                  <c:v>45147</c:v>
                </c:pt>
                <c:pt idx="1269">
                  <c:v>45148</c:v>
                </c:pt>
                <c:pt idx="1270">
                  <c:v>45149</c:v>
                </c:pt>
                <c:pt idx="1271">
                  <c:v>45152</c:v>
                </c:pt>
                <c:pt idx="1272">
                  <c:v>45153</c:v>
                </c:pt>
                <c:pt idx="1273">
                  <c:v>45154</c:v>
                </c:pt>
                <c:pt idx="1274">
                  <c:v>45155</c:v>
                </c:pt>
                <c:pt idx="1275">
                  <c:v>45156</c:v>
                </c:pt>
                <c:pt idx="1276">
                  <c:v>45159</c:v>
                </c:pt>
                <c:pt idx="1277">
                  <c:v>45160</c:v>
                </c:pt>
                <c:pt idx="1278">
                  <c:v>45161</c:v>
                </c:pt>
                <c:pt idx="1279">
                  <c:v>45162</c:v>
                </c:pt>
                <c:pt idx="1280">
                  <c:v>45163</c:v>
                </c:pt>
                <c:pt idx="1281">
                  <c:v>45166</c:v>
                </c:pt>
                <c:pt idx="1282">
                  <c:v>45167</c:v>
                </c:pt>
                <c:pt idx="1283">
                  <c:v>45168</c:v>
                </c:pt>
                <c:pt idx="1284">
                  <c:v>45169</c:v>
                </c:pt>
                <c:pt idx="1285">
                  <c:v>45170</c:v>
                </c:pt>
                <c:pt idx="1286">
                  <c:v>45173</c:v>
                </c:pt>
                <c:pt idx="1287">
                  <c:v>45174</c:v>
                </c:pt>
                <c:pt idx="1288">
                  <c:v>45175</c:v>
                </c:pt>
                <c:pt idx="1289">
                  <c:v>45177</c:v>
                </c:pt>
                <c:pt idx="1290">
                  <c:v>45180</c:v>
                </c:pt>
                <c:pt idx="1291">
                  <c:v>45181</c:v>
                </c:pt>
                <c:pt idx="1292">
                  <c:v>45182</c:v>
                </c:pt>
                <c:pt idx="1293">
                  <c:v>45183</c:v>
                </c:pt>
                <c:pt idx="1294">
                  <c:v>45184</c:v>
                </c:pt>
                <c:pt idx="1295">
                  <c:v>45187</c:v>
                </c:pt>
                <c:pt idx="1296">
                  <c:v>45188</c:v>
                </c:pt>
                <c:pt idx="1297">
                  <c:v>45189</c:v>
                </c:pt>
                <c:pt idx="1298">
                  <c:v>45190</c:v>
                </c:pt>
                <c:pt idx="1299">
                  <c:v>45191</c:v>
                </c:pt>
                <c:pt idx="1300">
                  <c:v>45194</c:v>
                </c:pt>
                <c:pt idx="1301">
                  <c:v>45195</c:v>
                </c:pt>
                <c:pt idx="1302">
                  <c:v>45196</c:v>
                </c:pt>
                <c:pt idx="1303">
                  <c:v>45197</c:v>
                </c:pt>
                <c:pt idx="1304">
                  <c:v>45198</c:v>
                </c:pt>
                <c:pt idx="1305">
                  <c:v>45201</c:v>
                </c:pt>
                <c:pt idx="1306">
                  <c:v>45202</c:v>
                </c:pt>
                <c:pt idx="1307">
                  <c:v>45203</c:v>
                </c:pt>
                <c:pt idx="1308">
                  <c:v>45204</c:v>
                </c:pt>
                <c:pt idx="1309">
                  <c:v>45205</c:v>
                </c:pt>
                <c:pt idx="1310">
                  <c:v>45208</c:v>
                </c:pt>
                <c:pt idx="1311">
                  <c:v>45209</c:v>
                </c:pt>
                <c:pt idx="1312">
                  <c:v>45210</c:v>
                </c:pt>
                <c:pt idx="1313">
                  <c:v>45212</c:v>
                </c:pt>
                <c:pt idx="1314">
                  <c:v>45215</c:v>
                </c:pt>
                <c:pt idx="1315">
                  <c:v>45216</c:v>
                </c:pt>
                <c:pt idx="1316">
                  <c:v>45217</c:v>
                </c:pt>
                <c:pt idx="1317">
                  <c:v>45218</c:v>
                </c:pt>
                <c:pt idx="1318">
                  <c:v>45219</c:v>
                </c:pt>
                <c:pt idx="1319">
                  <c:v>45222</c:v>
                </c:pt>
                <c:pt idx="1320">
                  <c:v>45223</c:v>
                </c:pt>
                <c:pt idx="1321">
                  <c:v>45224</c:v>
                </c:pt>
                <c:pt idx="1322">
                  <c:v>45225</c:v>
                </c:pt>
                <c:pt idx="1323">
                  <c:v>45226</c:v>
                </c:pt>
                <c:pt idx="1324">
                  <c:v>45229</c:v>
                </c:pt>
                <c:pt idx="1325">
                  <c:v>45230</c:v>
                </c:pt>
                <c:pt idx="1326">
                  <c:v>45231</c:v>
                </c:pt>
                <c:pt idx="1327">
                  <c:v>45233</c:v>
                </c:pt>
                <c:pt idx="1328">
                  <c:v>45236</c:v>
                </c:pt>
                <c:pt idx="1329">
                  <c:v>45237</c:v>
                </c:pt>
                <c:pt idx="1330">
                  <c:v>45238</c:v>
                </c:pt>
                <c:pt idx="1331">
                  <c:v>45239</c:v>
                </c:pt>
                <c:pt idx="1332">
                  <c:v>45240</c:v>
                </c:pt>
                <c:pt idx="1333">
                  <c:v>45243</c:v>
                </c:pt>
                <c:pt idx="1334">
                  <c:v>45244</c:v>
                </c:pt>
                <c:pt idx="1335">
                  <c:v>45246</c:v>
                </c:pt>
                <c:pt idx="1336">
                  <c:v>45247</c:v>
                </c:pt>
                <c:pt idx="1337">
                  <c:v>45250</c:v>
                </c:pt>
                <c:pt idx="1338">
                  <c:v>45251</c:v>
                </c:pt>
                <c:pt idx="1339">
                  <c:v>45252</c:v>
                </c:pt>
                <c:pt idx="1340">
                  <c:v>45253</c:v>
                </c:pt>
                <c:pt idx="1341">
                  <c:v>45254</c:v>
                </c:pt>
                <c:pt idx="1342">
                  <c:v>45257</c:v>
                </c:pt>
                <c:pt idx="1343">
                  <c:v>45258</c:v>
                </c:pt>
                <c:pt idx="1344">
                  <c:v>45259</c:v>
                </c:pt>
                <c:pt idx="1345">
                  <c:v>45260</c:v>
                </c:pt>
                <c:pt idx="1346">
                  <c:v>45261</c:v>
                </c:pt>
                <c:pt idx="1347">
                  <c:v>45264</c:v>
                </c:pt>
                <c:pt idx="1348">
                  <c:v>45265</c:v>
                </c:pt>
                <c:pt idx="1349">
                  <c:v>45266</c:v>
                </c:pt>
                <c:pt idx="1350">
                  <c:v>45267</c:v>
                </c:pt>
                <c:pt idx="1351">
                  <c:v>45268</c:v>
                </c:pt>
                <c:pt idx="1352">
                  <c:v>45271</c:v>
                </c:pt>
                <c:pt idx="1353">
                  <c:v>45272</c:v>
                </c:pt>
                <c:pt idx="1354">
                  <c:v>45273</c:v>
                </c:pt>
                <c:pt idx="1355">
                  <c:v>45274</c:v>
                </c:pt>
                <c:pt idx="1356">
                  <c:v>45275</c:v>
                </c:pt>
                <c:pt idx="1357">
                  <c:v>45278</c:v>
                </c:pt>
                <c:pt idx="1358">
                  <c:v>45279</c:v>
                </c:pt>
                <c:pt idx="1359">
                  <c:v>45280</c:v>
                </c:pt>
                <c:pt idx="1360">
                  <c:v>45281</c:v>
                </c:pt>
                <c:pt idx="1361">
                  <c:v>45282</c:v>
                </c:pt>
                <c:pt idx="1362">
                  <c:v>45286</c:v>
                </c:pt>
                <c:pt idx="1363">
                  <c:v>45287</c:v>
                </c:pt>
                <c:pt idx="1364">
                  <c:v>45288</c:v>
                </c:pt>
                <c:pt idx="1365">
                  <c:v>45293</c:v>
                </c:pt>
                <c:pt idx="1366">
                  <c:v>45294</c:v>
                </c:pt>
                <c:pt idx="1367">
                  <c:v>45295</c:v>
                </c:pt>
                <c:pt idx="1368">
                  <c:v>45296</c:v>
                </c:pt>
                <c:pt idx="1369">
                  <c:v>45299</c:v>
                </c:pt>
                <c:pt idx="1370">
                  <c:v>45300</c:v>
                </c:pt>
                <c:pt idx="1371">
                  <c:v>45301</c:v>
                </c:pt>
                <c:pt idx="1372">
                  <c:v>45302</c:v>
                </c:pt>
                <c:pt idx="1373">
                  <c:v>45303</c:v>
                </c:pt>
                <c:pt idx="1374">
                  <c:v>45306</c:v>
                </c:pt>
                <c:pt idx="1375">
                  <c:v>45307</c:v>
                </c:pt>
                <c:pt idx="1376">
                  <c:v>45308</c:v>
                </c:pt>
                <c:pt idx="1377">
                  <c:v>45309</c:v>
                </c:pt>
                <c:pt idx="1378">
                  <c:v>45310</c:v>
                </c:pt>
                <c:pt idx="1379">
                  <c:v>45313</c:v>
                </c:pt>
                <c:pt idx="1380">
                  <c:v>45314</c:v>
                </c:pt>
                <c:pt idx="1381">
                  <c:v>45315</c:v>
                </c:pt>
                <c:pt idx="1382">
                  <c:v>45316</c:v>
                </c:pt>
                <c:pt idx="1383">
                  <c:v>45317</c:v>
                </c:pt>
                <c:pt idx="1384">
                  <c:v>45320</c:v>
                </c:pt>
                <c:pt idx="1385">
                  <c:v>45321</c:v>
                </c:pt>
                <c:pt idx="1386">
                  <c:v>45322</c:v>
                </c:pt>
                <c:pt idx="1387">
                  <c:v>45323</c:v>
                </c:pt>
                <c:pt idx="1388">
                  <c:v>45324</c:v>
                </c:pt>
                <c:pt idx="1389">
                  <c:v>45327</c:v>
                </c:pt>
                <c:pt idx="1390">
                  <c:v>45328</c:v>
                </c:pt>
                <c:pt idx="1391">
                  <c:v>45329</c:v>
                </c:pt>
                <c:pt idx="1392">
                  <c:v>45330</c:v>
                </c:pt>
                <c:pt idx="1393">
                  <c:v>45331</c:v>
                </c:pt>
                <c:pt idx="1394">
                  <c:v>45336</c:v>
                </c:pt>
                <c:pt idx="1395">
                  <c:v>45337</c:v>
                </c:pt>
                <c:pt idx="1396">
                  <c:v>45338</c:v>
                </c:pt>
                <c:pt idx="1397">
                  <c:v>45341</c:v>
                </c:pt>
                <c:pt idx="1398">
                  <c:v>45342</c:v>
                </c:pt>
                <c:pt idx="1399">
                  <c:v>45343</c:v>
                </c:pt>
                <c:pt idx="1400">
                  <c:v>45344</c:v>
                </c:pt>
                <c:pt idx="1401">
                  <c:v>45345</c:v>
                </c:pt>
                <c:pt idx="1402">
                  <c:v>45348</c:v>
                </c:pt>
                <c:pt idx="1403">
                  <c:v>45349</c:v>
                </c:pt>
                <c:pt idx="1404">
                  <c:v>45350</c:v>
                </c:pt>
                <c:pt idx="1405">
                  <c:v>45351</c:v>
                </c:pt>
                <c:pt idx="1406">
                  <c:v>45352</c:v>
                </c:pt>
                <c:pt idx="1407">
                  <c:v>45355</c:v>
                </c:pt>
                <c:pt idx="1408">
                  <c:v>45356</c:v>
                </c:pt>
                <c:pt idx="1409">
                  <c:v>45357</c:v>
                </c:pt>
                <c:pt idx="1410">
                  <c:v>45358</c:v>
                </c:pt>
                <c:pt idx="1411">
                  <c:v>45359</c:v>
                </c:pt>
                <c:pt idx="1412">
                  <c:v>45362</c:v>
                </c:pt>
                <c:pt idx="1413">
                  <c:v>45363</c:v>
                </c:pt>
                <c:pt idx="1414">
                  <c:v>45364</c:v>
                </c:pt>
                <c:pt idx="1415">
                  <c:v>45365</c:v>
                </c:pt>
                <c:pt idx="1416">
                  <c:v>45366</c:v>
                </c:pt>
                <c:pt idx="1417">
                  <c:v>45369</c:v>
                </c:pt>
                <c:pt idx="1418">
                  <c:v>45370</c:v>
                </c:pt>
                <c:pt idx="1419">
                  <c:v>45371</c:v>
                </c:pt>
                <c:pt idx="1420">
                  <c:v>45372</c:v>
                </c:pt>
                <c:pt idx="1421">
                  <c:v>45373</c:v>
                </c:pt>
                <c:pt idx="1422">
                  <c:v>45376</c:v>
                </c:pt>
                <c:pt idx="1423">
                  <c:v>45377</c:v>
                </c:pt>
                <c:pt idx="1424">
                  <c:v>45378</c:v>
                </c:pt>
                <c:pt idx="1425">
                  <c:v>45379</c:v>
                </c:pt>
                <c:pt idx="1426">
                  <c:v>45383</c:v>
                </c:pt>
                <c:pt idx="1427">
                  <c:v>45384</c:v>
                </c:pt>
                <c:pt idx="1428">
                  <c:v>45385</c:v>
                </c:pt>
                <c:pt idx="1429">
                  <c:v>45386</c:v>
                </c:pt>
                <c:pt idx="1430">
                  <c:v>45387</c:v>
                </c:pt>
                <c:pt idx="1431">
                  <c:v>45390</c:v>
                </c:pt>
                <c:pt idx="1432">
                  <c:v>45391</c:v>
                </c:pt>
                <c:pt idx="1433">
                  <c:v>45392</c:v>
                </c:pt>
                <c:pt idx="1434">
                  <c:v>45393</c:v>
                </c:pt>
                <c:pt idx="1435">
                  <c:v>45394</c:v>
                </c:pt>
                <c:pt idx="1436">
                  <c:v>45397</c:v>
                </c:pt>
                <c:pt idx="1437">
                  <c:v>45398</c:v>
                </c:pt>
                <c:pt idx="1438">
                  <c:v>45399</c:v>
                </c:pt>
                <c:pt idx="1439">
                  <c:v>45400</c:v>
                </c:pt>
                <c:pt idx="1440">
                  <c:v>45401</c:v>
                </c:pt>
                <c:pt idx="1441">
                  <c:v>45404</c:v>
                </c:pt>
                <c:pt idx="1442">
                  <c:v>45405</c:v>
                </c:pt>
                <c:pt idx="1443">
                  <c:v>45406</c:v>
                </c:pt>
                <c:pt idx="1444">
                  <c:v>45407</c:v>
                </c:pt>
                <c:pt idx="1445">
                  <c:v>45408</c:v>
                </c:pt>
                <c:pt idx="1446">
                  <c:v>45411</c:v>
                </c:pt>
                <c:pt idx="1447">
                  <c:v>45412</c:v>
                </c:pt>
                <c:pt idx="1448">
                  <c:v>45414</c:v>
                </c:pt>
                <c:pt idx="1449">
                  <c:v>45415</c:v>
                </c:pt>
                <c:pt idx="1450">
                  <c:v>45418</c:v>
                </c:pt>
                <c:pt idx="1451">
                  <c:v>45419</c:v>
                </c:pt>
                <c:pt idx="1452">
                  <c:v>45420</c:v>
                </c:pt>
                <c:pt idx="1453">
                  <c:v>45421</c:v>
                </c:pt>
                <c:pt idx="1454">
                  <c:v>45422</c:v>
                </c:pt>
                <c:pt idx="1455">
                  <c:v>45425</c:v>
                </c:pt>
                <c:pt idx="1456">
                  <c:v>45426</c:v>
                </c:pt>
                <c:pt idx="1457">
                  <c:v>45427</c:v>
                </c:pt>
                <c:pt idx="1458">
                  <c:v>45428</c:v>
                </c:pt>
                <c:pt idx="1459">
                  <c:v>45429</c:v>
                </c:pt>
                <c:pt idx="1460">
                  <c:v>45432</c:v>
                </c:pt>
                <c:pt idx="1461">
                  <c:v>45433</c:v>
                </c:pt>
                <c:pt idx="1462">
                  <c:v>45434</c:v>
                </c:pt>
                <c:pt idx="1463">
                  <c:v>45435</c:v>
                </c:pt>
                <c:pt idx="1464">
                  <c:v>45436</c:v>
                </c:pt>
                <c:pt idx="1465">
                  <c:v>45439</c:v>
                </c:pt>
                <c:pt idx="1466">
                  <c:v>45440</c:v>
                </c:pt>
                <c:pt idx="1467">
                  <c:v>45441</c:v>
                </c:pt>
                <c:pt idx="1468">
                  <c:v>45443</c:v>
                </c:pt>
                <c:pt idx="1469">
                  <c:v>45446</c:v>
                </c:pt>
                <c:pt idx="1470">
                  <c:v>45447</c:v>
                </c:pt>
                <c:pt idx="1471">
                  <c:v>45448</c:v>
                </c:pt>
                <c:pt idx="1472">
                  <c:v>45449</c:v>
                </c:pt>
                <c:pt idx="1473">
                  <c:v>45450</c:v>
                </c:pt>
                <c:pt idx="1474">
                  <c:v>45453</c:v>
                </c:pt>
                <c:pt idx="1475">
                  <c:v>45454</c:v>
                </c:pt>
                <c:pt idx="1476">
                  <c:v>45455</c:v>
                </c:pt>
                <c:pt idx="1477">
                  <c:v>45456</c:v>
                </c:pt>
                <c:pt idx="1478">
                  <c:v>45457</c:v>
                </c:pt>
                <c:pt idx="1479">
                  <c:v>45460</c:v>
                </c:pt>
                <c:pt idx="1480">
                  <c:v>45461</c:v>
                </c:pt>
                <c:pt idx="1481">
                  <c:v>45462</c:v>
                </c:pt>
                <c:pt idx="1482">
                  <c:v>45463</c:v>
                </c:pt>
                <c:pt idx="1483">
                  <c:v>45464</c:v>
                </c:pt>
                <c:pt idx="1484">
                  <c:v>45467</c:v>
                </c:pt>
                <c:pt idx="1485">
                  <c:v>45468</c:v>
                </c:pt>
                <c:pt idx="1486">
                  <c:v>45469</c:v>
                </c:pt>
                <c:pt idx="1487">
                  <c:v>45470</c:v>
                </c:pt>
                <c:pt idx="1488">
                  <c:v>45471</c:v>
                </c:pt>
                <c:pt idx="1489">
                  <c:v>45474</c:v>
                </c:pt>
                <c:pt idx="1490">
                  <c:v>45475</c:v>
                </c:pt>
                <c:pt idx="1491">
                  <c:v>45476</c:v>
                </c:pt>
                <c:pt idx="1492">
                  <c:v>45477</c:v>
                </c:pt>
                <c:pt idx="1493">
                  <c:v>45478</c:v>
                </c:pt>
                <c:pt idx="1494">
                  <c:v>45481</c:v>
                </c:pt>
                <c:pt idx="1495">
                  <c:v>45482</c:v>
                </c:pt>
                <c:pt idx="1496">
                  <c:v>45483</c:v>
                </c:pt>
                <c:pt idx="1497">
                  <c:v>45484</c:v>
                </c:pt>
                <c:pt idx="1498">
                  <c:v>45485</c:v>
                </c:pt>
                <c:pt idx="1499">
                  <c:v>45488</c:v>
                </c:pt>
                <c:pt idx="1500">
                  <c:v>45489</c:v>
                </c:pt>
                <c:pt idx="1501">
                  <c:v>45490</c:v>
                </c:pt>
                <c:pt idx="1502">
                  <c:v>45491</c:v>
                </c:pt>
                <c:pt idx="1503">
                  <c:v>45492</c:v>
                </c:pt>
                <c:pt idx="1504">
                  <c:v>45495</c:v>
                </c:pt>
                <c:pt idx="1505">
                  <c:v>45496</c:v>
                </c:pt>
                <c:pt idx="1506">
                  <c:v>45497</c:v>
                </c:pt>
                <c:pt idx="1507">
                  <c:v>45498</c:v>
                </c:pt>
                <c:pt idx="1508">
                  <c:v>45499</c:v>
                </c:pt>
                <c:pt idx="1509">
                  <c:v>45502</c:v>
                </c:pt>
                <c:pt idx="1510">
                  <c:v>45503</c:v>
                </c:pt>
                <c:pt idx="1511">
                  <c:v>45504</c:v>
                </c:pt>
                <c:pt idx="1512">
                  <c:v>45505</c:v>
                </c:pt>
                <c:pt idx="1513">
                  <c:v>45506</c:v>
                </c:pt>
                <c:pt idx="1514">
                  <c:v>45509</c:v>
                </c:pt>
                <c:pt idx="1515">
                  <c:v>45510</c:v>
                </c:pt>
                <c:pt idx="1516">
                  <c:v>45511</c:v>
                </c:pt>
                <c:pt idx="1517">
                  <c:v>45512</c:v>
                </c:pt>
                <c:pt idx="1518">
                  <c:v>45513</c:v>
                </c:pt>
                <c:pt idx="1519">
                  <c:v>45516</c:v>
                </c:pt>
                <c:pt idx="1520">
                  <c:v>45517</c:v>
                </c:pt>
                <c:pt idx="1521">
                  <c:v>45518</c:v>
                </c:pt>
                <c:pt idx="1522">
                  <c:v>45519</c:v>
                </c:pt>
                <c:pt idx="1523">
                  <c:v>45520</c:v>
                </c:pt>
                <c:pt idx="1524">
                  <c:v>45523</c:v>
                </c:pt>
                <c:pt idx="1525">
                  <c:v>45524</c:v>
                </c:pt>
                <c:pt idx="1526">
                  <c:v>45525</c:v>
                </c:pt>
                <c:pt idx="1527">
                  <c:v>45526</c:v>
                </c:pt>
                <c:pt idx="1528">
                  <c:v>45527</c:v>
                </c:pt>
                <c:pt idx="1529">
                  <c:v>45530</c:v>
                </c:pt>
                <c:pt idx="1530">
                  <c:v>45531</c:v>
                </c:pt>
                <c:pt idx="1531">
                  <c:v>45532</c:v>
                </c:pt>
                <c:pt idx="1532">
                  <c:v>45533</c:v>
                </c:pt>
                <c:pt idx="1533">
                  <c:v>45534</c:v>
                </c:pt>
                <c:pt idx="1534">
                  <c:v>45537</c:v>
                </c:pt>
                <c:pt idx="1535">
                  <c:v>45538</c:v>
                </c:pt>
                <c:pt idx="1536">
                  <c:v>45539</c:v>
                </c:pt>
                <c:pt idx="1537">
                  <c:v>45540</c:v>
                </c:pt>
                <c:pt idx="1538">
                  <c:v>45541</c:v>
                </c:pt>
                <c:pt idx="1539">
                  <c:v>45544</c:v>
                </c:pt>
                <c:pt idx="1540">
                  <c:v>45545</c:v>
                </c:pt>
                <c:pt idx="1541">
                  <c:v>45546</c:v>
                </c:pt>
                <c:pt idx="1542">
                  <c:v>45547</c:v>
                </c:pt>
                <c:pt idx="1543">
                  <c:v>45548</c:v>
                </c:pt>
                <c:pt idx="1544">
                  <c:v>45551</c:v>
                </c:pt>
                <c:pt idx="1545">
                  <c:v>45552</c:v>
                </c:pt>
                <c:pt idx="1546">
                  <c:v>45553</c:v>
                </c:pt>
                <c:pt idx="1547">
                  <c:v>45554</c:v>
                </c:pt>
                <c:pt idx="1548">
                  <c:v>45555</c:v>
                </c:pt>
                <c:pt idx="1549">
                  <c:v>45558</c:v>
                </c:pt>
                <c:pt idx="1550">
                  <c:v>45559</c:v>
                </c:pt>
                <c:pt idx="1551">
                  <c:v>45560</c:v>
                </c:pt>
                <c:pt idx="1552">
                  <c:v>45561</c:v>
                </c:pt>
                <c:pt idx="1553">
                  <c:v>45562</c:v>
                </c:pt>
                <c:pt idx="1554">
                  <c:v>45565</c:v>
                </c:pt>
                <c:pt idx="1555">
                  <c:v>45566</c:v>
                </c:pt>
                <c:pt idx="1556">
                  <c:v>45567</c:v>
                </c:pt>
                <c:pt idx="1557">
                  <c:v>45568</c:v>
                </c:pt>
                <c:pt idx="1558">
                  <c:v>45569</c:v>
                </c:pt>
                <c:pt idx="1559">
                  <c:v>45572</c:v>
                </c:pt>
                <c:pt idx="1560">
                  <c:v>45573</c:v>
                </c:pt>
                <c:pt idx="1561">
                  <c:v>45574</c:v>
                </c:pt>
                <c:pt idx="1562">
                  <c:v>45575</c:v>
                </c:pt>
                <c:pt idx="1563">
                  <c:v>45576</c:v>
                </c:pt>
                <c:pt idx="1564">
                  <c:v>45579</c:v>
                </c:pt>
                <c:pt idx="1565">
                  <c:v>45580</c:v>
                </c:pt>
                <c:pt idx="1566">
                  <c:v>45581</c:v>
                </c:pt>
                <c:pt idx="1567">
                  <c:v>45582</c:v>
                </c:pt>
                <c:pt idx="1568">
                  <c:v>45583</c:v>
                </c:pt>
                <c:pt idx="1569">
                  <c:v>45586</c:v>
                </c:pt>
                <c:pt idx="1570">
                  <c:v>45587</c:v>
                </c:pt>
                <c:pt idx="1571">
                  <c:v>45588</c:v>
                </c:pt>
                <c:pt idx="1572">
                  <c:v>45589</c:v>
                </c:pt>
                <c:pt idx="1573">
                  <c:v>45590</c:v>
                </c:pt>
                <c:pt idx="1574">
                  <c:v>45593</c:v>
                </c:pt>
                <c:pt idx="1575">
                  <c:v>45594</c:v>
                </c:pt>
                <c:pt idx="1576">
                  <c:v>45595</c:v>
                </c:pt>
                <c:pt idx="1577">
                  <c:v>45596</c:v>
                </c:pt>
                <c:pt idx="1578">
                  <c:v>45597</c:v>
                </c:pt>
                <c:pt idx="1579">
                  <c:v>45600</c:v>
                </c:pt>
                <c:pt idx="1580">
                  <c:v>45601</c:v>
                </c:pt>
                <c:pt idx="1581">
                  <c:v>45602</c:v>
                </c:pt>
                <c:pt idx="1582">
                  <c:v>45603</c:v>
                </c:pt>
                <c:pt idx="1583">
                  <c:v>45604</c:v>
                </c:pt>
                <c:pt idx="1584">
                  <c:v>45607</c:v>
                </c:pt>
                <c:pt idx="1585">
                  <c:v>45608</c:v>
                </c:pt>
                <c:pt idx="1586">
                  <c:v>45609</c:v>
                </c:pt>
                <c:pt idx="1587">
                  <c:v>45610</c:v>
                </c:pt>
                <c:pt idx="1588">
                  <c:v>45614</c:v>
                </c:pt>
                <c:pt idx="1589">
                  <c:v>45615</c:v>
                </c:pt>
                <c:pt idx="1590">
                  <c:v>45617</c:v>
                </c:pt>
                <c:pt idx="1591">
                  <c:v>45618</c:v>
                </c:pt>
                <c:pt idx="1592">
                  <c:v>45621</c:v>
                </c:pt>
                <c:pt idx="1593">
                  <c:v>45622</c:v>
                </c:pt>
                <c:pt idx="1594">
                  <c:v>45623</c:v>
                </c:pt>
                <c:pt idx="1595">
                  <c:v>45624</c:v>
                </c:pt>
                <c:pt idx="1596">
                  <c:v>45625</c:v>
                </c:pt>
                <c:pt idx="1597">
                  <c:v>45628</c:v>
                </c:pt>
                <c:pt idx="1598">
                  <c:v>45629</c:v>
                </c:pt>
                <c:pt idx="1599">
                  <c:v>45630</c:v>
                </c:pt>
                <c:pt idx="1600">
                  <c:v>45631</c:v>
                </c:pt>
                <c:pt idx="1601">
                  <c:v>45632</c:v>
                </c:pt>
                <c:pt idx="1602">
                  <c:v>45635</c:v>
                </c:pt>
                <c:pt idx="1603">
                  <c:v>45636</c:v>
                </c:pt>
                <c:pt idx="1604">
                  <c:v>45637</c:v>
                </c:pt>
                <c:pt idx="1605">
                  <c:v>45638</c:v>
                </c:pt>
                <c:pt idx="1606">
                  <c:v>45639</c:v>
                </c:pt>
                <c:pt idx="1607">
                  <c:v>45642</c:v>
                </c:pt>
                <c:pt idx="1608">
                  <c:v>45643</c:v>
                </c:pt>
                <c:pt idx="1609">
                  <c:v>45644</c:v>
                </c:pt>
                <c:pt idx="1610">
                  <c:v>45645</c:v>
                </c:pt>
                <c:pt idx="1611">
                  <c:v>45646</c:v>
                </c:pt>
                <c:pt idx="1612">
                  <c:v>45649</c:v>
                </c:pt>
                <c:pt idx="1613">
                  <c:v>45652</c:v>
                </c:pt>
                <c:pt idx="1614">
                  <c:v>45653</c:v>
                </c:pt>
                <c:pt idx="1615">
                  <c:v>45656</c:v>
                </c:pt>
                <c:pt idx="1616">
                  <c:v>45659</c:v>
                </c:pt>
                <c:pt idx="1617">
                  <c:v>45660</c:v>
                </c:pt>
                <c:pt idx="1618">
                  <c:v>45663</c:v>
                </c:pt>
                <c:pt idx="1619">
                  <c:v>45664</c:v>
                </c:pt>
                <c:pt idx="1620">
                  <c:v>45665</c:v>
                </c:pt>
                <c:pt idx="1621">
                  <c:v>45666</c:v>
                </c:pt>
                <c:pt idx="1622">
                  <c:v>45667</c:v>
                </c:pt>
                <c:pt idx="1623">
                  <c:v>45670</c:v>
                </c:pt>
                <c:pt idx="1624">
                  <c:v>45671</c:v>
                </c:pt>
                <c:pt idx="1625">
                  <c:v>45672</c:v>
                </c:pt>
                <c:pt idx="1626">
                  <c:v>45673</c:v>
                </c:pt>
                <c:pt idx="1627">
                  <c:v>45674</c:v>
                </c:pt>
                <c:pt idx="1628">
                  <c:v>45677</c:v>
                </c:pt>
                <c:pt idx="1629">
                  <c:v>45678</c:v>
                </c:pt>
                <c:pt idx="1630">
                  <c:v>45679</c:v>
                </c:pt>
                <c:pt idx="1631">
                  <c:v>45680</c:v>
                </c:pt>
                <c:pt idx="1632">
                  <c:v>45681</c:v>
                </c:pt>
                <c:pt idx="1633">
                  <c:v>45684</c:v>
                </c:pt>
                <c:pt idx="1634">
                  <c:v>45685</c:v>
                </c:pt>
                <c:pt idx="1635">
                  <c:v>45686</c:v>
                </c:pt>
                <c:pt idx="1636">
                  <c:v>45687</c:v>
                </c:pt>
                <c:pt idx="1637">
                  <c:v>45688</c:v>
                </c:pt>
                <c:pt idx="1638">
                  <c:v>45691</c:v>
                </c:pt>
                <c:pt idx="1639">
                  <c:v>45692</c:v>
                </c:pt>
                <c:pt idx="1640">
                  <c:v>45693</c:v>
                </c:pt>
                <c:pt idx="1641">
                  <c:v>45694</c:v>
                </c:pt>
                <c:pt idx="1642">
                  <c:v>45695</c:v>
                </c:pt>
                <c:pt idx="1643">
                  <c:v>45698</c:v>
                </c:pt>
                <c:pt idx="1644">
                  <c:v>45699</c:v>
                </c:pt>
                <c:pt idx="1645">
                  <c:v>45700</c:v>
                </c:pt>
                <c:pt idx="1646">
                  <c:v>45701</c:v>
                </c:pt>
                <c:pt idx="1647">
                  <c:v>45702</c:v>
                </c:pt>
                <c:pt idx="1648">
                  <c:v>45705</c:v>
                </c:pt>
                <c:pt idx="1649">
                  <c:v>45706</c:v>
                </c:pt>
                <c:pt idx="1650">
                  <c:v>45707</c:v>
                </c:pt>
                <c:pt idx="1651">
                  <c:v>45708</c:v>
                </c:pt>
                <c:pt idx="1652">
                  <c:v>45709</c:v>
                </c:pt>
                <c:pt idx="1653">
                  <c:v>45712</c:v>
                </c:pt>
                <c:pt idx="1654">
                  <c:v>45713</c:v>
                </c:pt>
                <c:pt idx="1655">
                  <c:v>45714</c:v>
                </c:pt>
                <c:pt idx="1656">
                  <c:v>45715</c:v>
                </c:pt>
                <c:pt idx="1657">
                  <c:v>45716</c:v>
                </c:pt>
                <c:pt idx="1658">
                  <c:v>45721</c:v>
                </c:pt>
                <c:pt idx="1659">
                  <c:v>45722</c:v>
                </c:pt>
                <c:pt idx="1660">
                  <c:v>45723</c:v>
                </c:pt>
                <c:pt idx="1661">
                  <c:v>45726</c:v>
                </c:pt>
                <c:pt idx="1662">
                  <c:v>45727</c:v>
                </c:pt>
                <c:pt idx="1663">
                  <c:v>45728</c:v>
                </c:pt>
                <c:pt idx="1664">
                  <c:v>45729</c:v>
                </c:pt>
                <c:pt idx="1665">
                  <c:v>45730</c:v>
                </c:pt>
                <c:pt idx="1666">
                  <c:v>45733</c:v>
                </c:pt>
                <c:pt idx="1667">
                  <c:v>45734</c:v>
                </c:pt>
                <c:pt idx="1668">
                  <c:v>45735</c:v>
                </c:pt>
                <c:pt idx="1669">
                  <c:v>45736</c:v>
                </c:pt>
                <c:pt idx="1670">
                  <c:v>45737</c:v>
                </c:pt>
                <c:pt idx="1671">
                  <c:v>45740</c:v>
                </c:pt>
                <c:pt idx="1672">
                  <c:v>45741</c:v>
                </c:pt>
                <c:pt idx="1673">
                  <c:v>45742</c:v>
                </c:pt>
                <c:pt idx="1674">
                  <c:v>45743</c:v>
                </c:pt>
                <c:pt idx="1675">
                  <c:v>45744</c:v>
                </c:pt>
                <c:pt idx="1676">
                  <c:v>45747</c:v>
                </c:pt>
                <c:pt idx="1677">
                  <c:v>45748</c:v>
                </c:pt>
                <c:pt idx="1678">
                  <c:v>45749</c:v>
                </c:pt>
                <c:pt idx="1679">
                  <c:v>45750</c:v>
                </c:pt>
                <c:pt idx="1680">
                  <c:v>45751</c:v>
                </c:pt>
                <c:pt idx="1681">
                  <c:v>45754</c:v>
                </c:pt>
                <c:pt idx="1682">
                  <c:v>45755</c:v>
                </c:pt>
                <c:pt idx="1683">
                  <c:v>45756</c:v>
                </c:pt>
                <c:pt idx="1684">
                  <c:v>45757</c:v>
                </c:pt>
                <c:pt idx="1685">
                  <c:v>45758</c:v>
                </c:pt>
                <c:pt idx="1686">
                  <c:v>45761</c:v>
                </c:pt>
                <c:pt idx="1687">
                  <c:v>45762</c:v>
                </c:pt>
                <c:pt idx="1688">
                  <c:v>45763</c:v>
                </c:pt>
                <c:pt idx="1689">
                  <c:v>45764</c:v>
                </c:pt>
                <c:pt idx="1690">
                  <c:v>45769</c:v>
                </c:pt>
                <c:pt idx="1691">
                  <c:v>45770</c:v>
                </c:pt>
                <c:pt idx="1692">
                  <c:v>45771</c:v>
                </c:pt>
                <c:pt idx="1693">
                  <c:v>45772</c:v>
                </c:pt>
                <c:pt idx="1694">
                  <c:v>45775</c:v>
                </c:pt>
                <c:pt idx="1695">
                  <c:v>45776</c:v>
                </c:pt>
                <c:pt idx="1696">
                  <c:v>45777</c:v>
                </c:pt>
                <c:pt idx="1697">
                  <c:v>45779</c:v>
                </c:pt>
                <c:pt idx="1698">
                  <c:v>45782</c:v>
                </c:pt>
                <c:pt idx="1699">
                  <c:v>45783</c:v>
                </c:pt>
                <c:pt idx="1700">
                  <c:v>45784</c:v>
                </c:pt>
                <c:pt idx="1701">
                  <c:v>45785</c:v>
                </c:pt>
                <c:pt idx="1702">
                  <c:v>45786</c:v>
                </c:pt>
                <c:pt idx="1703">
                  <c:v>45789</c:v>
                </c:pt>
                <c:pt idx="1704">
                  <c:v>45790</c:v>
                </c:pt>
                <c:pt idx="1705">
                  <c:v>45791</c:v>
                </c:pt>
                <c:pt idx="1706">
                  <c:v>45792</c:v>
                </c:pt>
                <c:pt idx="1707">
                  <c:v>45793</c:v>
                </c:pt>
                <c:pt idx="1708">
                  <c:v>45796</c:v>
                </c:pt>
                <c:pt idx="1709">
                  <c:v>45797</c:v>
                </c:pt>
                <c:pt idx="1710">
                  <c:v>45798</c:v>
                </c:pt>
                <c:pt idx="1711">
                  <c:v>45799</c:v>
                </c:pt>
                <c:pt idx="1712">
                  <c:v>45800</c:v>
                </c:pt>
                <c:pt idx="1713">
                  <c:v>45803</c:v>
                </c:pt>
                <c:pt idx="1714">
                  <c:v>45804</c:v>
                </c:pt>
                <c:pt idx="1715">
                  <c:v>45805</c:v>
                </c:pt>
                <c:pt idx="1716">
                  <c:v>45806</c:v>
                </c:pt>
                <c:pt idx="1717">
                  <c:v>45807</c:v>
                </c:pt>
                <c:pt idx="1718">
                  <c:v>45810</c:v>
                </c:pt>
                <c:pt idx="1719">
                  <c:v>45811</c:v>
                </c:pt>
                <c:pt idx="1720">
                  <c:v>45812</c:v>
                </c:pt>
                <c:pt idx="1721">
                  <c:v>45813</c:v>
                </c:pt>
                <c:pt idx="1722">
                  <c:v>45814</c:v>
                </c:pt>
                <c:pt idx="1723">
                  <c:v>45817</c:v>
                </c:pt>
                <c:pt idx="1724">
                  <c:v>45818</c:v>
                </c:pt>
                <c:pt idx="1725">
                  <c:v>45819</c:v>
                </c:pt>
                <c:pt idx="1726">
                  <c:v>45820</c:v>
                </c:pt>
                <c:pt idx="1727">
                  <c:v>45821</c:v>
                </c:pt>
                <c:pt idx="1728">
                  <c:v>45824</c:v>
                </c:pt>
                <c:pt idx="1729">
                  <c:v>45825</c:v>
                </c:pt>
                <c:pt idx="1730">
                  <c:v>45826</c:v>
                </c:pt>
                <c:pt idx="1731">
                  <c:v>45828</c:v>
                </c:pt>
                <c:pt idx="1732">
                  <c:v>45831</c:v>
                </c:pt>
                <c:pt idx="1733">
                  <c:v>45832</c:v>
                </c:pt>
                <c:pt idx="1734">
                  <c:v>45833</c:v>
                </c:pt>
                <c:pt idx="1735">
                  <c:v>45834</c:v>
                </c:pt>
                <c:pt idx="1736">
                  <c:v>45835</c:v>
                </c:pt>
                <c:pt idx="1737">
                  <c:v>45838</c:v>
                </c:pt>
                <c:pt idx="1738">
                  <c:v>45839</c:v>
                </c:pt>
                <c:pt idx="1739">
                  <c:v>45840</c:v>
                </c:pt>
                <c:pt idx="1740">
                  <c:v>45841</c:v>
                </c:pt>
                <c:pt idx="1741">
                  <c:v>45842</c:v>
                </c:pt>
                <c:pt idx="1742">
                  <c:v>45845</c:v>
                </c:pt>
                <c:pt idx="1743">
                  <c:v>45846</c:v>
                </c:pt>
                <c:pt idx="1744">
                  <c:v>45847</c:v>
                </c:pt>
                <c:pt idx="1745">
                  <c:v>45848</c:v>
                </c:pt>
                <c:pt idx="1746">
                  <c:v>45849</c:v>
                </c:pt>
                <c:pt idx="1747">
                  <c:v>45852</c:v>
                </c:pt>
                <c:pt idx="1748">
                  <c:v>45853</c:v>
                </c:pt>
                <c:pt idx="1749">
                  <c:v>45854</c:v>
                </c:pt>
                <c:pt idx="1750">
                  <c:v>45855</c:v>
                </c:pt>
                <c:pt idx="1751">
                  <c:v>45856</c:v>
                </c:pt>
                <c:pt idx="1752">
                  <c:v>45859</c:v>
                </c:pt>
                <c:pt idx="1753">
                  <c:v>45860</c:v>
                </c:pt>
                <c:pt idx="1754">
                  <c:v>45861</c:v>
                </c:pt>
                <c:pt idx="1755">
                  <c:v>45862</c:v>
                </c:pt>
                <c:pt idx="1756">
                  <c:v>45863</c:v>
                </c:pt>
                <c:pt idx="1757">
                  <c:v>45866</c:v>
                </c:pt>
                <c:pt idx="1758">
                  <c:v>45867</c:v>
                </c:pt>
                <c:pt idx="1759">
                  <c:v>45868</c:v>
                </c:pt>
                <c:pt idx="1760">
                  <c:v>45869</c:v>
                </c:pt>
                <c:pt idx="1761">
                  <c:v>45870</c:v>
                </c:pt>
                <c:pt idx="1762">
                  <c:v>45873</c:v>
                </c:pt>
                <c:pt idx="1763">
                  <c:v>45874</c:v>
                </c:pt>
                <c:pt idx="1764">
                  <c:v>45875</c:v>
                </c:pt>
                <c:pt idx="1765">
                  <c:v>45876</c:v>
                </c:pt>
                <c:pt idx="1766">
                  <c:v>45877</c:v>
                </c:pt>
                <c:pt idx="1767">
                  <c:v>45880</c:v>
                </c:pt>
                <c:pt idx="1768">
                  <c:v>45881</c:v>
                </c:pt>
                <c:pt idx="1769">
                  <c:v>45882</c:v>
                </c:pt>
                <c:pt idx="1770">
                  <c:v>45883</c:v>
                </c:pt>
                <c:pt idx="1771">
                  <c:v>45884</c:v>
                </c:pt>
                <c:pt idx="1772">
                  <c:v>45887</c:v>
                </c:pt>
                <c:pt idx="1773">
                  <c:v>45888</c:v>
                </c:pt>
                <c:pt idx="1774">
                  <c:v>45889</c:v>
                </c:pt>
                <c:pt idx="1775">
                  <c:v>45890</c:v>
                </c:pt>
                <c:pt idx="1776">
                  <c:v>45891</c:v>
                </c:pt>
                <c:pt idx="1777">
                  <c:v>45894</c:v>
                </c:pt>
                <c:pt idx="1778">
                  <c:v>45895</c:v>
                </c:pt>
                <c:pt idx="1779">
                  <c:v>45896</c:v>
                </c:pt>
                <c:pt idx="1780">
                  <c:v>45897</c:v>
                </c:pt>
                <c:pt idx="1781">
                  <c:v>45898</c:v>
                </c:pt>
                <c:pt idx="1782">
                  <c:v>45901</c:v>
                </c:pt>
                <c:pt idx="1783">
                  <c:v>45902</c:v>
                </c:pt>
                <c:pt idx="1784">
                  <c:v>45903</c:v>
                </c:pt>
                <c:pt idx="1785">
                  <c:v>45904</c:v>
                </c:pt>
                <c:pt idx="1786">
                  <c:v>45905</c:v>
                </c:pt>
                <c:pt idx="1787">
                  <c:v>45908</c:v>
                </c:pt>
                <c:pt idx="1788">
                  <c:v>45909</c:v>
                </c:pt>
                <c:pt idx="1789">
                  <c:v>45910</c:v>
                </c:pt>
                <c:pt idx="1790">
                  <c:v>45911</c:v>
                </c:pt>
                <c:pt idx="1791">
                  <c:v>45912</c:v>
                </c:pt>
                <c:pt idx="1792">
                  <c:v>45915</c:v>
                </c:pt>
                <c:pt idx="1793">
                  <c:v>45916</c:v>
                </c:pt>
                <c:pt idx="1794">
                  <c:v>45917</c:v>
                </c:pt>
                <c:pt idx="1795">
                  <c:v>45918</c:v>
                </c:pt>
                <c:pt idx="1796">
                  <c:v>45919</c:v>
                </c:pt>
                <c:pt idx="1797">
                  <c:v>45922</c:v>
                </c:pt>
                <c:pt idx="1798">
                  <c:v>45923</c:v>
                </c:pt>
                <c:pt idx="1799">
                  <c:v>45924</c:v>
                </c:pt>
                <c:pt idx="1800">
                  <c:v>45925</c:v>
                </c:pt>
                <c:pt idx="1801">
                  <c:v>45926</c:v>
                </c:pt>
                <c:pt idx="1802">
                  <c:v>45929</c:v>
                </c:pt>
                <c:pt idx="1803">
                  <c:v>45930</c:v>
                </c:pt>
                <c:pt idx="1804">
                  <c:v>45931</c:v>
                </c:pt>
                <c:pt idx="1805">
                  <c:v>45932</c:v>
                </c:pt>
                <c:pt idx="1806">
                  <c:v>45933</c:v>
                </c:pt>
                <c:pt idx="1807">
                  <c:v>45936</c:v>
                </c:pt>
                <c:pt idx="1808">
                  <c:v>45937</c:v>
                </c:pt>
                <c:pt idx="1809">
                  <c:v>45938</c:v>
                </c:pt>
                <c:pt idx="1810">
                  <c:v>45939</c:v>
                </c:pt>
                <c:pt idx="1811">
                  <c:v>45940</c:v>
                </c:pt>
                <c:pt idx="1812">
                  <c:v>45943</c:v>
                </c:pt>
                <c:pt idx="1813">
                  <c:v>45944</c:v>
                </c:pt>
                <c:pt idx="1814">
                  <c:v>45945</c:v>
                </c:pt>
                <c:pt idx="1815">
                  <c:v>45946</c:v>
                </c:pt>
                <c:pt idx="1816">
                  <c:v>45947</c:v>
                </c:pt>
                <c:pt idx="1817">
                  <c:v>45950</c:v>
                </c:pt>
                <c:pt idx="1818">
                  <c:v>45951</c:v>
                </c:pt>
                <c:pt idx="1819">
                  <c:v>45952</c:v>
                </c:pt>
                <c:pt idx="1820">
                  <c:v>45953</c:v>
                </c:pt>
                <c:pt idx="1821">
                  <c:v>45954</c:v>
                </c:pt>
                <c:pt idx="1822">
                  <c:v>45957</c:v>
                </c:pt>
                <c:pt idx="1823">
                  <c:v>45958</c:v>
                </c:pt>
                <c:pt idx="1824">
                  <c:v>45959</c:v>
                </c:pt>
                <c:pt idx="1825">
                  <c:v>45960</c:v>
                </c:pt>
                <c:pt idx="1826">
                  <c:v>45961</c:v>
                </c:pt>
                <c:pt idx="1827">
                  <c:v>45964</c:v>
                </c:pt>
                <c:pt idx="1828">
                  <c:v>45965</c:v>
                </c:pt>
                <c:pt idx="1829">
                  <c:v>45966</c:v>
                </c:pt>
                <c:pt idx="1830">
                  <c:v>45967</c:v>
                </c:pt>
                <c:pt idx="1831">
                  <c:v>45968</c:v>
                </c:pt>
                <c:pt idx="1832">
                  <c:v>45971</c:v>
                </c:pt>
                <c:pt idx="1833">
                  <c:v>45972</c:v>
                </c:pt>
                <c:pt idx="1834">
                  <c:v>45973</c:v>
                </c:pt>
                <c:pt idx="1835">
                  <c:v>45974</c:v>
                </c:pt>
                <c:pt idx="1836">
                  <c:v>45975</c:v>
                </c:pt>
                <c:pt idx="1837">
                  <c:v>45978</c:v>
                </c:pt>
                <c:pt idx="1838">
                  <c:v>45979</c:v>
                </c:pt>
                <c:pt idx="1839">
                  <c:v>45980</c:v>
                </c:pt>
                <c:pt idx="1840">
                  <c:v>45982</c:v>
                </c:pt>
                <c:pt idx="1841">
                  <c:v>45985</c:v>
                </c:pt>
                <c:pt idx="1842">
                  <c:v>45986</c:v>
                </c:pt>
                <c:pt idx="1843">
                  <c:v>45987</c:v>
                </c:pt>
                <c:pt idx="1844">
                  <c:v>45988</c:v>
                </c:pt>
                <c:pt idx="1845">
                  <c:v>45989</c:v>
                </c:pt>
                <c:pt idx="1846">
                  <c:v>45992</c:v>
                </c:pt>
                <c:pt idx="1847">
                  <c:v>45993</c:v>
                </c:pt>
                <c:pt idx="1848">
                  <c:v>45994</c:v>
                </c:pt>
                <c:pt idx="1849">
                  <c:v>45995</c:v>
                </c:pt>
                <c:pt idx="1850">
                  <c:v>45996</c:v>
                </c:pt>
                <c:pt idx="1851">
                  <c:v>45999</c:v>
                </c:pt>
                <c:pt idx="1852">
                  <c:v>46000</c:v>
                </c:pt>
                <c:pt idx="1853">
                  <c:v>46001</c:v>
                </c:pt>
                <c:pt idx="1854">
                  <c:v>46002</c:v>
                </c:pt>
                <c:pt idx="1855">
                  <c:v>46003</c:v>
                </c:pt>
                <c:pt idx="1856">
                  <c:v>46006</c:v>
                </c:pt>
                <c:pt idx="1857">
                  <c:v>46007</c:v>
                </c:pt>
                <c:pt idx="1858">
                  <c:v>46008</c:v>
                </c:pt>
                <c:pt idx="1859">
                  <c:v>46009</c:v>
                </c:pt>
                <c:pt idx="1860">
                  <c:v>46010</c:v>
                </c:pt>
                <c:pt idx="1861">
                  <c:v>46013</c:v>
                </c:pt>
                <c:pt idx="1862">
                  <c:v>46014</c:v>
                </c:pt>
                <c:pt idx="1863">
                  <c:v>46017</c:v>
                </c:pt>
                <c:pt idx="1864">
                  <c:v>46020</c:v>
                </c:pt>
                <c:pt idx="1865">
                  <c:v>46021</c:v>
                </c:pt>
                <c:pt idx="1866">
                  <c:v>46024</c:v>
                </c:pt>
                <c:pt idx="1867">
                  <c:v>46027</c:v>
                </c:pt>
                <c:pt idx="1868">
                  <c:v>46028</c:v>
                </c:pt>
                <c:pt idx="1869">
                  <c:v>46029</c:v>
                </c:pt>
                <c:pt idx="1870">
                  <c:v>46030</c:v>
                </c:pt>
                <c:pt idx="1871">
                  <c:v>46031</c:v>
                </c:pt>
                <c:pt idx="1872">
                  <c:v>46034</c:v>
                </c:pt>
                <c:pt idx="1873">
                  <c:v>46035</c:v>
                </c:pt>
                <c:pt idx="1874">
                  <c:v>46036</c:v>
                </c:pt>
                <c:pt idx="1875">
                  <c:v>46037</c:v>
                </c:pt>
                <c:pt idx="1876">
                  <c:v>46038</c:v>
                </c:pt>
                <c:pt idx="1877">
                  <c:v>46041</c:v>
                </c:pt>
                <c:pt idx="1878">
                  <c:v>46042</c:v>
                </c:pt>
                <c:pt idx="1879">
                  <c:v>46043</c:v>
                </c:pt>
                <c:pt idx="1880">
                  <c:v>46044</c:v>
                </c:pt>
                <c:pt idx="1881">
                  <c:v>46045</c:v>
                </c:pt>
                <c:pt idx="1882">
                  <c:v>46048</c:v>
                </c:pt>
                <c:pt idx="1883">
                  <c:v>46049</c:v>
                </c:pt>
                <c:pt idx="1884">
                  <c:v>46050</c:v>
                </c:pt>
                <c:pt idx="1885">
                  <c:v>46051</c:v>
                </c:pt>
                <c:pt idx="1886">
                  <c:v>46052</c:v>
                </c:pt>
                <c:pt idx="1887">
                  <c:v>46055</c:v>
                </c:pt>
                <c:pt idx="1888">
                  <c:v>46056</c:v>
                </c:pt>
                <c:pt idx="1889">
                  <c:v>46057</c:v>
                </c:pt>
                <c:pt idx="1890">
                  <c:v>46058</c:v>
                </c:pt>
                <c:pt idx="1891">
                  <c:v>46059</c:v>
                </c:pt>
                <c:pt idx="1892">
                  <c:v>46062</c:v>
                </c:pt>
                <c:pt idx="1893">
                  <c:v>46063</c:v>
                </c:pt>
                <c:pt idx="1894">
                  <c:v>46064</c:v>
                </c:pt>
                <c:pt idx="1895">
                  <c:v>46065</c:v>
                </c:pt>
                <c:pt idx="1896">
                  <c:v>46066</c:v>
                </c:pt>
                <c:pt idx="1897">
                  <c:v>46071</c:v>
                </c:pt>
                <c:pt idx="1898">
                  <c:v>46072</c:v>
                </c:pt>
                <c:pt idx="1899">
                  <c:v>46073</c:v>
                </c:pt>
                <c:pt idx="1900">
                  <c:v>46076</c:v>
                </c:pt>
                <c:pt idx="1901">
                  <c:v>46077</c:v>
                </c:pt>
                <c:pt idx="1902">
                  <c:v>46078</c:v>
                </c:pt>
                <c:pt idx="1903">
                  <c:v>46079</c:v>
                </c:pt>
                <c:pt idx="1904">
                  <c:v>46080</c:v>
                </c:pt>
                <c:pt idx="1905">
                  <c:v>46083</c:v>
                </c:pt>
                <c:pt idx="1906">
                  <c:v>46084</c:v>
                </c:pt>
                <c:pt idx="1907">
                  <c:v>46085</c:v>
                </c:pt>
                <c:pt idx="1908">
                  <c:v>46086</c:v>
                </c:pt>
                <c:pt idx="1909">
                  <c:v>46087</c:v>
                </c:pt>
                <c:pt idx="1910">
                  <c:v>46090</c:v>
                </c:pt>
                <c:pt idx="1911">
                  <c:v>46091</c:v>
                </c:pt>
                <c:pt idx="1912">
                  <c:v>46092</c:v>
                </c:pt>
                <c:pt idx="1913">
                  <c:v>46093</c:v>
                </c:pt>
                <c:pt idx="1914">
                  <c:v>46094</c:v>
                </c:pt>
                <c:pt idx="1915">
                  <c:v>46097</c:v>
                </c:pt>
                <c:pt idx="1916">
                  <c:v>46098</c:v>
                </c:pt>
                <c:pt idx="1917">
                  <c:v>46099</c:v>
                </c:pt>
                <c:pt idx="1918">
                  <c:v>46100</c:v>
                </c:pt>
                <c:pt idx="1919">
                  <c:v>46101</c:v>
                </c:pt>
                <c:pt idx="1920">
                  <c:v>46104</c:v>
                </c:pt>
                <c:pt idx="1921">
                  <c:v>46105</c:v>
                </c:pt>
                <c:pt idx="1922">
                  <c:v>46106</c:v>
                </c:pt>
                <c:pt idx="1923">
                  <c:v>46107</c:v>
                </c:pt>
                <c:pt idx="1924">
                  <c:v>46108</c:v>
                </c:pt>
                <c:pt idx="1925">
                  <c:v>46111</c:v>
                </c:pt>
                <c:pt idx="1926">
                  <c:v>46112</c:v>
                </c:pt>
                <c:pt idx="1927">
                  <c:v>46113</c:v>
                </c:pt>
                <c:pt idx="1928">
                  <c:v>46114</c:v>
                </c:pt>
                <c:pt idx="1929">
                  <c:v>46118</c:v>
                </c:pt>
                <c:pt idx="1930">
                  <c:v>46119</c:v>
                </c:pt>
                <c:pt idx="1931">
                  <c:v>46120</c:v>
                </c:pt>
                <c:pt idx="1932">
                  <c:v>46121</c:v>
                </c:pt>
                <c:pt idx="1933">
                  <c:v>46122</c:v>
                </c:pt>
                <c:pt idx="1934">
                  <c:v>46125</c:v>
                </c:pt>
                <c:pt idx="1935">
                  <c:v>46126</c:v>
                </c:pt>
                <c:pt idx="1936">
                  <c:v>46127</c:v>
                </c:pt>
                <c:pt idx="1937">
                  <c:v>46128</c:v>
                </c:pt>
                <c:pt idx="1938">
                  <c:v>46129</c:v>
                </c:pt>
                <c:pt idx="1939">
                  <c:v>46132</c:v>
                </c:pt>
                <c:pt idx="1940">
                  <c:v>46134</c:v>
                </c:pt>
                <c:pt idx="1941">
                  <c:v>46135</c:v>
                </c:pt>
                <c:pt idx="1942">
                  <c:v>46136</c:v>
                </c:pt>
                <c:pt idx="1943">
                  <c:v>46139</c:v>
                </c:pt>
                <c:pt idx="1944">
                  <c:v>46140</c:v>
                </c:pt>
                <c:pt idx="1945">
                  <c:v>46141</c:v>
                </c:pt>
                <c:pt idx="1946">
                  <c:v>46142</c:v>
                </c:pt>
                <c:pt idx="1947">
                  <c:v>46146</c:v>
                </c:pt>
                <c:pt idx="1948">
                  <c:v>46147</c:v>
                </c:pt>
                <c:pt idx="1949">
                  <c:v>46148</c:v>
                </c:pt>
                <c:pt idx="1950">
                  <c:v>46149</c:v>
                </c:pt>
                <c:pt idx="1951">
                  <c:v>46150</c:v>
                </c:pt>
                <c:pt idx="1952">
                  <c:v>46153</c:v>
                </c:pt>
                <c:pt idx="1953">
                  <c:v>46154</c:v>
                </c:pt>
                <c:pt idx="1954">
                  <c:v>46155</c:v>
                </c:pt>
                <c:pt idx="1955">
                  <c:v>46156</c:v>
                </c:pt>
                <c:pt idx="1956">
                  <c:v>46157</c:v>
                </c:pt>
                <c:pt idx="1957">
                  <c:v>46160</c:v>
                </c:pt>
                <c:pt idx="1958">
                  <c:v>46161</c:v>
                </c:pt>
                <c:pt idx="1959">
                  <c:v>46162</c:v>
                </c:pt>
                <c:pt idx="1960">
                  <c:v>46163</c:v>
                </c:pt>
                <c:pt idx="1961">
                  <c:v>46164</c:v>
                </c:pt>
                <c:pt idx="1962">
                  <c:v>46167</c:v>
                </c:pt>
                <c:pt idx="1963">
                  <c:v>46168</c:v>
                </c:pt>
                <c:pt idx="1964">
                  <c:v>46169</c:v>
                </c:pt>
                <c:pt idx="1965">
                  <c:v>46170</c:v>
                </c:pt>
                <c:pt idx="1966">
                  <c:v>46171</c:v>
                </c:pt>
                <c:pt idx="1967">
                  <c:v>46174</c:v>
                </c:pt>
                <c:pt idx="1968">
                  <c:v>46175</c:v>
                </c:pt>
                <c:pt idx="1969">
                  <c:v>46176</c:v>
                </c:pt>
                <c:pt idx="1970">
                  <c:v>46178</c:v>
                </c:pt>
                <c:pt idx="1971">
                  <c:v>46181</c:v>
                </c:pt>
                <c:pt idx="1972">
                  <c:v>46182</c:v>
                </c:pt>
                <c:pt idx="1973">
                  <c:v>46183</c:v>
                </c:pt>
                <c:pt idx="1974">
                  <c:v>46184</c:v>
                </c:pt>
                <c:pt idx="1975">
                  <c:v>46185</c:v>
                </c:pt>
                <c:pt idx="1976">
                  <c:v>46188</c:v>
                </c:pt>
                <c:pt idx="1977">
                  <c:v>46189</c:v>
                </c:pt>
                <c:pt idx="1978">
                  <c:v>46190</c:v>
                </c:pt>
                <c:pt idx="1979">
                  <c:v>46191</c:v>
                </c:pt>
                <c:pt idx="1980">
                  <c:v>46192</c:v>
                </c:pt>
                <c:pt idx="1981">
                  <c:v>46195</c:v>
                </c:pt>
                <c:pt idx="1982">
                  <c:v>46196</c:v>
                </c:pt>
                <c:pt idx="1983">
                  <c:v>46197</c:v>
                </c:pt>
                <c:pt idx="1984">
                  <c:v>46198</c:v>
                </c:pt>
                <c:pt idx="1985">
                  <c:v>46199</c:v>
                </c:pt>
                <c:pt idx="1986">
                  <c:v>46202</c:v>
                </c:pt>
                <c:pt idx="1987">
                  <c:v>46203</c:v>
                </c:pt>
                <c:pt idx="1988">
                  <c:v>46204</c:v>
                </c:pt>
                <c:pt idx="1989">
                  <c:v>46205</c:v>
                </c:pt>
                <c:pt idx="1990">
                  <c:v>46206</c:v>
                </c:pt>
                <c:pt idx="1991">
                  <c:v>46209</c:v>
                </c:pt>
                <c:pt idx="1992">
                  <c:v>46210</c:v>
                </c:pt>
                <c:pt idx="1993">
                  <c:v>46211</c:v>
                </c:pt>
                <c:pt idx="1994">
                  <c:v>46212</c:v>
                </c:pt>
                <c:pt idx="1995">
                  <c:v>46213</c:v>
                </c:pt>
                <c:pt idx="1996">
                  <c:v>46216</c:v>
                </c:pt>
                <c:pt idx="1997">
                  <c:v>46217</c:v>
                </c:pt>
                <c:pt idx="1998">
                  <c:v>46218</c:v>
                </c:pt>
                <c:pt idx="1999">
                  <c:v>46219</c:v>
                </c:pt>
                <c:pt idx="2000">
                  <c:v>46220</c:v>
                </c:pt>
                <c:pt idx="2001">
                  <c:v>46223</c:v>
                </c:pt>
                <c:pt idx="2002">
                  <c:v>46224</c:v>
                </c:pt>
                <c:pt idx="2003">
                  <c:v>46225</c:v>
                </c:pt>
                <c:pt idx="2004">
                  <c:v>46226</c:v>
                </c:pt>
                <c:pt idx="2005">
                  <c:v>46227</c:v>
                </c:pt>
                <c:pt idx="2006">
                  <c:v>46230</c:v>
                </c:pt>
                <c:pt idx="2007">
                  <c:v>46231</c:v>
                </c:pt>
                <c:pt idx="2008">
                  <c:v>46232</c:v>
                </c:pt>
                <c:pt idx="2009">
                  <c:v>46233</c:v>
                </c:pt>
                <c:pt idx="2010">
                  <c:v>46234</c:v>
                </c:pt>
                <c:pt idx="2011">
                  <c:v>46237</c:v>
                </c:pt>
                <c:pt idx="2012">
                  <c:v>46238</c:v>
                </c:pt>
                <c:pt idx="2013">
                  <c:v>46239</c:v>
                </c:pt>
                <c:pt idx="2014">
                  <c:v>46240</c:v>
                </c:pt>
                <c:pt idx="2015">
                  <c:v>46241</c:v>
                </c:pt>
                <c:pt idx="2016">
                  <c:v>46244</c:v>
                </c:pt>
                <c:pt idx="2017">
                  <c:v>46245</c:v>
                </c:pt>
                <c:pt idx="2018">
                  <c:v>46246</c:v>
                </c:pt>
                <c:pt idx="2019">
                  <c:v>46247</c:v>
                </c:pt>
                <c:pt idx="2020">
                  <c:v>46248</c:v>
                </c:pt>
                <c:pt idx="2021">
                  <c:v>46251</c:v>
                </c:pt>
                <c:pt idx="2022">
                  <c:v>46252</c:v>
                </c:pt>
                <c:pt idx="2023">
                  <c:v>46253</c:v>
                </c:pt>
                <c:pt idx="2024">
                  <c:v>46254</c:v>
                </c:pt>
                <c:pt idx="2025">
                  <c:v>46255</c:v>
                </c:pt>
                <c:pt idx="2026">
                  <c:v>46258</c:v>
                </c:pt>
                <c:pt idx="2027">
                  <c:v>46259</c:v>
                </c:pt>
                <c:pt idx="2028">
                  <c:v>46260</c:v>
                </c:pt>
                <c:pt idx="2029">
                  <c:v>46261</c:v>
                </c:pt>
                <c:pt idx="2030">
                  <c:v>46262</c:v>
                </c:pt>
                <c:pt idx="2031">
                  <c:v>46265</c:v>
                </c:pt>
                <c:pt idx="2032">
                  <c:v>46266</c:v>
                </c:pt>
                <c:pt idx="2033">
                  <c:v>46267</c:v>
                </c:pt>
                <c:pt idx="2034">
                  <c:v>46268</c:v>
                </c:pt>
                <c:pt idx="2035">
                  <c:v>46269</c:v>
                </c:pt>
                <c:pt idx="2036">
                  <c:v>46273</c:v>
                </c:pt>
                <c:pt idx="2037">
                  <c:v>46274</c:v>
                </c:pt>
                <c:pt idx="2038">
                  <c:v>46275</c:v>
                </c:pt>
                <c:pt idx="2039">
                  <c:v>46276</c:v>
                </c:pt>
                <c:pt idx="2040">
                  <c:v>46279</c:v>
                </c:pt>
                <c:pt idx="2041">
                  <c:v>46280</c:v>
                </c:pt>
                <c:pt idx="2042">
                  <c:v>46281</c:v>
                </c:pt>
                <c:pt idx="2043">
                  <c:v>46282</c:v>
                </c:pt>
                <c:pt idx="2044">
                  <c:v>46283</c:v>
                </c:pt>
                <c:pt idx="2045">
                  <c:v>46286</c:v>
                </c:pt>
                <c:pt idx="2046">
                  <c:v>46287</c:v>
                </c:pt>
                <c:pt idx="2047">
                  <c:v>46288</c:v>
                </c:pt>
                <c:pt idx="2048">
                  <c:v>46289</c:v>
                </c:pt>
                <c:pt idx="2049">
                  <c:v>46290</c:v>
                </c:pt>
                <c:pt idx="2050">
                  <c:v>46293</c:v>
                </c:pt>
                <c:pt idx="2051">
                  <c:v>46294</c:v>
                </c:pt>
                <c:pt idx="2052">
                  <c:v>46295</c:v>
                </c:pt>
              </c:numCache>
            </c:numRef>
          </c:cat>
          <c:val>
            <c:numRef>
              <c:f>'Charts Base 100'!$D$4:$D$2056</c:f>
              <c:numCache>
                <c:formatCode>0.0</c:formatCode>
                <c:ptCount val="2053"/>
                <c:pt idx="0">
                  <c:v>100</c:v>
                </c:pt>
                <c:pt idx="1">
                  <c:v>100.10612606600212</c:v>
                </c:pt>
                <c:pt idx="2">
                  <c:v>101.24410204594342</c:v>
                </c:pt>
                <c:pt idx="3">
                  <c:v>102.72200577989877</c:v>
                </c:pt>
                <c:pt idx="4">
                  <c:v>102.46079987334137</c:v>
                </c:pt>
                <c:pt idx="5">
                  <c:v>103.08932400911897</c:v>
                </c:pt>
                <c:pt idx="6">
                  <c:v>102.88590884427862</c:v>
                </c:pt>
                <c:pt idx="7">
                  <c:v>102.24845153796213</c:v>
                </c:pt>
                <c:pt idx="8">
                  <c:v>104.25179061967617</c:v>
                </c:pt>
                <c:pt idx="9">
                  <c:v>105.26622772273417</c:v>
                </c:pt>
                <c:pt idx="10">
                  <c:v>105.34625518742341</c:v>
                </c:pt>
                <c:pt idx="11">
                  <c:v>107.37712217773655</c:v>
                </c:pt>
                <c:pt idx="12">
                  <c:v>106.32210099375337</c:v>
                </c:pt>
                <c:pt idx="13">
                  <c:v>106.49279326774278</c:v>
                </c:pt>
                <c:pt idx="14">
                  <c:v>107.98318969711327</c:v>
                </c:pt>
                <c:pt idx="15">
                  <c:v>107.19271405113511</c:v>
                </c:pt>
                <c:pt idx="16">
                  <c:v>108.78538841150637</c:v>
                </c:pt>
                <c:pt idx="17">
                  <c:v>110.24638783813424</c:v>
                </c:pt>
                <c:pt idx="18">
                  <c:v>109.12945291064685</c:v>
                </c:pt>
                <c:pt idx="19">
                  <c:v>109.76270475514042</c:v>
                </c:pt>
                <c:pt idx="20">
                  <c:v>110.32548075575173</c:v>
                </c:pt>
                <c:pt idx="21">
                  <c:v>108.87533856716342</c:v>
                </c:pt>
                <c:pt idx="22">
                  <c:v>108.98694822554248</c:v>
                </c:pt>
                <c:pt idx="23">
                  <c:v>109.44740506513517</c:v>
                </c:pt>
                <c:pt idx="24">
                  <c:v>111.91885602642678</c:v>
                </c:pt>
                <c:pt idx="25">
                  <c:v>111.39080944420284</c:v>
                </c:pt>
                <c:pt idx="26">
                  <c:v>110.42296226134003</c:v>
                </c:pt>
                <c:pt idx="27">
                  <c:v>108.78086685287974</c:v>
                </c:pt>
                <c:pt idx="28">
                  <c:v>108.25352118095965</c:v>
                </c:pt>
                <c:pt idx="29">
                  <c:v>105.15628100840927</c:v>
                </c:pt>
                <c:pt idx="30">
                  <c:v>106.50601436014037</c:v>
                </c:pt>
                <c:pt idx="31">
                  <c:v>108.02556041214625</c:v>
                </c:pt>
                <c:pt idx="32">
                  <c:v>105.93022341722084</c:v>
                </c:pt>
                <c:pt idx="33">
                  <c:v>105.57457328305836</c:v>
                </c:pt>
                <c:pt idx="34">
                  <c:v>104.48856086897483</c:v>
                </c:pt>
                <c:pt idx="35">
                  <c:v>104.90000896065722</c:v>
                </c:pt>
                <c:pt idx="36">
                  <c:v>103.32297452039867</c:v>
                </c:pt>
                <c:pt idx="37">
                  <c:v>105.68945385618859</c:v>
                </c:pt>
                <c:pt idx="38">
                  <c:v>103.94605629381719</c:v>
                </c:pt>
                <c:pt idx="39">
                  <c:v>104.80978393821435</c:v>
                </c:pt>
                <c:pt idx="40">
                  <c:v>107.10141704822757</c:v>
                </c:pt>
                <c:pt idx="41">
                  <c:v>106.47401986627179</c:v>
                </c:pt>
                <c:pt idx="42">
                  <c:v>107.73244247175606</c:v>
                </c:pt>
                <c:pt idx="43">
                  <c:v>105.00474694939099</c:v>
                </c:pt>
                <c:pt idx="44">
                  <c:v>105.3805310756142</c:v>
                </c:pt>
                <c:pt idx="45">
                  <c:v>104.7142677301446</c:v>
                </c:pt>
                <c:pt idx="46">
                  <c:v>102.67896164124056</c:v>
                </c:pt>
                <c:pt idx="47">
                  <c:v>103.20185447123052</c:v>
                </c:pt>
                <c:pt idx="48">
                  <c:v>105.02112900982539</c:v>
                </c:pt>
                <c:pt idx="49">
                  <c:v>105.04908296194249</c:v>
                </c:pt>
                <c:pt idx="50">
                  <c:v>102.60297471830276</c:v>
                </c:pt>
                <c:pt idx="51">
                  <c:v>103.24657529728216</c:v>
                </c:pt>
                <c:pt idx="52">
                  <c:v>102.64443837294253</c:v>
                </c:pt>
                <c:pt idx="53">
                  <c:v>103.66477136855623</c:v>
                </c:pt>
                <c:pt idx="54">
                  <c:v>105.53353567193659</c:v>
                </c:pt>
                <c:pt idx="55">
                  <c:v>107.62954609048724</c:v>
                </c:pt>
                <c:pt idx="56">
                  <c:v>107.42984162725534</c:v>
                </c:pt>
                <c:pt idx="57">
                  <c:v>107.35749668922956</c:v>
                </c:pt>
                <c:pt idx="58">
                  <c:v>109.18298321718378</c:v>
                </c:pt>
                <c:pt idx="59">
                  <c:v>107.17631824736141</c:v>
                </c:pt>
                <c:pt idx="60">
                  <c:v>108.06408299217782</c:v>
                </c:pt>
                <c:pt idx="61">
                  <c:v>108.09982941767272</c:v>
                </c:pt>
                <c:pt idx="62">
                  <c:v>109.94683801495604</c:v>
                </c:pt>
                <c:pt idx="63">
                  <c:v>109.04299356316959</c:v>
                </c:pt>
                <c:pt idx="64">
                  <c:v>108.05516356497823</c:v>
                </c:pt>
                <c:pt idx="65">
                  <c:v>112.16252543204935</c:v>
                </c:pt>
                <c:pt idx="66">
                  <c:v>114.44545900829161</c:v>
                </c:pt>
                <c:pt idx="67">
                  <c:v>114.00486129397387</c:v>
                </c:pt>
                <c:pt idx="68">
                  <c:v>113.13725802789678</c:v>
                </c:pt>
                <c:pt idx="69">
                  <c:v>118.30805200259694</c:v>
                </c:pt>
                <c:pt idx="70">
                  <c:v>118.31304083475943</c:v>
                </c:pt>
                <c:pt idx="71">
                  <c:v>115.00305376999037</c:v>
                </c:pt>
                <c:pt idx="72">
                  <c:v>113.96125367840476</c:v>
                </c:pt>
                <c:pt idx="73">
                  <c:v>114.56416022974464</c:v>
                </c:pt>
                <c:pt idx="74">
                  <c:v>117.80456476768533</c:v>
                </c:pt>
                <c:pt idx="75">
                  <c:v>117.86832011865448</c:v>
                </c:pt>
                <c:pt idx="76">
                  <c:v>115.23394187007267</c:v>
                </c:pt>
                <c:pt idx="77">
                  <c:v>115.74605992205876</c:v>
                </c:pt>
                <c:pt idx="78">
                  <c:v>117.63844902567969</c:v>
                </c:pt>
                <c:pt idx="79">
                  <c:v>117.23073912228438</c:v>
                </c:pt>
                <c:pt idx="80">
                  <c:v>114.15706877661741</c:v>
                </c:pt>
                <c:pt idx="81">
                  <c:v>115.55882066756345</c:v>
                </c:pt>
                <c:pt idx="82">
                  <c:v>117.80773947906147</c:v>
                </c:pt>
                <c:pt idx="83">
                  <c:v>115.16466169670869</c:v>
                </c:pt>
                <c:pt idx="84">
                  <c:v>119.40997920357898</c:v>
                </c:pt>
                <c:pt idx="85">
                  <c:v>120.14915096398529</c:v>
                </c:pt>
                <c:pt idx="86">
                  <c:v>121.5173003903658</c:v>
                </c:pt>
                <c:pt idx="87">
                  <c:v>123.13779126946125</c:v>
                </c:pt>
                <c:pt idx="88">
                  <c:v>121.86070520922034</c:v>
                </c:pt>
                <c:pt idx="89">
                  <c:v>120.54880727055632</c:v>
                </c:pt>
                <c:pt idx="90">
                  <c:v>117.67066341297689</c:v>
                </c:pt>
                <c:pt idx="91">
                  <c:v>117.6996343722015</c:v>
                </c:pt>
                <c:pt idx="92">
                  <c:v>117.53949698278728</c:v>
                </c:pt>
                <c:pt idx="93">
                  <c:v>116.70034242904175</c:v>
                </c:pt>
                <c:pt idx="94">
                  <c:v>118.1556933432212</c:v>
                </c:pt>
                <c:pt idx="95">
                  <c:v>121.64953880102009</c:v>
                </c:pt>
                <c:pt idx="96">
                  <c:v>120.80510680498696</c:v>
                </c:pt>
                <c:pt idx="97">
                  <c:v>119.93647278846306</c:v>
                </c:pt>
                <c:pt idx="98">
                  <c:v>120.22321381942241</c:v>
                </c:pt>
                <c:pt idx="99">
                  <c:v>118.50913079975788</c:v>
                </c:pt>
                <c:pt idx="100">
                  <c:v>117.56947120578012</c:v>
                </c:pt>
                <c:pt idx="101">
                  <c:v>120.79183073923222</c:v>
                </c:pt>
                <c:pt idx="102">
                  <c:v>122.6604438658804</c:v>
                </c:pt>
                <c:pt idx="103">
                  <c:v>123.29090581249797</c:v>
                </c:pt>
                <c:pt idx="104">
                  <c:v>123.00842521671871</c:v>
                </c:pt>
                <c:pt idx="105">
                  <c:v>123.44279719833781</c:v>
                </c:pt>
                <c:pt idx="106">
                  <c:v>121.79958857939499</c:v>
                </c:pt>
                <c:pt idx="107">
                  <c:v>122.3704181768306</c:v>
                </c:pt>
                <c:pt idx="108">
                  <c:v>122.10474568500375</c:v>
                </c:pt>
                <c:pt idx="109">
                  <c:v>121.09954410594905</c:v>
                </c:pt>
                <c:pt idx="110">
                  <c:v>118.07550095846048</c:v>
                </c:pt>
                <c:pt idx="111">
                  <c:v>118.76936092922564</c:v>
                </c:pt>
                <c:pt idx="112">
                  <c:v>119.53607434157036</c:v>
                </c:pt>
                <c:pt idx="113">
                  <c:v>120.71818018397383</c:v>
                </c:pt>
                <c:pt idx="114">
                  <c:v>120.18482867278372</c:v>
                </c:pt>
                <c:pt idx="115">
                  <c:v>118.74201168403732</c:v>
                </c:pt>
                <c:pt idx="116">
                  <c:v>119.03174876296202</c:v>
                </c:pt>
                <c:pt idx="117">
                  <c:v>117.74403910144947</c:v>
                </c:pt>
                <c:pt idx="118">
                  <c:v>117.18849209730503</c:v>
                </c:pt>
                <c:pt idx="119">
                  <c:v>117.7765146121932</c:v>
                </c:pt>
                <c:pt idx="120">
                  <c:v>117.00544456129336</c:v>
                </c:pt>
                <c:pt idx="121">
                  <c:v>117.45086618770212</c:v>
                </c:pt>
                <c:pt idx="122">
                  <c:v>120.7864570935696</c:v>
                </c:pt>
                <c:pt idx="123">
                  <c:v>125.08131933858255</c:v>
                </c:pt>
                <c:pt idx="124">
                  <c:v>125.83986920738863</c:v>
                </c:pt>
                <c:pt idx="125">
                  <c:v>126.21992751213124</c:v>
                </c:pt>
                <c:pt idx="126">
                  <c:v>126.0251156776868</c:v>
                </c:pt>
                <c:pt idx="127">
                  <c:v>126.48250775261769</c:v>
                </c:pt>
                <c:pt idx="128">
                  <c:v>128.65559081791008</c:v>
                </c:pt>
                <c:pt idx="129">
                  <c:v>128.92068608948674</c:v>
                </c:pt>
                <c:pt idx="130">
                  <c:v>128.7177931715394</c:v>
                </c:pt>
                <c:pt idx="131">
                  <c:v>129.83900227754617</c:v>
                </c:pt>
                <c:pt idx="132">
                  <c:v>129.26396721828766</c:v>
                </c:pt>
                <c:pt idx="133">
                  <c:v>129.72761251259575</c:v>
                </c:pt>
                <c:pt idx="134">
                  <c:v>131.04423815997575</c:v>
                </c:pt>
                <c:pt idx="135">
                  <c:v>132.06902399751959</c:v>
                </c:pt>
                <c:pt idx="136">
                  <c:v>131.94949817570912</c:v>
                </c:pt>
                <c:pt idx="137">
                  <c:v>130.703801902408</c:v>
                </c:pt>
                <c:pt idx="138">
                  <c:v>132.7035264858886</c:v>
                </c:pt>
                <c:pt idx="139">
                  <c:v>134.24109005570449</c:v>
                </c:pt>
                <c:pt idx="140">
                  <c:v>131.17176260525335</c:v>
                </c:pt>
                <c:pt idx="141">
                  <c:v>131.44037617168837</c:v>
                </c:pt>
                <c:pt idx="142">
                  <c:v>133.30518239335305</c:v>
                </c:pt>
                <c:pt idx="143">
                  <c:v>133.85153510351208</c:v>
                </c:pt>
                <c:pt idx="144">
                  <c:v>134.49407744536609</c:v>
                </c:pt>
                <c:pt idx="145">
                  <c:v>135.4937129720081</c:v>
                </c:pt>
                <c:pt idx="146">
                  <c:v>135.11243151006863</c:v>
                </c:pt>
                <c:pt idx="147">
                  <c:v>130.06087474705384</c:v>
                </c:pt>
                <c:pt idx="148">
                  <c:v>129.74481917338761</c:v>
                </c:pt>
                <c:pt idx="149">
                  <c:v>131.03327097522185</c:v>
                </c:pt>
                <c:pt idx="150">
                  <c:v>129.75487929774835</c:v>
                </c:pt>
                <c:pt idx="151">
                  <c:v>132.16749502353684</c:v>
                </c:pt>
                <c:pt idx="152">
                  <c:v>131.71947590600215</c:v>
                </c:pt>
                <c:pt idx="153">
                  <c:v>134.70547749033429</c:v>
                </c:pt>
                <c:pt idx="154">
                  <c:v>134.03316707557681</c:v>
                </c:pt>
                <c:pt idx="155">
                  <c:v>132.63681631697196</c:v>
                </c:pt>
                <c:pt idx="156">
                  <c:v>134.21629707162424</c:v>
                </c:pt>
                <c:pt idx="157">
                  <c:v>132.68482180111408</c:v>
                </c:pt>
                <c:pt idx="158">
                  <c:v>133.21732122526817</c:v>
                </c:pt>
                <c:pt idx="159">
                  <c:v>134.52750124652087</c:v>
                </c:pt>
                <c:pt idx="160">
                  <c:v>133.64009382852601</c:v>
                </c:pt>
                <c:pt idx="161">
                  <c:v>134.13842731120363</c:v>
                </c:pt>
                <c:pt idx="162">
                  <c:v>133.73275142202331</c:v>
                </c:pt>
                <c:pt idx="163">
                  <c:v>131.36481529226859</c:v>
                </c:pt>
                <c:pt idx="164">
                  <c:v>130.01715718477038</c:v>
                </c:pt>
                <c:pt idx="165">
                  <c:v>129.48545487429516</c:v>
                </c:pt>
                <c:pt idx="166">
                  <c:v>129.65491024774843</c:v>
                </c:pt>
                <c:pt idx="167">
                  <c:v>131.06316273817893</c:v>
                </c:pt>
                <c:pt idx="168">
                  <c:v>134.7213098171971</c:v>
                </c:pt>
                <c:pt idx="169">
                  <c:v>134.4483945855641</c:v>
                </c:pt>
                <c:pt idx="170">
                  <c:v>135.92697174314469</c:v>
                </c:pt>
                <c:pt idx="171">
                  <c:v>135.51574354489097</c:v>
                </c:pt>
                <c:pt idx="172">
                  <c:v>136.24698539852659</c:v>
                </c:pt>
                <c:pt idx="173">
                  <c:v>137.42505069917863</c:v>
                </c:pt>
                <c:pt idx="174">
                  <c:v>136.86768957424783</c:v>
                </c:pt>
                <c:pt idx="175">
                  <c:v>134.74159498599002</c:v>
                </c:pt>
                <c:pt idx="176">
                  <c:v>132.93805657088291</c:v>
                </c:pt>
                <c:pt idx="177">
                  <c:v>128.82341073398777</c:v>
                </c:pt>
                <c:pt idx="178">
                  <c:v>128.72287820707695</c:v>
                </c:pt>
                <c:pt idx="179">
                  <c:v>130.98339639693623</c:v>
                </c:pt>
                <c:pt idx="180">
                  <c:v>126.30597455942977</c:v>
                </c:pt>
                <c:pt idx="181">
                  <c:v>129.72192277012945</c:v>
                </c:pt>
                <c:pt idx="182">
                  <c:v>131.13146713445329</c:v>
                </c:pt>
                <c:pt idx="183">
                  <c:v>132.01090341565958</c:v>
                </c:pt>
                <c:pt idx="184">
                  <c:v>131.09326065122536</c:v>
                </c:pt>
                <c:pt idx="185">
                  <c:v>129.86284697121539</c:v>
                </c:pt>
                <c:pt idx="186">
                  <c:v>132.36631991305413</c:v>
                </c:pt>
                <c:pt idx="187">
                  <c:v>133.45905282005074</c:v>
                </c:pt>
                <c:pt idx="188">
                  <c:v>133.81791889560725</c:v>
                </c:pt>
                <c:pt idx="189">
                  <c:v>132.3370740870437</c:v>
                </c:pt>
                <c:pt idx="190">
                  <c:v>131.87208194548512</c:v>
                </c:pt>
                <c:pt idx="191">
                  <c:v>130.22459914802289</c:v>
                </c:pt>
                <c:pt idx="192">
                  <c:v>127.64126366156641</c:v>
                </c:pt>
                <c:pt idx="193">
                  <c:v>127.92708388879329</c:v>
                </c:pt>
                <c:pt idx="194">
                  <c:v>129.64546857365576</c:v>
                </c:pt>
                <c:pt idx="195">
                  <c:v>128.20439698899926</c:v>
                </c:pt>
                <c:pt idx="196">
                  <c:v>129.98211166957933</c:v>
                </c:pt>
                <c:pt idx="197">
                  <c:v>129.99558014208412</c:v>
                </c:pt>
                <c:pt idx="198">
                  <c:v>131.83056331748818</c:v>
                </c:pt>
                <c:pt idx="199">
                  <c:v>130.62415925121888</c:v>
                </c:pt>
                <c:pt idx="200">
                  <c:v>132.69473074874261</c:v>
                </c:pt>
                <c:pt idx="201">
                  <c:v>132.26045497049853</c:v>
                </c:pt>
                <c:pt idx="202">
                  <c:v>132.19408838506416</c:v>
                </c:pt>
                <c:pt idx="203">
                  <c:v>132.42165059703814</c:v>
                </c:pt>
                <c:pt idx="204">
                  <c:v>131.28684932847295</c:v>
                </c:pt>
                <c:pt idx="205">
                  <c:v>131.9469006845832</c:v>
                </c:pt>
                <c:pt idx="206">
                  <c:v>130.5736249926473</c:v>
                </c:pt>
                <c:pt idx="207">
                  <c:v>129.72163416000436</c:v>
                </c:pt>
                <c:pt idx="208">
                  <c:v>131.38166462623889</c:v>
                </c:pt>
                <c:pt idx="209">
                  <c:v>130.29764499635252</c:v>
                </c:pt>
                <c:pt idx="210">
                  <c:v>129.54136277852939</c:v>
                </c:pt>
                <c:pt idx="211">
                  <c:v>126.06289611739669</c:v>
                </c:pt>
                <c:pt idx="212">
                  <c:v>126.56576490204021</c:v>
                </c:pt>
                <c:pt idx="213">
                  <c:v>125.92120228931047</c:v>
                </c:pt>
                <c:pt idx="214">
                  <c:v>123.72368356675936</c:v>
                </c:pt>
                <c:pt idx="215">
                  <c:v>123.68006220785095</c:v>
                </c:pt>
                <c:pt idx="216">
                  <c:v>126.36476856491501</c:v>
                </c:pt>
                <c:pt idx="217">
                  <c:v>129.85343278380131</c:v>
                </c:pt>
                <c:pt idx="218">
                  <c:v>129.68305660661559</c:v>
                </c:pt>
                <c:pt idx="219">
                  <c:v>129.06374050816271</c:v>
                </c:pt>
                <c:pt idx="220">
                  <c:v>128.67586224336375</c:v>
                </c:pt>
                <c:pt idx="221">
                  <c:v>130.37515742995157</c:v>
                </c:pt>
                <c:pt idx="222">
                  <c:v>132.47584058386101</c:v>
                </c:pt>
                <c:pt idx="223">
                  <c:v>132.71468607739257</c:v>
                </c:pt>
                <c:pt idx="224">
                  <c:v>133.93895648473966</c:v>
                </c:pt>
                <c:pt idx="225">
                  <c:v>133.35206092367332</c:v>
                </c:pt>
                <c:pt idx="226">
                  <c:v>133.33853747781137</c:v>
                </c:pt>
                <c:pt idx="227">
                  <c:v>133.83302282548763</c:v>
                </c:pt>
                <c:pt idx="228">
                  <c:v>131.93433927247159</c:v>
                </c:pt>
                <c:pt idx="229">
                  <c:v>133.5919234243124</c:v>
                </c:pt>
                <c:pt idx="230">
                  <c:v>134.43907660152507</c:v>
                </c:pt>
                <c:pt idx="231">
                  <c:v>133.95177902029781</c:v>
                </c:pt>
                <c:pt idx="232">
                  <c:v>136.00408561990432</c:v>
                </c:pt>
                <c:pt idx="233">
                  <c:v>135.12572131916266</c:v>
                </c:pt>
                <c:pt idx="234">
                  <c:v>135.74804720892018</c:v>
                </c:pt>
                <c:pt idx="235">
                  <c:v>134.73978086520367</c:v>
                </c:pt>
                <c:pt idx="236">
                  <c:v>134.16694474023163</c:v>
                </c:pt>
                <c:pt idx="237">
                  <c:v>136.61482587463985</c:v>
                </c:pt>
                <c:pt idx="238">
                  <c:v>137.85037956354452</c:v>
                </c:pt>
                <c:pt idx="239">
                  <c:v>140.19943234511393</c:v>
                </c:pt>
                <c:pt idx="240">
                  <c:v>140.26772299804898</c:v>
                </c:pt>
                <c:pt idx="241">
                  <c:v>137.56113724483427</c:v>
                </c:pt>
                <c:pt idx="242">
                  <c:v>138.37980047969751</c:v>
                </c:pt>
                <c:pt idx="243">
                  <c:v>138.42836944075054</c:v>
                </c:pt>
                <c:pt idx="244">
                  <c:v>138.7626486823161</c:v>
                </c:pt>
                <c:pt idx="245">
                  <c:v>139.27456058421285</c:v>
                </c:pt>
                <c:pt idx="246">
                  <c:v>138.26509856997805</c:v>
                </c:pt>
                <c:pt idx="247">
                  <c:v>140.24130829993243</c:v>
                </c:pt>
                <c:pt idx="248">
                  <c:v>142.43070470896279</c:v>
                </c:pt>
                <c:pt idx="249">
                  <c:v>143.05369027900628</c:v>
                </c:pt>
                <c:pt idx="250">
                  <c:v>143.65942795824003</c:v>
                </c:pt>
                <c:pt idx="251">
                  <c:v>145.42797583151324</c:v>
                </c:pt>
                <c:pt idx="252">
                  <c:v>144.50632001200617</c:v>
                </c:pt>
                <c:pt idx="253">
                  <c:v>142.8015274897021</c:v>
                </c:pt>
                <c:pt idx="254">
                  <c:v>142.65955879483008</c:v>
                </c:pt>
                <c:pt idx="255">
                  <c:v>142.6220669652453</c:v>
                </c:pt>
                <c:pt idx="256">
                  <c:v>142.73217859964168</c:v>
                </c:pt>
                <c:pt idx="257">
                  <c:v>143.91556257259919</c:v>
                </c:pt>
                <c:pt idx="258">
                  <c:v>142.17749742587253</c:v>
                </c:pt>
                <c:pt idx="259">
                  <c:v>142.86126978559841</c:v>
                </c:pt>
                <c:pt idx="260">
                  <c:v>142.52431059287116</c:v>
                </c:pt>
                <c:pt idx="261">
                  <c:v>143.09501650025314</c:v>
                </c:pt>
                <c:pt idx="262">
                  <c:v>141.08167226753554</c:v>
                </c:pt>
                <c:pt idx="263">
                  <c:v>141.30754404877675</c:v>
                </c:pt>
                <c:pt idx="264">
                  <c:v>142.21968947749471</c:v>
                </c:pt>
                <c:pt idx="265">
                  <c:v>141.46398447992181</c:v>
                </c:pt>
                <c:pt idx="266">
                  <c:v>139.92386464899786</c:v>
                </c:pt>
                <c:pt idx="267">
                  <c:v>140.35514437927657</c:v>
                </c:pt>
                <c:pt idx="268">
                  <c:v>141.10792204558061</c:v>
                </c:pt>
                <c:pt idx="269">
                  <c:v>137.56773404769379</c:v>
                </c:pt>
                <c:pt idx="270">
                  <c:v>140.40702548509864</c:v>
                </c:pt>
                <c:pt idx="271">
                  <c:v>141.25729840033028</c:v>
                </c:pt>
                <c:pt idx="272">
                  <c:v>143.08909312101889</c:v>
                </c:pt>
                <c:pt idx="273">
                  <c:v>142.92545118008556</c:v>
                </c:pt>
                <c:pt idx="274">
                  <c:v>140.06554473374479</c:v>
                </c:pt>
                <c:pt idx="275">
                  <c:v>141.96796647504786</c:v>
                </c:pt>
                <c:pt idx="276">
                  <c:v>137.78798480316513</c:v>
                </c:pt>
                <c:pt idx="277">
                  <c:v>136.13727232096963</c:v>
                </c:pt>
                <c:pt idx="278">
                  <c:v>137.16646977042575</c:v>
                </c:pt>
                <c:pt idx="279">
                  <c:v>136.7031680595999</c:v>
                </c:pt>
                <c:pt idx="280">
                  <c:v>136.36450469280064</c:v>
                </c:pt>
                <c:pt idx="281">
                  <c:v>139.0852048554668</c:v>
                </c:pt>
                <c:pt idx="282">
                  <c:v>137.44889539284785</c:v>
                </c:pt>
                <c:pt idx="283">
                  <c:v>134.2277452732533</c:v>
                </c:pt>
                <c:pt idx="284">
                  <c:v>132.52647104580765</c:v>
                </c:pt>
                <c:pt idx="285">
                  <c:v>133.68996840681163</c:v>
                </c:pt>
                <c:pt idx="286">
                  <c:v>134.9506998932967</c:v>
                </c:pt>
                <c:pt idx="287">
                  <c:v>138.15413484854565</c:v>
                </c:pt>
                <c:pt idx="288">
                  <c:v>138.99272592538026</c:v>
                </c:pt>
                <c:pt idx="289">
                  <c:v>138.29336861889885</c:v>
                </c:pt>
                <c:pt idx="290">
                  <c:v>136.99474674598954</c:v>
                </c:pt>
                <c:pt idx="291">
                  <c:v>139.08381677819844</c:v>
                </c:pt>
                <c:pt idx="292">
                  <c:v>140.51602390901249</c:v>
                </c:pt>
                <c:pt idx="293">
                  <c:v>141.4676539515124</c:v>
                </c:pt>
                <c:pt idx="294">
                  <c:v>141.80458565756106</c:v>
                </c:pt>
                <c:pt idx="295">
                  <c:v>141.5996862120773</c:v>
                </c:pt>
                <c:pt idx="296">
                  <c:v>142.16879789210159</c:v>
                </c:pt>
                <c:pt idx="297">
                  <c:v>143.44048282000128</c:v>
                </c:pt>
                <c:pt idx="298">
                  <c:v>142.24518337187882</c:v>
                </c:pt>
                <c:pt idx="299">
                  <c:v>142.49150524198447</c:v>
                </c:pt>
                <c:pt idx="300">
                  <c:v>143.77850024985389</c:v>
                </c:pt>
                <c:pt idx="301">
                  <c:v>143.66177806925873</c:v>
                </c:pt>
                <c:pt idx="302">
                  <c:v>143.39684771775359</c:v>
                </c:pt>
                <c:pt idx="303">
                  <c:v>144.05410917598786</c:v>
                </c:pt>
                <c:pt idx="304">
                  <c:v>143.80730628900702</c:v>
                </c:pt>
                <c:pt idx="305">
                  <c:v>142.75984394163368</c:v>
                </c:pt>
                <c:pt idx="306">
                  <c:v>143.59175575557305</c:v>
                </c:pt>
                <c:pt idx="307">
                  <c:v>144.74402480837662</c:v>
                </c:pt>
                <c:pt idx="308">
                  <c:v>144.41175209434746</c:v>
                </c:pt>
                <c:pt idx="309">
                  <c:v>143.95504718638111</c:v>
                </c:pt>
                <c:pt idx="310">
                  <c:v>143.00411805418503</c:v>
                </c:pt>
                <c:pt idx="311">
                  <c:v>138.850935893919</c:v>
                </c:pt>
                <c:pt idx="312">
                  <c:v>139.51693811594211</c:v>
                </c:pt>
                <c:pt idx="313">
                  <c:v>140.93975854602067</c:v>
                </c:pt>
                <c:pt idx="314">
                  <c:v>138.22057015067648</c:v>
                </c:pt>
                <c:pt idx="315">
                  <c:v>137.40783029504749</c:v>
                </c:pt>
                <c:pt idx="316">
                  <c:v>139.14963363006117</c:v>
                </c:pt>
                <c:pt idx="317">
                  <c:v>139.93073631864317</c:v>
                </c:pt>
                <c:pt idx="318">
                  <c:v>142.69973057557655</c:v>
                </c:pt>
                <c:pt idx="319">
                  <c:v>143.34520024869946</c:v>
                </c:pt>
                <c:pt idx="320">
                  <c:v>143.60354754068439</c:v>
                </c:pt>
                <c:pt idx="321">
                  <c:v>144.88613093664154</c:v>
                </c:pt>
                <c:pt idx="322">
                  <c:v>144.32673579749573</c:v>
                </c:pt>
                <c:pt idx="323">
                  <c:v>143.93246687992664</c:v>
                </c:pt>
                <c:pt idx="324">
                  <c:v>145.71001664043521</c:v>
                </c:pt>
                <c:pt idx="325">
                  <c:v>147.57750281326153</c:v>
                </c:pt>
                <c:pt idx="326">
                  <c:v>147.80080459005544</c:v>
                </c:pt>
                <c:pt idx="327">
                  <c:v>147.03469588463949</c:v>
                </c:pt>
                <c:pt idx="328">
                  <c:v>147.55367186293162</c:v>
                </c:pt>
                <c:pt idx="329">
                  <c:v>148.68514724338849</c:v>
                </c:pt>
                <c:pt idx="330">
                  <c:v>147.81821740093662</c:v>
                </c:pt>
                <c:pt idx="331">
                  <c:v>148.98816038806791</c:v>
                </c:pt>
                <c:pt idx="332">
                  <c:v>147.35585023718255</c:v>
                </c:pt>
                <c:pt idx="333">
                  <c:v>148.69692528516055</c:v>
                </c:pt>
                <c:pt idx="334">
                  <c:v>149.4991239995536</c:v>
                </c:pt>
                <c:pt idx="335">
                  <c:v>149.41623792029193</c:v>
                </c:pt>
                <c:pt idx="336">
                  <c:v>148.92312690654472</c:v>
                </c:pt>
                <c:pt idx="337">
                  <c:v>150.60029531687468</c:v>
                </c:pt>
                <c:pt idx="338">
                  <c:v>147.91815896425797</c:v>
                </c:pt>
                <c:pt idx="339">
                  <c:v>148.93304959751256</c:v>
                </c:pt>
                <c:pt idx="340">
                  <c:v>146.71167243795293</c:v>
                </c:pt>
                <c:pt idx="341">
                  <c:v>145.76178779954293</c:v>
                </c:pt>
                <c:pt idx="342">
                  <c:v>146.44473555891136</c:v>
                </c:pt>
                <c:pt idx="343">
                  <c:v>146.04943589089547</c:v>
                </c:pt>
                <c:pt idx="344">
                  <c:v>145.49273444625061</c:v>
                </c:pt>
                <c:pt idx="345">
                  <c:v>147.73640330213962</c:v>
                </c:pt>
                <c:pt idx="346">
                  <c:v>149.37948823102883</c:v>
                </c:pt>
                <c:pt idx="347">
                  <c:v>149.01068572116523</c:v>
                </c:pt>
                <c:pt idx="348">
                  <c:v>147.13536584494324</c:v>
                </c:pt>
                <c:pt idx="349">
                  <c:v>148.02641524785011</c:v>
                </c:pt>
                <c:pt idx="350">
                  <c:v>148.82674486809967</c:v>
                </c:pt>
                <c:pt idx="351">
                  <c:v>148.7486689575897</c:v>
                </c:pt>
                <c:pt idx="352">
                  <c:v>149.7032125880192</c:v>
                </c:pt>
                <c:pt idx="353">
                  <c:v>149.74195506147944</c:v>
                </c:pt>
                <c:pt idx="354">
                  <c:v>151.59031050601325</c:v>
                </c:pt>
                <c:pt idx="355">
                  <c:v>152.03193897077782</c:v>
                </c:pt>
                <c:pt idx="356">
                  <c:v>152.72388861738159</c:v>
                </c:pt>
                <c:pt idx="357">
                  <c:v>152.5197725422374</c:v>
                </c:pt>
                <c:pt idx="358">
                  <c:v>152.10029834040932</c:v>
                </c:pt>
                <c:pt idx="359">
                  <c:v>152.50141144094513</c:v>
                </c:pt>
                <c:pt idx="360">
                  <c:v>154.1999095138541</c:v>
                </c:pt>
                <c:pt idx="361">
                  <c:v>154.70170631803296</c:v>
                </c:pt>
                <c:pt idx="362">
                  <c:v>153.78252429959818</c:v>
                </c:pt>
                <c:pt idx="363">
                  <c:v>154.77152248162926</c:v>
                </c:pt>
                <c:pt idx="364">
                  <c:v>157.10650208376509</c:v>
                </c:pt>
                <c:pt idx="365">
                  <c:v>158.22878317023654</c:v>
                </c:pt>
                <c:pt idx="366">
                  <c:v>158.21480619417798</c:v>
                </c:pt>
                <c:pt idx="367">
                  <c:v>159.23485057966656</c:v>
                </c:pt>
                <c:pt idx="368">
                  <c:v>161.07633435455506</c:v>
                </c:pt>
                <c:pt idx="369">
                  <c:v>160.15660260254867</c:v>
                </c:pt>
                <c:pt idx="370">
                  <c:v>158.93531449982765</c:v>
                </c:pt>
                <c:pt idx="371">
                  <c:v>162.95903440397609</c:v>
                </c:pt>
                <c:pt idx="372">
                  <c:v>161.76825651448024</c:v>
                </c:pt>
                <c:pt idx="373">
                  <c:v>160.62929101411001</c:v>
                </c:pt>
                <c:pt idx="374">
                  <c:v>160.33246237211134</c:v>
                </c:pt>
                <c:pt idx="375">
                  <c:v>159.76223748160453</c:v>
                </c:pt>
                <c:pt idx="376">
                  <c:v>159.35004724960046</c:v>
                </c:pt>
                <c:pt idx="377">
                  <c:v>158.74026902861527</c:v>
                </c:pt>
                <c:pt idx="378">
                  <c:v>161.24411304061485</c:v>
                </c:pt>
                <c:pt idx="379">
                  <c:v>161.66619847690816</c:v>
                </c:pt>
                <c:pt idx="380">
                  <c:v>159.99219103461508</c:v>
                </c:pt>
                <c:pt idx="381">
                  <c:v>160.39055546729276</c:v>
                </c:pt>
                <c:pt idx="382">
                  <c:v>162.82874754750108</c:v>
                </c:pt>
                <c:pt idx="383">
                  <c:v>163.35557097252814</c:v>
                </c:pt>
                <c:pt idx="384">
                  <c:v>160.83285735568256</c:v>
                </c:pt>
                <c:pt idx="385">
                  <c:v>162.70926295570851</c:v>
                </c:pt>
                <c:pt idx="386">
                  <c:v>164.27087736928297</c:v>
                </c:pt>
                <c:pt idx="387">
                  <c:v>162.68864794677259</c:v>
                </c:pt>
                <c:pt idx="388">
                  <c:v>157.33627697336485</c:v>
                </c:pt>
                <c:pt idx="389">
                  <c:v>160.0810142364503</c:v>
                </c:pt>
                <c:pt idx="390">
                  <c:v>158.57730051130719</c:v>
                </c:pt>
                <c:pt idx="391">
                  <c:v>158.77410512994877</c:v>
                </c:pt>
                <c:pt idx="392">
                  <c:v>156.34501114035081</c:v>
                </c:pt>
                <c:pt idx="393">
                  <c:v>157.5388125644906</c:v>
                </c:pt>
                <c:pt idx="394">
                  <c:v>158.81350728369495</c:v>
                </c:pt>
                <c:pt idx="395">
                  <c:v>159.46158819128308</c:v>
                </c:pt>
                <c:pt idx="396">
                  <c:v>158.30948405855102</c:v>
                </c:pt>
                <c:pt idx="397">
                  <c:v>156.3583696661413</c:v>
                </c:pt>
                <c:pt idx="398">
                  <c:v>154.70918269460705</c:v>
                </c:pt>
                <c:pt idx="399">
                  <c:v>158.55774373949666</c:v>
                </c:pt>
                <c:pt idx="400">
                  <c:v>160.34921550270661</c:v>
                </c:pt>
                <c:pt idx="401">
                  <c:v>158.95876063665744</c:v>
                </c:pt>
                <c:pt idx="402">
                  <c:v>157.19729058311887</c:v>
                </c:pt>
                <c:pt idx="403">
                  <c:v>158.4731809728415</c:v>
                </c:pt>
                <c:pt idx="404">
                  <c:v>158.01719071851826</c:v>
                </c:pt>
                <c:pt idx="405">
                  <c:v>160.13407726945135</c:v>
                </c:pt>
                <c:pt idx="406">
                  <c:v>157.47975743555884</c:v>
                </c:pt>
                <c:pt idx="407">
                  <c:v>156.23623260986562</c:v>
                </c:pt>
                <c:pt idx="408">
                  <c:v>145.29223286933987</c:v>
                </c:pt>
                <c:pt idx="409">
                  <c:v>141.53377315683952</c:v>
                </c:pt>
                <c:pt idx="410">
                  <c:v>143.1665230945822</c:v>
                </c:pt>
                <c:pt idx="411">
                  <c:v>146.53891866306992</c:v>
                </c:pt>
                <c:pt idx="412">
                  <c:v>145.04327227809043</c:v>
                </c:pt>
                <c:pt idx="413">
                  <c:v>147.36188356313113</c:v>
                </c:pt>
                <c:pt idx="414">
                  <c:v>140.50261040986484</c:v>
                </c:pt>
                <c:pt idx="415">
                  <c:v>134.68028594941461</c:v>
                </c:pt>
                <c:pt idx="416">
                  <c:v>118.28507313930304</c:v>
                </c:pt>
                <c:pt idx="417">
                  <c:v>126.73347487140357</c:v>
                </c:pt>
                <c:pt idx="418">
                  <c:v>117.0535737354891</c:v>
                </c:pt>
                <c:pt idx="419">
                  <c:v>99.752633636108257</c:v>
                </c:pt>
                <c:pt idx="420">
                  <c:v>113.62705689687492</c:v>
                </c:pt>
                <c:pt idx="421">
                  <c:v>97.808665780129658</c:v>
                </c:pt>
                <c:pt idx="422">
                  <c:v>102.54900462490855</c:v>
                </c:pt>
                <c:pt idx="423">
                  <c:v>91.935999467857897</c:v>
                </c:pt>
                <c:pt idx="424">
                  <c:v>93.910711173829597</c:v>
                </c:pt>
                <c:pt idx="425">
                  <c:v>92.175697048425477</c:v>
                </c:pt>
                <c:pt idx="426">
                  <c:v>87.365885623532549</c:v>
                </c:pt>
                <c:pt idx="427">
                  <c:v>95.831342839692738</c:v>
                </c:pt>
                <c:pt idx="428">
                  <c:v>103.01398302312785</c:v>
                </c:pt>
                <c:pt idx="429">
                  <c:v>106.79902235381621</c:v>
                </c:pt>
                <c:pt idx="430">
                  <c:v>100.91566372357636</c:v>
                </c:pt>
                <c:pt idx="431">
                  <c:v>102.57956981149086</c:v>
                </c:pt>
                <c:pt idx="432">
                  <c:v>100.3535336599117</c:v>
                </c:pt>
                <c:pt idx="433">
                  <c:v>97.531943643513159</c:v>
                </c:pt>
                <c:pt idx="434">
                  <c:v>99.300381570072076</c:v>
                </c:pt>
                <c:pt idx="435">
                  <c:v>95.56782805213453</c:v>
                </c:pt>
                <c:pt idx="436">
                  <c:v>101.80100964067763</c:v>
                </c:pt>
                <c:pt idx="437">
                  <c:v>104.94151384531486</c:v>
                </c:pt>
                <c:pt idx="438">
                  <c:v>108.05648292555013</c:v>
                </c:pt>
                <c:pt idx="439">
                  <c:v>106.76092581730263</c:v>
                </c:pt>
                <c:pt idx="440">
                  <c:v>108.34674225136789</c:v>
                </c:pt>
                <c:pt idx="441">
                  <c:v>109.83451370293386</c:v>
                </c:pt>
                <c:pt idx="442">
                  <c:v>108.34075015543718</c:v>
                </c:pt>
                <c:pt idx="443">
                  <c:v>106.93946553802701</c:v>
                </c:pt>
                <c:pt idx="444">
                  <c:v>108.55903561338995</c:v>
                </c:pt>
                <c:pt idx="445">
                  <c:v>108.53494353961351</c:v>
                </c:pt>
                <c:pt idx="446">
                  <c:v>110.89108788425688</c:v>
                </c:pt>
                <c:pt idx="447">
                  <c:v>109.49771943027811</c:v>
                </c:pt>
                <c:pt idx="448">
                  <c:v>103.52941321988298</c:v>
                </c:pt>
                <c:pt idx="449">
                  <c:v>107.52596254225391</c:v>
                </c:pt>
                <c:pt idx="450">
                  <c:v>111.75015653663452</c:v>
                </c:pt>
                <c:pt idx="451">
                  <c:v>114.30445234716994</c:v>
                </c:pt>
                <c:pt idx="452">
                  <c:v>110.64197611627525</c:v>
                </c:pt>
                <c:pt idx="453">
                  <c:v>108.40226534210194</c:v>
                </c:pt>
                <c:pt idx="454">
                  <c:v>109.21938932296462</c:v>
                </c:pt>
                <c:pt idx="455">
                  <c:v>108.65989798044376</c:v>
                </c:pt>
                <c:pt idx="456">
                  <c:v>107.36100124074868</c:v>
                </c:pt>
                <c:pt idx="457">
                  <c:v>110.30864516512074</c:v>
                </c:pt>
                <c:pt idx="458">
                  <c:v>108.66116236765852</c:v>
                </c:pt>
                <c:pt idx="459">
                  <c:v>107.02206300716357</c:v>
                </c:pt>
                <c:pt idx="460">
                  <c:v>106.88497319773971</c:v>
                </c:pt>
                <c:pt idx="461">
                  <c:v>108.58723694561431</c:v>
                </c:pt>
                <c:pt idx="462">
                  <c:v>106.58869428931268</c:v>
                </c:pt>
                <c:pt idx="463">
                  <c:v>111.58806759304102</c:v>
                </c:pt>
                <c:pt idx="464">
                  <c:v>110.96695111714108</c:v>
                </c:pt>
                <c:pt idx="465">
                  <c:v>111.76007922760233</c:v>
                </c:pt>
                <c:pt idx="466">
                  <c:v>114.10694681822454</c:v>
                </c:pt>
                <c:pt idx="467">
                  <c:v>112.9334305628777</c:v>
                </c:pt>
                <c:pt idx="468">
                  <c:v>117.73022704546241</c:v>
                </c:pt>
                <c:pt idx="469">
                  <c:v>117.46282289288496</c:v>
                </c:pt>
                <c:pt idx="470">
                  <c:v>120.86751530870563</c:v>
                </c:pt>
                <c:pt idx="471">
                  <c:v>119.49708448800288</c:v>
                </c:pt>
                <c:pt idx="472">
                  <c:v>120.12034492483217</c:v>
                </c:pt>
                <c:pt idx="473">
                  <c:v>121.79361022680358</c:v>
                </c:pt>
                <c:pt idx="474">
                  <c:v>125.12812915220637</c:v>
                </c:pt>
                <c:pt idx="475">
                  <c:v>127.81599647730727</c:v>
                </c:pt>
                <c:pt idx="476">
                  <c:v>128.95184223965853</c:v>
                </c:pt>
                <c:pt idx="477">
                  <c:v>130.06292250460814</c:v>
                </c:pt>
                <c:pt idx="478">
                  <c:v>134.19638297299213</c:v>
                </c:pt>
                <c:pt idx="479">
                  <c:v>132.96206618462361</c:v>
                </c:pt>
                <c:pt idx="480">
                  <c:v>130.13015492041782</c:v>
                </c:pt>
                <c:pt idx="481">
                  <c:v>127.53168801740236</c:v>
                </c:pt>
                <c:pt idx="482">
                  <c:v>126.95481135067888</c:v>
                </c:pt>
                <c:pt idx="483">
                  <c:v>128.54306035579856</c:v>
                </c:pt>
                <c:pt idx="484">
                  <c:v>131.31388247685757</c:v>
                </c:pt>
                <c:pt idx="485">
                  <c:v>132.10817877115855</c:v>
                </c:pt>
                <c:pt idx="486">
                  <c:v>132.72231363069886</c:v>
                </c:pt>
                <c:pt idx="487">
                  <c:v>131.02344448762906</c:v>
                </c:pt>
                <c:pt idx="488">
                  <c:v>131.90191873508505</c:v>
                </c:pt>
                <c:pt idx="489">
                  <c:v>129.70600798323093</c:v>
                </c:pt>
                <c:pt idx="490">
                  <c:v>131.91281720314248</c:v>
                </c:pt>
                <c:pt idx="491">
                  <c:v>128.95992332316143</c:v>
                </c:pt>
                <c:pt idx="492">
                  <c:v>131.57233971555684</c:v>
                </c:pt>
                <c:pt idx="493">
                  <c:v>130.63843858074185</c:v>
                </c:pt>
                <c:pt idx="494">
                  <c:v>132.21532184426817</c:v>
                </c:pt>
                <c:pt idx="495">
                  <c:v>132.25897068985515</c:v>
                </c:pt>
                <c:pt idx="496">
                  <c:v>132.98721649552544</c:v>
                </c:pt>
                <c:pt idx="497">
                  <c:v>135.97269583296455</c:v>
                </c:pt>
                <c:pt idx="498">
                  <c:v>134.35631421231699</c:v>
                </c:pt>
                <c:pt idx="499">
                  <c:v>137.11713118237245</c:v>
                </c:pt>
                <c:pt idx="500">
                  <c:v>136.27940593591316</c:v>
                </c:pt>
                <c:pt idx="501">
                  <c:v>137.47713795509006</c:v>
                </c:pt>
                <c:pt idx="502">
                  <c:v>135.64271825659694</c:v>
                </c:pt>
                <c:pt idx="503">
                  <c:v>138.03841593171867</c:v>
                </c:pt>
                <c:pt idx="504">
                  <c:v>139.89419277946942</c:v>
                </c:pt>
                <c:pt idx="505">
                  <c:v>138.19377063905978</c:v>
                </c:pt>
                <c:pt idx="506">
                  <c:v>141.40281287673929</c:v>
                </c:pt>
                <c:pt idx="507">
                  <c:v>143.51670337970702</c:v>
                </c:pt>
                <c:pt idx="508">
                  <c:v>143.3564148135606</c:v>
                </c:pt>
                <c:pt idx="509">
                  <c:v>143.32869449821143</c:v>
                </c:pt>
                <c:pt idx="510">
                  <c:v>140.58516664898357</c:v>
                </c:pt>
                <c:pt idx="511">
                  <c:v>140.7064791049018</c:v>
                </c:pt>
                <c:pt idx="512">
                  <c:v>143.58639585324971</c:v>
                </c:pt>
                <c:pt idx="513">
                  <c:v>143.08062722401587</c:v>
                </c:pt>
                <c:pt idx="514">
                  <c:v>145.13676821528446</c:v>
                </c:pt>
                <c:pt idx="515">
                  <c:v>144.31701925661727</c:v>
                </c:pt>
                <c:pt idx="516">
                  <c:v>141.43578314769746</c:v>
                </c:pt>
                <c:pt idx="517">
                  <c:v>141.32270295201431</c:v>
                </c:pt>
                <c:pt idx="518">
                  <c:v>139.10440430045577</c:v>
                </c:pt>
                <c:pt idx="519">
                  <c:v>141.28394673521478</c:v>
                </c:pt>
                <c:pt idx="520">
                  <c:v>143.10339993722042</c:v>
                </c:pt>
                <c:pt idx="521">
                  <c:v>141.24792544293408</c:v>
                </c:pt>
                <c:pt idx="522">
                  <c:v>142.16725863810103</c:v>
                </c:pt>
                <c:pt idx="523">
                  <c:v>140.42174460147888</c:v>
                </c:pt>
                <c:pt idx="524">
                  <c:v>140.34394355775473</c:v>
                </c:pt>
                <c:pt idx="525">
                  <c:v>138.06641111385366</c:v>
                </c:pt>
                <c:pt idx="526">
                  <c:v>139.29348516241603</c:v>
                </c:pt>
                <c:pt idx="527">
                  <c:v>136.87735114176914</c:v>
                </c:pt>
                <c:pt idx="528">
                  <c:v>140.27187348651475</c:v>
                </c:pt>
                <c:pt idx="529">
                  <c:v>138.60668926804624</c:v>
                </c:pt>
                <c:pt idx="530">
                  <c:v>139.45073645057923</c:v>
                </c:pt>
                <c:pt idx="531">
                  <c:v>139.52415336906967</c:v>
                </c:pt>
                <c:pt idx="532">
                  <c:v>140.5915435584144</c:v>
                </c:pt>
                <c:pt idx="533">
                  <c:v>140.34373740766537</c:v>
                </c:pt>
                <c:pt idx="534">
                  <c:v>138.29555380984604</c:v>
                </c:pt>
                <c:pt idx="535">
                  <c:v>138.2904825176478</c:v>
                </c:pt>
                <c:pt idx="536">
                  <c:v>140.37849431273133</c:v>
                </c:pt>
                <c:pt idx="537">
                  <c:v>136.56639434697973</c:v>
                </c:pt>
                <c:pt idx="538">
                  <c:v>140.41246784745772</c:v>
                </c:pt>
                <c:pt idx="539">
                  <c:v>140.05992370797492</c:v>
                </c:pt>
                <c:pt idx="540">
                  <c:v>138.42478242919569</c:v>
                </c:pt>
                <c:pt idx="541">
                  <c:v>139.13994457586131</c:v>
                </c:pt>
                <c:pt idx="542">
                  <c:v>137.5027005661706</c:v>
                </c:pt>
                <c:pt idx="543">
                  <c:v>139.20910105917167</c:v>
                </c:pt>
                <c:pt idx="544">
                  <c:v>135.83173040186074</c:v>
                </c:pt>
                <c:pt idx="545">
                  <c:v>135.18391061771911</c:v>
                </c:pt>
                <c:pt idx="546">
                  <c:v>137.81067505633393</c:v>
                </c:pt>
                <c:pt idx="547">
                  <c:v>137.84282072693469</c:v>
                </c:pt>
                <c:pt idx="548">
                  <c:v>136.98766892625488</c:v>
                </c:pt>
                <c:pt idx="549">
                  <c:v>137.56784399440809</c:v>
                </c:pt>
                <c:pt idx="550">
                  <c:v>135.08288333059383</c:v>
                </c:pt>
                <c:pt idx="551">
                  <c:v>133.2976373000825</c:v>
                </c:pt>
                <c:pt idx="552">
                  <c:v>133.71381310048085</c:v>
                </c:pt>
                <c:pt idx="553">
                  <c:v>131.57161131857444</c:v>
                </c:pt>
                <c:pt idx="554">
                  <c:v>133.32697932946797</c:v>
                </c:pt>
                <c:pt idx="555">
                  <c:v>133.30953903190817</c:v>
                </c:pt>
                <c:pt idx="556">
                  <c:v>130.10320423206892</c:v>
                </c:pt>
                <c:pt idx="557">
                  <c:v>128.6106500984298</c:v>
                </c:pt>
                <c:pt idx="558">
                  <c:v>130.01663493787734</c:v>
                </c:pt>
                <c:pt idx="559">
                  <c:v>131.21936953255604</c:v>
                </c:pt>
                <c:pt idx="560">
                  <c:v>129.20893888776803</c:v>
                </c:pt>
                <c:pt idx="561">
                  <c:v>132.05863403301589</c:v>
                </c:pt>
                <c:pt idx="562">
                  <c:v>131.40697985721221</c:v>
                </c:pt>
                <c:pt idx="563">
                  <c:v>131.28498023432942</c:v>
                </c:pt>
                <c:pt idx="564">
                  <c:v>134.57440726351973</c:v>
                </c:pt>
                <c:pt idx="565">
                  <c:v>133.97462045019881</c:v>
                </c:pt>
                <c:pt idx="566">
                  <c:v>135.37576763421606</c:v>
                </c:pt>
                <c:pt idx="567">
                  <c:v>136.51867747296271</c:v>
                </c:pt>
                <c:pt idx="568">
                  <c:v>136.13335546927181</c:v>
                </c:pt>
                <c:pt idx="569">
                  <c:v>135.10955915215689</c:v>
                </c:pt>
                <c:pt idx="570">
                  <c:v>135.58855575645262</c:v>
                </c:pt>
                <c:pt idx="571">
                  <c:v>138.17529959105318</c:v>
                </c:pt>
                <c:pt idx="572">
                  <c:v>138.19262994189864</c:v>
                </c:pt>
                <c:pt idx="573">
                  <c:v>140.06899431190672</c:v>
                </c:pt>
                <c:pt idx="574">
                  <c:v>139.164710073263</c:v>
                </c:pt>
                <c:pt idx="575">
                  <c:v>138.8310355386262</c:v>
                </c:pt>
                <c:pt idx="576">
                  <c:v>136.89127314447052</c:v>
                </c:pt>
                <c:pt idx="577">
                  <c:v>131.06852264050227</c:v>
                </c:pt>
                <c:pt idx="578">
                  <c:v>132.73613943002522</c:v>
                </c:pt>
                <c:pt idx="579">
                  <c:v>129.12197103673705</c:v>
                </c:pt>
                <c:pt idx="580">
                  <c:v>131.90817195446226</c:v>
                </c:pt>
                <c:pt idx="581">
                  <c:v>134.50167751199382</c:v>
                </c:pt>
                <c:pt idx="582">
                  <c:v>138.46606742042468</c:v>
                </c:pt>
                <c:pt idx="583">
                  <c:v>138.70480296724193</c:v>
                </c:pt>
                <c:pt idx="584">
                  <c:v>142.26439656020708</c:v>
                </c:pt>
                <c:pt idx="585">
                  <c:v>144.39708795132438</c:v>
                </c:pt>
                <c:pt idx="586">
                  <c:v>144.0423311342158</c:v>
                </c:pt>
                <c:pt idx="587">
                  <c:v>140.87886180962397</c:v>
                </c:pt>
                <c:pt idx="588">
                  <c:v>143.92437205308445</c:v>
                </c:pt>
                <c:pt idx="589">
                  <c:v>146.27025012327775</c:v>
                </c:pt>
                <c:pt idx="590">
                  <c:v>147.3954310543395</c:v>
                </c:pt>
                <c:pt idx="591">
                  <c:v>145.84306590810763</c:v>
                </c:pt>
                <c:pt idx="592">
                  <c:v>146.60006277957388</c:v>
                </c:pt>
                <c:pt idx="593">
                  <c:v>145.73777818580226</c:v>
                </c:pt>
                <c:pt idx="594">
                  <c:v>147.5744930219569</c:v>
                </c:pt>
                <c:pt idx="595">
                  <c:v>150.88303703610043</c:v>
                </c:pt>
                <c:pt idx="596">
                  <c:v>151.35887267235933</c:v>
                </c:pt>
                <c:pt idx="597">
                  <c:v>151.48882968869137</c:v>
                </c:pt>
                <c:pt idx="598">
                  <c:v>151.96762014289774</c:v>
                </c:pt>
                <c:pt idx="599">
                  <c:v>149.6557843241273</c:v>
                </c:pt>
                <c:pt idx="600">
                  <c:v>153.10067600737301</c:v>
                </c:pt>
                <c:pt idx="601">
                  <c:v>153.75845971250033</c:v>
                </c:pt>
                <c:pt idx="602">
                  <c:v>154.32614208523839</c:v>
                </c:pt>
                <c:pt idx="603">
                  <c:v>156.33078678418502</c:v>
                </c:pt>
                <c:pt idx="604">
                  <c:v>156.11027490526715</c:v>
                </c:pt>
                <c:pt idx="605">
                  <c:v>156.38966324970602</c:v>
                </c:pt>
                <c:pt idx="606">
                  <c:v>155.3013282112824</c:v>
                </c:pt>
                <c:pt idx="607">
                  <c:v>158.2251824153424</c:v>
                </c:pt>
                <c:pt idx="608">
                  <c:v>158.22431658496708</c:v>
                </c:pt>
                <c:pt idx="609">
                  <c:v>157.51395086371389</c:v>
                </c:pt>
                <c:pt idx="610">
                  <c:v>159.62700302298489</c:v>
                </c:pt>
                <c:pt idx="611">
                  <c:v>161.9753548942505</c:v>
                </c:pt>
                <c:pt idx="612">
                  <c:v>162.72192057119517</c:v>
                </c:pt>
                <c:pt idx="613">
                  <c:v>162.20393411333197</c:v>
                </c:pt>
                <c:pt idx="614">
                  <c:v>159.17888770207517</c:v>
                </c:pt>
                <c:pt idx="615">
                  <c:v>160.29705953009872</c:v>
                </c:pt>
                <c:pt idx="616">
                  <c:v>161.90595103083291</c:v>
                </c:pt>
                <c:pt idx="617">
                  <c:v>163.71574266531724</c:v>
                </c:pt>
                <c:pt idx="618">
                  <c:v>164.10804628536778</c:v>
                </c:pt>
                <c:pt idx="619">
                  <c:v>163.56943107522937</c:v>
                </c:pt>
                <c:pt idx="620">
                  <c:v>163.34606058173904</c:v>
                </c:pt>
                <c:pt idx="621">
                  <c:v>164.0627757257445</c:v>
                </c:pt>
                <c:pt idx="622">
                  <c:v>163.68328089791282</c:v>
                </c:pt>
                <c:pt idx="623">
                  <c:v>168.19912229537954</c:v>
                </c:pt>
                <c:pt idx="624">
                  <c:v>171.897056341644</c:v>
                </c:pt>
                <c:pt idx="625">
                  <c:v>169.39370708985888</c:v>
                </c:pt>
                <c:pt idx="626">
                  <c:v>170.41465853574064</c:v>
                </c:pt>
                <c:pt idx="627">
                  <c:v>167.57676891894343</c:v>
                </c:pt>
                <c:pt idx="628">
                  <c:v>169.70346821413003</c:v>
                </c:pt>
                <c:pt idx="629">
                  <c:v>165.39943916181022</c:v>
                </c:pt>
                <c:pt idx="630">
                  <c:v>166.626485723694</c:v>
                </c:pt>
                <c:pt idx="631">
                  <c:v>165.79468385646896</c:v>
                </c:pt>
                <c:pt idx="632">
                  <c:v>164.43410701003756</c:v>
                </c:pt>
                <c:pt idx="633">
                  <c:v>162.62354574855294</c:v>
                </c:pt>
                <c:pt idx="634">
                  <c:v>161.31999001683832</c:v>
                </c:pt>
                <c:pt idx="635">
                  <c:v>160.06050917422871</c:v>
                </c:pt>
                <c:pt idx="636">
                  <c:v>159.26097666765801</c:v>
                </c:pt>
                <c:pt idx="637">
                  <c:v>163.38528407207446</c:v>
                </c:pt>
                <c:pt idx="638">
                  <c:v>158.14123809895534</c:v>
                </c:pt>
                <c:pt idx="639">
                  <c:v>161.50838371183406</c:v>
                </c:pt>
                <c:pt idx="640">
                  <c:v>162.49273664518489</c:v>
                </c:pt>
                <c:pt idx="641">
                  <c:v>164.54174484336164</c:v>
                </c:pt>
                <c:pt idx="642">
                  <c:v>163.90419133367013</c:v>
                </c:pt>
                <c:pt idx="643">
                  <c:v>165.2502689571499</c:v>
                </c:pt>
                <c:pt idx="644">
                  <c:v>164.50276873313348</c:v>
                </c:pt>
                <c:pt idx="645">
                  <c:v>164.19390092591624</c:v>
                </c:pt>
                <c:pt idx="646">
                  <c:v>162.76969241856932</c:v>
                </c:pt>
                <c:pt idx="647">
                  <c:v>163.95780410024281</c:v>
                </c:pt>
                <c:pt idx="648">
                  <c:v>164.13494200035953</c:v>
                </c:pt>
                <c:pt idx="649">
                  <c:v>165.40904575597435</c:v>
                </c:pt>
                <c:pt idx="650">
                  <c:v>163.81918878015767</c:v>
                </c:pt>
                <c:pt idx="651">
                  <c:v>162.76309561570983</c:v>
                </c:pt>
                <c:pt idx="652">
                  <c:v>154.84304281929761</c:v>
                </c:pt>
                <c:pt idx="653">
                  <c:v>158.36100783755151</c:v>
                </c:pt>
                <c:pt idx="654">
                  <c:v>158.96615455319579</c:v>
                </c:pt>
                <c:pt idx="655">
                  <c:v>154.27772430091755</c:v>
                </c:pt>
                <c:pt idx="656">
                  <c:v>151.22506752102592</c:v>
                </c:pt>
                <c:pt idx="657">
                  <c:v>151.63690042620843</c:v>
                </c:pt>
                <c:pt idx="658">
                  <c:v>153.29293158070939</c:v>
                </c:pt>
                <c:pt idx="659">
                  <c:v>152.80387485205296</c:v>
                </c:pt>
                <c:pt idx="660">
                  <c:v>154.87392410268362</c:v>
                </c:pt>
                <c:pt idx="661">
                  <c:v>158.32633339252129</c:v>
                </c:pt>
                <c:pt idx="662">
                  <c:v>152.01724734107614</c:v>
                </c:pt>
                <c:pt idx="663">
                  <c:v>153.00544840942837</c:v>
                </c:pt>
                <c:pt idx="664">
                  <c:v>154.99255660744021</c:v>
                </c:pt>
                <c:pt idx="665">
                  <c:v>158.02608265903928</c:v>
                </c:pt>
                <c:pt idx="666">
                  <c:v>156.89451107520739</c:v>
                </c:pt>
                <c:pt idx="667">
                  <c:v>157.84326875979556</c:v>
                </c:pt>
                <c:pt idx="668">
                  <c:v>156.69987790417375</c:v>
                </c:pt>
                <c:pt idx="669">
                  <c:v>160.17784980509197</c:v>
                </c:pt>
                <c:pt idx="670">
                  <c:v>157.82222770734163</c:v>
                </c:pt>
                <c:pt idx="671">
                  <c:v>159.72726068310993</c:v>
                </c:pt>
                <c:pt idx="672">
                  <c:v>158.01934842278689</c:v>
                </c:pt>
                <c:pt idx="673">
                  <c:v>155.65953460655294</c:v>
                </c:pt>
                <c:pt idx="674">
                  <c:v>154.01361854976986</c:v>
                </c:pt>
                <c:pt idx="675">
                  <c:v>156.33034699732772</c:v>
                </c:pt>
                <c:pt idx="676">
                  <c:v>157.74690046468979</c:v>
                </c:pt>
                <c:pt idx="677">
                  <c:v>158.62386294482377</c:v>
                </c:pt>
                <c:pt idx="678">
                  <c:v>160.59046608061402</c:v>
                </c:pt>
                <c:pt idx="679">
                  <c:v>160.29367866863325</c:v>
                </c:pt>
                <c:pt idx="680">
                  <c:v>158.39653436961777</c:v>
                </c:pt>
                <c:pt idx="681">
                  <c:v>161.50957938235234</c:v>
                </c:pt>
                <c:pt idx="682">
                  <c:v>161.48268366736062</c:v>
                </c:pt>
                <c:pt idx="683">
                  <c:v>161.65407685165383</c:v>
                </c:pt>
                <c:pt idx="684">
                  <c:v>162.60188624583094</c:v>
                </c:pt>
                <c:pt idx="685">
                  <c:v>161.71773599924796</c:v>
                </c:pt>
                <c:pt idx="686">
                  <c:v>163.28700545280728</c:v>
                </c:pt>
                <c:pt idx="687">
                  <c:v>163.95409339863434</c:v>
                </c:pt>
                <c:pt idx="688">
                  <c:v>165.32506020956941</c:v>
                </c:pt>
                <c:pt idx="689">
                  <c:v>165.88302604142902</c:v>
                </c:pt>
                <c:pt idx="690">
                  <c:v>166.45098328095287</c:v>
                </c:pt>
                <c:pt idx="691">
                  <c:v>166.20339702363248</c:v>
                </c:pt>
                <c:pt idx="692">
                  <c:v>165.00526644761615</c:v>
                </c:pt>
                <c:pt idx="693">
                  <c:v>164.05627512626006</c:v>
                </c:pt>
                <c:pt idx="694">
                  <c:v>165.64855092979187</c:v>
                </c:pt>
                <c:pt idx="695">
                  <c:v>165.73726418491276</c:v>
                </c:pt>
                <c:pt idx="696">
                  <c:v>164.07948762632191</c:v>
                </c:pt>
                <c:pt idx="697">
                  <c:v>166.36658543436923</c:v>
                </c:pt>
                <c:pt idx="698">
                  <c:v>165.01043394318941</c:v>
                </c:pt>
                <c:pt idx="699">
                  <c:v>163.39983826838321</c:v>
                </c:pt>
                <c:pt idx="700">
                  <c:v>163.83363302975212</c:v>
                </c:pt>
                <c:pt idx="701">
                  <c:v>161.77559545766144</c:v>
                </c:pt>
                <c:pt idx="702">
                  <c:v>164.32146660121171</c:v>
                </c:pt>
                <c:pt idx="703">
                  <c:v>164.81096311672547</c:v>
                </c:pt>
                <c:pt idx="704">
                  <c:v>167.72111521151274</c:v>
                </c:pt>
                <c:pt idx="705">
                  <c:v>167.54371618794951</c:v>
                </c:pt>
                <c:pt idx="706">
                  <c:v>168.99361099643056</c:v>
                </c:pt>
                <c:pt idx="707">
                  <c:v>164.52155587794374</c:v>
                </c:pt>
                <c:pt idx="708">
                  <c:v>165.89022755121729</c:v>
                </c:pt>
                <c:pt idx="709">
                  <c:v>167.50494622781068</c:v>
                </c:pt>
                <c:pt idx="710">
                  <c:v>168.9576859075249</c:v>
                </c:pt>
                <c:pt idx="711">
                  <c:v>169.0155316225991</c:v>
                </c:pt>
                <c:pt idx="712">
                  <c:v>168.54322802453791</c:v>
                </c:pt>
                <c:pt idx="713">
                  <c:v>168.63185881962306</c:v>
                </c:pt>
                <c:pt idx="714">
                  <c:v>168.48299096842715</c:v>
                </c:pt>
                <c:pt idx="715">
                  <c:v>170.4608636424357</c:v>
                </c:pt>
                <c:pt idx="716">
                  <c:v>169.02618271054934</c:v>
                </c:pt>
                <c:pt idx="717">
                  <c:v>170.40252316714702</c:v>
                </c:pt>
                <c:pt idx="718">
                  <c:v>170.92119679197475</c:v>
                </c:pt>
                <c:pt idx="719">
                  <c:v>172.56325097041719</c:v>
                </c:pt>
                <c:pt idx="720">
                  <c:v>173.46256012023773</c:v>
                </c:pt>
                <c:pt idx="721">
                  <c:v>176.2817587955997</c:v>
                </c:pt>
                <c:pt idx="722">
                  <c:v>178.11565624719978</c:v>
                </c:pt>
                <c:pt idx="723">
                  <c:v>178.83627449956379</c:v>
                </c:pt>
                <c:pt idx="724">
                  <c:v>179.73026497707886</c:v>
                </c:pt>
                <c:pt idx="725">
                  <c:v>178.37082882780859</c:v>
                </c:pt>
                <c:pt idx="726">
                  <c:v>178.53532285577793</c:v>
                </c:pt>
                <c:pt idx="727">
                  <c:v>178.76809379334304</c:v>
                </c:pt>
                <c:pt idx="728">
                  <c:v>177.89519934163906</c:v>
                </c:pt>
                <c:pt idx="729">
                  <c:v>178.94921726185405</c:v>
                </c:pt>
                <c:pt idx="730">
                  <c:v>178.78858511222535</c:v>
                </c:pt>
                <c:pt idx="731">
                  <c:v>177.64570276015729</c:v>
                </c:pt>
                <c:pt idx="732">
                  <c:v>175.99338230726477</c:v>
                </c:pt>
                <c:pt idx="733">
                  <c:v>176.47182917798887</c:v>
                </c:pt>
                <c:pt idx="734">
                  <c:v>177.65322036674925</c:v>
                </c:pt>
                <c:pt idx="735">
                  <c:v>176.96947549370196</c:v>
                </c:pt>
                <c:pt idx="736">
                  <c:v>176.50293035480354</c:v>
                </c:pt>
                <c:pt idx="737">
                  <c:v>177.99496224154962</c:v>
                </c:pt>
                <c:pt idx="738">
                  <c:v>174.89170248638996</c:v>
                </c:pt>
                <c:pt idx="739">
                  <c:v>175.13023188311783</c:v>
                </c:pt>
                <c:pt idx="740">
                  <c:v>174.99042089251444</c:v>
                </c:pt>
                <c:pt idx="741">
                  <c:v>174.2678235992926</c:v>
                </c:pt>
                <c:pt idx="742">
                  <c:v>172.70730865286137</c:v>
                </c:pt>
                <c:pt idx="743">
                  <c:v>175.39476367778354</c:v>
                </c:pt>
                <c:pt idx="744">
                  <c:v>174.43053099315415</c:v>
                </c:pt>
                <c:pt idx="745">
                  <c:v>171.92213793584938</c:v>
                </c:pt>
                <c:pt idx="746">
                  <c:v>174.56612277859534</c:v>
                </c:pt>
                <c:pt idx="747">
                  <c:v>172.37963995749459</c:v>
                </c:pt>
                <c:pt idx="748">
                  <c:v>175.35652970787706</c:v>
                </c:pt>
                <c:pt idx="749">
                  <c:v>176.14527369310463</c:v>
                </c:pt>
                <c:pt idx="750">
                  <c:v>176.47342340534658</c:v>
                </c:pt>
                <c:pt idx="751">
                  <c:v>175.1834323495118</c:v>
                </c:pt>
                <c:pt idx="752">
                  <c:v>173.11145903138043</c:v>
                </c:pt>
                <c:pt idx="753">
                  <c:v>170.95967814198846</c:v>
                </c:pt>
                <c:pt idx="754">
                  <c:v>172.34334379842809</c:v>
                </c:pt>
                <c:pt idx="755">
                  <c:v>173.06884093624024</c:v>
                </c:pt>
                <c:pt idx="756">
                  <c:v>173.36763487575746</c:v>
                </c:pt>
                <c:pt idx="757">
                  <c:v>171.8642784774359</c:v>
                </c:pt>
                <c:pt idx="758">
                  <c:v>173.17137999068751</c:v>
                </c:pt>
                <c:pt idx="759">
                  <c:v>171.25854079820215</c:v>
                </c:pt>
                <c:pt idx="760">
                  <c:v>173.55857108852194</c:v>
                </c:pt>
                <c:pt idx="761">
                  <c:v>172.71987006497301</c:v>
                </c:pt>
                <c:pt idx="762">
                  <c:v>167.3949582834679</c:v>
                </c:pt>
                <c:pt idx="763">
                  <c:v>168.37753832605026</c:v>
                </c:pt>
                <c:pt idx="764">
                  <c:v>169.83545924467705</c:v>
                </c:pt>
                <c:pt idx="765">
                  <c:v>167.39553550371812</c:v>
                </c:pt>
                <c:pt idx="766">
                  <c:v>167.1642488467964</c:v>
                </c:pt>
                <c:pt idx="767">
                  <c:v>168.78244458823031</c:v>
                </c:pt>
                <c:pt idx="768">
                  <c:v>169.06970786608269</c:v>
                </c:pt>
                <c:pt idx="769">
                  <c:v>167.94700073609323</c:v>
                </c:pt>
                <c:pt idx="770">
                  <c:v>167.74616931903952</c:v>
                </c:pt>
                <c:pt idx="771">
                  <c:v>165.88345208494701</c:v>
                </c:pt>
                <c:pt idx="772">
                  <c:v>166.56068261517055</c:v>
                </c:pt>
                <c:pt idx="773">
                  <c:v>163.79315889554127</c:v>
                </c:pt>
                <c:pt idx="774">
                  <c:v>162.03920644859468</c:v>
                </c:pt>
                <c:pt idx="775">
                  <c:v>160.30591024060189</c:v>
                </c:pt>
                <c:pt idx="776">
                  <c:v>161.0234087549469</c:v>
                </c:pt>
                <c:pt idx="777">
                  <c:v>162.24392723066765</c:v>
                </c:pt>
                <c:pt idx="778">
                  <c:v>161.44530178449014</c:v>
                </c:pt>
                <c:pt idx="779">
                  <c:v>165.2097123629033</c:v>
                </c:pt>
                <c:pt idx="780">
                  <c:v>166.04387808448635</c:v>
                </c:pt>
                <c:pt idx="781">
                  <c:v>163.16638016385357</c:v>
                </c:pt>
                <c:pt idx="782">
                  <c:v>165.85132015768556</c:v>
                </c:pt>
                <c:pt idx="783">
                  <c:v>164.56268969244056</c:v>
                </c:pt>
                <c:pt idx="784">
                  <c:v>163.24479965784582</c:v>
                </c:pt>
                <c:pt idx="785">
                  <c:v>164.089424060629</c:v>
                </c:pt>
                <c:pt idx="786">
                  <c:v>160.35326978779733</c:v>
                </c:pt>
                <c:pt idx="787">
                  <c:v>160.70531916706568</c:v>
                </c:pt>
                <c:pt idx="788">
                  <c:v>161.99085738097031</c:v>
                </c:pt>
                <c:pt idx="789">
                  <c:v>155.86711400319834</c:v>
                </c:pt>
                <c:pt idx="790">
                  <c:v>158.54434398368829</c:v>
                </c:pt>
                <c:pt idx="791">
                  <c:v>157.06703121332245</c:v>
                </c:pt>
                <c:pt idx="792">
                  <c:v>159.97758186494914</c:v>
                </c:pt>
                <c:pt idx="793">
                  <c:v>159.67087176200053</c:v>
                </c:pt>
                <c:pt idx="794">
                  <c:v>158.13435268597073</c:v>
                </c:pt>
                <c:pt idx="795">
                  <c:v>156.39133993709947</c:v>
                </c:pt>
                <c:pt idx="796">
                  <c:v>153.15490722421379</c:v>
                </c:pt>
                <c:pt idx="797">
                  <c:v>149.58764484792445</c:v>
                </c:pt>
                <c:pt idx="798">
                  <c:v>151.51994460884532</c:v>
                </c:pt>
                <c:pt idx="799">
                  <c:v>154.31334703635881</c:v>
                </c:pt>
                <c:pt idx="800">
                  <c:v>156.76252004466033</c:v>
                </c:pt>
                <c:pt idx="801">
                  <c:v>155.68821695565242</c:v>
                </c:pt>
                <c:pt idx="802">
                  <c:v>156.10098440790671</c:v>
                </c:pt>
                <c:pt idx="803">
                  <c:v>151.34694345385509</c:v>
                </c:pt>
                <c:pt idx="804">
                  <c:v>152.69788621944375</c:v>
                </c:pt>
                <c:pt idx="805">
                  <c:v>152.52234254668474</c:v>
                </c:pt>
                <c:pt idx="806">
                  <c:v>155.1618058308041</c:v>
                </c:pt>
                <c:pt idx="807">
                  <c:v>151.71696912091554</c:v>
                </c:pt>
                <c:pt idx="808">
                  <c:v>151.80568237603646</c:v>
                </c:pt>
                <c:pt idx="809">
                  <c:v>151.94576823342567</c:v>
                </c:pt>
                <c:pt idx="810">
                  <c:v>151.98130850883118</c:v>
                </c:pt>
                <c:pt idx="811">
                  <c:v>155.07049508455725</c:v>
                </c:pt>
                <c:pt idx="812">
                  <c:v>154.17343984238039</c:v>
                </c:pt>
                <c:pt idx="813">
                  <c:v>155.9263203088623</c:v>
                </c:pt>
                <c:pt idx="814">
                  <c:v>155.55464544108696</c:v>
                </c:pt>
                <c:pt idx="815">
                  <c:v>157.56462255567837</c:v>
                </c:pt>
                <c:pt idx="816">
                  <c:v>157.26253021473141</c:v>
                </c:pt>
                <c:pt idx="817">
                  <c:v>152.1013290908561</c:v>
                </c:pt>
                <c:pt idx="818">
                  <c:v>152.25754962857249</c:v>
                </c:pt>
                <c:pt idx="819">
                  <c:v>148.06387959075633</c:v>
                </c:pt>
                <c:pt idx="820">
                  <c:v>146.08644670360508</c:v>
                </c:pt>
                <c:pt idx="821">
                  <c:v>149.41009464762902</c:v>
                </c:pt>
                <c:pt idx="822">
                  <c:v>146.25597079375481</c:v>
                </c:pt>
                <c:pt idx="823">
                  <c:v>146.17841713013786</c:v>
                </c:pt>
                <c:pt idx="824">
                  <c:v>145.27391299806547</c:v>
                </c:pt>
                <c:pt idx="825">
                  <c:v>142.24453743493214</c:v>
                </c:pt>
                <c:pt idx="826">
                  <c:v>145.06212813959715</c:v>
                </c:pt>
                <c:pt idx="827">
                  <c:v>145.15286166559378</c:v>
                </c:pt>
                <c:pt idx="828">
                  <c:v>142.12274396213874</c:v>
                </c:pt>
                <c:pt idx="829">
                  <c:v>144.06349587672335</c:v>
                </c:pt>
                <c:pt idx="830">
                  <c:v>144.0042620843808</c:v>
                </c:pt>
                <c:pt idx="831">
                  <c:v>145.04044115019656</c:v>
                </c:pt>
                <c:pt idx="832">
                  <c:v>145.63474437114053</c:v>
                </c:pt>
                <c:pt idx="833">
                  <c:v>147.87100556715188</c:v>
                </c:pt>
                <c:pt idx="834">
                  <c:v>146.13916615312388</c:v>
                </c:pt>
                <c:pt idx="835">
                  <c:v>143.48549225617805</c:v>
                </c:pt>
                <c:pt idx="836">
                  <c:v>141.48554777926876</c:v>
                </c:pt>
                <c:pt idx="837">
                  <c:v>140.76752701803071</c:v>
                </c:pt>
                <c:pt idx="838">
                  <c:v>141.6045238675076</c:v>
                </c:pt>
                <c:pt idx="839">
                  <c:v>140.35023800714984</c:v>
                </c:pt>
                <c:pt idx="840">
                  <c:v>142.45496170281072</c:v>
                </c:pt>
                <c:pt idx="841">
                  <c:v>143.63739738535719</c:v>
                </c:pt>
                <c:pt idx="842">
                  <c:v>145.41999095138542</c:v>
                </c:pt>
                <c:pt idx="843">
                  <c:v>140.49026889118187</c:v>
                </c:pt>
                <c:pt idx="844">
                  <c:v>141.30080981252436</c:v>
                </c:pt>
                <c:pt idx="845">
                  <c:v>140.06586083054847</c:v>
                </c:pt>
                <c:pt idx="846">
                  <c:v>138.49791073756103</c:v>
                </c:pt>
                <c:pt idx="847">
                  <c:v>143.57149807345868</c:v>
                </c:pt>
                <c:pt idx="848">
                  <c:v>144.40083988295072</c:v>
                </c:pt>
                <c:pt idx="849">
                  <c:v>146.85977066214858</c:v>
                </c:pt>
                <c:pt idx="850">
                  <c:v>147.82015521177661</c:v>
                </c:pt>
                <c:pt idx="851">
                  <c:v>148.55935445886149</c:v>
                </c:pt>
                <c:pt idx="852">
                  <c:v>146.07965749399554</c:v>
                </c:pt>
                <c:pt idx="853">
                  <c:v>148.09594280132134</c:v>
                </c:pt>
                <c:pt idx="854">
                  <c:v>147.58054009124476</c:v>
                </c:pt>
                <c:pt idx="855">
                  <c:v>146.72378031986796</c:v>
                </c:pt>
                <c:pt idx="856">
                  <c:v>147.64631571308965</c:v>
                </c:pt>
                <c:pt idx="857">
                  <c:v>148.87655072968886</c:v>
                </c:pt>
                <c:pt idx="858">
                  <c:v>147.32936682236954</c:v>
                </c:pt>
                <c:pt idx="859">
                  <c:v>144.33224687655127</c:v>
                </c:pt>
                <c:pt idx="860">
                  <c:v>144.99206459589359</c:v>
                </c:pt>
                <c:pt idx="861">
                  <c:v>144.64001521662524</c:v>
                </c:pt>
                <c:pt idx="862">
                  <c:v>144.15569994002405</c:v>
                </c:pt>
                <c:pt idx="863">
                  <c:v>145.066993281706</c:v>
                </c:pt>
                <c:pt idx="864">
                  <c:v>144.11838677385003</c:v>
                </c:pt>
                <c:pt idx="865">
                  <c:v>143.07811219292569</c:v>
                </c:pt>
                <c:pt idx="866">
                  <c:v>144.06103581899032</c:v>
                </c:pt>
                <c:pt idx="867">
                  <c:v>142.82296709899546</c:v>
                </c:pt>
                <c:pt idx="868">
                  <c:v>142.26230757263491</c:v>
                </c:pt>
                <c:pt idx="869">
                  <c:v>138.81547807854923</c:v>
                </c:pt>
                <c:pt idx="870">
                  <c:v>139.57879688608915</c:v>
                </c:pt>
                <c:pt idx="871">
                  <c:v>141.17085279619232</c:v>
                </c:pt>
                <c:pt idx="872">
                  <c:v>140.10674726493804</c:v>
                </c:pt>
                <c:pt idx="873">
                  <c:v>142.62697333737202</c:v>
                </c:pt>
                <c:pt idx="874">
                  <c:v>145.24738835323458</c:v>
                </c:pt>
                <c:pt idx="875">
                  <c:v>145.03277236687239</c:v>
                </c:pt>
                <c:pt idx="876">
                  <c:v>146.95448975653949</c:v>
                </c:pt>
                <c:pt idx="877">
                  <c:v>146.19321870655386</c:v>
                </c:pt>
                <c:pt idx="878">
                  <c:v>146.59698427157278</c:v>
                </c:pt>
                <c:pt idx="879">
                  <c:v>148.44657661664274</c:v>
                </c:pt>
                <c:pt idx="880">
                  <c:v>149.94256658510452</c:v>
                </c:pt>
                <c:pt idx="881">
                  <c:v>149.72224711293671</c:v>
                </c:pt>
                <c:pt idx="882">
                  <c:v>148.34163247781962</c:v>
                </c:pt>
                <c:pt idx="883">
                  <c:v>151.45678022146566</c:v>
                </c:pt>
                <c:pt idx="884">
                  <c:v>152.94849601140805</c:v>
                </c:pt>
                <c:pt idx="885">
                  <c:v>154.76601140257372</c:v>
                </c:pt>
                <c:pt idx="886">
                  <c:v>153.80184743464079</c:v>
                </c:pt>
                <c:pt idx="887">
                  <c:v>154.12263071702299</c:v>
                </c:pt>
                <c:pt idx="888">
                  <c:v>155.61350816326868</c:v>
                </c:pt>
                <c:pt idx="889">
                  <c:v>153.78021541859738</c:v>
                </c:pt>
                <c:pt idx="890">
                  <c:v>153.50752008039302</c:v>
                </c:pt>
                <c:pt idx="891">
                  <c:v>154.26202940744767</c:v>
                </c:pt>
                <c:pt idx="892">
                  <c:v>153.92045245271879</c:v>
                </c:pt>
                <c:pt idx="893">
                  <c:v>154.24762638787112</c:v>
                </c:pt>
                <c:pt idx="894">
                  <c:v>154.559503986393</c:v>
                </c:pt>
                <c:pt idx="895">
                  <c:v>155.80517277301556</c:v>
                </c:pt>
                <c:pt idx="896">
                  <c:v>156.08633400822291</c:v>
                </c:pt>
                <c:pt idx="897">
                  <c:v>156.5355213095973</c:v>
                </c:pt>
                <c:pt idx="898">
                  <c:v>157.81226378635594</c:v>
                </c:pt>
                <c:pt idx="899">
                  <c:v>158.29708756651087</c:v>
                </c:pt>
                <c:pt idx="900">
                  <c:v>156.02604197875499</c:v>
                </c:pt>
                <c:pt idx="901">
                  <c:v>155.13460776234797</c:v>
                </c:pt>
                <c:pt idx="902">
                  <c:v>153.54787052455026</c:v>
                </c:pt>
                <c:pt idx="903">
                  <c:v>155.15103105280025</c:v>
                </c:pt>
                <c:pt idx="904">
                  <c:v>153.93585873606355</c:v>
                </c:pt>
                <c:pt idx="905">
                  <c:v>153.36449314839561</c:v>
                </c:pt>
                <c:pt idx="906">
                  <c:v>155.49480694181565</c:v>
                </c:pt>
                <c:pt idx="907">
                  <c:v>158.28699995547157</c:v>
                </c:pt>
                <c:pt idx="908">
                  <c:v>158.27592282400335</c:v>
                </c:pt>
                <c:pt idx="909">
                  <c:v>157.32519984189662</c:v>
                </c:pt>
                <c:pt idx="910">
                  <c:v>153.36667833934283</c:v>
                </c:pt>
                <c:pt idx="911">
                  <c:v>152.83067436366963</c:v>
                </c:pt>
                <c:pt idx="912">
                  <c:v>156.5371017936157</c:v>
                </c:pt>
                <c:pt idx="913">
                  <c:v>156.2110960423031</c:v>
                </c:pt>
                <c:pt idx="914">
                  <c:v>153.53106242059786</c:v>
                </c:pt>
                <c:pt idx="915">
                  <c:v>151.0772579069554</c:v>
                </c:pt>
                <c:pt idx="916">
                  <c:v>149.74646287676677</c:v>
                </c:pt>
                <c:pt idx="917">
                  <c:v>152.70558248944647</c:v>
                </c:pt>
                <c:pt idx="918">
                  <c:v>155.40463689272994</c:v>
                </c:pt>
                <c:pt idx="919">
                  <c:v>158.47569600393169</c:v>
                </c:pt>
                <c:pt idx="920">
                  <c:v>159.63511159316636</c:v>
                </c:pt>
                <c:pt idx="921">
                  <c:v>161.17149323580327</c:v>
                </c:pt>
                <c:pt idx="922">
                  <c:v>161.42560757928669</c:v>
                </c:pt>
                <c:pt idx="923">
                  <c:v>163.61845356647899</c:v>
                </c:pt>
                <c:pt idx="924">
                  <c:v>163.65723726995711</c:v>
                </c:pt>
                <c:pt idx="925">
                  <c:v>163.18535971541391</c:v>
                </c:pt>
                <c:pt idx="926">
                  <c:v>164.93954579912844</c:v>
                </c:pt>
                <c:pt idx="927">
                  <c:v>165.2770684687666</c:v>
                </c:pt>
                <c:pt idx="928">
                  <c:v>164.91901325022826</c:v>
                </c:pt>
                <c:pt idx="929">
                  <c:v>167.07798190606923</c:v>
                </c:pt>
                <c:pt idx="930">
                  <c:v>166.67854549292684</c:v>
                </c:pt>
                <c:pt idx="931">
                  <c:v>163.38789530653969</c:v>
                </c:pt>
                <c:pt idx="932">
                  <c:v>162.48440818157479</c:v>
                </c:pt>
                <c:pt idx="933">
                  <c:v>163.35624439615339</c:v>
                </c:pt>
                <c:pt idx="934">
                  <c:v>162.61429648121037</c:v>
                </c:pt>
                <c:pt idx="935">
                  <c:v>160.73226985541456</c:v>
                </c:pt>
                <c:pt idx="936">
                  <c:v>159.62457045193045</c:v>
                </c:pt>
                <c:pt idx="937">
                  <c:v>160.49740993027729</c:v>
                </c:pt>
                <c:pt idx="938">
                  <c:v>159.67232855596535</c:v>
                </c:pt>
                <c:pt idx="939">
                  <c:v>158.99291283479459</c:v>
                </c:pt>
                <c:pt idx="940">
                  <c:v>158.12627160246785</c:v>
                </c:pt>
                <c:pt idx="941">
                  <c:v>157.14653643111865</c:v>
                </c:pt>
                <c:pt idx="942">
                  <c:v>152.65759074864366</c:v>
                </c:pt>
                <c:pt idx="943">
                  <c:v>152.11808222145137</c:v>
                </c:pt>
                <c:pt idx="944">
                  <c:v>148.72060505875825</c:v>
                </c:pt>
                <c:pt idx="945">
                  <c:v>150.28254931247571</c:v>
                </c:pt>
                <c:pt idx="946">
                  <c:v>151.065369918469</c:v>
                </c:pt>
                <c:pt idx="947">
                  <c:v>148.25786682484332</c:v>
                </c:pt>
                <c:pt idx="948">
                  <c:v>146.55710110095143</c:v>
                </c:pt>
                <c:pt idx="949">
                  <c:v>146.4051684850937</c:v>
                </c:pt>
                <c:pt idx="950">
                  <c:v>148.90047788339382</c:v>
                </c:pt>
                <c:pt idx="951">
                  <c:v>144.72312118931558</c:v>
                </c:pt>
                <c:pt idx="952">
                  <c:v>144.49022656169686</c:v>
                </c:pt>
                <c:pt idx="953">
                  <c:v>141.90000566225578</c:v>
                </c:pt>
                <c:pt idx="954">
                  <c:v>141.70748896547286</c:v>
                </c:pt>
                <c:pt idx="955">
                  <c:v>143.47620175881758</c:v>
                </c:pt>
                <c:pt idx="956">
                  <c:v>145.25010953441415</c:v>
                </c:pt>
                <c:pt idx="957">
                  <c:v>146.94952841105558</c:v>
                </c:pt>
                <c:pt idx="958">
                  <c:v>148.747926817268</c:v>
                </c:pt>
                <c:pt idx="959">
                  <c:v>149.51286733884422</c:v>
                </c:pt>
                <c:pt idx="960">
                  <c:v>146.01906311106322</c:v>
                </c:pt>
                <c:pt idx="961">
                  <c:v>147.06090443266669</c:v>
                </c:pt>
                <c:pt idx="962">
                  <c:v>149.09857437592871</c:v>
                </c:pt>
                <c:pt idx="963">
                  <c:v>151.65200435608881</c:v>
                </c:pt>
                <c:pt idx="964">
                  <c:v>151.97493159940035</c:v>
                </c:pt>
                <c:pt idx="965">
                  <c:v>151.97358475214986</c:v>
                </c:pt>
                <c:pt idx="966">
                  <c:v>153.77405840259519</c:v>
                </c:pt>
                <c:pt idx="967">
                  <c:v>153.84524890012054</c:v>
                </c:pt>
                <c:pt idx="968">
                  <c:v>152.59519598826427</c:v>
                </c:pt>
                <c:pt idx="969">
                  <c:v>153.03278391127739</c:v>
                </c:pt>
                <c:pt idx="970">
                  <c:v>153.04574388022843</c:v>
                </c:pt>
                <c:pt idx="971">
                  <c:v>154.46538959893087</c:v>
                </c:pt>
                <c:pt idx="972">
                  <c:v>152.69168797342368</c:v>
                </c:pt>
                <c:pt idx="973">
                  <c:v>151.43223461749261</c:v>
                </c:pt>
                <c:pt idx="974">
                  <c:v>151.27260573163215</c:v>
                </c:pt>
                <c:pt idx="975">
                  <c:v>148.93336569431625</c:v>
                </c:pt>
                <c:pt idx="976">
                  <c:v>147.18251924204932</c:v>
                </c:pt>
                <c:pt idx="977">
                  <c:v>144.96643326811659</c:v>
                </c:pt>
                <c:pt idx="978">
                  <c:v>141.00415983393648</c:v>
                </c:pt>
                <c:pt idx="979">
                  <c:v>140.26898738526373</c:v>
                </c:pt>
                <c:pt idx="980">
                  <c:v>141.29090086489583</c:v>
                </c:pt>
                <c:pt idx="981">
                  <c:v>137.19280200850656</c:v>
                </c:pt>
                <c:pt idx="982">
                  <c:v>137.23091228835943</c:v>
                </c:pt>
                <c:pt idx="983">
                  <c:v>136.99979055150919</c:v>
                </c:pt>
                <c:pt idx="984">
                  <c:v>136.77690107489406</c:v>
                </c:pt>
                <c:pt idx="985">
                  <c:v>134.79513903586627</c:v>
                </c:pt>
                <c:pt idx="986">
                  <c:v>135.60863477515622</c:v>
                </c:pt>
                <c:pt idx="987">
                  <c:v>138.48283429435924</c:v>
                </c:pt>
                <c:pt idx="988">
                  <c:v>138.24618773511418</c:v>
                </c:pt>
                <c:pt idx="989">
                  <c:v>136.91331746069267</c:v>
                </c:pt>
                <c:pt idx="990">
                  <c:v>135.42954532086023</c:v>
                </c:pt>
                <c:pt idx="991">
                  <c:v>135.99570218293704</c:v>
                </c:pt>
                <c:pt idx="992">
                  <c:v>135.52136457066081</c:v>
                </c:pt>
                <c:pt idx="993">
                  <c:v>135.08965879686409</c:v>
                </c:pt>
                <c:pt idx="994">
                  <c:v>135.67284365632196</c:v>
                </c:pt>
                <c:pt idx="995">
                  <c:v>138.43627186084262</c:v>
                </c:pt>
                <c:pt idx="996">
                  <c:v>137.830492951591</c:v>
                </c:pt>
                <c:pt idx="997">
                  <c:v>134.97671603457383</c:v>
                </c:pt>
                <c:pt idx="998">
                  <c:v>135.05745815290618</c:v>
                </c:pt>
                <c:pt idx="999">
                  <c:v>134.52139920387583</c:v>
                </c:pt>
                <c:pt idx="1000">
                  <c:v>132.10214544520997</c:v>
                </c:pt>
                <c:pt idx="1001">
                  <c:v>132.69331518479569</c:v>
                </c:pt>
                <c:pt idx="1002">
                  <c:v>133.19512573231384</c:v>
                </c:pt>
                <c:pt idx="1003">
                  <c:v>135.02116199383968</c:v>
                </c:pt>
                <c:pt idx="1004">
                  <c:v>135.07892524887814</c:v>
                </c:pt>
                <c:pt idx="1005">
                  <c:v>136.10464563349373</c:v>
                </c:pt>
                <c:pt idx="1006">
                  <c:v>135.95573655227992</c:v>
                </c:pt>
                <c:pt idx="1007">
                  <c:v>137.80425691688524</c:v>
                </c:pt>
                <c:pt idx="1008">
                  <c:v>137.11961872678407</c:v>
                </c:pt>
                <c:pt idx="1009">
                  <c:v>139.409630122761</c:v>
                </c:pt>
                <c:pt idx="1010">
                  <c:v>141.00207084636429</c:v>
                </c:pt>
                <c:pt idx="1011">
                  <c:v>141.78273374808899</c:v>
                </c:pt>
                <c:pt idx="1012">
                  <c:v>140.49139584500372</c:v>
                </c:pt>
                <c:pt idx="1013">
                  <c:v>142.05349127545335</c:v>
                </c:pt>
                <c:pt idx="1014">
                  <c:v>142.62106370147708</c:v>
                </c:pt>
                <c:pt idx="1015">
                  <c:v>145.5312707696215</c:v>
                </c:pt>
                <c:pt idx="1016">
                  <c:v>146.32797214829833</c:v>
                </c:pt>
                <c:pt idx="1017">
                  <c:v>148.98091764826177</c:v>
                </c:pt>
                <c:pt idx="1018">
                  <c:v>149.32282444313364</c:v>
                </c:pt>
                <c:pt idx="1019">
                  <c:v>151.50074516385632</c:v>
                </c:pt>
                <c:pt idx="1020">
                  <c:v>150.78908756870982</c:v>
                </c:pt>
                <c:pt idx="1021">
                  <c:v>154.97574850348778</c:v>
                </c:pt>
                <c:pt idx="1022">
                  <c:v>155.34368518297606</c:v>
                </c:pt>
                <c:pt idx="1023">
                  <c:v>156.0039152024971</c:v>
                </c:pt>
                <c:pt idx="1024">
                  <c:v>156.2724325655571</c:v>
                </c:pt>
                <c:pt idx="1025">
                  <c:v>156.41688880484074</c:v>
                </c:pt>
                <c:pt idx="1026">
                  <c:v>153.23302436474162</c:v>
                </c:pt>
                <c:pt idx="1027">
                  <c:v>151.86462755825389</c:v>
                </c:pt>
                <c:pt idx="1028">
                  <c:v>155.10334166546181</c:v>
                </c:pt>
                <c:pt idx="1029">
                  <c:v>155.15933202973179</c:v>
                </c:pt>
                <c:pt idx="1030">
                  <c:v>156.03049482068513</c:v>
                </c:pt>
                <c:pt idx="1031">
                  <c:v>154.33613349290266</c:v>
                </c:pt>
                <c:pt idx="1032">
                  <c:v>154.36947483402167</c:v>
                </c:pt>
                <c:pt idx="1033">
                  <c:v>151.7685753599518</c:v>
                </c:pt>
                <c:pt idx="1034">
                  <c:v>150.52100999250712</c:v>
                </c:pt>
                <c:pt idx="1035">
                  <c:v>151.73374973818937</c:v>
                </c:pt>
                <c:pt idx="1036">
                  <c:v>152.36448655159276</c:v>
                </c:pt>
                <c:pt idx="1037">
                  <c:v>154.204870859338</c:v>
                </c:pt>
                <c:pt idx="1038">
                  <c:v>150.85207329267868</c:v>
                </c:pt>
                <c:pt idx="1039">
                  <c:v>151.06079338648524</c:v>
                </c:pt>
                <c:pt idx="1040">
                  <c:v>154.3382637104927</c:v>
                </c:pt>
                <c:pt idx="1041">
                  <c:v>155.85846944278455</c:v>
                </c:pt>
                <c:pt idx="1042">
                  <c:v>152.26789836305832</c:v>
                </c:pt>
                <c:pt idx="1043">
                  <c:v>151.92803932574077</c:v>
                </c:pt>
                <c:pt idx="1044">
                  <c:v>151.11303181912885</c:v>
                </c:pt>
                <c:pt idx="1045">
                  <c:v>150.18772027137047</c:v>
                </c:pt>
                <c:pt idx="1046">
                  <c:v>153.68336610661643</c:v>
                </c:pt>
                <c:pt idx="1047">
                  <c:v>154.63580700613446</c:v>
                </c:pt>
                <c:pt idx="1048">
                  <c:v>153.83725027665341</c:v>
                </c:pt>
                <c:pt idx="1049">
                  <c:v>156.7709309683062</c:v>
                </c:pt>
                <c:pt idx="1050">
                  <c:v>153.53508921900999</c:v>
                </c:pt>
                <c:pt idx="1051">
                  <c:v>149.9592922290212</c:v>
                </c:pt>
                <c:pt idx="1052">
                  <c:v>148.94529491282049</c:v>
                </c:pt>
                <c:pt idx="1053">
                  <c:v>149.04816380741073</c:v>
                </c:pt>
                <c:pt idx="1054">
                  <c:v>147.96676915532885</c:v>
                </c:pt>
                <c:pt idx="1055">
                  <c:v>151.22729394199101</c:v>
                </c:pt>
                <c:pt idx="1056">
                  <c:v>159.60752871121011</c:v>
                </c:pt>
                <c:pt idx="1057">
                  <c:v>159.73899749486409</c:v>
                </c:pt>
                <c:pt idx="1058">
                  <c:v>161.06894043801671</c:v>
                </c:pt>
                <c:pt idx="1059">
                  <c:v>161.56783739760525</c:v>
                </c:pt>
                <c:pt idx="1060">
                  <c:v>159.93845457798878</c:v>
                </c:pt>
                <c:pt idx="1061">
                  <c:v>159.34115530907945</c:v>
                </c:pt>
                <c:pt idx="1062">
                  <c:v>157.81080699239112</c:v>
                </c:pt>
                <c:pt idx="1063">
                  <c:v>157.08649178175796</c:v>
                </c:pt>
                <c:pt idx="1064">
                  <c:v>154.0248193712917</c:v>
                </c:pt>
                <c:pt idx="1065">
                  <c:v>156.15729086898034</c:v>
                </c:pt>
                <c:pt idx="1066">
                  <c:v>159.06962815471482</c:v>
                </c:pt>
                <c:pt idx="1067">
                  <c:v>159.79963310781429</c:v>
                </c:pt>
                <c:pt idx="1068">
                  <c:v>161.03223197877148</c:v>
                </c:pt>
                <c:pt idx="1069">
                  <c:v>164.82220516826519</c:v>
                </c:pt>
                <c:pt idx="1070">
                  <c:v>159.44018981200759</c:v>
                </c:pt>
                <c:pt idx="1071">
                  <c:v>157.53383747566741</c:v>
                </c:pt>
                <c:pt idx="1072">
                  <c:v>154.97510256654112</c:v>
                </c:pt>
                <c:pt idx="1073">
                  <c:v>157.55468612137128</c:v>
                </c:pt>
                <c:pt idx="1074">
                  <c:v>157.41490261744644</c:v>
                </c:pt>
                <c:pt idx="1075">
                  <c:v>159.47369607319811</c:v>
                </c:pt>
                <c:pt idx="1076">
                  <c:v>160.69902471767057</c:v>
                </c:pt>
                <c:pt idx="1077">
                  <c:v>160.65463373176189</c:v>
                </c:pt>
                <c:pt idx="1078">
                  <c:v>162.38505758184294</c:v>
                </c:pt>
                <c:pt idx="1079">
                  <c:v>158.51897377935782</c:v>
                </c:pt>
                <c:pt idx="1080">
                  <c:v>159.64311021663349</c:v>
                </c:pt>
                <c:pt idx="1081">
                  <c:v>156.09697135283383</c:v>
                </c:pt>
                <c:pt idx="1082">
                  <c:v>150.86813925630943</c:v>
                </c:pt>
                <c:pt idx="1083">
                  <c:v>154.27377996254114</c:v>
                </c:pt>
                <c:pt idx="1084">
                  <c:v>155.52138656000369</c:v>
                </c:pt>
                <c:pt idx="1085">
                  <c:v>151.51114887169933</c:v>
                </c:pt>
                <c:pt idx="1086">
                  <c:v>150.76825266634523</c:v>
                </c:pt>
                <c:pt idx="1087">
                  <c:v>149.62396849366954</c:v>
                </c:pt>
                <c:pt idx="1088">
                  <c:v>150.83064742672462</c:v>
                </c:pt>
                <c:pt idx="1089">
                  <c:v>149.85261642944747</c:v>
                </c:pt>
                <c:pt idx="1090">
                  <c:v>149.58408532304819</c:v>
                </c:pt>
                <c:pt idx="1091">
                  <c:v>153.69335751428071</c:v>
                </c:pt>
                <c:pt idx="1092">
                  <c:v>149.77037628713242</c:v>
                </c:pt>
                <c:pt idx="1093">
                  <c:v>149.50299962123356</c:v>
                </c:pt>
                <c:pt idx="1094">
                  <c:v>152.42684008195428</c:v>
                </c:pt>
                <c:pt idx="1095">
                  <c:v>154.59334008772649</c:v>
                </c:pt>
                <c:pt idx="1096">
                  <c:v>152.44881568147997</c:v>
                </c:pt>
                <c:pt idx="1097">
                  <c:v>153.82085447287972</c:v>
                </c:pt>
                <c:pt idx="1098">
                  <c:v>150.35406965014406</c:v>
                </c:pt>
                <c:pt idx="1099">
                  <c:v>151.43589034574393</c:v>
                </c:pt>
                <c:pt idx="1100">
                  <c:v>149.89660885851671</c:v>
                </c:pt>
                <c:pt idx="1101">
                  <c:v>147.39599453125041</c:v>
                </c:pt>
                <c:pt idx="1102">
                  <c:v>147.76777934574008</c:v>
                </c:pt>
                <c:pt idx="1103">
                  <c:v>144.77691261929905</c:v>
                </c:pt>
                <c:pt idx="1104">
                  <c:v>142.29808148480839</c:v>
                </c:pt>
                <c:pt idx="1105">
                  <c:v>142.58133170758791</c:v>
                </c:pt>
                <c:pt idx="1106">
                  <c:v>142.57022708944109</c:v>
                </c:pt>
                <c:pt idx="1107">
                  <c:v>141.35807830734834</c:v>
                </c:pt>
                <c:pt idx="1108">
                  <c:v>143.94739214639625</c:v>
                </c:pt>
                <c:pt idx="1109">
                  <c:v>146.86697217193685</c:v>
                </c:pt>
                <c:pt idx="1110">
                  <c:v>147.6490094075906</c:v>
                </c:pt>
                <c:pt idx="1111">
                  <c:v>147.81170305811287</c:v>
                </c:pt>
                <c:pt idx="1112">
                  <c:v>150.76109238657483</c:v>
                </c:pt>
                <c:pt idx="1113">
                  <c:v>149.44197919478324</c:v>
                </c:pt>
                <c:pt idx="1114">
                  <c:v>149.22270421640152</c:v>
                </c:pt>
                <c:pt idx="1115">
                  <c:v>151.50205078108894</c:v>
                </c:pt>
                <c:pt idx="1116">
                  <c:v>150.81198397196798</c:v>
                </c:pt>
                <c:pt idx="1117">
                  <c:v>146.19617352450135</c:v>
                </c:pt>
                <c:pt idx="1118">
                  <c:v>143.15851072777576</c:v>
                </c:pt>
                <c:pt idx="1119">
                  <c:v>144.76472227734828</c:v>
                </c:pt>
                <c:pt idx="1120">
                  <c:v>147.93511824494257</c:v>
                </c:pt>
                <c:pt idx="1121">
                  <c:v>149.75250994605463</c:v>
                </c:pt>
                <c:pt idx="1122">
                  <c:v>149.98047071486803</c:v>
                </c:pt>
                <c:pt idx="1123">
                  <c:v>152.29916445994448</c:v>
                </c:pt>
                <c:pt idx="1124">
                  <c:v>154.6360406429024</c:v>
                </c:pt>
                <c:pt idx="1125">
                  <c:v>153.7195523189686</c:v>
                </c:pt>
                <c:pt idx="1126">
                  <c:v>152.43573202247529</c:v>
                </c:pt>
                <c:pt idx="1127">
                  <c:v>150.09466412103373</c:v>
                </c:pt>
                <c:pt idx="1128">
                  <c:v>153.15456364073151</c:v>
                </c:pt>
                <c:pt idx="1129">
                  <c:v>154.23928418092171</c:v>
                </c:pt>
                <c:pt idx="1130">
                  <c:v>155.19237101738642</c:v>
                </c:pt>
                <c:pt idx="1131">
                  <c:v>153.98125298574044</c:v>
                </c:pt>
                <c:pt idx="1132">
                  <c:v>153.56433504502041</c:v>
                </c:pt>
                <c:pt idx="1133">
                  <c:v>155.33842148402775</c:v>
                </c:pt>
                <c:pt idx="1134">
                  <c:v>157.04523427720756</c:v>
                </c:pt>
                <c:pt idx="1135">
                  <c:v>156.91808090209079</c:v>
                </c:pt>
                <c:pt idx="1136">
                  <c:v>154.35990946987542</c:v>
                </c:pt>
                <c:pt idx="1137">
                  <c:v>154.30060696083643</c:v>
                </c:pt>
                <c:pt idx="1138">
                  <c:v>155.89143971374273</c:v>
                </c:pt>
                <c:pt idx="1139">
                  <c:v>154.02648231534585</c:v>
                </c:pt>
                <c:pt idx="1140">
                  <c:v>151.37001852052401</c:v>
                </c:pt>
                <c:pt idx="1141">
                  <c:v>149.14748692046399</c:v>
                </c:pt>
                <c:pt idx="1142">
                  <c:v>149.41975621515033</c:v>
                </c:pt>
                <c:pt idx="1143">
                  <c:v>148.19405650051701</c:v>
                </c:pt>
                <c:pt idx="1144">
                  <c:v>151.11006325784209</c:v>
                </c:pt>
                <c:pt idx="1145">
                  <c:v>148.43912772674722</c:v>
                </c:pt>
                <c:pt idx="1146">
                  <c:v>148.53563345524591</c:v>
                </c:pt>
                <c:pt idx="1147">
                  <c:v>149.57765344026018</c:v>
                </c:pt>
                <c:pt idx="1148">
                  <c:v>148.22027879188352</c:v>
                </c:pt>
                <c:pt idx="1149">
                  <c:v>150.6271910318664</c:v>
                </c:pt>
                <c:pt idx="1150">
                  <c:v>151.0962786885336</c:v>
                </c:pt>
                <c:pt idx="1151">
                  <c:v>150.04554542640909</c:v>
                </c:pt>
                <c:pt idx="1152">
                  <c:v>147.26269788347076</c:v>
                </c:pt>
                <c:pt idx="1153">
                  <c:v>147.86853176607957</c:v>
                </c:pt>
                <c:pt idx="1154">
                  <c:v>145.40237199041485</c:v>
                </c:pt>
                <c:pt idx="1155">
                  <c:v>145.28228269169347</c:v>
                </c:pt>
                <c:pt idx="1156">
                  <c:v>144.21151164088323</c:v>
                </c:pt>
                <c:pt idx="1157">
                  <c:v>143.45939365486515</c:v>
                </c:pt>
                <c:pt idx="1158">
                  <c:v>142.00389156395352</c:v>
                </c:pt>
                <c:pt idx="1159">
                  <c:v>142.74655413253964</c:v>
                </c:pt>
                <c:pt idx="1160">
                  <c:v>143.89320215957335</c:v>
                </c:pt>
                <c:pt idx="1161">
                  <c:v>143.24398055482411</c:v>
                </c:pt>
                <c:pt idx="1162">
                  <c:v>146.42197658904612</c:v>
                </c:pt>
                <c:pt idx="1163">
                  <c:v>144.40290138384432</c:v>
                </c:pt>
                <c:pt idx="1164">
                  <c:v>142.40600792825757</c:v>
                </c:pt>
                <c:pt idx="1165">
                  <c:v>141.72318385894275</c:v>
                </c:pt>
                <c:pt idx="1166">
                  <c:v>141.46346223302876</c:v>
                </c:pt>
                <c:pt idx="1167">
                  <c:v>141.11035461663505</c:v>
                </c:pt>
                <c:pt idx="1168">
                  <c:v>142.15376267891764</c:v>
                </c:pt>
                <c:pt idx="1169">
                  <c:v>140.15667681658084</c:v>
                </c:pt>
                <c:pt idx="1170">
                  <c:v>138.7017519459194</c:v>
                </c:pt>
                <c:pt idx="1171">
                  <c:v>138.80515683074196</c:v>
                </c:pt>
                <c:pt idx="1172">
                  <c:v>137.73661220089681</c:v>
                </c:pt>
                <c:pt idx="1173">
                  <c:v>134.58349161079082</c:v>
                </c:pt>
                <c:pt idx="1174">
                  <c:v>135.82441894535813</c:v>
                </c:pt>
                <c:pt idx="1175">
                  <c:v>136.98050864648448</c:v>
                </c:pt>
                <c:pt idx="1176">
                  <c:v>139.06210230211926</c:v>
                </c:pt>
                <c:pt idx="1177">
                  <c:v>139.89691396064896</c:v>
                </c:pt>
                <c:pt idx="1178">
                  <c:v>142.53691323500064</c:v>
                </c:pt>
                <c:pt idx="1179">
                  <c:v>140.02016422740718</c:v>
                </c:pt>
                <c:pt idx="1180">
                  <c:v>139.50338718340154</c:v>
                </c:pt>
                <c:pt idx="1181">
                  <c:v>140.00264146981164</c:v>
                </c:pt>
                <c:pt idx="1182">
                  <c:v>138.77728533866062</c:v>
                </c:pt>
                <c:pt idx="1183">
                  <c:v>138.56272432565555</c:v>
                </c:pt>
                <c:pt idx="1184">
                  <c:v>139.97129291288977</c:v>
                </c:pt>
                <c:pt idx="1185">
                  <c:v>145.97317410117185</c:v>
                </c:pt>
                <c:pt idx="1186">
                  <c:v>146.90215512052083</c:v>
                </c:pt>
                <c:pt idx="1187">
                  <c:v>146.30863526991644</c:v>
                </c:pt>
                <c:pt idx="1188">
                  <c:v>146.06334415025756</c:v>
                </c:pt>
                <c:pt idx="1189">
                  <c:v>145.7009322931641</c:v>
                </c:pt>
                <c:pt idx="1190">
                  <c:v>145.90372900773639</c:v>
                </c:pt>
                <c:pt idx="1191">
                  <c:v>142.81107911050907</c:v>
                </c:pt>
                <c:pt idx="1192">
                  <c:v>143.43486179423141</c:v>
                </c:pt>
                <c:pt idx="1193">
                  <c:v>142.85731170388271</c:v>
                </c:pt>
                <c:pt idx="1194">
                  <c:v>141.85887184775896</c:v>
                </c:pt>
                <c:pt idx="1195">
                  <c:v>140.61099038351063</c:v>
                </c:pt>
                <c:pt idx="1196">
                  <c:v>141.45099702429218</c:v>
                </c:pt>
                <c:pt idx="1197">
                  <c:v>143.52393237617389</c:v>
                </c:pt>
                <c:pt idx="1198">
                  <c:v>140.08166567073266</c:v>
                </c:pt>
                <c:pt idx="1199">
                  <c:v>139.90319466670476</c:v>
                </c:pt>
                <c:pt idx="1200">
                  <c:v>140.42166214144314</c:v>
                </c:pt>
                <c:pt idx="1201">
                  <c:v>144.50912365322145</c:v>
                </c:pt>
                <c:pt idx="1202">
                  <c:v>145.73732465560565</c:v>
                </c:pt>
                <c:pt idx="1203">
                  <c:v>147.20993720393412</c:v>
                </c:pt>
                <c:pt idx="1204">
                  <c:v>147.66972061990157</c:v>
                </c:pt>
                <c:pt idx="1205">
                  <c:v>148.78044355802959</c:v>
                </c:pt>
                <c:pt idx="1206">
                  <c:v>149.06553538827407</c:v>
                </c:pt>
                <c:pt idx="1207">
                  <c:v>149.84241887169384</c:v>
                </c:pt>
                <c:pt idx="1208">
                  <c:v>148.69424533399888</c:v>
                </c:pt>
                <c:pt idx="1209">
                  <c:v>150.43452315835128</c:v>
                </c:pt>
                <c:pt idx="1210">
                  <c:v>151.32579245468682</c:v>
                </c:pt>
                <c:pt idx="1211">
                  <c:v>152.19993755026624</c:v>
                </c:pt>
                <c:pt idx="1212">
                  <c:v>151.46963024370237</c:v>
                </c:pt>
                <c:pt idx="1213">
                  <c:v>151.07850855083083</c:v>
                </c:pt>
                <c:pt idx="1214">
                  <c:v>149.52689928825993</c:v>
                </c:pt>
                <c:pt idx="1215">
                  <c:v>151.25146847580319</c:v>
                </c:pt>
                <c:pt idx="1216">
                  <c:v>152.42120531284513</c:v>
                </c:pt>
                <c:pt idx="1217">
                  <c:v>151.63493512868988</c:v>
                </c:pt>
                <c:pt idx="1218">
                  <c:v>149.75708647803842</c:v>
                </c:pt>
                <c:pt idx="1219">
                  <c:v>148.88856240822884</c:v>
                </c:pt>
                <c:pt idx="1220">
                  <c:v>151.95276359312459</c:v>
                </c:pt>
                <c:pt idx="1221">
                  <c:v>154.69248453736895</c:v>
                </c:pt>
                <c:pt idx="1222">
                  <c:v>154.88237625634736</c:v>
                </c:pt>
                <c:pt idx="1223">
                  <c:v>157.51254904310625</c:v>
                </c:pt>
                <c:pt idx="1224">
                  <c:v>158.7192966928578</c:v>
                </c:pt>
                <c:pt idx="1225">
                  <c:v>160.82384172510791</c:v>
                </c:pt>
                <c:pt idx="1226">
                  <c:v>161.25931317387028</c:v>
                </c:pt>
                <c:pt idx="1227">
                  <c:v>160.44346732356163</c:v>
                </c:pt>
                <c:pt idx="1228">
                  <c:v>163.64025050259391</c:v>
                </c:pt>
                <c:pt idx="1229">
                  <c:v>163.8494653566149</c:v>
                </c:pt>
                <c:pt idx="1230">
                  <c:v>163.21372596770973</c:v>
                </c:pt>
                <c:pt idx="1231">
                  <c:v>164.72458622928397</c:v>
                </c:pt>
                <c:pt idx="1232">
                  <c:v>164.40112299574011</c:v>
                </c:pt>
                <c:pt idx="1233">
                  <c:v>165.49764906438094</c:v>
                </c:pt>
                <c:pt idx="1234">
                  <c:v>163.45530638576014</c:v>
                </c:pt>
                <c:pt idx="1235">
                  <c:v>163.51426531131685</c:v>
                </c:pt>
                <c:pt idx="1236">
                  <c:v>162.50529805729653</c:v>
                </c:pt>
                <c:pt idx="1237">
                  <c:v>161.51566768165807</c:v>
                </c:pt>
                <c:pt idx="1238">
                  <c:v>160.35909696365655</c:v>
                </c:pt>
                <c:pt idx="1239">
                  <c:v>162.69729250718638</c:v>
                </c:pt>
                <c:pt idx="1240">
                  <c:v>162.29097068105941</c:v>
                </c:pt>
                <c:pt idx="1241">
                  <c:v>164.47036193908622</c:v>
                </c:pt>
                <c:pt idx="1242">
                  <c:v>163.65069544045477</c:v>
                </c:pt>
                <c:pt idx="1243">
                  <c:v>164.3005354954721</c:v>
                </c:pt>
                <c:pt idx="1244">
                  <c:v>161.3821236537712</c:v>
                </c:pt>
                <c:pt idx="1245">
                  <c:v>163.40554175418882</c:v>
                </c:pt>
                <c:pt idx="1246">
                  <c:v>162.09229696827433</c:v>
                </c:pt>
                <c:pt idx="1247">
                  <c:v>161.56053968444192</c:v>
                </c:pt>
                <c:pt idx="1248">
                  <c:v>161.71304952054984</c:v>
                </c:pt>
                <c:pt idx="1249">
                  <c:v>163.90841053883236</c:v>
                </c:pt>
                <c:pt idx="1250">
                  <c:v>161.77358893012502</c:v>
                </c:pt>
                <c:pt idx="1251">
                  <c:v>162.47301495330288</c:v>
                </c:pt>
                <c:pt idx="1252">
                  <c:v>161.95314565795687</c:v>
                </c:pt>
                <c:pt idx="1253">
                  <c:v>161.55579823238668</c:v>
                </c:pt>
                <c:pt idx="1254">
                  <c:v>162.28533591195026</c:v>
                </c:pt>
                <c:pt idx="1255">
                  <c:v>165.21798585315625</c:v>
                </c:pt>
                <c:pt idx="1256">
                  <c:v>166.76400157663588</c:v>
                </c:pt>
                <c:pt idx="1257">
                  <c:v>167.67941792010501</c:v>
                </c:pt>
                <c:pt idx="1258">
                  <c:v>168.43888859264356</c:v>
                </c:pt>
                <c:pt idx="1259">
                  <c:v>164.90583338784856</c:v>
                </c:pt>
                <c:pt idx="1260">
                  <c:v>165.1772231088203</c:v>
                </c:pt>
                <c:pt idx="1261">
                  <c:v>167.59037482484112</c:v>
                </c:pt>
                <c:pt idx="1262">
                  <c:v>166.63577622105447</c:v>
                </c:pt>
                <c:pt idx="1263">
                  <c:v>166.10023951891714</c:v>
                </c:pt>
                <c:pt idx="1264">
                  <c:v>165.72511507297986</c:v>
                </c:pt>
                <c:pt idx="1265">
                  <c:v>164.24345940739821</c:v>
                </c:pt>
                <c:pt idx="1266">
                  <c:v>164.06729728437111</c:v>
                </c:pt>
                <c:pt idx="1267">
                  <c:v>163.66975745205085</c:v>
                </c:pt>
                <c:pt idx="1268">
                  <c:v>162.73319010941347</c:v>
                </c:pt>
                <c:pt idx="1269">
                  <c:v>162.6518707708309</c:v>
                </c:pt>
                <c:pt idx="1270">
                  <c:v>162.26092774137012</c:v>
                </c:pt>
                <c:pt idx="1271">
                  <c:v>160.53532780338008</c:v>
                </c:pt>
                <c:pt idx="1272">
                  <c:v>159.6583240932282</c:v>
                </c:pt>
                <c:pt idx="1273">
                  <c:v>158.86134784776556</c:v>
                </c:pt>
                <c:pt idx="1274">
                  <c:v>158.02407613150285</c:v>
                </c:pt>
                <c:pt idx="1275">
                  <c:v>158.60984473874737</c:v>
                </c:pt>
                <c:pt idx="1276">
                  <c:v>157.26413818542844</c:v>
                </c:pt>
                <c:pt idx="1277">
                  <c:v>159.63714560738137</c:v>
                </c:pt>
                <c:pt idx="1278">
                  <c:v>162.35637523274343</c:v>
                </c:pt>
                <c:pt idx="1279">
                  <c:v>160.83225264875378</c:v>
                </c:pt>
                <c:pt idx="1280">
                  <c:v>159.19899420745736</c:v>
                </c:pt>
                <c:pt idx="1281">
                  <c:v>160.96333661890765</c:v>
                </c:pt>
                <c:pt idx="1282">
                  <c:v>162.7260985463395</c:v>
                </c:pt>
                <c:pt idx="1283">
                  <c:v>161.5324757856105</c:v>
                </c:pt>
                <c:pt idx="1284">
                  <c:v>159.06789649396418</c:v>
                </c:pt>
                <c:pt idx="1285">
                  <c:v>162.02429492546437</c:v>
                </c:pt>
                <c:pt idx="1286">
                  <c:v>161.86440491615738</c:v>
                </c:pt>
                <c:pt idx="1287">
                  <c:v>161.2523865308678</c:v>
                </c:pt>
                <c:pt idx="1288">
                  <c:v>159.40258803570848</c:v>
                </c:pt>
                <c:pt idx="1289">
                  <c:v>158.47911809541506</c:v>
                </c:pt>
                <c:pt idx="1290">
                  <c:v>160.63673990400551</c:v>
                </c:pt>
                <c:pt idx="1291">
                  <c:v>162.12758986357261</c:v>
                </c:pt>
                <c:pt idx="1292">
                  <c:v>162.413245170728</c:v>
                </c:pt>
                <c:pt idx="1293">
                  <c:v>164.08385800821631</c:v>
                </c:pt>
                <c:pt idx="1294">
                  <c:v>163.21250281051289</c:v>
                </c:pt>
                <c:pt idx="1295">
                  <c:v>162.56750041092585</c:v>
                </c:pt>
                <c:pt idx="1296">
                  <c:v>161.95945385069126</c:v>
                </c:pt>
                <c:pt idx="1297">
                  <c:v>163.12700549678598</c:v>
                </c:pt>
                <c:pt idx="1298">
                  <c:v>159.62208290751886</c:v>
                </c:pt>
                <c:pt idx="1299">
                  <c:v>159.43461001625562</c:v>
                </c:pt>
                <c:pt idx="1300">
                  <c:v>159.31912473619658</c:v>
                </c:pt>
                <c:pt idx="1301">
                  <c:v>156.93990532488428</c:v>
                </c:pt>
                <c:pt idx="1302">
                  <c:v>157.12354382448547</c:v>
                </c:pt>
                <c:pt idx="1303">
                  <c:v>159.05271010404806</c:v>
                </c:pt>
                <c:pt idx="1304">
                  <c:v>160.1994680777961</c:v>
                </c:pt>
                <c:pt idx="1305">
                  <c:v>158.12654646925367</c:v>
                </c:pt>
                <c:pt idx="1306">
                  <c:v>155.87563487355851</c:v>
                </c:pt>
                <c:pt idx="1307">
                  <c:v>156.13457312913295</c:v>
                </c:pt>
                <c:pt idx="1308">
                  <c:v>155.69015476649241</c:v>
                </c:pt>
                <c:pt idx="1309">
                  <c:v>156.90719617737264</c:v>
                </c:pt>
                <c:pt idx="1310">
                  <c:v>158.26289413835585</c:v>
                </c:pt>
                <c:pt idx="1311">
                  <c:v>160.43555116013025</c:v>
                </c:pt>
                <c:pt idx="1312">
                  <c:v>160.86680340373039</c:v>
                </c:pt>
                <c:pt idx="1313">
                  <c:v>159.08475957127376</c:v>
                </c:pt>
                <c:pt idx="1314">
                  <c:v>160.15642393913788</c:v>
                </c:pt>
                <c:pt idx="1315">
                  <c:v>159.29688801322439</c:v>
                </c:pt>
                <c:pt idx="1316">
                  <c:v>156.75603318851518</c:v>
                </c:pt>
                <c:pt idx="1317">
                  <c:v>156.67997754888091</c:v>
                </c:pt>
                <c:pt idx="1318">
                  <c:v>155.51314055642931</c:v>
                </c:pt>
                <c:pt idx="1319">
                  <c:v>155.00359250889056</c:v>
                </c:pt>
                <c:pt idx="1320">
                  <c:v>156.34683900447646</c:v>
                </c:pt>
                <c:pt idx="1321">
                  <c:v>155.06605598596639</c:v>
                </c:pt>
                <c:pt idx="1322">
                  <c:v>157.7417329691165</c:v>
                </c:pt>
                <c:pt idx="1323">
                  <c:v>155.7138895134473</c:v>
                </c:pt>
                <c:pt idx="1324">
                  <c:v>154.65588602483805</c:v>
                </c:pt>
                <c:pt idx="1325">
                  <c:v>155.49718453951292</c:v>
                </c:pt>
                <c:pt idx="1326">
                  <c:v>158.12118656693033</c:v>
                </c:pt>
                <c:pt idx="1327">
                  <c:v>162.39125582786301</c:v>
                </c:pt>
                <c:pt idx="1328">
                  <c:v>162.76408513613876</c:v>
                </c:pt>
                <c:pt idx="1329">
                  <c:v>163.91414151131653</c:v>
                </c:pt>
                <c:pt idx="1330">
                  <c:v>163.78854113353961</c:v>
                </c:pt>
                <c:pt idx="1331">
                  <c:v>163.59265731863053</c:v>
                </c:pt>
                <c:pt idx="1332">
                  <c:v>165.70088556581052</c:v>
                </c:pt>
                <c:pt idx="1333">
                  <c:v>165.48378203503671</c:v>
                </c:pt>
                <c:pt idx="1334">
                  <c:v>169.27088286661868</c:v>
                </c:pt>
                <c:pt idx="1335">
                  <c:v>171.29593642441191</c:v>
                </c:pt>
                <c:pt idx="1336">
                  <c:v>171.48005594088823</c:v>
                </c:pt>
                <c:pt idx="1337">
                  <c:v>173.10706116280744</c:v>
                </c:pt>
                <c:pt idx="1338">
                  <c:v>172.65211540227028</c:v>
                </c:pt>
                <c:pt idx="1339">
                  <c:v>173.21458904941719</c:v>
                </c:pt>
                <c:pt idx="1340">
                  <c:v>173.95734782137836</c:v>
                </c:pt>
                <c:pt idx="1341">
                  <c:v>172.50264284414558</c:v>
                </c:pt>
                <c:pt idx="1342">
                  <c:v>172.79699768507191</c:v>
                </c:pt>
                <c:pt idx="1343">
                  <c:v>173.90590650241359</c:v>
                </c:pt>
                <c:pt idx="1344">
                  <c:v>173.39371973373105</c:v>
                </c:pt>
                <c:pt idx="1345">
                  <c:v>174.99547844137336</c:v>
                </c:pt>
                <c:pt idx="1346">
                  <c:v>176.16887100666662</c:v>
                </c:pt>
                <c:pt idx="1347">
                  <c:v>174.26937659663244</c:v>
                </c:pt>
                <c:pt idx="1348">
                  <c:v>174.40744218314592</c:v>
                </c:pt>
                <c:pt idx="1349">
                  <c:v>172.64747015359006</c:v>
                </c:pt>
                <c:pt idx="1350">
                  <c:v>173.17922743742244</c:v>
                </c:pt>
                <c:pt idx="1351">
                  <c:v>174.66900541652487</c:v>
                </c:pt>
                <c:pt idx="1352">
                  <c:v>174.42552841765237</c:v>
                </c:pt>
                <c:pt idx="1353">
                  <c:v>173.71997286515091</c:v>
                </c:pt>
                <c:pt idx="1354">
                  <c:v>177.928252072633</c:v>
                </c:pt>
                <c:pt idx="1355">
                  <c:v>179.82072363628967</c:v>
                </c:pt>
                <c:pt idx="1356">
                  <c:v>178.93429199538443</c:v>
                </c:pt>
                <c:pt idx="1357">
                  <c:v>180.15294137696165</c:v>
                </c:pt>
                <c:pt idx="1358">
                  <c:v>181.20716544726596</c:v>
                </c:pt>
                <c:pt idx="1359">
                  <c:v>179.76860889369965</c:v>
                </c:pt>
                <c:pt idx="1360">
                  <c:v>181.66222115451745</c:v>
                </c:pt>
                <c:pt idx="1361">
                  <c:v>182.44685588129713</c:v>
                </c:pt>
                <c:pt idx="1362">
                  <c:v>183.51882260262565</c:v>
                </c:pt>
                <c:pt idx="1363">
                  <c:v>184.42698246294933</c:v>
                </c:pt>
                <c:pt idx="1364">
                  <c:v>184.41532811123088</c:v>
                </c:pt>
                <c:pt idx="1365">
                  <c:v>182.36948088109096</c:v>
                </c:pt>
                <c:pt idx="1366">
                  <c:v>182.5582044162297</c:v>
                </c:pt>
                <c:pt idx="1367">
                  <c:v>180.34822048494198</c:v>
                </c:pt>
                <c:pt idx="1368">
                  <c:v>181.44357836974311</c:v>
                </c:pt>
                <c:pt idx="1369">
                  <c:v>181.9982870301908</c:v>
                </c:pt>
                <c:pt idx="1370">
                  <c:v>180.65150849640722</c:v>
                </c:pt>
                <c:pt idx="1371">
                  <c:v>179.81934930236059</c:v>
                </c:pt>
                <c:pt idx="1372">
                  <c:v>179.55500991444495</c:v>
                </c:pt>
                <c:pt idx="1373">
                  <c:v>180.02079916968239</c:v>
                </c:pt>
                <c:pt idx="1374">
                  <c:v>180.75364899401504</c:v>
                </c:pt>
                <c:pt idx="1375">
                  <c:v>177.69318599740635</c:v>
                </c:pt>
                <c:pt idx="1376">
                  <c:v>176.63466026190406</c:v>
                </c:pt>
                <c:pt idx="1377">
                  <c:v>174.9743411855444</c:v>
                </c:pt>
                <c:pt idx="1378">
                  <c:v>175.41400435279041</c:v>
                </c:pt>
                <c:pt idx="1379">
                  <c:v>173.99280563674813</c:v>
                </c:pt>
                <c:pt idx="1380">
                  <c:v>176.27553306290105</c:v>
                </c:pt>
                <c:pt idx="1381">
                  <c:v>175.66145317671788</c:v>
                </c:pt>
                <c:pt idx="1382">
                  <c:v>176.1466342836944</c:v>
                </c:pt>
                <c:pt idx="1383">
                  <c:v>177.24416361610344</c:v>
                </c:pt>
                <c:pt idx="1384">
                  <c:v>176.60556561262584</c:v>
                </c:pt>
                <c:pt idx="1385">
                  <c:v>175.09263010681872</c:v>
                </c:pt>
                <c:pt idx="1386">
                  <c:v>175.57429291893683</c:v>
                </c:pt>
                <c:pt idx="1387">
                  <c:v>176.57582502640093</c:v>
                </c:pt>
                <c:pt idx="1388">
                  <c:v>174.79088134935404</c:v>
                </c:pt>
                <c:pt idx="1389">
                  <c:v>175.3560624343412</c:v>
                </c:pt>
                <c:pt idx="1390">
                  <c:v>179.23555973597394</c:v>
                </c:pt>
                <c:pt idx="1391">
                  <c:v>178.59455664812049</c:v>
                </c:pt>
                <c:pt idx="1392">
                  <c:v>176.21286343573587</c:v>
                </c:pt>
                <c:pt idx="1393">
                  <c:v>175.95006330182076</c:v>
                </c:pt>
                <c:pt idx="1394">
                  <c:v>174.56554555834515</c:v>
                </c:pt>
                <c:pt idx="1395">
                  <c:v>175.64555213315865</c:v>
                </c:pt>
                <c:pt idx="1396">
                  <c:v>176.91234443227088</c:v>
                </c:pt>
                <c:pt idx="1397">
                  <c:v>177.33819554352982</c:v>
                </c:pt>
                <c:pt idx="1398">
                  <c:v>178.54811790465749</c:v>
                </c:pt>
                <c:pt idx="1399">
                  <c:v>178.70681224344619</c:v>
                </c:pt>
                <c:pt idx="1400">
                  <c:v>178.99400680460215</c:v>
                </c:pt>
                <c:pt idx="1401">
                  <c:v>177.86455169502099</c:v>
                </c:pt>
                <c:pt idx="1402">
                  <c:v>178.12611492839994</c:v>
                </c:pt>
                <c:pt idx="1403">
                  <c:v>180.98516928770471</c:v>
                </c:pt>
                <c:pt idx="1404">
                  <c:v>178.87702350056045</c:v>
                </c:pt>
                <c:pt idx="1405">
                  <c:v>177.31659101416497</c:v>
                </c:pt>
                <c:pt idx="1406">
                  <c:v>177.53696545968995</c:v>
                </c:pt>
                <c:pt idx="1407">
                  <c:v>176.38275859604641</c:v>
                </c:pt>
                <c:pt idx="1408">
                  <c:v>176.0495788216241</c:v>
                </c:pt>
                <c:pt idx="1409">
                  <c:v>177.13821621351212</c:v>
                </c:pt>
                <c:pt idx="1410">
                  <c:v>176.38168661558174</c:v>
                </c:pt>
                <c:pt idx="1411">
                  <c:v>174.63769808962087</c:v>
                </c:pt>
                <c:pt idx="1412">
                  <c:v>173.33588776199613</c:v>
                </c:pt>
                <c:pt idx="1413">
                  <c:v>175.45824416196689</c:v>
                </c:pt>
                <c:pt idx="1414">
                  <c:v>175.92305764011471</c:v>
                </c:pt>
                <c:pt idx="1415">
                  <c:v>175.48865817181701</c:v>
                </c:pt>
                <c:pt idx="1416">
                  <c:v>174.18556971363827</c:v>
                </c:pt>
                <c:pt idx="1417">
                  <c:v>174.47743701015301</c:v>
                </c:pt>
                <c:pt idx="1418">
                  <c:v>175.26722548916666</c:v>
                </c:pt>
                <c:pt idx="1419">
                  <c:v>177.46063495326987</c:v>
                </c:pt>
                <c:pt idx="1420">
                  <c:v>176.13267105097515</c:v>
                </c:pt>
                <c:pt idx="1421">
                  <c:v>174.57765344026018</c:v>
                </c:pt>
                <c:pt idx="1422">
                  <c:v>174.44622588662403</c:v>
                </c:pt>
                <c:pt idx="1423">
                  <c:v>174.35215272917981</c:v>
                </c:pt>
                <c:pt idx="1424">
                  <c:v>175.48955148887092</c:v>
                </c:pt>
                <c:pt idx="1425">
                  <c:v>176.0605597497173</c:v>
                </c:pt>
                <c:pt idx="1426">
                  <c:v>174.52728410176007</c:v>
                </c:pt>
                <c:pt idx="1427">
                  <c:v>175.29425863755131</c:v>
                </c:pt>
                <c:pt idx="1428">
                  <c:v>174.97798317045644</c:v>
                </c:pt>
                <c:pt idx="1429">
                  <c:v>175.12797797547418</c:v>
                </c:pt>
                <c:pt idx="1430">
                  <c:v>174.25923401223596</c:v>
                </c:pt>
                <c:pt idx="1431">
                  <c:v>177.09276699047805</c:v>
                </c:pt>
                <c:pt idx="1432">
                  <c:v>178.51274254932346</c:v>
                </c:pt>
                <c:pt idx="1433">
                  <c:v>175.98859962519165</c:v>
                </c:pt>
                <c:pt idx="1434">
                  <c:v>175.08512624356604</c:v>
                </c:pt>
                <c:pt idx="1435">
                  <c:v>173.09198471960562</c:v>
                </c:pt>
                <c:pt idx="1436">
                  <c:v>172.25061748823433</c:v>
                </c:pt>
                <c:pt idx="1437">
                  <c:v>170.95150085511057</c:v>
                </c:pt>
                <c:pt idx="1438">
                  <c:v>170.6526244555576</c:v>
                </c:pt>
                <c:pt idx="1439">
                  <c:v>170.687024033802</c:v>
                </c:pt>
                <c:pt idx="1440">
                  <c:v>171.96257084004236</c:v>
                </c:pt>
                <c:pt idx="1441">
                  <c:v>172.5794543674408</c:v>
                </c:pt>
                <c:pt idx="1442">
                  <c:v>171.99523875753616</c:v>
                </c:pt>
                <c:pt idx="1443">
                  <c:v>171.43536260151515</c:v>
                </c:pt>
                <c:pt idx="1444">
                  <c:v>171.30464970152215</c:v>
                </c:pt>
                <c:pt idx="1445">
                  <c:v>173.88934577856841</c:v>
                </c:pt>
                <c:pt idx="1446">
                  <c:v>175.02388592368709</c:v>
                </c:pt>
                <c:pt idx="1447">
                  <c:v>173.06188680655919</c:v>
                </c:pt>
                <c:pt idx="1448">
                  <c:v>174.70842131361036</c:v>
                </c:pt>
                <c:pt idx="1449">
                  <c:v>176.61382535953948</c:v>
                </c:pt>
                <c:pt idx="1450">
                  <c:v>176.55475648726843</c:v>
                </c:pt>
                <c:pt idx="1451">
                  <c:v>177.57834665429399</c:v>
                </c:pt>
                <c:pt idx="1452">
                  <c:v>177.94998029205144</c:v>
                </c:pt>
                <c:pt idx="1453">
                  <c:v>176.1735849720433</c:v>
                </c:pt>
                <c:pt idx="1454">
                  <c:v>175.36441838462989</c:v>
                </c:pt>
                <c:pt idx="1455">
                  <c:v>176.1274760687233</c:v>
                </c:pt>
                <c:pt idx="1456">
                  <c:v>176.62319831693569</c:v>
                </c:pt>
                <c:pt idx="1457">
                  <c:v>175.95266079294669</c:v>
                </c:pt>
                <c:pt idx="1458">
                  <c:v>176.30453150880425</c:v>
                </c:pt>
                <c:pt idx="1459">
                  <c:v>176.12186878629271</c:v>
                </c:pt>
                <c:pt idx="1460">
                  <c:v>175.5724238247933</c:v>
                </c:pt>
                <c:pt idx="1461">
                  <c:v>175.10601611928777</c:v>
                </c:pt>
                <c:pt idx="1462">
                  <c:v>172.68509941656774</c:v>
                </c:pt>
                <c:pt idx="1463">
                  <c:v>171.41984637145606</c:v>
                </c:pt>
                <c:pt idx="1464">
                  <c:v>170.83736242230202</c:v>
                </c:pt>
                <c:pt idx="1465">
                  <c:v>171.09863704555588</c:v>
                </c:pt>
                <c:pt idx="1466">
                  <c:v>170.11442154559791</c:v>
                </c:pt>
                <c:pt idx="1467">
                  <c:v>168.64077824682266</c:v>
                </c:pt>
                <c:pt idx="1468">
                  <c:v>167.80354776057783</c:v>
                </c:pt>
                <c:pt idx="1469">
                  <c:v>167.71214081095596</c:v>
                </c:pt>
                <c:pt idx="1470">
                  <c:v>167.39670368755782</c:v>
                </c:pt>
                <c:pt idx="1471">
                  <c:v>166.85421285573946</c:v>
                </c:pt>
                <c:pt idx="1472">
                  <c:v>168.90399068091648</c:v>
                </c:pt>
                <c:pt idx="1473">
                  <c:v>165.97444673439017</c:v>
                </c:pt>
                <c:pt idx="1474">
                  <c:v>165.96389184981498</c:v>
                </c:pt>
                <c:pt idx="1475">
                  <c:v>167.16718992140457</c:v>
                </c:pt>
                <c:pt idx="1476">
                  <c:v>164.83214160257231</c:v>
                </c:pt>
                <c:pt idx="1477">
                  <c:v>164.3257132930525</c:v>
                </c:pt>
                <c:pt idx="1478">
                  <c:v>164.45606886622397</c:v>
                </c:pt>
                <c:pt idx="1479">
                  <c:v>163.73520323375274</c:v>
                </c:pt>
                <c:pt idx="1480">
                  <c:v>164.41217264052975</c:v>
                </c:pt>
                <c:pt idx="1481">
                  <c:v>165.27923991637451</c:v>
                </c:pt>
                <c:pt idx="1482">
                  <c:v>165.53290072966135</c:v>
                </c:pt>
                <c:pt idx="1483">
                  <c:v>166.76323194963561</c:v>
                </c:pt>
                <c:pt idx="1484">
                  <c:v>168.54413508493107</c:v>
                </c:pt>
                <c:pt idx="1485">
                  <c:v>168.12417986622782</c:v>
                </c:pt>
                <c:pt idx="1486">
                  <c:v>168.55009969418322</c:v>
                </c:pt>
                <c:pt idx="1487">
                  <c:v>170.84046841698171</c:v>
                </c:pt>
                <c:pt idx="1488">
                  <c:v>170.28897569792798</c:v>
                </c:pt>
                <c:pt idx="1489">
                  <c:v>171.40427516803979</c:v>
                </c:pt>
                <c:pt idx="1490">
                  <c:v>171.49911795248431</c:v>
                </c:pt>
                <c:pt idx="1491">
                  <c:v>172.70139901696641</c:v>
                </c:pt>
                <c:pt idx="1492">
                  <c:v>173.39143833940881</c:v>
                </c:pt>
                <c:pt idx="1493">
                  <c:v>173.53309093747714</c:v>
                </c:pt>
                <c:pt idx="1494">
                  <c:v>173.91967732838279</c:v>
                </c:pt>
                <c:pt idx="1495">
                  <c:v>174.68913940858562</c:v>
                </c:pt>
                <c:pt idx="1496">
                  <c:v>174.84034362746095</c:v>
                </c:pt>
                <c:pt idx="1497">
                  <c:v>176.31826110475558</c:v>
                </c:pt>
                <c:pt idx="1498">
                  <c:v>177.14749296753328</c:v>
                </c:pt>
                <c:pt idx="1499">
                  <c:v>177.73018306677668</c:v>
                </c:pt>
                <c:pt idx="1500">
                  <c:v>177.44077582799494</c:v>
                </c:pt>
                <c:pt idx="1501">
                  <c:v>177.90796690384005</c:v>
                </c:pt>
                <c:pt idx="1502">
                  <c:v>175.4365571725663</c:v>
                </c:pt>
                <c:pt idx="1503">
                  <c:v>175.38763088469173</c:v>
                </c:pt>
                <c:pt idx="1504">
                  <c:v>175.72182766622154</c:v>
                </c:pt>
                <c:pt idx="1505">
                  <c:v>173.97671218643885</c:v>
                </c:pt>
                <c:pt idx="1506">
                  <c:v>173.7470472435534</c:v>
                </c:pt>
                <c:pt idx="1507">
                  <c:v>173.10297939103813</c:v>
                </c:pt>
                <c:pt idx="1508">
                  <c:v>175.21725470750599</c:v>
                </c:pt>
                <c:pt idx="1509">
                  <c:v>174.47699722329571</c:v>
                </c:pt>
                <c:pt idx="1510">
                  <c:v>173.35739608798596</c:v>
                </c:pt>
                <c:pt idx="1511">
                  <c:v>175.43621358908405</c:v>
                </c:pt>
                <c:pt idx="1512">
                  <c:v>175.08340832615471</c:v>
                </c:pt>
                <c:pt idx="1513">
                  <c:v>172.965545998132</c:v>
                </c:pt>
                <c:pt idx="1514">
                  <c:v>172.16217909989922</c:v>
                </c:pt>
                <c:pt idx="1515">
                  <c:v>173.53260992060197</c:v>
                </c:pt>
                <c:pt idx="1516">
                  <c:v>175.24665171024861</c:v>
                </c:pt>
                <c:pt idx="1517">
                  <c:v>176.8230127268819</c:v>
                </c:pt>
                <c:pt idx="1518">
                  <c:v>179.50806266742822</c:v>
                </c:pt>
                <c:pt idx="1519">
                  <c:v>180.19703000940592</c:v>
                </c:pt>
                <c:pt idx="1520">
                  <c:v>181.95902230983754</c:v>
                </c:pt>
                <c:pt idx="1521">
                  <c:v>183.22298348105591</c:v>
                </c:pt>
                <c:pt idx="1522">
                  <c:v>184.37159680560816</c:v>
                </c:pt>
                <c:pt idx="1523">
                  <c:v>184.09649638302795</c:v>
                </c:pt>
                <c:pt idx="1524">
                  <c:v>186.60428473340397</c:v>
                </c:pt>
                <c:pt idx="1525">
                  <c:v>187.02954488107338</c:v>
                </c:pt>
                <c:pt idx="1526">
                  <c:v>187.54662427854339</c:v>
                </c:pt>
                <c:pt idx="1527">
                  <c:v>185.77337618323281</c:v>
                </c:pt>
                <c:pt idx="1528">
                  <c:v>186.37132138908876</c:v>
                </c:pt>
                <c:pt idx="1529">
                  <c:v>188.13079865843019</c:v>
                </c:pt>
                <c:pt idx="1530">
                  <c:v>187.97577379123206</c:v>
                </c:pt>
                <c:pt idx="1531">
                  <c:v>188.75646417963532</c:v>
                </c:pt>
                <c:pt idx="1532">
                  <c:v>186.96624306030083</c:v>
                </c:pt>
                <c:pt idx="1533">
                  <c:v>186.91492543138966</c:v>
                </c:pt>
                <c:pt idx="1534">
                  <c:v>185.40598923731613</c:v>
                </c:pt>
                <c:pt idx="1535">
                  <c:v>184.64654605145617</c:v>
                </c:pt>
                <c:pt idx="1536">
                  <c:v>187.06159434829911</c:v>
                </c:pt>
                <c:pt idx="1537">
                  <c:v>187.60000340834813</c:v>
                </c:pt>
                <c:pt idx="1538">
                  <c:v>184.94748395190271</c:v>
                </c:pt>
                <c:pt idx="1539">
                  <c:v>185.17391921005483</c:v>
                </c:pt>
                <c:pt idx="1540">
                  <c:v>184.59995613126094</c:v>
                </c:pt>
                <c:pt idx="1541">
                  <c:v>185.09082698070378</c:v>
                </c:pt>
                <c:pt idx="1542">
                  <c:v>184.20119314174386</c:v>
                </c:pt>
                <c:pt idx="1543">
                  <c:v>185.3728403029472</c:v>
                </c:pt>
                <c:pt idx="1544">
                  <c:v>185.69755418036647</c:v>
                </c:pt>
                <c:pt idx="1545">
                  <c:v>185.48036818955691</c:v>
                </c:pt>
                <c:pt idx="1546">
                  <c:v>183.81398830057012</c:v>
                </c:pt>
                <c:pt idx="1547">
                  <c:v>182.95500210822826</c:v>
                </c:pt>
                <c:pt idx="1548">
                  <c:v>180.12768111934551</c:v>
                </c:pt>
                <c:pt idx="1549">
                  <c:v>179.444540953227</c:v>
                </c:pt>
                <c:pt idx="1550">
                  <c:v>181.62614488887959</c:v>
                </c:pt>
                <c:pt idx="1551">
                  <c:v>180.84372283972573</c:v>
                </c:pt>
                <c:pt idx="1552">
                  <c:v>182.79985355097651</c:v>
                </c:pt>
                <c:pt idx="1553">
                  <c:v>182.41583716451819</c:v>
                </c:pt>
                <c:pt idx="1554">
                  <c:v>181.15980590007052</c:v>
                </c:pt>
                <c:pt idx="1555">
                  <c:v>182.092593824403</c:v>
                </c:pt>
                <c:pt idx="1556">
                  <c:v>183.49411207858111</c:v>
                </c:pt>
                <c:pt idx="1557">
                  <c:v>180.96062368373168</c:v>
                </c:pt>
                <c:pt idx="1558">
                  <c:v>181.12559872857616</c:v>
                </c:pt>
                <c:pt idx="1559">
                  <c:v>181.43659675338347</c:v>
                </c:pt>
                <c:pt idx="1560">
                  <c:v>180.74103260854628</c:v>
                </c:pt>
                <c:pt idx="1561">
                  <c:v>178.61126854869786</c:v>
                </c:pt>
                <c:pt idx="1562">
                  <c:v>179.14835824817501</c:v>
                </c:pt>
                <c:pt idx="1563">
                  <c:v>178.65281466337339</c:v>
                </c:pt>
                <c:pt idx="1564">
                  <c:v>180.0449599601553</c:v>
                </c:pt>
                <c:pt idx="1565">
                  <c:v>180.09721213613821</c:v>
                </c:pt>
                <c:pt idx="1566">
                  <c:v>181.06811034032356</c:v>
                </c:pt>
                <c:pt idx="1567">
                  <c:v>179.75382106062295</c:v>
                </c:pt>
                <c:pt idx="1568">
                  <c:v>179.34956073538959</c:v>
                </c:pt>
                <c:pt idx="1569">
                  <c:v>179.16031495335784</c:v>
                </c:pt>
                <c:pt idx="1570">
                  <c:v>178.59657691899619</c:v>
                </c:pt>
                <c:pt idx="1571">
                  <c:v>177.60944783110864</c:v>
                </c:pt>
                <c:pt idx="1572">
                  <c:v>178.7554224345171</c:v>
                </c:pt>
                <c:pt idx="1573">
                  <c:v>178.51679683441418</c:v>
                </c:pt>
                <c:pt idx="1574">
                  <c:v>180.32990061366755</c:v>
                </c:pt>
                <c:pt idx="1575">
                  <c:v>179.66657834280616</c:v>
                </c:pt>
                <c:pt idx="1576">
                  <c:v>179.5420636888332</c:v>
                </c:pt>
                <c:pt idx="1577">
                  <c:v>178.26943047052245</c:v>
                </c:pt>
                <c:pt idx="1578">
                  <c:v>176.08069374177805</c:v>
                </c:pt>
                <c:pt idx="1579">
                  <c:v>179.3709041413079</c:v>
                </c:pt>
                <c:pt idx="1580">
                  <c:v>179.57150192159369</c:v>
                </c:pt>
                <c:pt idx="1581">
                  <c:v>179.13194870106202</c:v>
                </c:pt>
                <c:pt idx="1582">
                  <c:v>178.22596028834624</c:v>
                </c:pt>
                <c:pt idx="1583">
                  <c:v>175.68083128511765</c:v>
                </c:pt>
                <c:pt idx="1584">
                  <c:v>175.74116454460344</c:v>
                </c:pt>
                <c:pt idx="1585">
                  <c:v>175.50013386012469</c:v>
                </c:pt>
                <c:pt idx="1586">
                  <c:v>175.5490051746421</c:v>
                </c:pt>
                <c:pt idx="1587">
                  <c:v>175.62833172902751</c:v>
                </c:pt>
                <c:pt idx="1588">
                  <c:v>175.59615857174819</c:v>
                </c:pt>
                <c:pt idx="1589">
                  <c:v>176.18583028735122</c:v>
                </c:pt>
                <c:pt idx="1590">
                  <c:v>174.43336212104802</c:v>
                </c:pt>
                <c:pt idx="1591">
                  <c:v>177.46156950034165</c:v>
                </c:pt>
                <c:pt idx="1592">
                  <c:v>177.33869030374427</c:v>
                </c:pt>
                <c:pt idx="1593">
                  <c:v>178.55673497839271</c:v>
                </c:pt>
                <c:pt idx="1594">
                  <c:v>175.45930239909228</c:v>
                </c:pt>
                <c:pt idx="1595">
                  <c:v>171.25631437723706</c:v>
                </c:pt>
                <c:pt idx="1596">
                  <c:v>172.70956256050505</c:v>
                </c:pt>
                <c:pt idx="1597">
                  <c:v>172.11545174631115</c:v>
                </c:pt>
                <c:pt idx="1598">
                  <c:v>173.35738234464665</c:v>
                </c:pt>
                <c:pt idx="1599">
                  <c:v>173.28566960022823</c:v>
                </c:pt>
                <c:pt idx="1600">
                  <c:v>175.71901028166698</c:v>
                </c:pt>
                <c:pt idx="1601">
                  <c:v>173.09140749935543</c:v>
                </c:pt>
                <c:pt idx="1602">
                  <c:v>174.82928023933201</c:v>
                </c:pt>
                <c:pt idx="1603">
                  <c:v>176.22876447929511</c:v>
                </c:pt>
                <c:pt idx="1604">
                  <c:v>178.1044829123565</c:v>
                </c:pt>
                <c:pt idx="1605">
                  <c:v>173.22408569686701</c:v>
                </c:pt>
                <c:pt idx="1606">
                  <c:v>171.25880192164865</c:v>
                </c:pt>
                <c:pt idx="1607">
                  <c:v>169.81278273484756</c:v>
                </c:pt>
                <c:pt idx="1608">
                  <c:v>171.37674725944069</c:v>
                </c:pt>
                <c:pt idx="1609">
                  <c:v>165.98089236051746</c:v>
                </c:pt>
                <c:pt idx="1610">
                  <c:v>166.55265650502483</c:v>
                </c:pt>
                <c:pt idx="1611">
                  <c:v>167.80912755632983</c:v>
                </c:pt>
                <c:pt idx="1612">
                  <c:v>165.97359464735416</c:v>
                </c:pt>
                <c:pt idx="1613">
                  <c:v>166.40091629591717</c:v>
                </c:pt>
                <c:pt idx="1614">
                  <c:v>165.29019335778915</c:v>
                </c:pt>
                <c:pt idx="1615">
                  <c:v>165.3095577228496</c:v>
                </c:pt>
                <c:pt idx="1616">
                  <c:v>165.09239921871864</c:v>
                </c:pt>
                <c:pt idx="1617">
                  <c:v>162.90348382656344</c:v>
                </c:pt>
                <c:pt idx="1618">
                  <c:v>164.94964715350704</c:v>
                </c:pt>
                <c:pt idx="1619">
                  <c:v>166.51795457331605</c:v>
                </c:pt>
                <c:pt idx="1620">
                  <c:v>164.40402284033041</c:v>
                </c:pt>
                <c:pt idx="1621">
                  <c:v>164.61848764996043</c:v>
                </c:pt>
                <c:pt idx="1622">
                  <c:v>163.34849315279348</c:v>
                </c:pt>
                <c:pt idx="1623">
                  <c:v>163.55526169242077</c:v>
                </c:pt>
                <c:pt idx="1624">
                  <c:v>163.9562098728851</c:v>
                </c:pt>
                <c:pt idx="1625">
                  <c:v>168.56233126615186</c:v>
                </c:pt>
                <c:pt idx="1626">
                  <c:v>166.61619196256532</c:v>
                </c:pt>
                <c:pt idx="1627">
                  <c:v>168.15027846754069</c:v>
                </c:pt>
                <c:pt idx="1628">
                  <c:v>168.84400100491297</c:v>
                </c:pt>
                <c:pt idx="1629">
                  <c:v>169.50806541609609</c:v>
                </c:pt>
                <c:pt idx="1630">
                  <c:v>169.00427582772008</c:v>
                </c:pt>
                <c:pt idx="1631">
                  <c:v>168.3329824200701</c:v>
                </c:pt>
                <c:pt idx="1632">
                  <c:v>168.28298415173086</c:v>
                </c:pt>
                <c:pt idx="1633">
                  <c:v>171.60139588348505</c:v>
                </c:pt>
                <c:pt idx="1634">
                  <c:v>170.49368273666167</c:v>
                </c:pt>
                <c:pt idx="1635">
                  <c:v>169.63695045196346</c:v>
                </c:pt>
                <c:pt idx="1636">
                  <c:v>174.42053958548988</c:v>
                </c:pt>
                <c:pt idx="1637">
                  <c:v>173.35152768210887</c:v>
                </c:pt>
                <c:pt idx="1638">
                  <c:v>173.12547723745686</c:v>
                </c:pt>
                <c:pt idx="1639">
                  <c:v>171.99434544048225</c:v>
                </c:pt>
                <c:pt idx="1640">
                  <c:v>172.52573165415382</c:v>
                </c:pt>
                <c:pt idx="1641">
                  <c:v>173.47494286893857</c:v>
                </c:pt>
                <c:pt idx="1642">
                  <c:v>171.26866963925931</c:v>
                </c:pt>
                <c:pt idx="1643">
                  <c:v>172.57759901663658</c:v>
                </c:pt>
                <c:pt idx="1644">
                  <c:v>173.88301009915543</c:v>
                </c:pt>
                <c:pt idx="1645">
                  <c:v>170.93994270676717</c:v>
                </c:pt>
                <c:pt idx="1646">
                  <c:v>171.58583842340809</c:v>
                </c:pt>
                <c:pt idx="1647">
                  <c:v>176.21515857339739</c:v>
                </c:pt>
                <c:pt idx="1648">
                  <c:v>176.67355391209648</c:v>
                </c:pt>
                <c:pt idx="1649">
                  <c:v>176.64549001326506</c:v>
                </c:pt>
                <c:pt idx="1650">
                  <c:v>174.96480330807674</c:v>
                </c:pt>
                <c:pt idx="1651">
                  <c:v>175.36580646189825</c:v>
                </c:pt>
                <c:pt idx="1652">
                  <c:v>174.71640619373821</c:v>
                </c:pt>
                <c:pt idx="1653">
                  <c:v>172.34337128510666</c:v>
                </c:pt>
                <c:pt idx="1654">
                  <c:v>173.13790121617558</c:v>
                </c:pt>
                <c:pt idx="1655">
                  <c:v>171.47387143820745</c:v>
                </c:pt>
                <c:pt idx="1656">
                  <c:v>171.51544503956157</c:v>
                </c:pt>
                <c:pt idx="1657">
                  <c:v>168.76695584484978</c:v>
                </c:pt>
                <c:pt idx="1658">
                  <c:v>169.10746081911401</c:v>
                </c:pt>
                <c:pt idx="1659">
                  <c:v>169.53446637087336</c:v>
                </c:pt>
                <c:pt idx="1660">
                  <c:v>171.83933431662345</c:v>
                </c:pt>
                <c:pt idx="1661">
                  <c:v>171.13120875967462</c:v>
                </c:pt>
                <c:pt idx="1662">
                  <c:v>169.74034159344671</c:v>
                </c:pt>
                <c:pt idx="1663">
                  <c:v>170.22981062228189</c:v>
                </c:pt>
                <c:pt idx="1664">
                  <c:v>172.66734302220428</c:v>
                </c:pt>
                <c:pt idx="1665">
                  <c:v>177.23010418000914</c:v>
                </c:pt>
                <c:pt idx="1666">
                  <c:v>179.80955030144639</c:v>
                </c:pt>
                <c:pt idx="1667">
                  <c:v>180.690182253171</c:v>
                </c:pt>
                <c:pt idx="1668">
                  <c:v>182.11085872232024</c:v>
                </c:pt>
                <c:pt idx="1669">
                  <c:v>181.35009617588835</c:v>
                </c:pt>
                <c:pt idx="1670">
                  <c:v>181.88605892154365</c:v>
                </c:pt>
                <c:pt idx="1671">
                  <c:v>180.4795106051852</c:v>
                </c:pt>
                <c:pt idx="1672">
                  <c:v>181.50510729974718</c:v>
                </c:pt>
                <c:pt idx="1673">
                  <c:v>182.12622377564713</c:v>
                </c:pt>
                <c:pt idx="1674">
                  <c:v>182.99084473709814</c:v>
                </c:pt>
                <c:pt idx="1675">
                  <c:v>181.27764129114823</c:v>
                </c:pt>
                <c:pt idx="1676">
                  <c:v>179.02010540591502</c:v>
                </c:pt>
                <c:pt idx="1677">
                  <c:v>180.24017035143916</c:v>
                </c:pt>
                <c:pt idx="1678">
                  <c:v>180.29933542708525</c:v>
                </c:pt>
                <c:pt idx="1679">
                  <c:v>180.23104477415021</c:v>
                </c:pt>
                <c:pt idx="1680">
                  <c:v>174.89223847662228</c:v>
                </c:pt>
                <c:pt idx="1681">
                  <c:v>172.5999731730017</c:v>
                </c:pt>
                <c:pt idx="1682">
                  <c:v>170.3238013196904</c:v>
                </c:pt>
                <c:pt idx="1683">
                  <c:v>175.63428259494034</c:v>
                </c:pt>
                <c:pt idx="1684">
                  <c:v>173.65362002305582</c:v>
                </c:pt>
                <c:pt idx="1685">
                  <c:v>175.47825446397403</c:v>
                </c:pt>
                <c:pt idx="1686">
                  <c:v>177.91290076264536</c:v>
                </c:pt>
                <c:pt idx="1687">
                  <c:v>177.62632465175753</c:v>
                </c:pt>
                <c:pt idx="1688">
                  <c:v>176.35025559862413</c:v>
                </c:pt>
                <c:pt idx="1689">
                  <c:v>178.18243513281288</c:v>
                </c:pt>
                <c:pt idx="1690">
                  <c:v>179.30162396794393</c:v>
                </c:pt>
                <c:pt idx="1691">
                  <c:v>181.70903096814129</c:v>
                </c:pt>
                <c:pt idx="1692">
                  <c:v>184.95845113665661</c:v>
                </c:pt>
                <c:pt idx="1693">
                  <c:v>185.17676408128798</c:v>
                </c:pt>
                <c:pt idx="1694">
                  <c:v>185.55691858940565</c:v>
                </c:pt>
                <c:pt idx="1695">
                  <c:v>185.66287973533625</c:v>
                </c:pt>
                <c:pt idx="1696">
                  <c:v>185.62711956650207</c:v>
                </c:pt>
                <c:pt idx="1697">
                  <c:v>185.71907624969558</c:v>
                </c:pt>
                <c:pt idx="1698">
                  <c:v>183.46152662112308</c:v>
                </c:pt>
                <c:pt idx="1699">
                  <c:v>183.49532149243868</c:v>
                </c:pt>
                <c:pt idx="1700">
                  <c:v>183.33273778863071</c:v>
                </c:pt>
                <c:pt idx="1701">
                  <c:v>187.22812239048343</c:v>
                </c:pt>
                <c:pt idx="1702">
                  <c:v>187.61290840394201</c:v>
                </c:pt>
                <c:pt idx="1703">
                  <c:v>187.68341173450287</c:v>
                </c:pt>
                <c:pt idx="1704">
                  <c:v>190.98171696087488</c:v>
                </c:pt>
                <c:pt idx="1705">
                  <c:v>190.23920556902095</c:v>
                </c:pt>
                <c:pt idx="1706">
                  <c:v>191.49196591871748</c:v>
                </c:pt>
                <c:pt idx="1707">
                  <c:v>191.2899525744848</c:v>
                </c:pt>
                <c:pt idx="1708">
                  <c:v>191.90705599531185</c:v>
                </c:pt>
                <c:pt idx="1709">
                  <c:v>192.55741829722223</c:v>
                </c:pt>
                <c:pt idx="1710">
                  <c:v>189.49490754305921</c:v>
                </c:pt>
                <c:pt idx="1711">
                  <c:v>188.65837796711821</c:v>
                </c:pt>
                <c:pt idx="1712">
                  <c:v>189.41659799578133</c:v>
                </c:pt>
                <c:pt idx="1713">
                  <c:v>189.84518403155911</c:v>
                </c:pt>
                <c:pt idx="1714">
                  <c:v>191.77624689194383</c:v>
                </c:pt>
                <c:pt idx="1715">
                  <c:v>190.8782296160166</c:v>
                </c:pt>
                <c:pt idx="1716">
                  <c:v>190.39156422839673</c:v>
                </c:pt>
                <c:pt idx="1717">
                  <c:v>188.32033305058701</c:v>
                </c:pt>
                <c:pt idx="1718">
                  <c:v>187.99053413763019</c:v>
                </c:pt>
                <c:pt idx="1719">
                  <c:v>189.03449193348442</c:v>
                </c:pt>
                <c:pt idx="1720">
                  <c:v>188.2859197290033</c:v>
                </c:pt>
                <c:pt idx="1721">
                  <c:v>187.23426566314635</c:v>
                </c:pt>
                <c:pt idx="1722">
                  <c:v>187.04973384649128</c:v>
                </c:pt>
                <c:pt idx="1723">
                  <c:v>186.49626208657972</c:v>
                </c:pt>
                <c:pt idx="1724">
                  <c:v>187.50872014877987</c:v>
                </c:pt>
                <c:pt idx="1725">
                  <c:v>188.45971799767241</c:v>
                </c:pt>
                <c:pt idx="1726">
                  <c:v>189.38285809782289</c:v>
                </c:pt>
                <c:pt idx="1727">
                  <c:v>188.57597290473171</c:v>
                </c:pt>
                <c:pt idx="1728">
                  <c:v>191.38412193530405</c:v>
                </c:pt>
                <c:pt idx="1729">
                  <c:v>190.81255019754673</c:v>
                </c:pt>
                <c:pt idx="1730">
                  <c:v>190.64298487737921</c:v>
                </c:pt>
                <c:pt idx="1731">
                  <c:v>188.44293738039855</c:v>
                </c:pt>
                <c:pt idx="1732">
                  <c:v>187.66598518028238</c:v>
                </c:pt>
                <c:pt idx="1733">
                  <c:v>188.50997738945816</c:v>
                </c:pt>
                <c:pt idx="1734">
                  <c:v>186.58959310370227</c:v>
                </c:pt>
                <c:pt idx="1735">
                  <c:v>188.44027117257622</c:v>
                </c:pt>
                <c:pt idx="1736">
                  <c:v>188.09929892477609</c:v>
                </c:pt>
                <c:pt idx="1737">
                  <c:v>190.83258798623245</c:v>
                </c:pt>
                <c:pt idx="1738">
                  <c:v>191.7875164301621</c:v>
                </c:pt>
                <c:pt idx="1739">
                  <c:v>191.10241096652507</c:v>
                </c:pt>
                <c:pt idx="1740">
                  <c:v>193.68193954799801</c:v>
                </c:pt>
                <c:pt idx="1741">
                  <c:v>194.14330344798393</c:v>
                </c:pt>
                <c:pt idx="1742">
                  <c:v>191.70542746457932</c:v>
                </c:pt>
                <c:pt idx="1743">
                  <c:v>191.44863316993417</c:v>
                </c:pt>
                <c:pt idx="1744">
                  <c:v>188.94451429114878</c:v>
                </c:pt>
                <c:pt idx="1745">
                  <c:v>187.93090178844821</c:v>
                </c:pt>
                <c:pt idx="1746">
                  <c:v>187.16684084058659</c:v>
                </c:pt>
                <c:pt idx="1747">
                  <c:v>185.9459925247229</c:v>
                </c:pt>
                <c:pt idx="1748">
                  <c:v>185.87880133893108</c:v>
                </c:pt>
                <c:pt idx="1749">
                  <c:v>186.23735131768387</c:v>
                </c:pt>
                <c:pt idx="1750">
                  <c:v>186.31122176637092</c:v>
                </c:pt>
                <c:pt idx="1751">
                  <c:v>183.31083090580148</c:v>
                </c:pt>
                <c:pt idx="1752">
                  <c:v>184.38987544686466</c:v>
                </c:pt>
                <c:pt idx="1753">
                  <c:v>184.20983770215764</c:v>
                </c:pt>
                <c:pt idx="1754">
                  <c:v>186.04120637932823</c:v>
                </c:pt>
                <c:pt idx="1755">
                  <c:v>183.8963109029209</c:v>
                </c:pt>
                <c:pt idx="1756">
                  <c:v>183.50681092408564</c:v>
                </c:pt>
                <c:pt idx="1757">
                  <c:v>181.58972503975946</c:v>
                </c:pt>
                <c:pt idx="1758">
                  <c:v>182.40940528173019</c:v>
                </c:pt>
                <c:pt idx="1759">
                  <c:v>184.14664582809939</c:v>
                </c:pt>
                <c:pt idx="1760">
                  <c:v>182.88405899081008</c:v>
                </c:pt>
                <c:pt idx="1761">
                  <c:v>182.01319855332116</c:v>
                </c:pt>
                <c:pt idx="1762">
                  <c:v>182.74683174799335</c:v>
                </c:pt>
                <c:pt idx="1763">
                  <c:v>182.99434928861723</c:v>
                </c:pt>
                <c:pt idx="1764">
                  <c:v>184.89961590115348</c:v>
                </c:pt>
                <c:pt idx="1765">
                  <c:v>187.63452667664612</c:v>
                </c:pt>
                <c:pt idx="1766">
                  <c:v>186.79019088398806</c:v>
                </c:pt>
                <c:pt idx="1767">
                  <c:v>186.39149661116738</c:v>
                </c:pt>
                <c:pt idx="1768">
                  <c:v>189.53944970570012</c:v>
                </c:pt>
                <c:pt idx="1769">
                  <c:v>187.85402154845653</c:v>
                </c:pt>
                <c:pt idx="1770">
                  <c:v>187.39837487761557</c:v>
                </c:pt>
                <c:pt idx="1771">
                  <c:v>187.37774612534031</c:v>
                </c:pt>
                <c:pt idx="1772">
                  <c:v>188.72578904633872</c:v>
                </c:pt>
                <c:pt idx="1773">
                  <c:v>184.75481607838759</c:v>
                </c:pt>
                <c:pt idx="1774">
                  <c:v>185.07668508457374</c:v>
                </c:pt>
                <c:pt idx="1775">
                  <c:v>184.86282498187254</c:v>
                </c:pt>
                <c:pt idx="1776">
                  <c:v>189.6143096748161</c:v>
                </c:pt>
                <c:pt idx="1777">
                  <c:v>189.69267419545119</c:v>
                </c:pt>
                <c:pt idx="1778">
                  <c:v>189.34389573093401</c:v>
                </c:pt>
                <c:pt idx="1779">
                  <c:v>191.31526780545806</c:v>
                </c:pt>
                <c:pt idx="1780">
                  <c:v>193.84870122695037</c:v>
                </c:pt>
                <c:pt idx="1781">
                  <c:v>194.36141024252595</c:v>
                </c:pt>
                <c:pt idx="1782">
                  <c:v>194.17003424290417</c:v>
                </c:pt>
                <c:pt idx="1783">
                  <c:v>192.86737182824342</c:v>
                </c:pt>
                <c:pt idx="1784">
                  <c:v>192.21933215067315</c:v>
                </c:pt>
                <c:pt idx="1785">
                  <c:v>193.77180724361938</c:v>
                </c:pt>
                <c:pt idx="1786">
                  <c:v>196.03518404805112</c:v>
                </c:pt>
                <c:pt idx="1787">
                  <c:v>194.86897924920683</c:v>
                </c:pt>
                <c:pt idx="1788">
                  <c:v>194.63082092263983</c:v>
                </c:pt>
                <c:pt idx="1789">
                  <c:v>195.6346481677655</c:v>
                </c:pt>
                <c:pt idx="1790">
                  <c:v>196.73705638562271</c:v>
                </c:pt>
                <c:pt idx="1791">
                  <c:v>195.52865953515624</c:v>
                </c:pt>
                <c:pt idx="1792">
                  <c:v>197.28093529470939</c:v>
                </c:pt>
                <c:pt idx="1793">
                  <c:v>197.98893716160461</c:v>
                </c:pt>
                <c:pt idx="1794">
                  <c:v>200.0942655641943</c:v>
                </c:pt>
                <c:pt idx="1795">
                  <c:v>199.96488576811248</c:v>
                </c:pt>
                <c:pt idx="1796">
                  <c:v>200.46736973925584</c:v>
                </c:pt>
                <c:pt idx="1797">
                  <c:v>199.4285656956356</c:v>
                </c:pt>
                <c:pt idx="1798">
                  <c:v>201.23676310276224</c:v>
                </c:pt>
                <c:pt idx="1799">
                  <c:v>201.32858235256282</c:v>
                </c:pt>
                <c:pt idx="1800">
                  <c:v>199.69928199298212</c:v>
                </c:pt>
                <c:pt idx="1801">
                  <c:v>199.89227970664015</c:v>
                </c:pt>
                <c:pt idx="1802">
                  <c:v>201.11562931025475</c:v>
                </c:pt>
                <c:pt idx="1803">
                  <c:v>200.97849827081302</c:v>
                </c:pt>
                <c:pt idx="1804">
                  <c:v>199.98943137208551</c:v>
                </c:pt>
                <c:pt idx="1805">
                  <c:v>197.83487432815687</c:v>
                </c:pt>
                <c:pt idx="1806">
                  <c:v>198.17984588769053</c:v>
                </c:pt>
                <c:pt idx="1807">
                  <c:v>197.36545683134665</c:v>
                </c:pt>
                <c:pt idx="1808">
                  <c:v>194.27093783997586</c:v>
                </c:pt>
                <c:pt idx="1809">
                  <c:v>195.35521859330873</c:v>
                </c:pt>
                <c:pt idx="1810">
                  <c:v>194.75437354286245</c:v>
                </c:pt>
                <c:pt idx="1811">
                  <c:v>193.3417644138768</c:v>
                </c:pt>
                <c:pt idx="1812">
                  <c:v>194.85768222430994</c:v>
                </c:pt>
                <c:pt idx="1813">
                  <c:v>194.7197403278501</c:v>
                </c:pt>
                <c:pt idx="1814">
                  <c:v>195.98504834631893</c:v>
                </c:pt>
                <c:pt idx="1815">
                  <c:v>195.43031219919263</c:v>
                </c:pt>
                <c:pt idx="1816">
                  <c:v>197.07760258990479</c:v>
                </c:pt>
                <c:pt idx="1817">
                  <c:v>198.60406154157386</c:v>
                </c:pt>
                <c:pt idx="1818">
                  <c:v>198.02111031888396</c:v>
                </c:pt>
                <c:pt idx="1819">
                  <c:v>199.10359069476976</c:v>
                </c:pt>
                <c:pt idx="1820">
                  <c:v>200.26928699006029</c:v>
                </c:pt>
                <c:pt idx="1821">
                  <c:v>200.88942768887057</c:v>
                </c:pt>
                <c:pt idx="1822">
                  <c:v>201.98462065360022</c:v>
                </c:pt>
                <c:pt idx="1823">
                  <c:v>202.61653939418261</c:v>
                </c:pt>
                <c:pt idx="1824">
                  <c:v>204.27127867479024</c:v>
                </c:pt>
                <c:pt idx="1825">
                  <c:v>204.47370431920169</c:v>
                </c:pt>
                <c:pt idx="1826">
                  <c:v>205.51848671541336</c:v>
                </c:pt>
                <c:pt idx="1827">
                  <c:v>206.77436680312886</c:v>
                </c:pt>
                <c:pt idx="1828">
                  <c:v>207.11789531203704</c:v>
                </c:pt>
                <c:pt idx="1829">
                  <c:v>210.67775002844871</c:v>
                </c:pt>
                <c:pt idx="1830">
                  <c:v>210.73848184477393</c:v>
                </c:pt>
                <c:pt idx="1831">
                  <c:v>211.73473650995044</c:v>
                </c:pt>
                <c:pt idx="1832">
                  <c:v>213.3753888677852</c:v>
                </c:pt>
                <c:pt idx="1833">
                  <c:v>216.79925324191629</c:v>
                </c:pt>
                <c:pt idx="1834">
                  <c:v>216.6402428063239</c:v>
                </c:pt>
                <c:pt idx="1835">
                  <c:v>215.99365992271845</c:v>
                </c:pt>
                <c:pt idx="1836">
                  <c:v>216.78563359267929</c:v>
                </c:pt>
                <c:pt idx="1837">
                  <c:v>215.76071032174255</c:v>
                </c:pt>
                <c:pt idx="1838">
                  <c:v>215.11367390794049</c:v>
                </c:pt>
                <c:pt idx="1839">
                  <c:v>213.54491295793491</c:v>
                </c:pt>
                <c:pt idx="1840">
                  <c:v>212.70579963420727</c:v>
                </c:pt>
                <c:pt idx="1841">
                  <c:v>213.40321912984871</c:v>
                </c:pt>
                <c:pt idx="1842">
                  <c:v>214.27265026005145</c:v>
                </c:pt>
                <c:pt idx="1843">
                  <c:v>217.90743366227557</c:v>
                </c:pt>
                <c:pt idx="1844">
                  <c:v>217.63919116600138</c:v>
                </c:pt>
                <c:pt idx="1845">
                  <c:v>218.61822542704678</c:v>
                </c:pt>
                <c:pt idx="1846">
                  <c:v>217.98449256567804</c:v>
                </c:pt>
                <c:pt idx="1847">
                  <c:v>221.39454488382205</c:v>
                </c:pt>
                <c:pt idx="1848">
                  <c:v>222.30563207541465</c:v>
                </c:pt>
                <c:pt idx="1849">
                  <c:v>226.01692464746958</c:v>
                </c:pt>
                <c:pt idx="1850">
                  <c:v>216.27805084265907</c:v>
                </c:pt>
                <c:pt idx="1851">
                  <c:v>217.40235220000625</c:v>
                </c:pt>
                <c:pt idx="1852">
                  <c:v>217.11882711044092</c:v>
                </c:pt>
                <c:pt idx="1853">
                  <c:v>218.6221285354053</c:v>
                </c:pt>
                <c:pt idx="1854">
                  <c:v>218.77898126672906</c:v>
                </c:pt>
                <c:pt idx="1855">
                  <c:v>220.94667694301955</c:v>
                </c:pt>
                <c:pt idx="1856">
                  <c:v>223.3041681349134</c:v>
                </c:pt>
                <c:pt idx="1857">
                  <c:v>217.93896088260823</c:v>
                </c:pt>
                <c:pt idx="1858">
                  <c:v>216.22019138424562</c:v>
                </c:pt>
                <c:pt idx="1859">
                  <c:v>217.03940435268046</c:v>
                </c:pt>
                <c:pt idx="1860">
                  <c:v>217.79484822680683</c:v>
                </c:pt>
                <c:pt idx="1861">
                  <c:v>217.33943519273382</c:v>
                </c:pt>
                <c:pt idx="1862">
                  <c:v>220.51989128468884</c:v>
                </c:pt>
                <c:pt idx="1863">
                  <c:v>221.12571142395839</c:v>
                </c:pt>
                <c:pt idx="1864">
                  <c:v>220.56726457522359</c:v>
                </c:pt>
                <c:pt idx="1865">
                  <c:v>221.44006282355255</c:v>
                </c:pt>
                <c:pt idx="1866">
                  <c:v>220.63376859405088</c:v>
                </c:pt>
                <c:pt idx="1867">
                  <c:v>222.46310325700648</c:v>
                </c:pt>
                <c:pt idx="1868">
                  <c:v>224.9288232458139</c:v>
                </c:pt>
                <c:pt idx="1869">
                  <c:v>222.60806799984385</c:v>
                </c:pt>
                <c:pt idx="1870">
                  <c:v>223.92913274581474</c:v>
                </c:pt>
                <c:pt idx="1871">
                  <c:v>224.52536003425939</c:v>
                </c:pt>
                <c:pt idx="1872">
                  <c:v>224.22306154322305</c:v>
                </c:pt>
                <c:pt idx="1873">
                  <c:v>222.60505820853919</c:v>
                </c:pt>
                <c:pt idx="1874">
                  <c:v>226.96572356207565</c:v>
                </c:pt>
                <c:pt idx="1875">
                  <c:v>227.54615975367537</c:v>
                </c:pt>
                <c:pt idx="1876">
                  <c:v>226.49020402262045</c:v>
                </c:pt>
                <c:pt idx="1877">
                  <c:v>226.55794494198383</c:v>
                </c:pt>
                <c:pt idx="1878">
                  <c:v>228.51998528912961</c:v>
                </c:pt>
                <c:pt idx="1879">
                  <c:v>236.13347915932542</c:v>
                </c:pt>
                <c:pt idx="1880">
                  <c:v>241.31840128681634</c:v>
                </c:pt>
                <c:pt idx="1881">
                  <c:v>245.81136002436418</c:v>
                </c:pt>
                <c:pt idx="1882">
                  <c:v>245.62189434890379</c:v>
                </c:pt>
                <c:pt idx="1883">
                  <c:v>250.01763270430985</c:v>
                </c:pt>
                <c:pt idx="1884">
                  <c:v>253.82717640895339</c:v>
                </c:pt>
                <c:pt idx="1885">
                  <c:v>251.68692618122626</c:v>
                </c:pt>
                <c:pt idx="1886">
                  <c:v>249.25456127687715</c:v>
                </c:pt>
                <c:pt idx="1887">
                  <c:v>251.21917162847024</c:v>
                </c:pt>
                <c:pt idx="1888">
                  <c:v>255.17866890811368</c:v>
                </c:pt>
                <c:pt idx="1889">
                  <c:v>249.72778567867081</c:v>
                </c:pt>
                <c:pt idx="1890">
                  <c:v>250.30365908162608</c:v>
                </c:pt>
                <c:pt idx="1891">
                  <c:v>251.43408996829686</c:v>
                </c:pt>
                <c:pt idx="1892">
                  <c:v>255.95753143239128</c:v>
                </c:pt>
                <c:pt idx="1893">
                  <c:v>255.52898662663139</c:v>
                </c:pt>
                <c:pt idx="1894">
                  <c:v>260.70993692906734</c:v>
                </c:pt>
                <c:pt idx="1895">
                  <c:v>258.0537617443706</c:v>
                </c:pt>
                <c:pt idx="1896">
                  <c:v>256.2642140486613</c:v>
                </c:pt>
                <c:pt idx="1897">
                  <c:v>255.64852619178114</c:v>
                </c:pt>
                <c:pt idx="1898">
                  <c:v>259.10925020188967</c:v>
                </c:pt>
                <c:pt idx="1899">
                  <c:v>261.8579180600122</c:v>
                </c:pt>
                <c:pt idx="1900">
                  <c:v>259.54775892863523</c:v>
                </c:pt>
                <c:pt idx="1901">
                  <c:v>263.17175380951619</c:v>
                </c:pt>
                <c:pt idx="1902">
                  <c:v>262.83787312479006</c:v>
                </c:pt>
                <c:pt idx="1903">
                  <c:v>262.50467960702844</c:v>
                </c:pt>
                <c:pt idx="1904">
                  <c:v>259.45635197901333</c:v>
                </c:pt>
                <c:pt idx="1905">
                  <c:v>260.1710605954824</c:v>
                </c:pt>
                <c:pt idx="1906">
                  <c:v>251.64723541735498</c:v>
                </c:pt>
                <c:pt idx="1907">
                  <c:v>254.75538780130208</c:v>
                </c:pt>
                <c:pt idx="1908">
                  <c:v>248.01757828068625</c:v>
                </c:pt>
                <c:pt idx="1909">
                  <c:v>246.50715780596931</c:v>
                </c:pt>
                <c:pt idx="1910">
                  <c:v>248.63811753633601</c:v>
                </c:pt>
                <c:pt idx="1911">
                  <c:v>252.11743628450469</c:v>
                </c:pt>
                <c:pt idx="1912">
                  <c:v>252.83531961234985</c:v>
                </c:pt>
                <c:pt idx="1913">
                  <c:v>246.39675756144783</c:v>
                </c:pt>
                <c:pt idx="1914">
                  <c:v>244.15497154304165</c:v>
                </c:pt>
                <c:pt idx="1915">
                  <c:v>247.2089201968266</c:v>
                </c:pt>
                <c:pt idx="1916">
                  <c:v>247.94321307178475</c:v>
                </c:pt>
                <c:pt idx="1917">
                  <c:v>246.88522332651479</c:v>
                </c:pt>
                <c:pt idx="1918">
                  <c:v>247.75202947891304</c:v>
                </c:pt>
                <c:pt idx="1919">
                  <c:v>242.1843003788214</c:v>
                </c:pt>
                <c:pt idx="1920">
                  <c:v>250.03522417860182</c:v>
                </c:pt>
                <c:pt idx="1921">
                  <c:v>250.82850346579528</c:v>
                </c:pt>
                <c:pt idx="1922">
                  <c:v>254.83487927575899</c:v>
                </c:pt>
                <c:pt idx="1923">
                  <c:v>251.13570832895834</c:v>
                </c:pt>
                <c:pt idx="1924">
                  <c:v>249.51961531843591</c:v>
                </c:pt>
                <c:pt idx="1925">
                  <c:v>250.83545759547633</c:v>
                </c:pt>
                <c:pt idx="1926">
                  <c:v>257.63516711625709</c:v>
                </c:pt>
                <c:pt idx="1927">
                  <c:v>258.31006127880124</c:v>
                </c:pt>
                <c:pt idx="1928">
                  <c:v>258.4462715145105</c:v>
                </c:pt>
                <c:pt idx="1929">
                  <c:v>258.59737953001076</c:v>
                </c:pt>
                <c:pt idx="1930">
                  <c:v>258.73060746109394</c:v>
                </c:pt>
                <c:pt idx="1931">
                  <c:v>264.14857539293581</c:v>
                </c:pt>
                <c:pt idx="1932">
                  <c:v>268.17274882728083</c:v>
                </c:pt>
                <c:pt idx="1933">
                  <c:v>271.1888895546773</c:v>
                </c:pt>
                <c:pt idx="1934">
                  <c:v>272.11909373122313</c:v>
                </c:pt>
                <c:pt idx="1935">
                  <c:v>273.02150887572338</c:v>
                </c:pt>
                <c:pt idx="1936">
                  <c:v>271.75750647448712</c:v>
                </c:pt>
                <c:pt idx="1937">
                  <c:v>270.49446610700124</c:v>
                </c:pt>
                <c:pt idx="1938">
                  <c:v>269.00320384725541</c:v>
                </c:pt>
                <c:pt idx="1939">
                  <c:v>269.55094463468276</c:v>
                </c:pt>
                <c:pt idx="1940">
                  <c:v>265.09384226934412</c:v>
                </c:pt>
                <c:pt idx="1941">
                  <c:v>263.01786963947922</c:v>
                </c:pt>
                <c:pt idx="1942">
                  <c:v>262.14735278547249</c:v>
                </c:pt>
                <c:pt idx="1943">
                  <c:v>260.54456332738334</c:v>
                </c:pt>
                <c:pt idx="1944">
                  <c:v>259.22506532209161</c:v>
                </c:pt>
                <c:pt idx="1945">
                  <c:v>253.90877061432175</c:v>
                </c:pt>
                <c:pt idx="1946">
                  <c:v>257.43698816368646</c:v>
                </c:pt>
                <c:pt idx="1947">
                  <c:v>255.07654215384511</c:v>
                </c:pt>
                <c:pt idx="1948">
                  <c:v>256.66211120780315</c:v>
                </c:pt>
                <c:pt idx="1949">
                  <c:v>257.94991707269071</c:v>
                </c:pt>
                <c:pt idx="1950">
                  <c:v>251.80307114157122</c:v>
                </c:pt>
                <c:pt idx="1951">
                  <c:v>253.02626956845364</c:v>
                </c:pt>
                <c:pt idx="1952">
                  <c:v>250.00353203819768</c:v>
                </c:pt>
                <c:pt idx="1953">
                  <c:v>247.85058296496601</c:v>
                </c:pt>
                <c:pt idx="1954">
                  <c:v>243.39218872573406</c:v>
                </c:pt>
                <c:pt idx="1955">
                  <c:v>245.13425318419428</c:v>
                </c:pt>
                <c:pt idx="1956">
                  <c:v>243.64718264293208</c:v>
                </c:pt>
                <c:pt idx="1957">
                  <c:v>243.22387404944192</c:v>
                </c:pt>
                <c:pt idx="1958">
                  <c:v>239.51735041612082</c:v>
                </c:pt>
                <c:pt idx="1959">
                  <c:v>243.74599725243161</c:v>
                </c:pt>
                <c:pt idx="1960">
                  <c:v>244.15023009098638</c:v>
                </c:pt>
                <c:pt idx="1961">
                  <c:v>242.17084564965589</c:v>
                </c:pt>
                <c:pt idx="1962">
                  <c:v>244.37817711646051</c:v>
                </c:pt>
                <c:pt idx="1963">
                  <c:v>242.69229542902031</c:v>
                </c:pt>
                <c:pt idx="1964">
                  <c:v>241.53145053249941</c:v>
                </c:pt>
                <c:pt idx="1965">
                  <c:v>240.59558410016584</c:v>
                </c:pt>
                <c:pt idx="1966">
                  <c:v>238.84204395339796</c:v>
                </c:pt>
                <c:pt idx="1967">
                  <c:v>236.65681177617267</c:v>
                </c:pt>
                <c:pt idx="1968">
                  <c:v>239.40572701440246</c:v>
                </c:pt>
                <c:pt idx="1969">
                  <c:v>234.09116396738318</c:v>
                </c:pt>
                <c:pt idx="1970">
                  <c:v>232.28871127608002</c:v>
                </c:pt>
                <c:pt idx="1971">
                  <c:v>231.80714466733696</c:v>
                </c:pt>
                <c:pt idx="1972">
                  <c:v>233.37997364577257</c:v>
                </c:pt>
                <c:pt idx="1973">
                  <c:v>231.7391701112056</c:v>
                </c:pt>
                <c:pt idx="1974">
                  <c:v>235.69447567236537</c:v>
                </c:pt>
                <c:pt idx="1975">
                  <c:v>235.19342100850821</c:v>
                </c:pt>
                <c:pt idx="1976">
                  <c:v>234.20729518438887</c:v>
                </c:pt>
                <c:pt idx="1977">
                  <c:v>233.15364833433475</c:v>
                </c:pt>
                <c:pt idx="1978">
                  <c:v>231.5119514827139</c:v>
                </c:pt>
                <c:pt idx="1979">
                  <c:v>231.26954646430607</c:v>
                </c:pt>
                <c:pt idx="1980">
                  <c:v>231.34659162436924</c:v>
                </c:pt>
                <c:pt idx="1981">
                  <c:v>234.14579374106339</c:v>
                </c:pt>
                <c:pt idx="1982">
                  <c:v>235.36687569369505</c:v>
                </c:pt>
                <c:pt idx="1983">
                  <c:v>234.33308796891586</c:v>
                </c:pt>
                <c:pt idx="1984">
                  <c:v>236.37196732603542</c:v>
                </c:pt>
                <c:pt idx="1985">
                  <c:v>238.16539064342464</c:v>
                </c:pt>
                <c:pt idx="1986">
                  <c:v>238.04198919993425</c:v>
                </c:pt>
                <c:pt idx="1987">
                  <c:v>236.41858473290918</c:v>
                </c:pt>
                <c:pt idx="1988">
                  <c:v>235.95748195636983</c:v>
                </c:pt>
                <c:pt idx="1989">
                  <c:v>237.46788868774746</c:v>
                </c:pt>
                <c:pt idx="1990">
                  <c:v>239.23067810185793</c:v>
                </c:pt>
                <c:pt idx="1991">
                  <c:v>237.00056017850946</c:v>
                </c:pt>
                <c:pt idx="1992">
                  <c:v>236.41385702419322</c:v>
                </c:pt>
                <c:pt idx="1993">
                  <c:v>234.53482644636276</c:v>
                </c:pt>
                <c:pt idx="1994">
                  <c:v>237.40535649397518</c:v>
                </c:pt>
                <c:pt idx="1995">
                  <c:v>244.44778712996745</c:v>
                </c:pt>
                <c:pt idx="1996">
                  <c:v>241.52418030601467</c:v>
                </c:pt>
                <c:pt idx="1997">
                  <c:v>242.76385699670652</c:v>
                </c:pt>
                <c:pt idx="1998">
                  <c:v>241.8977517546121</c:v>
                </c:pt>
                <c:pt idx="1999">
                  <c:v>238.89396628923791</c:v>
                </c:pt>
                <c:pt idx="2000">
                  <c:v>238.74115409966558</c:v>
                </c:pt>
                <c:pt idx="2001">
                  <c:v>238.27012863215842</c:v>
                </c:pt>
                <c:pt idx="2002">
                  <c:v>238.20732157160032</c:v>
                </c:pt>
                <c:pt idx="2003">
                  <c:v>244.00964947338272</c:v>
                </c:pt>
                <c:pt idx="2004">
                  <c:v>242.87726703253267</c:v>
                </c:pt>
                <c:pt idx="2005">
                  <c:v>239.19175696498689</c:v>
                </c:pt>
                <c:pt idx="2006">
                  <c:v>240.96809731163791</c:v>
                </c:pt>
                <c:pt idx="2007">
                  <c:v>242.6589266012227</c:v>
                </c:pt>
                <c:pt idx="2008">
                  <c:v>238.97652252835661</c:v>
                </c:pt>
                <c:pt idx="2009">
                  <c:v>243.47543213181731</c:v>
                </c:pt>
                <c:pt idx="2010">
                  <c:v>244.63006503897884</c:v>
                </c:pt>
                <c:pt idx="2011">
                  <c:v>244.63176921305089</c:v>
                </c:pt>
                <c:pt idx="2012">
                  <c:v>244.48709308033861</c:v>
                </c:pt>
                <c:pt idx="2013">
                  <c:v>244.25510551311305</c:v>
                </c:pt>
                <c:pt idx="2014">
                  <c:v>241.25931867120599</c:v>
                </c:pt>
                <c:pt idx="2015">
                  <c:v>237.09104632439886</c:v>
                </c:pt>
                <c:pt idx="2016">
                  <c:v>236.63271970239623</c:v>
                </c:pt>
                <c:pt idx="2017">
                  <c:v>230.71581358094798</c:v>
                </c:pt>
                <c:pt idx="2018">
                  <c:v>230.18866031577795</c:v>
                </c:pt>
                <c:pt idx="2019">
                  <c:v>229.65250516337258</c:v>
                </c:pt>
                <c:pt idx="2020">
                  <c:v>229.42333498070161</c:v>
                </c:pt>
                <c:pt idx="2021">
                  <c:v>229.21631906096709</c:v>
                </c:pt>
                <c:pt idx="2022">
                  <c:v>228.59964168365798</c:v>
                </c:pt>
                <c:pt idx="2023">
                  <c:v>230.65483438451554</c:v>
                </c:pt>
                <c:pt idx="2024">
                  <c:v>230.78797985556298</c:v>
                </c:pt>
                <c:pt idx="2025">
                  <c:v>235.05470948504805</c:v>
                </c:pt>
                <c:pt idx="2026">
                  <c:v>236.2572379296374</c:v>
                </c:pt>
                <c:pt idx="2027">
                  <c:v>239.92681946694532</c:v>
                </c:pt>
                <c:pt idx="2028">
                  <c:v>239.93982066591425</c:v>
                </c:pt>
                <c:pt idx="2029">
                  <c:v>240.69453614305826</c:v>
                </c:pt>
                <c:pt idx="2030">
                  <c:v>241.42184740165678</c:v>
                </c:pt>
                <c:pt idx="2031">
                  <c:v>243.8326490066589</c:v>
                </c:pt>
                <c:pt idx="2032">
                  <c:v>246.99870207903737</c:v>
                </c:pt>
                <c:pt idx="2033">
                  <c:v>254.53363902184805</c:v>
                </c:pt>
                <c:pt idx="2034">
                  <c:v>254.51033031841118</c:v>
                </c:pt>
                <c:pt idx="2035">
                  <c:v>254.45401011399824</c:v>
                </c:pt>
                <c:pt idx="2036">
                  <c:v>257.50460539299627</c:v>
                </c:pt>
                <c:pt idx="2037">
                  <c:v>255.11628789107357</c:v>
                </c:pt>
                <c:pt idx="2038">
                  <c:v>258.74391101352728</c:v>
                </c:pt>
                <c:pt idx="2039">
                  <c:v>257.28478068104295</c:v>
                </c:pt>
                <c:pt idx="2040">
                  <c:v>254.94015325472509</c:v>
                </c:pt>
                <c:pt idx="2041">
                  <c:v>256.31690601150149</c:v>
                </c:pt>
                <c:pt idx="2042">
                  <c:v>255.00444459592657</c:v>
                </c:pt>
                <c:pt idx="2043">
                  <c:v>255.61515736398354</c:v>
                </c:pt>
                <c:pt idx="2044">
                  <c:v>254.56673298285983</c:v>
                </c:pt>
                <c:pt idx="2045">
                  <c:v>256.44466409354703</c:v>
                </c:pt>
                <c:pt idx="2046">
                  <c:v>257.58167803973805</c:v>
                </c:pt>
                <c:pt idx="2047">
                  <c:v>255.37060838464637</c:v>
                </c:pt>
                <c:pt idx="2048">
                  <c:v>252.83059190363389</c:v>
                </c:pt>
                <c:pt idx="2049">
                  <c:v>252.15847389562646</c:v>
                </c:pt>
                <c:pt idx="2050">
                  <c:v>251.49091867626353</c:v>
                </c:pt>
                <c:pt idx="2051">
                  <c:v>252.64049403456613</c:v>
                </c:pt>
                <c:pt idx="2052">
                  <c:v>256.09343590815826</c:v>
                </c:pt>
              </c:numCache>
            </c:numRef>
          </c:val>
          <c:smooth val="0"/>
          <c:extLst>
            <c:ext xmlns:c16="http://schemas.microsoft.com/office/drawing/2014/chart" uri="{C3380CC4-5D6E-409C-BE32-E72D297353CC}">
              <c16:uniqueId val="{00000001-1083-41C2-81F5-25B708EB6038}"/>
            </c:ext>
          </c:extLst>
        </c:ser>
        <c:dLbls>
          <c:showLegendKey val="0"/>
          <c:showVal val="0"/>
          <c:showCatName val="0"/>
          <c:showSerName val="0"/>
          <c:showPercent val="0"/>
          <c:showBubbleSize val="0"/>
        </c:dLbls>
        <c:smooth val="0"/>
        <c:axId val="466100159"/>
        <c:axId val="466101119"/>
      </c:lineChart>
      <c:dateAx>
        <c:axId val="466100159"/>
        <c:scaling>
          <c:orientation val="minMax"/>
        </c:scaling>
        <c:delete val="0"/>
        <c:axPos val="b"/>
        <c:numFmt formatCode="[$-409]mmm\-yy;@"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466101119"/>
        <c:crosses val="autoZero"/>
        <c:auto val="0"/>
        <c:lblOffset val="100"/>
        <c:baseTimeUnit val="days"/>
        <c:majorUnit val="6"/>
        <c:majorTimeUnit val="months"/>
      </c:dateAx>
      <c:valAx>
        <c:axId val="466101119"/>
        <c:scaling>
          <c:orientation val="minMax"/>
        </c:scaling>
        <c:delete val="0"/>
        <c:axPos val="l"/>
        <c:majorGridlines>
          <c:spPr>
            <a:ln w="6350" cap="flat" cmpd="sng" algn="ctr">
              <a:solidFill>
                <a:schemeClr val="tx1">
                  <a:lumMod val="15000"/>
                  <a:lumOff val="85000"/>
                </a:schemeClr>
              </a:solidFill>
              <a:prstDash val="dash"/>
              <a:round/>
            </a:ln>
            <a:effectLst/>
          </c:spPr>
        </c:maj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466100159"/>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173015517547687"/>
          <c:y val="0.17678300842334049"/>
          <c:w val="0.83515268757772554"/>
          <c:h val="0.6985361541312215"/>
        </c:manualLayout>
      </c:layout>
      <c:lineChart>
        <c:grouping val="standard"/>
        <c:varyColors val="0"/>
        <c:ser>
          <c:idx val="0"/>
          <c:order val="0"/>
          <c:tx>
            <c:v>XP Top Small Caps Portfolio</c:v>
          </c:tx>
          <c:spPr>
            <a:ln w="22225" cap="rnd">
              <a:solidFill>
                <a:srgbClr val="8EB3DF"/>
              </a:solidFill>
              <a:round/>
            </a:ln>
            <a:effectLst/>
          </c:spPr>
          <c:marker>
            <c:symbol val="none"/>
          </c:marker>
          <c:cat>
            <c:numRef>
              <c:f>'Charts Base 100'!$G$4:$G$1357</c:f>
              <c:numCache>
                <c:formatCode>m/d/yyyy</c:formatCode>
                <c:ptCount val="1354"/>
                <c:pt idx="0">
                  <c:v>44316</c:v>
                </c:pt>
                <c:pt idx="1">
                  <c:v>44319</c:v>
                </c:pt>
                <c:pt idx="2">
                  <c:v>44320</c:v>
                </c:pt>
                <c:pt idx="3">
                  <c:v>44321</c:v>
                </c:pt>
                <c:pt idx="4">
                  <c:v>44322</c:v>
                </c:pt>
                <c:pt idx="5">
                  <c:v>44323</c:v>
                </c:pt>
                <c:pt idx="6">
                  <c:v>44326</c:v>
                </c:pt>
                <c:pt idx="7">
                  <c:v>44327</c:v>
                </c:pt>
                <c:pt idx="8">
                  <c:v>44328</c:v>
                </c:pt>
                <c:pt idx="9">
                  <c:v>44329</c:v>
                </c:pt>
                <c:pt idx="10">
                  <c:v>44330</c:v>
                </c:pt>
                <c:pt idx="11">
                  <c:v>44333</c:v>
                </c:pt>
                <c:pt idx="12">
                  <c:v>44334</c:v>
                </c:pt>
                <c:pt idx="13">
                  <c:v>44335</c:v>
                </c:pt>
                <c:pt idx="14">
                  <c:v>44336</c:v>
                </c:pt>
                <c:pt idx="15">
                  <c:v>44337</c:v>
                </c:pt>
                <c:pt idx="16">
                  <c:v>44340</c:v>
                </c:pt>
                <c:pt idx="17">
                  <c:v>44341</c:v>
                </c:pt>
                <c:pt idx="18">
                  <c:v>44342</c:v>
                </c:pt>
                <c:pt idx="19">
                  <c:v>44343</c:v>
                </c:pt>
                <c:pt idx="20">
                  <c:v>44344</c:v>
                </c:pt>
                <c:pt idx="21">
                  <c:v>44347</c:v>
                </c:pt>
                <c:pt idx="22">
                  <c:v>44348</c:v>
                </c:pt>
                <c:pt idx="23">
                  <c:v>44349</c:v>
                </c:pt>
                <c:pt idx="24">
                  <c:v>44351</c:v>
                </c:pt>
                <c:pt idx="25">
                  <c:v>44354</c:v>
                </c:pt>
                <c:pt idx="26">
                  <c:v>44355</c:v>
                </c:pt>
                <c:pt idx="27">
                  <c:v>44356</c:v>
                </c:pt>
                <c:pt idx="28">
                  <c:v>44357</c:v>
                </c:pt>
                <c:pt idx="29">
                  <c:v>44358</c:v>
                </c:pt>
                <c:pt idx="30">
                  <c:v>44361</c:v>
                </c:pt>
                <c:pt idx="31">
                  <c:v>44362</c:v>
                </c:pt>
                <c:pt idx="32">
                  <c:v>44363</c:v>
                </c:pt>
                <c:pt idx="33">
                  <c:v>44364</c:v>
                </c:pt>
                <c:pt idx="34">
                  <c:v>44365</c:v>
                </c:pt>
                <c:pt idx="35">
                  <c:v>44368</c:v>
                </c:pt>
                <c:pt idx="36">
                  <c:v>44369</c:v>
                </c:pt>
                <c:pt idx="37">
                  <c:v>44370</c:v>
                </c:pt>
                <c:pt idx="38">
                  <c:v>44371</c:v>
                </c:pt>
                <c:pt idx="39">
                  <c:v>44372</c:v>
                </c:pt>
                <c:pt idx="40">
                  <c:v>44375</c:v>
                </c:pt>
                <c:pt idx="41">
                  <c:v>44376</c:v>
                </c:pt>
                <c:pt idx="42">
                  <c:v>44377</c:v>
                </c:pt>
                <c:pt idx="43">
                  <c:v>44378</c:v>
                </c:pt>
                <c:pt idx="44">
                  <c:v>44379</c:v>
                </c:pt>
                <c:pt idx="45">
                  <c:v>44382</c:v>
                </c:pt>
                <c:pt idx="46">
                  <c:v>44383</c:v>
                </c:pt>
                <c:pt idx="47">
                  <c:v>44384</c:v>
                </c:pt>
                <c:pt idx="48">
                  <c:v>44385</c:v>
                </c:pt>
                <c:pt idx="49">
                  <c:v>44389</c:v>
                </c:pt>
                <c:pt idx="50">
                  <c:v>44390</c:v>
                </c:pt>
                <c:pt idx="51">
                  <c:v>44391</c:v>
                </c:pt>
                <c:pt idx="52">
                  <c:v>44392</c:v>
                </c:pt>
                <c:pt idx="53">
                  <c:v>44393</c:v>
                </c:pt>
                <c:pt idx="54">
                  <c:v>44396</c:v>
                </c:pt>
                <c:pt idx="55">
                  <c:v>44397</c:v>
                </c:pt>
                <c:pt idx="56">
                  <c:v>44398</c:v>
                </c:pt>
                <c:pt idx="57">
                  <c:v>44399</c:v>
                </c:pt>
                <c:pt idx="58">
                  <c:v>44400</c:v>
                </c:pt>
                <c:pt idx="59">
                  <c:v>44403</c:v>
                </c:pt>
                <c:pt idx="60">
                  <c:v>44404</c:v>
                </c:pt>
                <c:pt idx="61">
                  <c:v>44405</c:v>
                </c:pt>
                <c:pt idx="62">
                  <c:v>44406</c:v>
                </c:pt>
                <c:pt idx="63">
                  <c:v>44407</c:v>
                </c:pt>
                <c:pt idx="64">
                  <c:v>44410</c:v>
                </c:pt>
                <c:pt idx="65">
                  <c:v>44411</c:v>
                </c:pt>
                <c:pt idx="66">
                  <c:v>44412</c:v>
                </c:pt>
                <c:pt idx="67">
                  <c:v>44413</c:v>
                </c:pt>
                <c:pt idx="68">
                  <c:v>44414</c:v>
                </c:pt>
                <c:pt idx="69">
                  <c:v>44417</c:v>
                </c:pt>
                <c:pt idx="70">
                  <c:v>44418</c:v>
                </c:pt>
                <c:pt idx="71">
                  <c:v>44419</c:v>
                </c:pt>
                <c:pt idx="72">
                  <c:v>44420</c:v>
                </c:pt>
                <c:pt idx="73">
                  <c:v>44421</c:v>
                </c:pt>
                <c:pt idx="74">
                  <c:v>44424</c:v>
                </c:pt>
                <c:pt idx="75">
                  <c:v>44425</c:v>
                </c:pt>
                <c:pt idx="76">
                  <c:v>44426</c:v>
                </c:pt>
                <c:pt idx="77">
                  <c:v>44427</c:v>
                </c:pt>
                <c:pt idx="78">
                  <c:v>44428</c:v>
                </c:pt>
                <c:pt idx="79">
                  <c:v>44431</c:v>
                </c:pt>
                <c:pt idx="80">
                  <c:v>44432</c:v>
                </c:pt>
                <c:pt idx="81">
                  <c:v>44433</c:v>
                </c:pt>
                <c:pt idx="82">
                  <c:v>44434</c:v>
                </c:pt>
                <c:pt idx="83">
                  <c:v>44435</c:v>
                </c:pt>
                <c:pt idx="84">
                  <c:v>44438</c:v>
                </c:pt>
                <c:pt idx="85">
                  <c:v>44439</c:v>
                </c:pt>
                <c:pt idx="86">
                  <c:v>44440</c:v>
                </c:pt>
                <c:pt idx="87">
                  <c:v>44441</c:v>
                </c:pt>
                <c:pt idx="88">
                  <c:v>44442</c:v>
                </c:pt>
                <c:pt idx="89">
                  <c:v>44445</c:v>
                </c:pt>
                <c:pt idx="90">
                  <c:v>44447</c:v>
                </c:pt>
                <c:pt idx="91">
                  <c:v>44448</c:v>
                </c:pt>
                <c:pt idx="92">
                  <c:v>44449</c:v>
                </c:pt>
                <c:pt idx="93">
                  <c:v>44452</c:v>
                </c:pt>
                <c:pt idx="94">
                  <c:v>44453</c:v>
                </c:pt>
                <c:pt idx="95">
                  <c:v>44454</c:v>
                </c:pt>
                <c:pt idx="96">
                  <c:v>44455</c:v>
                </c:pt>
                <c:pt idx="97">
                  <c:v>44456</c:v>
                </c:pt>
                <c:pt idx="98">
                  <c:v>44459</c:v>
                </c:pt>
                <c:pt idx="99">
                  <c:v>44460</c:v>
                </c:pt>
                <c:pt idx="100">
                  <c:v>44461</c:v>
                </c:pt>
                <c:pt idx="101">
                  <c:v>44462</c:v>
                </c:pt>
                <c:pt idx="102">
                  <c:v>44463</c:v>
                </c:pt>
                <c:pt idx="103">
                  <c:v>44466</c:v>
                </c:pt>
                <c:pt idx="104">
                  <c:v>44467</c:v>
                </c:pt>
                <c:pt idx="105">
                  <c:v>44468</c:v>
                </c:pt>
                <c:pt idx="106">
                  <c:v>44469</c:v>
                </c:pt>
                <c:pt idx="107">
                  <c:v>44470</c:v>
                </c:pt>
                <c:pt idx="108">
                  <c:v>44473</c:v>
                </c:pt>
                <c:pt idx="109">
                  <c:v>44474</c:v>
                </c:pt>
                <c:pt idx="110">
                  <c:v>44475</c:v>
                </c:pt>
                <c:pt idx="111">
                  <c:v>44476</c:v>
                </c:pt>
                <c:pt idx="112">
                  <c:v>44477</c:v>
                </c:pt>
                <c:pt idx="113">
                  <c:v>44480</c:v>
                </c:pt>
                <c:pt idx="114">
                  <c:v>44482</c:v>
                </c:pt>
                <c:pt idx="115">
                  <c:v>44483</c:v>
                </c:pt>
                <c:pt idx="116">
                  <c:v>44484</c:v>
                </c:pt>
                <c:pt idx="117">
                  <c:v>44487</c:v>
                </c:pt>
                <c:pt idx="118">
                  <c:v>44488</c:v>
                </c:pt>
                <c:pt idx="119">
                  <c:v>44489</c:v>
                </c:pt>
                <c:pt idx="120">
                  <c:v>44490</c:v>
                </c:pt>
                <c:pt idx="121">
                  <c:v>44491</c:v>
                </c:pt>
                <c:pt idx="122">
                  <c:v>44494</c:v>
                </c:pt>
                <c:pt idx="123">
                  <c:v>44495</c:v>
                </c:pt>
                <c:pt idx="124">
                  <c:v>44496</c:v>
                </c:pt>
                <c:pt idx="125">
                  <c:v>44497</c:v>
                </c:pt>
                <c:pt idx="126">
                  <c:v>44498</c:v>
                </c:pt>
                <c:pt idx="127">
                  <c:v>44501</c:v>
                </c:pt>
                <c:pt idx="128">
                  <c:v>44503</c:v>
                </c:pt>
                <c:pt idx="129">
                  <c:v>44504</c:v>
                </c:pt>
                <c:pt idx="130">
                  <c:v>44505</c:v>
                </c:pt>
                <c:pt idx="131">
                  <c:v>44508</c:v>
                </c:pt>
                <c:pt idx="132">
                  <c:v>44509</c:v>
                </c:pt>
                <c:pt idx="133">
                  <c:v>44510</c:v>
                </c:pt>
                <c:pt idx="134">
                  <c:v>44511</c:v>
                </c:pt>
                <c:pt idx="135">
                  <c:v>44512</c:v>
                </c:pt>
                <c:pt idx="136">
                  <c:v>44516</c:v>
                </c:pt>
                <c:pt idx="137">
                  <c:v>44517</c:v>
                </c:pt>
                <c:pt idx="138">
                  <c:v>44518</c:v>
                </c:pt>
                <c:pt idx="139">
                  <c:v>44519</c:v>
                </c:pt>
                <c:pt idx="140">
                  <c:v>44522</c:v>
                </c:pt>
                <c:pt idx="141">
                  <c:v>44523</c:v>
                </c:pt>
                <c:pt idx="142">
                  <c:v>44524</c:v>
                </c:pt>
                <c:pt idx="143">
                  <c:v>44525</c:v>
                </c:pt>
                <c:pt idx="144">
                  <c:v>44526</c:v>
                </c:pt>
                <c:pt idx="145">
                  <c:v>44529</c:v>
                </c:pt>
                <c:pt idx="146">
                  <c:v>44530</c:v>
                </c:pt>
                <c:pt idx="147">
                  <c:v>44531</c:v>
                </c:pt>
                <c:pt idx="148">
                  <c:v>44532</c:v>
                </c:pt>
                <c:pt idx="149">
                  <c:v>44533</c:v>
                </c:pt>
                <c:pt idx="150">
                  <c:v>44536</c:v>
                </c:pt>
                <c:pt idx="151">
                  <c:v>44537</c:v>
                </c:pt>
                <c:pt idx="152">
                  <c:v>44538</c:v>
                </c:pt>
                <c:pt idx="153">
                  <c:v>44539</c:v>
                </c:pt>
                <c:pt idx="154">
                  <c:v>44540</c:v>
                </c:pt>
                <c:pt idx="155">
                  <c:v>44543</c:v>
                </c:pt>
                <c:pt idx="156">
                  <c:v>44544</c:v>
                </c:pt>
                <c:pt idx="157">
                  <c:v>44545</c:v>
                </c:pt>
                <c:pt idx="158">
                  <c:v>44546</c:v>
                </c:pt>
                <c:pt idx="159">
                  <c:v>44547</c:v>
                </c:pt>
                <c:pt idx="160">
                  <c:v>44550</c:v>
                </c:pt>
                <c:pt idx="161">
                  <c:v>44551</c:v>
                </c:pt>
                <c:pt idx="162">
                  <c:v>44552</c:v>
                </c:pt>
                <c:pt idx="163">
                  <c:v>44553</c:v>
                </c:pt>
                <c:pt idx="164">
                  <c:v>44557</c:v>
                </c:pt>
                <c:pt idx="165">
                  <c:v>44558</c:v>
                </c:pt>
                <c:pt idx="166">
                  <c:v>44559</c:v>
                </c:pt>
                <c:pt idx="167">
                  <c:v>44560</c:v>
                </c:pt>
                <c:pt idx="168">
                  <c:v>44564</c:v>
                </c:pt>
                <c:pt idx="169">
                  <c:v>44565</c:v>
                </c:pt>
                <c:pt idx="170">
                  <c:v>44566</c:v>
                </c:pt>
                <c:pt idx="171">
                  <c:v>44567</c:v>
                </c:pt>
                <c:pt idx="172">
                  <c:v>44568</c:v>
                </c:pt>
                <c:pt idx="173">
                  <c:v>44571</c:v>
                </c:pt>
                <c:pt idx="174">
                  <c:v>44572</c:v>
                </c:pt>
                <c:pt idx="175">
                  <c:v>44573</c:v>
                </c:pt>
                <c:pt idx="176">
                  <c:v>44574</c:v>
                </c:pt>
                <c:pt idx="177">
                  <c:v>44575</c:v>
                </c:pt>
                <c:pt idx="178">
                  <c:v>44578</c:v>
                </c:pt>
                <c:pt idx="179">
                  <c:v>44579</c:v>
                </c:pt>
                <c:pt idx="180">
                  <c:v>44580</c:v>
                </c:pt>
                <c:pt idx="181">
                  <c:v>44581</c:v>
                </c:pt>
                <c:pt idx="182">
                  <c:v>44582</c:v>
                </c:pt>
                <c:pt idx="183">
                  <c:v>44585</c:v>
                </c:pt>
                <c:pt idx="184">
                  <c:v>44586</c:v>
                </c:pt>
                <c:pt idx="185">
                  <c:v>44587</c:v>
                </c:pt>
                <c:pt idx="186">
                  <c:v>44588</c:v>
                </c:pt>
                <c:pt idx="187">
                  <c:v>44589</c:v>
                </c:pt>
                <c:pt idx="188">
                  <c:v>44592</c:v>
                </c:pt>
                <c:pt idx="189">
                  <c:v>44593</c:v>
                </c:pt>
                <c:pt idx="190">
                  <c:v>44594</c:v>
                </c:pt>
                <c:pt idx="191">
                  <c:v>44595</c:v>
                </c:pt>
                <c:pt idx="192">
                  <c:v>44596</c:v>
                </c:pt>
                <c:pt idx="193">
                  <c:v>44599</c:v>
                </c:pt>
                <c:pt idx="194">
                  <c:v>44600</c:v>
                </c:pt>
                <c:pt idx="195">
                  <c:v>44601</c:v>
                </c:pt>
                <c:pt idx="196">
                  <c:v>44602</c:v>
                </c:pt>
                <c:pt idx="197">
                  <c:v>44603</c:v>
                </c:pt>
                <c:pt idx="198">
                  <c:v>44606</c:v>
                </c:pt>
                <c:pt idx="199">
                  <c:v>44607</c:v>
                </c:pt>
                <c:pt idx="200">
                  <c:v>44608</c:v>
                </c:pt>
                <c:pt idx="201">
                  <c:v>44609</c:v>
                </c:pt>
                <c:pt idx="202">
                  <c:v>44610</c:v>
                </c:pt>
                <c:pt idx="203">
                  <c:v>44613</c:v>
                </c:pt>
                <c:pt idx="204">
                  <c:v>44614</c:v>
                </c:pt>
                <c:pt idx="205">
                  <c:v>44615</c:v>
                </c:pt>
                <c:pt idx="206">
                  <c:v>44616</c:v>
                </c:pt>
                <c:pt idx="207">
                  <c:v>44617</c:v>
                </c:pt>
                <c:pt idx="208">
                  <c:v>44622</c:v>
                </c:pt>
                <c:pt idx="209">
                  <c:v>44623</c:v>
                </c:pt>
                <c:pt idx="210">
                  <c:v>44624</c:v>
                </c:pt>
                <c:pt idx="211">
                  <c:v>44627</c:v>
                </c:pt>
                <c:pt idx="212">
                  <c:v>44628</c:v>
                </c:pt>
                <c:pt idx="213">
                  <c:v>44629</c:v>
                </c:pt>
                <c:pt idx="214">
                  <c:v>44630</c:v>
                </c:pt>
                <c:pt idx="215">
                  <c:v>44631</c:v>
                </c:pt>
                <c:pt idx="216">
                  <c:v>44634</c:v>
                </c:pt>
                <c:pt idx="217">
                  <c:v>44635</c:v>
                </c:pt>
                <c:pt idx="218">
                  <c:v>44636</c:v>
                </c:pt>
                <c:pt idx="219">
                  <c:v>44637</c:v>
                </c:pt>
                <c:pt idx="220">
                  <c:v>44638</c:v>
                </c:pt>
                <c:pt idx="221">
                  <c:v>44641</c:v>
                </c:pt>
                <c:pt idx="222">
                  <c:v>44642</c:v>
                </c:pt>
                <c:pt idx="223">
                  <c:v>44643</c:v>
                </c:pt>
                <c:pt idx="224">
                  <c:v>44644</c:v>
                </c:pt>
                <c:pt idx="225">
                  <c:v>44645</c:v>
                </c:pt>
                <c:pt idx="226">
                  <c:v>44648</c:v>
                </c:pt>
                <c:pt idx="227">
                  <c:v>44649</c:v>
                </c:pt>
                <c:pt idx="228">
                  <c:v>44650</c:v>
                </c:pt>
                <c:pt idx="229">
                  <c:v>44651</c:v>
                </c:pt>
                <c:pt idx="230">
                  <c:v>44652</c:v>
                </c:pt>
                <c:pt idx="231">
                  <c:v>44655</c:v>
                </c:pt>
                <c:pt idx="232">
                  <c:v>44656</c:v>
                </c:pt>
                <c:pt idx="233">
                  <c:v>44657</c:v>
                </c:pt>
                <c:pt idx="234">
                  <c:v>44658</c:v>
                </c:pt>
                <c:pt idx="235">
                  <c:v>44659</c:v>
                </c:pt>
                <c:pt idx="236">
                  <c:v>44662</c:v>
                </c:pt>
                <c:pt idx="237">
                  <c:v>44663</c:v>
                </c:pt>
                <c:pt idx="238">
                  <c:v>44664</c:v>
                </c:pt>
                <c:pt idx="239">
                  <c:v>44665</c:v>
                </c:pt>
                <c:pt idx="240">
                  <c:v>44669</c:v>
                </c:pt>
                <c:pt idx="241">
                  <c:v>44670</c:v>
                </c:pt>
                <c:pt idx="242">
                  <c:v>44671</c:v>
                </c:pt>
                <c:pt idx="243">
                  <c:v>44673</c:v>
                </c:pt>
                <c:pt idx="244">
                  <c:v>44676</c:v>
                </c:pt>
                <c:pt idx="245">
                  <c:v>44677</c:v>
                </c:pt>
                <c:pt idx="246">
                  <c:v>44678</c:v>
                </c:pt>
                <c:pt idx="247">
                  <c:v>44679</c:v>
                </c:pt>
                <c:pt idx="248">
                  <c:v>44680</c:v>
                </c:pt>
                <c:pt idx="249">
                  <c:v>44683</c:v>
                </c:pt>
                <c:pt idx="250">
                  <c:v>44684</c:v>
                </c:pt>
                <c:pt idx="251">
                  <c:v>44685</c:v>
                </c:pt>
                <c:pt idx="252">
                  <c:v>44686</c:v>
                </c:pt>
                <c:pt idx="253">
                  <c:v>44687</c:v>
                </c:pt>
                <c:pt idx="254">
                  <c:v>44690</c:v>
                </c:pt>
                <c:pt idx="255">
                  <c:v>44691</c:v>
                </c:pt>
                <c:pt idx="256">
                  <c:v>44692</c:v>
                </c:pt>
                <c:pt idx="257">
                  <c:v>44693</c:v>
                </c:pt>
                <c:pt idx="258">
                  <c:v>44694</c:v>
                </c:pt>
                <c:pt idx="259">
                  <c:v>44697</c:v>
                </c:pt>
                <c:pt idx="260">
                  <c:v>44698</c:v>
                </c:pt>
                <c:pt idx="261">
                  <c:v>44699</c:v>
                </c:pt>
                <c:pt idx="262">
                  <c:v>44700</c:v>
                </c:pt>
                <c:pt idx="263">
                  <c:v>44701</c:v>
                </c:pt>
                <c:pt idx="264">
                  <c:v>44704</c:v>
                </c:pt>
                <c:pt idx="265">
                  <c:v>44705</c:v>
                </c:pt>
                <c:pt idx="266">
                  <c:v>44706</c:v>
                </c:pt>
                <c:pt idx="267">
                  <c:v>44707</c:v>
                </c:pt>
                <c:pt idx="268">
                  <c:v>44708</c:v>
                </c:pt>
                <c:pt idx="269">
                  <c:v>44711</c:v>
                </c:pt>
                <c:pt idx="270">
                  <c:v>44712</c:v>
                </c:pt>
                <c:pt idx="271">
                  <c:v>44713</c:v>
                </c:pt>
                <c:pt idx="272">
                  <c:v>44714</c:v>
                </c:pt>
                <c:pt idx="273">
                  <c:v>44715</c:v>
                </c:pt>
                <c:pt idx="274">
                  <c:v>44718</c:v>
                </c:pt>
                <c:pt idx="275">
                  <c:v>44719</c:v>
                </c:pt>
                <c:pt idx="276">
                  <c:v>44720</c:v>
                </c:pt>
                <c:pt idx="277">
                  <c:v>44721</c:v>
                </c:pt>
                <c:pt idx="278">
                  <c:v>44722</c:v>
                </c:pt>
                <c:pt idx="279">
                  <c:v>44725</c:v>
                </c:pt>
                <c:pt idx="280">
                  <c:v>44726</c:v>
                </c:pt>
                <c:pt idx="281">
                  <c:v>44727</c:v>
                </c:pt>
                <c:pt idx="282">
                  <c:v>44729</c:v>
                </c:pt>
                <c:pt idx="283">
                  <c:v>44732</c:v>
                </c:pt>
                <c:pt idx="284">
                  <c:v>44733</c:v>
                </c:pt>
                <c:pt idx="285">
                  <c:v>44734</c:v>
                </c:pt>
                <c:pt idx="286">
                  <c:v>44735</c:v>
                </c:pt>
                <c:pt idx="287">
                  <c:v>44736</c:v>
                </c:pt>
                <c:pt idx="288">
                  <c:v>44739</c:v>
                </c:pt>
                <c:pt idx="289">
                  <c:v>44740</c:v>
                </c:pt>
                <c:pt idx="290">
                  <c:v>44741</c:v>
                </c:pt>
                <c:pt idx="291">
                  <c:v>44742</c:v>
                </c:pt>
                <c:pt idx="292">
                  <c:v>44743</c:v>
                </c:pt>
                <c:pt idx="293">
                  <c:v>44746</c:v>
                </c:pt>
                <c:pt idx="294">
                  <c:v>44747</c:v>
                </c:pt>
                <c:pt idx="295">
                  <c:v>44748</c:v>
                </c:pt>
                <c:pt idx="296">
                  <c:v>44749</c:v>
                </c:pt>
                <c:pt idx="297">
                  <c:v>44750</c:v>
                </c:pt>
                <c:pt idx="298">
                  <c:v>44753</c:v>
                </c:pt>
                <c:pt idx="299">
                  <c:v>44754</c:v>
                </c:pt>
                <c:pt idx="300">
                  <c:v>44755</c:v>
                </c:pt>
                <c:pt idx="301">
                  <c:v>44756</c:v>
                </c:pt>
                <c:pt idx="302">
                  <c:v>44757</c:v>
                </c:pt>
                <c:pt idx="303">
                  <c:v>44760</c:v>
                </c:pt>
                <c:pt idx="304">
                  <c:v>44761</c:v>
                </c:pt>
                <c:pt idx="305">
                  <c:v>44762</c:v>
                </c:pt>
                <c:pt idx="306">
                  <c:v>44763</c:v>
                </c:pt>
                <c:pt idx="307">
                  <c:v>44764</c:v>
                </c:pt>
                <c:pt idx="308">
                  <c:v>44767</c:v>
                </c:pt>
                <c:pt idx="309">
                  <c:v>44768</c:v>
                </c:pt>
                <c:pt idx="310">
                  <c:v>44769</c:v>
                </c:pt>
                <c:pt idx="311">
                  <c:v>44770</c:v>
                </c:pt>
                <c:pt idx="312">
                  <c:v>44771</c:v>
                </c:pt>
                <c:pt idx="313">
                  <c:v>44774</c:v>
                </c:pt>
                <c:pt idx="314">
                  <c:v>44775</c:v>
                </c:pt>
                <c:pt idx="315">
                  <c:v>44776</c:v>
                </c:pt>
                <c:pt idx="316">
                  <c:v>44777</c:v>
                </c:pt>
                <c:pt idx="317">
                  <c:v>44778</c:v>
                </c:pt>
                <c:pt idx="318">
                  <c:v>44781</c:v>
                </c:pt>
                <c:pt idx="319">
                  <c:v>44782</c:v>
                </c:pt>
                <c:pt idx="320">
                  <c:v>44783</c:v>
                </c:pt>
                <c:pt idx="321">
                  <c:v>44784</c:v>
                </c:pt>
                <c:pt idx="322">
                  <c:v>44785</c:v>
                </c:pt>
                <c:pt idx="323">
                  <c:v>44788</c:v>
                </c:pt>
                <c:pt idx="324">
                  <c:v>44789</c:v>
                </c:pt>
                <c:pt idx="325">
                  <c:v>44790</c:v>
                </c:pt>
                <c:pt idx="326">
                  <c:v>44791</c:v>
                </c:pt>
                <c:pt idx="327">
                  <c:v>44792</c:v>
                </c:pt>
                <c:pt idx="328">
                  <c:v>44795</c:v>
                </c:pt>
                <c:pt idx="329">
                  <c:v>44796</c:v>
                </c:pt>
                <c:pt idx="330">
                  <c:v>44797</c:v>
                </c:pt>
                <c:pt idx="331">
                  <c:v>44798</c:v>
                </c:pt>
                <c:pt idx="332">
                  <c:v>44799</c:v>
                </c:pt>
                <c:pt idx="333">
                  <c:v>44802</c:v>
                </c:pt>
                <c:pt idx="334">
                  <c:v>44803</c:v>
                </c:pt>
                <c:pt idx="335">
                  <c:v>44804</c:v>
                </c:pt>
                <c:pt idx="336">
                  <c:v>44805</c:v>
                </c:pt>
                <c:pt idx="337">
                  <c:v>44806</c:v>
                </c:pt>
                <c:pt idx="338">
                  <c:v>44809</c:v>
                </c:pt>
                <c:pt idx="339">
                  <c:v>44810</c:v>
                </c:pt>
                <c:pt idx="340">
                  <c:v>44812</c:v>
                </c:pt>
                <c:pt idx="341">
                  <c:v>44813</c:v>
                </c:pt>
                <c:pt idx="342">
                  <c:v>44816</c:v>
                </c:pt>
                <c:pt idx="343">
                  <c:v>44817</c:v>
                </c:pt>
                <c:pt idx="344">
                  <c:v>44818</c:v>
                </c:pt>
                <c:pt idx="345">
                  <c:v>44819</c:v>
                </c:pt>
                <c:pt idx="346">
                  <c:v>44820</c:v>
                </c:pt>
                <c:pt idx="347">
                  <c:v>44823</c:v>
                </c:pt>
                <c:pt idx="348">
                  <c:v>44824</c:v>
                </c:pt>
                <c:pt idx="349">
                  <c:v>44825</c:v>
                </c:pt>
                <c:pt idx="350">
                  <c:v>44826</c:v>
                </c:pt>
                <c:pt idx="351">
                  <c:v>44827</c:v>
                </c:pt>
                <c:pt idx="352">
                  <c:v>44830</c:v>
                </c:pt>
                <c:pt idx="353">
                  <c:v>44831</c:v>
                </c:pt>
                <c:pt idx="354">
                  <c:v>44832</c:v>
                </c:pt>
                <c:pt idx="355">
                  <c:v>44833</c:v>
                </c:pt>
                <c:pt idx="356">
                  <c:v>44834</c:v>
                </c:pt>
                <c:pt idx="357">
                  <c:v>44837</c:v>
                </c:pt>
                <c:pt idx="358">
                  <c:v>44838</c:v>
                </c:pt>
                <c:pt idx="359">
                  <c:v>44839</c:v>
                </c:pt>
                <c:pt idx="360">
                  <c:v>44840</c:v>
                </c:pt>
                <c:pt idx="361">
                  <c:v>44841</c:v>
                </c:pt>
                <c:pt idx="362">
                  <c:v>44844</c:v>
                </c:pt>
                <c:pt idx="363">
                  <c:v>44845</c:v>
                </c:pt>
                <c:pt idx="364">
                  <c:v>44847</c:v>
                </c:pt>
                <c:pt idx="365">
                  <c:v>44848</c:v>
                </c:pt>
                <c:pt idx="366">
                  <c:v>44851</c:v>
                </c:pt>
                <c:pt idx="367">
                  <c:v>44852</c:v>
                </c:pt>
                <c:pt idx="368">
                  <c:v>44853</c:v>
                </c:pt>
                <c:pt idx="369">
                  <c:v>44854</c:v>
                </c:pt>
                <c:pt idx="370">
                  <c:v>44855</c:v>
                </c:pt>
                <c:pt idx="371">
                  <c:v>44858</c:v>
                </c:pt>
                <c:pt idx="372">
                  <c:v>44859</c:v>
                </c:pt>
                <c:pt idx="373">
                  <c:v>44860</c:v>
                </c:pt>
                <c:pt idx="374">
                  <c:v>44861</c:v>
                </c:pt>
                <c:pt idx="375">
                  <c:v>44862</c:v>
                </c:pt>
                <c:pt idx="376">
                  <c:v>44865</c:v>
                </c:pt>
                <c:pt idx="377">
                  <c:v>44866</c:v>
                </c:pt>
                <c:pt idx="378">
                  <c:v>44868</c:v>
                </c:pt>
                <c:pt idx="379">
                  <c:v>44869</c:v>
                </c:pt>
                <c:pt idx="380">
                  <c:v>44872</c:v>
                </c:pt>
                <c:pt idx="381">
                  <c:v>44873</c:v>
                </c:pt>
                <c:pt idx="382">
                  <c:v>44874</c:v>
                </c:pt>
                <c:pt idx="383">
                  <c:v>44875</c:v>
                </c:pt>
                <c:pt idx="384">
                  <c:v>44876</c:v>
                </c:pt>
                <c:pt idx="385">
                  <c:v>44879</c:v>
                </c:pt>
                <c:pt idx="386">
                  <c:v>44881</c:v>
                </c:pt>
                <c:pt idx="387">
                  <c:v>44882</c:v>
                </c:pt>
                <c:pt idx="388">
                  <c:v>44883</c:v>
                </c:pt>
                <c:pt idx="389">
                  <c:v>44886</c:v>
                </c:pt>
                <c:pt idx="390">
                  <c:v>44887</c:v>
                </c:pt>
                <c:pt idx="391">
                  <c:v>44888</c:v>
                </c:pt>
                <c:pt idx="392">
                  <c:v>44889</c:v>
                </c:pt>
                <c:pt idx="393">
                  <c:v>44890</c:v>
                </c:pt>
                <c:pt idx="394">
                  <c:v>44893</c:v>
                </c:pt>
                <c:pt idx="395">
                  <c:v>44894</c:v>
                </c:pt>
                <c:pt idx="396">
                  <c:v>44895</c:v>
                </c:pt>
                <c:pt idx="397">
                  <c:v>44896</c:v>
                </c:pt>
                <c:pt idx="398">
                  <c:v>44897</c:v>
                </c:pt>
                <c:pt idx="399">
                  <c:v>44900</c:v>
                </c:pt>
                <c:pt idx="400">
                  <c:v>44901</c:v>
                </c:pt>
                <c:pt idx="401">
                  <c:v>44902</c:v>
                </c:pt>
                <c:pt idx="402">
                  <c:v>44903</c:v>
                </c:pt>
                <c:pt idx="403">
                  <c:v>44904</c:v>
                </c:pt>
                <c:pt idx="404">
                  <c:v>44907</c:v>
                </c:pt>
                <c:pt idx="405">
                  <c:v>44908</c:v>
                </c:pt>
                <c:pt idx="406">
                  <c:v>44909</c:v>
                </c:pt>
                <c:pt idx="407">
                  <c:v>44910</c:v>
                </c:pt>
                <c:pt idx="408">
                  <c:v>44911</c:v>
                </c:pt>
                <c:pt idx="409">
                  <c:v>44914</c:v>
                </c:pt>
                <c:pt idx="410">
                  <c:v>44915</c:v>
                </c:pt>
                <c:pt idx="411">
                  <c:v>44916</c:v>
                </c:pt>
                <c:pt idx="412">
                  <c:v>44917</c:v>
                </c:pt>
                <c:pt idx="413">
                  <c:v>44918</c:v>
                </c:pt>
                <c:pt idx="414">
                  <c:v>44921</c:v>
                </c:pt>
                <c:pt idx="415">
                  <c:v>44922</c:v>
                </c:pt>
                <c:pt idx="416">
                  <c:v>44923</c:v>
                </c:pt>
                <c:pt idx="417">
                  <c:v>44924</c:v>
                </c:pt>
                <c:pt idx="418">
                  <c:v>44928</c:v>
                </c:pt>
                <c:pt idx="419">
                  <c:v>44929</c:v>
                </c:pt>
                <c:pt idx="420">
                  <c:v>44930</c:v>
                </c:pt>
                <c:pt idx="421">
                  <c:v>44931</c:v>
                </c:pt>
                <c:pt idx="422">
                  <c:v>44932</c:v>
                </c:pt>
                <c:pt idx="423">
                  <c:v>44935</c:v>
                </c:pt>
                <c:pt idx="424">
                  <c:v>44936</c:v>
                </c:pt>
                <c:pt idx="425">
                  <c:v>44937</c:v>
                </c:pt>
                <c:pt idx="426">
                  <c:v>44938</c:v>
                </c:pt>
                <c:pt idx="427">
                  <c:v>44939</c:v>
                </c:pt>
                <c:pt idx="428">
                  <c:v>44942</c:v>
                </c:pt>
                <c:pt idx="429">
                  <c:v>44943</c:v>
                </c:pt>
                <c:pt idx="430">
                  <c:v>44944</c:v>
                </c:pt>
                <c:pt idx="431">
                  <c:v>44945</c:v>
                </c:pt>
                <c:pt idx="432">
                  <c:v>44946</c:v>
                </c:pt>
                <c:pt idx="433">
                  <c:v>44949</c:v>
                </c:pt>
                <c:pt idx="434">
                  <c:v>44950</c:v>
                </c:pt>
                <c:pt idx="435">
                  <c:v>44951</c:v>
                </c:pt>
                <c:pt idx="436">
                  <c:v>44952</c:v>
                </c:pt>
                <c:pt idx="437">
                  <c:v>44953</c:v>
                </c:pt>
                <c:pt idx="438">
                  <c:v>44956</c:v>
                </c:pt>
                <c:pt idx="439">
                  <c:v>44957</c:v>
                </c:pt>
                <c:pt idx="440">
                  <c:v>44958</c:v>
                </c:pt>
                <c:pt idx="441">
                  <c:v>44959</c:v>
                </c:pt>
                <c:pt idx="442">
                  <c:v>44960</c:v>
                </c:pt>
                <c:pt idx="443">
                  <c:v>44963</c:v>
                </c:pt>
                <c:pt idx="444">
                  <c:v>44964</c:v>
                </c:pt>
                <c:pt idx="445">
                  <c:v>44965</c:v>
                </c:pt>
                <c:pt idx="446">
                  <c:v>44966</c:v>
                </c:pt>
                <c:pt idx="447">
                  <c:v>44967</c:v>
                </c:pt>
                <c:pt idx="448">
                  <c:v>44970</c:v>
                </c:pt>
                <c:pt idx="449">
                  <c:v>44971</c:v>
                </c:pt>
                <c:pt idx="450">
                  <c:v>44972</c:v>
                </c:pt>
                <c:pt idx="451">
                  <c:v>44973</c:v>
                </c:pt>
                <c:pt idx="452">
                  <c:v>44974</c:v>
                </c:pt>
                <c:pt idx="453">
                  <c:v>44979</c:v>
                </c:pt>
                <c:pt idx="454">
                  <c:v>44980</c:v>
                </c:pt>
                <c:pt idx="455">
                  <c:v>44981</c:v>
                </c:pt>
                <c:pt idx="456">
                  <c:v>44984</c:v>
                </c:pt>
                <c:pt idx="457">
                  <c:v>44985</c:v>
                </c:pt>
                <c:pt idx="458">
                  <c:v>44986</c:v>
                </c:pt>
                <c:pt idx="459">
                  <c:v>44987</c:v>
                </c:pt>
                <c:pt idx="460">
                  <c:v>44988</c:v>
                </c:pt>
                <c:pt idx="461">
                  <c:v>44991</c:v>
                </c:pt>
                <c:pt idx="462">
                  <c:v>44992</c:v>
                </c:pt>
                <c:pt idx="463">
                  <c:v>44993</c:v>
                </c:pt>
                <c:pt idx="464">
                  <c:v>44994</c:v>
                </c:pt>
                <c:pt idx="465">
                  <c:v>44995</c:v>
                </c:pt>
                <c:pt idx="466">
                  <c:v>44998</c:v>
                </c:pt>
                <c:pt idx="467">
                  <c:v>44999</c:v>
                </c:pt>
                <c:pt idx="468">
                  <c:v>45000</c:v>
                </c:pt>
                <c:pt idx="469">
                  <c:v>45001</c:v>
                </c:pt>
                <c:pt idx="470">
                  <c:v>45002</c:v>
                </c:pt>
                <c:pt idx="471">
                  <c:v>45005</c:v>
                </c:pt>
                <c:pt idx="472">
                  <c:v>45006</c:v>
                </c:pt>
                <c:pt idx="473">
                  <c:v>45007</c:v>
                </c:pt>
                <c:pt idx="474">
                  <c:v>45008</c:v>
                </c:pt>
                <c:pt idx="475">
                  <c:v>45009</c:v>
                </c:pt>
                <c:pt idx="476">
                  <c:v>45012</c:v>
                </c:pt>
                <c:pt idx="477">
                  <c:v>45013</c:v>
                </c:pt>
                <c:pt idx="478">
                  <c:v>45014</c:v>
                </c:pt>
                <c:pt idx="479">
                  <c:v>45015</c:v>
                </c:pt>
                <c:pt idx="480">
                  <c:v>45016</c:v>
                </c:pt>
                <c:pt idx="481">
                  <c:v>45019</c:v>
                </c:pt>
                <c:pt idx="482">
                  <c:v>45020</c:v>
                </c:pt>
                <c:pt idx="483">
                  <c:v>45021</c:v>
                </c:pt>
                <c:pt idx="484">
                  <c:v>45022</c:v>
                </c:pt>
                <c:pt idx="485">
                  <c:v>45026</c:v>
                </c:pt>
                <c:pt idx="486">
                  <c:v>45027</c:v>
                </c:pt>
                <c:pt idx="487">
                  <c:v>45028</c:v>
                </c:pt>
                <c:pt idx="488">
                  <c:v>45029</c:v>
                </c:pt>
                <c:pt idx="489">
                  <c:v>45030</c:v>
                </c:pt>
                <c:pt idx="490">
                  <c:v>45033</c:v>
                </c:pt>
                <c:pt idx="491">
                  <c:v>45034</c:v>
                </c:pt>
                <c:pt idx="492">
                  <c:v>45035</c:v>
                </c:pt>
                <c:pt idx="493">
                  <c:v>45036</c:v>
                </c:pt>
                <c:pt idx="494">
                  <c:v>45040</c:v>
                </c:pt>
                <c:pt idx="495">
                  <c:v>45041</c:v>
                </c:pt>
                <c:pt idx="496">
                  <c:v>45042</c:v>
                </c:pt>
                <c:pt idx="497">
                  <c:v>45043</c:v>
                </c:pt>
                <c:pt idx="498">
                  <c:v>45044</c:v>
                </c:pt>
                <c:pt idx="499">
                  <c:v>45048</c:v>
                </c:pt>
                <c:pt idx="500">
                  <c:v>45049</c:v>
                </c:pt>
                <c:pt idx="501">
                  <c:v>45050</c:v>
                </c:pt>
                <c:pt idx="502">
                  <c:v>45051</c:v>
                </c:pt>
                <c:pt idx="503">
                  <c:v>45054</c:v>
                </c:pt>
                <c:pt idx="504">
                  <c:v>45055</c:v>
                </c:pt>
                <c:pt idx="505">
                  <c:v>45056</c:v>
                </c:pt>
                <c:pt idx="506">
                  <c:v>45057</c:v>
                </c:pt>
                <c:pt idx="507">
                  <c:v>45058</c:v>
                </c:pt>
                <c:pt idx="508">
                  <c:v>45061</c:v>
                </c:pt>
                <c:pt idx="509">
                  <c:v>45062</c:v>
                </c:pt>
                <c:pt idx="510">
                  <c:v>45063</c:v>
                </c:pt>
                <c:pt idx="511">
                  <c:v>45064</c:v>
                </c:pt>
                <c:pt idx="512">
                  <c:v>45065</c:v>
                </c:pt>
                <c:pt idx="513">
                  <c:v>45068</c:v>
                </c:pt>
                <c:pt idx="514">
                  <c:v>45069</c:v>
                </c:pt>
                <c:pt idx="515">
                  <c:v>45070</c:v>
                </c:pt>
                <c:pt idx="516">
                  <c:v>45071</c:v>
                </c:pt>
                <c:pt idx="517">
                  <c:v>45072</c:v>
                </c:pt>
                <c:pt idx="518">
                  <c:v>45075</c:v>
                </c:pt>
                <c:pt idx="519">
                  <c:v>45076</c:v>
                </c:pt>
                <c:pt idx="520">
                  <c:v>45077</c:v>
                </c:pt>
                <c:pt idx="521">
                  <c:v>45078</c:v>
                </c:pt>
                <c:pt idx="522">
                  <c:v>45079</c:v>
                </c:pt>
                <c:pt idx="523">
                  <c:v>45082</c:v>
                </c:pt>
                <c:pt idx="524">
                  <c:v>45083</c:v>
                </c:pt>
                <c:pt idx="525">
                  <c:v>45084</c:v>
                </c:pt>
                <c:pt idx="526">
                  <c:v>45086</c:v>
                </c:pt>
                <c:pt idx="527">
                  <c:v>45089</c:v>
                </c:pt>
                <c:pt idx="528">
                  <c:v>45090</c:v>
                </c:pt>
                <c:pt idx="529">
                  <c:v>45091</c:v>
                </c:pt>
                <c:pt idx="530">
                  <c:v>45092</c:v>
                </c:pt>
                <c:pt idx="531">
                  <c:v>45093</c:v>
                </c:pt>
                <c:pt idx="532">
                  <c:v>45096</c:v>
                </c:pt>
                <c:pt idx="533">
                  <c:v>45097</c:v>
                </c:pt>
                <c:pt idx="534">
                  <c:v>45098</c:v>
                </c:pt>
                <c:pt idx="535">
                  <c:v>45099</c:v>
                </c:pt>
                <c:pt idx="536">
                  <c:v>45100</c:v>
                </c:pt>
                <c:pt idx="537">
                  <c:v>45103</c:v>
                </c:pt>
                <c:pt idx="538">
                  <c:v>45104</c:v>
                </c:pt>
                <c:pt idx="539">
                  <c:v>45105</c:v>
                </c:pt>
                <c:pt idx="540">
                  <c:v>45106</c:v>
                </c:pt>
                <c:pt idx="541">
                  <c:v>45107</c:v>
                </c:pt>
                <c:pt idx="542">
                  <c:v>45110</c:v>
                </c:pt>
                <c:pt idx="543">
                  <c:v>45111</c:v>
                </c:pt>
                <c:pt idx="544">
                  <c:v>45112</c:v>
                </c:pt>
                <c:pt idx="545">
                  <c:v>45113</c:v>
                </c:pt>
                <c:pt idx="546">
                  <c:v>45114</c:v>
                </c:pt>
                <c:pt idx="547">
                  <c:v>45117</c:v>
                </c:pt>
                <c:pt idx="548">
                  <c:v>45118</c:v>
                </c:pt>
                <c:pt idx="549">
                  <c:v>45119</c:v>
                </c:pt>
                <c:pt idx="550">
                  <c:v>45120</c:v>
                </c:pt>
                <c:pt idx="551">
                  <c:v>45121</c:v>
                </c:pt>
                <c:pt idx="552">
                  <c:v>45124</c:v>
                </c:pt>
                <c:pt idx="553">
                  <c:v>45125</c:v>
                </c:pt>
                <c:pt idx="554">
                  <c:v>45126</c:v>
                </c:pt>
                <c:pt idx="555">
                  <c:v>45127</c:v>
                </c:pt>
                <c:pt idx="556">
                  <c:v>45128</c:v>
                </c:pt>
                <c:pt idx="557">
                  <c:v>45131</c:v>
                </c:pt>
                <c:pt idx="558">
                  <c:v>45132</c:v>
                </c:pt>
                <c:pt idx="559">
                  <c:v>45133</c:v>
                </c:pt>
                <c:pt idx="560">
                  <c:v>45134</c:v>
                </c:pt>
                <c:pt idx="561">
                  <c:v>45135</c:v>
                </c:pt>
                <c:pt idx="562">
                  <c:v>45138</c:v>
                </c:pt>
                <c:pt idx="563">
                  <c:v>45139</c:v>
                </c:pt>
                <c:pt idx="564">
                  <c:v>45140</c:v>
                </c:pt>
                <c:pt idx="565">
                  <c:v>45141</c:v>
                </c:pt>
                <c:pt idx="566">
                  <c:v>45142</c:v>
                </c:pt>
                <c:pt idx="567">
                  <c:v>45145</c:v>
                </c:pt>
                <c:pt idx="568">
                  <c:v>45146</c:v>
                </c:pt>
                <c:pt idx="569">
                  <c:v>45147</c:v>
                </c:pt>
                <c:pt idx="570">
                  <c:v>45148</c:v>
                </c:pt>
                <c:pt idx="571">
                  <c:v>45149</c:v>
                </c:pt>
                <c:pt idx="572">
                  <c:v>45152</c:v>
                </c:pt>
                <c:pt idx="573">
                  <c:v>45153</c:v>
                </c:pt>
                <c:pt idx="574">
                  <c:v>45154</c:v>
                </c:pt>
                <c:pt idx="575">
                  <c:v>45155</c:v>
                </c:pt>
                <c:pt idx="576">
                  <c:v>45156</c:v>
                </c:pt>
                <c:pt idx="577">
                  <c:v>45159</c:v>
                </c:pt>
                <c:pt idx="578">
                  <c:v>45160</c:v>
                </c:pt>
                <c:pt idx="579">
                  <c:v>45161</c:v>
                </c:pt>
                <c:pt idx="580">
                  <c:v>45162</c:v>
                </c:pt>
                <c:pt idx="581">
                  <c:v>45163</c:v>
                </c:pt>
                <c:pt idx="582">
                  <c:v>45166</c:v>
                </c:pt>
                <c:pt idx="583">
                  <c:v>45167</c:v>
                </c:pt>
                <c:pt idx="584">
                  <c:v>45168</c:v>
                </c:pt>
                <c:pt idx="585">
                  <c:v>45169</c:v>
                </c:pt>
                <c:pt idx="586">
                  <c:v>45170</c:v>
                </c:pt>
                <c:pt idx="587">
                  <c:v>45173</c:v>
                </c:pt>
                <c:pt idx="588">
                  <c:v>45174</c:v>
                </c:pt>
                <c:pt idx="589">
                  <c:v>45175</c:v>
                </c:pt>
                <c:pt idx="590">
                  <c:v>45177</c:v>
                </c:pt>
                <c:pt idx="591">
                  <c:v>45180</c:v>
                </c:pt>
                <c:pt idx="592">
                  <c:v>45181</c:v>
                </c:pt>
                <c:pt idx="593">
                  <c:v>45182</c:v>
                </c:pt>
                <c:pt idx="594">
                  <c:v>45183</c:v>
                </c:pt>
                <c:pt idx="595">
                  <c:v>45184</c:v>
                </c:pt>
                <c:pt idx="596">
                  <c:v>45187</c:v>
                </c:pt>
                <c:pt idx="597">
                  <c:v>45188</c:v>
                </c:pt>
                <c:pt idx="598">
                  <c:v>45189</c:v>
                </c:pt>
                <c:pt idx="599">
                  <c:v>45190</c:v>
                </c:pt>
                <c:pt idx="600">
                  <c:v>45191</c:v>
                </c:pt>
                <c:pt idx="601">
                  <c:v>45194</c:v>
                </c:pt>
                <c:pt idx="602">
                  <c:v>45195</c:v>
                </c:pt>
                <c:pt idx="603">
                  <c:v>45196</c:v>
                </c:pt>
                <c:pt idx="604">
                  <c:v>45197</c:v>
                </c:pt>
                <c:pt idx="605">
                  <c:v>45198</c:v>
                </c:pt>
                <c:pt idx="606">
                  <c:v>45201</c:v>
                </c:pt>
                <c:pt idx="607">
                  <c:v>45202</c:v>
                </c:pt>
                <c:pt idx="608">
                  <c:v>45203</c:v>
                </c:pt>
                <c:pt idx="609">
                  <c:v>45204</c:v>
                </c:pt>
                <c:pt idx="610">
                  <c:v>45205</c:v>
                </c:pt>
                <c:pt idx="611">
                  <c:v>45208</c:v>
                </c:pt>
                <c:pt idx="612">
                  <c:v>45209</c:v>
                </c:pt>
                <c:pt idx="613">
                  <c:v>45210</c:v>
                </c:pt>
                <c:pt idx="614">
                  <c:v>45212</c:v>
                </c:pt>
                <c:pt idx="615">
                  <c:v>45215</c:v>
                </c:pt>
                <c:pt idx="616">
                  <c:v>45216</c:v>
                </c:pt>
                <c:pt idx="617">
                  <c:v>45217</c:v>
                </c:pt>
                <c:pt idx="618">
                  <c:v>45218</c:v>
                </c:pt>
                <c:pt idx="619">
                  <c:v>45219</c:v>
                </c:pt>
                <c:pt idx="620">
                  <c:v>45222</c:v>
                </c:pt>
                <c:pt idx="621">
                  <c:v>45223</c:v>
                </c:pt>
                <c:pt idx="622">
                  <c:v>45224</c:v>
                </c:pt>
                <c:pt idx="623">
                  <c:v>45225</c:v>
                </c:pt>
                <c:pt idx="624">
                  <c:v>45226</c:v>
                </c:pt>
                <c:pt idx="625">
                  <c:v>45229</c:v>
                </c:pt>
                <c:pt idx="626">
                  <c:v>45230</c:v>
                </c:pt>
                <c:pt idx="627">
                  <c:v>45231</c:v>
                </c:pt>
                <c:pt idx="628">
                  <c:v>45233</c:v>
                </c:pt>
                <c:pt idx="629">
                  <c:v>45236</c:v>
                </c:pt>
                <c:pt idx="630">
                  <c:v>45237</c:v>
                </c:pt>
                <c:pt idx="631">
                  <c:v>45238</c:v>
                </c:pt>
                <c:pt idx="632">
                  <c:v>45239</c:v>
                </c:pt>
                <c:pt idx="633">
                  <c:v>45240</c:v>
                </c:pt>
                <c:pt idx="634">
                  <c:v>45243</c:v>
                </c:pt>
                <c:pt idx="635">
                  <c:v>45244</c:v>
                </c:pt>
                <c:pt idx="636">
                  <c:v>45246</c:v>
                </c:pt>
                <c:pt idx="637">
                  <c:v>45247</c:v>
                </c:pt>
                <c:pt idx="638">
                  <c:v>45250</c:v>
                </c:pt>
                <c:pt idx="639">
                  <c:v>45251</c:v>
                </c:pt>
                <c:pt idx="640">
                  <c:v>45252</c:v>
                </c:pt>
                <c:pt idx="641">
                  <c:v>45253</c:v>
                </c:pt>
                <c:pt idx="642">
                  <c:v>45254</c:v>
                </c:pt>
                <c:pt idx="643">
                  <c:v>45257</c:v>
                </c:pt>
                <c:pt idx="644">
                  <c:v>45258</c:v>
                </c:pt>
                <c:pt idx="645">
                  <c:v>45259</c:v>
                </c:pt>
                <c:pt idx="646">
                  <c:v>45260</c:v>
                </c:pt>
                <c:pt idx="647">
                  <c:v>45261</c:v>
                </c:pt>
                <c:pt idx="648">
                  <c:v>45264</c:v>
                </c:pt>
                <c:pt idx="649">
                  <c:v>45265</c:v>
                </c:pt>
                <c:pt idx="650">
                  <c:v>45266</c:v>
                </c:pt>
                <c:pt idx="651">
                  <c:v>45267</c:v>
                </c:pt>
                <c:pt idx="652">
                  <c:v>45268</c:v>
                </c:pt>
                <c:pt idx="653">
                  <c:v>45271</c:v>
                </c:pt>
                <c:pt idx="654">
                  <c:v>45272</c:v>
                </c:pt>
                <c:pt idx="655">
                  <c:v>45273</c:v>
                </c:pt>
                <c:pt idx="656">
                  <c:v>45274</c:v>
                </c:pt>
                <c:pt idx="657">
                  <c:v>45275</c:v>
                </c:pt>
                <c:pt idx="658">
                  <c:v>45278</c:v>
                </c:pt>
                <c:pt idx="659">
                  <c:v>45279</c:v>
                </c:pt>
                <c:pt idx="660">
                  <c:v>45280</c:v>
                </c:pt>
                <c:pt idx="661">
                  <c:v>45281</c:v>
                </c:pt>
                <c:pt idx="662">
                  <c:v>45282</c:v>
                </c:pt>
                <c:pt idx="663">
                  <c:v>45286</c:v>
                </c:pt>
                <c:pt idx="664">
                  <c:v>45287</c:v>
                </c:pt>
                <c:pt idx="665">
                  <c:v>45288</c:v>
                </c:pt>
                <c:pt idx="666">
                  <c:v>45293</c:v>
                </c:pt>
                <c:pt idx="667">
                  <c:v>45294</c:v>
                </c:pt>
                <c:pt idx="668">
                  <c:v>45295</c:v>
                </c:pt>
                <c:pt idx="669">
                  <c:v>45296</c:v>
                </c:pt>
                <c:pt idx="670">
                  <c:v>45299</c:v>
                </c:pt>
                <c:pt idx="671">
                  <c:v>45300</c:v>
                </c:pt>
                <c:pt idx="672">
                  <c:v>45301</c:v>
                </c:pt>
                <c:pt idx="673">
                  <c:v>45302</c:v>
                </c:pt>
                <c:pt idx="674">
                  <c:v>45303</c:v>
                </c:pt>
                <c:pt idx="675">
                  <c:v>45306</c:v>
                </c:pt>
                <c:pt idx="676">
                  <c:v>45307</c:v>
                </c:pt>
                <c:pt idx="677">
                  <c:v>45308</c:v>
                </c:pt>
                <c:pt idx="678">
                  <c:v>45309</c:v>
                </c:pt>
                <c:pt idx="679">
                  <c:v>45310</c:v>
                </c:pt>
                <c:pt idx="680">
                  <c:v>45313</c:v>
                </c:pt>
                <c:pt idx="681">
                  <c:v>45314</c:v>
                </c:pt>
                <c:pt idx="682">
                  <c:v>45315</c:v>
                </c:pt>
                <c:pt idx="683">
                  <c:v>45316</c:v>
                </c:pt>
                <c:pt idx="684">
                  <c:v>45317</c:v>
                </c:pt>
                <c:pt idx="685">
                  <c:v>45320</c:v>
                </c:pt>
                <c:pt idx="686">
                  <c:v>45321</c:v>
                </c:pt>
                <c:pt idx="687">
                  <c:v>45322</c:v>
                </c:pt>
                <c:pt idx="688">
                  <c:v>45323</c:v>
                </c:pt>
                <c:pt idx="689">
                  <c:v>45324</c:v>
                </c:pt>
                <c:pt idx="690">
                  <c:v>45327</c:v>
                </c:pt>
                <c:pt idx="691">
                  <c:v>45328</c:v>
                </c:pt>
                <c:pt idx="692">
                  <c:v>45329</c:v>
                </c:pt>
                <c:pt idx="693">
                  <c:v>45330</c:v>
                </c:pt>
                <c:pt idx="694">
                  <c:v>45331</c:v>
                </c:pt>
                <c:pt idx="695">
                  <c:v>45336</c:v>
                </c:pt>
                <c:pt idx="696">
                  <c:v>45337</c:v>
                </c:pt>
                <c:pt idx="697">
                  <c:v>45338</c:v>
                </c:pt>
                <c:pt idx="698">
                  <c:v>45341</c:v>
                </c:pt>
                <c:pt idx="699">
                  <c:v>45342</c:v>
                </c:pt>
                <c:pt idx="700">
                  <c:v>45343</c:v>
                </c:pt>
                <c:pt idx="701">
                  <c:v>45344</c:v>
                </c:pt>
                <c:pt idx="702">
                  <c:v>45345</c:v>
                </c:pt>
                <c:pt idx="703">
                  <c:v>45348</c:v>
                </c:pt>
                <c:pt idx="704">
                  <c:v>45349</c:v>
                </c:pt>
                <c:pt idx="705">
                  <c:v>45350</c:v>
                </c:pt>
                <c:pt idx="706">
                  <c:v>45351</c:v>
                </c:pt>
                <c:pt idx="707">
                  <c:v>45352</c:v>
                </c:pt>
                <c:pt idx="708">
                  <c:v>45355</c:v>
                </c:pt>
                <c:pt idx="709">
                  <c:v>45356</c:v>
                </c:pt>
                <c:pt idx="710">
                  <c:v>45357</c:v>
                </c:pt>
                <c:pt idx="711">
                  <c:v>45358</c:v>
                </c:pt>
                <c:pt idx="712">
                  <c:v>45359</c:v>
                </c:pt>
                <c:pt idx="713">
                  <c:v>45362</c:v>
                </c:pt>
                <c:pt idx="714">
                  <c:v>45363</c:v>
                </c:pt>
                <c:pt idx="715">
                  <c:v>45364</c:v>
                </c:pt>
                <c:pt idx="716">
                  <c:v>45365</c:v>
                </c:pt>
                <c:pt idx="717">
                  <c:v>45366</c:v>
                </c:pt>
                <c:pt idx="718">
                  <c:v>45369</c:v>
                </c:pt>
                <c:pt idx="719">
                  <c:v>45370</c:v>
                </c:pt>
                <c:pt idx="720">
                  <c:v>45371</c:v>
                </c:pt>
                <c:pt idx="721">
                  <c:v>45372</c:v>
                </c:pt>
                <c:pt idx="722">
                  <c:v>45373</c:v>
                </c:pt>
                <c:pt idx="723">
                  <c:v>45376</c:v>
                </c:pt>
                <c:pt idx="724">
                  <c:v>45377</c:v>
                </c:pt>
                <c:pt idx="725">
                  <c:v>45378</c:v>
                </c:pt>
                <c:pt idx="726">
                  <c:v>45379</c:v>
                </c:pt>
                <c:pt idx="727">
                  <c:v>45383</c:v>
                </c:pt>
                <c:pt idx="728">
                  <c:v>45384</c:v>
                </c:pt>
                <c:pt idx="729">
                  <c:v>45385</c:v>
                </c:pt>
                <c:pt idx="730">
                  <c:v>45386</c:v>
                </c:pt>
                <c:pt idx="731">
                  <c:v>45387</c:v>
                </c:pt>
                <c:pt idx="732">
                  <c:v>45390</c:v>
                </c:pt>
                <c:pt idx="733">
                  <c:v>45391</c:v>
                </c:pt>
                <c:pt idx="734">
                  <c:v>45392</c:v>
                </c:pt>
                <c:pt idx="735">
                  <c:v>45393</c:v>
                </c:pt>
                <c:pt idx="736">
                  <c:v>45394</c:v>
                </c:pt>
                <c:pt idx="737">
                  <c:v>45397</c:v>
                </c:pt>
                <c:pt idx="738">
                  <c:v>45398</c:v>
                </c:pt>
                <c:pt idx="739">
                  <c:v>45399</c:v>
                </c:pt>
                <c:pt idx="740">
                  <c:v>45400</c:v>
                </c:pt>
                <c:pt idx="741">
                  <c:v>45401</c:v>
                </c:pt>
                <c:pt idx="742">
                  <c:v>45404</c:v>
                </c:pt>
                <c:pt idx="743">
                  <c:v>45405</c:v>
                </c:pt>
                <c:pt idx="744">
                  <c:v>45406</c:v>
                </c:pt>
                <c:pt idx="745">
                  <c:v>45407</c:v>
                </c:pt>
                <c:pt idx="746">
                  <c:v>45408</c:v>
                </c:pt>
                <c:pt idx="747">
                  <c:v>45411</c:v>
                </c:pt>
                <c:pt idx="748">
                  <c:v>45412</c:v>
                </c:pt>
                <c:pt idx="749">
                  <c:v>45414</c:v>
                </c:pt>
                <c:pt idx="750">
                  <c:v>45415</c:v>
                </c:pt>
                <c:pt idx="751">
                  <c:v>45418</c:v>
                </c:pt>
                <c:pt idx="752">
                  <c:v>45419</c:v>
                </c:pt>
                <c:pt idx="753">
                  <c:v>45420</c:v>
                </c:pt>
                <c:pt idx="754">
                  <c:v>45421</c:v>
                </c:pt>
                <c:pt idx="755">
                  <c:v>45422</c:v>
                </c:pt>
                <c:pt idx="756">
                  <c:v>45425</c:v>
                </c:pt>
                <c:pt idx="757">
                  <c:v>45426</c:v>
                </c:pt>
                <c:pt idx="758">
                  <c:v>45427</c:v>
                </c:pt>
                <c:pt idx="759">
                  <c:v>45428</c:v>
                </c:pt>
                <c:pt idx="760">
                  <c:v>45429</c:v>
                </c:pt>
                <c:pt idx="761">
                  <c:v>45432</c:v>
                </c:pt>
                <c:pt idx="762">
                  <c:v>45433</c:v>
                </c:pt>
                <c:pt idx="763">
                  <c:v>45434</c:v>
                </c:pt>
                <c:pt idx="764">
                  <c:v>45435</c:v>
                </c:pt>
                <c:pt idx="765">
                  <c:v>45436</c:v>
                </c:pt>
                <c:pt idx="766">
                  <c:v>45439</c:v>
                </c:pt>
                <c:pt idx="767">
                  <c:v>45440</c:v>
                </c:pt>
                <c:pt idx="768">
                  <c:v>45441</c:v>
                </c:pt>
                <c:pt idx="769">
                  <c:v>45443</c:v>
                </c:pt>
                <c:pt idx="770">
                  <c:v>45446</c:v>
                </c:pt>
                <c:pt idx="771">
                  <c:v>45447</c:v>
                </c:pt>
                <c:pt idx="772">
                  <c:v>45448</c:v>
                </c:pt>
                <c:pt idx="773">
                  <c:v>45449</c:v>
                </c:pt>
                <c:pt idx="774">
                  <c:v>45450</c:v>
                </c:pt>
                <c:pt idx="775">
                  <c:v>45453</c:v>
                </c:pt>
                <c:pt idx="776">
                  <c:v>45454</c:v>
                </c:pt>
                <c:pt idx="777">
                  <c:v>45455</c:v>
                </c:pt>
                <c:pt idx="778">
                  <c:v>45456</c:v>
                </c:pt>
                <c:pt idx="779">
                  <c:v>45457</c:v>
                </c:pt>
                <c:pt idx="780">
                  <c:v>45460</c:v>
                </c:pt>
                <c:pt idx="781">
                  <c:v>45461</c:v>
                </c:pt>
                <c:pt idx="782">
                  <c:v>45462</c:v>
                </c:pt>
                <c:pt idx="783">
                  <c:v>45463</c:v>
                </c:pt>
                <c:pt idx="784">
                  <c:v>45464</c:v>
                </c:pt>
                <c:pt idx="785">
                  <c:v>45467</c:v>
                </c:pt>
                <c:pt idx="786">
                  <c:v>45468</c:v>
                </c:pt>
                <c:pt idx="787">
                  <c:v>45469</c:v>
                </c:pt>
                <c:pt idx="788">
                  <c:v>45470</c:v>
                </c:pt>
                <c:pt idx="789">
                  <c:v>45471</c:v>
                </c:pt>
                <c:pt idx="790">
                  <c:v>45474</c:v>
                </c:pt>
                <c:pt idx="791">
                  <c:v>45475</c:v>
                </c:pt>
                <c:pt idx="792">
                  <c:v>45476</c:v>
                </c:pt>
                <c:pt idx="793">
                  <c:v>45477</c:v>
                </c:pt>
                <c:pt idx="794">
                  <c:v>45478</c:v>
                </c:pt>
                <c:pt idx="795">
                  <c:v>45481</c:v>
                </c:pt>
                <c:pt idx="796">
                  <c:v>45482</c:v>
                </c:pt>
                <c:pt idx="797">
                  <c:v>45483</c:v>
                </c:pt>
                <c:pt idx="798">
                  <c:v>45484</c:v>
                </c:pt>
                <c:pt idx="799">
                  <c:v>45485</c:v>
                </c:pt>
                <c:pt idx="800">
                  <c:v>45488</c:v>
                </c:pt>
                <c:pt idx="801">
                  <c:v>45489</c:v>
                </c:pt>
                <c:pt idx="802">
                  <c:v>45490</c:v>
                </c:pt>
                <c:pt idx="803">
                  <c:v>45491</c:v>
                </c:pt>
                <c:pt idx="804">
                  <c:v>45492</c:v>
                </c:pt>
                <c:pt idx="805">
                  <c:v>45495</c:v>
                </c:pt>
                <c:pt idx="806">
                  <c:v>45496</c:v>
                </c:pt>
                <c:pt idx="807">
                  <c:v>45497</c:v>
                </c:pt>
                <c:pt idx="808">
                  <c:v>45498</c:v>
                </c:pt>
                <c:pt idx="809">
                  <c:v>45499</c:v>
                </c:pt>
                <c:pt idx="810">
                  <c:v>45502</c:v>
                </c:pt>
                <c:pt idx="811">
                  <c:v>45503</c:v>
                </c:pt>
                <c:pt idx="812">
                  <c:v>45504</c:v>
                </c:pt>
                <c:pt idx="813">
                  <c:v>45505</c:v>
                </c:pt>
                <c:pt idx="814">
                  <c:v>45506</c:v>
                </c:pt>
                <c:pt idx="815">
                  <c:v>45509</c:v>
                </c:pt>
                <c:pt idx="816">
                  <c:v>45510</c:v>
                </c:pt>
                <c:pt idx="817">
                  <c:v>45511</c:v>
                </c:pt>
                <c:pt idx="818">
                  <c:v>45512</c:v>
                </c:pt>
                <c:pt idx="819">
                  <c:v>45513</c:v>
                </c:pt>
                <c:pt idx="820">
                  <c:v>45516</c:v>
                </c:pt>
                <c:pt idx="821">
                  <c:v>45517</c:v>
                </c:pt>
                <c:pt idx="822">
                  <c:v>45518</c:v>
                </c:pt>
                <c:pt idx="823">
                  <c:v>45519</c:v>
                </c:pt>
                <c:pt idx="824">
                  <c:v>45520</c:v>
                </c:pt>
                <c:pt idx="825">
                  <c:v>45523</c:v>
                </c:pt>
                <c:pt idx="826">
                  <c:v>45524</c:v>
                </c:pt>
                <c:pt idx="827">
                  <c:v>45525</c:v>
                </c:pt>
                <c:pt idx="828">
                  <c:v>45526</c:v>
                </c:pt>
                <c:pt idx="829">
                  <c:v>45527</c:v>
                </c:pt>
                <c:pt idx="830">
                  <c:v>45530</c:v>
                </c:pt>
                <c:pt idx="831">
                  <c:v>45531</c:v>
                </c:pt>
                <c:pt idx="832">
                  <c:v>45532</c:v>
                </c:pt>
                <c:pt idx="833">
                  <c:v>45533</c:v>
                </c:pt>
                <c:pt idx="834">
                  <c:v>45534</c:v>
                </c:pt>
                <c:pt idx="835">
                  <c:v>45537</c:v>
                </c:pt>
                <c:pt idx="836">
                  <c:v>45538</c:v>
                </c:pt>
                <c:pt idx="837">
                  <c:v>45539</c:v>
                </c:pt>
                <c:pt idx="838">
                  <c:v>45540</c:v>
                </c:pt>
                <c:pt idx="839">
                  <c:v>45541</c:v>
                </c:pt>
                <c:pt idx="840">
                  <c:v>45544</c:v>
                </c:pt>
                <c:pt idx="841">
                  <c:v>45545</c:v>
                </c:pt>
                <c:pt idx="842">
                  <c:v>45546</c:v>
                </c:pt>
                <c:pt idx="843">
                  <c:v>45547</c:v>
                </c:pt>
                <c:pt idx="844">
                  <c:v>45548</c:v>
                </c:pt>
                <c:pt idx="845">
                  <c:v>45551</c:v>
                </c:pt>
                <c:pt idx="846">
                  <c:v>45552</c:v>
                </c:pt>
                <c:pt idx="847">
                  <c:v>45553</c:v>
                </c:pt>
                <c:pt idx="848">
                  <c:v>45554</c:v>
                </c:pt>
                <c:pt idx="849">
                  <c:v>45555</c:v>
                </c:pt>
                <c:pt idx="850">
                  <c:v>45558</c:v>
                </c:pt>
                <c:pt idx="851">
                  <c:v>45559</c:v>
                </c:pt>
                <c:pt idx="852">
                  <c:v>45560</c:v>
                </c:pt>
                <c:pt idx="853">
                  <c:v>45561</c:v>
                </c:pt>
                <c:pt idx="854">
                  <c:v>45562</c:v>
                </c:pt>
                <c:pt idx="855">
                  <c:v>45565</c:v>
                </c:pt>
                <c:pt idx="856">
                  <c:v>45566</c:v>
                </c:pt>
                <c:pt idx="857">
                  <c:v>45567</c:v>
                </c:pt>
                <c:pt idx="858">
                  <c:v>45568</c:v>
                </c:pt>
                <c:pt idx="859">
                  <c:v>45569</c:v>
                </c:pt>
                <c:pt idx="860">
                  <c:v>45572</c:v>
                </c:pt>
                <c:pt idx="861">
                  <c:v>45573</c:v>
                </c:pt>
                <c:pt idx="862">
                  <c:v>45574</c:v>
                </c:pt>
                <c:pt idx="863">
                  <c:v>45575</c:v>
                </c:pt>
                <c:pt idx="864">
                  <c:v>45576</c:v>
                </c:pt>
                <c:pt idx="865">
                  <c:v>45579</c:v>
                </c:pt>
                <c:pt idx="866">
                  <c:v>45580</c:v>
                </c:pt>
                <c:pt idx="867">
                  <c:v>45581</c:v>
                </c:pt>
                <c:pt idx="868">
                  <c:v>45582</c:v>
                </c:pt>
                <c:pt idx="869">
                  <c:v>45583</c:v>
                </c:pt>
                <c:pt idx="870">
                  <c:v>45586</c:v>
                </c:pt>
                <c:pt idx="871">
                  <c:v>45587</c:v>
                </c:pt>
                <c:pt idx="872">
                  <c:v>45588</c:v>
                </c:pt>
                <c:pt idx="873">
                  <c:v>45589</c:v>
                </c:pt>
                <c:pt idx="874">
                  <c:v>45590</c:v>
                </c:pt>
                <c:pt idx="875">
                  <c:v>45593</c:v>
                </c:pt>
                <c:pt idx="876">
                  <c:v>45594</c:v>
                </c:pt>
                <c:pt idx="877">
                  <c:v>45595</c:v>
                </c:pt>
                <c:pt idx="878">
                  <c:v>45596</c:v>
                </c:pt>
                <c:pt idx="879">
                  <c:v>45597</c:v>
                </c:pt>
                <c:pt idx="880">
                  <c:v>45600</c:v>
                </c:pt>
                <c:pt idx="881">
                  <c:v>45601</c:v>
                </c:pt>
                <c:pt idx="882">
                  <c:v>45602</c:v>
                </c:pt>
                <c:pt idx="883">
                  <c:v>45603</c:v>
                </c:pt>
                <c:pt idx="884">
                  <c:v>45604</c:v>
                </c:pt>
                <c:pt idx="885">
                  <c:v>45607</c:v>
                </c:pt>
                <c:pt idx="886">
                  <c:v>45608</c:v>
                </c:pt>
                <c:pt idx="887">
                  <c:v>45609</c:v>
                </c:pt>
                <c:pt idx="888">
                  <c:v>45610</c:v>
                </c:pt>
                <c:pt idx="889">
                  <c:v>45614</c:v>
                </c:pt>
                <c:pt idx="890">
                  <c:v>45615</c:v>
                </c:pt>
                <c:pt idx="891">
                  <c:v>45617</c:v>
                </c:pt>
                <c:pt idx="892">
                  <c:v>45618</c:v>
                </c:pt>
                <c:pt idx="893">
                  <c:v>45621</c:v>
                </c:pt>
                <c:pt idx="894">
                  <c:v>45622</c:v>
                </c:pt>
                <c:pt idx="895">
                  <c:v>45623</c:v>
                </c:pt>
                <c:pt idx="896">
                  <c:v>45624</c:v>
                </c:pt>
                <c:pt idx="897">
                  <c:v>45625</c:v>
                </c:pt>
                <c:pt idx="898">
                  <c:v>45628</c:v>
                </c:pt>
                <c:pt idx="899">
                  <c:v>45629</c:v>
                </c:pt>
                <c:pt idx="900">
                  <c:v>45630</c:v>
                </c:pt>
                <c:pt idx="901">
                  <c:v>45631</c:v>
                </c:pt>
                <c:pt idx="902">
                  <c:v>45632</c:v>
                </c:pt>
                <c:pt idx="903">
                  <c:v>45635</c:v>
                </c:pt>
                <c:pt idx="904">
                  <c:v>45636</c:v>
                </c:pt>
                <c:pt idx="905">
                  <c:v>45637</c:v>
                </c:pt>
                <c:pt idx="906">
                  <c:v>45638</c:v>
                </c:pt>
                <c:pt idx="907">
                  <c:v>45639</c:v>
                </c:pt>
                <c:pt idx="908">
                  <c:v>45642</c:v>
                </c:pt>
                <c:pt idx="909">
                  <c:v>45643</c:v>
                </c:pt>
                <c:pt idx="910">
                  <c:v>45644</c:v>
                </c:pt>
                <c:pt idx="911">
                  <c:v>45645</c:v>
                </c:pt>
                <c:pt idx="912">
                  <c:v>45646</c:v>
                </c:pt>
                <c:pt idx="913">
                  <c:v>45649</c:v>
                </c:pt>
                <c:pt idx="914">
                  <c:v>45652</c:v>
                </c:pt>
                <c:pt idx="915">
                  <c:v>45653</c:v>
                </c:pt>
                <c:pt idx="916">
                  <c:v>45656</c:v>
                </c:pt>
                <c:pt idx="917">
                  <c:v>45659</c:v>
                </c:pt>
                <c:pt idx="918">
                  <c:v>45660</c:v>
                </c:pt>
                <c:pt idx="919">
                  <c:v>45663</c:v>
                </c:pt>
                <c:pt idx="920">
                  <c:v>45664</c:v>
                </c:pt>
                <c:pt idx="921">
                  <c:v>45665</c:v>
                </c:pt>
                <c:pt idx="922">
                  <c:v>45666</c:v>
                </c:pt>
                <c:pt idx="923">
                  <c:v>45667</c:v>
                </c:pt>
                <c:pt idx="924">
                  <c:v>45670</c:v>
                </c:pt>
                <c:pt idx="925">
                  <c:v>45671</c:v>
                </c:pt>
                <c:pt idx="926">
                  <c:v>45672</c:v>
                </c:pt>
                <c:pt idx="927">
                  <c:v>45673</c:v>
                </c:pt>
                <c:pt idx="928">
                  <c:v>45674</c:v>
                </c:pt>
                <c:pt idx="929">
                  <c:v>45677</c:v>
                </c:pt>
                <c:pt idx="930">
                  <c:v>45678</c:v>
                </c:pt>
                <c:pt idx="931">
                  <c:v>45679</c:v>
                </c:pt>
                <c:pt idx="932">
                  <c:v>45680</c:v>
                </c:pt>
                <c:pt idx="933">
                  <c:v>45681</c:v>
                </c:pt>
                <c:pt idx="934">
                  <c:v>45684</c:v>
                </c:pt>
                <c:pt idx="935">
                  <c:v>45685</c:v>
                </c:pt>
                <c:pt idx="936">
                  <c:v>45686</c:v>
                </c:pt>
                <c:pt idx="937">
                  <c:v>45687</c:v>
                </c:pt>
                <c:pt idx="938">
                  <c:v>45688</c:v>
                </c:pt>
                <c:pt idx="939">
                  <c:v>45691</c:v>
                </c:pt>
                <c:pt idx="940">
                  <c:v>45692</c:v>
                </c:pt>
                <c:pt idx="941">
                  <c:v>45693</c:v>
                </c:pt>
                <c:pt idx="942">
                  <c:v>45694</c:v>
                </c:pt>
                <c:pt idx="943">
                  <c:v>45695</c:v>
                </c:pt>
                <c:pt idx="944">
                  <c:v>45698</c:v>
                </c:pt>
                <c:pt idx="945">
                  <c:v>45699</c:v>
                </c:pt>
                <c:pt idx="946">
                  <c:v>45700</c:v>
                </c:pt>
                <c:pt idx="947">
                  <c:v>45701</c:v>
                </c:pt>
                <c:pt idx="948">
                  <c:v>45702</c:v>
                </c:pt>
                <c:pt idx="949">
                  <c:v>45705</c:v>
                </c:pt>
                <c:pt idx="950">
                  <c:v>45706</c:v>
                </c:pt>
                <c:pt idx="951">
                  <c:v>45707</c:v>
                </c:pt>
                <c:pt idx="952">
                  <c:v>45708</c:v>
                </c:pt>
                <c:pt idx="953">
                  <c:v>45709</c:v>
                </c:pt>
                <c:pt idx="954">
                  <c:v>45712</c:v>
                </c:pt>
                <c:pt idx="955">
                  <c:v>45713</c:v>
                </c:pt>
                <c:pt idx="956">
                  <c:v>45714</c:v>
                </c:pt>
                <c:pt idx="957">
                  <c:v>45715</c:v>
                </c:pt>
                <c:pt idx="958">
                  <c:v>45716</c:v>
                </c:pt>
                <c:pt idx="959">
                  <c:v>45721</c:v>
                </c:pt>
                <c:pt idx="960">
                  <c:v>45722</c:v>
                </c:pt>
                <c:pt idx="961">
                  <c:v>45723</c:v>
                </c:pt>
                <c:pt idx="962">
                  <c:v>45726</c:v>
                </c:pt>
                <c:pt idx="963">
                  <c:v>45727</c:v>
                </c:pt>
                <c:pt idx="964">
                  <c:v>45728</c:v>
                </c:pt>
                <c:pt idx="965">
                  <c:v>45729</c:v>
                </c:pt>
                <c:pt idx="966">
                  <c:v>45730</c:v>
                </c:pt>
                <c:pt idx="967">
                  <c:v>45733</c:v>
                </c:pt>
                <c:pt idx="968">
                  <c:v>45734</c:v>
                </c:pt>
                <c:pt idx="969">
                  <c:v>45735</c:v>
                </c:pt>
                <c:pt idx="970">
                  <c:v>45736</c:v>
                </c:pt>
                <c:pt idx="971">
                  <c:v>45737</c:v>
                </c:pt>
                <c:pt idx="972">
                  <c:v>45740</c:v>
                </c:pt>
                <c:pt idx="973">
                  <c:v>45741</c:v>
                </c:pt>
                <c:pt idx="974">
                  <c:v>45742</c:v>
                </c:pt>
                <c:pt idx="975">
                  <c:v>45743</c:v>
                </c:pt>
                <c:pt idx="976">
                  <c:v>45744</c:v>
                </c:pt>
                <c:pt idx="977">
                  <c:v>45747</c:v>
                </c:pt>
                <c:pt idx="978">
                  <c:v>45748</c:v>
                </c:pt>
                <c:pt idx="979">
                  <c:v>45749</c:v>
                </c:pt>
                <c:pt idx="980">
                  <c:v>45750</c:v>
                </c:pt>
                <c:pt idx="981">
                  <c:v>45751</c:v>
                </c:pt>
                <c:pt idx="982">
                  <c:v>45754</c:v>
                </c:pt>
                <c:pt idx="983">
                  <c:v>45755</c:v>
                </c:pt>
                <c:pt idx="984">
                  <c:v>45756</c:v>
                </c:pt>
                <c:pt idx="985">
                  <c:v>45757</c:v>
                </c:pt>
                <c:pt idx="986">
                  <c:v>45758</c:v>
                </c:pt>
                <c:pt idx="987">
                  <c:v>45761</c:v>
                </c:pt>
                <c:pt idx="988">
                  <c:v>45762</c:v>
                </c:pt>
                <c:pt idx="989">
                  <c:v>45763</c:v>
                </c:pt>
                <c:pt idx="990">
                  <c:v>45764</c:v>
                </c:pt>
                <c:pt idx="991">
                  <c:v>45769</c:v>
                </c:pt>
                <c:pt idx="992">
                  <c:v>45770</c:v>
                </c:pt>
                <c:pt idx="993">
                  <c:v>45771</c:v>
                </c:pt>
                <c:pt idx="994">
                  <c:v>45772</c:v>
                </c:pt>
                <c:pt idx="995">
                  <c:v>45775</c:v>
                </c:pt>
                <c:pt idx="996">
                  <c:v>45776</c:v>
                </c:pt>
                <c:pt idx="997">
                  <c:v>45777</c:v>
                </c:pt>
                <c:pt idx="998">
                  <c:v>45779</c:v>
                </c:pt>
                <c:pt idx="999">
                  <c:v>45782</c:v>
                </c:pt>
                <c:pt idx="1000">
                  <c:v>45783</c:v>
                </c:pt>
                <c:pt idx="1001">
                  <c:v>45784</c:v>
                </c:pt>
                <c:pt idx="1002">
                  <c:v>45785</c:v>
                </c:pt>
                <c:pt idx="1003">
                  <c:v>45786</c:v>
                </c:pt>
                <c:pt idx="1004">
                  <c:v>45789</c:v>
                </c:pt>
                <c:pt idx="1005">
                  <c:v>45790</c:v>
                </c:pt>
                <c:pt idx="1006">
                  <c:v>45791</c:v>
                </c:pt>
                <c:pt idx="1007">
                  <c:v>45792</c:v>
                </c:pt>
                <c:pt idx="1008">
                  <c:v>45793</c:v>
                </c:pt>
                <c:pt idx="1009">
                  <c:v>45796</c:v>
                </c:pt>
                <c:pt idx="1010">
                  <c:v>45797</c:v>
                </c:pt>
                <c:pt idx="1011">
                  <c:v>45798</c:v>
                </c:pt>
                <c:pt idx="1012">
                  <c:v>45799</c:v>
                </c:pt>
                <c:pt idx="1013">
                  <c:v>45800</c:v>
                </c:pt>
                <c:pt idx="1014">
                  <c:v>45803</c:v>
                </c:pt>
                <c:pt idx="1015">
                  <c:v>45804</c:v>
                </c:pt>
                <c:pt idx="1016">
                  <c:v>45805</c:v>
                </c:pt>
                <c:pt idx="1017">
                  <c:v>45806</c:v>
                </c:pt>
                <c:pt idx="1018">
                  <c:v>45807</c:v>
                </c:pt>
                <c:pt idx="1019">
                  <c:v>45810</c:v>
                </c:pt>
                <c:pt idx="1020">
                  <c:v>45811</c:v>
                </c:pt>
                <c:pt idx="1021">
                  <c:v>45812</c:v>
                </c:pt>
                <c:pt idx="1022">
                  <c:v>45813</c:v>
                </c:pt>
                <c:pt idx="1023">
                  <c:v>45814</c:v>
                </c:pt>
                <c:pt idx="1024">
                  <c:v>45817</c:v>
                </c:pt>
                <c:pt idx="1025">
                  <c:v>45818</c:v>
                </c:pt>
                <c:pt idx="1026">
                  <c:v>45819</c:v>
                </c:pt>
                <c:pt idx="1027">
                  <c:v>45820</c:v>
                </c:pt>
                <c:pt idx="1028">
                  <c:v>45821</c:v>
                </c:pt>
                <c:pt idx="1029">
                  <c:v>45824</c:v>
                </c:pt>
                <c:pt idx="1030">
                  <c:v>45825</c:v>
                </c:pt>
                <c:pt idx="1031">
                  <c:v>45826</c:v>
                </c:pt>
                <c:pt idx="1032">
                  <c:v>45828</c:v>
                </c:pt>
                <c:pt idx="1033">
                  <c:v>45831</c:v>
                </c:pt>
                <c:pt idx="1034">
                  <c:v>45832</c:v>
                </c:pt>
                <c:pt idx="1035">
                  <c:v>45833</c:v>
                </c:pt>
                <c:pt idx="1036">
                  <c:v>45834</c:v>
                </c:pt>
                <c:pt idx="1037">
                  <c:v>45835</c:v>
                </c:pt>
                <c:pt idx="1038">
                  <c:v>45838</c:v>
                </c:pt>
                <c:pt idx="1039">
                  <c:v>45839</c:v>
                </c:pt>
                <c:pt idx="1040">
                  <c:v>45840</c:v>
                </c:pt>
                <c:pt idx="1041">
                  <c:v>45841</c:v>
                </c:pt>
                <c:pt idx="1042">
                  <c:v>45842</c:v>
                </c:pt>
                <c:pt idx="1043">
                  <c:v>45845</c:v>
                </c:pt>
                <c:pt idx="1044">
                  <c:v>45846</c:v>
                </c:pt>
                <c:pt idx="1045">
                  <c:v>45847</c:v>
                </c:pt>
                <c:pt idx="1046">
                  <c:v>45848</c:v>
                </c:pt>
                <c:pt idx="1047">
                  <c:v>45849</c:v>
                </c:pt>
                <c:pt idx="1048">
                  <c:v>45852</c:v>
                </c:pt>
                <c:pt idx="1049">
                  <c:v>45853</c:v>
                </c:pt>
                <c:pt idx="1050">
                  <c:v>45854</c:v>
                </c:pt>
                <c:pt idx="1051">
                  <c:v>45855</c:v>
                </c:pt>
                <c:pt idx="1052">
                  <c:v>45856</c:v>
                </c:pt>
                <c:pt idx="1053">
                  <c:v>45859</c:v>
                </c:pt>
                <c:pt idx="1054">
                  <c:v>45860</c:v>
                </c:pt>
                <c:pt idx="1055">
                  <c:v>45861</c:v>
                </c:pt>
                <c:pt idx="1056">
                  <c:v>45862</c:v>
                </c:pt>
                <c:pt idx="1057">
                  <c:v>45863</c:v>
                </c:pt>
                <c:pt idx="1058">
                  <c:v>45866</c:v>
                </c:pt>
                <c:pt idx="1059">
                  <c:v>45867</c:v>
                </c:pt>
                <c:pt idx="1060">
                  <c:v>45868</c:v>
                </c:pt>
                <c:pt idx="1061">
                  <c:v>45869</c:v>
                </c:pt>
                <c:pt idx="1062">
                  <c:v>45870</c:v>
                </c:pt>
                <c:pt idx="1063">
                  <c:v>45873</c:v>
                </c:pt>
                <c:pt idx="1064">
                  <c:v>45874</c:v>
                </c:pt>
                <c:pt idx="1065">
                  <c:v>45875</c:v>
                </c:pt>
                <c:pt idx="1066">
                  <c:v>45876</c:v>
                </c:pt>
                <c:pt idx="1067">
                  <c:v>45877</c:v>
                </c:pt>
                <c:pt idx="1068">
                  <c:v>45880</c:v>
                </c:pt>
                <c:pt idx="1069">
                  <c:v>45881</c:v>
                </c:pt>
                <c:pt idx="1070">
                  <c:v>45882</c:v>
                </c:pt>
                <c:pt idx="1071">
                  <c:v>45883</c:v>
                </c:pt>
                <c:pt idx="1072">
                  <c:v>45884</c:v>
                </c:pt>
                <c:pt idx="1073">
                  <c:v>45887</c:v>
                </c:pt>
                <c:pt idx="1074">
                  <c:v>45888</c:v>
                </c:pt>
                <c:pt idx="1075">
                  <c:v>45889</c:v>
                </c:pt>
                <c:pt idx="1076">
                  <c:v>45890</c:v>
                </c:pt>
                <c:pt idx="1077">
                  <c:v>45891</c:v>
                </c:pt>
                <c:pt idx="1078">
                  <c:v>45894</c:v>
                </c:pt>
                <c:pt idx="1079">
                  <c:v>45895</c:v>
                </c:pt>
                <c:pt idx="1080">
                  <c:v>45896</c:v>
                </c:pt>
                <c:pt idx="1081">
                  <c:v>45897</c:v>
                </c:pt>
                <c:pt idx="1082">
                  <c:v>45898</c:v>
                </c:pt>
                <c:pt idx="1083">
                  <c:v>45901</c:v>
                </c:pt>
                <c:pt idx="1084">
                  <c:v>45902</c:v>
                </c:pt>
                <c:pt idx="1085">
                  <c:v>45903</c:v>
                </c:pt>
                <c:pt idx="1086">
                  <c:v>45904</c:v>
                </c:pt>
                <c:pt idx="1087">
                  <c:v>45905</c:v>
                </c:pt>
                <c:pt idx="1088">
                  <c:v>45908</c:v>
                </c:pt>
                <c:pt idx="1089">
                  <c:v>45909</c:v>
                </c:pt>
                <c:pt idx="1090">
                  <c:v>45910</c:v>
                </c:pt>
                <c:pt idx="1091">
                  <c:v>45911</c:v>
                </c:pt>
                <c:pt idx="1092">
                  <c:v>45912</c:v>
                </c:pt>
                <c:pt idx="1093">
                  <c:v>45915</c:v>
                </c:pt>
                <c:pt idx="1094">
                  <c:v>45916</c:v>
                </c:pt>
                <c:pt idx="1095">
                  <c:v>45917</c:v>
                </c:pt>
                <c:pt idx="1096">
                  <c:v>45918</c:v>
                </c:pt>
                <c:pt idx="1097">
                  <c:v>45919</c:v>
                </c:pt>
                <c:pt idx="1098">
                  <c:v>45922</c:v>
                </c:pt>
                <c:pt idx="1099">
                  <c:v>45923</c:v>
                </c:pt>
                <c:pt idx="1100">
                  <c:v>45924</c:v>
                </c:pt>
                <c:pt idx="1101">
                  <c:v>45925</c:v>
                </c:pt>
                <c:pt idx="1102">
                  <c:v>45926</c:v>
                </c:pt>
                <c:pt idx="1103">
                  <c:v>45929</c:v>
                </c:pt>
                <c:pt idx="1104">
                  <c:v>45930</c:v>
                </c:pt>
                <c:pt idx="1105">
                  <c:v>45931</c:v>
                </c:pt>
                <c:pt idx="1106">
                  <c:v>45932</c:v>
                </c:pt>
                <c:pt idx="1107">
                  <c:v>45933</c:v>
                </c:pt>
                <c:pt idx="1108">
                  <c:v>45936</c:v>
                </c:pt>
                <c:pt idx="1109">
                  <c:v>45937</c:v>
                </c:pt>
                <c:pt idx="1110">
                  <c:v>45938</c:v>
                </c:pt>
                <c:pt idx="1111">
                  <c:v>45939</c:v>
                </c:pt>
                <c:pt idx="1112">
                  <c:v>45940</c:v>
                </c:pt>
                <c:pt idx="1113">
                  <c:v>45943</c:v>
                </c:pt>
                <c:pt idx="1114">
                  <c:v>45944</c:v>
                </c:pt>
                <c:pt idx="1115">
                  <c:v>45945</c:v>
                </c:pt>
                <c:pt idx="1116">
                  <c:v>45946</c:v>
                </c:pt>
                <c:pt idx="1117">
                  <c:v>45947</c:v>
                </c:pt>
                <c:pt idx="1118">
                  <c:v>45950</c:v>
                </c:pt>
                <c:pt idx="1119">
                  <c:v>45951</c:v>
                </c:pt>
                <c:pt idx="1120">
                  <c:v>45952</c:v>
                </c:pt>
                <c:pt idx="1121">
                  <c:v>45953</c:v>
                </c:pt>
                <c:pt idx="1122">
                  <c:v>45954</c:v>
                </c:pt>
                <c:pt idx="1123">
                  <c:v>45957</c:v>
                </c:pt>
                <c:pt idx="1124">
                  <c:v>45958</c:v>
                </c:pt>
                <c:pt idx="1125">
                  <c:v>45959</c:v>
                </c:pt>
                <c:pt idx="1126">
                  <c:v>45960</c:v>
                </c:pt>
                <c:pt idx="1127">
                  <c:v>45961</c:v>
                </c:pt>
                <c:pt idx="1128">
                  <c:v>45964</c:v>
                </c:pt>
                <c:pt idx="1129">
                  <c:v>45965</c:v>
                </c:pt>
                <c:pt idx="1130">
                  <c:v>45966</c:v>
                </c:pt>
                <c:pt idx="1131">
                  <c:v>45967</c:v>
                </c:pt>
                <c:pt idx="1132">
                  <c:v>45968</c:v>
                </c:pt>
                <c:pt idx="1133">
                  <c:v>45971</c:v>
                </c:pt>
                <c:pt idx="1134">
                  <c:v>45972</c:v>
                </c:pt>
                <c:pt idx="1135">
                  <c:v>45973</c:v>
                </c:pt>
                <c:pt idx="1136">
                  <c:v>45974</c:v>
                </c:pt>
                <c:pt idx="1137">
                  <c:v>45975</c:v>
                </c:pt>
                <c:pt idx="1138">
                  <c:v>45978</c:v>
                </c:pt>
                <c:pt idx="1139">
                  <c:v>45979</c:v>
                </c:pt>
                <c:pt idx="1140">
                  <c:v>45980</c:v>
                </c:pt>
                <c:pt idx="1141">
                  <c:v>45982</c:v>
                </c:pt>
                <c:pt idx="1142">
                  <c:v>45985</c:v>
                </c:pt>
                <c:pt idx="1143">
                  <c:v>45986</c:v>
                </c:pt>
                <c:pt idx="1144">
                  <c:v>45987</c:v>
                </c:pt>
                <c:pt idx="1145">
                  <c:v>45988</c:v>
                </c:pt>
                <c:pt idx="1146">
                  <c:v>45989</c:v>
                </c:pt>
                <c:pt idx="1147">
                  <c:v>45992</c:v>
                </c:pt>
                <c:pt idx="1148">
                  <c:v>45993</c:v>
                </c:pt>
                <c:pt idx="1149">
                  <c:v>45994</c:v>
                </c:pt>
                <c:pt idx="1150">
                  <c:v>45995</c:v>
                </c:pt>
                <c:pt idx="1151">
                  <c:v>45996</c:v>
                </c:pt>
                <c:pt idx="1152">
                  <c:v>45999</c:v>
                </c:pt>
                <c:pt idx="1153">
                  <c:v>46000</c:v>
                </c:pt>
                <c:pt idx="1154">
                  <c:v>46001</c:v>
                </c:pt>
                <c:pt idx="1155">
                  <c:v>46002</c:v>
                </c:pt>
                <c:pt idx="1156">
                  <c:v>46003</c:v>
                </c:pt>
                <c:pt idx="1157">
                  <c:v>46006</c:v>
                </c:pt>
                <c:pt idx="1158">
                  <c:v>46007</c:v>
                </c:pt>
                <c:pt idx="1159">
                  <c:v>46008</c:v>
                </c:pt>
                <c:pt idx="1160">
                  <c:v>46009</c:v>
                </c:pt>
                <c:pt idx="1161">
                  <c:v>46010</c:v>
                </c:pt>
                <c:pt idx="1162">
                  <c:v>46013</c:v>
                </c:pt>
                <c:pt idx="1163">
                  <c:v>46014</c:v>
                </c:pt>
                <c:pt idx="1164">
                  <c:v>46017</c:v>
                </c:pt>
                <c:pt idx="1165">
                  <c:v>46020</c:v>
                </c:pt>
                <c:pt idx="1166">
                  <c:v>46021</c:v>
                </c:pt>
                <c:pt idx="1167">
                  <c:v>46024</c:v>
                </c:pt>
                <c:pt idx="1168">
                  <c:v>46027</c:v>
                </c:pt>
                <c:pt idx="1169">
                  <c:v>46028</c:v>
                </c:pt>
                <c:pt idx="1170">
                  <c:v>46029</c:v>
                </c:pt>
                <c:pt idx="1171">
                  <c:v>46030</c:v>
                </c:pt>
                <c:pt idx="1172">
                  <c:v>46031</c:v>
                </c:pt>
                <c:pt idx="1173">
                  <c:v>46034</c:v>
                </c:pt>
                <c:pt idx="1174">
                  <c:v>46035</c:v>
                </c:pt>
                <c:pt idx="1175">
                  <c:v>46036</c:v>
                </c:pt>
                <c:pt idx="1176">
                  <c:v>46037</c:v>
                </c:pt>
                <c:pt idx="1177">
                  <c:v>46038</c:v>
                </c:pt>
                <c:pt idx="1178">
                  <c:v>46041</c:v>
                </c:pt>
                <c:pt idx="1179">
                  <c:v>46042</c:v>
                </c:pt>
                <c:pt idx="1180">
                  <c:v>46043</c:v>
                </c:pt>
                <c:pt idx="1181">
                  <c:v>46044</c:v>
                </c:pt>
                <c:pt idx="1182">
                  <c:v>46045</c:v>
                </c:pt>
                <c:pt idx="1183">
                  <c:v>46048</c:v>
                </c:pt>
                <c:pt idx="1184">
                  <c:v>46049</c:v>
                </c:pt>
                <c:pt idx="1185">
                  <c:v>46050</c:v>
                </c:pt>
                <c:pt idx="1186">
                  <c:v>46051</c:v>
                </c:pt>
                <c:pt idx="1187">
                  <c:v>46052</c:v>
                </c:pt>
                <c:pt idx="1188">
                  <c:v>46055</c:v>
                </c:pt>
                <c:pt idx="1189">
                  <c:v>46056</c:v>
                </c:pt>
                <c:pt idx="1190">
                  <c:v>46057</c:v>
                </c:pt>
                <c:pt idx="1191">
                  <c:v>46058</c:v>
                </c:pt>
                <c:pt idx="1192">
                  <c:v>46059</c:v>
                </c:pt>
                <c:pt idx="1193">
                  <c:v>46062</c:v>
                </c:pt>
                <c:pt idx="1194">
                  <c:v>46063</c:v>
                </c:pt>
                <c:pt idx="1195">
                  <c:v>46064</c:v>
                </c:pt>
                <c:pt idx="1196">
                  <c:v>46065</c:v>
                </c:pt>
                <c:pt idx="1197">
                  <c:v>46066</c:v>
                </c:pt>
                <c:pt idx="1198">
                  <c:v>46071</c:v>
                </c:pt>
                <c:pt idx="1199">
                  <c:v>46072</c:v>
                </c:pt>
                <c:pt idx="1200">
                  <c:v>46073</c:v>
                </c:pt>
                <c:pt idx="1201">
                  <c:v>46076</c:v>
                </c:pt>
                <c:pt idx="1202">
                  <c:v>46077</c:v>
                </c:pt>
                <c:pt idx="1203">
                  <c:v>46078</c:v>
                </c:pt>
                <c:pt idx="1204">
                  <c:v>46079</c:v>
                </c:pt>
                <c:pt idx="1205">
                  <c:v>46080</c:v>
                </c:pt>
                <c:pt idx="1206">
                  <c:v>46083</c:v>
                </c:pt>
                <c:pt idx="1207">
                  <c:v>46084</c:v>
                </c:pt>
                <c:pt idx="1208">
                  <c:v>46085</c:v>
                </c:pt>
                <c:pt idx="1209">
                  <c:v>46086</c:v>
                </c:pt>
                <c:pt idx="1210">
                  <c:v>46087</c:v>
                </c:pt>
                <c:pt idx="1211">
                  <c:v>46090</c:v>
                </c:pt>
                <c:pt idx="1212">
                  <c:v>46091</c:v>
                </c:pt>
                <c:pt idx="1213">
                  <c:v>46092</c:v>
                </c:pt>
                <c:pt idx="1214">
                  <c:v>46093</c:v>
                </c:pt>
                <c:pt idx="1215">
                  <c:v>46094</c:v>
                </c:pt>
                <c:pt idx="1216">
                  <c:v>46097</c:v>
                </c:pt>
                <c:pt idx="1217">
                  <c:v>46098</c:v>
                </c:pt>
                <c:pt idx="1218">
                  <c:v>46099</c:v>
                </c:pt>
                <c:pt idx="1219">
                  <c:v>46100</c:v>
                </c:pt>
                <c:pt idx="1220">
                  <c:v>46101</c:v>
                </c:pt>
                <c:pt idx="1221">
                  <c:v>46104</c:v>
                </c:pt>
                <c:pt idx="1222">
                  <c:v>46105</c:v>
                </c:pt>
                <c:pt idx="1223">
                  <c:v>46106</c:v>
                </c:pt>
                <c:pt idx="1224">
                  <c:v>46107</c:v>
                </c:pt>
                <c:pt idx="1225">
                  <c:v>46108</c:v>
                </c:pt>
                <c:pt idx="1226">
                  <c:v>46111</c:v>
                </c:pt>
                <c:pt idx="1227">
                  <c:v>46112</c:v>
                </c:pt>
                <c:pt idx="1228">
                  <c:v>46113</c:v>
                </c:pt>
                <c:pt idx="1229">
                  <c:v>46114</c:v>
                </c:pt>
                <c:pt idx="1230">
                  <c:v>46118</c:v>
                </c:pt>
                <c:pt idx="1231">
                  <c:v>46119</c:v>
                </c:pt>
                <c:pt idx="1232">
                  <c:v>46120</c:v>
                </c:pt>
                <c:pt idx="1233">
                  <c:v>46121</c:v>
                </c:pt>
                <c:pt idx="1234">
                  <c:v>46122</c:v>
                </c:pt>
                <c:pt idx="1235">
                  <c:v>46125</c:v>
                </c:pt>
                <c:pt idx="1236">
                  <c:v>46126</c:v>
                </c:pt>
                <c:pt idx="1237">
                  <c:v>46127</c:v>
                </c:pt>
                <c:pt idx="1238">
                  <c:v>46128</c:v>
                </c:pt>
                <c:pt idx="1239">
                  <c:v>46129</c:v>
                </c:pt>
                <c:pt idx="1240">
                  <c:v>46132</c:v>
                </c:pt>
                <c:pt idx="1241">
                  <c:v>46134</c:v>
                </c:pt>
                <c:pt idx="1242">
                  <c:v>46135</c:v>
                </c:pt>
                <c:pt idx="1243">
                  <c:v>46136</c:v>
                </c:pt>
                <c:pt idx="1244">
                  <c:v>46139</c:v>
                </c:pt>
                <c:pt idx="1245">
                  <c:v>46140</c:v>
                </c:pt>
                <c:pt idx="1246">
                  <c:v>46141</c:v>
                </c:pt>
                <c:pt idx="1247">
                  <c:v>46142</c:v>
                </c:pt>
                <c:pt idx="1248">
                  <c:v>46146</c:v>
                </c:pt>
                <c:pt idx="1249">
                  <c:v>46147</c:v>
                </c:pt>
                <c:pt idx="1250">
                  <c:v>46148</c:v>
                </c:pt>
                <c:pt idx="1251">
                  <c:v>46149</c:v>
                </c:pt>
                <c:pt idx="1252">
                  <c:v>46150</c:v>
                </c:pt>
                <c:pt idx="1253">
                  <c:v>46153</c:v>
                </c:pt>
                <c:pt idx="1254">
                  <c:v>46154</c:v>
                </c:pt>
                <c:pt idx="1255">
                  <c:v>46155</c:v>
                </c:pt>
                <c:pt idx="1256">
                  <c:v>46156</c:v>
                </c:pt>
                <c:pt idx="1257">
                  <c:v>46157</c:v>
                </c:pt>
                <c:pt idx="1258">
                  <c:v>46160</c:v>
                </c:pt>
                <c:pt idx="1259">
                  <c:v>46161</c:v>
                </c:pt>
                <c:pt idx="1260">
                  <c:v>46162</c:v>
                </c:pt>
                <c:pt idx="1261">
                  <c:v>46163</c:v>
                </c:pt>
                <c:pt idx="1262">
                  <c:v>46164</c:v>
                </c:pt>
                <c:pt idx="1263">
                  <c:v>46167</c:v>
                </c:pt>
                <c:pt idx="1264">
                  <c:v>46168</c:v>
                </c:pt>
                <c:pt idx="1265">
                  <c:v>46169</c:v>
                </c:pt>
                <c:pt idx="1266">
                  <c:v>46170</c:v>
                </c:pt>
                <c:pt idx="1267">
                  <c:v>46171</c:v>
                </c:pt>
                <c:pt idx="1268">
                  <c:v>46174</c:v>
                </c:pt>
                <c:pt idx="1269">
                  <c:v>46175</c:v>
                </c:pt>
                <c:pt idx="1270">
                  <c:v>46176</c:v>
                </c:pt>
                <c:pt idx="1271">
                  <c:v>46178</c:v>
                </c:pt>
                <c:pt idx="1272">
                  <c:v>46181</c:v>
                </c:pt>
                <c:pt idx="1273">
                  <c:v>46182</c:v>
                </c:pt>
                <c:pt idx="1274">
                  <c:v>46183</c:v>
                </c:pt>
                <c:pt idx="1275">
                  <c:v>46184</c:v>
                </c:pt>
                <c:pt idx="1276">
                  <c:v>46185</c:v>
                </c:pt>
                <c:pt idx="1277">
                  <c:v>46188</c:v>
                </c:pt>
                <c:pt idx="1278">
                  <c:v>46189</c:v>
                </c:pt>
                <c:pt idx="1279">
                  <c:v>46190</c:v>
                </c:pt>
                <c:pt idx="1280">
                  <c:v>46191</c:v>
                </c:pt>
                <c:pt idx="1281">
                  <c:v>46192</c:v>
                </c:pt>
                <c:pt idx="1282">
                  <c:v>46195</c:v>
                </c:pt>
                <c:pt idx="1283">
                  <c:v>46196</c:v>
                </c:pt>
                <c:pt idx="1284">
                  <c:v>46197</c:v>
                </c:pt>
                <c:pt idx="1285">
                  <c:v>46198</c:v>
                </c:pt>
                <c:pt idx="1286">
                  <c:v>46199</c:v>
                </c:pt>
                <c:pt idx="1287">
                  <c:v>46202</c:v>
                </c:pt>
                <c:pt idx="1288">
                  <c:v>46203</c:v>
                </c:pt>
                <c:pt idx="1289">
                  <c:v>46204</c:v>
                </c:pt>
                <c:pt idx="1290">
                  <c:v>46205</c:v>
                </c:pt>
                <c:pt idx="1291">
                  <c:v>46206</c:v>
                </c:pt>
                <c:pt idx="1292">
                  <c:v>46209</c:v>
                </c:pt>
                <c:pt idx="1293">
                  <c:v>46210</c:v>
                </c:pt>
                <c:pt idx="1294">
                  <c:v>46211</c:v>
                </c:pt>
                <c:pt idx="1295">
                  <c:v>46212</c:v>
                </c:pt>
                <c:pt idx="1296">
                  <c:v>46213</c:v>
                </c:pt>
                <c:pt idx="1297">
                  <c:v>46216</c:v>
                </c:pt>
                <c:pt idx="1298">
                  <c:v>46217</c:v>
                </c:pt>
                <c:pt idx="1299">
                  <c:v>46218</c:v>
                </c:pt>
                <c:pt idx="1300">
                  <c:v>46219</c:v>
                </c:pt>
                <c:pt idx="1301">
                  <c:v>46220</c:v>
                </c:pt>
                <c:pt idx="1302">
                  <c:v>46223</c:v>
                </c:pt>
                <c:pt idx="1303">
                  <c:v>46224</c:v>
                </c:pt>
                <c:pt idx="1304">
                  <c:v>46225</c:v>
                </c:pt>
                <c:pt idx="1305">
                  <c:v>46226</c:v>
                </c:pt>
                <c:pt idx="1306">
                  <c:v>46227</c:v>
                </c:pt>
                <c:pt idx="1307">
                  <c:v>46230</c:v>
                </c:pt>
                <c:pt idx="1308">
                  <c:v>46231</c:v>
                </c:pt>
                <c:pt idx="1309">
                  <c:v>46232</c:v>
                </c:pt>
                <c:pt idx="1310">
                  <c:v>46233</c:v>
                </c:pt>
                <c:pt idx="1311">
                  <c:v>46234</c:v>
                </c:pt>
                <c:pt idx="1312">
                  <c:v>46237</c:v>
                </c:pt>
                <c:pt idx="1313">
                  <c:v>46238</c:v>
                </c:pt>
                <c:pt idx="1314">
                  <c:v>46239</c:v>
                </c:pt>
                <c:pt idx="1315">
                  <c:v>46240</c:v>
                </c:pt>
                <c:pt idx="1316">
                  <c:v>46241</c:v>
                </c:pt>
                <c:pt idx="1317">
                  <c:v>46244</c:v>
                </c:pt>
                <c:pt idx="1318">
                  <c:v>46245</c:v>
                </c:pt>
                <c:pt idx="1319">
                  <c:v>46246</c:v>
                </c:pt>
                <c:pt idx="1320">
                  <c:v>46247</c:v>
                </c:pt>
                <c:pt idx="1321">
                  <c:v>46248</c:v>
                </c:pt>
                <c:pt idx="1322">
                  <c:v>46251</c:v>
                </c:pt>
                <c:pt idx="1323">
                  <c:v>46252</c:v>
                </c:pt>
                <c:pt idx="1324">
                  <c:v>46253</c:v>
                </c:pt>
                <c:pt idx="1325">
                  <c:v>46254</c:v>
                </c:pt>
                <c:pt idx="1326">
                  <c:v>46255</c:v>
                </c:pt>
                <c:pt idx="1327">
                  <c:v>46258</c:v>
                </c:pt>
                <c:pt idx="1328">
                  <c:v>46259</c:v>
                </c:pt>
                <c:pt idx="1329">
                  <c:v>46260</c:v>
                </c:pt>
                <c:pt idx="1330">
                  <c:v>46261</c:v>
                </c:pt>
                <c:pt idx="1331">
                  <c:v>46262</c:v>
                </c:pt>
                <c:pt idx="1332">
                  <c:v>46265</c:v>
                </c:pt>
                <c:pt idx="1333">
                  <c:v>46266</c:v>
                </c:pt>
                <c:pt idx="1334">
                  <c:v>46267</c:v>
                </c:pt>
                <c:pt idx="1335">
                  <c:v>46268</c:v>
                </c:pt>
                <c:pt idx="1336">
                  <c:v>46269</c:v>
                </c:pt>
                <c:pt idx="1337">
                  <c:v>46273</c:v>
                </c:pt>
                <c:pt idx="1338">
                  <c:v>46274</c:v>
                </c:pt>
                <c:pt idx="1339">
                  <c:v>46275</c:v>
                </c:pt>
                <c:pt idx="1340">
                  <c:v>46276</c:v>
                </c:pt>
                <c:pt idx="1341">
                  <c:v>46279</c:v>
                </c:pt>
                <c:pt idx="1342">
                  <c:v>46280</c:v>
                </c:pt>
                <c:pt idx="1343">
                  <c:v>46281</c:v>
                </c:pt>
                <c:pt idx="1344">
                  <c:v>46282</c:v>
                </c:pt>
                <c:pt idx="1345">
                  <c:v>46283</c:v>
                </c:pt>
                <c:pt idx="1346">
                  <c:v>46286</c:v>
                </c:pt>
                <c:pt idx="1347">
                  <c:v>46287</c:v>
                </c:pt>
                <c:pt idx="1348">
                  <c:v>46288</c:v>
                </c:pt>
                <c:pt idx="1349">
                  <c:v>46289</c:v>
                </c:pt>
                <c:pt idx="1350">
                  <c:v>46290</c:v>
                </c:pt>
                <c:pt idx="1351">
                  <c:v>46293</c:v>
                </c:pt>
                <c:pt idx="1352">
                  <c:v>46294</c:v>
                </c:pt>
                <c:pt idx="1353">
                  <c:v>46295</c:v>
                </c:pt>
              </c:numCache>
            </c:numRef>
          </c:cat>
          <c:val>
            <c:numRef>
              <c:f>'Charts Base 100'!$H$4:$H$1357</c:f>
              <c:numCache>
                <c:formatCode>0.0</c:formatCode>
                <c:ptCount val="1354"/>
                <c:pt idx="0">
                  <c:v>100</c:v>
                </c:pt>
                <c:pt idx="1">
                  <c:v>99.669533346962425</c:v>
                </c:pt>
                <c:pt idx="2">
                  <c:v>99.501757887988887</c:v>
                </c:pt>
                <c:pt idx="3">
                  <c:v>100.56644050961272</c:v>
                </c:pt>
                <c:pt idx="4">
                  <c:v>100.67656957361386</c:v>
                </c:pt>
                <c:pt idx="5">
                  <c:v>102.89219541463828</c:v>
                </c:pt>
                <c:pt idx="6">
                  <c:v>103.52509557685197</c:v>
                </c:pt>
                <c:pt idx="7">
                  <c:v>103.20027185213682</c:v>
                </c:pt>
                <c:pt idx="8">
                  <c:v>101.2907923671107</c:v>
                </c:pt>
                <c:pt idx="9">
                  <c:v>102.04056794212681</c:v>
                </c:pt>
                <c:pt idx="10">
                  <c:v>103.51211097820318</c:v>
                </c:pt>
                <c:pt idx="11">
                  <c:v>104.46679594691206</c:v>
                </c:pt>
                <c:pt idx="12">
                  <c:v>105.20441269406982</c:v>
                </c:pt>
                <c:pt idx="13">
                  <c:v>104.54999677946924</c:v>
                </c:pt>
                <c:pt idx="14">
                  <c:v>105.42409030322941</c:v>
                </c:pt>
                <c:pt idx="15">
                  <c:v>104.79228789877865</c:v>
                </c:pt>
                <c:pt idx="16">
                  <c:v>104.1288989514251</c:v>
                </c:pt>
                <c:pt idx="17">
                  <c:v>103.91074839895833</c:v>
                </c:pt>
                <c:pt idx="18">
                  <c:v>103.67187765240406</c:v>
                </c:pt>
                <c:pt idx="19">
                  <c:v>106.69102207079197</c:v>
                </c:pt>
                <c:pt idx="20">
                  <c:v>107.19152049254194</c:v>
                </c:pt>
                <c:pt idx="21">
                  <c:v>108.04744311683321</c:v>
                </c:pt>
                <c:pt idx="22">
                  <c:v>108.44852200230213</c:v>
                </c:pt>
                <c:pt idx="23">
                  <c:v>107.49422954364402</c:v>
                </c:pt>
                <c:pt idx="24">
                  <c:v>107.25305337459372</c:v>
                </c:pt>
                <c:pt idx="25">
                  <c:v>107.6015551163797</c:v>
                </c:pt>
                <c:pt idx="26">
                  <c:v>107.10058332581727</c:v>
                </c:pt>
                <c:pt idx="27">
                  <c:v>108.93882892241228</c:v>
                </c:pt>
                <c:pt idx="28">
                  <c:v>108.06372630949923</c:v>
                </c:pt>
                <c:pt idx="29">
                  <c:v>107.43387399540904</c:v>
                </c:pt>
                <c:pt idx="30">
                  <c:v>109.76730588122001</c:v>
                </c:pt>
                <c:pt idx="31">
                  <c:v>109.99350206417321</c:v>
                </c:pt>
                <c:pt idx="32">
                  <c:v>109.42540738704081</c:v>
                </c:pt>
                <c:pt idx="33">
                  <c:v>107.93106039479201</c:v>
                </c:pt>
                <c:pt idx="34">
                  <c:v>109.62733511697363</c:v>
                </c:pt>
                <c:pt idx="35">
                  <c:v>111.6327871364299</c:v>
                </c:pt>
                <c:pt idx="36">
                  <c:v>111.94884544794211</c:v>
                </c:pt>
                <c:pt idx="37">
                  <c:v>113.45003342213329</c:v>
                </c:pt>
                <c:pt idx="38">
                  <c:v>114.5332880298608</c:v>
                </c:pt>
                <c:pt idx="39">
                  <c:v>113.80537583640439</c:v>
                </c:pt>
                <c:pt idx="40">
                  <c:v>114.6583842860308</c:v>
                </c:pt>
                <c:pt idx="41">
                  <c:v>114.96678553910149</c:v>
                </c:pt>
                <c:pt idx="42">
                  <c:v>115.53178282937748</c:v>
                </c:pt>
                <c:pt idx="43">
                  <c:v>115.46275381236617</c:v>
                </c:pt>
                <c:pt idx="44">
                  <c:v>118.75661392884631</c:v>
                </c:pt>
                <c:pt idx="45">
                  <c:v>118.902900299355</c:v>
                </c:pt>
                <c:pt idx="46">
                  <c:v>116.87955891043946</c:v>
                </c:pt>
                <c:pt idx="47">
                  <c:v>116.55469638592378</c:v>
                </c:pt>
                <c:pt idx="48">
                  <c:v>115.80899468246415</c:v>
                </c:pt>
                <c:pt idx="49">
                  <c:v>116.82392528489937</c:v>
                </c:pt>
                <c:pt idx="50">
                  <c:v>119.32906698698045</c:v>
                </c:pt>
                <c:pt idx="51">
                  <c:v>121.41212045912744</c:v>
                </c:pt>
                <c:pt idx="52">
                  <c:v>120.52840182904544</c:v>
                </c:pt>
                <c:pt idx="53">
                  <c:v>121.20204180614927</c:v>
                </c:pt>
                <c:pt idx="54">
                  <c:v>119.04715531078895</c:v>
                </c:pt>
                <c:pt idx="55">
                  <c:v>118.6063811838839</c:v>
                </c:pt>
                <c:pt idx="56">
                  <c:v>117.14946642947623</c:v>
                </c:pt>
                <c:pt idx="57">
                  <c:v>116.07303778954443</c:v>
                </c:pt>
                <c:pt idx="58">
                  <c:v>114.2780507480518</c:v>
                </c:pt>
                <c:pt idx="59">
                  <c:v>113.15169616675237</c:v>
                </c:pt>
                <c:pt idx="60">
                  <c:v>112.14076154875288</c:v>
                </c:pt>
                <c:pt idx="61">
                  <c:v>110.93621422748252</c:v>
                </c:pt>
                <c:pt idx="62">
                  <c:v>111.36627320064696</c:v>
                </c:pt>
                <c:pt idx="63">
                  <c:v>109.89662818762906</c:v>
                </c:pt>
                <c:pt idx="64">
                  <c:v>110.14371506104629</c:v>
                </c:pt>
                <c:pt idx="65">
                  <c:v>111.49940896430837</c:v>
                </c:pt>
                <c:pt idx="66">
                  <c:v>110.49037236636127</c:v>
                </c:pt>
                <c:pt idx="67">
                  <c:v>109.22515236854291</c:v>
                </c:pt>
                <c:pt idx="68">
                  <c:v>110.64032253283045</c:v>
                </c:pt>
                <c:pt idx="69">
                  <c:v>111.16588440657702</c:v>
                </c:pt>
                <c:pt idx="70">
                  <c:v>110.05071859612083</c:v>
                </c:pt>
                <c:pt idx="71">
                  <c:v>112.6503208994914</c:v>
                </c:pt>
                <c:pt idx="72">
                  <c:v>112.43455116932375</c:v>
                </c:pt>
                <c:pt idx="73">
                  <c:v>113.52728054966389</c:v>
                </c:pt>
                <c:pt idx="74">
                  <c:v>109.55286110454303</c:v>
                </c:pt>
                <c:pt idx="75">
                  <c:v>106.08922057527768</c:v>
                </c:pt>
                <c:pt idx="76">
                  <c:v>105.64266998606196</c:v>
                </c:pt>
                <c:pt idx="77">
                  <c:v>108.19653101079221</c:v>
                </c:pt>
                <c:pt idx="78">
                  <c:v>110.51028203546092</c:v>
                </c:pt>
                <c:pt idx="79">
                  <c:v>112.54758338988331</c:v>
                </c:pt>
                <c:pt idx="80">
                  <c:v>113.6117910171719</c:v>
                </c:pt>
                <c:pt idx="81">
                  <c:v>115.14844626158474</c:v>
                </c:pt>
                <c:pt idx="82">
                  <c:v>113.07438133577313</c:v>
                </c:pt>
                <c:pt idx="83">
                  <c:v>115.54658605448149</c:v>
                </c:pt>
                <c:pt idx="84">
                  <c:v>116.15788076901823</c:v>
                </c:pt>
                <c:pt idx="85">
                  <c:v>114.22984879834675</c:v>
                </c:pt>
                <c:pt idx="86">
                  <c:v>114.92579480917277</c:v>
                </c:pt>
                <c:pt idx="87">
                  <c:v>112.43157269051682</c:v>
                </c:pt>
                <c:pt idx="88">
                  <c:v>113.37372123832819</c:v>
                </c:pt>
                <c:pt idx="89">
                  <c:v>112.8640886686041</c:v>
                </c:pt>
                <c:pt idx="90">
                  <c:v>106.11624753190235</c:v>
                </c:pt>
                <c:pt idx="91">
                  <c:v>107.41297324356329</c:v>
                </c:pt>
                <c:pt idx="92">
                  <c:v>108.20736641343159</c:v>
                </c:pt>
                <c:pt idx="93">
                  <c:v>110.94714875949386</c:v>
                </c:pt>
                <c:pt idx="94">
                  <c:v>111.06709413462535</c:v>
                </c:pt>
                <c:pt idx="95">
                  <c:v>109.74680517341426</c:v>
                </c:pt>
                <c:pt idx="96">
                  <c:v>111.07568435325076</c:v>
                </c:pt>
                <c:pt idx="97">
                  <c:v>108.2552082495001</c:v>
                </c:pt>
                <c:pt idx="98">
                  <c:v>104.57804638112742</c:v>
                </c:pt>
                <c:pt idx="99">
                  <c:v>107.01422079422254</c:v>
                </c:pt>
                <c:pt idx="100">
                  <c:v>109.60883234868935</c:v>
                </c:pt>
                <c:pt idx="101">
                  <c:v>110.07689265326132</c:v>
                </c:pt>
                <c:pt idx="102">
                  <c:v>109.94837634849009</c:v>
                </c:pt>
                <c:pt idx="103">
                  <c:v>109.26468798587641</c:v>
                </c:pt>
                <c:pt idx="104">
                  <c:v>105.33385669303389</c:v>
                </c:pt>
                <c:pt idx="105">
                  <c:v>104.69162553864024</c:v>
                </c:pt>
                <c:pt idx="106">
                  <c:v>106.09558420894211</c:v>
                </c:pt>
                <c:pt idx="107">
                  <c:v>107.55880424583255</c:v>
                </c:pt>
                <c:pt idx="108">
                  <c:v>104.82207657544053</c:v>
                </c:pt>
                <c:pt idx="109">
                  <c:v>102.75320628426874</c:v>
                </c:pt>
                <c:pt idx="110">
                  <c:v>99.988057299089277</c:v>
                </c:pt>
                <c:pt idx="111">
                  <c:v>99.921486362985263</c:v>
                </c:pt>
                <c:pt idx="112">
                  <c:v>100.95621713638675</c:v>
                </c:pt>
                <c:pt idx="113">
                  <c:v>99.952554613918849</c:v>
                </c:pt>
                <c:pt idx="114">
                  <c:v>101.99370813480219</c:v>
                </c:pt>
                <c:pt idx="115">
                  <c:v>101.42409760131004</c:v>
                </c:pt>
                <c:pt idx="116">
                  <c:v>102.00325649870339</c:v>
                </c:pt>
                <c:pt idx="117">
                  <c:v>101.73091919202466</c:v>
                </c:pt>
                <c:pt idx="118">
                  <c:v>97.370546760261576</c:v>
                </c:pt>
                <c:pt idx="119">
                  <c:v>95.768191245226745</c:v>
                </c:pt>
                <c:pt idx="120">
                  <c:v>92.380500195426691</c:v>
                </c:pt>
                <c:pt idx="121">
                  <c:v>91.555631615565815</c:v>
                </c:pt>
                <c:pt idx="122">
                  <c:v>95.890584777212283</c:v>
                </c:pt>
                <c:pt idx="123">
                  <c:v>93.205857663801069</c:v>
                </c:pt>
                <c:pt idx="124">
                  <c:v>93.043655537064112</c:v>
                </c:pt>
                <c:pt idx="125">
                  <c:v>90.940293114584847</c:v>
                </c:pt>
                <c:pt idx="126">
                  <c:v>89.655535130302297</c:v>
                </c:pt>
                <c:pt idx="127">
                  <c:v>93.009432366506857</c:v>
                </c:pt>
                <c:pt idx="128">
                  <c:v>95.200480609054949</c:v>
                </c:pt>
                <c:pt idx="129">
                  <c:v>92.225933832107359</c:v>
                </c:pt>
                <c:pt idx="130">
                  <c:v>93.03495059919868</c:v>
                </c:pt>
                <c:pt idx="131">
                  <c:v>93.754057097889103</c:v>
                </c:pt>
                <c:pt idx="132">
                  <c:v>94.552955786351859</c:v>
                </c:pt>
                <c:pt idx="133">
                  <c:v>97.291510333528763</c:v>
                </c:pt>
                <c:pt idx="134">
                  <c:v>99.718574320293385</c:v>
                </c:pt>
                <c:pt idx="135">
                  <c:v>99.868999220166927</c:v>
                </c:pt>
                <c:pt idx="136">
                  <c:v>97.849343377722093</c:v>
                </c:pt>
                <c:pt idx="137">
                  <c:v>95.268886076177154</c:v>
                </c:pt>
                <c:pt idx="138">
                  <c:v>97.079546843817496</c:v>
                </c:pt>
                <c:pt idx="139">
                  <c:v>98.829413364595055</c:v>
                </c:pt>
                <c:pt idx="140">
                  <c:v>97.255911383191631</c:v>
                </c:pt>
                <c:pt idx="141">
                  <c:v>95.727131761974661</c:v>
                </c:pt>
                <c:pt idx="142">
                  <c:v>94.069397041313437</c:v>
                </c:pt>
                <c:pt idx="143">
                  <c:v>96.000810358181838</c:v>
                </c:pt>
                <c:pt idx="144">
                  <c:v>92.019237014963636</c:v>
                </c:pt>
                <c:pt idx="145">
                  <c:v>92.642877088838389</c:v>
                </c:pt>
                <c:pt idx="146">
                  <c:v>89.21438146008731</c:v>
                </c:pt>
                <c:pt idx="147">
                  <c:v>86.596688981243247</c:v>
                </c:pt>
                <c:pt idx="148">
                  <c:v>88.107047581501433</c:v>
                </c:pt>
                <c:pt idx="149">
                  <c:v>90.902981176879493</c:v>
                </c:pt>
                <c:pt idx="150">
                  <c:v>91.720454068068108</c:v>
                </c:pt>
                <c:pt idx="151">
                  <c:v>92.439770525112777</c:v>
                </c:pt>
                <c:pt idx="152">
                  <c:v>97.389998505632718</c:v>
                </c:pt>
                <c:pt idx="153">
                  <c:v>95.641228097581745</c:v>
                </c:pt>
                <c:pt idx="154">
                  <c:v>97.287718324123944</c:v>
                </c:pt>
                <c:pt idx="155">
                  <c:v>95.792155650232971</c:v>
                </c:pt>
                <c:pt idx="156">
                  <c:v>93.718562867814228</c:v>
                </c:pt>
                <c:pt idx="157">
                  <c:v>93.700440070243374</c:v>
                </c:pt>
                <c:pt idx="158">
                  <c:v>93.97656439627437</c:v>
                </c:pt>
                <c:pt idx="159">
                  <c:v>94.164791843405069</c:v>
                </c:pt>
                <c:pt idx="160">
                  <c:v>91.891958847231365</c:v>
                </c:pt>
                <c:pt idx="161">
                  <c:v>91.450806837843857</c:v>
                </c:pt>
                <c:pt idx="162">
                  <c:v>91.305528319445486</c:v>
                </c:pt>
                <c:pt idx="163">
                  <c:v>90.854517477191266</c:v>
                </c:pt>
                <c:pt idx="164">
                  <c:v>92.808273617196562</c:v>
                </c:pt>
                <c:pt idx="165">
                  <c:v>93.210953316632697</c:v>
                </c:pt>
                <c:pt idx="166">
                  <c:v>90.962539230839937</c:v>
                </c:pt>
                <c:pt idx="167">
                  <c:v>94.158255433503328</c:v>
                </c:pt>
                <c:pt idx="168">
                  <c:v>89.547123510407985</c:v>
                </c:pt>
                <c:pt idx="169">
                  <c:v>86.39076196724325</c:v>
                </c:pt>
                <c:pt idx="170">
                  <c:v>82.748699935772805</c:v>
                </c:pt>
                <c:pt idx="171">
                  <c:v>82.1585716437814</c:v>
                </c:pt>
                <c:pt idx="172">
                  <c:v>82.315199733434937</c:v>
                </c:pt>
                <c:pt idx="173">
                  <c:v>80.669658173644805</c:v>
                </c:pt>
                <c:pt idx="174">
                  <c:v>82.528556880911097</c:v>
                </c:pt>
                <c:pt idx="175">
                  <c:v>85.569562946991965</c:v>
                </c:pt>
                <c:pt idx="176">
                  <c:v>84.999918443193863</c:v>
                </c:pt>
                <c:pt idx="177">
                  <c:v>85.347303084046317</c:v>
                </c:pt>
                <c:pt idx="178">
                  <c:v>85.091872742576953</c:v>
                </c:pt>
                <c:pt idx="179">
                  <c:v>83.700912426624257</c:v>
                </c:pt>
                <c:pt idx="180">
                  <c:v>86.404157940772365</c:v>
                </c:pt>
                <c:pt idx="181">
                  <c:v>89.569685945446096</c:v>
                </c:pt>
                <c:pt idx="182">
                  <c:v>89.092954035321441</c:v>
                </c:pt>
                <c:pt idx="183">
                  <c:v>87.66375328606118</c:v>
                </c:pt>
                <c:pt idx="184">
                  <c:v>89.983399737935002</c:v>
                </c:pt>
                <c:pt idx="185">
                  <c:v>91.012406780132778</c:v>
                </c:pt>
                <c:pt idx="186">
                  <c:v>92.188138407302773</c:v>
                </c:pt>
                <c:pt idx="187">
                  <c:v>93.938278370434588</c:v>
                </c:pt>
                <c:pt idx="188">
                  <c:v>96.24019864604351</c:v>
                </c:pt>
                <c:pt idx="189">
                  <c:v>96.966954569840468</c:v>
                </c:pt>
                <c:pt idx="190">
                  <c:v>96.625453934526618</c:v>
                </c:pt>
                <c:pt idx="191">
                  <c:v>96.966134684345505</c:v>
                </c:pt>
                <c:pt idx="192">
                  <c:v>95.988339433243397</c:v>
                </c:pt>
                <c:pt idx="193">
                  <c:v>96.215354790499134</c:v>
                </c:pt>
                <c:pt idx="194">
                  <c:v>95.988090408316012</c:v>
                </c:pt>
                <c:pt idx="195">
                  <c:v>96.512263200898403</c:v>
                </c:pt>
                <c:pt idx="196">
                  <c:v>96.322828982021875</c:v>
                </c:pt>
                <c:pt idx="197">
                  <c:v>95.484771774962482</c:v>
                </c:pt>
                <c:pt idx="198">
                  <c:v>97.152613597957455</c:v>
                </c:pt>
                <c:pt idx="199">
                  <c:v>99.135361186394633</c:v>
                </c:pt>
                <c:pt idx="200">
                  <c:v>99.852285226053283</c:v>
                </c:pt>
                <c:pt idx="201">
                  <c:v>100.51708880214672</c:v>
                </c:pt>
                <c:pt idx="202">
                  <c:v>99.987657851491036</c:v>
                </c:pt>
                <c:pt idx="203">
                  <c:v>96.358799260344426</c:v>
                </c:pt>
                <c:pt idx="204">
                  <c:v>98.41534010004122</c:v>
                </c:pt>
                <c:pt idx="205">
                  <c:v>98.415967815527978</c:v>
                </c:pt>
                <c:pt idx="206">
                  <c:v>98.54699503280942</c:v>
                </c:pt>
                <c:pt idx="207">
                  <c:v>99.062995012885622</c:v>
                </c:pt>
                <c:pt idx="208">
                  <c:v>97.581126671631139</c:v>
                </c:pt>
                <c:pt idx="209">
                  <c:v>98.413796742549323</c:v>
                </c:pt>
                <c:pt idx="210">
                  <c:v>96.07302110424375</c:v>
                </c:pt>
                <c:pt idx="211">
                  <c:v>91.049931755961339</c:v>
                </c:pt>
                <c:pt idx="212">
                  <c:v>92.332608813966019</c:v>
                </c:pt>
                <c:pt idx="213">
                  <c:v>96.560086993350851</c:v>
                </c:pt>
                <c:pt idx="214">
                  <c:v>95.398920549454076</c:v>
                </c:pt>
                <c:pt idx="215">
                  <c:v>90.980519524209228</c:v>
                </c:pt>
                <c:pt idx="216">
                  <c:v>88.770416331817728</c:v>
                </c:pt>
                <c:pt idx="217">
                  <c:v>89.490999299062935</c:v>
                </c:pt>
                <c:pt idx="218">
                  <c:v>91.054833409995126</c:v>
                </c:pt>
                <c:pt idx="219">
                  <c:v>92.615839108098797</c:v>
                </c:pt>
                <c:pt idx="220">
                  <c:v>95.595004355348337</c:v>
                </c:pt>
                <c:pt idx="221">
                  <c:v>94.869633597392806</c:v>
                </c:pt>
                <c:pt idx="222">
                  <c:v>97.234299010750576</c:v>
                </c:pt>
                <c:pt idx="223">
                  <c:v>99.297152587132629</c:v>
                </c:pt>
                <c:pt idx="224">
                  <c:v>102.71359656697147</c:v>
                </c:pt>
                <c:pt idx="225">
                  <c:v>106.23944994136723</c:v>
                </c:pt>
                <c:pt idx="226">
                  <c:v>106.00924896811468</c:v>
                </c:pt>
                <c:pt idx="227">
                  <c:v>107.72647631864112</c:v>
                </c:pt>
                <c:pt idx="228">
                  <c:v>107.22325123703015</c:v>
                </c:pt>
                <c:pt idx="229">
                  <c:v>107.02777002294297</c:v>
                </c:pt>
                <c:pt idx="230">
                  <c:v>109.71958865683942</c:v>
                </c:pt>
                <c:pt idx="231">
                  <c:v>110.63974947408566</c:v>
                </c:pt>
                <c:pt idx="232">
                  <c:v>107.96993377542007</c:v>
                </c:pt>
                <c:pt idx="233">
                  <c:v>104.48946545421494</c:v>
                </c:pt>
                <c:pt idx="234">
                  <c:v>104.19358536858803</c:v>
                </c:pt>
                <c:pt idx="235">
                  <c:v>103.64989610508408</c:v>
                </c:pt>
                <c:pt idx="236">
                  <c:v>101.43107577737878</c:v>
                </c:pt>
                <c:pt idx="237">
                  <c:v>101.17487499288502</c:v>
                </c:pt>
                <c:pt idx="238">
                  <c:v>102.68683478357492</c:v>
                </c:pt>
                <c:pt idx="239">
                  <c:v>102.01229916073527</c:v>
                </c:pt>
                <c:pt idx="240">
                  <c:v>103.09930600054595</c:v>
                </c:pt>
                <c:pt idx="241">
                  <c:v>106.09662292317577</c:v>
                </c:pt>
                <c:pt idx="242">
                  <c:v>106.68792508120124</c:v>
                </c:pt>
                <c:pt idx="243">
                  <c:v>103.38894267737993</c:v>
                </c:pt>
                <c:pt idx="244">
                  <c:v>103.43209747996625</c:v>
                </c:pt>
                <c:pt idx="245">
                  <c:v>102.0044478169124</c:v>
                </c:pt>
                <c:pt idx="246">
                  <c:v>102.08627829359183</c:v>
                </c:pt>
                <c:pt idx="247">
                  <c:v>103.22195876283426</c:v>
                </c:pt>
                <c:pt idx="248">
                  <c:v>101.98647468061735</c:v>
                </c:pt>
                <c:pt idx="249">
                  <c:v>99.504039444075175</c:v>
                </c:pt>
                <c:pt idx="250">
                  <c:v>99.441792155802631</c:v>
                </c:pt>
                <c:pt idx="251">
                  <c:v>103.06132253956699</c:v>
                </c:pt>
                <c:pt idx="252">
                  <c:v>99.254248103252408</c:v>
                </c:pt>
                <c:pt idx="253">
                  <c:v>98.053848087411396</c:v>
                </c:pt>
                <c:pt idx="254">
                  <c:v>94.011122209221966</c:v>
                </c:pt>
                <c:pt idx="255">
                  <c:v>96.486272629424661</c:v>
                </c:pt>
                <c:pt idx="256">
                  <c:v>96.396770105979343</c:v>
                </c:pt>
                <c:pt idx="257">
                  <c:v>98.959687080312818</c:v>
                </c:pt>
                <c:pt idx="258">
                  <c:v>100.84737045761743</c:v>
                </c:pt>
                <c:pt idx="259">
                  <c:v>101.00631170460747</c:v>
                </c:pt>
                <c:pt idx="260">
                  <c:v>101.23535704011238</c:v>
                </c:pt>
                <c:pt idx="261">
                  <c:v>98.336715977369423</c:v>
                </c:pt>
                <c:pt idx="262">
                  <c:v>98.816985550490287</c:v>
                </c:pt>
                <c:pt idx="263">
                  <c:v>99.205089665260118</c:v>
                </c:pt>
                <c:pt idx="264">
                  <c:v>100.54631112528072</c:v>
                </c:pt>
                <c:pt idx="265">
                  <c:v>99.57708942981823</c:v>
                </c:pt>
                <c:pt idx="266">
                  <c:v>101.33610732200955</c:v>
                </c:pt>
                <c:pt idx="267">
                  <c:v>103.3760726198385</c:v>
                </c:pt>
                <c:pt idx="268">
                  <c:v>105.20926264612169</c:v>
                </c:pt>
                <c:pt idx="269">
                  <c:v>104.13016396340049</c:v>
                </c:pt>
                <c:pt idx="270">
                  <c:v>103.68153696534968</c:v>
                </c:pt>
                <c:pt idx="271">
                  <c:v>104.29363616547343</c:v>
                </c:pt>
                <c:pt idx="272">
                  <c:v>105.10234367625311</c:v>
                </c:pt>
                <c:pt idx="273">
                  <c:v>103.90530748249289</c:v>
                </c:pt>
                <c:pt idx="274">
                  <c:v>101.23631165005162</c:v>
                </c:pt>
                <c:pt idx="275">
                  <c:v>99.473611303632239</c:v>
                </c:pt>
                <c:pt idx="276">
                  <c:v>98.379045774077284</c:v>
                </c:pt>
                <c:pt idx="277">
                  <c:v>98.619077223163814</c:v>
                </c:pt>
                <c:pt idx="278">
                  <c:v>96.33412481297465</c:v>
                </c:pt>
                <c:pt idx="279">
                  <c:v>92.961727309980759</c:v>
                </c:pt>
                <c:pt idx="280">
                  <c:v>91.492669030732216</c:v>
                </c:pt>
                <c:pt idx="281">
                  <c:v>93.365259490215053</c:v>
                </c:pt>
                <c:pt idx="282">
                  <c:v>91.515914862163697</c:v>
                </c:pt>
                <c:pt idx="283">
                  <c:v>90.128135910355496</c:v>
                </c:pt>
                <c:pt idx="284">
                  <c:v>89.71933977284003</c:v>
                </c:pt>
                <c:pt idx="285">
                  <c:v>90.022157888851879</c:v>
                </c:pt>
                <c:pt idx="286">
                  <c:v>90.895521160196495</c:v>
                </c:pt>
                <c:pt idx="287">
                  <c:v>90.575381745743954</c:v>
                </c:pt>
                <c:pt idx="288">
                  <c:v>90.752353578411089</c:v>
                </c:pt>
                <c:pt idx="289">
                  <c:v>90.050056313137787</c:v>
                </c:pt>
                <c:pt idx="290">
                  <c:v>89.624149796090052</c:v>
                </c:pt>
                <c:pt idx="291">
                  <c:v>88.85744917028255</c:v>
                </c:pt>
                <c:pt idx="292">
                  <c:v>89.768556468010075</c:v>
                </c:pt>
                <c:pt idx="293">
                  <c:v>88.534029124689198</c:v>
                </c:pt>
                <c:pt idx="294">
                  <c:v>87.246681772578398</c:v>
                </c:pt>
                <c:pt idx="295">
                  <c:v>88.745012387674777</c:v>
                </c:pt>
                <c:pt idx="296">
                  <c:v>90.633098098970123</c:v>
                </c:pt>
                <c:pt idx="297">
                  <c:v>90.978623733239942</c:v>
                </c:pt>
                <c:pt idx="298">
                  <c:v>88.386358644617417</c:v>
                </c:pt>
                <c:pt idx="299">
                  <c:v>88.363588971991064</c:v>
                </c:pt>
                <c:pt idx="300">
                  <c:v>86.911133546325246</c:v>
                </c:pt>
                <c:pt idx="301">
                  <c:v>87.149516087727832</c:v>
                </c:pt>
                <c:pt idx="302">
                  <c:v>88.816007576447348</c:v>
                </c:pt>
                <c:pt idx="303">
                  <c:v>88.361009891243711</c:v>
                </c:pt>
                <c:pt idx="304">
                  <c:v>89.156919013276266</c:v>
                </c:pt>
                <c:pt idx="305">
                  <c:v>90.905142892219686</c:v>
                </c:pt>
                <c:pt idx="306">
                  <c:v>91.514057859492894</c:v>
                </c:pt>
                <c:pt idx="307">
                  <c:v>90.928708660139733</c:v>
                </c:pt>
                <c:pt idx="308">
                  <c:v>90.788363741170002</c:v>
                </c:pt>
                <c:pt idx="309">
                  <c:v>89.760534364114491</c:v>
                </c:pt>
                <c:pt idx="310">
                  <c:v>92.448003757834044</c:v>
                </c:pt>
                <c:pt idx="311">
                  <c:v>95.46694717825261</c:v>
                </c:pt>
                <c:pt idx="312">
                  <c:v>95.810133718541053</c:v>
                </c:pt>
                <c:pt idx="313">
                  <c:v>95.687262391137949</c:v>
                </c:pt>
                <c:pt idx="314">
                  <c:v>96.216936851770512</c:v>
                </c:pt>
                <c:pt idx="315">
                  <c:v>98.450509215881624</c:v>
                </c:pt>
                <c:pt idx="316">
                  <c:v>101.62324599117794</c:v>
                </c:pt>
                <c:pt idx="317">
                  <c:v>101.87138903527544</c:v>
                </c:pt>
                <c:pt idx="318">
                  <c:v>103.10038613744743</c:v>
                </c:pt>
                <c:pt idx="319">
                  <c:v>102.13082963337732</c:v>
                </c:pt>
                <c:pt idx="320">
                  <c:v>105.13576450808503</c:v>
                </c:pt>
                <c:pt idx="321">
                  <c:v>103.70093687577828</c:v>
                </c:pt>
                <c:pt idx="322">
                  <c:v>106.56526527037076</c:v>
                </c:pt>
                <c:pt idx="323">
                  <c:v>106.73168300904211</c:v>
                </c:pt>
                <c:pt idx="324">
                  <c:v>106.39272362485895</c:v>
                </c:pt>
                <c:pt idx="325">
                  <c:v>106.87921455998651</c:v>
                </c:pt>
                <c:pt idx="326">
                  <c:v>107.15194506216503</c:v>
                </c:pt>
                <c:pt idx="327">
                  <c:v>105.70000880939364</c:v>
                </c:pt>
                <c:pt idx="328">
                  <c:v>104.3215081199541</c:v>
                </c:pt>
                <c:pt idx="329">
                  <c:v>106.00172482287027</c:v>
                </c:pt>
                <c:pt idx="330">
                  <c:v>107.02769001064871</c:v>
                </c:pt>
                <c:pt idx="331">
                  <c:v>107.94005297023529</c:v>
                </c:pt>
                <c:pt idx="332">
                  <c:v>106.99301640877721</c:v>
                </c:pt>
                <c:pt idx="333">
                  <c:v>108.38961394956996</c:v>
                </c:pt>
                <c:pt idx="334">
                  <c:v>106.75446587706097</c:v>
                </c:pt>
                <c:pt idx="335">
                  <c:v>106.56201984157674</c:v>
                </c:pt>
                <c:pt idx="336">
                  <c:v>108.46258624268002</c:v>
                </c:pt>
                <c:pt idx="337">
                  <c:v>108.81560619539292</c:v>
                </c:pt>
                <c:pt idx="338">
                  <c:v>110.76747997163132</c:v>
                </c:pt>
                <c:pt idx="339">
                  <c:v>109.79789887966405</c:v>
                </c:pt>
                <c:pt idx="340">
                  <c:v>109.8257275089986</c:v>
                </c:pt>
                <c:pt idx="341">
                  <c:v>111.12577037266618</c:v>
                </c:pt>
                <c:pt idx="342">
                  <c:v>111.0506537198753</c:v>
                </c:pt>
                <c:pt idx="343">
                  <c:v>109.30317214258045</c:v>
                </c:pt>
                <c:pt idx="344">
                  <c:v>111.07443584262522</c:v>
                </c:pt>
                <c:pt idx="345">
                  <c:v>110.43445947016693</c:v>
                </c:pt>
                <c:pt idx="346">
                  <c:v>110.34877532996499</c:v>
                </c:pt>
                <c:pt idx="347">
                  <c:v>111.11569875824998</c:v>
                </c:pt>
                <c:pt idx="348">
                  <c:v>111.24111205595082</c:v>
                </c:pt>
                <c:pt idx="349">
                  <c:v>111.39384413536916</c:v>
                </c:pt>
                <c:pt idx="350">
                  <c:v>113.3713096738217</c:v>
                </c:pt>
                <c:pt idx="351">
                  <c:v>112.05679030845575</c:v>
                </c:pt>
                <c:pt idx="352">
                  <c:v>108.49224897778697</c:v>
                </c:pt>
                <c:pt idx="353">
                  <c:v>107.64444392352657</c:v>
                </c:pt>
                <c:pt idx="354">
                  <c:v>108.09941441709969</c:v>
                </c:pt>
                <c:pt idx="355">
                  <c:v>106.18886525726963</c:v>
                </c:pt>
                <c:pt idx="356">
                  <c:v>107.59535365104946</c:v>
                </c:pt>
                <c:pt idx="357">
                  <c:v>110.86753912681382</c:v>
                </c:pt>
                <c:pt idx="358">
                  <c:v>111.40776421863774</c:v>
                </c:pt>
                <c:pt idx="359">
                  <c:v>111.97802941295936</c:v>
                </c:pt>
                <c:pt idx="360">
                  <c:v>112.74585789009375</c:v>
                </c:pt>
                <c:pt idx="361">
                  <c:v>112.281908390677</c:v>
                </c:pt>
                <c:pt idx="362">
                  <c:v>112.2159628934813</c:v>
                </c:pt>
                <c:pt idx="363">
                  <c:v>111.7188025792931</c:v>
                </c:pt>
                <c:pt idx="364">
                  <c:v>111.98176427207822</c:v>
                </c:pt>
                <c:pt idx="365">
                  <c:v>110.61525684786579</c:v>
                </c:pt>
                <c:pt idx="366">
                  <c:v>111.56094322825585</c:v>
                </c:pt>
                <c:pt idx="367">
                  <c:v>113.00392487432056</c:v>
                </c:pt>
                <c:pt idx="368">
                  <c:v>113.9543238418044</c:v>
                </c:pt>
                <c:pt idx="369">
                  <c:v>113.56915760725772</c:v>
                </c:pt>
                <c:pt idx="370">
                  <c:v>116.84443379669477</c:v>
                </c:pt>
                <c:pt idx="371">
                  <c:v>115.92085426500391</c:v>
                </c:pt>
                <c:pt idx="372">
                  <c:v>114.02167212754392</c:v>
                </c:pt>
                <c:pt idx="373">
                  <c:v>111.70903071540108</c:v>
                </c:pt>
                <c:pt idx="374">
                  <c:v>115.19853262841218</c:v>
                </c:pt>
                <c:pt idx="375">
                  <c:v>116.80480348364568</c:v>
                </c:pt>
                <c:pt idx="376">
                  <c:v>122.02682686029927</c:v>
                </c:pt>
                <c:pt idx="377">
                  <c:v>122.95953277218452</c:v>
                </c:pt>
                <c:pt idx="378">
                  <c:v>124.6767783934815</c:v>
                </c:pt>
                <c:pt idx="379">
                  <c:v>125.61182076395605</c:v>
                </c:pt>
                <c:pt idx="380">
                  <c:v>120.11499680563711</c:v>
                </c:pt>
                <c:pt idx="381">
                  <c:v>119.74032018089883</c:v>
                </c:pt>
                <c:pt idx="382">
                  <c:v>118.77972550068377</c:v>
                </c:pt>
                <c:pt idx="383">
                  <c:v>109.28092216853014</c:v>
                </c:pt>
                <c:pt idx="384">
                  <c:v>109.33530772425399</c:v>
                </c:pt>
                <c:pt idx="385">
                  <c:v>110.53995409460894</c:v>
                </c:pt>
                <c:pt idx="386">
                  <c:v>106.64301685677049</c:v>
                </c:pt>
                <c:pt idx="387">
                  <c:v>104.72307842434496</c:v>
                </c:pt>
                <c:pt idx="388">
                  <c:v>103.99191223812964</c:v>
                </c:pt>
                <c:pt idx="389">
                  <c:v>105.66875056096679</c:v>
                </c:pt>
                <c:pt idx="390">
                  <c:v>103.49458621788659</c:v>
                </c:pt>
                <c:pt idx="391">
                  <c:v>102.53158212882607</c:v>
                </c:pt>
                <c:pt idx="392">
                  <c:v>106.36173848373944</c:v>
                </c:pt>
                <c:pt idx="393">
                  <c:v>102.72958295884922</c:v>
                </c:pt>
                <c:pt idx="394">
                  <c:v>102.21480666919784</c:v>
                </c:pt>
                <c:pt idx="395">
                  <c:v>104.40351903557176</c:v>
                </c:pt>
                <c:pt idx="396">
                  <c:v>104.5796608802064</c:v>
                </c:pt>
                <c:pt idx="397">
                  <c:v>102.57237506804006</c:v>
                </c:pt>
                <c:pt idx="398">
                  <c:v>104.58565730771518</c:v>
                </c:pt>
                <c:pt idx="399">
                  <c:v>100.47393469532891</c:v>
                </c:pt>
                <c:pt idx="400">
                  <c:v>99.95101184664837</c:v>
                </c:pt>
                <c:pt idx="401">
                  <c:v>100.27412728977063</c:v>
                </c:pt>
                <c:pt idx="402">
                  <c:v>97.671911583155236</c:v>
                </c:pt>
                <c:pt idx="403">
                  <c:v>95.687504629806327</c:v>
                </c:pt>
                <c:pt idx="404">
                  <c:v>94.408402103743924</c:v>
                </c:pt>
                <c:pt idx="405">
                  <c:v>93.134066946433393</c:v>
                </c:pt>
                <c:pt idx="406">
                  <c:v>95.198947709785259</c:v>
                </c:pt>
                <c:pt idx="407">
                  <c:v>96.334510629228291</c:v>
                </c:pt>
                <c:pt idx="408">
                  <c:v>96.090669824348595</c:v>
                </c:pt>
                <c:pt idx="409">
                  <c:v>97.697166832671442</c:v>
                </c:pt>
                <c:pt idx="410">
                  <c:v>101.77250760259351</c:v>
                </c:pt>
                <c:pt idx="411">
                  <c:v>102.78046730101498</c:v>
                </c:pt>
                <c:pt idx="412">
                  <c:v>103.48256029270546</c:v>
                </c:pt>
                <c:pt idx="413">
                  <c:v>106.6024714339739</c:v>
                </c:pt>
                <c:pt idx="414">
                  <c:v>105.2812894678772</c:v>
                </c:pt>
                <c:pt idx="415">
                  <c:v>104.72389190207045</c:v>
                </c:pt>
                <c:pt idx="416">
                  <c:v>107.4357598129172</c:v>
                </c:pt>
                <c:pt idx="417">
                  <c:v>107.41642931614599</c:v>
                </c:pt>
                <c:pt idx="418">
                  <c:v>102.99238813541587</c:v>
                </c:pt>
                <c:pt idx="419">
                  <c:v>99.786272536374554</c:v>
                </c:pt>
                <c:pt idx="420">
                  <c:v>100.77651863189283</c:v>
                </c:pt>
                <c:pt idx="421">
                  <c:v>102.7818804917837</c:v>
                </c:pt>
                <c:pt idx="422">
                  <c:v>104.54026189127832</c:v>
                </c:pt>
                <c:pt idx="423">
                  <c:v>104.8412197585038</c:v>
                </c:pt>
                <c:pt idx="424">
                  <c:v>107.30105062035111</c:v>
                </c:pt>
                <c:pt idx="425">
                  <c:v>109.88618360127312</c:v>
                </c:pt>
                <c:pt idx="426">
                  <c:v>110.41390277328593</c:v>
                </c:pt>
                <c:pt idx="427">
                  <c:v>110.39121627411686</c:v>
                </c:pt>
                <c:pt idx="428">
                  <c:v>110.00808560507451</c:v>
                </c:pt>
                <c:pt idx="429">
                  <c:v>111.10997713500569</c:v>
                </c:pt>
                <c:pt idx="430">
                  <c:v>113.86434967735029</c:v>
                </c:pt>
                <c:pt idx="431">
                  <c:v>113.50760908849293</c:v>
                </c:pt>
                <c:pt idx="432">
                  <c:v>114.48367149050769</c:v>
                </c:pt>
                <c:pt idx="433">
                  <c:v>114.27625630860565</c:v>
                </c:pt>
                <c:pt idx="434">
                  <c:v>115.69922383632172</c:v>
                </c:pt>
                <c:pt idx="435">
                  <c:v>117.40710461880455</c:v>
                </c:pt>
                <c:pt idx="436">
                  <c:v>117.52296203140477</c:v>
                </c:pt>
                <c:pt idx="437">
                  <c:v>115.65664351677189</c:v>
                </c:pt>
                <c:pt idx="438">
                  <c:v>114.79430129111022</c:v>
                </c:pt>
                <c:pt idx="439">
                  <c:v>116.28891034023437</c:v>
                </c:pt>
                <c:pt idx="440">
                  <c:v>116.39867572719002</c:v>
                </c:pt>
                <c:pt idx="441">
                  <c:v>115.82565815540092</c:v>
                </c:pt>
                <c:pt idx="442">
                  <c:v>113.69431713915358</c:v>
                </c:pt>
                <c:pt idx="443">
                  <c:v>113.18055504012446</c:v>
                </c:pt>
                <c:pt idx="444">
                  <c:v>112.21122134049016</c:v>
                </c:pt>
                <c:pt idx="445">
                  <c:v>112.83570455922072</c:v>
                </c:pt>
                <c:pt idx="446">
                  <c:v>109.99463720522284</c:v>
                </c:pt>
                <c:pt idx="447">
                  <c:v>111.9318907931536</c:v>
                </c:pt>
                <c:pt idx="448">
                  <c:v>111.47093431513117</c:v>
                </c:pt>
                <c:pt idx="449">
                  <c:v>110.14552088629127</c:v>
                </c:pt>
                <c:pt idx="450">
                  <c:v>112.20250628418059</c:v>
                </c:pt>
                <c:pt idx="451">
                  <c:v>111.78165817255086</c:v>
                </c:pt>
                <c:pt idx="452">
                  <c:v>112.43643973536965</c:v>
                </c:pt>
                <c:pt idx="453">
                  <c:v>111.45172867499842</c:v>
                </c:pt>
                <c:pt idx="454">
                  <c:v>110.86507024726289</c:v>
                </c:pt>
                <c:pt idx="455">
                  <c:v>110.59682101425885</c:v>
                </c:pt>
                <c:pt idx="456">
                  <c:v>110.15441827761944</c:v>
                </c:pt>
                <c:pt idx="457">
                  <c:v>109.07123768197444</c:v>
                </c:pt>
                <c:pt idx="458">
                  <c:v>107.45607121681984</c:v>
                </c:pt>
                <c:pt idx="459">
                  <c:v>107.04909220043417</c:v>
                </c:pt>
                <c:pt idx="460">
                  <c:v>106.89963452849578</c:v>
                </c:pt>
                <c:pt idx="461">
                  <c:v>107.6581943566481</c:v>
                </c:pt>
                <c:pt idx="462">
                  <c:v>107.04631348326818</c:v>
                </c:pt>
                <c:pt idx="463">
                  <c:v>109.76970465379668</c:v>
                </c:pt>
                <c:pt idx="464">
                  <c:v>111.1389456681771</c:v>
                </c:pt>
                <c:pt idx="465">
                  <c:v>110.61347032023686</c:v>
                </c:pt>
                <c:pt idx="466">
                  <c:v>109.99416175306744</c:v>
                </c:pt>
                <c:pt idx="467">
                  <c:v>108.79857037988383</c:v>
                </c:pt>
                <c:pt idx="468">
                  <c:v>107.2378241318284</c:v>
                </c:pt>
                <c:pt idx="469">
                  <c:v>107.20799374663603</c:v>
                </c:pt>
                <c:pt idx="470">
                  <c:v>105.82259765811051</c:v>
                </c:pt>
                <c:pt idx="471">
                  <c:v>103.49535049814781</c:v>
                </c:pt>
                <c:pt idx="472">
                  <c:v>101.77422157539363</c:v>
                </c:pt>
                <c:pt idx="473">
                  <c:v>101.89779076358106</c:v>
                </c:pt>
                <c:pt idx="474">
                  <c:v>98.929849383348113</c:v>
                </c:pt>
                <c:pt idx="475">
                  <c:v>101.22907263204048</c:v>
                </c:pt>
                <c:pt idx="476">
                  <c:v>101.87826607855102</c:v>
                </c:pt>
                <c:pt idx="477">
                  <c:v>103.55010110580952</c:v>
                </c:pt>
                <c:pt idx="478">
                  <c:v>103.37065548406925</c:v>
                </c:pt>
                <c:pt idx="479">
                  <c:v>104.9504822507824</c:v>
                </c:pt>
                <c:pt idx="480">
                  <c:v>102.7028369723829</c:v>
                </c:pt>
                <c:pt idx="481">
                  <c:v>102.26262731545641</c:v>
                </c:pt>
                <c:pt idx="482">
                  <c:v>104.42971605417233</c:v>
                </c:pt>
                <c:pt idx="483">
                  <c:v>102.70760029379542</c:v>
                </c:pt>
                <c:pt idx="484">
                  <c:v>103.23010728142073</c:v>
                </c:pt>
                <c:pt idx="485">
                  <c:v>103.20880201271076</c:v>
                </c:pt>
                <c:pt idx="486">
                  <c:v>106.98651305607825</c:v>
                </c:pt>
                <c:pt idx="487">
                  <c:v>108.11637267953171</c:v>
                </c:pt>
                <c:pt idx="488">
                  <c:v>108.39306695497697</c:v>
                </c:pt>
                <c:pt idx="489">
                  <c:v>107.48062677440045</c:v>
                </c:pt>
                <c:pt idx="490">
                  <c:v>107.50534107416436</c:v>
                </c:pt>
                <c:pt idx="491">
                  <c:v>104.71032640007569</c:v>
                </c:pt>
                <c:pt idx="492">
                  <c:v>100.90245168379157</c:v>
                </c:pt>
                <c:pt idx="493">
                  <c:v>102.52930661141583</c:v>
                </c:pt>
                <c:pt idx="494">
                  <c:v>101.76820884620483</c:v>
                </c:pt>
                <c:pt idx="495">
                  <c:v>100.65388089395451</c:v>
                </c:pt>
                <c:pt idx="496">
                  <c:v>101.04859023728132</c:v>
                </c:pt>
                <c:pt idx="497">
                  <c:v>102.17262451748962</c:v>
                </c:pt>
                <c:pt idx="498">
                  <c:v>104.52290723806033</c:v>
                </c:pt>
                <c:pt idx="499">
                  <c:v>102.84434980127996</c:v>
                </c:pt>
                <c:pt idx="500">
                  <c:v>103.88647997745923</c:v>
                </c:pt>
                <c:pt idx="501">
                  <c:v>103.98179478737558</c:v>
                </c:pt>
                <c:pt idx="502">
                  <c:v>107.733110707527</c:v>
                </c:pt>
                <c:pt idx="503">
                  <c:v>108.17733551355903</c:v>
                </c:pt>
                <c:pt idx="504">
                  <c:v>109.75308522975136</c:v>
                </c:pt>
                <c:pt idx="505">
                  <c:v>111.5088070647964</c:v>
                </c:pt>
                <c:pt idx="506">
                  <c:v>114.47834709337717</c:v>
                </c:pt>
                <c:pt idx="507">
                  <c:v>114.31081204794444</c:v>
                </c:pt>
                <c:pt idx="508">
                  <c:v>113.05314690505497</c:v>
                </c:pt>
                <c:pt idx="509">
                  <c:v>110.68514212852516</c:v>
                </c:pt>
                <c:pt idx="510">
                  <c:v>113.5547707648599</c:v>
                </c:pt>
                <c:pt idx="511">
                  <c:v>115.72674055379677</c:v>
                </c:pt>
                <c:pt idx="512">
                  <c:v>116.72569750684988</c:v>
                </c:pt>
                <c:pt idx="513">
                  <c:v>116.44499281365208</c:v>
                </c:pt>
                <c:pt idx="514">
                  <c:v>116.28396844351681</c:v>
                </c:pt>
                <c:pt idx="515">
                  <c:v>115.83023942821593</c:v>
                </c:pt>
                <c:pt idx="516">
                  <c:v>118.17452999298266</c:v>
                </c:pt>
                <c:pt idx="517">
                  <c:v>119.42648317365652</c:v>
                </c:pt>
                <c:pt idx="518">
                  <c:v>118.71987305303433</c:v>
                </c:pt>
                <c:pt idx="519">
                  <c:v>117.89093974458453</c:v>
                </c:pt>
                <c:pt idx="520">
                  <c:v>119.47519612541717</c:v>
                </c:pt>
                <c:pt idx="521">
                  <c:v>123.0990401747504</c:v>
                </c:pt>
                <c:pt idx="522">
                  <c:v>123.01923883446268</c:v>
                </c:pt>
                <c:pt idx="523">
                  <c:v>123.24695084165059</c:v>
                </c:pt>
                <c:pt idx="524">
                  <c:v>123.96415621917897</c:v>
                </c:pt>
                <c:pt idx="525">
                  <c:v>125.87084227432533</c:v>
                </c:pt>
                <c:pt idx="526">
                  <c:v>126.43428979000089</c:v>
                </c:pt>
                <c:pt idx="527">
                  <c:v>126.84996791371125</c:v>
                </c:pt>
                <c:pt idx="528">
                  <c:v>124.24001096246204</c:v>
                </c:pt>
                <c:pt idx="529">
                  <c:v>128.43170151039331</c:v>
                </c:pt>
                <c:pt idx="530">
                  <c:v>130.03264271991836</c:v>
                </c:pt>
                <c:pt idx="531">
                  <c:v>130.09914980701552</c:v>
                </c:pt>
                <c:pt idx="532">
                  <c:v>130.16781873558151</c:v>
                </c:pt>
                <c:pt idx="533">
                  <c:v>130.10126088428854</c:v>
                </c:pt>
                <c:pt idx="534">
                  <c:v>130.63356458990077</c:v>
                </c:pt>
                <c:pt idx="535">
                  <c:v>129.19356252297288</c:v>
                </c:pt>
                <c:pt idx="536">
                  <c:v>129.4556336774462</c:v>
                </c:pt>
                <c:pt idx="537">
                  <c:v>127.07321831319949</c:v>
                </c:pt>
                <c:pt idx="538">
                  <c:v>125.34396795760179</c:v>
                </c:pt>
                <c:pt idx="539">
                  <c:v>125.68043522490856</c:v>
                </c:pt>
                <c:pt idx="540">
                  <c:v>128.94139793537278</c:v>
                </c:pt>
                <c:pt idx="541">
                  <c:v>131.51636682176698</c:v>
                </c:pt>
                <c:pt idx="542">
                  <c:v>133.32624298837266</c:v>
                </c:pt>
                <c:pt idx="543">
                  <c:v>133.3709892967118</c:v>
                </c:pt>
                <c:pt idx="544">
                  <c:v>134.27678078482313</c:v>
                </c:pt>
                <c:pt idx="545">
                  <c:v>132.57102557545687</c:v>
                </c:pt>
                <c:pt idx="546">
                  <c:v>134.94729785720517</c:v>
                </c:pt>
                <c:pt idx="547">
                  <c:v>134.00142755116289</c:v>
                </c:pt>
                <c:pt idx="548">
                  <c:v>132.75096817817905</c:v>
                </c:pt>
                <c:pt idx="549">
                  <c:v>132.339650973885</c:v>
                </c:pt>
                <c:pt idx="550">
                  <c:v>134.38018284239294</c:v>
                </c:pt>
                <c:pt idx="551">
                  <c:v>131.51074762636514</c:v>
                </c:pt>
                <c:pt idx="552">
                  <c:v>132.42896372433219</c:v>
                </c:pt>
                <c:pt idx="553">
                  <c:v>133.10273544422006</c:v>
                </c:pt>
                <c:pt idx="554">
                  <c:v>132.50281075010071</c:v>
                </c:pt>
                <c:pt idx="555">
                  <c:v>132.62999023217077</c:v>
                </c:pt>
                <c:pt idx="556">
                  <c:v>135.42516311369599</c:v>
                </c:pt>
                <c:pt idx="557">
                  <c:v>136.93554930786982</c:v>
                </c:pt>
                <c:pt idx="558">
                  <c:v>137.90045322636948</c:v>
                </c:pt>
                <c:pt idx="559">
                  <c:v>137.45608497473145</c:v>
                </c:pt>
                <c:pt idx="560">
                  <c:v>137.18528648812313</c:v>
                </c:pt>
                <c:pt idx="561">
                  <c:v>139.81599068872717</c:v>
                </c:pt>
                <c:pt idx="562">
                  <c:v>141.44403113043975</c:v>
                </c:pt>
                <c:pt idx="563">
                  <c:v>141.15977119555558</c:v>
                </c:pt>
                <c:pt idx="564">
                  <c:v>141.58528860780231</c:v>
                </c:pt>
                <c:pt idx="565">
                  <c:v>141.42560612079947</c:v>
                </c:pt>
                <c:pt idx="566">
                  <c:v>142.58471668194943</c:v>
                </c:pt>
                <c:pt idx="567">
                  <c:v>143.00869720541587</c:v>
                </c:pt>
                <c:pt idx="568">
                  <c:v>143.71275972984486</c:v>
                </c:pt>
                <c:pt idx="569">
                  <c:v>144.51711276573323</c:v>
                </c:pt>
                <c:pt idx="570">
                  <c:v>144.35070355824837</c:v>
                </c:pt>
                <c:pt idx="571">
                  <c:v>143.54737932540615</c:v>
                </c:pt>
                <c:pt idx="572">
                  <c:v>139.21842864326089</c:v>
                </c:pt>
                <c:pt idx="573">
                  <c:v>139.41213601916417</c:v>
                </c:pt>
                <c:pt idx="574">
                  <c:v>138.7958956061525</c:v>
                </c:pt>
                <c:pt idx="575">
                  <c:v>136.34231863432728</c:v>
                </c:pt>
                <c:pt idx="576">
                  <c:v>137.33691844230592</c:v>
                </c:pt>
                <c:pt idx="577">
                  <c:v>135.62518667566729</c:v>
                </c:pt>
                <c:pt idx="578">
                  <c:v>139.13722424767582</c:v>
                </c:pt>
                <c:pt idx="579">
                  <c:v>142.05596107432837</c:v>
                </c:pt>
                <c:pt idx="580">
                  <c:v>140.92932451261058</c:v>
                </c:pt>
                <c:pt idx="581">
                  <c:v>137.84014094183127</c:v>
                </c:pt>
                <c:pt idx="582">
                  <c:v>138.51678987934804</c:v>
                </c:pt>
                <c:pt idx="583">
                  <c:v>139.99298394261729</c:v>
                </c:pt>
                <c:pt idx="584">
                  <c:v>139.15032094003422</c:v>
                </c:pt>
                <c:pt idx="585">
                  <c:v>135.72219789509759</c:v>
                </c:pt>
                <c:pt idx="586">
                  <c:v>139.17633363841196</c:v>
                </c:pt>
                <c:pt idx="587">
                  <c:v>138.26621145976043</c:v>
                </c:pt>
                <c:pt idx="588">
                  <c:v>135.28003651573255</c:v>
                </c:pt>
                <c:pt idx="589">
                  <c:v>134.19498165545932</c:v>
                </c:pt>
                <c:pt idx="590">
                  <c:v>134.67962285652951</c:v>
                </c:pt>
                <c:pt idx="591">
                  <c:v>136.95244280838932</c:v>
                </c:pt>
                <c:pt idx="592">
                  <c:v>140.59341433943351</c:v>
                </c:pt>
                <c:pt idx="593">
                  <c:v>140.28128693016913</c:v>
                </c:pt>
                <c:pt idx="594">
                  <c:v>141.33882477073664</c:v>
                </c:pt>
                <c:pt idx="595">
                  <c:v>140.81079398383949</c:v>
                </c:pt>
                <c:pt idx="596">
                  <c:v>139.88508301218621</c:v>
                </c:pt>
                <c:pt idx="597">
                  <c:v>139.83672360400453</c:v>
                </c:pt>
                <c:pt idx="598">
                  <c:v>140.38844584459045</c:v>
                </c:pt>
                <c:pt idx="599">
                  <c:v>135.78301391340486</c:v>
                </c:pt>
                <c:pt idx="600">
                  <c:v>132.87735006644522</c:v>
                </c:pt>
                <c:pt idx="601">
                  <c:v>131.43196609232416</c:v>
                </c:pt>
                <c:pt idx="602">
                  <c:v>128.44803755483568</c:v>
                </c:pt>
                <c:pt idx="603">
                  <c:v>128.70217790769834</c:v>
                </c:pt>
                <c:pt idx="604">
                  <c:v>132.31546205336909</c:v>
                </c:pt>
                <c:pt idx="605">
                  <c:v>134.55735447117635</c:v>
                </c:pt>
                <c:pt idx="606">
                  <c:v>132.89861021136767</c:v>
                </c:pt>
                <c:pt idx="607">
                  <c:v>128.84616243028381</c:v>
                </c:pt>
                <c:pt idx="608">
                  <c:v>129.17406744014704</c:v>
                </c:pt>
                <c:pt idx="609">
                  <c:v>128.10186857515961</c:v>
                </c:pt>
                <c:pt idx="610">
                  <c:v>126.81599677009704</c:v>
                </c:pt>
                <c:pt idx="611">
                  <c:v>129.14988262567618</c:v>
                </c:pt>
                <c:pt idx="612">
                  <c:v>133.72329676728614</c:v>
                </c:pt>
                <c:pt idx="613">
                  <c:v>132.22994210789585</c:v>
                </c:pt>
                <c:pt idx="614">
                  <c:v>128.84304167788702</c:v>
                </c:pt>
                <c:pt idx="615">
                  <c:v>129.96311733189975</c:v>
                </c:pt>
                <c:pt idx="616">
                  <c:v>126.31759724043448</c:v>
                </c:pt>
                <c:pt idx="617">
                  <c:v>122.87996166955733</c:v>
                </c:pt>
                <c:pt idx="618">
                  <c:v>122.2907660611873</c:v>
                </c:pt>
                <c:pt idx="619">
                  <c:v>122.18371794679703</c:v>
                </c:pt>
                <c:pt idx="620">
                  <c:v>124.67717913071856</c:v>
                </c:pt>
                <c:pt idx="621">
                  <c:v>126.31714918789831</c:v>
                </c:pt>
                <c:pt idx="622">
                  <c:v>123.71586309339182</c:v>
                </c:pt>
                <c:pt idx="623">
                  <c:v>126.58673727787118</c:v>
                </c:pt>
                <c:pt idx="624">
                  <c:v>122.61052183210401</c:v>
                </c:pt>
                <c:pt idx="625">
                  <c:v>119.74523407932003</c:v>
                </c:pt>
                <c:pt idx="626">
                  <c:v>121.82583403448206</c:v>
                </c:pt>
                <c:pt idx="627">
                  <c:v>122.28365378459503</c:v>
                </c:pt>
                <c:pt idx="628">
                  <c:v>128.99155667963677</c:v>
                </c:pt>
                <c:pt idx="629">
                  <c:v>126.30994087439336</c:v>
                </c:pt>
                <c:pt idx="630">
                  <c:v>129.19374055341143</c:v>
                </c:pt>
                <c:pt idx="631">
                  <c:v>129.53362463247183</c:v>
                </c:pt>
                <c:pt idx="632">
                  <c:v>129.04589926254999</c:v>
                </c:pt>
                <c:pt idx="633">
                  <c:v>132.33943723858238</c:v>
                </c:pt>
                <c:pt idx="634">
                  <c:v>132.07390930347458</c:v>
                </c:pt>
                <c:pt idx="635">
                  <c:v>135.87223581730518</c:v>
                </c:pt>
                <c:pt idx="636">
                  <c:v>136.29707707286053</c:v>
                </c:pt>
                <c:pt idx="637">
                  <c:v>135.28794846325334</c:v>
                </c:pt>
                <c:pt idx="638">
                  <c:v>136.78774990892708</c:v>
                </c:pt>
                <c:pt idx="639">
                  <c:v>134.03010836033266</c:v>
                </c:pt>
                <c:pt idx="640">
                  <c:v>134.45176298625</c:v>
                </c:pt>
                <c:pt idx="641">
                  <c:v>135.78877339430665</c:v>
                </c:pt>
                <c:pt idx="642">
                  <c:v>132.87083710255951</c:v>
                </c:pt>
                <c:pt idx="643">
                  <c:v>133.86922974083083</c:v>
                </c:pt>
                <c:pt idx="644">
                  <c:v>135.56613066483581</c:v>
                </c:pt>
                <c:pt idx="645">
                  <c:v>135.58066831442014</c:v>
                </c:pt>
                <c:pt idx="646">
                  <c:v>138.23824065788361</c:v>
                </c:pt>
                <c:pt idx="647">
                  <c:v>140.03097553111434</c:v>
                </c:pt>
                <c:pt idx="648">
                  <c:v>137.48117583090803</c:v>
                </c:pt>
                <c:pt idx="649">
                  <c:v>138.68167946353995</c:v>
                </c:pt>
                <c:pt idx="650">
                  <c:v>138.48117680658271</c:v>
                </c:pt>
                <c:pt idx="651">
                  <c:v>141.19631948538569</c:v>
                </c:pt>
                <c:pt idx="652">
                  <c:v>141.71588130189917</c:v>
                </c:pt>
                <c:pt idx="653">
                  <c:v>141.21723126349212</c:v>
                </c:pt>
                <c:pt idx="654">
                  <c:v>141.07902768771515</c:v>
                </c:pt>
                <c:pt idx="655">
                  <c:v>146.02054844888869</c:v>
                </c:pt>
                <c:pt idx="656">
                  <c:v>148.40602020873303</c:v>
                </c:pt>
                <c:pt idx="657">
                  <c:v>146.25569007973991</c:v>
                </c:pt>
                <c:pt idx="658">
                  <c:v>147.41319407672196</c:v>
                </c:pt>
                <c:pt idx="659">
                  <c:v>148.42193129841331</c:v>
                </c:pt>
                <c:pt idx="660">
                  <c:v>148.30924345019739</c:v>
                </c:pt>
                <c:pt idx="661">
                  <c:v>149.84043184617596</c:v>
                </c:pt>
                <c:pt idx="662">
                  <c:v>150.81080518119683</c:v>
                </c:pt>
                <c:pt idx="663">
                  <c:v>150.00910614897342</c:v>
                </c:pt>
                <c:pt idx="664">
                  <c:v>151.00902958515732</c:v>
                </c:pt>
                <c:pt idx="665">
                  <c:v>150.92263858270147</c:v>
                </c:pt>
                <c:pt idx="666">
                  <c:v>147.8735346582601</c:v>
                </c:pt>
                <c:pt idx="667">
                  <c:v>147.74347012847781</c:v>
                </c:pt>
                <c:pt idx="668">
                  <c:v>145.52498664010355</c:v>
                </c:pt>
                <c:pt idx="669">
                  <c:v>147.71976962855862</c:v>
                </c:pt>
                <c:pt idx="670">
                  <c:v>152.64817341042846</c:v>
                </c:pt>
                <c:pt idx="671">
                  <c:v>153.37613088343878</c:v>
                </c:pt>
                <c:pt idx="672">
                  <c:v>153.48306556146977</c:v>
                </c:pt>
                <c:pt idx="673">
                  <c:v>152.70851386952089</c:v>
                </c:pt>
                <c:pt idx="674">
                  <c:v>153.88756469499907</c:v>
                </c:pt>
                <c:pt idx="675">
                  <c:v>154.5707676058868</c:v>
                </c:pt>
                <c:pt idx="676">
                  <c:v>152.61993769016854</c:v>
                </c:pt>
                <c:pt idx="677">
                  <c:v>151.48288588945735</c:v>
                </c:pt>
                <c:pt idx="678">
                  <c:v>151.02460401081677</c:v>
                </c:pt>
                <c:pt idx="679">
                  <c:v>152.20110192931801</c:v>
                </c:pt>
                <c:pt idx="680">
                  <c:v>150.40553318337552</c:v>
                </c:pt>
                <c:pt idx="681">
                  <c:v>153.21599494047436</c:v>
                </c:pt>
                <c:pt idx="682">
                  <c:v>152.98940211026778</c:v>
                </c:pt>
                <c:pt idx="683">
                  <c:v>152.70024801120911</c:v>
                </c:pt>
                <c:pt idx="684">
                  <c:v>151.10364266873066</c:v>
                </c:pt>
                <c:pt idx="685">
                  <c:v>148.93885519115562</c:v>
                </c:pt>
                <c:pt idx="686">
                  <c:v>148.23176278939891</c:v>
                </c:pt>
                <c:pt idx="687">
                  <c:v>149.96433436795672</c:v>
                </c:pt>
                <c:pt idx="688">
                  <c:v>150.49430240986433</c:v>
                </c:pt>
                <c:pt idx="689">
                  <c:v>147.9830348517649</c:v>
                </c:pt>
                <c:pt idx="690">
                  <c:v>147.24116144096092</c:v>
                </c:pt>
                <c:pt idx="691">
                  <c:v>147.92094166950059</c:v>
                </c:pt>
                <c:pt idx="692">
                  <c:v>149.87111318871519</c:v>
                </c:pt>
                <c:pt idx="693">
                  <c:v>146.68422365981505</c:v>
                </c:pt>
                <c:pt idx="694">
                  <c:v>146.01809160331456</c:v>
                </c:pt>
                <c:pt idx="695">
                  <c:v>144.20273724905422</c:v>
                </c:pt>
                <c:pt idx="696">
                  <c:v>145.60439733507502</c:v>
                </c:pt>
                <c:pt idx="697">
                  <c:v>146.83809834595056</c:v>
                </c:pt>
                <c:pt idx="698">
                  <c:v>146.94316701508941</c:v>
                </c:pt>
                <c:pt idx="699">
                  <c:v>148.35914194096119</c:v>
                </c:pt>
                <c:pt idx="700">
                  <c:v>147.72709198570703</c:v>
                </c:pt>
                <c:pt idx="701">
                  <c:v>149.47866182871169</c:v>
                </c:pt>
                <c:pt idx="702">
                  <c:v>147.37494569650895</c:v>
                </c:pt>
                <c:pt idx="703">
                  <c:v>148.27540326032428</c:v>
                </c:pt>
                <c:pt idx="704">
                  <c:v>150.26645467080468</c:v>
                </c:pt>
                <c:pt idx="705">
                  <c:v>149.63101977070011</c:v>
                </c:pt>
                <c:pt idx="706">
                  <c:v>149.90715691543025</c:v>
                </c:pt>
                <c:pt idx="707">
                  <c:v>151.21965664131923</c:v>
                </c:pt>
                <c:pt idx="708">
                  <c:v>149.05941415879178</c:v>
                </c:pt>
                <c:pt idx="709">
                  <c:v>150.89619269014011</c:v>
                </c:pt>
                <c:pt idx="710">
                  <c:v>150.52248764052462</c:v>
                </c:pt>
                <c:pt idx="711">
                  <c:v>151.84067541948465</c:v>
                </c:pt>
                <c:pt idx="712">
                  <c:v>151.32169762293574</c:v>
                </c:pt>
                <c:pt idx="713">
                  <c:v>151.63361559922137</c:v>
                </c:pt>
                <c:pt idx="714">
                  <c:v>153.05504673708754</c:v>
                </c:pt>
                <c:pt idx="715">
                  <c:v>154.795845487751</c:v>
                </c:pt>
                <c:pt idx="716">
                  <c:v>153.74808013861963</c:v>
                </c:pt>
                <c:pt idx="717">
                  <c:v>153.14501840596193</c:v>
                </c:pt>
                <c:pt idx="718">
                  <c:v>150.61726131620978</c:v>
                </c:pt>
                <c:pt idx="719">
                  <c:v>151.38154147649564</c:v>
                </c:pt>
                <c:pt idx="720">
                  <c:v>154.15870910773353</c:v>
                </c:pt>
                <c:pt idx="721">
                  <c:v>153.46055990227805</c:v>
                </c:pt>
                <c:pt idx="722">
                  <c:v>152.48412673464188</c:v>
                </c:pt>
                <c:pt idx="723">
                  <c:v>152.64597190682696</c:v>
                </c:pt>
                <c:pt idx="724">
                  <c:v>152.31262543834487</c:v>
                </c:pt>
                <c:pt idx="725">
                  <c:v>154.73480597261775</c:v>
                </c:pt>
                <c:pt idx="726">
                  <c:v>155.64787230885651</c:v>
                </c:pt>
                <c:pt idx="727">
                  <c:v>154.52201704166885</c:v>
                </c:pt>
                <c:pt idx="728">
                  <c:v>154.05629104235911</c:v>
                </c:pt>
                <c:pt idx="729">
                  <c:v>153.91344121762745</c:v>
                </c:pt>
                <c:pt idx="730">
                  <c:v>154.26458920720478</c:v>
                </c:pt>
                <c:pt idx="731">
                  <c:v>153.90768778927293</c:v>
                </c:pt>
                <c:pt idx="732">
                  <c:v>156.64065257694654</c:v>
                </c:pt>
                <c:pt idx="733">
                  <c:v>158.85076194190236</c:v>
                </c:pt>
                <c:pt idx="734">
                  <c:v>155.74149510385337</c:v>
                </c:pt>
                <c:pt idx="735">
                  <c:v>155.03741031935218</c:v>
                </c:pt>
                <c:pt idx="736">
                  <c:v>149.65102468949937</c:v>
                </c:pt>
                <c:pt idx="737">
                  <c:v>144.31518259662889</c:v>
                </c:pt>
                <c:pt idx="738">
                  <c:v>142.80732778015124</c:v>
                </c:pt>
                <c:pt idx="739">
                  <c:v>142.19098675784454</c:v>
                </c:pt>
                <c:pt idx="740">
                  <c:v>139.7366914669679</c:v>
                </c:pt>
                <c:pt idx="741">
                  <c:v>141.15181002630354</c:v>
                </c:pt>
                <c:pt idx="742">
                  <c:v>140.78694081535318</c:v>
                </c:pt>
                <c:pt idx="743">
                  <c:v>141.03137557497462</c:v>
                </c:pt>
                <c:pt idx="744">
                  <c:v>140.52094139172479</c:v>
                </c:pt>
                <c:pt idx="745">
                  <c:v>139.10322318205255</c:v>
                </c:pt>
                <c:pt idx="746">
                  <c:v>144.31458949183076</c:v>
                </c:pt>
                <c:pt idx="747">
                  <c:v>144.10961615167946</c:v>
                </c:pt>
                <c:pt idx="748">
                  <c:v>138.5375670084272</c:v>
                </c:pt>
                <c:pt idx="749">
                  <c:v>141.12816849109296</c:v>
                </c:pt>
                <c:pt idx="750">
                  <c:v>146.03003979322861</c:v>
                </c:pt>
                <c:pt idx="751">
                  <c:v>144.61915825630882</c:v>
                </c:pt>
                <c:pt idx="752">
                  <c:v>146.70947630469468</c:v>
                </c:pt>
                <c:pt idx="753">
                  <c:v>146.73008365524578</c:v>
                </c:pt>
                <c:pt idx="754">
                  <c:v>142.68764745685704</c:v>
                </c:pt>
                <c:pt idx="755">
                  <c:v>140.49325049071751</c:v>
                </c:pt>
                <c:pt idx="756">
                  <c:v>140.5554249279601</c:v>
                </c:pt>
                <c:pt idx="757">
                  <c:v>141.72840924837632</c:v>
                </c:pt>
                <c:pt idx="758">
                  <c:v>143.54971426126912</c:v>
                </c:pt>
                <c:pt idx="759">
                  <c:v>143.87180396895161</c:v>
                </c:pt>
                <c:pt idx="760">
                  <c:v>143.56720694482161</c:v>
                </c:pt>
                <c:pt idx="761">
                  <c:v>144.09878589327178</c:v>
                </c:pt>
                <c:pt idx="762">
                  <c:v>143.39797718154867</c:v>
                </c:pt>
                <c:pt idx="763">
                  <c:v>140.18775451953661</c:v>
                </c:pt>
                <c:pt idx="764">
                  <c:v>140.17378091949212</c:v>
                </c:pt>
                <c:pt idx="765">
                  <c:v>139.36599479436433</c:v>
                </c:pt>
                <c:pt idx="766">
                  <c:v>140.02137764770504</c:v>
                </c:pt>
                <c:pt idx="767">
                  <c:v>138.57339416199537</c:v>
                </c:pt>
                <c:pt idx="768">
                  <c:v>137.75934510661807</c:v>
                </c:pt>
                <c:pt idx="769">
                  <c:v>136.04105952611272</c:v>
                </c:pt>
                <c:pt idx="770">
                  <c:v>136.17874854641337</c:v>
                </c:pt>
                <c:pt idx="771">
                  <c:v>133.79898282322452</c:v>
                </c:pt>
                <c:pt idx="772">
                  <c:v>132.75775767591657</c:v>
                </c:pt>
                <c:pt idx="773">
                  <c:v>134.56618509137911</c:v>
                </c:pt>
                <c:pt idx="774">
                  <c:v>132.51347274355021</c:v>
                </c:pt>
                <c:pt idx="775">
                  <c:v>130.83532229530965</c:v>
                </c:pt>
                <c:pt idx="776">
                  <c:v>131.54256027859918</c:v>
                </c:pt>
                <c:pt idx="777">
                  <c:v>129.30283048573847</c:v>
                </c:pt>
                <c:pt idx="778">
                  <c:v>127.60550654158871</c:v>
                </c:pt>
                <c:pt idx="779">
                  <c:v>128.55631173860232</c:v>
                </c:pt>
                <c:pt idx="780">
                  <c:v>126.27500503433818</c:v>
                </c:pt>
                <c:pt idx="781">
                  <c:v>126.89958223467286</c:v>
                </c:pt>
                <c:pt idx="782">
                  <c:v>127.9905751723167</c:v>
                </c:pt>
                <c:pt idx="783">
                  <c:v>129.62748737542989</c:v>
                </c:pt>
                <c:pt idx="784">
                  <c:v>131.10110409258959</c:v>
                </c:pt>
                <c:pt idx="785">
                  <c:v>135.51088211181818</c:v>
                </c:pt>
                <c:pt idx="786">
                  <c:v>134.76009704679936</c:v>
                </c:pt>
                <c:pt idx="787">
                  <c:v>134.80159960849508</c:v>
                </c:pt>
                <c:pt idx="788">
                  <c:v>138.5227288018589</c:v>
                </c:pt>
                <c:pt idx="789">
                  <c:v>136.70103400160252</c:v>
                </c:pt>
                <c:pt idx="790">
                  <c:v>136.43498335115234</c:v>
                </c:pt>
                <c:pt idx="791">
                  <c:v>136.22763484439974</c:v>
                </c:pt>
                <c:pt idx="792">
                  <c:v>140.43253527698255</c:v>
                </c:pt>
                <c:pt idx="793">
                  <c:v>144.49525626356348</c:v>
                </c:pt>
                <c:pt idx="794">
                  <c:v>144.68492990699329</c:v>
                </c:pt>
                <c:pt idx="795">
                  <c:v>144.37275032124313</c:v>
                </c:pt>
                <c:pt idx="796">
                  <c:v>145.71920403142133</c:v>
                </c:pt>
                <c:pt idx="797">
                  <c:v>145.9641841234936</c:v>
                </c:pt>
                <c:pt idx="798">
                  <c:v>147.40347156666223</c:v>
                </c:pt>
                <c:pt idx="799">
                  <c:v>146.98632509445372</c:v>
                </c:pt>
                <c:pt idx="800">
                  <c:v>147.47403677288005</c:v>
                </c:pt>
                <c:pt idx="801">
                  <c:v>147.74927947493245</c:v>
                </c:pt>
                <c:pt idx="802">
                  <c:v>148.16432662043979</c:v>
                </c:pt>
                <c:pt idx="803">
                  <c:v>144.43904513506624</c:v>
                </c:pt>
                <c:pt idx="804">
                  <c:v>144.44865106690614</c:v>
                </c:pt>
                <c:pt idx="805">
                  <c:v>146.29008950337817</c:v>
                </c:pt>
                <c:pt idx="806">
                  <c:v>144.51185044792257</c:v>
                </c:pt>
                <c:pt idx="807">
                  <c:v>142.75103126160016</c:v>
                </c:pt>
                <c:pt idx="808">
                  <c:v>141.91970732536254</c:v>
                </c:pt>
                <c:pt idx="809">
                  <c:v>143.3146092639968</c:v>
                </c:pt>
                <c:pt idx="810">
                  <c:v>141.80427780644496</c:v>
                </c:pt>
                <c:pt idx="811">
                  <c:v>141.31755431529592</c:v>
                </c:pt>
                <c:pt idx="812">
                  <c:v>142.66126050925928</c:v>
                </c:pt>
                <c:pt idx="813">
                  <c:v>141.13360136850011</c:v>
                </c:pt>
                <c:pt idx="814">
                  <c:v>143.42711976009031</c:v>
                </c:pt>
                <c:pt idx="815">
                  <c:v>141.49025754560725</c:v>
                </c:pt>
                <c:pt idx="816">
                  <c:v>143.6044450460781</c:v>
                </c:pt>
                <c:pt idx="817">
                  <c:v>146.39469078636378</c:v>
                </c:pt>
                <c:pt idx="818">
                  <c:v>147.77753703769051</c:v>
                </c:pt>
                <c:pt idx="819">
                  <c:v>150.6322468728178</c:v>
                </c:pt>
                <c:pt idx="820">
                  <c:v>151.9939697265232</c:v>
                </c:pt>
                <c:pt idx="821">
                  <c:v>151.62855655918156</c:v>
                </c:pt>
                <c:pt idx="822">
                  <c:v>151.93373020625728</c:v>
                </c:pt>
                <c:pt idx="823">
                  <c:v>152.95069493246331</c:v>
                </c:pt>
                <c:pt idx="824">
                  <c:v>151.2443154010619</c:v>
                </c:pt>
                <c:pt idx="825">
                  <c:v>152.81419652784405</c:v>
                </c:pt>
                <c:pt idx="826">
                  <c:v>154.52573320173911</c:v>
                </c:pt>
                <c:pt idx="827">
                  <c:v>152.80196959036431</c:v>
                </c:pt>
                <c:pt idx="828">
                  <c:v>148.56660001132272</c:v>
                </c:pt>
                <c:pt idx="829">
                  <c:v>153.16834847773671</c:v>
                </c:pt>
                <c:pt idx="830">
                  <c:v>153.13359722745696</c:v>
                </c:pt>
                <c:pt idx="831">
                  <c:v>153.05399310868529</c:v>
                </c:pt>
                <c:pt idx="832">
                  <c:v>153.32594426272664</c:v>
                </c:pt>
                <c:pt idx="833">
                  <c:v>150.8873107120971</c:v>
                </c:pt>
                <c:pt idx="834">
                  <c:v>152.16045473971246</c:v>
                </c:pt>
                <c:pt idx="835">
                  <c:v>152.3361871400169</c:v>
                </c:pt>
                <c:pt idx="836">
                  <c:v>152.03576577157062</c:v>
                </c:pt>
                <c:pt idx="837">
                  <c:v>154.8259782597066</c:v>
                </c:pt>
                <c:pt idx="838">
                  <c:v>154.7204056199181</c:v>
                </c:pt>
                <c:pt idx="839">
                  <c:v>152.04164570133617</c:v>
                </c:pt>
                <c:pt idx="840">
                  <c:v>150.78983823514827</c:v>
                </c:pt>
                <c:pt idx="841">
                  <c:v>151.20054935132524</c:v>
                </c:pt>
                <c:pt idx="842">
                  <c:v>152.25718398201607</c:v>
                </c:pt>
                <c:pt idx="843">
                  <c:v>150.26588105347713</c:v>
                </c:pt>
                <c:pt idx="844">
                  <c:v>154.14601022625948</c:v>
                </c:pt>
                <c:pt idx="845">
                  <c:v>153.34899507304834</c:v>
                </c:pt>
                <c:pt idx="846">
                  <c:v>153.50646789170165</c:v>
                </c:pt>
                <c:pt idx="847">
                  <c:v>152.57726264789625</c:v>
                </c:pt>
                <c:pt idx="848">
                  <c:v>148.98395214321917</c:v>
                </c:pt>
                <c:pt idx="849">
                  <c:v>144.9086745845357</c:v>
                </c:pt>
                <c:pt idx="850">
                  <c:v>144.47920971441638</c:v>
                </c:pt>
                <c:pt idx="851">
                  <c:v>144.21710695300726</c:v>
                </c:pt>
                <c:pt idx="852">
                  <c:v>141.53818950869137</c:v>
                </c:pt>
                <c:pt idx="853">
                  <c:v>140.61177831617027</c:v>
                </c:pt>
                <c:pt idx="854">
                  <c:v>141.33202379781582</c:v>
                </c:pt>
                <c:pt idx="855">
                  <c:v>139.93409496764221</c:v>
                </c:pt>
                <c:pt idx="856">
                  <c:v>139.83175515184152</c:v>
                </c:pt>
                <c:pt idx="857">
                  <c:v>140.69820337806357</c:v>
                </c:pt>
                <c:pt idx="858">
                  <c:v>138.65635621389421</c:v>
                </c:pt>
                <c:pt idx="859">
                  <c:v>138.53353152495131</c:v>
                </c:pt>
                <c:pt idx="860">
                  <c:v>138.36245364239034</c:v>
                </c:pt>
                <c:pt idx="861">
                  <c:v>139.20808359914528</c:v>
                </c:pt>
                <c:pt idx="862">
                  <c:v>136.61899161068249</c:v>
                </c:pt>
                <c:pt idx="863">
                  <c:v>137.28259816440126</c:v>
                </c:pt>
                <c:pt idx="864">
                  <c:v>137.27886087957208</c:v>
                </c:pt>
                <c:pt idx="865">
                  <c:v>139.14574529169937</c:v>
                </c:pt>
                <c:pt idx="866">
                  <c:v>139.96659773696655</c:v>
                </c:pt>
                <c:pt idx="867">
                  <c:v>142.39107880929521</c:v>
                </c:pt>
                <c:pt idx="868">
                  <c:v>140.78183709148871</c:v>
                </c:pt>
                <c:pt idx="869">
                  <c:v>140.27546034884369</c:v>
                </c:pt>
                <c:pt idx="870">
                  <c:v>140.74954863865926</c:v>
                </c:pt>
                <c:pt idx="871">
                  <c:v>141.33804750572074</c:v>
                </c:pt>
                <c:pt idx="872">
                  <c:v>140.32024312730053</c:v>
                </c:pt>
                <c:pt idx="873">
                  <c:v>141.72443286548469</c:v>
                </c:pt>
                <c:pt idx="874">
                  <c:v>141.29421593669485</c:v>
                </c:pt>
                <c:pt idx="875">
                  <c:v>142.79122577961047</c:v>
                </c:pt>
                <c:pt idx="876">
                  <c:v>142.05619171307069</c:v>
                </c:pt>
                <c:pt idx="877">
                  <c:v>142.77446756845825</c:v>
                </c:pt>
                <c:pt idx="878">
                  <c:v>141.67576678331383</c:v>
                </c:pt>
                <c:pt idx="879">
                  <c:v>138.64641217263255</c:v>
                </c:pt>
                <c:pt idx="880">
                  <c:v>143.63370924421301</c:v>
                </c:pt>
                <c:pt idx="881">
                  <c:v>143.05177934794148</c:v>
                </c:pt>
                <c:pt idx="882">
                  <c:v>143.62729511495763</c:v>
                </c:pt>
                <c:pt idx="883">
                  <c:v>140.33065916494186</c:v>
                </c:pt>
                <c:pt idx="884">
                  <c:v>139.24550138897399</c:v>
                </c:pt>
                <c:pt idx="885">
                  <c:v>141.76105544387892</c:v>
                </c:pt>
                <c:pt idx="886">
                  <c:v>142.42855392290551</c:v>
                </c:pt>
                <c:pt idx="887">
                  <c:v>141.26826576996214</c:v>
                </c:pt>
                <c:pt idx="888">
                  <c:v>141.12864610960682</c:v>
                </c:pt>
                <c:pt idx="889">
                  <c:v>141.68961470882056</c:v>
                </c:pt>
                <c:pt idx="890">
                  <c:v>142.60534960439014</c:v>
                </c:pt>
                <c:pt idx="891">
                  <c:v>140.36804494387749</c:v>
                </c:pt>
                <c:pt idx="892">
                  <c:v>143.05298922641268</c:v>
                </c:pt>
                <c:pt idx="893">
                  <c:v>144.2680707701989</c:v>
                </c:pt>
                <c:pt idx="894">
                  <c:v>147.23118183806582</c:v>
                </c:pt>
                <c:pt idx="895">
                  <c:v>142.50067506197172</c:v>
                </c:pt>
                <c:pt idx="896">
                  <c:v>135.0130179755632</c:v>
                </c:pt>
                <c:pt idx="897">
                  <c:v>136.05536686286243</c:v>
                </c:pt>
                <c:pt idx="898">
                  <c:v>134.49525351594244</c:v>
                </c:pt>
                <c:pt idx="899">
                  <c:v>135.1347681511366</c:v>
                </c:pt>
                <c:pt idx="900">
                  <c:v>136.07872574851478</c:v>
                </c:pt>
                <c:pt idx="901">
                  <c:v>136.81676364338747</c:v>
                </c:pt>
                <c:pt idx="902">
                  <c:v>133.34387550810746</c:v>
                </c:pt>
                <c:pt idx="903">
                  <c:v>132.81011916139622</c:v>
                </c:pt>
                <c:pt idx="904">
                  <c:v>134.65189234246438</c:v>
                </c:pt>
                <c:pt idx="905">
                  <c:v>136.39962841202836</c:v>
                </c:pt>
                <c:pt idx="906">
                  <c:v>129.62394406979206</c:v>
                </c:pt>
                <c:pt idx="907">
                  <c:v>128.9318789484299</c:v>
                </c:pt>
                <c:pt idx="908">
                  <c:v>126.4036421205855</c:v>
                </c:pt>
                <c:pt idx="909">
                  <c:v>126.09042302123248</c:v>
                </c:pt>
                <c:pt idx="910">
                  <c:v>119.39448252654495</c:v>
                </c:pt>
                <c:pt idx="911">
                  <c:v>121.69291623660261</c:v>
                </c:pt>
                <c:pt idx="912">
                  <c:v>123.06604105121627</c:v>
                </c:pt>
                <c:pt idx="913">
                  <c:v>118.86482163630892</c:v>
                </c:pt>
                <c:pt idx="914">
                  <c:v>117.16221943504419</c:v>
                </c:pt>
                <c:pt idx="915">
                  <c:v>116.62423648157009</c:v>
                </c:pt>
                <c:pt idx="916">
                  <c:v>115.9702379823931</c:v>
                </c:pt>
                <c:pt idx="917">
                  <c:v>116.06495786687121</c:v>
                </c:pt>
                <c:pt idx="918">
                  <c:v>114.67612332877246</c:v>
                </c:pt>
                <c:pt idx="919">
                  <c:v>116.72422003590957</c:v>
                </c:pt>
                <c:pt idx="920">
                  <c:v>118.2248656801258</c:v>
                </c:pt>
                <c:pt idx="921">
                  <c:v>117.42930037095284</c:v>
                </c:pt>
                <c:pt idx="922">
                  <c:v>117.75468477460551</c:v>
                </c:pt>
                <c:pt idx="923">
                  <c:v>116.52924846908583</c:v>
                </c:pt>
                <c:pt idx="924">
                  <c:v>116.69498230439386</c:v>
                </c:pt>
                <c:pt idx="925">
                  <c:v>117.68815955815792</c:v>
                </c:pt>
                <c:pt idx="926">
                  <c:v>124.23000296099467</c:v>
                </c:pt>
                <c:pt idx="927">
                  <c:v>121.95278550289075</c:v>
                </c:pt>
                <c:pt idx="928">
                  <c:v>122.62688386759559</c:v>
                </c:pt>
                <c:pt idx="929">
                  <c:v>124.52385036873793</c:v>
                </c:pt>
                <c:pt idx="930">
                  <c:v>125.06544577301521</c:v>
                </c:pt>
                <c:pt idx="931">
                  <c:v>126.24290738703434</c:v>
                </c:pt>
                <c:pt idx="932">
                  <c:v>125.15446523059981</c:v>
                </c:pt>
                <c:pt idx="933">
                  <c:v>126.5001538279522</c:v>
                </c:pt>
                <c:pt idx="934">
                  <c:v>129.20417269745323</c:v>
                </c:pt>
                <c:pt idx="935">
                  <c:v>127.95706329033744</c:v>
                </c:pt>
                <c:pt idx="936">
                  <c:v>127.98554683289464</c:v>
                </c:pt>
                <c:pt idx="937">
                  <c:v>132.95477556308489</c:v>
                </c:pt>
                <c:pt idx="938">
                  <c:v>132.69854061937517</c:v>
                </c:pt>
                <c:pt idx="939">
                  <c:v>132.18417906094629</c:v>
                </c:pt>
                <c:pt idx="940">
                  <c:v>131.88012645843128</c:v>
                </c:pt>
                <c:pt idx="941">
                  <c:v>130.33414325822116</c:v>
                </c:pt>
                <c:pt idx="942">
                  <c:v>133.56102127079328</c:v>
                </c:pt>
                <c:pt idx="943">
                  <c:v>132.3758840185217</c:v>
                </c:pt>
                <c:pt idx="944">
                  <c:v>134.17422022349223</c:v>
                </c:pt>
                <c:pt idx="945">
                  <c:v>136.51156511914903</c:v>
                </c:pt>
                <c:pt idx="946">
                  <c:v>134.12093490188474</c:v>
                </c:pt>
                <c:pt idx="947">
                  <c:v>134.60317396521555</c:v>
                </c:pt>
                <c:pt idx="948">
                  <c:v>139.91237620197751</c:v>
                </c:pt>
                <c:pt idx="949">
                  <c:v>141.4009131115339</c:v>
                </c:pt>
                <c:pt idx="950">
                  <c:v>139.91312018605237</c:v>
                </c:pt>
                <c:pt idx="951">
                  <c:v>136.82242821921457</c:v>
                </c:pt>
                <c:pt idx="952">
                  <c:v>138.47660669796872</c:v>
                </c:pt>
                <c:pt idx="953">
                  <c:v>137.70218366365052</c:v>
                </c:pt>
                <c:pt idx="954">
                  <c:v>133.67186376344799</c:v>
                </c:pt>
                <c:pt idx="955">
                  <c:v>132.06727880341205</c:v>
                </c:pt>
                <c:pt idx="956">
                  <c:v>129.088828925423</c:v>
                </c:pt>
                <c:pt idx="957">
                  <c:v>128.38437492108395</c:v>
                </c:pt>
                <c:pt idx="958">
                  <c:v>126.72827869988221</c:v>
                </c:pt>
                <c:pt idx="959">
                  <c:v>125.69891191766484</c:v>
                </c:pt>
                <c:pt idx="960">
                  <c:v>126.43307262497045</c:v>
                </c:pt>
                <c:pt idx="961">
                  <c:v>130.0690224412858</c:v>
                </c:pt>
                <c:pt idx="962">
                  <c:v>128.59500970886666</c:v>
                </c:pt>
                <c:pt idx="963">
                  <c:v>125.92391840239124</c:v>
                </c:pt>
                <c:pt idx="964">
                  <c:v>127.34130936899251</c:v>
                </c:pt>
                <c:pt idx="965">
                  <c:v>128.62632267156354</c:v>
                </c:pt>
                <c:pt idx="966">
                  <c:v>132.43747253481754</c:v>
                </c:pt>
                <c:pt idx="967">
                  <c:v>132.13212947781668</c:v>
                </c:pt>
                <c:pt idx="968">
                  <c:v>133.01948023041743</c:v>
                </c:pt>
                <c:pt idx="969">
                  <c:v>135.95530796128662</c:v>
                </c:pt>
                <c:pt idx="970">
                  <c:v>134.33939900642676</c:v>
                </c:pt>
                <c:pt idx="971">
                  <c:v>133.74399455155216</c:v>
                </c:pt>
                <c:pt idx="972">
                  <c:v>132.52035340489178</c:v>
                </c:pt>
                <c:pt idx="973">
                  <c:v>134.41205959899932</c:v>
                </c:pt>
                <c:pt idx="974">
                  <c:v>133.84213912317077</c:v>
                </c:pt>
                <c:pt idx="975">
                  <c:v>133.56874593764746</c:v>
                </c:pt>
                <c:pt idx="976">
                  <c:v>131.83448016532034</c:v>
                </c:pt>
                <c:pt idx="977">
                  <c:v>128.36895886333573</c:v>
                </c:pt>
                <c:pt idx="978">
                  <c:v>130.98696121740539</c:v>
                </c:pt>
                <c:pt idx="979">
                  <c:v>131.35630071163953</c:v>
                </c:pt>
                <c:pt idx="980">
                  <c:v>133.92562952833578</c:v>
                </c:pt>
                <c:pt idx="981">
                  <c:v>127.87874219012292</c:v>
                </c:pt>
                <c:pt idx="982">
                  <c:v>123.7479161784031</c:v>
                </c:pt>
                <c:pt idx="983">
                  <c:v>123.36689253239439</c:v>
                </c:pt>
                <c:pt idx="984">
                  <c:v>128.25638027973994</c:v>
                </c:pt>
                <c:pt idx="985">
                  <c:v>125.76296188295105</c:v>
                </c:pt>
                <c:pt idx="986">
                  <c:v>128.79143866953603</c:v>
                </c:pt>
                <c:pt idx="987">
                  <c:v>131.24597162170281</c:v>
                </c:pt>
                <c:pt idx="988">
                  <c:v>135.30620193121194</c:v>
                </c:pt>
                <c:pt idx="989">
                  <c:v>134.55069657588623</c:v>
                </c:pt>
                <c:pt idx="990">
                  <c:v>139.02020746209055</c:v>
                </c:pt>
                <c:pt idx="991">
                  <c:v>140.03310004485991</c:v>
                </c:pt>
                <c:pt idx="992">
                  <c:v>142.58971082807668</c:v>
                </c:pt>
                <c:pt idx="993">
                  <c:v>147.73244470987927</c:v>
                </c:pt>
                <c:pt idx="994">
                  <c:v>146.63121938904621</c:v>
                </c:pt>
                <c:pt idx="995">
                  <c:v>146.76758668334006</c:v>
                </c:pt>
                <c:pt idx="996">
                  <c:v>145.28451487755467</c:v>
                </c:pt>
                <c:pt idx="997">
                  <c:v>148.1773360251272</c:v>
                </c:pt>
                <c:pt idx="998">
                  <c:v>148.03101010410117</c:v>
                </c:pt>
                <c:pt idx="999">
                  <c:v>147.82786655022355</c:v>
                </c:pt>
                <c:pt idx="1000">
                  <c:v>148.52836290817922</c:v>
                </c:pt>
                <c:pt idx="1001">
                  <c:v>147.60812807278688</c:v>
                </c:pt>
                <c:pt idx="1002">
                  <c:v>152.42576526334446</c:v>
                </c:pt>
                <c:pt idx="1003">
                  <c:v>155.71042788222005</c:v>
                </c:pt>
                <c:pt idx="1004">
                  <c:v>152.58977245243409</c:v>
                </c:pt>
                <c:pt idx="1005">
                  <c:v>156.8455966842568</c:v>
                </c:pt>
                <c:pt idx="1006">
                  <c:v>158.40107211075397</c:v>
                </c:pt>
                <c:pt idx="1007">
                  <c:v>160.13637888709354</c:v>
                </c:pt>
                <c:pt idx="1008">
                  <c:v>159.61565309683186</c:v>
                </c:pt>
                <c:pt idx="1009">
                  <c:v>161.38680856049587</c:v>
                </c:pt>
                <c:pt idx="1010">
                  <c:v>160.46649132563994</c:v>
                </c:pt>
                <c:pt idx="1011">
                  <c:v>156.01757668467275</c:v>
                </c:pt>
                <c:pt idx="1012">
                  <c:v>158.22104555076848</c:v>
                </c:pt>
                <c:pt idx="1013">
                  <c:v>159.75134866258662</c:v>
                </c:pt>
                <c:pt idx="1014">
                  <c:v>160.12425894559883</c:v>
                </c:pt>
                <c:pt idx="1015">
                  <c:v>164.12313037518868</c:v>
                </c:pt>
                <c:pt idx="1016">
                  <c:v>164.5935590061533</c:v>
                </c:pt>
                <c:pt idx="1017">
                  <c:v>164.24854491919604</c:v>
                </c:pt>
                <c:pt idx="1018">
                  <c:v>164.55487505457933</c:v>
                </c:pt>
                <c:pt idx="1019">
                  <c:v>165.0177459144914</c:v>
                </c:pt>
                <c:pt idx="1020">
                  <c:v>168.15063224165681</c:v>
                </c:pt>
                <c:pt idx="1021">
                  <c:v>167.64653585829222</c:v>
                </c:pt>
                <c:pt idx="1022">
                  <c:v>164.70269547090422</c:v>
                </c:pt>
                <c:pt idx="1023">
                  <c:v>162.72620370338237</c:v>
                </c:pt>
                <c:pt idx="1024">
                  <c:v>162.95258273265685</c:v>
                </c:pt>
                <c:pt idx="1025">
                  <c:v>164.72392836672464</c:v>
                </c:pt>
                <c:pt idx="1026">
                  <c:v>167.12362271029403</c:v>
                </c:pt>
                <c:pt idx="1027">
                  <c:v>165.51646594647218</c:v>
                </c:pt>
                <c:pt idx="1028">
                  <c:v>164.14452105624991</c:v>
                </c:pt>
                <c:pt idx="1029">
                  <c:v>168.85007199123706</c:v>
                </c:pt>
                <c:pt idx="1030">
                  <c:v>169.42205073127829</c:v>
                </c:pt>
                <c:pt idx="1031">
                  <c:v>169.74333923424388</c:v>
                </c:pt>
                <c:pt idx="1032">
                  <c:v>168.02492152821537</c:v>
                </c:pt>
                <c:pt idx="1033">
                  <c:v>167.84941407321071</c:v>
                </c:pt>
                <c:pt idx="1034">
                  <c:v>169.69648252419657</c:v>
                </c:pt>
                <c:pt idx="1035">
                  <c:v>169.28562363725447</c:v>
                </c:pt>
                <c:pt idx="1036">
                  <c:v>171.41625099437596</c:v>
                </c:pt>
                <c:pt idx="1037">
                  <c:v>171.28815345274094</c:v>
                </c:pt>
                <c:pt idx="1038">
                  <c:v>172.09273958938459</c:v>
                </c:pt>
                <c:pt idx="1039">
                  <c:v>172.5262471625675</c:v>
                </c:pt>
                <c:pt idx="1040">
                  <c:v>167.82376044184062</c:v>
                </c:pt>
                <c:pt idx="1041">
                  <c:v>172.19859860993017</c:v>
                </c:pt>
                <c:pt idx="1042">
                  <c:v>171.67114362911988</c:v>
                </c:pt>
                <c:pt idx="1043">
                  <c:v>170.93977262841389</c:v>
                </c:pt>
                <c:pt idx="1044">
                  <c:v>170.75293040975092</c:v>
                </c:pt>
                <c:pt idx="1045">
                  <c:v>169.44861633411867</c:v>
                </c:pt>
                <c:pt idx="1046">
                  <c:v>167.32530018940906</c:v>
                </c:pt>
                <c:pt idx="1047">
                  <c:v>165.02730133148478</c:v>
                </c:pt>
                <c:pt idx="1048">
                  <c:v>163.52210872608904</c:v>
                </c:pt>
                <c:pt idx="1049">
                  <c:v>166.08831544867229</c:v>
                </c:pt>
                <c:pt idx="1050">
                  <c:v>165.40164345357397</c:v>
                </c:pt>
                <c:pt idx="1051">
                  <c:v>166.51945193917174</c:v>
                </c:pt>
                <c:pt idx="1052">
                  <c:v>161.39585539611036</c:v>
                </c:pt>
                <c:pt idx="1053">
                  <c:v>161.39870227061422</c:v>
                </c:pt>
                <c:pt idx="1054">
                  <c:v>159.61263475713426</c:v>
                </c:pt>
                <c:pt idx="1055">
                  <c:v>162.11470291323721</c:v>
                </c:pt>
                <c:pt idx="1056">
                  <c:v>160.10082936055022</c:v>
                </c:pt>
                <c:pt idx="1057">
                  <c:v>160.8507978230021</c:v>
                </c:pt>
                <c:pt idx="1058">
                  <c:v>157.32233136315233</c:v>
                </c:pt>
                <c:pt idx="1059">
                  <c:v>159.43102628287869</c:v>
                </c:pt>
                <c:pt idx="1060">
                  <c:v>161.00457274965351</c:v>
                </c:pt>
                <c:pt idx="1061">
                  <c:v>159.54331462199625</c:v>
                </c:pt>
                <c:pt idx="1062">
                  <c:v>161.84927827636577</c:v>
                </c:pt>
                <c:pt idx="1063">
                  <c:v>161.57363839042608</c:v>
                </c:pt>
                <c:pt idx="1064">
                  <c:v>161.93466242897375</c:v>
                </c:pt>
                <c:pt idx="1065">
                  <c:v>167.5766931965797</c:v>
                </c:pt>
                <c:pt idx="1066">
                  <c:v>168.0983088494979</c:v>
                </c:pt>
                <c:pt idx="1067">
                  <c:v>165.44252604393535</c:v>
                </c:pt>
                <c:pt idx="1068">
                  <c:v>163.65995705143794</c:v>
                </c:pt>
                <c:pt idx="1069">
                  <c:v>165.80050926656642</c:v>
                </c:pt>
                <c:pt idx="1070">
                  <c:v>162.97988037127655</c:v>
                </c:pt>
                <c:pt idx="1071">
                  <c:v>163.28319315233699</c:v>
                </c:pt>
                <c:pt idx="1072">
                  <c:v>164.6584101166041</c:v>
                </c:pt>
                <c:pt idx="1073">
                  <c:v>167.78581906260683</c:v>
                </c:pt>
                <c:pt idx="1074">
                  <c:v>163.1733281075179</c:v>
                </c:pt>
                <c:pt idx="1075">
                  <c:v>163.00765387021463</c:v>
                </c:pt>
                <c:pt idx="1076">
                  <c:v>163.54665807448424</c:v>
                </c:pt>
                <c:pt idx="1077">
                  <c:v>168.58940280634002</c:v>
                </c:pt>
                <c:pt idx="1078">
                  <c:v>170.17183993396225</c:v>
                </c:pt>
                <c:pt idx="1079">
                  <c:v>169.92332669592713</c:v>
                </c:pt>
                <c:pt idx="1080">
                  <c:v>171.78266167516861</c:v>
                </c:pt>
                <c:pt idx="1081">
                  <c:v>174.69798427964551</c:v>
                </c:pt>
                <c:pt idx="1082">
                  <c:v>175.04889484976661</c:v>
                </c:pt>
                <c:pt idx="1083">
                  <c:v>175.35197533568819</c:v>
                </c:pt>
                <c:pt idx="1084">
                  <c:v>175.15741601792996</c:v>
                </c:pt>
                <c:pt idx="1085">
                  <c:v>175.61335900209926</c:v>
                </c:pt>
                <c:pt idx="1086">
                  <c:v>177.99195691824008</c:v>
                </c:pt>
                <c:pt idx="1087">
                  <c:v>179.85454738604659</c:v>
                </c:pt>
                <c:pt idx="1088">
                  <c:v>178.07655431883541</c:v>
                </c:pt>
                <c:pt idx="1089">
                  <c:v>177.8052295544631</c:v>
                </c:pt>
                <c:pt idx="1090">
                  <c:v>179.0859470993982</c:v>
                </c:pt>
                <c:pt idx="1091">
                  <c:v>180.36957912072066</c:v>
                </c:pt>
                <c:pt idx="1092">
                  <c:v>179.82484691167241</c:v>
                </c:pt>
                <c:pt idx="1093">
                  <c:v>180.33560714218109</c:v>
                </c:pt>
                <c:pt idx="1094">
                  <c:v>180.94593752183391</c:v>
                </c:pt>
                <c:pt idx="1095">
                  <c:v>181.56612069035822</c:v>
                </c:pt>
                <c:pt idx="1096">
                  <c:v>181.24725278847538</c:v>
                </c:pt>
                <c:pt idx="1097">
                  <c:v>180.60453300843864</c:v>
                </c:pt>
                <c:pt idx="1098">
                  <c:v>179.19386627531139</c:v>
                </c:pt>
                <c:pt idx="1099">
                  <c:v>181.13547812784142</c:v>
                </c:pt>
                <c:pt idx="1100">
                  <c:v>180.60184336853084</c:v>
                </c:pt>
                <c:pt idx="1101">
                  <c:v>176.66734046340522</c:v>
                </c:pt>
                <c:pt idx="1102">
                  <c:v>178.13904983614296</c:v>
                </c:pt>
                <c:pt idx="1103">
                  <c:v>179.25620828582635</c:v>
                </c:pt>
                <c:pt idx="1104">
                  <c:v>179.29379625833351</c:v>
                </c:pt>
                <c:pt idx="1105">
                  <c:v>180.12699146216266</c:v>
                </c:pt>
                <c:pt idx="1106">
                  <c:v>178.22295298981697</c:v>
                </c:pt>
                <c:pt idx="1107">
                  <c:v>178.57874834256344</c:v>
                </c:pt>
                <c:pt idx="1108">
                  <c:v>176.70745799676942</c:v>
                </c:pt>
                <c:pt idx="1109">
                  <c:v>173.72625753852464</c:v>
                </c:pt>
                <c:pt idx="1110">
                  <c:v>174.68041677574115</c:v>
                </c:pt>
                <c:pt idx="1111">
                  <c:v>173.05048662922326</c:v>
                </c:pt>
                <c:pt idx="1112">
                  <c:v>173.12417721897992</c:v>
                </c:pt>
                <c:pt idx="1113">
                  <c:v>174.69415781148251</c:v>
                </c:pt>
                <c:pt idx="1114">
                  <c:v>175.9812547014227</c:v>
                </c:pt>
                <c:pt idx="1115">
                  <c:v>178.42656740030014</c:v>
                </c:pt>
                <c:pt idx="1116">
                  <c:v>177.64227925135469</c:v>
                </c:pt>
                <c:pt idx="1117">
                  <c:v>177.5065105932751</c:v>
                </c:pt>
                <c:pt idx="1118">
                  <c:v>181.13176456227683</c:v>
                </c:pt>
                <c:pt idx="1119">
                  <c:v>178.71810715808809</c:v>
                </c:pt>
                <c:pt idx="1120">
                  <c:v>178.5840816313663</c:v>
                </c:pt>
                <c:pt idx="1121">
                  <c:v>180.9473157809305</c:v>
                </c:pt>
                <c:pt idx="1122">
                  <c:v>180.74724786948596</c:v>
                </c:pt>
                <c:pt idx="1123">
                  <c:v>180.30528588020027</c:v>
                </c:pt>
                <c:pt idx="1124">
                  <c:v>179.65372672796741</c:v>
                </c:pt>
                <c:pt idx="1125">
                  <c:v>180.378745028933</c:v>
                </c:pt>
                <c:pt idx="1126">
                  <c:v>182.0316548321251</c:v>
                </c:pt>
                <c:pt idx="1127">
                  <c:v>182.71370855159535</c:v>
                </c:pt>
                <c:pt idx="1128">
                  <c:v>182.30106723378395</c:v>
                </c:pt>
                <c:pt idx="1129">
                  <c:v>182.59854399262716</c:v>
                </c:pt>
                <c:pt idx="1130">
                  <c:v>185.27145267934995</c:v>
                </c:pt>
                <c:pt idx="1131">
                  <c:v>180.54729909635648</c:v>
                </c:pt>
                <c:pt idx="1132">
                  <c:v>180.7572090337662</c:v>
                </c:pt>
                <c:pt idx="1133">
                  <c:v>182.54810542992951</c:v>
                </c:pt>
                <c:pt idx="1134">
                  <c:v>184.64494656695788</c:v>
                </c:pt>
                <c:pt idx="1135">
                  <c:v>185.06182410173358</c:v>
                </c:pt>
                <c:pt idx="1136">
                  <c:v>182.71137859992467</c:v>
                </c:pt>
                <c:pt idx="1137">
                  <c:v>184.40876024686463</c:v>
                </c:pt>
                <c:pt idx="1138">
                  <c:v>183.13831397369077</c:v>
                </c:pt>
                <c:pt idx="1139">
                  <c:v>184.89470222181089</c:v>
                </c:pt>
                <c:pt idx="1140">
                  <c:v>183.74253324249088</c:v>
                </c:pt>
                <c:pt idx="1141">
                  <c:v>182.42064273347572</c:v>
                </c:pt>
                <c:pt idx="1142">
                  <c:v>184.08458555409385</c:v>
                </c:pt>
                <c:pt idx="1143">
                  <c:v>184.38350257509217</c:v>
                </c:pt>
                <c:pt idx="1144">
                  <c:v>187.43283340625993</c:v>
                </c:pt>
                <c:pt idx="1145">
                  <c:v>187.98198794432471</c:v>
                </c:pt>
                <c:pt idx="1146">
                  <c:v>190.31272795729168</c:v>
                </c:pt>
                <c:pt idx="1147">
                  <c:v>188.96204562216585</c:v>
                </c:pt>
                <c:pt idx="1148">
                  <c:v>190.22016076500245</c:v>
                </c:pt>
                <c:pt idx="1149">
                  <c:v>189.81516360210227</c:v>
                </c:pt>
                <c:pt idx="1150">
                  <c:v>193.8885434784826</c:v>
                </c:pt>
                <c:pt idx="1151">
                  <c:v>182.68750875525757</c:v>
                </c:pt>
                <c:pt idx="1152">
                  <c:v>182.99584385051307</c:v>
                </c:pt>
                <c:pt idx="1153">
                  <c:v>183.89644864039781</c:v>
                </c:pt>
                <c:pt idx="1154">
                  <c:v>184.93844859555705</c:v>
                </c:pt>
                <c:pt idx="1155">
                  <c:v>188.78923273669926</c:v>
                </c:pt>
                <c:pt idx="1156">
                  <c:v>191.27396179584625</c:v>
                </c:pt>
                <c:pt idx="1157">
                  <c:v>193.75812479237035</c:v>
                </c:pt>
                <c:pt idx="1158">
                  <c:v>189.51295265720694</c:v>
                </c:pt>
                <c:pt idx="1159">
                  <c:v>186.86734187517584</c:v>
                </c:pt>
                <c:pt idx="1160">
                  <c:v>187.38572694864382</c:v>
                </c:pt>
                <c:pt idx="1161">
                  <c:v>186.96946119192131</c:v>
                </c:pt>
                <c:pt idx="1162">
                  <c:v>186.04205202520851</c:v>
                </c:pt>
                <c:pt idx="1163">
                  <c:v>190.25957368794712</c:v>
                </c:pt>
                <c:pt idx="1164">
                  <c:v>191.95796564517283</c:v>
                </c:pt>
                <c:pt idx="1165">
                  <c:v>189.01741507532861</c:v>
                </c:pt>
                <c:pt idx="1166">
                  <c:v>190.93959291682947</c:v>
                </c:pt>
                <c:pt idx="1167">
                  <c:v>187.45352917734496</c:v>
                </c:pt>
                <c:pt idx="1168">
                  <c:v>191.69860680948531</c:v>
                </c:pt>
                <c:pt idx="1169">
                  <c:v>192.74313257194521</c:v>
                </c:pt>
                <c:pt idx="1170">
                  <c:v>189.68591942332304</c:v>
                </c:pt>
                <c:pt idx="1171">
                  <c:v>191.02497977644964</c:v>
                </c:pt>
                <c:pt idx="1172">
                  <c:v>192.69688457705269</c:v>
                </c:pt>
                <c:pt idx="1173">
                  <c:v>193.54395477241619</c:v>
                </c:pt>
                <c:pt idx="1174">
                  <c:v>189.84462213568833</c:v>
                </c:pt>
                <c:pt idx="1175">
                  <c:v>189.40424952155925</c:v>
                </c:pt>
                <c:pt idx="1176">
                  <c:v>189.51271883834517</c:v>
                </c:pt>
                <c:pt idx="1177">
                  <c:v>187.13742302198722</c:v>
                </c:pt>
                <c:pt idx="1178">
                  <c:v>188.87084418008979</c:v>
                </c:pt>
                <c:pt idx="1179">
                  <c:v>190.4339584647665</c:v>
                </c:pt>
                <c:pt idx="1180">
                  <c:v>194.92188568417262</c:v>
                </c:pt>
                <c:pt idx="1181">
                  <c:v>200.26927793839295</c:v>
                </c:pt>
                <c:pt idx="1182">
                  <c:v>201.64928712528143</c:v>
                </c:pt>
                <c:pt idx="1183">
                  <c:v>202.1330562340807</c:v>
                </c:pt>
                <c:pt idx="1184">
                  <c:v>204.65253338548087</c:v>
                </c:pt>
                <c:pt idx="1185">
                  <c:v>206.69743440703061</c:v>
                </c:pt>
                <c:pt idx="1186">
                  <c:v>204.16542871375705</c:v>
                </c:pt>
                <c:pt idx="1187">
                  <c:v>201.37986344265096</c:v>
                </c:pt>
                <c:pt idx="1188">
                  <c:v>204.0017990068221</c:v>
                </c:pt>
                <c:pt idx="1189">
                  <c:v>204.75811710513173</c:v>
                </c:pt>
                <c:pt idx="1190">
                  <c:v>198.07416258858808</c:v>
                </c:pt>
                <c:pt idx="1191">
                  <c:v>197.05410072388639</c:v>
                </c:pt>
                <c:pt idx="1192">
                  <c:v>199.7724309412057</c:v>
                </c:pt>
                <c:pt idx="1193">
                  <c:v>204.33000785132643</c:v>
                </c:pt>
                <c:pt idx="1194">
                  <c:v>205.741915381588</c:v>
                </c:pt>
                <c:pt idx="1195">
                  <c:v>206.83531793226177</c:v>
                </c:pt>
                <c:pt idx="1196">
                  <c:v>204.34582666484891</c:v>
                </c:pt>
                <c:pt idx="1197">
                  <c:v>205.39055747825827</c:v>
                </c:pt>
                <c:pt idx="1198">
                  <c:v>205.73275228374536</c:v>
                </c:pt>
                <c:pt idx="1199">
                  <c:v>209.64904382565237</c:v>
                </c:pt>
                <c:pt idx="1200">
                  <c:v>211.96415042872201</c:v>
                </c:pt>
                <c:pt idx="1201">
                  <c:v>209.86204591845086</c:v>
                </c:pt>
                <c:pt idx="1202">
                  <c:v>212.30384422267434</c:v>
                </c:pt>
                <c:pt idx="1203">
                  <c:v>211.84108673216963</c:v>
                </c:pt>
                <c:pt idx="1204">
                  <c:v>215.63273808524309</c:v>
                </c:pt>
                <c:pt idx="1205">
                  <c:v>210.89591068895018</c:v>
                </c:pt>
                <c:pt idx="1206">
                  <c:v>211.62854090352147</c:v>
                </c:pt>
                <c:pt idx="1207">
                  <c:v>203.70676834143936</c:v>
                </c:pt>
                <c:pt idx="1208">
                  <c:v>208.63050661661839</c:v>
                </c:pt>
                <c:pt idx="1209">
                  <c:v>202.0943497567695</c:v>
                </c:pt>
                <c:pt idx="1210">
                  <c:v>197.23053669241656</c:v>
                </c:pt>
                <c:pt idx="1211">
                  <c:v>198.601767369181</c:v>
                </c:pt>
                <c:pt idx="1212">
                  <c:v>202.37193749625359</c:v>
                </c:pt>
                <c:pt idx="1213">
                  <c:v>203.024670906388</c:v>
                </c:pt>
                <c:pt idx="1214">
                  <c:v>195.17979855724818</c:v>
                </c:pt>
                <c:pt idx="1215">
                  <c:v>189.54771964090546</c:v>
                </c:pt>
                <c:pt idx="1216">
                  <c:v>192.41431616707507</c:v>
                </c:pt>
                <c:pt idx="1217">
                  <c:v>192.5540185346191</c:v>
                </c:pt>
                <c:pt idx="1218">
                  <c:v>189.2848234289649</c:v>
                </c:pt>
                <c:pt idx="1219">
                  <c:v>188.58657033451729</c:v>
                </c:pt>
                <c:pt idx="1220">
                  <c:v>184.23201045278316</c:v>
                </c:pt>
                <c:pt idx="1221">
                  <c:v>192.71036479096239</c:v>
                </c:pt>
                <c:pt idx="1222">
                  <c:v>192.83629256592846</c:v>
                </c:pt>
                <c:pt idx="1223">
                  <c:v>197.28762869737045</c:v>
                </c:pt>
                <c:pt idx="1224">
                  <c:v>191.41846502026613</c:v>
                </c:pt>
                <c:pt idx="1225">
                  <c:v>187.9517031948335</c:v>
                </c:pt>
                <c:pt idx="1226">
                  <c:v>189.38814715650244</c:v>
                </c:pt>
                <c:pt idx="1227">
                  <c:v>197.90132063467937</c:v>
                </c:pt>
                <c:pt idx="1228">
                  <c:v>201.22099367433219</c:v>
                </c:pt>
                <c:pt idx="1229">
                  <c:v>200.66852983502281</c:v>
                </c:pt>
                <c:pt idx="1230">
                  <c:v>199.10010098758232</c:v>
                </c:pt>
                <c:pt idx="1231">
                  <c:v>196.44923720902912</c:v>
                </c:pt>
                <c:pt idx="1232">
                  <c:v>205.35864372405666</c:v>
                </c:pt>
                <c:pt idx="1233">
                  <c:v>209.50200117818997</c:v>
                </c:pt>
                <c:pt idx="1234">
                  <c:v>209.67373406753759</c:v>
                </c:pt>
                <c:pt idx="1235">
                  <c:v>211.41125310843987</c:v>
                </c:pt>
                <c:pt idx="1236">
                  <c:v>213.98388447461062</c:v>
                </c:pt>
                <c:pt idx="1237">
                  <c:v>212.81499155449342</c:v>
                </c:pt>
                <c:pt idx="1238">
                  <c:v>210.49505607530236</c:v>
                </c:pt>
                <c:pt idx="1239">
                  <c:v>213.16062554385135</c:v>
                </c:pt>
                <c:pt idx="1240">
                  <c:v>212.32201596737502</c:v>
                </c:pt>
                <c:pt idx="1241">
                  <c:v>207.25566898307605</c:v>
                </c:pt>
                <c:pt idx="1242">
                  <c:v>201.64191658894194</c:v>
                </c:pt>
                <c:pt idx="1243">
                  <c:v>200.97788783772478</c:v>
                </c:pt>
                <c:pt idx="1244">
                  <c:v>195.26378140721047</c:v>
                </c:pt>
                <c:pt idx="1245">
                  <c:v>192.03975828102583</c:v>
                </c:pt>
                <c:pt idx="1246">
                  <c:v>190.20002508293402</c:v>
                </c:pt>
                <c:pt idx="1247">
                  <c:v>194.56405135963755</c:v>
                </c:pt>
                <c:pt idx="1248">
                  <c:v>191.99197611440798</c:v>
                </c:pt>
                <c:pt idx="1249">
                  <c:v>193.62566259436466</c:v>
                </c:pt>
                <c:pt idx="1250">
                  <c:v>198.81806948294653</c:v>
                </c:pt>
                <c:pt idx="1251">
                  <c:v>194.78960844048939</c:v>
                </c:pt>
                <c:pt idx="1252">
                  <c:v>193.22306816357568</c:v>
                </c:pt>
                <c:pt idx="1253">
                  <c:v>189.11558149543541</c:v>
                </c:pt>
                <c:pt idx="1254">
                  <c:v>188.43345666525454</c:v>
                </c:pt>
                <c:pt idx="1255">
                  <c:v>183.53890935502963</c:v>
                </c:pt>
                <c:pt idx="1256">
                  <c:v>185.63288507824296</c:v>
                </c:pt>
                <c:pt idx="1257">
                  <c:v>185.12645940099688</c:v>
                </c:pt>
                <c:pt idx="1258">
                  <c:v>183.72983676268541</c:v>
                </c:pt>
                <c:pt idx="1259">
                  <c:v>179.39992598779432</c:v>
                </c:pt>
                <c:pt idx="1260">
                  <c:v>185.51002788399543</c:v>
                </c:pt>
                <c:pt idx="1261">
                  <c:v>184.59515033149918</c:v>
                </c:pt>
                <c:pt idx="1262">
                  <c:v>180.68593623276175</c:v>
                </c:pt>
                <c:pt idx="1263">
                  <c:v>186.91498426841591</c:v>
                </c:pt>
                <c:pt idx="1264">
                  <c:v>185.41832926326592</c:v>
                </c:pt>
                <c:pt idx="1265">
                  <c:v>184.03196317051123</c:v>
                </c:pt>
                <c:pt idx="1266">
                  <c:v>184.63535983867604</c:v>
                </c:pt>
                <c:pt idx="1267">
                  <c:v>184.55327249498649</c:v>
                </c:pt>
                <c:pt idx="1268">
                  <c:v>182.49075593518069</c:v>
                </c:pt>
                <c:pt idx="1269">
                  <c:v>180.63488617880955</c:v>
                </c:pt>
                <c:pt idx="1270">
                  <c:v>173.93727069555948</c:v>
                </c:pt>
                <c:pt idx="1271">
                  <c:v>172.98462219813933</c:v>
                </c:pt>
                <c:pt idx="1272">
                  <c:v>172.81259403250257</c:v>
                </c:pt>
                <c:pt idx="1273">
                  <c:v>175.7005919416091</c:v>
                </c:pt>
                <c:pt idx="1274">
                  <c:v>173.41315805579848</c:v>
                </c:pt>
                <c:pt idx="1275">
                  <c:v>177.66443205678263</c:v>
                </c:pt>
                <c:pt idx="1276">
                  <c:v>177.86507643941854</c:v>
                </c:pt>
                <c:pt idx="1277">
                  <c:v>178.37979124391077</c:v>
                </c:pt>
                <c:pt idx="1278">
                  <c:v>175.8717361925608</c:v>
                </c:pt>
                <c:pt idx="1279">
                  <c:v>172.8750827673793</c:v>
                </c:pt>
                <c:pt idx="1280">
                  <c:v>173.16209617032575</c:v>
                </c:pt>
                <c:pt idx="1281">
                  <c:v>173.34774479587458</c:v>
                </c:pt>
                <c:pt idx="1282">
                  <c:v>174.60021035511815</c:v>
                </c:pt>
                <c:pt idx="1283">
                  <c:v>176.46345009142971</c:v>
                </c:pt>
                <c:pt idx="1284">
                  <c:v>178.93992490773195</c:v>
                </c:pt>
                <c:pt idx="1285">
                  <c:v>179.94765838033453</c:v>
                </c:pt>
                <c:pt idx="1286">
                  <c:v>183.44637968083919</c:v>
                </c:pt>
                <c:pt idx="1287">
                  <c:v>182.27450962449873</c:v>
                </c:pt>
                <c:pt idx="1288">
                  <c:v>181.92830350558944</c:v>
                </c:pt>
                <c:pt idx="1289">
                  <c:v>182.08758089292988</c:v>
                </c:pt>
                <c:pt idx="1290">
                  <c:v>182.55097577053544</c:v>
                </c:pt>
                <c:pt idx="1291">
                  <c:v>183.48103010518059</c:v>
                </c:pt>
                <c:pt idx="1292">
                  <c:v>180.28827687815541</c:v>
                </c:pt>
                <c:pt idx="1293">
                  <c:v>178.21732960735352</c:v>
                </c:pt>
                <c:pt idx="1294">
                  <c:v>174.14333287689161</c:v>
                </c:pt>
                <c:pt idx="1295">
                  <c:v>178.42886147865255</c:v>
                </c:pt>
                <c:pt idx="1296">
                  <c:v>184.44423033682082</c:v>
                </c:pt>
                <c:pt idx="1297">
                  <c:v>180.24280799611475</c:v>
                </c:pt>
                <c:pt idx="1298">
                  <c:v>181.62993011020188</c:v>
                </c:pt>
                <c:pt idx="1299">
                  <c:v>179.62566337830438</c:v>
                </c:pt>
                <c:pt idx="1300">
                  <c:v>176.48301143897299</c:v>
                </c:pt>
                <c:pt idx="1301">
                  <c:v>174.64213750696652</c:v>
                </c:pt>
                <c:pt idx="1302">
                  <c:v>172.08602917394691</c:v>
                </c:pt>
                <c:pt idx="1303">
                  <c:v>169.16455844532848</c:v>
                </c:pt>
                <c:pt idx="1304">
                  <c:v>172.16329307356855</c:v>
                </c:pt>
                <c:pt idx="1305">
                  <c:v>169.82774407510155</c:v>
                </c:pt>
                <c:pt idx="1306">
                  <c:v>168.51206554102623</c:v>
                </c:pt>
                <c:pt idx="1307">
                  <c:v>171.76729274408325</c:v>
                </c:pt>
                <c:pt idx="1308">
                  <c:v>169.53794996168315</c:v>
                </c:pt>
                <c:pt idx="1309">
                  <c:v>164.7467562323952</c:v>
                </c:pt>
                <c:pt idx="1310">
                  <c:v>167.88428280196601</c:v>
                </c:pt>
                <c:pt idx="1311">
                  <c:v>167.55090918238207</c:v>
                </c:pt>
                <c:pt idx="1312">
                  <c:v>169.54309792839024</c:v>
                </c:pt>
                <c:pt idx="1313">
                  <c:v>170.18913669371645</c:v>
                </c:pt>
                <c:pt idx="1314">
                  <c:v>169.7659668404209</c:v>
                </c:pt>
                <c:pt idx="1315">
                  <c:v>167.28336492768673</c:v>
                </c:pt>
                <c:pt idx="1316">
                  <c:v>163.23407641838853</c:v>
                </c:pt>
                <c:pt idx="1317">
                  <c:v>162.58467721453005</c:v>
                </c:pt>
                <c:pt idx="1318">
                  <c:v>158.13138111276103</c:v>
                </c:pt>
                <c:pt idx="1319">
                  <c:v>157.1591321165713</c:v>
                </c:pt>
                <c:pt idx="1320">
                  <c:v>158.7379723243198</c:v>
                </c:pt>
                <c:pt idx="1321">
                  <c:v>156.32796297107137</c:v>
                </c:pt>
                <c:pt idx="1322">
                  <c:v>157.48602722200977</c:v>
                </c:pt>
                <c:pt idx="1323">
                  <c:v>155.11937898867575</c:v>
                </c:pt>
                <c:pt idx="1324">
                  <c:v>156.47230790629678</c:v>
                </c:pt>
                <c:pt idx="1325">
                  <c:v>155.60546501323316</c:v>
                </c:pt>
                <c:pt idx="1326">
                  <c:v>160.08243151009597</c:v>
                </c:pt>
                <c:pt idx="1327">
                  <c:v>160.39957478861143</c:v>
                </c:pt>
                <c:pt idx="1328">
                  <c:v>166.28075871442874</c:v>
                </c:pt>
                <c:pt idx="1329">
                  <c:v>166.15609546837143</c:v>
                </c:pt>
                <c:pt idx="1330">
                  <c:v>167.33435538126085</c:v>
                </c:pt>
                <c:pt idx="1331">
                  <c:v>167.83937577536264</c:v>
                </c:pt>
                <c:pt idx="1332">
                  <c:v>169.53427290660375</c:v>
                </c:pt>
                <c:pt idx="1333">
                  <c:v>169.80060156743758</c:v>
                </c:pt>
                <c:pt idx="1334">
                  <c:v>174.89045098637214</c:v>
                </c:pt>
                <c:pt idx="1335">
                  <c:v>173.53662520826884</c:v>
                </c:pt>
                <c:pt idx="1336">
                  <c:v>174.91438225355958</c:v>
                </c:pt>
                <c:pt idx="1337">
                  <c:v>175.86799927474488</c:v>
                </c:pt>
                <c:pt idx="1338">
                  <c:v>174.18297322690185</c:v>
                </c:pt>
                <c:pt idx="1339">
                  <c:v>177.53621374330314</c:v>
                </c:pt>
                <c:pt idx="1340">
                  <c:v>175.38585149529504</c:v>
                </c:pt>
                <c:pt idx="1341">
                  <c:v>173.22997350552575</c:v>
                </c:pt>
                <c:pt idx="1342">
                  <c:v>173.93553261522678</c:v>
                </c:pt>
                <c:pt idx="1343">
                  <c:v>172.76247231523854</c:v>
                </c:pt>
                <c:pt idx="1344">
                  <c:v>171.74779652256802</c:v>
                </c:pt>
                <c:pt idx="1345">
                  <c:v>171.39555250289033</c:v>
                </c:pt>
                <c:pt idx="1346">
                  <c:v>174.85401651724931</c:v>
                </c:pt>
                <c:pt idx="1347">
                  <c:v>174.89268067693479</c:v>
                </c:pt>
                <c:pt idx="1348">
                  <c:v>171.86711918269489</c:v>
                </c:pt>
                <c:pt idx="1349">
                  <c:v>171.47691920345224</c:v>
                </c:pt>
                <c:pt idx="1350">
                  <c:v>170.88208682069853</c:v>
                </c:pt>
                <c:pt idx="1351">
                  <c:v>168.97312570205253</c:v>
                </c:pt>
                <c:pt idx="1352">
                  <c:v>171.76373429084927</c:v>
                </c:pt>
                <c:pt idx="1353">
                  <c:v>174.6426314119133</c:v>
                </c:pt>
              </c:numCache>
            </c:numRef>
          </c:val>
          <c:smooth val="0"/>
          <c:extLst>
            <c:ext xmlns:c16="http://schemas.microsoft.com/office/drawing/2014/chart" uri="{C3380CC4-5D6E-409C-BE32-E72D297353CC}">
              <c16:uniqueId val="{00000000-CAF0-48C9-9886-5DE1EE5058A8}"/>
            </c:ext>
          </c:extLst>
        </c:ser>
        <c:ser>
          <c:idx val="1"/>
          <c:order val="1"/>
          <c:tx>
            <c:v>Ibovespa</c:v>
          </c:tx>
          <c:spPr>
            <a:ln w="22225" cap="rnd">
              <a:solidFill>
                <a:srgbClr val="1F2F44"/>
              </a:solidFill>
              <a:round/>
            </a:ln>
            <a:effectLst/>
          </c:spPr>
          <c:marker>
            <c:symbol val="none"/>
          </c:marker>
          <c:cat>
            <c:numRef>
              <c:f>'Charts Base 100'!$G$4:$G$1357</c:f>
              <c:numCache>
                <c:formatCode>m/d/yyyy</c:formatCode>
                <c:ptCount val="1354"/>
                <c:pt idx="0">
                  <c:v>44316</c:v>
                </c:pt>
                <c:pt idx="1">
                  <c:v>44319</c:v>
                </c:pt>
                <c:pt idx="2">
                  <c:v>44320</c:v>
                </c:pt>
                <c:pt idx="3">
                  <c:v>44321</c:v>
                </c:pt>
                <c:pt idx="4">
                  <c:v>44322</c:v>
                </c:pt>
                <c:pt idx="5">
                  <c:v>44323</c:v>
                </c:pt>
                <c:pt idx="6">
                  <c:v>44326</c:v>
                </c:pt>
                <c:pt idx="7">
                  <c:v>44327</c:v>
                </c:pt>
                <c:pt idx="8">
                  <c:v>44328</c:v>
                </c:pt>
                <c:pt idx="9">
                  <c:v>44329</c:v>
                </c:pt>
                <c:pt idx="10">
                  <c:v>44330</c:v>
                </c:pt>
                <c:pt idx="11">
                  <c:v>44333</c:v>
                </c:pt>
                <c:pt idx="12">
                  <c:v>44334</c:v>
                </c:pt>
                <c:pt idx="13">
                  <c:v>44335</c:v>
                </c:pt>
                <c:pt idx="14">
                  <c:v>44336</c:v>
                </c:pt>
                <c:pt idx="15">
                  <c:v>44337</c:v>
                </c:pt>
                <c:pt idx="16">
                  <c:v>44340</c:v>
                </c:pt>
                <c:pt idx="17">
                  <c:v>44341</c:v>
                </c:pt>
                <c:pt idx="18">
                  <c:v>44342</c:v>
                </c:pt>
                <c:pt idx="19">
                  <c:v>44343</c:v>
                </c:pt>
                <c:pt idx="20">
                  <c:v>44344</c:v>
                </c:pt>
                <c:pt idx="21">
                  <c:v>44347</c:v>
                </c:pt>
                <c:pt idx="22">
                  <c:v>44348</c:v>
                </c:pt>
                <c:pt idx="23">
                  <c:v>44349</c:v>
                </c:pt>
                <c:pt idx="24">
                  <c:v>44351</c:v>
                </c:pt>
                <c:pt idx="25">
                  <c:v>44354</c:v>
                </c:pt>
                <c:pt idx="26">
                  <c:v>44355</c:v>
                </c:pt>
                <c:pt idx="27">
                  <c:v>44356</c:v>
                </c:pt>
                <c:pt idx="28">
                  <c:v>44357</c:v>
                </c:pt>
                <c:pt idx="29">
                  <c:v>44358</c:v>
                </c:pt>
                <c:pt idx="30">
                  <c:v>44361</c:v>
                </c:pt>
                <c:pt idx="31">
                  <c:v>44362</c:v>
                </c:pt>
                <c:pt idx="32">
                  <c:v>44363</c:v>
                </c:pt>
                <c:pt idx="33">
                  <c:v>44364</c:v>
                </c:pt>
                <c:pt idx="34">
                  <c:v>44365</c:v>
                </c:pt>
                <c:pt idx="35">
                  <c:v>44368</c:v>
                </c:pt>
                <c:pt idx="36">
                  <c:v>44369</c:v>
                </c:pt>
                <c:pt idx="37">
                  <c:v>44370</c:v>
                </c:pt>
                <c:pt idx="38">
                  <c:v>44371</c:v>
                </c:pt>
                <c:pt idx="39">
                  <c:v>44372</c:v>
                </c:pt>
                <c:pt idx="40">
                  <c:v>44375</c:v>
                </c:pt>
                <c:pt idx="41">
                  <c:v>44376</c:v>
                </c:pt>
                <c:pt idx="42">
                  <c:v>44377</c:v>
                </c:pt>
                <c:pt idx="43">
                  <c:v>44378</c:v>
                </c:pt>
                <c:pt idx="44">
                  <c:v>44379</c:v>
                </c:pt>
                <c:pt idx="45">
                  <c:v>44382</c:v>
                </c:pt>
                <c:pt idx="46">
                  <c:v>44383</c:v>
                </c:pt>
                <c:pt idx="47">
                  <c:v>44384</c:v>
                </c:pt>
                <c:pt idx="48">
                  <c:v>44385</c:v>
                </c:pt>
                <c:pt idx="49">
                  <c:v>44389</c:v>
                </c:pt>
                <c:pt idx="50">
                  <c:v>44390</c:v>
                </c:pt>
                <c:pt idx="51">
                  <c:v>44391</c:v>
                </c:pt>
                <c:pt idx="52">
                  <c:v>44392</c:v>
                </c:pt>
                <c:pt idx="53">
                  <c:v>44393</c:v>
                </c:pt>
                <c:pt idx="54">
                  <c:v>44396</c:v>
                </c:pt>
                <c:pt idx="55">
                  <c:v>44397</c:v>
                </c:pt>
                <c:pt idx="56">
                  <c:v>44398</c:v>
                </c:pt>
                <c:pt idx="57">
                  <c:v>44399</c:v>
                </c:pt>
                <c:pt idx="58">
                  <c:v>44400</c:v>
                </c:pt>
                <c:pt idx="59">
                  <c:v>44403</c:v>
                </c:pt>
                <c:pt idx="60">
                  <c:v>44404</c:v>
                </c:pt>
                <c:pt idx="61">
                  <c:v>44405</c:v>
                </c:pt>
                <c:pt idx="62">
                  <c:v>44406</c:v>
                </c:pt>
                <c:pt idx="63">
                  <c:v>44407</c:v>
                </c:pt>
                <c:pt idx="64">
                  <c:v>44410</c:v>
                </c:pt>
                <c:pt idx="65">
                  <c:v>44411</c:v>
                </c:pt>
                <c:pt idx="66">
                  <c:v>44412</c:v>
                </c:pt>
                <c:pt idx="67">
                  <c:v>44413</c:v>
                </c:pt>
                <c:pt idx="68">
                  <c:v>44414</c:v>
                </c:pt>
                <c:pt idx="69">
                  <c:v>44417</c:v>
                </c:pt>
                <c:pt idx="70">
                  <c:v>44418</c:v>
                </c:pt>
                <c:pt idx="71">
                  <c:v>44419</c:v>
                </c:pt>
                <c:pt idx="72">
                  <c:v>44420</c:v>
                </c:pt>
                <c:pt idx="73">
                  <c:v>44421</c:v>
                </c:pt>
                <c:pt idx="74">
                  <c:v>44424</c:v>
                </c:pt>
                <c:pt idx="75">
                  <c:v>44425</c:v>
                </c:pt>
                <c:pt idx="76">
                  <c:v>44426</c:v>
                </c:pt>
                <c:pt idx="77">
                  <c:v>44427</c:v>
                </c:pt>
                <c:pt idx="78">
                  <c:v>44428</c:v>
                </c:pt>
                <c:pt idx="79">
                  <c:v>44431</c:v>
                </c:pt>
                <c:pt idx="80">
                  <c:v>44432</c:v>
                </c:pt>
                <c:pt idx="81">
                  <c:v>44433</c:v>
                </c:pt>
                <c:pt idx="82">
                  <c:v>44434</c:v>
                </c:pt>
                <c:pt idx="83">
                  <c:v>44435</c:v>
                </c:pt>
                <c:pt idx="84">
                  <c:v>44438</c:v>
                </c:pt>
                <c:pt idx="85">
                  <c:v>44439</c:v>
                </c:pt>
                <c:pt idx="86">
                  <c:v>44440</c:v>
                </c:pt>
                <c:pt idx="87">
                  <c:v>44441</c:v>
                </c:pt>
                <c:pt idx="88">
                  <c:v>44442</c:v>
                </c:pt>
                <c:pt idx="89">
                  <c:v>44445</c:v>
                </c:pt>
                <c:pt idx="90">
                  <c:v>44447</c:v>
                </c:pt>
                <c:pt idx="91">
                  <c:v>44448</c:v>
                </c:pt>
                <c:pt idx="92">
                  <c:v>44449</c:v>
                </c:pt>
                <c:pt idx="93">
                  <c:v>44452</c:v>
                </c:pt>
                <c:pt idx="94">
                  <c:v>44453</c:v>
                </c:pt>
                <c:pt idx="95">
                  <c:v>44454</c:v>
                </c:pt>
                <c:pt idx="96">
                  <c:v>44455</c:v>
                </c:pt>
                <c:pt idx="97">
                  <c:v>44456</c:v>
                </c:pt>
                <c:pt idx="98">
                  <c:v>44459</c:v>
                </c:pt>
                <c:pt idx="99">
                  <c:v>44460</c:v>
                </c:pt>
                <c:pt idx="100">
                  <c:v>44461</c:v>
                </c:pt>
                <c:pt idx="101">
                  <c:v>44462</c:v>
                </c:pt>
                <c:pt idx="102">
                  <c:v>44463</c:v>
                </c:pt>
                <c:pt idx="103">
                  <c:v>44466</c:v>
                </c:pt>
                <c:pt idx="104">
                  <c:v>44467</c:v>
                </c:pt>
                <c:pt idx="105">
                  <c:v>44468</c:v>
                </c:pt>
                <c:pt idx="106">
                  <c:v>44469</c:v>
                </c:pt>
                <c:pt idx="107">
                  <c:v>44470</c:v>
                </c:pt>
                <c:pt idx="108">
                  <c:v>44473</c:v>
                </c:pt>
                <c:pt idx="109">
                  <c:v>44474</c:v>
                </c:pt>
                <c:pt idx="110">
                  <c:v>44475</c:v>
                </c:pt>
                <c:pt idx="111">
                  <c:v>44476</c:v>
                </c:pt>
                <c:pt idx="112">
                  <c:v>44477</c:v>
                </c:pt>
                <c:pt idx="113">
                  <c:v>44480</c:v>
                </c:pt>
                <c:pt idx="114">
                  <c:v>44482</c:v>
                </c:pt>
                <c:pt idx="115">
                  <c:v>44483</c:v>
                </c:pt>
                <c:pt idx="116">
                  <c:v>44484</c:v>
                </c:pt>
                <c:pt idx="117">
                  <c:v>44487</c:v>
                </c:pt>
                <c:pt idx="118">
                  <c:v>44488</c:v>
                </c:pt>
                <c:pt idx="119">
                  <c:v>44489</c:v>
                </c:pt>
                <c:pt idx="120">
                  <c:v>44490</c:v>
                </c:pt>
                <c:pt idx="121">
                  <c:v>44491</c:v>
                </c:pt>
                <c:pt idx="122">
                  <c:v>44494</c:v>
                </c:pt>
                <c:pt idx="123">
                  <c:v>44495</c:v>
                </c:pt>
                <c:pt idx="124">
                  <c:v>44496</c:v>
                </c:pt>
                <c:pt idx="125">
                  <c:v>44497</c:v>
                </c:pt>
                <c:pt idx="126">
                  <c:v>44498</c:v>
                </c:pt>
                <c:pt idx="127">
                  <c:v>44501</c:v>
                </c:pt>
                <c:pt idx="128">
                  <c:v>44503</c:v>
                </c:pt>
                <c:pt idx="129">
                  <c:v>44504</c:v>
                </c:pt>
                <c:pt idx="130">
                  <c:v>44505</c:v>
                </c:pt>
                <c:pt idx="131">
                  <c:v>44508</c:v>
                </c:pt>
                <c:pt idx="132">
                  <c:v>44509</c:v>
                </c:pt>
                <c:pt idx="133">
                  <c:v>44510</c:v>
                </c:pt>
                <c:pt idx="134">
                  <c:v>44511</c:v>
                </c:pt>
                <c:pt idx="135">
                  <c:v>44512</c:v>
                </c:pt>
                <c:pt idx="136">
                  <c:v>44516</c:v>
                </c:pt>
                <c:pt idx="137">
                  <c:v>44517</c:v>
                </c:pt>
                <c:pt idx="138">
                  <c:v>44518</c:v>
                </c:pt>
                <c:pt idx="139">
                  <c:v>44519</c:v>
                </c:pt>
                <c:pt idx="140">
                  <c:v>44522</c:v>
                </c:pt>
                <c:pt idx="141">
                  <c:v>44523</c:v>
                </c:pt>
                <c:pt idx="142">
                  <c:v>44524</c:v>
                </c:pt>
                <c:pt idx="143">
                  <c:v>44525</c:v>
                </c:pt>
                <c:pt idx="144">
                  <c:v>44526</c:v>
                </c:pt>
                <c:pt idx="145">
                  <c:v>44529</c:v>
                </c:pt>
                <c:pt idx="146">
                  <c:v>44530</c:v>
                </c:pt>
                <c:pt idx="147">
                  <c:v>44531</c:v>
                </c:pt>
                <c:pt idx="148">
                  <c:v>44532</c:v>
                </c:pt>
                <c:pt idx="149">
                  <c:v>44533</c:v>
                </c:pt>
                <c:pt idx="150">
                  <c:v>44536</c:v>
                </c:pt>
                <c:pt idx="151">
                  <c:v>44537</c:v>
                </c:pt>
                <c:pt idx="152">
                  <c:v>44538</c:v>
                </c:pt>
                <c:pt idx="153">
                  <c:v>44539</c:v>
                </c:pt>
                <c:pt idx="154">
                  <c:v>44540</c:v>
                </c:pt>
                <c:pt idx="155">
                  <c:v>44543</c:v>
                </c:pt>
                <c:pt idx="156">
                  <c:v>44544</c:v>
                </c:pt>
                <c:pt idx="157">
                  <c:v>44545</c:v>
                </c:pt>
                <c:pt idx="158">
                  <c:v>44546</c:v>
                </c:pt>
                <c:pt idx="159">
                  <c:v>44547</c:v>
                </c:pt>
                <c:pt idx="160">
                  <c:v>44550</c:v>
                </c:pt>
                <c:pt idx="161">
                  <c:v>44551</c:v>
                </c:pt>
                <c:pt idx="162">
                  <c:v>44552</c:v>
                </c:pt>
                <c:pt idx="163">
                  <c:v>44553</c:v>
                </c:pt>
                <c:pt idx="164">
                  <c:v>44557</c:v>
                </c:pt>
                <c:pt idx="165">
                  <c:v>44558</c:v>
                </c:pt>
                <c:pt idx="166">
                  <c:v>44559</c:v>
                </c:pt>
                <c:pt idx="167">
                  <c:v>44560</c:v>
                </c:pt>
                <c:pt idx="168">
                  <c:v>44564</c:v>
                </c:pt>
                <c:pt idx="169">
                  <c:v>44565</c:v>
                </c:pt>
                <c:pt idx="170">
                  <c:v>44566</c:v>
                </c:pt>
                <c:pt idx="171">
                  <c:v>44567</c:v>
                </c:pt>
                <c:pt idx="172">
                  <c:v>44568</c:v>
                </c:pt>
                <c:pt idx="173">
                  <c:v>44571</c:v>
                </c:pt>
                <c:pt idx="174">
                  <c:v>44572</c:v>
                </c:pt>
                <c:pt idx="175">
                  <c:v>44573</c:v>
                </c:pt>
                <c:pt idx="176">
                  <c:v>44574</c:v>
                </c:pt>
                <c:pt idx="177">
                  <c:v>44575</c:v>
                </c:pt>
                <c:pt idx="178">
                  <c:v>44578</c:v>
                </c:pt>
                <c:pt idx="179">
                  <c:v>44579</c:v>
                </c:pt>
                <c:pt idx="180">
                  <c:v>44580</c:v>
                </c:pt>
                <c:pt idx="181">
                  <c:v>44581</c:v>
                </c:pt>
                <c:pt idx="182">
                  <c:v>44582</c:v>
                </c:pt>
                <c:pt idx="183">
                  <c:v>44585</c:v>
                </c:pt>
                <c:pt idx="184">
                  <c:v>44586</c:v>
                </c:pt>
                <c:pt idx="185">
                  <c:v>44587</c:v>
                </c:pt>
                <c:pt idx="186">
                  <c:v>44588</c:v>
                </c:pt>
                <c:pt idx="187">
                  <c:v>44589</c:v>
                </c:pt>
                <c:pt idx="188">
                  <c:v>44592</c:v>
                </c:pt>
                <c:pt idx="189">
                  <c:v>44593</c:v>
                </c:pt>
                <c:pt idx="190">
                  <c:v>44594</c:v>
                </c:pt>
                <c:pt idx="191">
                  <c:v>44595</c:v>
                </c:pt>
                <c:pt idx="192">
                  <c:v>44596</c:v>
                </c:pt>
                <c:pt idx="193">
                  <c:v>44599</c:v>
                </c:pt>
                <c:pt idx="194">
                  <c:v>44600</c:v>
                </c:pt>
                <c:pt idx="195">
                  <c:v>44601</c:v>
                </c:pt>
                <c:pt idx="196">
                  <c:v>44602</c:v>
                </c:pt>
                <c:pt idx="197">
                  <c:v>44603</c:v>
                </c:pt>
                <c:pt idx="198">
                  <c:v>44606</c:v>
                </c:pt>
                <c:pt idx="199">
                  <c:v>44607</c:v>
                </c:pt>
                <c:pt idx="200">
                  <c:v>44608</c:v>
                </c:pt>
                <c:pt idx="201">
                  <c:v>44609</c:v>
                </c:pt>
                <c:pt idx="202">
                  <c:v>44610</c:v>
                </c:pt>
                <c:pt idx="203">
                  <c:v>44613</c:v>
                </c:pt>
                <c:pt idx="204">
                  <c:v>44614</c:v>
                </c:pt>
                <c:pt idx="205">
                  <c:v>44615</c:v>
                </c:pt>
                <c:pt idx="206">
                  <c:v>44616</c:v>
                </c:pt>
                <c:pt idx="207">
                  <c:v>44617</c:v>
                </c:pt>
                <c:pt idx="208">
                  <c:v>44622</c:v>
                </c:pt>
                <c:pt idx="209">
                  <c:v>44623</c:v>
                </c:pt>
                <c:pt idx="210">
                  <c:v>44624</c:v>
                </c:pt>
                <c:pt idx="211">
                  <c:v>44627</c:v>
                </c:pt>
                <c:pt idx="212">
                  <c:v>44628</c:v>
                </c:pt>
                <c:pt idx="213">
                  <c:v>44629</c:v>
                </c:pt>
                <c:pt idx="214">
                  <c:v>44630</c:v>
                </c:pt>
                <c:pt idx="215">
                  <c:v>44631</c:v>
                </c:pt>
                <c:pt idx="216">
                  <c:v>44634</c:v>
                </c:pt>
                <c:pt idx="217">
                  <c:v>44635</c:v>
                </c:pt>
                <c:pt idx="218">
                  <c:v>44636</c:v>
                </c:pt>
                <c:pt idx="219">
                  <c:v>44637</c:v>
                </c:pt>
                <c:pt idx="220">
                  <c:v>44638</c:v>
                </c:pt>
                <c:pt idx="221">
                  <c:v>44641</c:v>
                </c:pt>
                <c:pt idx="222">
                  <c:v>44642</c:v>
                </c:pt>
                <c:pt idx="223">
                  <c:v>44643</c:v>
                </c:pt>
                <c:pt idx="224">
                  <c:v>44644</c:v>
                </c:pt>
                <c:pt idx="225">
                  <c:v>44645</c:v>
                </c:pt>
                <c:pt idx="226">
                  <c:v>44648</c:v>
                </c:pt>
                <c:pt idx="227">
                  <c:v>44649</c:v>
                </c:pt>
                <c:pt idx="228">
                  <c:v>44650</c:v>
                </c:pt>
                <c:pt idx="229">
                  <c:v>44651</c:v>
                </c:pt>
                <c:pt idx="230">
                  <c:v>44652</c:v>
                </c:pt>
                <c:pt idx="231">
                  <c:v>44655</c:v>
                </c:pt>
                <c:pt idx="232">
                  <c:v>44656</c:v>
                </c:pt>
                <c:pt idx="233">
                  <c:v>44657</c:v>
                </c:pt>
                <c:pt idx="234">
                  <c:v>44658</c:v>
                </c:pt>
                <c:pt idx="235">
                  <c:v>44659</c:v>
                </c:pt>
                <c:pt idx="236">
                  <c:v>44662</c:v>
                </c:pt>
                <c:pt idx="237">
                  <c:v>44663</c:v>
                </c:pt>
                <c:pt idx="238">
                  <c:v>44664</c:v>
                </c:pt>
                <c:pt idx="239">
                  <c:v>44665</c:v>
                </c:pt>
                <c:pt idx="240">
                  <c:v>44669</c:v>
                </c:pt>
                <c:pt idx="241">
                  <c:v>44670</c:v>
                </c:pt>
                <c:pt idx="242">
                  <c:v>44671</c:v>
                </c:pt>
                <c:pt idx="243">
                  <c:v>44673</c:v>
                </c:pt>
                <c:pt idx="244">
                  <c:v>44676</c:v>
                </c:pt>
                <c:pt idx="245">
                  <c:v>44677</c:v>
                </c:pt>
                <c:pt idx="246">
                  <c:v>44678</c:v>
                </c:pt>
                <c:pt idx="247">
                  <c:v>44679</c:v>
                </c:pt>
                <c:pt idx="248">
                  <c:v>44680</c:v>
                </c:pt>
                <c:pt idx="249">
                  <c:v>44683</c:v>
                </c:pt>
                <c:pt idx="250">
                  <c:v>44684</c:v>
                </c:pt>
                <c:pt idx="251">
                  <c:v>44685</c:v>
                </c:pt>
                <c:pt idx="252">
                  <c:v>44686</c:v>
                </c:pt>
                <c:pt idx="253">
                  <c:v>44687</c:v>
                </c:pt>
                <c:pt idx="254">
                  <c:v>44690</c:v>
                </c:pt>
                <c:pt idx="255">
                  <c:v>44691</c:v>
                </c:pt>
                <c:pt idx="256">
                  <c:v>44692</c:v>
                </c:pt>
                <c:pt idx="257">
                  <c:v>44693</c:v>
                </c:pt>
                <c:pt idx="258">
                  <c:v>44694</c:v>
                </c:pt>
                <c:pt idx="259">
                  <c:v>44697</c:v>
                </c:pt>
                <c:pt idx="260">
                  <c:v>44698</c:v>
                </c:pt>
                <c:pt idx="261">
                  <c:v>44699</c:v>
                </c:pt>
                <c:pt idx="262">
                  <c:v>44700</c:v>
                </c:pt>
                <c:pt idx="263">
                  <c:v>44701</c:v>
                </c:pt>
                <c:pt idx="264">
                  <c:v>44704</c:v>
                </c:pt>
                <c:pt idx="265">
                  <c:v>44705</c:v>
                </c:pt>
                <c:pt idx="266">
                  <c:v>44706</c:v>
                </c:pt>
                <c:pt idx="267">
                  <c:v>44707</c:v>
                </c:pt>
                <c:pt idx="268">
                  <c:v>44708</c:v>
                </c:pt>
                <c:pt idx="269">
                  <c:v>44711</c:v>
                </c:pt>
                <c:pt idx="270">
                  <c:v>44712</c:v>
                </c:pt>
                <c:pt idx="271">
                  <c:v>44713</c:v>
                </c:pt>
                <c:pt idx="272">
                  <c:v>44714</c:v>
                </c:pt>
                <c:pt idx="273">
                  <c:v>44715</c:v>
                </c:pt>
                <c:pt idx="274">
                  <c:v>44718</c:v>
                </c:pt>
                <c:pt idx="275">
                  <c:v>44719</c:v>
                </c:pt>
                <c:pt idx="276">
                  <c:v>44720</c:v>
                </c:pt>
                <c:pt idx="277">
                  <c:v>44721</c:v>
                </c:pt>
                <c:pt idx="278">
                  <c:v>44722</c:v>
                </c:pt>
                <c:pt idx="279">
                  <c:v>44725</c:v>
                </c:pt>
                <c:pt idx="280">
                  <c:v>44726</c:v>
                </c:pt>
                <c:pt idx="281">
                  <c:v>44727</c:v>
                </c:pt>
                <c:pt idx="282">
                  <c:v>44729</c:v>
                </c:pt>
                <c:pt idx="283">
                  <c:v>44732</c:v>
                </c:pt>
                <c:pt idx="284">
                  <c:v>44733</c:v>
                </c:pt>
                <c:pt idx="285">
                  <c:v>44734</c:v>
                </c:pt>
                <c:pt idx="286">
                  <c:v>44735</c:v>
                </c:pt>
                <c:pt idx="287">
                  <c:v>44736</c:v>
                </c:pt>
                <c:pt idx="288">
                  <c:v>44739</c:v>
                </c:pt>
                <c:pt idx="289">
                  <c:v>44740</c:v>
                </c:pt>
                <c:pt idx="290">
                  <c:v>44741</c:v>
                </c:pt>
                <c:pt idx="291">
                  <c:v>44742</c:v>
                </c:pt>
                <c:pt idx="292">
                  <c:v>44743</c:v>
                </c:pt>
                <c:pt idx="293">
                  <c:v>44746</c:v>
                </c:pt>
                <c:pt idx="294">
                  <c:v>44747</c:v>
                </c:pt>
                <c:pt idx="295">
                  <c:v>44748</c:v>
                </c:pt>
                <c:pt idx="296">
                  <c:v>44749</c:v>
                </c:pt>
                <c:pt idx="297">
                  <c:v>44750</c:v>
                </c:pt>
                <c:pt idx="298">
                  <c:v>44753</c:v>
                </c:pt>
                <c:pt idx="299">
                  <c:v>44754</c:v>
                </c:pt>
                <c:pt idx="300">
                  <c:v>44755</c:v>
                </c:pt>
                <c:pt idx="301">
                  <c:v>44756</c:v>
                </c:pt>
                <c:pt idx="302">
                  <c:v>44757</c:v>
                </c:pt>
                <c:pt idx="303">
                  <c:v>44760</c:v>
                </c:pt>
                <c:pt idx="304">
                  <c:v>44761</c:v>
                </c:pt>
                <c:pt idx="305">
                  <c:v>44762</c:v>
                </c:pt>
                <c:pt idx="306">
                  <c:v>44763</c:v>
                </c:pt>
                <c:pt idx="307">
                  <c:v>44764</c:v>
                </c:pt>
                <c:pt idx="308">
                  <c:v>44767</c:v>
                </c:pt>
                <c:pt idx="309">
                  <c:v>44768</c:v>
                </c:pt>
                <c:pt idx="310">
                  <c:v>44769</c:v>
                </c:pt>
                <c:pt idx="311">
                  <c:v>44770</c:v>
                </c:pt>
                <c:pt idx="312">
                  <c:v>44771</c:v>
                </c:pt>
                <c:pt idx="313">
                  <c:v>44774</c:v>
                </c:pt>
                <c:pt idx="314">
                  <c:v>44775</c:v>
                </c:pt>
                <c:pt idx="315">
                  <c:v>44776</c:v>
                </c:pt>
                <c:pt idx="316">
                  <c:v>44777</c:v>
                </c:pt>
                <c:pt idx="317">
                  <c:v>44778</c:v>
                </c:pt>
                <c:pt idx="318">
                  <c:v>44781</c:v>
                </c:pt>
                <c:pt idx="319">
                  <c:v>44782</c:v>
                </c:pt>
                <c:pt idx="320">
                  <c:v>44783</c:v>
                </c:pt>
                <c:pt idx="321">
                  <c:v>44784</c:v>
                </c:pt>
                <c:pt idx="322">
                  <c:v>44785</c:v>
                </c:pt>
                <c:pt idx="323">
                  <c:v>44788</c:v>
                </c:pt>
                <c:pt idx="324">
                  <c:v>44789</c:v>
                </c:pt>
                <c:pt idx="325">
                  <c:v>44790</c:v>
                </c:pt>
                <c:pt idx="326">
                  <c:v>44791</c:v>
                </c:pt>
                <c:pt idx="327">
                  <c:v>44792</c:v>
                </c:pt>
                <c:pt idx="328">
                  <c:v>44795</c:v>
                </c:pt>
                <c:pt idx="329">
                  <c:v>44796</c:v>
                </c:pt>
                <c:pt idx="330">
                  <c:v>44797</c:v>
                </c:pt>
                <c:pt idx="331">
                  <c:v>44798</c:v>
                </c:pt>
                <c:pt idx="332">
                  <c:v>44799</c:v>
                </c:pt>
                <c:pt idx="333">
                  <c:v>44802</c:v>
                </c:pt>
                <c:pt idx="334">
                  <c:v>44803</c:v>
                </c:pt>
                <c:pt idx="335">
                  <c:v>44804</c:v>
                </c:pt>
                <c:pt idx="336">
                  <c:v>44805</c:v>
                </c:pt>
                <c:pt idx="337">
                  <c:v>44806</c:v>
                </c:pt>
                <c:pt idx="338">
                  <c:v>44809</c:v>
                </c:pt>
                <c:pt idx="339">
                  <c:v>44810</c:v>
                </c:pt>
                <c:pt idx="340">
                  <c:v>44812</c:v>
                </c:pt>
                <c:pt idx="341">
                  <c:v>44813</c:v>
                </c:pt>
                <c:pt idx="342">
                  <c:v>44816</c:v>
                </c:pt>
                <c:pt idx="343">
                  <c:v>44817</c:v>
                </c:pt>
                <c:pt idx="344">
                  <c:v>44818</c:v>
                </c:pt>
                <c:pt idx="345">
                  <c:v>44819</c:v>
                </c:pt>
                <c:pt idx="346">
                  <c:v>44820</c:v>
                </c:pt>
                <c:pt idx="347">
                  <c:v>44823</c:v>
                </c:pt>
                <c:pt idx="348">
                  <c:v>44824</c:v>
                </c:pt>
                <c:pt idx="349">
                  <c:v>44825</c:v>
                </c:pt>
                <c:pt idx="350">
                  <c:v>44826</c:v>
                </c:pt>
                <c:pt idx="351">
                  <c:v>44827</c:v>
                </c:pt>
                <c:pt idx="352">
                  <c:v>44830</c:v>
                </c:pt>
                <c:pt idx="353">
                  <c:v>44831</c:v>
                </c:pt>
                <c:pt idx="354">
                  <c:v>44832</c:v>
                </c:pt>
                <c:pt idx="355">
                  <c:v>44833</c:v>
                </c:pt>
                <c:pt idx="356">
                  <c:v>44834</c:v>
                </c:pt>
                <c:pt idx="357">
                  <c:v>44837</c:v>
                </c:pt>
                <c:pt idx="358">
                  <c:v>44838</c:v>
                </c:pt>
                <c:pt idx="359">
                  <c:v>44839</c:v>
                </c:pt>
                <c:pt idx="360">
                  <c:v>44840</c:v>
                </c:pt>
                <c:pt idx="361">
                  <c:v>44841</c:v>
                </c:pt>
                <c:pt idx="362">
                  <c:v>44844</c:v>
                </c:pt>
                <c:pt idx="363">
                  <c:v>44845</c:v>
                </c:pt>
                <c:pt idx="364">
                  <c:v>44847</c:v>
                </c:pt>
                <c:pt idx="365">
                  <c:v>44848</c:v>
                </c:pt>
                <c:pt idx="366">
                  <c:v>44851</c:v>
                </c:pt>
                <c:pt idx="367">
                  <c:v>44852</c:v>
                </c:pt>
                <c:pt idx="368">
                  <c:v>44853</c:v>
                </c:pt>
                <c:pt idx="369">
                  <c:v>44854</c:v>
                </c:pt>
                <c:pt idx="370">
                  <c:v>44855</c:v>
                </c:pt>
                <c:pt idx="371">
                  <c:v>44858</c:v>
                </c:pt>
                <c:pt idx="372">
                  <c:v>44859</c:v>
                </c:pt>
                <c:pt idx="373">
                  <c:v>44860</c:v>
                </c:pt>
                <c:pt idx="374">
                  <c:v>44861</c:v>
                </c:pt>
                <c:pt idx="375">
                  <c:v>44862</c:v>
                </c:pt>
                <c:pt idx="376">
                  <c:v>44865</c:v>
                </c:pt>
                <c:pt idx="377">
                  <c:v>44866</c:v>
                </c:pt>
                <c:pt idx="378">
                  <c:v>44868</c:v>
                </c:pt>
                <c:pt idx="379">
                  <c:v>44869</c:v>
                </c:pt>
                <c:pt idx="380">
                  <c:v>44872</c:v>
                </c:pt>
                <c:pt idx="381">
                  <c:v>44873</c:v>
                </c:pt>
                <c:pt idx="382">
                  <c:v>44874</c:v>
                </c:pt>
                <c:pt idx="383">
                  <c:v>44875</c:v>
                </c:pt>
                <c:pt idx="384">
                  <c:v>44876</c:v>
                </c:pt>
                <c:pt idx="385">
                  <c:v>44879</c:v>
                </c:pt>
                <c:pt idx="386">
                  <c:v>44881</c:v>
                </c:pt>
                <c:pt idx="387">
                  <c:v>44882</c:v>
                </c:pt>
                <c:pt idx="388">
                  <c:v>44883</c:v>
                </c:pt>
                <c:pt idx="389">
                  <c:v>44886</c:v>
                </c:pt>
                <c:pt idx="390">
                  <c:v>44887</c:v>
                </c:pt>
                <c:pt idx="391">
                  <c:v>44888</c:v>
                </c:pt>
                <c:pt idx="392">
                  <c:v>44889</c:v>
                </c:pt>
                <c:pt idx="393">
                  <c:v>44890</c:v>
                </c:pt>
                <c:pt idx="394">
                  <c:v>44893</c:v>
                </c:pt>
                <c:pt idx="395">
                  <c:v>44894</c:v>
                </c:pt>
                <c:pt idx="396">
                  <c:v>44895</c:v>
                </c:pt>
                <c:pt idx="397">
                  <c:v>44896</c:v>
                </c:pt>
                <c:pt idx="398">
                  <c:v>44897</c:v>
                </c:pt>
                <c:pt idx="399">
                  <c:v>44900</c:v>
                </c:pt>
                <c:pt idx="400">
                  <c:v>44901</c:v>
                </c:pt>
                <c:pt idx="401">
                  <c:v>44902</c:v>
                </c:pt>
                <c:pt idx="402">
                  <c:v>44903</c:v>
                </c:pt>
                <c:pt idx="403">
                  <c:v>44904</c:v>
                </c:pt>
                <c:pt idx="404">
                  <c:v>44907</c:v>
                </c:pt>
                <c:pt idx="405">
                  <c:v>44908</c:v>
                </c:pt>
                <c:pt idx="406">
                  <c:v>44909</c:v>
                </c:pt>
                <c:pt idx="407">
                  <c:v>44910</c:v>
                </c:pt>
                <c:pt idx="408">
                  <c:v>44911</c:v>
                </c:pt>
                <c:pt idx="409">
                  <c:v>44914</c:v>
                </c:pt>
                <c:pt idx="410">
                  <c:v>44915</c:v>
                </c:pt>
                <c:pt idx="411">
                  <c:v>44916</c:v>
                </c:pt>
                <c:pt idx="412">
                  <c:v>44917</c:v>
                </c:pt>
                <c:pt idx="413">
                  <c:v>44918</c:v>
                </c:pt>
                <c:pt idx="414">
                  <c:v>44921</c:v>
                </c:pt>
                <c:pt idx="415">
                  <c:v>44922</c:v>
                </c:pt>
                <c:pt idx="416">
                  <c:v>44923</c:v>
                </c:pt>
                <c:pt idx="417">
                  <c:v>44924</c:v>
                </c:pt>
                <c:pt idx="418">
                  <c:v>44928</c:v>
                </c:pt>
                <c:pt idx="419">
                  <c:v>44929</c:v>
                </c:pt>
                <c:pt idx="420">
                  <c:v>44930</c:v>
                </c:pt>
                <c:pt idx="421">
                  <c:v>44931</c:v>
                </c:pt>
                <c:pt idx="422">
                  <c:v>44932</c:v>
                </c:pt>
                <c:pt idx="423">
                  <c:v>44935</c:v>
                </c:pt>
                <c:pt idx="424">
                  <c:v>44936</c:v>
                </c:pt>
                <c:pt idx="425">
                  <c:v>44937</c:v>
                </c:pt>
                <c:pt idx="426">
                  <c:v>44938</c:v>
                </c:pt>
                <c:pt idx="427">
                  <c:v>44939</c:v>
                </c:pt>
                <c:pt idx="428">
                  <c:v>44942</c:v>
                </c:pt>
                <c:pt idx="429">
                  <c:v>44943</c:v>
                </c:pt>
                <c:pt idx="430">
                  <c:v>44944</c:v>
                </c:pt>
                <c:pt idx="431">
                  <c:v>44945</c:v>
                </c:pt>
                <c:pt idx="432">
                  <c:v>44946</c:v>
                </c:pt>
                <c:pt idx="433">
                  <c:v>44949</c:v>
                </c:pt>
                <c:pt idx="434">
                  <c:v>44950</c:v>
                </c:pt>
                <c:pt idx="435">
                  <c:v>44951</c:v>
                </c:pt>
                <c:pt idx="436">
                  <c:v>44952</c:v>
                </c:pt>
                <c:pt idx="437">
                  <c:v>44953</c:v>
                </c:pt>
                <c:pt idx="438">
                  <c:v>44956</c:v>
                </c:pt>
                <c:pt idx="439">
                  <c:v>44957</c:v>
                </c:pt>
                <c:pt idx="440">
                  <c:v>44958</c:v>
                </c:pt>
                <c:pt idx="441">
                  <c:v>44959</c:v>
                </c:pt>
                <c:pt idx="442">
                  <c:v>44960</c:v>
                </c:pt>
                <c:pt idx="443">
                  <c:v>44963</c:v>
                </c:pt>
                <c:pt idx="444">
                  <c:v>44964</c:v>
                </c:pt>
                <c:pt idx="445">
                  <c:v>44965</c:v>
                </c:pt>
                <c:pt idx="446">
                  <c:v>44966</c:v>
                </c:pt>
                <c:pt idx="447">
                  <c:v>44967</c:v>
                </c:pt>
                <c:pt idx="448">
                  <c:v>44970</c:v>
                </c:pt>
                <c:pt idx="449">
                  <c:v>44971</c:v>
                </c:pt>
                <c:pt idx="450">
                  <c:v>44972</c:v>
                </c:pt>
                <c:pt idx="451">
                  <c:v>44973</c:v>
                </c:pt>
                <c:pt idx="452">
                  <c:v>44974</c:v>
                </c:pt>
                <c:pt idx="453">
                  <c:v>44979</c:v>
                </c:pt>
                <c:pt idx="454">
                  <c:v>44980</c:v>
                </c:pt>
                <c:pt idx="455">
                  <c:v>44981</c:v>
                </c:pt>
                <c:pt idx="456">
                  <c:v>44984</c:v>
                </c:pt>
                <c:pt idx="457">
                  <c:v>44985</c:v>
                </c:pt>
                <c:pt idx="458">
                  <c:v>44986</c:v>
                </c:pt>
                <c:pt idx="459">
                  <c:v>44987</c:v>
                </c:pt>
                <c:pt idx="460">
                  <c:v>44988</c:v>
                </c:pt>
                <c:pt idx="461">
                  <c:v>44991</c:v>
                </c:pt>
                <c:pt idx="462">
                  <c:v>44992</c:v>
                </c:pt>
                <c:pt idx="463">
                  <c:v>44993</c:v>
                </c:pt>
                <c:pt idx="464">
                  <c:v>44994</c:v>
                </c:pt>
                <c:pt idx="465">
                  <c:v>44995</c:v>
                </c:pt>
                <c:pt idx="466">
                  <c:v>44998</c:v>
                </c:pt>
                <c:pt idx="467">
                  <c:v>44999</c:v>
                </c:pt>
                <c:pt idx="468">
                  <c:v>45000</c:v>
                </c:pt>
                <c:pt idx="469">
                  <c:v>45001</c:v>
                </c:pt>
                <c:pt idx="470">
                  <c:v>45002</c:v>
                </c:pt>
                <c:pt idx="471">
                  <c:v>45005</c:v>
                </c:pt>
                <c:pt idx="472">
                  <c:v>45006</c:v>
                </c:pt>
                <c:pt idx="473">
                  <c:v>45007</c:v>
                </c:pt>
                <c:pt idx="474">
                  <c:v>45008</c:v>
                </c:pt>
                <c:pt idx="475">
                  <c:v>45009</c:v>
                </c:pt>
                <c:pt idx="476">
                  <c:v>45012</c:v>
                </c:pt>
                <c:pt idx="477">
                  <c:v>45013</c:v>
                </c:pt>
                <c:pt idx="478">
                  <c:v>45014</c:v>
                </c:pt>
                <c:pt idx="479">
                  <c:v>45015</c:v>
                </c:pt>
                <c:pt idx="480">
                  <c:v>45016</c:v>
                </c:pt>
                <c:pt idx="481">
                  <c:v>45019</c:v>
                </c:pt>
                <c:pt idx="482">
                  <c:v>45020</c:v>
                </c:pt>
                <c:pt idx="483">
                  <c:v>45021</c:v>
                </c:pt>
                <c:pt idx="484">
                  <c:v>45022</c:v>
                </c:pt>
                <c:pt idx="485">
                  <c:v>45026</c:v>
                </c:pt>
                <c:pt idx="486">
                  <c:v>45027</c:v>
                </c:pt>
                <c:pt idx="487">
                  <c:v>45028</c:v>
                </c:pt>
                <c:pt idx="488">
                  <c:v>45029</c:v>
                </c:pt>
                <c:pt idx="489">
                  <c:v>45030</c:v>
                </c:pt>
                <c:pt idx="490">
                  <c:v>45033</c:v>
                </c:pt>
                <c:pt idx="491">
                  <c:v>45034</c:v>
                </c:pt>
                <c:pt idx="492">
                  <c:v>45035</c:v>
                </c:pt>
                <c:pt idx="493">
                  <c:v>45036</c:v>
                </c:pt>
                <c:pt idx="494">
                  <c:v>45040</c:v>
                </c:pt>
                <c:pt idx="495">
                  <c:v>45041</c:v>
                </c:pt>
                <c:pt idx="496">
                  <c:v>45042</c:v>
                </c:pt>
                <c:pt idx="497">
                  <c:v>45043</c:v>
                </c:pt>
                <c:pt idx="498">
                  <c:v>45044</c:v>
                </c:pt>
                <c:pt idx="499">
                  <c:v>45048</c:v>
                </c:pt>
                <c:pt idx="500">
                  <c:v>45049</c:v>
                </c:pt>
                <c:pt idx="501">
                  <c:v>45050</c:v>
                </c:pt>
                <c:pt idx="502">
                  <c:v>45051</c:v>
                </c:pt>
                <c:pt idx="503">
                  <c:v>45054</c:v>
                </c:pt>
                <c:pt idx="504">
                  <c:v>45055</c:v>
                </c:pt>
                <c:pt idx="505">
                  <c:v>45056</c:v>
                </c:pt>
                <c:pt idx="506">
                  <c:v>45057</c:v>
                </c:pt>
                <c:pt idx="507">
                  <c:v>45058</c:v>
                </c:pt>
                <c:pt idx="508">
                  <c:v>45061</c:v>
                </c:pt>
                <c:pt idx="509">
                  <c:v>45062</c:v>
                </c:pt>
                <c:pt idx="510">
                  <c:v>45063</c:v>
                </c:pt>
                <c:pt idx="511">
                  <c:v>45064</c:v>
                </c:pt>
                <c:pt idx="512">
                  <c:v>45065</c:v>
                </c:pt>
                <c:pt idx="513">
                  <c:v>45068</c:v>
                </c:pt>
                <c:pt idx="514">
                  <c:v>45069</c:v>
                </c:pt>
                <c:pt idx="515">
                  <c:v>45070</c:v>
                </c:pt>
                <c:pt idx="516">
                  <c:v>45071</c:v>
                </c:pt>
                <c:pt idx="517">
                  <c:v>45072</c:v>
                </c:pt>
                <c:pt idx="518">
                  <c:v>45075</c:v>
                </c:pt>
                <c:pt idx="519">
                  <c:v>45076</c:v>
                </c:pt>
                <c:pt idx="520">
                  <c:v>45077</c:v>
                </c:pt>
                <c:pt idx="521">
                  <c:v>45078</c:v>
                </c:pt>
                <c:pt idx="522">
                  <c:v>45079</c:v>
                </c:pt>
                <c:pt idx="523">
                  <c:v>45082</c:v>
                </c:pt>
                <c:pt idx="524">
                  <c:v>45083</c:v>
                </c:pt>
                <c:pt idx="525">
                  <c:v>45084</c:v>
                </c:pt>
                <c:pt idx="526">
                  <c:v>45086</c:v>
                </c:pt>
                <c:pt idx="527">
                  <c:v>45089</c:v>
                </c:pt>
                <c:pt idx="528">
                  <c:v>45090</c:v>
                </c:pt>
                <c:pt idx="529">
                  <c:v>45091</c:v>
                </c:pt>
                <c:pt idx="530">
                  <c:v>45092</c:v>
                </c:pt>
                <c:pt idx="531">
                  <c:v>45093</c:v>
                </c:pt>
                <c:pt idx="532">
                  <c:v>45096</c:v>
                </c:pt>
                <c:pt idx="533">
                  <c:v>45097</c:v>
                </c:pt>
                <c:pt idx="534">
                  <c:v>45098</c:v>
                </c:pt>
                <c:pt idx="535">
                  <c:v>45099</c:v>
                </c:pt>
                <c:pt idx="536">
                  <c:v>45100</c:v>
                </c:pt>
                <c:pt idx="537">
                  <c:v>45103</c:v>
                </c:pt>
                <c:pt idx="538">
                  <c:v>45104</c:v>
                </c:pt>
                <c:pt idx="539">
                  <c:v>45105</c:v>
                </c:pt>
                <c:pt idx="540">
                  <c:v>45106</c:v>
                </c:pt>
                <c:pt idx="541">
                  <c:v>45107</c:v>
                </c:pt>
                <c:pt idx="542">
                  <c:v>45110</c:v>
                </c:pt>
                <c:pt idx="543">
                  <c:v>45111</c:v>
                </c:pt>
                <c:pt idx="544">
                  <c:v>45112</c:v>
                </c:pt>
                <c:pt idx="545">
                  <c:v>45113</c:v>
                </c:pt>
                <c:pt idx="546">
                  <c:v>45114</c:v>
                </c:pt>
                <c:pt idx="547">
                  <c:v>45117</c:v>
                </c:pt>
                <c:pt idx="548">
                  <c:v>45118</c:v>
                </c:pt>
                <c:pt idx="549">
                  <c:v>45119</c:v>
                </c:pt>
                <c:pt idx="550">
                  <c:v>45120</c:v>
                </c:pt>
                <c:pt idx="551">
                  <c:v>45121</c:v>
                </c:pt>
                <c:pt idx="552">
                  <c:v>45124</c:v>
                </c:pt>
                <c:pt idx="553">
                  <c:v>45125</c:v>
                </c:pt>
                <c:pt idx="554">
                  <c:v>45126</c:v>
                </c:pt>
                <c:pt idx="555">
                  <c:v>45127</c:v>
                </c:pt>
                <c:pt idx="556">
                  <c:v>45128</c:v>
                </c:pt>
                <c:pt idx="557">
                  <c:v>45131</c:v>
                </c:pt>
                <c:pt idx="558">
                  <c:v>45132</c:v>
                </c:pt>
                <c:pt idx="559">
                  <c:v>45133</c:v>
                </c:pt>
                <c:pt idx="560">
                  <c:v>45134</c:v>
                </c:pt>
                <c:pt idx="561">
                  <c:v>45135</c:v>
                </c:pt>
                <c:pt idx="562">
                  <c:v>45138</c:v>
                </c:pt>
                <c:pt idx="563">
                  <c:v>45139</c:v>
                </c:pt>
                <c:pt idx="564">
                  <c:v>45140</c:v>
                </c:pt>
                <c:pt idx="565">
                  <c:v>45141</c:v>
                </c:pt>
                <c:pt idx="566">
                  <c:v>45142</c:v>
                </c:pt>
                <c:pt idx="567">
                  <c:v>45145</c:v>
                </c:pt>
                <c:pt idx="568">
                  <c:v>45146</c:v>
                </c:pt>
                <c:pt idx="569">
                  <c:v>45147</c:v>
                </c:pt>
                <c:pt idx="570">
                  <c:v>45148</c:v>
                </c:pt>
                <c:pt idx="571">
                  <c:v>45149</c:v>
                </c:pt>
                <c:pt idx="572">
                  <c:v>45152</c:v>
                </c:pt>
                <c:pt idx="573">
                  <c:v>45153</c:v>
                </c:pt>
                <c:pt idx="574">
                  <c:v>45154</c:v>
                </c:pt>
                <c:pt idx="575">
                  <c:v>45155</c:v>
                </c:pt>
                <c:pt idx="576">
                  <c:v>45156</c:v>
                </c:pt>
                <c:pt idx="577">
                  <c:v>45159</c:v>
                </c:pt>
                <c:pt idx="578">
                  <c:v>45160</c:v>
                </c:pt>
                <c:pt idx="579">
                  <c:v>45161</c:v>
                </c:pt>
                <c:pt idx="580">
                  <c:v>45162</c:v>
                </c:pt>
                <c:pt idx="581">
                  <c:v>45163</c:v>
                </c:pt>
                <c:pt idx="582">
                  <c:v>45166</c:v>
                </c:pt>
                <c:pt idx="583">
                  <c:v>45167</c:v>
                </c:pt>
                <c:pt idx="584">
                  <c:v>45168</c:v>
                </c:pt>
                <c:pt idx="585">
                  <c:v>45169</c:v>
                </c:pt>
                <c:pt idx="586">
                  <c:v>45170</c:v>
                </c:pt>
                <c:pt idx="587">
                  <c:v>45173</c:v>
                </c:pt>
                <c:pt idx="588">
                  <c:v>45174</c:v>
                </c:pt>
                <c:pt idx="589">
                  <c:v>45175</c:v>
                </c:pt>
                <c:pt idx="590">
                  <c:v>45177</c:v>
                </c:pt>
                <c:pt idx="591">
                  <c:v>45180</c:v>
                </c:pt>
                <c:pt idx="592">
                  <c:v>45181</c:v>
                </c:pt>
                <c:pt idx="593">
                  <c:v>45182</c:v>
                </c:pt>
                <c:pt idx="594">
                  <c:v>45183</c:v>
                </c:pt>
                <c:pt idx="595">
                  <c:v>45184</c:v>
                </c:pt>
                <c:pt idx="596">
                  <c:v>45187</c:v>
                </c:pt>
                <c:pt idx="597">
                  <c:v>45188</c:v>
                </c:pt>
                <c:pt idx="598">
                  <c:v>45189</c:v>
                </c:pt>
                <c:pt idx="599">
                  <c:v>45190</c:v>
                </c:pt>
                <c:pt idx="600">
                  <c:v>45191</c:v>
                </c:pt>
                <c:pt idx="601">
                  <c:v>45194</c:v>
                </c:pt>
                <c:pt idx="602">
                  <c:v>45195</c:v>
                </c:pt>
                <c:pt idx="603">
                  <c:v>45196</c:v>
                </c:pt>
                <c:pt idx="604">
                  <c:v>45197</c:v>
                </c:pt>
                <c:pt idx="605">
                  <c:v>45198</c:v>
                </c:pt>
                <c:pt idx="606">
                  <c:v>45201</c:v>
                </c:pt>
                <c:pt idx="607">
                  <c:v>45202</c:v>
                </c:pt>
                <c:pt idx="608">
                  <c:v>45203</c:v>
                </c:pt>
                <c:pt idx="609">
                  <c:v>45204</c:v>
                </c:pt>
                <c:pt idx="610">
                  <c:v>45205</c:v>
                </c:pt>
                <c:pt idx="611">
                  <c:v>45208</c:v>
                </c:pt>
                <c:pt idx="612">
                  <c:v>45209</c:v>
                </c:pt>
                <c:pt idx="613">
                  <c:v>45210</c:v>
                </c:pt>
                <c:pt idx="614">
                  <c:v>45212</c:v>
                </c:pt>
                <c:pt idx="615">
                  <c:v>45215</c:v>
                </c:pt>
                <c:pt idx="616">
                  <c:v>45216</c:v>
                </c:pt>
                <c:pt idx="617">
                  <c:v>45217</c:v>
                </c:pt>
                <c:pt idx="618">
                  <c:v>45218</c:v>
                </c:pt>
                <c:pt idx="619">
                  <c:v>45219</c:v>
                </c:pt>
                <c:pt idx="620">
                  <c:v>45222</c:v>
                </c:pt>
                <c:pt idx="621">
                  <c:v>45223</c:v>
                </c:pt>
                <c:pt idx="622">
                  <c:v>45224</c:v>
                </c:pt>
                <c:pt idx="623">
                  <c:v>45225</c:v>
                </c:pt>
                <c:pt idx="624">
                  <c:v>45226</c:v>
                </c:pt>
                <c:pt idx="625">
                  <c:v>45229</c:v>
                </c:pt>
                <c:pt idx="626">
                  <c:v>45230</c:v>
                </c:pt>
                <c:pt idx="627">
                  <c:v>45231</c:v>
                </c:pt>
                <c:pt idx="628">
                  <c:v>45233</c:v>
                </c:pt>
                <c:pt idx="629">
                  <c:v>45236</c:v>
                </c:pt>
                <c:pt idx="630">
                  <c:v>45237</c:v>
                </c:pt>
                <c:pt idx="631">
                  <c:v>45238</c:v>
                </c:pt>
                <c:pt idx="632">
                  <c:v>45239</c:v>
                </c:pt>
                <c:pt idx="633">
                  <c:v>45240</c:v>
                </c:pt>
                <c:pt idx="634">
                  <c:v>45243</c:v>
                </c:pt>
                <c:pt idx="635">
                  <c:v>45244</c:v>
                </c:pt>
                <c:pt idx="636">
                  <c:v>45246</c:v>
                </c:pt>
                <c:pt idx="637">
                  <c:v>45247</c:v>
                </c:pt>
                <c:pt idx="638">
                  <c:v>45250</c:v>
                </c:pt>
                <c:pt idx="639">
                  <c:v>45251</c:v>
                </c:pt>
                <c:pt idx="640">
                  <c:v>45252</c:v>
                </c:pt>
                <c:pt idx="641">
                  <c:v>45253</c:v>
                </c:pt>
                <c:pt idx="642">
                  <c:v>45254</c:v>
                </c:pt>
                <c:pt idx="643">
                  <c:v>45257</c:v>
                </c:pt>
                <c:pt idx="644">
                  <c:v>45258</c:v>
                </c:pt>
                <c:pt idx="645">
                  <c:v>45259</c:v>
                </c:pt>
                <c:pt idx="646">
                  <c:v>45260</c:v>
                </c:pt>
                <c:pt idx="647">
                  <c:v>45261</c:v>
                </c:pt>
                <c:pt idx="648">
                  <c:v>45264</c:v>
                </c:pt>
                <c:pt idx="649">
                  <c:v>45265</c:v>
                </c:pt>
                <c:pt idx="650">
                  <c:v>45266</c:v>
                </c:pt>
                <c:pt idx="651">
                  <c:v>45267</c:v>
                </c:pt>
                <c:pt idx="652">
                  <c:v>45268</c:v>
                </c:pt>
                <c:pt idx="653">
                  <c:v>45271</c:v>
                </c:pt>
                <c:pt idx="654">
                  <c:v>45272</c:v>
                </c:pt>
                <c:pt idx="655">
                  <c:v>45273</c:v>
                </c:pt>
                <c:pt idx="656">
                  <c:v>45274</c:v>
                </c:pt>
                <c:pt idx="657">
                  <c:v>45275</c:v>
                </c:pt>
                <c:pt idx="658">
                  <c:v>45278</c:v>
                </c:pt>
                <c:pt idx="659">
                  <c:v>45279</c:v>
                </c:pt>
                <c:pt idx="660">
                  <c:v>45280</c:v>
                </c:pt>
                <c:pt idx="661">
                  <c:v>45281</c:v>
                </c:pt>
                <c:pt idx="662">
                  <c:v>45282</c:v>
                </c:pt>
                <c:pt idx="663">
                  <c:v>45286</c:v>
                </c:pt>
                <c:pt idx="664">
                  <c:v>45287</c:v>
                </c:pt>
                <c:pt idx="665">
                  <c:v>45288</c:v>
                </c:pt>
                <c:pt idx="666">
                  <c:v>45293</c:v>
                </c:pt>
                <c:pt idx="667">
                  <c:v>45294</c:v>
                </c:pt>
                <c:pt idx="668">
                  <c:v>45295</c:v>
                </c:pt>
                <c:pt idx="669">
                  <c:v>45296</c:v>
                </c:pt>
                <c:pt idx="670">
                  <c:v>45299</c:v>
                </c:pt>
                <c:pt idx="671">
                  <c:v>45300</c:v>
                </c:pt>
                <c:pt idx="672">
                  <c:v>45301</c:v>
                </c:pt>
                <c:pt idx="673">
                  <c:v>45302</c:v>
                </c:pt>
                <c:pt idx="674">
                  <c:v>45303</c:v>
                </c:pt>
                <c:pt idx="675">
                  <c:v>45306</c:v>
                </c:pt>
                <c:pt idx="676">
                  <c:v>45307</c:v>
                </c:pt>
                <c:pt idx="677">
                  <c:v>45308</c:v>
                </c:pt>
                <c:pt idx="678">
                  <c:v>45309</c:v>
                </c:pt>
                <c:pt idx="679">
                  <c:v>45310</c:v>
                </c:pt>
                <c:pt idx="680">
                  <c:v>45313</c:v>
                </c:pt>
                <c:pt idx="681">
                  <c:v>45314</c:v>
                </c:pt>
                <c:pt idx="682">
                  <c:v>45315</c:v>
                </c:pt>
                <c:pt idx="683">
                  <c:v>45316</c:v>
                </c:pt>
                <c:pt idx="684">
                  <c:v>45317</c:v>
                </c:pt>
                <c:pt idx="685">
                  <c:v>45320</c:v>
                </c:pt>
                <c:pt idx="686">
                  <c:v>45321</c:v>
                </c:pt>
                <c:pt idx="687">
                  <c:v>45322</c:v>
                </c:pt>
                <c:pt idx="688">
                  <c:v>45323</c:v>
                </c:pt>
                <c:pt idx="689">
                  <c:v>45324</c:v>
                </c:pt>
                <c:pt idx="690">
                  <c:v>45327</c:v>
                </c:pt>
                <c:pt idx="691">
                  <c:v>45328</c:v>
                </c:pt>
                <c:pt idx="692">
                  <c:v>45329</c:v>
                </c:pt>
                <c:pt idx="693">
                  <c:v>45330</c:v>
                </c:pt>
                <c:pt idx="694">
                  <c:v>45331</c:v>
                </c:pt>
                <c:pt idx="695">
                  <c:v>45336</c:v>
                </c:pt>
                <c:pt idx="696">
                  <c:v>45337</c:v>
                </c:pt>
                <c:pt idx="697">
                  <c:v>45338</c:v>
                </c:pt>
                <c:pt idx="698">
                  <c:v>45341</c:v>
                </c:pt>
                <c:pt idx="699">
                  <c:v>45342</c:v>
                </c:pt>
                <c:pt idx="700">
                  <c:v>45343</c:v>
                </c:pt>
                <c:pt idx="701">
                  <c:v>45344</c:v>
                </c:pt>
                <c:pt idx="702">
                  <c:v>45345</c:v>
                </c:pt>
                <c:pt idx="703">
                  <c:v>45348</c:v>
                </c:pt>
                <c:pt idx="704">
                  <c:v>45349</c:v>
                </c:pt>
                <c:pt idx="705">
                  <c:v>45350</c:v>
                </c:pt>
                <c:pt idx="706">
                  <c:v>45351</c:v>
                </c:pt>
                <c:pt idx="707">
                  <c:v>45352</c:v>
                </c:pt>
                <c:pt idx="708">
                  <c:v>45355</c:v>
                </c:pt>
                <c:pt idx="709">
                  <c:v>45356</c:v>
                </c:pt>
                <c:pt idx="710">
                  <c:v>45357</c:v>
                </c:pt>
                <c:pt idx="711">
                  <c:v>45358</c:v>
                </c:pt>
                <c:pt idx="712">
                  <c:v>45359</c:v>
                </c:pt>
                <c:pt idx="713">
                  <c:v>45362</c:v>
                </c:pt>
                <c:pt idx="714">
                  <c:v>45363</c:v>
                </c:pt>
                <c:pt idx="715">
                  <c:v>45364</c:v>
                </c:pt>
                <c:pt idx="716">
                  <c:v>45365</c:v>
                </c:pt>
                <c:pt idx="717">
                  <c:v>45366</c:v>
                </c:pt>
                <c:pt idx="718">
                  <c:v>45369</c:v>
                </c:pt>
                <c:pt idx="719">
                  <c:v>45370</c:v>
                </c:pt>
                <c:pt idx="720">
                  <c:v>45371</c:v>
                </c:pt>
                <c:pt idx="721">
                  <c:v>45372</c:v>
                </c:pt>
                <c:pt idx="722">
                  <c:v>45373</c:v>
                </c:pt>
                <c:pt idx="723">
                  <c:v>45376</c:v>
                </c:pt>
                <c:pt idx="724">
                  <c:v>45377</c:v>
                </c:pt>
                <c:pt idx="725">
                  <c:v>45378</c:v>
                </c:pt>
                <c:pt idx="726">
                  <c:v>45379</c:v>
                </c:pt>
                <c:pt idx="727">
                  <c:v>45383</c:v>
                </c:pt>
                <c:pt idx="728">
                  <c:v>45384</c:v>
                </c:pt>
                <c:pt idx="729">
                  <c:v>45385</c:v>
                </c:pt>
                <c:pt idx="730">
                  <c:v>45386</c:v>
                </c:pt>
                <c:pt idx="731">
                  <c:v>45387</c:v>
                </c:pt>
                <c:pt idx="732">
                  <c:v>45390</c:v>
                </c:pt>
                <c:pt idx="733">
                  <c:v>45391</c:v>
                </c:pt>
                <c:pt idx="734">
                  <c:v>45392</c:v>
                </c:pt>
                <c:pt idx="735">
                  <c:v>45393</c:v>
                </c:pt>
                <c:pt idx="736">
                  <c:v>45394</c:v>
                </c:pt>
                <c:pt idx="737">
                  <c:v>45397</c:v>
                </c:pt>
                <c:pt idx="738">
                  <c:v>45398</c:v>
                </c:pt>
                <c:pt idx="739">
                  <c:v>45399</c:v>
                </c:pt>
                <c:pt idx="740">
                  <c:v>45400</c:v>
                </c:pt>
                <c:pt idx="741">
                  <c:v>45401</c:v>
                </c:pt>
                <c:pt idx="742">
                  <c:v>45404</c:v>
                </c:pt>
                <c:pt idx="743">
                  <c:v>45405</c:v>
                </c:pt>
                <c:pt idx="744">
                  <c:v>45406</c:v>
                </c:pt>
                <c:pt idx="745">
                  <c:v>45407</c:v>
                </c:pt>
                <c:pt idx="746">
                  <c:v>45408</c:v>
                </c:pt>
                <c:pt idx="747">
                  <c:v>45411</c:v>
                </c:pt>
                <c:pt idx="748">
                  <c:v>45412</c:v>
                </c:pt>
                <c:pt idx="749">
                  <c:v>45414</c:v>
                </c:pt>
                <c:pt idx="750">
                  <c:v>45415</c:v>
                </c:pt>
                <c:pt idx="751">
                  <c:v>45418</c:v>
                </c:pt>
                <c:pt idx="752">
                  <c:v>45419</c:v>
                </c:pt>
                <c:pt idx="753">
                  <c:v>45420</c:v>
                </c:pt>
                <c:pt idx="754">
                  <c:v>45421</c:v>
                </c:pt>
                <c:pt idx="755">
                  <c:v>45422</c:v>
                </c:pt>
                <c:pt idx="756">
                  <c:v>45425</c:v>
                </c:pt>
                <c:pt idx="757">
                  <c:v>45426</c:v>
                </c:pt>
                <c:pt idx="758">
                  <c:v>45427</c:v>
                </c:pt>
                <c:pt idx="759">
                  <c:v>45428</c:v>
                </c:pt>
                <c:pt idx="760">
                  <c:v>45429</c:v>
                </c:pt>
                <c:pt idx="761">
                  <c:v>45432</c:v>
                </c:pt>
                <c:pt idx="762">
                  <c:v>45433</c:v>
                </c:pt>
                <c:pt idx="763">
                  <c:v>45434</c:v>
                </c:pt>
                <c:pt idx="764">
                  <c:v>45435</c:v>
                </c:pt>
                <c:pt idx="765">
                  <c:v>45436</c:v>
                </c:pt>
                <c:pt idx="766">
                  <c:v>45439</c:v>
                </c:pt>
                <c:pt idx="767">
                  <c:v>45440</c:v>
                </c:pt>
                <c:pt idx="768">
                  <c:v>45441</c:v>
                </c:pt>
                <c:pt idx="769">
                  <c:v>45443</c:v>
                </c:pt>
                <c:pt idx="770">
                  <c:v>45446</c:v>
                </c:pt>
                <c:pt idx="771">
                  <c:v>45447</c:v>
                </c:pt>
                <c:pt idx="772">
                  <c:v>45448</c:v>
                </c:pt>
                <c:pt idx="773">
                  <c:v>45449</c:v>
                </c:pt>
                <c:pt idx="774">
                  <c:v>45450</c:v>
                </c:pt>
                <c:pt idx="775">
                  <c:v>45453</c:v>
                </c:pt>
                <c:pt idx="776">
                  <c:v>45454</c:v>
                </c:pt>
                <c:pt idx="777">
                  <c:v>45455</c:v>
                </c:pt>
                <c:pt idx="778">
                  <c:v>45456</c:v>
                </c:pt>
                <c:pt idx="779">
                  <c:v>45457</c:v>
                </c:pt>
                <c:pt idx="780">
                  <c:v>45460</c:v>
                </c:pt>
                <c:pt idx="781">
                  <c:v>45461</c:v>
                </c:pt>
                <c:pt idx="782">
                  <c:v>45462</c:v>
                </c:pt>
                <c:pt idx="783">
                  <c:v>45463</c:v>
                </c:pt>
                <c:pt idx="784">
                  <c:v>45464</c:v>
                </c:pt>
                <c:pt idx="785">
                  <c:v>45467</c:v>
                </c:pt>
                <c:pt idx="786">
                  <c:v>45468</c:v>
                </c:pt>
                <c:pt idx="787">
                  <c:v>45469</c:v>
                </c:pt>
                <c:pt idx="788">
                  <c:v>45470</c:v>
                </c:pt>
                <c:pt idx="789">
                  <c:v>45471</c:v>
                </c:pt>
                <c:pt idx="790">
                  <c:v>45474</c:v>
                </c:pt>
                <c:pt idx="791">
                  <c:v>45475</c:v>
                </c:pt>
                <c:pt idx="792">
                  <c:v>45476</c:v>
                </c:pt>
                <c:pt idx="793">
                  <c:v>45477</c:v>
                </c:pt>
                <c:pt idx="794">
                  <c:v>45478</c:v>
                </c:pt>
                <c:pt idx="795">
                  <c:v>45481</c:v>
                </c:pt>
                <c:pt idx="796">
                  <c:v>45482</c:v>
                </c:pt>
                <c:pt idx="797">
                  <c:v>45483</c:v>
                </c:pt>
                <c:pt idx="798">
                  <c:v>45484</c:v>
                </c:pt>
                <c:pt idx="799">
                  <c:v>45485</c:v>
                </c:pt>
                <c:pt idx="800">
                  <c:v>45488</c:v>
                </c:pt>
                <c:pt idx="801">
                  <c:v>45489</c:v>
                </c:pt>
                <c:pt idx="802">
                  <c:v>45490</c:v>
                </c:pt>
                <c:pt idx="803">
                  <c:v>45491</c:v>
                </c:pt>
                <c:pt idx="804">
                  <c:v>45492</c:v>
                </c:pt>
                <c:pt idx="805">
                  <c:v>45495</c:v>
                </c:pt>
                <c:pt idx="806">
                  <c:v>45496</c:v>
                </c:pt>
                <c:pt idx="807">
                  <c:v>45497</c:v>
                </c:pt>
                <c:pt idx="808">
                  <c:v>45498</c:v>
                </c:pt>
                <c:pt idx="809">
                  <c:v>45499</c:v>
                </c:pt>
                <c:pt idx="810">
                  <c:v>45502</c:v>
                </c:pt>
                <c:pt idx="811">
                  <c:v>45503</c:v>
                </c:pt>
                <c:pt idx="812">
                  <c:v>45504</c:v>
                </c:pt>
                <c:pt idx="813">
                  <c:v>45505</c:v>
                </c:pt>
                <c:pt idx="814">
                  <c:v>45506</c:v>
                </c:pt>
                <c:pt idx="815">
                  <c:v>45509</c:v>
                </c:pt>
                <c:pt idx="816">
                  <c:v>45510</c:v>
                </c:pt>
                <c:pt idx="817">
                  <c:v>45511</c:v>
                </c:pt>
                <c:pt idx="818">
                  <c:v>45512</c:v>
                </c:pt>
                <c:pt idx="819">
                  <c:v>45513</c:v>
                </c:pt>
                <c:pt idx="820">
                  <c:v>45516</c:v>
                </c:pt>
                <c:pt idx="821">
                  <c:v>45517</c:v>
                </c:pt>
                <c:pt idx="822">
                  <c:v>45518</c:v>
                </c:pt>
                <c:pt idx="823">
                  <c:v>45519</c:v>
                </c:pt>
                <c:pt idx="824">
                  <c:v>45520</c:v>
                </c:pt>
                <c:pt idx="825">
                  <c:v>45523</c:v>
                </c:pt>
                <c:pt idx="826">
                  <c:v>45524</c:v>
                </c:pt>
                <c:pt idx="827">
                  <c:v>45525</c:v>
                </c:pt>
                <c:pt idx="828">
                  <c:v>45526</c:v>
                </c:pt>
                <c:pt idx="829">
                  <c:v>45527</c:v>
                </c:pt>
                <c:pt idx="830">
                  <c:v>45530</c:v>
                </c:pt>
                <c:pt idx="831">
                  <c:v>45531</c:v>
                </c:pt>
                <c:pt idx="832">
                  <c:v>45532</c:v>
                </c:pt>
                <c:pt idx="833">
                  <c:v>45533</c:v>
                </c:pt>
                <c:pt idx="834">
                  <c:v>45534</c:v>
                </c:pt>
                <c:pt idx="835">
                  <c:v>45537</c:v>
                </c:pt>
                <c:pt idx="836">
                  <c:v>45538</c:v>
                </c:pt>
                <c:pt idx="837">
                  <c:v>45539</c:v>
                </c:pt>
                <c:pt idx="838">
                  <c:v>45540</c:v>
                </c:pt>
                <c:pt idx="839">
                  <c:v>45541</c:v>
                </c:pt>
                <c:pt idx="840">
                  <c:v>45544</c:v>
                </c:pt>
                <c:pt idx="841">
                  <c:v>45545</c:v>
                </c:pt>
                <c:pt idx="842">
                  <c:v>45546</c:v>
                </c:pt>
                <c:pt idx="843">
                  <c:v>45547</c:v>
                </c:pt>
                <c:pt idx="844">
                  <c:v>45548</c:v>
                </c:pt>
                <c:pt idx="845">
                  <c:v>45551</c:v>
                </c:pt>
                <c:pt idx="846">
                  <c:v>45552</c:v>
                </c:pt>
                <c:pt idx="847">
                  <c:v>45553</c:v>
                </c:pt>
                <c:pt idx="848">
                  <c:v>45554</c:v>
                </c:pt>
                <c:pt idx="849">
                  <c:v>45555</c:v>
                </c:pt>
                <c:pt idx="850">
                  <c:v>45558</c:v>
                </c:pt>
                <c:pt idx="851">
                  <c:v>45559</c:v>
                </c:pt>
                <c:pt idx="852">
                  <c:v>45560</c:v>
                </c:pt>
                <c:pt idx="853">
                  <c:v>45561</c:v>
                </c:pt>
                <c:pt idx="854">
                  <c:v>45562</c:v>
                </c:pt>
                <c:pt idx="855">
                  <c:v>45565</c:v>
                </c:pt>
                <c:pt idx="856">
                  <c:v>45566</c:v>
                </c:pt>
                <c:pt idx="857">
                  <c:v>45567</c:v>
                </c:pt>
                <c:pt idx="858">
                  <c:v>45568</c:v>
                </c:pt>
                <c:pt idx="859">
                  <c:v>45569</c:v>
                </c:pt>
                <c:pt idx="860">
                  <c:v>45572</c:v>
                </c:pt>
                <c:pt idx="861">
                  <c:v>45573</c:v>
                </c:pt>
                <c:pt idx="862">
                  <c:v>45574</c:v>
                </c:pt>
                <c:pt idx="863">
                  <c:v>45575</c:v>
                </c:pt>
                <c:pt idx="864">
                  <c:v>45576</c:v>
                </c:pt>
                <c:pt idx="865">
                  <c:v>45579</c:v>
                </c:pt>
                <c:pt idx="866">
                  <c:v>45580</c:v>
                </c:pt>
                <c:pt idx="867">
                  <c:v>45581</c:v>
                </c:pt>
                <c:pt idx="868">
                  <c:v>45582</c:v>
                </c:pt>
                <c:pt idx="869">
                  <c:v>45583</c:v>
                </c:pt>
                <c:pt idx="870">
                  <c:v>45586</c:v>
                </c:pt>
                <c:pt idx="871">
                  <c:v>45587</c:v>
                </c:pt>
                <c:pt idx="872">
                  <c:v>45588</c:v>
                </c:pt>
                <c:pt idx="873">
                  <c:v>45589</c:v>
                </c:pt>
                <c:pt idx="874">
                  <c:v>45590</c:v>
                </c:pt>
                <c:pt idx="875">
                  <c:v>45593</c:v>
                </c:pt>
                <c:pt idx="876">
                  <c:v>45594</c:v>
                </c:pt>
                <c:pt idx="877">
                  <c:v>45595</c:v>
                </c:pt>
                <c:pt idx="878">
                  <c:v>45596</c:v>
                </c:pt>
                <c:pt idx="879">
                  <c:v>45597</c:v>
                </c:pt>
                <c:pt idx="880">
                  <c:v>45600</c:v>
                </c:pt>
                <c:pt idx="881">
                  <c:v>45601</c:v>
                </c:pt>
                <c:pt idx="882">
                  <c:v>45602</c:v>
                </c:pt>
                <c:pt idx="883">
                  <c:v>45603</c:v>
                </c:pt>
                <c:pt idx="884">
                  <c:v>45604</c:v>
                </c:pt>
                <c:pt idx="885">
                  <c:v>45607</c:v>
                </c:pt>
                <c:pt idx="886">
                  <c:v>45608</c:v>
                </c:pt>
                <c:pt idx="887">
                  <c:v>45609</c:v>
                </c:pt>
                <c:pt idx="888">
                  <c:v>45610</c:v>
                </c:pt>
                <c:pt idx="889">
                  <c:v>45614</c:v>
                </c:pt>
                <c:pt idx="890">
                  <c:v>45615</c:v>
                </c:pt>
                <c:pt idx="891">
                  <c:v>45617</c:v>
                </c:pt>
                <c:pt idx="892">
                  <c:v>45618</c:v>
                </c:pt>
                <c:pt idx="893">
                  <c:v>45621</c:v>
                </c:pt>
                <c:pt idx="894">
                  <c:v>45622</c:v>
                </c:pt>
                <c:pt idx="895">
                  <c:v>45623</c:v>
                </c:pt>
                <c:pt idx="896">
                  <c:v>45624</c:v>
                </c:pt>
                <c:pt idx="897">
                  <c:v>45625</c:v>
                </c:pt>
                <c:pt idx="898">
                  <c:v>45628</c:v>
                </c:pt>
                <c:pt idx="899">
                  <c:v>45629</c:v>
                </c:pt>
                <c:pt idx="900">
                  <c:v>45630</c:v>
                </c:pt>
                <c:pt idx="901">
                  <c:v>45631</c:v>
                </c:pt>
                <c:pt idx="902">
                  <c:v>45632</c:v>
                </c:pt>
                <c:pt idx="903">
                  <c:v>45635</c:v>
                </c:pt>
                <c:pt idx="904">
                  <c:v>45636</c:v>
                </c:pt>
                <c:pt idx="905">
                  <c:v>45637</c:v>
                </c:pt>
                <c:pt idx="906">
                  <c:v>45638</c:v>
                </c:pt>
                <c:pt idx="907">
                  <c:v>45639</c:v>
                </c:pt>
                <c:pt idx="908">
                  <c:v>45642</c:v>
                </c:pt>
                <c:pt idx="909">
                  <c:v>45643</c:v>
                </c:pt>
                <c:pt idx="910">
                  <c:v>45644</c:v>
                </c:pt>
                <c:pt idx="911">
                  <c:v>45645</c:v>
                </c:pt>
                <c:pt idx="912">
                  <c:v>45646</c:v>
                </c:pt>
                <c:pt idx="913">
                  <c:v>45649</c:v>
                </c:pt>
                <c:pt idx="914">
                  <c:v>45652</c:v>
                </c:pt>
                <c:pt idx="915">
                  <c:v>45653</c:v>
                </c:pt>
                <c:pt idx="916">
                  <c:v>45656</c:v>
                </c:pt>
                <c:pt idx="917">
                  <c:v>45659</c:v>
                </c:pt>
                <c:pt idx="918">
                  <c:v>45660</c:v>
                </c:pt>
                <c:pt idx="919">
                  <c:v>45663</c:v>
                </c:pt>
                <c:pt idx="920">
                  <c:v>45664</c:v>
                </c:pt>
                <c:pt idx="921">
                  <c:v>45665</c:v>
                </c:pt>
                <c:pt idx="922">
                  <c:v>45666</c:v>
                </c:pt>
                <c:pt idx="923">
                  <c:v>45667</c:v>
                </c:pt>
                <c:pt idx="924">
                  <c:v>45670</c:v>
                </c:pt>
                <c:pt idx="925">
                  <c:v>45671</c:v>
                </c:pt>
                <c:pt idx="926">
                  <c:v>45672</c:v>
                </c:pt>
                <c:pt idx="927">
                  <c:v>45673</c:v>
                </c:pt>
                <c:pt idx="928">
                  <c:v>45674</c:v>
                </c:pt>
                <c:pt idx="929">
                  <c:v>45677</c:v>
                </c:pt>
                <c:pt idx="930">
                  <c:v>45678</c:v>
                </c:pt>
                <c:pt idx="931">
                  <c:v>45679</c:v>
                </c:pt>
                <c:pt idx="932">
                  <c:v>45680</c:v>
                </c:pt>
                <c:pt idx="933">
                  <c:v>45681</c:v>
                </c:pt>
                <c:pt idx="934">
                  <c:v>45684</c:v>
                </c:pt>
                <c:pt idx="935">
                  <c:v>45685</c:v>
                </c:pt>
                <c:pt idx="936">
                  <c:v>45686</c:v>
                </c:pt>
                <c:pt idx="937">
                  <c:v>45687</c:v>
                </c:pt>
                <c:pt idx="938">
                  <c:v>45688</c:v>
                </c:pt>
                <c:pt idx="939">
                  <c:v>45691</c:v>
                </c:pt>
                <c:pt idx="940">
                  <c:v>45692</c:v>
                </c:pt>
                <c:pt idx="941">
                  <c:v>45693</c:v>
                </c:pt>
                <c:pt idx="942">
                  <c:v>45694</c:v>
                </c:pt>
                <c:pt idx="943">
                  <c:v>45695</c:v>
                </c:pt>
                <c:pt idx="944">
                  <c:v>45698</c:v>
                </c:pt>
                <c:pt idx="945">
                  <c:v>45699</c:v>
                </c:pt>
                <c:pt idx="946">
                  <c:v>45700</c:v>
                </c:pt>
                <c:pt idx="947">
                  <c:v>45701</c:v>
                </c:pt>
                <c:pt idx="948">
                  <c:v>45702</c:v>
                </c:pt>
                <c:pt idx="949">
                  <c:v>45705</c:v>
                </c:pt>
                <c:pt idx="950">
                  <c:v>45706</c:v>
                </c:pt>
                <c:pt idx="951">
                  <c:v>45707</c:v>
                </c:pt>
                <c:pt idx="952">
                  <c:v>45708</c:v>
                </c:pt>
                <c:pt idx="953">
                  <c:v>45709</c:v>
                </c:pt>
                <c:pt idx="954">
                  <c:v>45712</c:v>
                </c:pt>
                <c:pt idx="955">
                  <c:v>45713</c:v>
                </c:pt>
                <c:pt idx="956">
                  <c:v>45714</c:v>
                </c:pt>
                <c:pt idx="957">
                  <c:v>45715</c:v>
                </c:pt>
                <c:pt idx="958">
                  <c:v>45716</c:v>
                </c:pt>
                <c:pt idx="959">
                  <c:v>45721</c:v>
                </c:pt>
                <c:pt idx="960">
                  <c:v>45722</c:v>
                </c:pt>
                <c:pt idx="961">
                  <c:v>45723</c:v>
                </c:pt>
                <c:pt idx="962">
                  <c:v>45726</c:v>
                </c:pt>
                <c:pt idx="963">
                  <c:v>45727</c:v>
                </c:pt>
                <c:pt idx="964">
                  <c:v>45728</c:v>
                </c:pt>
                <c:pt idx="965">
                  <c:v>45729</c:v>
                </c:pt>
                <c:pt idx="966">
                  <c:v>45730</c:v>
                </c:pt>
                <c:pt idx="967">
                  <c:v>45733</c:v>
                </c:pt>
                <c:pt idx="968">
                  <c:v>45734</c:v>
                </c:pt>
                <c:pt idx="969">
                  <c:v>45735</c:v>
                </c:pt>
                <c:pt idx="970">
                  <c:v>45736</c:v>
                </c:pt>
                <c:pt idx="971">
                  <c:v>45737</c:v>
                </c:pt>
                <c:pt idx="972">
                  <c:v>45740</c:v>
                </c:pt>
                <c:pt idx="973">
                  <c:v>45741</c:v>
                </c:pt>
                <c:pt idx="974">
                  <c:v>45742</c:v>
                </c:pt>
                <c:pt idx="975">
                  <c:v>45743</c:v>
                </c:pt>
                <c:pt idx="976">
                  <c:v>45744</c:v>
                </c:pt>
                <c:pt idx="977">
                  <c:v>45747</c:v>
                </c:pt>
                <c:pt idx="978">
                  <c:v>45748</c:v>
                </c:pt>
                <c:pt idx="979">
                  <c:v>45749</c:v>
                </c:pt>
                <c:pt idx="980">
                  <c:v>45750</c:v>
                </c:pt>
                <c:pt idx="981">
                  <c:v>45751</c:v>
                </c:pt>
                <c:pt idx="982">
                  <c:v>45754</c:v>
                </c:pt>
                <c:pt idx="983">
                  <c:v>45755</c:v>
                </c:pt>
                <c:pt idx="984">
                  <c:v>45756</c:v>
                </c:pt>
                <c:pt idx="985">
                  <c:v>45757</c:v>
                </c:pt>
                <c:pt idx="986">
                  <c:v>45758</c:v>
                </c:pt>
                <c:pt idx="987">
                  <c:v>45761</c:v>
                </c:pt>
                <c:pt idx="988">
                  <c:v>45762</c:v>
                </c:pt>
                <c:pt idx="989">
                  <c:v>45763</c:v>
                </c:pt>
                <c:pt idx="990">
                  <c:v>45764</c:v>
                </c:pt>
                <c:pt idx="991">
                  <c:v>45769</c:v>
                </c:pt>
                <c:pt idx="992">
                  <c:v>45770</c:v>
                </c:pt>
                <c:pt idx="993">
                  <c:v>45771</c:v>
                </c:pt>
                <c:pt idx="994">
                  <c:v>45772</c:v>
                </c:pt>
                <c:pt idx="995">
                  <c:v>45775</c:v>
                </c:pt>
                <c:pt idx="996">
                  <c:v>45776</c:v>
                </c:pt>
                <c:pt idx="997">
                  <c:v>45777</c:v>
                </c:pt>
                <c:pt idx="998">
                  <c:v>45779</c:v>
                </c:pt>
                <c:pt idx="999">
                  <c:v>45782</c:v>
                </c:pt>
                <c:pt idx="1000">
                  <c:v>45783</c:v>
                </c:pt>
                <c:pt idx="1001">
                  <c:v>45784</c:v>
                </c:pt>
                <c:pt idx="1002">
                  <c:v>45785</c:v>
                </c:pt>
                <c:pt idx="1003">
                  <c:v>45786</c:v>
                </c:pt>
                <c:pt idx="1004">
                  <c:v>45789</c:v>
                </c:pt>
                <c:pt idx="1005">
                  <c:v>45790</c:v>
                </c:pt>
                <c:pt idx="1006">
                  <c:v>45791</c:v>
                </c:pt>
                <c:pt idx="1007">
                  <c:v>45792</c:v>
                </c:pt>
                <c:pt idx="1008">
                  <c:v>45793</c:v>
                </c:pt>
                <c:pt idx="1009">
                  <c:v>45796</c:v>
                </c:pt>
                <c:pt idx="1010">
                  <c:v>45797</c:v>
                </c:pt>
                <c:pt idx="1011">
                  <c:v>45798</c:v>
                </c:pt>
                <c:pt idx="1012">
                  <c:v>45799</c:v>
                </c:pt>
                <c:pt idx="1013">
                  <c:v>45800</c:v>
                </c:pt>
                <c:pt idx="1014">
                  <c:v>45803</c:v>
                </c:pt>
                <c:pt idx="1015">
                  <c:v>45804</c:v>
                </c:pt>
                <c:pt idx="1016">
                  <c:v>45805</c:v>
                </c:pt>
                <c:pt idx="1017">
                  <c:v>45806</c:v>
                </c:pt>
                <c:pt idx="1018">
                  <c:v>45807</c:v>
                </c:pt>
                <c:pt idx="1019">
                  <c:v>45810</c:v>
                </c:pt>
                <c:pt idx="1020">
                  <c:v>45811</c:v>
                </c:pt>
                <c:pt idx="1021">
                  <c:v>45812</c:v>
                </c:pt>
                <c:pt idx="1022">
                  <c:v>45813</c:v>
                </c:pt>
                <c:pt idx="1023">
                  <c:v>45814</c:v>
                </c:pt>
                <c:pt idx="1024">
                  <c:v>45817</c:v>
                </c:pt>
                <c:pt idx="1025">
                  <c:v>45818</c:v>
                </c:pt>
                <c:pt idx="1026">
                  <c:v>45819</c:v>
                </c:pt>
                <c:pt idx="1027">
                  <c:v>45820</c:v>
                </c:pt>
                <c:pt idx="1028">
                  <c:v>45821</c:v>
                </c:pt>
                <c:pt idx="1029">
                  <c:v>45824</c:v>
                </c:pt>
                <c:pt idx="1030">
                  <c:v>45825</c:v>
                </c:pt>
                <c:pt idx="1031">
                  <c:v>45826</c:v>
                </c:pt>
                <c:pt idx="1032">
                  <c:v>45828</c:v>
                </c:pt>
                <c:pt idx="1033">
                  <c:v>45831</c:v>
                </c:pt>
                <c:pt idx="1034">
                  <c:v>45832</c:v>
                </c:pt>
                <c:pt idx="1035">
                  <c:v>45833</c:v>
                </c:pt>
                <c:pt idx="1036">
                  <c:v>45834</c:v>
                </c:pt>
                <c:pt idx="1037">
                  <c:v>45835</c:v>
                </c:pt>
                <c:pt idx="1038">
                  <c:v>45838</c:v>
                </c:pt>
                <c:pt idx="1039">
                  <c:v>45839</c:v>
                </c:pt>
                <c:pt idx="1040">
                  <c:v>45840</c:v>
                </c:pt>
                <c:pt idx="1041">
                  <c:v>45841</c:v>
                </c:pt>
                <c:pt idx="1042">
                  <c:v>45842</c:v>
                </c:pt>
                <c:pt idx="1043">
                  <c:v>45845</c:v>
                </c:pt>
                <c:pt idx="1044">
                  <c:v>45846</c:v>
                </c:pt>
                <c:pt idx="1045">
                  <c:v>45847</c:v>
                </c:pt>
                <c:pt idx="1046">
                  <c:v>45848</c:v>
                </c:pt>
                <c:pt idx="1047">
                  <c:v>45849</c:v>
                </c:pt>
                <c:pt idx="1048">
                  <c:v>45852</c:v>
                </c:pt>
                <c:pt idx="1049">
                  <c:v>45853</c:v>
                </c:pt>
                <c:pt idx="1050">
                  <c:v>45854</c:v>
                </c:pt>
                <c:pt idx="1051">
                  <c:v>45855</c:v>
                </c:pt>
                <c:pt idx="1052">
                  <c:v>45856</c:v>
                </c:pt>
                <c:pt idx="1053">
                  <c:v>45859</c:v>
                </c:pt>
                <c:pt idx="1054">
                  <c:v>45860</c:v>
                </c:pt>
                <c:pt idx="1055">
                  <c:v>45861</c:v>
                </c:pt>
                <c:pt idx="1056">
                  <c:v>45862</c:v>
                </c:pt>
                <c:pt idx="1057">
                  <c:v>45863</c:v>
                </c:pt>
                <c:pt idx="1058">
                  <c:v>45866</c:v>
                </c:pt>
                <c:pt idx="1059">
                  <c:v>45867</c:v>
                </c:pt>
                <c:pt idx="1060">
                  <c:v>45868</c:v>
                </c:pt>
                <c:pt idx="1061">
                  <c:v>45869</c:v>
                </c:pt>
                <c:pt idx="1062">
                  <c:v>45870</c:v>
                </c:pt>
                <c:pt idx="1063">
                  <c:v>45873</c:v>
                </c:pt>
                <c:pt idx="1064">
                  <c:v>45874</c:v>
                </c:pt>
                <c:pt idx="1065">
                  <c:v>45875</c:v>
                </c:pt>
                <c:pt idx="1066">
                  <c:v>45876</c:v>
                </c:pt>
                <c:pt idx="1067">
                  <c:v>45877</c:v>
                </c:pt>
                <c:pt idx="1068">
                  <c:v>45880</c:v>
                </c:pt>
                <c:pt idx="1069">
                  <c:v>45881</c:v>
                </c:pt>
                <c:pt idx="1070">
                  <c:v>45882</c:v>
                </c:pt>
                <c:pt idx="1071">
                  <c:v>45883</c:v>
                </c:pt>
                <c:pt idx="1072">
                  <c:v>45884</c:v>
                </c:pt>
                <c:pt idx="1073">
                  <c:v>45887</c:v>
                </c:pt>
                <c:pt idx="1074">
                  <c:v>45888</c:v>
                </c:pt>
                <c:pt idx="1075">
                  <c:v>45889</c:v>
                </c:pt>
                <c:pt idx="1076">
                  <c:v>45890</c:v>
                </c:pt>
                <c:pt idx="1077">
                  <c:v>45891</c:v>
                </c:pt>
                <c:pt idx="1078">
                  <c:v>45894</c:v>
                </c:pt>
                <c:pt idx="1079">
                  <c:v>45895</c:v>
                </c:pt>
                <c:pt idx="1080">
                  <c:v>45896</c:v>
                </c:pt>
                <c:pt idx="1081">
                  <c:v>45897</c:v>
                </c:pt>
                <c:pt idx="1082">
                  <c:v>45898</c:v>
                </c:pt>
                <c:pt idx="1083">
                  <c:v>45901</c:v>
                </c:pt>
                <c:pt idx="1084">
                  <c:v>45902</c:v>
                </c:pt>
                <c:pt idx="1085">
                  <c:v>45903</c:v>
                </c:pt>
                <c:pt idx="1086">
                  <c:v>45904</c:v>
                </c:pt>
                <c:pt idx="1087">
                  <c:v>45905</c:v>
                </c:pt>
                <c:pt idx="1088">
                  <c:v>45908</c:v>
                </c:pt>
                <c:pt idx="1089">
                  <c:v>45909</c:v>
                </c:pt>
                <c:pt idx="1090">
                  <c:v>45910</c:v>
                </c:pt>
                <c:pt idx="1091">
                  <c:v>45911</c:v>
                </c:pt>
                <c:pt idx="1092">
                  <c:v>45912</c:v>
                </c:pt>
                <c:pt idx="1093">
                  <c:v>45915</c:v>
                </c:pt>
                <c:pt idx="1094">
                  <c:v>45916</c:v>
                </c:pt>
                <c:pt idx="1095">
                  <c:v>45917</c:v>
                </c:pt>
                <c:pt idx="1096">
                  <c:v>45918</c:v>
                </c:pt>
                <c:pt idx="1097">
                  <c:v>45919</c:v>
                </c:pt>
                <c:pt idx="1098">
                  <c:v>45922</c:v>
                </c:pt>
                <c:pt idx="1099">
                  <c:v>45923</c:v>
                </c:pt>
                <c:pt idx="1100">
                  <c:v>45924</c:v>
                </c:pt>
                <c:pt idx="1101">
                  <c:v>45925</c:v>
                </c:pt>
                <c:pt idx="1102">
                  <c:v>45926</c:v>
                </c:pt>
                <c:pt idx="1103">
                  <c:v>45929</c:v>
                </c:pt>
                <c:pt idx="1104">
                  <c:v>45930</c:v>
                </c:pt>
                <c:pt idx="1105">
                  <c:v>45931</c:v>
                </c:pt>
                <c:pt idx="1106">
                  <c:v>45932</c:v>
                </c:pt>
                <c:pt idx="1107">
                  <c:v>45933</c:v>
                </c:pt>
                <c:pt idx="1108">
                  <c:v>45936</c:v>
                </c:pt>
                <c:pt idx="1109">
                  <c:v>45937</c:v>
                </c:pt>
                <c:pt idx="1110">
                  <c:v>45938</c:v>
                </c:pt>
                <c:pt idx="1111">
                  <c:v>45939</c:v>
                </c:pt>
                <c:pt idx="1112">
                  <c:v>45940</c:v>
                </c:pt>
                <c:pt idx="1113">
                  <c:v>45943</c:v>
                </c:pt>
                <c:pt idx="1114">
                  <c:v>45944</c:v>
                </c:pt>
                <c:pt idx="1115">
                  <c:v>45945</c:v>
                </c:pt>
                <c:pt idx="1116">
                  <c:v>45946</c:v>
                </c:pt>
                <c:pt idx="1117">
                  <c:v>45947</c:v>
                </c:pt>
                <c:pt idx="1118">
                  <c:v>45950</c:v>
                </c:pt>
                <c:pt idx="1119">
                  <c:v>45951</c:v>
                </c:pt>
                <c:pt idx="1120">
                  <c:v>45952</c:v>
                </c:pt>
                <c:pt idx="1121">
                  <c:v>45953</c:v>
                </c:pt>
                <c:pt idx="1122">
                  <c:v>45954</c:v>
                </c:pt>
                <c:pt idx="1123">
                  <c:v>45957</c:v>
                </c:pt>
                <c:pt idx="1124">
                  <c:v>45958</c:v>
                </c:pt>
                <c:pt idx="1125">
                  <c:v>45959</c:v>
                </c:pt>
                <c:pt idx="1126">
                  <c:v>45960</c:v>
                </c:pt>
                <c:pt idx="1127">
                  <c:v>45961</c:v>
                </c:pt>
                <c:pt idx="1128">
                  <c:v>45964</c:v>
                </c:pt>
                <c:pt idx="1129">
                  <c:v>45965</c:v>
                </c:pt>
                <c:pt idx="1130">
                  <c:v>45966</c:v>
                </c:pt>
                <c:pt idx="1131">
                  <c:v>45967</c:v>
                </c:pt>
                <c:pt idx="1132">
                  <c:v>45968</c:v>
                </c:pt>
                <c:pt idx="1133">
                  <c:v>45971</c:v>
                </c:pt>
                <c:pt idx="1134">
                  <c:v>45972</c:v>
                </c:pt>
                <c:pt idx="1135">
                  <c:v>45973</c:v>
                </c:pt>
                <c:pt idx="1136">
                  <c:v>45974</c:v>
                </c:pt>
                <c:pt idx="1137">
                  <c:v>45975</c:v>
                </c:pt>
                <c:pt idx="1138">
                  <c:v>45978</c:v>
                </c:pt>
                <c:pt idx="1139">
                  <c:v>45979</c:v>
                </c:pt>
                <c:pt idx="1140">
                  <c:v>45980</c:v>
                </c:pt>
                <c:pt idx="1141">
                  <c:v>45982</c:v>
                </c:pt>
                <c:pt idx="1142">
                  <c:v>45985</c:v>
                </c:pt>
                <c:pt idx="1143">
                  <c:v>45986</c:v>
                </c:pt>
                <c:pt idx="1144">
                  <c:v>45987</c:v>
                </c:pt>
                <c:pt idx="1145">
                  <c:v>45988</c:v>
                </c:pt>
                <c:pt idx="1146">
                  <c:v>45989</c:v>
                </c:pt>
                <c:pt idx="1147">
                  <c:v>45992</c:v>
                </c:pt>
                <c:pt idx="1148">
                  <c:v>45993</c:v>
                </c:pt>
                <c:pt idx="1149">
                  <c:v>45994</c:v>
                </c:pt>
                <c:pt idx="1150">
                  <c:v>45995</c:v>
                </c:pt>
                <c:pt idx="1151">
                  <c:v>45996</c:v>
                </c:pt>
                <c:pt idx="1152">
                  <c:v>45999</c:v>
                </c:pt>
                <c:pt idx="1153">
                  <c:v>46000</c:v>
                </c:pt>
                <c:pt idx="1154">
                  <c:v>46001</c:v>
                </c:pt>
                <c:pt idx="1155">
                  <c:v>46002</c:v>
                </c:pt>
                <c:pt idx="1156">
                  <c:v>46003</c:v>
                </c:pt>
                <c:pt idx="1157">
                  <c:v>46006</c:v>
                </c:pt>
                <c:pt idx="1158">
                  <c:v>46007</c:v>
                </c:pt>
                <c:pt idx="1159">
                  <c:v>46008</c:v>
                </c:pt>
                <c:pt idx="1160">
                  <c:v>46009</c:v>
                </c:pt>
                <c:pt idx="1161">
                  <c:v>46010</c:v>
                </c:pt>
                <c:pt idx="1162">
                  <c:v>46013</c:v>
                </c:pt>
                <c:pt idx="1163">
                  <c:v>46014</c:v>
                </c:pt>
                <c:pt idx="1164">
                  <c:v>46017</c:v>
                </c:pt>
                <c:pt idx="1165">
                  <c:v>46020</c:v>
                </c:pt>
                <c:pt idx="1166">
                  <c:v>46021</c:v>
                </c:pt>
                <c:pt idx="1167">
                  <c:v>46024</c:v>
                </c:pt>
                <c:pt idx="1168">
                  <c:v>46027</c:v>
                </c:pt>
                <c:pt idx="1169">
                  <c:v>46028</c:v>
                </c:pt>
                <c:pt idx="1170">
                  <c:v>46029</c:v>
                </c:pt>
                <c:pt idx="1171">
                  <c:v>46030</c:v>
                </c:pt>
                <c:pt idx="1172">
                  <c:v>46031</c:v>
                </c:pt>
                <c:pt idx="1173">
                  <c:v>46034</c:v>
                </c:pt>
                <c:pt idx="1174">
                  <c:v>46035</c:v>
                </c:pt>
                <c:pt idx="1175">
                  <c:v>46036</c:v>
                </c:pt>
                <c:pt idx="1176">
                  <c:v>46037</c:v>
                </c:pt>
                <c:pt idx="1177">
                  <c:v>46038</c:v>
                </c:pt>
                <c:pt idx="1178">
                  <c:v>46041</c:v>
                </c:pt>
                <c:pt idx="1179">
                  <c:v>46042</c:v>
                </c:pt>
                <c:pt idx="1180">
                  <c:v>46043</c:v>
                </c:pt>
                <c:pt idx="1181">
                  <c:v>46044</c:v>
                </c:pt>
                <c:pt idx="1182">
                  <c:v>46045</c:v>
                </c:pt>
                <c:pt idx="1183">
                  <c:v>46048</c:v>
                </c:pt>
                <c:pt idx="1184">
                  <c:v>46049</c:v>
                </c:pt>
                <c:pt idx="1185">
                  <c:v>46050</c:v>
                </c:pt>
                <c:pt idx="1186">
                  <c:v>46051</c:v>
                </c:pt>
                <c:pt idx="1187">
                  <c:v>46052</c:v>
                </c:pt>
                <c:pt idx="1188">
                  <c:v>46055</c:v>
                </c:pt>
                <c:pt idx="1189">
                  <c:v>46056</c:v>
                </c:pt>
                <c:pt idx="1190">
                  <c:v>46057</c:v>
                </c:pt>
                <c:pt idx="1191">
                  <c:v>46058</c:v>
                </c:pt>
                <c:pt idx="1192">
                  <c:v>46059</c:v>
                </c:pt>
                <c:pt idx="1193">
                  <c:v>46062</c:v>
                </c:pt>
                <c:pt idx="1194">
                  <c:v>46063</c:v>
                </c:pt>
                <c:pt idx="1195">
                  <c:v>46064</c:v>
                </c:pt>
                <c:pt idx="1196">
                  <c:v>46065</c:v>
                </c:pt>
                <c:pt idx="1197">
                  <c:v>46066</c:v>
                </c:pt>
                <c:pt idx="1198">
                  <c:v>46071</c:v>
                </c:pt>
                <c:pt idx="1199">
                  <c:v>46072</c:v>
                </c:pt>
                <c:pt idx="1200">
                  <c:v>46073</c:v>
                </c:pt>
                <c:pt idx="1201">
                  <c:v>46076</c:v>
                </c:pt>
                <c:pt idx="1202">
                  <c:v>46077</c:v>
                </c:pt>
                <c:pt idx="1203">
                  <c:v>46078</c:v>
                </c:pt>
                <c:pt idx="1204">
                  <c:v>46079</c:v>
                </c:pt>
                <c:pt idx="1205">
                  <c:v>46080</c:v>
                </c:pt>
                <c:pt idx="1206">
                  <c:v>46083</c:v>
                </c:pt>
                <c:pt idx="1207">
                  <c:v>46084</c:v>
                </c:pt>
                <c:pt idx="1208">
                  <c:v>46085</c:v>
                </c:pt>
                <c:pt idx="1209">
                  <c:v>46086</c:v>
                </c:pt>
                <c:pt idx="1210">
                  <c:v>46087</c:v>
                </c:pt>
                <c:pt idx="1211">
                  <c:v>46090</c:v>
                </c:pt>
                <c:pt idx="1212">
                  <c:v>46091</c:v>
                </c:pt>
                <c:pt idx="1213">
                  <c:v>46092</c:v>
                </c:pt>
                <c:pt idx="1214">
                  <c:v>46093</c:v>
                </c:pt>
                <c:pt idx="1215">
                  <c:v>46094</c:v>
                </c:pt>
                <c:pt idx="1216">
                  <c:v>46097</c:v>
                </c:pt>
                <c:pt idx="1217">
                  <c:v>46098</c:v>
                </c:pt>
                <c:pt idx="1218">
                  <c:v>46099</c:v>
                </c:pt>
                <c:pt idx="1219">
                  <c:v>46100</c:v>
                </c:pt>
                <c:pt idx="1220">
                  <c:v>46101</c:v>
                </c:pt>
                <c:pt idx="1221">
                  <c:v>46104</c:v>
                </c:pt>
                <c:pt idx="1222">
                  <c:v>46105</c:v>
                </c:pt>
                <c:pt idx="1223">
                  <c:v>46106</c:v>
                </c:pt>
                <c:pt idx="1224">
                  <c:v>46107</c:v>
                </c:pt>
                <c:pt idx="1225">
                  <c:v>46108</c:v>
                </c:pt>
                <c:pt idx="1226">
                  <c:v>46111</c:v>
                </c:pt>
                <c:pt idx="1227">
                  <c:v>46112</c:v>
                </c:pt>
                <c:pt idx="1228">
                  <c:v>46113</c:v>
                </c:pt>
                <c:pt idx="1229">
                  <c:v>46114</c:v>
                </c:pt>
                <c:pt idx="1230">
                  <c:v>46118</c:v>
                </c:pt>
                <c:pt idx="1231">
                  <c:v>46119</c:v>
                </c:pt>
                <c:pt idx="1232">
                  <c:v>46120</c:v>
                </c:pt>
                <c:pt idx="1233">
                  <c:v>46121</c:v>
                </c:pt>
                <c:pt idx="1234">
                  <c:v>46122</c:v>
                </c:pt>
                <c:pt idx="1235">
                  <c:v>46125</c:v>
                </c:pt>
                <c:pt idx="1236">
                  <c:v>46126</c:v>
                </c:pt>
                <c:pt idx="1237">
                  <c:v>46127</c:v>
                </c:pt>
                <c:pt idx="1238">
                  <c:v>46128</c:v>
                </c:pt>
                <c:pt idx="1239">
                  <c:v>46129</c:v>
                </c:pt>
                <c:pt idx="1240">
                  <c:v>46132</c:v>
                </c:pt>
                <c:pt idx="1241">
                  <c:v>46134</c:v>
                </c:pt>
                <c:pt idx="1242">
                  <c:v>46135</c:v>
                </c:pt>
                <c:pt idx="1243">
                  <c:v>46136</c:v>
                </c:pt>
                <c:pt idx="1244">
                  <c:v>46139</c:v>
                </c:pt>
                <c:pt idx="1245">
                  <c:v>46140</c:v>
                </c:pt>
                <c:pt idx="1246">
                  <c:v>46141</c:v>
                </c:pt>
                <c:pt idx="1247">
                  <c:v>46142</c:v>
                </c:pt>
                <c:pt idx="1248">
                  <c:v>46146</c:v>
                </c:pt>
                <c:pt idx="1249">
                  <c:v>46147</c:v>
                </c:pt>
                <c:pt idx="1250">
                  <c:v>46148</c:v>
                </c:pt>
                <c:pt idx="1251">
                  <c:v>46149</c:v>
                </c:pt>
                <c:pt idx="1252">
                  <c:v>46150</c:v>
                </c:pt>
                <c:pt idx="1253">
                  <c:v>46153</c:v>
                </c:pt>
                <c:pt idx="1254">
                  <c:v>46154</c:v>
                </c:pt>
                <c:pt idx="1255">
                  <c:v>46155</c:v>
                </c:pt>
                <c:pt idx="1256">
                  <c:v>46156</c:v>
                </c:pt>
                <c:pt idx="1257">
                  <c:v>46157</c:v>
                </c:pt>
                <c:pt idx="1258">
                  <c:v>46160</c:v>
                </c:pt>
                <c:pt idx="1259">
                  <c:v>46161</c:v>
                </c:pt>
                <c:pt idx="1260">
                  <c:v>46162</c:v>
                </c:pt>
                <c:pt idx="1261">
                  <c:v>46163</c:v>
                </c:pt>
                <c:pt idx="1262">
                  <c:v>46164</c:v>
                </c:pt>
                <c:pt idx="1263">
                  <c:v>46167</c:v>
                </c:pt>
                <c:pt idx="1264">
                  <c:v>46168</c:v>
                </c:pt>
                <c:pt idx="1265">
                  <c:v>46169</c:v>
                </c:pt>
                <c:pt idx="1266">
                  <c:v>46170</c:v>
                </c:pt>
                <c:pt idx="1267">
                  <c:v>46171</c:v>
                </c:pt>
                <c:pt idx="1268">
                  <c:v>46174</c:v>
                </c:pt>
                <c:pt idx="1269">
                  <c:v>46175</c:v>
                </c:pt>
                <c:pt idx="1270">
                  <c:v>46176</c:v>
                </c:pt>
                <c:pt idx="1271">
                  <c:v>46178</c:v>
                </c:pt>
                <c:pt idx="1272">
                  <c:v>46181</c:v>
                </c:pt>
                <c:pt idx="1273">
                  <c:v>46182</c:v>
                </c:pt>
                <c:pt idx="1274">
                  <c:v>46183</c:v>
                </c:pt>
                <c:pt idx="1275">
                  <c:v>46184</c:v>
                </c:pt>
                <c:pt idx="1276">
                  <c:v>46185</c:v>
                </c:pt>
                <c:pt idx="1277">
                  <c:v>46188</c:v>
                </c:pt>
                <c:pt idx="1278">
                  <c:v>46189</c:v>
                </c:pt>
                <c:pt idx="1279">
                  <c:v>46190</c:v>
                </c:pt>
                <c:pt idx="1280">
                  <c:v>46191</c:v>
                </c:pt>
                <c:pt idx="1281">
                  <c:v>46192</c:v>
                </c:pt>
                <c:pt idx="1282">
                  <c:v>46195</c:v>
                </c:pt>
                <c:pt idx="1283">
                  <c:v>46196</c:v>
                </c:pt>
                <c:pt idx="1284">
                  <c:v>46197</c:v>
                </c:pt>
                <c:pt idx="1285">
                  <c:v>46198</c:v>
                </c:pt>
                <c:pt idx="1286">
                  <c:v>46199</c:v>
                </c:pt>
                <c:pt idx="1287">
                  <c:v>46202</c:v>
                </c:pt>
                <c:pt idx="1288">
                  <c:v>46203</c:v>
                </c:pt>
                <c:pt idx="1289">
                  <c:v>46204</c:v>
                </c:pt>
                <c:pt idx="1290">
                  <c:v>46205</c:v>
                </c:pt>
                <c:pt idx="1291">
                  <c:v>46206</c:v>
                </c:pt>
                <c:pt idx="1292">
                  <c:v>46209</c:v>
                </c:pt>
                <c:pt idx="1293">
                  <c:v>46210</c:v>
                </c:pt>
                <c:pt idx="1294">
                  <c:v>46211</c:v>
                </c:pt>
                <c:pt idx="1295">
                  <c:v>46212</c:v>
                </c:pt>
                <c:pt idx="1296">
                  <c:v>46213</c:v>
                </c:pt>
                <c:pt idx="1297">
                  <c:v>46216</c:v>
                </c:pt>
                <c:pt idx="1298">
                  <c:v>46217</c:v>
                </c:pt>
                <c:pt idx="1299">
                  <c:v>46218</c:v>
                </c:pt>
                <c:pt idx="1300">
                  <c:v>46219</c:v>
                </c:pt>
                <c:pt idx="1301">
                  <c:v>46220</c:v>
                </c:pt>
                <c:pt idx="1302">
                  <c:v>46223</c:v>
                </c:pt>
                <c:pt idx="1303">
                  <c:v>46224</c:v>
                </c:pt>
                <c:pt idx="1304">
                  <c:v>46225</c:v>
                </c:pt>
                <c:pt idx="1305">
                  <c:v>46226</c:v>
                </c:pt>
                <c:pt idx="1306">
                  <c:v>46227</c:v>
                </c:pt>
                <c:pt idx="1307">
                  <c:v>46230</c:v>
                </c:pt>
                <c:pt idx="1308">
                  <c:v>46231</c:v>
                </c:pt>
                <c:pt idx="1309">
                  <c:v>46232</c:v>
                </c:pt>
                <c:pt idx="1310">
                  <c:v>46233</c:v>
                </c:pt>
                <c:pt idx="1311">
                  <c:v>46234</c:v>
                </c:pt>
                <c:pt idx="1312">
                  <c:v>46237</c:v>
                </c:pt>
                <c:pt idx="1313">
                  <c:v>46238</c:v>
                </c:pt>
                <c:pt idx="1314">
                  <c:v>46239</c:v>
                </c:pt>
                <c:pt idx="1315">
                  <c:v>46240</c:v>
                </c:pt>
                <c:pt idx="1316">
                  <c:v>46241</c:v>
                </c:pt>
                <c:pt idx="1317">
                  <c:v>46244</c:v>
                </c:pt>
                <c:pt idx="1318">
                  <c:v>46245</c:v>
                </c:pt>
                <c:pt idx="1319">
                  <c:v>46246</c:v>
                </c:pt>
                <c:pt idx="1320">
                  <c:v>46247</c:v>
                </c:pt>
                <c:pt idx="1321">
                  <c:v>46248</c:v>
                </c:pt>
                <c:pt idx="1322">
                  <c:v>46251</c:v>
                </c:pt>
                <c:pt idx="1323">
                  <c:v>46252</c:v>
                </c:pt>
                <c:pt idx="1324">
                  <c:v>46253</c:v>
                </c:pt>
                <c:pt idx="1325">
                  <c:v>46254</c:v>
                </c:pt>
                <c:pt idx="1326">
                  <c:v>46255</c:v>
                </c:pt>
                <c:pt idx="1327">
                  <c:v>46258</c:v>
                </c:pt>
                <c:pt idx="1328">
                  <c:v>46259</c:v>
                </c:pt>
                <c:pt idx="1329">
                  <c:v>46260</c:v>
                </c:pt>
                <c:pt idx="1330">
                  <c:v>46261</c:v>
                </c:pt>
                <c:pt idx="1331">
                  <c:v>46262</c:v>
                </c:pt>
                <c:pt idx="1332">
                  <c:v>46265</c:v>
                </c:pt>
                <c:pt idx="1333">
                  <c:v>46266</c:v>
                </c:pt>
                <c:pt idx="1334">
                  <c:v>46267</c:v>
                </c:pt>
                <c:pt idx="1335">
                  <c:v>46268</c:v>
                </c:pt>
                <c:pt idx="1336">
                  <c:v>46269</c:v>
                </c:pt>
                <c:pt idx="1337">
                  <c:v>46273</c:v>
                </c:pt>
                <c:pt idx="1338">
                  <c:v>46274</c:v>
                </c:pt>
                <c:pt idx="1339">
                  <c:v>46275</c:v>
                </c:pt>
                <c:pt idx="1340">
                  <c:v>46276</c:v>
                </c:pt>
                <c:pt idx="1341">
                  <c:v>46279</c:v>
                </c:pt>
                <c:pt idx="1342">
                  <c:v>46280</c:v>
                </c:pt>
                <c:pt idx="1343">
                  <c:v>46281</c:v>
                </c:pt>
                <c:pt idx="1344">
                  <c:v>46282</c:v>
                </c:pt>
                <c:pt idx="1345">
                  <c:v>46283</c:v>
                </c:pt>
                <c:pt idx="1346">
                  <c:v>46286</c:v>
                </c:pt>
                <c:pt idx="1347">
                  <c:v>46287</c:v>
                </c:pt>
                <c:pt idx="1348">
                  <c:v>46288</c:v>
                </c:pt>
                <c:pt idx="1349">
                  <c:v>46289</c:v>
                </c:pt>
                <c:pt idx="1350">
                  <c:v>46290</c:v>
                </c:pt>
                <c:pt idx="1351">
                  <c:v>46293</c:v>
                </c:pt>
                <c:pt idx="1352">
                  <c:v>46294</c:v>
                </c:pt>
                <c:pt idx="1353">
                  <c:v>46295</c:v>
                </c:pt>
              </c:numCache>
            </c:numRef>
          </c:cat>
          <c:val>
            <c:numRef>
              <c:f>'Charts Base 100'!$I$4:$I$1357</c:f>
              <c:numCache>
                <c:formatCode>0.0</c:formatCode>
                <c:ptCount val="1354"/>
                <c:pt idx="0">
                  <c:v>100</c:v>
                </c:pt>
                <c:pt idx="1">
                  <c:v>100.26548053288548</c:v>
                </c:pt>
                <c:pt idx="2">
                  <c:v>99.005970368187292</c:v>
                </c:pt>
                <c:pt idx="3">
                  <c:v>100.56403258570839</c:v>
                </c:pt>
                <c:pt idx="4">
                  <c:v>100.86360235315809</c:v>
                </c:pt>
                <c:pt idx="5">
                  <c:v>102.64460294999304</c:v>
                </c:pt>
                <c:pt idx="6">
                  <c:v>102.53603550865209</c:v>
                </c:pt>
                <c:pt idx="7">
                  <c:v>103.42336491108371</c:v>
                </c:pt>
                <c:pt idx="8">
                  <c:v>100.68648636464262</c:v>
                </c:pt>
                <c:pt idx="9">
                  <c:v>101.52410755679185</c:v>
                </c:pt>
                <c:pt idx="10">
                  <c:v>102.51230845937856</c:v>
                </c:pt>
                <c:pt idx="11">
                  <c:v>103.40137891079975</c:v>
                </c:pt>
                <c:pt idx="12">
                  <c:v>103.43678024025468</c:v>
                </c:pt>
                <c:pt idx="13">
                  <c:v>103.14773246452465</c:v>
                </c:pt>
                <c:pt idx="14">
                  <c:v>103.20197413087172</c:v>
                </c:pt>
                <c:pt idx="15">
                  <c:v>103.11086764461473</c:v>
                </c:pt>
                <c:pt idx="16">
                  <c:v>104.3213172356112</c:v>
                </c:pt>
                <c:pt idx="17">
                  <c:v>103.44329866038477</c:v>
                </c:pt>
                <c:pt idx="18">
                  <c:v>104.28561311502766</c:v>
                </c:pt>
                <c:pt idx="19">
                  <c:v>104.60303914820146</c:v>
                </c:pt>
                <c:pt idx="20">
                  <c:v>105.60796926064462</c:v>
                </c:pt>
                <c:pt idx="21">
                  <c:v>106.15834260210622</c:v>
                </c:pt>
                <c:pt idx="22">
                  <c:v>107.88368009646253</c:v>
                </c:pt>
                <c:pt idx="23">
                  <c:v>109.00601746902952</c:v>
                </c:pt>
                <c:pt idx="24">
                  <c:v>109.44703274786987</c:v>
                </c:pt>
                <c:pt idx="25">
                  <c:v>109.99415108469876</c:v>
                </c:pt>
                <c:pt idx="26">
                  <c:v>109.16218199361717</c:v>
                </c:pt>
                <c:pt idx="27">
                  <c:v>109.26285163301985</c:v>
                </c:pt>
                <c:pt idx="28">
                  <c:v>109.4053064481726</c:v>
                </c:pt>
                <c:pt idx="29">
                  <c:v>108.87109878863363</c:v>
                </c:pt>
                <c:pt idx="30">
                  <c:v>109.5161532338429</c:v>
                </c:pt>
                <c:pt idx="31">
                  <c:v>109.41784704741642</c:v>
                </c:pt>
                <c:pt idx="32">
                  <c:v>108.71840795116047</c:v>
                </c:pt>
                <c:pt idx="33">
                  <c:v>107.70719492279837</c:v>
                </c:pt>
                <c:pt idx="34">
                  <c:v>108.00000235504211</c:v>
                </c:pt>
                <c:pt idx="35">
                  <c:v>108.72300869414261</c:v>
                </c:pt>
                <c:pt idx="36">
                  <c:v>108.30455976524941</c:v>
                </c:pt>
                <c:pt idx="37">
                  <c:v>108.01903614182199</c:v>
                </c:pt>
                <c:pt idx="38">
                  <c:v>108.93215325537471</c:v>
                </c:pt>
                <c:pt idx="39">
                  <c:v>107.032971598865</c:v>
                </c:pt>
                <c:pt idx="40">
                  <c:v>107.17895056632034</c:v>
                </c:pt>
                <c:pt idx="41">
                  <c:v>107.09338683989012</c:v>
                </c:pt>
                <c:pt idx="42">
                  <c:v>106.65116039653526</c:v>
                </c:pt>
                <c:pt idx="43">
                  <c:v>105.69613194426221</c:v>
                </c:pt>
                <c:pt idx="44">
                  <c:v>107.34084288975779</c:v>
                </c:pt>
                <c:pt idx="45">
                  <c:v>106.75073662352902</c:v>
                </c:pt>
                <c:pt idx="46">
                  <c:v>105.21561083400115</c:v>
                </c:pt>
                <c:pt idx="47">
                  <c:v>106.83371821450127</c:v>
                </c:pt>
                <c:pt idx="48">
                  <c:v>105.49560010846652</c:v>
                </c:pt>
                <c:pt idx="49">
                  <c:v>107.31744386420694</c:v>
                </c:pt>
                <c:pt idx="50">
                  <c:v>107.80015179928581</c:v>
                </c:pt>
                <c:pt idx="51">
                  <c:v>108.00097801534545</c:v>
                </c:pt>
                <c:pt idx="52">
                  <c:v>107.21150902351206</c:v>
                </c:pt>
                <c:pt idx="53">
                  <c:v>105.94347024202432</c:v>
                </c:pt>
                <c:pt idx="54">
                  <c:v>104.62658956931664</c:v>
                </c:pt>
                <c:pt idx="55">
                  <c:v>105.47338701483609</c:v>
                </c:pt>
                <c:pt idx="56">
                  <c:v>105.91738815063927</c:v>
                </c:pt>
                <c:pt idx="57">
                  <c:v>106.1002487597339</c:v>
                </c:pt>
                <c:pt idx="58">
                  <c:v>105.18020109368156</c:v>
                </c:pt>
                <c:pt idx="59">
                  <c:v>105.98014161204651</c:v>
                </c:pt>
                <c:pt idx="60">
                  <c:v>104.80949223273468</c:v>
                </c:pt>
                <c:pt idx="61">
                  <c:v>106.21710090278857</c:v>
                </c:pt>
                <c:pt idx="62">
                  <c:v>105.70381947458338</c:v>
                </c:pt>
                <c:pt idx="63">
                  <c:v>102.44499630931259</c:v>
                </c:pt>
                <c:pt idx="64">
                  <c:v>103.04633107989447</c:v>
                </c:pt>
                <c:pt idx="65">
                  <c:v>103.93857242730154</c:v>
                </c:pt>
                <c:pt idx="66">
                  <c:v>102.44534956562931</c:v>
                </c:pt>
                <c:pt idx="67">
                  <c:v>102.30380312386244</c:v>
                </c:pt>
                <c:pt idx="68">
                  <c:v>103.2941319752142</c:v>
                </c:pt>
                <c:pt idx="69">
                  <c:v>103.46993586883896</c:v>
                </c:pt>
                <c:pt idx="70">
                  <c:v>102.7828439219391</c:v>
                </c:pt>
                <c:pt idx="71">
                  <c:v>102.65993595631195</c:v>
                </c:pt>
                <c:pt idx="72">
                  <c:v>101.51996100050263</c:v>
                </c:pt>
                <c:pt idx="73">
                  <c:v>101.93442317953563</c:v>
                </c:pt>
                <c:pt idx="74">
                  <c:v>100.24071053639112</c:v>
                </c:pt>
                <c:pt idx="75">
                  <c:v>99.167299163690899</c:v>
                </c:pt>
                <c:pt idx="76">
                  <c:v>98.106529320610733</c:v>
                </c:pt>
                <c:pt idx="77">
                  <c:v>98.545635333167809</c:v>
                </c:pt>
                <c:pt idx="78">
                  <c:v>99.292587404023621</c:v>
                </c:pt>
                <c:pt idx="79">
                  <c:v>98.803832057236946</c:v>
                </c:pt>
                <c:pt idx="80">
                  <c:v>101.10763518109938</c:v>
                </c:pt>
                <c:pt idx="81">
                  <c:v>101.61814102395886</c:v>
                </c:pt>
                <c:pt idx="82">
                  <c:v>99.857124641613055</c:v>
                </c:pt>
                <c:pt idx="83">
                  <c:v>101.50029639887147</c:v>
                </c:pt>
                <c:pt idx="84">
                  <c:v>100.7116600826418</c:v>
                </c:pt>
                <c:pt idx="85">
                  <c:v>99.905117035499913</c:v>
                </c:pt>
                <c:pt idx="86">
                  <c:v>100.4220235463839</c:v>
                </c:pt>
                <c:pt idx="87">
                  <c:v>98.13551316031176</c:v>
                </c:pt>
                <c:pt idx="88">
                  <c:v>98.350965870056854</c:v>
                </c:pt>
                <c:pt idx="89">
                  <c:v>99.137709741732621</c:v>
                </c:pt>
                <c:pt idx="90">
                  <c:v>95.390005066704887</c:v>
                </c:pt>
                <c:pt idx="91">
                  <c:v>97.028458328875573</c:v>
                </c:pt>
                <c:pt idx="92">
                  <c:v>96.124349251399408</c:v>
                </c:pt>
                <c:pt idx="93">
                  <c:v>97.905593763310193</c:v>
                </c:pt>
                <c:pt idx="94">
                  <c:v>97.717888496157585</c:v>
                </c:pt>
                <c:pt idx="95">
                  <c:v>96.777545413622775</c:v>
                </c:pt>
                <c:pt idx="96">
                  <c:v>95.710829089211018</c:v>
                </c:pt>
                <c:pt idx="97">
                  <c:v>93.730146153913438</c:v>
                </c:pt>
                <c:pt idx="98">
                  <c:v>91.546996883942853</c:v>
                </c:pt>
                <c:pt idx="99">
                  <c:v>92.729556047647222</c:v>
                </c:pt>
                <c:pt idx="100">
                  <c:v>94.439106348991672</c:v>
                </c:pt>
                <c:pt idx="101">
                  <c:v>95.937989722596228</c:v>
                </c:pt>
                <c:pt idx="102">
                  <c:v>95.280520841113386</c:v>
                </c:pt>
                <c:pt idx="103">
                  <c:v>95.533132751032355</c:v>
                </c:pt>
                <c:pt idx="104">
                  <c:v>92.623680083005141</c:v>
                </c:pt>
                <c:pt idx="105">
                  <c:v>93.450451259712025</c:v>
                </c:pt>
                <c:pt idx="106">
                  <c:v>93.343019285103423</c:v>
                </c:pt>
                <c:pt idx="107">
                  <c:v>94.958359491122508</c:v>
                </c:pt>
                <c:pt idx="108">
                  <c:v>92.850134203756895</c:v>
                </c:pt>
                <c:pt idx="109">
                  <c:v>92.904426335292058</c:v>
                </c:pt>
                <c:pt idx="110">
                  <c:v>92.990158279015972</c:v>
                </c:pt>
                <c:pt idx="111">
                  <c:v>93.01190877508877</c:v>
                </c:pt>
                <c:pt idx="112">
                  <c:v>94.902477706162074</c:v>
                </c:pt>
                <c:pt idx="113">
                  <c:v>94.353483746508658</c:v>
                </c:pt>
                <c:pt idx="114">
                  <c:v>95.426239071763518</c:v>
                </c:pt>
                <c:pt idx="115">
                  <c:v>95.19877564724969</c:v>
                </c:pt>
                <c:pt idx="116">
                  <c:v>96.428873018147954</c:v>
                </c:pt>
                <c:pt idx="117">
                  <c:v>96.243993801529172</c:v>
                </c:pt>
                <c:pt idx="118">
                  <c:v>93.085360856374052</c:v>
                </c:pt>
                <c:pt idx="119">
                  <c:v>93.180967155236971</c:v>
                </c:pt>
                <c:pt idx="120">
                  <c:v>90.614459083834788</c:v>
                </c:pt>
                <c:pt idx="121">
                  <c:v>89.40427864050821</c:v>
                </c:pt>
                <c:pt idx="122">
                  <c:v>91.43833692309039</c:v>
                </c:pt>
                <c:pt idx="123">
                  <c:v>89.508026656385226</c:v>
                </c:pt>
                <c:pt idx="124">
                  <c:v>89.460564146973468</c:v>
                </c:pt>
                <c:pt idx="125">
                  <c:v>88.907011498661333</c:v>
                </c:pt>
                <c:pt idx="126">
                  <c:v>87.05304665069275</c:v>
                </c:pt>
                <c:pt idx="127">
                  <c:v>88.77740007388104</c:v>
                </c:pt>
                <c:pt idx="128">
                  <c:v>88.832928602524746</c:v>
                </c:pt>
                <c:pt idx="129">
                  <c:v>86.978509567863227</c:v>
                </c:pt>
                <c:pt idx="130">
                  <c:v>88.166241413348246</c:v>
                </c:pt>
                <c:pt idx="131">
                  <c:v>88.129990586560254</c:v>
                </c:pt>
                <c:pt idx="132">
                  <c:v>88.764127729409708</c:v>
                </c:pt>
                <c:pt idx="133">
                  <c:v>89.127838750939503</c:v>
                </c:pt>
                <c:pt idx="134">
                  <c:v>90.49642100885967</c:v>
                </c:pt>
                <c:pt idx="135">
                  <c:v>89.436542717435998</c:v>
                </c:pt>
                <c:pt idx="136">
                  <c:v>87.812505677333661</c:v>
                </c:pt>
                <c:pt idx="137">
                  <c:v>86.588548237654706</c:v>
                </c:pt>
                <c:pt idx="138">
                  <c:v>86.149122612239623</c:v>
                </c:pt>
                <c:pt idx="139">
                  <c:v>86.661361093224002</c:v>
                </c:pt>
                <c:pt idx="140">
                  <c:v>85.893743527839632</c:v>
                </c:pt>
                <c:pt idx="141">
                  <c:v>87.181825399869325</c:v>
                </c:pt>
                <c:pt idx="142">
                  <c:v>87.905470964685804</c:v>
                </c:pt>
                <c:pt idx="143">
                  <c:v>88.996410579387458</c:v>
                </c:pt>
                <c:pt idx="144">
                  <c:v>85.979441828104811</c:v>
                </c:pt>
                <c:pt idx="145">
                  <c:v>86.475489394572506</c:v>
                </c:pt>
                <c:pt idx="146">
                  <c:v>85.7197059157985</c:v>
                </c:pt>
                <c:pt idx="147">
                  <c:v>84.760127185731406</c:v>
                </c:pt>
                <c:pt idx="148">
                  <c:v>87.865140868526069</c:v>
                </c:pt>
                <c:pt idx="149">
                  <c:v>88.372694497881469</c:v>
                </c:pt>
                <c:pt idx="150">
                  <c:v>89.877549585411657</c:v>
                </c:pt>
                <c:pt idx="151">
                  <c:v>90.465300809528912</c:v>
                </c:pt>
                <c:pt idx="152">
                  <c:v>90.917687577422015</c:v>
                </c:pt>
                <c:pt idx="153">
                  <c:v>89.400123673354315</c:v>
                </c:pt>
                <c:pt idx="154">
                  <c:v>90.634081631142536</c:v>
                </c:pt>
                <c:pt idx="155">
                  <c:v>90.318657383763536</c:v>
                </c:pt>
                <c:pt idx="156">
                  <c:v>89.794324079363577</c:v>
                </c:pt>
                <c:pt idx="157">
                  <c:v>90.358911782141107</c:v>
                </c:pt>
                <c:pt idx="158">
                  <c:v>91.11181033432851</c:v>
                </c:pt>
                <c:pt idx="159">
                  <c:v>90.164940420798928</c:v>
                </c:pt>
                <c:pt idx="160">
                  <c:v>88.330715872243672</c:v>
                </c:pt>
                <c:pt idx="161">
                  <c:v>88.734521485722055</c:v>
                </c:pt>
                <c:pt idx="162">
                  <c:v>88.519068775976962</c:v>
                </c:pt>
                <c:pt idx="163">
                  <c:v>88.22266990451314</c:v>
                </c:pt>
                <c:pt idx="164">
                  <c:v>88.780377519979169</c:v>
                </c:pt>
                <c:pt idx="165">
                  <c:v>88.199834406896102</c:v>
                </c:pt>
                <c:pt idx="166">
                  <c:v>87.563190826370828</c:v>
                </c:pt>
                <c:pt idx="167">
                  <c:v>88.164735868569807</c:v>
                </c:pt>
                <c:pt idx="168">
                  <c:v>87.407043123512537</c:v>
                </c:pt>
                <c:pt idx="169">
                  <c:v>87.063921898729149</c:v>
                </c:pt>
                <c:pt idx="170">
                  <c:v>84.954477035984368</c:v>
                </c:pt>
                <c:pt idx="171">
                  <c:v>85.421624871397881</c:v>
                </c:pt>
                <c:pt idx="172">
                  <c:v>86.395956258120691</c:v>
                </c:pt>
                <c:pt idx="173">
                  <c:v>85.744728238233364</c:v>
                </c:pt>
                <c:pt idx="174">
                  <c:v>87.287095782254156</c:v>
                </c:pt>
                <c:pt idx="175">
                  <c:v>88.890778529821233</c:v>
                </c:pt>
                <c:pt idx="176">
                  <c:v>88.759434466916034</c:v>
                </c:pt>
                <c:pt idx="177">
                  <c:v>89.935517264813726</c:v>
                </c:pt>
                <c:pt idx="178">
                  <c:v>89.469622648238129</c:v>
                </c:pt>
                <c:pt idx="179">
                  <c:v>89.71672544178908</c:v>
                </c:pt>
                <c:pt idx="180">
                  <c:v>90.848668021825191</c:v>
                </c:pt>
                <c:pt idx="181">
                  <c:v>91.764207464406908</c:v>
                </c:pt>
                <c:pt idx="182">
                  <c:v>91.629372892657855</c:v>
                </c:pt>
                <c:pt idx="183">
                  <c:v>90.784442659098232</c:v>
                </c:pt>
                <c:pt idx="184">
                  <c:v>92.690899713559588</c:v>
                </c:pt>
                <c:pt idx="185">
                  <c:v>93.603823377224586</c:v>
                </c:pt>
                <c:pt idx="186">
                  <c:v>94.716134999088268</c:v>
                </c:pt>
                <c:pt idx="187">
                  <c:v>94.126070787182925</c:v>
                </c:pt>
                <c:pt idx="188">
                  <c:v>94.322388779771941</c:v>
                </c:pt>
                <c:pt idx="189">
                  <c:v>95.234799380691214</c:v>
                </c:pt>
                <c:pt idx="190">
                  <c:v>94.112832086170314</c:v>
                </c:pt>
                <c:pt idx="191">
                  <c:v>93.94594370911058</c:v>
                </c:pt>
                <c:pt idx="192">
                  <c:v>94.407700180261656</c:v>
                </c:pt>
                <c:pt idx="193">
                  <c:v>94.198656549405754</c:v>
                </c:pt>
                <c:pt idx="194">
                  <c:v>94.398885594072837</c:v>
                </c:pt>
                <c:pt idx="195">
                  <c:v>94.589753346346626</c:v>
                </c:pt>
                <c:pt idx="196">
                  <c:v>95.35209729957414</c:v>
                </c:pt>
                <c:pt idx="197">
                  <c:v>95.524166769279219</c:v>
                </c:pt>
                <c:pt idx="198">
                  <c:v>95.799067470610765</c:v>
                </c:pt>
                <c:pt idx="199">
                  <c:v>96.580428388888777</c:v>
                </c:pt>
                <c:pt idx="200">
                  <c:v>96.877138462345911</c:v>
                </c:pt>
                <c:pt idx="201">
                  <c:v>95.487268305910547</c:v>
                </c:pt>
                <c:pt idx="202">
                  <c:v>94.941714389912889</c:v>
                </c:pt>
                <c:pt idx="203">
                  <c:v>93.970638007822785</c:v>
                </c:pt>
                <c:pt idx="204">
                  <c:v>94.95176537321025</c:v>
                </c:pt>
                <c:pt idx="205">
                  <c:v>94.208085128716505</c:v>
                </c:pt>
                <c:pt idx="206">
                  <c:v>93.858411840344303</c:v>
                </c:pt>
                <c:pt idx="207">
                  <c:v>95.162154742415595</c:v>
                </c:pt>
                <c:pt idx="208">
                  <c:v>96.870964887667853</c:v>
                </c:pt>
                <c:pt idx="209">
                  <c:v>96.864185730732558</c:v>
                </c:pt>
                <c:pt idx="210">
                  <c:v>96.282347344488159</c:v>
                </c:pt>
                <c:pt idx="211">
                  <c:v>93.859749167829051</c:v>
                </c:pt>
                <c:pt idx="212">
                  <c:v>93.531717034288747</c:v>
                </c:pt>
                <c:pt idx="213">
                  <c:v>95.800034720049425</c:v>
                </c:pt>
                <c:pt idx="214">
                  <c:v>95.600520598880479</c:v>
                </c:pt>
                <c:pt idx="215">
                  <c:v>93.960351520314262</c:v>
                </c:pt>
                <c:pt idx="216">
                  <c:v>92.458633685311199</c:v>
                </c:pt>
                <c:pt idx="217">
                  <c:v>91.644192836231042</c:v>
                </c:pt>
                <c:pt idx="218">
                  <c:v>93.45516134393506</c:v>
                </c:pt>
                <c:pt idx="219">
                  <c:v>95.106971059223923</c:v>
                </c:pt>
                <c:pt idx="220">
                  <c:v>96.986446059779041</c:v>
                </c:pt>
                <c:pt idx="221">
                  <c:v>97.696003426249845</c:v>
                </c:pt>
                <c:pt idx="222">
                  <c:v>98.636262400137809</c:v>
                </c:pt>
                <c:pt idx="223">
                  <c:v>98.791779288144795</c:v>
                </c:pt>
                <c:pt idx="224">
                  <c:v>100.13379162452824</c:v>
                </c:pt>
                <c:pt idx="225">
                  <c:v>100.15752708466646</c:v>
                </c:pt>
                <c:pt idx="226">
                  <c:v>99.868740045741646</c:v>
                </c:pt>
                <c:pt idx="227">
                  <c:v>100.94229440314149</c:v>
                </c:pt>
                <c:pt idx="228">
                  <c:v>101.14885682891561</c:v>
                </c:pt>
                <c:pt idx="229">
                  <c:v>100.92972857130361</c:v>
                </c:pt>
                <c:pt idx="230">
                  <c:v>102.25100812624103</c:v>
                </c:pt>
                <c:pt idx="231">
                  <c:v>102.00655475506554</c:v>
                </c:pt>
                <c:pt idx="232">
                  <c:v>99.99269095858962</c:v>
                </c:pt>
                <c:pt idx="233">
                  <c:v>99.439760714264082</c:v>
                </c:pt>
                <c:pt idx="234">
                  <c:v>99.97332073722238</c:v>
                </c:pt>
                <c:pt idx="235">
                  <c:v>99.519251796392481</c:v>
                </c:pt>
                <c:pt idx="236">
                  <c:v>98.367459575702156</c:v>
                </c:pt>
                <c:pt idx="237">
                  <c:v>97.689552293037224</c:v>
                </c:pt>
                <c:pt idx="238">
                  <c:v>98.223726309117453</c:v>
                </c:pt>
                <c:pt idx="239">
                  <c:v>97.718780047814093</c:v>
                </c:pt>
                <c:pt idx="240">
                  <c:v>97.302980541296336</c:v>
                </c:pt>
                <c:pt idx="241">
                  <c:v>96.772599825188593</c:v>
                </c:pt>
                <c:pt idx="242">
                  <c:v>96.173006103596293</c:v>
                </c:pt>
                <c:pt idx="243">
                  <c:v>93.42579060445857</c:v>
                </c:pt>
                <c:pt idx="244">
                  <c:v>93.09561370042384</c:v>
                </c:pt>
                <c:pt idx="245">
                  <c:v>91.016372252759268</c:v>
                </c:pt>
                <c:pt idx="246">
                  <c:v>91.972275434959457</c:v>
                </c:pt>
                <c:pt idx="247">
                  <c:v>92.451358287359554</c:v>
                </c:pt>
                <c:pt idx="248">
                  <c:v>90.733178438849322</c:v>
                </c:pt>
                <c:pt idx="249">
                  <c:v>89.692317112476147</c:v>
                </c:pt>
                <c:pt idx="250">
                  <c:v>89.599335003394629</c:v>
                </c:pt>
                <c:pt idx="251">
                  <c:v>91.12645364974334</c:v>
                </c:pt>
                <c:pt idx="252">
                  <c:v>88.569929274721048</c:v>
                </c:pt>
                <c:pt idx="253">
                  <c:v>88.427398761786151</c:v>
                </c:pt>
                <c:pt idx="254">
                  <c:v>86.842194683929804</c:v>
                </c:pt>
                <c:pt idx="255">
                  <c:v>86.724375291436459</c:v>
                </c:pt>
                <c:pt idx="256">
                  <c:v>87.806819932807286</c:v>
                </c:pt>
                <c:pt idx="257">
                  <c:v>88.892443881028655</c:v>
                </c:pt>
                <c:pt idx="258">
                  <c:v>89.932480942662806</c:v>
                </c:pt>
                <c:pt idx="259">
                  <c:v>91.033093051751038</c:v>
                </c:pt>
                <c:pt idx="260">
                  <c:v>91.501233369197266</c:v>
                </c:pt>
                <c:pt idx="261">
                  <c:v>89.363040170962606</c:v>
                </c:pt>
                <c:pt idx="262">
                  <c:v>90.000642590061858</c:v>
                </c:pt>
                <c:pt idx="263">
                  <c:v>91.247687853298373</c:v>
                </c:pt>
                <c:pt idx="264">
                  <c:v>92.810376046395675</c:v>
                </c:pt>
                <c:pt idx="265">
                  <c:v>93.008006133875398</c:v>
                </c:pt>
                <c:pt idx="266">
                  <c:v>93.007181869136375</c:v>
                </c:pt>
                <c:pt idx="267">
                  <c:v>94.109064018791898</c:v>
                </c:pt>
                <c:pt idx="268">
                  <c:v>94.152632297854964</c:v>
                </c:pt>
                <c:pt idx="269">
                  <c:v>93.387605278793259</c:v>
                </c:pt>
                <c:pt idx="270">
                  <c:v>93.655407210331504</c:v>
                </c:pt>
                <c:pt idx="271">
                  <c:v>93.663338655728509</c:v>
                </c:pt>
                <c:pt idx="272">
                  <c:v>94.532155744990661</c:v>
                </c:pt>
                <c:pt idx="273">
                  <c:v>93.446657959739554</c:v>
                </c:pt>
                <c:pt idx="274">
                  <c:v>92.675877909233989</c:v>
                </c:pt>
                <c:pt idx="275">
                  <c:v>92.578185715929436</c:v>
                </c:pt>
                <c:pt idx="276">
                  <c:v>91.146580848932132</c:v>
                </c:pt>
                <c:pt idx="277">
                  <c:v>90.075070331650494</c:v>
                </c:pt>
                <c:pt idx="278">
                  <c:v>88.718835223086415</c:v>
                </c:pt>
                <c:pt idx="279">
                  <c:v>86.293940880368567</c:v>
                </c:pt>
                <c:pt idx="280">
                  <c:v>85.844018495827882</c:v>
                </c:pt>
                <c:pt idx="281">
                  <c:v>86.469425161135348</c:v>
                </c:pt>
                <c:pt idx="282">
                  <c:v>83.961406242745625</c:v>
                </c:pt>
                <c:pt idx="283">
                  <c:v>83.984729570514332</c:v>
                </c:pt>
                <c:pt idx="284">
                  <c:v>83.843284059123675</c:v>
                </c:pt>
                <c:pt idx="285">
                  <c:v>83.706876655678712</c:v>
                </c:pt>
                <c:pt idx="286">
                  <c:v>82.494046789976679</c:v>
                </c:pt>
                <c:pt idx="287">
                  <c:v>82.991902692351431</c:v>
                </c:pt>
                <c:pt idx="288">
                  <c:v>84.750900467173068</c:v>
                </c:pt>
                <c:pt idx="289">
                  <c:v>84.606073788179444</c:v>
                </c:pt>
                <c:pt idx="290">
                  <c:v>83.79036289853201</c:v>
                </c:pt>
                <c:pt idx="291">
                  <c:v>82.882300714654349</c:v>
                </c:pt>
                <c:pt idx="292">
                  <c:v>83.22878628531133</c:v>
                </c:pt>
                <c:pt idx="293">
                  <c:v>82.938493701608095</c:v>
                </c:pt>
                <c:pt idx="294">
                  <c:v>82.674291620154591</c:v>
                </c:pt>
                <c:pt idx="295">
                  <c:v>83.031198252155036</c:v>
                </c:pt>
                <c:pt idx="296">
                  <c:v>84.722404457623711</c:v>
                </c:pt>
                <c:pt idx="297">
                  <c:v>84.351670364082779</c:v>
                </c:pt>
                <c:pt idx="298">
                  <c:v>82.60517113418156</c:v>
                </c:pt>
                <c:pt idx="299">
                  <c:v>82.654584964199998</c:v>
                </c:pt>
                <c:pt idx="300">
                  <c:v>82.326519187200958</c:v>
                </c:pt>
                <c:pt idx="301">
                  <c:v>80.845946266013442</c:v>
                </c:pt>
                <c:pt idx="302">
                  <c:v>81.207739610395294</c:v>
                </c:pt>
                <c:pt idx="303">
                  <c:v>81.514845512601838</c:v>
                </c:pt>
                <c:pt idx="304">
                  <c:v>82.632371870569585</c:v>
                </c:pt>
                <c:pt idx="305">
                  <c:v>82.667722734836389</c:v>
                </c:pt>
                <c:pt idx="306">
                  <c:v>83.295459209661331</c:v>
                </c:pt>
                <c:pt idx="307">
                  <c:v>83.204327490810286</c:v>
                </c:pt>
                <c:pt idx="308">
                  <c:v>84.33561402340105</c:v>
                </c:pt>
                <c:pt idx="309">
                  <c:v>83.916618388303377</c:v>
                </c:pt>
                <c:pt idx="310">
                  <c:v>85.318095538002638</c:v>
                </c:pt>
                <c:pt idx="311">
                  <c:v>86.292662428936609</c:v>
                </c:pt>
                <c:pt idx="312">
                  <c:v>86.770424775581304</c:v>
                </c:pt>
                <c:pt idx="313">
                  <c:v>85.980131519008893</c:v>
                </c:pt>
                <c:pt idx="314">
                  <c:v>86.936127220720607</c:v>
                </c:pt>
                <c:pt idx="315">
                  <c:v>87.283479110440041</c:v>
                </c:pt>
                <c:pt idx="316">
                  <c:v>89.064513350733733</c:v>
                </c:pt>
                <c:pt idx="317">
                  <c:v>89.552091176464657</c:v>
                </c:pt>
                <c:pt idx="318">
                  <c:v>91.175682440738726</c:v>
                </c:pt>
                <c:pt idx="319">
                  <c:v>91.38492793234704</c:v>
                </c:pt>
                <c:pt idx="320">
                  <c:v>92.717806069683675</c:v>
                </c:pt>
                <c:pt idx="321">
                  <c:v>92.282274674617298</c:v>
                </c:pt>
                <c:pt idx="322">
                  <c:v>94.844493205030645</c:v>
                </c:pt>
                <c:pt idx="323">
                  <c:v>95.069668874350427</c:v>
                </c:pt>
                <c:pt idx="324">
                  <c:v>95.473726813769332</c:v>
                </c:pt>
                <c:pt idx="325">
                  <c:v>95.638058287965137</c:v>
                </c:pt>
                <c:pt idx="326">
                  <c:v>95.726464886658562</c:v>
                </c:pt>
                <c:pt idx="327">
                  <c:v>93.777953508777244</c:v>
                </c:pt>
                <c:pt idx="328">
                  <c:v>92.940500533921693</c:v>
                </c:pt>
                <c:pt idx="329">
                  <c:v>94.922579672756811</c:v>
                </c:pt>
                <c:pt idx="330">
                  <c:v>94.956845535479388</c:v>
                </c:pt>
                <c:pt idx="331">
                  <c:v>95.489993426068168</c:v>
                </c:pt>
                <c:pt idx="332">
                  <c:v>94.453051562637725</c:v>
                </c:pt>
                <c:pt idx="333">
                  <c:v>94.473456320361095</c:v>
                </c:pt>
                <c:pt idx="334">
                  <c:v>92.881717000645281</c:v>
                </c:pt>
                <c:pt idx="335">
                  <c:v>92.118212348091376</c:v>
                </c:pt>
                <c:pt idx="336">
                  <c:v>92.860403869536057</c:v>
                </c:pt>
                <c:pt idx="337">
                  <c:v>93.24641209334311</c:v>
                </c:pt>
                <c:pt idx="338">
                  <c:v>94.372719394040942</c:v>
                </c:pt>
                <c:pt idx="339">
                  <c:v>92.320821667464017</c:v>
                </c:pt>
                <c:pt idx="340">
                  <c:v>92.448557469419782</c:v>
                </c:pt>
                <c:pt idx="341">
                  <c:v>94.454355246663752</c:v>
                </c:pt>
                <c:pt idx="342">
                  <c:v>95.384714632818657</c:v>
                </c:pt>
                <c:pt idx="343">
                  <c:v>93.187300536344026</c:v>
                </c:pt>
                <c:pt idx="344">
                  <c:v>92.979308263573628</c:v>
                </c:pt>
                <c:pt idx="345">
                  <c:v>92.480527166083633</c:v>
                </c:pt>
                <c:pt idx="346">
                  <c:v>91.914240468639932</c:v>
                </c:pt>
                <c:pt idx="347">
                  <c:v>94.053560722742247</c:v>
                </c:pt>
                <c:pt idx="348">
                  <c:v>94.636450467072137</c:v>
                </c:pt>
                <c:pt idx="349">
                  <c:v>94.147737174608878</c:v>
                </c:pt>
                <c:pt idx="350">
                  <c:v>95.943137171782837</c:v>
                </c:pt>
                <c:pt idx="351">
                  <c:v>93.962815903666666</c:v>
                </c:pt>
                <c:pt idx="352">
                  <c:v>91.774443486727321</c:v>
                </c:pt>
                <c:pt idx="353">
                  <c:v>91.153881479477832</c:v>
                </c:pt>
                <c:pt idx="354">
                  <c:v>91.216836801637498</c:v>
                </c:pt>
                <c:pt idx="355">
                  <c:v>90.55502791397771</c:v>
                </c:pt>
                <c:pt idx="356">
                  <c:v>92.550455095066326</c:v>
                </c:pt>
                <c:pt idx="357">
                  <c:v>97.679122820829079</c:v>
                </c:pt>
                <c:pt idx="358">
                  <c:v>97.759581152396123</c:v>
                </c:pt>
                <c:pt idx="359">
                  <c:v>98.573500527865875</c:v>
                </c:pt>
                <c:pt idx="360">
                  <c:v>98.878823326759402</c:v>
                </c:pt>
                <c:pt idx="361">
                  <c:v>97.881648031554874</c:v>
                </c:pt>
                <c:pt idx="362">
                  <c:v>97.516103441523967</c:v>
                </c:pt>
                <c:pt idx="363">
                  <c:v>96.579536837232283</c:v>
                </c:pt>
                <c:pt idx="364">
                  <c:v>96.136259035791937</c:v>
                </c:pt>
                <c:pt idx="365">
                  <c:v>94.262528655815984</c:v>
                </c:pt>
                <c:pt idx="366">
                  <c:v>95.567592063642664</c:v>
                </c:pt>
                <c:pt idx="367">
                  <c:v>97.349929987962369</c:v>
                </c:pt>
                <c:pt idx="368">
                  <c:v>97.796689887381888</c:v>
                </c:pt>
                <c:pt idx="369">
                  <c:v>98.551035108294926</c:v>
                </c:pt>
                <c:pt idx="370">
                  <c:v>100.87048244046959</c:v>
                </c:pt>
                <c:pt idx="371">
                  <c:v>97.576712132436811</c:v>
                </c:pt>
                <c:pt idx="372">
                  <c:v>96.410032681255814</c:v>
                </c:pt>
                <c:pt idx="373">
                  <c:v>94.844097894390501</c:v>
                </c:pt>
                <c:pt idx="374">
                  <c:v>96.422791962981435</c:v>
                </c:pt>
                <c:pt idx="375">
                  <c:v>96.337245058280573</c:v>
                </c:pt>
                <c:pt idx="376">
                  <c:v>97.597217820536372</c:v>
                </c:pt>
                <c:pt idx="377">
                  <c:v>98.347113694031592</c:v>
                </c:pt>
                <c:pt idx="378">
                  <c:v>98.319946601102302</c:v>
                </c:pt>
                <c:pt idx="379">
                  <c:v>99.378958573463521</c:v>
                </c:pt>
                <c:pt idx="380">
                  <c:v>97.012931872668929</c:v>
                </c:pt>
                <c:pt idx="381">
                  <c:v>97.700898549495918</c:v>
                </c:pt>
                <c:pt idx="382">
                  <c:v>95.530676778544631</c:v>
                </c:pt>
                <c:pt idx="383">
                  <c:v>92.330653968279606</c:v>
                </c:pt>
                <c:pt idx="384">
                  <c:v>94.41489146956647</c:v>
                </c:pt>
                <c:pt idx="385">
                  <c:v>95.17842135471443</c:v>
                </c:pt>
                <c:pt idx="386">
                  <c:v>92.724173094249466</c:v>
                </c:pt>
                <c:pt idx="387">
                  <c:v>92.269523803756357</c:v>
                </c:pt>
                <c:pt idx="388">
                  <c:v>91.569226799302641</c:v>
                </c:pt>
                <c:pt idx="389">
                  <c:v>92.307709129421681</c:v>
                </c:pt>
                <c:pt idx="390">
                  <c:v>91.709158355050192</c:v>
                </c:pt>
                <c:pt idx="391">
                  <c:v>91.544818469989707</c:v>
                </c:pt>
                <c:pt idx="392">
                  <c:v>94.059675421367501</c:v>
                </c:pt>
                <c:pt idx="393">
                  <c:v>91.658827740781192</c:v>
                </c:pt>
                <c:pt idx="394">
                  <c:v>91.495194368354163</c:v>
                </c:pt>
                <c:pt idx="395">
                  <c:v>93.284572186414366</c:v>
                </c:pt>
                <c:pt idx="396">
                  <c:v>94.610460895198614</c:v>
                </c:pt>
                <c:pt idx="397">
                  <c:v>93.298021159044069</c:v>
                </c:pt>
                <c:pt idx="398">
                  <c:v>94.137703013040877</c:v>
                </c:pt>
                <c:pt idx="399">
                  <c:v>92.01604557477495</c:v>
                </c:pt>
                <c:pt idx="400">
                  <c:v>92.678115199239926</c:v>
                </c:pt>
                <c:pt idx="401">
                  <c:v>91.73608153290364</c:v>
                </c:pt>
                <c:pt idx="402">
                  <c:v>90.205716292786917</c:v>
                </c:pt>
                <c:pt idx="403">
                  <c:v>90.433247004218217</c:v>
                </c:pt>
                <c:pt idx="404">
                  <c:v>88.602849399094183</c:v>
                </c:pt>
                <c:pt idx="405">
                  <c:v>87.085815379501582</c:v>
                </c:pt>
                <c:pt idx="406">
                  <c:v>87.259163300638619</c:v>
                </c:pt>
                <c:pt idx="407">
                  <c:v>87.252367321973963</c:v>
                </c:pt>
                <c:pt idx="408">
                  <c:v>86.510537467710691</c:v>
                </c:pt>
                <c:pt idx="409">
                  <c:v>88.095186428497897</c:v>
                </c:pt>
                <c:pt idx="410">
                  <c:v>89.881956878506074</c:v>
                </c:pt>
                <c:pt idx="411">
                  <c:v>90.360560311619182</c:v>
                </c:pt>
                <c:pt idx="412">
                  <c:v>90.460128127748249</c:v>
                </c:pt>
                <c:pt idx="413">
                  <c:v>92.265141743256009</c:v>
                </c:pt>
                <c:pt idx="414">
                  <c:v>91.457850129157237</c:v>
                </c:pt>
                <c:pt idx="415">
                  <c:v>91.323654783124169</c:v>
                </c:pt>
                <c:pt idx="416">
                  <c:v>92.718605101828658</c:v>
                </c:pt>
                <c:pt idx="417">
                  <c:v>92.296287175180822</c:v>
                </c:pt>
                <c:pt idx="418">
                  <c:v>89.471430984145186</c:v>
                </c:pt>
                <c:pt idx="419">
                  <c:v>87.612394384772159</c:v>
                </c:pt>
                <c:pt idx="420">
                  <c:v>88.595388962119486</c:v>
                </c:pt>
                <c:pt idx="421">
                  <c:v>90.535657692610485</c:v>
                </c:pt>
                <c:pt idx="422">
                  <c:v>91.647893616692002</c:v>
                </c:pt>
                <c:pt idx="423">
                  <c:v>91.787404629205355</c:v>
                </c:pt>
                <c:pt idx="424">
                  <c:v>93.206435253500103</c:v>
                </c:pt>
                <c:pt idx="425">
                  <c:v>94.636593451771773</c:v>
                </c:pt>
                <c:pt idx="426">
                  <c:v>94.075706529455189</c:v>
                </c:pt>
                <c:pt idx="427">
                  <c:v>93.290014015864912</c:v>
                </c:pt>
                <c:pt idx="428">
                  <c:v>91.857290503864633</c:v>
                </c:pt>
                <c:pt idx="429">
                  <c:v>93.729935882296346</c:v>
                </c:pt>
                <c:pt idx="430">
                  <c:v>94.393780199209644</c:v>
                </c:pt>
                <c:pt idx="431">
                  <c:v>94.977065254179692</c:v>
                </c:pt>
                <c:pt idx="432">
                  <c:v>94.235866214767725</c:v>
                </c:pt>
                <c:pt idx="433">
                  <c:v>93.980714223714202</c:v>
                </c:pt>
                <c:pt idx="434">
                  <c:v>95.06644751317647</c:v>
                </c:pt>
                <c:pt idx="435">
                  <c:v>96.111009620010591</c:v>
                </c:pt>
                <c:pt idx="436">
                  <c:v>96.033192299954308</c:v>
                </c:pt>
                <c:pt idx="437">
                  <c:v>94.467602358541029</c:v>
                </c:pt>
                <c:pt idx="438">
                  <c:v>94.431309477429622</c:v>
                </c:pt>
                <c:pt idx="439">
                  <c:v>95.404892297195545</c:v>
                </c:pt>
                <c:pt idx="440">
                  <c:v>94.263546370442739</c:v>
                </c:pt>
                <c:pt idx="441">
                  <c:v>92.637801924809565</c:v>
                </c:pt>
                <c:pt idx="442">
                  <c:v>91.277622120708699</c:v>
                </c:pt>
                <c:pt idx="443">
                  <c:v>91.444249760963231</c:v>
                </c:pt>
                <c:pt idx="444">
                  <c:v>90.694126794121544</c:v>
                </c:pt>
                <c:pt idx="445">
                  <c:v>92.478710419311881</c:v>
                </c:pt>
                <c:pt idx="446">
                  <c:v>90.844109333166458</c:v>
                </c:pt>
                <c:pt idx="447">
                  <c:v>90.903170424977446</c:v>
                </c:pt>
                <c:pt idx="448">
                  <c:v>91.540882185317599</c:v>
                </c:pt>
                <c:pt idx="449">
                  <c:v>90.710174723938607</c:v>
                </c:pt>
                <c:pt idx="450">
                  <c:v>92.183194688639887</c:v>
                </c:pt>
                <c:pt idx="451">
                  <c:v>92.470274322033845</c:v>
                </c:pt>
                <c:pt idx="452">
                  <c:v>91.827230073484046</c:v>
                </c:pt>
                <c:pt idx="453">
                  <c:v>90.124139316216883</c:v>
                </c:pt>
                <c:pt idx="454">
                  <c:v>90.494907053216551</c:v>
                </c:pt>
                <c:pt idx="455">
                  <c:v>88.985627850862585</c:v>
                </c:pt>
                <c:pt idx="456">
                  <c:v>88.912133715253873</c:v>
                </c:pt>
                <c:pt idx="457">
                  <c:v>88.256826425994817</c:v>
                </c:pt>
                <c:pt idx="458">
                  <c:v>87.796533445298763</c:v>
                </c:pt>
                <c:pt idx="459">
                  <c:v>86.905772410076082</c:v>
                </c:pt>
                <c:pt idx="460">
                  <c:v>87.360278715869555</c:v>
                </c:pt>
                <c:pt idx="461">
                  <c:v>88.06202238904892</c:v>
                </c:pt>
                <c:pt idx="462">
                  <c:v>87.664701552241908</c:v>
                </c:pt>
                <c:pt idx="463">
                  <c:v>89.609621490903152</c:v>
                </c:pt>
                <c:pt idx="464">
                  <c:v>88.373956127584066</c:v>
                </c:pt>
                <c:pt idx="465">
                  <c:v>87.151865899864958</c:v>
                </c:pt>
                <c:pt idx="466">
                  <c:v>86.733980498905581</c:v>
                </c:pt>
                <c:pt idx="467">
                  <c:v>86.575031978107532</c:v>
                </c:pt>
                <c:pt idx="468">
                  <c:v>86.358931631781772</c:v>
                </c:pt>
                <c:pt idx="469">
                  <c:v>86.997492889455003</c:v>
                </c:pt>
                <c:pt idx="470">
                  <c:v>85.775284909630301</c:v>
                </c:pt>
                <c:pt idx="471">
                  <c:v>84.884877130724348</c:v>
                </c:pt>
                <c:pt idx="472">
                  <c:v>84.948160476606702</c:v>
                </c:pt>
                <c:pt idx="473">
                  <c:v>84.294215747426449</c:v>
                </c:pt>
                <c:pt idx="474">
                  <c:v>82.364519473843217</c:v>
                </c:pt>
                <c:pt idx="475">
                  <c:v>83.123961678754767</c:v>
                </c:pt>
                <c:pt idx="476">
                  <c:v>83.831483615972033</c:v>
                </c:pt>
                <c:pt idx="477">
                  <c:v>85.10541000273858</c:v>
                </c:pt>
                <c:pt idx="478">
                  <c:v>85.616311156238211</c:v>
                </c:pt>
                <c:pt idx="479">
                  <c:v>87.231979385979969</c:v>
                </c:pt>
                <c:pt idx="480">
                  <c:v>85.691739790724228</c:v>
                </c:pt>
                <c:pt idx="481">
                  <c:v>85.37547445687683</c:v>
                </c:pt>
                <c:pt idx="482">
                  <c:v>85.681015938252145</c:v>
                </c:pt>
                <c:pt idx="483">
                  <c:v>84.931103243027565</c:v>
                </c:pt>
                <c:pt idx="484">
                  <c:v>84.7997928235811</c:v>
                </c:pt>
                <c:pt idx="485">
                  <c:v>85.661830755907957</c:v>
                </c:pt>
                <c:pt idx="486">
                  <c:v>89.334956293782753</c:v>
                </c:pt>
                <c:pt idx="487">
                  <c:v>89.903488692097085</c:v>
                </c:pt>
                <c:pt idx="488">
                  <c:v>89.540257089854279</c:v>
                </c:pt>
                <c:pt idx="489">
                  <c:v>89.390139976974424</c:v>
                </c:pt>
                <c:pt idx="490">
                  <c:v>89.168345475257595</c:v>
                </c:pt>
                <c:pt idx="491">
                  <c:v>89.292456194534552</c:v>
                </c:pt>
                <c:pt idx="492">
                  <c:v>87.399767725560892</c:v>
                </c:pt>
                <c:pt idx="493">
                  <c:v>87.781520051837845</c:v>
                </c:pt>
                <c:pt idx="494">
                  <c:v>87.428061874357837</c:v>
                </c:pt>
                <c:pt idx="495">
                  <c:v>86.817020965930624</c:v>
                </c:pt>
                <c:pt idx="496">
                  <c:v>86.053322863488972</c:v>
                </c:pt>
                <c:pt idx="497">
                  <c:v>86.567403323839159</c:v>
                </c:pt>
                <c:pt idx="498">
                  <c:v>87.836030865854781</c:v>
                </c:pt>
                <c:pt idx="499">
                  <c:v>85.729378410185092</c:v>
                </c:pt>
                <c:pt idx="500">
                  <c:v>85.620154921398793</c:v>
                </c:pt>
                <c:pt idx="501">
                  <c:v>85.93745479160232</c:v>
                </c:pt>
                <c:pt idx="502">
                  <c:v>88.438963700726632</c:v>
                </c:pt>
                <c:pt idx="503">
                  <c:v>89.190617444940798</c:v>
                </c:pt>
                <c:pt idx="504">
                  <c:v>90.091850006695054</c:v>
                </c:pt>
                <c:pt idx="505">
                  <c:v>90.373235484697943</c:v>
                </c:pt>
                <c:pt idx="506">
                  <c:v>91.052993157593363</c:v>
                </c:pt>
                <c:pt idx="507">
                  <c:v>91.227468134598055</c:v>
                </c:pt>
                <c:pt idx="508">
                  <c:v>91.702917493454663</c:v>
                </c:pt>
                <c:pt idx="509">
                  <c:v>91.000240214295374</c:v>
                </c:pt>
                <c:pt idx="510">
                  <c:v>92.06528277663503</c:v>
                </c:pt>
                <c:pt idx="511">
                  <c:v>92.610735762256482</c:v>
                </c:pt>
                <c:pt idx="512">
                  <c:v>93.145708810481693</c:v>
                </c:pt>
                <c:pt idx="513">
                  <c:v>92.698763872039123</c:v>
                </c:pt>
                <c:pt idx="514">
                  <c:v>92.459399073997446</c:v>
                </c:pt>
                <c:pt idx="515">
                  <c:v>91.509820862039618</c:v>
                </c:pt>
                <c:pt idx="516">
                  <c:v>92.565249806045458</c:v>
                </c:pt>
                <c:pt idx="517">
                  <c:v>93.281123731893928</c:v>
                </c:pt>
                <c:pt idx="518">
                  <c:v>92.799929752458155</c:v>
                </c:pt>
                <c:pt idx="519">
                  <c:v>91.650694434631774</c:v>
                </c:pt>
                <c:pt idx="520">
                  <c:v>91.11916143006232</c:v>
                </c:pt>
                <c:pt idx="521">
                  <c:v>92.994439409140128</c:v>
                </c:pt>
                <c:pt idx="522">
                  <c:v>94.671136873028914</c:v>
                </c:pt>
                <c:pt idx="523">
                  <c:v>94.787349790367614</c:v>
                </c:pt>
                <c:pt idx="524">
                  <c:v>96.397004251860324</c:v>
                </c:pt>
                <c:pt idx="525">
                  <c:v>97.13552863630278</c:v>
                </c:pt>
                <c:pt idx="526">
                  <c:v>98.423501167091587</c:v>
                </c:pt>
                <c:pt idx="527">
                  <c:v>98.690007825468498</c:v>
                </c:pt>
                <c:pt idx="528">
                  <c:v>98.190713665232792</c:v>
                </c:pt>
                <c:pt idx="529">
                  <c:v>100.14713125591705</c:v>
                </c:pt>
                <c:pt idx="530">
                  <c:v>100.27516984900143</c:v>
                </c:pt>
                <c:pt idx="531">
                  <c:v>99.886100070449402</c:v>
                </c:pt>
                <c:pt idx="532">
                  <c:v>100.8107400686192</c:v>
                </c:pt>
                <c:pt idx="533">
                  <c:v>100.6127819574168</c:v>
                </c:pt>
                <c:pt idx="534">
                  <c:v>101.28385120709366</c:v>
                </c:pt>
                <c:pt idx="535">
                  <c:v>100.03394624986458</c:v>
                </c:pt>
                <c:pt idx="536">
                  <c:v>100.07002885935891</c:v>
                </c:pt>
                <c:pt idx="537">
                  <c:v>99.452545228583759</c:v>
                </c:pt>
                <c:pt idx="538">
                  <c:v>98.846895684418982</c:v>
                </c:pt>
                <c:pt idx="539">
                  <c:v>98.139079366937764</c:v>
                </c:pt>
                <c:pt idx="540">
                  <c:v>99.570045008219097</c:v>
                </c:pt>
                <c:pt idx="541">
                  <c:v>99.32137779383693</c:v>
                </c:pt>
                <c:pt idx="542">
                  <c:v>100.65515589369475</c:v>
                </c:pt>
                <c:pt idx="543">
                  <c:v>100.15352351307688</c:v>
                </c:pt>
                <c:pt idx="544">
                  <c:v>100.55122283879467</c:v>
                </c:pt>
                <c:pt idx="545">
                  <c:v>98.765167312284646</c:v>
                </c:pt>
                <c:pt idx="546">
                  <c:v>100.00349050884385</c:v>
                </c:pt>
                <c:pt idx="547">
                  <c:v>99.199790333965154</c:v>
                </c:pt>
                <c:pt idx="548">
                  <c:v>98.874357157612209</c:v>
                </c:pt>
                <c:pt idx="549">
                  <c:v>98.967692523010442</c:v>
                </c:pt>
                <c:pt idx="550">
                  <c:v>100.31124404763106</c:v>
                </c:pt>
                <c:pt idx="551">
                  <c:v>99.00474238194343</c:v>
                </c:pt>
                <c:pt idx="552">
                  <c:v>99.432788107441056</c:v>
                </c:pt>
                <c:pt idx="553">
                  <c:v>99.114630329039755</c:v>
                </c:pt>
                <c:pt idx="554">
                  <c:v>98.871455409296232</c:v>
                </c:pt>
                <c:pt idx="555">
                  <c:v>99.317929339316493</c:v>
                </c:pt>
                <c:pt idx="556">
                  <c:v>101.11269852163915</c:v>
                </c:pt>
                <c:pt idx="557">
                  <c:v>102.05885351167058</c:v>
                </c:pt>
                <c:pt idx="558">
                  <c:v>102.61908438654181</c:v>
                </c:pt>
                <c:pt idx="559">
                  <c:v>103.08387717984381</c:v>
                </c:pt>
                <c:pt idx="560">
                  <c:v>100.92166255207167</c:v>
                </c:pt>
                <c:pt idx="561">
                  <c:v>101.08775189698642</c:v>
                </c:pt>
                <c:pt idx="562">
                  <c:v>102.56459039425424</c:v>
                </c:pt>
                <c:pt idx="563">
                  <c:v>101.98038014416895</c:v>
                </c:pt>
                <c:pt idx="564">
                  <c:v>101.6526339800279</c:v>
                </c:pt>
                <c:pt idx="565">
                  <c:v>101.42305942847838</c:v>
                </c:pt>
                <c:pt idx="566">
                  <c:v>100.51629251776207</c:v>
                </c:pt>
                <c:pt idx="567">
                  <c:v>100.40848205424268</c:v>
                </c:pt>
                <c:pt idx="568">
                  <c:v>100.16518938239358</c:v>
                </c:pt>
                <c:pt idx="569">
                  <c:v>99.592014186773682</c:v>
                </c:pt>
                <c:pt idx="570">
                  <c:v>99.542247100438516</c:v>
                </c:pt>
                <c:pt idx="571">
                  <c:v>99.302991643637725</c:v>
                </c:pt>
                <c:pt idx="572">
                  <c:v>98.246931884780579</c:v>
                </c:pt>
                <c:pt idx="573">
                  <c:v>97.710209376701101</c:v>
                </c:pt>
                <c:pt idx="574">
                  <c:v>97.222463333676501</c:v>
                </c:pt>
                <c:pt idx="575">
                  <c:v>96.710056635398445</c:v>
                </c:pt>
                <c:pt idx="576">
                  <c:v>97.06854450995948</c:v>
                </c:pt>
                <c:pt idx="577">
                  <c:v>96.244977872697191</c:v>
                </c:pt>
                <c:pt idx="578">
                  <c:v>97.697248234223068</c:v>
                </c:pt>
                <c:pt idx="579">
                  <c:v>99.361405098868033</c:v>
                </c:pt>
                <c:pt idx="580">
                  <c:v>98.428648616278196</c:v>
                </c:pt>
                <c:pt idx="581">
                  <c:v>97.429101457232775</c:v>
                </c:pt>
                <c:pt idx="582">
                  <c:v>98.508871443634092</c:v>
                </c:pt>
                <c:pt idx="583">
                  <c:v>99.58767418059675</c:v>
                </c:pt>
                <c:pt idx="584">
                  <c:v>98.857182171927491</c:v>
                </c:pt>
                <c:pt idx="585">
                  <c:v>97.348870219012184</c:v>
                </c:pt>
                <c:pt idx="586">
                  <c:v>99.158173375508781</c:v>
                </c:pt>
                <c:pt idx="587">
                  <c:v>99.060321375775231</c:v>
                </c:pt>
                <c:pt idx="588">
                  <c:v>98.685768749667773</c:v>
                </c:pt>
                <c:pt idx="589">
                  <c:v>97.553700006661401</c:v>
                </c:pt>
                <c:pt idx="590">
                  <c:v>96.988540365085356</c:v>
                </c:pt>
                <c:pt idx="591">
                  <c:v>98.308995655283738</c:v>
                </c:pt>
                <c:pt idx="592">
                  <c:v>99.22138943447365</c:v>
                </c:pt>
                <c:pt idx="593">
                  <c:v>99.396209256930391</c:v>
                </c:pt>
                <c:pt idx="594">
                  <c:v>100.41861714618689</c:v>
                </c:pt>
                <c:pt idx="595">
                  <c:v>99.885351503492529</c:v>
                </c:pt>
                <c:pt idx="596">
                  <c:v>99.490612802143488</c:v>
                </c:pt>
                <c:pt idx="597">
                  <c:v>99.118490915929712</c:v>
                </c:pt>
                <c:pt idx="598">
                  <c:v>99.83302751429342</c:v>
                </c:pt>
                <c:pt idx="599">
                  <c:v>97.688029926529424</c:v>
                </c:pt>
                <c:pt idx="600">
                  <c:v>97.573297321375108</c:v>
                </c:pt>
                <c:pt idx="601">
                  <c:v>97.502620825435528</c:v>
                </c:pt>
                <c:pt idx="602">
                  <c:v>96.046548753072486</c:v>
                </c:pt>
                <c:pt idx="603">
                  <c:v>96.158934726979965</c:v>
                </c:pt>
                <c:pt idx="604">
                  <c:v>97.339576213536375</c:v>
                </c:pt>
                <c:pt idx="605">
                  <c:v>98.041387173633225</c:v>
                </c:pt>
                <c:pt idx="606">
                  <c:v>96.772768042482269</c:v>
                </c:pt>
                <c:pt idx="607">
                  <c:v>95.395219802808967</c:v>
                </c:pt>
                <c:pt idx="608">
                  <c:v>95.553688904320026</c:v>
                </c:pt>
                <c:pt idx="609">
                  <c:v>95.281706773033832</c:v>
                </c:pt>
                <c:pt idx="610">
                  <c:v>96.026530895124594</c:v>
                </c:pt>
                <c:pt idx="611">
                  <c:v>96.856212231012137</c:v>
                </c:pt>
                <c:pt idx="612">
                  <c:v>98.185869007174801</c:v>
                </c:pt>
                <c:pt idx="613">
                  <c:v>98.449793530093743</c:v>
                </c:pt>
                <c:pt idx="614">
                  <c:v>97.359190349979443</c:v>
                </c:pt>
                <c:pt idx="615">
                  <c:v>98.015044345442959</c:v>
                </c:pt>
                <c:pt idx="616">
                  <c:v>97.489012046376843</c:v>
                </c:pt>
                <c:pt idx="617">
                  <c:v>95.934019794465385</c:v>
                </c:pt>
                <c:pt idx="618">
                  <c:v>95.887474069304176</c:v>
                </c:pt>
                <c:pt idx="619">
                  <c:v>95.173374835904028</c:v>
                </c:pt>
                <c:pt idx="620">
                  <c:v>94.861533616880408</c:v>
                </c:pt>
                <c:pt idx="621">
                  <c:v>95.683594709364257</c:v>
                </c:pt>
                <c:pt idx="622">
                  <c:v>94.899760996869148</c:v>
                </c:pt>
                <c:pt idx="623">
                  <c:v>96.537263831330534</c:v>
                </c:pt>
                <c:pt idx="624">
                  <c:v>95.296232336343081</c:v>
                </c:pt>
                <c:pt idx="625">
                  <c:v>94.64873874037545</c:v>
                </c:pt>
                <c:pt idx="626">
                  <c:v>95.163609822005924</c:v>
                </c:pt>
                <c:pt idx="627">
                  <c:v>96.769487805255508</c:v>
                </c:pt>
                <c:pt idx="628">
                  <c:v>99.382751873436007</c:v>
                </c:pt>
                <c:pt idx="629">
                  <c:v>99.610921810583292</c:v>
                </c:pt>
                <c:pt idx="630">
                  <c:v>100.31475137820429</c:v>
                </c:pt>
                <c:pt idx="631">
                  <c:v>100.23788448585731</c:v>
                </c:pt>
                <c:pt idx="632">
                  <c:v>100.11800443151638</c:v>
                </c:pt>
                <c:pt idx="633">
                  <c:v>101.40823107404051</c:v>
                </c:pt>
                <c:pt idx="634">
                  <c:v>101.27536464462752</c:v>
                </c:pt>
                <c:pt idx="635">
                  <c:v>103.59305410608322</c:v>
                </c:pt>
                <c:pt idx="636">
                  <c:v>104.83237819553982</c:v>
                </c:pt>
                <c:pt idx="637">
                  <c:v>104.94505854971123</c:v>
                </c:pt>
                <c:pt idx="638">
                  <c:v>105.94077876532543</c:v>
                </c:pt>
                <c:pt idx="639">
                  <c:v>105.66235391169131</c:v>
                </c:pt>
                <c:pt idx="640">
                  <c:v>106.00658537061298</c:v>
                </c:pt>
                <c:pt idx="641">
                  <c:v>106.46115055245924</c:v>
                </c:pt>
                <c:pt idx="642">
                  <c:v>105.57087734738823</c:v>
                </c:pt>
                <c:pt idx="643">
                  <c:v>105.75102124718994</c:v>
                </c:pt>
                <c:pt idx="644">
                  <c:v>106.42966868594706</c:v>
                </c:pt>
                <c:pt idx="645">
                  <c:v>106.1162125809041</c:v>
                </c:pt>
                <c:pt idx="646">
                  <c:v>107.09648203809382</c:v>
                </c:pt>
                <c:pt idx="647">
                  <c:v>107.81459325394823</c:v>
                </c:pt>
                <c:pt idx="648">
                  <c:v>106.65211082424456</c:v>
                </c:pt>
                <c:pt idx="649">
                  <c:v>106.73660637085992</c:v>
                </c:pt>
                <c:pt idx="650">
                  <c:v>105.65951103942812</c:v>
                </c:pt>
                <c:pt idx="651">
                  <c:v>105.98494421578107</c:v>
                </c:pt>
                <c:pt idx="652">
                  <c:v>106.89668194752562</c:v>
                </c:pt>
                <c:pt idx="653">
                  <c:v>106.74767506878405</c:v>
                </c:pt>
                <c:pt idx="654">
                  <c:v>106.31587809763735</c:v>
                </c:pt>
                <c:pt idx="655">
                  <c:v>108.89132691819863</c:v>
                </c:pt>
                <c:pt idx="656">
                  <c:v>110.04951139604879</c:v>
                </c:pt>
                <c:pt idx="657">
                  <c:v>109.50701903479609</c:v>
                </c:pt>
                <c:pt idx="658">
                  <c:v>110.25282722805488</c:v>
                </c:pt>
                <c:pt idx="659">
                  <c:v>110.89800783623441</c:v>
                </c:pt>
                <c:pt idx="660">
                  <c:v>110.01761739716709</c:v>
                </c:pt>
                <c:pt idx="661">
                  <c:v>111.17649997678602</c:v>
                </c:pt>
                <c:pt idx="662">
                  <c:v>111.6566930633244</c:v>
                </c:pt>
                <c:pt idx="663">
                  <c:v>112.31273209781098</c:v>
                </c:pt>
                <c:pt idx="664">
                  <c:v>112.86852203612904</c:v>
                </c:pt>
                <c:pt idx="665">
                  <c:v>112.86138962287701</c:v>
                </c:pt>
                <c:pt idx="666">
                  <c:v>111.60933989515352</c:v>
                </c:pt>
                <c:pt idx="667">
                  <c:v>111.7248378889941</c:v>
                </c:pt>
                <c:pt idx="668">
                  <c:v>110.37233720434971</c:v>
                </c:pt>
                <c:pt idx="669">
                  <c:v>111.04269153052843</c:v>
                </c:pt>
                <c:pt idx="670">
                  <c:v>111.38217085090363</c:v>
                </c:pt>
                <c:pt idx="671">
                  <c:v>110.557948166196</c:v>
                </c:pt>
                <c:pt idx="672">
                  <c:v>110.04867030958039</c:v>
                </c:pt>
                <c:pt idx="673">
                  <c:v>109.88689573824851</c:v>
                </c:pt>
                <c:pt idx="674">
                  <c:v>110.17195676411831</c:v>
                </c:pt>
                <c:pt idx="675">
                  <c:v>110.62045771252741</c:v>
                </c:pt>
                <c:pt idx="676">
                  <c:v>108.74746748864365</c:v>
                </c:pt>
                <c:pt idx="677">
                  <c:v>108.09965427981803</c:v>
                </c:pt>
                <c:pt idx="678">
                  <c:v>107.08354612820985</c:v>
                </c:pt>
                <c:pt idx="679">
                  <c:v>107.35261810031538</c:v>
                </c:pt>
                <c:pt idx="680">
                  <c:v>106.48285058334393</c:v>
                </c:pt>
                <c:pt idx="681">
                  <c:v>107.87986997476068</c:v>
                </c:pt>
                <c:pt idx="682">
                  <c:v>107.50405571895062</c:v>
                </c:pt>
                <c:pt idx="683">
                  <c:v>107.80098447488953</c:v>
                </c:pt>
                <c:pt idx="684">
                  <c:v>108.47266771768832</c:v>
                </c:pt>
                <c:pt idx="685">
                  <c:v>108.08184847928203</c:v>
                </c:pt>
                <c:pt idx="686">
                  <c:v>107.15593844054494</c:v>
                </c:pt>
                <c:pt idx="687">
                  <c:v>107.45071401512476</c:v>
                </c:pt>
                <c:pt idx="688">
                  <c:v>108.06364736810588</c:v>
                </c:pt>
                <c:pt idx="689">
                  <c:v>106.97126949554325</c:v>
                </c:pt>
                <c:pt idx="690">
                  <c:v>107.31715789480768</c:v>
                </c:pt>
                <c:pt idx="691">
                  <c:v>109.69139359953384</c:v>
                </c:pt>
                <c:pt idx="692">
                  <c:v>109.29910245980784</c:v>
                </c:pt>
                <c:pt idx="693">
                  <c:v>107.84151643180168</c:v>
                </c:pt>
                <c:pt idx="694">
                  <c:v>107.68068387731442</c:v>
                </c:pt>
                <c:pt idx="695">
                  <c:v>106.83336495818455</c:v>
                </c:pt>
                <c:pt idx="696">
                  <c:v>107.49432434851124</c:v>
                </c:pt>
                <c:pt idx="697">
                  <c:v>108.26959580075805</c:v>
                </c:pt>
                <c:pt idx="698">
                  <c:v>108.53021485385618</c:v>
                </c:pt>
                <c:pt idx="699">
                  <c:v>109.27068214804063</c:v>
                </c:pt>
                <c:pt idx="700">
                  <c:v>109.36780240254667</c:v>
                </c:pt>
                <c:pt idx="701">
                  <c:v>109.54356424184803</c:v>
                </c:pt>
                <c:pt idx="702">
                  <c:v>108.85234256038832</c:v>
                </c:pt>
                <c:pt idx="703">
                  <c:v>109.01241813705403</c:v>
                </c:pt>
                <c:pt idx="704">
                  <c:v>110.76214713899391</c:v>
                </c:pt>
                <c:pt idx="705">
                  <c:v>109.4719709616579</c:v>
                </c:pt>
                <c:pt idx="706">
                  <c:v>108.51699297457294</c:v>
                </c:pt>
                <c:pt idx="707">
                  <c:v>108.65186118978073</c:v>
                </c:pt>
                <c:pt idx="708">
                  <c:v>107.94549154102518</c:v>
                </c:pt>
                <c:pt idx="709">
                  <c:v>107.74158694849119</c:v>
                </c:pt>
                <c:pt idx="710">
                  <c:v>108.40782836183944</c:v>
                </c:pt>
                <c:pt idx="711">
                  <c:v>107.94483549357982</c:v>
                </c:pt>
                <c:pt idx="712">
                  <c:v>106.8775219977755</c:v>
                </c:pt>
                <c:pt idx="713">
                  <c:v>106.08081966231389</c:v>
                </c:pt>
                <c:pt idx="714">
                  <c:v>107.37969267373315</c:v>
                </c:pt>
                <c:pt idx="715">
                  <c:v>107.66415652821038</c:v>
                </c:pt>
                <c:pt idx="716">
                  <c:v>107.39830591727882</c:v>
                </c:pt>
                <c:pt idx="717">
                  <c:v>106.60082137140158</c:v>
                </c:pt>
                <c:pt idx="718">
                  <c:v>106.77944290469549</c:v>
                </c:pt>
                <c:pt idx="719">
                  <c:v>107.26279006549036</c:v>
                </c:pt>
                <c:pt idx="720">
                  <c:v>108.60514724732586</c:v>
                </c:pt>
                <c:pt idx="721">
                  <c:v>107.7924390363706</c:v>
                </c:pt>
                <c:pt idx="722">
                  <c:v>106.84077492997115</c:v>
                </c:pt>
                <c:pt idx="723">
                  <c:v>106.76034183099814</c:v>
                </c:pt>
                <c:pt idx="724">
                  <c:v>106.70276946223623</c:v>
                </c:pt>
                <c:pt idx="725">
                  <c:v>107.39885262348328</c:v>
                </c:pt>
                <c:pt idx="726">
                  <c:v>107.74830722937371</c:v>
                </c:pt>
                <c:pt idx="727">
                  <c:v>106.80994911090431</c:v>
                </c:pt>
                <c:pt idx="728">
                  <c:v>107.27933423632376</c:v>
                </c:pt>
                <c:pt idx="729">
                  <c:v>107.0857750073511</c:v>
                </c:pt>
                <c:pt idx="730">
                  <c:v>107.17757118451217</c:v>
                </c:pt>
                <c:pt idx="731">
                  <c:v>106.64590360610777</c:v>
                </c:pt>
                <c:pt idx="732">
                  <c:v>108.38001363232948</c:v>
                </c:pt>
                <c:pt idx="733">
                  <c:v>109.24903258234406</c:v>
                </c:pt>
                <c:pt idx="734">
                  <c:v>107.70426794188833</c:v>
                </c:pt>
                <c:pt idx="735">
                  <c:v>107.15134610842749</c:v>
                </c:pt>
                <c:pt idx="736">
                  <c:v>105.93155204676711</c:v>
                </c:pt>
                <c:pt idx="737">
                  <c:v>105.41663891081322</c:v>
                </c:pt>
                <c:pt idx="738">
                  <c:v>104.62158510482966</c:v>
                </c:pt>
                <c:pt idx="739">
                  <c:v>104.43867403054692</c:v>
                </c:pt>
                <c:pt idx="740">
                  <c:v>104.45972642485094</c:v>
                </c:pt>
                <c:pt idx="741">
                  <c:v>105.24035559790146</c:v>
                </c:pt>
                <c:pt idx="742">
                  <c:v>105.61788567010704</c:v>
                </c:pt>
                <c:pt idx="743">
                  <c:v>105.26034822325531</c:v>
                </c:pt>
                <c:pt idx="744">
                  <c:v>104.91770641775891</c:v>
                </c:pt>
                <c:pt idx="745">
                  <c:v>104.83771068374948</c:v>
                </c:pt>
                <c:pt idx="746">
                  <c:v>106.41953359400286</c:v>
                </c:pt>
                <c:pt idx="747">
                  <c:v>107.11386729539562</c:v>
                </c:pt>
                <c:pt idx="748">
                  <c:v>105.91313225310917</c:v>
                </c:pt>
                <c:pt idx="749">
                  <c:v>106.92080430743931</c:v>
                </c:pt>
                <c:pt idx="750">
                  <c:v>108.0869034089571</c:v>
                </c:pt>
                <c:pt idx="751">
                  <c:v>108.05075351254531</c:v>
                </c:pt>
                <c:pt idx="752">
                  <c:v>108.67718630334423</c:v>
                </c:pt>
                <c:pt idx="753">
                  <c:v>108.90462449526402</c:v>
                </c:pt>
                <c:pt idx="754">
                  <c:v>107.81747818053483</c:v>
                </c:pt>
                <c:pt idx="755">
                  <c:v>107.32227170053554</c:v>
                </c:pt>
                <c:pt idx="756">
                  <c:v>107.78925972952005</c:v>
                </c:pt>
                <c:pt idx="757">
                  <c:v>108.09263961867158</c:v>
                </c:pt>
                <c:pt idx="758">
                  <c:v>107.68227353073969</c:v>
                </c:pt>
                <c:pt idx="759">
                  <c:v>107.8976168992439</c:v>
                </c:pt>
                <c:pt idx="760">
                  <c:v>107.78582809672898</c:v>
                </c:pt>
                <c:pt idx="761">
                  <c:v>107.44957013752773</c:v>
                </c:pt>
                <c:pt idx="762">
                  <c:v>107.16413062274715</c:v>
                </c:pt>
                <c:pt idx="763">
                  <c:v>105.68253998693288</c:v>
                </c:pt>
                <c:pt idx="764">
                  <c:v>104.90821055153069</c:v>
                </c:pt>
                <c:pt idx="765">
                  <c:v>104.55173287362912</c:v>
                </c:pt>
                <c:pt idx="766">
                  <c:v>104.71163182213645</c:v>
                </c:pt>
                <c:pt idx="767">
                  <c:v>104.10929615865717</c:v>
                </c:pt>
                <c:pt idx="768">
                  <c:v>103.20743278205163</c:v>
                </c:pt>
                <c:pt idx="769">
                  <c:v>102.69505131636761</c:v>
                </c:pt>
                <c:pt idx="770">
                  <c:v>102.63911065535439</c:v>
                </c:pt>
                <c:pt idx="771">
                  <c:v>102.44606448912745</c:v>
                </c:pt>
                <c:pt idx="772">
                  <c:v>102.11406242745629</c:v>
                </c:pt>
                <c:pt idx="773">
                  <c:v>103.36851766247941</c:v>
                </c:pt>
                <c:pt idx="774">
                  <c:v>101.57564933557533</c:v>
                </c:pt>
                <c:pt idx="775">
                  <c:v>101.56918979149803</c:v>
                </c:pt>
                <c:pt idx="776">
                  <c:v>102.30560304890481</c:v>
                </c:pt>
                <c:pt idx="777">
                  <c:v>100.87656349563611</c:v>
                </c:pt>
                <c:pt idx="778">
                  <c:v>100.56663154289575</c:v>
                </c:pt>
                <c:pt idx="779">
                  <c:v>100.64640859442339</c:v>
                </c:pt>
                <c:pt idx="780">
                  <c:v>100.20524192001874</c:v>
                </c:pt>
                <c:pt idx="781">
                  <c:v>100.61954429262273</c:v>
                </c:pt>
                <c:pt idx="782">
                  <c:v>101.15018574553568</c:v>
                </c:pt>
                <c:pt idx="783">
                  <c:v>101.30542507500809</c:v>
                </c:pt>
                <c:pt idx="784">
                  <c:v>102.05838250324828</c:v>
                </c:pt>
                <c:pt idx="785">
                  <c:v>103.14828758159381</c:v>
                </c:pt>
                <c:pt idx="786">
                  <c:v>102.89127678944512</c:v>
                </c:pt>
                <c:pt idx="787">
                  <c:v>103.15193789686666</c:v>
                </c:pt>
                <c:pt idx="788">
                  <c:v>104.5536337290477</c:v>
                </c:pt>
                <c:pt idx="789">
                  <c:v>104.21612255100854</c:v>
                </c:pt>
                <c:pt idx="790">
                  <c:v>104.89868104184372</c:v>
                </c:pt>
                <c:pt idx="791">
                  <c:v>104.95672441902794</c:v>
                </c:pt>
                <c:pt idx="792">
                  <c:v>105.69251527244809</c:v>
                </c:pt>
                <c:pt idx="793">
                  <c:v>106.11481637736657</c:v>
                </c:pt>
                <c:pt idx="794">
                  <c:v>106.20150715966446</c:v>
                </c:pt>
                <c:pt idx="795">
                  <c:v>106.43809637236042</c:v>
                </c:pt>
                <c:pt idx="796">
                  <c:v>106.90900386428767</c:v>
                </c:pt>
                <c:pt idx="797">
                  <c:v>107.00154019754093</c:v>
                </c:pt>
                <c:pt idx="798">
                  <c:v>107.9060193530632</c:v>
                </c:pt>
                <c:pt idx="799">
                  <c:v>108.41350569550113</c:v>
                </c:pt>
                <c:pt idx="800">
                  <c:v>108.77010953637296</c:v>
                </c:pt>
                <c:pt idx="801">
                  <c:v>108.59299354785749</c:v>
                </c:pt>
                <c:pt idx="802">
                  <c:v>108.87891248192506</c:v>
                </c:pt>
                <c:pt idx="803">
                  <c:v>107.3664203292618</c:v>
                </c:pt>
                <c:pt idx="804">
                  <c:v>107.33647765098679</c:v>
                </c:pt>
                <c:pt idx="805">
                  <c:v>107.54100464750739</c:v>
                </c:pt>
                <c:pt idx="806">
                  <c:v>106.47300146079898</c:v>
                </c:pt>
                <c:pt idx="807">
                  <c:v>106.33244750106482</c:v>
                </c:pt>
                <c:pt idx="808">
                  <c:v>105.93828073851429</c:v>
                </c:pt>
                <c:pt idx="809">
                  <c:v>107.23220816149937</c:v>
                </c:pt>
                <c:pt idx="810">
                  <c:v>106.7791737570256</c:v>
                </c:pt>
                <c:pt idx="811">
                  <c:v>106.09398266554432</c:v>
                </c:pt>
                <c:pt idx="812">
                  <c:v>107.36621005764471</c:v>
                </c:pt>
                <c:pt idx="813">
                  <c:v>107.15029475034198</c:v>
                </c:pt>
                <c:pt idx="814">
                  <c:v>105.85417209167439</c:v>
                </c:pt>
                <c:pt idx="815">
                  <c:v>105.36251499657173</c:v>
                </c:pt>
                <c:pt idx="816">
                  <c:v>106.20121277940052</c:v>
                </c:pt>
                <c:pt idx="817">
                  <c:v>107.25019900105842</c:v>
                </c:pt>
                <c:pt idx="818">
                  <c:v>108.21492518031212</c:v>
                </c:pt>
                <c:pt idx="819">
                  <c:v>109.85816422448801</c:v>
                </c:pt>
                <c:pt idx="820">
                  <c:v>110.27980928196112</c:v>
                </c:pt>
                <c:pt idx="821">
                  <c:v>111.35814101050147</c:v>
                </c:pt>
                <c:pt idx="822">
                  <c:v>112.13167982462338</c:v>
                </c:pt>
                <c:pt idx="823">
                  <c:v>112.83462625145258</c:v>
                </c:pt>
                <c:pt idx="824">
                  <c:v>112.66626597307312</c:v>
                </c:pt>
                <c:pt idx="825">
                  <c:v>114.20102168455492</c:v>
                </c:pt>
                <c:pt idx="826">
                  <c:v>114.4612790704716</c:v>
                </c:pt>
                <c:pt idx="827">
                  <c:v>114.77772944334207</c:v>
                </c:pt>
                <c:pt idx="828">
                  <c:v>113.69250921662554</c:v>
                </c:pt>
                <c:pt idx="829">
                  <c:v>114.05844911729658</c:v>
                </c:pt>
                <c:pt idx="830">
                  <c:v>115.13524165759976</c:v>
                </c:pt>
                <c:pt idx="831">
                  <c:v>115.04036710396434</c:v>
                </c:pt>
                <c:pt idx="832">
                  <c:v>115.51814627233841</c:v>
                </c:pt>
                <c:pt idx="833">
                  <c:v>114.42253862773715</c:v>
                </c:pt>
                <c:pt idx="834">
                  <c:v>114.39113245900712</c:v>
                </c:pt>
                <c:pt idx="835">
                  <c:v>113.4676699818931</c:v>
                </c:pt>
                <c:pt idx="836">
                  <c:v>113.00289401032049</c:v>
                </c:pt>
                <c:pt idx="837">
                  <c:v>114.48089320691469</c:v>
                </c:pt>
                <c:pt idx="838">
                  <c:v>114.81039724177468</c:v>
                </c:pt>
                <c:pt idx="839">
                  <c:v>113.18706671430583</c:v>
                </c:pt>
                <c:pt idx="840">
                  <c:v>113.32564412083923</c:v>
                </c:pt>
                <c:pt idx="841">
                  <c:v>112.97438117904173</c:v>
                </c:pt>
                <c:pt idx="842">
                  <c:v>113.27479203295982</c:v>
                </c:pt>
                <c:pt idx="843">
                  <c:v>112.73033994023577</c:v>
                </c:pt>
                <c:pt idx="844">
                  <c:v>113.44738297627532</c:v>
                </c:pt>
                <c:pt idx="845">
                  <c:v>113.64610647616395</c:v>
                </c:pt>
                <c:pt idx="846">
                  <c:v>113.51318958156286</c:v>
                </c:pt>
                <c:pt idx="847">
                  <c:v>112.49337223862902</c:v>
                </c:pt>
                <c:pt idx="848">
                  <c:v>111.96767637415027</c:v>
                </c:pt>
                <c:pt idx="849">
                  <c:v>110.23736805876571</c:v>
                </c:pt>
                <c:pt idx="850">
                  <c:v>109.8192892079186</c:v>
                </c:pt>
                <c:pt idx="851">
                  <c:v>111.15442145699055</c:v>
                </c:pt>
                <c:pt idx="852">
                  <c:v>110.67558251966631</c:v>
                </c:pt>
                <c:pt idx="853">
                  <c:v>111.87272612273269</c:v>
                </c:pt>
                <c:pt idx="854">
                  <c:v>111.63770974173261</c:v>
                </c:pt>
                <c:pt idx="855">
                  <c:v>110.86902399653339</c:v>
                </c:pt>
                <c:pt idx="856">
                  <c:v>111.43988620436518</c:v>
                </c:pt>
                <c:pt idx="857">
                  <c:v>112.29760936310915</c:v>
                </c:pt>
                <c:pt idx="858">
                  <c:v>110.74712533466831</c:v>
                </c:pt>
                <c:pt idx="859">
                  <c:v>110.84808935433492</c:v>
                </c:pt>
                <c:pt idx="860">
                  <c:v>111.03841881126894</c:v>
                </c:pt>
                <c:pt idx="861">
                  <c:v>110.61273653874753</c:v>
                </c:pt>
                <c:pt idx="862">
                  <c:v>109.30933007126357</c:v>
                </c:pt>
                <c:pt idx="863">
                  <c:v>109.63802666311392</c:v>
                </c:pt>
                <c:pt idx="864">
                  <c:v>109.33475611520328</c:v>
                </c:pt>
                <c:pt idx="865">
                  <c:v>110.18674306423277</c:v>
                </c:pt>
                <c:pt idx="866">
                  <c:v>110.2187211717613</c:v>
                </c:pt>
                <c:pt idx="867">
                  <c:v>110.8129067073618</c:v>
                </c:pt>
                <c:pt idx="868">
                  <c:v>110.00856730676712</c:v>
                </c:pt>
                <c:pt idx="869">
                  <c:v>109.76116172208754</c:v>
                </c:pt>
                <c:pt idx="870">
                  <c:v>109.64534411538899</c:v>
                </c:pt>
                <c:pt idx="871">
                  <c:v>109.3003388569164</c:v>
                </c:pt>
                <c:pt idx="872">
                  <c:v>108.6962200901241</c:v>
                </c:pt>
                <c:pt idx="873">
                  <c:v>109.39755163093395</c:v>
                </c:pt>
                <c:pt idx="874">
                  <c:v>109.25151378742582</c:v>
                </c:pt>
                <c:pt idx="875">
                  <c:v>110.36112552172592</c:v>
                </c:pt>
                <c:pt idx="876">
                  <c:v>109.95517513775314</c:v>
                </c:pt>
                <c:pt idx="877">
                  <c:v>109.87897270371619</c:v>
                </c:pt>
                <c:pt idx="878">
                  <c:v>109.10012663397869</c:v>
                </c:pt>
                <c:pt idx="879">
                  <c:v>107.76062914613576</c:v>
                </c:pt>
                <c:pt idx="880">
                  <c:v>109.77422379494178</c:v>
                </c:pt>
                <c:pt idx="881">
                  <c:v>109.8969887758693</c:v>
                </c:pt>
                <c:pt idx="882">
                  <c:v>109.62798409068124</c:v>
                </c:pt>
                <c:pt idx="883">
                  <c:v>109.07352306898322</c:v>
                </c:pt>
                <c:pt idx="884">
                  <c:v>107.51591503815504</c:v>
                </c:pt>
                <c:pt idx="885">
                  <c:v>107.55283873411777</c:v>
                </c:pt>
                <c:pt idx="886">
                  <c:v>107.40532898928994</c:v>
                </c:pt>
                <c:pt idx="887">
                  <c:v>107.43523802410621</c:v>
                </c:pt>
                <c:pt idx="888">
                  <c:v>107.48378553506221</c:v>
                </c:pt>
                <c:pt idx="889">
                  <c:v>107.46409570083698</c:v>
                </c:pt>
                <c:pt idx="890">
                  <c:v>107.82497226096828</c:v>
                </c:pt>
                <c:pt idx="891">
                  <c:v>106.75246926165393</c:v>
                </c:pt>
                <c:pt idx="892">
                  <c:v>108.60571918612436</c:v>
                </c:pt>
                <c:pt idx="893">
                  <c:v>108.53051764498481</c:v>
                </c:pt>
                <c:pt idx="894">
                  <c:v>109.2759557601975</c:v>
                </c:pt>
                <c:pt idx="895">
                  <c:v>107.38034031031381</c:v>
                </c:pt>
                <c:pt idx="896">
                  <c:v>104.80812967265588</c:v>
                </c:pt>
                <c:pt idx="897">
                  <c:v>105.69751132607038</c:v>
                </c:pt>
                <c:pt idx="898">
                  <c:v>105.33391805664617</c:v>
                </c:pt>
                <c:pt idx="899">
                  <c:v>106.09397425467964</c:v>
                </c:pt>
                <c:pt idx="900">
                  <c:v>106.05008636275858</c:v>
                </c:pt>
                <c:pt idx="901">
                  <c:v>107.53928042024718</c:v>
                </c:pt>
                <c:pt idx="902">
                  <c:v>105.93119879045038</c:v>
                </c:pt>
                <c:pt idx="903">
                  <c:v>106.99476945147032</c:v>
                </c:pt>
                <c:pt idx="904">
                  <c:v>107.85124780224106</c:v>
                </c:pt>
                <c:pt idx="905">
                  <c:v>108.99917943604143</c:v>
                </c:pt>
                <c:pt idx="906">
                  <c:v>106.01239727810962</c:v>
                </c:pt>
                <c:pt idx="907">
                  <c:v>104.80965203916368</c:v>
                </c:pt>
                <c:pt idx="908">
                  <c:v>103.92469450057295</c:v>
                </c:pt>
                <c:pt idx="909">
                  <c:v>104.88183407988168</c:v>
                </c:pt>
                <c:pt idx="910">
                  <c:v>101.57959403111212</c:v>
                </c:pt>
                <c:pt idx="911">
                  <c:v>101.92951123456018</c:v>
                </c:pt>
                <c:pt idx="912">
                  <c:v>102.69846612742931</c:v>
                </c:pt>
                <c:pt idx="913">
                  <c:v>101.57512786196493</c:v>
                </c:pt>
                <c:pt idx="914">
                  <c:v>101.83664687758424</c:v>
                </c:pt>
                <c:pt idx="915">
                  <c:v>101.15688920468882</c:v>
                </c:pt>
                <c:pt idx="916">
                  <c:v>101.16874011302856</c:v>
                </c:pt>
                <c:pt idx="917">
                  <c:v>101.03584004015684</c:v>
                </c:pt>
                <c:pt idx="918">
                  <c:v>99.696233211073007</c:v>
                </c:pt>
                <c:pt idx="919">
                  <c:v>100.94847638868423</c:v>
                </c:pt>
                <c:pt idx="920">
                  <c:v>101.90827380123311</c:v>
                </c:pt>
                <c:pt idx="921">
                  <c:v>100.61455664986512</c:v>
                </c:pt>
                <c:pt idx="922">
                  <c:v>100.7458081932588</c:v>
                </c:pt>
                <c:pt idx="923">
                  <c:v>99.96857700954061</c:v>
                </c:pt>
                <c:pt idx="924">
                  <c:v>100.09511846871125</c:v>
                </c:pt>
                <c:pt idx="925">
                  <c:v>100.34049703500199</c:v>
                </c:pt>
                <c:pt idx="926">
                  <c:v>103.15942356643541</c:v>
                </c:pt>
                <c:pt idx="927">
                  <c:v>101.96839466199427</c:v>
                </c:pt>
                <c:pt idx="928">
                  <c:v>102.90724902148001</c:v>
                </c:pt>
                <c:pt idx="929">
                  <c:v>103.33180423813378</c:v>
                </c:pt>
                <c:pt idx="930">
                  <c:v>103.73820880879951</c:v>
                </c:pt>
                <c:pt idx="931">
                  <c:v>103.42989174207848</c:v>
                </c:pt>
                <c:pt idx="932">
                  <c:v>103.01906305658898</c:v>
                </c:pt>
                <c:pt idx="933">
                  <c:v>102.98846433086862</c:v>
                </c:pt>
                <c:pt idx="934">
                  <c:v>105.01931807400619</c:v>
                </c:pt>
                <c:pt idx="935">
                  <c:v>104.34140238047657</c:v>
                </c:pt>
                <c:pt idx="936">
                  <c:v>103.81708589780598</c:v>
                </c:pt>
                <c:pt idx="937">
                  <c:v>106.74462192490377</c:v>
                </c:pt>
                <c:pt idx="938">
                  <c:v>106.09039122632426</c:v>
                </c:pt>
                <c:pt idx="939">
                  <c:v>105.95204932400199</c:v>
                </c:pt>
                <c:pt idx="940">
                  <c:v>105.25980151705085</c:v>
                </c:pt>
                <c:pt idx="941">
                  <c:v>105.58500760005734</c:v>
                </c:pt>
                <c:pt idx="942">
                  <c:v>106.16592079118649</c:v>
                </c:pt>
                <c:pt idx="943">
                  <c:v>104.81569104000678</c:v>
                </c:pt>
                <c:pt idx="944">
                  <c:v>105.61675020337471</c:v>
                </c:pt>
                <c:pt idx="945">
                  <c:v>106.41565618538354</c:v>
                </c:pt>
                <c:pt idx="946">
                  <c:v>104.61451156763042</c:v>
                </c:pt>
                <c:pt idx="947">
                  <c:v>105.00979697518392</c:v>
                </c:pt>
                <c:pt idx="948">
                  <c:v>107.84292104620391</c:v>
                </c:pt>
                <c:pt idx="949">
                  <c:v>108.12345702687372</c:v>
                </c:pt>
                <c:pt idx="950">
                  <c:v>108.10628204118902</c:v>
                </c:pt>
                <c:pt idx="951">
                  <c:v>107.07770898811916</c:v>
                </c:pt>
                <c:pt idx="952">
                  <c:v>107.32312119786862</c:v>
                </c:pt>
                <c:pt idx="953">
                  <c:v>106.9256910198207</c:v>
                </c:pt>
                <c:pt idx="954">
                  <c:v>105.47340383656547</c:v>
                </c:pt>
                <c:pt idx="955">
                  <c:v>105.95965274567631</c:v>
                </c:pt>
                <c:pt idx="956">
                  <c:v>104.94127366060344</c:v>
                </c:pt>
                <c:pt idx="957">
                  <c:v>104.96671652627252</c:v>
                </c:pt>
                <c:pt idx="958">
                  <c:v>103.28465293071534</c:v>
                </c:pt>
                <c:pt idx="959">
                  <c:v>103.49304051412588</c:v>
                </c:pt>
                <c:pt idx="960">
                  <c:v>103.75436607985746</c:v>
                </c:pt>
                <c:pt idx="961">
                  <c:v>105.16493537428012</c:v>
                </c:pt>
                <c:pt idx="962">
                  <c:v>104.73156557143751</c:v>
                </c:pt>
                <c:pt idx="963">
                  <c:v>103.88036083282364</c:v>
                </c:pt>
                <c:pt idx="964">
                  <c:v>104.17991377854395</c:v>
                </c:pt>
                <c:pt idx="965">
                  <c:v>105.67167314976116</c:v>
                </c:pt>
                <c:pt idx="966">
                  <c:v>108.4640634031166</c:v>
                </c:pt>
                <c:pt idx="967">
                  <c:v>110.0426733630607</c:v>
                </c:pt>
                <c:pt idx="968">
                  <c:v>110.58161633941677</c:v>
                </c:pt>
                <c:pt idx="969">
                  <c:v>111.45106424353021</c:v>
                </c:pt>
                <c:pt idx="970">
                  <c:v>110.98548082894791</c:v>
                </c:pt>
                <c:pt idx="971">
                  <c:v>111.31348772989416</c:v>
                </c:pt>
                <c:pt idx="972">
                  <c:v>110.45268619467586</c:v>
                </c:pt>
                <c:pt idx="973">
                  <c:v>111.08034697171864</c:v>
                </c:pt>
                <c:pt idx="974">
                  <c:v>111.46046759024689</c:v>
                </c:pt>
                <c:pt idx="975">
                  <c:v>111.98961190924609</c:v>
                </c:pt>
                <c:pt idx="976">
                  <c:v>110.94113875033392</c:v>
                </c:pt>
                <c:pt idx="977">
                  <c:v>109.55953647388293</c:v>
                </c:pt>
                <c:pt idx="978">
                  <c:v>110.30621098620416</c:v>
                </c:pt>
                <c:pt idx="979">
                  <c:v>110.34241975866874</c:v>
                </c:pt>
                <c:pt idx="980">
                  <c:v>110.300626172054</c:v>
                </c:pt>
                <c:pt idx="981">
                  <c:v>107.03329962258768</c:v>
                </c:pt>
                <c:pt idx="982">
                  <c:v>105.63044309108025</c:v>
                </c:pt>
                <c:pt idx="983">
                  <c:v>104.23743568211776</c:v>
                </c:pt>
                <c:pt idx="984">
                  <c:v>107.48742743947038</c:v>
                </c:pt>
                <c:pt idx="985">
                  <c:v>106.27527044294305</c:v>
                </c:pt>
                <c:pt idx="986">
                  <c:v>107.39193889271303</c:v>
                </c:pt>
                <c:pt idx="987">
                  <c:v>108.88193198234661</c:v>
                </c:pt>
                <c:pt idx="988">
                  <c:v>108.70654863195604</c:v>
                </c:pt>
                <c:pt idx="989">
                  <c:v>107.92559984604753</c:v>
                </c:pt>
                <c:pt idx="990">
                  <c:v>109.04688586052903</c:v>
                </c:pt>
                <c:pt idx="991">
                  <c:v>109.73182462606978</c:v>
                </c:pt>
                <c:pt idx="992">
                  <c:v>111.20514738189969</c:v>
                </c:pt>
                <c:pt idx="993">
                  <c:v>113.19377858432364</c:v>
                </c:pt>
                <c:pt idx="994">
                  <c:v>113.32738516982882</c:v>
                </c:pt>
                <c:pt idx="995">
                  <c:v>113.5600380978527</c:v>
                </c:pt>
                <c:pt idx="996">
                  <c:v>113.62488586456624</c:v>
                </c:pt>
                <c:pt idx="997">
                  <c:v>113.6030007946585</c:v>
                </c:pt>
                <c:pt idx="998">
                  <c:v>113.65927789025908</c:v>
                </c:pt>
                <c:pt idx="999">
                  <c:v>112.27766720294342</c:v>
                </c:pt>
                <c:pt idx="1000">
                  <c:v>112.29834951920134</c:v>
                </c:pt>
                <c:pt idx="1001">
                  <c:v>112.19884898998971</c:v>
                </c:pt>
                <c:pt idx="1002">
                  <c:v>114.58280765429059</c:v>
                </c:pt>
                <c:pt idx="1003">
                  <c:v>114.81829504371295</c:v>
                </c:pt>
                <c:pt idx="1004">
                  <c:v>114.86144277954182</c:v>
                </c:pt>
                <c:pt idx="1005">
                  <c:v>116.8799914276467</c:v>
                </c:pt>
                <c:pt idx="1006">
                  <c:v>116.42557764136477</c:v>
                </c:pt>
                <c:pt idx="1007">
                  <c:v>117.19226160076923</c:v>
                </c:pt>
                <c:pt idx="1008">
                  <c:v>117.06863030077928</c:v>
                </c:pt>
                <c:pt idx="1009">
                  <c:v>117.44629494681979</c:v>
                </c:pt>
                <c:pt idx="1010">
                  <c:v>117.84431388539558</c:v>
                </c:pt>
                <c:pt idx="1011">
                  <c:v>115.97007044267389</c:v>
                </c:pt>
                <c:pt idx="1012">
                  <c:v>115.45811793108878</c:v>
                </c:pt>
                <c:pt idx="1013">
                  <c:v>115.92214533570453</c:v>
                </c:pt>
                <c:pt idx="1014">
                  <c:v>116.18443815087478</c:v>
                </c:pt>
                <c:pt idx="1015">
                  <c:v>117.36624033675758</c:v>
                </c:pt>
                <c:pt idx="1016">
                  <c:v>116.81665761657626</c:v>
                </c:pt>
                <c:pt idx="1017">
                  <c:v>116.5188204872515</c:v>
                </c:pt>
                <c:pt idx="1018">
                  <c:v>115.25123589245666</c:v>
                </c:pt>
                <c:pt idx="1019">
                  <c:v>115.04940037263495</c:v>
                </c:pt>
                <c:pt idx="1020">
                  <c:v>115.68829806489555</c:v>
                </c:pt>
                <c:pt idx="1021">
                  <c:v>115.23017508728795</c:v>
                </c:pt>
                <c:pt idx="1022">
                  <c:v>114.58656731080433</c:v>
                </c:pt>
                <c:pt idx="1023">
                  <c:v>114.47363463069239</c:v>
                </c:pt>
                <c:pt idx="1024">
                  <c:v>114.13491228813874</c:v>
                </c:pt>
                <c:pt idx="1025">
                  <c:v>114.75453227854362</c:v>
                </c:pt>
                <c:pt idx="1026">
                  <c:v>115.3365388820817</c:v>
                </c:pt>
                <c:pt idx="1027">
                  <c:v>115.90149666290533</c:v>
                </c:pt>
                <c:pt idx="1028">
                  <c:v>115.40768638644357</c:v>
                </c:pt>
                <c:pt idx="1029">
                  <c:v>117.12626154559395</c:v>
                </c:pt>
                <c:pt idx="1030">
                  <c:v>116.77646209425147</c:v>
                </c:pt>
                <c:pt idx="1031">
                  <c:v>116.67268884578043</c:v>
                </c:pt>
                <c:pt idx="1032">
                  <c:v>115.32626921630253</c:v>
                </c:pt>
                <c:pt idx="1033">
                  <c:v>114.85077780312253</c:v>
                </c:pt>
                <c:pt idx="1034">
                  <c:v>115.36729741423103</c:v>
                </c:pt>
                <c:pt idx="1035">
                  <c:v>114.19203047020771</c:v>
                </c:pt>
                <c:pt idx="1036">
                  <c:v>115.32463750855386</c:v>
                </c:pt>
                <c:pt idx="1037">
                  <c:v>115.11596395574405</c:v>
                </c:pt>
                <c:pt idx="1038">
                  <c:v>116.78872513496074</c:v>
                </c:pt>
                <c:pt idx="1039">
                  <c:v>117.37313724579845</c:v>
                </c:pt>
                <c:pt idx="1040">
                  <c:v>116.95385564130152</c:v>
                </c:pt>
                <c:pt idx="1041">
                  <c:v>118.5325160664337</c:v>
                </c:pt>
                <c:pt idx="1042">
                  <c:v>118.81486879387528</c:v>
                </c:pt>
                <c:pt idx="1043">
                  <c:v>117.32289915104099</c:v>
                </c:pt>
                <c:pt idx="1044">
                  <c:v>117.16574214442061</c:v>
                </c:pt>
                <c:pt idx="1045">
                  <c:v>115.63323213380946</c:v>
                </c:pt>
                <c:pt idx="1046">
                  <c:v>115.01290563077112</c:v>
                </c:pt>
                <c:pt idx="1047">
                  <c:v>114.54530360866467</c:v>
                </c:pt>
                <c:pt idx="1048">
                  <c:v>113.79814967705644</c:v>
                </c:pt>
                <c:pt idx="1049">
                  <c:v>113.75702895961642</c:v>
                </c:pt>
                <c:pt idx="1050">
                  <c:v>113.97646000835704</c:v>
                </c:pt>
                <c:pt idx="1051">
                  <c:v>114.02166840603348</c:v>
                </c:pt>
                <c:pt idx="1052">
                  <c:v>112.18544207168343</c:v>
                </c:pt>
                <c:pt idx="1053">
                  <c:v>112.84581270148227</c:v>
                </c:pt>
                <c:pt idx="1054">
                  <c:v>112.735630374122</c:v>
                </c:pt>
                <c:pt idx="1055">
                  <c:v>113.85642014758712</c:v>
                </c:pt>
                <c:pt idx="1056">
                  <c:v>112.54375331808612</c:v>
                </c:pt>
                <c:pt idx="1057">
                  <c:v>112.30538100207716</c:v>
                </c:pt>
                <c:pt idx="1058">
                  <c:v>111.13213266557797</c:v>
                </c:pt>
                <c:pt idx="1059">
                  <c:v>111.63377345706051</c:v>
                </c:pt>
                <c:pt idx="1060">
                  <c:v>112.696957218305</c:v>
                </c:pt>
                <c:pt idx="1061">
                  <c:v>111.92425949065148</c:v>
                </c:pt>
                <c:pt idx="1062">
                  <c:v>111.39129663908578</c:v>
                </c:pt>
                <c:pt idx="1063">
                  <c:v>111.84027700678186</c:v>
                </c:pt>
                <c:pt idx="1064">
                  <c:v>111.9917566797405</c:v>
                </c:pt>
                <c:pt idx="1065">
                  <c:v>113.15777167261147</c:v>
                </c:pt>
                <c:pt idx="1066">
                  <c:v>114.83152533386085</c:v>
                </c:pt>
                <c:pt idx="1067">
                  <c:v>114.31479545113524</c:v>
                </c:pt>
                <c:pt idx="1068">
                  <c:v>114.07079626665268</c:v>
                </c:pt>
                <c:pt idx="1069">
                  <c:v>115.99733005511472</c:v>
                </c:pt>
                <c:pt idx="1070">
                  <c:v>114.96585525372888</c:v>
                </c:pt>
                <c:pt idx="1071">
                  <c:v>114.68700144599586</c:v>
                </c:pt>
                <c:pt idx="1072">
                  <c:v>114.67437673810518</c:v>
                </c:pt>
                <c:pt idx="1073">
                  <c:v>115.49937322236377</c:v>
                </c:pt>
                <c:pt idx="1074">
                  <c:v>113.06915480230094</c:v>
                </c:pt>
                <c:pt idx="1075">
                  <c:v>113.2661372532</c:v>
                </c:pt>
                <c:pt idx="1076">
                  <c:v>113.13525578785243</c:v>
                </c:pt>
                <c:pt idx="1077">
                  <c:v>116.04314403504841</c:v>
                </c:pt>
                <c:pt idx="1078">
                  <c:v>116.09110278547654</c:v>
                </c:pt>
                <c:pt idx="1079">
                  <c:v>115.87765186152623</c:v>
                </c:pt>
                <c:pt idx="1080">
                  <c:v>117.08412311352717</c:v>
                </c:pt>
                <c:pt idx="1081">
                  <c:v>118.63457349850928</c:v>
                </c:pt>
                <c:pt idx="1082">
                  <c:v>118.94834921641021</c:v>
                </c:pt>
                <c:pt idx="1083">
                  <c:v>118.83122792568564</c:v>
                </c:pt>
                <c:pt idx="1084">
                  <c:v>118.03400411661362</c:v>
                </c:pt>
                <c:pt idx="1085">
                  <c:v>117.63740661416942</c:v>
                </c:pt>
                <c:pt idx="1086">
                  <c:v>118.58751471060233</c:v>
                </c:pt>
                <c:pt idx="1087">
                  <c:v>119.97269160454404</c:v>
                </c:pt>
                <c:pt idx="1088">
                  <c:v>119.25897927091933</c:v>
                </c:pt>
                <c:pt idx="1089">
                  <c:v>119.11322739681047</c:v>
                </c:pt>
                <c:pt idx="1090">
                  <c:v>119.72756536419382</c:v>
                </c:pt>
                <c:pt idx="1091">
                  <c:v>120.40223446395541</c:v>
                </c:pt>
                <c:pt idx="1092">
                  <c:v>119.66270077575086</c:v>
                </c:pt>
                <c:pt idx="1093">
                  <c:v>120.73508602295963</c:v>
                </c:pt>
                <c:pt idx="1094">
                  <c:v>121.16838012802009</c:v>
                </c:pt>
                <c:pt idx="1095">
                  <c:v>122.45683207809589</c:v>
                </c:pt>
                <c:pt idx="1096">
                  <c:v>122.3776521979608</c:v>
                </c:pt>
                <c:pt idx="1097">
                  <c:v>122.68517023253685</c:v>
                </c:pt>
                <c:pt idx="1098">
                  <c:v>122.04942661453276</c:v>
                </c:pt>
                <c:pt idx="1099">
                  <c:v>123.1560356701407</c:v>
                </c:pt>
                <c:pt idx="1100">
                  <c:v>123.21222865709443</c:v>
                </c:pt>
                <c:pt idx="1101">
                  <c:v>122.21510382707802</c:v>
                </c:pt>
                <c:pt idx="1102">
                  <c:v>122.33321759983528</c:v>
                </c:pt>
                <c:pt idx="1103">
                  <c:v>123.08190230881598</c:v>
                </c:pt>
                <c:pt idx="1104">
                  <c:v>122.99797870099913</c:v>
                </c:pt>
                <c:pt idx="1105">
                  <c:v>122.39267400228641</c:v>
                </c:pt>
                <c:pt idx="1106">
                  <c:v>121.07409433491257</c:v>
                </c:pt>
                <c:pt idx="1107">
                  <c:v>121.2852154493454</c:v>
                </c:pt>
                <c:pt idx="1108">
                  <c:v>120.78681284076617</c:v>
                </c:pt>
                <c:pt idx="1109">
                  <c:v>118.8929804941955</c:v>
                </c:pt>
                <c:pt idx="1110">
                  <c:v>119.55655566343891</c:v>
                </c:pt>
                <c:pt idx="1111">
                  <c:v>119.18884107031954</c:v>
                </c:pt>
                <c:pt idx="1112">
                  <c:v>118.3243303437756</c:v>
                </c:pt>
                <c:pt idx="1113">
                  <c:v>119.25206554014908</c:v>
                </c:pt>
                <c:pt idx="1114">
                  <c:v>119.16764569131588</c:v>
                </c:pt>
                <c:pt idx="1115">
                  <c:v>119.94200877017683</c:v>
                </c:pt>
                <c:pt idx="1116">
                  <c:v>119.60251262807222</c:v>
                </c:pt>
                <c:pt idx="1117">
                  <c:v>120.61064727996001</c:v>
                </c:pt>
                <c:pt idx="1118">
                  <c:v>121.54483360954613</c:v>
                </c:pt>
                <c:pt idx="1119">
                  <c:v>121.18806996224531</c:v>
                </c:pt>
                <c:pt idx="1120">
                  <c:v>121.85054330821514</c:v>
                </c:pt>
                <c:pt idx="1121">
                  <c:v>122.56394443984652</c:v>
                </c:pt>
                <c:pt idx="1122">
                  <c:v>122.94346788698221</c:v>
                </c:pt>
                <c:pt idx="1123">
                  <c:v>123.61372128278471</c:v>
                </c:pt>
                <c:pt idx="1124">
                  <c:v>124.00045284095459</c:v>
                </c:pt>
                <c:pt idx="1125">
                  <c:v>125.01314618150109</c:v>
                </c:pt>
                <c:pt idx="1126">
                  <c:v>125.13702980743157</c:v>
                </c:pt>
                <c:pt idx="1127">
                  <c:v>125.7764321515732</c:v>
                </c:pt>
                <c:pt idx="1128">
                  <c:v>126.54502537726093</c:v>
                </c:pt>
                <c:pt idx="1129">
                  <c:v>126.75526335090197</c:v>
                </c:pt>
                <c:pt idx="1130">
                  <c:v>128.93387916480788</c:v>
                </c:pt>
                <c:pt idx="1131">
                  <c:v>128.97104677584642</c:v>
                </c:pt>
                <c:pt idx="1132">
                  <c:v>129.58075035678888</c:v>
                </c:pt>
                <c:pt idx="1133">
                  <c:v>130.58482256103429</c:v>
                </c:pt>
                <c:pt idx="1134">
                  <c:v>132.68021286889211</c:v>
                </c:pt>
                <c:pt idx="1135">
                  <c:v>132.58289916449834</c:v>
                </c:pt>
                <c:pt idx="1136">
                  <c:v>132.18719321371066</c:v>
                </c:pt>
                <c:pt idx="1137">
                  <c:v>132.6718777019903</c:v>
                </c:pt>
                <c:pt idx="1138">
                  <c:v>132.04462905731702</c:v>
                </c:pt>
                <c:pt idx="1139">
                  <c:v>131.64864554799476</c:v>
                </c:pt>
                <c:pt idx="1140">
                  <c:v>130.6885705769113</c:v>
                </c:pt>
                <c:pt idx="1141">
                  <c:v>130.17503682276558</c:v>
                </c:pt>
                <c:pt idx="1142">
                  <c:v>130.60185456201935</c:v>
                </c:pt>
                <c:pt idx="1143">
                  <c:v>131.13394268365795</c:v>
                </c:pt>
                <c:pt idx="1144">
                  <c:v>133.35841453182098</c:v>
                </c:pt>
                <c:pt idx="1145">
                  <c:v>133.19425127491888</c:v>
                </c:pt>
                <c:pt idx="1146">
                  <c:v>133.7934160424123</c:v>
                </c:pt>
                <c:pt idx="1147">
                  <c:v>133.40557425010414</c:v>
                </c:pt>
                <c:pt idx="1148">
                  <c:v>135.49251163895457</c:v>
                </c:pt>
                <c:pt idx="1149">
                  <c:v>136.05009309145032</c:v>
                </c:pt>
                <c:pt idx="1150">
                  <c:v>138.32138822330913</c:v>
                </c:pt>
                <c:pt idx="1151">
                  <c:v>132.36123923661646</c:v>
                </c:pt>
                <c:pt idx="1152">
                  <c:v>133.04930684381966</c:v>
                </c:pt>
                <c:pt idx="1153">
                  <c:v>132.87579070538894</c:v>
                </c:pt>
                <c:pt idx="1154">
                  <c:v>133.79580472798256</c:v>
                </c:pt>
                <c:pt idx="1155">
                  <c:v>133.89179792662094</c:v>
                </c:pt>
                <c:pt idx="1156">
                  <c:v>135.21841838063267</c:v>
                </c:pt>
                <c:pt idx="1157">
                  <c:v>136.66119287593034</c:v>
                </c:pt>
                <c:pt idx="1158">
                  <c:v>133.37770905540606</c:v>
                </c:pt>
                <c:pt idx="1159">
                  <c:v>132.32582949629688</c:v>
                </c:pt>
                <c:pt idx="1160">
                  <c:v>132.82718431838018</c:v>
                </c:pt>
                <c:pt idx="1161">
                  <c:v>133.28951272832973</c:v>
                </c:pt>
                <c:pt idx="1162">
                  <c:v>133.01080190529635</c:v>
                </c:pt>
                <c:pt idx="1163">
                  <c:v>134.95722738873602</c:v>
                </c:pt>
                <c:pt idx="1164">
                  <c:v>135.32798671487103</c:v>
                </c:pt>
                <c:pt idx="1165">
                  <c:v>134.98621963930174</c:v>
                </c:pt>
                <c:pt idx="1166">
                  <c:v>135.52036842278793</c:v>
                </c:pt>
                <c:pt idx="1167">
                  <c:v>135.02691981350759</c:v>
                </c:pt>
                <c:pt idx="1168">
                  <c:v>136.1464647789995</c:v>
                </c:pt>
                <c:pt idx="1169">
                  <c:v>137.65547483368357</c:v>
                </c:pt>
                <c:pt idx="1170">
                  <c:v>136.23518257968621</c:v>
                </c:pt>
                <c:pt idx="1171">
                  <c:v>137.04366853657012</c:v>
                </c:pt>
                <c:pt idx="1172">
                  <c:v>137.40855707915566</c:v>
                </c:pt>
                <c:pt idx="1173">
                  <c:v>137.2235516995666</c:v>
                </c:pt>
                <c:pt idx="1174">
                  <c:v>136.23334060032042</c:v>
                </c:pt>
                <c:pt idx="1175">
                  <c:v>138.90204908849779</c:v>
                </c:pt>
                <c:pt idx="1176">
                  <c:v>139.25727354756143</c:v>
                </c:pt>
                <c:pt idx="1177">
                  <c:v>138.61103317043174</c:v>
                </c:pt>
                <c:pt idx="1178">
                  <c:v>138.65249032245907</c:v>
                </c:pt>
                <c:pt idx="1179">
                  <c:v>139.85325059733961</c:v>
                </c:pt>
                <c:pt idx="1180">
                  <c:v>144.51267618238253</c:v>
                </c:pt>
                <c:pt idx="1181">
                  <c:v>147.68582627998222</c:v>
                </c:pt>
                <c:pt idx="1182">
                  <c:v>150.43549775160767</c:v>
                </c:pt>
                <c:pt idx="1183">
                  <c:v>150.31954557107417</c:v>
                </c:pt>
                <c:pt idx="1184">
                  <c:v>153.00971858592507</c:v>
                </c:pt>
                <c:pt idx="1185">
                  <c:v>155.34114298940972</c:v>
                </c:pt>
                <c:pt idx="1186">
                  <c:v>154.03131903217189</c:v>
                </c:pt>
                <c:pt idx="1187">
                  <c:v>152.54272214607587</c:v>
                </c:pt>
                <c:pt idx="1188">
                  <c:v>153.74505525265229</c:v>
                </c:pt>
                <c:pt idx="1189">
                  <c:v>156.16825060070397</c:v>
                </c:pt>
                <c:pt idx="1190">
                  <c:v>152.83233344973971</c:v>
                </c:pt>
                <c:pt idx="1191">
                  <c:v>153.18476550172826</c:v>
                </c:pt>
                <c:pt idx="1192">
                  <c:v>153.87658435458053</c:v>
                </c:pt>
                <c:pt idx="1193">
                  <c:v>156.64491112407507</c:v>
                </c:pt>
                <c:pt idx="1194">
                  <c:v>156.38264354149888</c:v>
                </c:pt>
                <c:pt idx="1195">
                  <c:v>159.55336289920487</c:v>
                </c:pt>
                <c:pt idx="1196">
                  <c:v>157.92779508173007</c:v>
                </c:pt>
                <c:pt idx="1197">
                  <c:v>156.83259956949831</c:v>
                </c:pt>
                <c:pt idx="1198">
                  <c:v>156.45580124252021</c:v>
                </c:pt>
                <c:pt idx="1199">
                  <c:v>158.57374948946051</c:v>
                </c:pt>
                <c:pt idx="1200">
                  <c:v>160.25592242625859</c:v>
                </c:pt>
                <c:pt idx="1201">
                  <c:v>158.84211494893259</c:v>
                </c:pt>
                <c:pt idx="1202">
                  <c:v>161.05998426831869</c:v>
                </c:pt>
                <c:pt idx="1203">
                  <c:v>160.85565072168583</c:v>
                </c:pt>
                <c:pt idx="1204">
                  <c:v>160.65173771828717</c:v>
                </c:pt>
                <c:pt idx="1205">
                  <c:v>158.78617428791938</c:v>
                </c:pt>
                <c:pt idx="1206">
                  <c:v>159.22357289494562</c:v>
                </c:pt>
                <c:pt idx="1207">
                  <c:v>154.00702845496454</c:v>
                </c:pt>
                <c:pt idx="1208">
                  <c:v>155.90920437930174</c:v>
                </c:pt>
                <c:pt idx="1209">
                  <c:v>151.78569385932863</c:v>
                </c:pt>
                <c:pt idx="1210">
                  <c:v>150.86132300882872</c:v>
                </c:pt>
                <c:pt idx="1211">
                  <c:v>152.16546122154017</c:v>
                </c:pt>
                <c:pt idx="1212">
                  <c:v>154.29478936839789</c:v>
                </c:pt>
                <c:pt idx="1213">
                  <c:v>154.73413088516614</c:v>
                </c:pt>
                <c:pt idx="1214">
                  <c:v>150.79375853282224</c:v>
                </c:pt>
                <c:pt idx="1215">
                  <c:v>149.42179510729909</c:v>
                </c:pt>
                <c:pt idx="1216">
                  <c:v>151.29079858132263</c:v>
                </c:pt>
                <c:pt idx="1217">
                  <c:v>151.74018267052355</c:v>
                </c:pt>
                <c:pt idx="1218">
                  <c:v>151.09269748542062</c:v>
                </c:pt>
                <c:pt idx="1219">
                  <c:v>151.62317913190458</c:v>
                </c:pt>
                <c:pt idx="1220">
                  <c:v>148.21575280939703</c:v>
                </c:pt>
                <c:pt idx="1221">
                  <c:v>153.02048449272056</c:v>
                </c:pt>
                <c:pt idx="1222">
                  <c:v>153.50596801314518</c:v>
                </c:pt>
                <c:pt idx="1223">
                  <c:v>155.95785282063395</c:v>
                </c:pt>
                <c:pt idx="1224">
                  <c:v>153.69397607142642</c:v>
                </c:pt>
                <c:pt idx="1225">
                  <c:v>152.7049340823713</c:v>
                </c:pt>
                <c:pt idx="1226">
                  <c:v>153.51022391067528</c:v>
                </c:pt>
                <c:pt idx="1227">
                  <c:v>157.67161696518508</c:v>
                </c:pt>
                <c:pt idx="1228">
                  <c:v>158.0846492972218</c:v>
                </c:pt>
                <c:pt idx="1229">
                  <c:v>158.16800937710482</c:v>
                </c:pt>
                <c:pt idx="1230">
                  <c:v>158.26048683430531</c:v>
                </c:pt>
                <c:pt idx="1231">
                  <c:v>158.3420217565519</c:v>
                </c:pt>
                <c:pt idx="1232">
                  <c:v>161.657794886598</c:v>
                </c:pt>
                <c:pt idx="1233">
                  <c:v>164.12057176385252</c:v>
                </c:pt>
                <c:pt idx="1234">
                  <c:v>165.96643694913041</c:v>
                </c:pt>
                <c:pt idx="1235">
                  <c:v>166.53571791440163</c:v>
                </c:pt>
                <c:pt idx="1236">
                  <c:v>167.08799211128181</c:v>
                </c:pt>
                <c:pt idx="1237">
                  <c:v>166.31442806456585</c:v>
                </c:pt>
                <c:pt idx="1238">
                  <c:v>165.54145277837776</c:v>
                </c:pt>
                <c:pt idx="1239">
                  <c:v>164.62880667324734</c:v>
                </c:pt>
                <c:pt idx="1240">
                  <c:v>164.96402168522778</c:v>
                </c:pt>
                <c:pt idx="1241">
                  <c:v>162.23629415956285</c:v>
                </c:pt>
                <c:pt idx="1242">
                  <c:v>160.96580781645207</c:v>
                </c:pt>
                <c:pt idx="1243">
                  <c:v>160.43305523650344</c:v>
                </c:pt>
                <c:pt idx="1244">
                  <c:v>159.45215496446241</c:v>
                </c:pt>
                <c:pt idx="1245">
                  <c:v>158.6446278461525</c:v>
                </c:pt>
                <c:pt idx="1246">
                  <c:v>155.39107829303856</c:v>
                </c:pt>
                <c:pt idx="1247">
                  <c:v>157.55033229644195</c:v>
                </c:pt>
                <c:pt idx="1248">
                  <c:v>156.10574946523724</c:v>
                </c:pt>
                <c:pt idx="1249">
                  <c:v>157.07611092382919</c:v>
                </c:pt>
                <c:pt idx="1250">
                  <c:v>157.86424258817783</c:v>
                </c:pt>
                <c:pt idx="1251">
                  <c:v>154.1023992496163</c:v>
                </c:pt>
                <c:pt idx="1252">
                  <c:v>154.8509914390855</c:v>
                </c:pt>
                <c:pt idx="1253">
                  <c:v>153.00108903875929</c:v>
                </c:pt>
                <c:pt idx="1254">
                  <c:v>151.68349344255347</c:v>
                </c:pt>
                <c:pt idx="1255">
                  <c:v>148.95497529560825</c:v>
                </c:pt>
                <c:pt idx="1256">
                  <c:v>150.02111127035681</c:v>
                </c:pt>
                <c:pt idx="1257">
                  <c:v>149.111030478955</c:v>
                </c:pt>
                <c:pt idx="1258">
                  <c:v>148.85196743582341</c:v>
                </c:pt>
                <c:pt idx="1259">
                  <c:v>146.58359087400996</c:v>
                </c:pt>
                <c:pt idx="1260">
                  <c:v>149.17150459603289</c:v>
                </c:pt>
                <c:pt idx="1261">
                  <c:v>149.4188933589831</c:v>
                </c:pt>
                <c:pt idx="1262">
                  <c:v>148.20751857287141</c:v>
                </c:pt>
                <c:pt idx="1263">
                  <c:v>149.55839596063177</c:v>
                </c:pt>
                <c:pt idx="1264">
                  <c:v>148.52664360071137</c:v>
                </c:pt>
                <c:pt idx="1265">
                  <c:v>147.81621150431343</c:v>
                </c:pt>
                <c:pt idx="1266">
                  <c:v>147.24346526279243</c:v>
                </c:pt>
                <c:pt idx="1267">
                  <c:v>146.17030621603271</c:v>
                </c:pt>
                <c:pt idx="1268">
                  <c:v>144.83295349868422</c:v>
                </c:pt>
                <c:pt idx="1269">
                  <c:v>146.5152778310466</c:v>
                </c:pt>
                <c:pt idx="1270">
                  <c:v>143.26278804688283</c:v>
                </c:pt>
                <c:pt idx="1271">
                  <c:v>142.15969473271281</c:v>
                </c:pt>
                <c:pt idx="1272">
                  <c:v>141.86497803418578</c:v>
                </c:pt>
                <c:pt idx="1273">
                  <c:v>142.82754262121571</c:v>
                </c:pt>
                <c:pt idx="1274">
                  <c:v>141.82337789745878</c:v>
                </c:pt>
                <c:pt idx="1275">
                  <c:v>144.24400793178182</c:v>
                </c:pt>
                <c:pt idx="1276">
                  <c:v>143.93736462713292</c:v>
                </c:pt>
                <c:pt idx="1277">
                  <c:v>143.33385985346254</c:v>
                </c:pt>
                <c:pt idx="1278">
                  <c:v>142.68903250159974</c:v>
                </c:pt>
                <c:pt idx="1279">
                  <c:v>141.68432107163838</c:v>
                </c:pt>
                <c:pt idx="1280">
                  <c:v>141.53597024034215</c:v>
                </c:pt>
                <c:pt idx="1281">
                  <c:v>141.58312154776058</c:v>
                </c:pt>
                <c:pt idx="1282">
                  <c:v>143.29622123400171</c:v>
                </c:pt>
                <c:pt idx="1283">
                  <c:v>144.04351815030955</c:v>
                </c:pt>
                <c:pt idx="1284">
                  <c:v>143.41084449791512</c:v>
                </c:pt>
                <c:pt idx="1285">
                  <c:v>144.65862991724381</c:v>
                </c:pt>
                <c:pt idx="1286">
                  <c:v>145.75619729331646</c:v>
                </c:pt>
                <c:pt idx="1287">
                  <c:v>145.6806761393189</c:v>
                </c:pt>
                <c:pt idx="1288">
                  <c:v>144.68715957025191</c:v>
                </c:pt>
                <c:pt idx="1289">
                  <c:v>144.40496664923936</c:v>
                </c:pt>
                <c:pt idx="1290">
                  <c:v>145.32932908887457</c:v>
                </c:pt>
                <c:pt idx="1291">
                  <c:v>146.40814864756661</c:v>
                </c:pt>
                <c:pt idx="1292">
                  <c:v>145.04332604616019</c:v>
                </c:pt>
                <c:pt idx="1293">
                  <c:v>144.68426623280064</c:v>
                </c:pt>
                <c:pt idx="1294">
                  <c:v>143.53430758061143</c:v>
                </c:pt>
                <c:pt idx="1295">
                  <c:v>145.29105965456242</c:v>
                </c:pt>
                <c:pt idx="1296">
                  <c:v>149.60099699025619</c:v>
                </c:pt>
                <c:pt idx="1297">
                  <c:v>147.81176215689561</c:v>
                </c:pt>
                <c:pt idx="1298">
                  <c:v>148.5704389731209</c:v>
                </c:pt>
                <c:pt idx="1299">
                  <c:v>148.04038628073582</c:v>
                </c:pt>
                <c:pt idx="1300">
                  <c:v>146.20208246280885</c:v>
                </c:pt>
                <c:pt idx="1301">
                  <c:v>146.10856205838755</c:v>
                </c:pt>
                <c:pt idx="1302">
                  <c:v>145.82029649307316</c:v>
                </c:pt>
                <c:pt idx="1303">
                  <c:v>145.78185884146731</c:v>
                </c:pt>
                <c:pt idx="1304">
                  <c:v>149.33285862413058</c:v>
                </c:pt>
                <c:pt idx="1305">
                  <c:v>148.63984542849317</c:v>
                </c:pt>
                <c:pt idx="1306">
                  <c:v>146.38432907878155</c:v>
                </c:pt>
                <c:pt idx="1307">
                  <c:v>147.47144175005198</c:v>
                </c:pt>
                <c:pt idx="1308">
                  <c:v>148.50622202125862</c:v>
                </c:pt>
                <c:pt idx="1309">
                  <c:v>146.25260652696556</c:v>
                </c:pt>
                <c:pt idx="1310">
                  <c:v>149.00591990299918</c:v>
                </c:pt>
                <c:pt idx="1311">
                  <c:v>149.71255028855995</c:v>
                </c:pt>
                <c:pt idx="1312">
                  <c:v>149.71359323578076</c:v>
                </c:pt>
                <c:pt idx="1313">
                  <c:v>149.62505206325241</c:v>
                </c:pt>
                <c:pt idx="1314">
                  <c:v>149.48307666738665</c:v>
                </c:pt>
                <c:pt idx="1315">
                  <c:v>147.64966797270574</c:v>
                </c:pt>
                <c:pt idx="1316">
                  <c:v>145.09870317923958</c:v>
                </c:pt>
                <c:pt idx="1317">
                  <c:v>144.81820925289318</c:v>
                </c:pt>
                <c:pt idx="1318">
                  <c:v>141.19708809135949</c:v>
                </c:pt>
                <c:pt idx="1319">
                  <c:v>140.87447255467566</c:v>
                </c:pt>
                <c:pt idx="1320">
                  <c:v>140.54634790162385</c:v>
                </c:pt>
                <c:pt idx="1321">
                  <c:v>140.4060967330183</c:v>
                </c:pt>
                <c:pt idx="1322">
                  <c:v>140.27940387828335</c:v>
                </c:pt>
                <c:pt idx="1323">
                  <c:v>139.90199996904801</c:v>
                </c:pt>
                <c:pt idx="1324">
                  <c:v>141.15976908475662</c:v>
                </c:pt>
                <c:pt idx="1325">
                  <c:v>141.24125354181513</c:v>
                </c:pt>
                <c:pt idx="1326">
                  <c:v>143.85247376987741</c:v>
                </c:pt>
                <c:pt idx="1327">
                  <c:v>144.58841601886186</c:v>
                </c:pt>
                <c:pt idx="1328">
                  <c:v>146.83418417640476</c:v>
                </c:pt>
                <c:pt idx="1329">
                  <c:v>146.84214085439584</c:v>
                </c:pt>
                <c:pt idx="1330">
                  <c:v>147.30402348851715</c:v>
                </c:pt>
                <c:pt idx="1331">
                  <c:v>147.7491348584586</c:v>
                </c:pt>
                <c:pt idx="1332">
                  <c:v>149.22453509786547</c:v>
                </c:pt>
                <c:pt idx="1333">
                  <c:v>151.16214599511633</c:v>
                </c:pt>
                <c:pt idx="1334">
                  <c:v>155.77349507762557</c:v>
                </c:pt>
                <c:pt idx="1335">
                  <c:v>155.75923025112152</c:v>
                </c:pt>
                <c:pt idx="1336">
                  <c:v>155.7247625276465</c:v>
                </c:pt>
                <c:pt idx="1337">
                  <c:v>157.59171375068718</c:v>
                </c:pt>
                <c:pt idx="1338">
                  <c:v>156.13007368590334</c:v>
                </c:pt>
                <c:pt idx="1339">
                  <c:v>158.350163473566</c:v>
                </c:pt>
                <c:pt idx="1340">
                  <c:v>157.45718197006676</c:v>
                </c:pt>
                <c:pt idx="1341">
                  <c:v>156.0222800441133</c:v>
                </c:pt>
                <c:pt idx="1342">
                  <c:v>156.86484682469671</c:v>
                </c:pt>
                <c:pt idx="1343">
                  <c:v>156.06162606910502</c:v>
                </c:pt>
                <c:pt idx="1344">
                  <c:v>156.43537966306749</c:v>
                </c:pt>
                <c:pt idx="1345">
                  <c:v>155.79374843978459</c:v>
                </c:pt>
                <c:pt idx="1346">
                  <c:v>156.9430342227991</c:v>
                </c:pt>
                <c:pt idx="1347">
                  <c:v>157.638881879835</c:v>
                </c:pt>
                <c:pt idx="1348">
                  <c:v>156.28571673688057</c:v>
                </c:pt>
                <c:pt idx="1349">
                  <c:v>154.73123754771484</c:v>
                </c:pt>
                <c:pt idx="1350">
                  <c:v>154.3199042103443</c:v>
                </c:pt>
                <c:pt idx="1351">
                  <c:v>153.91136328004882</c:v>
                </c:pt>
                <c:pt idx="1352">
                  <c:v>154.61489846740588</c:v>
                </c:pt>
                <c:pt idx="1353">
                  <c:v>156.72843942125178</c:v>
                </c:pt>
              </c:numCache>
            </c:numRef>
          </c:val>
          <c:smooth val="0"/>
          <c:extLst>
            <c:ext xmlns:c16="http://schemas.microsoft.com/office/drawing/2014/chart" uri="{C3380CC4-5D6E-409C-BE32-E72D297353CC}">
              <c16:uniqueId val="{00000001-CAF0-48C9-9886-5DE1EE5058A8}"/>
            </c:ext>
          </c:extLst>
        </c:ser>
        <c:ser>
          <c:idx val="2"/>
          <c:order val="2"/>
          <c:tx>
            <c:v>SMLL Index</c:v>
          </c:tx>
          <c:spPr>
            <a:ln w="22225" cap="rnd">
              <a:solidFill>
                <a:srgbClr val="7E7E7E"/>
              </a:solidFill>
              <a:round/>
            </a:ln>
            <a:effectLst/>
          </c:spPr>
          <c:marker>
            <c:symbol val="none"/>
          </c:marker>
          <c:cat>
            <c:numRef>
              <c:f>'Charts Base 100'!$G$4:$G$1357</c:f>
              <c:numCache>
                <c:formatCode>m/d/yyyy</c:formatCode>
                <c:ptCount val="1354"/>
                <c:pt idx="0">
                  <c:v>44316</c:v>
                </c:pt>
                <c:pt idx="1">
                  <c:v>44319</c:v>
                </c:pt>
                <c:pt idx="2">
                  <c:v>44320</c:v>
                </c:pt>
                <c:pt idx="3">
                  <c:v>44321</c:v>
                </c:pt>
                <c:pt idx="4">
                  <c:v>44322</c:v>
                </c:pt>
                <c:pt idx="5">
                  <c:v>44323</c:v>
                </c:pt>
                <c:pt idx="6">
                  <c:v>44326</c:v>
                </c:pt>
                <c:pt idx="7">
                  <c:v>44327</c:v>
                </c:pt>
                <c:pt idx="8">
                  <c:v>44328</c:v>
                </c:pt>
                <c:pt idx="9">
                  <c:v>44329</c:v>
                </c:pt>
                <c:pt idx="10">
                  <c:v>44330</c:v>
                </c:pt>
                <c:pt idx="11">
                  <c:v>44333</c:v>
                </c:pt>
                <c:pt idx="12">
                  <c:v>44334</c:v>
                </c:pt>
                <c:pt idx="13">
                  <c:v>44335</c:v>
                </c:pt>
                <c:pt idx="14">
                  <c:v>44336</c:v>
                </c:pt>
                <c:pt idx="15">
                  <c:v>44337</c:v>
                </c:pt>
                <c:pt idx="16">
                  <c:v>44340</c:v>
                </c:pt>
                <c:pt idx="17">
                  <c:v>44341</c:v>
                </c:pt>
                <c:pt idx="18">
                  <c:v>44342</c:v>
                </c:pt>
                <c:pt idx="19">
                  <c:v>44343</c:v>
                </c:pt>
                <c:pt idx="20">
                  <c:v>44344</c:v>
                </c:pt>
                <c:pt idx="21">
                  <c:v>44347</c:v>
                </c:pt>
                <c:pt idx="22">
                  <c:v>44348</c:v>
                </c:pt>
                <c:pt idx="23">
                  <c:v>44349</c:v>
                </c:pt>
                <c:pt idx="24">
                  <c:v>44351</c:v>
                </c:pt>
                <c:pt idx="25">
                  <c:v>44354</c:v>
                </c:pt>
                <c:pt idx="26">
                  <c:v>44355</c:v>
                </c:pt>
                <c:pt idx="27">
                  <c:v>44356</c:v>
                </c:pt>
                <c:pt idx="28">
                  <c:v>44357</c:v>
                </c:pt>
                <c:pt idx="29">
                  <c:v>44358</c:v>
                </c:pt>
                <c:pt idx="30">
                  <c:v>44361</c:v>
                </c:pt>
                <c:pt idx="31">
                  <c:v>44362</c:v>
                </c:pt>
                <c:pt idx="32">
                  <c:v>44363</c:v>
                </c:pt>
                <c:pt idx="33">
                  <c:v>44364</c:v>
                </c:pt>
                <c:pt idx="34">
                  <c:v>44365</c:v>
                </c:pt>
                <c:pt idx="35">
                  <c:v>44368</c:v>
                </c:pt>
                <c:pt idx="36">
                  <c:v>44369</c:v>
                </c:pt>
                <c:pt idx="37">
                  <c:v>44370</c:v>
                </c:pt>
                <c:pt idx="38">
                  <c:v>44371</c:v>
                </c:pt>
                <c:pt idx="39">
                  <c:v>44372</c:v>
                </c:pt>
                <c:pt idx="40">
                  <c:v>44375</c:v>
                </c:pt>
                <c:pt idx="41">
                  <c:v>44376</c:v>
                </c:pt>
                <c:pt idx="42">
                  <c:v>44377</c:v>
                </c:pt>
                <c:pt idx="43">
                  <c:v>44378</c:v>
                </c:pt>
                <c:pt idx="44">
                  <c:v>44379</c:v>
                </c:pt>
                <c:pt idx="45">
                  <c:v>44382</c:v>
                </c:pt>
                <c:pt idx="46">
                  <c:v>44383</c:v>
                </c:pt>
                <c:pt idx="47">
                  <c:v>44384</c:v>
                </c:pt>
                <c:pt idx="48">
                  <c:v>44385</c:v>
                </c:pt>
                <c:pt idx="49">
                  <c:v>44389</c:v>
                </c:pt>
                <c:pt idx="50">
                  <c:v>44390</c:v>
                </c:pt>
                <c:pt idx="51">
                  <c:v>44391</c:v>
                </c:pt>
                <c:pt idx="52">
                  <c:v>44392</c:v>
                </c:pt>
                <c:pt idx="53">
                  <c:v>44393</c:v>
                </c:pt>
                <c:pt idx="54">
                  <c:v>44396</c:v>
                </c:pt>
                <c:pt idx="55">
                  <c:v>44397</c:v>
                </c:pt>
                <c:pt idx="56">
                  <c:v>44398</c:v>
                </c:pt>
                <c:pt idx="57">
                  <c:v>44399</c:v>
                </c:pt>
                <c:pt idx="58">
                  <c:v>44400</c:v>
                </c:pt>
                <c:pt idx="59">
                  <c:v>44403</c:v>
                </c:pt>
                <c:pt idx="60">
                  <c:v>44404</c:v>
                </c:pt>
                <c:pt idx="61">
                  <c:v>44405</c:v>
                </c:pt>
                <c:pt idx="62">
                  <c:v>44406</c:v>
                </c:pt>
                <c:pt idx="63">
                  <c:v>44407</c:v>
                </c:pt>
                <c:pt idx="64">
                  <c:v>44410</c:v>
                </c:pt>
                <c:pt idx="65">
                  <c:v>44411</c:v>
                </c:pt>
                <c:pt idx="66">
                  <c:v>44412</c:v>
                </c:pt>
                <c:pt idx="67">
                  <c:v>44413</c:v>
                </c:pt>
                <c:pt idx="68">
                  <c:v>44414</c:v>
                </c:pt>
                <c:pt idx="69">
                  <c:v>44417</c:v>
                </c:pt>
                <c:pt idx="70">
                  <c:v>44418</c:v>
                </c:pt>
                <c:pt idx="71">
                  <c:v>44419</c:v>
                </c:pt>
                <c:pt idx="72">
                  <c:v>44420</c:v>
                </c:pt>
                <c:pt idx="73">
                  <c:v>44421</c:v>
                </c:pt>
                <c:pt idx="74">
                  <c:v>44424</c:v>
                </c:pt>
                <c:pt idx="75">
                  <c:v>44425</c:v>
                </c:pt>
                <c:pt idx="76">
                  <c:v>44426</c:v>
                </c:pt>
                <c:pt idx="77">
                  <c:v>44427</c:v>
                </c:pt>
                <c:pt idx="78">
                  <c:v>44428</c:v>
                </c:pt>
                <c:pt idx="79">
                  <c:v>44431</c:v>
                </c:pt>
                <c:pt idx="80">
                  <c:v>44432</c:v>
                </c:pt>
                <c:pt idx="81">
                  <c:v>44433</c:v>
                </c:pt>
                <c:pt idx="82">
                  <c:v>44434</c:v>
                </c:pt>
                <c:pt idx="83">
                  <c:v>44435</c:v>
                </c:pt>
                <c:pt idx="84">
                  <c:v>44438</c:v>
                </c:pt>
                <c:pt idx="85">
                  <c:v>44439</c:v>
                </c:pt>
                <c:pt idx="86">
                  <c:v>44440</c:v>
                </c:pt>
                <c:pt idx="87">
                  <c:v>44441</c:v>
                </c:pt>
                <c:pt idx="88">
                  <c:v>44442</c:v>
                </c:pt>
                <c:pt idx="89">
                  <c:v>44445</c:v>
                </c:pt>
                <c:pt idx="90">
                  <c:v>44447</c:v>
                </c:pt>
                <c:pt idx="91">
                  <c:v>44448</c:v>
                </c:pt>
                <c:pt idx="92">
                  <c:v>44449</c:v>
                </c:pt>
                <c:pt idx="93">
                  <c:v>44452</c:v>
                </c:pt>
                <c:pt idx="94">
                  <c:v>44453</c:v>
                </c:pt>
                <c:pt idx="95">
                  <c:v>44454</c:v>
                </c:pt>
                <c:pt idx="96">
                  <c:v>44455</c:v>
                </c:pt>
                <c:pt idx="97">
                  <c:v>44456</c:v>
                </c:pt>
                <c:pt idx="98">
                  <c:v>44459</c:v>
                </c:pt>
                <c:pt idx="99">
                  <c:v>44460</c:v>
                </c:pt>
                <c:pt idx="100">
                  <c:v>44461</c:v>
                </c:pt>
                <c:pt idx="101">
                  <c:v>44462</c:v>
                </c:pt>
                <c:pt idx="102">
                  <c:v>44463</c:v>
                </c:pt>
                <c:pt idx="103">
                  <c:v>44466</c:v>
                </c:pt>
                <c:pt idx="104">
                  <c:v>44467</c:v>
                </c:pt>
                <c:pt idx="105">
                  <c:v>44468</c:v>
                </c:pt>
                <c:pt idx="106">
                  <c:v>44469</c:v>
                </c:pt>
                <c:pt idx="107">
                  <c:v>44470</c:v>
                </c:pt>
                <c:pt idx="108">
                  <c:v>44473</c:v>
                </c:pt>
                <c:pt idx="109">
                  <c:v>44474</c:v>
                </c:pt>
                <c:pt idx="110">
                  <c:v>44475</c:v>
                </c:pt>
                <c:pt idx="111">
                  <c:v>44476</c:v>
                </c:pt>
                <c:pt idx="112">
                  <c:v>44477</c:v>
                </c:pt>
                <c:pt idx="113">
                  <c:v>44480</c:v>
                </c:pt>
                <c:pt idx="114">
                  <c:v>44482</c:v>
                </c:pt>
                <c:pt idx="115">
                  <c:v>44483</c:v>
                </c:pt>
                <c:pt idx="116">
                  <c:v>44484</c:v>
                </c:pt>
                <c:pt idx="117">
                  <c:v>44487</c:v>
                </c:pt>
                <c:pt idx="118">
                  <c:v>44488</c:v>
                </c:pt>
                <c:pt idx="119">
                  <c:v>44489</c:v>
                </c:pt>
                <c:pt idx="120">
                  <c:v>44490</c:v>
                </c:pt>
                <c:pt idx="121">
                  <c:v>44491</c:v>
                </c:pt>
                <c:pt idx="122">
                  <c:v>44494</c:v>
                </c:pt>
                <c:pt idx="123">
                  <c:v>44495</c:v>
                </c:pt>
                <c:pt idx="124">
                  <c:v>44496</c:v>
                </c:pt>
                <c:pt idx="125">
                  <c:v>44497</c:v>
                </c:pt>
                <c:pt idx="126">
                  <c:v>44498</c:v>
                </c:pt>
                <c:pt idx="127">
                  <c:v>44501</c:v>
                </c:pt>
                <c:pt idx="128">
                  <c:v>44503</c:v>
                </c:pt>
                <c:pt idx="129">
                  <c:v>44504</c:v>
                </c:pt>
                <c:pt idx="130">
                  <c:v>44505</c:v>
                </c:pt>
                <c:pt idx="131">
                  <c:v>44508</c:v>
                </c:pt>
                <c:pt idx="132">
                  <c:v>44509</c:v>
                </c:pt>
                <c:pt idx="133">
                  <c:v>44510</c:v>
                </c:pt>
                <c:pt idx="134">
                  <c:v>44511</c:v>
                </c:pt>
                <c:pt idx="135">
                  <c:v>44512</c:v>
                </c:pt>
                <c:pt idx="136">
                  <c:v>44516</c:v>
                </c:pt>
                <c:pt idx="137">
                  <c:v>44517</c:v>
                </c:pt>
                <c:pt idx="138">
                  <c:v>44518</c:v>
                </c:pt>
                <c:pt idx="139">
                  <c:v>44519</c:v>
                </c:pt>
                <c:pt idx="140">
                  <c:v>44522</c:v>
                </c:pt>
                <c:pt idx="141">
                  <c:v>44523</c:v>
                </c:pt>
                <c:pt idx="142">
                  <c:v>44524</c:v>
                </c:pt>
                <c:pt idx="143">
                  <c:v>44525</c:v>
                </c:pt>
                <c:pt idx="144">
                  <c:v>44526</c:v>
                </c:pt>
                <c:pt idx="145">
                  <c:v>44529</c:v>
                </c:pt>
                <c:pt idx="146">
                  <c:v>44530</c:v>
                </c:pt>
                <c:pt idx="147">
                  <c:v>44531</c:v>
                </c:pt>
                <c:pt idx="148">
                  <c:v>44532</c:v>
                </c:pt>
                <c:pt idx="149">
                  <c:v>44533</c:v>
                </c:pt>
                <c:pt idx="150">
                  <c:v>44536</c:v>
                </c:pt>
                <c:pt idx="151">
                  <c:v>44537</c:v>
                </c:pt>
                <c:pt idx="152">
                  <c:v>44538</c:v>
                </c:pt>
                <c:pt idx="153">
                  <c:v>44539</c:v>
                </c:pt>
                <c:pt idx="154">
                  <c:v>44540</c:v>
                </c:pt>
                <c:pt idx="155">
                  <c:v>44543</c:v>
                </c:pt>
                <c:pt idx="156">
                  <c:v>44544</c:v>
                </c:pt>
                <c:pt idx="157">
                  <c:v>44545</c:v>
                </c:pt>
                <c:pt idx="158">
                  <c:v>44546</c:v>
                </c:pt>
                <c:pt idx="159">
                  <c:v>44547</c:v>
                </c:pt>
                <c:pt idx="160">
                  <c:v>44550</c:v>
                </c:pt>
                <c:pt idx="161">
                  <c:v>44551</c:v>
                </c:pt>
                <c:pt idx="162">
                  <c:v>44552</c:v>
                </c:pt>
                <c:pt idx="163">
                  <c:v>44553</c:v>
                </c:pt>
                <c:pt idx="164">
                  <c:v>44557</c:v>
                </c:pt>
                <c:pt idx="165">
                  <c:v>44558</c:v>
                </c:pt>
                <c:pt idx="166">
                  <c:v>44559</c:v>
                </c:pt>
                <c:pt idx="167">
                  <c:v>44560</c:v>
                </c:pt>
                <c:pt idx="168">
                  <c:v>44564</c:v>
                </c:pt>
                <c:pt idx="169">
                  <c:v>44565</c:v>
                </c:pt>
                <c:pt idx="170">
                  <c:v>44566</c:v>
                </c:pt>
                <c:pt idx="171">
                  <c:v>44567</c:v>
                </c:pt>
                <c:pt idx="172">
                  <c:v>44568</c:v>
                </c:pt>
                <c:pt idx="173">
                  <c:v>44571</c:v>
                </c:pt>
                <c:pt idx="174">
                  <c:v>44572</c:v>
                </c:pt>
                <c:pt idx="175">
                  <c:v>44573</c:v>
                </c:pt>
                <c:pt idx="176">
                  <c:v>44574</c:v>
                </c:pt>
                <c:pt idx="177">
                  <c:v>44575</c:v>
                </c:pt>
                <c:pt idx="178">
                  <c:v>44578</c:v>
                </c:pt>
                <c:pt idx="179">
                  <c:v>44579</c:v>
                </c:pt>
                <c:pt idx="180">
                  <c:v>44580</c:v>
                </c:pt>
                <c:pt idx="181">
                  <c:v>44581</c:v>
                </c:pt>
                <c:pt idx="182">
                  <c:v>44582</c:v>
                </c:pt>
                <c:pt idx="183">
                  <c:v>44585</c:v>
                </c:pt>
                <c:pt idx="184">
                  <c:v>44586</c:v>
                </c:pt>
                <c:pt idx="185">
                  <c:v>44587</c:v>
                </c:pt>
                <c:pt idx="186">
                  <c:v>44588</c:v>
                </c:pt>
                <c:pt idx="187">
                  <c:v>44589</c:v>
                </c:pt>
                <c:pt idx="188">
                  <c:v>44592</c:v>
                </c:pt>
                <c:pt idx="189">
                  <c:v>44593</c:v>
                </c:pt>
                <c:pt idx="190">
                  <c:v>44594</c:v>
                </c:pt>
                <c:pt idx="191">
                  <c:v>44595</c:v>
                </c:pt>
                <c:pt idx="192">
                  <c:v>44596</c:v>
                </c:pt>
                <c:pt idx="193">
                  <c:v>44599</c:v>
                </c:pt>
                <c:pt idx="194">
                  <c:v>44600</c:v>
                </c:pt>
                <c:pt idx="195">
                  <c:v>44601</c:v>
                </c:pt>
                <c:pt idx="196">
                  <c:v>44602</c:v>
                </c:pt>
                <c:pt idx="197">
                  <c:v>44603</c:v>
                </c:pt>
                <c:pt idx="198">
                  <c:v>44606</c:v>
                </c:pt>
                <c:pt idx="199">
                  <c:v>44607</c:v>
                </c:pt>
                <c:pt idx="200">
                  <c:v>44608</c:v>
                </c:pt>
                <c:pt idx="201">
                  <c:v>44609</c:v>
                </c:pt>
                <c:pt idx="202">
                  <c:v>44610</c:v>
                </c:pt>
                <c:pt idx="203">
                  <c:v>44613</c:v>
                </c:pt>
                <c:pt idx="204">
                  <c:v>44614</c:v>
                </c:pt>
                <c:pt idx="205">
                  <c:v>44615</c:v>
                </c:pt>
                <c:pt idx="206">
                  <c:v>44616</c:v>
                </c:pt>
                <c:pt idx="207">
                  <c:v>44617</c:v>
                </c:pt>
                <c:pt idx="208">
                  <c:v>44622</c:v>
                </c:pt>
                <c:pt idx="209">
                  <c:v>44623</c:v>
                </c:pt>
                <c:pt idx="210">
                  <c:v>44624</c:v>
                </c:pt>
                <c:pt idx="211">
                  <c:v>44627</c:v>
                </c:pt>
                <c:pt idx="212">
                  <c:v>44628</c:v>
                </c:pt>
                <c:pt idx="213">
                  <c:v>44629</c:v>
                </c:pt>
                <c:pt idx="214">
                  <c:v>44630</c:v>
                </c:pt>
                <c:pt idx="215">
                  <c:v>44631</c:v>
                </c:pt>
                <c:pt idx="216">
                  <c:v>44634</c:v>
                </c:pt>
                <c:pt idx="217">
                  <c:v>44635</c:v>
                </c:pt>
                <c:pt idx="218">
                  <c:v>44636</c:v>
                </c:pt>
                <c:pt idx="219">
                  <c:v>44637</c:v>
                </c:pt>
                <c:pt idx="220">
                  <c:v>44638</c:v>
                </c:pt>
                <c:pt idx="221">
                  <c:v>44641</c:v>
                </c:pt>
                <c:pt idx="222">
                  <c:v>44642</c:v>
                </c:pt>
                <c:pt idx="223">
                  <c:v>44643</c:v>
                </c:pt>
                <c:pt idx="224">
                  <c:v>44644</c:v>
                </c:pt>
                <c:pt idx="225">
                  <c:v>44645</c:v>
                </c:pt>
                <c:pt idx="226">
                  <c:v>44648</c:v>
                </c:pt>
                <c:pt idx="227">
                  <c:v>44649</c:v>
                </c:pt>
                <c:pt idx="228">
                  <c:v>44650</c:v>
                </c:pt>
                <c:pt idx="229">
                  <c:v>44651</c:v>
                </c:pt>
                <c:pt idx="230">
                  <c:v>44652</c:v>
                </c:pt>
                <c:pt idx="231">
                  <c:v>44655</c:v>
                </c:pt>
                <c:pt idx="232">
                  <c:v>44656</c:v>
                </c:pt>
                <c:pt idx="233">
                  <c:v>44657</c:v>
                </c:pt>
                <c:pt idx="234">
                  <c:v>44658</c:v>
                </c:pt>
                <c:pt idx="235">
                  <c:v>44659</c:v>
                </c:pt>
                <c:pt idx="236">
                  <c:v>44662</c:v>
                </c:pt>
                <c:pt idx="237">
                  <c:v>44663</c:v>
                </c:pt>
                <c:pt idx="238">
                  <c:v>44664</c:v>
                </c:pt>
                <c:pt idx="239">
                  <c:v>44665</c:v>
                </c:pt>
                <c:pt idx="240">
                  <c:v>44669</c:v>
                </c:pt>
                <c:pt idx="241">
                  <c:v>44670</c:v>
                </c:pt>
                <c:pt idx="242">
                  <c:v>44671</c:v>
                </c:pt>
                <c:pt idx="243">
                  <c:v>44673</c:v>
                </c:pt>
                <c:pt idx="244">
                  <c:v>44676</c:v>
                </c:pt>
                <c:pt idx="245">
                  <c:v>44677</c:v>
                </c:pt>
                <c:pt idx="246">
                  <c:v>44678</c:v>
                </c:pt>
                <c:pt idx="247">
                  <c:v>44679</c:v>
                </c:pt>
                <c:pt idx="248">
                  <c:v>44680</c:v>
                </c:pt>
                <c:pt idx="249">
                  <c:v>44683</c:v>
                </c:pt>
                <c:pt idx="250">
                  <c:v>44684</c:v>
                </c:pt>
                <c:pt idx="251">
                  <c:v>44685</c:v>
                </c:pt>
                <c:pt idx="252">
                  <c:v>44686</c:v>
                </c:pt>
                <c:pt idx="253">
                  <c:v>44687</c:v>
                </c:pt>
                <c:pt idx="254">
                  <c:v>44690</c:v>
                </c:pt>
                <c:pt idx="255">
                  <c:v>44691</c:v>
                </c:pt>
                <c:pt idx="256">
                  <c:v>44692</c:v>
                </c:pt>
                <c:pt idx="257">
                  <c:v>44693</c:v>
                </c:pt>
                <c:pt idx="258">
                  <c:v>44694</c:v>
                </c:pt>
                <c:pt idx="259">
                  <c:v>44697</c:v>
                </c:pt>
                <c:pt idx="260">
                  <c:v>44698</c:v>
                </c:pt>
                <c:pt idx="261">
                  <c:v>44699</c:v>
                </c:pt>
                <c:pt idx="262">
                  <c:v>44700</c:v>
                </c:pt>
                <c:pt idx="263">
                  <c:v>44701</c:v>
                </c:pt>
                <c:pt idx="264">
                  <c:v>44704</c:v>
                </c:pt>
                <c:pt idx="265">
                  <c:v>44705</c:v>
                </c:pt>
                <c:pt idx="266">
                  <c:v>44706</c:v>
                </c:pt>
                <c:pt idx="267">
                  <c:v>44707</c:v>
                </c:pt>
                <c:pt idx="268">
                  <c:v>44708</c:v>
                </c:pt>
                <c:pt idx="269">
                  <c:v>44711</c:v>
                </c:pt>
                <c:pt idx="270">
                  <c:v>44712</c:v>
                </c:pt>
                <c:pt idx="271">
                  <c:v>44713</c:v>
                </c:pt>
                <c:pt idx="272">
                  <c:v>44714</c:v>
                </c:pt>
                <c:pt idx="273">
                  <c:v>44715</c:v>
                </c:pt>
                <c:pt idx="274">
                  <c:v>44718</c:v>
                </c:pt>
                <c:pt idx="275">
                  <c:v>44719</c:v>
                </c:pt>
                <c:pt idx="276">
                  <c:v>44720</c:v>
                </c:pt>
                <c:pt idx="277">
                  <c:v>44721</c:v>
                </c:pt>
                <c:pt idx="278">
                  <c:v>44722</c:v>
                </c:pt>
                <c:pt idx="279">
                  <c:v>44725</c:v>
                </c:pt>
                <c:pt idx="280">
                  <c:v>44726</c:v>
                </c:pt>
                <c:pt idx="281">
                  <c:v>44727</c:v>
                </c:pt>
                <c:pt idx="282">
                  <c:v>44729</c:v>
                </c:pt>
                <c:pt idx="283">
                  <c:v>44732</c:v>
                </c:pt>
                <c:pt idx="284">
                  <c:v>44733</c:v>
                </c:pt>
                <c:pt idx="285">
                  <c:v>44734</c:v>
                </c:pt>
                <c:pt idx="286">
                  <c:v>44735</c:v>
                </c:pt>
                <c:pt idx="287">
                  <c:v>44736</c:v>
                </c:pt>
                <c:pt idx="288">
                  <c:v>44739</c:v>
                </c:pt>
                <c:pt idx="289">
                  <c:v>44740</c:v>
                </c:pt>
                <c:pt idx="290">
                  <c:v>44741</c:v>
                </c:pt>
                <c:pt idx="291">
                  <c:v>44742</c:v>
                </c:pt>
                <c:pt idx="292">
                  <c:v>44743</c:v>
                </c:pt>
                <c:pt idx="293">
                  <c:v>44746</c:v>
                </c:pt>
                <c:pt idx="294">
                  <c:v>44747</c:v>
                </c:pt>
                <c:pt idx="295">
                  <c:v>44748</c:v>
                </c:pt>
                <c:pt idx="296">
                  <c:v>44749</c:v>
                </c:pt>
                <c:pt idx="297">
                  <c:v>44750</c:v>
                </c:pt>
                <c:pt idx="298">
                  <c:v>44753</c:v>
                </c:pt>
                <c:pt idx="299">
                  <c:v>44754</c:v>
                </c:pt>
                <c:pt idx="300">
                  <c:v>44755</c:v>
                </c:pt>
                <c:pt idx="301">
                  <c:v>44756</c:v>
                </c:pt>
                <c:pt idx="302">
                  <c:v>44757</c:v>
                </c:pt>
                <c:pt idx="303">
                  <c:v>44760</c:v>
                </c:pt>
                <c:pt idx="304">
                  <c:v>44761</c:v>
                </c:pt>
                <c:pt idx="305">
                  <c:v>44762</c:v>
                </c:pt>
                <c:pt idx="306">
                  <c:v>44763</c:v>
                </c:pt>
                <c:pt idx="307">
                  <c:v>44764</c:v>
                </c:pt>
                <c:pt idx="308">
                  <c:v>44767</c:v>
                </c:pt>
                <c:pt idx="309">
                  <c:v>44768</c:v>
                </c:pt>
                <c:pt idx="310">
                  <c:v>44769</c:v>
                </c:pt>
                <c:pt idx="311">
                  <c:v>44770</c:v>
                </c:pt>
                <c:pt idx="312">
                  <c:v>44771</c:v>
                </c:pt>
                <c:pt idx="313">
                  <c:v>44774</c:v>
                </c:pt>
                <c:pt idx="314">
                  <c:v>44775</c:v>
                </c:pt>
                <c:pt idx="315">
                  <c:v>44776</c:v>
                </c:pt>
                <c:pt idx="316">
                  <c:v>44777</c:v>
                </c:pt>
                <c:pt idx="317">
                  <c:v>44778</c:v>
                </c:pt>
                <c:pt idx="318">
                  <c:v>44781</c:v>
                </c:pt>
                <c:pt idx="319">
                  <c:v>44782</c:v>
                </c:pt>
                <c:pt idx="320">
                  <c:v>44783</c:v>
                </c:pt>
                <c:pt idx="321">
                  <c:v>44784</c:v>
                </c:pt>
                <c:pt idx="322">
                  <c:v>44785</c:v>
                </c:pt>
                <c:pt idx="323">
                  <c:v>44788</c:v>
                </c:pt>
                <c:pt idx="324">
                  <c:v>44789</c:v>
                </c:pt>
                <c:pt idx="325">
                  <c:v>44790</c:v>
                </c:pt>
                <c:pt idx="326">
                  <c:v>44791</c:v>
                </c:pt>
                <c:pt idx="327">
                  <c:v>44792</c:v>
                </c:pt>
                <c:pt idx="328">
                  <c:v>44795</c:v>
                </c:pt>
                <c:pt idx="329">
                  <c:v>44796</c:v>
                </c:pt>
                <c:pt idx="330">
                  <c:v>44797</c:v>
                </c:pt>
                <c:pt idx="331">
                  <c:v>44798</c:v>
                </c:pt>
                <c:pt idx="332">
                  <c:v>44799</c:v>
                </c:pt>
                <c:pt idx="333">
                  <c:v>44802</c:v>
                </c:pt>
                <c:pt idx="334">
                  <c:v>44803</c:v>
                </c:pt>
                <c:pt idx="335">
                  <c:v>44804</c:v>
                </c:pt>
                <c:pt idx="336">
                  <c:v>44805</c:v>
                </c:pt>
                <c:pt idx="337">
                  <c:v>44806</c:v>
                </c:pt>
                <c:pt idx="338">
                  <c:v>44809</c:v>
                </c:pt>
                <c:pt idx="339">
                  <c:v>44810</c:v>
                </c:pt>
                <c:pt idx="340">
                  <c:v>44812</c:v>
                </c:pt>
                <c:pt idx="341">
                  <c:v>44813</c:v>
                </c:pt>
                <c:pt idx="342">
                  <c:v>44816</c:v>
                </c:pt>
                <c:pt idx="343">
                  <c:v>44817</c:v>
                </c:pt>
                <c:pt idx="344">
                  <c:v>44818</c:v>
                </c:pt>
                <c:pt idx="345">
                  <c:v>44819</c:v>
                </c:pt>
                <c:pt idx="346">
                  <c:v>44820</c:v>
                </c:pt>
                <c:pt idx="347">
                  <c:v>44823</c:v>
                </c:pt>
                <c:pt idx="348">
                  <c:v>44824</c:v>
                </c:pt>
                <c:pt idx="349">
                  <c:v>44825</c:v>
                </c:pt>
                <c:pt idx="350">
                  <c:v>44826</c:v>
                </c:pt>
                <c:pt idx="351">
                  <c:v>44827</c:v>
                </c:pt>
                <c:pt idx="352">
                  <c:v>44830</c:v>
                </c:pt>
                <c:pt idx="353">
                  <c:v>44831</c:v>
                </c:pt>
                <c:pt idx="354">
                  <c:v>44832</c:v>
                </c:pt>
                <c:pt idx="355">
                  <c:v>44833</c:v>
                </c:pt>
                <c:pt idx="356">
                  <c:v>44834</c:v>
                </c:pt>
                <c:pt idx="357">
                  <c:v>44837</c:v>
                </c:pt>
                <c:pt idx="358">
                  <c:v>44838</c:v>
                </c:pt>
                <c:pt idx="359">
                  <c:v>44839</c:v>
                </c:pt>
                <c:pt idx="360">
                  <c:v>44840</c:v>
                </c:pt>
                <c:pt idx="361">
                  <c:v>44841</c:v>
                </c:pt>
                <c:pt idx="362">
                  <c:v>44844</c:v>
                </c:pt>
                <c:pt idx="363">
                  <c:v>44845</c:v>
                </c:pt>
                <c:pt idx="364">
                  <c:v>44847</c:v>
                </c:pt>
                <c:pt idx="365">
                  <c:v>44848</c:v>
                </c:pt>
                <c:pt idx="366">
                  <c:v>44851</c:v>
                </c:pt>
                <c:pt idx="367">
                  <c:v>44852</c:v>
                </c:pt>
                <c:pt idx="368">
                  <c:v>44853</c:v>
                </c:pt>
                <c:pt idx="369">
                  <c:v>44854</c:v>
                </c:pt>
                <c:pt idx="370">
                  <c:v>44855</c:v>
                </c:pt>
                <c:pt idx="371">
                  <c:v>44858</c:v>
                </c:pt>
                <c:pt idx="372">
                  <c:v>44859</c:v>
                </c:pt>
                <c:pt idx="373">
                  <c:v>44860</c:v>
                </c:pt>
                <c:pt idx="374">
                  <c:v>44861</c:v>
                </c:pt>
                <c:pt idx="375">
                  <c:v>44862</c:v>
                </c:pt>
                <c:pt idx="376">
                  <c:v>44865</c:v>
                </c:pt>
                <c:pt idx="377">
                  <c:v>44866</c:v>
                </c:pt>
                <c:pt idx="378">
                  <c:v>44868</c:v>
                </c:pt>
                <c:pt idx="379">
                  <c:v>44869</c:v>
                </c:pt>
                <c:pt idx="380">
                  <c:v>44872</c:v>
                </c:pt>
                <c:pt idx="381">
                  <c:v>44873</c:v>
                </c:pt>
                <c:pt idx="382">
                  <c:v>44874</c:v>
                </c:pt>
                <c:pt idx="383">
                  <c:v>44875</c:v>
                </c:pt>
                <c:pt idx="384">
                  <c:v>44876</c:v>
                </c:pt>
                <c:pt idx="385">
                  <c:v>44879</c:v>
                </c:pt>
                <c:pt idx="386">
                  <c:v>44881</c:v>
                </c:pt>
                <c:pt idx="387">
                  <c:v>44882</c:v>
                </c:pt>
                <c:pt idx="388">
                  <c:v>44883</c:v>
                </c:pt>
                <c:pt idx="389">
                  <c:v>44886</c:v>
                </c:pt>
                <c:pt idx="390">
                  <c:v>44887</c:v>
                </c:pt>
                <c:pt idx="391">
                  <c:v>44888</c:v>
                </c:pt>
                <c:pt idx="392">
                  <c:v>44889</c:v>
                </c:pt>
                <c:pt idx="393">
                  <c:v>44890</c:v>
                </c:pt>
                <c:pt idx="394">
                  <c:v>44893</c:v>
                </c:pt>
                <c:pt idx="395">
                  <c:v>44894</c:v>
                </c:pt>
                <c:pt idx="396">
                  <c:v>44895</c:v>
                </c:pt>
                <c:pt idx="397">
                  <c:v>44896</c:v>
                </c:pt>
                <c:pt idx="398">
                  <c:v>44897</c:v>
                </c:pt>
                <c:pt idx="399">
                  <c:v>44900</c:v>
                </c:pt>
                <c:pt idx="400">
                  <c:v>44901</c:v>
                </c:pt>
                <c:pt idx="401">
                  <c:v>44902</c:v>
                </c:pt>
                <c:pt idx="402">
                  <c:v>44903</c:v>
                </c:pt>
                <c:pt idx="403">
                  <c:v>44904</c:v>
                </c:pt>
                <c:pt idx="404">
                  <c:v>44907</c:v>
                </c:pt>
                <c:pt idx="405">
                  <c:v>44908</c:v>
                </c:pt>
                <c:pt idx="406">
                  <c:v>44909</c:v>
                </c:pt>
                <c:pt idx="407">
                  <c:v>44910</c:v>
                </c:pt>
                <c:pt idx="408">
                  <c:v>44911</c:v>
                </c:pt>
                <c:pt idx="409">
                  <c:v>44914</c:v>
                </c:pt>
                <c:pt idx="410">
                  <c:v>44915</c:v>
                </c:pt>
                <c:pt idx="411">
                  <c:v>44916</c:v>
                </c:pt>
                <c:pt idx="412">
                  <c:v>44917</c:v>
                </c:pt>
                <c:pt idx="413">
                  <c:v>44918</c:v>
                </c:pt>
                <c:pt idx="414">
                  <c:v>44921</c:v>
                </c:pt>
                <c:pt idx="415">
                  <c:v>44922</c:v>
                </c:pt>
                <c:pt idx="416">
                  <c:v>44923</c:v>
                </c:pt>
                <c:pt idx="417">
                  <c:v>44924</c:v>
                </c:pt>
                <c:pt idx="418">
                  <c:v>44928</c:v>
                </c:pt>
                <c:pt idx="419">
                  <c:v>44929</c:v>
                </c:pt>
                <c:pt idx="420">
                  <c:v>44930</c:v>
                </c:pt>
                <c:pt idx="421">
                  <c:v>44931</c:v>
                </c:pt>
                <c:pt idx="422">
                  <c:v>44932</c:v>
                </c:pt>
                <c:pt idx="423">
                  <c:v>44935</c:v>
                </c:pt>
                <c:pt idx="424">
                  <c:v>44936</c:v>
                </c:pt>
                <c:pt idx="425">
                  <c:v>44937</c:v>
                </c:pt>
                <c:pt idx="426">
                  <c:v>44938</c:v>
                </c:pt>
                <c:pt idx="427">
                  <c:v>44939</c:v>
                </c:pt>
                <c:pt idx="428">
                  <c:v>44942</c:v>
                </c:pt>
                <c:pt idx="429">
                  <c:v>44943</c:v>
                </c:pt>
                <c:pt idx="430">
                  <c:v>44944</c:v>
                </c:pt>
                <c:pt idx="431">
                  <c:v>44945</c:v>
                </c:pt>
                <c:pt idx="432">
                  <c:v>44946</c:v>
                </c:pt>
                <c:pt idx="433">
                  <c:v>44949</c:v>
                </c:pt>
                <c:pt idx="434">
                  <c:v>44950</c:v>
                </c:pt>
                <c:pt idx="435">
                  <c:v>44951</c:v>
                </c:pt>
                <c:pt idx="436">
                  <c:v>44952</c:v>
                </c:pt>
                <c:pt idx="437">
                  <c:v>44953</c:v>
                </c:pt>
                <c:pt idx="438">
                  <c:v>44956</c:v>
                </c:pt>
                <c:pt idx="439">
                  <c:v>44957</c:v>
                </c:pt>
                <c:pt idx="440">
                  <c:v>44958</c:v>
                </c:pt>
                <c:pt idx="441">
                  <c:v>44959</c:v>
                </c:pt>
                <c:pt idx="442">
                  <c:v>44960</c:v>
                </c:pt>
                <c:pt idx="443">
                  <c:v>44963</c:v>
                </c:pt>
                <c:pt idx="444">
                  <c:v>44964</c:v>
                </c:pt>
                <c:pt idx="445">
                  <c:v>44965</c:v>
                </c:pt>
                <c:pt idx="446">
                  <c:v>44966</c:v>
                </c:pt>
                <c:pt idx="447">
                  <c:v>44967</c:v>
                </c:pt>
                <c:pt idx="448">
                  <c:v>44970</c:v>
                </c:pt>
                <c:pt idx="449">
                  <c:v>44971</c:v>
                </c:pt>
                <c:pt idx="450">
                  <c:v>44972</c:v>
                </c:pt>
                <c:pt idx="451">
                  <c:v>44973</c:v>
                </c:pt>
                <c:pt idx="452">
                  <c:v>44974</c:v>
                </c:pt>
                <c:pt idx="453">
                  <c:v>44979</c:v>
                </c:pt>
                <c:pt idx="454">
                  <c:v>44980</c:v>
                </c:pt>
                <c:pt idx="455">
                  <c:v>44981</c:v>
                </c:pt>
                <c:pt idx="456">
                  <c:v>44984</c:v>
                </c:pt>
                <c:pt idx="457">
                  <c:v>44985</c:v>
                </c:pt>
                <c:pt idx="458">
                  <c:v>44986</c:v>
                </c:pt>
                <c:pt idx="459">
                  <c:v>44987</c:v>
                </c:pt>
                <c:pt idx="460">
                  <c:v>44988</c:v>
                </c:pt>
                <c:pt idx="461">
                  <c:v>44991</c:v>
                </c:pt>
                <c:pt idx="462">
                  <c:v>44992</c:v>
                </c:pt>
                <c:pt idx="463">
                  <c:v>44993</c:v>
                </c:pt>
                <c:pt idx="464">
                  <c:v>44994</c:v>
                </c:pt>
                <c:pt idx="465">
                  <c:v>44995</c:v>
                </c:pt>
                <c:pt idx="466">
                  <c:v>44998</c:v>
                </c:pt>
                <c:pt idx="467">
                  <c:v>44999</c:v>
                </c:pt>
                <c:pt idx="468">
                  <c:v>45000</c:v>
                </c:pt>
                <c:pt idx="469">
                  <c:v>45001</c:v>
                </c:pt>
                <c:pt idx="470">
                  <c:v>45002</c:v>
                </c:pt>
                <c:pt idx="471">
                  <c:v>45005</c:v>
                </c:pt>
                <c:pt idx="472">
                  <c:v>45006</c:v>
                </c:pt>
                <c:pt idx="473">
                  <c:v>45007</c:v>
                </c:pt>
                <c:pt idx="474">
                  <c:v>45008</c:v>
                </c:pt>
                <c:pt idx="475">
                  <c:v>45009</c:v>
                </c:pt>
                <c:pt idx="476">
                  <c:v>45012</c:v>
                </c:pt>
                <c:pt idx="477">
                  <c:v>45013</c:v>
                </c:pt>
                <c:pt idx="478">
                  <c:v>45014</c:v>
                </c:pt>
                <c:pt idx="479">
                  <c:v>45015</c:v>
                </c:pt>
                <c:pt idx="480">
                  <c:v>45016</c:v>
                </c:pt>
                <c:pt idx="481">
                  <c:v>45019</c:v>
                </c:pt>
                <c:pt idx="482">
                  <c:v>45020</c:v>
                </c:pt>
                <c:pt idx="483">
                  <c:v>45021</c:v>
                </c:pt>
                <c:pt idx="484">
                  <c:v>45022</c:v>
                </c:pt>
                <c:pt idx="485">
                  <c:v>45026</c:v>
                </c:pt>
                <c:pt idx="486">
                  <c:v>45027</c:v>
                </c:pt>
                <c:pt idx="487">
                  <c:v>45028</c:v>
                </c:pt>
                <c:pt idx="488">
                  <c:v>45029</c:v>
                </c:pt>
                <c:pt idx="489">
                  <c:v>45030</c:v>
                </c:pt>
                <c:pt idx="490">
                  <c:v>45033</c:v>
                </c:pt>
                <c:pt idx="491">
                  <c:v>45034</c:v>
                </c:pt>
                <c:pt idx="492">
                  <c:v>45035</c:v>
                </c:pt>
                <c:pt idx="493">
                  <c:v>45036</c:v>
                </c:pt>
                <c:pt idx="494">
                  <c:v>45040</c:v>
                </c:pt>
                <c:pt idx="495">
                  <c:v>45041</c:v>
                </c:pt>
                <c:pt idx="496">
                  <c:v>45042</c:v>
                </c:pt>
                <c:pt idx="497">
                  <c:v>45043</c:v>
                </c:pt>
                <c:pt idx="498">
                  <c:v>45044</c:v>
                </c:pt>
                <c:pt idx="499">
                  <c:v>45048</c:v>
                </c:pt>
                <c:pt idx="500">
                  <c:v>45049</c:v>
                </c:pt>
                <c:pt idx="501">
                  <c:v>45050</c:v>
                </c:pt>
                <c:pt idx="502">
                  <c:v>45051</c:v>
                </c:pt>
                <c:pt idx="503">
                  <c:v>45054</c:v>
                </c:pt>
                <c:pt idx="504">
                  <c:v>45055</c:v>
                </c:pt>
                <c:pt idx="505">
                  <c:v>45056</c:v>
                </c:pt>
                <c:pt idx="506">
                  <c:v>45057</c:v>
                </c:pt>
                <c:pt idx="507">
                  <c:v>45058</c:v>
                </c:pt>
                <c:pt idx="508">
                  <c:v>45061</c:v>
                </c:pt>
                <c:pt idx="509">
                  <c:v>45062</c:v>
                </c:pt>
                <c:pt idx="510">
                  <c:v>45063</c:v>
                </c:pt>
                <c:pt idx="511">
                  <c:v>45064</c:v>
                </c:pt>
                <c:pt idx="512">
                  <c:v>45065</c:v>
                </c:pt>
                <c:pt idx="513">
                  <c:v>45068</c:v>
                </c:pt>
                <c:pt idx="514">
                  <c:v>45069</c:v>
                </c:pt>
                <c:pt idx="515">
                  <c:v>45070</c:v>
                </c:pt>
                <c:pt idx="516">
                  <c:v>45071</c:v>
                </c:pt>
                <c:pt idx="517">
                  <c:v>45072</c:v>
                </c:pt>
                <c:pt idx="518">
                  <c:v>45075</c:v>
                </c:pt>
                <c:pt idx="519">
                  <c:v>45076</c:v>
                </c:pt>
                <c:pt idx="520">
                  <c:v>45077</c:v>
                </c:pt>
                <c:pt idx="521">
                  <c:v>45078</c:v>
                </c:pt>
                <c:pt idx="522">
                  <c:v>45079</c:v>
                </c:pt>
                <c:pt idx="523">
                  <c:v>45082</c:v>
                </c:pt>
                <c:pt idx="524">
                  <c:v>45083</c:v>
                </c:pt>
                <c:pt idx="525">
                  <c:v>45084</c:v>
                </c:pt>
                <c:pt idx="526">
                  <c:v>45086</c:v>
                </c:pt>
                <c:pt idx="527">
                  <c:v>45089</c:v>
                </c:pt>
                <c:pt idx="528">
                  <c:v>45090</c:v>
                </c:pt>
                <c:pt idx="529">
                  <c:v>45091</c:v>
                </c:pt>
                <c:pt idx="530">
                  <c:v>45092</c:v>
                </c:pt>
                <c:pt idx="531">
                  <c:v>45093</c:v>
                </c:pt>
                <c:pt idx="532">
                  <c:v>45096</c:v>
                </c:pt>
                <c:pt idx="533">
                  <c:v>45097</c:v>
                </c:pt>
                <c:pt idx="534">
                  <c:v>45098</c:v>
                </c:pt>
                <c:pt idx="535">
                  <c:v>45099</c:v>
                </c:pt>
                <c:pt idx="536">
                  <c:v>45100</c:v>
                </c:pt>
                <c:pt idx="537">
                  <c:v>45103</c:v>
                </c:pt>
                <c:pt idx="538">
                  <c:v>45104</c:v>
                </c:pt>
                <c:pt idx="539">
                  <c:v>45105</c:v>
                </c:pt>
                <c:pt idx="540">
                  <c:v>45106</c:v>
                </c:pt>
                <c:pt idx="541">
                  <c:v>45107</c:v>
                </c:pt>
                <c:pt idx="542">
                  <c:v>45110</c:v>
                </c:pt>
                <c:pt idx="543">
                  <c:v>45111</c:v>
                </c:pt>
                <c:pt idx="544">
                  <c:v>45112</c:v>
                </c:pt>
                <c:pt idx="545">
                  <c:v>45113</c:v>
                </c:pt>
                <c:pt idx="546">
                  <c:v>45114</c:v>
                </c:pt>
                <c:pt idx="547">
                  <c:v>45117</c:v>
                </c:pt>
                <c:pt idx="548">
                  <c:v>45118</c:v>
                </c:pt>
                <c:pt idx="549">
                  <c:v>45119</c:v>
                </c:pt>
                <c:pt idx="550">
                  <c:v>45120</c:v>
                </c:pt>
                <c:pt idx="551">
                  <c:v>45121</c:v>
                </c:pt>
                <c:pt idx="552">
                  <c:v>45124</c:v>
                </c:pt>
                <c:pt idx="553">
                  <c:v>45125</c:v>
                </c:pt>
                <c:pt idx="554">
                  <c:v>45126</c:v>
                </c:pt>
                <c:pt idx="555">
                  <c:v>45127</c:v>
                </c:pt>
                <c:pt idx="556">
                  <c:v>45128</c:v>
                </c:pt>
                <c:pt idx="557">
                  <c:v>45131</c:v>
                </c:pt>
                <c:pt idx="558">
                  <c:v>45132</c:v>
                </c:pt>
                <c:pt idx="559">
                  <c:v>45133</c:v>
                </c:pt>
                <c:pt idx="560">
                  <c:v>45134</c:v>
                </c:pt>
                <c:pt idx="561">
                  <c:v>45135</c:v>
                </c:pt>
                <c:pt idx="562">
                  <c:v>45138</c:v>
                </c:pt>
                <c:pt idx="563">
                  <c:v>45139</c:v>
                </c:pt>
                <c:pt idx="564">
                  <c:v>45140</c:v>
                </c:pt>
                <c:pt idx="565">
                  <c:v>45141</c:v>
                </c:pt>
                <c:pt idx="566">
                  <c:v>45142</c:v>
                </c:pt>
                <c:pt idx="567">
                  <c:v>45145</c:v>
                </c:pt>
                <c:pt idx="568">
                  <c:v>45146</c:v>
                </c:pt>
                <c:pt idx="569">
                  <c:v>45147</c:v>
                </c:pt>
                <c:pt idx="570">
                  <c:v>45148</c:v>
                </c:pt>
                <c:pt idx="571">
                  <c:v>45149</c:v>
                </c:pt>
                <c:pt idx="572">
                  <c:v>45152</c:v>
                </c:pt>
                <c:pt idx="573">
                  <c:v>45153</c:v>
                </c:pt>
                <c:pt idx="574">
                  <c:v>45154</c:v>
                </c:pt>
                <c:pt idx="575">
                  <c:v>45155</c:v>
                </c:pt>
                <c:pt idx="576">
                  <c:v>45156</c:v>
                </c:pt>
                <c:pt idx="577">
                  <c:v>45159</c:v>
                </c:pt>
                <c:pt idx="578">
                  <c:v>45160</c:v>
                </c:pt>
                <c:pt idx="579">
                  <c:v>45161</c:v>
                </c:pt>
                <c:pt idx="580">
                  <c:v>45162</c:v>
                </c:pt>
                <c:pt idx="581">
                  <c:v>45163</c:v>
                </c:pt>
                <c:pt idx="582">
                  <c:v>45166</c:v>
                </c:pt>
                <c:pt idx="583">
                  <c:v>45167</c:v>
                </c:pt>
                <c:pt idx="584">
                  <c:v>45168</c:v>
                </c:pt>
                <c:pt idx="585">
                  <c:v>45169</c:v>
                </c:pt>
                <c:pt idx="586">
                  <c:v>45170</c:v>
                </c:pt>
                <c:pt idx="587">
                  <c:v>45173</c:v>
                </c:pt>
                <c:pt idx="588">
                  <c:v>45174</c:v>
                </c:pt>
                <c:pt idx="589">
                  <c:v>45175</c:v>
                </c:pt>
                <c:pt idx="590">
                  <c:v>45177</c:v>
                </c:pt>
                <c:pt idx="591">
                  <c:v>45180</c:v>
                </c:pt>
                <c:pt idx="592">
                  <c:v>45181</c:v>
                </c:pt>
                <c:pt idx="593">
                  <c:v>45182</c:v>
                </c:pt>
                <c:pt idx="594">
                  <c:v>45183</c:v>
                </c:pt>
                <c:pt idx="595">
                  <c:v>45184</c:v>
                </c:pt>
                <c:pt idx="596">
                  <c:v>45187</c:v>
                </c:pt>
                <c:pt idx="597">
                  <c:v>45188</c:v>
                </c:pt>
                <c:pt idx="598">
                  <c:v>45189</c:v>
                </c:pt>
                <c:pt idx="599">
                  <c:v>45190</c:v>
                </c:pt>
                <c:pt idx="600">
                  <c:v>45191</c:v>
                </c:pt>
                <c:pt idx="601">
                  <c:v>45194</c:v>
                </c:pt>
                <c:pt idx="602">
                  <c:v>45195</c:v>
                </c:pt>
                <c:pt idx="603">
                  <c:v>45196</c:v>
                </c:pt>
                <c:pt idx="604">
                  <c:v>45197</c:v>
                </c:pt>
                <c:pt idx="605">
                  <c:v>45198</c:v>
                </c:pt>
                <c:pt idx="606">
                  <c:v>45201</c:v>
                </c:pt>
                <c:pt idx="607">
                  <c:v>45202</c:v>
                </c:pt>
                <c:pt idx="608">
                  <c:v>45203</c:v>
                </c:pt>
                <c:pt idx="609">
                  <c:v>45204</c:v>
                </c:pt>
                <c:pt idx="610">
                  <c:v>45205</c:v>
                </c:pt>
                <c:pt idx="611">
                  <c:v>45208</c:v>
                </c:pt>
                <c:pt idx="612">
                  <c:v>45209</c:v>
                </c:pt>
                <c:pt idx="613">
                  <c:v>45210</c:v>
                </c:pt>
                <c:pt idx="614">
                  <c:v>45212</c:v>
                </c:pt>
                <c:pt idx="615">
                  <c:v>45215</c:v>
                </c:pt>
                <c:pt idx="616">
                  <c:v>45216</c:v>
                </c:pt>
                <c:pt idx="617">
                  <c:v>45217</c:v>
                </c:pt>
                <c:pt idx="618">
                  <c:v>45218</c:v>
                </c:pt>
                <c:pt idx="619">
                  <c:v>45219</c:v>
                </c:pt>
                <c:pt idx="620">
                  <c:v>45222</c:v>
                </c:pt>
                <c:pt idx="621">
                  <c:v>45223</c:v>
                </c:pt>
                <c:pt idx="622">
                  <c:v>45224</c:v>
                </c:pt>
                <c:pt idx="623">
                  <c:v>45225</c:v>
                </c:pt>
                <c:pt idx="624">
                  <c:v>45226</c:v>
                </c:pt>
                <c:pt idx="625">
                  <c:v>45229</c:v>
                </c:pt>
                <c:pt idx="626">
                  <c:v>45230</c:v>
                </c:pt>
                <c:pt idx="627">
                  <c:v>45231</c:v>
                </c:pt>
                <c:pt idx="628">
                  <c:v>45233</c:v>
                </c:pt>
                <c:pt idx="629">
                  <c:v>45236</c:v>
                </c:pt>
                <c:pt idx="630">
                  <c:v>45237</c:v>
                </c:pt>
                <c:pt idx="631">
                  <c:v>45238</c:v>
                </c:pt>
                <c:pt idx="632">
                  <c:v>45239</c:v>
                </c:pt>
                <c:pt idx="633">
                  <c:v>45240</c:v>
                </c:pt>
                <c:pt idx="634">
                  <c:v>45243</c:v>
                </c:pt>
                <c:pt idx="635">
                  <c:v>45244</c:v>
                </c:pt>
                <c:pt idx="636">
                  <c:v>45246</c:v>
                </c:pt>
                <c:pt idx="637">
                  <c:v>45247</c:v>
                </c:pt>
                <c:pt idx="638">
                  <c:v>45250</c:v>
                </c:pt>
                <c:pt idx="639">
                  <c:v>45251</c:v>
                </c:pt>
                <c:pt idx="640">
                  <c:v>45252</c:v>
                </c:pt>
                <c:pt idx="641">
                  <c:v>45253</c:v>
                </c:pt>
                <c:pt idx="642">
                  <c:v>45254</c:v>
                </c:pt>
                <c:pt idx="643">
                  <c:v>45257</c:v>
                </c:pt>
                <c:pt idx="644">
                  <c:v>45258</c:v>
                </c:pt>
                <c:pt idx="645">
                  <c:v>45259</c:v>
                </c:pt>
                <c:pt idx="646">
                  <c:v>45260</c:v>
                </c:pt>
                <c:pt idx="647">
                  <c:v>45261</c:v>
                </c:pt>
                <c:pt idx="648">
                  <c:v>45264</c:v>
                </c:pt>
                <c:pt idx="649">
                  <c:v>45265</c:v>
                </c:pt>
                <c:pt idx="650">
                  <c:v>45266</c:v>
                </c:pt>
                <c:pt idx="651">
                  <c:v>45267</c:v>
                </c:pt>
                <c:pt idx="652">
                  <c:v>45268</c:v>
                </c:pt>
                <c:pt idx="653">
                  <c:v>45271</c:v>
                </c:pt>
                <c:pt idx="654">
                  <c:v>45272</c:v>
                </c:pt>
                <c:pt idx="655">
                  <c:v>45273</c:v>
                </c:pt>
                <c:pt idx="656">
                  <c:v>45274</c:v>
                </c:pt>
                <c:pt idx="657">
                  <c:v>45275</c:v>
                </c:pt>
                <c:pt idx="658">
                  <c:v>45278</c:v>
                </c:pt>
                <c:pt idx="659">
                  <c:v>45279</c:v>
                </c:pt>
                <c:pt idx="660">
                  <c:v>45280</c:v>
                </c:pt>
                <c:pt idx="661">
                  <c:v>45281</c:v>
                </c:pt>
                <c:pt idx="662">
                  <c:v>45282</c:v>
                </c:pt>
                <c:pt idx="663">
                  <c:v>45286</c:v>
                </c:pt>
                <c:pt idx="664">
                  <c:v>45287</c:v>
                </c:pt>
                <c:pt idx="665">
                  <c:v>45288</c:v>
                </c:pt>
                <c:pt idx="666">
                  <c:v>45293</c:v>
                </c:pt>
                <c:pt idx="667">
                  <c:v>45294</c:v>
                </c:pt>
                <c:pt idx="668">
                  <c:v>45295</c:v>
                </c:pt>
                <c:pt idx="669">
                  <c:v>45296</c:v>
                </c:pt>
                <c:pt idx="670">
                  <c:v>45299</c:v>
                </c:pt>
                <c:pt idx="671">
                  <c:v>45300</c:v>
                </c:pt>
                <c:pt idx="672">
                  <c:v>45301</c:v>
                </c:pt>
                <c:pt idx="673">
                  <c:v>45302</c:v>
                </c:pt>
                <c:pt idx="674">
                  <c:v>45303</c:v>
                </c:pt>
                <c:pt idx="675">
                  <c:v>45306</c:v>
                </c:pt>
                <c:pt idx="676">
                  <c:v>45307</c:v>
                </c:pt>
                <c:pt idx="677">
                  <c:v>45308</c:v>
                </c:pt>
                <c:pt idx="678">
                  <c:v>45309</c:v>
                </c:pt>
                <c:pt idx="679">
                  <c:v>45310</c:v>
                </c:pt>
                <c:pt idx="680">
                  <c:v>45313</c:v>
                </c:pt>
                <c:pt idx="681">
                  <c:v>45314</c:v>
                </c:pt>
                <c:pt idx="682">
                  <c:v>45315</c:v>
                </c:pt>
                <c:pt idx="683">
                  <c:v>45316</c:v>
                </c:pt>
                <c:pt idx="684">
                  <c:v>45317</c:v>
                </c:pt>
                <c:pt idx="685">
                  <c:v>45320</c:v>
                </c:pt>
                <c:pt idx="686">
                  <c:v>45321</c:v>
                </c:pt>
                <c:pt idx="687">
                  <c:v>45322</c:v>
                </c:pt>
                <c:pt idx="688">
                  <c:v>45323</c:v>
                </c:pt>
                <c:pt idx="689">
                  <c:v>45324</c:v>
                </c:pt>
                <c:pt idx="690">
                  <c:v>45327</c:v>
                </c:pt>
                <c:pt idx="691">
                  <c:v>45328</c:v>
                </c:pt>
                <c:pt idx="692">
                  <c:v>45329</c:v>
                </c:pt>
                <c:pt idx="693">
                  <c:v>45330</c:v>
                </c:pt>
                <c:pt idx="694">
                  <c:v>45331</c:v>
                </c:pt>
                <c:pt idx="695">
                  <c:v>45336</c:v>
                </c:pt>
                <c:pt idx="696">
                  <c:v>45337</c:v>
                </c:pt>
                <c:pt idx="697">
                  <c:v>45338</c:v>
                </c:pt>
                <c:pt idx="698">
                  <c:v>45341</c:v>
                </c:pt>
                <c:pt idx="699">
                  <c:v>45342</c:v>
                </c:pt>
                <c:pt idx="700">
                  <c:v>45343</c:v>
                </c:pt>
                <c:pt idx="701">
                  <c:v>45344</c:v>
                </c:pt>
                <c:pt idx="702">
                  <c:v>45345</c:v>
                </c:pt>
                <c:pt idx="703">
                  <c:v>45348</c:v>
                </c:pt>
                <c:pt idx="704">
                  <c:v>45349</c:v>
                </c:pt>
                <c:pt idx="705">
                  <c:v>45350</c:v>
                </c:pt>
                <c:pt idx="706">
                  <c:v>45351</c:v>
                </c:pt>
                <c:pt idx="707">
                  <c:v>45352</c:v>
                </c:pt>
                <c:pt idx="708">
                  <c:v>45355</c:v>
                </c:pt>
                <c:pt idx="709">
                  <c:v>45356</c:v>
                </c:pt>
                <c:pt idx="710">
                  <c:v>45357</c:v>
                </c:pt>
                <c:pt idx="711">
                  <c:v>45358</c:v>
                </c:pt>
                <c:pt idx="712">
                  <c:v>45359</c:v>
                </c:pt>
                <c:pt idx="713">
                  <c:v>45362</c:v>
                </c:pt>
                <c:pt idx="714">
                  <c:v>45363</c:v>
                </c:pt>
                <c:pt idx="715">
                  <c:v>45364</c:v>
                </c:pt>
                <c:pt idx="716">
                  <c:v>45365</c:v>
                </c:pt>
                <c:pt idx="717">
                  <c:v>45366</c:v>
                </c:pt>
                <c:pt idx="718">
                  <c:v>45369</c:v>
                </c:pt>
                <c:pt idx="719">
                  <c:v>45370</c:v>
                </c:pt>
                <c:pt idx="720">
                  <c:v>45371</c:v>
                </c:pt>
                <c:pt idx="721">
                  <c:v>45372</c:v>
                </c:pt>
                <c:pt idx="722">
                  <c:v>45373</c:v>
                </c:pt>
                <c:pt idx="723">
                  <c:v>45376</c:v>
                </c:pt>
                <c:pt idx="724">
                  <c:v>45377</c:v>
                </c:pt>
                <c:pt idx="725">
                  <c:v>45378</c:v>
                </c:pt>
                <c:pt idx="726">
                  <c:v>45379</c:v>
                </c:pt>
                <c:pt idx="727">
                  <c:v>45383</c:v>
                </c:pt>
                <c:pt idx="728">
                  <c:v>45384</c:v>
                </c:pt>
                <c:pt idx="729">
                  <c:v>45385</c:v>
                </c:pt>
                <c:pt idx="730">
                  <c:v>45386</c:v>
                </c:pt>
                <c:pt idx="731">
                  <c:v>45387</c:v>
                </c:pt>
                <c:pt idx="732">
                  <c:v>45390</c:v>
                </c:pt>
                <c:pt idx="733">
                  <c:v>45391</c:v>
                </c:pt>
                <c:pt idx="734">
                  <c:v>45392</c:v>
                </c:pt>
                <c:pt idx="735">
                  <c:v>45393</c:v>
                </c:pt>
                <c:pt idx="736">
                  <c:v>45394</c:v>
                </c:pt>
                <c:pt idx="737">
                  <c:v>45397</c:v>
                </c:pt>
                <c:pt idx="738">
                  <c:v>45398</c:v>
                </c:pt>
                <c:pt idx="739">
                  <c:v>45399</c:v>
                </c:pt>
                <c:pt idx="740">
                  <c:v>45400</c:v>
                </c:pt>
                <c:pt idx="741">
                  <c:v>45401</c:v>
                </c:pt>
                <c:pt idx="742">
                  <c:v>45404</c:v>
                </c:pt>
                <c:pt idx="743">
                  <c:v>45405</c:v>
                </c:pt>
                <c:pt idx="744">
                  <c:v>45406</c:v>
                </c:pt>
                <c:pt idx="745">
                  <c:v>45407</c:v>
                </c:pt>
                <c:pt idx="746">
                  <c:v>45408</c:v>
                </c:pt>
                <c:pt idx="747">
                  <c:v>45411</c:v>
                </c:pt>
                <c:pt idx="748">
                  <c:v>45412</c:v>
                </c:pt>
                <c:pt idx="749">
                  <c:v>45414</c:v>
                </c:pt>
                <c:pt idx="750">
                  <c:v>45415</c:v>
                </c:pt>
                <c:pt idx="751">
                  <c:v>45418</c:v>
                </c:pt>
                <c:pt idx="752">
                  <c:v>45419</c:v>
                </c:pt>
                <c:pt idx="753">
                  <c:v>45420</c:v>
                </c:pt>
                <c:pt idx="754">
                  <c:v>45421</c:v>
                </c:pt>
                <c:pt idx="755">
                  <c:v>45422</c:v>
                </c:pt>
                <c:pt idx="756">
                  <c:v>45425</c:v>
                </c:pt>
                <c:pt idx="757">
                  <c:v>45426</c:v>
                </c:pt>
                <c:pt idx="758">
                  <c:v>45427</c:v>
                </c:pt>
                <c:pt idx="759">
                  <c:v>45428</c:v>
                </c:pt>
                <c:pt idx="760">
                  <c:v>45429</c:v>
                </c:pt>
                <c:pt idx="761">
                  <c:v>45432</c:v>
                </c:pt>
                <c:pt idx="762">
                  <c:v>45433</c:v>
                </c:pt>
                <c:pt idx="763">
                  <c:v>45434</c:v>
                </c:pt>
                <c:pt idx="764">
                  <c:v>45435</c:v>
                </c:pt>
                <c:pt idx="765">
                  <c:v>45436</c:v>
                </c:pt>
                <c:pt idx="766">
                  <c:v>45439</c:v>
                </c:pt>
                <c:pt idx="767">
                  <c:v>45440</c:v>
                </c:pt>
                <c:pt idx="768">
                  <c:v>45441</c:v>
                </c:pt>
                <c:pt idx="769">
                  <c:v>45443</c:v>
                </c:pt>
                <c:pt idx="770">
                  <c:v>45446</c:v>
                </c:pt>
                <c:pt idx="771">
                  <c:v>45447</c:v>
                </c:pt>
                <c:pt idx="772">
                  <c:v>45448</c:v>
                </c:pt>
                <c:pt idx="773">
                  <c:v>45449</c:v>
                </c:pt>
                <c:pt idx="774">
                  <c:v>45450</c:v>
                </c:pt>
                <c:pt idx="775">
                  <c:v>45453</c:v>
                </c:pt>
                <c:pt idx="776">
                  <c:v>45454</c:v>
                </c:pt>
                <c:pt idx="777">
                  <c:v>45455</c:v>
                </c:pt>
                <c:pt idx="778">
                  <c:v>45456</c:v>
                </c:pt>
                <c:pt idx="779">
                  <c:v>45457</c:v>
                </c:pt>
                <c:pt idx="780">
                  <c:v>45460</c:v>
                </c:pt>
                <c:pt idx="781">
                  <c:v>45461</c:v>
                </c:pt>
                <c:pt idx="782">
                  <c:v>45462</c:v>
                </c:pt>
                <c:pt idx="783">
                  <c:v>45463</c:v>
                </c:pt>
                <c:pt idx="784">
                  <c:v>45464</c:v>
                </c:pt>
                <c:pt idx="785">
                  <c:v>45467</c:v>
                </c:pt>
                <c:pt idx="786">
                  <c:v>45468</c:v>
                </c:pt>
                <c:pt idx="787">
                  <c:v>45469</c:v>
                </c:pt>
                <c:pt idx="788">
                  <c:v>45470</c:v>
                </c:pt>
                <c:pt idx="789">
                  <c:v>45471</c:v>
                </c:pt>
                <c:pt idx="790">
                  <c:v>45474</c:v>
                </c:pt>
                <c:pt idx="791">
                  <c:v>45475</c:v>
                </c:pt>
                <c:pt idx="792">
                  <c:v>45476</c:v>
                </c:pt>
                <c:pt idx="793">
                  <c:v>45477</c:v>
                </c:pt>
                <c:pt idx="794">
                  <c:v>45478</c:v>
                </c:pt>
                <c:pt idx="795">
                  <c:v>45481</c:v>
                </c:pt>
                <c:pt idx="796">
                  <c:v>45482</c:v>
                </c:pt>
                <c:pt idx="797">
                  <c:v>45483</c:v>
                </c:pt>
                <c:pt idx="798">
                  <c:v>45484</c:v>
                </c:pt>
                <c:pt idx="799">
                  <c:v>45485</c:v>
                </c:pt>
                <c:pt idx="800">
                  <c:v>45488</c:v>
                </c:pt>
                <c:pt idx="801">
                  <c:v>45489</c:v>
                </c:pt>
                <c:pt idx="802">
                  <c:v>45490</c:v>
                </c:pt>
                <c:pt idx="803">
                  <c:v>45491</c:v>
                </c:pt>
                <c:pt idx="804">
                  <c:v>45492</c:v>
                </c:pt>
                <c:pt idx="805">
                  <c:v>45495</c:v>
                </c:pt>
                <c:pt idx="806">
                  <c:v>45496</c:v>
                </c:pt>
                <c:pt idx="807">
                  <c:v>45497</c:v>
                </c:pt>
                <c:pt idx="808">
                  <c:v>45498</c:v>
                </c:pt>
                <c:pt idx="809">
                  <c:v>45499</c:v>
                </c:pt>
                <c:pt idx="810">
                  <c:v>45502</c:v>
                </c:pt>
                <c:pt idx="811">
                  <c:v>45503</c:v>
                </c:pt>
                <c:pt idx="812">
                  <c:v>45504</c:v>
                </c:pt>
                <c:pt idx="813">
                  <c:v>45505</c:v>
                </c:pt>
                <c:pt idx="814">
                  <c:v>45506</c:v>
                </c:pt>
                <c:pt idx="815">
                  <c:v>45509</c:v>
                </c:pt>
                <c:pt idx="816">
                  <c:v>45510</c:v>
                </c:pt>
                <c:pt idx="817">
                  <c:v>45511</c:v>
                </c:pt>
                <c:pt idx="818">
                  <c:v>45512</c:v>
                </c:pt>
                <c:pt idx="819">
                  <c:v>45513</c:v>
                </c:pt>
                <c:pt idx="820">
                  <c:v>45516</c:v>
                </c:pt>
                <c:pt idx="821">
                  <c:v>45517</c:v>
                </c:pt>
                <c:pt idx="822">
                  <c:v>45518</c:v>
                </c:pt>
                <c:pt idx="823">
                  <c:v>45519</c:v>
                </c:pt>
                <c:pt idx="824">
                  <c:v>45520</c:v>
                </c:pt>
                <c:pt idx="825">
                  <c:v>45523</c:v>
                </c:pt>
                <c:pt idx="826">
                  <c:v>45524</c:v>
                </c:pt>
                <c:pt idx="827">
                  <c:v>45525</c:v>
                </c:pt>
                <c:pt idx="828">
                  <c:v>45526</c:v>
                </c:pt>
                <c:pt idx="829">
                  <c:v>45527</c:v>
                </c:pt>
                <c:pt idx="830">
                  <c:v>45530</c:v>
                </c:pt>
                <c:pt idx="831">
                  <c:v>45531</c:v>
                </c:pt>
                <c:pt idx="832">
                  <c:v>45532</c:v>
                </c:pt>
                <c:pt idx="833">
                  <c:v>45533</c:v>
                </c:pt>
                <c:pt idx="834">
                  <c:v>45534</c:v>
                </c:pt>
                <c:pt idx="835">
                  <c:v>45537</c:v>
                </c:pt>
                <c:pt idx="836">
                  <c:v>45538</c:v>
                </c:pt>
                <c:pt idx="837">
                  <c:v>45539</c:v>
                </c:pt>
                <c:pt idx="838">
                  <c:v>45540</c:v>
                </c:pt>
                <c:pt idx="839">
                  <c:v>45541</c:v>
                </c:pt>
                <c:pt idx="840">
                  <c:v>45544</c:v>
                </c:pt>
                <c:pt idx="841">
                  <c:v>45545</c:v>
                </c:pt>
                <c:pt idx="842">
                  <c:v>45546</c:v>
                </c:pt>
                <c:pt idx="843">
                  <c:v>45547</c:v>
                </c:pt>
                <c:pt idx="844">
                  <c:v>45548</c:v>
                </c:pt>
                <c:pt idx="845">
                  <c:v>45551</c:v>
                </c:pt>
                <c:pt idx="846">
                  <c:v>45552</c:v>
                </c:pt>
                <c:pt idx="847">
                  <c:v>45553</c:v>
                </c:pt>
                <c:pt idx="848">
                  <c:v>45554</c:v>
                </c:pt>
                <c:pt idx="849">
                  <c:v>45555</c:v>
                </c:pt>
                <c:pt idx="850">
                  <c:v>45558</c:v>
                </c:pt>
                <c:pt idx="851">
                  <c:v>45559</c:v>
                </c:pt>
                <c:pt idx="852">
                  <c:v>45560</c:v>
                </c:pt>
                <c:pt idx="853">
                  <c:v>45561</c:v>
                </c:pt>
                <c:pt idx="854">
                  <c:v>45562</c:v>
                </c:pt>
                <c:pt idx="855">
                  <c:v>45565</c:v>
                </c:pt>
                <c:pt idx="856">
                  <c:v>45566</c:v>
                </c:pt>
                <c:pt idx="857">
                  <c:v>45567</c:v>
                </c:pt>
                <c:pt idx="858">
                  <c:v>45568</c:v>
                </c:pt>
                <c:pt idx="859">
                  <c:v>45569</c:v>
                </c:pt>
                <c:pt idx="860">
                  <c:v>45572</c:v>
                </c:pt>
                <c:pt idx="861">
                  <c:v>45573</c:v>
                </c:pt>
                <c:pt idx="862">
                  <c:v>45574</c:v>
                </c:pt>
                <c:pt idx="863">
                  <c:v>45575</c:v>
                </c:pt>
                <c:pt idx="864">
                  <c:v>45576</c:v>
                </c:pt>
                <c:pt idx="865">
                  <c:v>45579</c:v>
                </c:pt>
                <c:pt idx="866">
                  <c:v>45580</c:v>
                </c:pt>
                <c:pt idx="867">
                  <c:v>45581</c:v>
                </c:pt>
                <c:pt idx="868">
                  <c:v>45582</c:v>
                </c:pt>
                <c:pt idx="869">
                  <c:v>45583</c:v>
                </c:pt>
                <c:pt idx="870">
                  <c:v>45586</c:v>
                </c:pt>
                <c:pt idx="871">
                  <c:v>45587</c:v>
                </c:pt>
                <c:pt idx="872">
                  <c:v>45588</c:v>
                </c:pt>
                <c:pt idx="873">
                  <c:v>45589</c:v>
                </c:pt>
                <c:pt idx="874">
                  <c:v>45590</c:v>
                </c:pt>
                <c:pt idx="875">
                  <c:v>45593</c:v>
                </c:pt>
                <c:pt idx="876">
                  <c:v>45594</c:v>
                </c:pt>
                <c:pt idx="877">
                  <c:v>45595</c:v>
                </c:pt>
                <c:pt idx="878">
                  <c:v>45596</c:v>
                </c:pt>
                <c:pt idx="879">
                  <c:v>45597</c:v>
                </c:pt>
                <c:pt idx="880">
                  <c:v>45600</c:v>
                </c:pt>
                <c:pt idx="881">
                  <c:v>45601</c:v>
                </c:pt>
                <c:pt idx="882">
                  <c:v>45602</c:v>
                </c:pt>
                <c:pt idx="883">
                  <c:v>45603</c:v>
                </c:pt>
                <c:pt idx="884">
                  <c:v>45604</c:v>
                </c:pt>
                <c:pt idx="885">
                  <c:v>45607</c:v>
                </c:pt>
                <c:pt idx="886">
                  <c:v>45608</c:v>
                </c:pt>
                <c:pt idx="887">
                  <c:v>45609</c:v>
                </c:pt>
                <c:pt idx="888">
                  <c:v>45610</c:v>
                </c:pt>
                <c:pt idx="889">
                  <c:v>45614</c:v>
                </c:pt>
                <c:pt idx="890">
                  <c:v>45615</c:v>
                </c:pt>
                <c:pt idx="891">
                  <c:v>45617</c:v>
                </c:pt>
                <c:pt idx="892">
                  <c:v>45618</c:v>
                </c:pt>
                <c:pt idx="893">
                  <c:v>45621</c:v>
                </c:pt>
                <c:pt idx="894">
                  <c:v>45622</c:v>
                </c:pt>
                <c:pt idx="895">
                  <c:v>45623</c:v>
                </c:pt>
                <c:pt idx="896">
                  <c:v>45624</c:v>
                </c:pt>
                <c:pt idx="897">
                  <c:v>45625</c:v>
                </c:pt>
                <c:pt idx="898">
                  <c:v>45628</c:v>
                </c:pt>
                <c:pt idx="899">
                  <c:v>45629</c:v>
                </c:pt>
                <c:pt idx="900">
                  <c:v>45630</c:v>
                </c:pt>
                <c:pt idx="901">
                  <c:v>45631</c:v>
                </c:pt>
                <c:pt idx="902">
                  <c:v>45632</c:v>
                </c:pt>
                <c:pt idx="903">
                  <c:v>45635</c:v>
                </c:pt>
                <c:pt idx="904">
                  <c:v>45636</c:v>
                </c:pt>
                <c:pt idx="905">
                  <c:v>45637</c:v>
                </c:pt>
                <c:pt idx="906">
                  <c:v>45638</c:v>
                </c:pt>
                <c:pt idx="907">
                  <c:v>45639</c:v>
                </c:pt>
                <c:pt idx="908">
                  <c:v>45642</c:v>
                </c:pt>
                <c:pt idx="909">
                  <c:v>45643</c:v>
                </c:pt>
                <c:pt idx="910">
                  <c:v>45644</c:v>
                </c:pt>
                <c:pt idx="911">
                  <c:v>45645</c:v>
                </c:pt>
                <c:pt idx="912">
                  <c:v>45646</c:v>
                </c:pt>
                <c:pt idx="913">
                  <c:v>45649</c:v>
                </c:pt>
                <c:pt idx="914">
                  <c:v>45652</c:v>
                </c:pt>
                <c:pt idx="915">
                  <c:v>45653</c:v>
                </c:pt>
                <c:pt idx="916">
                  <c:v>45656</c:v>
                </c:pt>
                <c:pt idx="917">
                  <c:v>45659</c:v>
                </c:pt>
                <c:pt idx="918">
                  <c:v>45660</c:v>
                </c:pt>
                <c:pt idx="919">
                  <c:v>45663</c:v>
                </c:pt>
                <c:pt idx="920">
                  <c:v>45664</c:v>
                </c:pt>
                <c:pt idx="921">
                  <c:v>45665</c:v>
                </c:pt>
                <c:pt idx="922">
                  <c:v>45666</c:v>
                </c:pt>
                <c:pt idx="923">
                  <c:v>45667</c:v>
                </c:pt>
                <c:pt idx="924">
                  <c:v>45670</c:v>
                </c:pt>
                <c:pt idx="925">
                  <c:v>45671</c:v>
                </c:pt>
                <c:pt idx="926">
                  <c:v>45672</c:v>
                </c:pt>
                <c:pt idx="927">
                  <c:v>45673</c:v>
                </c:pt>
                <c:pt idx="928">
                  <c:v>45674</c:v>
                </c:pt>
                <c:pt idx="929">
                  <c:v>45677</c:v>
                </c:pt>
                <c:pt idx="930">
                  <c:v>45678</c:v>
                </c:pt>
                <c:pt idx="931">
                  <c:v>45679</c:v>
                </c:pt>
                <c:pt idx="932">
                  <c:v>45680</c:v>
                </c:pt>
                <c:pt idx="933">
                  <c:v>45681</c:v>
                </c:pt>
                <c:pt idx="934">
                  <c:v>45684</c:v>
                </c:pt>
                <c:pt idx="935">
                  <c:v>45685</c:v>
                </c:pt>
                <c:pt idx="936">
                  <c:v>45686</c:v>
                </c:pt>
                <c:pt idx="937">
                  <c:v>45687</c:v>
                </c:pt>
                <c:pt idx="938">
                  <c:v>45688</c:v>
                </c:pt>
                <c:pt idx="939">
                  <c:v>45691</c:v>
                </c:pt>
                <c:pt idx="940">
                  <c:v>45692</c:v>
                </c:pt>
                <c:pt idx="941">
                  <c:v>45693</c:v>
                </c:pt>
                <c:pt idx="942">
                  <c:v>45694</c:v>
                </c:pt>
                <c:pt idx="943">
                  <c:v>45695</c:v>
                </c:pt>
                <c:pt idx="944">
                  <c:v>45698</c:v>
                </c:pt>
                <c:pt idx="945">
                  <c:v>45699</c:v>
                </c:pt>
                <c:pt idx="946">
                  <c:v>45700</c:v>
                </c:pt>
                <c:pt idx="947">
                  <c:v>45701</c:v>
                </c:pt>
                <c:pt idx="948">
                  <c:v>45702</c:v>
                </c:pt>
                <c:pt idx="949">
                  <c:v>45705</c:v>
                </c:pt>
                <c:pt idx="950">
                  <c:v>45706</c:v>
                </c:pt>
                <c:pt idx="951">
                  <c:v>45707</c:v>
                </c:pt>
                <c:pt idx="952">
                  <c:v>45708</c:v>
                </c:pt>
                <c:pt idx="953">
                  <c:v>45709</c:v>
                </c:pt>
                <c:pt idx="954">
                  <c:v>45712</c:v>
                </c:pt>
                <c:pt idx="955">
                  <c:v>45713</c:v>
                </c:pt>
                <c:pt idx="956">
                  <c:v>45714</c:v>
                </c:pt>
                <c:pt idx="957">
                  <c:v>45715</c:v>
                </c:pt>
                <c:pt idx="958">
                  <c:v>45716</c:v>
                </c:pt>
                <c:pt idx="959">
                  <c:v>45721</c:v>
                </c:pt>
                <c:pt idx="960">
                  <c:v>45722</c:v>
                </c:pt>
                <c:pt idx="961">
                  <c:v>45723</c:v>
                </c:pt>
                <c:pt idx="962">
                  <c:v>45726</c:v>
                </c:pt>
                <c:pt idx="963">
                  <c:v>45727</c:v>
                </c:pt>
                <c:pt idx="964">
                  <c:v>45728</c:v>
                </c:pt>
                <c:pt idx="965">
                  <c:v>45729</c:v>
                </c:pt>
                <c:pt idx="966">
                  <c:v>45730</c:v>
                </c:pt>
                <c:pt idx="967">
                  <c:v>45733</c:v>
                </c:pt>
                <c:pt idx="968">
                  <c:v>45734</c:v>
                </c:pt>
                <c:pt idx="969">
                  <c:v>45735</c:v>
                </c:pt>
                <c:pt idx="970">
                  <c:v>45736</c:v>
                </c:pt>
                <c:pt idx="971">
                  <c:v>45737</c:v>
                </c:pt>
                <c:pt idx="972">
                  <c:v>45740</c:v>
                </c:pt>
                <c:pt idx="973">
                  <c:v>45741</c:v>
                </c:pt>
                <c:pt idx="974">
                  <c:v>45742</c:v>
                </c:pt>
                <c:pt idx="975">
                  <c:v>45743</c:v>
                </c:pt>
                <c:pt idx="976">
                  <c:v>45744</c:v>
                </c:pt>
                <c:pt idx="977">
                  <c:v>45747</c:v>
                </c:pt>
                <c:pt idx="978">
                  <c:v>45748</c:v>
                </c:pt>
                <c:pt idx="979">
                  <c:v>45749</c:v>
                </c:pt>
                <c:pt idx="980">
                  <c:v>45750</c:v>
                </c:pt>
                <c:pt idx="981">
                  <c:v>45751</c:v>
                </c:pt>
                <c:pt idx="982">
                  <c:v>45754</c:v>
                </c:pt>
                <c:pt idx="983">
                  <c:v>45755</c:v>
                </c:pt>
                <c:pt idx="984">
                  <c:v>45756</c:v>
                </c:pt>
                <c:pt idx="985">
                  <c:v>45757</c:v>
                </c:pt>
                <c:pt idx="986">
                  <c:v>45758</c:v>
                </c:pt>
                <c:pt idx="987">
                  <c:v>45761</c:v>
                </c:pt>
                <c:pt idx="988">
                  <c:v>45762</c:v>
                </c:pt>
                <c:pt idx="989">
                  <c:v>45763</c:v>
                </c:pt>
                <c:pt idx="990">
                  <c:v>45764</c:v>
                </c:pt>
                <c:pt idx="991">
                  <c:v>45769</c:v>
                </c:pt>
                <c:pt idx="992">
                  <c:v>45770</c:v>
                </c:pt>
                <c:pt idx="993">
                  <c:v>45771</c:v>
                </c:pt>
                <c:pt idx="994">
                  <c:v>45772</c:v>
                </c:pt>
                <c:pt idx="995">
                  <c:v>45775</c:v>
                </c:pt>
                <c:pt idx="996">
                  <c:v>45776</c:v>
                </c:pt>
                <c:pt idx="997">
                  <c:v>45777</c:v>
                </c:pt>
                <c:pt idx="998">
                  <c:v>45779</c:v>
                </c:pt>
                <c:pt idx="999">
                  <c:v>45782</c:v>
                </c:pt>
                <c:pt idx="1000">
                  <c:v>45783</c:v>
                </c:pt>
                <c:pt idx="1001">
                  <c:v>45784</c:v>
                </c:pt>
                <c:pt idx="1002">
                  <c:v>45785</c:v>
                </c:pt>
                <c:pt idx="1003">
                  <c:v>45786</c:v>
                </c:pt>
                <c:pt idx="1004">
                  <c:v>45789</c:v>
                </c:pt>
                <c:pt idx="1005">
                  <c:v>45790</c:v>
                </c:pt>
                <c:pt idx="1006">
                  <c:v>45791</c:v>
                </c:pt>
                <c:pt idx="1007">
                  <c:v>45792</c:v>
                </c:pt>
                <c:pt idx="1008">
                  <c:v>45793</c:v>
                </c:pt>
                <c:pt idx="1009">
                  <c:v>45796</c:v>
                </c:pt>
                <c:pt idx="1010">
                  <c:v>45797</c:v>
                </c:pt>
                <c:pt idx="1011">
                  <c:v>45798</c:v>
                </c:pt>
                <c:pt idx="1012">
                  <c:v>45799</c:v>
                </c:pt>
                <c:pt idx="1013">
                  <c:v>45800</c:v>
                </c:pt>
                <c:pt idx="1014">
                  <c:v>45803</c:v>
                </c:pt>
                <c:pt idx="1015">
                  <c:v>45804</c:v>
                </c:pt>
                <c:pt idx="1016">
                  <c:v>45805</c:v>
                </c:pt>
                <c:pt idx="1017">
                  <c:v>45806</c:v>
                </c:pt>
                <c:pt idx="1018">
                  <c:v>45807</c:v>
                </c:pt>
                <c:pt idx="1019">
                  <c:v>45810</c:v>
                </c:pt>
                <c:pt idx="1020">
                  <c:v>45811</c:v>
                </c:pt>
                <c:pt idx="1021">
                  <c:v>45812</c:v>
                </c:pt>
                <c:pt idx="1022">
                  <c:v>45813</c:v>
                </c:pt>
                <c:pt idx="1023">
                  <c:v>45814</c:v>
                </c:pt>
                <c:pt idx="1024">
                  <c:v>45817</c:v>
                </c:pt>
                <c:pt idx="1025">
                  <c:v>45818</c:v>
                </c:pt>
                <c:pt idx="1026">
                  <c:v>45819</c:v>
                </c:pt>
                <c:pt idx="1027">
                  <c:v>45820</c:v>
                </c:pt>
                <c:pt idx="1028">
                  <c:v>45821</c:v>
                </c:pt>
                <c:pt idx="1029">
                  <c:v>45824</c:v>
                </c:pt>
                <c:pt idx="1030">
                  <c:v>45825</c:v>
                </c:pt>
                <c:pt idx="1031">
                  <c:v>45826</c:v>
                </c:pt>
                <c:pt idx="1032">
                  <c:v>45828</c:v>
                </c:pt>
                <c:pt idx="1033">
                  <c:v>45831</c:v>
                </c:pt>
                <c:pt idx="1034">
                  <c:v>45832</c:v>
                </c:pt>
                <c:pt idx="1035">
                  <c:v>45833</c:v>
                </c:pt>
                <c:pt idx="1036">
                  <c:v>45834</c:v>
                </c:pt>
                <c:pt idx="1037">
                  <c:v>45835</c:v>
                </c:pt>
                <c:pt idx="1038">
                  <c:v>45838</c:v>
                </c:pt>
                <c:pt idx="1039">
                  <c:v>45839</c:v>
                </c:pt>
                <c:pt idx="1040">
                  <c:v>45840</c:v>
                </c:pt>
                <c:pt idx="1041">
                  <c:v>45841</c:v>
                </c:pt>
                <c:pt idx="1042">
                  <c:v>45842</c:v>
                </c:pt>
                <c:pt idx="1043">
                  <c:v>45845</c:v>
                </c:pt>
                <c:pt idx="1044">
                  <c:v>45846</c:v>
                </c:pt>
                <c:pt idx="1045">
                  <c:v>45847</c:v>
                </c:pt>
                <c:pt idx="1046">
                  <c:v>45848</c:v>
                </c:pt>
                <c:pt idx="1047">
                  <c:v>45849</c:v>
                </c:pt>
                <c:pt idx="1048">
                  <c:v>45852</c:v>
                </c:pt>
                <c:pt idx="1049">
                  <c:v>45853</c:v>
                </c:pt>
                <c:pt idx="1050">
                  <c:v>45854</c:v>
                </c:pt>
                <c:pt idx="1051">
                  <c:v>45855</c:v>
                </c:pt>
                <c:pt idx="1052">
                  <c:v>45856</c:v>
                </c:pt>
                <c:pt idx="1053">
                  <c:v>45859</c:v>
                </c:pt>
                <c:pt idx="1054">
                  <c:v>45860</c:v>
                </c:pt>
                <c:pt idx="1055">
                  <c:v>45861</c:v>
                </c:pt>
                <c:pt idx="1056">
                  <c:v>45862</c:v>
                </c:pt>
                <c:pt idx="1057">
                  <c:v>45863</c:v>
                </c:pt>
                <c:pt idx="1058">
                  <c:v>45866</c:v>
                </c:pt>
                <c:pt idx="1059">
                  <c:v>45867</c:v>
                </c:pt>
                <c:pt idx="1060">
                  <c:v>45868</c:v>
                </c:pt>
                <c:pt idx="1061">
                  <c:v>45869</c:v>
                </c:pt>
                <c:pt idx="1062">
                  <c:v>45870</c:v>
                </c:pt>
                <c:pt idx="1063">
                  <c:v>45873</c:v>
                </c:pt>
                <c:pt idx="1064">
                  <c:v>45874</c:v>
                </c:pt>
                <c:pt idx="1065">
                  <c:v>45875</c:v>
                </c:pt>
                <c:pt idx="1066">
                  <c:v>45876</c:v>
                </c:pt>
                <c:pt idx="1067">
                  <c:v>45877</c:v>
                </c:pt>
                <c:pt idx="1068">
                  <c:v>45880</c:v>
                </c:pt>
                <c:pt idx="1069">
                  <c:v>45881</c:v>
                </c:pt>
                <c:pt idx="1070">
                  <c:v>45882</c:v>
                </c:pt>
                <c:pt idx="1071">
                  <c:v>45883</c:v>
                </c:pt>
                <c:pt idx="1072">
                  <c:v>45884</c:v>
                </c:pt>
                <c:pt idx="1073">
                  <c:v>45887</c:v>
                </c:pt>
                <c:pt idx="1074">
                  <c:v>45888</c:v>
                </c:pt>
                <c:pt idx="1075">
                  <c:v>45889</c:v>
                </c:pt>
                <c:pt idx="1076">
                  <c:v>45890</c:v>
                </c:pt>
                <c:pt idx="1077">
                  <c:v>45891</c:v>
                </c:pt>
                <c:pt idx="1078">
                  <c:v>45894</c:v>
                </c:pt>
                <c:pt idx="1079">
                  <c:v>45895</c:v>
                </c:pt>
                <c:pt idx="1080">
                  <c:v>45896</c:v>
                </c:pt>
                <c:pt idx="1081">
                  <c:v>45897</c:v>
                </c:pt>
                <c:pt idx="1082">
                  <c:v>45898</c:v>
                </c:pt>
                <c:pt idx="1083">
                  <c:v>45901</c:v>
                </c:pt>
                <c:pt idx="1084">
                  <c:v>45902</c:v>
                </c:pt>
                <c:pt idx="1085">
                  <c:v>45903</c:v>
                </c:pt>
                <c:pt idx="1086">
                  <c:v>45904</c:v>
                </c:pt>
                <c:pt idx="1087">
                  <c:v>45905</c:v>
                </c:pt>
                <c:pt idx="1088">
                  <c:v>45908</c:v>
                </c:pt>
                <c:pt idx="1089">
                  <c:v>45909</c:v>
                </c:pt>
                <c:pt idx="1090">
                  <c:v>45910</c:v>
                </c:pt>
                <c:pt idx="1091">
                  <c:v>45911</c:v>
                </c:pt>
                <c:pt idx="1092">
                  <c:v>45912</c:v>
                </c:pt>
                <c:pt idx="1093">
                  <c:v>45915</c:v>
                </c:pt>
                <c:pt idx="1094">
                  <c:v>45916</c:v>
                </c:pt>
                <c:pt idx="1095">
                  <c:v>45917</c:v>
                </c:pt>
                <c:pt idx="1096">
                  <c:v>45918</c:v>
                </c:pt>
                <c:pt idx="1097">
                  <c:v>45919</c:v>
                </c:pt>
                <c:pt idx="1098">
                  <c:v>45922</c:v>
                </c:pt>
                <c:pt idx="1099">
                  <c:v>45923</c:v>
                </c:pt>
                <c:pt idx="1100">
                  <c:v>45924</c:v>
                </c:pt>
                <c:pt idx="1101">
                  <c:v>45925</c:v>
                </c:pt>
                <c:pt idx="1102">
                  <c:v>45926</c:v>
                </c:pt>
                <c:pt idx="1103">
                  <c:v>45929</c:v>
                </c:pt>
                <c:pt idx="1104">
                  <c:v>45930</c:v>
                </c:pt>
                <c:pt idx="1105">
                  <c:v>45931</c:v>
                </c:pt>
                <c:pt idx="1106">
                  <c:v>45932</c:v>
                </c:pt>
                <c:pt idx="1107">
                  <c:v>45933</c:v>
                </c:pt>
                <c:pt idx="1108">
                  <c:v>45936</c:v>
                </c:pt>
                <c:pt idx="1109">
                  <c:v>45937</c:v>
                </c:pt>
                <c:pt idx="1110">
                  <c:v>45938</c:v>
                </c:pt>
                <c:pt idx="1111">
                  <c:v>45939</c:v>
                </c:pt>
                <c:pt idx="1112">
                  <c:v>45940</c:v>
                </c:pt>
                <c:pt idx="1113">
                  <c:v>45943</c:v>
                </c:pt>
                <c:pt idx="1114">
                  <c:v>45944</c:v>
                </c:pt>
                <c:pt idx="1115">
                  <c:v>45945</c:v>
                </c:pt>
                <c:pt idx="1116">
                  <c:v>45946</c:v>
                </c:pt>
                <c:pt idx="1117">
                  <c:v>45947</c:v>
                </c:pt>
                <c:pt idx="1118">
                  <c:v>45950</c:v>
                </c:pt>
                <c:pt idx="1119">
                  <c:v>45951</c:v>
                </c:pt>
                <c:pt idx="1120">
                  <c:v>45952</c:v>
                </c:pt>
                <c:pt idx="1121">
                  <c:v>45953</c:v>
                </c:pt>
                <c:pt idx="1122">
                  <c:v>45954</c:v>
                </c:pt>
                <c:pt idx="1123">
                  <c:v>45957</c:v>
                </c:pt>
                <c:pt idx="1124">
                  <c:v>45958</c:v>
                </c:pt>
                <c:pt idx="1125">
                  <c:v>45959</c:v>
                </c:pt>
                <c:pt idx="1126">
                  <c:v>45960</c:v>
                </c:pt>
                <c:pt idx="1127">
                  <c:v>45961</c:v>
                </c:pt>
                <c:pt idx="1128">
                  <c:v>45964</c:v>
                </c:pt>
                <c:pt idx="1129">
                  <c:v>45965</c:v>
                </c:pt>
                <c:pt idx="1130">
                  <c:v>45966</c:v>
                </c:pt>
                <c:pt idx="1131">
                  <c:v>45967</c:v>
                </c:pt>
                <c:pt idx="1132">
                  <c:v>45968</c:v>
                </c:pt>
                <c:pt idx="1133">
                  <c:v>45971</c:v>
                </c:pt>
                <c:pt idx="1134">
                  <c:v>45972</c:v>
                </c:pt>
                <c:pt idx="1135">
                  <c:v>45973</c:v>
                </c:pt>
                <c:pt idx="1136">
                  <c:v>45974</c:v>
                </c:pt>
                <c:pt idx="1137">
                  <c:v>45975</c:v>
                </c:pt>
                <c:pt idx="1138">
                  <c:v>45978</c:v>
                </c:pt>
                <c:pt idx="1139">
                  <c:v>45979</c:v>
                </c:pt>
                <c:pt idx="1140">
                  <c:v>45980</c:v>
                </c:pt>
                <c:pt idx="1141">
                  <c:v>45982</c:v>
                </c:pt>
                <c:pt idx="1142">
                  <c:v>45985</c:v>
                </c:pt>
                <c:pt idx="1143">
                  <c:v>45986</c:v>
                </c:pt>
                <c:pt idx="1144">
                  <c:v>45987</c:v>
                </c:pt>
                <c:pt idx="1145">
                  <c:v>45988</c:v>
                </c:pt>
                <c:pt idx="1146">
                  <c:v>45989</c:v>
                </c:pt>
                <c:pt idx="1147">
                  <c:v>45992</c:v>
                </c:pt>
                <c:pt idx="1148">
                  <c:v>45993</c:v>
                </c:pt>
                <c:pt idx="1149">
                  <c:v>45994</c:v>
                </c:pt>
                <c:pt idx="1150">
                  <c:v>45995</c:v>
                </c:pt>
                <c:pt idx="1151">
                  <c:v>45996</c:v>
                </c:pt>
                <c:pt idx="1152">
                  <c:v>45999</c:v>
                </c:pt>
                <c:pt idx="1153">
                  <c:v>46000</c:v>
                </c:pt>
                <c:pt idx="1154">
                  <c:v>46001</c:v>
                </c:pt>
                <c:pt idx="1155">
                  <c:v>46002</c:v>
                </c:pt>
                <c:pt idx="1156">
                  <c:v>46003</c:v>
                </c:pt>
                <c:pt idx="1157">
                  <c:v>46006</c:v>
                </c:pt>
                <c:pt idx="1158">
                  <c:v>46007</c:v>
                </c:pt>
                <c:pt idx="1159">
                  <c:v>46008</c:v>
                </c:pt>
                <c:pt idx="1160">
                  <c:v>46009</c:v>
                </c:pt>
                <c:pt idx="1161">
                  <c:v>46010</c:v>
                </c:pt>
                <c:pt idx="1162">
                  <c:v>46013</c:v>
                </c:pt>
                <c:pt idx="1163">
                  <c:v>46014</c:v>
                </c:pt>
                <c:pt idx="1164">
                  <c:v>46017</c:v>
                </c:pt>
                <c:pt idx="1165">
                  <c:v>46020</c:v>
                </c:pt>
                <c:pt idx="1166">
                  <c:v>46021</c:v>
                </c:pt>
                <c:pt idx="1167">
                  <c:v>46024</c:v>
                </c:pt>
                <c:pt idx="1168">
                  <c:v>46027</c:v>
                </c:pt>
                <c:pt idx="1169">
                  <c:v>46028</c:v>
                </c:pt>
                <c:pt idx="1170">
                  <c:v>46029</c:v>
                </c:pt>
                <c:pt idx="1171">
                  <c:v>46030</c:v>
                </c:pt>
                <c:pt idx="1172">
                  <c:v>46031</c:v>
                </c:pt>
                <c:pt idx="1173">
                  <c:v>46034</c:v>
                </c:pt>
                <c:pt idx="1174">
                  <c:v>46035</c:v>
                </c:pt>
                <c:pt idx="1175">
                  <c:v>46036</c:v>
                </c:pt>
                <c:pt idx="1176">
                  <c:v>46037</c:v>
                </c:pt>
                <c:pt idx="1177">
                  <c:v>46038</c:v>
                </c:pt>
                <c:pt idx="1178">
                  <c:v>46041</c:v>
                </c:pt>
                <c:pt idx="1179">
                  <c:v>46042</c:v>
                </c:pt>
                <c:pt idx="1180">
                  <c:v>46043</c:v>
                </c:pt>
                <c:pt idx="1181">
                  <c:v>46044</c:v>
                </c:pt>
                <c:pt idx="1182">
                  <c:v>46045</c:v>
                </c:pt>
                <c:pt idx="1183">
                  <c:v>46048</c:v>
                </c:pt>
                <c:pt idx="1184">
                  <c:v>46049</c:v>
                </c:pt>
                <c:pt idx="1185">
                  <c:v>46050</c:v>
                </c:pt>
                <c:pt idx="1186">
                  <c:v>46051</c:v>
                </c:pt>
                <c:pt idx="1187">
                  <c:v>46052</c:v>
                </c:pt>
                <c:pt idx="1188">
                  <c:v>46055</c:v>
                </c:pt>
                <c:pt idx="1189">
                  <c:v>46056</c:v>
                </c:pt>
                <c:pt idx="1190">
                  <c:v>46057</c:v>
                </c:pt>
                <c:pt idx="1191">
                  <c:v>46058</c:v>
                </c:pt>
                <c:pt idx="1192">
                  <c:v>46059</c:v>
                </c:pt>
                <c:pt idx="1193">
                  <c:v>46062</c:v>
                </c:pt>
                <c:pt idx="1194">
                  <c:v>46063</c:v>
                </c:pt>
                <c:pt idx="1195">
                  <c:v>46064</c:v>
                </c:pt>
                <c:pt idx="1196">
                  <c:v>46065</c:v>
                </c:pt>
                <c:pt idx="1197">
                  <c:v>46066</c:v>
                </c:pt>
                <c:pt idx="1198">
                  <c:v>46071</c:v>
                </c:pt>
                <c:pt idx="1199">
                  <c:v>46072</c:v>
                </c:pt>
                <c:pt idx="1200">
                  <c:v>46073</c:v>
                </c:pt>
                <c:pt idx="1201">
                  <c:v>46076</c:v>
                </c:pt>
                <c:pt idx="1202">
                  <c:v>46077</c:v>
                </c:pt>
                <c:pt idx="1203">
                  <c:v>46078</c:v>
                </c:pt>
                <c:pt idx="1204">
                  <c:v>46079</c:v>
                </c:pt>
                <c:pt idx="1205">
                  <c:v>46080</c:v>
                </c:pt>
                <c:pt idx="1206">
                  <c:v>46083</c:v>
                </c:pt>
                <c:pt idx="1207">
                  <c:v>46084</c:v>
                </c:pt>
                <c:pt idx="1208">
                  <c:v>46085</c:v>
                </c:pt>
                <c:pt idx="1209">
                  <c:v>46086</c:v>
                </c:pt>
                <c:pt idx="1210">
                  <c:v>46087</c:v>
                </c:pt>
                <c:pt idx="1211">
                  <c:v>46090</c:v>
                </c:pt>
                <c:pt idx="1212">
                  <c:v>46091</c:v>
                </c:pt>
                <c:pt idx="1213">
                  <c:v>46092</c:v>
                </c:pt>
                <c:pt idx="1214">
                  <c:v>46093</c:v>
                </c:pt>
                <c:pt idx="1215">
                  <c:v>46094</c:v>
                </c:pt>
                <c:pt idx="1216">
                  <c:v>46097</c:v>
                </c:pt>
                <c:pt idx="1217">
                  <c:v>46098</c:v>
                </c:pt>
                <c:pt idx="1218">
                  <c:v>46099</c:v>
                </c:pt>
                <c:pt idx="1219">
                  <c:v>46100</c:v>
                </c:pt>
                <c:pt idx="1220">
                  <c:v>46101</c:v>
                </c:pt>
                <c:pt idx="1221">
                  <c:v>46104</c:v>
                </c:pt>
                <c:pt idx="1222">
                  <c:v>46105</c:v>
                </c:pt>
                <c:pt idx="1223">
                  <c:v>46106</c:v>
                </c:pt>
                <c:pt idx="1224">
                  <c:v>46107</c:v>
                </c:pt>
                <c:pt idx="1225">
                  <c:v>46108</c:v>
                </c:pt>
                <c:pt idx="1226">
                  <c:v>46111</c:v>
                </c:pt>
                <c:pt idx="1227">
                  <c:v>46112</c:v>
                </c:pt>
                <c:pt idx="1228">
                  <c:v>46113</c:v>
                </c:pt>
                <c:pt idx="1229">
                  <c:v>46114</c:v>
                </c:pt>
                <c:pt idx="1230">
                  <c:v>46118</c:v>
                </c:pt>
                <c:pt idx="1231">
                  <c:v>46119</c:v>
                </c:pt>
                <c:pt idx="1232">
                  <c:v>46120</c:v>
                </c:pt>
                <c:pt idx="1233">
                  <c:v>46121</c:v>
                </c:pt>
                <c:pt idx="1234">
                  <c:v>46122</c:v>
                </c:pt>
                <c:pt idx="1235">
                  <c:v>46125</c:v>
                </c:pt>
                <c:pt idx="1236">
                  <c:v>46126</c:v>
                </c:pt>
                <c:pt idx="1237">
                  <c:v>46127</c:v>
                </c:pt>
                <c:pt idx="1238">
                  <c:v>46128</c:v>
                </c:pt>
                <c:pt idx="1239">
                  <c:v>46129</c:v>
                </c:pt>
                <c:pt idx="1240">
                  <c:v>46132</c:v>
                </c:pt>
                <c:pt idx="1241">
                  <c:v>46134</c:v>
                </c:pt>
                <c:pt idx="1242">
                  <c:v>46135</c:v>
                </c:pt>
                <c:pt idx="1243">
                  <c:v>46136</c:v>
                </c:pt>
                <c:pt idx="1244">
                  <c:v>46139</c:v>
                </c:pt>
                <c:pt idx="1245">
                  <c:v>46140</c:v>
                </c:pt>
                <c:pt idx="1246">
                  <c:v>46141</c:v>
                </c:pt>
                <c:pt idx="1247">
                  <c:v>46142</c:v>
                </c:pt>
                <c:pt idx="1248">
                  <c:v>46146</c:v>
                </c:pt>
                <c:pt idx="1249">
                  <c:v>46147</c:v>
                </c:pt>
                <c:pt idx="1250">
                  <c:v>46148</c:v>
                </c:pt>
                <c:pt idx="1251">
                  <c:v>46149</c:v>
                </c:pt>
                <c:pt idx="1252">
                  <c:v>46150</c:v>
                </c:pt>
                <c:pt idx="1253">
                  <c:v>46153</c:v>
                </c:pt>
                <c:pt idx="1254">
                  <c:v>46154</c:v>
                </c:pt>
                <c:pt idx="1255">
                  <c:v>46155</c:v>
                </c:pt>
                <c:pt idx="1256">
                  <c:v>46156</c:v>
                </c:pt>
                <c:pt idx="1257">
                  <c:v>46157</c:v>
                </c:pt>
                <c:pt idx="1258">
                  <c:v>46160</c:v>
                </c:pt>
                <c:pt idx="1259">
                  <c:v>46161</c:v>
                </c:pt>
                <c:pt idx="1260">
                  <c:v>46162</c:v>
                </c:pt>
                <c:pt idx="1261">
                  <c:v>46163</c:v>
                </c:pt>
                <c:pt idx="1262">
                  <c:v>46164</c:v>
                </c:pt>
                <c:pt idx="1263">
                  <c:v>46167</c:v>
                </c:pt>
                <c:pt idx="1264">
                  <c:v>46168</c:v>
                </c:pt>
                <c:pt idx="1265">
                  <c:v>46169</c:v>
                </c:pt>
                <c:pt idx="1266">
                  <c:v>46170</c:v>
                </c:pt>
                <c:pt idx="1267">
                  <c:v>46171</c:v>
                </c:pt>
                <c:pt idx="1268">
                  <c:v>46174</c:v>
                </c:pt>
                <c:pt idx="1269">
                  <c:v>46175</c:v>
                </c:pt>
                <c:pt idx="1270">
                  <c:v>46176</c:v>
                </c:pt>
                <c:pt idx="1271">
                  <c:v>46178</c:v>
                </c:pt>
                <c:pt idx="1272">
                  <c:v>46181</c:v>
                </c:pt>
                <c:pt idx="1273">
                  <c:v>46182</c:v>
                </c:pt>
                <c:pt idx="1274">
                  <c:v>46183</c:v>
                </c:pt>
                <c:pt idx="1275">
                  <c:v>46184</c:v>
                </c:pt>
                <c:pt idx="1276">
                  <c:v>46185</c:v>
                </c:pt>
                <c:pt idx="1277">
                  <c:v>46188</c:v>
                </c:pt>
                <c:pt idx="1278">
                  <c:v>46189</c:v>
                </c:pt>
                <c:pt idx="1279">
                  <c:v>46190</c:v>
                </c:pt>
                <c:pt idx="1280">
                  <c:v>46191</c:v>
                </c:pt>
                <c:pt idx="1281">
                  <c:v>46192</c:v>
                </c:pt>
                <c:pt idx="1282">
                  <c:v>46195</c:v>
                </c:pt>
                <c:pt idx="1283">
                  <c:v>46196</c:v>
                </c:pt>
                <c:pt idx="1284">
                  <c:v>46197</c:v>
                </c:pt>
                <c:pt idx="1285">
                  <c:v>46198</c:v>
                </c:pt>
                <c:pt idx="1286">
                  <c:v>46199</c:v>
                </c:pt>
                <c:pt idx="1287">
                  <c:v>46202</c:v>
                </c:pt>
                <c:pt idx="1288">
                  <c:v>46203</c:v>
                </c:pt>
                <c:pt idx="1289">
                  <c:v>46204</c:v>
                </c:pt>
                <c:pt idx="1290">
                  <c:v>46205</c:v>
                </c:pt>
                <c:pt idx="1291">
                  <c:v>46206</c:v>
                </c:pt>
                <c:pt idx="1292">
                  <c:v>46209</c:v>
                </c:pt>
                <c:pt idx="1293">
                  <c:v>46210</c:v>
                </c:pt>
                <c:pt idx="1294">
                  <c:v>46211</c:v>
                </c:pt>
                <c:pt idx="1295">
                  <c:v>46212</c:v>
                </c:pt>
                <c:pt idx="1296">
                  <c:v>46213</c:v>
                </c:pt>
                <c:pt idx="1297">
                  <c:v>46216</c:v>
                </c:pt>
                <c:pt idx="1298">
                  <c:v>46217</c:v>
                </c:pt>
                <c:pt idx="1299">
                  <c:v>46218</c:v>
                </c:pt>
                <c:pt idx="1300">
                  <c:v>46219</c:v>
                </c:pt>
                <c:pt idx="1301">
                  <c:v>46220</c:v>
                </c:pt>
                <c:pt idx="1302">
                  <c:v>46223</c:v>
                </c:pt>
                <c:pt idx="1303">
                  <c:v>46224</c:v>
                </c:pt>
                <c:pt idx="1304">
                  <c:v>46225</c:v>
                </c:pt>
                <c:pt idx="1305">
                  <c:v>46226</c:v>
                </c:pt>
                <c:pt idx="1306">
                  <c:v>46227</c:v>
                </c:pt>
                <c:pt idx="1307">
                  <c:v>46230</c:v>
                </c:pt>
                <c:pt idx="1308">
                  <c:v>46231</c:v>
                </c:pt>
                <c:pt idx="1309">
                  <c:v>46232</c:v>
                </c:pt>
                <c:pt idx="1310">
                  <c:v>46233</c:v>
                </c:pt>
                <c:pt idx="1311">
                  <c:v>46234</c:v>
                </c:pt>
                <c:pt idx="1312">
                  <c:v>46237</c:v>
                </c:pt>
                <c:pt idx="1313">
                  <c:v>46238</c:v>
                </c:pt>
                <c:pt idx="1314">
                  <c:v>46239</c:v>
                </c:pt>
                <c:pt idx="1315">
                  <c:v>46240</c:v>
                </c:pt>
                <c:pt idx="1316">
                  <c:v>46241</c:v>
                </c:pt>
                <c:pt idx="1317">
                  <c:v>46244</c:v>
                </c:pt>
                <c:pt idx="1318">
                  <c:v>46245</c:v>
                </c:pt>
                <c:pt idx="1319">
                  <c:v>46246</c:v>
                </c:pt>
                <c:pt idx="1320">
                  <c:v>46247</c:v>
                </c:pt>
                <c:pt idx="1321">
                  <c:v>46248</c:v>
                </c:pt>
                <c:pt idx="1322">
                  <c:v>46251</c:v>
                </c:pt>
                <c:pt idx="1323">
                  <c:v>46252</c:v>
                </c:pt>
                <c:pt idx="1324">
                  <c:v>46253</c:v>
                </c:pt>
                <c:pt idx="1325">
                  <c:v>46254</c:v>
                </c:pt>
                <c:pt idx="1326">
                  <c:v>46255</c:v>
                </c:pt>
                <c:pt idx="1327">
                  <c:v>46258</c:v>
                </c:pt>
                <c:pt idx="1328">
                  <c:v>46259</c:v>
                </c:pt>
                <c:pt idx="1329">
                  <c:v>46260</c:v>
                </c:pt>
                <c:pt idx="1330">
                  <c:v>46261</c:v>
                </c:pt>
                <c:pt idx="1331">
                  <c:v>46262</c:v>
                </c:pt>
                <c:pt idx="1332">
                  <c:v>46265</c:v>
                </c:pt>
                <c:pt idx="1333">
                  <c:v>46266</c:v>
                </c:pt>
                <c:pt idx="1334">
                  <c:v>46267</c:v>
                </c:pt>
                <c:pt idx="1335">
                  <c:v>46268</c:v>
                </c:pt>
                <c:pt idx="1336">
                  <c:v>46269</c:v>
                </c:pt>
                <c:pt idx="1337">
                  <c:v>46273</c:v>
                </c:pt>
                <c:pt idx="1338">
                  <c:v>46274</c:v>
                </c:pt>
                <c:pt idx="1339">
                  <c:v>46275</c:v>
                </c:pt>
                <c:pt idx="1340">
                  <c:v>46276</c:v>
                </c:pt>
                <c:pt idx="1341">
                  <c:v>46279</c:v>
                </c:pt>
                <c:pt idx="1342">
                  <c:v>46280</c:v>
                </c:pt>
                <c:pt idx="1343">
                  <c:v>46281</c:v>
                </c:pt>
                <c:pt idx="1344">
                  <c:v>46282</c:v>
                </c:pt>
                <c:pt idx="1345">
                  <c:v>46283</c:v>
                </c:pt>
                <c:pt idx="1346">
                  <c:v>46286</c:v>
                </c:pt>
                <c:pt idx="1347">
                  <c:v>46287</c:v>
                </c:pt>
                <c:pt idx="1348">
                  <c:v>46288</c:v>
                </c:pt>
                <c:pt idx="1349">
                  <c:v>46289</c:v>
                </c:pt>
                <c:pt idx="1350">
                  <c:v>46290</c:v>
                </c:pt>
                <c:pt idx="1351">
                  <c:v>46293</c:v>
                </c:pt>
                <c:pt idx="1352">
                  <c:v>46294</c:v>
                </c:pt>
                <c:pt idx="1353">
                  <c:v>46295</c:v>
                </c:pt>
              </c:numCache>
            </c:numRef>
          </c:cat>
          <c:val>
            <c:numRef>
              <c:f>'Charts Base 100'!$J$4:$J$1357</c:f>
              <c:numCache>
                <c:formatCode>0.0</c:formatCode>
                <c:ptCount val="1354"/>
                <c:pt idx="0">
                  <c:v>100</c:v>
                </c:pt>
                <c:pt idx="1">
                  <c:v>100.17328945160396</c:v>
                </c:pt>
                <c:pt idx="2">
                  <c:v>99.579105264780125</c:v>
                </c:pt>
                <c:pt idx="3">
                  <c:v>100.88905022996812</c:v>
                </c:pt>
                <c:pt idx="4">
                  <c:v>100.37466138350737</c:v>
                </c:pt>
                <c:pt idx="5">
                  <c:v>101.83529282835099</c:v>
                </c:pt>
                <c:pt idx="6">
                  <c:v>101.27467063017771</c:v>
                </c:pt>
                <c:pt idx="7">
                  <c:v>101.15069675373378</c:v>
                </c:pt>
                <c:pt idx="8">
                  <c:v>97.938334982893664</c:v>
                </c:pt>
                <c:pt idx="9">
                  <c:v>98.83560447538845</c:v>
                </c:pt>
                <c:pt idx="10">
                  <c:v>100.64212988489608</c:v>
                </c:pt>
                <c:pt idx="11">
                  <c:v>101.8185118340257</c:v>
                </c:pt>
                <c:pt idx="12">
                  <c:v>102.00002054815633</c:v>
                </c:pt>
                <c:pt idx="13">
                  <c:v>101.29316397086272</c:v>
                </c:pt>
                <c:pt idx="14">
                  <c:v>102.21885841292891</c:v>
                </c:pt>
                <c:pt idx="15">
                  <c:v>101.51165936636336</c:v>
                </c:pt>
                <c:pt idx="16">
                  <c:v>102.63461610906963</c:v>
                </c:pt>
                <c:pt idx="17">
                  <c:v>103.11099086634452</c:v>
                </c:pt>
                <c:pt idx="18">
                  <c:v>104.34319530680111</c:v>
                </c:pt>
                <c:pt idx="19">
                  <c:v>105.69355164607856</c:v>
                </c:pt>
                <c:pt idx="20">
                  <c:v>105.80588156727639</c:v>
                </c:pt>
                <c:pt idx="21">
                  <c:v>106.31958547519325</c:v>
                </c:pt>
                <c:pt idx="22">
                  <c:v>107.40521306725755</c:v>
                </c:pt>
                <c:pt idx="23">
                  <c:v>108.11480939872671</c:v>
                </c:pt>
                <c:pt idx="24">
                  <c:v>109.2826296160577</c:v>
                </c:pt>
                <c:pt idx="25">
                  <c:v>108.99632530471204</c:v>
                </c:pt>
                <c:pt idx="26">
                  <c:v>108.71824025589305</c:v>
                </c:pt>
                <c:pt idx="27">
                  <c:v>108.44940187741656</c:v>
                </c:pt>
                <c:pt idx="28">
                  <c:v>109.40865830813331</c:v>
                </c:pt>
                <c:pt idx="29">
                  <c:v>108.19631708544952</c:v>
                </c:pt>
                <c:pt idx="30">
                  <c:v>109.98229433864047</c:v>
                </c:pt>
                <c:pt idx="31">
                  <c:v>109.99051360116714</c:v>
                </c:pt>
                <c:pt idx="32">
                  <c:v>109.41448028575637</c:v>
                </c:pt>
                <c:pt idx="33">
                  <c:v>108.61138984304634</c:v>
                </c:pt>
                <c:pt idx="34">
                  <c:v>109.05694236584623</c:v>
                </c:pt>
                <c:pt idx="35">
                  <c:v>110.43914834741453</c:v>
                </c:pt>
                <c:pt idx="36">
                  <c:v>109.7281821388576</c:v>
                </c:pt>
                <c:pt idx="37">
                  <c:v>109.7374288092001</c:v>
                </c:pt>
                <c:pt idx="38">
                  <c:v>109.98503409281604</c:v>
                </c:pt>
                <c:pt idx="39">
                  <c:v>108.11275458309504</c:v>
                </c:pt>
                <c:pt idx="40">
                  <c:v>108.40282605643209</c:v>
                </c:pt>
                <c:pt idx="41">
                  <c:v>107.78055938930881</c:v>
                </c:pt>
                <c:pt idx="42">
                  <c:v>107.69562700986654</c:v>
                </c:pt>
                <c:pt idx="43">
                  <c:v>106.63842436737364</c:v>
                </c:pt>
                <c:pt idx="44">
                  <c:v>108.3651544365182</c:v>
                </c:pt>
                <c:pt idx="45">
                  <c:v>108.21652277249424</c:v>
                </c:pt>
                <c:pt idx="46">
                  <c:v>105.81410082980305</c:v>
                </c:pt>
                <c:pt idx="47">
                  <c:v>106.68260290345449</c:v>
                </c:pt>
                <c:pt idx="48">
                  <c:v>105.10587437542168</c:v>
                </c:pt>
                <c:pt idx="49">
                  <c:v>106.9921951252924</c:v>
                </c:pt>
                <c:pt idx="50">
                  <c:v>107.54870769220233</c:v>
                </c:pt>
                <c:pt idx="51">
                  <c:v>108.06515135429474</c:v>
                </c:pt>
                <c:pt idx="52">
                  <c:v>107.27918437518194</c:v>
                </c:pt>
                <c:pt idx="53">
                  <c:v>106.4168467484255</c:v>
                </c:pt>
                <c:pt idx="54">
                  <c:v>104.93566714726522</c:v>
                </c:pt>
                <c:pt idx="55">
                  <c:v>105.95314335421256</c:v>
                </c:pt>
                <c:pt idx="56">
                  <c:v>105.98876015849478</c:v>
                </c:pt>
                <c:pt idx="57">
                  <c:v>106.65760264660254</c:v>
                </c:pt>
                <c:pt idx="58">
                  <c:v>105.60450963537298</c:v>
                </c:pt>
                <c:pt idx="59">
                  <c:v>105.30998606150064</c:v>
                </c:pt>
                <c:pt idx="60">
                  <c:v>103.25482796056124</c:v>
                </c:pt>
                <c:pt idx="61">
                  <c:v>104.14696041397686</c:v>
                </c:pt>
                <c:pt idx="62">
                  <c:v>104.09113792264989</c:v>
                </c:pt>
                <c:pt idx="63">
                  <c:v>101.45309712086083</c:v>
                </c:pt>
                <c:pt idx="64">
                  <c:v>102.26988633444864</c:v>
                </c:pt>
                <c:pt idx="65">
                  <c:v>102.27947547406309</c:v>
                </c:pt>
                <c:pt idx="66">
                  <c:v>100.97432507868233</c:v>
                </c:pt>
                <c:pt idx="67">
                  <c:v>100.03356198865058</c:v>
                </c:pt>
                <c:pt idx="68">
                  <c:v>100.55377281273438</c:v>
                </c:pt>
                <c:pt idx="69">
                  <c:v>101.05275054195764</c:v>
                </c:pt>
                <c:pt idx="70">
                  <c:v>100.51678613136437</c:v>
                </c:pt>
                <c:pt idx="71">
                  <c:v>99.983561474946669</c:v>
                </c:pt>
                <c:pt idx="72">
                  <c:v>98.469162354407757</c:v>
                </c:pt>
                <c:pt idx="73">
                  <c:v>98.219159785888223</c:v>
                </c:pt>
                <c:pt idx="74">
                  <c:v>94.722548519334111</c:v>
                </c:pt>
                <c:pt idx="75">
                  <c:v>93.145135052757396</c:v>
                </c:pt>
                <c:pt idx="76">
                  <c:v>93.545139162388665</c:v>
                </c:pt>
                <c:pt idx="77">
                  <c:v>95.558516012150818</c:v>
                </c:pt>
                <c:pt idx="78">
                  <c:v>97.072915132689729</c:v>
                </c:pt>
                <c:pt idx="79">
                  <c:v>96.895173580550491</c:v>
                </c:pt>
                <c:pt idx="80">
                  <c:v>99.686983085442662</c:v>
                </c:pt>
                <c:pt idx="81">
                  <c:v>100.46815549474825</c:v>
                </c:pt>
                <c:pt idx="82">
                  <c:v>98.212310400449326</c:v>
                </c:pt>
                <c:pt idx="83">
                  <c:v>99.902738726767751</c:v>
                </c:pt>
                <c:pt idx="84">
                  <c:v>98.854440285345405</c:v>
                </c:pt>
                <c:pt idx="85">
                  <c:v>97.573947677544638</c:v>
                </c:pt>
                <c:pt idx="86">
                  <c:v>97.451001208916537</c:v>
                </c:pt>
                <c:pt idx="87">
                  <c:v>95.431459912259385</c:v>
                </c:pt>
                <c:pt idx="88">
                  <c:v>94.723233457877996</c:v>
                </c:pt>
                <c:pt idx="89">
                  <c:v>95.905779853902615</c:v>
                </c:pt>
                <c:pt idx="90">
                  <c:v>91.835532556841343</c:v>
                </c:pt>
                <c:pt idx="91">
                  <c:v>93.595482145364514</c:v>
                </c:pt>
                <c:pt idx="92">
                  <c:v>93.376301811319991</c:v>
                </c:pt>
                <c:pt idx="93">
                  <c:v>95.963999630133188</c:v>
                </c:pt>
                <c:pt idx="94">
                  <c:v>96.196878735055506</c:v>
                </c:pt>
                <c:pt idx="95">
                  <c:v>95.447213498768832</c:v>
                </c:pt>
                <c:pt idx="96">
                  <c:v>95.017414562478393</c:v>
                </c:pt>
                <c:pt idx="97">
                  <c:v>93.911581283369358</c:v>
                </c:pt>
                <c:pt idx="98">
                  <c:v>91.348198782864216</c:v>
                </c:pt>
                <c:pt idx="99">
                  <c:v>93.226300270208256</c:v>
                </c:pt>
                <c:pt idx="100">
                  <c:v>94.654739603489077</c:v>
                </c:pt>
                <c:pt idx="101">
                  <c:v>95.281800840419606</c:v>
                </c:pt>
                <c:pt idx="102">
                  <c:v>95.109881265903425</c:v>
                </c:pt>
                <c:pt idx="103">
                  <c:v>94.571519570406551</c:v>
                </c:pt>
                <c:pt idx="104">
                  <c:v>91.32799309581948</c:v>
                </c:pt>
                <c:pt idx="105">
                  <c:v>91.437925732113698</c:v>
                </c:pt>
                <c:pt idx="106">
                  <c:v>91.299910615520034</c:v>
                </c:pt>
                <c:pt idx="107">
                  <c:v>93.591030044829239</c:v>
                </c:pt>
                <c:pt idx="108">
                  <c:v>90.573190820453647</c:v>
                </c:pt>
                <c:pt idx="109">
                  <c:v>89.457083463186265</c:v>
                </c:pt>
                <c:pt idx="110">
                  <c:v>88.890639287389945</c:v>
                </c:pt>
                <c:pt idx="111">
                  <c:v>88.82009061736936</c:v>
                </c:pt>
                <c:pt idx="112">
                  <c:v>91.691695462624622</c:v>
                </c:pt>
                <c:pt idx="113">
                  <c:v>90.762576327838985</c:v>
                </c:pt>
                <c:pt idx="114">
                  <c:v>92.831433199656161</c:v>
                </c:pt>
                <c:pt idx="115">
                  <c:v>92.651294362613328</c:v>
                </c:pt>
                <c:pt idx="116">
                  <c:v>93.618427586584801</c:v>
                </c:pt>
                <c:pt idx="117">
                  <c:v>94.012267249321056</c:v>
                </c:pt>
                <c:pt idx="118">
                  <c:v>89.835512008685029</c:v>
                </c:pt>
                <c:pt idx="119">
                  <c:v>89.427973575070979</c:v>
                </c:pt>
                <c:pt idx="120">
                  <c:v>85.810128186248491</c:v>
                </c:pt>
                <c:pt idx="121">
                  <c:v>83.671065113682687</c:v>
                </c:pt>
                <c:pt idx="122">
                  <c:v>85.893348219331031</c:v>
                </c:pt>
                <c:pt idx="123">
                  <c:v>82.611807655558096</c:v>
                </c:pt>
                <c:pt idx="124">
                  <c:v>83.159073552125534</c:v>
                </c:pt>
                <c:pt idx="125">
                  <c:v>81.345698757179022</c:v>
                </c:pt>
                <c:pt idx="126">
                  <c:v>79.863834217474846</c:v>
                </c:pt>
                <c:pt idx="127">
                  <c:v>82.138172652458763</c:v>
                </c:pt>
                <c:pt idx="128">
                  <c:v>84.700185275876123</c:v>
                </c:pt>
                <c:pt idx="129">
                  <c:v>83.201197272574717</c:v>
                </c:pt>
                <c:pt idx="130">
                  <c:v>84.842994962277018</c:v>
                </c:pt>
                <c:pt idx="131">
                  <c:v>84.124151960465355</c:v>
                </c:pt>
                <c:pt idx="132">
                  <c:v>85.543344623403669</c:v>
                </c:pt>
                <c:pt idx="133">
                  <c:v>86.541985020394051</c:v>
                </c:pt>
                <c:pt idx="134">
                  <c:v>88.476251468337011</c:v>
                </c:pt>
                <c:pt idx="135">
                  <c:v>86.69267150004967</c:v>
                </c:pt>
                <c:pt idx="136">
                  <c:v>83.512501840772345</c:v>
                </c:pt>
                <c:pt idx="137">
                  <c:v>81.783374486724199</c:v>
                </c:pt>
                <c:pt idx="138">
                  <c:v>82.113514864878752</c:v>
                </c:pt>
                <c:pt idx="139">
                  <c:v>82.745028202344557</c:v>
                </c:pt>
                <c:pt idx="140">
                  <c:v>80.845351150867998</c:v>
                </c:pt>
                <c:pt idx="141">
                  <c:v>80.704938749370712</c:v>
                </c:pt>
                <c:pt idx="142">
                  <c:v>81.084394702685302</c:v>
                </c:pt>
                <c:pt idx="143">
                  <c:v>82.751535118511512</c:v>
                </c:pt>
                <c:pt idx="144">
                  <c:v>79.387459460199935</c:v>
                </c:pt>
                <c:pt idx="145">
                  <c:v>79.294307818231019</c:v>
                </c:pt>
                <c:pt idx="146">
                  <c:v>78.038815467282205</c:v>
                </c:pt>
                <c:pt idx="147">
                  <c:v>75.866532875337782</c:v>
                </c:pt>
                <c:pt idx="148">
                  <c:v>77.877854909468269</c:v>
                </c:pt>
                <c:pt idx="149">
                  <c:v>79.891231759230422</c:v>
                </c:pt>
                <c:pt idx="150">
                  <c:v>81.249122422490643</c:v>
                </c:pt>
                <c:pt idx="151">
                  <c:v>81.15288855707422</c:v>
                </c:pt>
                <c:pt idx="152">
                  <c:v>83.723462912290188</c:v>
                </c:pt>
                <c:pt idx="153">
                  <c:v>81.965568139398698</c:v>
                </c:pt>
                <c:pt idx="154">
                  <c:v>83.766614040555211</c:v>
                </c:pt>
                <c:pt idx="155">
                  <c:v>82.908728514334058</c:v>
                </c:pt>
                <c:pt idx="156">
                  <c:v>81.102545574098372</c:v>
                </c:pt>
                <c:pt idx="157">
                  <c:v>82.065569166806512</c:v>
                </c:pt>
                <c:pt idx="158">
                  <c:v>81.803922643040863</c:v>
                </c:pt>
                <c:pt idx="159">
                  <c:v>82.009061736935664</c:v>
                </c:pt>
                <c:pt idx="160">
                  <c:v>79.828902351736502</c:v>
                </c:pt>
                <c:pt idx="161">
                  <c:v>80.017260451306015</c:v>
                </c:pt>
                <c:pt idx="162">
                  <c:v>79.844998407517878</c:v>
                </c:pt>
                <c:pt idx="163">
                  <c:v>79.393281437823006</c:v>
                </c:pt>
                <c:pt idx="164">
                  <c:v>80.150480998092448</c:v>
                </c:pt>
                <c:pt idx="165">
                  <c:v>80.721377274424057</c:v>
                </c:pt>
                <c:pt idx="166">
                  <c:v>79.659722531395872</c:v>
                </c:pt>
                <c:pt idx="167">
                  <c:v>81.002202077418602</c:v>
                </c:pt>
                <c:pt idx="168">
                  <c:v>78.534026034514056</c:v>
                </c:pt>
                <c:pt idx="169">
                  <c:v>76.462429408521317</c:v>
                </c:pt>
                <c:pt idx="170">
                  <c:v>73.035681873443906</c:v>
                </c:pt>
                <c:pt idx="171">
                  <c:v>72.633280478909029</c:v>
                </c:pt>
                <c:pt idx="172">
                  <c:v>72.994585560810563</c:v>
                </c:pt>
                <c:pt idx="173">
                  <c:v>71.882245365534587</c:v>
                </c:pt>
                <c:pt idx="174">
                  <c:v>73.474727480076851</c:v>
                </c:pt>
                <c:pt idx="175">
                  <c:v>75.623722161529059</c:v>
                </c:pt>
                <c:pt idx="176">
                  <c:v>74.94083843327158</c:v>
                </c:pt>
                <c:pt idx="177">
                  <c:v>75.508310016883755</c:v>
                </c:pt>
                <c:pt idx="178">
                  <c:v>75.050086131021899</c:v>
                </c:pt>
                <c:pt idx="179">
                  <c:v>74.053843018935126</c:v>
                </c:pt>
                <c:pt idx="180">
                  <c:v>75.876464484224172</c:v>
                </c:pt>
                <c:pt idx="181">
                  <c:v>78.510053185477929</c:v>
                </c:pt>
                <c:pt idx="182">
                  <c:v>78.676835720914951</c:v>
                </c:pt>
                <c:pt idx="183">
                  <c:v>77.304903817504993</c:v>
                </c:pt>
                <c:pt idx="184">
                  <c:v>79.653900553772814</c:v>
                </c:pt>
                <c:pt idx="185">
                  <c:v>80.746035062004083</c:v>
                </c:pt>
                <c:pt idx="186">
                  <c:v>81.608715158032439</c:v>
                </c:pt>
                <c:pt idx="187">
                  <c:v>81.665222587903301</c:v>
                </c:pt>
                <c:pt idx="188">
                  <c:v>83.769011325458834</c:v>
                </c:pt>
                <c:pt idx="189">
                  <c:v>83.550858399230137</c:v>
                </c:pt>
                <c:pt idx="190">
                  <c:v>82.473792538964446</c:v>
                </c:pt>
                <c:pt idx="191">
                  <c:v>81.968307893574249</c:v>
                </c:pt>
                <c:pt idx="192">
                  <c:v>80.95494131789026</c:v>
                </c:pt>
                <c:pt idx="193">
                  <c:v>80.666582190912919</c:v>
                </c:pt>
                <c:pt idx="194">
                  <c:v>80.403223320787546</c:v>
                </c:pt>
                <c:pt idx="195">
                  <c:v>81.082682356325577</c:v>
                </c:pt>
                <c:pt idx="196">
                  <c:v>81.31727380760762</c:v>
                </c:pt>
                <c:pt idx="197">
                  <c:v>80.179590886207734</c:v>
                </c:pt>
                <c:pt idx="198">
                  <c:v>80.699459241019611</c:v>
                </c:pt>
                <c:pt idx="199">
                  <c:v>82.572081220012535</c:v>
                </c:pt>
                <c:pt idx="200">
                  <c:v>82.646397052024511</c:v>
                </c:pt>
                <c:pt idx="201">
                  <c:v>81.441932622595445</c:v>
                </c:pt>
                <c:pt idx="202">
                  <c:v>80.652540950763211</c:v>
                </c:pt>
                <c:pt idx="203">
                  <c:v>78.287790627985913</c:v>
                </c:pt>
                <c:pt idx="204">
                  <c:v>79.804244564156491</c:v>
                </c:pt>
                <c:pt idx="205">
                  <c:v>79.703216128932837</c:v>
                </c:pt>
                <c:pt idx="206">
                  <c:v>79.8826700274318</c:v>
                </c:pt>
                <c:pt idx="207">
                  <c:v>79.421021448850524</c:v>
                </c:pt>
                <c:pt idx="208">
                  <c:v>79.934382887495431</c:v>
                </c:pt>
                <c:pt idx="209">
                  <c:v>80.164179768970229</c:v>
                </c:pt>
                <c:pt idx="210">
                  <c:v>78.585053956033804</c:v>
                </c:pt>
                <c:pt idx="211">
                  <c:v>75.14700493498222</c:v>
                </c:pt>
                <c:pt idx="212">
                  <c:v>76.136398661630096</c:v>
                </c:pt>
                <c:pt idx="213">
                  <c:v>79.00526375270978</c:v>
                </c:pt>
                <c:pt idx="214">
                  <c:v>78.62512286085132</c:v>
                </c:pt>
                <c:pt idx="215">
                  <c:v>76.290167364733207</c:v>
                </c:pt>
                <c:pt idx="216">
                  <c:v>75.202484957037228</c:v>
                </c:pt>
                <c:pt idx="217">
                  <c:v>75.864820528978044</c:v>
                </c:pt>
                <c:pt idx="218">
                  <c:v>76.97716072425402</c:v>
                </c:pt>
                <c:pt idx="219">
                  <c:v>78.027171512036091</c:v>
                </c:pt>
                <c:pt idx="220">
                  <c:v>80.439525063613672</c:v>
                </c:pt>
                <c:pt idx="221">
                  <c:v>80.286098829782503</c:v>
                </c:pt>
                <c:pt idx="222">
                  <c:v>82.048103233937354</c:v>
                </c:pt>
                <c:pt idx="223">
                  <c:v>83.01831868135632</c:v>
                </c:pt>
                <c:pt idx="224">
                  <c:v>85.002585643003201</c:v>
                </c:pt>
                <c:pt idx="225">
                  <c:v>86.718699164717449</c:v>
                </c:pt>
                <c:pt idx="226">
                  <c:v>86.292667390418387</c:v>
                </c:pt>
                <c:pt idx="227">
                  <c:v>88.012548074124055</c:v>
                </c:pt>
                <c:pt idx="228">
                  <c:v>86.916988873173352</c:v>
                </c:pt>
                <c:pt idx="229">
                  <c:v>86.419038551765951</c:v>
                </c:pt>
                <c:pt idx="230">
                  <c:v>88.402278105596992</c:v>
                </c:pt>
                <c:pt idx="231">
                  <c:v>88.443031948958392</c:v>
                </c:pt>
                <c:pt idx="232">
                  <c:v>86.626574930564345</c:v>
                </c:pt>
                <c:pt idx="233">
                  <c:v>84.851214224803684</c:v>
                </c:pt>
                <c:pt idx="234">
                  <c:v>84.809432973626443</c:v>
                </c:pt>
                <c:pt idx="235">
                  <c:v>83.849491604365809</c:v>
                </c:pt>
                <c:pt idx="236">
                  <c:v>82.422079678900801</c:v>
                </c:pt>
                <c:pt idx="237">
                  <c:v>82.279954931043832</c:v>
                </c:pt>
                <c:pt idx="238">
                  <c:v>82.754274872687049</c:v>
                </c:pt>
                <c:pt idx="239">
                  <c:v>81.831662654068367</c:v>
                </c:pt>
                <c:pt idx="240">
                  <c:v>82.072418552245395</c:v>
                </c:pt>
                <c:pt idx="241">
                  <c:v>82.688863241745636</c:v>
                </c:pt>
                <c:pt idx="242">
                  <c:v>82.372764103740806</c:v>
                </c:pt>
                <c:pt idx="243">
                  <c:v>80.106987400555496</c:v>
                </c:pt>
                <c:pt idx="244">
                  <c:v>80.755624201618517</c:v>
                </c:pt>
                <c:pt idx="245">
                  <c:v>79.7182847768984</c:v>
                </c:pt>
                <c:pt idx="246">
                  <c:v>80.180275824751618</c:v>
                </c:pt>
                <c:pt idx="247">
                  <c:v>80.896036603115789</c:v>
                </c:pt>
                <c:pt idx="248">
                  <c:v>79.193964321551249</c:v>
                </c:pt>
                <c:pt idx="249">
                  <c:v>77.521344397373952</c:v>
                </c:pt>
                <c:pt idx="250">
                  <c:v>77.529563659900617</c:v>
                </c:pt>
                <c:pt idx="251">
                  <c:v>79.379240197673269</c:v>
                </c:pt>
                <c:pt idx="252">
                  <c:v>76.435716805309653</c:v>
                </c:pt>
                <c:pt idx="253">
                  <c:v>74.890152981023789</c:v>
                </c:pt>
                <c:pt idx="254">
                  <c:v>72.353825553002267</c:v>
                </c:pt>
                <c:pt idx="255">
                  <c:v>73.126778699781184</c:v>
                </c:pt>
                <c:pt idx="256">
                  <c:v>72.741500768843537</c:v>
                </c:pt>
                <c:pt idx="257">
                  <c:v>74.175077141203516</c:v>
                </c:pt>
                <c:pt idx="258">
                  <c:v>75.928177344287789</c:v>
                </c:pt>
                <c:pt idx="259">
                  <c:v>76.657636893529727</c:v>
                </c:pt>
                <c:pt idx="260">
                  <c:v>77.813128217070727</c:v>
                </c:pt>
                <c:pt idx="261">
                  <c:v>75.900437333260285</c:v>
                </c:pt>
                <c:pt idx="262">
                  <c:v>76.360373565481837</c:v>
                </c:pt>
                <c:pt idx="263">
                  <c:v>76.694281105627795</c:v>
                </c:pt>
                <c:pt idx="264">
                  <c:v>77.40627472200056</c:v>
                </c:pt>
                <c:pt idx="265">
                  <c:v>76.899420199522609</c:v>
                </c:pt>
                <c:pt idx="266">
                  <c:v>77.353876923393059</c:v>
                </c:pt>
                <c:pt idx="267">
                  <c:v>78.621698168131871</c:v>
                </c:pt>
                <c:pt idx="268">
                  <c:v>78.823755038579165</c:v>
                </c:pt>
                <c:pt idx="269">
                  <c:v>78.269982225844785</c:v>
                </c:pt>
                <c:pt idx="270">
                  <c:v>77.749428932489053</c:v>
                </c:pt>
                <c:pt idx="271">
                  <c:v>77.626824933132866</c:v>
                </c:pt>
                <c:pt idx="272">
                  <c:v>78.775466871234968</c:v>
                </c:pt>
                <c:pt idx="273">
                  <c:v>77.491892039986709</c:v>
                </c:pt>
                <c:pt idx="274">
                  <c:v>75.753860484867985</c:v>
                </c:pt>
                <c:pt idx="275">
                  <c:v>74.644944982311472</c:v>
                </c:pt>
                <c:pt idx="276">
                  <c:v>74.119254649876552</c:v>
                </c:pt>
                <c:pt idx="277">
                  <c:v>73.601783579968298</c:v>
                </c:pt>
                <c:pt idx="278">
                  <c:v>71.868204125384864</c:v>
                </c:pt>
                <c:pt idx="279">
                  <c:v>68.661664332167803</c:v>
                </c:pt>
                <c:pt idx="280">
                  <c:v>67.583228594814329</c:v>
                </c:pt>
                <c:pt idx="281">
                  <c:v>69.438384640938096</c:v>
                </c:pt>
                <c:pt idx="282">
                  <c:v>68.31885259095128</c:v>
                </c:pt>
                <c:pt idx="283">
                  <c:v>67.455487556379012</c:v>
                </c:pt>
                <c:pt idx="284">
                  <c:v>67.5661051312171</c:v>
                </c:pt>
                <c:pt idx="285">
                  <c:v>67.188019054990292</c:v>
                </c:pt>
                <c:pt idx="286">
                  <c:v>67.40719938903483</c:v>
                </c:pt>
                <c:pt idx="287">
                  <c:v>67.369527769120921</c:v>
                </c:pt>
                <c:pt idx="288">
                  <c:v>67.388021109805933</c:v>
                </c:pt>
                <c:pt idx="289">
                  <c:v>66.679794655424544</c:v>
                </c:pt>
                <c:pt idx="290">
                  <c:v>65.961636592156779</c:v>
                </c:pt>
                <c:pt idx="291">
                  <c:v>65.055462898591429</c:v>
                </c:pt>
                <c:pt idx="292">
                  <c:v>65.531837655866326</c:v>
                </c:pt>
                <c:pt idx="293">
                  <c:v>65.016763870861695</c:v>
                </c:pt>
                <c:pt idx="294">
                  <c:v>64.962653725894455</c:v>
                </c:pt>
                <c:pt idx="295">
                  <c:v>66.055130703397637</c:v>
                </c:pt>
                <c:pt idx="296">
                  <c:v>67.491789299205138</c:v>
                </c:pt>
                <c:pt idx="297">
                  <c:v>67.511310047705976</c:v>
                </c:pt>
                <c:pt idx="298">
                  <c:v>65.494166035952432</c:v>
                </c:pt>
                <c:pt idx="299">
                  <c:v>65.806155542693929</c:v>
                </c:pt>
                <c:pt idx="300">
                  <c:v>65.422247488844064</c:v>
                </c:pt>
                <c:pt idx="301">
                  <c:v>64.825666017116617</c:v>
                </c:pt>
                <c:pt idx="302">
                  <c:v>64.977379904588062</c:v>
                </c:pt>
                <c:pt idx="303">
                  <c:v>64.557512577184013</c:v>
                </c:pt>
                <c:pt idx="304">
                  <c:v>65.361972896981825</c:v>
                </c:pt>
                <c:pt idx="305">
                  <c:v>66.834933235615438</c:v>
                </c:pt>
                <c:pt idx="306">
                  <c:v>66.960619458419103</c:v>
                </c:pt>
                <c:pt idx="307">
                  <c:v>66.371572310674424</c:v>
                </c:pt>
                <c:pt idx="308">
                  <c:v>66.243146333695208</c:v>
                </c:pt>
                <c:pt idx="309">
                  <c:v>65.268821255012895</c:v>
                </c:pt>
                <c:pt idx="310">
                  <c:v>67.469528796528735</c:v>
                </c:pt>
                <c:pt idx="311">
                  <c:v>68.530841070284978</c:v>
                </c:pt>
                <c:pt idx="312">
                  <c:v>68.409949417288544</c:v>
                </c:pt>
                <c:pt idx="313">
                  <c:v>68.502416120713576</c:v>
                </c:pt>
                <c:pt idx="314">
                  <c:v>68.814405627455088</c:v>
                </c:pt>
                <c:pt idx="315">
                  <c:v>70.91613954937894</c:v>
                </c:pt>
                <c:pt idx="316">
                  <c:v>73.953157052983428</c:v>
                </c:pt>
                <c:pt idx="317">
                  <c:v>73.973020270756209</c:v>
                </c:pt>
                <c:pt idx="318">
                  <c:v>74.992551293335225</c:v>
                </c:pt>
                <c:pt idx="319">
                  <c:v>73.863087634462019</c:v>
                </c:pt>
                <c:pt idx="320">
                  <c:v>76.349757018051562</c:v>
                </c:pt>
                <c:pt idx="321">
                  <c:v>75.124059493761933</c:v>
                </c:pt>
                <c:pt idx="322">
                  <c:v>77.297369493522197</c:v>
                </c:pt>
                <c:pt idx="323">
                  <c:v>78.890879015880301</c:v>
                </c:pt>
                <c:pt idx="324">
                  <c:v>78.171008606252826</c:v>
                </c:pt>
                <c:pt idx="325">
                  <c:v>78.188817008393926</c:v>
                </c:pt>
                <c:pt idx="326">
                  <c:v>77.517234766110619</c:v>
                </c:pt>
                <c:pt idx="327">
                  <c:v>75.573379178553196</c:v>
                </c:pt>
                <c:pt idx="328">
                  <c:v>74.791179361431801</c:v>
                </c:pt>
                <c:pt idx="329">
                  <c:v>76.104206550067289</c:v>
                </c:pt>
                <c:pt idx="330">
                  <c:v>77.233670208940495</c:v>
                </c:pt>
                <c:pt idx="331">
                  <c:v>78.047719668352755</c:v>
                </c:pt>
                <c:pt idx="332">
                  <c:v>77.08640842200434</c:v>
                </c:pt>
                <c:pt idx="333">
                  <c:v>77.441891526282816</c:v>
                </c:pt>
                <c:pt idx="334">
                  <c:v>76.212426840001783</c:v>
                </c:pt>
                <c:pt idx="335">
                  <c:v>75.865847936793884</c:v>
                </c:pt>
                <c:pt idx="336">
                  <c:v>76.79119990958813</c:v>
                </c:pt>
                <c:pt idx="337">
                  <c:v>77.103189416329627</c:v>
                </c:pt>
                <c:pt idx="338">
                  <c:v>77.885389233451036</c:v>
                </c:pt>
                <c:pt idx="339">
                  <c:v>75.800778775124414</c:v>
                </c:pt>
                <c:pt idx="340">
                  <c:v>76.355236526402678</c:v>
                </c:pt>
                <c:pt idx="341">
                  <c:v>77.894978373065499</c:v>
                </c:pt>
                <c:pt idx="342">
                  <c:v>78.305256560855071</c:v>
                </c:pt>
                <c:pt idx="343">
                  <c:v>76.312085398137654</c:v>
                </c:pt>
                <c:pt idx="344">
                  <c:v>76.397017777579919</c:v>
                </c:pt>
                <c:pt idx="345">
                  <c:v>75.92201289739279</c:v>
                </c:pt>
                <c:pt idx="346">
                  <c:v>75.592899927054049</c:v>
                </c:pt>
                <c:pt idx="347">
                  <c:v>77.086065952732397</c:v>
                </c:pt>
                <c:pt idx="348">
                  <c:v>76.97716072425402</c:v>
                </c:pt>
                <c:pt idx="349">
                  <c:v>76.977503193525962</c:v>
                </c:pt>
                <c:pt idx="350">
                  <c:v>78.223063935588385</c:v>
                </c:pt>
                <c:pt idx="351">
                  <c:v>77.072024712582675</c:v>
                </c:pt>
                <c:pt idx="352">
                  <c:v>74.473025407795291</c:v>
                </c:pt>
                <c:pt idx="353">
                  <c:v>73.679866573971651</c:v>
                </c:pt>
                <c:pt idx="354">
                  <c:v>74.314462134884948</c:v>
                </c:pt>
                <c:pt idx="355">
                  <c:v>72.871981561454405</c:v>
                </c:pt>
                <c:pt idx="356">
                  <c:v>74.47199799997945</c:v>
                </c:pt>
                <c:pt idx="357">
                  <c:v>78.291557789977304</c:v>
                </c:pt>
                <c:pt idx="358">
                  <c:v>78.529573933978781</c:v>
                </c:pt>
                <c:pt idx="359">
                  <c:v>78.737795251321074</c:v>
                </c:pt>
                <c:pt idx="360">
                  <c:v>79.975136730856832</c:v>
                </c:pt>
                <c:pt idx="361">
                  <c:v>78.967934602067828</c:v>
                </c:pt>
                <c:pt idx="362">
                  <c:v>79.012455607420634</c:v>
                </c:pt>
                <c:pt idx="363">
                  <c:v>77.806621300903771</c:v>
                </c:pt>
                <c:pt idx="364">
                  <c:v>77.475453514933392</c:v>
                </c:pt>
                <c:pt idx="365">
                  <c:v>75.697695524269093</c:v>
                </c:pt>
                <c:pt idx="366">
                  <c:v>76.468936324688272</c:v>
                </c:pt>
                <c:pt idx="367">
                  <c:v>77.638468888378995</c:v>
                </c:pt>
                <c:pt idx="368">
                  <c:v>77.232300331852727</c:v>
                </c:pt>
                <c:pt idx="369">
                  <c:v>76.748391250595049</c:v>
                </c:pt>
                <c:pt idx="370">
                  <c:v>78.247036784624498</c:v>
                </c:pt>
                <c:pt idx="371">
                  <c:v>77.383329280780302</c:v>
                </c:pt>
                <c:pt idx="372">
                  <c:v>76.618252927256108</c:v>
                </c:pt>
                <c:pt idx="373">
                  <c:v>74.401106860686923</c:v>
                </c:pt>
                <c:pt idx="374">
                  <c:v>76.573046983359419</c:v>
                </c:pt>
                <c:pt idx="375">
                  <c:v>77.172025739990488</c:v>
                </c:pt>
                <c:pt idx="376">
                  <c:v>79.912122384819028</c:v>
                </c:pt>
                <c:pt idx="377">
                  <c:v>80.850830659219113</c:v>
                </c:pt>
                <c:pt idx="378">
                  <c:v>81.620701582550524</c:v>
                </c:pt>
                <c:pt idx="379">
                  <c:v>82.145364507169603</c:v>
                </c:pt>
                <c:pt idx="380">
                  <c:v>78.954235831190047</c:v>
                </c:pt>
                <c:pt idx="381">
                  <c:v>79.028551663202023</c:v>
                </c:pt>
                <c:pt idx="382">
                  <c:v>78.063473254862203</c:v>
                </c:pt>
                <c:pt idx="383">
                  <c:v>73.304177782648452</c:v>
                </c:pt>
                <c:pt idx="384">
                  <c:v>73.444932653417681</c:v>
                </c:pt>
                <c:pt idx="385">
                  <c:v>74.147337130175998</c:v>
                </c:pt>
                <c:pt idx="386">
                  <c:v>71.545940540485006</c:v>
                </c:pt>
                <c:pt idx="387">
                  <c:v>70.331202032897608</c:v>
                </c:pt>
                <c:pt idx="388">
                  <c:v>69.857224560526305</c:v>
                </c:pt>
                <c:pt idx="389">
                  <c:v>71.403815792627995</c:v>
                </c:pt>
                <c:pt idx="390">
                  <c:v>70.185995061593104</c:v>
                </c:pt>
                <c:pt idx="391">
                  <c:v>69.5013989869759</c:v>
                </c:pt>
                <c:pt idx="392">
                  <c:v>71.949369342835723</c:v>
                </c:pt>
                <c:pt idx="393">
                  <c:v>69.803114415559065</c:v>
                </c:pt>
                <c:pt idx="394">
                  <c:v>68.985982732699313</c:v>
                </c:pt>
                <c:pt idx="395">
                  <c:v>70.48976530580795</c:v>
                </c:pt>
                <c:pt idx="396">
                  <c:v>70.939769929143111</c:v>
                </c:pt>
                <c:pt idx="397">
                  <c:v>69.812703555173513</c:v>
                </c:pt>
                <c:pt idx="398">
                  <c:v>70.815453583427228</c:v>
                </c:pt>
                <c:pt idx="399">
                  <c:v>68.415428925639645</c:v>
                </c:pt>
                <c:pt idx="400">
                  <c:v>68.657212231632528</c:v>
                </c:pt>
                <c:pt idx="401">
                  <c:v>68.548649472426092</c:v>
                </c:pt>
                <c:pt idx="402">
                  <c:v>66.607876108316191</c:v>
                </c:pt>
                <c:pt idx="403">
                  <c:v>65.838347654256722</c:v>
                </c:pt>
                <c:pt idx="404">
                  <c:v>64.726007458980746</c:v>
                </c:pt>
                <c:pt idx="405">
                  <c:v>63.506474381586116</c:v>
                </c:pt>
                <c:pt idx="406">
                  <c:v>64.209906266160274</c:v>
                </c:pt>
                <c:pt idx="407">
                  <c:v>64.319153963910594</c:v>
                </c:pt>
                <c:pt idx="408">
                  <c:v>63.090031746901516</c:v>
                </c:pt>
                <c:pt idx="409">
                  <c:v>64.686281023435171</c:v>
                </c:pt>
                <c:pt idx="410">
                  <c:v>66.811645325123209</c:v>
                </c:pt>
                <c:pt idx="411">
                  <c:v>67.27980081987144</c:v>
                </c:pt>
                <c:pt idx="412">
                  <c:v>67.308568238714784</c:v>
                </c:pt>
                <c:pt idx="413">
                  <c:v>69.209957636551067</c:v>
                </c:pt>
                <c:pt idx="414">
                  <c:v>68.606869248656665</c:v>
                </c:pt>
                <c:pt idx="415">
                  <c:v>67.456172494922896</c:v>
                </c:pt>
                <c:pt idx="416">
                  <c:v>69.216464552718008</c:v>
                </c:pt>
                <c:pt idx="417">
                  <c:v>68.803446610752857</c:v>
                </c:pt>
                <c:pt idx="418">
                  <c:v>66.407531584228607</c:v>
                </c:pt>
                <c:pt idx="419">
                  <c:v>64.564361962622911</c:v>
                </c:pt>
                <c:pt idx="420">
                  <c:v>65.330465723962917</c:v>
                </c:pt>
                <c:pt idx="421">
                  <c:v>66.865413000818506</c:v>
                </c:pt>
                <c:pt idx="422">
                  <c:v>67.872272660335554</c:v>
                </c:pt>
                <c:pt idx="423">
                  <c:v>68.237687373500421</c:v>
                </c:pt>
                <c:pt idx="424">
                  <c:v>70.326749932362318</c:v>
                </c:pt>
                <c:pt idx="425">
                  <c:v>71.206895961259875</c:v>
                </c:pt>
                <c:pt idx="426">
                  <c:v>69.433932540402822</c:v>
                </c:pt>
                <c:pt idx="427">
                  <c:v>68.344195317075176</c:v>
                </c:pt>
                <c:pt idx="428">
                  <c:v>67.554461175970985</c:v>
                </c:pt>
                <c:pt idx="429">
                  <c:v>68.381866936989084</c:v>
                </c:pt>
                <c:pt idx="430">
                  <c:v>69.013722743726831</c:v>
                </c:pt>
                <c:pt idx="431">
                  <c:v>69.084613883019344</c:v>
                </c:pt>
                <c:pt idx="432">
                  <c:v>68.954475559680418</c:v>
                </c:pt>
                <c:pt idx="433">
                  <c:v>68.896598252721773</c:v>
                </c:pt>
                <c:pt idx="434">
                  <c:v>69.781196382154619</c:v>
                </c:pt>
                <c:pt idx="435">
                  <c:v>70.675383651201898</c:v>
                </c:pt>
                <c:pt idx="436">
                  <c:v>70.957920800556167</c:v>
                </c:pt>
                <c:pt idx="437">
                  <c:v>69.937362370161338</c:v>
                </c:pt>
                <c:pt idx="438">
                  <c:v>69.615783723805393</c:v>
                </c:pt>
                <c:pt idx="439">
                  <c:v>70.813398767795562</c:v>
                </c:pt>
                <c:pt idx="440">
                  <c:v>70.609629550988558</c:v>
                </c:pt>
                <c:pt idx="441">
                  <c:v>70.09489823525584</c:v>
                </c:pt>
                <c:pt idx="442">
                  <c:v>68.235975027140697</c:v>
                </c:pt>
                <c:pt idx="443">
                  <c:v>67.647612817939915</c:v>
                </c:pt>
                <c:pt idx="444">
                  <c:v>66.991099223622172</c:v>
                </c:pt>
                <c:pt idx="445">
                  <c:v>67.599324650595733</c:v>
                </c:pt>
                <c:pt idx="446">
                  <c:v>65.763689352972804</c:v>
                </c:pt>
                <c:pt idx="447">
                  <c:v>65.783895040017541</c:v>
                </c:pt>
                <c:pt idx="448">
                  <c:v>66.053075887765971</c:v>
                </c:pt>
                <c:pt idx="449">
                  <c:v>65.001010284352247</c:v>
                </c:pt>
                <c:pt idx="450">
                  <c:v>66.263352020739944</c:v>
                </c:pt>
                <c:pt idx="451">
                  <c:v>66.25444781966938</c:v>
                </c:pt>
                <c:pt idx="452">
                  <c:v>66.12259714997073</c:v>
                </c:pt>
                <c:pt idx="453">
                  <c:v>65.084915255978657</c:v>
                </c:pt>
                <c:pt idx="454">
                  <c:v>64.856488251591628</c:v>
                </c:pt>
                <c:pt idx="455">
                  <c:v>64.168467484254975</c:v>
                </c:pt>
                <c:pt idx="456">
                  <c:v>64.0410689150916</c:v>
                </c:pt>
                <c:pt idx="457">
                  <c:v>63.366061980088844</c:v>
                </c:pt>
                <c:pt idx="458">
                  <c:v>62.714342955578317</c:v>
                </c:pt>
                <c:pt idx="459">
                  <c:v>62.759548899475</c:v>
                </c:pt>
                <c:pt idx="460">
                  <c:v>62.99482528930092</c:v>
                </c:pt>
                <c:pt idx="461">
                  <c:v>64.082165227724943</c:v>
                </c:pt>
                <c:pt idx="462">
                  <c:v>64.028055082757703</c:v>
                </c:pt>
                <c:pt idx="463">
                  <c:v>66.002732904790122</c:v>
                </c:pt>
                <c:pt idx="464">
                  <c:v>66.11437788744405</c:v>
                </c:pt>
                <c:pt idx="465">
                  <c:v>64.808200084247446</c:v>
                </c:pt>
                <c:pt idx="466">
                  <c:v>64.666417805662391</c:v>
                </c:pt>
                <c:pt idx="467">
                  <c:v>64.377716209413109</c:v>
                </c:pt>
                <c:pt idx="468">
                  <c:v>64.108192892392736</c:v>
                </c:pt>
                <c:pt idx="469">
                  <c:v>64.554430353736521</c:v>
                </c:pt>
                <c:pt idx="470">
                  <c:v>63.978054569053796</c:v>
                </c:pt>
                <c:pt idx="471">
                  <c:v>62.419819381705977</c:v>
                </c:pt>
                <c:pt idx="472">
                  <c:v>62.049610098733893</c:v>
                </c:pt>
                <c:pt idx="473">
                  <c:v>61.943102155159131</c:v>
                </c:pt>
                <c:pt idx="474">
                  <c:v>59.820820076918601</c:v>
                </c:pt>
                <c:pt idx="475">
                  <c:v>61.1876149412494</c:v>
                </c:pt>
                <c:pt idx="476">
                  <c:v>61.537618537176755</c:v>
                </c:pt>
                <c:pt idx="477">
                  <c:v>62.318790946482331</c:v>
                </c:pt>
                <c:pt idx="478">
                  <c:v>61.916732021219403</c:v>
                </c:pt>
                <c:pt idx="479">
                  <c:v>63.259554036514075</c:v>
                </c:pt>
                <c:pt idx="480">
                  <c:v>62.261941047339533</c:v>
                </c:pt>
                <c:pt idx="481">
                  <c:v>61.464330112980619</c:v>
                </c:pt>
                <c:pt idx="482">
                  <c:v>61.773237396274624</c:v>
                </c:pt>
                <c:pt idx="483">
                  <c:v>60.8972009986404</c:v>
                </c:pt>
                <c:pt idx="484">
                  <c:v>61.004736350030996</c:v>
                </c:pt>
                <c:pt idx="485">
                  <c:v>61.387959465336976</c:v>
                </c:pt>
                <c:pt idx="486">
                  <c:v>64.229084545389171</c:v>
                </c:pt>
                <c:pt idx="487">
                  <c:v>64.712308688102965</c:v>
                </c:pt>
                <c:pt idx="488">
                  <c:v>64.857173190135526</c:v>
                </c:pt>
                <c:pt idx="489">
                  <c:v>64.432168823652304</c:v>
                </c:pt>
                <c:pt idx="490">
                  <c:v>64.088329674619956</c:v>
                </c:pt>
                <c:pt idx="491">
                  <c:v>63.345171354500224</c:v>
                </c:pt>
                <c:pt idx="492">
                  <c:v>61.615016592636231</c:v>
                </c:pt>
                <c:pt idx="493">
                  <c:v>62.100980489525583</c:v>
                </c:pt>
                <c:pt idx="494">
                  <c:v>61.820498155802973</c:v>
                </c:pt>
                <c:pt idx="495">
                  <c:v>61.019804997996559</c:v>
                </c:pt>
                <c:pt idx="496">
                  <c:v>61.00336647294322</c:v>
                </c:pt>
                <c:pt idx="497">
                  <c:v>61.818100870899364</c:v>
                </c:pt>
                <c:pt idx="498">
                  <c:v>63.450309420987203</c:v>
                </c:pt>
                <c:pt idx="499">
                  <c:v>62.278722041664814</c:v>
                </c:pt>
                <c:pt idx="500">
                  <c:v>62.699616776884696</c:v>
                </c:pt>
                <c:pt idx="501">
                  <c:v>62.89276944626144</c:v>
                </c:pt>
                <c:pt idx="502">
                  <c:v>65.098614026856438</c:v>
                </c:pt>
                <c:pt idx="503">
                  <c:v>65.496905790127983</c:v>
                </c:pt>
                <c:pt idx="504">
                  <c:v>65.926362257146479</c:v>
                </c:pt>
                <c:pt idx="505">
                  <c:v>67.007880217947445</c:v>
                </c:pt>
                <c:pt idx="506">
                  <c:v>68.018164570183941</c:v>
                </c:pt>
                <c:pt idx="507">
                  <c:v>67.98357517371754</c:v>
                </c:pt>
                <c:pt idx="508">
                  <c:v>68.552759103689425</c:v>
                </c:pt>
                <c:pt idx="509">
                  <c:v>67.046921714949136</c:v>
                </c:pt>
                <c:pt idx="510">
                  <c:v>68.802419202937017</c:v>
                </c:pt>
                <c:pt idx="511">
                  <c:v>70.359969451740938</c:v>
                </c:pt>
                <c:pt idx="512">
                  <c:v>70.875728175289481</c:v>
                </c:pt>
                <c:pt idx="513">
                  <c:v>71.236005849375175</c:v>
                </c:pt>
                <c:pt idx="514">
                  <c:v>70.568875707627143</c:v>
                </c:pt>
                <c:pt idx="515">
                  <c:v>69.967842135364407</c:v>
                </c:pt>
                <c:pt idx="516">
                  <c:v>71.594228707829203</c:v>
                </c:pt>
                <c:pt idx="517">
                  <c:v>72.389099888012538</c:v>
                </c:pt>
                <c:pt idx="518">
                  <c:v>72.308962078377519</c:v>
                </c:pt>
                <c:pt idx="519">
                  <c:v>71.565118819713902</c:v>
                </c:pt>
                <c:pt idx="520">
                  <c:v>72.04354839262048</c:v>
                </c:pt>
                <c:pt idx="521">
                  <c:v>73.782607355555015</c:v>
                </c:pt>
                <c:pt idx="522">
                  <c:v>74.127131443131262</c:v>
                </c:pt>
                <c:pt idx="523">
                  <c:v>74.290489285848835</c:v>
                </c:pt>
                <c:pt idx="524">
                  <c:v>75.879204238399709</c:v>
                </c:pt>
                <c:pt idx="525">
                  <c:v>76.26619451569708</c:v>
                </c:pt>
                <c:pt idx="526">
                  <c:v>76.713801854128647</c:v>
                </c:pt>
                <c:pt idx="527">
                  <c:v>76.789145093956435</c:v>
                </c:pt>
                <c:pt idx="528">
                  <c:v>75.292554375558652</c:v>
                </c:pt>
                <c:pt idx="529">
                  <c:v>77.333328767076381</c:v>
                </c:pt>
                <c:pt idx="530">
                  <c:v>77.891211211074094</c:v>
                </c:pt>
                <c:pt idx="531">
                  <c:v>77.685729647907351</c:v>
                </c:pt>
                <c:pt idx="532">
                  <c:v>78.376147700147612</c:v>
                </c:pt>
                <c:pt idx="533">
                  <c:v>78.907317540933661</c:v>
                </c:pt>
                <c:pt idx="534">
                  <c:v>79.052524512238151</c:v>
                </c:pt>
                <c:pt idx="535">
                  <c:v>77.719291636557912</c:v>
                </c:pt>
                <c:pt idx="536">
                  <c:v>78.284023465994522</c:v>
                </c:pt>
                <c:pt idx="537">
                  <c:v>76.923735517830664</c:v>
                </c:pt>
                <c:pt idx="538">
                  <c:v>75.663791066346576</c:v>
                </c:pt>
                <c:pt idx="539">
                  <c:v>75.46755617352234</c:v>
                </c:pt>
                <c:pt idx="540">
                  <c:v>77.082298790741021</c:v>
                </c:pt>
                <c:pt idx="541">
                  <c:v>77.929567769531886</c:v>
                </c:pt>
                <c:pt idx="542">
                  <c:v>78.463477364493471</c:v>
                </c:pt>
                <c:pt idx="543">
                  <c:v>78.461765018133747</c:v>
                </c:pt>
                <c:pt idx="544">
                  <c:v>79.512803213731658</c:v>
                </c:pt>
                <c:pt idx="545">
                  <c:v>78.159364651006697</c:v>
                </c:pt>
                <c:pt idx="546">
                  <c:v>79.92239646297736</c:v>
                </c:pt>
                <c:pt idx="547">
                  <c:v>79.155265293821515</c:v>
                </c:pt>
                <c:pt idx="548">
                  <c:v>78.577177162779066</c:v>
                </c:pt>
                <c:pt idx="549">
                  <c:v>78.005938417175528</c:v>
                </c:pt>
                <c:pt idx="550">
                  <c:v>78.20765281835088</c:v>
                </c:pt>
                <c:pt idx="551">
                  <c:v>76.455580023082433</c:v>
                </c:pt>
                <c:pt idx="552">
                  <c:v>76.953872813761805</c:v>
                </c:pt>
                <c:pt idx="553">
                  <c:v>77.47682339202116</c:v>
                </c:pt>
                <c:pt idx="554">
                  <c:v>77.040175070291838</c:v>
                </c:pt>
                <c:pt idx="555">
                  <c:v>77.011065182176523</c:v>
                </c:pt>
                <c:pt idx="556">
                  <c:v>78.387449186121785</c:v>
                </c:pt>
                <c:pt idx="557">
                  <c:v>78.958687931725336</c:v>
                </c:pt>
                <c:pt idx="558">
                  <c:v>79.38300735966466</c:v>
                </c:pt>
                <c:pt idx="559">
                  <c:v>79.505953828292775</c:v>
                </c:pt>
                <c:pt idx="560">
                  <c:v>78.71005524029357</c:v>
                </c:pt>
                <c:pt idx="561">
                  <c:v>79.387116990927993</c:v>
                </c:pt>
                <c:pt idx="562">
                  <c:v>80.362127008154204</c:v>
                </c:pt>
                <c:pt idx="563">
                  <c:v>80.329934896591411</c:v>
                </c:pt>
                <c:pt idx="564">
                  <c:v>80.340893913293627</c:v>
                </c:pt>
                <c:pt idx="565">
                  <c:v>80.387812203550055</c:v>
                </c:pt>
                <c:pt idx="566">
                  <c:v>80.916584759432453</c:v>
                </c:pt>
                <c:pt idx="567">
                  <c:v>80.375483309760043</c:v>
                </c:pt>
                <c:pt idx="568">
                  <c:v>80.260413634386666</c:v>
                </c:pt>
                <c:pt idx="569">
                  <c:v>79.53917334767138</c:v>
                </c:pt>
                <c:pt idx="570">
                  <c:v>79.640886721438918</c:v>
                </c:pt>
                <c:pt idx="571">
                  <c:v>78.950811138470613</c:v>
                </c:pt>
                <c:pt idx="572">
                  <c:v>77.446001157546149</c:v>
                </c:pt>
                <c:pt idx="573">
                  <c:v>77.362438655191667</c:v>
                </c:pt>
                <c:pt idx="574">
                  <c:v>77.065175327143791</c:v>
                </c:pt>
                <c:pt idx="575">
                  <c:v>75.956944763131133</c:v>
                </c:pt>
                <c:pt idx="576">
                  <c:v>76.471333609591881</c:v>
                </c:pt>
                <c:pt idx="577">
                  <c:v>75.873039791504709</c:v>
                </c:pt>
                <c:pt idx="578">
                  <c:v>77.505933280136446</c:v>
                </c:pt>
                <c:pt idx="579">
                  <c:v>78.45971020250208</c:v>
                </c:pt>
                <c:pt idx="580">
                  <c:v>77.608331592447868</c:v>
                </c:pt>
                <c:pt idx="581">
                  <c:v>76.141878169981211</c:v>
                </c:pt>
                <c:pt idx="582">
                  <c:v>76.174412750815932</c:v>
                </c:pt>
                <c:pt idx="583">
                  <c:v>76.817570043527866</c:v>
                </c:pt>
                <c:pt idx="584">
                  <c:v>76.310715521049886</c:v>
                </c:pt>
                <c:pt idx="585">
                  <c:v>74.39425747524804</c:v>
                </c:pt>
                <c:pt idx="586">
                  <c:v>76.002150707027809</c:v>
                </c:pt>
                <c:pt idx="587">
                  <c:v>75.855573858635537</c:v>
                </c:pt>
                <c:pt idx="588">
                  <c:v>74.920632746226843</c:v>
                </c:pt>
                <c:pt idx="589">
                  <c:v>74.105555878998757</c:v>
                </c:pt>
                <c:pt idx="590">
                  <c:v>73.804182919687534</c:v>
                </c:pt>
                <c:pt idx="591">
                  <c:v>74.549738524710875</c:v>
                </c:pt>
                <c:pt idx="592">
                  <c:v>75.986739589790318</c:v>
                </c:pt>
                <c:pt idx="593">
                  <c:v>76.058658136898671</c:v>
                </c:pt>
                <c:pt idx="594">
                  <c:v>75.880231646215535</c:v>
                </c:pt>
                <c:pt idx="595">
                  <c:v>75.120634801042485</c:v>
                </c:pt>
                <c:pt idx="596">
                  <c:v>74.841179875135708</c:v>
                </c:pt>
                <c:pt idx="597">
                  <c:v>74.132610951482377</c:v>
                </c:pt>
                <c:pt idx="598">
                  <c:v>74.697000311647045</c:v>
                </c:pt>
                <c:pt idx="599">
                  <c:v>72.758624232440752</c:v>
                </c:pt>
                <c:pt idx="600">
                  <c:v>72.190810179556635</c:v>
                </c:pt>
                <c:pt idx="601">
                  <c:v>71.681558372175061</c:v>
                </c:pt>
                <c:pt idx="602">
                  <c:v>70.438052445744304</c:v>
                </c:pt>
                <c:pt idx="603">
                  <c:v>70.236338044568953</c:v>
                </c:pt>
                <c:pt idx="604">
                  <c:v>71.429843457295803</c:v>
                </c:pt>
                <c:pt idx="605">
                  <c:v>72.281564536621957</c:v>
                </c:pt>
                <c:pt idx="606">
                  <c:v>70.978126487600903</c:v>
                </c:pt>
                <c:pt idx="607">
                  <c:v>69.30893125614304</c:v>
                </c:pt>
                <c:pt idx="608">
                  <c:v>69.970239420268015</c:v>
                </c:pt>
                <c:pt idx="609">
                  <c:v>69.267150004965814</c:v>
                </c:pt>
                <c:pt idx="610">
                  <c:v>68.748651527241719</c:v>
                </c:pt>
                <c:pt idx="611">
                  <c:v>69.460987612886441</c:v>
                </c:pt>
                <c:pt idx="612">
                  <c:v>71.329499960616047</c:v>
                </c:pt>
                <c:pt idx="613">
                  <c:v>70.902783247773101</c:v>
                </c:pt>
                <c:pt idx="614">
                  <c:v>69.125710195652701</c:v>
                </c:pt>
                <c:pt idx="615">
                  <c:v>69.675373377123748</c:v>
                </c:pt>
                <c:pt idx="616">
                  <c:v>68.637349013859733</c:v>
                </c:pt>
                <c:pt idx="617">
                  <c:v>66.968153782401885</c:v>
                </c:pt>
                <c:pt idx="618">
                  <c:v>66.885276218591287</c:v>
                </c:pt>
                <c:pt idx="619">
                  <c:v>66.708562074267888</c:v>
                </c:pt>
                <c:pt idx="620">
                  <c:v>67.922273174039461</c:v>
                </c:pt>
                <c:pt idx="621">
                  <c:v>68.592143069963058</c:v>
                </c:pt>
                <c:pt idx="622">
                  <c:v>67.401377411411772</c:v>
                </c:pt>
                <c:pt idx="623">
                  <c:v>68.82467970561342</c:v>
                </c:pt>
                <c:pt idx="624">
                  <c:v>67.215416596745868</c:v>
                </c:pt>
                <c:pt idx="625">
                  <c:v>66.260954735836336</c:v>
                </c:pt>
                <c:pt idx="626">
                  <c:v>66.933564385935483</c:v>
                </c:pt>
                <c:pt idx="627">
                  <c:v>67.934259598557517</c:v>
                </c:pt>
                <c:pt idx="628">
                  <c:v>71.021962554409825</c:v>
                </c:pt>
                <c:pt idx="629">
                  <c:v>69.869210985044376</c:v>
                </c:pt>
                <c:pt idx="630">
                  <c:v>71.478474093911927</c:v>
                </c:pt>
                <c:pt idx="631">
                  <c:v>71.50792645129917</c:v>
                </c:pt>
                <c:pt idx="632">
                  <c:v>71.02709959348897</c:v>
                </c:pt>
                <c:pt idx="633">
                  <c:v>72.302455162210578</c:v>
                </c:pt>
                <c:pt idx="634">
                  <c:v>71.957588605362389</c:v>
                </c:pt>
                <c:pt idx="635">
                  <c:v>74.160350962509895</c:v>
                </c:pt>
                <c:pt idx="636">
                  <c:v>75.283992643760044</c:v>
                </c:pt>
                <c:pt idx="637">
                  <c:v>74.913098422244076</c:v>
                </c:pt>
                <c:pt idx="638">
                  <c:v>75.203512364853069</c:v>
                </c:pt>
                <c:pt idx="639">
                  <c:v>74.070966482532356</c:v>
                </c:pt>
                <c:pt idx="640">
                  <c:v>74.061377342917922</c:v>
                </c:pt>
                <c:pt idx="641">
                  <c:v>74.318229296876353</c:v>
                </c:pt>
                <c:pt idx="642">
                  <c:v>73.317191614982349</c:v>
                </c:pt>
                <c:pt idx="643">
                  <c:v>73.81171724367033</c:v>
                </c:pt>
                <c:pt idx="644">
                  <c:v>74.691178334023988</c:v>
                </c:pt>
                <c:pt idx="645">
                  <c:v>74.436381195697223</c:v>
                </c:pt>
                <c:pt idx="646">
                  <c:v>75.276458319777277</c:v>
                </c:pt>
                <c:pt idx="647">
                  <c:v>76.768596937639771</c:v>
                </c:pt>
                <c:pt idx="648">
                  <c:v>75.626119446432682</c:v>
                </c:pt>
                <c:pt idx="649">
                  <c:v>76.345989856060186</c:v>
                </c:pt>
                <c:pt idx="650">
                  <c:v>75.978177857991696</c:v>
                </c:pt>
                <c:pt idx="651">
                  <c:v>76.869625372863439</c:v>
                </c:pt>
                <c:pt idx="652">
                  <c:v>77.059010880248778</c:v>
                </c:pt>
                <c:pt idx="653">
                  <c:v>76.648390223187235</c:v>
                </c:pt>
                <c:pt idx="654">
                  <c:v>76.914146378216216</c:v>
                </c:pt>
                <c:pt idx="655">
                  <c:v>79.293622879687121</c:v>
                </c:pt>
                <c:pt idx="656">
                  <c:v>79.866573971650396</c:v>
                </c:pt>
                <c:pt idx="657">
                  <c:v>79.071017852923148</c:v>
                </c:pt>
                <c:pt idx="658">
                  <c:v>79.425131080113843</c:v>
                </c:pt>
                <c:pt idx="659">
                  <c:v>79.694311927862287</c:v>
                </c:pt>
                <c:pt idx="660">
                  <c:v>79.259033483220719</c:v>
                </c:pt>
                <c:pt idx="661">
                  <c:v>79.986438216831004</c:v>
                </c:pt>
                <c:pt idx="662">
                  <c:v>80.333017120038903</c:v>
                </c:pt>
                <c:pt idx="663">
                  <c:v>80.505279163827026</c:v>
                </c:pt>
                <c:pt idx="664">
                  <c:v>80.885077586413573</c:v>
                </c:pt>
                <c:pt idx="665">
                  <c:v>80.582334750014567</c:v>
                </c:pt>
                <c:pt idx="666">
                  <c:v>77.925800607540495</c:v>
                </c:pt>
                <c:pt idx="667">
                  <c:v>78.176488114603927</c:v>
                </c:pt>
                <c:pt idx="668">
                  <c:v>76.41345630263325</c:v>
                </c:pt>
                <c:pt idx="669">
                  <c:v>77.392918420394736</c:v>
                </c:pt>
                <c:pt idx="670">
                  <c:v>78.811768614061123</c:v>
                </c:pt>
                <c:pt idx="671">
                  <c:v>78.542245297040722</c:v>
                </c:pt>
                <c:pt idx="672">
                  <c:v>77.956280372743578</c:v>
                </c:pt>
                <c:pt idx="673">
                  <c:v>77.294629739346647</c:v>
                </c:pt>
                <c:pt idx="674">
                  <c:v>77.623400240413432</c:v>
                </c:pt>
                <c:pt idx="675">
                  <c:v>77.702510642232625</c:v>
                </c:pt>
                <c:pt idx="676">
                  <c:v>76.311057990321828</c:v>
                </c:pt>
                <c:pt idx="677">
                  <c:v>75.839135333582206</c:v>
                </c:pt>
                <c:pt idx="678">
                  <c:v>75.283992643760044</c:v>
                </c:pt>
                <c:pt idx="679">
                  <c:v>75.978520327263652</c:v>
                </c:pt>
                <c:pt idx="680">
                  <c:v>74.939811025455739</c:v>
                </c:pt>
                <c:pt idx="681">
                  <c:v>76.01413713154588</c:v>
                </c:pt>
                <c:pt idx="682">
                  <c:v>75.707284663883541</c:v>
                </c:pt>
                <c:pt idx="683">
                  <c:v>76.204550046747059</c:v>
                </c:pt>
                <c:pt idx="684">
                  <c:v>76.086740617198132</c:v>
                </c:pt>
                <c:pt idx="685">
                  <c:v>75.191525940335012</c:v>
                </c:pt>
                <c:pt idx="686">
                  <c:v>74.144597376000448</c:v>
                </c:pt>
                <c:pt idx="687">
                  <c:v>75.302828453717012</c:v>
                </c:pt>
                <c:pt idx="688">
                  <c:v>75.190498532519172</c:v>
                </c:pt>
                <c:pt idx="689">
                  <c:v>74.300763364007167</c:v>
                </c:pt>
                <c:pt idx="690">
                  <c:v>73.53328972557938</c:v>
                </c:pt>
                <c:pt idx="691">
                  <c:v>74.504875050086142</c:v>
                </c:pt>
                <c:pt idx="692">
                  <c:v>75.249745716565585</c:v>
                </c:pt>
                <c:pt idx="693">
                  <c:v>73.959321499878428</c:v>
                </c:pt>
                <c:pt idx="694">
                  <c:v>73.842881947417268</c:v>
                </c:pt>
                <c:pt idx="695">
                  <c:v>72.800405483617993</c:v>
                </c:pt>
                <c:pt idx="696">
                  <c:v>73.285684441963454</c:v>
                </c:pt>
                <c:pt idx="697">
                  <c:v>73.891512584033407</c:v>
                </c:pt>
                <c:pt idx="698">
                  <c:v>73.859320472470614</c:v>
                </c:pt>
                <c:pt idx="699">
                  <c:v>74.99049647770353</c:v>
                </c:pt>
                <c:pt idx="700">
                  <c:v>74.71069908252484</c:v>
                </c:pt>
                <c:pt idx="701">
                  <c:v>75.567899670202095</c:v>
                </c:pt>
                <c:pt idx="702">
                  <c:v>74.606588423853665</c:v>
                </c:pt>
                <c:pt idx="703">
                  <c:v>74.533984938201428</c:v>
                </c:pt>
                <c:pt idx="704">
                  <c:v>76.385716291605746</c:v>
                </c:pt>
                <c:pt idx="705">
                  <c:v>75.844272372661365</c:v>
                </c:pt>
                <c:pt idx="706">
                  <c:v>75.658654027267403</c:v>
                </c:pt>
                <c:pt idx="707">
                  <c:v>76.076124069767843</c:v>
                </c:pt>
                <c:pt idx="708">
                  <c:v>75.002140432949659</c:v>
                </c:pt>
                <c:pt idx="709">
                  <c:v>75.623722161529059</c:v>
                </c:pt>
                <c:pt idx="710">
                  <c:v>75.518926564314029</c:v>
                </c:pt>
                <c:pt idx="711">
                  <c:v>75.464131480802905</c:v>
                </c:pt>
                <c:pt idx="712">
                  <c:v>75.728175289472148</c:v>
                </c:pt>
                <c:pt idx="713">
                  <c:v>75.550776206604866</c:v>
                </c:pt>
                <c:pt idx="714">
                  <c:v>76.340510347709056</c:v>
                </c:pt>
                <c:pt idx="715">
                  <c:v>76.902502422970116</c:v>
                </c:pt>
                <c:pt idx="716">
                  <c:v>76.742911742243933</c:v>
                </c:pt>
                <c:pt idx="717">
                  <c:v>75.960369455850582</c:v>
                </c:pt>
                <c:pt idx="718">
                  <c:v>75.805573344931631</c:v>
                </c:pt>
                <c:pt idx="719">
                  <c:v>76.265852046425138</c:v>
                </c:pt>
                <c:pt idx="720">
                  <c:v>77.905252451223816</c:v>
                </c:pt>
                <c:pt idx="721">
                  <c:v>77.642236050370386</c:v>
                </c:pt>
                <c:pt idx="722">
                  <c:v>76.610718603273341</c:v>
                </c:pt>
                <c:pt idx="723">
                  <c:v>76.519964246208019</c:v>
                </c:pt>
                <c:pt idx="724">
                  <c:v>76.367222950920734</c:v>
                </c:pt>
                <c:pt idx="725">
                  <c:v>77.073394589670443</c:v>
                </c:pt>
                <c:pt idx="726">
                  <c:v>77.287780353907763</c:v>
                </c:pt>
                <c:pt idx="727">
                  <c:v>76.550444011411088</c:v>
                </c:pt>
                <c:pt idx="728">
                  <c:v>76.147700147604255</c:v>
                </c:pt>
                <c:pt idx="729">
                  <c:v>75.645297725661578</c:v>
                </c:pt>
                <c:pt idx="730">
                  <c:v>75.756600239043564</c:v>
                </c:pt>
                <c:pt idx="731">
                  <c:v>75.335363034551733</c:v>
                </c:pt>
                <c:pt idx="732">
                  <c:v>76.452840268906883</c:v>
                </c:pt>
                <c:pt idx="733">
                  <c:v>77.341548029603047</c:v>
                </c:pt>
                <c:pt idx="734">
                  <c:v>75.881601523303317</c:v>
                </c:pt>
                <c:pt idx="735">
                  <c:v>75.485364575663453</c:v>
                </c:pt>
                <c:pt idx="736">
                  <c:v>73.281574810700121</c:v>
                </c:pt>
                <c:pt idx="737">
                  <c:v>71.79697051682038</c:v>
                </c:pt>
                <c:pt idx="738">
                  <c:v>71.189430028390703</c:v>
                </c:pt>
                <c:pt idx="739">
                  <c:v>70.774699740065827</c:v>
                </c:pt>
                <c:pt idx="740">
                  <c:v>70.417161820155698</c:v>
                </c:pt>
                <c:pt idx="741">
                  <c:v>71.456898529779423</c:v>
                </c:pt>
                <c:pt idx="742">
                  <c:v>71.75827148909066</c:v>
                </c:pt>
                <c:pt idx="743">
                  <c:v>71.640462059541719</c:v>
                </c:pt>
                <c:pt idx="744">
                  <c:v>71.157580386099866</c:v>
                </c:pt>
                <c:pt idx="745">
                  <c:v>70.797302712014172</c:v>
                </c:pt>
                <c:pt idx="746">
                  <c:v>72.438072993900633</c:v>
                </c:pt>
                <c:pt idx="747">
                  <c:v>72.795953383082704</c:v>
                </c:pt>
                <c:pt idx="748">
                  <c:v>71.293198217789907</c:v>
                </c:pt>
                <c:pt idx="749">
                  <c:v>72.503827094113987</c:v>
                </c:pt>
                <c:pt idx="750">
                  <c:v>74.049048449127909</c:v>
                </c:pt>
                <c:pt idx="751">
                  <c:v>73.407261033503758</c:v>
                </c:pt>
                <c:pt idx="752">
                  <c:v>73.55315294335216</c:v>
                </c:pt>
                <c:pt idx="753">
                  <c:v>73.712743624078328</c:v>
                </c:pt>
                <c:pt idx="754">
                  <c:v>72.474032267454803</c:v>
                </c:pt>
                <c:pt idx="755">
                  <c:v>71.642859344445313</c:v>
                </c:pt>
                <c:pt idx="756">
                  <c:v>71.706901098298971</c:v>
                </c:pt>
                <c:pt idx="757">
                  <c:v>71.700051712860073</c:v>
                </c:pt>
                <c:pt idx="758">
                  <c:v>72.278482313174464</c:v>
                </c:pt>
                <c:pt idx="759">
                  <c:v>72.456566334585631</c:v>
                </c:pt>
                <c:pt idx="760">
                  <c:v>72.395606804179494</c:v>
                </c:pt>
                <c:pt idx="761">
                  <c:v>72.530197228053723</c:v>
                </c:pt>
                <c:pt idx="762">
                  <c:v>72.520950557711217</c:v>
                </c:pt>
                <c:pt idx="763">
                  <c:v>71.073675414473442</c:v>
                </c:pt>
                <c:pt idx="764">
                  <c:v>70.738055527967774</c:v>
                </c:pt>
                <c:pt idx="765">
                  <c:v>70.368188714267617</c:v>
                </c:pt>
                <c:pt idx="766">
                  <c:v>70.482230981825154</c:v>
                </c:pt>
                <c:pt idx="767">
                  <c:v>69.892156426264663</c:v>
                </c:pt>
                <c:pt idx="768">
                  <c:v>69.38838412723419</c:v>
                </c:pt>
                <c:pt idx="769">
                  <c:v>68.881529604756224</c:v>
                </c:pt>
                <c:pt idx="770">
                  <c:v>69.397630797576696</c:v>
                </c:pt>
                <c:pt idx="771">
                  <c:v>68.788035493515352</c:v>
                </c:pt>
                <c:pt idx="772">
                  <c:v>68.20583773120957</c:v>
                </c:pt>
                <c:pt idx="773">
                  <c:v>69.22502628451663</c:v>
                </c:pt>
                <c:pt idx="774">
                  <c:v>67.946930961619472</c:v>
                </c:pt>
                <c:pt idx="775">
                  <c:v>67.141785703277776</c:v>
                </c:pt>
                <c:pt idx="776">
                  <c:v>68.16782364202372</c:v>
                </c:pt>
                <c:pt idx="777">
                  <c:v>66.970551067305493</c:v>
                </c:pt>
                <c:pt idx="778">
                  <c:v>66.417120723843055</c:v>
                </c:pt>
                <c:pt idx="779">
                  <c:v>66.577738812385064</c:v>
                </c:pt>
                <c:pt idx="780">
                  <c:v>65.748963174279197</c:v>
                </c:pt>
                <c:pt idx="781">
                  <c:v>65.87225211217924</c:v>
                </c:pt>
                <c:pt idx="782">
                  <c:v>66.328078713137472</c:v>
                </c:pt>
                <c:pt idx="783">
                  <c:v>66.53801237683949</c:v>
                </c:pt>
                <c:pt idx="784">
                  <c:v>66.939043894286584</c:v>
                </c:pt>
                <c:pt idx="785">
                  <c:v>68.300359250266268</c:v>
                </c:pt>
                <c:pt idx="786">
                  <c:v>68.166453764935952</c:v>
                </c:pt>
                <c:pt idx="787">
                  <c:v>67.911999095881129</c:v>
                </c:pt>
                <c:pt idx="788">
                  <c:v>69.41543919971781</c:v>
                </c:pt>
                <c:pt idx="789">
                  <c:v>68.612006287735838</c:v>
                </c:pt>
                <c:pt idx="790">
                  <c:v>68.571937382918321</c:v>
                </c:pt>
                <c:pt idx="791">
                  <c:v>68.528101316109414</c:v>
                </c:pt>
                <c:pt idx="792">
                  <c:v>69.746264516416275</c:v>
                </c:pt>
                <c:pt idx="793">
                  <c:v>71.400733569180517</c:v>
                </c:pt>
                <c:pt idx="794">
                  <c:v>72.087384459429373</c:v>
                </c:pt>
                <c:pt idx="795">
                  <c:v>71.713750483737854</c:v>
                </c:pt>
                <c:pt idx="796">
                  <c:v>72.368551731695874</c:v>
                </c:pt>
                <c:pt idx="797">
                  <c:v>72.236701061997223</c:v>
                </c:pt>
                <c:pt idx="798">
                  <c:v>72.943900108562758</c:v>
                </c:pt>
                <c:pt idx="799">
                  <c:v>72.985338890468057</c:v>
                </c:pt>
                <c:pt idx="800">
                  <c:v>73.340821994746534</c:v>
                </c:pt>
                <c:pt idx="801">
                  <c:v>73.138422655027284</c:v>
                </c:pt>
                <c:pt idx="802">
                  <c:v>73.275752833077064</c:v>
                </c:pt>
                <c:pt idx="803">
                  <c:v>71.432583211471353</c:v>
                </c:pt>
                <c:pt idx="804">
                  <c:v>71.303472295948254</c:v>
                </c:pt>
                <c:pt idx="805">
                  <c:v>72.08053507399049</c:v>
                </c:pt>
                <c:pt idx="806">
                  <c:v>70.895591393062261</c:v>
                </c:pt>
                <c:pt idx="807">
                  <c:v>70.152433072942529</c:v>
                </c:pt>
                <c:pt idx="808">
                  <c:v>69.611674092542046</c:v>
                </c:pt>
                <c:pt idx="809">
                  <c:v>70.125720469730865</c:v>
                </c:pt>
                <c:pt idx="810">
                  <c:v>69.330849289547501</c:v>
                </c:pt>
                <c:pt idx="811">
                  <c:v>68.966461984198475</c:v>
                </c:pt>
                <c:pt idx="812">
                  <c:v>69.634962003034289</c:v>
                </c:pt>
                <c:pt idx="813">
                  <c:v>69.570577779908703</c:v>
                </c:pt>
                <c:pt idx="814">
                  <c:v>70.197981486111175</c:v>
                </c:pt>
                <c:pt idx="815">
                  <c:v>69.430850316955315</c:v>
                </c:pt>
                <c:pt idx="816">
                  <c:v>69.624345455604001</c:v>
                </c:pt>
                <c:pt idx="817">
                  <c:v>71.142169268862361</c:v>
                </c:pt>
                <c:pt idx="818">
                  <c:v>72.023342705575743</c:v>
                </c:pt>
                <c:pt idx="819">
                  <c:v>73.608632965407182</c:v>
                </c:pt>
                <c:pt idx="820">
                  <c:v>73.612057658126616</c:v>
                </c:pt>
                <c:pt idx="821">
                  <c:v>73.611715188854689</c:v>
                </c:pt>
                <c:pt idx="822">
                  <c:v>73.585687524186881</c:v>
                </c:pt>
                <c:pt idx="823">
                  <c:v>74.190145789169065</c:v>
                </c:pt>
                <c:pt idx="824">
                  <c:v>73.132600677404213</c:v>
                </c:pt>
                <c:pt idx="825">
                  <c:v>75.031592790336887</c:v>
                </c:pt>
                <c:pt idx="826">
                  <c:v>75.075086387873853</c:v>
                </c:pt>
                <c:pt idx="827">
                  <c:v>75.024400935626062</c:v>
                </c:pt>
                <c:pt idx="828">
                  <c:v>73.319246430614015</c:v>
                </c:pt>
                <c:pt idx="829">
                  <c:v>75.078511080593302</c:v>
                </c:pt>
                <c:pt idx="830">
                  <c:v>75.063099963355796</c:v>
                </c:pt>
                <c:pt idx="831">
                  <c:v>74.615492624924229</c:v>
                </c:pt>
                <c:pt idx="832">
                  <c:v>74.128501320219058</c:v>
                </c:pt>
                <c:pt idx="833">
                  <c:v>72.819926232118831</c:v>
                </c:pt>
                <c:pt idx="834">
                  <c:v>72.774377818950185</c:v>
                </c:pt>
                <c:pt idx="835">
                  <c:v>72.456223865313675</c:v>
                </c:pt>
                <c:pt idx="836">
                  <c:v>72.254509464138337</c:v>
                </c:pt>
                <c:pt idx="837">
                  <c:v>73.424726966372944</c:v>
                </c:pt>
                <c:pt idx="838">
                  <c:v>73.215135771942869</c:v>
                </c:pt>
                <c:pt idx="839">
                  <c:v>72.273002804823349</c:v>
                </c:pt>
                <c:pt idx="840">
                  <c:v>71.686695411254235</c:v>
                </c:pt>
                <c:pt idx="841">
                  <c:v>71.657585523138948</c:v>
                </c:pt>
                <c:pt idx="842">
                  <c:v>72.134645218957729</c:v>
                </c:pt>
                <c:pt idx="843">
                  <c:v>71.634982551190589</c:v>
                </c:pt>
                <c:pt idx="844">
                  <c:v>73.001092476977504</c:v>
                </c:pt>
                <c:pt idx="845">
                  <c:v>73.094586588218377</c:v>
                </c:pt>
                <c:pt idx="846">
                  <c:v>73.096641403850043</c:v>
                </c:pt>
                <c:pt idx="847">
                  <c:v>72.734651383404625</c:v>
                </c:pt>
                <c:pt idx="848">
                  <c:v>71.456556060507481</c:v>
                </c:pt>
                <c:pt idx="849">
                  <c:v>69.524001958924245</c:v>
                </c:pt>
                <c:pt idx="850">
                  <c:v>69.538043199073968</c:v>
                </c:pt>
                <c:pt idx="851">
                  <c:v>70.306544245317582</c:v>
                </c:pt>
                <c:pt idx="852">
                  <c:v>69.499001702072292</c:v>
                </c:pt>
                <c:pt idx="853">
                  <c:v>69.806196639006572</c:v>
                </c:pt>
                <c:pt idx="854">
                  <c:v>70.204488402278102</c:v>
                </c:pt>
                <c:pt idx="855">
                  <c:v>69.567838025733153</c:v>
                </c:pt>
                <c:pt idx="856">
                  <c:v>69.380849803251408</c:v>
                </c:pt>
                <c:pt idx="857">
                  <c:v>70.118528615020026</c:v>
                </c:pt>
                <c:pt idx="858">
                  <c:v>69.210642575094951</c:v>
                </c:pt>
                <c:pt idx="859">
                  <c:v>69.492837255177278</c:v>
                </c:pt>
                <c:pt idx="860">
                  <c:v>69.313040887406387</c:v>
                </c:pt>
                <c:pt idx="861">
                  <c:v>69.359616708390845</c:v>
                </c:pt>
                <c:pt idx="862">
                  <c:v>68.196248591595122</c:v>
                </c:pt>
                <c:pt idx="863">
                  <c:v>68.202755507762078</c:v>
                </c:pt>
                <c:pt idx="864">
                  <c:v>68.165768826392053</c:v>
                </c:pt>
                <c:pt idx="865">
                  <c:v>68.893173560002339</c:v>
                </c:pt>
                <c:pt idx="866">
                  <c:v>69.014065212998773</c:v>
                </c:pt>
                <c:pt idx="867">
                  <c:v>69.563043455925921</c:v>
                </c:pt>
                <c:pt idx="868">
                  <c:v>69.133244519635483</c:v>
                </c:pt>
                <c:pt idx="869">
                  <c:v>68.775021661181455</c:v>
                </c:pt>
                <c:pt idx="870">
                  <c:v>68.948311112785404</c:v>
                </c:pt>
                <c:pt idx="871">
                  <c:v>68.390428668787692</c:v>
                </c:pt>
                <c:pt idx="872">
                  <c:v>68.349332356154349</c:v>
                </c:pt>
                <c:pt idx="873">
                  <c:v>68.912694308503177</c:v>
                </c:pt>
                <c:pt idx="874">
                  <c:v>68.361318780672406</c:v>
                </c:pt>
                <c:pt idx="875">
                  <c:v>68.757555728312283</c:v>
                </c:pt>
                <c:pt idx="876">
                  <c:v>68.394195830779083</c:v>
                </c:pt>
                <c:pt idx="877">
                  <c:v>69.035983246403219</c:v>
                </c:pt>
                <c:pt idx="878">
                  <c:v>68.616115918999171</c:v>
                </c:pt>
                <c:pt idx="879">
                  <c:v>67.141100764733892</c:v>
                </c:pt>
                <c:pt idx="880">
                  <c:v>69.141463782162148</c:v>
                </c:pt>
                <c:pt idx="881">
                  <c:v>69.510645657318406</c:v>
                </c:pt>
                <c:pt idx="882">
                  <c:v>69.900375688791328</c:v>
                </c:pt>
                <c:pt idx="883">
                  <c:v>68.478443271677449</c:v>
                </c:pt>
                <c:pt idx="884">
                  <c:v>67.713709387425212</c:v>
                </c:pt>
                <c:pt idx="885">
                  <c:v>68.198303407226788</c:v>
                </c:pt>
                <c:pt idx="886">
                  <c:v>67.75240841515496</c:v>
                </c:pt>
                <c:pt idx="887">
                  <c:v>67.605489097490732</c:v>
                </c:pt>
                <c:pt idx="888">
                  <c:v>67.46404928817762</c:v>
                </c:pt>
                <c:pt idx="889">
                  <c:v>67.41987075209677</c:v>
                </c:pt>
                <c:pt idx="890">
                  <c:v>68.115768312688147</c:v>
                </c:pt>
                <c:pt idx="891">
                  <c:v>67.08459333486303</c:v>
                </c:pt>
                <c:pt idx="892">
                  <c:v>68.328784199837671</c:v>
                </c:pt>
                <c:pt idx="893">
                  <c:v>68.921256040301785</c:v>
                </c:pt>
                <c:pt idx="894">
                  <c:v>70.008595978725808</c:v>
                </c:pt>
                <c:pt idx="895">
                  <c:v>67.904464771898347</c:v>
                </c:pt>
                <c:pt idx="896">
                  <c:v>64.93183149141943</c:v>
                </c:pt>
                <c:pt idx="897">
                  <c:v>65.543481611112441</c:v>
                </c:pt>
                <c:pt idx="898">
                  <c:v>65.126354037883956</c:v>
                </c:pt>
                <c:pt idx="899">
                  <c:v>65.402041801799342</c:v>
                </c:pt>
                <c:pt idx="900">
                  <c:v>65.17840936721953</c:v>
                </c:pt>
                <c:pt idx="901">
                  <c:v>65.95821189943733</c:v>
                </c:pt>
                <c:pt idx="902">
                  <c:v>64.506827124936223</c:v>
                </c:pt>
                <c:pt idx="903">
                  <c:v>64.256824556416674</c:v>
                </c:pt>
                <c:pt idx="904">
                  <c:v>65.436288728993802</c:v>
                </c:pt>
                <c:pt idx="905">
                  <c:v>67.031168128439674</c:v>
                </c:pt>
                <c:pt idx="906">
                  <c:v>64.85683072086357</c:v>
                </c:pt>
                <c:pt idx="907">
                  <c:v>64.336619896779766</c:v>
                </c:pt>
                <c:pt idx="908">
                  <c:v>63.622913934047268</c:v>
                </c:pt>
                <c:pt idx="909">
                  <c:v>63.444144974092204</c:v>
                </c:pt>
                <c:pt idx="910">
                  <c:v>60.617746072733631</c:v>
                </c:pt>
                <c:pt idx="911">
                  <c:v>61.176655924547177</c:v>
                </c:pt>
                <c:pt idx="912">
                  <c:v>61.862964345524105</c:v>
                </c:pt>
                <c:pt idx="913">
                  <c:v>60.255071113744322</c:v>
                </c:pt>
                <c:pt idx="914">
                  <c:v>60.199248622417358</c:v>
                </c:pt>
                <c:pt idx="915">
                  <c:v>60.395483515241601</c:v>
                </c:pt>
                <c:pt idx="916">
                  <c:v>60.409524755391324</c:v>
                </c:pt>
                <c:pt idx="917">
                  <c:v>59.855751942656951</c:v>
                </c:pt>
                <c:pt idx="918">
                  <c:v>59.23622502970921</c:v>
                </c:pt>
                <c:pt idx="919">
                  <c:v>60.567745559029717</c:v>
                </c:pt>
                <c:pt idx="920">
                  <c:v>61.142066528080775</c:v>
                </c:pt>
                <c:pt idx="921">
                  <c:v>60.141713784730669</c:v>
                </c:pt>
                <c:pt idx="922">
                  <c:v>60.161234533231507</c:v>
                </c:pt>
                <c:pt idx="923">
                  <c:v>59.655407418569375</c:v>
                </c:pt>
                <c:pt idx="924">
                  <c:v>59.344102850371755</c:v>
                </c:pt>
                <c:pt idx="925">
                  <c:v>59.693763977027167</c:v>
                </c:pt>
                <c:pt idx="926">
                  <c:v>61.833854457408812</c:v>
                </c:pt>
                <c:pt idx="927">
                  <c:v>60.47699120196441</c:v>
                </c:pt>
                <c:pt idx="928">
                  <c:v>60.985215601530157</c:v>
                </c:pt>
                <c:pt idx="929">
                  <c:v>61.219807052812193</c:v>
                </c:pt>
                <c:pt idx="930">
                  <c:v>61.660907475076804</c:v>
                </c:pt>
                <c:pt idx="931">
                  <c:v>62.091048880639185</c:v>
                </c:pt>
                <c:pt idx="932">
                  <c:v>61.469467152059785</c:v>
                </c:pt>
                <c:pt idx="933">
                  <c:v>61.630085240601794</c:v>
                </c:pt>
                <c:pt idx="934">
                  <c:v>63.411610393257469</c:v>
                </c:pt>
                <c:pt idx="935">
                  <c:v>62.802357558468074</c:v>
                </c:pt>
                <c:pt idx="936">
                  <c:v>62.629753045408002</c:v>
                </c:pt>
                <c:pt idx="937">
                  <c:v>64.639020263906829</c:v>
                </c:pt>
                <c:pt idx="938">
                  <c:v>64.101343506953839</c:v>
                </c:pt>
                <c:pt idx="939">
                  <c:v>64.048945708346324</c:v>
                </c:pt>
                <c:pt idx="940">
                  <c:v>63.810244625800955</c:v>
                </c:pt>
                <c:pt idx="941">
                  <c:v>63.22393723223184</c:v>
                </c:pt>
                <c:pt idx="942">
                  <c:v>63.923601954814607</c:v>
                </c:pt>
                <c:pt idx="943">
                  <c:v>63.144141891868756</c:v>
                </c:pt>
                <c:pt idx="944">
                  <c:v>63.657503330513677</c:v>
                </c:pt>
                <c:pt idx="945">
                  <c:v>64.628746185748483</c:v>
                </c:pt>
                <c:pt idx="946">
                  <c:v>63.469145230944157</c:v>
                </c:pt>
                <c:pt idx="947">
                  <c:v>63.703736682226193</c:v>
                </c:pt>
                <c:pt idx="948">
                  <c:v>65.654784124494441</c:v>
                </c:pt>
                <c:pt idx="949">
                  <c:v>66.50376544964503</c:v>
                </c:pt>
                <c:pt idx="950">
                  <c:v>66.006842536053455</c:v>
                </c:pt>
                <c:pt idx="951">
                  <c:v>64.89210505587387</c:v>
                </c:pt>
                <c:pt idx="952">
                  <c:v>64.978407312403903</c:v>
                </c:pt>
                <c:pt idx="953">
                  <c:v>64.849981335424687</c:v>
                </c:pt>
                <c:pt idx="954">
                  <c:v>63.4633232533211</c:v>
                </c:pt>
                <c:pt idx="955">
                  <c:v>63.557844772377805</c:v>
                </c:pt>
                <c:pt idx="956">
                  <c:v>62.540711034702419</c:v>
                </c:pt>
                <c:pt idx="957">
                  <c:v>62.758863960931109</c:v>
                </c:pt>
                <c:pt idx="958">
                  <c:v>61.62118103953123</c:v>
                </c:pt>
                <c:pt idx="959">
                  <c:v>61.52597458193064</c:v>
                </c:pt>
                <c:pt idx="960">
                  <c:v>61.902690781069673</c:v>
                </c:pt>
                <c:pt idx="961">
                  <c:v>63.324965667455494</c:v>
                </c:pt>
                <c:pt idx="962">
                  <c:v>62.912632664034227</c:v>
                </c:pt>
                <c:pt idx="963">
                  <c:v>62.422216666609593</c:v>
                </c:pt>
                <c:pt idx="964">
                  <c:v>62.659547872067186</c:v>
                </c:pt>
                <c:pt idx="965">
                  <c:v>63.16605992527321</c:v>
                </c:pt>
                <c:pt idx="966">
                  <c:v>65.14416244002507</c:v>
                </c:pt>
                <c:pt idx="967">
                  <c:v>65.66814042610028</c:v>
                </c:pt>
                <c:pt idx="968">
                  <c:v>65.798621218711162</c:v>
                </c:pt>
                <c:pt idx="969">
                  <c:v>66.639725750607028</c:v>
                </c:pt>
                <c:pt idx="970">
                  <c:v>66.286982400504115</c:v>
                </c:pt>
                <c:pt idx="971">
                  <c:v>66.52088891324226</c:v>
                </c:pt>
                <c:pt idx="972">
                  <c:v>66.06643218937181</c:v>
                </c:pt>
                <c:pt idx="973">
                  <c:v>66.688356387223166</c:v>
                </c:pt>
                <c:pt idx="974">
                  <c:v>67.100689390644433</c:v>
                </c:pt>
                <c:pt idx="975">
                  <c:v>67.452062863659563</c:v>
                </c:pt>
                <c:pt idx="976">
                  <c:v>66.8092480402196</c:v>
                </c:pt>
                <c:pt idx="977">
                  <c:v>65.770538738411702</c:v>
                </c:pt>
                <c:pt idx="978">
                  <c:v>66.644862789686201</c:v>
                </c:pt>
                <c:pt idx="979">
                  <c:v>66.936646609382976</c:v>
                </c:pt>
                <c:pt idx="980">
                  <c:v>67.661311588817696</c:v>
                </c:pt>
                <c:pt idx="981">
                  <c:v>65.246903221608449</c:v>
                </c:pt>
                <c:pt idx="982">
                  <c:v>64.587307403843198</c:v>
                </c:pt>
                <c:pt idx="983">
                  <c:v>63.73969595578037</c:v>
                </c:pt>
                <c:pt idx="984">
                  <c:v>65.72601773305891</c:v>
                </c:pt>
                <c:pt idx="985">
                  <c:v>65.105463412295336</c:v>
                </c:pt>
                <c:pt idx="986">
                  <c:v>66.153419384445741</c:v>
                </c:pt>
                <c:pt idx="987">
                  <c:v>67.101031859916375</c:v>
                </c:pt>
                <c:pt idx="988">
                  <c:v>67.195210909701132</c:v>
                </c:pt>
                <c:pt idx="989">
                  <c:v>67.439733969869565</c:v>
                </c:pt>
                <c:pt idx="990">
                  <c:v>68.329126669109613</c:v>
                </c:pt>
                <c:pt idx="991">
                  <c:v>69.026051637516829</c:v>
                </c:pt>
                <c:pt idx="992">
                  <c:v>69.709277835046251</c:v>
                </c:pt>
                <c:pt idx="993">
                  <c:v>71.587379322390305</c:v>
                </c:pt>
                <c:pt idx="994">
                  <c:v>71.60176303181197</c:v>
                </c:pt>
                <c:pt idx="995">
                  <c:v>71.387377267574664</c:v>
                </c:pt>
                <c:pt idx="996">
                  <c:v>71.241485357726276</c:v>
                </c:pt>
                <c:pt idx="997">
                  <c:v>71.34354120076577</c:v>
                </c:pt>
                <c:pt idx="998">
                  <c:v>71.402788384812183</c:v>
                </c:pt>
                <c:pt idx="999">
                  <c:v>70.565108545635752</c:v>
                </c:pt>
                <c:pt idx="1000">
                  <c:v>70.327777340178173</c:v>
                </c:pt>
                <c:pt idx="1001">
                  <c:v>70.040103151744717</c:v>
                </c:pt>
                <c:pt idx="1002">
                  <c:v>72.126083487159121</c:v>
                </c:pt>
                <c:pt idx="1003">
                  <c:v>71.517173121641676</c:v>
                </c:pt>
                <c:pt idx="1004">
                  <c:v>71.51785806018556</c:v>
                </c:pt>
                <c:pt idx="1005">
                  <c:v>72.896639349034416</c:v>
                </c:pt>
                <c:pt idx="1006">
                  <c:v>72.921639605886369</c:v>
                </c:pt>
                <c:pt idx="1007">
                  <c:v>73.843566885961167</c:v>
                </c:pt>
                <c:pt idx="1008">
                  <c:v>74.49734072610336</c:v>
                </c:pt>
                <c:pt idx="1009">
                  <c:v>74.737411685736504</c:v>
                </c:pt>
                <c:pt idx="1010">
                  <c:v>74.819604311003204</c:v>
                </c:pt>
                <c:pt idx="1011">
                  <c:v>73.21273848703926</c:v>
                </c:pt>
                <c:pt idx="1012">
                  <c:v>73.445960061233507</c:v>
                </c:pt>
                <c:pt idx="1013">
                  <c:v>73.790141679537811</c:v>
                </c:pt>
                <c:pt idx="1014">
                  <c:v>74.418572793556109</c:v>
                </c:pt>
                <c:pt idx="1015">
                  <c:v>76.069274684328946</c:v>
                </c:pt>
                <c:pt idx="1016">
                  <c:v>76.137426069445922</c:v>
                </c:pt>
                <c:pt idx="1017">
                  <c:v>75.925095120840282</c:v>
                </c:pt>
                <c:pt idx="1018">
                  <c:v>75.584680664527397</c:v>
                </c:pt>
                <c:pt idx="1019">
                  <c:v>75.462419134443167</c:v>
                </c:pt>
                <c:pt idx="1020">
                  <c:v>77.186409449412167</c:v>
                </c:pt>
                <c:pt idx="1021">
                  <c:v>76.696678390531417</c:v>
                </c:pt>
                <c:pt idx="1022">
                  <c:v>76.196673253492335</c:v>
                </c:pt>
                <c:pt idx="1023">
                  <c:v>75.434336654143706</c:v>
                </c:pt>
                <c:pt idx="1024">
                  <c:v>75.289129682839217</c:v>
                </c:pt>
                <c:pt idx="1025">
                  <c:v>76.139138415805633</c:v>
                </c:pt>
                <c:pt idx="1026">
                  <c:v>76.156946817946775</c:v>
                </c:pt>
                <c:pt idx="1027">
                  <c:v>76.223728325975955</c:v>
                </c:pt>
                <c:pt idx="1028">
                  <c:v>75.511049771059291</c:v>
                </c:pt>
                <c:pt idx="1029">
                  <c:v>77.012777528536262</c:v>
                </c:pt>
                <c:pt idx="1030">
                  <c:v>76.523731408199396</c:v>
                </c:pt>
                <c:pt idx="1031">
                  <c:v>76.425785196423263</c:v>
                </c:pt>
                <c:pt idx="1032">
                  <c:v>75.244266208214469</c:v>
                </c:pt>
                <c:pt idx="1033">
                  <c:v>74.982277215176879</c:v>
                </c:pt>
                <c:pt idx="1034">
                  <c:v>75.586393010887107</c:v>
                </c:pt>
                <c:pt idx="1035">
                  <c:v>74.75487761860569</c:v>
                </c:pt>
                <c:pt idx="1036">
                  <c:v>75.723038250392989</c:v>
                </c:pt>
                <c:pt idx="1037">
                  <c:v>75.367897615386454</c:v>
                </c:pt>
                <c:pt idx="1038">
                  <c:v>76.374414805631574</c:v>
                </c:pt>
                <c:pt idx="1039">
                  <c:v>76.427155073511031</c:v>
                </c:pt>
                <c:pt idx="1040">
                  <c:v>74.924057438946306</c:v>
                </c:pt>
                <c:pt idx="1041">
                  <c:v>76.114480628225635</c:v>
                </c:pt>
                <c:pt idx="1042">
                  <c:v>76.434689397493813</c:v>
                </c:pt>
                <c:pt idx="1043">
                  <c:v>75.966191433473639</c:v>
                </c:pt>
                <c:pt idx="1044">
                  <c:v>75.963794148570031</c:v>
                </c:pt>
                <c:pt idx="1045">
                  <c:v>74.982619684448807</c:v>
                </c:pt>
                <c:pt idx="1046">
                  <c:v>74.620287194731461</c:v>
                </c:pt>
                <c:pt idx="1047">
                  <c:v>73.760004383606685</c:v>
                </c:pt>
                <c:pt idx="1048">
                  <c:v>73.289794073226787</c:v>
                </c:pt>
                <c:pt idx="1049">
                  <c:v>74.039801778785403</c:v>
                </c:pt>
                <c:pt idx="1050">
                  <c:v>73.91274567889397</c:v>
                </c:pt>
                <c:pt idx="1051">
                  <c:v>73.99767805833622</c:v>
                </c:pt>
                <c:pt idx="1052">
                  <c:v>72.3048524471142</c:v>
                </c:pt>
                <c:pt idx="1053">
                  <c:v>72.188755363924983</c:v>
                </c:pt>
                <c:pt idx="1054">
                  <c:v>71.941835018852927</c:v>
                </c:pt>
                <c:pt idx="1055">
                  <c:v>73.057257437576425</c:v>
                </c:pt>
                <c:pt idx="1056">
                  <c:v>72.19457734154804</c:v>
                </c:pt>
                <c:pt idx="1057">
                  <c:v>72.238070939084992</c:v>
                </c:pt>
                <c:pt idx="1058">
                  <c:v>71.093881101518164</c:v>
                </c:pt>
                <c:pt idx="1059">
                  <c:v>71.523337568536661</c:v>
                </c:pt>
                <c:pt idx="1060">
                  <c:v>72.444579910067574</c:v>
                </c:pt>
                <c:pt idx="1061">
                  <c:v>71.515803244553879</c:v>
                </c:pt>
                <c:pt idx="1062">
                  <c:v>71.765805813073428</c:v>
                </c:pt>
                <c:pt idx="1063">
                  <c:v>71.60176303181197</c:v>
                </c:pt>
                <c:pt idx="1064">
                  <c:v>71.729161600975345</c:v>
                </c:pt>
                <c:pt idx="1065">
                  <c:v>72.891502309955243</c:v>
                </c:pt>
                <c:pt idx="1066">
                  <c:v>73.40691856423183</c:v>
                </c:pt>
                <c:pt idx="1067">
                  <c:v>72.621294054390972</c:v>
                </c:pt>
                <c:pt idx="1068">
                  <c:v>72.130535587694396</c:v>
                </c:pt>
                <c:pt idx="1069">
                  <c:v>73.148354263913674</c:v>
                </c:pt>
                <c:pt idx="1070">
                  <c:v>72.241838101076382</c:v>
                </c:pt>
                <c:pt idx="1071">
                  <c:v>72.190810179556635</c:v>
                </c:pt>
                <c:pt idx="1072">
                  <c:v>72.550402915098431</c:v>
                </c:pt>
                <c:pt idx="1073">
                  <c:v>73.368562005774038</c:v>
                </c:pt>
                <c:pt idx="1074">
                  <c:v>71.595598584916985</c:v>
                </c:pt>
                <c:pt idx="1075">
                  <c:v>71.524022507080559</c:v>
                </c:pt>
                <c:pt idx="1076">
                  <c:v>71.101415425500946</c:v>
                </c:pt>
                <c:pt idx="1077">
                  <c:v>73.159998219159789</c:v>
                </c:pt>
                <c:pt idx="1078">
                  <c:v>73.311369637359292</c:v>
                </c:pt>
                <c:pt idx="1079">
                  <c:v>73.095271526762261</c:v>
                </c:pt>
                <c:pt idx="1080">
                  <c:v>74.199734928783514</c:v>
                </c:pt>
                <c:pt idx="1081">
                  <c:v>75.481939882944019</c:v>
                </c:pt>
                <c:pt idx="1082">
                  <c:v>75.70865454097131</c:v>
                </c:pt>
                <c:pt idx="1083">
                  <c:v>75.634681178231304</c:v>
                </c:pt>
                <c:pt idx="1084">
                  <c:v>75.049743661749943</c:v>
                </c:pt>
                <c:pt idx="1085">
                  <c:v>74.989126600615762</c:v>
                </c:pt>
                <c:pt idx="1086">
                  <c:v>76.097014695356478</c:v>
                </c:pt>
                <c:pt idx="1087">
                  <c:v>77.248053918362174</c:v>
                </c:pt>
                <c:pt idx="1088">
                  <c:v>76.471333609591881</c:v>
                </c:pt>
                <c:pt idx="1089">
                  <c:v>76.144960393428704</c:v>
                </c:pt>
                <c:pt idx="1090">
                  <c:v>76.44153878293271</c:v>
                </c:pt>
                <c:pt idx="1091">
                  <c:v>77.239492186563567</c:v>
                </c:pt>
                <c:pt idx="1092">
                  <c:v>76.910036746952883</c:v>
                </c:pt>
                <c:pt idx="1093">
                  <c:v>77.591208128850639</c:v>
                </c:pt>
                <c:pt idx="1094">
                  <c:v>78.131624639979179</c:v>
                </c:pt>
                <c:pt idx="1095">
                  <c:v>78.997729428727013</c:v>
                </c:pt>
                <c:pt idx="1096">
                  <c:v>78.938824713952542</c:v>
                </c:pt>
                <c:pt idx="1097">
                  <c:v>78.800467128086922</c:v>
                </c:pt>
                <c:pt idx="1098">
                  <c:v>77.349082353585842</c:v>
                </c:pt>
                <c:pt idx="1099">
                  <c:v>77.951485802936332</c:v>
                </c:pt>
                <c:pt idx="1100">
                  <c:v>77.779566228420165</c:v>
                </c:pt>
                <c:pt idx="1101">
                  <c:v>76.50729288314605</c:v>
                </c:pt>
                <c:pt idx="1102">
                  <c:v>77.041202478107664</c:v>
                </c:pt>
                <c:pt idx="1103">
                  <c:v>77.336410990523873</c:v>
                </c:pt>
                <c:pt idx="1104">
                  <c:v>76.905584646417608</c:v>
                </c:pt>
                <c:pt idx="1105">
                  <c:v>76.817570043527866</c:v>
                </c:pt>
                <c:pt idx="1106">
                  <c:v>75.578173748360427</c:v>
                </c:pt>
                <c:pt idx="1107">
                  <c:v>75.786052596430778</c:v>
                </c:pt>
                <c:pt idx="1108">
                  <c:v>75.109333315068312</c:v>
                </c:pt>
                <c:pt idx="1109">
                  <c:v>73.347328910913461</c:v>
                </c:pt>
                <c:pt idx="1110">
                  <c:v>73.53500207193909</c:v>
                </c:pt>
                <c:pt idx="1111">
                  <c:v>72.82506327119799</c:v>
                </c:pt>
                <c:pt idx="1112">
                  <c:v>72.338071966492805</c:v>
                </c:pt>
                <c:pt idx="1113">
                  <c:v>72.756569416809072</c:v>
                </c:pt>
                <c:pt idx="1114">
                  <c:v>72.692527662955442</c:v>
                </c:pt>
                <c:pt idx="1115">
                  <c:v>73.718565601701386</c:v>
                </c:pt>
                <c:pt idx="1116">
                  <c:v>72.974722343037783</c:v>
                </c:pt>
                <c:pt idx="1117">
                  <c:v>73.574386038212722</c:v>
                </c:pt>
                <c:pt idx="1118">
                  <c:v>74.306585341630225</c:v>
                </c:pt>
                <c:pt idx="1119">
                  <c:v>74.399052045055257</c:v>
                </c:pt>
                <c:pt idx="1120">
                  <c:v>74.397682167967488</c:v>
                </c:pt>
                <c:pt idx="1121">
                  <c:v>75.093237259286909</c:v>
                </c:pt>
                <c:pt idx="1122">
                  <c:v>75.617557714634074</c:v>
                </c:pt>
                <c:pt idx="1123">
                  <c:v>76.124754706383982</c:v>
                </c:pt>
                <c:pt idx="1124">
                  <c:v>75.810710384010804</c:v>
                </c:pt>
                <c:pt idx="1125">
                  <c:v>76.04290455038921</c:v>
                </c:pt>
                <c:pt idx="1126">
                  <c:v>76.552498827042754</c:v>
                </c:pt>
                <c:pt idx="1127">
                  <c:v>77.233327739668567</c:v>
                </c:pt>
                <c:pt idx="1128">
                  <c:v>76.854556724897861</c:v>
                </c:pt>
                <c:pt idx="1129">
                  <c:v>77.236409963116074</c:v>
                </c:pt>
                <c:pt idx="1130">
                  <c:v>78.510395654749885</c:v>
                </c:pt>
                <c:pt idx="1131">
                  <c:v>77.398397928745865</c:v>
                </c:pt>
                <c:pt idx="1132">
                  <c:v>77.646688150905675</c:v>
                </c:pt>
                <c:pt idx="1133">
                  <c:v>78.116898461285558</c:v>
                </c:pt>
                <c:pt idx="1134">
                  <c:v>79.682325503344202</c:v>
                </c:pt>
                <c:pt idx="1135">
                  <c:v>79.813491234498997</c:v>
                </c:pt>
                <c:pt idx="1136">
                  <c:v>79.333349315232709</c:v>
                </c:pt>
                <c:pt idx="1137">
                  <c:v>79.760408497347584</c:v>
                </c:pt>
                <c:pt idx="1138">
                  <c:v>79.029236601745907</c:v>
                </c:pt>
                <c:pt idx="1139">
                  <c:v>79.096018109775102</c:v>
                </c:pt>
                <c:pt idx="1140">
                  <c:v>78.362106459997875</c:v>
                </c:pt>
                <c:pt idx="1141">
                  <c:v>77.851142306256577</c:v>
                </c:pt>
                <c:pt idx="1142">
                  <c:v>78.52101220218016</c:v>
                </c:pt>
                <c:pt idx="1143">
                  <c:v>79.064853406028149</c:v>
                </c:pt>
                <c:pt idx="1144">
                  <c:v>80.781994335558252</c:v>
                </c:pt>
                <c:pt idx="1145">
                  <c:v>81.138162378380599</c:v>
                </c:pt>
                <c:pt idx="1146">
                  <c:v>81.888170083939229</c:v>
                </c:pt>
                <c:pt idx="1147">
                  <c:v>81.513508700431856</c:v>
                </c:pt>
                <c:pt idx="1148">
                  <c:v>82.818316626540692</c:v>
                </c:pt>
                <c:pt idx="1149">
                  <c:v>83.0381818991291</c:v>
                </c:pt>
                <c:pt idx="1150">
                  <c:v>84.328263646544315</c:v>
                </c:pt>
                <c:pt idx="1151">
                  <c:v>79.016222769412025</c:v>
                </c:pt>
                <c:pt idx="1152">
                  <c:v>79.233690757096824</c:v>
                </c:pt>
                <c:pt idx="1153">
                  <c:v>78.824439977123063</c:v>
                </c:pt>
                <c:pt idx="1154">
                  <c:v>79.366568834611314</c:v>
                </c:pt>
                <c:pt idx="1155">
                  <c:v>79.639859313623091</c:v>
                </c:pt>
                <c:pt idx="1156">
                  <c:v>80.269317835457215</c:v>
                </c:pt>
                <c:pt idx="1157">
                  <c:v>80.753911855258778</c:v>
                </c:pt>
                <c:pt idx="1158">
                  <c:v>78.422381051860128</c:v>
                </c:pt>
                <c:pt idx="1159">
                  <c:v>77.333328767076381</c:v>
                </c:pt>
                <c:pt idx="1160">
                  <c:v>77.407302129816401</c:v>
                </c:pt>
                <c:pt idx="1161">
                  <c:v>77.53264588334811</c:v>
                </c:pt>
                <c:pt idx="1162">
                  <c:v>76.637088737213062</c:v>
                </c:pt>
                <c:pt idx="1163">
                  <c:v>78.189844416209766</c:v>
                </c:pt>
                <c:pt idx="1164">
                  <c:v>78.609026805069917</c:v>
                </c:pt>
                <c:pt idx="1165">
                  <c:v>78.255256047151178</c:v>
                </c:pt>
                <c:pt idx="1166">
                  <c:v>78.956975585365612</c:v>
                </c:pt>
                <c:pt idx="1167">
                  <c:v>78.186419723490317</c:v>
                </c:pt>
                <c:pt idx="1168">
                  <c:v>78.91039976438114</c:v>
                </c:pt>
                <c:pt idx="1169">
                  <c:v>80.190892372181921</c:v>
                </c:pt>
                <c:pt idx="1170">
                  <c:v>79.408007616516613</c:v>
                </c:pt>
                <c:pt idx="1171">
                  <c:v>79.968287345417949</c:v>
                </c:pt>
                <c:pt idx="1172">
                  <c:v>80.308359332458906</c:v>
                </c:pt>
                <c:pt idx="1173">
                  <c:v>80.609389822498187</c:v>
                </c:pt>
                <c:pt idx="1174">
                  <c:v>79.610406956235863</c:v>
                </c:pt>
                <c:pt idx="1175">
                  <c:v>80.378565533207549</c:v>
                </c:pt>
                <c:pt idx="1176">
                  <c:v>80.061096518114923</c:v>
                </c:pt>
                <c:pt idx="1177">
                  <c:v>79.131292444785402</c:v>
                </c:pt>
                <c:pt idx="1178">
                  <c:v>79.035401048640921</c:v>
                </c:pt>
                <c:pt idx="1179">
                  <c:v>79.423076264482177</c:v>
                </c:pt>
                <c:pt idx="1180">
                  <c:v>82.147076853529327</c:v>
                </c:pt>
                <c:pt idx="1181">
                  <c:v>83.978260050616967</c:v>
                </c:pt>
                <c:pt idx="1182">
                  <c:v>85.398822590643064</c:v>
                </c:pt>
                <c:pt idx="1183">
                  <c:v>85.73855210841208</c:v>
                </c:pt>
                <c:pt idx="1184">
                  <c:v>87.628982489546118</c:v>
                </c:pt>
                <c:pt idx="1185">
                  <c:v>88.853310136747979</c:v>
                </c:pt>
                <c:pt idx="1186">
                  <c:v>87.321102614067954</c:v>
                </c:pt>
                <c:pt idx="1187">
                  <c:v>86.970071610324766</c:v>
                </c:pt>
                <c:pt idx="1188">
                  <c:v>87.590283461816398</c:v>
                </c:pt>
                <c:pt idx="1189">
                  <c:v>88.606732260947894</c:v>
                </c:pt>
                <c:pt idx="1190">
                  <c:v>86.312873077463124</c:v>
                </c:pt>
                <c:pt idx="1191">
                  <c:v>86.401230149624837</c:v>
                </c:pt>
                <c:pt idx="1192">
                  <c:v>86.81185080668638</c:v>
                </c:pt>
                <c:pt idx="1193">
                  <c:v>87.702270913742268</c:v>
                </c:pt>
                <c:pt idx="1194">
                  <c:v>87.749189203998682</c:v>
                </c:pt>
                <c:pt idx="1195">
                  <c:v>89.029339342527493</c:v>
                </c:pt>
                <c:pt idx="1196">
                  <c:v>87.450898468134952</c:v>
                </c:pt>
                <c:pt idx="1197">
                  <c:v>87.387541652825206</c:v>
                </c:pt>
                <c:pt idx="1198">
                  <c:v>87.921793717058748</c:v>
                </c:pt>
                <c:pt idx="1199">
                  <c:v>89.073517878608342</c:v>
                </c:pt>
                <c:pt idx="1200">
                  <c:v>89.848525841018926</c:v>
                </c:pt>
                <c:pt idx="1201">
                  <c:v>88.998517108052482</c:v>
                </c:pt>
                <c:pt idx="1202">
                  <c:v>90.327297883197431</c:v>
                </c:pt>
                <c:pt idx="1203">
                  <c:v>89.538248680637125</c:v>
                </c:pt>
                <c:pt idx="1204">
                  <c:v>90.060171851080668</c:v>
                </c:pt>
                <c:pt idx="1205">
                  <c:v>88.604677445316227</c:v>
                </c:pt>
                <c:pt idx="1206">
                  <c:v>87.840628499607874</c:v>
                </c:pt>
                <c:pt idx="1207">
                  <c:v>84.441278506286025</c:v>
                </c:pt>
                <c:pt idx="1208">
                  <c:v>85.742661739675412</c:v>
                </c:pt>
                <c:pt idx="1209">
                  <c:v>83.472090466682886</c:v>
                </c:pt>
                <c:pt idx="1210">
                  <c:v>82.761466727397888</c:v>
                </c:pt>
                <c:pt idx="1211">
                  <c:v>82.935783586817664</c:v>
                </c:pt>
                <c:pt idx="1212">
                  <c:v>84.162166049651205</c:v>
                </c:pt>
                <c:pt idx="1213">
                  <c:v>83.85223135854136</c:v>
                </c:pt>
                <c:pt idx="1214">
                  <c:v>80.572060671856207</c:v>
                </c:pt>
                <c:pt idx="1215">
                  <c:v>79.232663349280998</c:v>
                </c:pt>
                <c:pt idx="1216">
                  <c:v>80.490552985133419</c:v>
                </c:pt>
                <c:pt idx="1217">
                  <c:v>80.5220601581523</c:v>
                </c:pt>
                <c:pt idx="1218">
                  <c:v>79.586776576471678</c:v>
                </c:pt>
                <c:pt idx="1219">
                  <c:v>79.716572430538662</c:v>
                </c:pt>
                <c:pt idx="1220">
                  <c:v>77.533330821892008</c:v>
                </c:pt>
                <c:pt idx="1221">
                  <c:v>81.721730017774163</c:v>
                </c:pt>
                <c:pt idx="1222">
                  <c:v>81.236451059428703</c:v>
                </c:pt>
                <c:pt idx="1223">
                  <c:v>82.924139631571563</c:v>
                </c:pt>
                <c:pt idx="1224">
                  <c:v>81.234053774525094</c:v>
                </c:pt>
                <c:pt idx="1225">
                  <c:v>79.866231502378469</c:v>
                </c:pt>
                <c:pt idx="1226">
                  <c:v>80.180960763295531</c:v>
                </c:pt>
                <c:pt idx="1227">
                  <c:v>83.495035907903173</c:v>
                </c:pt>
                <c:pt idx="1228">
                  <c:v>84.122782083377572</c:v>
                </c:pt>
                <c:pt idx="1229">
                  <c:v>83.621064599978766</c:v>
                </c:pt>
                <c:pt idx="1230">
                  <c:v>83.20462196529418</c:v>
                </c:pt>
                <c:pt idx="1231">
                  <c:v>82.616602225365341</c:v>
                </c:pt>
                <c:pt idx="1232">
                  <c:v>85.089230368805161</c:v>
                </c:pt>
                <c:pt idx="1233">
                  <c:v>87.090620794049258</c:v>
                </c:pt>
                <c:pt idx="1234">
                  <c:v>86.865960951653619</c:v>
                </c:pt>
                <c:pt idx="1235">
                  <c:v>86.944386414928928</c:v>
                </c:pt>
                <c:pt idx="1236">
                  <c:v>87.609119271773352</c:v>
                </c:pt>
                <c:pt idx="1237">
                  <c:v>87.220074178844314</c:v>
                </c:pt>
                <c:pt idx="1238">
                  <c:v>85.707387404665127</c:v>
                </c:pt>
                <c:pt idx="1239">
                  <c:v>86.505340808295969</c:v>
                </c:pt>
                <c:pt idx="1240">
                  <c:v>86.72965818141968</c:v>
                </c:pt>
                <c:pt idx="1241">
                  <c:v>85.302246255954699</c:v>
                </c:pt>
                <c:pt idx="1242">
                  <c:v>83.935108922351944</c:v>
                </c:pt>
                <c:pt idx="1243">
                  <c:v>83.396747226855069</c:v>
                </c:pt>
                <c:pt idx="1244">
                  <c:v>81.884745391219795</c:v>
                </c:pt>
                <c:pt idx="1245">
                  <c:v>81.242615506323716</c:v>
                </c:pt>
                <c:pt idx="1246">
                  <c:v>79.692599581502549</c:v>
                </c:pt>
                <c:pt idx="1247">
                  <c:v>80.856995106114113</c:v>
                </c:pt>
                <c:pt idx="1248">
                  <c:v>80.353565276355596</c:v>
                </c:pt>
                <c:pt idx="1249">
                  <c:v>81.423096812638505</c:v>
                </c:pt>
                <c:pt idx="1250">
                  <c:v>83.120716993667756</c:v>
                </c:pt>
                <c:pt idx="1251">
                  <c:v>82.527560214659758</c:v>
                </c:pt>
                <c:pt idx="1252">
                  <c:v>82.100843501816811</c:v>
                </c:pt>
                <c:pt idx="1253">
                  <c:v>80.262810919290274</c:v>
                </c:pt>
                <c:pt idx="1254">
                  <c:v>79.850135446597065</c:v>
                </c:pt>
                <c:pt idx="1255">
                  <c:v>77.490864632170883</c:v>
                </c:pt>
                <c:pt idx="1256">
                  <c:v>78.591218402928803</c:v>
                </c:pt>
                <c:pt idx="1257">
                  <c:v>77.528193782812849</c:v>
                </c:pt>
                <c:pt idx="1258">
                  <c:v>77.351137169217495</c:v>
                </c:pt>
                <c:pt idx="1259">
                  <c:v>75.898382517628605</c:v>
                </c:pt>
                <c:pt idx="1260">
                  <c:v>78.733685620057742</c:v>
                </c:pt>
                <c:pt idx="1261">
                  <c:v>78.679575475090502</c:v>
                </c:pt>
                <c:pt idx="1262">
                  <c:v>77.920663568461336</c:v>
                </c:pt>
                <c:pt idx="1263">
                  <c:v>79.828902351736502</c:v>
                </c:pt>
                <c:pt idx="1264">
                  <c:v>78.939167183224484</c:v>
                </c:pt>
                <c:pt idx="1265">
                  <c:v>78.488820090617381</c:v>
                </c:pt>
                <c:pt idx="1266">
                  <c:v>78.505258615670712</c:v>
                </c:pt>
                <c:pt idx="1267">
                  <c:v>77.897375657969093</c:v>
                </c:pt>
                <c:pt idx="1268">
                  <c:v>77.494974263434216</c:v>
                </c:pt>
                <c:pt idx="1269">
                  <c:v>78.274091857108132</c:v>
                </c:pt>
                <c:pt idx="1270">
                  <c:v>76.136741130902038</c:v>
                </c:pt>
                <c:pt idx="1271">
                  <c:v>75.432966777055938</c:v>
                </c:pt>
                <c:pt idx="1272">
                  <c:v>74.958646835412694</c:v>
                </c:pt>
                <c:pt idx="1273">
                  <c:v>75.685366630479081</c:v>
                </c:pt>
                <c:pt idx="1274">
                  <c:v>74.612067932204795</c:v>
                </c:pt>
                <c:pt idx="1275">
                  <c:v>76.160029041394267</c:v>
                </c:pt>
                <c:pt idx="1276">
                  <c:v>75.853176573731929</c:v>
                </c:pt>
                <c:pt idx="1277">
                  <c:v>75.28604745939171</c:v>
                </c:pt>
                <c:pt idx="1278">
                  <c:v>74.373709318931361</c:v>
                </c:pt>
                <c:pt idx="1279">
                  <c:v>73.22986195063649</c:v>
                </c:pt>
                <c:pt idx="1280">
                  <c:v>72.665472590471822</c:v>
                </c:pt>
                <c:pt idx="1281">
                  <c:v>72.975749750853609</c:v>
                </c:pt>
                <c:pt idx="1282">
                  <c:v>73.67541447343639</c:v>
                </c:pt>
                <c:pt idx="1283">
                  <c:v>74.018911153196782</c:v>
                </c:pt>
                <c:pt idx="1284">
                  <c:v>74.321311520323846</c:v>
                </c:pt>
                <c:pt idx="1285">
                  <c:v>74.914125830059888</c:v>
                </c:pt>
                <c:pt idx="1286">
                  <c:v>75.846669657564973</c:v>
                </c:pt>
                <c:pt idx="1287">
                  <c:v>75.82166940071302</c:v>
                </c:pt>
                <c:pt idx="1288">
                  <c:v>75.344267235622297</c:v>
                </c:pt>
                <c:pt idx="1289">
                  <c:v>75.254197817100859</c:v>
                </c:pt>
                <c:pt idx="1290">
                  <c:v>75.599406843221004</c:v>
                </c:pt>
                <c:pt idx="1291">
                  <c:v>76.119960136576736</c:v>
                </c:pt>
                <c:pt idx="1292">
                  <c:v>74.991181416247429</c:v>
                </c:pt>
                <c:pt idx="1293">
                  <c:v>74.353503631886639</c:v>
                </c:pt>
                <c:pt idx="1294">
                  <c:v>73.66411298746219</c:v>
                </c:pt>
                <c:pt idx="1295">
                  <c:v>75.197005448686127</c:v>
                </c:pt>
                <c:pt idx="1296">
                  <c:v>77.799771915464888</c:v>
                </c:pt>
                <c:pt idx="1297">
                  <c:v>76.409004202097975</c:v>
                </c:pt>
                <c:pt idx="1298">
                  <c:v>76.963804422648195</c:v>
                </c:pt>
                <c:pt idx="1299">
                  <c:v>76.481607687750213</c:v>
                </c:pt>
                <c:pt idx="1300">
                  <c:v>75.549748798789039</c:v>
                </c:pt>
                <c:pt idx="1301">
                  <c:v>74.880906310681283</c:v>
                </c:pt>
                <c:pt idx="1302">
                  <c:v>74.239803833601044</c:v>
                </c:pt>
                <c:pt idx="1303">
                  <c:v>73.680551512515535</c:v>
                </c:pt>
                <c:pt idx="1304">
                  <c:v>75.010702164748267</c:v>
                </c:pt>
                <c:pt idx="1305">
                  <c:v>73.793223902985304</c:v>
                </c:pt>
                <c:pt idx="1306">
                  <c:v>73.007256923872504</c:v>
                </c:pt>
                <c:pt idx="1307">
                  <c:v>74.434668849337484</c:v>
                </c:pt>
                <c:pt idx="1308">
                  <c:v>74.809672702116814</c:v>
                </c:pt>
                <c:pt idx="1309">
                  <c:v>73.346643972369577</c:v>
                </c:pt>
                <c:pt idx="1310">
                  <c:v>74.755220087877618</c:v>
                </c:pt>
                <c:pt idx="1311">
                  <c:v>74.765494166035964</c:v>
                </c:pt>
                <c:pt idx="1312">
                  <c:v>75.395637626413986</c:v>
                </c:pt>
                <c:pt idx="1313">
                  <c:v>75.149059750613887</c:v>
                </c:pt>
                <c:pt idx="1314">
                  <c:v>75.208649403932242</c:v>
                </c:pt>
                <c:pt idx="1315">
                  <c:v>73.855210841207281</c:v>
                </c:pt>
                <c:pt idx="1316">
                  <c:v>73.121299191430055</c:v>
                </c:pt>
                <c:pt idx="1317">
                  <c:v>72.203481542618604</c:v>
                </c:pt>
                <c:pt idx="1318">
                  <c:v>70.251064223262574</c:v>
                </c:pt>
                <c:pt idx="1319">
                  <c:v>70.055856738254164</c:v>
                </c:pt>
                <c:pt idx="1320">
                  <c:v>70.050377229903049</c:v>
                </c:pt>
                <c:pt idx="1321">
                  <c:v>69.589756059137599</c:v>
                </c:pt>
                <c:pt idx="1322">
                  <c:v>69.603797299287322</c:v>
                </c:pt>
                <c:pt idx="1323">
                  <c:v>68.766117460110891</c:v>
                </c:pt>
                <c:pt idx="1324">
                  <c:v>69.4661246519656</c:v>
                </c:pt>
                <c:pt idx="1325">
                  <c:v>69.017832374990164</c:v>
                </c:pt>
                <c:pt idx="1326">
                  <c:v>71.087031716079267</c:v>
                </c:pt>
                <c:pt idx="1327">
                  <c:v>71.266828083850172</c:v>
                </c:pt>
                <c:pt idx="1328">
                  <c:v>73.106230543464477</c:v>
                </c:pt>
                <c:pt idx="1329">
                  <c:v>72.713760757816004</c:v>
                </c:pt>
                <c:pt idx="1330">
                  <c:v>73.062052007383642</c:v>
                </c:pt>
                <c:pt idx="1331">
                  <c:v>72.719925204711018</c:v>
                </c:pt>
                <c:pt idx="1332">
                  <c:v>73.82164885255672</c:v>
                </c:pt>
                <c:pt idx="1333">
                  <c:v>74.582958044089509</c:v>
                </c:pt>
                <c:pt idx="1334">
                  <c:v>76.938804165796228</c:v>
                </c:pt>
                <c:pt idx="1335">
                  <c:v>77.087093360548224</c:v>
                </c:pt>
                <c:pt idx="1336">
                  <c:v>77.041544947379606</c:v>
                </c:pt>
                <c:pt idx="1337">
                  <c:v>77.714497066750681</c:v>
                </c:pt>
                <c:pt idx="1338">
                  <c:v>76.501813374794949</c:v>
                </c:pt>
                <c:pt idx="1339">
                  <c:v>77.81929266396574</c:v>
                </c:pt>
                <c:pt idx="1340">
                  <c:v>76.755240636033932</c:v>
                </c:pt>
                <c:pt idx="1341">
                  <c:v>76.149412493963979</c:v>
                </c:pt>
                <c:pt idx="1342">
                  <c:v>76.269619208416543</c:v>
                </c:pt>
                <c:pt idx="1343">
                  <c:v>76.539827463980799</c:v>
                </c:pt>
                <c:pt idx="1344">
                  <c:v>76.021671455528661</c:v>
                </c:pt>
                <c:pt idx="1345">
                  <c:v>76.190508806597322</c:v>
                </c:pt>
                <c:pt idx="1346">
                  <c:v>77.547029592769789</c:v>
                </c:pt>
                <c:pt idx="1347">
                  <c:v>77.718606698014028</c:v>
                </c:pt>
                <c:pt idx="1348">
                  <c:v>76.886406367188712</c:v>
                </c:pt>
                <c:pt idx="1349">
                  <c:v>76.412086425545468</c:v>
                </c:pt>
                <c:pt idx="1350">
                  <c:v>76.555923519762189</c:v>
                </c:pt>
                <c:pt idx="1351">
                  <c:v>75.635023647503232</c:v>
                </c:pt>
                <c:pt idx="1352">
                  <c:v>76.217221409809014</c:v>
                </c:pt>
                <c:pt idx="1353">
                  <c:v>77.684702240091511</c:v>
                </c:pt>
              </c:numCache>
            </c:numRef>
          </c:val>
          <c:smooth val="0"/>
          <c:extLst>
            <c:ext xmlns:c16="http://schemas.microsoft.com/office/drawing/2014/chart" uri="{C3380CC4-5D6E-409C-BE32-E72D297353CC}">
              <c16:uniqueId val="{00000002-CAF0-48C9-9886-5DE1EE5058A8}"/>
            </c:ext>
          </c:extLst>
        </c:ser>
        <c:dLbls>
          <c:showLegendKey val="0"/>
          <c:showVal val="0"/>
          <c:showCatName val="0"/>
          <c:showSerName val="0"/>
          <c:showPercent val="0"/>
          <c:showBubbleSize val="0"/>
        </c:dLbls>
        <c:smooth val="0"/>
        <c:axId val="466100159"/>
        <c:axId val="466101119"/>
      </c:lineChart>
      <c:dateAx>
        <c:axId val="466100159"/>
        <c:scaling>
          <c:orientation val="minMax"/>
        </c:scaling>
        <c:delete val="0"/>
        <c:axPos val="b"/>
        <c:numFmt formatCode="[$-409]mmm\-yy;@" sourceLinked="0"/>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466101119"/>
        <c:crosses val="autoZero"/>
        <c:auto val="0"/>
        <c:lblOffset val="100"/>
        <c:baseTimeUnit val="days"/>
        <c:majorUnit val="1"/>
        <c:majorTimeUnit val="years"/>
      </c:dateAx>
      <c:valAx>
        <c:axId val="466101119"/>
        <c:scaling>
          <c:orientation val="minMax"/>
        </c:scaling>
        <c:delete val="0"/>
        <c:axPos val="l"/>
        <c:majorGridlines>
          <c:spPr>
            <a:ln w="6350" cap="flat" cmpd="sng" algn="ctr">
              <a:solidFill>
                <a:schemeClr val="tx1">
                  <a:lumMod val="15000"/>
                  <a:lumOff val="85000"/>
                </a:schemeClr>
              </a:solidFill>
              <a:prstDash val="dash"/>
              <a:round/>
            </a:ln>
            <a:effectLst/>
          </c:spPr>
        </c:maj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466100159"/>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'Ibovespa EPS'!$P$5</c:f>
              <c:strCache>
                <c:ptCount val="1"/>
                <c:pt idx="0">
                  <c:v>2026</c:v>
                </c:pt>
              </c:strCache>
            </c:strRef>
          </c:tx>
          <c:spPr>
            <a:ln w="28575" cap="rnd">
              <a:solidFill>
                <a:srgbClr val="1F2F44"/>
              </a:solidFill>
              <a:round/>
            </a:ln>
            <a:effectLst/>
          </c:spPr>
          <c:marker>
            <c:symbol val="none"/>
          </c:marker>
          <c:cat>
            <c:numRef>
              <c:f>'Ibovespa EPS'!$O$6:$O$340</c:f>
              <c:numCache>
                <c:formatCode>m/d/yyyy</c:formatCode>
                <c:ptCount val="335"/>
                <c:pt idx="0">
                  <c:v>45929</c:v>
                </c:pt>
                <c:pt idx="1">
                  <c:v>45930</c:v>
                </c:pt>
                <c:pt idx="2">
                  <c:v>45931</c:v>
                </c:pt>
                <c:pt idx="3">
                  <c:v>45932</c:v>
                </c:pt>
                <c:pt idx="4">
                  <c:v>45933</c:v>
                </c:pt>
                <c:pt idx="5">
                  <c:v>45935</c:v>
                </c:pt>
                <c:pt idx="6">
                  <c:v>45936</c:v>
                </c:pt>
                <c:pt idx="7">
                  <c:v>45937</c:v>
                </c:pt>
                <c:pt idx="8">
                  <c:v>45938</c:v>
                </c:pt>
                <c:pt idx="9">
                  <c:v>45939</c:v>
                </c:pt>
                <c:pt idx="10">
                  <c:v>45940</c:v>
                </c:pt>
                <c:pt idx="11">
                  <c:v>45942</c:v>
                </c:pt>
                <c:pt idx="12">
                  <c:v>45943</c:v>
                </c:pt>
                <c:pt idx="13">
                  <c:v>45944</c:v>
                </c:pt>
                <c:pt idx="14">
                  <c:v>45945</c:v>
                </c:pt>
                <c:pt idx="15">
                  <c:v>45946</c:v>
                </c:pt>
                <c:pt idx="16">
                  <c:v>45947</c:v>
                </c:pt>
                <c:pt idx="17">
                  <c:v>45949</c:v>
                </c:pt>
                <c:pt idx="18">
                  <c:v>45950</c:v>
                </c:pt>
                <c:pt idx="19">
                  <c:v>45951</c:v>
                </c:pt>
                <c:pt idx="20">
                  <c:v>45952</c:v>
                </c:pt>
                <c:pt idx="21">
                  <c:v>45953</c:v>
                </c:pt>
                <c:pt idx="22">
                  <c:v>45954</c:v>
                </c:pt>
                <c:pt idx="23">
                  <c:v>45955</c:v>
                </c:pt>
                <c:pt idx="24">
                  <c:v>45956</c:v>
                </c:pt>
                <c:pt idx="25">
                  <c:v>45957</c:v>
                </c:pt>
                <c:pt idx="26">
                  <c:v>45958</c:v>
                </c:pt>
                <c:pt idx="27">
                  <c:v>45959</c:v>
                </c:pt>
                <c:pt idx="28">
                  <c:v>45960</c:v>
                </c:pt>
                <c:pt idx="29">
                  <c:v>45961</c:v>
                </c:pt>
                <c:pt idx="30">
                  <c:v>45962</c:v>
                </c:pt>
                <c:pt idx="31">
                  <c:v>45964</c:v>
                </c:pt>
                <c:pt idx="32">
                  <c:v>45965</c:v>
                </c:pt>
                <c:pt idx="33">
                  <c:v>45966</c:v>
                </c:pt>
                <c:pt idx="34">
                  <c:v>45967</c:v>
                </c:pt>
                <c:pt idx="35">
                  <c:v>45968</c:v>
                </c:pt>
                <c:pt idx="36">
                  <c:v>45969</c:v>
                </c:pt>
                <c:pt idx="37">
                  <c:v>45970</c:v>
                </c:pt>
                <c:pt idx="38">
                  <c:v>45971</c:v>
                </c:pt>
                <c:pt idx="39">
                  <c:v>45972</c:v>
                </c:pt>
                <c:pt idx="40">
                  <c:v>45973</c:v>
                </c:pt>
                <c:pt idx="41">
                  <c:v>45974</c:v>
                </c:pt>
                <c:pt idx="42">
                  <c:v>45975</c:v>
                </c:pt>
                <c:pt idx="43">
                  <c:v>45976</c:v>
                </c:pt>
                <c:pt idx="44">
                  <c:v>45977</c:v>
                </c:pt>
                <c:pt idx="45">
                  <c:v>45978</c:v>
                </c:pt>
                <c:pt idx="46">
                  <c:v>45979</c:v>
                </c:pt>
                <c:pt idx="47">
                  <c:v>45980</c:v>
                </c:pt>
                <c:pt idx="48">
                  <c:v>45981</c:v>
                </c:pt>
                <c:pt idx="49">
                  <c:v>45982</c:v>
                </c:pt>
                <c:pt idx="50">
                  <c:v>45984</c:v>
                </c:pt>
                <c:pt idx="51">
                  <c:v>45985</c:v>
                </c:pt>
                <c:pt idx="52">
                  <c:v>45986</c:v>
                </c:pt>
                <c:pt idx="53">
                  <c:v>45987</c:v>
                </c:pt>
                <c:pt idx="54">
                  <c:v>45988</c:v>
                </c:pt>
                <c:pt idx="55">
                  <c:v>45989</c:v>
                </c:pt>
                <c:pt idx="56">
                  <c:v>45990</c:v>
                </c:pt>
                <c:pt idx="57">
                  <c:v>45991</c:v>
                </c:pt>
                <c:pt idx="58">
                  <c:v>45992</c:v>
                </c:pt>
                <c:pt idx="59">
                  <c:v>45993</c:v>
                </c:pt>
                <c:pt idx="60">
                  <c:v>45994</c:v>
                </c:pt>
                <c:pt idx="61">
                  <c:v>45995</c:v>
                </c:pt>
                <c:pt idx="62">
                  <c:v>45996</c:v>
                </c:pt>
                <c:pt idx="63">
                  <c:v>45997</c:v>
                </c:pt>
                <c:pt idx="64">
                  <c:v>45998</c:v>
                </c:pt>
                <c:pt idx="65">
                  <c:v>45999</c:v>
                </c:pt>
                <c:pt idx="66">
                  <c:v>46000</c:v>
                </c:pt>
                <c:pt idx="67">
                  <c:v>46001</c:v>
                </c:pt>
                <c:pt idx="68">
                  <c:v>46002</c:v>
                </c:pt>
                <c:pt idx="69">
                  <c:v>46003</c:v>
                </c:pt>
                <c:pt idx="70">
                  <c:v>46004</c:v>
                </c:pt>
                <c:pt idx="71">
                  <c:v>46005</c:v>
                </c:pt>
                <c:pt idx="72">
                  <c:v>46006</c:v>
                </c:pt>
                <c:pt idx="73">
                  <c:v>46007</c:v>
                </c:pt>
                <c:pt idx="74">
                  <c:v>46008</c:v>
                </c:pt>
                <c:pt idx="75">
                  <c:v>46009</c:v>
                </c:pt>
                <c:pt idx="76">
                  <c:v>46010</c:v>
                </c:pt>
                <c:pt idx="77">
                  <c:v>46011</c:v>
                </c:pt>
                <c:pt idx="78">
                  <c:v>46012</c:v>
                </c:pt>
                <c:pt idx="79">
                  <c:v>46013</c:v>
                </c:pt>
                <c:pt idx="80">
                  <c:v>46014</c:v>
                </c:pt>
                <c:pt idx="81">
                  <c:v>46015</c:v>
                </c:pt>
                <c:pt idx="82">
                  <c:v>46016</c:v>
                </c:pt>
                <c:pt idx="83">
                  <c:v>46017</c:v>
                </c:pt>
                <c:pt idx="84">
                  <c:v>46019</c:v>
                </c:pt>
                <c:pt idx="85">
                  <c:v>46020</c:v>
                </c:pt>
                <c:pt idx="86">
                  <c:v>46021</c:v>
                </c:pt>
                <c:pt idx="87">
                  <c:v>46022</c:v>
                </c:pt>
                <c:pt idx="88">
                  <c:v>46023</c:v>
                </c:pt>
                <c:pt idx="89">
                  <c:v>46024</c:v>
                </c:pt>
                <c:pt idx="90">
                  <c:v>46025</c:v>
                </c:pt>
                <c:pt idx="91">
                  <c:v>46027</c:v>
                </c:pt>
                <c:pt idx="92">
                  <c:v>46028</c:v>
                </c:pt>
                <c:pt idx="93">
                  <c:v>46029</c:v>
                </c:pt>
                <c:pt idx="94">
                  <c:v>46030</c:v>
                </c:pt>
                <c:pt idx="95">
                  <c:v>46031</c:v>
                </c:pt>
                <c:pt idx="96">
                  <c:v>46033</c:v>
                </c:pt>
                <c:pt idx="97">
                  <c:v>46034</c:v>
                </c:pt>
                <c:pt idx="98">
                  <c:v>46035</c:v>
                </c:pt>
                <c:pt idx="99">
                  <c:v>46036</c:v>
                </c:pt>
                <c:pt idx="100">
                  <c:v>46037</c:v>
                </c:pt>
                <c:pt idx="101">
                  <c:v>46038</c:v>
                </c:pt>
                <c:pt idx="102">
                  <c:v>46039</c:v>
                </c:pt>
                <c:pt idx="103">
                  <c:v>46040</c:v>
                </c:pt>
                <c:pt idx="104">
                  <c:v>46041</c:v>
                </c:pt>
                <c:pt idx="105">
                  <c:v>46042</c:v>
                </c:pt>
                <c:pt idx="106">
                  <c:v>46043</c:v>
                </c:pt>
                <c:pt idx="107">
                  <c:v>46044</c:v>
                </c:pt>
                <c:pt idx="108">
                  <c:v>46045</c:v>
                </c:pt>
                <c:pt idx="109">
                  <c:v>46047</c:v>
                </c:pt>
                <c:pt idx="110">
                  <c:v>46048</c:v>
                </c:pt>
                <c:pt idx="111">
                  <c:v>46049</c:v>
                </c:pt>
                <c:pt idx="112">
                  <c:v>46050</c:v>
                </c:pt>
                <c:pt idx="113">
                  <c:v>46051</c:v>
                </c:pt>
                <c:pt idx="114">
                  <c:v>46052</c:v>
                </c:pt>
                <c:pt idx="115">
                  <c:v>46054</c:v>
                </c:pt>
                <c:pt idx="116">
                  <c:v>46055</c:v>
                </c:pt>
                <c:pt idx="117">
                  <c:v>46056</c:v>
                </c:pt>
                <c:pt idx="118">
                  <c:v>46057</c:v>
                </c:pt>
                <c:pt idx="119">
                  <c:v>46058</c:v>
                </c:pt>
                <c:pt idx="120">
                  <c:v>46059</c:v>
                </c:pt>
                <c:pt idx="121">
                  <c:v>46060</c:v>
                </c:pt>
                <c:pt idx="122">
                  <c:v>46061</c:v>
                </c:pt>
                <c:pt idx="123">
                  <c:v>46062</c:v>
                </c:pt>
                <c:pt idx="124">
                  <c:v>46063</c:v>
                </c:pt>
                <c:pt idx="125">
                  <c:v>46064</c:v>
                </c:pt>
                <c:pt idx="126">
                  <c:v>46065</c:v>
                </c:pt>
                <c:pt idx="127">
                  <c:v>46066</c:v>
                </c:pt>
                <c:pt idx="128">
                  <c:v>46067</c:v>
                </c:pt>
                <c:pt idx="129">
                  <c:v>46068</c:v>
                </c:pt>
                <c:pt idx="130">
                  <c:v>46069</c:v>
                </c:pt>
                <c:pt idx="131">
                  <c:v>46070</c:v>
                </c:pt>
                <c:pt idx="132">
                  <c:v>46071</c:v>
                </c:pt>
                <c:pt idx="133">
                  <c:v>46072</c:v>
                </c:pt>
                <c:pt idx="134">
                  <c:v>46073</c:v>
                </c:pt>
                <c:pt idx="135">
                  <c:v>46075</c:v>
                </c:pt>
                <c:pt idx="136">
                  <c:v>46076</c:v>
                </c:pt>
                <c:pt idx="137">
                  <c:v>46077</c:v>
                </c:pt>
                <c:pt idx="138">
                  <c:v>46078</c:v>
                </c:pt>
                <c:pt idx="139">
                  <c:v>46079</c:v>
                </c:pt>
                <c:pt idx="140">
                  <c:v>46080</c:v>
                </c:pt>
                <c:pt idx="141">
                  <c:v>46082</c:v>
                </c:pt>
                <c:pt idx="142">
                  <c:v>46083</c:v>
                </c:pt>
                <c:pt idx="143">
                  <c:v>46084</c:v>
                </c:pt>
                <c:pt idx="144">
                  <c:v>46085</c:v>
                </c:pt>
                <c:pt idx="145">
                  <c:v>46086</c:v>
                </c:pt>
                <c:pt idx="146">
                  <c:v>46087</c:v>
                </c:pt>
                <c:pt idx="147">
                  <c:v>46088</c:v>
                </c:pt>
                <c:pt idx="148">
                  <c:v>46089</c:v>
                </c:pt>
                <c:pt idx="149">
                  <c:v>46090</c:v>
                </c:pt>
                <c:pt idx="150">
                  <c:v>46091</c:v>
                </c:pt>
                <c:pt idx="151">
                  <c:v>46092</c:v>
                </c:pt>
                <c:pt idx="152">
                  <c:v>46093</c:v>
                </c:pt>
                <c:pt idx="153">
                  <c:v>46094</c:v>
                </c:pt>
                <c:pt idx="154">
                  <c:v>46095</c:v>
                </c:pt>
                <c:pt idx="155">
                  <c:v>46096</c:v>
                </c:pt>
                <c:pt idx="156">
                  <c:v>46097</c:v>
                </c:pt>
                <c:pt idx="157">
                  <c:v>46098</c:v>
                </c:pt>
                <c:pt idx="158">
                  <c:v>46099</c:v>
                </c:pt>
                <c:pt idx="159">
                  <c:v>46100</c:v>
                </c:pt>
                <c:pt idx="160">
                  <c:v>46101</c:v>
                </c:pt>
                <c:pt idx="161">
                  <c:v>46102</c:v>
                </c:pt>
                <c:pt idx="162">
                  <c:v>46103</c:v>
                </c:pt>
                <c:pt idx="163">
                  <c:v>46104</c:v>
                </c:pt>
                <c:pt idx="164">
                  <c:v>46105</c:v>
                </c:pt>
                <c:pt idx="165">
                  <c:v>46106</c:v>
                </c:pt>
                <c:pt idx="166">
                  <c:v>46107</c:v>
                </c:pt>
                <c:pt idx="167">
                  <c:v>46108</c:v>
                </c:pt>
                <c:pt idx="168">
                  <c:v>46109</c:v>
                </c:pt>
                <c:pt idx="169">
                  <c:v>46110</c:v>
                </c:pt>
                <c:pt idx="170">
                  <c:v>46111</c:v>
                </c:pt>
                <c:pt idx="171">
                  <c:v>46112</c:v>
                </c:pt>
                <c:pt idx="172">
                  <c:v>46113</c:v>
                </c:pt>
                <c:pt idx="173">
                  <c:v>46114</c:v>
                </c:pt>
                <c:pt idx="174">
                  <c:v>46115</c:v>
                </c:pt>
                <c:pt idx="175">
                  <c:v>46117</c:v>
                </c:pt>
                <c:pt idx="176">
                  <c:v>46118</c:v>
                </c:pt>
                <c:pt idx="177">
                  <c:v>46119</c:v>
                </c:pt>
                <c:pt idx="178">
                  <c:v>46120</c:v>
                </c:pt>
                <c:pt idx="179">
                  <c:v>46121</c:v>
                </c:pt>
                <c:pt idx="180">
                  <c:v>46122</c:v>
                </c:pt>
                <c:pt idx="181">
                  <c:v>46123</c:v>
                </c:pt>
                <c:pt idx="182">
                  <c:v>46124</c:v>
                </c:pt>
                <c:pt idx="183">
                  <c:v>46125</c:v>
                </c:pt>
                <c:pt idx="184">
                  <c:v>46126</c:v>
                </c:pt>
                <c:pt idx="185">
                  <c:v>46127</c:v>
                </c:pt>
                <c:pt idx="186">
                  <c:v>46128</c:v>
                </c:pt>
                <c:pt idx="187">
                  <c:v>46129</c:v>
                </c:pt>
                <c:pt idx="188">
                  <c:v>46130</c:v>
                </c:pt>
                <c:pt idx="189">
                  <c:v>46131</c:v>
                </c:pt>
                <c:pt idx="190">
                  <c:v>46132</c:v>
                </c:pt>
                <c:pt idx="191">
                  <c:v>46133</c:v>
                </c:pt>
                <c:pt idx="192">
                  <c:v>46134</c:v>
                </c:pt>
                <c:pt idx="193">
                  <c:v>46135</c:v>
                </c:pt>
                <c:pt idx="194">
                  <c:v>46136</c:v>
                </c:pt>
                <c:pt idx="195">
                  <c:v>46137</c:v>
                </c:pt>
                <c:pt idx="196">
                  <c:v>46139</c:v>
                </c:pt>
                <c:pt idx="197">
                  <c:v>46140</c:v>
                </c:pt>
                <c:pt idx="198">
                  <c:v>46141</c:v>
                </c:pt>
                <c:pt idx="199">
                  <c:v>46142</c:v>
                </c:pt>
                <c:pt idx="200">
                  <c:v>46143</c:v>
                </c:pt>
                <c:pt idx="201">
                  <c:v>46145</c:v>
                </c:pt>
                <c:pt idx="202">
                  <c:v>46146</c:v>
                </c:pt>
                <c:pt idx="203">
                  <c:v>46147</c:v>
                </c:pt>
                <c:pt idx="204">
                  <c:v>46148</c:v>
                </c:pt>
                <c:pt idx="205">
                  <c:v>46149</c:v>
                </c:pt>
                <c:pt idx="206">
                  <c:v>46150</c:v>
                </c:pt>
                <c:pt idx="207">
                  <c:v>46152</c:v>
                </c:pt>
                <c:pt idx="208">
                  <c:v>46153</c:v>
                </c:pt>
                <c:pt idx="209">
                  <c:v>46154</c:v>
                </c:pt>
                <c:pt idx="210">
                  <c:v>46155</c:v>
                </c:pt>
                <c:pt idx="211">
                  <c:v>46156</c:v>
                </c:pt>
                <c:pt idx="212">
                  <c:v>46157</c:v>
                </c:pt>
                <c:pt idx="213">
                  <c:v>46158</c:v>
                </c:pt>
                <c:pt idx="214">
                  <c:v>46159</c:v>
                </c:pt>
                <c:pt idx="215">
                  <c:v>46160</c:v>
                </c:pt>
                <c:pt idx="216">
                  <c:v>46161</c:v>
                </c:pt>
                <c:pt idx="217">
                  <c:v>46162</c:v>
                </c:pt>
                <c:pt idx="218">
                  <c:v>46163</c:v>
                </c:pt>
                <c:pt idx="219">
                  <c:v>46164</c:v>
                </c:pt>
                <c:pt idx="220">
                  <c:v>46166</c:v>
                </c:pt>
                <c:pt idx="221">
                  <c:v>46167</c:v>
                </c:pt>
                <c:pt idx="222">
                  <c:v>46168</c:v>
                </c:pt>
                <c:pt idx="223">
                  <c:v>46169</c:v>
                </c:pt>
                <c:pt idx="224">
                  <c:v>46170</c:v>
                </c:pt>
                <c:pt idx="225">
                  <c:v>46171</c:v>
                </c:pt>
                <c:pt idx="226">
                  <c:v>46172</c:v>
                </c:pt>
                <c:pt idx="227">
                  <c:v>46173</c:v>
                </c:pt>
                <c:pt idx="228">
                  <c:v>46174</c:v>
                </c:pt>
                <c:pt idx="229">
                  <c:v>46175</c:v>
                </c:pt>
                <c:pt idx="230">
                  <c:v>46176</c:v>
                </c:pt>
                <c:pt idx="231">
                  <c:v>46177</c:v>
                </c:pt>
                <c:pt idx="232">
                  <c:v>46178</c:v>
                </c:pt>
                <c:pt idx="233">
                  <c:v>46179</c:v>
                </c:pt>
                <c:pt idx="234">
                  <c:v>46180</c:v>
                </c:pt>
                <c:pt idx="235">
                  <c:v>46181</c:v>
                </c:pt>
                <c:pt idx="236">
                  <c:v>46182</c:v>
                </c:pt>
                <c:pt idx="237">
                  <c:v>46183</c:v>
                </c:pt>
                <c:pt idx="238">
                  <c:v>46184</c:v>
                </c:pt>
                <c:pt idx="239">
                  <c:v>46185</c:v>
                </c:pt>
                <c:pt idx="240">
                  <c:v>46186</c:v>
                </c:pt>
                <c:pt idx="241">
                  <c:v>46187</c:v>
                </c:pt>
                <c:pt idx="242">
                  <c:v>46188</c:v>
                </c:pt>
                <c:pt idx="243">
                  <c:v>46189</c:v>
                </c:pt>
                <c:pt idx="244">
                  <c:v>46190</c:v>
                </c:pt>
                <c:pt idx="245">
                  <c:v>46191</c:v>
                </c:pt>
                <c:pt idx="246">
                  <c:v>46192</c:v>
                </c:pt>
                <c:pt idx="247">
                  <c:v>46194</c:v>
                </c:pt>
                <c:pt idx="248">
                  <c:v>46195</c:v>
                </c:pt>
                <c:pt idx="249">
                  <c:v>46196</c:v>
                </c:pt>
                <c:pt idx="250">
                  <c:v>46197</c:v>
                </c:pt>
                <c:pt idx="251">
                  <c:v>46198</c:v>
                </c:pt>
                <c:pt idx="252">
                  <c:v>46199</c:v>
                </c:pt>
                <c:pt idx="253">
                  <c:v>46202</c:v>
                </c:pt>
                <c:pt idx="254">
                  <c:v>46203</c:v>
                </c:pt>
                <c:pt idx="255">
                  <c:v>46204</c:v>
                </c:pt>
                <c:pt idx="256">
                  <c:v>46205</c:v>
                </c:pt>
                <c:pt idx="257">
                  <c:v>46206</c:v>
                </c:pt>
                <c:pt idx="258">
                  <c:v>46208</c:v>
                </c:pt>
                <c:pt idx="259">
                  <c:v>46209</c:v>
                </c:pt>
                <c:pt idx="260">
                  <c:v>46210</c:v>
                </c:pt>
                <c:pt idx="261">
                  <c:v>46211</c:v>
                </c:pt>
                <c:pt idx="262">
                  <c:v>46212</c:v>
                </c:pt>
                <c:pt idx="263">
                  <c:v>46213</c:v>
                </c:pt>
                <c:pt idx="264">
                  <c:v>46214</c:v>
                </c:pt>
                <c:pt idx="265">
                  <c:v>46215</c:v>
                </c:pt>
                <c:pt idx="266">
                  <c:v>46216</c:v>
                </c:pt>
                <c:pt idx="267">
                  <c:v>46217</c:v>
                </c:pt>
                <c:pt idx="268">
                  <c:v>46218</c:v>
                </c:pt>
                <c:pt idx="269">
                  <c:v>46219</c:v>
                </c:pt>
                <c:pt idx="270">
                  <c:v>46220</c:v>
                </c:pt>
                <c:pt idx="271">
                  <c:v>46221</c:v>
                </c:pt>
                <c:pt idx="272">
                  <c:v>46222</c:v>
                </c:pt>
                <c:pt idx="273">
                  <c:v>46223</c:v>
                </c:pt>
                <c:pt idx="274">
                  <c:v>46224</c:v>
                </c:pt>
                <c:pt idx="275">
                  <c:v>46225</c:v>
                </c:pt>
                <c:pt idx="276">
                  <c:v>46226</c:v>
                </c:pt>
                <c:pt idx="277">
                  <c:v>46227</c:v>
                </c:pt>
                <c:pt idx="278">
                  <c:v>46229</c:v>
                </c:pt>
                <c:pt idx="279">
                  <c:v>46230</c:v>
                </c:pt>
                <c:pt idx="280">
                  <c:v>46231</c:v>
                </c:pt>
                <c:pt idx="281">
                  <c:v>46232</c:v>
                </c:pt>
                <c:pt idx="282">
                  <c:v>46233</c:v>
                </c:pt>
                <c:pt idx="283">
                  <c:v>46234</c:v>
                </c:pt>
                <c:pt idx="284">
                  <c:v>46235</c:v>
                </c:pt>
                <c:pt idx="285">
                  <c:v>46236</c:v>
                </c:pt>
                <c:pt idx="286">
                  <c:v>46237</c:v>
                </c:pt>
                <c:pt idx="287">
                  <c:v>46238</c:v>
                </c:pt>
                <c:pt idx="288">
                  <c:v>46239</c:v>
                </c:pt>
                <c:pt idx="289">
                  <c:v>46240</c:v>
                </c:pt>
                <c:pt idx="290">
                  <c:v>46241</c:v>
                </c:pt>
                <c:pt idx="291">
                  <c:v>46242</c:v>
                </c:pt>
                <c:pt idx="292">
                  <c:v>46243</c:v>
                </c:pt>
                <c:pt idx="293">
                  <c:v>46244</c:v>
                </c:pt>
                <c:pt idx="294">
                  <c:v>46245</c:v>
                </c:pt>
                <c:pt idx="295">
                  <c:v>46246</c:v>
                </c:pt>
                <c:pt idx="296">
                  <c:v>46247</c:v>
                </c:pt>
                <c:pt idx="297">
                  <c:v>46248</c:v>
                </c:pt>
                <c:pt idx="298">
                  <c:v>46249</c:v>
                </c:pt>
                <c:pt idx="299">
                  <c:v>46250</c:v>
                </c:pt>
                <c:pt idx="300">
                  <c:v>46251</c:v>
                </c:pt>
                <c:pt idx="301">
                  <c:v>46252</c:v>
                </c:pt>
                <c:pt idx="302">
                  <c:v>46253</c:v>
                </c:pt>
                <c:pt idx="303">
                  <c:v>46254</c:v>
                </c:pt>
                <c:pt idx="304">
                  <c:v>46255</c:v>
                </c:pt>
                <c:pt idx="305">
                  <c:v>46256</c:v>
                </c:pt>
                <c:pt idx="306">
                  <c:v>46258</c:v>
                </c:pt>
                <c:pt idx="307">
                  <c:v>46259</c:v>
                </c:pt>
                <c:pt idx="308">
                  <c:v>46260</c:v>
                </c:pt>
                <c:pt idx="309">
                  <c:v>46261</c:v>
                </c:pt>
                <c:pt idx="310">
                  <c:v>46262</c:v>
                </c:pt>
                <c:pt idx="311">
                  <c:v>46265</c:v>
                </c:pt>
                <c:pt idx="312">
                  <c:v>46266</c:v>
                </c:pt>
                <c:pt idx="313">
                  <c:v>46267</c:v>
                </c:pt>
                <c:pt idx="314">
                  <c:v>46268</c:v>
                </c:pt>
                <c:pt idx="315">
                  <c:v>46269</c:v>
                </c:pt>
                <c:pt idx="316">
                  <c:v>46273</c:v>
                </c:pt>
                <c:pt idx="317">
                  <c:v>46274</c:v>
                </c:pt>
                <c:pt idx="318">
                  <c:v>46275</c:v>
                </c:pt>
                <c:pt idx="319">
                  <c:v>46276</c:v>
                </c:pt>
                <c:pt idx="320">
                  <c:v>46278</c:v>
                </c:pt>
                <c:pt idx="321">
                  <c:v>46279</c:v>
                </c:pt>
                <c:pt idx="322">
                  <c:v>46280</c:v>
                </c:pt>
                <c:pt idx="323">
                  <c:v>46281</c:v>
                </c:pt>
                <c:pt idx="324">
                  <c:v>46282</c:v>
                </c:pt>
                <c:pt idx="325">
                  <c:v>46283</c:v>
                </c:pt>
                <c:pt idx="326">
                  <c:v>46285</c:v>
                </c:pt>
                <c:pt idx="327">
                  <c:v>46286</c:v>
                </c:pt>
                <c:pt idx="328">
                  <c:v>46287</c:v>
                </c:pt>
                <c:pt idx="329">
                  <c:v>46288</c:v>
                </c:pt>
                <c:pt idx="330">
                  <c:v>46289</c:v>
                </c:pt>
                <c:pt idx="331">
                  <c:v>46290</c:v>
                </c:pt>
                <c:pt idx="332">
                  <c:v>46291</c:v>
                </c:pt>
                <c:pt idx="333">
                  <c:v>46292</c:v>
                </c:pt>
                <c:pt idx="334">
                  <c:v>46293</c:v>
                </c:pt>
              </c:numCache>
            </c:numRef>
          </c:cat>
          <c:val>
            <c:numRef>
              <c:f>'Ibovespa EPS'!$P$6:$P$340</c:f>
              <c:numCache>
                <c:formatCode>0.0</c:formatCode>
                <c:ptCount val="335"/>
                <c:pt idx="0">
                  <c:v>17025.426790592664</c:v>
                </c:pt>
                <c:pt idx="1">
                  <c:v>17042.918423578074</c:v>
                </c:pt>
                <c:pt idx="2">
                  <c:v>17040.148214129185</c:v>
                </c:pt>
                <c:pt idx="3">
                  <c:v>17031.35853211398</c:v>
                </c:pt>
                <c:pt idx="4">
                  <c:v>17040.755881649911</c:v>
                </c:pt>
                <c:pt idx="5">
                  <c:v>17040.93776607799</c:v>
                </c:pt>
                <c:pt idx="6">
                  <c:v>17034.190593262145</c:v>
                </c:pt>
                <c:pt idx="7">
                  <c:v>16890.462774035328</c:v>
                </c:pt>
                <c:pt idx="8">
                  <c:v>16890.966313542613</c:v>
                </c:pt>
                <c:pt idx="9">
                  <c:v>16913.183711101916</c:v>
                </c:pt>
                <c:pt idx="10">
                  <c:v>16940.327474635662</c:v>
                </c:pt>
                <c:pt idx="11">
                  <c:v>16938.604561633831</c:v>
                </c:pt>
                <c:pt idx="12">
                  <c:v>16928.971581003781</c:v>
                </c:pt>
                <c:pt idx="13">
                  <c:v>16986.995036053802</c:v>
                </c:pt>
                <c:pt idx="14">
                  <c:v>17063.252359177517</c:v>
                </c:pt>
                <c:pt idx="15">
                  <c:v>17047.520943961674</c:v>
                </c:pt>
                <c:pt idx="16">
                  <c:v>17049.189711911135</c:v>
                </c:pt>
                <c:pt idx="17">
                  <c:v>17054.680655997352</c:v>
                </c:pt>
                <c:pt idx="18">
                  <c:v>17061.125266363993</c:v>
                </c:pt>
                <c:pt idx="19">
                  <c:v>17060.09505338734</c:v>
                </c:pt>
                <c:pt idx="20">
                  <c:v>17063.241312637292</c:v>
                </c:pt>
                <c:pt idx="21">
                  <c:v>17060.07863371768</c:v>
                </c:pt>
                <c:pt idx="22">
                  <c:v>17072.169336838124</c:v>
                </c:pt>
                <c:pt idx="23">
                  <c:v>17072.320382102967</c:v>
                </c:pt>
                <c:pt idx="24">
                  <c:v>17067.715219565926</c:v>
                </c:pt>
                <c:pt idx="25">
                  <c:v>17125.695904441913</c:v>
                </c:pt>
                <c:pt idx="26">
                  <c:v>17113.990627830033</c:v>
                </c:pt>
                <c:pt idx="27">
                  <c:v>17190.711028719405</c:v>
                </c:pt>
                <c:pt idx="28">
                  <c:v>17187.148560989062</c:v>
                </c:pt>
                <c:pt idx="29">
                  <c:v>17179.239491357337</c:v>
                </c:pt>
                <c:pt idx="30">
                  <c:v>17181.092751530661</c:v>
                </c:pt>
                <c:pt idx="31">
                  <c:v>17268.599213170746</c:v>
                </c:pt>
                <c:pt idx="32">
                  <c:v>17290.416960883613</c:v>
                </c:pt>
                <c:pt idx="33">
                  <c:v>17263.962226293374</c:v>
                </c:pt>
                <c:pt idx="34">
                  <c:v>17198.280345451876</c:v>
                </c:pt>
                <c:pt idx="35">
                  <c:v>17142.605756707311</c:v>
                </c:pt>
                <c:pt idx="36">
                  <c:v>17139.4631636991</c:v>
                </c:pt>
                <c:pt idx="37">
                  <c:v>17121.039413375845</c:v>
                </c:pt>
                <c:pt idx="38">
                  <c:v>17047.282305347137</c:v>
                </c:pt>
                <c:pt idx="39">
                  <c:v>17024.276333441598</c:v>
                </c:pt>
                <c:pt idx="40">
                  <c:v>16997.838600297284</c:v>
                </c:pt>
                <c:pt idx="41">
                  <c:v>16994.987615532562</c:v>
                </c:pt>
                <c:pt idx="42">
                  <c:v>16982.262491225913</c:v>
                </c:pt>
                <c:pt idx="43">
                  <c:v>16991.455728737357</c:v>
                </c:pt>
                <c:pt idx="44">
                  <c:v>16996.133067438277</c:v>
                </c:pt>
                <c:pt idx="45">
                  <c:v>17022.002669097368</c:v>
                </c:pt>
                <c:pt idx="46">
                  <c:v>17070.496916989716</c:v>
                </c:pt>
                <c:pt idx="47">
                  <c:v>17005.601632969228</c:v>
                </c:pt>
                <c:pt idx="48">
                  <c:v>16995.833555139641</c:v>
                </c:pt>
                <c:pt idx="49">
                  <c:v>16981.311277437191</c:v>
                </c:pt>
                <c:pt idx="50">
                  <c:v>17042.831732341707</c:v>
                </c:pt>
                <c:pt idx="51">
                  <c:v>17040.2452033058</c:v>
                </c:pt>
                <c:pt idx="52">
                  <c:v>17016.426240513327</c:v>
                </c:pt>
                <c:pt idx="53">
                  <c:v>17014.51877221663</c:v>
                </c:pt>
                <c:pt idx="54">
                  <c:v>17036.969841381648</c:v>
                </c:pt>
                <c:pt idx="55">
                  <c:v>17051.11410386816</c:v>
                </c:pt>
                <c:pt idx="56">
                  <c:v>17061.657834967285</c:v>
                </c:pt>
                <c:pt idx="57">
                  <c:v>17045.619804764097</c:v>
                </c:pt>
                <c:pt idx="58">
                  <c:v>17098.343235274384</c:v>
                </c:pt>
                <c:pt idx="59">
                  <c:v>17214.911527243621</c:v>
                </c:pt>
                <c:pt idx="60">
                  <c:v>17195.466375587221</c:v>
                </c:pt>
                <c:pt idx="61">
                  <c:v>17202.301761636671</c:v>
                </c:pt>
                <c:pt idx="62">
                  <c:v>17277.479561473607</c:v>
                </c:pt>
                <c:pt idx="63">
                  <c:v>17269.851811231405</c:v>
                </c:pt>
                <c:pt idx="64">
                  <c:v>17271.468052522439</c:v>
                </c:pt>
                <c:pt idx="65">
                  <c:v>17286.450074817763</c:v>
                </c:pt>
                <c:pt idx="66">
                  <c:v>17089.402096790327</c:v>
                </c:pt>
                <c:pt idx="67">
                  <c:v>17235.784004705318</c:v>
                </c:pt>
                <c:pt idx="68">
                  <c:v>17266.317153105545</c:v>
                </c:pt>
                <c:pt idx="69">
                  <c:v>17354.447950884012</c:v>
                </c:pt>
                <c:pt idx="70">
                  <c:v>17354.447950884012</c:v>
                </c:pt>
                <c:pt idx="71">
                  <c:v>17356.807589457523</c:v>
                </c:pt>
                <c:pt idx="72">
                  <c:v>17366.213934935036</c:v>
                </c:pt>
                <c:pt idx="73">
                  <c:v>17295.910778994141</c:v>
                </c:pt>
                <c:pt idx="74">
                  <c:v>17343.479473716045</c:v>
                </c:pt>
                <c:pt idx="75">
                  <c:v>17317.972361838434</c:v>
                </c:pt>
                <c:pt idx="76">
                  <c:v>17285.435069961273</c:v>
                </c:pt>
                <c:pt idx="77">
                  <c:v>17285.81777699311</c:v>
                </c:pt>
                <c:pt idx="78">
                  <c:v>17309.680494295604</c:v>
                </c:pt>
                <c:pt idx="79">
                  <c:v>17480.224649765125</c:v>
                </c:pt>
                <c:pt idx="80">
                  <c:v>17538.604360336118</c:v>
                </c:pt>
                <c:pt idx="81">
                  <c:v>17574.309084024109</c:v>
                </c:pt>
                <c:pt idx="82">
                  <c:v>17574.025282729039</c:v>
                </c:pt>
                <c:pt idx="83">
                  <c:v>17586.805309744901</c:v>
                </c:pt>
                <c:pt idx="84">
                  <c:v>17585.331319849018</c:v>
                </c:pt>
                <c:pt idx="85">
                  <c:v>17572.819525614999</c:v>
                </c:pt>
                <c:pt idx="86">
                  <c:v>17610.234951990882</c:v>
                </c:pt>
                <c:pt idx="87">
                  <c:v>17610.234951990882</c:v>
                </c:pt>
                <c:pt idx="88">
                  <c:v>17610.234951990882</c:v>
                </c:pt>
                <c:pt idx="89">
                  <c:v>17642.693300198731</c:v>
                </c:pt>
                <c:pt idx="90">
                  <c:v>17642.146781561292</c:v>
                </c:pt>
                <c:pt idx="91">
                  <c:v>17483.650017408923</c:v>
                </c:pt>
                <c:pt idx="92">
                  <c:v>17423.717924546676</c:v>
                </c:pt>
                <c:pt idx="93">
                  <c:v>17452.912783248357</c:v>
                </c:pt>
                <c:pt idx="94">
                  <c:v>17486.722042452751</c:v>
                </c:pt>
                <c:pt idx="95">
                  <c:v>17501.588754641412</c:v>
                </c:pt>
                <c:pt idx="96">
                  <c:v>17496.653241864227</c:v>
                </c:pt>
                <c:pt idx="97">
                  <c:v>17468.655584852186</c:v>
                </c:pt>
                <c:pt idx="98">
                  <c:v>17462.7089842286</c:v>
                </c:pt>
                <c:pt idx="99">
                  <c:v>17439.584703711291</c:v>
                </c:pt>
                <c:pt idx="100">
                  <c:v>17438.887290266601</c:v>
                </c:pt>
                <c:pt idx="101">
                  <c:v>17456.162686089327</c:v>
                </c:pt>
                <c:pt idx="102">
                  <c:v>17464.503238216861</c:v>
                </c:pt>
                <c:pt idx="103">
                  <c:v>17497.572710986522</c:v>
                </c:pt>
                <c:pt idx="104">
                  <c:v>17502.802865371101</c:v>
                </c:pt>
                <c:pt idx="105">
                  <c:v>17512.844778310133</c:v>
                </c:pt>
                <c:pt idx="106">
                  <c:v>17525.962767146051</c:v>
                </c:pt>
                <c:pt idx="107">
                  <c:v>17521.895347035785</c:v>
                </c:pt>
                <c:pt idx="108">
                  <c:v>17505.415652455431</c:v>
                </c:pt>
                <c:pt idx="109">
                  <c:v>17505.415652455431</c:v>
                </c:pt>
                <c:pt idx="110">
                  <c:v>17512.576279828438</c:v>
                </c:pt>
                <c:pt idx="111">
                  <c:v>17491.774666392103</c:v>
                </c:pt>
                <c:pt idx="112">
                  <c:v>17470.327050585543</c:v>
                </c:pt>
                <c:pt idx="113">
                  <c:v>17449.281895322943</c:v>
                </c:pt>
                <c:pt idx="114">
                  <c:v>17444.339530615242</c:v>
                </c:pt>
                <c:pt idx="115">
                  <c:v>17440.846787262046</c:v>
                </c:pt>
                <c:pt idx="116">
                  <c:v>17427.070394608407</c:v>
                </c:pt>
                <c:pt idx="117">
                  <c:v>17389.061089433122</c:v>
                </c:pt>
                <c:pt idx="118">
                  <c:v>17372.077926381924</c:v>
                </c:pt>
                <c:pt idx="119">
                  <c:v>17371.917977918125</c:v>
                </c:pt>
                <c:pt idx="120">
                  <c:v>17360.106720766446</c:v>
                </c:pt>
                <c:pt idx="121">
                  <c:v>17360.106720766446</c:v>
                </c:pt>
                <c:pt idx="122">
                  <c:v>17328.217489053317</c:v>
                </c:pt>
                <c:pt idx="123">
                  <c:v>17255.906614928561</c:v>
                </c:pt>
                <c:pt idx="124">
                  <c:v>17244.127056930451</c:v>
                </c:pt>
                <c:pt idx="125">
                  <c:v>17242.316602869374</c:v>
                </c:pt>
                <c:pt idx="126">
                  <c:v>17214.098033903949</c:v>
                </c:pt>
                <c:pt idx="127">
                  <c:v>17234.462890732211</c:v>
                </c:pt>
                <c:pt idx="128">
                  <c:v>17235.146548407865</c:v>
                </c:pt>
                <c:pt idx="129">
                  <c:v>17255.855160910498</c:v>
                </c:pt>
                <c:pt idx="130">
                  <c:v>17266.067728230795</c:v>
                </c:pt>
                <c:pt idx="131">
                  <c:v>17291.957536996961</c:v>
                </c:pt>
                <c:pt idx="132">
                  <c:v>17325.188901061647</c:v>
                </c:pt>
                <c:pt idx="133">
                  <c:v>17333.468818848029</c:v>
                </c:pt>
                <c:pt idx="134">
                  <c:v>17343.386677046099</c:v>
                </c:pt>
                <c:pt idx="135">
                  <c:v>17391.23904886625</c:v>
                </c:pt>
                <c:pt idx="136">
                  <c:v>17358.023853733652</c:v>
                </c:pt>
                <c:pt idx="137">
                  <c:v>17356.062519424879</c:v>
                </c:pt>
                <c:pt idx="138">
                  <c:v>17267.373927052198</c:v>
                </c:pt>
                <c:pt idx="139">
                  <c:v>17273.594133841965</c:v>
                </c:pt>
                <c:pt idx="140">
                  <c:v>17250.701218565744</c:v>
                </c:pt>
                <c:pt idx="141">
                  <c:v>17254.060211222895</c:v>
                </c:pt>
                <c:pt idx="142">
                  <c:v>17251.288771998621</c:v>
                </c:pt>
                <c:pt idx="143">
                  <c:v>17240.996185049014</c:v>
                </c:pt>
                <c:pt idx="144">
                  <c:v>17262.893647618886</c:v>
                </c:pt>
                <c:pt idx="145">
                  <c:v>17267.186812167773</c:v>
                </c:pt>
                <c:pt idx="146">
                  <c:v>17351.402240145053</c:v>
                </c:pt>
                <c:pt idx="147">
                  <c:v>17424.538284916922</c:v>
                </c:pt>
                <c:pt idx="148">
                  <c:v>17423.842435950159</c:v>
                </c:pt>
                <c:pt idx="149">
                  <c:v>17429.366951163633</c:v>
                </c:pt>
                <c:pt idx="150">
                  <c:v>17445.611186651378</c:v>
                </c:pt>
                <c:pt idx="151">
                  <c:v>17413.070890305436</c:v>
                </c:pt>
                <c:pt idx="152">
                  <c:v>17502.822114108752</c:v>
                </c:pt>
                <c:pt idx="153">
                  <c:v>17521.453366853268</c:v>
                </c:pt>
                <c:pt idx="154">
                  <c:v>17521.453366853268</c:v>
                </c:pt>
                <c:pt idx="155">
                  <c:v>17685.765314524131</c:v>
                </c:pt>
                <c:pt idx="156">
                  <c:v>17717.499095224674</c:v>
                </c:pt>
                <c:pt idx="157">
                  <c:v>17752.317957091142</c:v>
                </c:pt>
                <c:pt idx="158">
                  <c:v>18440.473258759906</c:v>
                </c:pt>
                <c:pt idx="159">
                  <c:v>18926.444131916105</c:v>
                </c:pt>
                <c:pt idx="160">
                  <c:v>18946.778626751198</c:v>
                </c:pt>
                <c:pt idx="161">
                  <c:v>18944.223163708528</c:v>
                </c:pt>
                <c:pt idx="162">
                  <c:v>18944.109715451043</c:v>
                </c:pt>
                <c:pt idx="163">
                  <c:v>18964.764413019871</c:v>
                </c:pt>
                <c:pt idx="164">
                  <c:v>18966.497910324939</c:v>
                </c:pt>
                <c:pt idx="165">
                  <c:v>18997.381027521158</c:v>
                </c:pt>
                <c:pt idx="166">
                  <c:v>19447.922499254611</c:v>
                </c:pt>
                <c:pt idx="167">
                  <c:v>19466.626057749898</c:v>
                </c:pt>
                <c:pt idx="168">
                  <c:v>19455.38984513759</c:v>
                </c:pt>
                <c:pt idx="169">
                  <c:v>19455.764040651327</c:v>
                </c:pt>
                <c:pt idx="170">
                  <c:v>19468.835247297542</c:v>
                </c:pt>
                <c:pt idx="171">
                  <c:v>19428.247646852793</c:v>
                </c:pt>
                <c:pt idx="172">
                  <c:v>19489.529381622804</c:v>
                </c:pt>
                <c:pt idx="173">
                  <c:v>19488.860524594435</c:v>
                </c:pt>
                <c:pt idx="174">
                  <c:v>19488.860524594435</c:v>
                </c:pt>
                <c:pt idx="175">
                  <c:v>19488.704075745074</c:v>
                </c:pt>
                <c:pt idx="176">
                  <c:v>19516.21259967169</c:v>
                </c:pt>
                <c:pt idx="177">
                  <c:v>19404.376085191383</c:v>
                </c:pt>
                <c:pt idx="178">
                  <c:v>19426.436961462063</c:v>
                </c:pt>
                <c:pt idx="179">
                  <c:v>19440.787209652255</c:v>
                </c:pt>
                <c:pt idx="180">
                  <c:v>19419.997066704356</c:v>
                </c:pt>
                <c:pt idx="181">
                  <c:v>19419.997066704356</c:v>
                </c:pt>
                <c:pt idx="182">
                  <c:v>19380.445348828474</c:v>
                </c:pt>
                <c:pt idx="183">
                  <c:v>19380.33529458597</c:v>
                </c:pt>
                <c:pt idx="184">
                  <c:v>19295.582399386731</c:v>
                </c:pt>
                <c:pt idx="185">
                  <c:v>19418.246540760174</c:v>
                </c:pt>
                <c:pt idx="186">
                  <c:v>19474.453020534282</c:v>
                </c:pt>
                <c:pt idx="187">
                  <c:v>19748.52089719936</c:v>
                </c:pt>
                <c:pt idx="188">
                  <c:v>19893.7198486505</c:v>
                </c:pt>
                <c:pt idx="189">
                  <c:v>19846.804268656833</c:v>
                </c:pt>
                <c:pt idx="190">
                  <c:v>19827.179961082107</c:v>
                </c:pt>
                <c:pt idx="191">
                  <c:v>19810.97941514085</c:v>
                </c:pt>
                <c:pt idx="192">
                  <c:v>19833.420776482559</c:v>
                </c:pt>
                <c:pt idx="193">
                  <c:v>19844.362450417837</c:v>
                </c:pt>
                <c:pt idx="194">
                  <c:v>19818.785017752074</c:v>
                </c:pt>
                <c:pt idx="195">
                  <c:v>19816.264791194102</c:v>
                </c:pt>
                <c:pt idx="196">
                  <c:v>19838.517527343709</c:v>
                </c:pt>
                <c:pt idx="197">
                  <c:v>19849.520398373483</c:v>
                </c:pt>
                <c:pt idx="198">
                  <c:v>20159.952045825688</c:v>
                </c:pt>
                <c:pt idx="199">
                  <c:v>20274.828023311293</c:v>
                </c:pt>
                <c:pt idx="200">
                  <c:v>20030.629194269557</c:v>
                </c:pt>
                <c:pt idx="201">
                  <c:v>20034.871192273004</c:v>
                </c:pt>
                <c:pt idx="202">
                  <c:v>19969.642425227976</c:v>
                </c:pt>
                <c:pt idx="203">
                  <c:v>19999.509795787759</c:v>
                </c:pt>
                <c:pt idx="204">
                  <c:v>19992.757547664562</c:v>
                </c:pt>
                <c:pt idx="205">
                  <c:v>19959.095001765647</c:v>
                </c:pt>
                <c:pt idx="206">
                  <c:v>19948.538105235071</c:v>
                </c:pt>
                <c:pt idx="207">
                  <c:v>19947.275990068974</c:v>
                </c:pt>
                <c:pt idx="208">
                  <c:v>19850.819265195136</c:v>
                </c:pt>
                <c:pt idx="209">
                  <c:v>19993.561755272916</c:v>
                </c:pt>
                <c:pt idx="210">
                  <c:v>20072.567396851529</c:v>
                </c:pt>
                <c:pt idx="211">
                  <c:v>20078.1214685954</c:v>
                </c:pt>
                <c:pt idx="212">
                  <c:v>20025.379450593216</c:v>
                </c:pt>
                <c:pt idx="213">
                  <c:v>20024.955096488949</c:v>
                </c:pt>
                <c:pt idx="214">
                  <c:v>20012.733960602189</c:v>
                </c:pt>
                <c:pt idx="215">
                  <c:v>20012.80004145742</c:v>
                </c:pt>
                <c:pt idx="216">
                  <c:v>20038.584713563989</c:v>
                </c:pt>
                <c:pt idx="217">
                  <c:v>20044.514109507942</c:v>
                </c:pt>
                <c:pt idx="218">
                  <c:v>20045.74784448036</c:v>
                </c:pt>
                <c:pt idx="219">
                  <c:v>20042.703127876757</c:v>
                </c:pt>
                <c:pt idx="220">
                  <c:v>20042.703127876757</c:v>
                </c:pt>
                <c:pt idx="221">
                  <c:v>20081.454666921461</c:v>
                </c:pt>
                <c:pt idx="222">
                  <c:v>19950.501585031394</c:v>
                </c:pt>
                <c:pt idx="223">
                  <c:v>19917.868566698824</c:v>
                </c:pt>
                <c:pt idx="224">
                  <c:v>19695.414003267237</c:v>
                </c:pt>
                <c:pt idx="225">
                  <c:v>19694.459667931089</c:v>
                </c:pt>
                <c:pt idx="226">
                  <c:v>19691.353734623535</c:v>
                </c:pt>
                <c:pt idx="227">
                  <c:v>19851.353400295367</c:v>
                </c:pt>
                <c:pt idx="228">
                  <c:v>19955.499568769708</c:v>
                </c:pt>
                <c:pt idx="229">
                  <c:v>20021.176362784558</c:v>
                </c:pt>
                <c:pt idx="230">
                  <c:v>19996.8918562689</c:v>
                </c:pt>
                <c:pt idx="231">
                  <c:v>20182.238020930476</c:v>
                </c:pt>
                <c:pt idx="232">
                  <c:v>20240.56041014396</c:v>
                </c:pt>
                <c:pt idx="233">
                  <c:v>20222.347892230933</c:v>
                </c:pt>
                <c:pt idx="234">
                  <c:v>20223.274626448889</c:v>
                </c:pt>
                <c:pt idx="235">
                  <c:v>20341.880903908121</c:v>
                </c:pt>
                <c:pt idx="236">
                  <c:v>20330.585100379903</c:v>
                </c:pt>
                <c:pt idx="237">
                  <c:v>20318.639470086819</c:v>
                </c:pt>
                <c:pt idx="238">
                  <c:v>20369.500732819342</c:v>
                </c:pt>
                <c:pt idx="239">
                  <c:v>20369.24917438826</c:v>
                </c:pt>
                <c:pt idx="240">
                  <c:v>20367.559070623782</c:v>
                </c:pt>
                <c:pt idx="241">
                  <c:v>20381.177338946891</c:v>
                </c:pt>
                <c:pt idx="242">
                  <c:v>20406.486418768116</c:v>
                </c:pt>
                <c:pt idx="243">
                  <c:v>20373.253932940337</c:v>
                </c:pt>
                <c:pt idx="244">
                  <c:v>20363.014013946307</c:v>
                </c:pt>
                <c:pt idx="245">
                  <c:v>20362.632481636181</c:v>
                </c:pt>
                <c:pt idx="246">
                  <c:v>20378.655902110058</c:v>
                </c:pt>
                <c:pt idx="247">
                  <c:v>20375.127319993153</c:v>
                </c:pt>
                <c:pt idx="248">
                  <c:v>20384.795979214909</c:v>
                </c:pt>
                <c:pt idx="249">
                  <c:v>20406.438547823844</c:v>
                </c:pt>
                <c:pt idx="250">
                  <c:v>20429.860723924394</c:v>
                </c:pt>
                <c:pt idx="251">
                  <c:v>20433.144728552717</c:v>
                </c:pt>
                <c:pt idx="252">
                  <c:v>20416.729828745316</c:v>
                </c:pt>
                <c:pt idx="253">
                  <c:v>20426.612240550014</c:v>
                </c:pt>
                <c:pt idx="254">
                  <c:v>20437.576003698457</c:v>
                </c:pt>
                <c:pt idx="255">
                  <c:v>20199.567138708102</c:v>
                </c:pt>
                <c:pt idx="256">
                  <c:v>20220.510455365842</c:v>
                </c:pt>
                <c:pt idx="257">
                  <c:v>20234.733528389304</c:v>
                </c:pt>
                <c:pt idx="258">
                  <c:v>20238.470336118866</c:v>
                </c:pt>
                <c:pt idx="259">
                  <c:v>20245.655628760996</c:v>
                </c:pt>
                <c:pt idx="260">
                  <c:v>20178.360785544544</c:v>
                </c:pt>
                <c:pt idx="261">
                  <c:v>20177.283023235013</c:v>
                </c:pt>
                <c:pt idx="262">
                  <c:v>20143.129454623831</c:v>
                </c:pt>
                <c:pt idx="263">
                  <c:v>20167.065256290585</c:v>
                </c:pt>
                <c:pt idx="264">
                  <c:v>20167.065256290585</c:v>
                </c:pt>
                <c:pt idx="265">
                  <c:v>20167.381211191605</c:v>
                </c:pt>
                <c:pt idx="266">
                  <c:v>20076.853335336476</c:v>
                </c:pt>
                <c:pt idx="267">
                  <c:v>20030.046606379401</c:v>
                </c:pt>
                <c:pt idx="268">
                  <c:v>20186.220132898237</c:v>
                </c:pt>
                <c:pt idx="269">
                  <c:v>20251.869142482956</c:v>
                </c:pt>
                <c:pt idx="270">
                  <c:v>20278.162870595206</c:v>
                </c:pt>
                <c:pt idx="271">
                  <c:v>20267.024525501114</c:v>
                </c:pt>
                <c:pt idx="272">
                  <c:v>20229.159685375977</c:v>
                </c:pt>
                <c:pt idx="273">
                  <c:v>20282.300740521365</c:v>
                </c:pt>
                <c:pt idx="274">
                  <c:v>20277.521380795846</c:v>
                </c:pt>
                <c:pt idx="275">
                  <c:v>20270.954367799808</c:v>
                </c:pt>
                <c:pt idx="276">
                  <c:v>20261.282036527857</c:v>
                </c:pt>
                <c:pt idx="277">
                  <c:v>20254.377055002711</c:v>
                </c:pt>
                <c:pt idx="278">
                  <c:v>20254.850480746496</c:v>
                </c:pt>
                <c:pt idx="279">
                  <c:v>20129.507412061139</c:v>
                </c:pt>
                <c:pt idx="280">
                  <c:v>20089.341444157948</c:v>
                </c:pt>
                <c:pt idx="281">
                  <c:v>20353.79333584867</c:v>
                </c:pt>
                <c:pt idx="282">
                  <c:v>20190.431482954209</c:v>
                </c:pt>
                <c:pt idx="283">
                  <c:v>20162.106498290526</c:v>
                </c:pt>
                <c:pt idx="284">
                  <c:v>20168.956536316517</c:v>
                </c:pt>
                <c:pt idx="285">
                  <c:v>20108.155271600939</c:v>
                </c:pt>
                <c:pt idx="286">
                  <c:v>20043.716321337037</c:v>
                </c:pt>
                <c:pt idx="287">
                  <c:v>20028.929534036837</c:v>
                </c:pt>
                <c:pt idx="288">
                  <c:v>20047.79404172776</c:v>
                </c:pt>
                <c:pt idx="289">
                  <c:v>20099.820145905065</c:v>
                </c:pt>
                <c:pt idx="290">
                  <c:v>20155.894576438863</c:v>
                </c:pt>
                <c:pt idx="291">
                  <c:v>20155.894576438863</c:v>
                </c:pt>
                <c:pt idx="292">
                  <c:v>20157.321793503168</c:v>
                </c:pt>
                <c:pt idx="293">
                  <c:v>20110.82906466709</c:v>
                </c:pt>
                <c:pt idx="294">
                  <c:v>20043.871426069854</c:v>
                </c:pt>
                <c:pt idx="295">
                  <c:v>19721.239369497336</c:v>
                </c:pt>
                <c:pt idx="296">
                  <c:v>19716.618499098804</c:v>
                </c:pt>
                <c:pt idx="297">
                  <c:v>19680.399255415585</c:v>
                </c:pt>
                <c:pt idx="298">
                  <c:v>19681.802474406355</c:v>
                </c:pt>
                <c:pt idx="299">
                  <c:v>19714.43674359157</c:v>
                </c:pt>
                <c:pt idx="300">
                  <c:v>19643.533277970258</c:v>
                </c:pt>
                <c:pt idx="301">
                  <c:v>19648.861496130427</c:v>
                </c:pt>
                <c:pt idx="302">
                  <c:v>19644.707347351872</c:v>
                </c:pt>
                <c:pt idx="303">
                  <c:v>19646.152795726732</c:v>
                </c:pt>
                <c:pt idx="304">
                  <c:v>19668.528811196586</c:v>
                </c:pt>
                <c:pt idx="305">
                  <c:v>19668.528811196586</c:v>
                </c:pt>
                <c:pt idx="306">
                  <c:v>19776.499443971679</c:v>
                </c:pt>
                <c:pt idx="307">
                  <c:v>19810.233333851407</c:v>
                </c:pt>
                <c:pt idx="308">
                  <c:v>19757.133638030016</c:v>
                </c:pt>
                <c:pt idx="309">
                  <c:v>19739.950205253786</c:v>
                </c:pt>
                <c:pt idx="310">
                  <c:v>19738.504314268172</c:v>
                </c:pt>
                <c:pt idx="311">
                  <c:v>19774.372868422404</c:v>
                </c:pt>
                <c:pt idx="312">
                  <c:v>19751.133180077486</c:v>
                </c:pt>
                <c:pt idx="313">
                  <c:v>19750.533001544118</c:v>
                </c:pt>
                <c:pt idx="314">
                  <c:v>19826.682049836923</c:v>
                </c:pt>
                <c:pt idx="315">
                  <c:v>19844.22143483708</c:v>
                </c:pt>
                <c:pt idx="316">
                  <c:v>19717.465685510771</c:v>
                </c:pt>
                <c:pt idx="317">
                  <c:v>19699.367560767252</c:v>
                </c:pt>
                <c:pt idx="318">
                  <c:v>19808.40684051955</c:v>
                </c:pt>
                <c:pt idx="319">
                  <c:v>19823.417112290437</c:v>
                </c:pt>
                <c:pt idx="320">
                  <c:v>19813.197523876643</c:v>
                </c:pt>
                <c:pt idx="321">
                  <c:v>19778.187003526451</c:v>
                </c:pt>
                <c:pt idx="322">
                  <c:v>19765.76026232442</c:v>
                </c:pt>
                <c:pt idx="323">
                  <c:v>19789.71208662818</c:v>
                </c:pt>
                <c:pt idx="324">
                  <c:v>19830.082636040828</c:v>
                </c:pt>
                <c:pt idx="325">
                  <c:v>19813.288247488133</c:v>
                </c:pt>
                <c:pt idx="326">
                  <c:v>19821.994719009752</c:v>
                </c:pt>
                <c:pt idx="327">
                  <c:v>19925.977785366122</c:v>
                </c:pt>
                <c:pt idx="328">
                  <c:v>20013.875027187598</c:v>
                </c:pt>
                <c:pt idx="329">
                  <c:v>20013.209831864511</c:v>
                </c:pt>
                <c:pt idx="330">
                  <c:v>19882.416364982524</c:v>
                </c:pt>
                <c:pt idx="331">
                  <c:v>19893.573824765939</c:v>
                </c:pt>
                <c:pt idx="332">
                  <c:v>19892.447061551517</c:v>
                </c:pt>
                <c:pt idx="333">
                  <c:v>19892.447061551517</c:v>
                </c:pt>
                <c:pt idx="334">
                  <c:v>19830.758275354328</c:v>
                </c:pt>
              </c:numCache>
            </c:numRef>
          </c:val>
          <c:smooth val="0"/>
          <c:extLst>
            <c:ext xmlns:c16="http://schemas.microsoft.com/office/drawing/2014/chart" uri="{C3380CC4-5D6E-409C-BE32-E72D297353CC}">
              <c16:uniqueId val="{00000000-25BE-41D9-BD38-081DCC63A250}"/>
            </c:ext>
          </c:extLst>
        </c:ser>
        <c:ser>
          <c:idx val="1"/>
          <c:order val="1"/>
          <c:tx>
            <c:strRef>
              <c:f>'Ibovespa EPS'!$Q$5</c:f>
              <c:strCache>
                <c:ptCount val="1"/>
                <c:pt idx="0">
                  <c:v>2027</c:v>
                </c:pt>
              </c:strCache>
            </c:strRef>
          </c:tx>
          <c:spPr>
            <a:ln w="28575" cap="rnd">
              <a:solidFill>
                <a:srgbClr val="8EB3DF"/>
              </a:solidFill>
              <a:round/>
            </a:ln>
            <a:effectLst/>
          </c:spPr>
          <c:marker>
            <c:symbol val="none"/>
          </c:marker>
          <c:cat>
            <c:numRef>
              <c:f>'Ibovespa EPS'!$O$6:$O$340</c:f>
              <c:numCache>
                <c:formatCode>m/d/yyyy</c:formatCode>
                <c:ptCount val="335"/>
                <c:pt idx="0">
                  <c:v>45929</c:v>
                </c:pt>
                <c:pt idx="1">
                  <c:v>45930</c:v>
                </c:pt>
                <c:pt idx="2">
                  <c:v>45931</c:v>
                </c:pt>
                <c:pt idx="3">
                  <c:v>45932</c:v>
                </c:pt>
                <c:pt idx="4">
                  <c:v>45933</c:v>
                </c:pt>
                <c:pt idx="5">
                  <c:v>45935</c:v>
                </c:pt>
                <c:pt idx="6">
                  <c:v>45936</c:v>
                </c:pt>
                <c:pt idx="7">
                  <c:v>45937</c:v>
                </c:pt>
                <c:pt idx="8">
                  <c:v>45938</c:v>
                </c:pt>
                <c:pt idx="9">
                  <c:v>45939</c:v>
                </c:pt>
                <c:pt idx="10">
                  <c:v>45940</c:v>
                </c:pt>
                <c:pt idx="11">
                  <c:v>45942</c:v>
                </c:pt>
                <c:pt idx="12">
                  <c:v>45943</c:v>
                </c:pt>
                <c:pt idx="13">
                  <c:v>45944</c:v>
                </c:pt>
                <c:pt idx="14">
                  <c:v>45945</c:v>
                </c:pt>
                <c:pt idx="15">
                  <c:v>45946</c:v>
                </c:pt>
                <c:pt idx="16">
                  <c:v>45947</c:v>
                </c:pt>
                <c:pt idx="17">
                  <c:v>45949</c:v>
                </c:pt>
                <c:pt idx="18">
                  <c:v>45950</c:v>
                </c:pt>
                <c:pt idx="19">
                  <c:v>45951</c:v>
                </c:pt>
                <c:pt idx="20">
                  <c:v>45952</c:v>
                </c:pt>
                <c:pt idx="21">
                  <c:v>45953</c:v>
                </c:pt>
                <c:pt idx="22">
                  <c:v>45954</c:v>
                </c:pt>
                <c:pt idx="23">
                  <c:v>45955</c:v>
                </c:pt>
                <c:pt idx="24">
                  <c:v>45956</c:v>
                </c:pt>
                <c:pt idx="25">
                  <c:v>45957</c:v>
                </c:pt>
                <c:pt idx="26">
                  <c:v>45958</c:v>
                </c:pt>
                <c:pt idx="27">
                  <c:v>45959</c:v>
                </c:pt>
                <c:pt idx="28">
                  <c:v>45960</c:v>
                </c:pt>
                <c:pt idx="29">
                  <c:v>45961</c:v>
                </c:pt>
                <c:pt idx="30">
                  <c:v>45962</c:v>
                </c:pt>
                <c:pt idx="31">
                  <c:v>45964</c:v>
                </c:pt>
                <c:pt idx="32">
                  <c:v>45965</c:v>
                </c:pt>
                <c:pt idx="33">
                  <c:v>45966</c:v>
                </c:pt>
                <c:pt idx="34">
                  <c:v>45967</c:v>
                </c:pt>
                <c:pt idx="35">
                  <c:v>45968</c:v>
                </c:pt>
                <c:pt idx="36">
                  <c:v>45969</c:v>
                </c:pt>
                <c:pt idx="37">
                  <c:v>45970</c:v>
                </c:pt>
                <c:pt idx="38">
                  <c:v>45971</c:v>
                </c:pt>
                <c:pt idx="39">
                  <c:v>45972</c:v>
                </c:pt>
                <c:pt idx="40">
                  <c:v>45973</c:v>
                </c:pt>
                <c:pt idx="41">
                  <c:v>45974</c:v>
                </c:pt>
                <c:pt idx="42">
                  <c:v>45975</c:v>
                </c:pt>
                <c:pt idx="43">
                  <c:v>45976</c:v>
                </c:pt>
                <c:pt idx="44">
                  <c:v>45977</c:v>
                </c:pt>
                <c:pt idx="45">
                  <c:v>45978</c:v>
                </c:pt>
                <c:pt idx="46">
                  <c:v>45979</c:v>
                </c:pt>
                <c:pt idx="47">
                  <c:v>45980</c:v>
                </c:pt>
                <c:pt idx="48">
                  <c:v>45981</c:v>
                </c:pt>
                <c:pt idx="49">
                  <c:v>45982</c:v>
                </c:pt>
                <c:pt idx="50">
                  <c:v>45984</c:v>
                </c:pt>
                <c:pt idx="51">
                  <c:v>45985</c:v>
                </c:pt>
                <c:pt idx="52">
                  <c:v>45986</c:v>
                </c:pt>
                <c:pt idx="53">
                  <c:v>45987</c:v>
                </c:pt>
                <c:pt idx="54">
                  <c:v>45988</c:v>
                </c:pt>
                <c:pt idx="55">
                  <c:v>45989</c:v>
                </c:pt>
                <c:pt idx="56">
                  <c:v>45990</c:v>
                </c:pt>
                <c:pt idx="57">
                  <c:v>45991</c:v>
                </c:pt>
                <c:pt idx="58">
                  <c:v>45992</c:v>
                </c:pt>
                <c:pt idx="59">
                  <c:v>45993</c:v>
                </c:pt>
                <c:pt idx="60">
                  <c:v>45994</c:v>
                </c:pt>
                <c:pt idx="61">
                  <c:v>45995</c:v>
                </c:pt>
                <c:pt idx="62">
                  <c:v>45996</c:v>
                </c:pt>
                <c:pt idx="63">
                  <c:v>45997</c:v>
                </c:pt>
                <c:pt idx="64">
                  <c:v>45998</c:v>
                </c:pt>
                <c:pt idx="65">
                  <c:v>45999</c:v>
                </c:pt>
                <c:pt idx="66">
                  <c:v>46000</c:v>
                </c:pt>
                <c:pt idx="67">
                  <c:v>46001</c:v>
                </c:pt>
                <c:pt idx="68">
                  <c:v>46002</c:v>
                </c:pt>
                <c:pt idx="69">
                  <c:v>46003</c:v>
                </c:pt>
                <c:pt idx="70">
                  <c:v>46004</c:v>
                </c:pt>
                <c:pt idx="71">
                  <c:v>46005</c:v>
                </c:pt>
                <c:pt idx="72">
                  <c:v>46006</c:v>
                </c:pt>
                <c:pt idx="73">
                  <c:v>46007</c:v>
                </c:pt>
                <c:pt idx="74">
                  <c:v>46008</c:v>
                </c:pt>
                <c:pt idx="75">
                  <c:v>46009</c:v>
                </c:pt>
                <c:pt idx="76">
                  <c:v>46010</c:v>
                </c:pt>
                <c:pt idx="77">
                  <c:v>46011</c:v>
                </c:pt>
                <c:pt idx="78">
                  <c:v>46012</c:v>
                </c:pt>
                <c:pt idx="79">
                  <c:v>46013</c:v>
                </c:pt>
                <c:pt idx="80">
                  <c:v>46014</c:v>
                </c:pt>
                <c:pt idx="81">
                  <c:v>46015</c:v>
                </c:pt>
                <c:pt idx="82">
                  <c:v>46016</c:v>
                </c:pt>
                <c:pt idx="83">
                  <c:v>46017</c:v>
                </c:pt>
                <c:pt idx="84">
                  <c:v>46019</c:v>
                </c:pt>
                <c:pt idx="85">
                  <c:v>46020</c:v>
                </c:pt>
                <c:pt idx="86">
                  <c:v>46021</c:v>
                </c:pt>
                <c:pt idx="87">
                  <c:v>46022</c:v>
                </c:pt>
                <c:pt idx="88">
                  <c:v>46023</c:v>
                </c:pt>
                <c:pt idx="89">
                  <c:v>46024</c:v>
                </c:pt>
                <c:pt idx="90">
                  <c:v>46025</c:v>
                </c:pt>
                <c:pt idx="91">
                  <c:v>46027</c:v>
                </c:pt>
                <c:pt idx="92">
                  <c:v>46028</c:v>
                </c:pt>
                <c:pt idx="93">
                  <c:v>46029</c:v>
                </c:pt>
                <c:pt idx="94">
                  <c:v>46030</c:v>
                </c:pt>
                <c:pt idx="95">
                  <c:v>46031</c:v>
                </c:pt>
                <c:pt idx="96">
                  <c:v>46033</c:v>
                </c:pt>
                <c:pt idx="97">
                  <c:v>46034</c:v>
                </c:pt>
                <c:pt idx="98">
                  <c:v>46035</c:v>
                </c:pt>
                <c:pt idx="99">
                  <c:v>46036</c:v>
                </c:pt>
                <c:pt idx="100">
                  <c:v>46037</c:v>
                </c:pt>
                <c:pt idx="101">
                  <c:v>46038</c:v>
                </c:pt>
                <c:pt idx="102">
                  <c:v>46039</c:v>
                </c:pt>
                <c:pt idx="103">
                  <c:v>46040</c:v>
                </c:pt>
                <c:pt idx="104">
                  <c:v>46041</c:v>
                </c:pt>
                <c:pt idx="105">
                  <c:v>46042</c:v>
                </c:pt>
                <c:pt idx="106">
                  <c:v>46043</c:v>
                </c:pt>
                <c:pt idx="107">
                  <c:v>46044</c:v>
                </c:pt>
                <c:pt idx="108">
                  <c:v>46045</c:v>
                </c:pt>
                <c:pt idx="109">
                  <c:v>46047</c:v>
                </c:pt>
                <c:pt idx="110">
                  <c:v>46048</c:v>
                </c:pt>
                <c:pt idx="111">
                  <c:v>46049</c:v>
                </c:pt>
                <c:pt idx="112">
                  <c:v>46050</c:v>
                </c:pt>
                <c:pt idx="113">
                  <c:v>46051</c:v>
                </c:pt>
                <c:pt idx="114">
                  <c:v>46052</c:v>
                </c:pt>
                <c:pt idx="115">
                  <c:v>46054</c:v>
                </c:pt>
                <c:pt idx="116">
                  <c:v>46055</c:v>
                </c:pt>
                <c:pt idx="117">
                  <c:v>46056</c:v>
                </c:pt>
                <c:pt idx="118">
                  <c:v>46057</c:v>
                </c:pt>
                <c:pt idx="119">
                  <c:v>46058</c:v>
                </c:pt>
                <c:pt idx="120">
                  <c:v>46059</c:v>
                </c:pt>
                <c:pt idx="121">
                  <c:v>46060</c:v>
                </c:pt>
                <c:pt idx="122">
                  <c:v>46061</c:v>
                </c:pt>
                <c:pt idx="123">
                  <c:v>46062</c:v>
                </c:pt>
                <c:pt idx="124">
                  <c:v>46063</c:v>
                </c:pt>
                <c:pt idx="125">
                  <c:v>46064</c:v>
                </c:pt>
                <c:pt idx="126">
                  <c:v>46065</c:v>
                </c:pt>
                <c:pt idx="127">
                  <c:v>46066</c:v>
                </c:pt>
                <c:pt idx="128">
                  <c:v>46067</c:v>
                </c:pt>
                <c:pt idx="129">
                  <c:v>46068</c:v>
                </c:pt>
                <c:pt idx="130">
                  <c:v>46069</c:v>
                </c:pt>
                <c:pt idx="131">
                  <c:v>46070</c:v>
                </c:pt>
                <c:pt idx="132">
                  <c:v>46071</c:v>
                </c:pt>
                <c:pt idx="133">
                  <c:v>46072</c:v>
                </c:pt>
                <c:pt idx="134">
                  <c:v>46073</c:v>
                </c:pt>
                <c:pt idx="135">
                  <c:v>46075</c:v>
                </c:pt>
                <c:pt idx="136">
                  <c:v>46076</c:v>
                </c:pt>
                <c:pt idx="137">
                  <c:v>46077</c:v>
                </c:pt>
                <c:pt idx="138">
                  <c:v>46078</c:v>
                </c:pt>
                <c:pt idx="139">
                  <c:v>46079</c:v>
                </c:pt>
                <c:pt idx="140">
                  <c:v>46080</c:v>
                </c:pt>
                <c:pt idx="141">
                  <c:v>46082</c:v>
                </c:pt>
                <c:pt idx="142">
                  <c:v>46083</c:v>
                </c:pt>
                <c:pt idx="143">
                  <c:v>46084</c:v>
                </c:pt>
                <c:pt idx="144">
                  <c:v>46085</c:v>
                </c:pt>
                <c:pt idx="145">
                  <c:v>46086</c:v>
                </c:pt>
                <c:pt idx="146">
                  <c:v>46087</c:v>
                </c:pt>
                <c:pt idx="147">
                  <c:v>46088</c:v>
                </c:pt>
                <c:pt idx="148">
                  <c:v>46089</c:v>
                </c:pt>
                <c:pt idx="149">
                  <c:v>46090</c:v>
                </c:pt>
                <c:pt idx="150">
                  <c:v>46091</c:v>
                </c:pt>
                <c:pt idx="151">
                  <c:v>46092</c:v>
                </c:pt>
                <c:pt idx="152">
                  <c:v>46093</c:v>
                </c:pt>
                <c:pt idx="153">
                  <c:v>46094</c:v>
                </c:pt>
                <c:pt idx="154">
                  <c:v>46095</c:v>
                </c:pt>
                <c:pt idx="155">
                  <c:v>46096</c:v>
                </c:pt>
                <c:pt idx="156">
                  <c:v>46097</c:v>
                </c:pt>
                <c:pt idx="157">
                  <c:v>46098</c:v>
                </c:pt>
                <c:pt idx="158">
                  <c:v>46099</c:v>
                </c:pt>
                <c:pt idx="159">
                  <c:v>46100</c:v>
                </c:pt>
                <c:pt idx="160">
                  <c:v>46101</c:v>
                </c:pt>
                <c:pt idx="161">
                  <c:v>46102</c:v>
                </c:pt>
                <c:pt idx="162">
                  <c:v>46103</c:v>
                </c:pt>
                <c:pt idx="163">
                  <c:v>46104</c:v>
                </c:pt>
                <c:pt idx="164">
                  <c:v>46105</c:v>
                </c:pt>
                <c:pt idx="165">
                  <c:v>46106</c:v>
                </c:pt>
                <c:pt idx="166">
                  <c:v>46107</c:v>
                </c:pt>
                <c:pt idx="167">
                  <c:v>46108</c:v>
                </c:pt>
                <c:pt idx="168">
                  <c:v>46109</c:v>
                </c:pt>
                <c:pt idx="169">
                  <c:v>46110</c:v>
                </c:pt>
                <c:pt idx="170">
                  <c:v>46111</c:v>
                </c:pt>
                <c:pt idx="171">
                  <c:v>46112</c:v>
                </c:pt>
                <c:pt idx="172">
                  <c:v>46113</c:v>
                </c:pt>
                <c:pt idx="173">
                  <c:v>46114</c:v>
                </c:pt>
                <c:pt idx="174">
                  <c:v>46115</c:v>
                </c:pt>
                <c:pt idx="175">
                  <c:v>46117</c:v>
                </c:pt>
                <c:pt idx="176">
                  <c:v>46118</c:v>
                </c:pt>
                <c:pt idx="177">
                  <c:v>46119</c:v>
                </c:pt>
                <c:pt idx="178">
                  <c:v>46120</c:v>
                </c:pt>
                <c:pt idx="179">
                  <c:v>46121</c:v>
                </c:pt>
                <c:pt idx="180">
                  <c:v>46122</c:v>
                </c:pt>
                <c:pt idx="181">
                  <c:v>46123</c:v>
                </c:pt>
                <c:pt idx="182">
                  <c:v>46124</c:v>
                </c:pt>
                <c:pt idx="183">
                  <c:v>46125</c:v>
                </c:pt>
                <c:pt idx="184">
                  <c:v>46126</c:v>
                </c:pt>
                <c:pt idx="185">
                  <c:v>46127</c:v>
                </c:pt>
                <c:pt idx="186">
                  <c:v>46128</c:v>
                </c:pt>
                <c:pt idx="187">
                  <c:v>46129</c:v>
                </c:pt>
                <c:pt idx="188">
                  <c:v>46130</c:v>
                </c:pt>
                <c:pt idx="189">
                  <c:v>46131</c:v>
                </c:pt>
                <c:pt idx="190">
                  <c:v>46132</c:v>
                </c:pt>
                <c:pt idx="191">
                  <c:v>46133</c:v>
                </c:pt>
                <c:pt idx="192">
                  <c:v>46134</c:v>
                </c:pt>
                <c:pt idx="193">
                  <c:v>46135</c:v>
                </c:pt>
                <c:pt idx="194">
                  <c:v>46136</c:v>
                </c:pt>
                <c:pt idx="195">
                  <c:v>46137</c:v>
                </c:pt>
                <c:pt idx="196">
                  <c:v>46139</c:v>
                </c:pt>
                <c:pt idx="197">
                  <c:v>46140</c:v>
                </c:pt>
                <c:pt idx="198">
                  <c:v>46141</c:v>
                </c:pt>
                <c:pt idx="199">
                  <c:v>46142</c:v>
                </c:pt>
                <c:pt idx="200">
                  <c:v>46143</c:v>
                </c:pt>
                <c:pt idx="201">
                  <c:v>46145</c:v>
                </c:pt>
                <c:pt idx="202">
                  <c:v>46146</c:v>
                </c:pt>
                <c:pt idx="203">
                  <c:v>46147</c:v>
                </c:pt>
                <c:pt idx="204">
                  <c:v>46148</c:v>
                </c:pt>
                <c:pt idx="205">
                  <c:v>46149</c:v>
                </c:pt>
                <c:pt idx="206">
                  <c:v>46150</c:v>
                </c:pt>
                <c:pt idx="207">
                  <c:v>46152</c:v>
                </c:pt>
                <c:pt idx="208">
                  <c:v>46153</c:v>
                </c:pt>
                <c:pt idx="209">
                  <c:v>46154</c:v>
                </c:pt>
                <c:pt idx="210">
                  <c:v>46155</c:v>
                </c:pt>
                <c:pt idx="211">
                  <c:v>46156</c:v>
                </c:pt>
                <c:pt idx="212">
                  <c:v>46157</c:v>
                </c:pt>
                <c:pt idx="213">
                  <c:v>46158</c:v>
                </c:pt>
                <c:pt idx="214">
                  <c:v>46159</c:v>
                </c:pt>
                <c:pt idx="215">
                  <c:v>46160</c:v>
                </c:pt>
                <c:pt idx="216">
                  <c:v>46161</c:v>
                </c:pt>
                <c:pt idx="217">
                  <c:v>46162</c:v>
                </c:pt>
                <c:pt idx="218">
                  <c:v>46163</c:v>
                </c:pt>
                <c:pt idx="219">
                  <c:v>46164</c:v>
                </c:pt>
                <c:pt idx="220">
                  <c:v>46166</c:v>
                </c:pt>
                <c:pt idx="221">
                  <c:v>46167</c:v>
                </c:pt>
                <c:pt idx="222">
                  <c:v>46168</c:v>
                </c:pt>
                <c:pt idx="223">
                  <c:v>46169</c:v>
                </c:pt>
                <c:pt idx="224">
                  <c:v>46170</c:v>
                </c:pt>
                <c:pt idx="225">
                  <c:v>46171</c:v>
                </c:pt>
                <c:pt idx="226">
                  <c:v>46172</c:v>
                </c:pt>
                <c:pt idx="227">
                  <c:v>46173</c:v>
                </c:pt>
                <c:pt idx="228">
                  <c:v>46174</c:v>
                </c:pt>
                <c:pt idx="229">
                  <c:v>46175</c:v>
                </c:pt>
                <c:pt idx="230">
                  <c:v>46176</c:v>
                </c:pt>
                <c:pt idx="231">
                  <c:v>46177</c:v>
                </c:pt>
                <c:pt idx="232">
                  <c:v>46178</c:v>
                </c:pt>
                <c:pt idx="233">
                  <c:v>46179</c:v>
                </c:pt>
                <c:pt idx="234">
                  <c:v>46180</c:v>
                </c:pt>
                <c:pt idx="235">
                  <c:v>46181</c:v>
                </c:pt>
                <c:pt idx="236">
                  <c:v>46182</c:v>
                </c:pt>
                <c:pt idx="237">
                  <c:v>46183</c:v>
                </c:pt>
                <c:pt idx="238">
                  <c:v>46184</c:v>
                </c:pt>
                <c:pt idx="239">
                  <c:v>46185</c:v>
                </c:pt>
                <c:pt idx="240">
                  <c:v>46186</c:v>
                </c:pt>
                <c:pt idx="241">
                  <c:v>46187</c:v>
                </c:pt>
                <c:pt idx="242">
                  <c:v>46188</c:v>
                </c:pt>
                <c:pt idx="243">
                  <c:v>46189</c:v>
                </c:pt>
                <c:pt idx="244">
                  <c:v>46190</c:v>
                </c:pt>
                <c:pt idx="245">
                  <c:v>46191</c:v>
                </c:pt>
                <c:pt idx="246">
                  <c:v>46192</c:v>
                </c:pt>
                <c:pt idx="247">
                  <c:v>46194</c:v>
                </c:pt>
                <c:pt idx="248">
                  <c:v>46195</c:v>
                </c:pt>
                <c:pt idx="249">
                  <c:v>46196</c:v>
                </c:pt>
                <c:pt idx="250">
                  <c:v>46197</c:v>
                </c:pt>
                <c:pt idx="251">
                  <c:v>46198</c:v>
                </c:pt>
                <c:pt idx="252">
                  <c:v>46199</c:v>
                </c:pt>
                <c:pt idx="253">
                  <c:v>46202</c:v>
                </c:pt>
                <c:pt idx="254">
                  <c:v>46203</c:v>
                </c:pt>
                <c:pt idx="255">
                  <c:v>46204</c:v>
                </c:pt>
                <c:pt idx="256">
                  <c:v>46205</c:v>
                </c:pt>
                <c:pt idx="257">
                  <c:v>46206</c:v>
                </c:pt>
                <c:pt idx="258">
                  <c:v>46208</c:v>
                </c:pt>
                <c:pt idx="259">
                  <c:v>46209</c:v>
                </c:pt>
                <c:pt idx="260">
                  <c:v>46210</c:v>
                </c:pt>
                <c:pt idx="261">
                  <c:v>46211</c:v>
                </c:pt>
                <c:pt idx="262">
                  <c:v>46212</c:v>
                </c:pt>
                <c:pt idx="263">
                  <c:v>46213</c:v>
                </c:pt>
                <c:pt idx="264">
                  <c:v>46214</c:v>
                </c:pt>
                <c:pt idx="265">
                  <c:v>46215</c:v>
                </c:pt>
                <c:pt idx="266">
                  <c:v>46216</c:v>
                </c:pt>
                <c:pt idx="267">
                  <c:v>46217</c:v>
                </c:pt>
                <c:pt idx="268">
                  <c:v>46218</c:v>
                </c:pt>
                <c:pt idx="269">
                  <c:v>46219</c:v>
                </c:pt>
                <c:pt idx="270">
                  <c:v>46220</c:v>
                </c:pt>
                <c:pt idx="271">
                  <c:v>46221</c:v>
                </c:pt>
                <c:pt idx="272">
                  <c:v>46222</c:v>
                </c:pt>
                <c:pt idx="273">
                  <c:v>46223</c:v>
                </c:pt>
                <c:pt idx="274">
                  <c:v>46224</c:v>
                </c:pt>
                <c:pt idx="275">
                  <c:v>46225</c:v>
                </c:pt>
                <c:pt idx="276">
                  <c:v>46226</c:v>
                </c:pt>
                <c:pt idx="277">
                  <c:v>46227</c:v>
                </c:pt>
                <c:pt idx="278">
                  <c:v>46229</c:v>
                </c:pt>
                <c:pt idx="279">
                  <c:v>46230</c:v>
                </c:pt>
                <c:pt idx="280">
                  <c:v>46231</c:v>
                </c:pt>
                <c:pt idx="281">
                  <c:v>46232</c:v>
                </c:pt>
                <c:pt idx="282">
                  <c:v>46233</c:v>
                </c:pt>
                <c:pt idx="283">
                  <c:v>46234</c:v>
                </c:pt>
                <c:pt idx="284">
                  <c:v>46235</c:v>
                </c:pt>
                <c:pt idx="285">
                  <c:v>46236</c:v>
                </c:pt>
                <c:pt idx="286">
                  <c:v>46237</c:v>
                </c:pt>
                <c:pt idx="287">
                  <c:v>46238</c:v>
                </c:pt>
                <c:pt idx="288">
                  <c:v>46239</c:v>
                </c:pt>
                <c:pt idx="289">
                  <c:v>46240</c:v>
                </c:pt>
                <c:pt idx="290">
                  <c:v>46241</c:v>
                </c:pt>
                <c:pt idx="291">
                  <c:v>46242</c:v>
                </c:pt>
                <c:pt idx="292">
                  <c:v>46243</c:v>
                </c:pt>
                <c:pt idx="293">
                  <c:v>46244</c:v>
                </c:pt>
                <c:pt idx="294">
                  <c:v>46245</c:v>
                </c:pt>
                <c:pt idx="295">
                  <c:v>46246</c:v>
                </c:pt>
                <c:pt idx="296">
                  <c:v>46247</c:v>
                </c:pt>
                <c:pt idx="297">
                  <c:v>46248</c:v>
                </c:pt>
                <c:pt idx="298">
                  <c:v>46249</c:v>
                </c:pt>
                <c:pt idx="299">
                  <c:v>46250</c:v>
                </c:pt>
                <c:pt idx="300">
                  <c:v>46251</c:v>
                </c:pt>
                <c:pt idx="301">
                  <c:v>46252</c:v>
                </c:pt>
                <c:pt idx="302">
                  <c:v>46253</c:v>
                </c:pt>
                <c:pt idx="303">
                  <c:v>46254</c:v>
                </c:pt>
                <c:pt idx="304">
                  <c:v>46255</c:v>
                </c:pt>
                <c:pt idx="305">
                  <c:v>46256</c:v>
                </c:pt>
                <c:pt idx="306">
                  <c:v>46258</c:v>
                </c:pt>
                <c:pt idx="307">
                  <c:v>46259</c:v>
                </c:pt>
                <c:pt idx="308">
                  <c:v>46260</c:v>
                </c:pt>
                <c:pt idx="309">
                  <c:v>46261</c:v>
                </c:pt>
                <c:pt idx="310">
                  <c:v>46262</c:v>
                </c:pt>
                <c:pt idx="311">
                  <c:v>46265</c:v>
                </c:pt>
                <c:pt idx="312">
                  <c:v>46266</c:v>
                </c:pt>
                <c:pt idx="313">
                  <c:v>46267</c:v>
                </c:pt>
                <c:pt idx="314">
                  <c:v>46268</c:v>
                </c:pt>
                <c:pt idx="315">
                  <c:v>46269</c:v>
                </c:pt>
                <c:pt idx="316">
                  <c:v>46273</c:v>
                </c:pt>
                <c:pt idx="317">
                  <c:v>46274</c:v>
                </c:pt>
                <c:pt idx="318">
                  <c:v>46275</c:v>
                </c:pt>
                <c:pt idx="319">
                  <c:v>46276</c:v>
                </c:pt>
                <c:pt idx="320">
                  <c:v>46278</c:v>
                </c:pt>
                <c:pt idx="321">
                  <c:v>46279</c:v>
                </c:pt>
                <c:pt idx="322">
                  <c:v>46280</c:v>
                </c:pt>
                <c:pt idx="323">
                  <c:v>46281</c:v>
                </c:pt>
                <c:pt idx="324">
                  <c:v>46282</c:v>
                </c:pt>
                <c:pt idx="325">
                  <c:v>46283</c:v>
                </c:pt>
                <c:pt idx="326">
                  <c:v>46285</c:v>
                </c:pt>
                <c:pt idx="327">
                  <c:v>46286</c:v>
                </c:pt>
                <c:pt idx="328">
                  <c:v>46287</c:v>
                </c:pt>
                <c:pt idx="329">
                  <c:v>46288</c:v>
                </c:pt>
                <c:pt idx="330">
                  <c:v>46289</c:v>
                </c:pt>
                <c:pt idx="331">
                  <c:v>46290</c:v>
                </c:pt>
                <c:pt idx="332">
                  <c:v>46291</c:v>
                </c:pt>
                <c:pt idx="333">
                  <c:v>46292</c:v>
                </c:pt>
                <c:pt idx="334">
                  <c:v>46293</c:v>
                </c:pt>
              </c:numCache>
            </c:numRef>
          </c:cat>
          <c:val>
            <c:numRef>
              <c:f>'Ibovespa EPS'!$Q$6:$Q$340</c:f>
              <c:numCache>
                <c:formatCode>0.0</c:formatCode>
                <c:ptCount val="335"/>
                <c:pt idx="0">
                  <c:v>19442.317220399349</c:v>
                </c:pt>
                <c:pt idx="1">
                  <c:v>19445.39597909513</c:v>
                </c:pt>
                <c:pt idx="2">
                  <c:v>19447.080814949961</c:v>
                </c:pt>
                <c:pt idx="3">
                  <c:v>19417.738554125088</c:v>
                </c:pt>
                <c:pt idx="4">
                  <c:v>19430.399904480422</c:v>
                </c:pt>
                <c:pt idx="5">
                  <c:v>19430.399904480422</c:v>
                </c:pt>
                <c:pt idx="6">
                  <c:v>19429.210807747681</c:v>
                </c:pt>
                <c:pt idx="7">
                  <c:v>19277.04488859147</c:v>
                </c:pt>
                <c:pt idx="8">
                  <c:v>19254.560395971428</c:v>
                </c:pt>
                <c:pt idx="9">
                  <c:v>19286.540879876702</c:v>
                </c:pt>
                <c:pt idx="10">
                  <c:v>19344.271225639437</c:v>
                </c:pt>
                <c:pt idx="11">
                  <c:v>19334.672019941903</c:v>
                </c:pt>
                <c:pt idx="12">
                  <c:v>19342.233117510259</c:v>
                </c:pt>
                <c:pt idx="13">
                  <c:v>19420.129561539983</c:v>
                </c:pt>
                <c:pt idx="14">
                  <c:v>19550.599877496552</c:v>
                </c:pt>
                <c:pt idx="15">
                  <c:v>19530.665516659934</c:v>
                </c:pt>
                <c:pt idx="16">
                  <c:v>19531.616750451143</c:v>
                </c:pt>
                <c:pt idx="17">
                  <c:v>19535.453833816635</c:v>
                </c:pt>
                <c:pt idx="18">
                  <c:v>19513.412731196739</c:v>
                </c:pt>
                <c:pt idx="19">
                  <c:v>19514.93778390286</c:v>
                </c:pt>
                <c:pt idx="20">
                  <c:v>19520.923212819547</c:v>
                </c:pt>
                <c:pt idx="21">
                  <c:v>19478.446861540637</c:v>
                </c:pt>
                <c:pt idx="22">
                  <c:v>19492.682561351456</c:v>
                </c:pt>
                <c:pt idx="23">
                  <c:v>19492.682561351456</c:v>
                </c:pt>
                <c:pt idx="24">
                  <c:v>19508.931394440409</c:v>
                </c:pt>
                <c:pt idx="25">
                  <c:v>19502.307896062906</c:v>
                </c:pt>
                <c:pt idx="26">
                  <c:v>19502.899239649592</c:v>
                </c:pt>
                <c:pt idx="27">
                  <c:v>19587.879565589876</c:v>
                </c:pt>
                <c:pt idx="28">
                  <c:v>19585.051477438101</c:v>
                </c:pt>
                <c:pt idx="29">
                  <c:v>19576.748668267363</c:v>
                </c:pt>
                <c:pt idx="30">
                  <c:v>19569.86781785221</c:v>
                </c:pt>
                <c:pt idx="31">
                  <c:v>19564.901670911284</c:v>
                </c:pt>
                <c:pt idx="32">
                  <c:v>19584.987706627078</c:v>
                </c:pt>
                <c:pt idx="33">
                  <c:v>19562.332487279498</c:v>
                </c:pt>
                <c:pt idx="34">
                  <c:v>19506.261547130627</c:v>
                </c:pt>
                <c:pt idx="35">
                  <c:v>19470.246366170344</c:v>
                </c:pt>
                <c:pt idx="36">
                  <c:v>19470.246366170344</c:v>
                </c:pt>
                <c:pt idx="37">
                  <c:v>19474.507832100546</c:v>
                </c:pt>
                <c:pt idx="38">
                  <c:v>19488.285037321908</c:v>
                </c:pt>
                <c:pt idx="39">
                  <c:v>19440.630399469112</c:v>
                </c:pt>
                <c:pt idx="40">
                  <c:v>19439.938647290423</c:v>
                </c:pt>
                <c:pt idx="41">
                  <c:v>19455.331292605319</c:v>
                </c:pt>
                <c:pt idx="42">
                  <c:v>19429.26314675912</c:v>
                </c:pt>
                <c:pt idx="43">
                  <c:v>19429.26314675912</c:v>
                </c:pt>
                <c:pt idx="44">
                  <c:v>19419.376675294821</c:v>
                </c:pt>
                <c:pt idx="45">
                  <c:v>19449.520623259188</c:v>
                </c:pt>
                <c:pt idx="46">
                  <c:v>19472.578755128212</c:v>
                </c:pt>
                <c:pt idx="47">
                  <c:v>19397.045567653189</c:v>
                </c:pt>
                <c:pt idx="48">
                  <c:v>19383.983815951568</c:v>
                </c:pt>
                <c:pt idx="49">
                  <c:v>19367.080495949263</c:v>
                </c:pt>
                <c:pt idx="50">
                  <c:v>19362.439936652761</c:v>
                </c:pt>
                <c:pt idx="51">
                  <c:v>19362.034923532126</c:v>
                </c:pt>
                <c:pt idx="52">
                  <c:v>19332.527756524803</c:v>
                </c:pt>
                <c:pt idx="53">
                  <c:v>19336.808786572739</c:v>
                </c:pt>
                <c:pt idx="54">
                  <c:v>19344.943319692502</c:v>
                </c:pt>
                <c:pt idx="55">
                  <c:v>19367.693975621973</c:v>
                </c:pt>
                <c:pt idx="56">
                  <c:v>19390.295680018262</c:v>
                </c:pt>
                <c:pt idx="57">
                  <c:v>19377.065224680278</c:v>
                </c:pt>
                <c:pt idx="58">
                  <c:v>19486.688628407868</c:v>
                </c:pt>
                <c:pt idx="59">
                  <c:v>19784.437506182901</c:v>
                </c:pt>
                <c:pt idx="60">
                  <c:v>19809.449864564653</c:v>
                </c:pt>
                <c:pt idx="61">
                  <c:v>19824.501812216728</c:v>
                </c:pt>
                <c:pt idx="62">
                  <c:v>19834.017794114363</c:v>
                </c:pt>
                <c:pt idx="63">
                  <c:v>19843.162308958359</c:v>
                </c:pt>
                <c:pt idx="64">
                  <c:v>19845.047662723009</c:v>
                </c:pt>
                <c:pt idx="65">
                  <c:v>19850.280739938764</c:v>
                </c:pt>
                <c:pt idx="66">
                  <c:v>19803.314668520314</c:v>
                </c:pt>
                <c:pt idx="67">
                  <c:v>20013.967936347726</c:v>
                </c:pt>
                <c:pt idx="68">
                  <c:v>20014.730971671463</c:v>
                </c:pt>
                <c:pt idx="69">
                  <c:v>20108.888509520562</c:v>
                </c:pt>
                <c:pt idx="70">
                  <c:v>20108.888509520562</c:v>
                </c:pt>
                <c:pt idx="71">
                  <c:v>20135.158234184506</c:v>
                </c:pt>
                <c:pt idx="72">
                  <c:v>20184.707022589613</c:v>
                </c:pt>
                <c:pt idx="73">
                  <c:v>19978.496526065283</c:v>
                </c:pt>
                <c:pt idx="74">
                  <c:v>20120.690215974675</c:v>
                </c:pt>
                <c:pt idx="75">
                  <c:v>20070.785337720357</c:v>
                </c:pt>
                <c:pt idx="76">
                  <c:v>20134.267784691787</c:v>
                </c:pt>
                <c:pt idx="77">
                  <c:v>20134.800262663364</c:v>
                </c:pt>
                <c:pt idx="78">
                  <c:v>20174.027935390503</c:v>
                </c:pt>
                <c:pt idx="79">
                  <c:v>20396.210235958857</c:v>
                </c:pt>
                <c:pt idx="80">
                  <c:v>20481.835235026305</c:v>
                </c:pt>
                <c:pt idx="81">
                  <c:v>20531.831294088857</c:v>
                </c:pt>
                <c:pt idx="82">
                  <c:v>20530.889398868592</c:v>
                </c:pt>
                <c:pt idx="83">
                  <c:v>20546.033534612689</c:v>
                </c:pt>
                <c:pt idx="84">
                  <c:v>20546.033534612689</c:v>
                </c:pt>
                <c:pt idx="85">
                  <c:v>20545.678527073593</c:v>
                </c:pt>
                <c:pt idx="86">
                  <c:v>20589.496467274228</c:v>
                </c:pt>
                <c:pt idx="87">
                  <c:v>20589.496467274228</c:v>
                </c:pt>
                <c:pt idx="88">
                  <c:v>20589.496467274228</c:v>
                </c:pt>
                <c:pt idx="89">
                  <c:v>20635.935372494823</c:v>
                </c:pt>
                <c:pt idx="90">
                  <c:v>20635.119085037823</c:v>
                </c:pt>
                <c:pt idx="91">
                  <c:v>20451.491870028367</c:v>
                </c:pt>
                <c:pt idx="92">
                  <c:v>20272.201796967762</c:v>
                </c:pt>
                <c:pt idx="93">
                  <c:v>20334.017110845605</c:v>
                </c:pt>
                <c:pt idx="94">
                  <c:v>20309.423943735183</c:v>
                </c:pt>
                <c:pt idx="95">
                  <c:v>20326.702237770871</c:v>
                </c:pt>
                <c:pt idx="96">
                  <c:v>20318.266995150341</c:v>
                </c:pt>
                <c:pt idx="97">
                  <c:v>20299.652521149732</c:v>
                </c:pt>
                <c:pt idx="98">
                  <c:v>20296.461120102584</c:v>
                </c:pt>
                <c:pt idx="99">
                  <c:v>20271.107702960799</c:v>
                </c:pt>
                <c:pt idx="100">
                  <c:v>20295.29803717574</c:v>
                </c:pt>
                <c:pt idx="101">
                  <c:v>20308.961000247917</c:v>
                </c:pt>
                <c:pt idx="102">
                  <c:v>20342.335335498461</c:v>
                </c:pt>
                <c:pt idx="103">
                  <c:v>20364.428852902845</c:v>
                </c:pt>
                <c:pt idx="104">
                  <c:v>20369.093565225085</c:v>
                </c:pt>
                <c:pt idx="105">
                  <c:v>20389.271072872012</c:v>
                </c:pt>
                <c:pt idx="106">
                  <c:v>20396.351192504808</c:v>
                </c:pt>
                <c:pt idx="107">
                  <c:v>20395.730322307241</c:v>
                </c:pt>
                <c:pt idx="108">
                  <c:v>20376.866383588676</c:v>
                </c:pt>
                <c:pt idx="109">
                  <c:v>20376.862065011312</c:v>
                </c:pt>
                <c:pt idx="110">
                  <c:v>20383.402718871668</c:v>
                </c:pt>
                <c:pt idx="111">
                  <c:v>20381.033744236611</c:v>
                </c:pt>
                <c:pt idx="112">
                  <c:v>20255.580684433542</c:v>
                </c:pt>
                <c:pt idx="113">
                  <c:v>20242.946190731156</c:v>
                </c:pt>
                <c:pt idx="114">
                  <c:v>20240.028432055678</c:v>
                </c:pt>
                <c:pt idx="115">
                  <c:v>20236.280441794646</c:v>
                </c:pt>
                <c:pt idx="116">
                  <c:v>20216.978877305603</c:v>
                </c:pt>
                <c:pt idx="117">
                  <c:v>20211.634818416569</c:v>
                </c:pt>
                <c:pt idx="118">
                  <c:v>20190.823051205531</c:v>
                </c:pt>
                <c:pt idx="119">
                  <c:v>20163.076127650493</c:v>
                </c:pt>
                <c:pt idx="120">
                  <c:v>20144.035603990043</c:v>
                </c:pt>
                <c:pt idx="121">
                  <c:v>20144.035603990043</c:v>
                </c:pt>
                <c:pt idx="122">
                  <c:v>20137.783728456168</c:v>
                </c:pt>
                <c:pt idx="123">
                  <c:v>20120.945960286146</c:v>
                </c:pt>
                <c:pt idx="124">
                  <c:v>20100.96805290231</c:v>
                </c:pt>
                <c:pt idx="125">
                  <c:v>20076.527586224882</c:v>
                </c:pt>
                <c:pt idx="126">
                  <c:v>20082.459814452173</c:v>
                </c:pt>
                <c:pt idx="127">
                  <c:v>20093.264490058278</c:v>
                </c:pt>
                <c:pt idx="128">
                  <c:v>20094.074693803344</c:v>
                </c:pt>
                <c:pt idx="129">
                  <c:v>20114.382171292913</c:v>
                </c:pt>
                <c:pt idx="130">
                  <c:v>20117.362402355575</c:v>
                </c:pt>
                <c:pt idx="131">
                  <c:v>20143.524347383685</c:v>
                </c:pt>
                <c:pt idx="132">
                  <c:v>20180.140927871646</c:v>
                </c:pt>
                <c:pt idx="133">
                  <c:v>20191.777921826793</c:v>
                </c:pt>
                <c:pt idx="134">
                  <c:v>20196.534944320483</c:v>
                </c:pt>
                <c:pt idx="135">
                  <c:v>20171.864530765259</c:v>
                </c:pt>
                <c:pt idx="136">
                  <c:v>20141.377937157715</c:v>
                </c:pt>
                <c:pt idx="137">
                  <c:v>20138.891540799497</c:v>
                </c:pt>
                <c:pt idx="138">
                  <c:v>20143.159559856682</c:v>
                </c:pt>
                <c:pt idx="139">
                  <c:v>20145.017144126734</c:v>
                </c:pt>
                <c:pt idx="140">
                  <c:v>20113.716784939003</c:v>
                </c:pt>
                <c:pt idx="141">
                  <c:v>20117.99118424844</c:v>
                </c:pt>
                <c:pt idx="142">
                  <c:v>20103.636634823244</c:v>
                </c:pt>
                <c:pt idx="143">
                  <c:v>20089.508437881872</c:v>
                </c:pt>
                <c:pt idx="144">
                  <c:v>20104.343586684241</c:v>
                </c:pt>
                <c:pt idx="145">
                  <c:v>20105.761239627442</c:v>
                </c:pt>
                <c:pt idx="146">
                  <c:v>20182.023380428222</c:v>
                </c:pt>
                <c:pt idx="147">
                  <c:v>20186.864066978345</c:v>
                </c:pt>
                <c:pt idx="148">
                  <c:v>20188.63917399331</c:v>
                </c:pt>
                <c:pt idx="149">
                  <c:v>20195.12672991482</c:v>
                </c:pt>
                <c:pt idx="150">
                  <c:v>20189.537062594809</c:v>
                </c:pt>
                <c:pt idx="151">
                  <c:v>20118.449380390284</c:v>
                </c:pt>
                <c:pt idx="152">
                  <c:v>20208.815087905765</c:v>
                </c:pt>
                <c:pt idx="153">
                  <c:v>20230.77925514356</c:v>
                </c:pt>
                <c:pt idx="154">
                  <c:v>20230.77925514356</c:v>
                </c:pt>
                <c:pt idx="155">
                  <c:v>20299.80515519897</c:v>
                </c:pt>
                <c:pt idx="156">
                  <c:v>20313.936441229325</c:v>
                </c:pt>
                <c:pt idx="157">
                  <c:v>20330.339844821065</c:v>
                </c:pt>
                <c:pt idx="158">
                  <c:v>20323.000944210129</c:v>
                </c:pt>
                <c:pt idx="159">
                  <c:v>20335.739596341475</c:v>
                </c:pt>
                <c:pt idx="160">
                  <c:v>20349.41833373515</c:v>
                </c:pt>
                <c:pt idx="161">
                  <c:v>20347.069963883856</c:v>
                </c:pt>
                <c:pt idx="162">
                  <c:v>20347.069963883856</c:v>
                </c:pt>
                <c:pt idx="163">
                  <c:v>20369.685719802928</c:v>
                </c:pt>
                <c:pt idx="164">
                  <c:v>20372.195854771362</c:v>
                </c:pt>
                <c:pt idx="165">
                  <c:v>20385.738524179749</c:v>
                </c:pt>
                <c:pt idx="166">
                  <c:v>21112.478835019192</c:v>
                </c:pt>
                <c:pt idx="167">
                  <c:v>21137.15910773812</c:v>
                </c:pt>
                <c:pt idx="168">
                  <c:v>21134.158009121729</c:v>
                </c:pt>
                <c:pt idx="169">
                  <c:v>21137.013221061661</c:v>
                </c:pt>
                <c:pt idx="170">
                  <c:v>21165.677873211895</c:v>
                </c:pt>
                <c:pt idx="171">
                  <c:v>21158.131108304508</c:v>
                </c:pt>
                <c:pt idx="172">
                  <c:v>21230.607014150344</c:v>
                </c:pt>
                <c:pt idx="173">
                  <c:v>21224.631530310111</c:v>
                </c:pt>
                <c:pt idx="174">
                  <c:v>21224.631530310111</c:v>
                </c:pt>
                <c:pt idx="175">
                  <c:v>21224.037681110938</c:v>
                </c:pt>
                <c:pt idx="176">
                  <c:v>21277.895710743596</c:v>
                </c:pt>
                <c:pt idx="177">
                  <c:v>21079.302431520948</c:v>
                </c:pt>
                <c:pt idx="178">
                  <c:v>21123.707053311246</c:v>
                </c:pt>
                <c:pt idx="179">
                  <c:v>21286.85673529729</c:v>
                </c:pt>
                <c:pt idx="180">
                  <c:v>21260.391848380696</c:v>
                </c:pt>
                <c:pt idx="181">
                  <c:v>21260.17605314665</c:v>
                </c:pt>
                <c:pt idx="182">
                  <c:v>21262.209585577773</c:v>
                </c:pt>
                <c:pt idx="183">
                  <c:v>21255.954087381404</c:v>
                </c:pt>
                <c:pt idx="184">
                  <c:v>21193.667466046289</c:v>
                </c:pt>
                <c:pt idx="185">
                  <c:v>21397.638355653962</c:v>
                </c:pt>
                <c:pt idx="186">
                  <c:v>21445.511074848015</c:v>
                </c:pt>
                <c:pt idx="187">
                  <c:v>21578.388008208989</c:v>
                </c:pt>
                <c:pt idx="188">
                  <c:v>21576.471588132041</c:v>
                </c:pt>
                <c:pt idx="189">
                  <c:v>21533.609617878919</c:v>
                </c:pt>
                <c:pt idx="190">
                  <c:v>21534.525778582421</c:v>
                </c:pt>
                <c:pt idx="191">
                  <c:v>21520.613144031573</c:v>
                </c:pt>
                <c:pt idx="192">
                  <c:v>21512.709791375732</c:v>
                </c:pt>
                <c:pt idx="193">
                  <c:v>21526.356890173611</c:v>
                </c:pt>
                <c:pt idx="194">
                  <c:v>21506.362239547147</c:v>
                </c:pt>
                <c:pt idx="195">
                  <c:v>21474.386447202767</c:v>
                </c:pt>
                <c:pt idx="196">
                  <c:v>21486.827052796605</c:v>
                </c:pt>
                <c:pt idx="197">
                  <c:v>21483.698221393744</c:v>
                </c:pt>
                <c:pt idx="198">
                  <c:v>21600.817553012203</c:v>
                </c:pt>
                <c:pt idx="199">
                  <c:v>21649.751561414654</c:v>
                </c:pt>
                <c:pt idx="200">
                  <c:v>21389.175902503281</c:v>
                </c:pt>
                <c:pt idx="201">
                  <c:v>21381.185915153099</c:v>
                </c:pt>
                <c:pt idx="202">
                  <c:v>21409.087638414054</c:v>
                </c:pt>
                <c:pt idx="203">
                  <c:v>21439.160849676224</c:v>
                </c:pt>
                <c:pt idx="204">
                  <c:v>21411.933994170908</c:v>
                </c:pt>
                <c:pt idx="205">
                  <c:v>21394.643141408182</c:v>
                </c:pt>
                <c:pt idx="206">
                  <c:v>21418.644461103115</c:v>
                </c:pt>
                <c:pt idx="207">
                  <c:v>21417.509827481208</c:v>
                </c:pt>
                <c:pt idx="208">
                  <c:v>21271.602065855725</c:v>
                </c:pt>
                <c:pt idx="209">
                  <c:v>21363.91982524818</c:v>
                </c:pt>
                <c:pt idx="210">
                  <c:v>21386.726484313778</c:v>
                </c:pt>
                <c:pt idx="211">
                  <c:v>21389.235329006209</c:v>
                </c:pt>
                <c:pt idx="212">
                  <c:v>21375.260029222616</c:v>
                </c:pt>
                <c:pt idx="213">
                  <c:v>21375.374997883839</c:v>
                </c:pt>
                <c:pt idx="214">
                  <c:v>21374.946932984589</c:v>
                </c:pt>
                <c:pt idx="215">
                  <c:v>21368.20198431865</c:v>
                </c:pt>
                <c:pt idx="216">
                  <c:v>21387.102322636489</c:v>
                </c:pt>
                <c:pt idx="217">
                  <c:v>21458.604877233567</c:v>
                </c:pt>
                <c:pt idx="218">
                  <c:v>21507.09031368978</c:v>
                </c:pt>
                <c:pt idx="219">
                  <c:v>21507.517382105427</c:v>
                </c:pt>
                <c:pt idx="220">
                  <c:v>21507.517382105427</c:v>
                </c:pt>
                <c:pt idx="221">
                  <c:v>21541.769210922819</c:v>
                </c:pt>
                <c:pt idx="222">
                  <c:v>21442.105261067842</c:v>
                </c:pt>
                <c:pt idx="223">
                  <c:v>21436.408805213181</c:v>
                </c:pt>
                <c:pt idx="224">
                  <c:v>21289.924885947581</c:v>
                </c:pt>
                <c:pt idx="225">
                  <c:v>21283.441328176486</c:v>
                </c:pt>
                <c:pt idx="226">
                  <c:v>21282.421200789471</c:v>
                </c:pt>
                <c:pt idx="227">
                  <c:v>21296.307927325422</c:v>
                </c:pt>
                <c:pt idx="228">
                  <c:v>21290.852554379242</c:v>
                </c:pt>
                <c:pt idx="229">
                  <c:v>21325.893344617238</c:v>
                </c:pt>
                <c:pt idx="230">
                  <c:v>21290.856862223638</c:v>
                </c:pt>
                <c:pt idx="231">
                  <c:v>21424.714753887984</c:v>
                </c:pt>
                <c:pt idx="232">
                  <c:v>21450.397975928776</c:v>
                </c:pt>
                <c:pt idx="233">
                  <c:v>21421.470416591736</c:v>
                </c:pt>
                <c:pt idx="234">
                  <c:v>21422.700517339734</c:v>
                </c:pt>
                <c:pt idx="235">
                  <c:v>21710.1754073927</c:v>
                </c:pt>
                <c:pt idx="236">
                  <c:v>21710.165707438773</c:v>
                </c:pt>
                <c:pt idx="237">
                  <c:v>21696.701170642107</c:v>
                </c:pt>
                <c:pt idx="238">
                  <c:v>21745.116717368473</c:v>
                </c:pt>
                <c:pt idx="239">
                  <c:v>21748.63085592811</c:v>
                </c:pt>
                <c:pt idx="240">
                  <c:v>21746.563918402266</c:v>
                </c:pt>
                <c:pt idx="241">
                  <c:v>21764.019654054231</c:v>
                </c:pt>
                <c:pt idx="242">
                  <c:v>21762.16544491212</c:v>
                </c:pt>
                <c:pt idx="243">
                  <c:v>21740.173599690166</c:v>
                </c:pt>
                <c:pt idx="244">
                  <c:v>21707.181263982598</c:v>
                </c:pt>
                <c:pt idx="245">
                  <c:v>21716.430717362346</c:v>
                </c:pt>
                <c:pt idx="246">
                  <c:v>21704.701400206763</c:v>
                </c:pt>
                <c:pt idx="247">
                  <c:v>21701.726684306155</c:v>
                </c:pt>
                <c:pt idx="248">
                  <c:v>21712.163262083508</c:v>
                </c:pt>
                <c:pt idx="249">
                  <c:v>21725.618880612594</c:v>
                </c:pt>
                <c:pt idx="250">
                  <c:v>21752.657340752234</c:v>
                </c:pt>
                <c:pt idx="251">
                  <c:v>21746.564852799442</c:v>
                </c:pt>
                <c:pt idx="252">
                  <c:v>21749.068313689731</c:v>
                </c:pt>
                <c:pt idx="253">
                  <c:v>21759.595623951816</c:v>
                </c:pt>
                <c:pt idx="254">
                  <c:v>21752.17988229102</c:v>
                </c:pt>
                <c:pt idx="255">
                  <c:v>21461.269053733235</c:v>
                </c:pt>
                <c:pt idx="256">
                  <c:v>21465.476087117237</c:v>
                </c:pt>
                <c:pt idx="257">
                  <c:v>21472.656214575454</c:v>
                </c:pt>
                <c:pt idx="258">
                  <c:v>21480.066693359189</c:v>
                </c:pt>
                <c:pt idx="259">
                  <c:v>21490.103695864931</c:v>
                </c:pt>
                <c:pt idx="260">
                  <c:v>21427.042630169311</c:v>
                </c:pt>
                <c:pt idx="261">
                  <c:v>21426.108675960746</c:v>
                </c:pt>
                <c:pt idx="262">
                  <c:v>21383.383951547279</c:v>
                </c:pt>
                <c:pt idx="263">
                  <c:v>21411.95702690068</c:v>
                </c:pt>
                <c:pt idx="264">
                  <c:v>21411.95702690068</c:v>
                </c:pt>
                <c:pt idx="265">
                  <c:v>21412.952109702434</c:v>
                </c:pt>
                <c:pt idx="266">
                  <c:v>21379.925105366332</c:v>
                </c:pt>
                <c:pt idx="267">
                  <c:v>21266.034322337069</c:v>
                </c:pt>
                <c:pt idx="268">
                  <c:v>21238.677605834277</c:v>
                </c:pt>
                <c:pt idx="269">
                  <c:v>21255.12862967802</c:v>
                </c:pt>
                <c:pt idx="270">
                  <c:v>21206.854075883013</c:v>
                </c:pt>
                <c:pt idx="271">
                  <c:v>21209.953220044019</c:v>
                </c:pt>
                <c:pt idx="272">
                  <c:v>21196.915581098721</c:v>
                </c:pt>
                <c:pt idx="273">
                  <c:v>21182.107952743027</c:v>
                </c:pt>
                <c:pt idx="274">
                  <c:v>21168.361173717614</c:v>
                </c:pt>
                <c:pt idx="275">
                  <c:v>21111.674978879902</c:v>
                </c:pt>
                <c:pt idx="276">
                  <c:v>21094.347739949721</c:v>
                </c:pt>
                <c:pt idx="277">
                  <c:v>21082.717716396659</c:v>
                </c:pt>
                <c:pt idx="278">
                  <c:v>21084.310579084755</c:v>
                </c:pt>
                <c:pt idx="279">
                  <c:v>21019.941569313323</c:v>
                </c:pt>
                <c:pt idx="280">
                  <c:v>21183.370393992587</c:v>
                </c:pt>
                <c:pt idx="281">
                  <c:v>21296.110838547102</c:v>
                </c:pt>
                <c:pt idx="282">
                  <c:v>21194.102317950805</c:v>
                </c:pt>
                <c:pt idx="283">
                  <c:v>21202.878311804307</c:v>
                </c:pt>
                <c:pt idx="284">
                  <c:v>21208.001754585399</c:v>
                </c:pt>
                <c:pt idx="285">
                  <c:v>21143.645290819357</c:v>
                </c:pt>
                <c:pt idx="286">
                  <c:v>21147.401375094953</c:v>
                </c:pt>
                <c:pt idx="287">
                  <c:v>21133.400079604402</c:v>
                </c:pt>
                <c:pt idx="288">
                  <c:v>21163.342405223335</c:v>
                </c:pt>
                <c:pt idx="289">
                  <c:v>21159.916103842788</c:v>
                </c:pt>
                <c:pt idx="290">
                  <c:v>21152.937534635992</c:v>
                </c:pt>
                <c:pt idx="291">
                  <c:v>21152.937534635992</c:v>
                </c:pt>
                <c:pt idx="292">
                  <c:v>21155.227302619853</c:v>
                </c:pt>
                <c:pt idx="293">
                  <c:v>21176.638857531303</c:v>
                </c:pt>
                <c:pt idx="294">
                  <c:v>21211.357719127725</c:v>
                </c:pt>
                <c:pt idx="295">
                  <c:v>20937.159319235569</c:v>
                </c:pt>
                <c:pt idx="296">
                  <c:v>20939.734264185081</c:v>
                </c:pt>
                <c:pt idx="297">
                  <c:v>20931.701999692399</c:v>
                </c:pt>
                <c:pt idx="298">
                  <c:v>20932.646961425296</c:v>
                </c:pt>
                <c:pt idx="299">
                  <c:v>20954.492730502614</c:v>
                </c:pt>
                <c:pt idx="300">
                  <c:v>20878.87399182047</c:v>
                </c:pt>
                <c:pt idx="301">
                  <c:v>20875.151311580052</c:v>
                </c:pt>
                <c:pt idx="302">
                  <c:v>20868.715936201384</c:v>
                </c:pt>
                <c:pt idx="303">
                  <c:v>20790.09535925711</c:v>
                </c:pt>
                <c:pt idx="304">
                  <c:v>20812.707161931474</c:v>
                </c:pt>
                <c:pt idx="305">
                  <c:v>20812.707161931474</c:v>
                </c:pt>
                <c:pt idx="306">
                  <c:v>20916.247971662357</c:v>
                </c:pt>
                <c:pt idx="307">
                  <c:v>20931.918027734111</c:v>
                </c:pt>
                <c:pt idx="308">
                  <c:v>20967.759325960433</c:v>
                </c:pt>
                <c:pt idx="309">
                  <c:v>20948.898548045661</c:v>
                </c:pt>
                <c:pt idx="310">
                  <c:v>20948.835295360041</c:v>
                </c:pt>
                <c:pt idx="311">
                  <c:v>20856.544599190463</c:v>
                </c:pt>
                <c:pt idx="312">
                  <c:v>20836.4425264247</c:v>
                </c:pt>
                <c:pt idx="313">
                  <c:v>20837.742633847902</c:v>
                </c:pt>
                <c:pt idx="314">
                  <c:v>20885.796769265555</c:v>
                </c:pt>
                <c:pt idx="315">
                  <c:v>20910.848114285014</c:v>
                </c:pt>
                <c:pt idx="316">
                  <c:v>20717.118605412434</c:v>
                </c:pt>
                <c:pt idx="317">
                  <c:v>20695.227021915965</c:v>
                </c:pt>
                <c:pt idx="318">
                  <c:v>20784.335428327609</c:v>
                </c:pt>
                <c:pt idx="319">
                  <c:v>20799.484631032003</c:v>
                </c:pt>
                <c:pt idx="320">
                  <c:v>20794.287582813638</c:v>
                </c:pt>
                <c:pt idx="321">
                  <c:v>20792.599494936123</c:v>
                </c:pt>
                <c:pt idx="322">
                  <c:v>20705.286751822321</c:v>
                </c:pt>
                <c:pt idx="323">
                  <c:v>20699.170286779114</c:v>
                </c:pt>
                <c:pt idx="324">
                  <c:v>20701.257236537331</c:v>
                </c:pt>
                <c:pt idx="325">
                  <c:v>20664.709278991304</c:v>
                </c:pt>
                <c:pt idx="326">
                  <c:v>20660.97912186167</c:v>
                </c:pt>
                <c:pt idx="327">
                  <c:v>20779.437690471415</c:v>
                </c:pt>
                <c:pt idx="328">
                  <c:v>20810.107146513485</c:v>
                </c:pt>
                <c:pt idx="329">
                  <c:v>20790.628976423923</c:v>
                </c:pt>
                <c:pt idx="330">
                  <c:v>20696.439937662628</c:v>
                </c:pt>
                <c:pt idx="331">
                  <c:v>20709.617200832494</c:v>
                </c:pt>
                <c:pt idx="332">
                  <c:v>20709.196787924597</c:v>
                </c:pt>
                <c:pt idx="333">
                  <c:v>20709.196787924597</c:v>
                </c:pt>
                <c:pt idx="334">
                  <c:v>20626.578025745701</c:v>
                </c:pt>
              </c:numCache>
            </c:numRef>
          </c:val>
          <c:smooth val="0"/>
          <c:extLst>
            <c:ext xmlns:c16="http://schemas.microsoft.com/office/drawing/2014/chart" uri="{C3380CC4-5D6E-409C-BE32-E72D297353CC}">
              <c16:uniqueId val="{00000001-25BE-41D9-BD38-081DCC63A250}"/>
            </c:ext>
          </c:extLst>
        </c:ser>
        <c:dLbls>
          <c:showLegendKey val="0"/>
          <c:showVal val="0"/>
          <c:showCatName val="0"/>
          <c:showSerName val="0"/>
          <c:showPercent val="0"/>
          <c:showBubbleSize val="0"/>
        </c:dLbls>
        <c:smooth val="0"/>
        <c:axId val="1269898767"/>
        <c:axId val="1269897327"/>
      </c:lineChart>
      <c:dateAx>
        <c:axId val="1269898767"/>
        <c:scaling>
          <c:orientation val="minMax"/>
          <c:max val="46265"/>
        </c:scaling>
        <c:delete val="0"/>
        <c:axPos val="b"/>
        <c:numFmt formatCode="[$-409]mmm\-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269897327"/>
        <c:crosses val="autoZero"/>
        <c:auto val="1"/>
        <c:lblOffset val="100"/>
        <c:baseTimeUnit val="days"/>
      </c:dateAx>
      <c:valAx>
        <c:axId val="1269897327"/>
        <c:scaling>
          <c:orientation val="minMax"/>
          <c:min val="16000"/>
        </c:scaling>
        <c:delete val="0"/>
        <c:axPos val="l"/>
        <c:majorGridlines>
          <c:spPr>
            <a:ln w="6350" cap="flat" cmpd="sng" algn="ctr">
              <a:solidFill>
                <a:schemeClr val="tx1">
                  <a:lumMod val="15000"/>
                  <a:lumOff val="85000"/>
                </a:schemeClr>
              </a:solidFill>
              <a:prstDash val="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269898767"/>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7689207014170898E-2"/>
          <c:y val="0.1096166384227468"/>
          <c:w val="0.9523107929858291"/>
          <c:h val="0.83182045833285301"/>
        </c:manualLayout>
      </c:layout>
      <c:barChart>
        <c:barDir val="col"/>
        <c:grouping val="clustered"/>
        <c:varyColors val="0"/>
        <c:ser>
          <c:idx val="0"/>
          <c:order val="0"/>
          <c:tx>
            <c:strRef>
              <c:f>'EPS chart'!$C$11</c:f>
              <c:strCache>
                <c:ptCount val="1"/>
                <c:pt idx="0">
                  <c:v>Consensus</c:v>
                </c:pt>
              </c:strCache>
            </c:strRef>
          </c:tx>
          <c:spPr>
            <a:solidFill>
              <a:srgbClr val="1F2F44"/>
            </a:solidFill>
            <a:ln>
              <a:noFill/>
            </a:ln>
            <a:effectLst/>
          </c:spPr>
          <c:invertIfNegative val="0"/>
          <c:dPt>
            <c:idx val="0"/>
            <c:invertIfNegative val="0"/>
            <c:bubble3D val="0"/>
            <c:spPr>
              <a:solidFill>
                <a:srgbClr val="707971"/>
              </a:solidFill>
              <a:ln>
                <a:noFill/>
              </a:ln>
              <a:effectLst/>
            </c:spPr>
            <c:extLst>
              <c:ext xmlns:c16="http://schemas.microsoft.com/office/drawing/2014/chart" uri="{C3380CC4-5D6E-409C-BE32-E72D297353CC}">
                <c16:uniqueId val="{00000001-3DD3-4B75-807E-6799627DFCB2}"/>
              </c:ext>
            </c:extLst>
          </c:dPt>
          <c:dPt>
            <c:idx val="1"/>
            <c:invertIfNegative val="0"/>
            <c:bubble3D val="0"/>
            <c:spPr>
              <a:solidFill>
                <a:srgbClr val="707971"/>
              </a:solidFill>
              <a:ln>
                <a:noFill/>
              </a:ln>
              <a:effectLst/>
            </c:spPr>
            <c:extLst>
              <c:ext xmlns:c16="http://schemas.microsoft.com/office/drawing/2014/chart" uri="{C3380CC4-5D6E-409C-BE32-E72D297353CC}">
                <c16:uniqueId val="{00000003-3DD3-4B75-807E-6799627DFCB2}"/>
              </c:ext>
            </c:extLst>
          </c:dPt>
          <c:dLbls>
            <c:numFmt formatCode="0.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'EPS chart'!$D$10:$G$10</c:f>
              <c:strCache>
                <c:ptCount val="4"/>
                <c:pt idx="0">
                  <c:v>2024</c:v>
                </c:pt>
                <c:pt idx="1">
                  <c:v>2025</c:v>
                </c:pt>
                <c:pt idx="2">
                  <c:v>2026E</c:v>
                </c:pt>
                <c:pt idx="3">
                  <c:v>2027E</c:v>
                </c:pt>
              </c:strCache>
            </c:strRef>
          </c:cat>
          <c:val>
            <c:numRef>
              <c:f>'EPS chart'!$D$11:$G$11</c:f>
              <c:numCache>
                <c:formatCode>0.0%</c:formatCode>
                <c:ptCount val="4"/>
                <c:pt idx="0">
                  <c:v>-0.1920091349051197</c:v>
                </c:pt>
                <c:pt idx="1">
                  <c:v>0.24883672005883578</c:v>
                </c:pt>
                <c:pt idx="2">
                  <c:v>0.40025723464631435</c:v>
                </c:pt>
                <c:pt idx="3">
                  <c:v>3.3772921845342072E-2</c:v>
                </c:pt>
              </c:numCache>
            </c:numRef>
          </c:val>
          <c:extLst>
            <c:ext xmlns:c16="http://schemas.microsoft.com/office/drawing/2014/chart" uri="{C3380CC4-5D6E-409C-BE32-E72D297353CC}">
              <c16:uniqueId val="{00000004-3DD3-4B75-807E-6799627DFCB2}"/>
            </c:ext>
          </c:extLst>
        </c:ser>
        <c:ser>
          <c:idx val="1"/>
          <c:order val="1"/>
          <c:tx>
            <c:strRef>
              <c:f>'EPS chart'!$C$12</c:f>
              <c:strCache>
                <c:ptCount val="1"/>
                <c:pt idx="0">
                  <c:v>XPe</c:v>
                </c:pt>
              </c:strCache>
            </c:strRef>
          </c:tx>
          <c:spPr>
            <a:solidFill>
              <a:srgbClr val="8EB3D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'EPS chart'!$D$10:$G$10</c:f>
              <c:strCache>
                <c:ptCount val="4"/>
                <c:pt idx="0">
                  <c:v>2024</c:v>
                </c:pt>
                <c:pt idx="1">
                  <c:v>2025</c:v>
                </c:pt>
                <c:pt idx="2">
                  <c:v>2026E</c:v>
                </c:pt>
                <c:pt idx="3">
                  <c:v>2027E</c:v>
                </c:pt>
              </c:strCache>
            </c:strRef>
          </c:cat>
          <c:val>
            <c:numRef>
              <c:f>'EPS chart'!$D$12:$G$12</c:f>
              <c:numCache>
                <c:formatCode>General</c:formatCode>
                <c:ptCount val="4"/>
                <c:pt idx="2" formatCode="0.0%">
                  <c:v>0.28030176721407479</c:v>
                </c:pt>
                <c:pt idx="3" formatCode="0.0%">
                  <c:v>0.1463813141540096</c:v>
                </c:pt>
              </c:numCache>
            </c:numRef>
          </c:val>
          <c:extLst>
            <c:ext xmlns:c16="http://schemas.microsoft.com/office/drawing/2014/chart" uri="{C3380CC4-5D6E-409C-BE32-E72D297353CC}">
              <c16:uniqueId val="{00000005-3DD3-4B75-807E-6799627DFCB2}"/>
            </c:ext>
          </c:extLst>
        </c:ser>
        <c:dLbls>
          <c:dLblPos val="outEnd"/>
          <c:showLegendKey val="0"/>
          <c:showVal val="1"/>
          <c:showCatName val="0"/>
          <c:showSerName val="0"/>
          <c:showPercent val="0"/>
          <c:showBubbleSize val="0"/>
        </c:dLbls>
        <c:gapWidth val="100"/>
        <c:overlap val="-27"/>
        <c:axId val="641628720"/>
        <c:axId val="641629200"/>
      </c:barChart>
      <c:catAx>
        <c:axId val="641628720"/>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641629200"/>
        <c:crosses val="autoZero"/>
        <c:auto val="1"/>
        <c:lblAlgn val="ctr"/>
        <c:lblOffset val="100"/>
        <c:noMultiLvlLbl val="0"/>
      </c:catAx>
      <c:valAx>
        <c:axId val="641629200"/>
        <c:scaling>
          <c:orientation val="minMax"/>
        </c:scaling>
        <c:delete val="1"/>
        <c:axPos val="l"/>
        <c:numFmt formatCode="0.0%" sourceLinked="1"/>
        <c:majorTickMark val="none"/>
        <c:minorTickMark val="none"/>
        <c:tickLblPos val="nextTo"/>
        <c:crossAx val="64162872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Ibovespa</c:v>
                </c:pt>
              </c:strCache>
            </c:strRef>
          </c:tx>
          <c:spPr>
            <a:ln w="28575" cap="rnd">
              <a:solidFill>
                <a:schemeClr val="accent3"/>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Sheet1!$B$2:$B$3093</c:f>
              <c:numCache>
                <c:formatCode>m/d/yyyy</c:formatCode>
                <c:ptCount val="3092"/>
                <c:pt idx="0">
                  <c:v>30.904</c:v>
                </c:pt>
                <c:pt idx="1">
                  <c:v>30.71</c:v>
                </c:pt>
                <c:pt idx="2">
                  <c:v>31.097000000000001</c:v>
                </c:pt>
                <c:pt idx="3">
                  <c:v>31.283000000000001</c:v>
                </c:pt>
                <c:pt idx="4">
                  <c:v>31.774999999999999</c:v>
                </c:pt>
                <c:pt idx="5">
                  <c:v>30.643000000000001</c:v>
                </c:pt>
                <c:pt idx="6">
                  <c:v>30.524000000000001</c:v>
                </c:pt>
                <c:pt idx="7">
                  <c:v>30.25</c:v>
                </c:pt>
                <c:pt idx="8">
                  <c:v>29.2</c:v>
                </c:pt>
                <c:pt idx="9">
                  <c:v>28.795000000000002</c:v>
                </c:pt>
                <c:pt idx="10">
                  <c:v>29.436</c:v>
                </c:pt>
                <c:pt idx="11">
                  <c:v>29.587</c:v>
                </c:pt>
                <c:pt idx="12">
                  <c:v>29.007999999999999</c:v>
                </c:pt>
                <c:pt idx="13">
                  <c:v>29.526</c:v>
                </c:pt>
                <c:pt idx="14">
                  <c:v>29.22</c:v>
                </c:pt>
                <c:pt idx="15">
                  <c:v>31.734000000000002</c:v>
                </c:pt>
                <c:pt idx="16">
                  <c:v>29.593</c:v>
                </c:pt>
                <c:pt idx="17">
                  <c:v>30.396999999999998</c:v>
                </c:pt>
                <c:pt idx="18">
                  <c:v>31.622</c:v>
                </c:pt>
                <c:pt idx="19">
                  <c:v>32.037999999999997</c:v>
                </c:pt>
                <c:pt idx="20">
                  <c:v>32.026000000000003</c:v>
                </c:pt>
                <c:pt idx="21">
                  <c:v>31.928999999999998</c:v>
                </c:pt>
                <c:pt idx="22">
                  <c:v>31.974</c:v>
                </c:pt>
                <c:pt idx="23">
                  <c:v>30.779</c:v>
                </c:pt>
                <c:pt idx="24">
                  <c:v>29.852</c:v>
                </c:pt>
                <c:pt idx="25">
                  <c:v>29.635000000000002</c:v>
                </c:pt>
                <c:pt idx="26">
                  <c:v>28.972000000000001</c:v>
                </c:pt>
                <c:pt idx="27">
                  <c:v>28.984999999999999</c:v>
                </c:pt>
                <c:pt idx="28">
                  <c:v>28.634</c:v>
                </c:pt>
                <c:pt idx="29">
                  <c:v>28.33</c:v>
                </c:pt>
                <c:pt idx="30">
                  <c:v>27.846</c:v>
                </c:pt>
                <c:pt idx="31">
                  <c:v>28.199000000000002</c:v>
                </c:pt>
                <c:pt idx="32">
                  <c:v>29.113</c:v>
                </c:pt>
                <c:pt idx="33">
                  <c:v>32.594000000000001</c:v>
                </c:pt>
                <c:pt idx="34">
                  <c:v>31.968</c:v>
                </c:pt>
                <c:pt idx="35">
                  <c:v>28.6</c:v>
                </c:pt>
                <c:pt idx="36">
                  <c:v>28.33</c:v>
                </c:pt>
                <c:pt idx="37">
                  <c:v>28.152000000000001</c:v>
                </c:pt>
                <c:pt idx="38">
                  <c:v>28.391999999999999</c:v>
                </c:pt>
                <c:pt idx="39">
                  <c:v>29.007999999999999</c:v>
                </c:pt>
                <c:pt idx="40">
                  <c:v>29.396000000000001</c:v>
                </c:pt>
                <c:pt idx="41">
                  <c:v>29.527999999999999</c:v>
                </c:pt>
                <c:pt idx="42">
                  <c:v>28.806999999999999</c:v>
                </c:pt>
                <c:pt idx="43">
                  <c:v>28.798999999999999</c:v>
                </c:pt>
                <c:pt idx="44">
                  <c:v>29.51</c:v>
                </c:pt>
                <c:pt idx="45">
                  <c:v>29.484999999999999</c:v>
                </c:pt>
                <c:pt idx="46">
                  <c:v>28.792000000000002</c:v>
                </c:pt>
                <c:pt idx="47">
                  <c:v>27.048999999999999</c:v>
                </c:pt>
                <c:pt idx="48">
                  <c:v>26.983000000000001</c:v>
                </c:pt>
                <c:pt idx="49">
                  <c:v>26.713999999999999</c:v>
                </c:pt>
                <c:pt idx="50">
                  <c:v>27.411999999999999</c:v>
                </c:pt>
                <c:pt idx="51">
                  <c:v>29.459</c:v>
                </c:pt>
                <c:pt idx="52">
                  <c:v>30.338999999999999</c:v>
                </c:pt>
                <c:pt idx="53">
                  <c:v>24.757000000000001</c:v>
                </c:pt>
                <c:pt idx="54">
                  <c:v>24.866</c:v>
                </c:pt>
                <c:pt idx="55">
                  <c:v>27.225999999999999</c:v>
                </c:pt>
                <c:pt idx="56">
                  <c:v>29.634</c:v>
                </c:pt>
                <c:pt idx="57">
                  <c:v>26.611999999999998</c:v>
                </c:pt>
                <c:pt idx="58">
                  <c:v>26.765000000000001</c:v>
                </c:pt>
                <c:pt idx="59">
                  <c:v>26.427</c:v>
                </c:pt>
                <c:pt idx="60">
                  <c:v>26.846</c:v>
                </c:pt>
                <c:pt idx="61">
                  <c:v>27.393999999999998</c:v>
                </c:pt>
                <c:pt idx="62">
                  <c:v>28.748999999999999</c:v>
                </c:pt>
                <c:pt idx="63">
                  <c:v>28.742000000000001</c:v>
                </c:pt>
                <c:pt idx="64">
                  <c:v>31.981999999999999</c:v>
                </c:pt>
                <c:pt idx="65">
                  <c:v>26.872</c:v>
                </c:pt>
                <c:pt idx="66">
                  <c:v>27.170999999999999</c:v>
                </c:pt>
                <c:pt idx="67">
                  <c:v>26.728000000000002</c:v>
                </c:pt>
                <c:pt idx="68">
                  <c:v>26.178000000000001</c:v>
                </c:pt>
                <c:pt idx="69">
                  <c:v>25.81</c:v>
                </c:pt>
                <c:pt idx="70">
                  <c:v>25.593</c:v>
                </c:pt>
                <c:pt idx="71">
                  <c:v>26.052</c:v>
                </c:pt>
                <c:pt idx="72">
                  <c:v>27.013000000000002</c:v>
                </c:pt>
                <c:pt idx="73">
                  <c:v>27.433</c:v>
                </c:pt>
                <c:pt idx="74">
                  <c:v>27.715</c:v>
                </c:pt>
                <c:pt idx="75">
                  <c:v>27.765999999999998</c:v>
                </c:pt>
                <c:pt idx="76">
                  <c:v>31.138000000000002</c:v>
                </c:pt>
                <c:pt idx="77">
                  <c:v>32.155999999999999</c:v>
                </c:pt>
                <c:pt idx="78">
                  <c:v>27.555</c:v>
                </c:pt>
                <c:pt idx="79">
                  <c:v>27.422000000000001</c:v>
                </c:pt>
                <c:pt idx="80">
                  <c:v>26.821000000000002</c:v>
                </c:pt>
                <c:pt idx="81">
                  <c:v>26.084</c:v>
                </c:pt>
                <c:pt idx="82">
                  <c:v>25.654</c:v>
                </c:pt>
                <c:pt idx="83">
                  <c:v>25.698</c:v>
                </c:pt>
                <c:pt idx="84">
                  <c:v>25.489000000000001</c:v>
                </c:pt>
                <c:pt idx="85">
                  <c:v>26.709</c:v>
                </c:pt>
                <c:pt idx="86">
                  <c:v>26.573</c:v>
                </c:pt>
                <c:pt idx="87">
                  <c:v>26.248999999999999</c:v>
                </c:pt>
                <c:pt idx="88">
                  <c:v>26.291</c:v>
                </c:pt>
                <c:pt idx="89">
                  <c:v>25.919</c:v>
                </c:pt>
                <c:pt idx="90">
                  <c:v>25.052</c:v>
                </c:pt>
                <c:pt idx="91">
                  <c:v>25.131</c:v>
                </c:pt>
                <c:pt idx="92">
                  <c:v>24.692</c:v>
                </c:pt>
                <c:pt idx="93">
                  <c:v>24.207999999999998</c:v>
                </c:pt>
                <c:pt idx="94">
                  <c:v>24.765999999999998</c:v>
                </c:pt>
                <c:pt idx="95">
                  <c:v>24.562999999999999</c:v>
                </c:pt>
                <c:pt idx="96">
                  <c:v>24.757999999999999</c:v>
                </c:pt>
                <c:pt idx="97">
                  <c:v>24.847999999999999</c:v>
                </c:pt>
                <c:pt idx="98">
                  <c:v>25.337</c:v>
                </c:pt>
                <c:pt idx="99">
                  <c:v>29.236999999999998</c:v>
                </c:pt>
                <c:pt idx="100">
                  <c:v>27.806000000000001</c:v>
                </c:pt>
                <c:pt idx="101">
                  <c:v>28.21</c:v>
                </c:pt>
                <c:pt idx="102">
                  <c:v>26.699000000000002</c:v>
                </c:pt>
                <c:pt idx="103">
                  <c:v>26.445</c:v>
                </c:pt>
                <c:pt idx="104">
                  <c:v>25.744</c:v>
                </c:pt>
                <c:pt idx="105">
                  <c:v>26.709</c:v>
                </c:pt>
                <c:pt idx="106">
                  <c:v>26.942</c:v>
                </c:pt>
                <c:pt idx="107">
                  <c:v>26.465</c:v>
                </c:pt>
                <c:pt idx="108">
                  <c:v>28.844999999999999</c:v>
                </c:pt>
                <c:pt idx="109">
                  <c:v>29.818999999999999</c:v>
                </c:pt>
                <c:pt idx="110">
                  <c:v>31.187000000000001</c:v>
                </c:pt>
                <c:pt idx="111">
                  <c:v>25.666</c:v>
                </c:pt>
                <c:pt idx="112">
                  <c:v>25.259</c:v>
                </c:pt>
                <c:pt idx="113">
                  <c:v>25.009</c:v>
                </c:pt>
                <c:pt idx="114">
                  <c:v>27.797999999999998</c:v>
                </c:pt>
                <c:pt idx="115">
                  <c:v>27.741</c:v>
                </c:pt>
                <c:pt idx="116">
                  <c:v>29.513000000000002</c:v>
                </c:pt>
                <c:pt idx="117">
                  <c:v>29.064</c:v>
                </c:pt>
                <c:pt idx="118">
                  <c:v>28.94</c:v>
                </c:pt>
                <c:pt idx="119">
                  <c:v>29.812999999999999</c:v>
                </c:pt>
                <c:pt idx="120">
                  <c:v>29.885999999999999</c:v>
                </c:pt>
                <c:pt idx="121">
                  <c:v>32.527000000000001</c:v>
                </c:pt>
                <c:pt idx="122">
                  <c:v>33.051000000000002</c:v>
                </c:pt>
                <c:pt idx="123">
                  <c:v>29.282</c:v>
                </c:pt>
                <c:pt idx="124">
                  <c:v>30.05</c:v>
                </c:pt>
                <c:pt idx="125">
                  <c:v>30.094000000000001</c:v>
                </c:pt>
                <c:pt idx="126">
                  <c:v>29.315000000000001</c:v>
                </c:pt>
                <c:pt idx="127">
                  <c:v>29.524000000000001</c:v>
                </c:pt>
                <c:pt idx="128">
                  <c:v>29.710999999999999</c:v>
                </c:pt>
                <c:pt idx="129">
                  <c:v>29.224</c:v>
                </c:pt>
                <c:pt idx="130">
                  <c:v>29.283000000000001</c:v>
                </c:pt>
                <c:pt idx="131">
                  <c:v>29.547999999999998</c:v>
                </c:pt>
                <c:pt idx="132">
                  <c:v>30.312000000000001</c:v>
                </c:pt>
                <c:pt idx="133">
                  <c:v>31.541</c:v>
                </c:pt>
                <c:pt idx="134">
                  <c:v>31.006</c:v>
                </c:pt>
                <c:pt idx="135">
                  <c:v>29.202999999999999</c:v>
                </c:pt>
                <c:pt idx="136">
                  <c:v>28.254000000000001</c:v>
                </c:pt>
                <c:pt idx="137">
                  <c:v>27.568999999999999</c:v>
                </c:pt>
                <c:pt idx="138">
                  <c:v>26.922999999999998</c:v>
                </c:pt>
                <c:pt idx="139">
                  <c:v>26.474</c:v>
                </c:pt>
                <c:pt idx="140">
                  <c:v>26.670999999999999</c:v>
                </c:pt>
                <c:pt idx="141">
                  <c:v>29.986000000000001</c:v>
                </c:pt>
                <c:pt idx="142">
                  <c:v>26.106999999999999</c:v>
                </c:pt>
                <c:pt idx="143">
                  <c:v>26.143999999999998</c:v>
                </c:pt>
                <c:pt idx="144">
                  <c:v>25.885999999999999</c:v>
                </c:pt>
                <c:pt idx="145">
                  <c:v>25.428999999999998</c:v>
                </c:pt>
                <c:pt idx="146">
                  <c:v>25.608000000000001</c:v>
                </c:pt>
                <c:pt idx="147">
                  <c:v>25.681999999999999</c:v>
                </c:pt>
                <c:pt idx="148">
                  <c:v>25.584</c:v>
                </c:pt>
                <c:pt idx="149">
                  <c:v>25.675000000000001</c:v>
                </c:pt>
                <c:pt idx="150">
                  <c:v>25.681000000000001</c:v>
                </c:pt>
                <c:pt idx="151">
                  <c:v>27.201000000000001</c:v>
                </c:pt>
                <c:pt idx="152">
                  <c:v>28.207000000000001</c:v>
                </c:pt>
                <c:pt idx="153">
                  <c:v>28.707999999999998</c:v>
                </c:pt>
                <c:pt idx="154">
                  <c:v>28.878</c:v>
                </c:pt>
                <c:pt idx="155">
                  <c:v>28.045000000000002</c:v>
                </c:pt>
                <c:pt idx="156">
                  <c:v>30.683</c:v>
                </c:pt>
                <c:pt idx="157">
                  <c:v>27.347000000000001</c:v>
                </c:pt>
                <c:pt idx="158">
                  <c:v>27.698</c:v>
                </c:pt>
                <c:pt idx="159">
                  <c:v>27.545999999999999</c:v>
                </c:pt>
                <c:pt idx="160">
                  <c:v>27.295999999999999</c:v>
                </c:pt>
                <c:pt idx="161">
                  <c:v>28.007999999999999</c:v>
                </c:pt>
                <c:pt idx="162">
                  <c:v>29.821999999999999</c:v>
                </c:pt>
                <c:pt idx="163">
                  <c:v>30.157</c:v>
                </c:pt>
                <c:pt idx="164">
                  <c:v>29.177</c:v>
                </c:pt>
                <c:pt idx="165">
                  <c:v>28.667999999999999</c:v>
                </c:pt>
                <c:pt idx="166">
                  <c:v>29.367999999999999</c:v>
                </c:pt>
                <c:pt idx="167">
                  <c:v>28.841999999999999</c:v>
                </c:pt>
                <c:pt idx="168">
                  <c:v>29.529</c:v>
                </c:pt>
                <c:pt idx="169">
                  <c:v>29.986000000000001</c:v>
                </c:pt>
                <c:pt idx="170">
                  <c:v>29.815000000000001</c:v>
                </c:pt>
                <c:pt idx="171">
                  <c:v>29.876999999999999</c:v>
                </c:pt>
                <c:pt idx="172">
                  <c:v>30.254999999999999</c:v>
                </c:pt>
                <c:pt idx="173">
                  <c:v>30.867999999999999</c:v>
                </c:pt>
                <c:pt idx="174">
                  <c:v>30.384</c:v>
                </c:pt>
                <c:pt idx="175">
                  <c:v>29.352</c:v>
                </c:pt>
                <c:pt idx="176">
                  <c:v>29.308</c:v>
                </c:pt>
                <c:pt idx="177">
                  <c:v>29.177</c:v>
                </c:pt>
                <c:pt idx="178">
                  <c:v>29.097999999999999</c:v>
                </c:pt>
                <c:pt idx="179">
                  <c:v>29.120999999999999</c:v>
                </c:pt>
                <c:pt idx="180">
                  <c:v>29.824000000000002</c:v>
                </c:pt>
                <c:pt idx="181">
                  <c:v>30.875</c:v>
                </c:pt>
                <c:pt idx="182">
                  <c:v>31.315999999999999</c:v>
                </c:pt>
                <c:pt idx="183">
                  <c:v>31.658000000000001</c:v>
                </c:pt>
                <c:pt idx="184">
                  <c:v>31.015000000000001</c:v>
                </c:pt>
                <c:pt idx="185">
                  <c:v>32.037999999999997</c:v>
                </c:pt>
                <c:pt idx="186">
                  <c:v>32.776000000000003</c:v>
                </c:pt>
                <c:pt idx="187">
                  <c:v>32.084000000000003</c:v>
                </c:pt>
                <c:pt idx="188">
                  <c:v>33.009</c:v>
                </c:pt>
                <c:pt idx="189">
                  <c:v>34.008000000000003</c:v>
                </c:pt>
                <c:pt idx="190">
                  <c:v>34.243000000000002</c:v>
                </c:pt>
                <c:pt idx="191">
                  <c:v>33.768999999999998</c:v>
                </c:pt>
                <c:pt idx="192">
                  <c:v>32.552999999999997</c:v>
                </c:pt>
                <c:pt idx="193">
                  <c:v>32.438000000000002</c:v>
                </c:pt>
                <c:pt idx="194">
                  <c:v>33.341000000000001</c:v>
                </c:pt>
                <c:pt idx="195">
                  <c:v>33.39</c:v>
                </c:pt>
                <c:pt idx="196">
                  <c:v>33.286000000000001</c:v>
                </c:pt>
                <c:pt idx="197">
                  <c:v>33.631999999999998</c:v>
                </c:pt>
                <c:pt idx="198">
                  <c:v>32.935000000000002</c:v>
                </c:pt>
                <c:pt idx="199">
                  <c:v>32.616</c:v>
                </c:pt>
                <c:pt idx="200">
                  <c:v>32.438000000000002</c:v>
                </c:pt>
                <c:pt idx="201">
                  <c:v>32.414999999999999</c:v>
                </c:pt>
                <c:pt idx="202">
                  <c:v>32.268000000000001</c:v>
                </c:pt>
                <c:pt idx="203">
                  <c:v>32.185000000000002</c:v>
                </c:pt>
                <c:pt idx="204">
                  <c:v>32.814</c:v>
                </c:pt>
                <c:pt idx="205">
                  <c:v>33.122999999999998</c:v>
                </c:pt>
                <c:pt idx="206">
                  <c:v>34.234999999999999</c:v>
                </c:pt>
                <c:pt idx="207">
                  <c:v>34.78</c:v>
                </c:pt>
                <c:pt idx="208">
                  <c:v>35.24</c:v>
                </c:pt>
                <c:pt idx="209">
                  <c:v>36.554000000000002</c:v>
                </c:pt>
                <c:pt idx="210">
                  <c:v>37.398000000000003</c:v>
                </c:pt>
                <c:pt idx="211">
                  <c:v>37.191000000000003</c:v>
                </c:pt>
                <c:pt idx="212">
                  <c:v>37.786000000000001</c:v>
                </c:pt>
                <c:pt idx="213">
                  <c:v>37.776000000000003</c:v>
                </c:pt>
                <c:pt idx="214">
                  <c:v>39.603000000000002</c:v>
                </c:pt>
                <c:pt idx="215">
                  <c:v>37.920999999999999</c:v>
                </c:pt>
                <c:pt idx="216">
                  <c:v>37.509</c:v>
                </c:pt>
                <c:pt idx="217">
                  <c:v>37.289000000000001</c:v>
                </c:pt>
                <c:pt idx="218">
                  <c:v>37.649000000000001</c:v>
                </c:pt>
                <c:pt idx="219">
                  <c:v>37.841999999999999</c:v>
                </c:pt>
                <c:pt idx="220">
                  <c:v>39.034999999999997</c:v>
                </c:pt>
                <c:pt idx="221">
                  <c:v>40.03</c:v>
                </c:pt>
                <c:pt idx="222">
                  <c:v>40.353000000000002</c:v>
                </c:pt>
                <c:pt idx="223">
                  <c:v>40.082000000000001</c:v>
                </c:pt>
                <c:pt idx="224">
                  <c:v>39.61</c:v>
                </c:pt>
                <c:pt idx="225">
                  <c:v>39.113999999999997</c:v>
                </c:pt>
                <c:pt idx="226">
                  <c:v>39.436999999999998</c:v>
                </c:pt>
                <c:pt idx="227">
                  <c:v>40.06</c:v>
                </c:pt>
                <c:pt idx="228">
                  <c:v>39.700000000000003</c:v>
                </c:pt>
                <c:pt idx="229">
                  <c:v>39.744</c:v>
                </c:pt>
                <c:pt idx="230">
                  <c:v>39.444000000000003</c:v>
                </c:pt>
                <c:pt idx="231">
                  <c:v>38.712000000000003</c:v>
                </c:pt>
                <c:pt idx="232">
                  <c:v>38.601999999999997</c:v>
                </c:pt>
                <c:pt idx="233">
                  <c:v>39.256</c:v>
                </c:pt>
                <c:pt idx="234">
                  <c:v>39.174999999999997</c:v>
                </c:pt>
                <c:pt idx="235">
                  <c:v>40.429000000000002</c:v>
                </c:pt>
                <c:pt idx="236">
                  <c:v>39.375</c:v>
                </c:pt>
                <c:pt idx="237">
                  <c:v>38.517000000000003</c:v>
                </c:pt>
                <c:pt idx="238">
                  <c:v>37.963000000000001</c:v>
                </c:pt>
                <c:pt idx="239">
                  <c:v>37.965000000000003</c:v>
                </c:pt>
                <c:pt idx="240">
                  <c:v>38.564</c:v>
                </c:pt>
                <c:pt idx="241">
                  <c:v>38.780999999999999</c:v>
                </c:pt>
                <c:pt idx="242">
                  <c:v>38.143000000000001</c:v>
                </c:pt>
                <c:pt idx="243">
                  <c:v>36.847000000000001</c:v>
                </c:pt>
                <c:pt idx="244">
                  <c:v>36.737000000000002</c:v>
                </c:pt>
                <c:pt idx="245">
                  <c:v>36.872</c:v>
                </c:pt>
                <c:pt idx="246">
                  <c:v>36.488</c:v>
                </c:pt>
                <c:pt idx="247">
                  <c:v>36.154000000000003</c:v>
                </c:pt>
                <c:pt idx="248">
                  <c:v>36.101999999999997</c:v>
                </c:pt>
                <c:pt idx="249">
                  <c:v>36.314</c:v>
                </c:pt>
                <c:pt idx="250">
                  <c:v>36.572000000000003</c:v>
                </c:pt>
                <c:pt idx="251">
                  <c:v>35.683</c:v>
                </c:pt>
                <c:pt idx="252">
                  <c:v>34.600999999999999</c:v>
                </c:pt>
                <c:pt idx="253">
                  <c:v>34.238</c:v>
                </c:pt>
                <c:pt idx="254">
                  <c:v>33.765000000000001</c:v>
                </c:pt>
                <c:pt idx="255">
                  <c:v>34.134</c:v>
                </c:pt>
                <c:pt idx="256">
                  <c:v>33.618000000000002</c:v>
                </c:pt>
                <c:pt idx="257">
                  <c:v>34.036000000000001</c:v>
                </c:pt>
                <c:pt idx="258">
                  <c:v>34.192</c:v>
                </c:pt>
                <c:pt idx="259">
                  <c:v>34.350999999999999</c:v>
                </c:pt>
                <c:pt idx="260">
                  <c:v>34.677999999999997</c:v>
                </c:pt>
                <c:pt idx="261">
                  <c:v>35.116999999999997</c:v>
                </c:pt>
                <c:pt idx="262">
                  <c:v>35.520000000000003</c:v>
                </c:pt>
                <c:pt idx="263">
                  <c:v>35.847999999999999</c:v>
                </c:pt>
                <c:pt idx="264">
                  <c:v>35.844000000000001</c:v>
                </c:pt>
                <c:pt idx="265">
                  <c:v>36.078000000000003</c:v>
                </c:pt>
                <c:pt idx="266">
                  <c:v>36.677</c:v>
                </c:pt>
                <c:pt idx="267">
                  <c:v>37.246000000000002</c:v>
                </c:pt>
                <c:pt idx="268">
                  <c:v>37.207999999999998</c:v>
                </c:pt>
                <c:pt idx="269">
                  <c:v>37.293999999999997</c:v>
                </c:pt>
                <c:pt idx="270">
                  <c:v>38.39</c:v>
                </c:pt>
                <c:pt idx="271">
                  <c:v>37.881</c:v>
                </c:pt>
                <c:pt idx="272">
                  <c:v>37.927</c:v>
                </c:pt>
                <c:pt idx="273">
                  <c:v>37.759</c:v>
                </c:pt>
                <c:pt idx="274">
                  <c:v>37.847000000000001</c:v>
                </c:pt>
                <c:pt idx="275">
                  <c:v>37.985999999999997</c:v>
                </c:pt>
                <c:pt idx="276">
                  <c:v>38.1</c:v>
                </c:pt>
                <c:pt idx="277">
                  <c:v>37.5</c:v>
                </c:pt>
                <c:pt idx="278">
                  <c:v>38.210999999999999</c:v>
                </c:pt>
                <c:pt idx="279">
                  <c:v>37.459000000000003</c:v>
                </c:pt>
                <c:pt idx="280">
                  <c:v>37.194000000000003</c:v>
                </c:pt>
                <c:pt idx="281">
                  <c:v>37.298999999999999</c:v>
                </c:pt>
                <c:pt idx="282">
                  <c:v>37.283999999999999</c:v>
                </c:pt>
                <c:pt idx="283">
                  <c:v>36.881999999999998</c:v>
                </c:pt>
                <c:pt idx="284">
                  <c:v>36.43</c:v>
                </c:pt>
                <c:pt idx="285">
                  <c:v>36.454999999999998</c:v>
                </c:pt>
                <c:pt idx="286">
                  <c:v>36.64</c:v>
                </c:pt>
                <c:pt idx="287">
                  <c:v>37.253</c:v>
                </c:pt>
                <c:pt idx="288">
                  <c:v>37.280999999999999</c:v>
                </c:pt>
                <c:pt idx="289">
                  <c:v>37.295000000000002</c:v>
                </c:pt>
                <c:pt idx="290">
                  <c:v>37.197000000000003</c:v>
                </c:pt>
                <c:pt idx="291">
                  <c:v>36.987000000000002</c:v>
                </c:pt>
                <c:pt idx="292">
                  <c:v>36.853000000000002</c:v>
                </c:pt>
                <c:pt idx="293">
                  <c:v>36.670999999999999</c:v>
                </c:pt>
                <c:pt idx="294">
                  <c:v>36.857999999999997</c:v>
                </c:pt>
                <c:pt idx="295">
                  <c:v>35.837000000000003</c:v>
                </c:pt>
                <c:pt idx="296">
                  <c:v>35.756</c:v>
                </c:pt>
                <c:pt idx="297">
                  <c:v>35.091999999999999</c:v>
                </c:pt>
                <c:pt idx="298">
                  <c:v>34.884999999999998</c:v>
                </c:pt>
                <c:pt idx="299">
                  <c:v>35.450000000000003</c:v>
                </c:pt>
                <c:pt idx="300">
                  <c:v>35.817</c:v>
                </c:pt>
                <c:pt idx="301">
                  <c:v>35.783000000000001</c:v>
                </c:pt>
                <c:pt idx="302">
                  <c:v>36.917000000000002</c:v>
                </c:pt>
                <c:pt idx="303">
                  <c:v>36.85</c:v>
                </c:pt>
                <c:pt idx="304">
                  <c:v>36.250999999999998</c:v>
                </c:pt>
                <c:pt idx="305">
                  <c:v>36.399000000000001</c:v>
                </c:pt>
                <c:pt idx="306">
                  <c:v>36.439</c:v>
                </c:pt>
                <c:pt idx="307">
                  <c:v>35.726999999999997</c:v>
                </c:pt>
                <c:pt idx="308">
                  <c:v>35.591999999999999</c:v>
                </c:pt>
                <c:pt idx="309">
                  <c:v>35.756</c:v>
                </c:pt>
                <c:pt idx="310">
                  <c:v>36.017000000000003</c:v>
                </c:pt>
                <c:pt idx="311">
                  <c:v>35.716000000000001</c:v>
                </c:pt>
                <c:pt idx="312">
                  <c:v>35.593000000000004</c:v>
                </c:pt>
                <c:pt idx="313">
                  <c:v>35.959000000000003</c:v>
                </c:pt>
                <c:pt idx="314">
                  <c:v>36.274999999999999</c:v>
                </c:pt>
                <c:pt idx="315">
                  <c:v>35.261000000000003</c:v>
                </c:pt>
                <c:pt idx="316">
                  <c:v>35.619</c:v>
                </c:pt>
                <c:pt idx="317">
                  <c:v>35.686</c:v>
                </c:pt>
                <c:pt idx="318">
                  <c:v>34.779000000000003</c:v>
                </c:pt>
                <c:pt idx="319">
                  <c:v>35.661999999999999</c:v>
                </c:pt>
                <c:pt idx="320">
                  <c:v>36.226999999999997</c:v>
                </c:pt>
                <c:pt idx="321">
                  <c:v>38.063000000000002</c:v>
                </c:pt>
                <c:pt idx="322">
                  <c:v>37.991</c:v>
                </c:pt>
                <c:pt idx="323">
                  <c:v>37.235999999999997</c:v>
                </c:pt>
                <c:pt idx="324">
                  <c:v>37.006</c:v>
                </c:pt>
                <c:pt idx="325">
                  <c:v>36.619</c:v>
                </c:pt>
                <c:pt idx="326">
                  <c:v>38</c:v>
                </c:pt>
                <c:pt idx="327">
                  <c:v>37.491999999999997</c:v>
                </c:pt>
                <c:pt idx="328">
                  <c:v>37.523000000000003</c:v>
                </c:pt>
                <c:pt idx="329">
                  <c:v>37.341999999999999</c:v>
                </c:pt>
                <c:pt idx="330">
                  <c:v>36.466000000000001</c:v>
                </c:pt>
                <c:pt idx="331">
                  <c:v>36.274999999999999</c:v>
                </c:pt>
                <c:pt idx="332">
                  <c:v>36.485999999999997</c:v>
                </c:pt>
                <c:pt idx="333">
                  <c:v>37.072000000000003</c:v>
                </c:pt>
                <c:pt idx="334">
                  <c:v>37.744999999999997</c:v>
                </c:pt>
                <c:pt idx="335">
                  <c:v>37.996000000000002</c:v>
                </c:pt>
                <c:pt idx="336">
                  <c:v>36.898000000000003</c:v>
                </c:pt>
                <c:pt idx="337">
                  <c:v>36.664999999999999</c:v>
                </c:pt>
                <c:pt idx="338">
                  <c:v>35.816000000000003</c:v>
                </c:pt>
                <c:pt idx="339">
                  <c:v>34.996000000000002</c:v>
                </c:pt>
                <c:pt idx="340">
                  <c:v>34.47</c:v>
                </c:pt>
                <c:pt idx="341">
                  <c:v>35.31</c:v>
                </c:pt>
                <c:pt idx="342">
                  <c:v>34.505000000000003</c:v>
                </c:pt>
                <c:pt idx="343">
                  <c:v>34.923999999999999</c:v>
                </c:pt>
                <c:pt idx="344">
                  <c:v>35.773000000000003</c:v>
                </c:pt>
                <c:pt idx="345">
                  <c:v>35.988</c:v>
                </c:pt>
                <c:pt idx="346">
                  <c:v>36.811</c:v>
                </c:pt>
                <c:pt idx="347">
                  <c:v>37.762</c:v>
                </c:pt>
                <c:pt idx="348">
                  <c:v>37.619</c:v>
                </c:pt>
                <c:pt idx="349">
                  <c:v>38.177</c:v>
                </c:pt>
                <c:pt idx="350">
                  <c:v>38.384</c:v>
                </c:pt>
                <c:pt idx="351">
                  <c:v>38.749000000000002</c:v>
                </c:pt>
                <c:pt idx="352">
                  <c:v>38.51</c:v>
                </c:pt>
                <c:pt idx="353">
                  <c:v>39.237000000000002</c:v>
                </c:pt>
                <c:pt idx="354">
                  <c:v>38.536000000000001</c:v>
                </c:pt>
                <c:pt idx="355">
                  <c:v>37.04</c:v>
                </c:pt>
                <c:pt idx="356">
                  <c:v>37.534999999999997</c:v>
                </c:pt>
                <c:pt idx="357">
                  <c:v>37.045000000000002</c:v>
                </c:pt>
                <c:pt idx="358">
                  <c:v>36.197000000000003</c:v>
                </c:pt>
                <c:pt idx="359">
                  <c:v>36.890999999999998</c:v>
                </c:pt>
                <c:pt idx="360">
                  <c:v>37.082000000000001</c:v>
                </c:pt>
                <c:pt idx="361">
                  <c:v>36.607999999999997</c:v>
                </c:pt>
                <c:pt idx="362">
                  <c:v>36.136000000000003</c:v>
                </c:pt>
                <c:pt idx="363">
                  <c:v>36.298999999999999</c:v>
                </c:pt>
                <c:pt idx="364">
                  <c:v>35.521000000000001</c:v>
                </c:pt>
                <c:pt idx="365">
                  <c:v>34.633000000000003</c:v>
                </c:pt>
                <c:pt idx="366">
                  <c:v>35.542999999999999</c:v>
                </c:pt>
                <c:pt idx="367">
                  <c:v>36.307000000000002</c:v>
                </c:pt>
                <c:pt idx="368">
                  <c:v>35.332999999999998</c:v>
                </c:pt>
                <c:pt idx="369">
                  <c:v>34.767000000000003</c:v>
                </c:pt>
                <c:pt idx="370">
                  <c:v>34.286999999999999</c:v>
                </c:pt>
                <c:pt idx="371">
                  <c:v>33.716999999999999</c:v>
                </c:pt>
                <c:pt idx="372">
                  <c:v>34.552999999999997</c:v>
                </c:pt>
                <c:pt idx="373">
                  <c:v>34.438000000000002</c:v>
                </c:pt>
                <c:pt idx="374">
                  <c:v>34.326000000000001</c:v>
                </c:pt>
                <c:pt idx="375">
                  <c:v>34.972999999999999</c:v>
                </c:pt>
                <c:pt idx="376">
                  <c:v>35.514000000000003</c:v>
                </c:pt>
                <c:pt idx="377">
                  <c:v>35.587000000000003</c:v>
                </c:pt>
                <c:pt idx="378">
                  <c:v>35.896999999999998</c:v>
                </c:pt>
                <c:pt idx="379">
                  <c:v>36.069000000000003</c:v>
                </c:pt>
                <c:pt idx="380">
                  <c:v>35.527000000000001</c:v>
                </c:pt>
                <c:pt idx="381">
                  <c:v>34.939</c:v>
                </c:pt>
                <c:pt idx="382">
                  <c:v>35.780999999999999</c:v>
                </c:pt>
                <c:pt idx="383">
                  <c:v>35.347999999999999</c:v>
                </c:pt>
                <c:pt idx="384">
                  <c:v>34.768000000000001</c:v>
                </c:pt>
                <c:pt idx="385">
                  <c:v>34.969000000000001</c:v>
                </c:pt>
                <c:pt idx="386">
                  <c:v>34.247999999999998</c:v>
                </c:pt>
                <c:pt idx="387">
                  <c:v>35.709000000000003</c:v>
                </c:pt>
                <c:pt idx="388">
                  <c:v>34.505000000000003</c:v>
                </c:pt>
                <c:pt idx="389">
                  <c:v>34.31</c:v>
                </c:pt>
                <c:pt idx="390">
                  <c:v>32.843000000000004</c:v>
                </c:pt>
                <c:pt idx="391">
                  <c:v>33.597999999999999</c:v>
                </c:pt>
                <c:pt idx="392">
                  <c:v>33.387</c:v>
                </c:pt>
                <c:pt idx="393">
                  <c:v>33.167000000000002</c:v>
                </c:pt>
                <c:pt idx="394">
                  <c:v>32.616</c:v>
                </c:pt>
                <c:pt idx="395">
                  <c:v>32.957999999999998</c:v>
                </c:pt>
                <c:pt idx="396">
                  <c:v>32.534999999999997</c:v>
                </c:pt>
                <c:pt idx="397">
                  <c:v>32.362000000000002</c:v>
                </c:pt>
                <c:pt idx="398">
                  <c:v>31.69</c:v>
                </c:pt>
                <c:pt idx="399">
                  <c:v>31.622</c:v>
                </c:pt>
                <c:pt idx="400">
                  <c:v>31.292000000000002</c:v>
                </c:pt>
                <c:pt idx="401">
                  <c:v>31.202000000000002</c:v>
                </c:pt>
                <c:pt idx="402">
                  <c:v>30.439</c:v>
                </c:pt>
                <c:pt idx="403">
                  <c:v>29.93</c:v>
                </c:pt>
                <c:pt idx="404">
                  <c:v>29.635999999999999</c:v>
                </c:pt>
                <c:pt idx="405">
                  <c:v>29.446999999999999</c:v>
                </c:pt>
                <c:pt idx="406">
                  <c:v>29.198</c:v>
                </c:pt>
                <c:pt idx="407">
                  <c:v>29.431999999999999</c:v>
                </c:pt>
                <c:pt idx="408">
                  <c:v>29.192</c:v>
                </c:pt>
                <c:pt idx="409">
                  <c:v>29.789000000000001</c:v>
                </c:pt>
                <c:pt idx="410">
                  <c:v>29.745999999999999</c:v>
                </c:pt>
                <c:pt idx="411">
                  <c:v>29.702000000000002</c:v>
                </c:pt>
                <c:pt idx="412">
                  <c:v>29.518000000000001</c:v>
                </c:pt>
                <c:pt idx="413">
                  <c:v>29.803000000000001</c:v>
                </c:pt>
                <c:pt idx="414">
                  <c:v>29.724</c:v>
                </c:pt>
                <c:pt idx="415">
                  <c:v>29.937000000000001</c:v>
                </c:pt>
                <c:pt idx="416">
                  <c:v>30.138999999999999</c:v>
                </c:pt>
                <c:pt idx="417">
                  <c:v>29.581</c:v>
                </c:pt>
                <c:pt idx="418">
                  <c:v>30.18</c:v>
                </c:pt>
                <c:pt idx="419">
                  <c:v>31.09</c:v>
                </c:pt>
                <c:pt idx="420">
                  <c:v>30.51</c:v>
                </c:pt>
                <c:pt idx="421">
                  <c:v>31.460999999999999</c:v>
                </c:pt>
                <c:pt idx="422">
                  <c:v>31.998999999999999</c:v>
                </c:pt>
                <c:pt idx="423">
                  <c:v>32.884999999999998</c:v>
                </c:pt>
                <c:pt idx="424">
                  <c:v>33.136000000000003</c:v>
                </c:pt>
                <c:pt idx="425">
                  <c:v>32.591999999999999</c:v>
                </c:pt>
                <c:pt idx="426">
                  <c:v>32.923999999999999</c:v>
                </c:pt>
                <c:pt idx="427">
                  <c:v>34.265000000000001</c:v>
                </c:pt>
                <c:pt idx="428">
                  <c:v>33.893999999999998</c:v>
                </c:pt>
                <c:pt idx="429">
                  <c:v>32.64</c:v>
                </c:pt>
                <c:pt idx="430">
                  <c:v>31.611000000000001</c:v>
                </c:pt>
                <c:pt idx="431">
                  <c:v>31.783999999999999</c:v>
                </c:pt>
                <c:pt idx="432">
                  <c:v>32.079000000000001</c:v>
                </c:pt>
                <c:pt idx="433">
                  <c:v>32.420999999999999</c:v>
                </c:pt>
                <c:pt idx="434">
                  <c:v>32.652999999999999</c:v>
                </c:pt>
                <c:pt idx="435">
                  <c:v>31.818999999999999</c:v>
                </c:pt>
                <c:pt idx="436">
                  <c:v>31.355</c:v>
                </c:pt>
                <c:pt idx="437">
                  <c:v>32.979999999999997</c:v>
                </c:pt>
                <c:pt idx="438">
                  <c:v>32.838000000000001</c:v>
                </c:pt>
                <c:pt idx="439">
                  <c:v>31.492000000000001</c:v>
                </c:pt>
                <c:pt idx="440">
                  <c:v>31.128</c:v>
                </c:pt>
                <c:pt idx="441">
                  <c:v>31.045999999999999</c:v>
                </c:pt>
                <c:pt idx="442">
                  <c:v>31.904</c:v>
                </c:pt>
                <c:pt idx="443">
                  <c:v>33.125</c:v>
                </c:pt>
                <c:pt idx="444">
                  <c:v>33.579000000000001</c:v>
                </c:pt>
                <c:pt idx="445">
                  <c:v>36.286000000000001</c:v>
                </c:pt>
                <c:pt idx="446">
                  <c:v>39.698</c:v>
                </c:pt>
                <c:pt idx="447">
                  <c:v>39.143000000000001</c:v>
                </c:pt>
                <c:pt idx="448">
                  <c:v>38.479999999999997</c:v>
                </c:pt>
                <c:pt idx="449">
                  <c:v>38.298000000000002</c:v>
                </c:pt>
                <c:pt idx="450">
                  <c:v>38.549999999999997</c:v>
                </c:pt>
                <c:pt idx="451">
                  <c:v>38.652000000000001</c:v>
                </c:pt>
                <c:pt idx="452">
                  <c:v>38.466999999999999</c:v>
                </c:pt>
                <c:pt idx="453">
                  <c:v>36</c:v>
                </c:pt>
                <c:pt idx="454">
                  <c:v>35.411999999999999</c:v>
                </c:pt>
                <c:pt idx="455">
                  <c:v>38.377000000000002</c:v>
                </c:pt>
                <c:pt idx="456">
                  <c:v>39.143999999999998</c:v>
                </c:pt>
                <c:pt idx="457">
                  <c:v>39.738999999999997</c:v>
                </c:pt>
                <c:pt idx="458">
                  <c:v>39.143000000000001</c:v>
                </c:pt>
                <c:pt idx="459">
                  <c:v>36.139000000000003</c:v>
                </c:pt>
                <c:pt idx="460">
                  <c:v>35.078000000000003</c:v>
                </c:pt>
                <c:pt idx="461">
                  <c:v>36.792000000000002</c:v>
                </c:pt>
                <c:pt idx="462">
                  <c:v>36.947000000000003</c:v>
                </c:pt>
                <c:pt idx="463">
                  <c:v>37.148000000000003</c:v>
                </c:pt>
                <c:pt idx="464">
                  <c:v>36.392000000000003</c:v>
                </c:pt>
                <c:pt idx="465">
                  <c:v>36.947000000000003</c:v>
                </c:pt>
                <c:pt idx="466">
                  <c:v>36.098999999999997</c:v>
                </c:pt>
                <c:pt idx="467">
                  <c:v>35.823999999999998</c:v>
                </c:pt>
                <c:pt idx="468">
                  <c:v>34.801000000000002</c:v>
                </c:pt>
                <c:pt idx="469">
                  <c:v>34.628999999999998</c:v>
                </c:pt>
                <c:pt idx="470">
                  <c:v>36.360999999999997</c:v>
                </c:pt>
                <c:pt idx="471">
                  <c:v>36.427</c:v>
                </c:pt>
                <c:pt idx="472">
                  <c:v>37.384</c:v>
                </c:pt>
                <c:pt idx="473">
                  <c:v>38.985999999999997</c:v>
                </c:pt>
                <c:pt idx="474">
                  <c:v>37.854999999999997</c:v>
                </c:pt>
                <c:pt idx="475">
                  <c:v>37.231000000000002</c:v>
                </c:pt>
                <c:pt idx="476">
                  <c:v>36.71</c:v>
                </c:pt>
                <c:pt idx="477">
                  <c:v>37.109000000000002</c:v>
                </c:pt>
                <c:pt idx="478">
                  <c:v>34.930999999999997</c:v>
                </c:pt>
                <c:pt idx="479">
                  <c:v>34.755000000000003</c:v>
                </c:pt>
                <c:pt idx="480">
                  <c:v>34.113999999999997</c:v>
                </c:pt>
                <c:pt idx="481">
                  <c:v>34.212000000000003</c:v>
                </c:pt>
                <c:pt idx="482">
                  <c:v>35.143000000000001</c:v>
                </c:pt>
                <c:pt idx="483">
                  <c:v>35.171999999999997</c:v>
                </c:pt>
                <c:pt idx="484">
                  <c:v>35.22</c:v>
                </c:pt>
                <c:pt idx="485">
                  <c:v>34.902999999999999</c:v>
                </c:pt>
                <c:pt idx="486">
                  <c:v>33.881999999999998</c:v>
                </c:pt>
                <c:pt idx="487">
                  <c:v>33.470999999999997</c:v>
                </c:pt>
                <c:pt idx="488">
                  <c:v>33.094000000000001</c:v>
                </c:pt>
                <c:pt idx="489">
                  <c:v>32.747</c:v>
                </c:pt>
                <c:pt idx="490">
                  <c:v>32.618000000000002</c:v>
                </c:pt>
                <c:pt idx="491">
                  <c:v>33.972999999999999</c:v>
                </c:pt>
                <c:pt idx="492">
                  <c:v>34.200000000000003</c:v>
                </c:pt>
                <c:pt idx="493">
                  <c:v>34.265000000000001</c:v>
                </c:pt>
                <c:pt idx="494">
                  <c:v>33.731999999999999</c:v>
                </c:pt>
                <c:pt idx="495">
                  <c:v>33.518000000000001</c:v>
                </c:pt>
                <c:pt idx="496">
                  <c:v>33.087000000000003</c:v>
                </c:pt>
                <c:pt idx="497">
                  <c:v>31.937999999999999</c:v>
                </c:pt>
                <c:pt idx="498">
                  <c:v>30.917000000000002</c:v>
                </c:pt>
                <c:pt idx="499">
                  <c:v>30.739000000000001</c:v>
                </c:pt>
                <c:pt idx="500">
                  <c:v>30.103000000000002</c:v>
                </c:pt>
                <c:pt idx="501">
                  <c:v>30.27</c:v>
                </c:pt>
                <c:pt idx="502">
                  <c:v>30.106000000000002</c:v>
                </c:pt>
                <c:pt idx="503">
                  <c:v>29.757999999999999</c:v>
                </c:pt>
                <c:pt idx="504">
                  <c:v>29.166</c:v>
                </c:pt>
                <c:pt idx="505">
                  <c:v>29.298999999999999</c:v>
                </c:pt>
                <c:pt idx="506">
                  <c:v>29.724</c:v>
                </c:pt>
                <c:pt idx="507">
                  <c:v>29.981000000000002</c:v>
                </c:pt>
                <c:pt idx="508">
                  <c:v>30.89</c:v>
                </c:pt>
                <c:pt idx="509">
                  <c:v>31.288</c:v>
                </c:pt>
                <c:pt idx="510">
                  <c:v>31.49</c:v>
                </c:pt>
                <c:pt idx="511">
                  <c:v>32.215000000000003</c:v>
                </c:pt>
                <c:pt idx="512">
                  <c:v>32.26</c:v>
                </c:pt>
                <c:pt idx="513">
                  <c:v>31.535</c:v>
                </c:pt>
                <c:pt idx="514">
                  <c:v>31.173999999999999</c:v>
                </c:pt>
                <c:pt idx="515">
                  <c:v>31.428000000000001</c:v>
                </c:pt>
                <c:pt idx="516">
                  <c:v>32.872999999999998</c:v>
                </c:pt>
                <c:pt idx="517">
                  <c:v>33.857999999999997</c:v>
                </c:pt>
                <c:pt idx="518">
                  <c:v>34.979999999999997</c:v>
                </c:pt>
                <c:pt idx="519">
                  <c:v>37.185000000000002</c:v>
                </c:pt>
                <c:pt idx="520">
                  <c:v>37.526000000000003</c:v>
                </c:pt>
                <c:pt idx="521">
                  <c:v>37.343000000000004</c:v>
                </c:pt>
                <c:pt idx="522">
                  <c:v>37.71</c:v>
                </c:pt>
                <c:pt idx="523">
                  <c:v>36.987000000000002</c:v>
                </c:pt>
                <c:pt idx="524">
                  <c:v>37.087000000000003</c:v>
                </c:pt>
                <c:pt idx="525">
                  <c:v>38.063000000000002</c:v>
                </c:pt>
                <c:pt idx="526">
                  <c:v>39.084000000000003</c:v>
                </c:pt>
                <c:pt idx="527">
                  <c:v>40.665999999999997</c:v>
                </c:pt>
                <c:pt idx="528">
                  <c:v>42.002000000000002</c:v>
                </c:pt>
                <c:pt idx="529">
                  <c:v>42.31</c:v>
                </c:pt>
                <c:pt idx="530">
                  <c:v>41</c:v>
                </c:pt>
                <c:pt idx="531">
                  <c:v>40.856999999999999</c:v>
                </c:pt>
                <c:pt idx="532">
                  <c:v>41.673999999999999</c:v>
                </c:pt>
                <c:pt idx="533">
                  <c:v>42.27</c:v>
                </c:pt>
                <c:pt idx="534">
                  <c:v>43.034999999999997</c:v>
                </c:pt>
                <c:pt idx="535">
                  <c:v>43.454999999999998</c:v>
                </c:pt>
                <c:pt idx="536">
                  <c:v>42.902999999999999</c:v>
                </c:pt>
                <c:pt idx="537">
                  <c:v>43.612000000000002</c:v>
                </c:pt>
                <c:pt idx="538">
                  <c:v>44.222999999999999</c:v>
                </c:pt>
                <c:pt idx="539">
                  <c:v>44.965000000000003</c:v>
                </c:pt>
                <c:pt idx="540">
                  <c:v>45.661000000000001</c:v>
                </c:pt>
                <c:pt idx="541">
                  <c:v>44.616</c:v>
                </c:pt>
                <c:pt idx="542">
                  <c:v>44.356000000000002</c:v>
                </c:pt>
                <c:pt idx="543">
                  <c:v>44.307000000000002</c:v>
                </c:pt>
                <c:pt idx="544">
                  <c:v>44.1</c:v>
                </c:pt>
                <c:pt idx="545">
                  <c:v>43.890999999999998</c:v>
                </c:pt>
                <c:pt idx="546">
                  <c:v>43.701999999999998</c:v>
                </c:pt>
                <c:pt idx="547">
                  <c:v>43.002000000000002</c:v>
                </c:pt>
                <c:pt idx="548">
                  <c:v>43.898000000000003</c:v>
                </c:pt>
                <c:pt idx="549">
                  <c:v>43.963999999999999</c:v>
                </c:pt>
                <c:pt idx="550">
                  <c:v>42.966000000000001</c:v>
                </c:pt>
                <c:pt idx="551">
                  <c:v>43.253</c:v>
                </c:pt>
                <c:pt idx="552">
                  <c:v>44.268000000000001</c:v>
                </c:pt>
                <c:pt idx="553">
                  <c:v>44.423999999999999</c:v>
                </c:pt>
                <c:pt idx="554">
                  <c:v>44.345999999999997</c:v>
                </c:pt>
                <c:pt idx="555">
                  <c:v>43.863999999999997</c:v>
                </c:pt>
                <c:pt idx="556">
                  <c:v>42.935000000000002</c:v>
                </c:pt>
                <c:pt idx="557">
                  <c:v>43.273000000000003</c:v>
                </c:pt>
                <c:pt idx="558">
                  <c:v>43.64</c:v>
                </c:pt>
                <c:pt idx="559">
                  <c:v>44.165999999999997</c:v>
                </c:pt>
                <c:pt idx="560">
                  <c:v>43.853999999999999</c:v>
                </c:pt>
                <c:pt idx="561">
                  <c:v>43.042999999999999</c:v>
                </c:pt>
                <c:pt idx="562">
                  <c:v>42.395000000000003</c:v>
                </c:pt>
                <c:pt idx="563">
                  <c:v>41.881999999999998</c:v>
                </c:pt>
                <c:pt idx="564">
                  <c:v>40.917000000000002</c:v>
                </c:pt>
                <c:pt idx="565">
                  <c:v>40.920999999999999</c:v>
                </c:pt>
                <c:pt idx="566">
                  <c:v>40.19</c:v>
                </c:pt>
                <c:pt idx="567">
                  <c:v>39.624000000000002</c:v>
                </c:pt>
                <c:pt idx="568">
                  <c:v>39.06</c:v>
                </c:pt>
                <c:pt idx="569">
                  <c:v>38.89</c:v>
                </c:pt>
                <c:pt idx="570">
                  <c:v>38.811999999999998</c:v>
                </c:pt>
                <c:pt idx="571">
                  <c:v>38.213999999999999</c:v>
                </c:pt>
                <c:pt idx="572">
                  <c:v>38.277999999999999</c:v>
                </c:pt>
                <c:pt idx="573">
                  <c:v>38.896999999999998</c:v>
                </c:pt>
                <c:pt idx="574">
                  <c:v>38.662999999999997</c:v>
                </c:pt>
                <c:pt idx="575">
                  <c:v>38.412999999999997</c:v>
                </c:pt>
                <c:pt idx="576">
                  <c:v>38.573999999999998</c:v>
                </c:pt>
                <c:pt idx="577">
                  <c:v>38.264000000000003</c:v>
                </c:pt>
                <c:pt idx="578">
                  <c:v>38.283999999999999</c:v>
                </c:pt>
                <c:pt idx="579">
                  <c:v>37.700000000000003</c:v>
                </c:pt>
                <c:pt idx="580">
                  <c:v>37.924999999999997</c:v>
                </c:pt>
                <c:pt idx="581">
                  <c:v>38.206000000000003</c:v>
                </c:pt>
                <c:pt idx="582">
                  <c:v>38.018000000000001</c:v>
                </c:pt>
                <c:pt idx="583">
                  <c:v>38.478000000000002</c:v>
                </c:pt>
                <c:pt idx="584">
                  <c:v>38.33</c:v>
                </c:pt>
                <c:pt idx="585">
                  <c:v>37.375999999999998</c:v>
                </c:pt>
                <c:pt idx="586">
                  <c:v>38.238</c:v>
                </c:pt>
                <c:pt idx="587">
                  <c:v>38.08</c:v>
                </c:pt>
                <c:pt idx="588">
                  <c:v>37.661999999999999</c:v>
                </c:pt>
                <c:pt idx="589">
                  <c:v>37.505000000000003</c:v>
                </c:pt>
                <c:pt idx="590">
                  <c:v>37.564</c:v>
                </c:pt>
                <c:pt idx="591">
                  <c:v>37.347999999999999</c:v>
                </c:pt>
                <c:pt idx="592">
                  <c:v>37.034999999999997</c:v>
                </c:pt>
                <c:pt idx="593">
                  <c:v>37.167000000000002</c:v>
                </c:pt>
                <c:pt idx="594">
                  <c:v>36.944000000000003</c:v>
                </c:pt>
                <c:pt idx="595">
                  <c:v>37.616999999999997</c:v>
                </c:pt>
                <c:pt idx="596">
                  <c:v>38.048999999999999</c:v>
                </c:pt>
                <c:pt idx="597">
                  <c:v>38.499000000000002</c:v>
                </c:pt>
                <c:pt idx="598">
                  <c:v>39.097000000000001</c:v>
                </c:pt>
                <c:pt idx="599">
                  <c:v>38.53</c:v>
                </c:pt>
                <c:pt idx="600">
                  <c:v>38.677</c:v>
                </c:pt>
                <c:pt idx="601">
                  <c:v>39.460999999999999</c:v>
                </c:pt>
                <c:pt idx="602">
                  <c:v>39.662999999999997</c:v>
                </c:pt>
                <c:pt idx="603">
                  <c:v>40.445</c:v>
                </c:pt>
                <c:pt idx="604">
                  <c:v>38.973999999999997</c:v>
                </c:pt>
                <c:pt idx="605">
                  <c:v>37.893999999999998</c:v>
                </c:pt>
                <c:pt idx="606">
                  <c:v>38.395000000000003</c:v>
                </c:pt>
                <c:pt idx="607">
                  <c:v>38.688000000000002</c:v>
                </c:pt>
                <c:pt idx="608">
                  <c:v>38.079000000000001</c:v>
                </c:pt>
                <c:pt idx="609">
                  <c:v>37.725999999999999</c:v>
                </c:pt>
                <c:pt idx="610">
                  <c:v>38.003</c:v>
                </c:pt>
                <c:pt idx="611">
                  <c:v>37.912999999999997</c:v>
                </c:pt>
                <c:pt idx="612">
                  <c:v>38.503999999999998</c:v>
                </c:pt>
                <c:pt idx="613">
                  <c:v>38.313000000000002</c:v>
                </c:pt>
                <c:pt idx="614">
                  <c:v>37.71</c:v>
                </c:pt>
                <c:pt idx="615">
                  <c:v>37.093000000000004</c:v>
                </c:pt>
                <c:pt idx="616">
                  <c:v>38.030999999999999</c:v>
                </c:pt>
                <c:pt idx="617">
                  <c:v>38.154000000000003</c:v>
                </c:pt>
                <c:pt idx="618">
                  <c:v>37.441000000000003</c:v>
                </c:pt>
                <c:pt idx="619">
                  <c:v>37.274999999999999</c:v>
                </c:pt>
                <c:pt idx="620">
                  <c:v>36.277000000000001</c:v>
                </c:pt>
                <c:pt idx="621">
                  <c:v>35.83</c:v>
                </c:pt>
                <c:pt idx="622">
                  <c:v>35.136000000000003</c:v>
                </c:pt>
                <c:pt idx="623">
                  <c:v>34.487000000000002</c:v>
                </c:pt>
                <c:pt idx="624">
                  <c:v>33.866999999999997</c:v>
                </c:pt>
                <c:pt idx="625">
                  <c:v>34.942999999999998</c:v>
                </c:pt>
                <c:pt idx="626">
                  <c:v>35.729999999999997</c:v>
                </c:pt>
                <c:pt idx="627">
                  <c:v>34.295000000000002</c:v>
                </c:pt>
                <c:pt idx="628">
                  <c:v>33.930999999999997</c:v>
                </c:pt>
                <c:pt idx="629">
                  <c:v>33.554000000000002</c:v>
                </c:pt>
                <c:pt idx="630">
                  <c:v>34.405999999999999</c:v>
                </c:pt>
                <c:pt idx="631">
                  <c:v>34.201000000000001</c:v>
                </c:pt>
                <c:pt idx="632">
                  <c:v>34.475000000000001</c:v>
                </c:pt>
                <c:pt idx="633">
                  <c:v>34.722000000000001</c:v>
                </c:pt>
                <c:pt idx="634">
                  <c:v>34.540999999999997</c:v>
                </c:pt>
                <c:pt idx="635">
                  <c:v>34.423000000000002</c:v>
                </c:pt>
                <c:pt idx="636">
                  <c:v>34.777000000000001</c:v>
                </c:pt>
                <c:pt idx="637">
                  <c:v>35.716999999999999</c:v>
                </c:pt>
                <c:pt idx="638">
                  <c:v>35.613999999999997</c:v>
                </c:pt>
                <c:pt idx="639">
                  <c:v>35.67</c:v>
                </c:pt>
                <c:pt idx="640">
                  <c:v>34.918999999999997</c:v>
                </c:pt>
                <c:pt idx="641">
                  <c:v>35.115000000000002</c:v>
                </c:pt>
                <c:pt idx="642">
                  <c:v>35.127000000000002</c:v>
                </c:pt>
                <c:pt idx="643">
                  <c:v>35.207000000000001</c:v>
                </c:pt>
                <c:pt idx="644">
                  <c:v>35.430999999999997</c:v>
                </c:pt>
                <c:pt idx="645">
                  <c:v>35.555999999999997</c:v>
                </c:pt>
                <c:pt idx="646">
                  <c:v>35.776000000000003</c:v>
                </c:pt>
                <c:pt idx="647">
                  <c:v>35.430999999999997</c:v>
                </c:pt>
                <c:pt idx="648">
                  <c:v>35.914000000000001</c:v>
                </c:pt>
                <c:pt idx="649">
                  <c:v>36.034999999999997</c:v>
                </c:pt>
                <c:pt idx="650">
                  <c:v>36.659999999999997</c:v>
                </c:pt>
                <c:pt idx="651">
                  <c:v>36.594999999999999</c:v>
                </c:pt>
                <c:pt idx="652">
                  <c:v>37.731000000000002</c:v>
                </c:pt>
                <c:pt idx="653">
                  <c:v>37.954000000000001</c:v>
                </c:pt>
                <c:pt idx="654">
                  <c:v>37.750999999999998</c:v>
                </c:pt>
                <c:pt idx="655">
                  <c:v>38.826999999999998</c:v>
                </c:pt>
                <c:pt idx="656">
                  <c:v>39.704000000000001</c:v>
                </c:pt>
                <c:pt idx="657">
                  <c:v>39.746000000000002</c:v>
                </c:pt>
                <c:pt idx="658">
                  <c:v>39.298999999999999</c:v>
                </c:pt>
                <c:pt idx="659">
                  <c:v>39.161000000000001</c:v>
                </c:pt>
                <c:pt idx="660">
                  <c:v>39.606000000000002</c:v>
                </c:pt>
                <c:pt idx="661">
                  <c:v>39.418999999999997</c:v>
                </c:pt>
                <c:pt idx="662">
                  <c:v>41.061</c:v>
                </c:pt>
                <c:pt idx="663">
                  <c:v>41.186999999999998</c:v>
                </c:pt>
                <c:pt idx="664">
                  <c:v>40.567</c:v>
                </c:pt>
                <c:pt idx="665">
                  <c:v>40.683</c:v>
                </c:pt>
                <c:pt idx="666">
                  <c:v>40.101999999999997</c:v>
                </c:pt>
                <c:pt idx="667">
                  <c:v>39.411000000000001</c:v>
                </c:pt>
                <c:pt idx="668">
                  <c:v>40.033999999999999</c:v>
                </c:pt>
                <c:pt idx="669">
                  <c:v>40.485999999999997</c:v>
                </c:pt>
                <c:pt idx="670">
                  <c:v>40.302</c:v>
                </c:pt>
                <c:pt idx="671">
                  <c:v>40.585999999999999</c:v>
                </c:pt>
                <c:pt idx="672">
                  <c:v>40.512999999999998</c:v>
                </c:pt>
                <c:pt idx="673">
                  <c:v>39.197000000000003</c:v>
                </c:pt>
                <c:pt idx="674">
                  <c:v>39.121000000000002</c:v>
                </c:pt>
                <c:pt idx="675">
                  <c:v>39.554000000000002</c:v>
                </c:pt>
                <c:pt idx="676">
                  <c:v>39.612000000000002</c:v>
                </c:pt>
                <c:pt idx="677">
                  <c:v>40.122999999999998</c:v>
                </c:pt>
                <c:pt idx="678">
                  <c:v>39.634</c:v>
                </c:pt>
                <c:pt idx="679">
                  <c:v>39.341999999999999</c:v>
                </c:pt>
                <c:pt idx="680">
                  <c:v>39.03</c:v>
                </c:pt>
                <c:pt idx="681">
                  <c:v>39.673999999999999</c:v>
                </c:pt>
                <c:pt idx="682">
                  <c:v>40.371000000000002</c:v>
                </c:pt>
                <c:pt idx="683">
                  <c:v>40.29</c:v>
                </c:pt>
                <c:pt idx="684">
                  <c:v>39.22</c:v>
                </c:pt>
                <c:pt idx="685">
                  <c:v>40.228000000000002</c:v>
                </c:pt>
                <c:pt idx="686">
                  <c:v>40.695999999999998</c:v>
                </c:pt>
                <c:pt idx="687">
                  <c:v>39.841999999999999</c:v>
                </c:pt>
                <c:pt idx="688">
                  <c:v>40.598999999999997</c:v>
                </c:pt>
                <c:pt idx="689">
                  <c:v>40.841000000000001</c:v>
                </c:pt>
                <c:pt idx="690">
                  <c:v>38.972999999999999</c:v>
                </c:pt>
                <c:pt idx="691">
                  <c:v>38.124000000000002</c:v>
                </c:pt>
                <c:pt idx="692">
                  <c:v>37.173999999999999</c:v>
                </c:pt>
                <c:pt idx="693">
                  <c:v>36.71</c:v>
                </c:pt>
                <c:pt idx="694">
                  <c:v>35.886000000000003</c:v>
                </c:pt>
                <c:pt idx="695">
                  <c:v>36.868000000000002</c:v>
                </c:pt>
                <c:pt idx="696">
                  <c:v>36.914000000000001</c:v>
                </c:pt>
                <c:pt idx="697">
                  <c:v>37.536000000000001</c:v>
                </c:pt>
                <c:pt idx="698">
                  <c:v>36.771000000000001</c:v>
                </c:pt>
                <c:pt idx="699">
                  <c:v>36.479999999999997</c:v>
                </c:pt>
                <c:pt idx="700">
                  <c:v>36.372999999999998</c:v>
                </c:pt>
                <c:pt idx="701">
                  <c:v>36.252000000000002</c:v>
                </c:pt>
                <c:pt idx="702">
                  <c:v>35.514000000000003</c:v>
                </c:pt>
                <c:pt idx="703">
                  <c:v>35.948999999999998</c:v>
                </c:pt>
                <c:pt idx="704">
                  <c:v>36.326999999999998</c:v>
                </c:pt>
                <c:pt idx="705">
                  <c:v>35.654000000000003</c:v>
                </c:pt>
                <c:pt idx="706">
                  <c:v>35.860999999999997</c:v>
                </c:pt>
                <c:pt idx="707">
                  <c:v>33.436</c:v>
                </c:pt>
                <c:pt idx="708">
                  <c:v>32.826999999999998</c:v>
                </c:pt>
                <c:pt idx="709">
                  <c:v>32.857999999999997</c:v>
                </c:pt>
                <c:pt idx="710">
                  <c:v>32.774999999999999</c:v>
                </c:pt>
                <c:pt idx="711">
                  <c:v>33.024000000000001</c:v>
                </c:pt>
                <c:pt idx="712">
                  <c:v>33.819000000000003</c:v>
                </c:pt>
                <c:pt idx="713">
                  <c:v>34.576000000000001</c:v>
                </c:pt>
                <c:pt idx="714">
                  <c:v>34.728999999999999</c:v>
                </c:pt>
                <c:pt idx="715">
                  <c:v>35.07</c:v>
                </c:pt>
                <c:pt idx="716">
                  <c:v>34.387999999999998</c:v>
                </c:pt>
                <c:pt idx="717">
                  <c:v>34.588000000000001</c:v>
                </c:pt>
                <c:pt idx="718">
                  <c:v>34.341000000000001</c:v>
                </c:pt>
                <c:pt idx="719">
                  <c:v>34.191000000000003</c:v>
                </c:pt>
                <c:pt idx="720">
                  <c:v>34.472000000000001</c:v>
                </c:pt>
                <c:pt idx="721">
                  <c:v>34.277000000000001</c:v>
                </c:pt>
                <c:pt idx="722">
                  <c:v>34.183</c:v>
                </c:pt>
                <c:pt idx="723">
                  <c:v>34.36</c:v>
                </c:pt>
                <c:pt idx="724">
                  <c:v>34.017000000000003</c:v>
                </c:pt>
                <c:pt idx="725">
                  <c:v>34.984000000000002</c:v>
                </c:pt>
                <c:pt idx="726">
                  <c:v>35.290999999999997</c:v>
                </c:pt>
                <c:pt idx="727">
                  <c:v>30.754999999999999</c:v>
                </c:pt>
                <c:pt idx="728">
                  <c:v>30.376999999999999</c:v>
                </c:pt>
                <c:pt idx="729">
                  <c:v>30.170999999999999</c:v>
                </c:pt>
                <c:pt idx="730">
                  <c:v>29.914999999999999</c:v>
                </c:pt>
                <c:pt idx="731">
                  <c:v>29.757999999999999</c:v>
                </c:pt>
                <c:pt idx="732">
                  <c:v>28.812000000000001</c:v>
                </c:pt>
                <c:pt idx="733">
                  <c:v>28.75</c:v>
                </c:pt>
                <c:pt idx="734">
                  <c:v>29.149000000000001</c:v>
                </c:pt>
                <c:pt idx="735">
                  <c:v>29.111999999999998</c:v>
                </c:pt>
                <c:pt idx="736">
                  <c:v>29.172999999999998</c:v>
                </c:pt>
                <c:pt idx="737">
                  <c:v>29.213000000000001</c:v>
                </c:pt>
                <c:pt idx="738">
                  <c:v>28.742000000000001</c:v>
                </c:pt>
                <c:pt idx="739">
                  <c:v>29.1</c:v>
                </c:pt>
                <c:pt idx="740">
                  <c:v>30.06</c:v>
                </c:pt>
                <c:pt idx="741">
                  <c:v>30.013999999999999</c:v>
                </c:pt>
                <c:pt idx="742">
                  <c:v>30.574999999999999</c:v>
                </c:pt>
                <c:pt idx="743">
                  <c:v>31.138000000000002</c:v>
                </c:pt>
                <c:pt idx="744">
                  <c:v>30.977</c:v>
                </c:pt>
                <c:pt idx="745">
                  <c:v>30.363</c:v>
                </c:pt>
                <c:pt idx="746">
                  <c:v>27.843</c:v>
                </c:pt>
                <c:pt idx="747">
                  <c:v>29.638000000000002</c:v>
                </c:pt>
                <c:pt idx="748">
                  <c:v>28.561</c:v>
                </c:pt>
                <c:pt idx="749">
                  <c:v>28.992999999999999</c:v>
                </c:pt>
                <c:pt idx="750">
                  <c:v>28.898</c:v>
                </c:pt>
                <c:pt idx="751">
                  <c:v>29.009</c:v>
                </c:pt>
                <c:pt idx="752">
                  <c:v>29.5</c:v>
                </c:pt>
                <c:pt idx="753">
                  <c:v>29.315999999999999</c:v>
                </c:pt>
                <c:pt idx="754">
                  <c:v>28.898</c:v>
                </c:pt>
                <c:pt idx="755">
                  <c:v>28.571000000000002</c:v>
                </c:pt>
                <c:pt idx="756">
                  <c:v>28.664999999999999</c:v>
                </c:pt>
                <c:pt idx="757">
                  <c:v>28.445</c:v>
                </c:pt>
                <c:pt idx="758">
                  <c:v>28.105</c:v>
                </c:pt>
                <c:pt idx="759">
                  <c:v>28.459</c:v>
                </c:pt>
                <c:pt idx="760">
                  <c:v>28.742000000000001</c:v>
                </c:pt>
                <c:pt idx="761">
                  <c:v>28.626999999999999</c:v>
                </c:pt>
                <c:pt idx="762">
                  <c:v>28.759</c:v>
                </c:pt>
                <c:pt idx="763">
                  <c:v>28.603999999999999</c:v>
                </c:pt>
                <c:pt idx="764">
                  <c:v>28.672000000000001</c:v>
                </c:pt>
                <c:pt idx="765">
                  <c:v>29.356000000000002</c:v>
                </c:pt>
                <c:pt idx="766">
                  <c:v>30.103999999999999</c:v>
                </c:pt>
                <c:pt idx="767">
                  <c:v>30.67</c:v>
                </c:pt>
                <c:pt idx="768">
                  <c:v>29.402999999999999</c:v>
                </c:pt>
                <c:pt idx="769">
                  <c:v>28.689</c:v>
                </c:pt>
                <c:pt idx="770">
                  <c:v>29.937000000000001</c:v>
                </c:pt>
                <c:pt idx="771">
                  <c:v>29.965</c:v>
                </c:pt>
                <c:pt idx="772">
                  <c:v>27.989000000000001</c:v>
                </c:pt>
                <c:pt idx="773">
                  <c:v>28.216999999999999</c:v>
                </c:pt>
                <c:pt idx="774">
                  <c:v>28.181999999999999</c:v>
                </c:pt>
                <c:pt idx="775">
                  <c:v>28.204000000000001</c:v>
                </c:pt>
                <c:pt idx="776">
                  <c:v>28.777000000000001</c:v>
                </c:pt>
                <c:pt idx="777">
                  <c:v>28.562000000000001</c:v>
                </c:pt>
                <c:pt idx="778">
                  <c:v>28.401</c:v>
                </c:pt>
                <c:pt idx="779">
                  <c:v>28.303000000000001</c:v>
                </c:pt>
                <c:pt idx="780">
                  <c:v>28.683</c:v>
                </c:pt>
                <c:pt idx="781">
                  <c:v>29.018999999999998</c:v>
                </c:pt>
                <c:pt idx="782">
                  <c:v>29.166</c:v>
                </c:pt>
                <c:pt idx="783">
                  <c:v>29.323</c:v>
                </c:pt>
                <c:pt idx="784">
                  <c:v>29.888000000000002</c:v>
                </c:pt>
                <c:pt idx="785">
                  <c:v>30.372</c:v>
                </c:pt>
                <c:pt idx="786">
                  <c:v>30.18</c:v>
                </c:pt>
                <c:pt idx="787">
                  <c:v>30.507000000000001</c:v>
                </c:pt>
                <c:pt idx="788">
                  <c:v>30.547000000000001</c:v>
                </c:pt>
                <c:pt idx="789">
                  <c:v>29.867999999999999</c:v>
                </c:pt>
                <c:pt idx="790">
                  <c:v>29.588999999999999</c:v>
                </c:pt>
                <c:pt idx="791">
                  <c:v>29.364999999999998</c:v>
                </c:pt>
                <c:pt idx="792">
                  <c:v>29.35</c:v>
                </c:pt>
                <c:pt idx="793">
                  <c:v>29.745000000000001</c:v>
                </c:pt>
                <c:pt idx="794">
                  <c:v>29.824000000000002</c:v>
                </c:pt>
                <c:pt idx="795">
                  <c:v>30.048999999999999</c:v>
                </c:pt>
                <c:pt idx="796">
                  <c:v>29.972000000000001</c:v>
                </c:pt>
                <c:pt idx="797">
                  <c:v>30.632999999999999</c:v>
                </c:pt>
                <c:pt idx="798">
                  <c:v>31.029</c:v>
                </c:pt>
                <c:pt idx="799">
                  <c:v>31.364000000000001</c:v>
                </c:pt>
                <c:pt idx="800">
                  <c:v>31.29</c:v>
                </c:pt>
                <c:pt idx="801">
                  <c:v>30.916</c:v>
                </c:pt>
                <c:pt idx="802">
                  <c:v>31.244</c:v>
                </c:pt>
                <c:pt idx="803">
                  <c:v>31.294</c:v>
                </c:pt>
                <c:pt idx="804">
                  <c:v>30.963000000000001</c:v>
                </c:pt>
                <c:pt idx="805">
                  <c:v>30.314</c:v>
                </c:pt>
                <c:pt idx="806">
                  <c:v>30.158999999999999</c:v>
                </c:pt>
                <c:pt idx="807">
                  <c:v>30.739000000000001</c:v>
                </c:pt>
                <c:pt idx="808">
                  <c:v>30.986999999999998</c:v>
                </c:pt>
                <c:pt idx="809">
                  <c:v>31.718</c:v>
                </c:pt>
                <c:pt idx="810">
                  <c:v>31.619</c:v>
                </c:pt>
                <c:pt idx="811">
                  <c:v>31.081</c:v>
                </c:pt>
                <c:pt idx="812">
                  <c:v>31.561</c:v>
                </c:pt>
                <c:pt idx="813">
                  <c:v>32.58</c:v>
                </c:pt>
                <c:pt idx="814">
                  <c:v>31.745000000000001</c:v>
                </c:pt>
                <c:pt idx="815">
                  <c:v>30.831</c:v>
                </c:pt>
                <c:pt idx="816">
                  <c:v>29.943999999999999</c:v>
                </c:pt>
                <c:pt idx="817">
                  <c:v>29.9</c:v>
                </c:pt>
                <c:pt idx="818">
                  <c:v>30.664999999999999</c:v>
                </c:pt>
                <c:pt idx="819">
                  <c:v>30.669</c:v>
                </c:pt>
                <c:pt idx="820">
                  <c:v>32.159999999999997</c:v>
                </c:pt>
                <c:pt idx="821">
                  <c:v>31.757999999999999</c:v>
                </c:pt>
                <c:pt idx="822">
                  <c:v>31.844999999999999</c:v>
                </c:pt>
                <c:pt idx="823">
                  <c:v>32.002000000000002</c:v>
                </c:pt>
                <c:pt idx="824">
                  <c:v>32.360999999999997</c:v>
                </c:pt>
                <c:pt idx="825">
                  <c:v>33.110999999999997</c:v>
                </c:pt>
                <c:pt idx="826">
                  <c:v>33.481000000000002</c:v>
                </c:pt>
                <c:pt idx="827">
                  <c:v>33.737000000000002</c:v>
                </c:pt>
                <c:pt idx="828">
                  <c:v>33.478999999999999</c:v>
                </c:pt>
                <c:pt idx="829">
                  <c:v>33.238999999999997</c:v>
                </c:pt>
                <c:pt idx="830">
                  <c:v>34.406999999999996</c:v>
                </c:pt>
                <c:pt idx="831">
                  <c:v>31.864000000000001</c:v>
                </c:pt>
                <c:pt idx="832">
                  <c:v>36.134</c:v>
                </c:pt>
                <c:pt idx="833">
                  <c:v>35.505000000000003</c:v>
                </c:pt>
                <c:pt idx="834">
                  <c:v>34.906999999999996</c:v>
                </c:pt>
                <c:pt idx="835">
                  <c:v>34.320999999999998</c:v>
                </c:pt>
                <c:pt idx="836">
                  <c:v>34.173000000000002</c:v>
                </c:pt>
                <c:pt idx="837">
                  <c:v>34</c:v>
                </c:pt>
                <c:pt idx="838">
                  <c:v>33.676000000000002</c:v>
                </c:pt>
                <c:pt idx="839">
                  <c:v>33.033000000000001</c:v>
                </c:pt>
                <c:pt idx="840">
                  <c:v>32.683</c:v>
                </c:pt>
                <c:pt idx="841">
                  <c:v>32.661999999999999</c:v>
                </c:pt>
                <c:pt idx="842">
                  <c:v>33.42</c:v>
                </c:pt>
                <c:pt idx="843">
                  <c:v>33.54</c:v>
                </c:pt>
                <c:pt idx="844">
                  <c:v>33.761000000000003</c:v>
                </c:pt>
                <c:pt idx="845">
                  <c:v>33.950000000000003</c:v>
                </c:pt>
                <c:pt idx="846">
                  <c:v>34.283000000000001</c:v>
                </c:pt>
                <c:pt idx="847">
                  <c:v>33.619999999999997</c:v>
                </c:pt>
                <c:pt idx="848">
                  <c:v>33.432000000000002</c:v>
                </c:pt>
                <c:pt idx="849">
                  <c:v>34.481000000000002</c:v>
                </c:pt>
                <c:pt idx="850">
                  <c:v>34.979999999999997</c:v>
                </c:pt>
                <c:pt idx="851">
                  <c:v>35</c:v>
                </c:pt>
                <c:pt idx="852">
                  <c:v>34.65</c:v>
                </c:pt>
                <c:pt idx="853">
                  <c:v>33.549999999999997</c:v>
                </c:pt>
                <c:pt idx="854">
                  <c:v>33.725999999999999</c:v>
                </c:pt>
                <c:pt idx="855">
                  <c:v>32.997999999999998</c:v>
                </c:pt>
                <c:pt idx="856">
                  <c:v>33.392000000000003</c:v>
                </c:pt>
                <c:pt idx="857">
                  <c:v>32.262999999999998</c:v>
                </c:pt>
                <c:pt idx="858">
                  <c:v>32.890999999999998</c:v>
                </c:pt>
                <c:pt idx="859">
                  <c:v>33.171999999999997</c:v>
                </c:pt>
                <c:pt idx="860">
                  <c:v>33.420999999999999</c:v>
                </c:pt>
                <c:pt idx="861">
                  <c:v>33.433999999999997</c:v>
                </c:pt>
                <c:pt idx="862">
                  <c:v>33.344000000000001</c:v>
                </c:pt>
                <c:pt idx="863">
                  <c:v>33.404000000000003</c:v>
                </c:pt>
                <c:pt idx="864">
                  <c:v>33.154000000000003</c:v>
                </c:pt>
                <c:pt idx="865">
                  <c:v>33.43</c:v>
                </c:pt>
                <c:pt idx="866">
                  <c:v>33.639000000000003</c:v>
                </c:pt>
                <c:pt idx="867">
                  <c:v>33.372</c:v>
                </c:pt>
                <c:pt idx="868">
                  <c:v>33.21</c:v>
                </c:pt>
                <c:pt idx="869">
                  <c:v>32.805999999999997</c:v>
                </c:pt>
                <c:pt idx="870">
                  <c:v>32.526000000000003</c:v>
                </c:pt>
                <c:pt idx="871">
                  <c:v>32.843000000000004</c:v>
                </c:pt>
                <c:pt idx="872">
                  <c:v>32.729999999999997</c:v>
                </c:pt>
                <c:pt idx="873">
                  <c:v>33.088000000000001</c:v>
                </c:pt>
                <c:pt idx="874">
                  <c:v>33.189</c:v>
                </c:pt>
                <c:pt idx="875">
                  <c:v>33.454000000000001</c:v>
                </c:pt>
                <c:pt idx="876">
                  <c:v>33.445999999999998</c:v>
                </c:pt>
                <c:pt idx="877">
                  <c:v>33.283999999999999</c:v>
                </c:pt>
                <c:pt idx="878">
                  <c:v>33.012</c:v>
                </c:pt>
                <c:pt idx="879">
                  <c:v>33.164999999999999</c:v>
                </c:pt>
                <c:pt idx="880">
                  <c:v>32.893000000000001</c:v>
                </c:pt>
                <c:pt idx="881">
                  <c:v>33.884999999999998</c:v>
                </c:pt>
                <c:pt idx="882">
                  <c:v>32.965000000000003</c:v>
                </c:pt>
                <c:pt idx="883">
                  <c:v>32.695999999999998</c:v>
                </c:pt>
                <c:pt idx="884">
                  <c:v>32.901000000000003</c:v>
                </c:pt>
                <c:pt idx="885">
                  <c:v>32.911000000000001</c:v>
                </c:pt>
                <c:pt idx="886">
                  <c:v>32.787999999999997</c:v>
                </c:pt>
                <c:pt idx="887">
                  <c:v>33.386000000000003</c:v>
                </c:pt>
                <c:pt idx="888">
                  <c:v>33.520000000000003</c:v>
                </c:pt>
                <c:pt idx="889">
                  <c:v>33.411999999999999</c:v>
                </c:pt>
                <c:pt idx="890">
                  <c:v>35.334000000000003</c:v>
                </c:pt>
                <c:pt idx="891">
                  <c:v>35.802</c:v>
                </c:pt>
                <c:pt idx="892">
                  <c:v>36.043999999999997</c:v>
                </c:pt>
                <c:pt idx="893">
                  <c:v>35.926000000000002</c:v>
                </c:pt>
                <c:pt idx="894">
                  <c:v>34.728999999999999</c:v>
                </c:pt>
                <c:pt idx="895">
                  <c:v>34.384</c:v>
                </c:pt>
                <c:pt idx="896">
                  <c:v>33.722000000000001</c:v>
                </c:pt>
                <c:pt idx="897">
                  <c:v>34.387999999999998</c:v>
                </c:pt>
                <c:pt idx="898">
                  <c:v>33.414999999999999</c:v>
                </c:pt>
                <c:pt idx="899">
                  <c:v>33.917000000000002</c:v>
                </c:pt>
                <c:pt idx="900">
                  <c:v>34.915999999999997</c:v>
                </c:pt>
                <c:pt idx="901">
                  <c:v>34.040999999999997</c:v>
                </c:pt>
                <c:pt idx="902">
                  <c:v>34.950000000000003</c:v>
                </c:pt>
                <c:pt idx="903">
                  <c:v>36.052999999999997</c:v>
                </c:pt>
                <c:pt idx="904">
                  <c:v>36.884999999999998</c:v>
                </c:pt>
                <c:pt idx="905">
                  <c:v>36.350999999999999</c:v>
                </c:pt>
                <c:pt idx="906">
                  <c:v>36.228999999999999</c:v>
                </c:pt>
                <c:pt idx="907">
                  <c:v>35.840000000000003</c:v>
                </c:pt>
                <c:pt idx="908">
                  <c:v>35.802</c:v>
                </c:pt>
                <c:pt idx="909">
                  <c:v>35.929000000000002</c:v>
                </c:pt>
                <c:pt idx="910">
                  <c:v>36.204999999999998</c:v>
                </c:pt>
                <c:pt idx="911">
                  <c:v>35.225999999999999</c:v>
                </c:pt>
                <c:pt idx="912">
                  <c:v>34.923999999999999</c:v>
                </c:pt>
                <c:pt idx="913">
                  <c:v>35.287999999999997</c:v>
                </c:pt>
                <c:pt idx="914">
                  <c:v>35.302999999999997</c:v>
                </c:pt>
                <c:pt idx="915">
                  <c:v>36.018999999999998</c:v>
                </c:pt>
                <c:pt idx="916">
                  <c:v>36.585999999999999</c:v>
                </c:pt>
                <c:pt idx="917">
                  <c:v>36.880000000000003</c:v>
                </c:pt>
                <c:pt idx="918">
                  <c:v>37.246000000000002</c:v>
                </c:pt>
                <c:pt idx="919">
                  <c:v>37.497999999999998</c:v>
                </c:pt>
                <c:pt idx="920">
                  <c:v>37.686999999999998</c:v>
                </c:pt>
                <c:pt idx="921">
                  <c:v>36.720999999999997</c:v>
                </c:pt>
                <c:pt idx="922">
                  <c:v>36.860999999999997</c:v>
                </c:pt>
                <c:pt idx="923">
                  <c:v>39.082000000000001</c:v>
                </c:pt>
                <c:pt idx="924">
                  <c:v>38.753</c:v>
                </c:pt>
                <c:pt idx="925">
                  <c:v>38.563000000000002</c:v>
                </c:pt>
                <c:pt idx="926">
                  <c:v>38.688000000000002</c:v>
                </c:pt>
                <c:pt idx="927">
                  <c:v>39.295000000000002</c:v>
                </c:pt>
                <c:pt idx="928">
                  <c:v>40.895000000000003</c:v>
                </c:pt>
                <c:pt idx="929">
                  <c:v>41.468000000000004</c:v>
                </c:pt>
                <c:pt idx="930">
                  <c:v>41.932000000000002</c:v>
                </c:pt>
                <c:pt idx="931">
                  <c:v>41.152999999999999</c:v>
                </c:pt>
                <c:pt idx="932">
                  <c:v>42.863999999999997</c:v>
                </c:pt>
                <c:pt idx="933">
                  <c:v>40.58</c:v>
                </c:pt>
                <c:pt idx="934">
                  <c:v>39.656999999999996</c:v>
                </c:pt>
                <c:pt idx="935">
                  <c:v>39.131</c:v>
                </c:pt>
                <c:pt idx="936">
                  <c:v>38.685000000000002</c:v>
                </c:pt>
                <c:pt idx="937">
                  <c:v>41.593000000000004</c:v>
                </c:pt>
                <c:pt idx="938">
                  <c:v>41.694000000000003</c:v>
                </c:pt>
                <c:pt idx="939">
                  <c:v>39.155000000000001</c:v>
                </c:pt>
                <c:pt idx="940">
                  <c:v>38.145000000000003</c:v>
                </c:pt>
                <c:pt idx="941">
                  <c:v>36.478000000000002</c:v>
                </c:pt>
                <c:pt idx="942">
                  <c:v>36.613999999999997</c:v>
                </c:pt>
                <c:pt idx="943">
                  <c:v>36.145000000000003</c:v>
                </c:pt>
                <c:pt idx="944">
                  <c:v>35.619</c:v>
                </c:pt>
                <c:pt idx="945">
                  <c:v>35.64</c:v>
                </c:pt>
                <c:pt idx="946">
                  <c:v>35.959000000000003</c:v>
                </c:pt>
                <c:pt idx="947">
                  <c:v>35.301000000000002</c:v>
                </c:pt>
                <c:pt idx="948">
                  <c:v>34.643999999999998</c:v>
                </c:pt>
                <c:pt idx="949">
                  <c:v>35.225999999999999</c:v>
                </c:pt>
                <c:pt idx="950">
                  <c:v>36.182000000000002</c:v>
                </c:pt>
                <c:pt idx="951">
                  <c:v>36.6</c:v>
                </c:pt>
                <c:pt idx="952">
                  <c:v>36.976999999999997</c:v>
                </c:pt>
                <c:pt idx="953">
                  <c:v>35.469000000000001</c:v>
                </c:pt>
                <c:pt idx="954">
                  <c:v>34.399000000000001</c:v>
                </c:pt>
                <c:pt idx="955">
                  <c:v>34.581000000000003</c:v>
                </c:pt>
                <c:pt idx="956">
                  <c:v>34.543999999999997</c:v>
                </c:pt>
                <c:pt idx="957">
                  <c:v>34.244</c:v>
                </c:pt>
                <c:pt idx="958">
                  <c:v>34.473999999999997</c:v>
                </c:pt>
                <c:pt idx="959">
                  <c:v>34.715000000000003</c:v>
                </c:pt>
                <c:pt idx="960">
                  <c:v>35.01</c:v>
                </c:pt>
                <c:pt idx="961">
                  <c:v>34.765000000000001</c:v>
                </c:pt>
                <c:pt idx="962">
                  <c:v>34.677</c:v>
                </c:pt>
                <c:pt idx="963">
                  <c:v>34.914999999999999</c:v>
                </c:pt>
                <c:pt idx="964">
                  <c:v>34.438000000000002</c:v>
                </c:pt>
                <c:pt idx="965">
                  <c:v>34.542000000000002</c:v>
                </c:pt>
                <c:pt idx="966">
                  <c:v>34.438000000000002</c:v>
                </c:pt>
                <c:pt idx="967">
                  <c:v>34.619</c:v>
                </c:pt>
                <c:pt idx="968">
                  <c:v>35.042999999999999</c:v>
                </c:pt>
                <c:pt idx="969">
                  <c:v>34.536999999999999</c:v>
                </c:pt>
                <c:pt idx="970">
                  <c:v>34.902000000000001</c:v>
                </c:pt>
                <c:pt idx="971">
                  <c:v>34.712000000000003</c:v>
                </c:pt>
                <c:pt idx="972">
                  <c:v>34.811</c:v>
                </c:pt>
                <c:pt idx="973">
                  <c:v>35.639000000000003</c:v>
                </c:pt>
                <c:pt idx="974">
                  <c:v>35.694000000000003</c:v>
                </c:pt>
                <c:pt idx="975">
                  <c:v>35.713999999999999</c:v>
                </c:pt>
                <c:pt idx="976">
                  <c:v>35.631</c:v>
                </c:pt>
                <c:pt idx="977">
                  <c:v>35.512</c:v>
                </c:pt>
                <c:pt idx="978">
                  <c:v>35.786000000000001</c:v>
                </c:pt>
                <c:pt idx="979">
                  <c:v>35.042999999999999</c:v>
                </c:pt>
                <c:pt idx="980">
                  <c:v>34.829000000000001</c:v>
                </c:pt>
                <c:pt idx="981">
                  <c:v>34.463999999999999</c:v>
                </c:pt>
                <c:pt idx="982">
                  <c:v>35.289000000000001</c:v>
                </c:pt>
                <c:pt idx="983">
                  <c:v>35.618000000000002</c:v>
                </c:pt>
                <c:pt idx="984">
                  <c:v>35.398000000000003</c:v>
                </c:pt>
                <c:pt idx="985">
                  <c:v>35.610999999999997</c:v>
                </c:pt>
                <c:pt idx="986">
                  <c:v>35.671999999999997</c:v>
                </c:pt>
                <c:pt idx="987">
                  <c:v>36.546999999999997</c:v>
                </c:pt>
                <c:pt idx="988">
                  <c:v>36.878999999999998</c:v>
                </c:pt>
                <c:pt idx="989">
                  <c:v>37.878</c:v>
                </c:pt>
                <c:pt idx="990">
                  <c:v>37.588000000000001</c:v>
                </c:pt>
                <c:pt idx="991">
                  <c:v>36.271999999999998</c:v>
                </c:pt>
                <c:pt idx="992">
                  <c:v>36.292999999999999</c:v>
                </c:pt>
                <c:pt idx="993">
                  <c:v>35.911999999999999</c:v>
                </c:pt>
                <c:pt idx="994">
                  <c:v>35.893999999999998</c:v>
                </c:pt>
                <c:pt idx="995">
                  <c:v>35.463000000000001</c:v>
                </c:pt>
                <c:pt idx="996">
                  <c:v>34.085000000000001</c:v>
                </c:pt>
                <c:pt idx="997">
                  <c:v>32.844999999999999</c:v>
                </c:pt>
                <c:pt idx="998">
                  <c:v>33.072000000000003</c:v>
                </c:pt>
                <c:pt idx="999">
                  <c:v>32.927999999999997</c:v>
                </c:pt>
                <c:pt idx="1000">
                  <c:v>33.462000000000003</c:v>
                </c:pt>
                <c:pt idx="1001">
                  <c:v>33.584000000000003</c:v>
                </c:pt>
                <c:pt idx="1002">
                  <c:v>34.145000000000003</c:v>
                </c:pt>
                <c:pt idx="1003">
                  <c:v>33.142000000000003</c:v>
                </c:pt>
                <c:pt idx="1004">
                  <c:v>32.401000000000003</c:v>
                </c:pt>
                <c:pt idx="1005">
                  <c:v>32.801000000000002</c:v>
                </c:pt>
                <c:pt idx="1006">
                  <c:v>33.780999999999999</c:v>
                </c:pt>
                <c:pt idx="1007">
                  <c:v>34.244999999999997</c:v>
                </c:pt>
                <c:pt idx="1008">
                  <c:v>33.896000000000001</c:v>
                </c:pt>
                <c:pt idx="1009">
                  <c:v>33.427999999999997</c:v>
                </c:pt>
                <c:pt idx="1010">
                  <c:v>33.683</c:v>
                </c:pt>
                <c:pt idx="1011">
                  <c:v>33.347999999999999</c:v>
                </c:pt>
                <c:pt idx="1012">
                  <c:v>34.088999999999999</c:v>
                </c:pt>
                <c:pt idx="1013">
                  <c:v>34.909999999999997</c:v>
                </c:pt>
                <c:pt idx="1014">
                  <c:v>34.588000000000001</c:v>
                </c:pt>
                <c:pt idx="1015">
                  <c:v>34.865000000000002</c:v>
                </c:pt>
                <c:pt idx="1016">
                  <c:v>34.106000000000002</c:v>
                </c:pt>
                <c:pt idx="1017">
                  <c:v>33.418999999999997</c:v>
                </c:pt>
                <c:pt idx="1018">
                  <c:v>32.911000000000001</c:v>
                </c:pt>
                <c:pt idx="1019">
                  <c:v>33.42</c:v>
                </c:pt>
                <c:pt idx="1020">
                  <c:v>32.908999999999999</c:v>
                </c:pt>
                <c:pt idx="1021">
                  <c:v>32.222999999999999</c:v>
                </c:pt>
                <c:pt idx="1022">
                  <c:v>32.308999999999997</c:v>
                </c:pt>
                <c:pt idx="1023">
                  <c:v>33.076000000000001</c:v>
                </c:pt>
                <c:pt idx="1024">
                  <c:v>32.555999999999997</c:v>
                </c:pt>
                <c:pt idx="1025">
                  <c:v>33.155000000000001</c:v>
                </c:pt>
                <c:pt idx="1026">
                  <c:v>33.04</c:v>
                </c:pt>
                <c:pt idx="1027">
                  <c:v>33.302</c:v>
                </c:pt>
                <c:pt idx="1028">
                  <c:v>33.673000000000002</c:v>
                </c:pt>
                <c:pt idx="1029">
                  <c:v>33.890999999999998</c:v>
                </c:pt>
                <c:pt idx="1030">
                  <c:v>33.945999999999998</c:v>
                </c:pt>
                <c:pt idx="1031">
                  <c:v>34.207999999999998</c:v>
                </c:pt>
                <c:pt idx="1032">
                  <c:v>35.185000000000002</c:v>
                </c:pt>
                <c:pt idx="1033">
                  <c:v>35.567999999999998</c:v>
                </c:pt>
                <c:pt idx="1034">
                  <c:v>35.308999999999997</c:v>
                </c:pt>
                <c:pt idx="1035">
                  <c:v>35.203000000000003</c:v>
                </c:pt>
                <c:pt idx="1036">
                  <c:v>35.079000000000001</c:v>
                </c:pt>
                <c:pt idx="1037">
                  <c:v>35.729999999999997</c:v>
                </c:pt>
                <c:pt idx="1038">
                  <c:v>35.728999999999999</c:v>
                </c:pt>
                <c:pt idx="1039">
                  <c:v>38.591000000000001</c:v>
                </c:pt>
                <c:pt idx="1040">
                  <c:v>39.164000000000001</c:v>
                </c:pt>
                <c:pt idx="1041">
                  <c:v>39.055999999999997</c:v>
                </c:pt>
                <c:pt idx="1042">
                  <c:v>40.679000000000002</c:v>
                </c:pt>
                <c:pt idx="1043">
                  <c:v>40.189</c:v>
                </c:pt>
                <c:pt idx="1044">
                  <c:v>40.238999999999997</c:v>
                </c:pt>
                <c:pt idx="1045">
                  <c:v>40.558</c:v>
                </c:pt>
                <c:pt idx="1046">
                  <c:v>40.518999999999998</c:v>
                </c:pt>
                <c:pt idx="1047">
                  <c:v>41.222999999999999</c:v>
                </c:pt>
                <c:pt idx="1048">
                  <c:v>43.292000000000002</c:v>
                </c:pt>
                <c:pt idx="1049">
                  <c:v>42.088000000000001</c:v>
                </c:pt>
                <c:pt idx="1050">
                  <c:v>42.136000000000003</c:v>
                </c:pt>
                <c:pt idx="1051">
                  <c:v>41.597000000000001</c:v>
                </c:pt>
                <c:pt idx="1052">
                  <c:v>40.383000000000003</c:v>
                </c:pt>
                <c:pt idx="1053">
                  <c:v>40.512</c:v>
                </c:pt>
                <c:pt idx="1054">
                  <c:v>39.616999999999997</c:v>
                </c:pt>
                <c:pt idx="1055">
                  <c:v>39.670999999999999</c:v>
                </c:pt>
                <c:pt idx="1056">
                  <c:v>39.613999999999997</c:v>
                </c:pt>
                <c:pt idx="1057">
                  <c:v>40.118000000000002</c:v>
                </c:pt>
                <c:pt idx="1058">
                  <c:v>40.118000000000002</c:v>
                </c:pt>
                <c:pt idx="1059">
                  <c:v>38.042000000000002</c:v>
                </c:pt>
                <c:pt idx="1060">
                  <c:v>35.662999999999997</c:v>
                </c:pt>
                <c:pt idx="1061">
                  <c:v>34.362000000000002</c:v>
                </c:pt>
                <c:pt idx="1062">
                  <c:v>34.381999999999998</c:v>
                </c:pt>
                <c:pt idx="1063">
                  <c:v>34.68</c:v>
                </c:pt>
                <c:pt idx="1064">
                  <c:v>34.921999999999997</c:v>
                </c:pt>
                <c:pt idx="1065">
                  <c:v>35.293999999999997</c:v>
                </c:pt>
                <c:pt idx="1066">
                  <c:v>34.996000000000002</c:v>
                </c:pt>
                <c:pt idx="1067">
                  <c:v>35.04</c:v>
                </c:pt>
                <c:pt idx="1068">
                  <c:v>35.283999999999999</c:v>
                </c:pt>
                <c:pt idx="1069">
                  <c:v>34.945</c:v>
                </c:pt>
                <c:pt idx="1070">
                  <c:v>35.155000000000001</c:v>
                </c:pt>
                <c:pt idx="1071">
                  <c:v>35.433999999999997</c:v>
                </c:pt>
                <c:pt idx="1072">
                  <c:v>35.954000000000001</c:v>
                </c:pt>
                <c:pt idx="1073">
                  <c:v>35.765999999999998</c:v>
                </c:pt>
                <c:pt idx="1074">
                  <c:v>35.904000000000003</c:v>
                </c:pt>
                <c:pt idx="1075">
                  <c:v>35.509</c:v>
                </c:pt>
                <c:pt idx="1076">
                  <c:v>34.920999999999999</c:v>
                </c:pt>
                <c:pt idx="1077">
                  <c:v>35.192</c:v>
                </c:pt>
                <c:pt idx="1078">
                  <c:v>35.164000000000001</c:v>
                </c:pt>
                <c:pt idx="1079">
                  <c:v>35.213999999999999</c:v>
                </c:pt>
                <c:pt idx="1080">
                  <c:v>35.399000000000001</c:v>
                </c:pt>
                <c:pt idx="1081">
                  <c:v>36.46</c:v>
                </c:pt>
                <c:pt idx="1082">
                  <c:v>36.323</c:v>
                </c:pt>
                <c:pt idx="1083">
                  <c:v>35.372</c:v>
                </c:pt>
                <c:pt idx="1084">
                  <c:v>35.924999999999997</c:v>
                </c:pt>
                <c:pt idx="1085">
                  <c:v>35.905000000000001</c:v>
                </c:pt>
                <c:pt idx="1086">
                  <c:v>35.677999999999997</c:v>
                </c:pt>
                <c:pt idx="1087">
                  <c:v>35.472999999999999</c:v>
                </c:pt>
                <c:pt idx="1088">
                  <c:v>36.976999999999997</c:v>
                </c:pt>
                <c:pt idx="1089">
                  <c:v>37.658000000000001</c:v>
                </c:pt>
                <c:pt idx="1090">
                  <c:v>38.000999999999998</c:v>
                </c:pt>
                <c:pt idx="1091">
                  <c:v>38.518000000000001</c:v>
                </c:pt>
                <c:pt idx="1092">
                  <c:v>39.783000000000001</c:v>
                </c:pt>
                <c:pt idx="1093">
                  <c:v>39.652000000000001</c:v>
                </c:pt>
                <c:pt idx="1094">
                  <c:v>39.445</c:v>
                </c:pt>
                <c:pt idx="1095">
                  <c:v>39.165999999999997</c:v>
                </c:pt>
                <c:pt idx="1096">
                  <c:v>38.545000000000002</c:v>
                </c:pt>
                <c:pt idx="1097">
                  <c:v>38.216000000000001</c:v>
                </c:pt>
                <c:pt idx="1098">
                  <c:v>36.944000000000003</c:v>
                </c:pt>
                <c:pt idx="1099">
                  <c:v>36.640999999999998</c:v>
                </c:pt>
                <c:pt idx="1100">
                  <c:v>36.902999999999999</c:v>
                </c:pt>
                <c:pt idx="1101">
                  <c:v>36.841999999999999</c:v>
                </c:pt>
                <c:pt idx="1102">
                  <c:v>37.889000000000003</c:v>
                </c:pt>
                <c:pt idx="1103">
                  <c:v>38.948</c:v>
                </c:pt>
                <c:pt idx="1104">
                  <c:v>39.902999999999999</c:v>
                </c:pt>
                <c:pt idx="1105">
                  <c:v>40.566000000000003</c:v>
                </c:pt>
                <c:pt idx="1106">
                  <c:v>43.789000000000001</c:v>
                </c:pt>
                <c:pt idx="1107">
                  <c:v>40.472999999999999</c:v>
                </c:pt>
                <c:pt idx="1108">
                  <c:v>41.031999999999996</c:v>
                </c:pt>
                <c:pt idx="1109">
                  <c:v>41.162999999999997</c:v>
                </c:pt>
                <c:pt idx="1110">
                  <c:v>41.018000000000001</c:v>
                </c:pt>
                <c:pt idx="1111">
                  <c:v>40.363999999999997</c:v>
                </c:pt>
                <c:pt idx="1112">
                  <c:v>40.637999999999998</c:v>
                </c:pt>
                <c:pt idx="1113">
                  <c:v>40.542000000000002</c:v>
                </c:pt>
                <c:pt idx="1114">
                  <c:v>40.252000000000002</c:v>
                </c:pt>
                <c:pt idx="1115">
                  <c:v>40.390999999999998</c:v>
                </c:pt>
                <c:pt idx="1116">
                  <c:v>39.933999999999997</c:v>
                </c:pt>
                <c:pt idx="1117">
                  <c:v>40.344000000000001</c:v>
                </c:pt>
                <c:pt idx="1118">
                  <c:v>41.707000000000001</c:v>
                </c:pt>
                <c:pt idx="1119">
                  <c:v>40.942999999999998</c:v>
                </c:pt>
                <c:pt idx="1120">
                  <c:v>39.609000000000002</c:v>
                </c:pt>
                <c:pt idx="1121">
                  <c:v>39.122999999999998</c:v>
                </c:pt>
                <c:pt idx="1122">
                  <c:v>39.012999999999998</c:v>
                </c:pt>
                <c:pt idx="1123">
                  <c:v>39.591999999999999</c:v>
                </c:pt>
                <c:pt idx="1124">
                  <c:v>39.712000000000003</c:v>
                </c:pt>
                <c:pt idx="1125">
                  <c:v>42.350999999999999</c:v>
                </c:pt>
                <c:pt idx="1126">
                  <c:v>40.067999999999998</c:v>
                </c:pt>
                <c:pt idx="1127">
                  <c:v>40.213999999999999</c:v>
                </c:pt>
                <c:pt idx="1128">
                  <c:v>39.954000000000001</c:v>
                </c:pt>
                <c:pt idx="1129">
                  <c:v>39.482999999999997</c:v>
                </c:pt>
                <c:pt idx="1130">
                  <c:v>38.987000000000002</c:v>
                </c:pt>
                <c:pt idx="1131">
                  <c:v>39.945999999999998</c:v>
                </c:pt>
                <c:pt idx="1132">
                  <c:v>39.994</c:v>
                </c:pt>
                <c:pt idx="1133">
                  <c:v>40.039000000000001</c:v>
                </c:pt>
                <c:pt idx="1134">
                  <c:v>40.515000000000001</c:v>
                </c:pt>
                <c:pt idx="1135">
                  <c:v>40.133000000000003</c:v>
                </c:pt>
                <c:pt idx="1136">
                  <c:v>40.502000000000002</c:v>
                </c:pt>
                <c:pt idx="1137">
                  <c:v>40.951999999999998</c:v>
                </c:pt>
                <c:pt idx="1138">
                  <c:v>42.822000000000003</c:v>
                </c:pt>
                <c:pt idx="1139">
                  <c:v>43.884999999999998</c:v>
                </c:pt>
                <c:pt idx="1140">
                  <c:v>44.073</c:v>
                </c:pt>
                <c:pt idx="1141">
                  <c:v>46.680999999999997</c:v>
                </c:pt>
                <c:pt idx="1142">
                  <c:v>46.548999999999999</c:v>
                </c:pt>
                <c:pt idx="1143">
                  <c:v>47.984999999999999</c:v>
                </c:pt>
                <c:pt idx="1144">
                  <c:v>46.048000000000002</c:v>
                </c:pt>
                <c:pt idx="1145">
                  <c:v>45.972999999999999</c:v>
                </c:pt>
                <c:pt idx="1146">
                  <c:v>45.817</c:v>
                </c:pt>
                <c:pt idx="1147">
                  <c:v>47.792000000000002</c:v>
                </c:pt>
                <c:pt idx="1148">
                  <c:v>47.048999999999999</c:v>
                </c:pt>
                <c:pt idx="1149">
                  <c:v>45.514000000000003</c:v>
                </c:pt>
                <c:pt idx="1150">
                  <c:v>43.253999999999998</c:v>
                </c:pt>
                <c:pt idx="1151">
                  <c:v>43.637</c:v>
                </c:pt>
                <c:pt idx="1152">
                  <c:v>43.228000000000002</c:v>
                </c:pt>
                <c:pt idx="1153">
                  <c:v>43.265999999999998</c:v>
                </c:pt>
                <c:pt idx="1154">
                  <c:v>43.264000000000003</c:v>
                </c:pt>
                <c:pt idx="1155">
                  <c:v>43.875999999999998</c:v>
                </c:pt>
                <c:pt idx="1156">
                  <c:v>42.959000000000003</c:v>
                </c:pt>
                <c:pt idx="1157">
                  <c:v>43.234000000000002</c:v>
                </c:pt>
                <c:pt idx="1158">
                  <c:v>43.83</c:v>
                </c:pt>
                <c:pt idx="1159">
                  <c:v>43.859000000000002</c:v>
                </c:pt>
                <c:pt idx="1160">
                  <c:v>40.585999999999999</c:v>
                </c:pt>
                <c:pt idx="1161">
                  <c:v>39.679000000000002</c:v>
                </c:pt>
                <c:pt idx="1162">
                  <c:v>40.225000000000001</c:v>
                </c:pt>
                <c:pt idx="1163">
                  <c:v>40.180999999999997</c:v>
                </c:pt>
                <c:pt idx="1164">
                  <c:v>43.154000000000003</c:v>
                </c:pt>
                <c:pt idx="1165">
                  <c:v>40.581000000000003</c:v>
                </c:pt>
                <c:pt idx="1166">
                  <c:v>40.89</c:v>
                </c:pt>
                <c:pt idx="1167">
                  <c:v>43.616</c:v>
                </c:pt>
                <c:pt idx="1168">
                  <c:v>43.494</c:v>
                </c:pt>
                <c:pt idx="1169">
                  <c:v>43.307000000000002</c:v>
                </c:pt>
                <c:pt idx="1170">
                  <c:v>42.761000000000003</c:v>
                </c:pt>
                <c:pt idx="1171">
                  <c:v>42.954000000000001</c:v>
                </c:pt>
                <c:pt idx="1172">
                  <c:v>42.673000000000002</c:v>
                </c:pt>
                <c:pt idx="1173">
                  <c:v>42.701999999999998</c:v>
                </c:pt>
                <c:pt idx="1174">
                  <c:v>43.363</c:v>
                </c:pt>
                <c:pt idx="1175">
                  <c:v>44.290999999999997</c:v>
                </c:pt>
                <c:pt idx="1176">
                  <c:v>44.395000000000003</c:v>
                </c:pt>
                <c:pt idx="1177">
                  <c:v>45.725000000000001</c:v>
                </c:pt>
                <c:pt idx="1178">
                  <c:v>46.476999999999997</c:v>
                </c:pt>
                <c:pt idx="1179">
                  <c:v>46.168999999999997</c:v>
                </c:pt>
                <c:pt idx="1180">
                  <c:v>45.539000000000001</c:v>
                </c:pt>
                <c:pt idx="1181">
                  <c:v>45.674999999999997</c:v>
                </c:pt>
                <c:pt idx="1182">
                  <c:v>45.552</c:v>
                </c:pt>
                <c:pt idx="1183">
                  <c:v>44.738</c:v>
                </c:pt>
                <c:pt idx="1184">
                  <c:v>48.612000000000002</c:v>
                </c:pt>
                <c:pt idx="1185">
                  <c:v>45.027999999999999</c:v>
                </c:pt>
                <c:pt idx="1186">
                  <c:v>44.817</c:v>
                </c:pt>
                <c:pt idx="1187">
                  <c:v>45.265000000000001</c:v>
                </c:pt>
                <c:pt idx="1188">
                  <c:v>45.173000000000002</c:v>
                </c:pt>
                <c:pt idx="1189">
                  <c:v>46.106999999999999</c:v>
                </c:pt>
                <c:pt idx="1190">
                  <c:v>45.118000000000002</c:v>
                </c:pt>
                <c:pt idx="1191">
                  <c:v>45.19</c:v>
                </c:pt>
                <c:pt idx="1192">
                  <c:v>45.79</c:v>
                </c:pt>
                <c:pt idx="1193">
                  <c:v>45.7</c:v>
                </c:pt>
                <c:pt idx="1194">
                  <c:v>46.052999999999997</c:v>
                </c:pt>
                <c:pt idx="1195">
                  <c:v>46.896999999999998</c:v>
                </c:pt>
                <c:pt idx="1196">
                  <c:v>47.670999999999999</c:v>
                </c:pt>
                <c:pt idx="1197">
                  <c:v>43.508000000000003</c:v>
                </c:pt>
                <c:pt idx="1198">
                  <c:v>42.927999999999997</c:v>
                </c:pt>
                <c:pt idx="1199">
                  <c:v>43.814999999999998</c:v>
                </c:pt>
                <c:pt idx="1200">
                  <c:v>44.290999999999997</c:v>
                </c:pt>
                <c:pt idx="1201">
                  <c:v>44.082999999999998</c:v>
                </c:pt>
                <c:pt idx="1202">
                  <c:v>47.103999999999999</c:v>
                </c:pt>
                <c:pt idx="1203">
                  <c:v>47.741</c:v>
                </c:pt>
                <c:pt idx="1204">
                  <c:v>46.014000000000003</c:v>
                </c:pt>
                <c:pt idx="1205">
                  <c:v>45.957999999999998</c:v>
                </c:pt>
                <c:pt idx="1206">
                  <c:v>46.625</c:v>
                </c:pt>
                <c:pt idx="1207">
                  <c:v>47.012</c:v>
                </c:pt>
                <c:pt idx="1208">
                  <c:v>46.505000000000003</c:v>
                </c:pt>
                <c:pt idx="1209">
                  <c:v>44.918999999999997</c:v>
                </c:pt>
                <c:pt idx="1210">
                  <c:v>44.6</c:v>
                </c:pt>
                <c:pt idx="1211">
                  <c:v>44.509</c:v>
                </c:pt>
                <c:pt idx="1212">
                  <c:v>44.070999999999998</c:v>
                </c:pt>
                <c:pt idx="1213">
                  <c:v>43.942999999999998</c:v>
                </c:pt>
                <c:pt idx="1214">
                  <c:v>43.902000000000001</c:v>
                </c:pt>
                <c:pt idx="1215">
                  <c:v>44.24</c:v>
                </c:pt>
                <c:pt idx="1216">
                  <c:v>44.676000000000002</c:v>
                </c:pt>
                <c:pt idx="1217">
                  <c:v>43.826999999999998</c:v>
                </c:pt>
                <c:pt idx="1218">
                  <c:v>45.476999999999997</c:v>
                </c:pt>
                <c:pt idx="1219">
                  <c:v>46.058</c:v>
                </c:pt>
                <c:pt idx="1220">
                  <c:v>45.634</c:v>
                </c:pt>
                <c:pt idx="1221">
                  <c:v>46.448999999999998</c:v>
                </c:pt>
                <c:pt idx="1222">
                  <c:v>47.055999999999997</c:v>
                </c:pt>
                <c:pt idx="1223">
                  <c:v>47.454000000000001</c:v>
                </c:pt>
                <c:pt idx="1224">
                  <c:v>47.417000000000002</c:v>
                </c:pt>
                <c:pt idx="1225">
                  <c:v>47.148000000000003</c:v>
                </c:pt>
                <c:pt idx="1226">
                  <c:v>48.424999999999997</c:v>
                </c:pt>
                <c:pt idx="1227">
                  <c:v>47.622999999999998</c:v>
                </c:pt>
                <c:pt idx="1228">
                  <c:v>48.362000000000002</c:v>
                </c:pt>
                <c:pt idx="1229">
                  <c:v>48.497</c:v>
                </c:pt>
                <c:pt idx="1230">
                  <c:v>48.988999999999997</c:v>
                </c:pt>
                <c:pt idx="1231">
                  <c:v>49.003</c:v>
                </c:pt>
                <c:pt idx="1232">
                  <c:v>48.615000000000002</c:v>
                </c:pt>
                <c:pt idx="1233">
                  <c:v>48.683999999999997</c:v>
                </c:pt>
                <c:pt idx="1234">
                  <c:v>48.088999999999999</c:v>
                </c:pt>
                <c:pt idx="1235">
                  <c:v>48.206000000000003</c:v>
                </c:pt>
                <c:pt idx="1236">
                  <c:v>48</c:v>
                </c:pt>
                <c:pt idx="1237">
                  <c:v>48.313000000000002</c:v>
                </c:pt>
                <c:pt idx="1238">
                  <c:v>49.860999999999997</c:v>
                </c:pt>
                <c:pt idx="1239">
                  <c:v>49.948</c:v>
                </c:pt>
                <c:pt idx="1240">
                  <c:v>49.276000000000003</c:v>
                </c:pt>
                <c:pt idx="1241">
                  <c:v>48.936999999999998</c:v>
                </c:pt>
                <c:pt idx="1242">
                  <c:v>48.442999999999998</c:v>
                </c:pt>
                <c:pt idx="1243">
                  <c:v>47.744999999999997</c:v>
                </c:pt>
                <c:pt idx="1244">
                  <c:v>48.789000000000001</c:v>
                </c:pt>
                <c:pt idx="1245">
                  <c:v>46.783999999999999</c:v>
                </c:pt>
                <c:pt idx="1246">
                  <c:v>45.959000000000003</c:v>
                </c:pt>
                <c:pt idx="1247">
                  <c:v>45.393000000000001</c:v>
                </c:pt>
                <c:pt idx="1248">
                  <c:v>45.834000000000003</c:v>
                </c:pt>
                <c:pt idx="1249">
                  <c:v>45.896000000000001</c:v>
                </c:pt>
                <c:pt idx="1250">
                  <c:v>44.777999999999999</c:v>
                </c:pt>
                <c:pt idx="1251">
                  <c:v>43.734999999999999</c:v>
                </c:pt>
                <c:pt idx="1252">
                  <c:v>43.582999999999998</c:v>
                </c:pt>
                <c:pt idx="1253">
                  <c:v>43.594000000000001</c:v>
                </c:pt>
                <c:pt idx="1254">
                  <c:v>44.162999999999997</c:v>
                </c:pt>
                <c:pt idx="1255">
                  <c:v>44.417999999999999</c:v>
                </c:pt>
                <c:pt idx="1256">
                  <c:v>44.331000000000003</c:v>
                </c:pt>
                <c:pt idx="1257">
                  <c:v>44.945999999999998</c:v>
                </c:pt>
                <c:pt idx="1258">
                  <c:v>44.841000000000001</c:v>
                </c:pt>
                <c:pt idx="1259">
                  <c:v>43.963999999999999</c:v>
                </c:pt>
                <c:pt idx="1260">
                  <c:v>43.732999999999997</c:v>
                </c:pt>
                <c:pt idx="1261">
                  <c:v>44.015999999999998</c:v>
                </c:pt>
                <c:pt idx="1262">
                  <c:v>43.371000000000002</c:v>
                </c:pt>
                <c:pt idx="1263">
                  <c:v>43.470999999999997</c:v>
                </c:pt>
                <c:pt idx="1264">
                  <c:v>43.853000000000002</c:v>
                </c:pt>
                <c:pt idx="1265">
                  <c:v>43.344999999999999</c:v>
                </c:pt>
                <c:pt idx="1266">
                  <c:v>42.838000000000001</c:v>
                </c:pt>
                <c:pt idx="1267">
                  <c:v>42.441000000000003</c:v>
                </c:pt>
                <c:pt idx="1268">
                  <c:v>41.517000000000003</c:v>
                </c:pt>
                <c:pt idx="1269">
                  <c:v>41.173000000000002</c:v>
                </c:pt>
                <c:pt idx="1270">
                  <c:v>41.106999999999999</c:v>
                </c:pt>
                <c:pt idx="1271">
                  <c:v>40.781999999999996</c:v>
                </c:pt>
                <c:pt idx="1272">
                  <c:v>41.024000000000001</c:v>
                </c:pt>
                <c:pt idx="1273">
                  <c:v>42.235999999999997</c:v>
                </c:pt>
                <c:pt idx="1274">
                  <c:v>43.029000000000003</c:v>
                </c:pt>
                <c:pt idx="1275">
                  <c:v>43.267000000000003</c:v>
                </c:pt>
                <c:pt idx="1276">
                  <c:v>43.445</c:v>
                </c:pt>
                <c:pt idx="1277">
                  <c:v>43.192999999999998</c:v>
                </c:pt>
                <c:pt idx="1278">
                  <c:v>43.322000000000003</c:v>
                </c:pt>
                <c:pt idx="1279">
                  <c:v>43.633000000000003</c:v>
                </c:pt>
                <c:pt idx="1280">
                  <c:v>43.976999999999997</c:v>
                </c:pt>
                <c:pt idx="1281">
                  <c:v>44.207999999999998</c:v>
                </c:pt>
                <c:pt idx="1282">
                  <c:v>44.561</c:v>
                </c:pt>
                <c:pt idx="1283">
                  <c:v>44.709000000000003</c:v>
                </c:pt>
                <c:pt idx="1284">
                  <c:v>45.374000000000002</c:v>
                </c:pt>
                <c:pt idx="1285">
                  <c:v>44.978000000000002</c:v>
                </c:pt>
                <c:pt idx="1286">
                  <c:v>44.579000000000001</c:v>
                </c:pt>
                <c:pt idx="1287">
                  <c:v>44.395000000000003</c:v>
                </c:pt>
                <c:pt idx="1288">
                  <c:v>44.734999999999999</c:v>
                </c:pt>
                <c:pt idx="1289">
                  <c:v>45.179000000000002</c:v>
                </c:pt>
                <c:pt idx="1290">
                  <c:v>45.152000000000001</c:v>
                </c:pt>
                <c:pt idx="1291">
                  <c:v>45.384999999999998</c:v>
                </c:pt>
                <c:pt idx="1292">
                  <c:v>46.027999999999999</c:v>
                </c:pt>
                <c:pt idx="1293">
                  <c:v>46.534999999999997</c:v>
                </c:pt>
                <c:pt idx="1294">
                  <c:v>46.292000000000002</c:v>
                </c:pt>
                <c:pt idx="1295">
                  <c:v>46.347000000000001</c:v>
                </c:pt>
                <c:pt idx="1296">
                  <c:v>45.756999999999998</c:v>
                </c:pt>
                <c:pt idx="1297">
                  <c:v>46.329000000000001</c:v>
                </c:pt>
                <c:pt idx="1298">
                  <c:v>47.228000000000002</c:v>
                </c:pt>
                <c:pt idx="1299">
                  <c:v>46.933999999999997</c:v>
                </c:pt>
                <c:pt idx="1300">
                  <c:v>47.332999999999998</c:v>
                </c:pt>
                <c:pt idx="1301">
                  <c:v>47.250999999999998</c:v>
                </c:pt>
                <c:pt idx="1302">
                  <c:v>45.76</c:v>
                </c:pt>
                <c:pt idx="1303">
                  <c:v>45.082000000000001</c:v>
                </c:pt>
                <c:pt idx="1304">
                  <c:v>45.609000000000002</c:v>
                </c:pt>
                <c:pt idx="1305">
                  <c:v>45.956000000000003</c:v>
                </c:pt>
                <c:pt idx="1306">
                  <c:v>46.25</c:v>
                </c:pt>
                <c:pt idx="1307">
                  <c:v>45.881</c:v>
                </c:pt>
                <c:pt idx="1308">
                  <c:v>45.151000000000003</c:v>
                </c:pt>
                <c:pt idx="1309">
                  <c:v>45.881</c:v>
                </c:pt>
                <c:pt idx="1310">
                  <c:v>46.195</c:v>
                </c:pt>
                <c:pt idx="1311">
                  <c:v>46.886000000000003</c:v>
                </c:pt>
                <c:pt idx="1312">
                  <c:v>46.026000000000003</c:v>
                </c:pt>
                <c:pt idx="1313">
                  <c:v>45.688000000000002</c:v>
                </c:pt>
                <c:pt idx="1314">
                  <c:v>46.359000000000002</c:v>
                </c:pt>
                <c:pt idx="1315">
                  <c:v>45.533000000000001</c:v>
                </c:pt>
                <c:pt idx="1316">
                  <c:v>46.988999999999997</c:v>
                </c:pt>
                <c:pt idx="1317">
                  <c:v>47.918999999999997</c:v>
                </c:pt>
                <c:pt idx="1318">
                  <c:v>47.95</c:v>
                </c:pt>
                <c:pt idx="1319">
                  <c:v>48.238999999999997</c:v>
                </c:pt>
                <c:pt idx="1320">
                  <c:v>48.573</c:v>
                </c:pt>
                <c:pt idx="1321">
                  <c:v>49.459000000000003</c:v>
                </c:pt>
                <c:pt idx="1322">
                  <c:v>48.822000000000003</c:v>
                </c:pt>
                <c:pt idx="1323">
                  <c:v>48.241</c:v>
                </c:pt>
                <c:pt idx="1324">
                  <c:v>48.017000000000003</c:v>
                </c:pt>
                <c:pt idx="1325">
                  <c:v>49.127000000000002</c:v>
                </c:pt>
                <c:pt idx="1326">
                  <c:v>50.158999999999999</c:v>
                </c:pt>
                <c:pt idx="1327">
                  <c:v>49.426000000000002</c:v>
                </c:pt>
                <c:pt idx="1328">
                  <c:v>48.404000000000003</c:v>
                </c:pt>
                <c:pt idx="1329">
                  <c:v>50.252000000000002</c:v>
                </c:pt>
                <c:pt idx="1330">
                  <c:v>52.859000000000002</c:v>
                </c:pt>
                <c:pt idx="1331">
                  <c:v>50.131999999999998</c:v>
                </c:pt>
                <c:pt idx="1332">
                  <c:v>48.648000000000003</c:v>
                </c:pt>
                <c:pt idx="1333">
                  <c:v>49.03</c:v>
                </c:pt>
                <c:pt idx="1334">
                  <c:v>49.127000000000002</c:v>
                </c:pt>
                <c:pt idx="1335">
                  <c:v>49.456000000000003</c:v>
                </c:pt>
                <c:pt idx="1336">
                  <c:v>49.64</c:v>
                </c:pt>
                <c:pt idx="1337">
                  <c:v>49.152999999999999</c:v>
                </c:pt>
                <c:pt idx="1338">
                  <c:v>47.985999999999997</c:v>
                </c:pt>
                <c:pt idx="1339">
                  <c:v>47.912999999999997</c:v>
                </c:pt>
                <c:pt idx="1340">
                  <c:v>48.912999999999997</c:v>
                </c:pt>
                <c:pt idx="1341">
                  <c:v>48.89</c:v>
                </c:pt>
                <c:pt idx="1342">
                  <c:v>49.944000000000003</c:v>
                </c:pt>
                <c:pt idx="1343">
                  <c:v>50.927</c:v>
                </c:pt>
                <c:pt idx="1344">
                  <c:v>51.087000000000003</c:v>
                </c:pt>
                <c:pt idx="1345">
                  <c:v>48.872</c:v>
                </c:pt>
                <c:pt idx="1346">
                  <c:v>48.948</c:v>
                </c:pt>
                <c:pt idx="1347">
                  <c:v>48.295999999999999</c:v>
                </c:pt>
                <c:pt idx="1348">
                  <c:v>47.658000000000001</c:v>
                </c:pt>
                <c:pt idx="1349">
                  <c:v>47.673999999999999</c:v>
                </c:pt>
                <c:pt idx="1350">
                  <c:v>48.195999999999998</c:v>
                </c:pt>
                <c:pt idx="1351">
                  <c:v>48.066000000000003</c:v>
                </c:pt>
                <c:pt idx="1352">
                  <c:v>47.832000000000001</c:v>
                </c:pt>
                <c:pt idx="1353">
                  <c:v>48.372999999999998</c:v>
                </c:pt>
                <c:pt idx="1354">
                  <c:v>48.47</c:v>
                </c:pt>
                <c:pt idx="1355">
                  <c:v>48.948</c:v>
                </c:pt>
                <c:pt idx="1356">
                  <c:v>49.084000000000003</c:v>
                </c:pt>
                <c:pt idx="1357">
                  <c:v>49.954000000000001</c:v>
                </c:pt>
                <c:pt idx="1358">
                  <c:v>49.673000000000002</c:v>
                </c:pt>
                <c:pt idx="1359">
                  <c:v>49.893999999999998</c:v>
                </c:pt>
                <c:pt idx="1360">
                  <c:v>49.722999999999999</c:v>
                </c:pt>
                <c:pt idx="1361">
                  <c:v>49.625</c:v>
                </c:pt>
                <c:pt idx="1362">
                  <c:v>49.307000000000002</c:v>
                </c:pt>
                <c:pt idx="1363">
                  <c:v>48.728999999999999</c:v>
                </c:pt>
                <c:pt idx="1364">
                  <c:v>48.478999999999999</c:v>
                </c:pt>
                <c:pt idx="1365">
                  <c:v>49.188000000000002</c:v>
                </c:pt>
                <c:pt idx="1366">
                  <c:v>47.691000000000003</c:v>
                </c:pt>
                <c:pt idx="1367">
                  <c:v>47.234999999999999</c:v>
                </c:pt>
                <c:pt idx="1368">
                  <c:v>47.338000000000001</c:v>
                </c:pt>
                <c:pt idx="1369">
                  <c:v>47.475000000000001</c:v>
                </c:pt>
                <c:pt idx="1370">
                  <c:v>47.158000000000001</c:v>
                </c:pt>
                <c:pt idx="1371">
                  <c:v>46.982999999999997</c:v>
                </c:pt>
                <c:pt idx="1372">
                  <c:v>47.209000000000003</c:v>
                </c:pt>
                <c:pt idx="1373">
                  <c:v>45.545999999999999</c:v>
                </c:pt>
                <c:pt idx="1374">
                  <c:v>48.564</c:v>
                </c:pt>
                <c:pt idx="1375">
                  <c:v>48.244999999999997</c:v>
                </c:pt>
                <c:pt idx="1376">
                  <c:v>48.718000000000004</c:v>
                </c:pt>
                <c:pt idx="1377">
                  <c:v>50.524999999999999</c:v>
                </c:pt>
                <c:pt idx="1378">
                  <c:v>51.265000000000001</c:v>
                </c:pt>
                <c:pt idx="1379">
                  <c:v>53.658999999999999</c:v>
                </c:pt>
                <c:pt idx="1380">
                  <c:v>52.317</c:v>
                </c:pt>
                <c:pt idx="1381">
                  <c:v>52.34</c:v>
                </c:pt>
                <c:pt idx="1382">
                  <c:v>51.738999999999997</c:v>
                </c:pt>
                <c:pt idx="1383">
                  <c:v>51.834000000000003</c:v>
                </c:pt>
                <c:pt idx="1384">
                  <c:v>52.823</c:v>
                </c:pt>
                <c:pt idx="1385">
                  <c:v>51.457999999999998</c:v>
                </c:pt>
                <c:pt idx="1386">
                  <c:v>52.09</c:v>
                </c:pt>
                <c:pt idx="1387">
                  <c:v>52.067</c:v>
                </c:pt>
                <c:pt idx="1388">
                  <c:v>51.173000000000002</c:v>
                </c:pt>
                <c:pt idx="1389">
                  <c:v>52.484000000000002</c:v>
                </c:pt>
                <c:pt idx="1390">
                  <c:v>52.98</c:v>
                </c:pt>
                <c:pt idx="1391">
                  <c:v>54.267000000000003</c:v>
                </c:pt>
                <c:pt idx="1392">
                  <c:v>54.609000000000002</c:v>
                </c:pt>
                <c:pt idx="1393">
                  <c:v>56.134</c:v>
                </c:pt>
                <c:pt idx="1394">
                  <c:v>56.749000000000002</c:v>
                </c:pt>
                <c:pt idx="1395">
                  <c:v>57.121000000000002</c:v>
                </c:pt>
                <c:pt idx="1396">
                  <c:v>54.247</c:v>
                </c:pt>
                <c:pt idx="1397">
                  <c:v>54.003</c:v>
                </c:pt>
                <c:pt idx="1398">
                  <c:v>53.953000000000003</c:v>
                </c:pt>
                <c:pt idx="1399">
                  <c:v>53.042000000000002</c:v>
                </c:pt>
                <c:pt idx="1400">
                  <c:v>53.762</c:v>
                </c:pt>
                <c:pt idx="1401">
                  <c:v>54.478000000000002</c:v>
                </c:pt>
                <c:pt idx="1402">
                  <c:v>54.151000000000003</c:v>
                </c:pt>
                <c:pt idx="1403">
                  <c:v>53.128999999999998</c:v>
                </c:pt>
                <c:pt idx="1404">
                  <c:v>54.023000000000003</c:v>
                </c:pt>
                <c:pt idx="1405">
                  <c:v>55.585000000000001</c:v>
                </c:pt>
                <c:pt idx="1406">
                  <c:v>52.241999999999997</c:v>
                </c:pt>
                <c:pt idx="1407">
                  <c:v>50.890999999999998</c:v>
                </c:pt>
                <c:pt idx="1408">
                  <c:v>51.322000000000003</c:v>
                </c:pt>
                <c:pt idx="1409">
                  <c:v>51.576000000000001</c:v>
                </c:pt>
                <c:pt idx="1410">
                  <c:v>52.762999999999998</c:v>
                </c:pt>
                <c:pt idx="1411">
                  <c:v>53.295000000000002</c:v>
                </c:pt>
                <c:pt idx="1412">
                  <c:v>53.408000000000001</c:v>
                </c:pt>
                <c:pt idx="1413">
                  <c:v>54.189</c:v>
                </c:pt>
                <c:pt idx="1414">
                  <c:v>55.02</c:v>
                </c:pt>
                <c:pt idx="1415">
                  <c:v>55.161999999999999</c:v>
                </c:pt>
                <c:pt idx="1416">
                  <c:v>56.155000000000001</c:v>
                </c:pt>
                <c:pt idx="1417">
                  <c:v>56.36</c:v>
                </c:pt>
                <c:pt idx="1418">
                  <c:v>53.091000000000001</c:v>
                </c:pt>
                <c:pt idx="1419">
                  <c:v>52.164000000000001</c:v>
                </c:pt>
                <c:pt idx="1420">
                  <c:v>51.871000000000002</c:v>
                </c:pt>
                <c:pt idx="1421">
                  <c:v>51.582999999999998</c:v>
                </c:pt>
                <c:pt idx="1422">
                  <c:v>51.311</c:v>
                </c:pt>
                <c:pt idx="1423">
                  <c:v>50.405000000000001</c:v>
                </c:pt>
                <c:pt idx="1424">
                  <c:v>50.597000000000001</c:v>
                </c:pt>
                <c:pt idx="1425">
                  <c:v>51.652999999999999</c:v>
                </c:pt>
                <c:pt idx="1426">
                  <c:v>51.341999999999999</c:v>
                </c:pt>
                <c:pt idx="1427">
                  <c:v>52.033000000000001</c:v>
                </c:pt>
                <c:pt idx="1428">
                  <c:v>52.384</c:v>
                </c:pt>
                <c:pt idx="1429">
                  <c:v>51.841999999999999</c:v>
                </c:pt>
                <c:pt idx="1430">
                  <c:v>52.896000000000001</c:v>
                </c:pt>
                <c:pt idx="1431">
                  <c:v>55.393999999999998</c:v>
                </c:pt>
                <c:pt idx="1432">
                  <c:v>55.368000000000002</c:v>
                </c:pt>
                <c:pt idx="1433">
                  <c:v>54.594000000000001</c:v>
                </c:pt>
                <c:pt idx="1434">
                  <c:v>54.527000000000001</c:v>
                </c:pt>
                <c:pt idx="1435">
                  <c:v>52.616999999999997</c:v>
                </c:pt>
                <c:pt idx="1436">
                  <c:v>54.045999999999999</c:v>
                </c:pt>
                <c:pt idx="1437">
                  <c:v>53.881</c:v>
                </c:pt>
                <c:pt idx="1438">
                  <c:v>56.103000000000002</c:v>
                </c:pt>
                <c:pt idx="1439">
                  <c:v>55.991</c:v>
                </c:pt>
                <c:pt idx="1440">
                  <c:v>55.155999999999999</c:v>
                </c:pt>
                <c:pt idx="1441">
                  <c:v>56.901000000000003</c:v>
                </c:pt>
                <c:pt idx="1442">
                  <c:v>57.353999999999999</c:v>
                </c:pt>
                <c:pt idx="1443">
                  <c:v>59.12</c:v>
                </c:pt>
                <c:pt idx="1444">
                  <c:v>57.018999999999998</c:v>
                </c:pt>
                <c:pt idx="1445">
                  <c:v>55.918999999999997</c:v>
                </c:pt>
                <c:pt idx="1446">
                  <c:v>55.805</c:v>
                </c:pt>
                <c:pt idx="1447">
                  <c:v>54.22</c:v>
                </c:pt>
                <c:pt idx="1448">
                  <c:v>54.597999999999999</c:v>
                </c:pt>
                <c:pt idx="1449">
                  <c:v>53.215000000000003</c:v>
                </c:pt>
                <c:pt idx="1450">
                  <c:v>51.009</c:v>
                </c:pt>
                <c:pt idx="1451">
                  <c:v>49.351999999999997</c:v>
                </c:pt>
                <c:pt idx="1452">
                  <c:v>47.146999999999998</c:v>
                </c:pt>
                <c:pt idx="1453">
                  <c:v>46.149000000000001</c:v>
                </c:pt>
                <c:pt idx="1454">
                  <c:v>45.999000000000002</c:v>
                </c:pt>
                <c:pt idx="1455">
                  <c:v>45.604999999999997</c:v>
                </c:pt>
                <c:pt idx="1456">
                  <c:v>45.018999999999998</c:v>
                </c:pt>
                <c:pt idx="1457">
                  <c:v>44.771999999999998</c:v>
                </c:pt>
                <c:pt idx="1458">
                  <c:v>44.021000000000001</c:v>
                </c:pt>
                <c:pt idx="1459">
                  <c:v>43.774000000000001</c:v>
                </c:pt>
                <c:pt idx="1460">
                  <c:v>43.061</c:v>
                </c:pt>
                <c:pt idx="1461">
                  <c:v>42.347000000000001</c:v>
                </c:pt>
                <c:pt idx="1462">
                  <c:v>41.502000000000002</c:v>
                </c:pt>
                <c:pt idx="1463">
                  <c:v>41.267000000000003</c:v>
                </c:pt>
                <c:pt idx="1464">
                  <c:v>41.351999999999997</c:v>
                </c:pt>
                <c:pt idx="1465">
                  <c:v>40.878</c:v>
                </c:pt>
                <c:pt idx="1466">
                  <c:v>41.652999999999999</c:v>
                </c:pt>
                <c:pt idx="1467">
                  <c:v>42.906999999999996</c:v>
                </c:pt>
                <c:pt idx="1468">
                  <c:v>42.378</c:v>
                </c:pt>
                <c:pt idx="1469">
                  <c:v>43.116999999999997</c:v>
                </c:pt>
                <c:pt idx="1470">
                  <c:v>44.988</c:v>
                </c:pt>
                <c:pt idx="1471">
                  <c:v>45.540999999999997</c:v>
                </c:pt>
                <c:pt idx="1472">
                  <c:v>47.381</c:v>
                </c:pt>
                <c:pt idx="1473">
                  <c:v>48.292999999999999</c:v>
                </c:pt>
                <c:pt idx="1474">
                  <c:v>48.685000000000002</c:v>
                </c:pt>
                <c:pt idx="1475">
                  <c:v>45.420999999999999</c:v>
                </c:pt>
                <c:pt idx="1476">
                  <c:v>45.003</c:v>
                </c:pt>
                <c:pt idx="1477">
                  <c:v>45.393999999999998</c:v>
                </c:pt>
                <c:pt idx="1478">
                  <c:v>46.625999999999998</c:v>
                </c:pt>
                <c:pt idx="1479">
                  <c:v>45.991999999999997</c:v>
                </c:pt>
                <c:pt idx="1480">
                  <c:v>46.326999999999998</c:v>
                </c:pt>
                <c:pt idx="1481">
                  <c:v>46.811</c:v>
                </c:pt>
                <c:pt idx="1482">
                  <c:v>47.247999999999998</c:v>
                </c:pt>
                <c:pt idx="1483">
                  <c:v>47.311999999999998</c:v>
                </c:pt>
                <c:pt idx="1484">
                  <c:v>47.259</c:v>
                </c:pt>
                <c:pt idx="1485">
                  <c:v>47.81</c:v>
                </c:pt>
                <c:pt idx="1486">
                  <c:v>47.243000000000002</c:v>
                </c:pt>
                <c:pt idx="1487">
                  <c:v>46.430999999999997</c:v>
                </c:pt>
                <c:pt idx="1488">
                  <c:v>46.183999999999997</c:v>
                </c:pt>
                <c:pt idx="1489">
                  <c:v>45.502000000000002</c:v>
                </c:pt>
                <c:pt idx="1490">
                  <c:v>47.932000000000002</c:v>
                </c:pt>
                <c:pt idx="1491">
                  <c:v>52.604999999999997</c:v>
                </c:pt>
                <c:pt idx="1492">
                  <c:v>54.091999999999999</c:v>
                </c:pt>
                <c:pt idx="1493">
                  <c:v>53.676000000000002</c:v>
                </c:pt>
                <c:pt idx="1494">
                  <c:v>54.933999999999997</c:v>
                </c:pt>
                <c:pt idx="1495">
                  <c:v>46.012999999999998</c:v>
                </c:pt>
                <c:pt idx="1496">
                  <c:v>46.454000000000001</c:v>
                </c:pt>
                <c:pt idx="1497">
                  <c:v>47.186999999999998</c:v>
                </c:pt>
                <c:pt idx="1498">
                  <c:v>46.853999999999999</c:v>
                </c:pt>
                <c:pt idx="1499">
                  <c:v>47.030999999999999</c:v>
                </c:pt>
                <c:pt idx="1500">
                  <c:v>46.386000000000003</c:v>
                </c:pt>
                <c:pt idx="1501">
                  <c:v>46.351999999999997</c:v>
                </c:pt>
                <c:pt idx="1502">
                  <c:v>46.158000000000001</c:v>
                </c:pt>
                <c:pt idx="1503">
                  <c:v>46.085999999999999</c:v>
                </c:pt>
                <c:pt idx="1504">
                  <c:v>46.72</c:v>
                </c:pt>
                <c:pt idx="1505">
                  <c:v>45.353000000000002</c:v>
                </c:pt>
                <c:pt idx="1506">
                  <c:v>44.845999999999997</c:v>
                </c:pt>
                <c:pt idx="1507">
                  <c:v>44.41</c:v>
                </c:pt>
                <c:pt idx="1508">
                  <c:v>46.043999999999997</c:v>
                </c:pt>
                <c:pt idx="1509">
                  <c:v>46.017000000000003</c:v>
                </c:pt>
                <c:pt idx="1510">
                  <c:v>45.781999999999996</c:v>
                </c:pt>
                <c:pt idx="1511">
                  <c:v>45.834000000000003</c:v>
                </c:pt>
                <c:pt idx="1512">
                  <c:v>45.17</c:v>
                </c:pt>
                <c:pt idx="1513">
                  <c:v>45.204999999999998</c:v>
                </c:pt>
                <c:pt idx="1514">
                  <c:v>45.610999999999997</c:v>
                </c:pt>
                <c:pt idx="1515">
                  <c:v>45.365000000000002</c:v>
                </c:pt>
                <c:pt idx="1516">
                  <c:v>45.569000000000003</c:v>
                </c:pt>
                <c:pt idx="1517">
                  <c:v>45.603000000000002</c:v>
                </c:pt>
                <c:pt idx="1518">
                  <c:v>45.295999999999999</c:v>
                </c:pt>
                <c:pt idx="1519">
                  <c:v>45.9</c:v>
                </c:pt>
                <c:pt idx="1520">
                  <c:v>46.982999999999997</c:v>
                </c:pt>
                <c:pt idx="1521">
                  <c:v>47.253</c:v>
                </c:pt>
                <c:pt idx="1522">
                  <c:v>47.206000000000003</c:v>
                </c:pt>
                <c:pt idx="1523">
                  <c:v>47.414999999999999</c:v>
                </c:pt>
                <c:pt idx="1524">
                  <c:v>47.47</c:v>
                </c:pt>
                <c:pt idx="1525">
                  <c:v>48.103999999999999</c:v>
                </c:pt>
                <c:pt idx="1526">
                  <c:v>47.566000000000003</c:v>
                </c:pt>
                <c:pt idx="1527">
                  <c:v>47.173999999999999</c:v>
                </c:pt>
                <c:pt idx="1528">
                  <c:v>47.308999999999997</c:v>
                </c:pt>
                <c:pt idx="1529">
                  <c:v>47.841000000000001</c:v>
                </c:pt>
                <c:pt idx="1530">
                  <c:v>47.329000000000001</c:v>
                </c:pt>
                <c:pt idx="1531">
                  <c:v>47.707999999999998</c:v>
                </c:pt>
                <c:pt idx="1532">
                  <c:v>47.77</c:v>
                </c:pt>
                <c:pt idx="1533">
                  <c:v>47.15</c:v>
                </c:pt>
                <c:pt idx="1534">
                  <c:v>47.723999999999997</c:v>
                </c:pt>
                <c:pt idx="1535">
                  <c:v>47.984999999999999</c:v>
                </c:pt>
                <c:pt idx="1536">
                  <c:v>48.817</c:v>
                </c:pt>
                <c:pt idx="1537">
                  <c:v>48.261000000000003</c:v>
                </c:pt>
                <c:pt idx="1538">
                  <c:v>48.347999999999999</c:v>
                </c:pt>
                <c:pt idx="1539">
                  <c:v>47.966999999999999</c:v>
                </c:pt>
                <c:pt idx="1540">
                  <c:v>48.106999999999999</c:v>
                </c:pt>
                <c:pt idx="1541">
                  <c:v>47.951000000000001</c:v>
                </c:pt>
                <c:pt idx="1542">
                  <c:v>48.042000000000002</c:v>
                </c:pt>
                <c:pt idx="1543">
                  <c:v>47.709000000000003</c:v>
                </c:pt>
                <c:pt idx="1544">
                  <c:v>47.506999999999998</c:v>
                </c:pt>
                <c:pt idx="1545">
                  <c:v>47.308999999999997</c:v>
                </c:pt>
                <c:pt idx="1546">
                  <c:v>48.448999999999998</c:v>
                </c:pt>
                <c:pt idx="1547">
                  <c:v>48.161999999999999</c:v>
                </c:pt>
                <c:pt idx="1548">
                  <c:v>48.459000000000003</c:v>
                </c:pt>
                <c:pt idx="1549">
                  <c:v>48.942</c:v>
                </c:pt>
                <c:pt idx="1550">
                  <c:v>48.398000000000003</c:v>
                </c:pt>
                <c:pt idx="1551">
                  <c:v>48.584000000000003</c:v>
                </c:pt>
                <c:pt idx="1552">
                  <c:v>48.923999999999999</c:v>
                </c:pt>
                <c:pt idx="1553">
                  <c:v>48.654000000000003</c:v>
                </c:pt>
                <c:pt idx="1554">
                  <c:v>49.073</c:v>
                </c:pt>
                <c:pt idx="1555">
                  <c:v>49.125</c:v>
                </c:pt>
                <c:pt idx="1556">
                  <c:v>50.537999999999997</c:v>
                </c:pt>
                <c:pt idx="1557">
                  <c:v>50.994</c:v>
                </c:pt>
                <c:pt idx="1558">
                  <c:v>50.914999999999999</c:v>
                </c:pt>
                <c:pt idx="1559">
                  <c:v>51.543999999999997</c:v>
                </c:pt>
                <c:pt idx="1560">
                  <c:v>51.128999999999998</c:v>
                </c:pt>
                <c:pt idx="1561">
                  <c:v>51.177999999999997</c:v>
                </c:pt>
                <c:pt idx="1562">
                  <c:v>52.72</c:v>
                </c:pt>
                <c:pt idx="1563">
                  <c:v>53.396999999999998</c:v>
                </c:pt>
                <c:pt idx="1564">
                  <c:v>52.746000000000002</c:v>
                </c:pt>
                <c:pt idx="1565">
                  <c:v>52.374000000000002</c:v>
                </c:pt>
                <c:pt idx="1566">
                  <c:v>53.685000000000002</c:v>
                </c:pt>
                <c:pt idx="1567">
                  <c:v>53.726999999999997</c:v>
                </c:pt>
                <c:pt idx="1568">
                  <c:v>53.926000000000002</c:v>
                </c:pt>
                <c:pt idx="1569">
                  <c:v>54.363</c:v>
                </c:pt>
                <c:pt idx="1570">
                  <c:v>54.491999999999997</c:v>
                </c:pt>
                <c:pt idx="1571">
                  <c:v>53.871000000000002</c:v>
                </c:pt>
                <c:pt idx="1572">
                  <c:v>54.66</c:v>
                </c:pt>
                <c:pt idx="1573">
                  <c:v>56.048999999999999</c:v>
                </c:pt>
                <c:pt idx="1574">
                  <c:v>54.476999999999997</c:v>
                </c:pt>
                <c:pt idx="1575">
                  <c:v>54.737000000000002</c:v>
                </c:pt>
                <c:pt idx="1576">
                  <c:v>54.414999999999999</c:v>
                </c:pt>
                <c:pt idx="1577">
                  <c:v>54.323</c:v>
                </c:pt>
                <c:pt idx="1578">
                  <c:v>54.862000000000002</c:v>
                </c:pt>
                <c:pt idx="1579">
                  <c:v>55.034999999999997</c:v>
                </c:pt>
                <c:pt idx="1580">
                  <c:v>56.046999999999997</c:v>
                </c:pt>
                <c:pt idx="1581">
                  <c:v>56.892000000000003</c:v>
                </c:pt>
                <c:pt idx="1582">
                  <c:v>56.576000000000001</c:v>
                </c:pt>
                <c:pt idx="1583">
                  <c:v>56.488999999999997</c:v>
                </c:pt>
                <c:pt idx="1584">
                  <c:v>56.183999999999997</c:v>
                </c:pt>
                <c:pt idx="1585">
                  <c:v>55.511000000000003</c:v>
                </c:pt>
                <c:pt idx="1586">
                  <c:v>55.445</c:v>
                </c:pt>
                <c:pt idx="1587">
                  <c:v>54.554000000000002</c:v>
                </c:pt>
                <c:pt idx="1588">
                  <c:v>53.274999999999999</c:v>
                </c:pt>
                <c:pt idx="1589">
                  <c:v>54.787999999999997</c:v>
                </c:pt>
                <c:pt idx="1590">
                  <c:v>54.953000000000003</c:v>
                </c:pt>
                <c:pt idx="1591">
                  <c:v>55.491</c:v>
                </c:pt>
                <c:pt idx="1592">
                  <c:v>55.853000000000002</c:v>
                </c:pt>
                <c:pt idx="1593">
                  <c:v>55.601999999999997</c:v>
                </c:pt>
                <c:pt idx="1594">
                  <c:v>55.197000000000003</c:v>
                </c:pt>
                <c:pt idx="1595">
                  <c:v>56.628</c:v>
                </c:pt>
                <c:pt idx="1596">
                  <c:v>55.567</c:v>
                </c:pt>
                <c:pt idx="1597">
                  <c:v>56.344000000000001</c:v>
                </c:pt>
                <c:pt idx="1598">
                  <c:v>55.811</c:v>
                </c:pt>
                <c:pt idx="1599">
                  <c:v>55.831000000000003</c:v>
                </c:pt>
                <c:pt idx="1600">
                  <c:v>55.637</c:v>
                </c:pt>
                <c:pt idx="1601">
                  <c:v>56.383000000000003</c:v>
                </c:pt>
                <c:pt idx="1602">
                  <c:v>57.22</c:v>
                </c:pt>
                <c:pt idx="1603">
                  <c:v>57.325000000000003</c:v>
                </c:pt>
                <c:pt idx="1604">
                  <c:v>57.633000000000003</c:v>
                </c:pt>
                <c:pt idx="1605">
                  <c:v>57.118000000000002</c:v>
                </c:pt>
                <c:pt idx="1606">
                  <c:v>59.079000000000001</c:v>
                </c:pt>
                <c:pt idx="1607">
                  <c:v>60.360999999999997</c:v>
                </c:pt>
                <c:pt idx="1608">
                  <c:v>60</c:v>
                </c:pt>
                <c:pt idx="1609">
                  <c:v>59.307000000000002</c:v>
                </c:pt>
                <c:pt idx="1610">
                  <c:v>58.911999999999999</c:v>
                </c:pt>
                <c:pt idx="1611">
                  <c:v>59.999000000000002</c:v>
                </c:pt>
                <c:pt idx="1612">
                  <c:v>59.405000000000001</c:v>
                </c:pt>
                <c:pt idx="1613">
                  <c:v>58.677999999999997</c:v>
                </c:pt>
                <c:pt idx="1614">
                  <c:v>57.112000000000002</c:v>
                </c:pt>
                <c:pt idx="1615">
                  <c:v>57.01</c:v>
                </c:pt>
                <c:pt idx="1616">
                  <c:v>58.738999999999997</c:v>
                </c:pt>
                <c:pt idx="1617">
                  <c:v>58.673000000000002</c:v>
                </c:pt>
                <c:pt idx="1618">
                  <c:v>59.116</c:v>
                </c:pt>
                <c:pt idx="1619">
                  <c:v>59.295999999999999</c:v>
                </c:pt>
                <c:pt idx="1620">
                  <c:v>59.945</c:v>
                </c:pt>
                <c:pt idx="1621">
                  <c:v>61.286999999999999</c:v>
                </c:pt>
                <c:pt idx="1622">
                  <c:v>60.668999999999997</c:v>
                </c:pt>
                <c:pt idx="1623">
                  <c:v>60.655000000000001</c:v>
                </c:pt>
                <c:pt idx="1624">
                  <c:v>60.267000000000003</c:v>
                </c:pt>
                <c:pt idx="1625">
                  <c:v>59.975999999999999</c:v>
                </c:pt>
                <c:pt idx="1626">
                  <c:v>60.470999999999997</c:v>
                </c:pt>
                <c:pt idx="1627">
                  <c:v>61.417000000000002</c:v>
                </c:pt>
                <c:pt idx="1628">
                  <c:v>63.393999999999998</c:v>
                </c:pt>
                <c:pt idx="1629">
                  <c:v>64.552999999999997</c:v>
                </c:pt>
                <c:pt idx="1630">
                  <c:v>65.263000000000005</c:v>
                </c:pt>
                <c:pt idx="1631">
                  <c:v>66.563000000000002</c:v>
                </c:pt>
                <c:pt idx="1632">
                  <c:v>68.191000000000003</c:v>
                </c:pt>
                <c:pt idx="1633">
                  <c:v>70.620999999999995</c:v>
                </c:pt>
                <c:pt idx="1634">
                  <c:v>68.772000000000006</c:v>
                </c:pt>
                <c:pt idx="1635">
                  <c:v>70.147000000000006</c:v>
                </c:pt>
                <c:pt idx="1636">
                  <c:v>71.91</c:v>
                </c:pt>
                <c:pt idx="1637">
                  <c:v>69.697999999999993</c:v>
                </c:pt>
                <c:pt idx="1638">
                  <c:v>66.22</c:v>
                </c:pt>
                <c:pt idx="1639">
                  <c:v>66.582999999999998</c:v>
                </c:pt>
                <c:pt idx="1640">
                  <c:v>65.194999999999993</c:v>
                </c:pt>
                <c:pt idx="1641">
                  <c:v>65.774000000000001</c:v>
                </c:pt>
                <c:pt idx="1642">
                  <c:v>66.680999999999997</c:v>
                </c:pt>
                <c:pt idx="1643">
                  <c:v>66.861999999999995</c:v>
                </c:pt>
                <c:pt idx="1644">
                  <c:v>67.558000000000007</c:v>
                </c:pt>
                <c:pt idx="1645">
                  <c:v>68.242000000000004</c:v>
                </c:pt>
                <c:pt idx="1646">
                  <c:v>69.134</c:v>
                </c:pt>
                <c:pt idx="1647">
                  <c:v>70.662999999999997</c:v>
                </c:pt>
                <c:pt idx="1648">
                  <c:v>70.902000000000001</c:v>
                </c:pt>
                <c:pt idx="1649">
                  <c:v>70.471999999999994</c:v>
                </c:pt>
                <c:pt idx="1650">
                  <c:v>70.242999999999995</c:v>
                </c:pt>
                <c:pt idx="1651">
                  <c:v>71.353999999999999</c:v>
                </c:pt>
                <c:pt idx="1652">
                  <c:v>73.195999999999998</c:v>
                </c:pt>
                <c:pt idx="1653">
                  <c:v>71.332999999999998</c:v>
                </c:pt>
                <c:pt idx="1654">
                  <c:v>72.167000000000002</c:v>
                </c:pt>
                <c:pt idx="1655">
                  <c:v>73.137</c:v>
                </c:pt>
                <c:pt idx="1656">
                  <c:v>73.328999999999994</c:v>
                </c:pt>
                <c:pt idx="1657">
                  <c:v>73.486999999999995</c:v>
                </c:pt>
                <c:pt idx="1658">
                  <c:v>74.096999999999994</c:v>
                </c:pt>
                <c:pt idx="1659">
                  <c:v>75.045000000000002</c:v>
                </c:pt>
                <c:pt idx="1660">
                  <c:v>74.988</c:v>
                </c:pt>
                <c:pt idx="1661">
                  <c:v>75.162999999999997</c:v>
                </c:pt>
                <c:pt idx="1662">
                  <c:v>75.48</c:v>
                </c:pt>
                <c:pt idx="1663">
                  <c:v>73.497</c:v>
                </c:pt>
                <c:pt idx="1664">
                  <c:v>72.433999999999997</c:v>
                </c:pt>
                <c:pt idx="1665">
                  <c:v>73.185000000000002</c:v>
                </c:pt>
                <c:pt idx="1666">
                  <c:v>72.537000000000006</c:v>
                </c:pt>
                <c:pt idx="1667">
                  <c:v>73.138999999999996</c:v>
                </c:pt>
                <c:pt idx="1668">
                  <c:v>73.435000000000002</c:v>
                </c:pt>
                <c:pt idx="1669">
                  <c:v>73.790000000000006</c:v>
                </c:pt>
                <c:pt idx="1670">
                  <c:v>74.188000000000002</c:v>
                </c:pt>
                <c:pt idx="1671">
                  <c:v>76.402000000000001</c:v>
                </c:pt>
                <c:pt idx="1672">
                  <c:v>77.512</c:v>
                </c:pt>
                <c:pt idx="1673">
                  <c:v>79.332999999999998</c:v>
                </c:pt>
                <c:pt idx="1674">
                  <c:v>82.290999999999997</c:v>
                </c:pt>
                <c:pt idx="1675">
                  <c:v>82.331999999999994</c:v>
                </c:pt>
                <c:pt idx="1676">
                  <c:v>82.897000000000006</c:v>
                </c:pt>
                <c:pt idx="1677">
                  <c:v>86.251999999999995</c:v>
                </c:pt>
                <c:pt idx="1678">
                  <c:v>82.802000000000007</c:v>
                </c:pt>
                <c:pt idx="1679">
                  <c:v>81.460999999999999</c:v>
                </c:pt>
                <c:pt idx="1680">
                  <c:v>79.647000000000006</c:v>
                </c:pt>
                <c:pt idx="1681">
                  <c:v>80.152000000000001</c:v>
                </c:pt>
                <c:pt idx="1682">
                  <c:v>82.453000000000003</c:v>
                </c:pt>
                <c:pt idx="1683">
                  <c:v>82.888000000000005</c:v>
                </c:pt>
                <c:pt idx="1684">
                  <c:v>85.608999999999995</c:v>
                </c:pt>
                <c:pt idx="1685">
                  <c:v>85.906000000000006</c:v>
                </c:pt>
                <c:pt idx="1686">
                  <c:v>86.864000000000004</c:v>
                </c:pt>
                <c:pt idx="1687">
                  <c:v>86.521000000000001</c:v>
                </c:pt>
                <c:pt idx="1688">
                  <c:v>86.391999999999996</c:v>
                </c:pt>
                <c:pt idx="1689">
                  <c:v>88.423000000000002</c:v>
                </c:pt>
                <c:pt idx="1690">
                  <c:v>85.451999999999998</c:v>
                </c:pt>
                <c:pt idx="1691">
                  <c:v>85.700999999999993</c:v>
                </c:pt>
                <c:pt idx="1692">
                  <c:v>87.41</c:v>
                </c:pt>
                <c:pt idx="1693">
                  <c:v>88.676000000000002</c:v>
                </c:pt>
                <c:pt idx="1694">
                  <c:v>87.040999999999997</c:v>
                </c:pt>
                <c:pt idx="1695">
                  <c:v>84.989000000000004</c:v>
                </c:pt>
                <c:pt idx="1696">
                  <c:v>85.257999999999996</c:v>
                </c:pt>
                <c:pt idx="1697">
                  <c:v>83.218999999999994</c:v>
                </c:pt>
                <c:pt idx="1698">
                  <c:v>81.888999999999996</c:v>
                </c:pt>
                <c:pt idx="1699">
                  <c:v>80.13</c:v>
                </c:pt>
                <c:pt idx="1700">
                  <c:v>80.391999999999996</c:v>
                </c:pt>
                <c:pt idx="1701">
                  <c:v>79.819000000000003</c:v>
                </c:pt>
                <c:pt idx="1702">
                  <c:v>79.546000000000006</c:v>
                </c:pt>
                <c:pt idx="1703">
                  <c:v>80.161000000000001</c:v>
                </c:pt>
                <c:pt idx="1704">
                  <c:v>78.703999999999994</c:v>
                </c:pt>
                <c:pt idx="1705">
                  <c:v>78.304000000000002</c:v>
                </c:pt>
                <c:pt idx="1706">
                  <c:v>78.597999999999999</c:v>
                </c:pt>
                <c:pt idx="1707">
                  <c:v>79.314999999999998</c:v>
                </c:pt>
                <c:pt idx="1708">
                  <c:v>78.518000000000001</c:v>
                </c:pt>
                <c:pt idx="1709">
                  <c:v>79.537999999999997</c:v>
                </c:pt>
                <c:pt idx="1710">
                  <c:v>80.253</c:v>
                </c:pt>
                <c:pt idx="1711">
                  <c:v>79.932000000000002</c:v>
                </c:pt>
                <c:pt idx="1712">
                  <c:v>81.722999999999999</c:v>
                </c:pt>
                <c:pt idx="1713">
                  <c:v>83.700999999999993</c:v>
                </c:pt>
                <c:pt idx="1714">
                  <c:v>81.777000000000001</c:v>
                </c:pt>
                <c:pt idx="1715">
                  <c:v>80.257000000000005</c:v>
                </c:pt>
                <c:pt idx="1716">
                  <c:v>78.491</c:v>
                </c:pt>
                <c:pt idx="1717">
                  <c:v>77.418999999999997</c:v>
                </c:pt>
                <c:pt idx="1718">
                  <c:v>80.81</c:v>
                </c:pt>
                <c:pt idx="1719">
                  <c:v>81.816999999999993</c:v>
                </c:pt>
                <c:pt idx="1720">
                  <c:v>82.733000000000004</c:v>
                </c:pt>
                <c:pt idx="1721">
                  <c:v>82.578000000000003</c:v>
                </c:pt>
                <c:pt idx="1722">
                  <c:v>79.356999999999999</c:v>
                </c:pt>
                <c:pt idx="1723">
                  <c:v>79.95</c:v>
                </c:pt>
                <c:pt idx="1724">
                  <c:v>78.649000000000001</c:v>
                </c:pt>
                <c:pt idx="1725">
                  <c:v>79.942999999999998</c:v>
                </c:pt>
                <c:pt idx="1726">
                  <c:v>80.378</c:v>
                </c:pt>
                <c:pt idx="1727">
                  <c:v>80.790000000000006</c:v>
                </c:pt>
                <c:pt idx="1728">
                  <c:v>81.45</c:v>
                </c:pt>
                <c:pt idx="1729">
                  <c:v>82.257000000000005</c:v>
                </c:pt>
                <c:pt idx="1730">
                  <c:v>81.141999999999996</c:v>
                </c:pt>
                <c:pt idx="1731">
                  <c:v>79.001999999999995</c:v>
                </c:pt>
                <c:pt idx="1732">
                  <c:v>79.459000000000003</c:v>
                </c:pt>
                <c:pt idx="1733">
                  <c:v>79.099999999999994</c:v>
                </c:pt>
                <c:pt idx="1734">
                  <c:v>79.402000000000001</c:v>
                </c:pt>
                <c:pt idx="1735">
                  <c:v>80.034000000000006</c:v>
                </c:pt>
                <c:pt idx="1736">
                  <c:v>82.593000000000004</c:v>
                </c:pt>
                <c:pt idx="1737">
                  <c:v>80.956000000000003</c:v>
                </c:pt>
                <c:pt idx="1738">
                  <c:v>79.947000000000003</c:v>
                </c:pt>
                <c:pt idx="1739">
                  <c:v>78.585999999999999</c:v>
                </c:pt>
                <c:pt idx="1740">
                  <c:v>77.995999999999995</c:v>
                </c:pt>
                <c:pt idx="1741">
                  <c:v>77.271000000000001</c:v>
                </c:pt>
                <c:pt idx="1742">
                  <c:v>79.337999999999994</c:v>
                </c:pt>
                <c:pt idx="1743">
                  <c:v>78.852000000000004</c:v>
                </c:pt>
                <c:pt idx="1744">
                  <c:v>80.197999999999993</c:v>
                </c:pt>
                <c:pt idx="1745">
                  <c:v>81.239000000000004</c:v>
                </c:pt>
                <c:pt idx="1746">
                  <c:v>80.88</c:v>
                </c:pt>
                <c:pt idx="1747">
                  <c:v>80.281999999999996</c:v>
                </c:pt>
                <c:pt idx="1748">
                  <c:v>79.528999999999996</c:v>
                </c:pt>
                <c:pt idx="1749">
                  <c:v>78.185000000000002</c:v>
                </c:pt>
                <c:pt idx="1750">
                  <c:v>78.876000000000005</c:v>
                </c:pt>
                <c:pt idx="1751">
                  <c:v>78.578999999999994</c:v>
                </c:pt>
                <c:pt idx="1752">
                  <c:v>79</c:v>
                </c:pt>
                <c:pt idx="1753">
                  <c:v>82.546000000000006</c:v>
                </c:pt>
                <c:pt idx="1754">
                  <c:v>81.325000000000003</c:v>
                </c:pt>
                <c:pt idx="1755">
                  <c:v>84.501999999999995</c:v>
                </c:pt>
                <c:pt idx="1756">
                  <c:v>81.668000000000006</c:v>
                </c:pt>
                <c:pt idx="1757">
                  <c:v>81.724999999999994</c:v>
                </c:pt>
                <c:pt idx="1758">
                  <c:v>82.941999999999993</c:v>
                </c:pt>
                <c:pt idx="1759">
                  <c:v>82.870999999999995</c:v>
                </c:pt>
                <c:pt idx="1760">
                  <c:v>82.716999999999999</c:v>
                </c:pt>
                <c:pt idx="1761">
                  <c:v>82.578999999999994</c:v>
                </c:pt>
                <c:pt idx="1762">
                  <c:v>82.555999999999997</c:v>
                </c:pt>
                <c:pt idx="1763">
                  <c:v>81.576999999999998</c:v>
                </c:pt>
                <c:pt idx="1764">
                  <c:v>82.242999999999995</c:v>
                </c:pt>
                <c:pt idx="1765">
                  <c:v>80.885999999999996</c:v>
                </c:pt>
                <c:pt idx="1766">
                  <c:v>79.429000000000002</c:v>
                </c:pt>
                <c:pt idx="1767">
                  <c:v>79.186999999999998</c:v>
                </c:pt>
                <c:pt idx="1768">
                  <c:v>78.837999999999994</c:v>
                </c:pt>
                <c:pt idx="1769">
                  <c:v>78.777000000000001</c:v>
                </c:pt>
                <c:pt idx="1770">
                  <c:v>78.409000000000006</c:v>
                </c:pt>
                <c:pt idx="1771">
                  <c:v>77.135999999999996</c:v>
                </c:pt>
                <c:pt idx="1772">
                  <c:v>78.656999999999996</c:v>
                </c:pt>
                <c:pt idx="1773">
                  <c:v>77.540999999999997</c:v>
                </c:pt>
                <c:pt idx="1774">
                  <c:v>77.716999999999999</c:v>
                </c:pt>
                <c:pt idx="1775">
                  <c:v>77.225999999999999</c:v>
                </c:pt>
                <c:pt idx="1776">
                  <c:v>76.156999999999996</c:v>
                </c:pt>
                <c:pt idx="1777">
                  <c:v>74.816999999999993</c:v>
                </c:pt>
                <c:pt idx="1778">
                  <c:v>73.58</c:v>
                </c:pt>
                <c:pt idx="1779">
                  <c:v>72.745999999999995</c:v>
                </c:pt>
                <c:pt idx="1780">
                  <c:v>72.903999999999996</c:v>
                </c:pt>
                <c:pt idx="1781">
                  <c:v>72.873999999999995</c:v>
                </c:pt>
                <c:pt idx="1782">
                  <c:v>73.113</c:v>
                </c:pt>
                <c:pt idx="1783">
                  <c:v>71.540000000000006</c:v>
                </c:pt>
                <c:pt idx="1784">
                  <c:v>71.147000000000006</c:v>
                </c:pt>
                <c:pt idx="1785">
                  <c:v>69.918000000000006</c:v>
                </c:pt>
                <c:pt idx="1786">
                  <c:v>70.417000000000002</c:v>
                </c:pt>
                <c:pt idx="1787">
                  <c:v>70.409000000000006</c:v>
                </c:pt>
                <c:pt idx="1788">
                  <c:v>71.191000000000003</c:v>
                </c:pt>
                <c:pt idx="1789">
                  <c:v>70.286000000000001</c:v>
                </c:pt>
                <c:pt idx="1790">
                  <c:v>70.775000000000006</c:v>
                </c:pt>
                <c:pt idx="1791">
                  <c:v>70.727999999999994</c:v>
                </c:pt>
                <c:pt idx="1792">
                  <c:v>70.614999999999995</c:v>
                </c:pt>
                <c:pt idx="1793">
                  <c:v>72.710999999999999</c:v>
                </c:pt>
                <c:pt idx="1794">
                  <c:v>73.149000000000001</c:v>
                </c:pt>
                <c:pt idx="1795">
                  <c:v>74.123999999999995</c:v>
                </c:pt>
                <c:pt idx="1796">
                  <c:v>74.194000000000003</c:v>
                </c:pt>
                <c:pt idx="1797">
                  <c:v>73.665999999999997</c:v>
                </c:pt>
                <c:pt idx="1798">
                  <c:v>74.876000000000005</c:v>
                </c:pt>
                <c:pt idx="1799">
                  <c:v>75.64</c:v>
                </c:pt>
                <c:pt idx="1800">
                  <c:v>72.582999999999998</c:v>
                </c:pt>
                <c:pt idx="1801">
                  <c:v>72.191999999999993</c:v>
                </c:pt>
                <c:pt idx="1802">
                  <c:v>71.497</c:v>
                </c:pt>
                <c:pt idx="1803">
                  <c:v>70.8</c:v>
                </c:pt>
                <c:pt idx="1804">
                  <c:v>70.887</c:v>
                </c:pt>
                <c:pt idx="1805">
                  <c:v>71.397999999999996</c:v>
                </c:pt>
                <c:pt idx="1806">
                  <c:v>72.087000000000003</c:v>
                </c:pt>
                <c:pt idx="1807">
                  <c:v>71.715999999999994</c:v>
                </c:pt>
                <c:pt idx="1808">
                  <c:v>73.983000000000004</c:v>
                </c:pt>
                <c:pt idx="1809">
                  <c:v>75.072999999999993</c:v>
                </c:pt>
                <c:pt idx="1810">
                  <c:v>73.814999999999998</c:v>
                </c:pt>
                <c:pt idx="1811">
                  <c:v>73.754000000000005</c:v>
                </c:pt>
                <c:pt idx="1812">
                  <c:v>74.135000000000005</c:v>
                </c:pt>
                <c:pt idx="1813">
                  <c:v>75.518000000000001</c:v>
                </c:pt>
                <c:pt idx="1814">
                  <c:v>75.299000000000007</c:v>
                </c:pt>
                <c:pt idx="1815">
                  <c:v>74.992000000000004</c:v>
                </c:pt>
                <c:pt idx="1816">
                  <c:v>76.025999999999996</c:v>
                </c:pt>
                <c:pt idx="1817">
                  <c:v>76.935000000000002</c:v>
                </c:pt>
                <c:pt idx="1818">
                  <c:v>79.263999999999996</c:v>
                </c:pt>
                <c:pt idx="1819">
                  <c:v>78.724000000000004</c:v>
                </c:pt>
                <c:pt idx="1820">
                  <c:v>76.221999999999994</c:v>
                </c:pt>
                <c:pt idx="1821">
                  <c:v>76.375</c:v>
                </c:pt>
                <c:pt idx="1822">
                  <c:v>77.236000000000004</c:v>
                </c:pt>
                <c:pt idx="1823">
                  <c:v>76.674000000000007</c:v>
                </c:pt>
                <c:pt idx="1824">
                  <c:v>75.444000000000003</c:v>
                </c:pt>
                <c:pt idx="1825">
                  <c:v>76.334999999999994</c:v>
                </c:pt>
                <c:pt idx="1826">
                  <c:v>75.468999999999994</c:v>
                </c:pt>
                <c:pt idx="1827">
                  <c:v>76.992000000000004</c:v>
                </c:pt>
                <c:pt idx="1828">
                  <c:v>77.522999999999996</c:v>
                </c:pt>
                <c:pt idx="1829">
                  <c:v>78.647999999999996</c:v>
                </c:pt>
                <c:pt idx="1830">
                  <c:v>78.968000000000004</c:v>
                </c:pt>
                <c:pt idx="1831">
                  <c:v>79.126999999999995</c:v>
                </c:pt>
                <c:pt idx="1832">
                  <c:v>78.614000000000004</c:v>
                </c:pt>
                <c:pt idx="1833">
                  <c:v>79.316999999999993</c:v>
                </c:pt>
                <c:pt idx="1834">
                  <c:v>78.658000000000001</c:v>
                </c:pt>
                <c:pt idx="1835">
                  <c:v>78.581999999999994</c:v>
                </c:pt>
                <c:pt idx="1836">
                  <c:v>77.724999999999994</c:v>
                </c:pt>
                <c:pt idx="1837">
                  <c:v>79.507999999999996</c:v>
                </c:pt>
                <c:pt idx="1838">
                  <c:v>77.278000000000006</c:v>
                </c:pt>
                <c:pt idx="1839">
                  <c:v>78.302000000000007</c:v>
                </c:pt>
                <c:pt idx="1840">
                  <c:v>78.995000000000005</c:v>
                </c:pt>
                <c:pt idx="1841">
                  <c:v>79.698999999999998</c:v>
                </c:pt>
                <c:pt idx="1842">
                  <c:v>81.531000000000006</c:v>
                </c:pt>
                <c:pt idx="1843">
                  <c:v>82.774000000000001</c:v>
                </c:pt>
                <c:pt idx="1844">
                  <c:v>82.33</c:v>
                </c:pt>
                <c:pt idx="1845">
                  <c:v>82.385000000000005</c:v>
                </c:pt>
                <c:pt idx="1846">
                  <c:v>82.138999999999996</c:v>
                </c:pt>
                <c:pt idx="1847">
                  <c:v>82.394999999999996</c:v>
                </c:pt>
                <c:pt idx="1848">
                  <c:v>81.745000000000005</c:v>
                </c:pt>
                <c:pt idx="1849">
                  <c:v>81.897000000000006</c:v>
                </c:pt>
                <c:pt idx="1850">
                  <c:v>81.34</c:v>
                </c:pt>
                <c:pt idx="1851">
                  <c:v>79.099000000000004</c:v>
                </c:pt>
                <c:pt idx="1852">
                  <c:v>78.823999999999998</c:v>
                </c:pt>
                <c:pt idx="1853">
                  <c:v>78.286000000000001</c:v>
                </c:pt>
                <c:pt idx="1854">
                  <c:v>79.739999999999995</c:v>
                </c:pt>
                <c:pt idx="1855">
                  <c:v>79.966999999999999</c:v>
                </c:pt>
                <c:pt idx="1856">
                  <c:v>80.272000000000006</c:v>
                </c:pt>
                <c:pt idx="1857">
                  <c:v>79.027000000000001</c:v>
                </c:pt>
                <c:pt idx="1858">
                  <c:v>79.284999999999997</c:v>
                </c:pt>
                <c:pt idx="1859">
                  <c:v>78.308000000000007</c:v>
                </c:pt>
                <c:pt idx="1860">
                  <c:v>80.263999999999996</c:v>
                </c:pt>
                <c:pt idx="1861">
                  <c:v>78.531000000000006</c:v>
                </c:pt>
                <c:pt idx="1862">
                  <c:v>78.724999999999994</c:v>
                </c:pt>
                <c:pt idx="1863">
                  <c:v>77.802999999999997</c:v>
                </c:pt>
                <c:pt idx="1864">
                  <c:v>77.813000000000002</c:v>
                </c:pt>
                <c:pt idx="1865">
                  <c:v>77.977999999999994</c:v>
                </c:pt>
                <c:pt idx="1866">
                  <c:v>78.716999999999999</c:v>
                </c:pt>
                <c:pt idx="1867">
                  <c:v>78.688000000000002</c:v>
                </c:pt>
                <c:pt idx="1868">
                  <c:v>77.813999999999993</c:v>
                </c:pt>
                <c:pt idx="1869">
                  <c:v>78.061999999999998</c:v>
                </c:pt>
                <c:pt idx="1870">
                  <c:v>79.150000000000006</c:v>
                </c:pt>
                <c:pt idx="1871">
                  <c:v>78.335999999999999</c:v>
                </c:pt>
                <c:pt idx="1872">
                  <c:v>76.942999999999998</c:v>
                </c:pt>
                <c:pt idx="1873">
                  <c:v>77.588999999999999</c:v>
                </c:pt>
                <c:pt idx="1874">
                  <c:v>76.798000000000002</c:v>
                </c:pt>
                <c:pt idx="1875">
                  <c:v>75.772999999999996</c:v>
                </c:pt>
                <c:pt idx="1876">
                  <c:v>74.772999999999996</c:v>
                </c:pt>
                <c:pt idx="1877">
                  <c:v>75.075999999999993</c:v>
                </c:pt>
                <c:pt idx="1878">
                  <c:v>74.465000000000003</c:v>
                </c:pt>
                <c:pt idx="1879">
                  <c:v>75.781999999999996</c:v>
                </c:pt>
                <c:pt idx="1880">
                  <c:v>80.483000000000004</c:v>
                </c:pt>
                <c:pt idx="1881">
                  <c:v>78.043999999999997</c:v>
                </c:pt>
                <c:pt idx="1882">
                  <c:v>74.947999999999993</c:v>
                </c:pt>
                <c:pt idx="1883">
                  <c:v>72.506</c:v>
                </c:pt>
                <c:pt idx="1884">
                  <c:v>71.903000000000006</c:v>
                </c:pt>
                <c:pt idx="1885">
                  <c:v>73.236000000000004</c:v>
                </c:pt>
                <c:pt idx="1886">
                  <c:v>72.14</c:v>
                </c:pt>
                <c:pt idx="1887">
                  <c:v>72.587999999999994</c:v>
                </c:pt>
                <c:pt idx="1888">
                  <c:v>72.867000000000004</c:v>
                </c:pt>
                <c:pt idx="1889">
                  <c:v>73.736000000000004</c:v>
                </c:pt>
                <c:pt idx="1890">
                  <c:v>74.968000000000004</c:v>
                </c:pt>
                <c:pt idx="1891">
                  <c:v>75.846000000000004</c:v>
                </c:pt>
                <c:pt idx="1892">
                  <c:v>76.581000000000003</c:v>
                </c:pt>
                <c:pt idx="1893">
                  <c:v>77.840999999999994</c:v>
                </c:pt>
                <c:pt idx="1894">
                  <c:v>77.685000000000002</c:v>
                </c:pt>
                <c:pt idx="1895">
                  <c:v>79.28</c:v>
                </c:pt>
                <c:pt idx="1896">
                  <c:v>80.546999999999997</c:v>
                </c:pt>
                <c:pt idx="1897">
                  <c:v>80.075999999999993</c:v>
                </c:pt>
                <c:pt idx="1898">
                  <c:v>81.501999999999995</c:v>
                </c:pt>
                <c:pt idx="1899">
                  <c:v>81.733999999999995</c:v>
                </c:pt>
                <c:pt idx="1900">
                  <c:v>82.463999999999999</c:v>
                </c:pt>
                <c:pt idx="1901">
                  <c:v>83.733999999999995</c:v>
                </c:pt>
                <c:pt idx="1902">
                  <c:v>83.733999999999995</c:v>
                </c:pt>
                <c:pt idx="1903">
                  <c:v>85.430999999999997</c:v>
                </c:pt>
                <c:pt idx="1904">
                  <c:v>84.6</c:v>
                </c:pt>
                <c:pt idx="1905">
                  <c:v>84.034999999999997</c:v>
                </c:pt>
                <c:pt idx="1906">
                  <c:v>85.191999999999993</c:v>
                </c:pt>
                <c:pt idx="1907">
                  <c:v>85.349000000000004</c:v>
                </c:pt>
                <c:pt idx="1908">
                  <c:v>85.01</c:v>
                </c:pt>
                <c:pt idx="1909">
                  <c:v>84.927000000000007</c:v>
                </c:pt>
                <c:pt idx="1910">
                  <c:v>85.754000000000005</c:v>
                </c:pt>
                <c:pt idx="1911">
                  <c:v>84.507000000000005</c:v>
                </c:pt>
                <c:pt idx="1912">
                  <c:v>84.442999999999998</c:v>
                </c:pt>
                <c:pt idx="1913">
                  <c:v>84.435000000000002</c:v>
                </c:pt>
                <c:pt idx="1914">
                  <c:v>84.744</c:v>
                </c:pt>
                <c:pt idx="1915">
                  <c:v>86.344999999999999</c:v>
                </c:pt>
                <c:pt idx="1916">
                  <c:v>87.686000000000007</c:v>
                </c:pt>
                <c:pt idx="1917">
                  <c:v>88.186000000000007</c:v>
                </c:pt>
                <c:pt idx="1918">
                  <c:v>89.921000000000006</c:v>
                </c:pt>
                <c:pt idx="1919">
                  <c:v>91.917000000000002</c:v>
                </c:pt>
                <c:pt idx="1920">
                  <c:v>94.066000000000003</c:v>
                </c:pt>
                <c:pt idx="1921">
                  <c:v>92.135999999999996</c:v>
                </c:pt>
                <c:pt idx="1922">
                  <c:v>92.061000000000007</c:v>
                </c:pt>
                <c:pt idx="1923">
                  <c:v>92.263999999999996</c:v>
                </c:pt>
                <c:pt idx="1924">
                  <c:v>89.44</c:v>
                </c:pt>
                <c:pt idx="1925">
                  <c:v>91.27</c:v>
                </c:pt>
                <c:pt idx="1926">
                  <c:v>92.084999999999994</c:v>
                </c:pt>
                <c:pt idx="1927">
                  <c:v>91.393000000000001</c:v>
                </c:pt>
                <c:pt idx="1928">
                  <c:v>93.55</c:v>
                </c:pt>
                <c:pt idx="1929">
                  <c:v>94.233999999999995</c:v>
                </c:pt>
                <c:pt idx="1930">
                  <c:v>93.667000000000002</c:v>
                </c:pt>
                <c:pt idx="1931">
                  <c:v>92.828000000000003</c:v>
                </c:pt>
                <c:pt idx="1932">
                  <c:v>92.77</c:v>
                </c:pt>
                <c:pt idx="1933">
                  <c:v>93.84</c:v>
                </c:pt>
                <c:pt idx="1934">
                  <c:v>93.658000000000001</c:v>
                </c:pt>
                <c:pt idx="1935">
                  <c:v>92.847999999999999</c:v>
                </c:pt>
                <c:pt idx="1936">
                  <c:v>91.894000000000005</c:v>
                </c:pt>
                <c:pt idx="1937">
                  <c:v>91.078000000000003</c:v>
                </c:pt>
                <c:pt idx="1938">
                  <c:v>90.558999999999997</c:v>
                </c:pt>
                <c:pt idx="1939">
                  <c:v>92.028999999999996</c:v>
                </c:pt>
                <c:pt idx="1940">
                  <c:v>92.468000000000004</c:v>
                </c:pt>
                <c:pt idx="1941">
                  <c:v>96.891000000000005</c:v>
                </c:pt>
                <c:pt idx="1942">
                  <c:v>93.953000000000003</c:v>
                </c:pt>
                <c:pt idx="1943">
                  <c:v>91.811000000000007</c:v>
                </c:pt>
                <c:pt idx="1944">
                  <c:v>90.6</c:v>
                </c:pt>
                <c:pt idx="1945">
                  <c:v>89.766000000000005</c:v>
                </c:pt>
                <c:pt idx="1946">
                  <c:v>89.242999999999995</c:v>
                </c:pt>
                <c:pt idx="1947">
                  <c:v>88.346999999999994</c:v>
                </c:pt>
                <c:pt idx="1948">
                  <c:v>88.683000000000007</c:v>
                </c:pt>
                <c:pt idx="1949">
                  <c:v>87.543999999999997</c:v>
                </c:pt>
                <c:pt idx="1950">
                  <c:v>87.578999999999994</c:v>
                </c:pt>
                <c:pt idx="1951">
                  <c:v>88.292000000000002</c:v>
                </c:pt>
                <c:pt idx="1952">
                  <c:v>88.230999999999995</c:v>
                </c:pt>
                <c:pt idx="1953">
                  <c:v>87.856999999999999</c:v>
                </c:pt>
                <c:pt idx="1954">
                  <c:v>88.341999999999999</c:v>
                </c:pt>
                <c:pt idx="1955">
                  <c:v>88.07</c:v>
                </c:pt>
                <c:pt idx="1956">
                  <c:v>88.325000000000003</c:v>
                </c:pt>
                <c:pt idx="1957">
                  <c:v>88.683000000000007</c:v>
                </c:pt>
                <c:pt idx="1958">
                  <c:v>88.501999999999995</c:v>
                </c:pt>
                <c:pt idx="1959">
                  <c:v>90.468999999999994</c:v>
                </c:pt>
                <c:pt idx="1960">
                  <c:v>91.009</c:v>
                </c:pt>
                <c:pt idx="1961">
                  <c:v>88.93</c:v>
                </c:pt>
                <c:pt idx="1962">
                  <c:v>88.537000000000006</c:v>
                </c:pt>
                <c:pt idx="1963">
                  <c:v>87.484999999999999</c:v>
                </c:pt>
                <c:pt idx="1964">
                  <c:v>88.084999999999994</c:v>
                </c:pt>
                <c:pt idx="1965">
                  <c:v>85.863</c:v>
                </c:pt>
                <c:pt idx="1966">
                  <c:v>86.251000000000005</c:v>
                </c:pt>
                <c:pt idx="1967">
                  <c:v>85.855000000000004</c:v>
                </c:pt>
                <c:pt idx="1968">
                  <c:v>86.546999999999997</c:v>
                </c:pt>
                <c:pt idx="1969">
                  <c:v>86.45</c:v>
                </c:pt>
                <c:pt idx="1970">
                  <c:v>85.292000000000002</c:v>
                </c:pt>
                <c:pt idx="1971">
                  <c:v>84.674999999999997</c:v>
                </c:pt>
                <c:pt idx="1972">
                  <c:v>82.992000000000004</c:v>
                </c:pt>
                <c:pt idx="1973">
                  <c:v>83.777000000000001</c:v>
                </c:pt>
                <c:pt idx="1974">
                  <c:v>82.558000000000007</c:v>
                </c:pt>
                <c:pt idx="1975">
                  <c:v>82.415999999999997</c:v>
                </c:pt>
                <c:pt idx="1976">
                  <c:v>80.334999999999994</c:v>
                </c:pt>
                <c:pt idx="1977">
                  <c:v>81.153999999999996</c:v>
                </c:pt>
                <c:pt idx="1978">
                  <c:v>83.225999999999999</c:v>
                </c:pt>
                <c:pt idx="1979">
                  <c:v>83.626000000000005</c:v>
                </c:pt>
                <c:pt idx="1980">
                  <c:v>84.438999999999993</c:v>
                </c:pt>
                <c:pt idx="1981">
                  <c:v>84.942999999999998</c:v>
                </c:pt>
                <c:pt idx="1982">
                  <c:v>85.617999999999995</c:v>
                </c:pt>
                <c:pt idx="1983">
                  <c:v>84.92</c:v>
                </c:pt>
                <c:pt idx="1984">
                  <c:v>88.013000000000005</c:v>
                </c:pt>
                <c:pt idx="1985">
                  <c:v>87.222999999999999</c:v>
                </c:pt>
                <c:pt idx="1986">
                  <c:v>85.424999999999997</c:v>
                </c:pt>
                <c:pt idx="1987">
                  <c:v>84.287000000000006</c:v>
                </c:pt>
                <c:pt idx="1988">
                  <c:v>85.513999999999996</c:v>
                </c:pt>
                <c:pt idx="1989">
                  <c:v>87.332999999999998</c:v>
                </c:pt>
                <c:pt idx="1990">
                  <c:v>85.524000000000001</c:v>
                </c:pt>
                <c:pt idx="1991">
                  <c:v>85.921999999999997</c:v>
                </c:pt>
                <c:pt idx="1992">
                  <c:v>84.878</c:v>
                </c:pt>
                <c:pt idx="1993">
                  <c:v>82.304000000000002</c:v>
                </c:pt>
                <c:pt idx="1994">
                  <c:v>81.694999999999993</c:v>
                </c:pt>
                <c:pt idx="1995">
                  <c:v>81.835999999999999</c:v>
                </c:pt>
                <c:pt idx="1996">
                  <c:v>81.811000000000007</c:v>
                </c:pt>
                <c:pt idx="1997">
                  <c:v>81.873000000000005</c:v>
                </c:pt>
                <c:pt idx="1998">
                  <c:v>81.977000000000004</c:v>
                </c:pt>
                <c:pt idx="1999">
                  <c:v>81.388999999999996</c:v>
                </c:pt>
                <c:pt idx="2000">
                  <c:v>81.402000000000001</c:v>
                </c:pt>
                <c:pt idx="2001">
                  <c:v>79.724999999999994</c:v>
                </c:pt>
                <c:pt idx="2002">
                  <c:v>79.25</c:v>
                </c:pt>
                <c:pt idx="2003">
                  <c:v>82.79</c:v>
                </c:pt>
                <c:pt idx="2004">
                  <c:v>79.53</c:v>
                </c:pt>
                <c:pt idx="2005">
                  <c:v>78.084999999999994</c:v>
                </c:pt>
                <c:pt idx="2006">
                  <c:v>77.986999999999995</c:v>
                </c:pt>
                <c:pt idx="2007">
                  <c:v>76.094999999999999</c:v>
                </c:pt>
                <c:pt idx="2008">
                  <c:v>74.632000000000005</c:v>
                </c:pt>
                <c:pt idx="2009">
                  <c:v>74.066999999999993</c:v>
                </c:pt>
                <c:pt idx="2010">
                  <c:v>72.664000000000001</c:v>
                </c:pt>
                <c:pt idx="2011">
                  <c:v>72.87</c:v>
                </c:pt>
                <c:pt idx="2012">
                  <c:v>72.587000000000003</c:v>
                </c:pt>
                <c:pt idx="2013">
                  <c:v>73.471999999999994</c:v>
                </c:pt>
                <c:pt idx="2014">
                  <c:v>72.549000000000007</c:v>
                </c:pt>
                <c:pt idx="2015">
                  <c:v>72.759</c:v>
                </c:pt>
                <c:pt idx="2016">
                  <c:v>71.954999999999998</c:v>
                </c:pt>
                <c:pt idx="2017">
                  <c:v>71.802999999999997</c:v>
                </c:pt>
                <c:pt idx="2018">
                  <c:v>71.677000000000007</c:v>
                </c:pt>
                <c:pt idx="2019">
                  <c:v>71.391000000000005</c:v>
                </c:pt>
                <c:pt idx="2020">
                  <c:v>71.369</c:v>
                </c:pt>
                <c:pt idx="2021">
                  <c:v>70.465999999999994</c:v>
                </c:pt>
                <c:pt idx="2022">
                  <c:v>71.468999999999994</c:v>
                </c:pt>
                <c:pt idx="2023">
                  <c:v>72.210999999999999</c:v>
                </c:pt>
                <c:pt idx="2024">
                  <c:v>70.533000000000001</c:v>
                </c:pt>
                <c:pt idx="2025">
                  <c:v>70.53</c:v>
                </c:pt>
                <c:pt idx="2026">
                  <c:v>70.534000000000006</c:v>
                </c:pt>
                <c:pt idx="2027">
                  <c:v>70.152000000000001</c:v>
                </c:pt>
                <c:pt idx="2028">
                  <c:v>70.938000000000002</c:v>
                </c:pt>
                <c:pt idx="2029">
                  <c:v>71.042000000000002</c:v>
                </c:pt>
                <c:pt idx="2030">
                  <c:v>71.078999999999994</c:v>
                </c:pt>
                <c:pt idx="2031">
                  <c:v>73.950999999999993</c:v>
                </c:pt>
                <c:pt idx="2032">
                  <c:v>78.355000000000004</c:v>
                </c:pt>
                <c:pt idx="2033">
                  <c:v>79.878</c:v>
                </c:pt>
                <c:pt idx="2034">
                  <c:v>79.584000000000003</c:v>
                </c:pt>
                <c:pt idx="2035">
                  <c:v>80.58</c:v>
                </c:pt>
                <c:pt idx="2036">
                  <c:v>80.533000000000001</c:v>
                </c:pt>
                <c:pt idx="2037">
                  <c:v>82.414000000000001</c:v>
                </c:pt>
                <c:pt idx="2038">
                  <c:v>82.899000000000001</c:v>
                </c:pt>
                <c:pt idx="2039">
                  <c:v>83.081999999999994</c:v>
                </c:pt>
                <c:pt idx="2040">
                  <c:v>84.784999999999997</c:v>
                </c:pt>
                <c:pt idx="2041">
                  <c:v>87.421999999999997</c:v>
                </c:pt>
                <c:pt idx="2042">
                  <c:v>88.076999999999998</c:v>
                </c:pt>
                <c:pt idx="2043">
                  <c:v>88.4</c:v>
                </c:pt>
                <c:pt idx="2044">
                  <c:v>92.26</c:v>
                </c:pt>
                <c:pt idx="2045">
                  <c:v>90.531000000000006</c:v>
                </c:pt>
                <c:pt idx="2046">
                  <c:v>90.191000000000003</c:v>
                </c:pt>
                <c:pt idx="2047">
                  <c:v>88.259</c:v>
                </c:pt>
                <c:pt idx="2048">
                  <c:v>89.912000000000006</c:v>
                </c:pt>
                <c:pt idx="2049">
                  <c:v>81.655000000000001</c:v>
                </c:pt>
                <c:pt idx="2050">
                  <c:v>82.171999999999997</c:v>
                </c:pt>
                <c:pt idx="2051">
                  <c:v>80.665999999999997</c:v>
                </c:pt>
                <c:pt idx="2052">
                  <c:v>80.016000000000005</c:v>
                </c:pt>
                <c:pt idx="2053">
                  <c:v>79.724000000000004</c:v>
                </c:pt>
                <c:pt idx="2054">
                  <c:v>79.805999999999997</c:v>
                </c:pt>
                <c:pt idx="2055">
                  <c:v>80.37</c:v>
                </c:pt>
                <c:pt idx="2056">
                  <c:v>79.744</c:v>
                </c:pt>
                <c:pt idx="2057">
                  <c:v>79.727999999999994</c:v>
                </c:pt>
                <c:pt idx="2058">
                  <c:v>81.222999999999999</c:v>
                </c:pt>
                <c:pt idx="2059">
                  <c:v>82.73</c:v>
                </c:pt>
                <c:pt idx="2060">
                  <c:v>82.406000000000006</c:v>
                </c:pt>
                <c:pt idx="2061">
                  <c:v>81.903999999999996</c:v>
                </c:pt>
                <c:pt idx="2062">
                  <c:v>82.778000000000006</c:v>
                </c:pt>
                <c:pt idx="2063">
                  <c:v>82.754999999999995</c:v>
                </c:pt>
                <c:pt idx="2064">
                  <c:v>83.492000000000004</c:v>
                </c:pt>
                <c:pt idx="2065">
                  <c:v>84.495999999999995</c:v>
                </c:pt>
                <c:pt idx="2066">
                  <c:v>87.215999999999994</c:v>
                </c:pt>
                <c:pt idx="2067">
                  <c:v>92.102999999999994</c:v>
                </c:pt>
                <c:pt idx="2068">
                  <c:v>87.953999999999994</c:v>
                </c:pt>
                <c:pt idx="2069">
                  <c:v>89.266000000000005</c:v>
                </c:pt>
                <c:pt idx="2070">
                  <c:v>90.256</c:v>
                </c:pt>
                <c:pt idx="2071">
                  <c:v>91.995999999999995</c:v>
                </c:pt>
                <c:pt idx="2072">
                  <c:v>93.248999999999995</c:v>
                </c:pt>
                <c:pt idx="2073">
                  <c:v>92.930999999999997</c:v>
                </c:pt>
                <c:pt idx="2074">
                  <c:v>92.415000000000006</c:v>
                </c:pt>
                <c:pt idx="2075">
                  <c:v>91.929000000000002</c:v>
                </c:pt>
                <c:pt idx="2076">
                  <c:v>92.638999999999996</c:v>
                </c:pt>
                <c:pt idx="2077">
                  <c:v>95.787999999999997</c:v>
                </c:pt>
                <c:pt idx="2078">
                  <c:v>99.631</c:v>
                </c:pt>
                <c:pt idx="2079">
                  <c:v>101.345</c:v>
                </c:pt>
                <c:pt idx="2080">
                  <c:v>102.515</c:v>
                </c:pt>
                <c:pt idx="2081">
                  <c:v>102.94</c:v>
                </c:pt>
                <c:pt idx="2082">
                  <c:v>102.456</c:v>
                </c:pt>
                <c:pt idx="2083">
                  <c:v>100.58799999999999</c:v>
                </c:pt>
                <c:pt idx="2084">
                  <c:v>99.24</c:v>
                </c:pt>
                <c:pt idx="2085">
                  <c:v>99.396000000000001</c:v>
                </c:pt>
                <c:pt idx="2086">
                  <c:v>97.683999999999997</c:v>
                </c:pt>
                <c:pt idx="2087">
                  <c:v>97.647000000000006</c:v>
                </c:pt>
                <c:pt idx="2088">
                  <c:v>99.259</c:v>
                </c:pt>
                <c:pt idx="2089">
                  <c:v>101.04600000000001</c:v>
                </c:pt>
                <c:pt idx="2090">
                  <c:v>102.42700000000001</c:v>
                </c:pt>
                <c:pt idx="2091">
                  <c:v>106.712</c:v>
                </c:pt>
                <c:pt idx="2092">
                  <c:v>103.893</c:v>
                </c:pt>
                <c:pt idx="2093">
                  <c:v>103.212</c:v>
                </c:pt>
                <c:pt idx="2094">
                  <c:v>102.845</c:v>
                </c:pt>
                <c:pt idx="2095">
                  <c:v>104.527</c:v>
                </c:pt>
                <c:pt idx="2096">
                  <c:v>105.142</c:v>
                </c:pt>
                <c:pt idx="2097">
                  <c:v>108.334</c:v>
                </c:pt>
                <c:pt idx="2098">
                  <c:v>111.346</c:v>
                </c:pt>
                <c:pt idx="2099">
                  <c:v>111.08799999999999</c:v>
                </c:pt>
                <c:pt idx="2100">
                  <c:v>111.968</c:v>
                </c:pt>
                <c:pt idx="2101">
                  <c:v>113.218</c:v>
                </c:pt>
                <c:pt idx="2102">
                  <c:v>116.14400000000001</c:v>
                </c:pt>
                <c:pt idx="2103">
                  <c:v>119.681</c:v>
                </c:pt>
                <c:pt idx="2104">
                  <c:v>122.09399999999999</c:v>
                </c:pt>
                <c:pt idx="2105">
                  <c:v>121.66</c:v>
                </c:pt>
                <c:pt idx="2106">
                  <c:v>118.521</c:v>
                </c:pt>
                <c:pt idx="2107">
                  <c:v>117.532</c:v>
                </c:pt>
                <c:pt idx="2108">
                  <c:v>115.91200000000001</c:v>
                </c:pt>
                <c:pt idx="2109">
                  <c:v>116.931</c:v>
                </c:pt>
                <c:pt idx="2110">
                  <c:v>114.246</c:v>
                </c:pt>
                <c:pt idx="2111">
                  <c:v>112.322</c:v>
                </c:pt>
                <c:pt idx="2112">
                  <c:v>109.56</c:v>
                </c:pt>
                <c:pt idx="2113">
                  <c:v>109.027</c:v>
                </c:pt>
                <c:pt idx="2114">
                  <c:v>106.764</c:v>
                </c:pt>
                <c:pt idx="2115">
                  <c:v>108.605</c:v>
                </c:pt>
                <c:pt idx="2116">
                  <c:v>108.482</c:v>
                </c:pt>
                <c:pt idx="2117">
                  <c:v>112.084</c:v>
                </c:pt>
                <c:pt idx="2118">
                  <c:v>112.169</c:v>
                </c:pt>
                <c:pt idx="2119">
                  <c:v>110.886</c:v>
                </c:pt>
                <c:pt idx="2120">
                  <c:v>111.41500000000001</c:v>
                </c:pt>
                <c:pt idx="2121">
                  <c:v>112.19199999999999</c:v>
                </c:pt>
                <c:pt idx="2122">
                  <c:v>111.05</c:v>
                </c:pt>
                <c:pt idx="2123">
                  <c:v>109.267</c:v>
                </c:pt>
                <c:pt idx="2124">
                  <c:v>109.217</c:v>
                </c:pt>
                <c:pt idx="2125">
                  <c:v>110.20699999999999</c:v>
                </c:pt>
                <c:pt idx="2126">
                  <c:v>109.559</c:v>
                </c:pt>
                <c:pt idx="2127">
                  <c:v>110.754</c:v>
                </c:pt>
                <c:pt idx="2128">
                  <c:v>107.98699999999999</c:v>
                </c:pt>
                <c:pt idx="2129">
                  <c:v>111.456</c:v>
                </c:pt>
                <c:pt idx="2130">
                  <c:v>107.521</c:v>
                </c:pt>
                <c:pt idx="2131">
                  <c:v>105.13200000000001</c:v>
                </c:pt>
                <c:pt idx="2132">
                  <c:v>106.54</c:v>
                </c:pt>
                <c:pt idx="2133">
                  <c:v>103.349</c:v>
                </c:pt>
                <c:pt idx="2134">
                  <c:v>103.185</c:v>
                </c:pt>
                <c:pt idx="2135">
                  <c:v>102.718</c:v>
                </c:pt>
                <c:pt idx="2136">
                  <c:v>104.07899999999999</c:v>
                </c:pt>
                <c:pt idx="2137">
                  <c:v>103.149</c:v>
                </c:pt>
                <c:pt idx="2138">
                  <c:v>103.931</c:v>
                </c:pt>
                <c:pt idx="2139">
                  <c:v>104.254</c:v>
                </c:pt>
                <c:pt idx="2140">
                  <c:v>105.42400000000001</c:v>
                </c:pt>
                <c:pt idx="2141">
                  <c:v>106.011</c:v>
                </c:pt>
                <c:pt idx="2142">
                  <c:v>107.943</c:v>
                </c:pt>
                <c:pt idx="2143">
                  <c:v>107.387</c:v>
                </c:pt>
                <c:pt idx="2144">
                  <c:v>105.482</c:v>
                </c:pt>
                <c:pt idx="2145">
                  <c:v>103.83</c:v>
                </c:pt>
                <c:pt idx="2146">
                  <c:v>104.431</c:v>
                </c:pt>
                <c:pt idx="2147">
                  <c:v>104.474</c:v>
                </c:pt>
                <c:pt idx="2148">
                  <c:v>104.1</c:v>
                </c:pt>
                <c:pt idx="2149">
                  <c:v>102.36799999999999</c:v>
                </c:pt>
                <c:pt idx="2150">
                  <c:v>103.078</c:v>
                </c:pt>
                <c:pt idx="2151">
                  <c:v>104.122</c:v>
                </c:pt>
                <c:pt idx="2152">
                  <c:v>103.16500000000001</c:v>
                </c:pt>
                <c:pt idx="2153">
                  <c:v>108.065</c:v>
                </c:pt>
                <c:pt idx="2154">
                  <c:v>102.069</c:v>
                </c:pt>
                <c:pt idx="2155">
                  <c:v>102.36499999999999</c:v>
                </c:pt>
                <c:pt idx="2156">
                  <c:v>102.205</c:v>
                </c:pt>
                <c:pt idx="2157">
                  <c:v>103.292</c:v>
                </c:pt>
                <c:pt idx="2158">
                  <c:v>103.215</c:v>
                </c:pt>
                <c:pt idx="2159">
                  <c:v>104.244</c:v>
                </c:pt>
                <c:pt idx="2160">
                  <c:v>106.126</c:v>
                </c:pt>
                <c:pt idx="2161">
                  <c:v>105.759</c:v>
                </c:pt>
                <c:pt idx="2162">
                  <c:v>106.67400000000001</c:v>
                </c:pt>
                <c:pt idx="2163">
                  <c:v>105.151</c:v>
                </c:pt>
                <c:pt idx="2164">
                  <c:v>105.13800000000001</c:v>
                </c:pt>
                <c:pt idx="2165">
                  <c:v>105.861</c:v>
                </c:pt>
                <c:pt idx="2166">
                  <c:v>106.17</c:v>
                </c:pt>
                <c:pt idx="2167">
                  <c:v>107.9</c:v>
                </c:pt>
                <c:pt idx="2168">
                  <c:v>107.706</c:v>
                </c:pt>
                <c:pt idx="2169">
                  <c:v>106.884</c:v>
                </c:pt>
                <c:pt idx="2170">
                  <c:v>107.77200000000001</c:v>
                </c:pt>
                <c:pt idx="2171">
                  <c:v>108.223</c:v>
                </c:pt>
                <c:pt idx="2172">
                  <c:v>106.96299999999999</c:v>
                </c:pt>
                <c:pt idx="2173">
                  <c:v>110.063</c:v>
                </c:pt>
                <c:pt idx="2174">
                  <c:v>106.752</c:v>
                </c:pt>
                <c:pt idx="2175">
                  <c:v>106.643</c:v>
                </c:pt>
                <c:pt idx="2176">
                  <c:v>107.79900000000001</c:v>
                </c:pt>
                <c:pt idx="2177">
                  <c:v>106.511</c:v>
                </c:pt>
                <c:pt idx="2178">
                  <c:v>107.40900000000001</c:v>
                </c:pt>
                <c:pt idx="2179">
                  <c:v>106.982</c:v>
                </c:pt>
                <c:pt idx="2180">
                  <c:v>107.60899999999999</c:v>
                </c:pt>
                <c:pt idx="2181">
                  <c:v>106.084</c:v>
                </c:pt>
                <c:pt idx="2182">
                  <c:v>104.922</c:v>
                </c:pt>
                <c:pt idx="2183">
                  <c:v>103.36499999999999</c:v>
                </c:pt>
                <c:pt idx="2184">
                  <c:v>103.842</c:v>
                </c:pt>
                <c:pt idx="2185">
                  <c:v>103.45099999999999</c:v>
                </c:pt>
                <c:pt idx="2186">
                  <c:v>102.34099999999999</c:v>
                </c:pt>
                <c:pt idx="2187">
                  <c:v>103.43</c:v>
                </c:pt>
                <c:pt idx="2188">
                  <c:v>101.42400000000001</c:v>
                </c:pt>
                <c:pt idx="2189">
                  <c:v>101.878</c:v>
                </c:pt>
                <c:pt idx="2190">
                  <c:v>101.02800000000001</c:v>
                </c:pt>
                <c:pt idx="2191">
                  <c:v>104.327</c:v>
                </c:pt>
                <c:pt idx="2192">
                  <c:v>96.573999999999998</c:v>
                </c:pt>
                <c:pt idx="2193">
                  <c:v>94.195999999999998</c:v>
                </c:pt>
                <c:pt idx="2194">
                  <c:v>92.647000000000006</c:v>
                </c:pt>
                <c:pt idx="2195">
                  <c:v>93.25</c:v>
                </c:pt>
                <c:pt idx="2196">
                  <c:v>92.331999999999994</c:v>
                </c:pt>
                <c:pt idx="2197">
                  <c:v>89.822999999999993</c:v>
                </c:pt>
                <c:pt idx="2198">
                  <c:v>89.977999999999994</c:v>
                </c:pt>
                <c:pt idx="2199">
                  <c:v>89.54</c:v>
                </c:pt>
                <c:pt idx="2200">
                  <c:v>90.734999999999999</c:v>
                </c:pt>
                <c:pt idx="2201">
                  <c:v>92.620999999999995</c:v>
                </c:pt>
                <c:pt idx="2202">
                  <c:v>91.572000000000003</c:v>
                </c:pt>
                <c:pt idx="2203">
                  <c:v>90.462999999999994</c:v>
                </c:pt>
                <c:pt idx="2204">
                  <c:v>89.945999999999998</c:v>
                </c:pt>
                <c:pt idx="2205">
                  <c:v>90.24</c:v>
                </c:pt>
                <c:pt idx="2206">
                  <c:v>90.768000000000001</c:v>
                </c:pt>
                <c:pt idx="2207">
                  <c:v>92.168000000000006</c:v>
                </c:pt>
                <c:pt idx="2208">
                  <c:v>94.77</c:v>
                </c:pt>
                <c:pt idx="2209">
                  <c:v>94.766000000000005</c:v>
                </c:pt>
                <c:pt idx="2210">
                  <c:v>94.991</c:v>
                </c:pt>
                <c:pt idx="2211">
                  <c:v>94.813999999999993</c:v>
                </c:pt>
                <c:pt idx="2212">
                  <c:v>94.748000000000005</c:v>
                </c:pt>
                <c:pt idx="2213">
                  <c:v>94.792000000000002</c:v>
                </c:pt>
                <c:pt idx="2214">
                  <c:v>98.323999999999998</c:v>
                </c:pt>
                <c:pt idx="2215">
                  <c:v>96.867000000000004</c:v>
                </c:pt>
                <c:pt idx="2216">
                  <c:v>98.293000000000006</c:v>
                </c:pt>
                <c:pt idx="2217">
                  <c:v>98.739000000000004</c:v>
                </c:pt>
                <c:pt idx="2218">
                  <c:v>97.137</c:v>
                </c:pt>
                <c:pt idx="2219">
                  <c:v>97.090999999999994</c:v>
                </c:pt>
                <c:pt idx="2220">
                  <c:v>95.763000000000005</c:v>
                </c:pt>
                <c:pt idx="2221">
                  <c:v>94.850999999999999</c:v>
                </c:pt>
                <c:pt idx="2222">
                  <c:v>94.86</c:v>
                </c:pt>
                <c:pt idx="2223">
                  <c:v>94.816000000000003</c:v>
                </c:pt>
                <c:pt idx="2224">
                  <c:v>95.358000000000004</c:v>
                </c:pt>
                <c:pt idx="2225">
                  <c:v>95.105000000000004</c:v>
                </c:pt>
                <c:pt idx="2226">
                  <c:v>95.792000000000002</c:v>
                </c:pt>
                <c:pt idx="2227">
                  <c:v>97.634</c:v>
                </c:pt>
                <c:pt idx="2228">
                  <c:v>98.263999999999996</c:v>
                </c:pt>
                <c:pt idx="2229">
                  <c:v>99.013000000000005</c:v>
                </c:pt>
                <c:pt idx="2230">
                  <c:v>99.55</c:v>
                </c:pt>
                <c:pt idx="2231">
                  <c:v>100.971</c:v>
                </c:pt>
                <c:pt idx="2232">
                  <c:v>101.78700000000001</c:v>
                </c:pt>
                <c:pt idx="2233">
                  <c:v>104.71</c:v>
                </c:pt>
                <c:pt idx="2234">
                  <c:v>101.551</c:v>
                </c:pt>
                <c:pt idx="2235">
                  <c:v>102.23</c:v>
                </c:pt>
                <c:pt idx="2236">
                  <c:v>101.35</c:v>
                </c:pt>
                <c:pt idx="2237">
                  <c:v>101.908</c:v>
                </c:pt>
                <c:pt idx="2238">
                  <c:v>101.59699999999999</c:v>
                </c:pt>
                <c:pt idx="2239">
                  <c:v>101.515</c:v>
                </c:pt>
                <c:pt idx="2240">
                  <c:v>103.01600000000001</c:v>
                </c:pt>
                <c:pt idx="2241">
                  <c:v>103.982</c:v>
                </c:pt>
                <c:pt idx="2242">
                  <c:v>99.445999999999998</c:v>
                </c:pt>
                <c:pt idx="2243">
                  <c:v>99.956000000000003</c:v>
                </c:pt>
                <c:pt idx="2244">
                  <c:v>98.6</c:v>
                </c:pt>
                <c:pt idx="2245">
                  <c:v>99.308000000000007</c:v>
                </c:pt>
                <c:pt idx="2246">
                  <c:v>99.881</c:v>
                </c:pt>
                <c:pt idx="2247">
                  <c:v>100.437</c:v>
                </c:pt>
                <c:pt idx="2248">
                  <c:v>101.32899999999999</c:v>
                </c:pt>
                <c:pt idx="2249">
                  <c:v>100.824</c:v>
                </c:pt>
                <c:pt idx="2250">
                  <c:v>103.616</c:v>
                </c:pt>
                <c:pt idx="2251">
                  <c:v>101.583</c:v>
                </c:pt>
                <c:pt idx="2252">
                  <c:v>103.217</c:v>
                </c:pt>
                <c:pt idx="2253">
                  <c:v>94.628</c:v>
                </c:pt>
                <c:pt idx="2254">
                  <c:v>94.557000000000002</c:v>
                </c:pt>
                <c:pt idx="2255">
                  <c:v>95.856999999999999</c:v>
                </c:pt>
                <c:pt idx="2256">
                  <c:v>96.087999999999994</c:v>
                </c:pt>
                <c:pt idx="2257">
                  <c:v>96.397999999999996</c:v>
                </c:pt>
                <c:pt idx="2258">
                  <c:v>95.891999999999996</c:v>
                </c:pt>
                <c:pt idx="2259">
                  <c:v>95.100999999999999</c:v>
                </c:pt>
                <c:pt idx="2260">
                  <c:v>94.483000000000004</c:v>
                </c:pt>
                <c:pt idx="2261">
                  <c:v>94.269000000000005</c:v>
                </c:pt>
                <c:pt idx="2262">
                  <c:v>93.957999999999998</c:v>
                </c:pt>
                <c:pt idx="2263">
                  <c:v>93.01</c:v>
                </c:pt>
                <c:pt idx="2264">
                  <c:v>92.022000000000006</c:v>
                </c:pt>
                <c:pt idx="2265">
                  <c:v>92.286000000000001</c:v>
                </c:pt>
                <c:pt idx="2266">
                  <c:v>91.506</c:v>
                </c:pt>
                <c:pt idx="2267">
                  <c:v>91.567999999999998</c:v>
                </c:pt>
                <c:pt idx="2268">
                  <c:v>91.097999999999999</c:v>
                </c:pt>
                <c:pt idx="2269">
                  <c:v>91.992999999999995</c:v>
                </c:pt>
                <c:pt idx="2270">
                  <c:v>91.314999999999998</c:v>
                </c:pt>
                <c:pt idx="2271">
                  <c:v>92.875</c:v>
                </c:pt>
                <c:pt idx="2272">
                  <c:v>92.951999999999998</c:v>
                </c:pt>
                <c:pt idx="2273">
                  <c:v>92.067999999999998</c:v>
                </c:pt>
                <c:pt idx="2274">
                  <c:v>91.787999999999997</c:v>
                </c:pt>
                <c:pt idx="2275">
                  <c:v>92.036000000000001</c:v>
                </c:pt>
                <c:pt idx="2276">
                  <c:v>92.563999999999993</c:v>
                </c:pt>
                <c:pt idx="2277">
                  <c:v>94.653999999999996</c:v>
                </c:pt>
                <c:pt idx="2278">
                  <c:v>92.206999999999994</c:v>
                </c:pt>
                <c:pt idx="2279">
                  <c:v>92.248000000000005</c:v>
                </c:pt>
                <c:pt idx="2280">
                  <c:v>93.47</c:v>
                </c:pt>
                <c:pt idx="2281">
                  <c:v>93.260999999999996</c:v>
                </c:pt>
                <c:pt idx="2282">
                  <c:v>93.477999999999994</c:v>
                </c:pt>
                <c:pt idx="2283">
                  <c:v>93.710999999999999</c:v>
                </c:pt>
                <c:pt idx="2284">
                  <c:v>95.509</c:v>
                </c:pt>
                <c:pt idx="2285">
                  <c:v>95.784999999999997</c:v>
                </c:pt>
                <c:pt idx="2286">
                  <c:v>99.054000000000002</c:v>
                </c:pt>
                <c:pt idx="2287">
                  <c:v>99.650999999999996</c:v>
                </c:pt>
                <c:pt idx="2288">
                  <c:v>98.49</c:v>
                </c:pt>
                <c:pt idx="2289">
                  <c:v>97.138000000000005</c:v>
                </c:pt>
                <c:pt idx="2290">
                  <c:v>98.905000000000001</c:v>
                </c:pt>
                <c:pt idx="2291">
                  <c:v>99.100999999999999</c:v>
                </c:pt>
                <c:pt idx="2292">
                  <c:v>98.686999999999998</c:v>
                </c:pt>
                <c:pt idx="2293">
                  <c:v>98.483000000000004</c:v>
                </c:pt>
                <c:pt idx="2294">
                  <c:v>98.171999999999997</c:v>
                </c:pt>
                <c:pt idx="2295">
                  <c:v>97.837999999999994</c:v>
                </c:pt>
                <c:pt idx="2296">
                  <c:v>96.302999999999997</c:v>
                </c:pt>
                <c:pt idx="2297">
                  <c:v>94.203999999999994</c:v>
                </c:pt>
                <c:pt idx="2298">
                  <c:v>91.655000000000001</c:v>
                </c:pt>
                <c:pt idx="2299">
                  <c:v>89.847999999999999</c:v>
                </c:pt>
                <c:pt idx="2300">
                  <c:v>90.498000000000005</c:v>
                </c:pt>
                <c:pt idx="2301">
                  <c:v>89.861000000000004</c:v>
                </c:pt>
                <c:pt idx="2302">
                  <c:v>90.709000000000003</c:v>
                </c:pt>
                <c:pt idx="2303">
                  <c:v>91.039000000000001</c:v>
                </c:pt>
                <c:pt idx="2304">
                  <c:v>91.322999999999993</c:v>
                </c:pt>
                <c:pt idx="2305">
                  <c:v>91.159000000000006</c:v>
                </c:pt>
                <c:pt idx="2306">
                  <c:v>90.638999999999996</c:v>
                </c:pt>
                <c:pt idx="2307">
                  <c:v>90.302999999999997</c:v>
                </c:pt>
                <c:pt idx="2308">
                  <c:v>89.903999999999996</c:v>
                </c:pt>
                <c:pt idx="2309">
                  <c:v>90.314999999999998</c:v>
                </c:pt>
                <c:pt idx="2310">
                  <c:v>89.991</c:v>
                </c:pt>
                <c:pt idx="2311">
                  <c:v>89.796999999999997</c:v>
                </c:pt>
                <c:pt idx="2312">
                  <c:v>89.213999999999999</c:v>
                </c:pt>
                <c:pt idx="2313">
                  <c:v>90.063000000000002</c:v>
                </c:pt>
                <c:pt idx="2314">
                  <c:v>89.477999999999994</c:v>
                </c:pt>
                <c:pt idx="2315">
                  <c:v>91.552999999999997</c:v>
                </c:pt>
                <c:pt idx="2316">
                  <c:v>93.498000000000005</c:v>
                </c:pt>
                <c:pt idx="2317">
                  <c:v>91.753</c:v>
                </c:pt>
                <c:pt idx="2318">
                  <c:v>92.236999999999995</c:v>
                </c:pt>
                <c:pt idx="2319">
                  <c:v>91.850999999999999</c:v>
                </c:pt>
                <c:pt idx="2320">
                  <c:v>93.084999999999994</c:v>
                </c:pt>
                <c:pt idx="2321">
                  <c:v>92.912000000000006</c:v>
                </c:pt>
                <c:pt idx="2322">
                  <c:v>94.316999999999993</c:v>
                </c:pt>
                <c:pt idx="2323">
                  <c:v>95.436000000000007</c:v>
                </c:pt>
                <c:pt idx="2324">
                  <c:v>95.308999999999997</c:v>
                </c:pt>
                <c:pt idx="2325">
                  <c:v>94.819000000000003</c:v>
                </c:pt>
                <c:pt idx="2326">
                  <c:v>94.432000000000002</c:v>
                </c:pt>
                <c:pt idx="2327">
                  <c:v>94.388999999999996</c:v>
                </c:pt>
                <c:pt idx="2328">
                  <c:v>94.912999999999997</c:v>
                </c:pt>
                <c:pt idx="2329">
                  <c:v>94.798000000000002</c:v>
                </c:pt>
                <c:pt idx="2330">
                  <c:v>94.227999999999994</c:v>
                </c:pt>
                <c:pt idx="2331">
                  <c:v>94.850999999999999</c:v>
                </c:pt>
                <c:pt idx="2332">
                  <c:v>94.655000000000001</c:v>
                </c:pt>
                <c:pt idx="2333">
                  <c:v>95.656000000000006</c:v>
                </c:pt>
                <c:pt idx="2334">
                  <c:v>94.572000000000003</c:v>
                </c:pt>
                <c:pt idx="2335">
                  <c:v>95.796000000000006</c:v>
                </c:pt>
                <c:pt idx="2336">
                  <c:v>95.83</c:v>
                </c:pt>
                <c:pt idx="2337">
                  <c:v>96.57</c:v>
                </c:pt>
                <c:pt idx="2338">
                  <c:v>97.38</c:v>
                </c:pt>
                <c:pt idx="2339">
                  <c:v>96.694000000000003</c:v>
                </c:pt>
                <c:pt idx="2340">
                  <c:v>97.99</c:v>
                </c:pt>
                <c:pt idx="2341">
                  <c:v>95.891999999999996</c:v>
                </c:pt>
                <c:pt idx="2342">
                  <c:v>95.159000000000006</c:v>
                </c:pt>
                <c:pt idx="2343">
                  <c:v>96.201999999999998</c:v>
                </c:pt>
                <c:pt idx="2344">
                  <c:v>96.903999999999996</c:v>
                </c:pt>
                <c:pt idx="2345">
                  <c:v>96.905000000000001</c:v>
                </c:pt>
                <c:pt idx="2346">
                  <c:v>96.516999999999996</c:v>
                </c:pt>
                <c:pt idx="2347">
                  <c:v>96.409000000000006</c:v>
                </c:pt>
                <c:pt idx="2348">
                  <c:v>95.846000000000004</c:v>
                </c:pt>
                <c:pt idx="2349">
                  <c:v>97.233999999999995</c:v>
                </c:pt>
                <c:pt idx="2350">
                  <c:v>96.826999999999998</c:v>
                </c:pt>
                <c:pt idx="2351">
                  <c:v>97.656000000000006</c:v>
                </c:pt>
                <c:pt idx="2352">
                  <c:v>99.876000000000005</c:v>
                </c:pt>
                <c:pt idx="2353">
                  <c:v>99.725999999999999</c:v>
                </c:pt>
                <c:pt idx="2354">
                  <c:v>98.447000000000003</c:v>
                </c:pt>
                <c:pt idx="2355">
                  <c:v>97.956999999999994</c:v>
                </c:pt>
                <c:pt idx="2356">
                  <c:v>98.634</c:v>
                </c:pt>
                <c:pt idx="2357">
                  <c:v>98.429000000000002</c:v>
                </c:pt>
                <c:pt idx="2358">
                  <c:v>98.731999999999999</c:v>
                </c:pt>
                <c:pt idx="2359">
                  <c:v>96.753</c:v>
                </c:pt>
                <c:pt idx="2360">
                  <c:v>96.703999999999994</c:v>
                </c:pt>
                <c:pt idx="2361">
                  <c:v>96.57</c:v>
                </c:pt>
                <c:pt idx="2362">
                  <c:v>98.465999999999994</c:v>
                </c:pt>
                <c:pt idx="2363">
                  <c:v>97.698999999999998</c:v>
                </c:pt>
                <c:pt idx="2364">
                  <c:v>96.176000000000002</c:v>
                </c:pt>
                <c:pt idx="2365">
                  <c:v>95.585999999999999</c:v>
                </c:pt>
                <c:pt idx="2366">
                  <c:v>97.070999999999998</c:v>
                </c:pt>
                <c:pt idx="2367">
                  <c:v>99.665999999999997</c:v>
                </c:pt>
                <c:pt idx="2368">
                  <c:v>99.421999999999997</c:v>
                </c:pt>
                <c:pt idx="2369">
                  <c:v>100.373</c:v>
                </c:pt>
                <c:pt idx="2370">
                  <c:v>100.822</c:v>
                </c:pt>
                <c:pt idx="2371">
                  <c:v>100.935</c:v>
                </c:pt>
                <c:pt idx="2372">
                  <c:v>100.137</c:v>
                </c:pt>
                <c:pt idx="2373">
                  <c:v>99.456999999999994</c:v>
                </c:pt>
                <c:pt idx="2374">
                  <c:v>102.66800000000001</c:v>
                </c:pt>
                <c:pt idx="2375">
                  <c:v>104.899</c:v>
                </c:pt>
                <c:pt idx="2376">
                  <c:v>105.792</c:v>
                </c:pt>
                <c:pt idx="2377">
                  <c:v>109.428</c:v>
                </c:pt>
                <c:pt idx="2378">
                  <c:v>108.739</c:v>
                </c:pt>
                <c:pt idx="2379">
                  <c:v>105.78700000000001</c:v>
                </c:pt>
                <c:pt idx="2380">
                  <c:v>104.346</c:v>
                </c:pt>
                <c:pt idx="2381">
                  <c:v>103.11199999999999</c:v>
                </c:pt>
                <c:pt idx="2382">
                  <c:v>102.51</c:v>
                </c:pt>
                <c:pt idx="2383">
                  <c:v>100.65600000000001</c:v>
                </c:pt>
                <c:pt idx="2384">
                  <c:v>101.31699999999999</c:v>
                </c:pt>
                <c:pt idx="2385">
                  <c:v>99.757999999999996</c:v>
                </c:pt>
                <c:pt idx="2386">
                  <c:v>100.331</c:v>
                </c:pt>
                <c:pt idx="2387">
                  <c:v>100.452</c:v>
                </c:pt>
                <c:pt idx="2388">
                  <c:v>100.75700000000001</c:v>
                </c:pt>
                <c:pt idx="2389">
                  <c:v>100.715</c:v>
                </c:pt>
                <c:pt idx="2390">
                  <c:v>100.873</c:v>
                </c:pt>
                <c:pt idx="2391">
                  <c:v>100.18600000000001</c:v>
                </c:pt>
                <c:pt idx="2392">
                  <c:v>100.29600000000001</c:v>
                </c:pt>
                <c:pt idx="2393">
                  <c:v>100.706</c:v>
                </c:pt>
                <c:pt idx="2394">
                  <c:v>100.07</c:v>
                </c:pt>
                <c:pt idx="2395">
                  <c:v>99.903999999999996</c:v>
                </c:pt>
                <c:pt idx="2396">
                  <c:v>99.653999999999996</c:v>
                </c:pt>
                <c:pt idx="2397">
                  <c:v>101.123</c:v>
                </c:pt>
                <c:pt idx="2398">
                  <c:v>102.057</c:v>
                </c:pt>
                <c:pt idx="2399">
                  <c:v>101.05200000000001</c:v>
                </c:pt>
                <c:pt idx="2400">
                  <c:v>104.32</c:v>
                </c:pt>
                <c:pt idx="2401">
                  <c:v>100.15900000000001</c:v>
                </c:pt>
                <c:pt idx="2402">
                  <c:v>97.784999999999997</c:v>
                </c:pt>
                <c:pt idx="2403">
                  <c:v>97.308999999999997</c:v>
                </c:pt>
                <c:pt idx="2404">
                  <c:v>94.861999999999995</c:v>
                </c:pt>
                <c:pt idx="2405">
                  <c:v>95.457999999999998</c:v>
                </c:pt>
                <c:pt idx="2406">
                  <c:v>95.605000000000004</c:v>
                </c:pt>
                <c:pt idx="2407">
                  <c:v>95.191000000000003</c:v>
                </c:pt>
                <c:pt idx="2408">
                  <c:v>95.087999999999994</c:v>
                </c:pt>
                <c:pt idx="2409">
                  <c:v>94.525999999999996</c:v>
                </c:pt>
                <c:pt idx="2410">
                  <c:v>94.531999999999996</c:v>
                </c:pt>
                <c:pt idx="2411">
                  <c:v>94.537999999999997</c:v>
                </c:pt>
                <c:pt idx="2412">
                  <c:v>96.738</c:v>
                </c:pt>
                <c:pt idx="2413">
                  <c:v>96.93</c:v>
                </c:pt>
                <c:pt idx="2414">
                  <c:v>97.397000000000006</c:v>
                </c:pt>
                <c:pt idx="2415">
                  <c:v>96.414000000000001</c:v>
                </c:pt>
                <c:pt idx="2416">
                  <c:v>95.700999999999993</c:v>
                </c:pt>
                <c:pt idx="2417">
                  <c:v>94.114999999999995</c:v>
                </c:pt>
                <c:pt idx="2418">
                  <c:v>96.432000000000002</c:v>
                </c:pt>
                <c:pt idx="2419">
                  <c:v>96.744</c:v>
                </c:pt>
                <c:pt idx="2420">
                  <c:v>97.688999999999993</c:v>
                </c:pt>
                <c:pt idx="2421">
                  <c:v>100.518</c:v>
                </c:pt>
                <c:pt idx="2422">
                  <c:v>101.083</c:v>
                </c:pt>
                <c:pt idx="2423">
                  <c:v>100.645</c:v>
                </c:pt>
                <c:pt idx="2424">
                  <c:v>98.275000000000006</c:v>
                </c:pt>
                <c:pt idx="2425">
                  <c:v>99.573999999999998</c:v>
                </c:pt>
                <c:pt idx="2426">
                  <c:v>99.141000000000005</c:v>
                </c:pt>
                <c:pt idx="2427">
                  <c:v>99.578999999999994</c:v>
                </c:pt>
                <c:pt idx="2428">
                  <c:v>99.89</c:v>
                </c:pt>
                <c:pt idx="2429">
                  <c:v>100.178</c:v>
                </c:pt>
                <c:pt idx="2430">
                  <c:v>103.905</c:v>
                </c:pt>
                <c:pt idx="2431">
                  <c:v>103.304</c:v>
                </c:pt>
                <c:pt idx="2432">
                  <c:v>103.991</c:v>
                </c:pt>
                <c:pt idx="2433">
                  <c:v>107.086</c:v>
                </c:pt>
                <c:pt idx="2434">
                  <c:v>107.794</c:v>
                </c:pt>
                <c:pt idx="2435">
                  <c:v>106.849</c:v>
                </c:pt>
                <c:pt idx="2436">
                  <c:v>106.203</c:v>
                </c:pt>
                <c:pt idx="2437">
                  <c:v>107.875</c:v>
                </c:pt>
                <c:pt idx="2438">
                  <c:v>111.889</c:v>
                </c:pt>
                <c:pt idx="2439">
                  <c:v>106.57</c:v>
                </c:pt>
                <c:pt idx="2440">
                  <c:v>104.44199999999999</c:v>
                </c:pt>
                <c:pt idx="2441">
                  <c:v>103.977</c:v>
                </c:pt>
                <c:pt idx="2442">
                  <c:v>103.503</c:v>
                </c:pt>
                <c:pt idx="2443">
                  <c:v>103.374</c:v>
                </c:pt>
                <c:pt idx="2444">
                  <c:v>102.705</c:v>
                </c:pt>
                <c:pt idx="2445">
                  <c:v>101.95</c:v>
                </c:pt>
                <c:pt idx="2446">
                  <c:v>101.693</c:v>
                </c:pt>
                <c:pt idx="2447">
                  <c:v>101.194</c:v>
                </c:pt>
                <c:pt idx="2448">
                  <c:v>101.45099999999999</c:v>
                </c:pt>
                <c:pt idx="2449">
                  <c:v>102.386</c:v>
                </c:pt>
                <c:pt idx="2450">
                  <c:v>102.696</c:v>
                </c:pt>
                <c:pt idx="2451">
                  <c:v>101.949</c:v>
                </c:pt>
                <c:pt idx="2452">
                  <c:v>101.191</c:v>
                </c:pt>
                <c:pt idx="2453">
                  <c:v>100.718</c:v>
                </c:pt>
                <c:pt idx="2454">
                  <c:v>99.542000000000002</c:v>
                </c:pt>
                <c:pt idx="2455">
                  <c:v>100.373</c:v>
                </c:pt>
                <c:pt idx="2456">
                  <c:v>100.848</c:v>
                </c:pt>
                <c:pt idx="2457">
                  <c:v>102.30500000000001</c:v>
                </c:pt>
                <c:pt idx="2458">
                  <c:v>100.224</c:v>
                </c:pt>
                <c:pt idx="2459">
                  <c:v>103.10599999999999</c:v>
                </c:pt>
                <c:pt idx="2460">
                  <c:v>104.181</c:v>
                </c:pt>
                <c:pt idx="2461">
                  <c:v>105.09699999999999</c:v>
                </c:pt>
                <c:pt idx="2462">
                  <c:v>108.15900000000001</c:v>
                </c:pt>
                <c:pt idx="2463">
                  <c:v>104.14</c:v>
                </c:pt>
                <c:pt idx="2464">
                  <c:v>101.85299999999999</c:v>
                </c:pt>
                <c:pt idx="2465">
                  <c:v>101.227</c:v>
                </c:pt>
                <c:pt idx="2466">
                  <c:v>99.29</c:v>
                </c:pt>
                <c:pt idx="2467">
                  <c:v>98.167000000000002</c:v>
                </c:pt>
                <c:pt idx="2468">
                  <c:v>96.072999999999993</c:v>
                </c:pt>
                <c:pt idx="2469">
                  <c:v>96.271000000000001</c:v>
                </c:pt>
                <c:pt idx="2470">
                  <c:v>96.768000000000001</c:v>
                </c:pt>
                <c:pt idx="2471">
                  <c:v>95.905000000000001</c:v>
                </c:pt>
                <c:pt idx="2472">
                  <c:v>95.45</c:v>
                </c:pt>
                <c:pt idx="2473">
                  <c:v>95.355999999999995</c:v>
                </c:pt>
                <c:pt idx="2474">
                  <c:v>93.820999999999998</c:v>
                </c:pt>
                <c:pt idx="2475">
                  <c:v>93.805000000000007</c:v>
                </c:pt>
                <c:pt idx="2476">
                  <c:v>93.620999999999995</c:v>
                </c:pt>
                <c:pt idx="2477">
                  <c:v>94.76</c:v>
                </c:pt>
                <c:pt idx="2478">
                  <c:v>96.352999999999994</c:v>
                </c:pt>
                <c:pt idx="2479">
                  <c:v>96.593999999999994</c:v>
                </c:pt>
                <c:pt idx="2480">
                  <c:v>97.203000000000003</c:v>
                </c:pt>
                <c:pt idx="2481">
                  <c:v>99.685000000000002</c:v>
                </c:pt>
                <c:pt idx="2482">
                  <c:v>96.132999999999996</c:v>
                </c:pt>
                <c:pt idx="2483">
                  <c:v>94.153999999999996</c:v>
                </c:pt>
                <c:pt idx="2484">
                  <c:v>93.83</c:v>
                </c:pt>
                <c:pt idx="2485">
                  <c:v>93.372</c:v>
                </c:pt>
                <c:pt idx="2486">
                  <c:v>98.537000000000006</c:v>
                </c:pt>
                <c:pt idx="2487">
                  <c:v>92.418999999999997</c:v>
                </c:pt>
                <c:pt idx="2488">
                  <c:v>92.713999999999999</c:v>
                </c:pt>
                <c:pt idx="2489">
                  <c:v>92.82</c:v>
                </c:pt>
                <c:pt idx="2490">
                  <c:v>92.816000000000003</c:v>
                </c:pt>
                <c:pt idx="2491">
                  <c:v>90.168999999999997</c:v>
                </c:pt>
                <c:pt idx="2492">
                  <c:v>89.68</c:v>
                </c:pt>
                <c:pt idx="2493">
                  <c:v>88.349000000000004</c:v>
                </c:pt>
                <c:pt idx="2494">
                  <c:v>89.375</c:v>
                </c:pt>
                <c:pt idx="2495">
                  <c:v>90.745000000000005</c:v>
                </c:pt>
                <c:pt idx="2496">
                  <c:v>90.28</c:v>
                </c:pt>
                <c:pt idx="2497">
                  <c:v>89.789000000000001</c:v>
                </c:pt>
                <c:pt idx="2498">
                  <c:v>90.715999999999994</c:v>
                </c:pt>
                <c:pt idx="2499">
                  <c:v>91.216999999999999</c:v>
                </c:pt>
                <c:pt idx="2500">
                  <c:v>89.78</c:v>
                </c:pt>
                <c:pt idx="2501">
                  <c:v>89.379000000000005</c:v>
                </c:pt>
                <c:pt idx="2502">
                  <c:v>87.756</c:v>
                </c:pt>
                <c:pt idx="2503">
                  <c:v>87.584000000000003</c:v>
                </c:pt>
                <c:pt idx="2504">
                  <c:v>88.536000000000001</c:v>
                </c:pt>
                <c:pt idx="2505">
                  <c:v>92.816999999999993</c:v>
                </c:pt>
                <c:pt idx="2506">
                  <c:v>83.537999999999997</c:v>
                </c:pt>
                <c:pt idx="2507">
                  <c:v>83.578000000000003</c:v>
                </c:pt>
                <c:pt idx="2508">
                  <c:v>84.69</c:v>
                </c:pt>
                <c:pt idx="2509">
                  <c:v>86.67</c:v>
                </c:pt>
                <c:pt idx="2510">
                  <c:v>89.271000000000001</c:v>
                </c:pt>
                <c:pt idx="2511">
                  <c:v>88.917000000000002</c:v>
                </c:pt>
                <c:pt idx="2512">
                  <c:v>88.61</c:v>
                </c:pt>
                <c:pt idx="2513">
                  <c:v>87.787000000000006</c:v>
                </c:pt>
                <c:pt idx="2514">
                  <c:v>87.861999999999995</c:v>
                </c:pt>
                <c:pt idx="2515">
                  <c:v>88.346000000000004</c:v>
                </c:pt>
                <c:pt idx="2516">
                  <c:v>88.543999999999997</c:v>
                </c:pt>
                <c:pt idx="2517">
                  <c:v>88.126999999999995</c:v>
                </c:pt>
                <c:pt idx="2518">
                  <c:v>87.450999999999993</c:v>
                </c:pt>
                <c:pt idx="2519">
                  <c:v>87.503</c:v>
                </c:pt>
                <c:pt idx="2520">
                  <c:v>88.093999999999994</c:v>
                </c:pt>
                <c:pt idx="2521">
                  <c:v>89.245000000000005</c:v>
                </c:pt>
                <c:pt idx="2522">
                  <c:v>89.263000000000005</c:v>
                </c:pt>
                <c:pt idx="2523">
                  <c:v>89.375</c:v>
                </c:pt>
                <c:pt idx="2524">
                  <c:v>92.11</c:v>
                </c:pt>
                <c:pt idx="2525">
                  <c:v>89.113</c:v>
                </c:pt>
                <c:pt idx="2526">
                  <c:v>89.864000000000004</c:v>
                </c:pt>
                <c:pt idx="2527">
                  <c:v>90.277000000000001</c:v>
                </c:pt>
                <c:pt idx="2528">
                  <c:v>95.42</c:v>
                </c:pt>
                <c:pt idx="2529">
                  <c:v>96.828000000000003</c:v>
                </c:pt>
                <c:pt idx="2530">
                  <c:v>96.855000000000004</c:v>
                </c:pt>
                <c:pt idx="2531">
                  <c:v>96.498000000000005</c:v>
                </c:pt>
                <c:pt idx="2532">
                  <c:v>96.906999999999996</c:v>
                </c:pt>
                <c:pt idx="2533">
                  <c:v>98.423000000000002</c:v>
                </c:pt>
                <c:pt idx="2534">
                  <c:v>99.391999999999996</c:v>
                </c:pt>
                <c:pt idx="2535">
                  <c:v>99.474999999999994</c:v>
                </c:pt>
                <c:pt idx="2536">
                  <c:v>101.779</c:v>
                </c:pt>
                <c:pt idx="2537">
                  <c:v>101.136</c:v>
                </c:pt>
                <c:pt idx="2538">
                  <c:v>101.923</c:v>
                </c:pt>
                <c:pt idx="2539">
                  <c:v>100.902</c:v>
                </c:pt>
                <c:pt idx="2540">
                  <c:v>101.276</c:v>
                </c:pt>
                <c:pt idx="2541">
                  <c:v>102.562</c:v>
                </c:pt>
                <c:pt idx="2542">
                  <c:v>102.995</c:v>
                </c:pt>
                <c:pt idx="2543">
                  <c:v>102.374</c:v>
                </c:pt>
                <c:pt idx="2544">
                  <c:v>106.621</c:v>
                </c:pt>
                <c:pt idx="2545">
                  <c:v>103.236</c:v>
                </c:pt>
                <c:pt idx="2546">
                  <c:v>99.203000000000003</c:v>
                </c:pt>
                <c:pt idx="2547">
                  <c:v>97.46</c:v>
                </c:pt>
                <c:pt idx="2548">
                  <c:v>96.838999999999999</c:v>
                </c:pt>
                <c:pt idx="2549">
                  <c:v>96.454999999999998</c:v>
                </c:pt>
                <c:pt idx="2550">
                  <c:v>96.381</c:v>
                </c:pt>
                <c:pt idx="2551">
                  <c:v>93.930999999999997</c:v>
                </c:pt>
                <c:pt idx="2552">
                  <c:v>94.701999999999998</c:v>
                </c:pt>
                <c:pt idx="2553">
                  <c:v>96.507000000000005</c:v>
                </c:pt>
                <c:pt idx="2554">
                  <c:v>98.051000000000002</c:v>
                </c:pt>
                <c:pt idx="2555">
                  <c:v>93.923000000000002</c:v>
                </c:pt>
                <c:pt idx="2556">
                  <c:v>94.983000000000004</c:v>
                </c:pt>
                <c:pt idx="2557">
                  <c:v>94.174999999999997</c:v>
                </c:pt>
                <c:pt idx="2558">
                  <c:v>92.882999999999996</c:v>
                </c:pt>
                <c:pt idx="2559">
                  <c:v>91.941999999999993</c:v>
                </c:pt>
                <c:pt idx="2560">
                  <c:v>92.24</c:v>
                </c:pt>
                <c:pt idx="2561">
                  <c:v>92.488</c:v>
                </c:pt>
                <c:pt idx="2562">
                  <c:v>92.641999999999996</c:v>
                </c:pt>
                <c:pt idx="2563">
                  <c:v>92.926000000000002</c:v>
                </c:pt>
                <c:pt idx="2564">
                  <c:v>94.126000000000005</c:v>
                </c:pt>
                <c:pt idx="2565">
                  <c:v>93.837999999999994</c:v>
                </c:pt>
                <c:pt idx="2566">
                  <c:v>94.353999999999999</c:v>
                </c:pt>
                <c:pt idx="2567">
                  <c:v>94.927000000000007</c:v>
                </c:pt>
                <c:pt idx="2568">
                  <c:v>97.635999999999996</c:v>
                </c:pt>
                <c:pt idx="2569">
                  <c:v>102.932</c:v>
                </c:pt>
                <c:pt idx="2570">
                  <c:v>98.522999999999996</c:v>
                </c:pt>
                <c:pt idx="2571">
                  <c:v>97.231999999999999</c:v>
                </c:pt>
                <c:pt idx="2572">
                  <c:v>95.899000000000001</c:v>
                </c:pt>
                <c:pt idx="2573">
                  <c:v>97.137</c:v>
                </c:pt>
                <c:pt idx="2574">
                  <c:v>97.566999999999993</c:v>
                </c:pt>
                <c:pt idx="2575">
                  <c:v>96.921999999999997</c:v>
                </c:pt>
                <c:pt idx="2576">
                  <c:v>96.100999999999999</c:v>
                </c:pt>
                <c:pt idx="2577">
                  <c:v>95.557000000000002</c:v>
                </c:pt>
                <c:pt idx="2578">
                  <c:v>95.748000000000005</c:v>
                </c:pt>
                <c:pt idx="2579">
                  <c:v>95.266000000000005</c:v>
                </c:pt>
                <c:pt idx="2580">
                  <c:v>96.090999999999994</c:v>
                </c:pt>
                <c:pt idx="2581">
                  <c:v>95.966999999999999</c:v>
                </c:pt>
                <c:pt idx="2582">
                  <c:v>96.475999999999999</c:v>
                </c:pt>
                <c:pt idx="2583">
                  <c:v>97.015000000000001</c:v>
                </c:pt>
                <c:pt idx="2584">
                  <c:v>97.033000000000001</c:v>
                </c:pt>
                <c:pt idx="2585">
                  <c:v>96.912999999999997</c:v>
                </c:pt>
                <c:pt idx="2586">
                  <c:v>96.305999999999997</c:v>
                </c:pt>
                <c:pt idx="2587">
                  <c:v>98.721000000000004</c:v>
                </c:pt>
                <c:pt idx="2588">
                  <c:v>98.176000000000002</c:v>
                </c:pt>
                <c:pt idx="2589">
                  <c:v>101.246</c:v>
                </c:pt>
                <c:pt idx="2590">
                  <c:v>99.831999999999994</c:v>
                </c:pt>
                <c:pt idx="2591">
                  <c:v>98.325000000000003</c:v>
                </c:pt>
                <c:pt idx="2592">
                  <c:v>98.971000000000004</c:v>
                </c:pt>
                <c:pt idx="2593">
                  <c:v>99.355000000000004</c:v>
                </c:pt>
                <c:pt idx="2594">
                  <c:v>100.676</c:v>
                </c:pt>
                <c:pt idx="2595">
                  <c:v>99.546999999999997</c:v>
                </c:pt>
                <c:pt idx="2596">
                  <c:v>100.848</c:v>
                </c:pt>
                <c:pt idx="2597">
                  <c:v>101.685</c:v>
                </c:pt>
                <c:pt idx="2598">
                  <c:v>101.11499999999999</c:v>
                </c:pt>
                <c:pt idx="2599">
                  <c:v>102.039</c:v>
                </c:pt>
                <c:pt idx="2600">
                  <c:v>102.054</c:v>
                </c:pt>
                <c:pt idx="2601">
                  <c:v>101.529</c:v>
                </c:pt>
                <c:pt idx="2602">
                  <c:v>101.399</c:v>
                </c:pt>
                <c:pt idx="2603">
                  <c:v>101.667</c:v>
                </c:pt>
                <c:pt idx="2604">
                  <c:v>102.011</c:v>
                </c:pt>
                <c:pt idx="2605">
                  <c:v>100.765</c:v>
                </c:pt>
                <c:pt idx="2606">
                  <c:v>101.94499999999999</c:v>
                </c:pt>
                <c:pt idx="2607">
                  <c:v>102.84</c:v>
                </c:pt>
                <c:pt idx="2608">
                  <c:v>104.92700000000001</c:v>
                </c:pt>
                <c:pt idx="2609">
                  <c:v>104.14400000000001</c:v>
                </c:pt>
                <c:pt idx="2610">
                  <c:v>102.74299999999999</c:v>
                </c:pt>
                <c:pt idx="2611">
                  <c:v>103.039</c:v>
                </c:pt>
                <c:pt idx="2612">
                  <c:v>103.51</c:v>
                </c:pt>
                <c:pt idx="2613">
                  <c:v>103.065</c:v>
                </c:pt>
                <c:pt idx="2614">
                  <c:v>101.334</c:v>
                </c:pt>
                <c:pt idx="2615">
                  <c:v>103.16800000000001</c:v>
                </c:pt>
                <c:pt idx="2616">
                  <c:v>106.07</c:v>
                </c:pt>
                <c:pt idx="2617">
                  <c:v>105.504</c:v>
                </c:pt>
                <c:pt idx="2618">
                  <c:v>104.69199999999999</c:v>
                </c:pt>
                <c:pt idx="2619">
                  <c:v>104.941</c:v>
                </c:pt>
                <c:pt idx="2620">
                  <c:v>104.877</c:v>
                </c:pt>
                <c:pt idx="2621">
                  <c:v>103.711</c:v>
                </c:pt>
                <c:pt idx="2622">
                  <c:v>104.56699999999999</c:v>
                </c:pt>
                <c:pt idx="2623">
                  <c:v>104.10899999999999</c:v>
                </c:pt>
                <c:pt idx="2624">
                  <c:v>103.336</c:v>
                </c:pt>
                <c:pt idx="2625">
                  <c:v>105.124</c:v>
                </c:pt>
                <c:pt idx="2626">
                  <c:v>105.441</c:v>
                </c:pt>
                <c:pt idx="2627">
                  <c:v>107.863</c:v>
                </c:pt>
                <c:pt idx="2628">
                  <c:v>105.425</c:v>
                </c:pt>
                <c:pt idx="2629">
                  <c:v>104.76</c:v>
                </c:pt>
                <c:pt idx="2630">
                  <c:v>104.79600000000001</c:v>
                </c:pt>
                <c:pt idx="2631">
                  <c:v>105.078</c:v>
                </c:pt>
                <c:pt idx="2632">
                  <c:v>108.541</c:v>
                </c:pt>
                <c:pt idx="2633">
                  <c:v>101.578</c:v>
                </c:pt>
                <c:pt idx="2634">
                  <c:v>99.501000000000005</c:v>
                </c:pt>
                <c:pt idx="2635">
                  <c:v>98.465999999999994</c:v>
                </c:pt>
                <c:pt idx="2636">
                  <c:v>99.644000000000005</c:v>
                </c:pt>
                <c:pt idx="2637">
                  <c:v>98.858000000000004</c:v>
                </c:pt>
                <c:pt idx="2638">
                  <c:v>99.917000000000002</c:v>
                </c:pt>
                <c:pt idx="2639">
                  <c:v>98.376000000000005</c:v>
                </c:pt>
                <c:pt idx="2640">
                  <c:v>99.686999999999998</c:v>
                </c:pt>
                <c:pt idx="2641">
                  <c:v>99.322000000000003</c:v>
                </c:pt>
                <c:pt idx="2642">
                  <c:v>98.900999999999996</c:v>
                </c:pt>
                <c:pt idx="2643">
                  <c:v>98.697000000000003</c:v>
                </c:pt>
                <c:pt idx="2644">
                  <c:v>98.18</c:v>
                </c:pt>
                <c:pt idx="2645">
                  <c:v>98.765000000000001</c:v>
                </c:pt>
                <c:pt idx="2646">
                  <c:v>100.03700000000001</c:v>
                </c:pt>
                <c:pt idx="2647">
                  <c:v>99.322999999999993</c:v>
                </c:pt>
                <c:pt idx="2648">
                  <c:v>100.54600000000001</c:v>
                </c:pt>
                <c:pt idx="2649">
                  <c:v>97.007000000000005</c:v>
                </c:pt>
                <c:pt idx="2650">
                  <c:v>97.343000000000004</c:v>
                </c:pt>
                <c:pt idx="2651">
                  <c:v>96.869</c:v>
                </c:pt>
                <c:pt idx="2652">
                  <c:v>97.037000000000006</c:v>
                </c:pt>
                <c:pt idx="2653">
                  <c:v>97.93</c:v>
                </c:pt>
                <c:pt idx="2654">
                  <c:v>99.027000000000001</c:v>
                </c:pt>
                <c:pt idx="2655">
                  <c:v>98.394999999999996</c:v>
                </c:pt>
                <c:pt idx="2656">
                  <c:v>97.572000000000003</c:v>
                </c:pt>
                <c:pt idx="2657">
                  <c:v>99.334000000000003</c:v>
                </c:pt>
                <c:pt idx="2658">
                  <c:v>99.997</c:v>
                </c:pt>
                <c:pt idx="2659">
                  <c:v>99.429000000000002</c:v>
                </c:pt>
                <c:pt idx="2660">
                  <c:v>99.59</c:v>
                </c:pt>
                <c:pt idx="2661">
                  <c:v>100.67100000000001</c:v>
                </c:pt>
                <c:pt idx="2662">
                  <c:v>100.221</c:v>
                </c:pt>
                <c:pt idx="2663">
                  <c:v>101.521</c:v>
                </c:pt>
                <c:pt idx="2664">
                  <c:v>101.339</c:v>
                </c:pt>
                <c:pt idx="2665">
                  <c:v>102.813</c:v>
                </c:pt>
                <c:pt idx="2666">
                  <c:v>106.372</c:v>
                </c:pt>
                <c:pt idx="2667">
                  <c:v>107.393</c:v>
                </c:pt>
                <c:pt idx="2668">
                  <c:v>109.20699999999999</c:v>
                </c:pt>
                <c:pt idx="2669">
                  <c:v>110.532</c:v>
                </c:pt>
                <c:pt idx="2670">
                  <c:v>113.75700000000001</c:v>
                </c:pt>
                <c:pt idx="2671">
                  <c:v>119.657</c:v>
                </c:pt>
                <c:pt idx="2672">
                  <c:v>119.986</c:v>
                </c:pt>
                <c:pt idx="2673">
                  <c:v>122.73699999999999</c:v>
                </c:pt>
                <c:pt idx="2674">
                  <c:v>119.846</c:v>
                </c:pt>
                <c:pt idx="2675">
                  <c:v>120.574</c:v>
                </c:pt>
                <c:pt idx="2676">
                  <c:v>122.822</c:v>
                </c:pt>
                <c:pt idx="2677">
                  <c:v>124.583</c:v>
                </c:pt>
                <c:pt idx="2678">
                  <c:v>125.706</c:v>
                </c:pt>
                <c:pt idx="2679">
                  <c:v>121.837</c:v>
                </c:pt>
                <c:pt idx="2680">
                  <c:v>119.357</c:v>
                </c:pt>
                <c:pt idx="2681">
                  <c:v>119.01600000000001</c:v>
                </c:pt>
                <c:pt idx="2682">
                  <c:v>117.501</c:v>
                </c:pt>
                <c:pt idx="2683">
                  <c:v>117.502</c:v>
                </c:pt>
                <c:pt idx="2684">
                  <c:v>117.563</c:v>
                </c:pt>
                <c:pt idx="2685">
                  <c:v>119.038</c:v>
                </c:pt>
                <c:pt idx="2686">
                  <c:v>120.90600000000001</c:v>
                </c:pt>
                <c:pt idx="2687">
                  <c:v>120.294</c:v>
                </c:pt>
                <c:pt idx="2688">
                  <c:v>119.886</c:v>
                </c:pt>
                <c:pt idx="2689">
                  <c:v>119.488</c:v>
                </c:pt>
                <c:pt idx="2690">
                  <c:v>119.477</c:v>
                </c:pt>
                <c:pt idx="2691">
                  <c:v>121.09699999999999</c:v>
                </c:pt>
                <c:pt idx="2692">
                  <c:v>115.758</c:v>
                </c:pt>
                <c:pt idx="2693">
                  <c:v>114.217</c:v>
                </c:pt>
                <c:pt idx="2694">
                  <c:v>113.711</c:v>
                </c:pt>
                <c:pt idx="2695">
                  <c:v>114.717</c:v>
                </c:pt>
                <c:pt idx="2696">
                  <c:v>114.271</c:v>
                </c:pt>
                <c:pt idx="2697">
                  <c:v>115.851</c:v>
                </c:pt>
                <c:pt idx="2698">
                  <c:v>112.53700000000001</c:v>
                </c:pt>
                <c:pt idx="2699">
                  <c:v>111.42700000000001</c:v>
                </c:pt>
                <c:pt idx="2700">
                  <c:v>112.85599999999999</c:v>
                </c:pt>
                <c:pt idx="2701">
                  <c:v>113.736</c:v>
                </c:pt>
                <c:pt idx="2702">
                  <c:v>113.75700000000001</c:v>
                </c:pt>
                <c:pt idx="2703">
                  <c:v>114.087</c:v>
                </c:pt>
                <c:pt idx="2704">
                  <c:v>113.911</c:v>
                </c:pt>
                <c:pt idx="2705">
                  <c:v>112.742</c:v>
                </c:pt>
                <c:pt idx="2706">
                  <c:v>112.872</c:v>
                </c:pt>
                <c:pt idx="2707">
                  <c:v>110.095</c:v>
                </c:pt>
                <c:pt idx="2708">
                  <c:v>110.45099999999999</c:v>
                </c:pt>
                <c:pt idx="2709">
                  <c:v>110.27800000000001</c:v>
                </c:pt>
                <c:pt idx="2710">
                  <c:v>110.01300000000001</c:v>
                </c:pt>
                <c:pt idx="2711">
                  <c:v>107.89</c:v>
                </c:pt>
                <c:pt idx="2712">
                  <c:v>106.05800000000001</c:v>
                </c:pt>
                <c:pt idx="2713">
                  <c:v>107.173</c:v>
                </c:pt>
                <c:pt idx="2714">
                  <c:v>106.23399999999999</c:v>
                </c:pt>
                <c:pt idx="2715">
                  <c:v>106.199</c:v>
                </c:pt>
                <c:pt idx="2716">
                  <c:v>107.401</c:v>
                </c:pt>
                <c:pt idx="2717">
                  <c:v>105.51</c:v>
                </c:pt>
                <c:pt idx="2718">
                  <c:v>105.187</c:v>
                </c:pt>
                <c:pt idx="2719">
                  <c:v>104.624</c:v>
                </c:pt>
                <c:pt idx="2720">
                  <c:v>104.456</c:v>
                </c:pt>
                <c:pt idx="2721">
                  <c:v>105.49299999999999</c:v>
                </c:pt>
                <c:pt idx="2722">
                  <c:v>106.48699999999999</c:v>
                </c:pt>
                <c:pt idx="2723">
                  <c:v>107.989</c:v>
                </c:pt>
                <c:pt idx="2724">
                  <c:v>113.07899999999999</c:v>
                </c:pt>
                <c:pt idx="2725">
                  <c:v>112.82299999999999</c:v>
                </c:pt>
                <c:pt idx="2726">
                  <c:v>112.247</c:v>
                </c:pt>
                <c:pt idx="2727">
                  <c:v>114.79</c:v>
                </c:pt>
                <c:pt idx="2728">
                  <c:v>117.11499999999999</c:v>
                </c:pt>
                <c:pt idx="2729">
                  <c:v>112.842</c:v>
                </c:pt>
                <c:pt idx="2730">
                  <c:v>113.373</c:v>
                </c:pt>
                <c:pt idx="2731">
                  <c:v>113.277</c:v>
                </c:pt>
                <c:pt idx="2732">
                  <c:v>113.435</c:v>
                </c:pt>
                <c:pt idx="2733">
                  <c:v>113.307</c:v>
                </c:pt>
                <c:pt idx="2734">
                  <c:v>113.655</c:v>
                </c:pt>
                <c:pt idx="2735">
                  <c:v>115.249</c:v>
                </c:pt>
                <c:pt idx="2736">
                  <c:v>111.86499999999999</c:v>
                </c:pt>
                <c:pt idx="2737">
                  <c:v>111.804</c:v>
                </c:pt>
                <c:pt idx="2738">
                  <c:v>112.937</c:v>
                </c:pt>
                <c:pt idx="2739">
                  <c:v>113.06</c:v>
                </c:pt>
                <c:pt idx="2740">
                  <c:v>113.858</c:v>
                </c:pt>
                <c:pt idx="2741">
                  <c:v>112.78</c:v>
                </c:pt>
                <c:pt idx="2742">
                  <c:v>115.822</c:v>
                </c:pt>
                <c:pt idx="2743">
                  <c:v>110.82599999999999</c:v>
                </c:pt>
                <c:pt idx="2744">
                  <c:v>113.53100000000001</c:v>
                </c:pt>
                <c:pt idx="2745">
                  <c:v>112.724</c:v>
                </c:pt>
                <c:pt idx="2746">
                  <c:v>111.746</c:v>
                </c:pt>
                <c:pt idx="2747">
                  <c:v>111.208</c:v>
                </c:pt>
                <c:pt idx="2748">
                  <c:v>111.977</c:v>
                </c:pt>
                <c:pt idx="2749">
                  <c:v>113.85</c:v>
                </c:pt>
                <c:pt idx="2750">
                  <c:v>114.785</c:v>
                </c:pt>
                <c:pt idx="2751">
                  <c:v>115.14700000000001</c:v>
                </c:pt>
                <c:pt idx="2752">
                  <c:v>119.15600000000001</c:v>
                </c:pt>
                <c:pt idx="2753">
                  <c:v>110.227</c:v>
                </c:pt>
                <c:pt idx="2754">
                  <c:v>110.384</c:v>
                </c:pt>
                <c:pt idx="2755">
                  <c:v>110.31399999999999</c:v>
                </c:pt>
                <c:pt idx="2756">
                  <c:v>110.012</c:v>
                </c:pt>
                <c:pt idx="2757">
                  <c:v>109.026</c:v>
                </c:pt>
                <c:pt idx="2758">
                  <c:v>109.56399999999999</c:v>
                </c:pt>
                <c:pt idx="2759">
                  <c:v>110.875</c:v>
                </c:pt>
                <c:pt idx="2760">
                  <c:v>110.967</c:v>
                </c:pt>
                <c:pt idx="2761">
                  <c:v>109.721</c:v>
                </c:pt>
                <c:pt idx="2762">
                  <c:v>108.462</c:v>
                </c:pt>
                <c:pt idx="2763">
                  <c:v>110.711</c:v>
                </c:pt>
                <c:pt idx="2764">
                  <c:v>112.96</c:v>
                </c:pt>
                <c:pt idx="2765">
                  <c:v>113.78700000000001</c:v>
                </c:pt>
                <c:pt idx="2766">
                  <c:v>115.33</c:v>
                </c:pt>
                <c:pt idx="2767">
                  <c:v>114.574</c:v>
                </c:pt>
                <c:pt idx="2768">
                  <c:v>115.02800000000001</c:v>
                </c:pt>
                <c:pt idx="2769">
                  <c:v>116.453</c:v>
                </c:pt>
                <c:pt idx="2770">
                  <c:v>116.72199999999999</c:v>
                </c:pt>
                <c:pt idx="2771">
                  <c:v>116.79600000000001</c:v>
                </c:pt>
                <c:pt idx="2772">
                  <c:v>120.18600000000001</c:v>
                </c:pt>
                <c:pt idx="2773">
                  <c:v>117.42</c:v>
                </c:pt>
                <c:pt idx="2774">
                  <c:v>117.392</c:v>
                </c:pt>
                <c:pt idx="2775">
                  <c:v>115.648</c:v>
                </c:pt>
                <c:pt idx="2776">
                  <c:v>114.95</c:v>
                </c:pt>
                <c:pt idx="2777">
                  <c:v>115.489</c:v>
                </c:pt>
                <c:pt idx="2778">
                  <c:v>115.33</c:v>
                </c:pt>
                <c:pt idx="2779">
                  <c:v>115.276</c:v>
                </c:pt>
                <c:pt idx="2780">
                  <c:v>116.44</c:v>
                </c:pt>
                <c:pt idx="2781">
                  <c:v>117.137</c:v>
                </c:pt>
                <c:pt idx="2782">
                  <c:v>117.63200000000001</c:v>
                </c:pt>
                <c:pt idx="2783">
                  <c:v>116.494</c:v>
                </c:pt>
                <c:pt idx="2784">
                  <c:v>118.604</c:v>
                </c:pt>
                <c:pt idx="2785">
                  <c:v>119.176</c:v>
                </c:pt>
                <c:pt idx="2786">
                  <c:v>121.179</c:v>
                </c:pt>
                <c:pt idx="2787">
                  <c:v>121.879</c:v>
                </c:pt>
                <c:pt idx="2788">
                  <c:v>122.596</c:v>
                </c:pt>
                <c:pt idx="2789">
                  <c:v>123.209</c:v>
                </c:pt>
                <c:pt idx="2790">
                  <c:v>125.339</c:v>
                </c:pt>
                <c:pt idx="2791">
                  <c:v>126.44799999999999</c:v>
                </c:pt>
                <c:pt idx="2792">
                  <c:v>129.661</c:v>
                </c:pt>
                <c:pt idx="2793">
                  <c:v>125.249</c:v>
                </c:pt>
                <c:pt idx="2794">
                  <c:v>126.51900000000001</c:v>
                </c:pt>
                <c:pt idx="2795">
                  <c:v>124.476</c:v>
                </c:pt>
                <c:pt idx="2796">
                  <c:v>122.983</c:v>
                </c:pt>
                <c:pt idx="2797">
                  <c:v>122.995</c:v>
                </c:pt>
                <c:pt idx="2798">
                  <c:v>123.39700000000001</c:v>
                </c:pt>
                <c:pt idx="2799">
                  <c:v>124.751</c:v>
                </c:pt>
                <c:pt idx="2800">
                  <c:v>123.185</c:v>
                </c:pt>
                <c:pt idx="2801">
                  <c:v>123.60599999999999</c:v>
                </c:pt>
                <c:pt idx="2802">
                  <c:v>123.58799999999999</c:v>
                </c:pt>
                <c:pt idx="2803">
                  <c:v>123.456</c:v>
                </c:pt>
                <c:pt idx="2804">
                  <c:v>123.66</c:v>
                </c:pt>
                <c:pt idx="2805">
                  <c:v>124.54300000000001</c:v>
                </c:pt>
                <c:pt idx="2806">
                  <c:v>126.044</c:v>
                </c:pt>
                <c:pt idx="2807">
                  <c:v>127.886</c:v>
                </c:pt>
                <c:pt idx="2808">
                  <c:v>126.17</c:v>
                </c:pt>
                <c:pt idx="2809">
                  <c:v>128.73500000000001</c:v>
                </c:pt>
                <c:pt idx="2810">
                  <c:v>128.875</c:v>
                </c:pt>
                <c:pt idx="2811">
                  <c:v>129.57900000000001</c:v>
                </c:pt>
                <c:pt idx="2812">
                  <c:v>129.20400000000001</c:v>
                </c:pt>
                <c:pt idx="2813">
                  <c:v>130.16800000000001</c:v>
                </c:pt>
                <c:pt idx="2814">
                  <c:v>131.30000000000001</c:v>
                </c:pt>
                <c:pt idx="2815">
                  <c:v>131.375</c:v>
                </c:pt>
                <c:pt idx="2816">
                  <c:v>132.44300000000001</c:v>
                </c:pt>
                <c:pt idx="2817">
                  <c:v>132.74600000000001</c:v>
                </c:pt>
                <c:pt idx="2818">
                  <c:v>126.39</c:v>
                </c:pt>
                <c:pt idx="2819">
                  <c:v>129.55199999999999</c:v>
                </c:pt>
                <c:pt idx="2820">
                  <c:v>129.786</c:v>
                </c:pt>
                <c:pt idx="2821">
                  <c:v>127.009</c:v>
                </c:pt>
                <c:pt idx="2822">
                  <c:v>128.51900000000001</c:v>
                </c:pt>
                <c:pt idx="2823">
                  <c:v>127.32299999999999</c:v>
                </c:pt>
                <c:pt idx="2824">
                  <c:v>128.262</c:v>
                </c:pt>
                <c:pt idx="2825">
                  <c:v>127.827</c:v>
                </c:pt>
                <c:pt idx="2826">
                  <c:v>126.28700000000001</c:v>
                </c:pt>
                <c:pt idx="2827">
                  <c:v>126.331</c:v>
                </c:pt>
                <c:pt idx="2828">
                  <c:v>127.012</c:v>
                </c:pt>
                <c:pt idx="2829">
                  <c:v>127.77800000000001</c:v>
                </c:pt>
                <c:pt idx="2830">
                  <c:v>126.626</c:v>
                </c:pt>
                <c:pt idx="2831">
                  <c:v>127.563</c:v>
                </c:pt>
                <c:pt idx="2832">
                  <c:v>127.69</c:v>
                </c:pt>
                <c:pt idx="2833">
                  <c:v>128.917</c:v>
                </c:pt>
                <c:pt idx="2834">
                  <c:v>130.10300000000001</c:v>
                </c:pt>
                <c:pt idx="2835">
                  <c:v>131.44999999999999</c:v>
                </c:pt>
                <c:pt idx="2836">
                  <c:v>129.08199999999999</c:v>
                </c:pt>
                <c:pt idx="2837">
                  <c:v>133.827</c:v>
                </c:pt>
                <c:pt idx="2838">
                  <c:v>130.34899999999999</c:v>
                </c:pt>
                <c:pt idx="2839">
                  <c:v>129.06399999999999</c:v>
                </c:pt>
                <c:pt idx="2840">
                  <c:v>128.52500000000001</c:v>
                </c:pt>
                <c:pt idx="2841">
                  <c:v>129.24700000000001</c:v>
                </c:pt>
                <c:pt idx="2842">
                  <c:v>128.94999999999999</c:v>
                </c:pt>
                <c:pt idx="2843">
                  <c:v>128.47399999999999</c:v>
                </c:pt>
                <c:pt idx="2844">
                  <c:v>129.18799999999999</c:v>
                </c:pt>
                <c:pt idx="2845">
                  <c:v>131.37</c:v>
                </c:pt>
                <c:pt idx="2846">
                  <c:v>131.221</c:v>
                </c:pt>
                <c:pt idx="2847">
                  <c:v>132.875</c:v>
                </c:pt>
                <c:pt idx="2848">
                  <c:v>131.11600000000001</c:v>
                </c:pt>
                <c:pt idx="2849">
                  <c:v>132.16200000000001</c:v>
                </c:pt>
                <c:pt idx="2850">
                  <c:v>133.67699999999999</c:v>
                </c:pt>
                <c:pt idx="2851">
                  <c:v>131.74700000000001</c:v>
                </c:pt>
                <c:pt idx="2852">
                  <c:v>132.715</c:v>
                </c:pt>
                <c:pt idx="2853">
                  <c:v>133.20699999999999</c:v>
                </c:pt>
                <c:pt idx="2854">
                  <c:v>136.25200000000001</c:v>
                </c:pt>
                <c:pt idx="2855">
                  <c:v>134.90799999999999</c:v>
                </c:pt>
                <c:pt idx="2856">
                  <c:v>134.124</c:v>
                </c:pt>
                <c:pt idx="2857">
                  <c:v>133.26499999999999</c:v>
                </c:pt>
                <c:pt idx="2858">
                  <c:v>135.4</c:v>
                </c:pt>
                <c:pt idx="2859">
                  <c:v>136.60599999999999</c:v>
                </c:pt>
                <c:pt idx="2860">
                  <c:v>135.84399999999999</c:v>
                </c:pt>
                <c:pt idx="2861">
                  <c:v>139.261</c:v>
                </c:pt>
                <c:pt idx="2862">
                  <c:v>135.83799999999999</c:v>
                </c:pt>
                <c:pt idx="2863">
                  <c:v>134.80600000000001</c:v>
                </c:pt>
                <c:pt idx="2864">
                  <c:v>134.33199999999999</c:v>
                </c:pt>
                <c:pt idx="2865">
                  <c:v>137.393</c:v>
                </c:pt>
                <c:pt idx="2866">
                  <c:v>136.78100000000001</c:v>
                </c:pt>
                <c:pt idx="2867">
                  <c:v>134.965</c:v>
                </c:pt>
                <c:pt idx="2868">
                  <c:v>135.36699999999999</c:v>
                </c:pt>
                <c:pt idx="2869">
                  <c:v>136.57400000000001</c:v>
                </c:pt>
                <c:pt idx="2870">
                  <c:v>138.00399999999999</c:v>
                </c:pt>
                <c:pt idx="2871">
                  <c:v>140.238</c:v>
                </c:pt>
                <c:pt idx="2872">
                  <c:v>139.93700000000001</c:v>
                </c:pt>
                <c:pt idx="2873">
                  <c:v>140.72200000000001</c:v>
                </c:pt>
                <c:pt idx="2874">
                  <c:v>138.97200000000001</c:v>
                </c:pt>
                <c:pt idx="2875">
                  <c:v>138.67500000000001</c:v>
                </c:pt>
                <c:pt idx="2876">
                  <c:v>138.94200000000001</c:v>
                </c:pt>
                <c:pt idx="2877">
                  <c:v>139.49700000000001</c:v>
                </c:pt>
                <c:pt idx="2878">
                  <c:v>139.37899999999999</c:v>
                </c:pt>
                <c:pt idx="2879">
                  <c:v>141.82</c:v>
                </c:pt>
                <c:pt idx="2880">
                  <c:v>141.24100000000001</c:v>
                </c:pt>
                <c:pt idx="2881">
                  <c:v>146.28</c:v>
                </c:pt>
                <c:pt idx="2882">
                  <c:v>137.58000000000001</c:v>
                </c:pt>
                <c:pt idx="2883">
                  <c:v>137.78700000000001</c:v>
                </c:pt>
                <c:pt idx="2884">
                  <c:v>137.697</c:v>
                </c:pt>
                <c:pt idx="2885">
                  <c:v>134.65</c:v>
                </c:pt>
                <c:pt idx="2886">
                  <c:v>135.13499999999999</c:v>
                </c:pt>
                <c:pt idx="2887">
                  <c:v>136.26300000000001</c:v>
                </c:pt>
                <c:pt idx="2888">
                  <c:v>134.709</c:v>
                </c:pt>
                <c:pt idx="2889">
                  <c:v>137.39699999999999</c:v>
                </c:pt>
                <c:pt idx="2890">
                  <c:v>137.334</c:v>
                </c:pt>
                <c:pt idx="2891">
                  <c:v>135.369</c:v>
                </c:pt>
                <c:pt idx="2892">
                  <c:v>136.35400000000001</c:v>
                </c:pt>
                <c:pt idx="2893">
                  <c:v>134.375</c:v>
                </c:pt>
                <c:pt idx="2894">
                  <c:v>136.53100000000001</c:v>
                </c:pt>
                <c:pt idx="2895">
                  <c:v>138.58799999999999</c:v>
                </c:pt>
                <c:pt idx="2896">
                  <c:v>137.751</c:v>
                </c:pt>
                <c:pt idx="2897">
                  <c:v>142.578</c:v>
                </c:pt>
                <c:pt idx="2898">
                  <c:v>136.18899999999999</c:v>
                </c:pt>
                <c:pt idx="2899">
                  <c:v>138.06200000000001</c:v>
                </c:pt>
                <c:pt idx="2900">
                  <c:v>138.477</c:v>
                </c:pt>
                <c:pt idx="2901">
                  <c:v>139.83199999999999</c:v>
                </c:pt>
                <c:pt idx="2902">
                  <c:v>139.215</c:v>
                </c:pt>
                <c:pt idx="2903">
                  <c:v>138.16900000000001</c:v>
                </c:pt>
                <c:pt idx="2904">
                  <c:v>139.71299999999999</c:v>
                </c:pt>
                <c:pt idx="2905">
                  <c:v>139.30099999999999</c:v>
                </c:pt>
                <c:pt idx="2906">
                  <c:v>138.63999999999999</c:v>
                </c:pt>
                <c:pt idx="2907">
                  <c:v>139.12200000000001</c:v>
                </c:pt>
                <c:pt idx="2908">
                  <c:v>138.79300000000001</c:v>
                </c:pt>
                <c:pt idx="2909">
                  <c:v>142.91300000000001</c:v>
                </c:pt>
                <c:pt idx="2910">
                  <c:v>143.62</c:v>
                </c:pt>
                <c:pt idx="2911">
                  <c:v>146.09100000000001</c:v>
                </c:pt>
                <c:pt idx="2912">
                  <c:v>146.465</c:v>
                </c:pt>
                <c:pt idx="2913">
                  <c:v>145.62899999999999</c:v>
                </c:pt>
                <c:pt idx="2914">
                  <c:v>149.286</c:v>
                </c:pt>
                <c:pt idx="2915">
                  <c:v>151.614</c:v>
                </c:pt>
                <c:pt idx="2916">
                  <c:v>152.363</c:v>
                </c:pt>
                <c:pt idx="2917">
                  <c:v>154.85499999999999</c:v>
                </c:pt>
                <c:pt idx="2918">
                  <c:v>156.19300000000001</c:v>
                </c:pt>
                <c:pt idx="2919">
                  <c:v>154.91200000000001</c:v>
                </c:pt>
                <c:pt idx="2920">
                  <c:v>161.214</c:v>
                </c:pt>
                <c:pt idx="2921">
                  <c:v>155.39699999999999</c:v>
                </c:pt>
                <c:pt idx="2922">
                  <c:v>156.54900000000001</c:v>
                </c:pt>
                <c:pt idx="2923">
                  <c:v>154.05500000000001</c:v>
                </c:pt>
                <c:pt idx="2924">
                  <c:v>154.15600000000001</c:v>
                </c:pt>
                <c:pt idx="2925">
                  <c:v>155.959</c:v>
                </c:pt>
                <c:pt idx="2926">
                  <c:v>153.90199999999999</c:v>
                </c:pt>
                <c:pt idx="2927">
                  <c:v>155.81700000000001</c:v>
                </c:pt>
                <c:pt idx="2928">
                  <c:v>154.84200000000001</c:v>
                </c:pt>
                <c:pt idx="2929">
                  <c:v>156.596</c:v>
                </c:pt>
                <c:pt idx="2930">
                  <c:v>157.20699999999999</c:v>
                </c:pt>
                <c:pt idx="2931">
                  <c:v>159.29599999999999</c:v>
                </c:pt>
                <c:pt idx="2932">
                  <c:v>159.68799999999999</c:v>
                </c:pt>
                <c:pt idx="2933">
                  <c:v>158.31700000000001</c:v>
                </c:pt>
                <c:pt idx="2934">
                  <c:v>161.60300000000001</c:v>
                </c:pt>
                <c:pt idx="2935">
                  <c:v>159.828</c:v>
                </c:pt>
                <c:pt idx="2936">
                  <c:v>158.292</c:v>
                </c:pt>
                <c:pt idx="2937">
                  <c:v>157.32</c:v>
                </c:pt>
                <c:pt idx="2938">
                  <c:v>156.637</c:v>
                </c:pt>
                <c:pt idx="2939">
                  <c:v>155.291</c:v>
                </c:pt>
                <c:pt idx="2940">
                  <c:v>157.626</c:v>
                </c:pt>
                <c:pt idx="2941">
                  <c:v>147.535</c:v>
                </c:pt>
                <c:pt idx="2942">
                  <c:v>147.28399999999999</c:v>
                </c:pt>
                <c:pt idx="2943">
                  <c:v>146.11799999999999</c:v>
                </c:pt>
                <c:pt idx="2944">
                  <c:v>145.66499999999999</c:v>
                </c:pt>
                <c:pt idx="2945">
                  <c:v>149.61699999999999</c:v>
                </c:pt>
                <c:pt idx="2946">
                  <c:v>147.83099999999999</c:v>
                </c:pt>
                <c:pt idx="2947">
                  <c:v>148.596</c:v>
                </c:pt>
                <c:pt idx="2948">
                  <c:v>148.27500000000001</c:v>
                </c:pt>
                <c:pt idx="2949">
                  <c:v>143.93100000000001</c:v>
                </c:pt>
                <c:pt idx="2950">
                  <c:v>144.298</c:v>
                </c:pt>
                <c:pt idx="2951">
                  <c:v>144.672</c:v>
                </c:pt>
                <c:pt idx="2952">
                  <c:v>145.86799999999999</c:v>
                </c:pt>
                <c:pt idx="2953">
                  <c:v>144.40799999999999</c:v>
                </c:pt>
                <c:pt idx="2954">
                  <c:v>146.001</c:v>
                </c:pt>
                <c:pt idx="2955">
                  <c:v>147.88900000000001</c:v>
                </c:pt>
                <c:pt idx="2956">
                  <c:v>149.35900000000001</c:v>
                </c:pt>
                <c:pt idx="2957">
                  <c:v>152.226</c:v>
                </c:pt>
                <c:pt idx="2958">
                  <c:v>151.273</c:v>
                </c:pt>
                <c:pt idx="2959">
                  <c:v>154.69499999999999</c:v>
                </c:pt>
                <c:pt idx="2960">
                  <c:v>150.672</c:v>
                </c:pt>
                <c:pt idx="2961">
                  <c:v>151.63399999999999</c:v>
                </c:pt>
                <c:pt idx="2962">
                  <c:v>151.053</c:v>
                </c:pt>
                <c:pt idx="2963">
                  <c:v>152.381</c:v>
                </c:pt>
                <c:pt idx="2964">
                  <c:v>152.15899999999999</c:v>
                </c:pt>
                <c:pt idx="2965">
                  <c:v>149.78800000000001</c:v>
                </c:pt>
                <c:pt idx="2966">
                  <c:v>152.19499999999999</c:v>
                </c:pt>
                <c:pt idx="2967">
                  <c:v>150.85900000000001</c:v>
                </c:pt>
                <c:pt idx="2968">
                  <c:v>149.542</c:v>
                </c:pt>
                <c:pt idx="2969">
                  <c:v>148.994</c:v>
                </c:pt>
                <c:pt idx="2970">
                  <c:v>147.52099999999999</c:v>
                </c:pt>
                <c:pt idx="2971">
                  <c:v>147.96899999999999</c:v>
                </c:pt>
                <c:pt idx="2972">
                  <c:v>149.971</c:v>
                </c:pt>
                <c:pt idx="2973">
                  <c:v>149.49</c:v>
                </c:pt>
                <c:pt idx="2974">
                  <c:v>147.15</c:v>
                </c:pt>
                <c:pt idx="2975">
                  <c:v>148.14500000000001</c:v>
                </c:pt>
                <c:pt idx="2976">
                  <c:v>146.209</c:v>
                </c:pt>
                <c:pt idx="2977">
                  <c:v>150.41300000000001</c:v>
                </c:pt>
                <c:pt idx="2978">
                  <c:v>143.14699999999999</c:v>
                </c:pt>
                <c:pt idx="2979">
                  <c:v>144.14500000000001</c:v>
                </c:pt>
                <c:pt idx="2980">
                  <c:v>143.32400000000001</c:v>
                </c:pt>
                <c:pt idx="2981">
                  <c:v>141.68299999999999</c:v>
                </c:pt>
                <c:pt idx="2982">
                  <c:v>139.82599999999999</c:v>
                </c:pt>
                <c:pt idx="2983">
                  <c:v>138.13399999999999</c:v>
                </c:pt>
                <c:pt idx="2984">
                  <c:v>136.38999999999999</c:v>
                </c:pt>
                <c:pt idx="2985">
                  <c:v>136.00200000000001</c:v>
                </c:pt>
                <c:pt idx="2986">
                  <c:v>135.911</c:v>
                </c:pt>
                <c:pt idx="2987">
                  <c:v>139.893</c:v>
                </c:pt>
                <c:pt idx="2988">
                  <c:v>133.434</c:v>
                </c:pt>
                <c:pt idx="2989">
                  <c:v>133.636</c:v>
                </c:pt>
                <c:pt idx="2990">
                  <c:v>134.084</c:v>
                </c:pt>
                <c:pt idx="2991">
                  <c:v>132.22800000000001</c:v>
                </c:pt>
                <c:pt idx="2992">
                  <c:v>130.136</c:v>
                </c:pt>
                <c:pt idx="2993">
                  <c:v>128.84</c:v>
                </c:pt>
                <c:pt idx="2994">
                  <c:v>127.251</c:v>
                </c:pt>
                <c:pt idx="2995">
                  <c:v>127.837</c:v>
                </c:pt>
                <c:pt idx="2996">
                  <c:v>125.91</c:v>
                </c:pt>
                <c:pt idx="2997">
                  <c:v>129.36699999999999</c:v>
                </c:pt>
                <c:pt idx="2998">
                  <c:v>130.87</c:v>
                </c:pt>
                <c:pt idx="2999">
                  <c:v>131</c:v>
                </c:pt>
                <c:pt idx="3000">
                  <c:v>129.43</c:v>
                </c:pt>
                <c:pt idx="3001">
                  <c:v>133.982</c:v>
                </c:pt>
                <c:pt idx="3002">
                  <c:v>123.491</c:v>
                </c:pt>
                <c:pt idx="3003">
                  <c:v>124.541</c:v>
                </c:pt>
                <c:pt idx="3004">
                  <c:v>123.44799999999999</c:v>
                </c:pt>
                <c:pt idx="3005">
                  <c:v>124.77800000000001</c:v>
                </c:pt>
                <c:pt idx="3006">
                  <c:v>126.20099999999999</c:v>
                </c:pt>
                <c:pt idx="3007">
                  <c:v>125.64</c:v>
                </c:pt>
                <c:pt idx="3008">
                  <c:v>123.1</c:v>
                </c:pt>
                <c:pt idx="3009">
                  <c:v>125.023</c:v>
                </c:pt>
                <c:pt idx="3010">
                  <c:v>123.38500000000001</c:v>
                </c:pt>
                <c:pt idx="3011">
                  <c:v>123.959</c:v>
                </c:pt>
                <c:pt idx="3012">
                  <c:v>124.714</c:v>
                </c:pt>
                <c:pt idx="3013">
                  <c:v>125.22799999999999</c:v>
                </c:pt>
                <c:pt idx="3014">
                  <c:v>125.643</c:v>
                </c:pt>
                <c:pt idx="3015">
                  <c:v>124.678</c:v>
                </c:pt>
                <c:pt idx="3016">
                  <c:v>124.364</c:v>
                </c:pt>
                <c:pt idx="3017">
                  <c:v>124.404</c:v>
                </c:pt>
                <c:pt idx="3018">
                  <c:v>126.74299999999999</c:v>
                </c:pt>
                <c:pt idx="3019">
                  <c:v>130.02099999999999</c:v>
                </c:pt>
                <c:pt idx="3020">
                  <c:v>128.53899999999999</c:v>
                </c:pt>
                <c:pt idx="3021">
                  <c:v>130.57300000000001</c:v>
                </c:pt>
                <c:pt idx="3022">
                  <c:v>124.29900000000001</c:v>
                </c:pt>
                <c:pt idx="3023">
                  <c:v>126.129</c:v>
                </c:pt>
                <c:pt idx="3024">
                  <c:v>122.741</c:v>
                </c:pt>
                <c:pt idx="3025">
                  <c:v>122.244</c:v>
                </c:pt>
                <c:pt idx="3026">
                  <c:v>122.123</c:v>
                </c:pt>
                <c:pt idx="3027">
                  <c:v>122.151</c:v>
                </c:pt>
                <c:pt idx="3028">
                  <c:v>121.878</c:v>
                </c:pt>
                <c:pt idx="3029">
                  <c:v>120.76300000000001</c:v>
                </c:pt>
                <c:pt idx="3030">
                  <c:v>119.94799999999999</c:v>
                </c:pt>
                <c:pt idx="3031">
                  <c:v>125.06100000000001</c:v>
                </c:pt>
                <c:pt idx="3032">
                  <c:v>124.226</c:v>
                </c:pt>
                <c:pt idx="3033">
                  <c:v>124.351</c:v>
                </c:pt>
                <c:pt idx="3034">
                  <c:v>127.997</c:v>
                </c:pt>
                <c:pt idx="3035">
                  <c:v>131.80699999999999</c:v>
                </c:pt>
                <c:pt idx="3036">
                  <c:v>133.39099999999999</c:v>
                </c:pt>
                <c:pt idx="3037">
                  <c:v>134.54300000000001</c:v>
                </c:pt>
                <c:pt idx="3038">
                  <c:v>133.495</c:v>
                </c:pt>
                <c:pt idx="3039">
                  <c:v>132.41300000000001</c:v>
                </c:pt>
                <c:pt idx="3040">
                  <c:v>131.393</c:v>
                </c:pt>
                <c:pt idx="3041">
                  <c:v>131.566</c:v>
                </c:pt>
                <c:pt idx="3042">
                  <c:v>131.14500000000001</c:v>
                </c:pt>
                <c:pt idx="3043">
                  <c:v>131.28399999999999</c:v>
                </c:pt>
                <c:pt idx="3044">
                  <c:v>133.928</c:v>
                </c:pt>
                <c:pt idx="3045">
                  <c:v>135.11600000000001</c:v>
                </c:pt>
                <c:pt idx="3046">
                  <c:v>138.12799999999999</c:v>
                </c:pt>
                <c:pt idx="3047">
                  <c:v>132.625</c:v>
                </c:pt>
                <c:pt idx="3048">
                  <c:v>131.023</c:v>
                </c:pt>
                <c:pt idx="3049">
                  <c:v>127.348</c:v>
                </c:pt>
                <c:pt idx="3050">
                  <c:v>125.67400000000001</c:v>
                </c:pt>
                <c:pt idx="3051">
                  <c:v>125.392</c:v>
                </c:pt>
                <c:pt idx="3052">
                  <c:v>125.19499999999999</c:v>
                </c:pt>
                <c:pt idx="3053">
                  <c:v>123.00700000000001</c:v>
                </c:pt>
                <c:pt idx="3054">
                  <c:v>122.934</c:v>
                </c:pt>
                <c:pt idx="3055">
                  <c:v>120.988</c:v>
                </c:pt>
                <c:pt idx="3056">
                  <c:v>118.145</c:v>
                </c:pt>
                <c:pt idx="3057">
                  <c:v>119.06699999999999</c:v>
                </c:pt>
                <c:pt idx="3058">
                  <c:v>119.203</c:v>
                </c:pt>
                <c:pt idx="3059">
                  <c:v>119.004</c:v>
                </c:pt>
                <c:pt idx="3060">
                  <c:v>118.852</c:v>
                </c:pt>
                <c:pt idx="3061">
                  <c:v>119.29900000000001</c:v>
                </c:pt>
                <c:pt idx="3062">
                  <c:v>120.80800000000001</c:v>
                </c:pt>
                <c:pt idx="3063">
                  <c:v>121.813</c:v>
                </c:pt>
                <c:pt idx="3064">
                  <c:v>123.80800000000001</c:v>
                </c:pt>
                <c:pt idx="3065">
                  <c:v>127.639</c:v>
                </c:pt>
                <c:pt idx="3066">
                  <c:v>116.60299999999999</c:v>
                </c:pt>
                <c:pt idx="3067">
                  <c:v>116.486</c:v>
                </c:pt>
                <c:pt idx="3068">
                  <c:v>116.596</c:v>
                </c:pt>
                <c:pt idx="3069">
                  <c:v>116.88</c:v>
                </c:pt>
                <c:pt idx="3070">
                  <c:v>116.51</c:v>
                </c:pt>
                <c:pt idx="3071">
                  <c:v>117.372</c:v>
                </c:pt>
                <c:pt idx="3072">
                  <c:v>116.301</c:v>
                </c:pt>
                <c:pt idx="3073">
                  <c:v>118.84699999999999</c:v>
                </c:pt>
                <c:pt idx="3074">
                  <c:v>118.098</c:v>
                </c:pt>
                <c:pt idx="3075">
                  <c:v>118.57899999999999</c:v>
                </c:pt>
                <c:pt idx="3076">
                  <c:v>126.977</c:v>
                </c:pt>
                <c:pt idx="3077">
                  <c:v>127.095</c:v>
                </c:pt>
                <c:pt idx="3078">
                  <c:v>126.59399999999999</c:v>
                </c:pt>
                <c:pt idx="3079">
                  <c:v>126.916</c:v>
                </c:pt>
                <c:pt idx="3080">
                  <c:v>130.43</c:v>
                </c:pt>
                <c:pt idx="3081">
                  <c:v>131.63900000000001</c:v>
                </c:pt>
                <c:pt idx="3082">
                  <c:v>129.76</c:v>
                </c:pt>
                <c:pt idx="3083">
                  <c:v>131.07300000000001</c:v>
                </c:pt>
                <c:pt idx="3084">
                  <c:v>133.76900000000001</c:v>
                </c:pt>
                <c:pt idx="3085">
                  <c:v>125.607</c:v>
                </c:pt>
                <c:pt idx="3086">
                  <c:v>125.961</c:v>
                </c:pt>
                <c:pt idx="3087">
                  <c:v>127.511</c:v>
                </c:pt>
                <c:pt idx="3088">
                  <c:v>125.687</c:v>
                </c:pt>
                <c:pt idx="3089">
                  <c:v>131.41200000000001</c:v>
                </c:pt>
                <c:pt idx="3090">
                  <c:v>141.63900000000001</c:v>
                </c:pt>
                <c:pt idx="3091">
                  <c:v>138.089</c:v>
                </c:pt>
              </c:numCache>
            </c:numRef>
          </c:val>
          <c:smooth val="0"/>
          <c:extLst>
            <c:ext xmlns:c16="http://schemas.microsoft.com/office/drawing/2014/chart" uri="{C3380CC4-5D6E-409C-BE32-E72D297353CC}">
              <c16:uniqueId val="{00000000-BE12-41F1-AA01-1AFCE5496364}"/>
            </c:ext>
          </c:extLst>
        </c:ser>
        <c:dLbls>
          <c:showLegendKey val="0"/>
          <c:showVal val="0"/>
          <c:showCatName val="0"/>
          <c:showSerName val="0"/>
          <c:showPercent val="0"/>
          <c:showBubbleSize val="0"/>
        </c:dLbls>
        <c:marker val="1"/>
        <c:smooth val="0"/>
        <c:axId val="1947355504"/>
        <c:axId val="1224606720"/>
      </c:lineChart>
      <c:lineChart>
        <c:grouping val="standard"/>
        <c:varyColors val="0"/>
        <c:ser>
          <c:idx val="1"/>
          <c:order val="1"/>
          <c:tx>
            <c:strRef>
              <c:f>Sheet1!$C$1</c:f>
              <c:strCache>
                <c:ptCount val="1"/>
                <c:pt idx="0">
                  <c:v>Small caps (RHS)</c:v>
                </c:pt>
              </c:strCache>
            </c:strRef>
          </c:tx>
          <c:spPr>
            <a:ln w="28575" cap="rnd">
              <a:solidFill>
                <a:schemeClr val="accent1"/>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Sheet1!$C$2:$C$3093</c:f>
              <c:numCache>
                <c:formatCode>m/d/yyyy</c:formatCode>
                <c:ptCount val="3092"/>
                <c:pt idx="0">
                  <c:v>4.0469999999999997</c:v>
                </c:pt>
                <c:pt idx="1">
                  <c:v>4.1070000000000002</c:v>
                </c:pt>
                <c:pt idx="2">
                  <c:v>4.0579999999999998</c:v>
                </c:pt>
                <c:pt idx="3">
                  <c:v>4.0640000000000001</c:v>
                </c:pt>
                <c:pt idx="4">
                  <c:v>4.0529999999999999</c:v>
                </c:pt>
                <c:pt idx="5">
                  <c:v>3.8879999999999999</c:v>
                </c:pt>
                <c:pt idx="6">
                  <c:v>3.9209999999999998</c:v>
                </c:pt>
                <c:pt idx="7">
                  <c:v>3.9060000000000001</c:v>
                </c:pt>
                <c:pt idx="8">
                  <c:v>3.8740000000000001</c:v>
                </c:pt>
                <c:pt idx="9">
                  <c:v>3.8530000000000002</c:v>
                </c:pt>
                <c:pt idx="10">
                  <c:v>3.9319999999999999</c:v>
                </c:pt>
                <c:pt idx="11">
                  <c:v>4.133</c:v>
                </c:pt>
                <c:pt idx="12">
                  <c:v>4.09</c:v>
                </c:pt>
                <c:pt idx="13">
                  <c:v>4.1130000000000004</c:v>
                </c:pt>
                <c:pt idx="14">
                  <c:v>3.9569999999999999</c:v>
                </c:pt>
                <c:pt idx="15">
                  <c:v>3.9729999999999999</c:v>
                </c:pt>
                <c:pt idx="16">
                  <c:v>4.0469999999999997</c:v>
                </c:pt>
                <c:pt idx="17">
                  <c:v>4.101</c:v>
                </c:pt>
                <c:pt idx="18">
                  <c:v>4.1289999999999996</c:v>
                </c:pt>
                <c:pt idx="19">
                  <c:v>4.1900000000000004</c:v>
                </c:pt>
                <c:pt idx="20">
                  <c:v>4.1959999999999997</c:v>
                </c:pt>
                <c:pt idx="21">
                  <c:v>4.1420000000000003</c:v>
                </c:pt>
                <c:pt idx="22">
                  <c:v>4.0620000000000003</c:v>
                </c:pt>
                <c:pt idx="23">
                  <c:v>3.92</c:v>
                </c:pt>
                <c:pt idx="24">
                  <c:v>3.883</c:v>
                </c:pt>
                <c:pt idx="25">
                  <c:v>3.9239999999999999</c:v>
                </c:pt>
                <c:pt idx="26">
                  <c:v>3.9620000000000002</c:v>
                </c:pt>
                <c:pt idx="27">
                  <c:v>4.2</c:v>
                </c:pt>
                <c:pt idx="28">
                  <c:v>4.258</c:v>
                </c:pt>
                <c:pt idx="29">
                  <c:v>4.2839999999999998</c:v>
                </c:pt>
                <c:pt idx="30">
                  <c:v>4.0170000000000003</c:v>
                </c:pt>
                <c:pt idx="31">
                  <c:v>4.0439999999999996</c:v>
                </c:pt>
                <c:pt idx="32">
                  <c:v>4.0330000000000004</c:v>
                </c:pt>
                <c:pt idx="33">
                  <c:v>4.01</c:v>
                </c:pt>
                <c:pt idx="34">
                  <c:v>4.01</c:v>
                </c:pt>
                <c:pt idx="35">
                  <c:v>4.0110000000000001</c:v>
                </c:pt>
                <c:pt idx="36">
                  <c:v>3.9049999999999998</c:v>
                </c:pt>
                <c:pt idx="37">
                  <c:v>3.891</c:v>
                </c:pt>
                <c:pt idx="38">
                  <c:v>3.923</c:v>
                </c:pt>
                <c:pt idx="39">
                  <c:v>3.9340000000000002</c:v>
                </c:pt>
                <c:pt idx="40">
                  <c:v>3.91</c:v>
                </c:pt>
                <c:pt idx="41">
                  <c:v>3.9329999999999998</c:v>
                </c:pt>
                <c:pt idx="42">
                  <c:v>3.91</c:v>
                </c:pt>
                <c:pt idx="43">
                  <c:v>3.8660000000000001</c:v>
                </c:pt>
                <c:pt idx="44">
                  <c:v>3.903</c:v>
                </c:pt>
                <c:pt idx="45">
                  <c:v>3.8319999999999999</c:v>
                </c:pt>
                <c:pt idx="46">
                  <c:v>3.8170000000000002</c:v>
                </c:pt>
                <c:pt idx="47">
                  <c:v>3.7879999999999998</c:v>
                </c:pt>
                <c:pt idx="48">
                  <c:v>3.8039999999999998</c:v>
                </c:pt>
                <c:pt idx="49">
                  <c:v>3.7759999999999998</c:v>
                </c:pt>
                <c:pt idx="50">
                  <c:v>3.7869999999999999</c:v>
                </c:pt>
                <c:pt idx="51">
                  <c:v>3.77</c:v>
                </c:pt>
                <c:pt idx="52">
                  <c:v>3.7789999999999999</c:v>
                </c:pt>
                <c:pt idx="53">
                  <c:v>3.7429999999999999</c:v>
                </c:pt>
                <c:pt idx="54">
                  <c:v>4.05</c:v>
                </c:pt>
                <c:pt idx="55">
                  <c:v>4.13</c:v>
                </c:pt>
                <c:pt idx="56">
                  <c:v>3.9830000000000001</c:v>
                </c:pt>
                <c:pt idx="57">
                  <c:v>3.8530000000000002</c:v>
                </c:pt>
                <c:pt idx="58">
                  <c:v>3.7610000000000001</c:v>
                </c:pt>
                <c:pt idx="59">
                  <c:v>3.6669999999999998</c:v>
                </c:pt>
                <c:pt idx="60">
                  <c:v>3.863</c:v>
                </c:pt>
                <c:pt idx="61">
                  <c:v>3.9079999999999999</c:v>
                </c:pt>
                <c:pt idx="62">
                  <c:v>3.8460000000000001</c:v>
                </c:pt>
                <c:pt idx="63">
                  <c:v>3.794</c:v>
                </c:pt>
                <c:pt idx="64">
                  <c:v>3.8180000000000001</c:v>
                </c:pt>
                <c:pt idx="65">
                  <c:v>3.83</c:v>
                </c:pt>
                <c:pt idx="66">
                  <c:v>3.831</c:v>
                </c:pt>
                <c:pt idx="67">
                  <c:v>3.8359999999999999</c:v>
                </c:pt>
                <c:pt idx="68">
                  <c:v>3.7869999999999999</c:v>
                </c:pt>
                <c:pt idx="69">
                  <c:v>3.6949999999999998</c:v>
                </c:pt>
                <c:pt idx="70">
                  <c:v>3.6619999999999999</c:v>
                </c:pt>
                <c:pt idx="71">
                  <c:v>3.7469999999999999</c:v>
                </c:pt>
                <c:pt idx="72">
                  <c:v>3.8340000000000001</c:v>
                </c:pt>
                <c:pt idx="73">
                  <c:v>4.0389999999999997</c:v>
                </c:pt>
                <c:pt idx="74">
                  <c:v>4.069</c:v>
                </c:pt>
                <c:pt idx="75">
                  <c:v>4.117</c:v>
                </c:pt>
                <c:pt idx="76">
                  <c:v>4.1159999999999997</c:v>
                </c:pt>
                <c:pt idx="77">
                  <c:v>4.165</c:v>
                </c:pt>
                <c:pt idx="78">
                  <c:v>4.1310000000000002</c:v>
                </c:pt>
                <c:pt idx="79">
                  <c:v>4.1210000000000004</c:v>
                </c:pt>
                <c:pt idx="80">
                  <c:v>4.024</c:v>
                </c:pt>
                <c:pt idx="81">
                  <c:v>3.9329999999999998</c:v>
                </c:pt>
                <c:pt idx="82">
                  <c:v>3.794</c:v>
                </c:pt>
                <c:pt idx="83">
                  <c:v>3.827</c:v>
                </c:pt>
                <c:pt idx="84">
                  <c:v>3.7770000000000001</c:v>
                </c:pt>
                <c:pt idx="85">
                  <c:v>3.7919999999999998</c:v>
                </c:pt>
                <c:pt idx="86">
                  <c:v>3.8140000000000001</c:v>
                </c:pt>
                <c:pt idx="87">
                  <c:v>3.7890000000000001</c:v>
                </c:pt>
                <c:pt idx="88">
                  <c:v>3.742</c:v>
                </c:pt>
                <c:pt idx="89">
                  <c:v>3.81</c:v>
                </c:pt>
                <c:pt idx="90">
                  <c:v>3.8719999999999999</c:v>
                </c:pt>
                <c:pt idx="91">
                  <c:v>4.05</c:v>
                </c:pt>
                <c:pt idx="92">
                  <c:v>4.0380000000000003</c:v>
                </c:pt>
                <c:pt idx="93">
                  <c:v>3.7519999999999998</c:v>
                </c:pt>
                <c:pt idx="94">
                  <c:v>3.7450000000000001</c:v>
                </c:pt>
                <c:pt idx="95">
                  <c:v>3.7589999999999999</c:v>
                </c:pt>
                <c:pt idx="96">
                  <c:v>3.7919999999999998</c:v>
                </c:pt>
                <c:pt idx="97">
                  <c:v>3.7869999999999999</c:v>
                </c:pt>
                <c:pt idx="98">
                  <c:v>3.7450000000000001</c:v>
                </c:pt>
                <c:pt idx="99">
                  <c:v>3.8</c:v>
                </c:pt>
                <c:pt idx="100">
                  <c:v>3.9889999999999999</c:v>
                </c:pt>
                <c:pt idx="101">
                  <c:v>3.9409999999999998</c:v>
                </c:pt>
                <c:pt idx="102">
                  <c:v>3.863</c:v>
                </c:pt>
                <c:pt idx="103">
                  <c:v>3.8370000000000002</c:v>
                </c:pt>
                <c:pt idx="104">
                  <c:v>3.7610000000000001</c:v>
                </c:pt>
                <c:pt idx="105">
                  <c:v>3.8380000000000001</c:v>
                </c:pt>
                <c:pt idx="106">
                  <c:v>3.77</c:v>
                </c:pt>
                <c:pt idx="107">
                  <c:v>3.673</c:v>
                </c:pt>
                <c:pt idx="108">
                  <c:v>3.6360000000000001</c:v>
                </c:pt>
                <c:pt idx="109">
                  <c:v>3.6760000000000002</c:v>
                </c:pt>
                <c:pt idx="110">
                  <c:v>3.6429999999999998</c:v>
                </c:pt>
                <c:pt idx="111">
                  <c:v>3.6469999999999998</c:v>
                </c:pt>
                <c:pt idx="112">
                  <c:v>3.629</c:v>
                </c:pt>
                <c:pt idx="113">
                  <c:v>3.5449999999999999</c:v>
                </c:pt>
                <c:pt idx="114">
                  <c:v>3.633</c:v>
                </c:pt>
                <c:pt idx="115">
                  <c:v>3.573</c:v>
                </c:pt>
                <c:pt idx="116">
                  <c:v>3.754</c:v>
                </c:pt>
                <c:pt idx="117">
                  <c:v>3.802</c:v>
                </c:pt>
                <c:pt idx="118">
                  <c:v>3.839</c:v>
                </c:pt>
                <c:pt idx="119">
                  <c:v>3.964</c:v>
                </c:pt>
                <c:pt idx="120">
                  <c:v>3.9889999999999999</c:v>
                </c:pt>
                <c:pt idx="121">
                  <c:v>3.9769999999999999</c:v>
                </c:pt>
                <c:pt idx="122">
                  <c:v>3.948</c:v>
                </c:pt>
                <c:pt idx="123">
                  <c:v>3.8839999999999999</c:v>
                </c:pt>
                <c:pt idx="124">
                  <c:v>3.83</c:v>
                </c:pt>
                <c:pt idx="125">
                  <c:v>3.823</c:v>
                </c:pt>
                <c:pt idx="126">
                  <c:v>3.7890000000000001</c:v>
                </c:pt>
                <c:pt idx="127">
                  <c:v>3.8119999999999998</c:v>
                </c:pt>
                <c:pt idx="128">
                  <c:v>3.851</c:v>
                </c:pt>
                <c:pt idx="129">
                  <c:v>3.794</c:v>
                </c:pt>
                <c:pt idx="130">
                  <c:v>3.8079999999999998</c:v>
                </c:pt>
                <c:pt idx="131">
                  <c:v>3.8410000000000002</c:v>
                </c:pt>
                <c:pt idx="132">
                  <c:v>4.0149999999999997</c:v>
                </c:pt>
                <c:pt idx="133">
                  <c:v>4.1310000000000002</c:v>
                </c:pt>
                <c:pt idx="134">
                  <c:v>4.048</c:v>
                </c:pt>
                <c:pt idx="135">
                  <c:v>3.9420000000000002</c:v>
                </c:pt>
                <c:pt idx="136">
                  <c:v>3.8420000000000001</c:v>
                </c:pt>
                <c:pt idx="137">
                  <c:v>3.7869999999999999</c:v>
                </c:pt>
                <c:pt idx="138">
                  <c:v>3.794</c:v>
                </c:pt>
                <c:pt idx="139">
                  <c:v>3.7469999999999999</c:v>
                </c:pt>
                <c:pt idx="140">
                  <c:v>3.7589999999999999</c:v>
                </c:pt>
                <c:pt idx="141">
                  <c:v>3.73</c:v>
                </c:pt>
                <c:pt idx="142">
                  <c:v>3.7010000000000001</c:v>
                </c:pt>
                <c:pt idx="143">
                  <c:v>3.7149999999999999</c:v>
                </c:pt>
                <c:pt idx="144">
                  <c:v>3.6760000000000002</c:v>
                </c:pt>
                <c:pt idx="145">
                  <c:v>3.6579999999999999</c:v>
                </c:pt>
                <c:pt idx="146">
                  <c:v>3.6920000000000002</c:v>
                </c:pt>
                <c:pt idx="147">
                  <c:v>3.669</c:v>
                </c:pt>
                <c:pt idx="148">
                  <c:v>3.62</c:v>
                </c:pt>
                <c:pt idx="149">
                  <c:v>3.5830000000000002</c:v>
                </c:pt>
                <c:pt idx="150">
                  <c:v>3.528</c:v>
                </c:pt>
                <c:pt idx="151">
                  <c:v>3.57</c:v>
                </c:pt>
                <c:pt idx="152">
                  <c:v>3.5819999999999999</c:v>
                </c:pt>
                <c:pt idx="153">
                  <c:v>3.6720000000000002</c:v>
                </c:pt>
                <c:pt idx="154">
                  <c:v>3.702</c:v>
                </c:pt>
                <c:pt idx="155">
                  <c:v>3.7280000000000002</c:v>
                </c:pt>
                <c:pt idx="156">
                  <c:v>3.6190000000000002</c:v>
                </c:pt>
                <c:pt idx="157">
                  <c:v>3.617</c:v>
                </c:pt>
                <c:pt idx="158">
                  <c:v>3.56</c:v>
                </c:pt>
                <c:pt idx="159">
                  <c:v>3.5230000000000001</c:v>
                </c:pt>
                <c:pt idx="160">
                  <c:v>3.5179999999999998</c:v>
                </c:pt>
                <c:pt idx="161">
                  <c:v>3.5470000000000002</c:v>
                </c:pt>
                <c:pt idx="162">
                  <c:v>3.6360000000000001</c:v>
                </c:pt>
                <c:pt idx="163">
                  <c:v>3.6840000000000002</c:v>
                </c:pt>
                <c:pt idx="164">
                  <c:v>3.5670000000000002</c:v>
                </c:pt>
                <c:pt idx="165">
                  <c:v>3.5089999999999999</c:v>
                </c:pt>
                <c:pt idx="166">
                  <c:v>3.573</c:v>
                </c:pt>
                <c:pt idx="167">
                  <c:v>3.58</c:v>
                </c:pt>
                <c:pt idx="168">
                  <c:v>3.637</c:v>
                </c:pt>
                <c:pt idx="169">
                  <c:v>3.7</c:v>
                </c:pt>
                <c:pt idx="170">
                  <c:v>3.6</c:v>
                </c:pt>
                <c:pt idx="171">
                  <c:v>3.5859999999999999</c:v>
                </c:pt>
                <c:pt idx="172">
                  <c:v>3.5310000000000001</c:v>
                </c:pt>
                <c:pt idx="173">
                  <c:v>3.6240000000000001</c:v>
                </c:pt>
                <c:pt idx="174">
                  <c:v>3.577</c:v>
                </c:pt>
                <c:pt idx="175">
                  <c:v>3.4449999999999998</c:v>
                </c:pt>
                <c:pt idx="176">
                  <c:v>3.3980000000000001</c:v>
                </c:pt>
                <c:pt idx="177">
                  <c:v>3.3639999999999999</c:v>
                </c:pt>
                <c:pt idx="178">
                  <c:v>3.31</c:v>
                </c:pt>
                <c:pt idx="179">
                  <c:v>3.2429999999999999</c:v>
                </c:pt>
                <c:pt idx="180">
                  <c:v>3.319</c:v>
                </c:pt>
                <c:pt idx="181">
                  <c:v>3.3650000000000002</c:v>
                </c:pt>
                <c:pt idx="182">
                  <c:v>3.355</c:v>
                </c:pt>
                <c:pt idx="183">
                  <c:v>3.3340000000000001</c:v>
                </c:pt>
                <c:pt idx="184">
                  <c:v>3.214</c:v>
                </c:pt>
                <c:pt idx="185">
                  <c:v>3.2090000000000001</c:v>
                </c:pt>
                <c:pt idx="186">
                  <c:v>3.1619999999999999</c:v>
                </c:pt>
                <c:pt idx="187">
                  <c:v>3.0590000000000002</c:v>
                </c:pt>
                <c:pt idx="188">
                  <c:v>3.0950000000000002</c:v>
                </c:pt>
                <c:pt idx="189">
                  <c:v>3.1259999999999999</c:v>
                </c:pt>
                <c:pt idx="190">
                  <c:v>3.19</c:v>
                </c:pt>
                <c:pt idx="191">
                  <c:v>3.15</c:v>
                </c:pt>
                <c:pt idx="192">
                  <c:v>3.15</c:v>
                </c:pt>
                <c:pt idx="193">
                  <c:v>3.1379999999999999</c:v>
                </c:pt>
                <c:pt idx="194">
                  <c:v>3.1520000000000001</c:v>
                </c:pt>
                <c:pt idx="195">
                  <c:v>3.1989999999999998</c:v>
                </c:pt>
                <c:pt idx="196">
                  <c:v>3.218</c:v>
                </c:pt>
                <c:pt idx="197">
                  <c:v>3.2269999999999999</c:v>
                </c:pt>
                <c:pt idx="198">
                  <c:v>3.2149999999999999</c:v>
                </c:pt>
                <c:pt idx="199">
                  <c:v>3.2010000000000001</c:v>
                </c:pt>
                <c:pt idx="200">
                  <c:v>3.198</c:v>
                </c:pt>
                <c:pt idx="201">
                  <c:v>3.2120000000000002</c:v>
                </c:pt>
                <c:pt idx="202">
                  <c:v>3.1949999999999998</c:v>
                </c:pt>
                <c:pt idx="203">
                  <c:v>3.14</c:v>
                </c:pt>
                <c:pt idx="204">
                  <c:v>3.19</c:v>
                </c:pt>
                <c:pt idx="205">
                  <c:v>3.1960000000000002</c:v>
                </c:pt>
                <c:pt idx="206">
                  <c:v>3.2679999999999998</c:v>
                </c:pt>
                <c:pt idx="207">
                  <c:v>3.2610000000000001</c:v>
                </c:pt>
                <c:pt idx="208">
                  <c:v>3.3069999999999999</c:v>
                </c:pt>
                <c:pt idx="209">
                  <c:v>3.3210000000000002</c:v>
                </c:pt>
                <c:pt idx="210">
                  <c:v>3.41</c:v>
                </c:pt>
                <c:pt idx="211">
                  <c:v>3.4390000000000001</c:v>
                </c:pt>
                <c:pt idx="212">
                  <c:v>3.5129999999999999</c:v>
                </c:pt>
                <c:pt idx="213">
                  <c:v>3.556</c:v>
                </c:pt>
                <c:pt idx="214">
                  <c:v>3.4889999999999999</c:v>
                </c:pt>
                <c:pt idx="215">
                  <c:v>3.4940000000000002</c:v>
                </c:pt>
                <c:pt idx="216">
                  <c:v>3.5870000000000002</c:v>
                </c:pt>
                <c:pt idx="217">
                  <c:v>3.5070000000000001</c:v>
                </c:pt>
                <c:pt idx="218">
                  <c:v>3.49</c:v>
                </c:pt>
                <c:pt idx="219">
                  <c:v>3.488</c:v>
                </c:pt>
                <c:pt idx="220">
                  <c:v>3.6459999999999999</c:v>
                </c:pt>
                <c:pt idx="221">
                  <c:v>3.7789999999999999</c:v>
                </c:pt>
                <c:pt idx="222">
                  <c:v>3.8170000000000002</c:v>
                </c:pt>
                <c:pt idx="223">
                  <c:v>3.786</c:v>
                </c:pt>
                <c:pt idx="224">
                  <c:v>3.7639999999999998</c:v>
                </c:pt>
                <c:pt idx="225">
                  <c:v>3.6890000000000001</c:v>
                </c:pt>
                <c:pt idx="226">
                  <c:v>3.6619999999999999</c:v>
                </c:pt>
                <c:pt idx="227">
                  <c:v>3.6419999999999999</c:v>
                </c:pt>
                <c:pt idx="228">
                  <c:v>3.6429999999999998</c:v>
                </c:pt>
                <c:pt idx="229">
                  <c:v>3.5910000000000002</c:v>
                </c:pt>
                <c:pt idx="230">
                  <c:v>3.5459999999999998</c:v>
                </c:pt>
                <c:pt idx="231">
                  <c:v>3.42</c:v>
                </c:pt>
                <c:pt idx="232">
                  <c:v>3.4209999999999998</c:v>
                </c:pt>
                <c:pt idx="233">
                  <c:v>3.4129999999999998</c:v>
                </c:pt>
                <c:pt idx="234">
                  <c:v>3.5</c:v>
                </c:pt>
                <c:pt idx="235">
                  <c:v>3.5110000000000001</c:v>
                </c:pt>
                <c:pt idx="236">
                  <c:v>3.496</c:v>
                </c:pt>
                <c:pt idx="237">
                  <c:v>3.4079999999999999</c:v>
                </c:pt>
                <c:pt idx="238">
                  <c:v>3.8980000000000001</c:v>
                </c:pt>
                <c:pt idx="239">
                  <c:v>3.7709999999999999</c:v>
                </c:pt>
                <c:pt idx="240">
                  <c:v>3.87</c:v>
                </c:pt>
                <c:pt idx="241">
                  <c:v>3.8159999999999998</c:v>
                </c:pt>
                <c:pt idx="242">
                  <c:v>3.8109999999999999</c:v>
                </c:pt>
                <c:pt idx="243">
                  <c:v>3.7770000000000001</c:v>
                </c:pt>
                <c:pt idx="244">
                  <c:v>3.71</c:v>
                </c:pt>
                <c:pt idx="245">
                  <c:v>3.7360000000000002</c:v>
                </c:pt>
                <c:pt idx="246">
                  <c:v>3.6989999999999998</c:v>
                </c:pt>
                <c:pt idx="247">
                  <c:v>3.7080000000000002</c:v>
                </c:pt>
                <c:pt idx="248">
                  <c:v>3.7429999999999999</c:v>
                </c:pt>
                <c:pt idx="249">
                  <c:v>3.8279999999999998</c:v>
                </c:pt>
                <c:pt idx="250">
                  <c:v>3.867</c:v>
                </c:pt>
                <c:pt idx="251">
                  <c:v>3.8519999999999999</c:v>
                </c:pt>
                <c:pt idx="252">
                  <c:v>3.8809999999999998</c:v>
                </c:pt>
                <c:pt idx="253">
                  <c:v>3.8809999999999998</c:v>
                </c:pt>
                <c:pt idx="254">
                  <c:v>3.78</c:v>
                </c:pt>
                <c:pt idx="255">
                  <c:v>3.8239999999999998</c:v>
                </c:pt>
                <c:pt idx="256">
                  <c:v>3.7879999999999998</c:v>
                </c:pt>
                <c:pt idx="257">
                  <c:v>3.7789999999999999</c:v>
                </c:pt>
                <c:pt idx="258">
                  <c:v>3.8290000000000002</c:v>
                </c:pt>
                <c:pt idx="259">
                  <c:v>3.8530000000000002</c:v>
                </c:pt>
                <c:pt idx="260">
                  <c:v>3.8679999999999999</c:v>
                </c:pt>
                <c:pt idx="261">
                  <c:v>3.843</c:v>
                </c:pt>
                <c:pt idx="262">
                  <c:v>3.919</c:v>
                </c:pt>
                <c:pt idx="263">
                  <c:v>3.9350000000000001</c:v>
                </c:pt>
                <c:pt idx="264">
                  <c:v>3.9180000000000001</c:v>
                </c:pt>
                <c:pt idx="265">
                  <c:v>3.93</c:v>
                </c:pt>
                <c:pt idx="266">
                  <c:v>3.984</c:v>
                </c:pt>
                <c:pt idx="267">
                  <c:v>3.9950000000000001</c:v>
                </c:pt>
                <c:pt idx="268">
                  <c:v>3.976</c:v>
                </c:pt>
                <c:pt idx="269">
                  <c:v>4.008</c:v>
                </c:pt>
                <c:pt idx="270">
                  <c:v>4.056</c:v>
                </c:pt>
                <c:pt idx="271">
                  <c:v>4.0179999999999998</c:v>
                </c:pt>
                <c:pt idx="272">
                  <c:v>4.04</c:v>
                </c:pt>
                <c:pt idx="273">
                  <c:v>4</c:v>
                </c:pt>
                <c:pt idx="274">
                  <c:v>4.0090000000000003</c:v>
                </c:pt>
                <c:pt idx="275">
                  <c:v>4.008</c:v>
                </c:pt>
                <c:pt idx="276">
                  <c:v>3.9990000000000001</c:v>
                </c:pt>
                <c:pt idx="277">
                  <c:v>3.915</c:v>
                </c:pt>
                <c:pt idx="278">
                  <c:v>3.9129999999999998</c:v>
                </c:pt>
                <c:pt idx="279">
                  <c:v>3.8540000000000001</c:v>
                </c:pt>
                <c:pt idx="280">
                  <c:v>3.8820000000000001</c:v>
                </c:pt>
                <c:pt idx="281">
                  <c:v>3.9239999999999999</c:v>
                </c:pt>
                <c:pt idx="282">
                  <c:v>3.9329999999999998</c:v>
                </c:pt>
                <c:pt idx="283">
                  <c:v>3.919</c:v>
                </c:pt>
                <c:pt idx="284">
                  <c:v>3.91</c:v>
                </c:pt>
                <c:pt idx="285">
                  <c:v>3.919</c:v>
                </c:pt>
                <c:pt idx="286">
                  <c:v>3.9209999999999998</c:v>
                </c:pt>
                <c:pt idx="287">
                  <c:v>3.94</c:v>
                </c:pt>
                <c:pt idx="288">
                  <c:v>3.952</c:v>
                </c:pt>
                <c:pt idx="289">
                  <c:v>3.9940000000000002</c:v>
                </c:pt>
                <c:pt idx="290">
                  <c:v>3.9540000000000002</c:v>
                </c:pt>
                <c:pt idx="291">
                  <c:v>3.9769999999999999</c:v>
                </c:pt>
                <c:pt idx="292">
                  <c:v>3.95</c:v>
                </c:pt>
                <c:pt idx="293">
                  <c:v>3.899</c:v>
                </c:pt>
                <c:pt idx="294">
                  <c:v>3.91</c:v>
                </c:pt>
                <c:pt idx="295">
                  <c:v>3.9049999999999998</c:v>
                </c:pt>
                <c:pt idx="296">
                  <c:v>3.8330000000000002</c:v>
                </c:pt>
                <c:pt idx="297">
                  <c:v>3.74</c:v>
                </c:pt>
                <c:pt idx="298">
                  <c:v>3.7120000000000002</c:v>
                </c:pt>
                <c:pt idx="299">
                  <c:v>3.677</c:v>
                </c:pt>
                <c:pt idx="300">
                  <c:v>3.75</c:v>
                </c:pt>
                <c:pt idx="301">
                  <c:v>3.7090000000000001</c:v>
                </c:pt>
                <c:pt idx="302">
                  <c:v>4.327</c:v>
                </c:pt>
                <c:pt idx="303">
                  <c:v>4.3239999999999998</c:v>
                </c:pt>
                <c:pt idx="304">
                  <c:v>3.7370000000000001</c:v>
                </c:pt>
                <c:pt idx="305">
                  <c:v>3.7210000000000001</c:v>
                </c:pt>
                <c:pt idx="306">
                  <c:v>3.6579999999999999</c:v>
                </c:pt>
                <c:pt idx="307">
                  <c:v>3.5960000000000001</c:v>
                </c:pt>
                <c:pt idx="308">
                  <c:v>3.5409999999999999</c:v>
                </c:pt>
                <c:pt idx="309">
                  <c:v>3.4729999999999999</c:v>
                </c:pt>
                <c:pt idx="310">
                  <c:v>3.4289999999999998</c:v>
                </c:pt>
                <c:pt idx="311">
                  <c:v>3.4409999999999998</c:v>
                </c:pt>
                <c:pt idx="312">
                  <c:v>3.4319999999999999</c:v>
                </c:pt>
                <c:pt idx="313">
                  <c:v>3.4220000000000002</c:v>
                </c:pt>
                <c:pt idx="314">
                  <c:v>3.4380000000000002</c:v>
                </c:pt>
                <c:pt idx="315">
                  <c:v>3.4169999999999998</c:v>
                </c:pt>
                <c:pt idx="316">
                  <c:v>3.36</c:v>
                </c:pt>
                <c:pt idx="317">
                  <c:v>3.339</c:v>
                </c:pt>
                <c:pt idx="318">
                  <c:v>3.2109999999999999</c:v>
                </c:pt>
                <c:pt idx="319">
                  <c:v>3.2850000000000001</c:v>
                </c:pt>
                <c:pt idx="320">
                  <c:v>3.3069999999999999</c:v>
                </c:pt>
                <c:pt idx="321">
                  <c:v>3.4180000000000001</c:v>
                </c:pt>
                <c:pt idx="322">
                  <c:v>3.423</c:v>
                </c:pt>
                <c:pt idx="323">
                  <c:v>3.569</c:v>
                </c:pt>
                <c:pt idx="324">
                  <c:v>3.6080000000000001</c:v>
                </c:pt>
                <c:pt idx="325">
                  <c:v>3.5910000000000002</c:v>
                </c:pt>
                <c:pt idx="326">
                  <c:v>3.8029999999999999</c:v>
                </c:pt>
                <c:pt idx="327">
                  <c:v>3.819</c:v>
                </c:pt>
                <c:pt idx="328">
                  <c:v>3.97</c:v>
                </c:pt>
                <c:pt idx="329">
                  <c:v>4.0129999999999999</c:v>
                </c:pt>
                <c:pt idx="330">
                  <c:v>4.032</c:v>
                </c:pt>
                <c:pt idx="331">
                  <c:v>4.1500000000000004</c:v>
                </c:pt>
                <c:pt idx="332">
                  <c:v>4.2039999999999997</c:v>
                </c:pt>
                <c:pt idx="333">
                  <c:v>4.1989999999999998</c:v>
                </c:pt>
                <c:pt idx="334">
                  <c:v>4.3520000000000003</c:v>
                </c:pt>
                <c:pt idx="335">
                  <c:v>4.4039999999999999</c:v>
                </c:pt>
                <c:pt idx="336">
                  <c:v>4.3760000000000003</c:v>
                </c:pt>
                <c:pt idx="337">
                  <c:v>4.327</c:v>
                </c:pt>
                <c:pt idx="338">
                  <c:v>4.1680000000000001</c:v>
                </c:pt>
                <c:pt idx="339">
                  <c:v>4.18</c:v>
                </c:pt>
                <c:pt idx="340">
                  <c:v>4.1429999999999998</c:v>
                </c:pt>
                <c:pt idx="341">
                  <c:v>4.1529999999999996</c:v>
                </c:pt>
                <c:pt idx="342">
                  <c:v>4.0359999999999996</c:v>
                </c:pt>
                <c:pt idx="343">
                  <c:v>4.0439999999999996</c:v>
                </c:pt>
                <c:pt idx="344">
                  <c:v>4.1820000000000004</c:v>
                </c:pt>
                <c:pt idx="345">
                  <c:v>4.1769999999999996</c:v>
                </c:pt>
                <c:pt idx="346">
                  <c:v>4.1150000000000002</c:v>
                </c:pt>
                <c:pt idx="347">
                  <c:v>4.2670000000000003</c:v>
                </c:pt>
                <c:pt idx="348">
                  <c:v>4.327</c:v>
                </c:pt>
                <c:pt idx="349">
                  <c:v>4.4109999999999996</c:v>
                </c:pt>
                <c:pt idx="350">
                  <c:v>4.4569999999999999</c:v>
                </c:pt>
                <c:pt idx="351">
                  <c:v>4.5350000000000001</c:v>
                </c:pt>
                <c:pt idx="352">
                  <c:v>4.4450000000000003</c:v>
                </c:pt>
                <c:pt idx="353">
                  <c:v>4.4169999999999998</c:v>
                </c:pt>
                <c:pt idx="354">
                  <c:v>4.3780000000000001</c:v>
                </c:pt>
                <c:pt idx="355">
                  <c:v>4.3680000000000003</c:v>
                </c:pt>
                <c:pt idx="356">
                  <c:v>4.4930000000000003</c:v>
                </c:pt>
                <c:pt idx="357">
                  <c:v>4.5119999999999996</c:v>
                </c:pt>
                <c:pt idx="358">
                  <c:v>4.4400000000000004</c:v>
                </c:pt>
                <c:pt idx="359">
                  <c:v>4.4889999999999999</c:v>
                </c:pt>
                <c:pt idx="360">
                  <c:v>4.5469999999999997</c:v>
                </c:pt>
                <c:pt idx="361">
                  <c:v>4.516</c:v>
                </c:pt>
                <c:pt idx="362">
                  <c:v>4.5229999999999997</c:v>
                </c:pt>
                <c:pt idx="363">
                  <c:v>4.5030000000000001</c:v>
                </c:pt>
                <c:pt idx="364">
                  <c:v>4.4690000000000003</c:v>
                </c:pt>
                <c:pt idx="365">
                  <c:v>4.3929999999999998</c:v>
                </c:pt>
                <c:pt idx="366">
                  <c:v>4.5279999999999996</c:v>
                </c:pt>
                <c:pt idx="367">
                  <c:v>4.6909999999999998</c:v>
                </c:pt>
                <c:pt idx="368">
                  <c:v>4.5970000000000004</c:v>
                </c:pt>
                <c:pt idx="369">
                  <c:v>4.4950000000000001</c:v>
                </c:pt>
                <c:pt idx="370">
                  <c:v>4.4109999999999996</c:v>
                </c:pt>
                <c:pt idx="371">
                  <c:v>4.3490000000000002</c:v>
                </c:pt>
                <c:pt idx="372">
                  <c:v>4.4210000000000003</c:v>
                </c:pt>
                <c:pt idx="373">
                  <c:v>4.4690000000000003</c:v>
                </c:pt>
                <c:pt idx="374">
                  <c:v>4.3390000000000004</c:v>
                </c:pt>
                <c:pt idx="375">
                  <c:v>4.3280000000000003</c:v>
                </c:pt>
                <c:pt idx="376">
                  <c:v>4.367</c:v>
                </c:pt>
                <c:pt idx="377">
                  <c:v>4.4349999999999996</c:v>
                </c:pt>
                <c:pt idx="378">
                  <c:v>4.3520000000000003</c:v>
                </c:pt>
                <c:pt idx="379">
                  <c:v>4.2590000000000003</c:v>
                </c:pt>
                <c:pt idx="380">
                  <c:v>4.1589999999999998</c:v>
                </c:pt>
                <c:pt idx="381">
                  <c:v>4.1280000000000001</c:v>
                </c:pt>
                <c:pt idx="382">
                  <c:v>4.1459999999999999</c:v>
                </c:pt>
                <c:pt idx="383">
                  <c:v>4.101</c:v>
                </c:pt>
                <c:pt idx="384">
                  <c:v>3.9159999999999999</c:v>
                </c:pt>
                <c:pt idx="385">
                  <c:v>3.867</c:v>
                </c:pt>
                <c:pt idx="386">
                  <c:v>3.7629999999999999</c:v>
                </c:pt>
                <c:pt idx="387">
                  <c:v>3.8140000000000001</c:v>
                </c:pt>
                <c:pt idx="388">
                  <c:v>3.5939999999999999</c:v>
                </c:pt>
                <c:pt idx="389">
                  <c:v>3.585</c:v>
                </c:pt>
                <c:pt idx="390">
                  <c:v>3.4369999999999998</c:v>
                </c:pt>
                <c:pt idx="391">
                  <c:v>3.448</c:v>
                </c:pt>
                <c:pt idx="392">
                  <c:v>3.3919999999999999</c:v>
                </c:pt>
                <c:pt idx="393">
                  <c:v>3.375</c:v>
                </c:pt>
                <c:pt idx="394">
                  <c:v>3.21</c:v>
                </c:pt>
                <c:pt idx="395">
                  <c:v>3.18</c:v>
                </c:pt>
                <c:pt idx="396">
                  <c:v>3.149</c:v>
                </c:pt>
                <c:pt idx="397">
                  <c:v>3.226</c:v>
                </c:pt>
                <c:pt idx="398">
                  <c:v>3.14</c:v>
                </c:pt>
                <c:pt idx="399">
                  <c:v>3.0990000000000002</c:v>
                </c:pt>
                <c:pt idx="400">
                  <c:v>3.044</c:v>
                </c:pt>
                <c:pt idx="401">
                  <c:v>3.0739999999999998</c:v>
                </c:pt>
                <c:pt idx="402">
                  <c:v>3.0550000000000002</c:v>
                </c:pt>
                <c:pt idx="403">
                  <c:v>2.4670000000000001</c:v>
                </c:pt>
                <c:pt idx="404">
                  <c:v>2.4710000000000001</c:v>
                </c:pt>
                <c:pt idx="405">
                  <c:v>2.5099999999999998</c:v>
                </c:pt>
                <c:pt idx="406">
                  <c:v>2.512</c:v>
                </c:pt>
                <c:pt idx="407">
                  <c:v>2.4630000000000001</c:v>
                </c:pt>
                <c:pt idx="408">
                  <c:v>2.4009999999999998</c:v>
                </c:pt>
                <c:pt idx="409">
                  <c:v>2.4470000000000001</c:v>
                </c:pt>
                <c:pt idx="410">
                  <c:v>2.4780000000000002</c:v>
                </c:pt>
                <c:pt idx="411">
                  <c:v>2.4820000000000002</c:v>
                </c:pt>
                <c:pt idx="412">
                  <c:v>2.484</c:v>
                </c:pt>
                <c:pt idx="413">
                  <c:v>2.4609999999999999</c:v>
                </c:pt>
                <c:pt idx="414">
                  <c:v>2.4340000000000002</c:v>
                </c:pt>
                <c:pt idx="415">
                  <c:v>2.4380000000000002</c:v>
                </c:pt>
                <c:pt idx="416">
                  <c:v>2.4329999999999998</c:v>
                </c:pt>
                <c:pt idx="417">
                  <c:v>2.39</c:v>
                </c:pt>
                <c:pt idx="418">
                  <c:v>2.4129999999999998</c:v>
                </c:pt>
                <c:pt idx="419">
                  <c:v>2.4860000000000002</c:v>
                </c:pt>
                <c:pt idx="420">
                  <c:v>2.452</c:v>
                </c:pt>
                <c:pt idx="421">
                  <c:v>2.4950000000000001</c:v>
                </c:pt>
                <c:pt idx="422">
                  <c:v>2.5089999999999999</c:v>
                </c:pt>
                <c:pt idx="423">
                  <c:v>2.601</c:v>
                </c:pt>
                <c:pt idx="424">
                  <c:v>2.6749999999999998</c:v>
                </c:pt>
                <c:pt idx="425">
                  <c:v>2.6509999999999998</c:v>
                </c:pt>
                <c:pt idx="426">
                  <c:v>2.6560000000000001</c:v>
                </c:pt>
                <c:pt idx="427">
                  <c:v>2.7149999999999999</c:v>
                </c:pt>
                <c:pt idx="428">
                  <c:v>2.73</c:v>
                </c:pt>
                <c:pt idx="429">
                  <c:v>2.6869999999999998</c:v>
                </c:pt>
                <c:pt idx="430">
                  <c:v>2.5939999999999999</c:v>
                </c:pt>
                <c:pt idx="431">
                  <c:v>2.5390000000000001</c:v>
                </c:pt>
                <c:pt idx="432">
                  <c:v>2.573</c:v>
                </c:pt>
                <c:pt idx="433">
                  <c:v>2.6480000000000001</c:v>
                </c:pt>
                <c:pt idx="434">
                  <c:v>2.7090000000000001</c:v>
                </c:pt>
                <c:pt idx="435">
                  <c:v>2.6659999999999999</c:v>
                </c:pt>
                <c:pt idx="436">
                  <c:v>2.625</c:v>
                </c:pt>
                <c:pt idx="437">
                  <c:v>2.726</c:v>
                </c:pt>
                <c:pt idx="438">
                  <c:v>2.7389999999999999</c:v>
                </c:pt>
                <c:pt idx="439">
                  <c:v>2.6320000000000001</c:v>
                </c:pt>
                <c:pt idx="440">
                  <c:v>2.661</c:v>
                </c:pt>
                <c:pt idx="441">
                  <c:v>2.6749999999999998</c:v>
                </c:pt>
                <c:pt idx="442">
                  <c:v>2.7</c:v>
                </c:pt>
                <c:pt idx="443">
                  <c:v>2.8079999999999998</c:v>
                </c:pt>
                <c:pt idx="444">
                  <c:v>2.8519999999999999</c:v>
                </c:pt>
                <c:pt idx="445">
                  <c:v>2.9670000000000001</c:v>
                </c:pt>
                <c:pt idx="446">
                  <c:v>3.121</c:v>
                </c:pt>
                <c:pt idx="447">
                  <c:v>3.0569999999999999</c:v>
                </c:pt>
                <c:pt idx="448">
                  <c:v>3.0369999999999999</c:v>
                </c:pt>
                <c:pt idx="449">
                  <c:v>3.0739999999999998</c:v>
                </c:pt>
                <c:pt idx="450">
                  <c:v>3.0609999999999999</c:v>
                </c:pt>
                <c:pt idx="451">
                  <c:v>2.9860000000000002</c:v>
                </c:pt>
                <c:pt idx="452">
                  <c:v>2.9350000000000001</c:v>
                </c:pt>
                <c:pt idx="453">
                  <c:v>2.7829999999999999</c:v>
                </c:pt>
                <c:pt idx="454">
                  <c:v>2.8330000000000002</c:v>
                </c:pt>
                <c:pt idx="455">
                  <c:v>2.996</c:v>
                </c:pt>
                <c:pt idx="456">
                  <c:v>3.0009999999999999</c:v>
                </c:pt>
                <c:pt idx="457">
                  <c:v>3.024</c:v>
                </c:pt>
                <c:pt idx="458">
                  <c:v>2.9580000000000002</c:v>
                </c:pt>
                <c:pt idx="459">
                  <c:v>2.8879999999999999</c:v>
                </c:pt>
                <c:pt idx="460">
                  <c:v>2.8250000000000002</c:v>
                </c:pt>
                <c:pt idx="461">
                  <c:v>2.8639999999999999</c:v>
                </c:pt>
                <c:pt idx="462">
                  <c:v>2.9079999999999999</c:v>
                </c:pt>
                <c:pt idx="463">
                  <c:v>2.97</c:v>
                </c:pt>
                <c:pt idx="464">
                  <c:v>2.9329999999999998</c:v>
                </c:pt>
                <c:pt idx="465">
                  <c:v>2.919</c:v>
                </c:pt>
                <c:pt idx="466">
                  <c:v>2.8780000000000001</c:v>
                </c:pt>
                <c:pt idx="467">
                  <c:v>2.891</c:v>
                </c:pt>
                <c:pt idx="468">
                  <c:v>2.827</c:v>
                </c:pt>
                <c:pt idx="469">
                  <c:v>2.8580000000000001</c:v>
                </c:pt>
                <c:pt idx="470">
                  <c:v>2.9660000000000002</c:v>
                </c:pt>
                <c:pt idx="471">
                  <c:v>3.0350000000000001</c:v>
                </c:pt>
                <c:pt idx="472">
                  <c:v>3.0790000000000002</c:v>
                </c:pt>
                <c:pt idx="473">
                  <c:v>3.173</c:v>
                </c:pt>
                <c:pt idx="474">
                  <c:v>3.1110000000000002</c:v>
                </c:pt>
                <c:pt idx="475">
                  <c:v>3.0619999999999998</c:v>
                </c:pt>
                <c:pt idx="476">
                  <c:v>2.9940000000000002</c:v>
                </c:pt>
                <c:pt idx="477">
                  <c:v>3.0470000000000002</c:v>
                </c:pt>
                <c:pt idx="478">
                  <c:v>2.9039999999999999</c:v>
                </c:pt>
                <c:pt idx="479">
                  <c:v>2.9129999999999998</c:v>
                </c:pt>
                <c:pt idx="480">
                  <c:v>2.92</c:v>
                </c:pt>
                <c:pt idx="481">
                  <c:v>2.9649999999999999</c:v>
                </c:pt>
                <c:pt idx="482">
                  <c:v>3.048</c:v>
                </c:pt>
                <c:pt idx="483">
                  <c:v>2.85</c:v>
                </c:pt>
                <c:pt idx="484">
                  <c:v>2.827</c:v>
                </c:pt>
                <c:pt idx="485">
                  <c:v>2.883</c:v>
                </c:pt>
                <c:pt idx="486">
                  <c:v>2.8319999999999999</c:v>
                </c:pt>
                <c:pt idx="487">
                  <c:v>2.8290000000000002</c:v>
                </c:pt>
                <c:pt idx="488">
                  <c:v>2.867</c:v>
                </c:pt>
                <c:pt idx="489">
                  <c:v>2.8559999999999999</c:v>
                </c:pt>
                <c:pt idx="490">
                  <c:v>2.8220000000000001</c:v>
                </c:pt>
                <c:pt idx="491">
                  <c:v>2.93</c:v>
                </c:pt>
                <c:pt idx="492">
                  <c:v>3.0249999999999999</c:v>
                </c:pt>
                <c:pt idx="493">
                  <c:v>3.1240000000000001</c:v>
                </c:pt>
                <c:pt idx="494">
                  <c:v>3.0579999999999998</c:v>
                </c:pt>
                <c:pt idx="495">
                  <c:v>2.9969999999999999</c:v>
                </c:pt>
                <c:pt idx="496">
                  <c:v>2.9660000000000002</c:v>
                </c:pt>
                <c:pt idx="497">
                  <c:v>2.855</c:v>
                </c:pt>
                <c:pt idx="498">
                  <c:v>2.8239999999999998</c:v>
                </c:pt>
                <c:pt idx="499">
                  <c:v>2.8210000000000002</c:v>
                </c:pt>
                <c:pt idx="500">
                  <c:v>2.7730000000000001</c:v>
                </c:pt>
                <c:pt idx="501">
                  <c:v>2.8010000000000002</c:v>
                </c:pt>
                <c:pt idx="502">
                  <c:v>2.7839999999999998</c:v>
                </c:pt>
                <c:pt idx="503">
                  <c:v>2.762</c:v>
                </c:pt>
                <c:pt idx="504">
                  <c:v>2.762</c:v>
                </c:pt>
                <c:pt idx="505">
                  <c:v>2.8530000000000002</c:v>
                </c:pt>
                <c:pt idx="506">
                  <c:v>2.9409999999999998</c:v>
                </c:pt>
                <c:pt idx="507">
                  <c:v>3.0859999999999999</c:v>
                </c:pt>
                <c:pt idx="508">
                  <c:v>3.0910000000000002</c:v>
                </c:pt>
                <c:pt idx="509">
                  <c:v>3.09</c:v>
                </c:pt>
                <c:pt idx="510">
                  <c:v>3.0529999999999999</c:v>
                </c:pt>
                <c:pt idx="511">
                  <c:v>3.1259999999999999</c:v>
                </c:pt>
                <c:pt idx="512">
                  <c:v>3.145</c:v>
                </c:pt>
                <c:pt idx="513">
                  <c:v>3.0630000000000002</c:v>
                </c:pt>
                <c:pt idx="514">
                  <c:v>3.008</c:v>
                </c:pt>
                <c:pt idx="515">
                  <c:v>2.952</c:v>
                </c:pt>
                <c:pt idx="516">
                  <c:v>2.972</c:v>
                </c:pt>
                <c:pt idx="517">
                  <c:v>3.004</c:v>
                </c:pt>
                <c:pt idx="518">
                  <c:v>3.0619999999999998</c:v>
                </c:pt>
                <c:pt idx="519">
                  <c:v>3.194</c:v>
                </c:pt>
                <c:pt idx="520">
                  <c:v>3.2330000000000001</c:v>
                </c:pt>
                <c:pt idx="521">
                  <c:v>3.1930000000000001</c:v>
                </c:pt>
                <c:pt idx="522">
                  <c:v>3.238</c:v>
                </c:pt>
                <c:pt idx="523">
                  <c:v>3.1539999999999999</c:v>
                </c:pt>
                <c:pt idx="524">
                  <c:v>3.1789999999999998</c:v>
                </c:pt>
                <c:pt idx="525">
                  <c:v>3.1760000000000002</c:v>
                </c:pt>
                <c:pt idx="526">
                  <c:v>3.3039999999999998</c:v>
                </c:pt>
                <c:pt idx="527">
                  <c:v>3.2829999999999999</c:v>
                </c:pt>
                <c:pt idx="528">
                  <c:v>3.3109999999999999</c:v>
                </c:pt>
                <c:pt idx="529">
                  <c:v>3.3690000000000002</c:v>
                </c:pt>
                <c:pt idx="530">
                  <c:v>3.3570000000000002</c:v>
                </c:pt>
                <c:pt idx="531">
                  <c:v>3.327</c:v>
                </c:pt>
                <c:pt idx="532">
                  <c:v>3.399</c:v>
                </c:pt>
                <c:pt idx="533">
                  <c:v>3.4580000000000002</c:v>
                </c:pt>
                <c:pt idx="534">
                  <c:v>3.5209999999999999</c:v>
                </c:pt>
                <c:pt idx="535">
                  <c:v>3.55</c:v>
                </c:pt>
                <c:pt idx="536">
                  <c:v>3.4319999999999999</c:v>
                </c:pt>
                <c:pt idx="537">
                  <c:v>3.4940000000000002</c:v>
                </c:pt>
                <c:pt idx="538">
                  <c:v>3.5190000000000001</c:v>
                </c:pt>
                <c:pt idx="539">
                  <c:v>3.6019999999999999</c:v>
                </c:pt>
                <c:pt idx="540">
                  <c:v>3.6669999999999998</c:v>
                </c:pt>
                <c:pt idx="541">
                  <c:v>3.6579999999999999</c:v>
                </c:pt>
                <c:pt idx="542">
                  <c:v>3.6930000000000001</c:v>
                </c:pt>
                <c:pt idx="543">
                  <c:v>3.665</c:v>
                </c:pt>
                <c:pt idx="544">
                  <c:v>3.6520000000000001</c:v>
                </c:pt>
                <c:pt idx="545">
                  <c:v>3.63</c:v>
                </c:pt>
                <c:pt idx="546">
                  <c:v>3.641</c:v>
                </c:pt>
                <c:pt idx="547">
                  <c:v>3.5750000000000002</c:v>
                </c:pt>
                <c:pt idx="548">
                  <c:v>3.6190000000000002</c:v>
                </c:pt>
                <c:pt idx="549">
                  <c:v>3.6640000000000001</c:v>
                </c:pt>
                <c:pt idx="550">
                  <c:v>3.569</c:v>
                </c:pt>
                <c:pt idx="551">
                  <c:v>3.5609999999999999</c:v>
                </c:pt>
                <c:pt idx="552">
                  <c:v>3.605</c:v>
                </c:pt>
                <c:pt idx="553">
                  <c:v>3.5920000000000001</c:v>
                </c:pt>
                <c:pt idx="554">
                  <c:v>3.5230000000000001</c:v>
                </c:pt>
                <c:pt idx="555">
                  <c:v>3.5590000000000002</c:v>
                </c:pt>
                <c:pt idx="556">
                  <c:v>3.5659999999999998</c:v>
                </c:pt>
                <c:pt idx="557">
                  <c:v>3.5390000000000001</c:v>
                </c:pt>
                <c:pt idx="558">
                  <c:v>3.5150000000000001</c:v>
                </c:pt>
                <c:pt idx="559">
                  <c:v>3.5030000000000001</c:v>
                </c:pt>
                <c:pt idx="560">
                  <c:v>3.3980000000000001</c:v>
                </c:pt>
                <c:pt idx="561">
                  <c:v>3.335</c:v>
                </c:pt>
                <c:pt idx="562">
                  <c:v>3.3079999999999998</c:v>
                </c:pt>
                <c:pt idx="563">
                  <c:v>3.2869999999999999</c:v>
                </c:pt>
                <c:pt idx="564">
                  <c:v>3.3780000000000001</c:v>
                </c:pt>
                <c:pt idx="565">
                  <c:v>3.3679999999999999</c:v>
                </c:pt>
                <c:pt idx="566">
                  <c:v>3.3130000000000002</c:v>
                </c:pt>
                <c:pt idx="567">
                  <c:v>3.2749999999999999</c:v>
                </c:pt>
                <c:pt idx="568">
                  <c:v>3.2370000000000001</c:v>
                </c:pt>
                <c:pt idx="569">
                  <c:v>3.2629999999999999</c:v>
                </c:pt>
                <c:pt idx="570">
                  <c:v>3.2320000000000002</c:v>
                </c:pt>
                <c:pt idx="571">
                  <c:v>3.18</c:v>
                </c:pt>
                <c:pt idx="572">
                  <c:v>2.9620000000000002</c:v>
                </c:pt>
                <c:pt idx="573">
                  <c:v>3.0179999999999998</c:v>
                </c:pt>
                <c:pt idx="574">
                  <c:v>3.0169999999999999</c:v>
                </c:pt>
                <c:pt idx="575">
                  <c:v>2.9870000000000001</c:v>
                </c:pt>
                <c:pt idx="576">
                  <c:v>3.028</c:v>
                </c:pt>
                <c:pt idx="577">
                  <c:v>2.9910000000000001</c:v>
                </c:pt>
                <c:pt idx="578">
                  <c:v>2.9409999999999998</c:v>
                </c:pt>
                <c:pt idx="579">
                  <c:v>2.9350000000000001</c:v>
                </c:pt>
                <c:pt idx="580">
                  <c:v>2.9830000000000001</c:v>
                </c:pt>
                <c:pt idx="581">
                  <c:v>3.02</c:v>
                </c:pt>
                <c:pt idx="582">
                  <c:v>2.9740000000000002</c:v>
                </c:pt>
                <c:pt idx="583">
                  <c:v>3.0110000000000001</c:v>
                </c:pt>
                <c:pt idx="584">
                  <c:v>3.0569999999999999</c:v>
                </c:pt>
                <c:pt idx="585">
                  <c:v>3.1579999999999999</c:v>
                </c:pt>
                <c:pt idx="586">
                  <c:v>3.218</c:v>
                </c:pt>
                <c:pt idx="587">
                  <c:v>3.2040000000000002</c:v>
                </c:pt>
                <c:pt idx="588">
                  <c:v>3.169</c:v>
                </c:pt>
                <c:pt idx="589">
                  <c:v>3.149</c:v>
                </c:pt>
                <c:pt idx="590">
                  <c:v>3.169</c:v>
                </c:pt>
                <c:pt idx="591">
                  <c:v>3.161</c:v>
                </c:pt>
                <c:pt idx="592">
                  <c:v>3.161</c:v>
                </c:pt>
                <c:pt idx="593">
                  <c:v>3.1829999999999998</c:v>
                </c:pt>
                <c:pt idx="594">
                  <c:v>3.1960000000000002</c:v>
                </c:pt>
                <c:pt idx="595">
                  <c:v>3.2530000000000001</c:v>
                </c:pt>
                <c:pt idx="596">
                  <c:v>3.2749999999999999</c:v>
                </c:pt>
                <c:pt idx="597">
                  <c:v>3.35</c:v>
                </c:pt>
                <c:pt idx="598">
                  <c:v>3.391</c:v>
                </c:pt>
                <c:pt idx="599">
                  <c:v>3.323</c:v>
                </c:pt>
                <c:pt idx="600">
                  <c:v>3.3540000000000001</c:v>
                </c:pt>
                <c:pt idx="601">
                  <c:v>3.4140000000000001</c:v>
                </c:pt>
                <c:pt idx="602">
                  <c:v>3.427</c:v>
                </c:pt>
                <c:pt idx="603">
                  <c:v>3.5009999999999999</c:v>
                </c:pt>
                <c:pt idx="604">
                  <c:v>3.4780000000000002</c:v>
                </c:pt>
                <c:pt idx="605">
                  <c:v>3.4860000000000002</c:v>
                </c:pt>
                <c:pt idx="606">
                  <c:v>3.5379999999999998</c:v>
                </c:pt>
                <c:pt idx="607">
                  <c:v>3.6030000000000002</c:v>
                </c:pt>
                <c:pt idx="608">
                  <c:v>3.5339999999999998</c:v>
                </c:pt>
                <c:pt idx="609">
                  <c:v>3.528</c:v>
                </c:pt>
                <c:pt idx="610">
                  <c:v>3.6190000000000002</c:v>
                </c:pt>
                <c:pt idx="611">
                  <c:v>3.637</c:v>
                </c:pt>
                <c:pt idx="612">
                  <c:v>3.6520000000000001</c:v>
                </c:pt>
                <c:pt idx="613">
                  <c:v>3.6379999999999999</c:v>
                </c:pt>
                <c:pt idx="614">
                  <c:v>3.61</c:v>
                </c:pt>
                <c:pt idx="615">
                  <c:v>3.544</c:v>
                </c:pt>
                <c:pt idx="616">
                  <c:v>3.6320000000000001</c:v>
                </c:pt>
                <c:pt idx="617">
                  <c:v>3.6179999999999999</c:v>
                </c:pt>
                <c:pt idx="618">
                  <c:v>3.5960000000000001</c:v>
                </c:pt>
                <c:pt idx="619">
                  <c:v>3.5670000000000002</c:v>
                </c:pt>
                <c:pt idx="620">
                  <c:v>3.3889999999999998</c:v>
                </c:pt>
                <c:pt idx="621">
                  <c:v>3.3410000000000002</c:v>
                </c:pt>
                <c:pt idx="622">
                  <c:v>3.34</c:v>
                </c:pt>
                <c:pt idx="623">
                  <c:v>3.3</c:v>
                </c:pt>
                <c:pt idx="624">
                  <c:v>3.2250000000000001</c:v>
                </c:pt>
                <c:pt idx="625">
                  <c:v>3.282</c:v>
                </c:pt>
                <c:pt idx="626">
                  <c:v>3.3610000000000002</c:v>
                </c:pt>
                <c:pt idx="627">
                  <c:v>3.25</c:v>
                </c:pt>
                <c:pt idx="628">
                  <c:v>3.23</c:v>
                </c:pt>
                <c:pt idx="629">
                  <c:v>3.145</c:v>
                </c:pt>
                <c:pt idx="630">
                  <c:v>3.1709999999999998</c:v>
                </c:pt>
                <c:pt idx="631">
                  <c:v>3.1829999999999998</c:v>
                </c:pt>
                <c:pt idx="632">
                  <c:v>3.214</c:v>
                </c:pt>
                <c:pt idx="633">
                  <c:v>3.2309999999999999</c:v>
                </c:pt>
                <c:pt idx="634">
                  <c:v>3.198</c:v>
                </c:pt>
                <c:pt idx="635">
                  <c:v>3.169</c:v>
                </c:pt>
                <c:pt idx="636">
                  <c:v>3.169</c:v>
                </c:pt>
                <c:pt idx="637">
                  <c:v>3.22</c:v>
                </c:pt>
                <c:pt idx="638">
                  <c:v>3.1960000000000002</c:v>
                </c:pt>
                <c:pt idx="639">
                  <c:v>3.0750000000000002</c:v>
                </c:pt>
                <c:pt idx="640">
                  <c:v>3.0219999999999998</c:v>
                </c:pt>
                <c:pt idx="641">
                  <c:v>3.0760000000000001</c:v>
                </c:pt>
                <c:pt idx="642">
                  <c:v>3.1019999999999999</c:v>
                </c:pt>
                <c:pt idx="643">
                  <c:v>3.113</c:v>
                </c:pt>
                <c:pt idx="644">
                  <c:v>3.1429999999999998</c:v>
                </c:pt>
                <c:pt idx="645">
                  <c:v>3.1269999999999998</c:v>
                </c:pt>
                <c:pt idx="646">
                  <c:v>3.1309999999999998</c:v>
                </c:pt>
                <c:pt idx="647">
                  <c:v>3.0739999999999998</c:v>
                </c:pt>
                <c:pt idx="648">
                  <c:v>3.036</c:v>
                </c:pt>
                <c:pt idx="649">
                  <c:v>3.0590000000000002</c:v>
                </c:pt>
                <c:pt idx="650">
                  <c:v>3.052</c:v>
                </c:pt>
                <c:pt idx="651">
                  <c:v>3.101</c:v>
                </c:pt>
                <c:pt idx="652">
                  <c:v>3.6379999999999999</c:v>
                </c:pt>
                <c:pt idx="653">
                  <c:v>3.694</c:v>
                </c:pt>
                <c:pt idx="654">
                  <c:v>3.7309999999999999</c:v>
                </c:pt>
                <c:pt idx="655">
                  <c:v>3.8959999999999999</c:v>
                </c:pt>
                <c:pt idx="656">
                  <c:v>4.0730000000000004</c:v>
                </c:pt>
                <c:pt idx="657">
                  <c:v>4.2089999999999996</c:v>
                </c:pt>
                <c:pt idx="658">
                  <c:v>4.1950000000000003</c:v>
                </c:pt>
                <c:pt idx="659">
                  <c:v>4.2380000000000004</c:v>
                </c:pt>
                <c:pt idx="660">
                  <c:v>4.2279999999999998</c:v>
                </c:pt>
                <c:pt idx="661">
                  <c:v>4.242</c:v>
                </c:pt>
                <c:pt idx="662">
                  <c:v>4.5469999999999997</c:v>
                </c:pt>
                <c:pt idx="663">
                  <c:v>4.5810000000000004</c:v>
                </c:pt>
                <c:pt idx="664">
                  <c:v>4.6349999999999998</c:v>
                </c:pt>
                <c:pt idx="665">
                  <c:v>4.6589999999999998</c:v>
                </c:pt>
                <c:pt idx="666">
                  <c:v>4.6379999999999999</c:v>
                </c:pt>
                <c:pt idx="667">
                  <c:v>4.5220000000000002</c:v>
                </c:pt>
                <c:pt idx="668">
                  <c:v>4.5570000000000004</c:v>
                </c:pt>
                <c:pt idx="669">
                  <c:v>4.5609999999999999</c:v>
                </c:pt>
                <c:pt idx="670">
                  <c:v>4.6440000000000001</c:v>
                </c:pt>
                <c:pt idx="671">
                  <c:v>4.673</c:v>
                </c:pt>
                <c:pt idx="672">
                  <c:v>4.6639999999999997</c:v>
                </c:pt>
                <c:pt idx="673">
                  <c:v>4.5810000000000004</c:v>
                </c:pt>
                <c:pt idx="674">
                  <c:v>4.6639999999999997</c:v>
                </c:pt>
                <c:pt idx="675">
                  <c:v>4.7759999999999998</c:v>
                </c:pt>
                <c:pt idx="676">
                  <c:v>4.8070000000000004</c:v>
                </c:pt>
                <c:pt idx="677">
                  <c:v>4.9130000000000003</c:v>
                </c:pt>
                <c:pt idx="678">
                  <c:v>4.9020000000000001</c:v>
                </c:pt>
                <c:pt idx="679">
                  <c:v>4.8650000000000002</c:v>
                </c:pt>
                <c:pt idx="680">
                  <c:v>4.8879999999999999</c:v>
                </c:pt>
                <c:pt idx="681">
                  <c:v>4.9770000000000003</c:v>
                </c:pt>
                <c:pt idx="682">
                  <c:v>5.0010000000000003</c:v>
                </c:pt>
                <c:pt idx="683">
                  <c:v>5.0549999999999997</c:v>
                </c:pt>
                <c:pt idx="684">
                  <c:v>4.968</c:v>
                </c:pt>
                <c:pt idx="685">
                  <c:v>5.0490000000000004</c:v>
                </c:pt>
                <c:pt idx="686">
                  <c:v>5.0720000000000001</c:v>
                </c:pt>
                <c:pt idx="687">
                  <c:v>5.0190000000000001</c:v>
                </c:pt>
                <c:pt idx="688">
                  <c:v>5.04</c:v>
                </c:pt>
                <c:pt idx="689">
                  <c:v>5.1079999999999997</c:v>
                </c:pt>
                <c:pt idx="690">
                  <c:v>4.8769999999999998</c:v>
                </c:pt>
                <c:pt idx="691">
                  <c:v>4.8869999999999996</c:v>
                </c:pt>
                <c:pt idx="692">
                  <c:v>4.8449999999999998</c:v>
                </c:pt>
                <c:pt idx="693">
                  <c:v>4.9320000000000004</c:v>
                </c:pt>
                <c:pt idx="694">
                  <c:v>4.9139999999999997</c:v>
                </c:pt>
                <c:pt idx="695">
                  <c:v>4.9329999999999998</c:v>
                </c:pt>
                <c:pt idx="696">
                  <c:v>4.984</c:v>
                </c:pt>
                <c:pt idx="697">
                  <c:v>5.0679999999999996</c:v>
                </c:pt>
                <c:pt idx="698">
                  <c:v>4.9690000000000003</c:v>
                </c:pt>
                <c:pt idx="699">
                  <c:v>4.96</c:v>
                </c:pt>
                <c:pt idx="700">
                  <c:v>4.9800000000000004</c:v>
                </c:pt>
                <c:pt idx="701">
                  <c:v>4.9640000000000004</c:v>
                </c:pt>
                <c:pt idx="702">
                  <c:v>4.9429999999999996</c:v>
                </c:pt>
                <c:pt idx="703">
                  <c:v>4.9859999999999998</c:v>
                </c:pt>
                <c:pt idx="704">
                  <c:v>5.0609999999999999</c:v>
                </c:pt>
                <c:pt idx="705">
                  <c:v>4.9710000000000001</c:v>
                </c:pt>
                <c:pt idx="706">
                  <c:v>4.9960000000000004</c:v>
                </c:pt>
                <c:pt idx="707">
                  <c:v>4.7549999999999999</c:v>
                </c:pt>
                <c:pt idx="708">
                  <c:v>5.0659999999999998</c:v>
                </c:pt>
                <c:pt idx="709">
                  <c:v>5.0640000000000001</c:v>
                </c:pt>
                <c:pt idx="710">
                  <c:v>4.5629999999999997</c:v>
                </c:pt>
                <c:pt idx="711">
                  <c:v>4.5229999999999997</c:v>
                </c:pt>
                <c:pt idx="712">
                  <c:v>4.5620000000000003</c:v>
                </c:pt>
                <c:pt idx="713">
                  <c:v>4.6079999999999997</c:v>
                </c:pt>
                <c:pt idx="714">
                  <c:v>4.5419999999999998</c:v>
                </c:pt>
                <c:pt idx="715">
                  <c:v>4.585</c:v>
                </c:pt>
                <c:pt idx="716">
                  <c:v>4.6189999999999998</c:v>
                </c:pt>
                <c:pt idx="717">
                  <c:v>4.6349999999999998</c:v>
                </c:pt>
                <c:pt idx="718">
                  <c:v>4.6970000000000001</c:v>
                </c:pt>
                <c:pt idx="719">
                  <c:v>4.6879999999999997</c:v>
                </c:pt>
                <c:pt idx="720">
                  <c:v>4.742</c:v>
                </c:pt>
                <c:pt idx="721">
                  <c:v>4.7430000000000003</c:v>
                </c:pt>
                <c:pt idx="722">
                  <c:v>4.6879999999999997</c:v>
                </c:pt>
                <c:pt idx="723">
                  <c:v>4.6749999999999998</c:v>
                </c:pt>
                <c:pt idx="724">
                  <c:v>4.7039999999999997</c:v>
                </c:pt>
                <c:pt idx="725">
                  <c:v>4.7990000000000004</c:v>
                </c:pt>
                <c:pt idx="726">
                  <c:v>4.8499999999999996</c:v>
                </c:pt>
                <c:pt idx="727">
                  <c:v>4.87</c:v>
                </c:pt>
                <c:pt idx="728">
                  <c:v>4.9189999999999996</c:v>
                </c:pt>
                <c:pt idx="729">
                  <c:v>4.9169999999999998</c:v>
                </c:pt>
                <c:pt idx="730">
                  <c:v>5.0030000000000001</c:v>
                </c:pt>
                <c:pt idx="731">
                  <c:v>5.0309999999999997</c:v>
                </c:pt>
                <c:pt idx="732">
                  <c:v>4.18</c:v>
                </c:pt>
                <c:pt idx="733">
                  <c:v>4.3369999999999997</c:v>
                </c:pt>
                <c:pt idx="734">
                  <c:v>4.46</c:v>
                </c:pt>
                <c:pt idx="735">
                  <c:v>4.4669999999999996</c:v>
                </c:pt>
                <c:pt idx="736">
                  <c:v>4.4029999999999996</c:v>
                </c:pt>
                <c:pt idx="737">
                  <c:v>4.4470000000000001</c:v>
                </c:pt>
                <c:pt idx="738">
                  <c:v>4.3339999999999996</c:v>
                </c:pt>
                <c:pt idx="739">
                  <c:v>4.3470000000000004</c:v>
                </c:pt>
                <c:pt idx="740">
                  <c:v>4.4870000000000001</c:v>
                </c:pt>
                <c:pt idx="741">
                  <c:v>4.4509999999999996</c:v>
                </c:pt>
                <c:pt idx="742">
                  <c:v>4.4619999999999997</c:v>
                </c:pt>
                <c:pt idx="743">
                  <c:v>4.51</c:v>
                </c:pt>
                <c:pt idx="744">
                  <c:v>4.569</c:v>
                </c:pt>
                <c:pt idx="745">
                  <c:v>4.6029999999999998</c:v>
                </c:pt>
                <c:pt idx="746">
                  <c:v>4.1749999999999998</c:v>
                </c:pt>
                <c:pt idx="747">
                  <c:v>4.327</c:v>
                </c:pt>
                <c:pt idx="748">
                  <c:v>4.1020000000000003</c:v>
                </c:pt>
                <c:pt idx="749">
                  <c:v>4.1890000000000001</c:v>
                </c:pt>
                <c:pt idx="750">
                  <c:v>4.2300000000000004</c:v>
                </c:pt>
                <c:pt idx="751">
                  <c:v>4.1959999999999997</c:v>
                </c:pt>
                <c:pt idx="752">
                  <c:v>4.2140000000000004</c:v>
                </c:pt>
                <c:pt idx="753">
                  <c:v>4.157</c:v>
                </c:pt>
                <c:pt idx="754">
                  <c:v>4.1159999999999997</c:v>
                </c:pt>
                <c:pt idx="755">
                  <c:v>4.1219999999999999</c:v>
                </c:pt>
                <c:pt idx="756">
                  <c:v>4.0650000000000004</c:v>
                </c:pt>
                <c:pt idx="757">
                  <c:v>3.968</c:v>
                </c:pt>
                <c:pt idx="758">
                  <c:v>3.9119999999999999</c:v>
                </c:pt>
                <c:pt idx="759">
                  <c:v>3.976</c:v>
                </c:pt>
                <c:pt idx="760">
                  <c:v>4.0380000000000003</c:v>
                </c:pt>
                <c:pt idx="761">
                  <c:v>4.0259999999999998</c:v>
                </c:pt>
                <c:pt idx="762">
                  <c:v>4.0419999999999998</c:v>
                </c:pt>
                <c:pt idx="763">
                  <c:v>3.972</c:v>
                </c:pt>
                <c:pt idx="764">
                  <c:v>3.9220000000000002</c:v>
                </c:pt>
                <c:pt idx="765">
                  <c:v>3.9910000000000001</c:v>
                </c:pt>
                <c:pt idx="766">
                  <c:v>4.0970000000000004</c:v>
                </c:pt>
                <c:pt idx="767">
                  <c:v>4.1379999999999999</c:v>
                </c:pt>
                <c:pt idx="768">
                  <c:v>4.109</c:v>
                </c:pt>
                <c:pt idx="769">
                  <c:v>3.9870000000000001</c:v>
                </c:pt>
                <c:pt idx="770">
                  <c:v>4.0229999999999997</c:v>
                </c:pt>
                <c:pt idx="771">
                  <c:v>4.0570000000000004</c:v>
                </c:pt>
                <c:pt idx="772">
                  <c:v>3.9950000000000001</c:v>
                </c:pt>
                <c:pt idx="773">
                  <c:v>3.9769999999999999</c:v>
                </c:pt>
                <c:pt idx="774">
                  <c:v>4.0270000000000001</c:v>
                </c:pt>
                <c:pt idx="775">
                  <c:v>4.0549999999999997</c:v>
                </c:pt>
                <c:pt idx="776">
                  <c:v>4.109</c:v>
                </c:pt>
                <c:pt idx="777">
                  <c:v>4.1479999999999997</c:v>
                </c:pt>
                <c:pt idx="778">
                  <c:v>4.0960000000000001</c:v>
                </c:pt>
                <c:pt idx="779">
                  <c:v>4.0869999999999997</c:v>
                </c:pt>
                <c:pt idx="780">
                  <c:v>4.1399999999999997</c:v>
                </c:pt>
                <c:pt idx="781">
                  <c:v>4.1680000000000001</c:v>
                </c:pt>
                <c:pt idx="782">
                  <c:v>4.2009999999999996</c:v>
                </c:pt>
                <c:pt idx="783">
                  <c:v>4.2450000000000001</c:v>
                </c:pt>
                <c:pt idx="784">
                  <c:v>4.2939999999999996</c:v>
                </c:pt>
                <c:pt idx="785">
                  <c:v>4.3609999999999998</c:v>
                </c:pt>
                <c:pt idx="786">
                  <c:v>4.2960000000000003</c:v>
                </c:pt>
                <c:pt idx="787">
                  <c:v>4.32</c:v>
                </c:pt>
                <c:pt idx="788">
                  <c:v>4.3739999999999997</c:v>
                </c:pt>
                <c:pt idx="789">
                  <c:v>4.375</c:v>
                </c:pt>
                <c:pt idx="790">
                  <c:v>4.3310000000000004</c:v>
                </c:pt>
                <c:pt idx="791">
                  <c:v>4.3550000000000004</c:v>
                </c:pt>
                <c:pt idx="792">
                  <c:v>4.3780000000000001</c:v>
                </c:pt>
                <c:pt idx="793">
                  <c:v>4.4130000000000003</c:v>
                </c:pt>
                <c:pt idx="794">
                  <c:v>4.3840000000000003</c:v>
                </c:pt>
                <c:pt idx="795">
                  <c:v>4.4669999999999996</c:v>
                </c:pt>
                <c:pt idx="796">
                  <c:v>4.452</c:v>
                </c:pt>
                <c:pt idx="797">
                  <c:v>4.5410000000000004</c:v>
                </c:pt>
                <c:pt idx="798">
                  <c:v>4.5599999999999996</c:v>
                </c:pt>
                <c:pt idx="799">
                  <c:v>4.6059999999999999</c:v>
                </c:pt>
                <c:pt idx="800">
                  <c:v>4.6500000000000004</c:v>
                </c:pt>
                <c:pt idx="801">
                  <c:v>4.6959999999999997</c:v>
                </c:pt>
                <c:pt idx="802">
                  <c:v>4.7519999999999998</c:v>
                </c:pt>
                <c:pt idx="803">
                  <c:v>4.7960000000000003</c:v>
                </c:pt>
                <c:pt idx="804">
                  <c:v>4.7290000000000001</c:v>
                </c:pt>
                <c:pt idx="805">
                  <c:v>4.6920000000000002</c:v>
                </c:pt>
                <c:pt idx="806">
                  <c:v>4.7279999999999998</c:v>
                </c:pt>
                <c:pt idx="807">
                  <c:v>4.7699999999999996</c:v>
                </c:pt>
                <c:pt idx="808">
                  <c:v>4.726</c:v>
                </c:pt>
                <c:pt idx="809">
                  <c:v>4.806</c:v>
                </c:pt>
                <c:pt idx="810">
                  <c:v>4.8019999999999996</c:v>
                </c:pt>
                <c:pt idx="811">
                  <c:v>4.8239999999999998</c:v>
                </c:pt>
                <c:pt idx="812">
                  <c:v>4.8529999999999998</c:v>
                </c:pt>
                <c:pt idx="813">
                  <c:v>4.9269999999999996</c:v>
                </c:pt>
                <c:pt idx="814">
                  <c:v>4.9509999999999996</c:v>
                </c:pt>
                <c:pt idx="815">
                  <c:v>5.0389999999999997</c:v>
                </c:pt>
                <c:pt idx="816">
                  <c:v>4.8419999999999996</c:v>
                </c:pt>
                <c:pt idx="817">
                  <c:v>4.8789999999999996</c:v>
                </c:pt>
                <c:pt idx="818">
                  <c:v>4.8380000000000001</c:v>
                </c:pt>
                <c:pt idx="819">
                  <c:v>4.9660000000000002</c:v>
                </c:pt>
                <c:pt idx="820">
                  <c:v>5.1470000000000002</c:v>
                </c:pt>
                <c:pt idx="821">
                  <c:v>5.2130000000000001</c:v>
                </c:pt>
                <c:pt idx="822">
                  <c:v>5.3010000000000002</c:v>
                </c:pt>
                <c:pt idx="823">
                  <c:v>5.3129999999999997</c:v>
                </c:pt>
                <c:pt idx="824">
                  <c:v>5.4420000000000002</c:v>
                </c:pt>
                <c:pt idx="825">
                  <c:v>5.5359999999999996</c:v>
                </c:pt>
                <c:pt idx="826">
                  <c:v>5.6539999999999999</c:v>
                </c:pt>
                <c:pt idx="827">
                  <c:v>5.6849999999999996</c:v>
                </c:pt>
                <c:pt idx="828">
                  <c:v>5.6980000000000004</c:v>
                </c:pt>
                <c:pt idx="829">
                  <c:v>5.71</c:v>
                </c:pt>
                <c:pt idx="830">
                  <c:v>5.7729999999999997</c:v>
                </c:pt>
                <c:pt idx="831">
                  <c:v>5.1719999999999997</c:v>
                </c:pt>
                <c:pt idx="832">
                  <c:v>5.9889999999999999</c:v>
                </c:pt>
                <c:pt idx="833">
                  <c:v>6.0990000000000002</c:v>
                </c:pt>
                <c:pt idx="834">
                  <c:v>6.0590000000000002</c:v>
                </c:pt>
                <c:pt idx="835">
                  <c:v>6.101</c:v>
                </c:pt>
                <c:pt idx="836">
                  <c:v>6.0140000000000002</c:v>
                </c:pt>
                <c:pt idx="837">
                  <c:v>5.9550000000000001</c:v>
                </c:pt>
                <c:pt idx="838">
                  <c:v>5.9909999999999997</c:v>
                </c:pt>
                <c:pt idx="839">
                  <c:v>5.915</c:v>
                </c:pt>
                <c:pt idx="840">
                  <c:v>5.9119999999999999</c:v>
                </c:pt>
                <c:pt idx="841">
                  <c:v>6.0419999999999998</c:v>
                </c:pt>
                <c:pt idx="842">
                  <c:v>6.0359999999999996</c:v>
                </c:pt>
                <c:pt idx="843">
                  <c:v>6.1929999999999996</c:v>
                </c:pt>
                <c:pt idx="844">
                  <c:v>6.1630000000000003</c:v>
                </c:pt>
                <c:pt idx="845">
                  <c:v>6.2489999999999997</c:v>
                </c:pt>
                <c:pt idx="846">
                  <c:v>6.3380000000000001</c:v>
                </c:pt>
                <c:pt idx="847">
                  <c:v>6.2229999999999999</c:v>
                </c:pt>
                <c:pt idx="848">
                  <c:v>6.2450000000000001</c:v>
                </c:pt>
                <c:pt idx="849">
                  <c:v>6.2709999999999999</c:v>
                </c:pt>
                <c:pt idx="850">
                  <c:v>6.3390000000000004</c:v>
                </c:pt>
                <c:pt idx="851">
                  <c:v>6.194</c:v>
                </c:pt>
                <c:pt idx="852">
                  <c:v>6.2309999999999999</c:v>
                </c:pt>
                <c:pt idx="853">
                  <c:v>6.1349999999999998</c:v>
                </c:pt>
                <c:pt idx="854">
                  <c:v>6.1319999999999997</c:v>
                </c:pt>
                <c:pt idx="855">
                  <c:v>6.1130000000000004</c:v>
                </c:pt>
                <c:pt idx="856">
                  <c:v>6.08</c:v>
                </c:pt>
                <c:pt idx="857">
                  <c:v>5.9089999999999998</c:v>
                </c:pt>
                <c:pt idx="858">
                  <c:v>6.0030000000000001</c:v>
                </c:pt>
                <c:pt idx="859">
                  <c:v>5.9550000000000001</c:v>
                </c:pt>
                <c:pt idx="860">
                  <c:v>6.0670000000000002</c:v>
                </c:pt>
                <c:pt idx="861">
                  <c:v>6.0439999999999996</c:v>
                </c:pt>
                <c:pt idx="862">
                  <c:v>6.0709999999999997</c:v>
                </c:pt>
                <c:pt idx="863">
                  <c:v>6.1079999999999997</c:v>
                </c:pt>
                <c:pt idx="864">
                  <c:v>6.12</c:v>
                </c:pt>
                <c:pt idx="865">
                  <c:v>6.1669999999999998</c:v>
                </c:pt>
                <c:pt idx="866">
                  <c:v>6.1909999999999998</c:v>
                </c:pt>
                <c:pt idx="867">
                  <c:v>6.0250000000000004</c:v>
                </c:pt>
                <c:pt idx="868">
                  <c:v>5.9219999999999997</c:v>
                </c:pt>
                <c:pt idx="869">
                  <c:v>5.899</c:v>
                </c:pt>
                <c:pt idx="870">
                  <c:v>5.8579999999999997</c:v>
                </c:pt>
                <c:pt idx="871">
                  <c:v>5.8410000000000002</c:v>
                </c:pt>
                <c:pt idx="872">
                  <c:v>5.8109999999999999</c:v>
                </c:pt>
                <c:pt idx="873">
                  <c:v>5.7690000000000001</c:v>
                </c:pt>
                <c:pt idx="874">
                  <c:v>5.7030000000000003</c:v>
                </c:pt>
                <c:pt idx="875">
                  <c:v>5.4119999999999999</c:v>
                </c:pt>
                <c:pt idx="876">
                  <c:v>5.2930000000000001</c:v>
                </c:pt>
                <c:pt idx="877">
                  <c:v>5.3209999999999997</c:v>
                </c:pt>
                <c:pt idx="878">
                  <c:v>5.5179999999999998</c:v>
                </c:pt>
                <c:pt idx="879">
                  <c:v>5.5730000000000004</c:v>
                </c:pt>
                <c:pt idx="880">
                  <c:v>5.4850000000000003</c:v>
                </c:pt>
                <c:pt idx="881">
                  <c:v>5.4960000000000004</c:v>
                </c:pt>
                <c:pt idx="882">
                  <c:v>5.4139999999999997</c:v>
                </c:pt>
                <c:pt idx="883">
                  <c:v>5.3769999999999998</c:v>
                </c:pt>
                <c:pt idx="884">
                  <c:v>5.2430000000000003</c:v>
                </c:pt>
                <c:pt idx="885">
                  <c:v>5.1859999999999999</c:v>
                </c:pt>
                <c:pt idx="886">
                  <c:v>5.2990000000000004</c:v>
                </c:pt>
                <c:pt idx="887">
                  <c:v>5.2590000000000003</c:v>
                </c:pt>
                <c:pt idx="888">
                  <c:v>5.3680000000000003</c:v>
                </c:pt>
                <c:pt idx="889">
                  <c:v>5.34</c:v>
                </c:pt>
                <c:pt idx="890">
                  <c:v>5.218</c:v>
                </c:pt>
                <c:pt idx="891">
                  <c:v>5.4050000000000002</c:v>
                </c:pt>
                <c:pt idx="892">
                  <c:v>5.3230000000000004</c:v>
                </c:pt>
                <c:pt idx="893">
                  <c:v>5.3579999999999997</c:v>
                </c:pt>
                <c:pt idx="894">
                  <c:v>5.18</c:v>
                </c:pt>
                <c:pt idx="895">
                  <c:v>4.9880000000000004</c:v>
                </c:pt>
                <c:pt idx="896">
                  <c:v>4.9889999999999999</c:v>
                </c:pt>
                <c:pt idx="897">
                  <c:v>5.0430000000000001</c:v>
                </c:pt>
                <c:pt idx="898">
                  <c:v>4.5259999999999998</c:v>
                </c:pt>
                <c:pt idx="899">
                  <c:v>4.5750000000000002</c:v>
                </c:pt>
                <c:pt idx="900">
                  <c:v>4.6849999999999996</c:v>
                </c:pt>
                <c:pt idx="901">
                  <c:v>4.6680000000000001</c:v>
                </c:pt>
                <c:pt idx="902">
                  <c:v>4.742</c:v>
                </c:pt>
                <c:pt idx="903">
                  <c:v>4.7969999999999997</c:v>
                </c:pt>
                <c:pt idx="904">
                  <c:v>4.8150000000000004</c:v>
                </c:pt>
                <c:pt idx="905">
                  <c:v>4.7880000000000003</c:v>
                </c:pt>
                <c:pt idx="906">
                  <c:v>4.742</c:v>
                </c:pt>
                <c:pt idx="907">
                  <c:v>4.6449999999999996</c:v>
                </c:pt>
                <c:pt idx="908">
                  <c:v>4.66</c:v>
                </c:pt>
                <c:pt idx="909">
                  <c:v>4.702</c:v>
                </c:pt>
                <c:pt idx="910">
                  <c:v>4.6719999999999997</c:v>
                </c:pt>
                <c:pt idx="911">
                  <c:v>4.6609999999999996</c:v>
                </c:pt>
                <c:pt idx="912">
                  <c:v>4.67</c:v>
                </c:pt>
                <c:pt idx="913">
                  <c:v>4.7270000000000003</c:v>
                </c:pt>
                <c:pt idx="914">
                  <c:v>4.8109999999999999</c:v>
                </c:pt>
                <c:pt idx="915">
                  <c:v>4.7539999999999996</c:v>
                </c:pt>
                <c:pt idx="916">
                  <c:v>4.7149999999999999</c:v>
                </c:pt>
                <c:pt idx="917">
                  <c:v>4.8070000000000004</c:v>
                </c:pt>
                <c:pt idx="918">
                  <c:v>4.843</c:v>
                </c:pt>
                <c:pt idx="919">
                  <c:v>4.8410000000000002</c:v>
                </c:pt>
                <c:pt idx="920">
                  <c:v>4.7830000000000004</c:v>
                </c:pt>
                <c:pt idx="921">
                  <c:v>4.83</c:v>
                </c:pt>
                <c:pt idx="922">
                  <c:v>4.8129999999999997</c:v>
                </c:pt>
                <c:pt idx="923">
                  <c:v>4.8259999999999996</c:v>
                </c:pt>
                <c:pt idx="924">
                  <c:v>4.8579999999999997</c:v>
                </c:pt>
                <c:pt idx="925">
                  <c:v>4.8390000000000004</c:v>
                </c:pt>
                <c:pt idx="926">
                  <c:v>4.7910000000000004</c:v>
                </c:pt>
                <c:pt idx="927">
                  <c:v>4.8099999999999996</c:v>
                </c:pt>
                <c:pt idx="928">
                  <c:v>4.8860000000000001</c:v>
                </c:pt>
                <c:pt idx="929">
                  <c:v>4.8780000000000001</c:v>
                </c:pt>
                <c:pt idx="930">
                  <c:v>4.9089999999999998</c:v>
                </c:pt>
                <c:pt idx="931">
                  <c:v>5.0060000000000002</c:v>
                </c:pt>
                <c:pt idx="932">
                  <c:v>5.048</c:v>
                </c:pt>
                <c:pt idx="933">
                  <c:v>4.9710000000000001</c:v>
                </c:pt>
                <c:pt idx="934">
                  <c:v>4.8970000000000002</c:v>
                </c:pt>
                <c:pt idx="935">
                  <c:v>4.8220000000000001</c:v>
                </c:pt>
                <c:pt idx="936">
                  <c:v>4.9260000000000002</c:v>
                </c:pt>
                <c:pt idx="937">
                  <c:v>4.875</c:v>
                </c:pt>
                <c:pt idx="938">
                  <c:v>4.8929999999999998</c:v>
                </c:pt>
                <c:pt idx="939">
                  <c:v>4.9240000000000004</c:v>
                </c:pt>
                <c:pt idx="940">
                  <c:v>4.88</c:v>
                </c:pt>
                <c:pt idx="941">
                  <c:v>4.843</c:v>
                </c:pt>
                <c:pt idx="942">
                  <c:v>4.8719999999999999</c:v>
                </c:pt>
                <c:pt idx="943">
                  <c:v>4.9480000000000004</c:v>
                </c:pt>
                <c:pt idx="944">
                  <c:v>4.8819999999999997</c:v>
                </c:pt>
                <c:pt idx="945">
                  <c:v>4.9359999999999999</c:v>
                </c:pt>
                <c:pt idx="946">
                  <c:v>4.9589999999999996</c:v>
                </c:pt>
                <c:pt idx="947">
                  <c:v>4.8250000000000002</c:v>
                </c:pt>
                <c:pt idx="948">
                  <c:v>4.7560000000000002</c:v>
                </c:pt>
                <c:pt idx="949">
                  <c:v>4.7610000000000001</c:v>
                </c:pt>
                <c:pt idx="950">
                  <c:v>4.8609999999999998</c:v>
                </c:pt>
                <c:pt idx="951">
                  <c:v>4.93</c:v>
                </c:pt>
                <c:pt idx="952">
                  <c:v>4.91</c:v>
                </c:pt>
                <c:pt idx="953">
                  <c:v>4.8319999999999999</c:v>
                </c:pt>
                <c:pt idx="954">
                  <c:v>4.8360000000000003</c:v>
                </c:pt>
                <c:pt idx="955">
                  <c:v>4.8319999999999999</c:v>
                </c:pt>
                <c:pt idx="956">
                  <c:v>4.7880000000000003</c:v>
                </c:pt>
                <c:pt idx="957">
                  <c:v>4.7450000000000001</c:v>
                </c:pt>
                <c:pt idx="958">
                  <c:v>4.7629999999999999</c:v>
                </c:pt>
                <c:pt idx="959">
                  <c:v>4.8010000000000002</c:v>
                </c:pt>
                <c:pt idx="960">
                  <c:v>4.8789999999999996</c:v>
                </c:pt>
                <c:pt idx="961">
                  <c:v>4.8150000000000004</c:v>
                </c:pt>
                <c:pt idx="962">
                  <c:v>4.8979999999999997</c:v>
                </c:pt>
                <c:pt idx="963">
                  <c:v>4.9359999999999999</c:v>
                </c:pt>
                <c:pt idx="964">
                  <c:v>5.0090000000000003</c:v>
                </c:pt>
                <c:pt idx="965">
                  <c:v>5.0199999999999996</c:v>
                </c:pt>
                <c:pt idx="966">
                  <c:v>5.0090000000000003</c:v>
                </c:pt>
                <c:pt idx="967">
                  <c:v>4.9790000000000001</c:v>
                </c:pt>
                <c:pt idx="968">
                  <c:v>5.0289999999999999</c:v>
                </c:pt>
                <c:pt idx="969">
                  <c:v>5.0090000000000003</c:v>
                </c:pt>
                <c:pt idx="970">
                  <c:v>5.0970000000000004</c:v>
                </c:pt>
                <c:pt idx="971">
                  <c:v>5.069</c:v>
                </c:pt>
                <c:pt idx="972">
                  <c:v>5.0190000000000001</c:v>
                </c:pt>
                <c:pt idx="973">
                  <c:v>4.9139999999999997</c:v>
                </c:pt>
                <c:pt idx="974">
                  <c:v>4.8789999999999996</c:v>
                </c:pt>
                <c:pt idx="975">
                  <c:v>4.9379999999999997</c:v>
                </c:pt>
                <c:pt idx="976">
                  <c:v>5.056</c:v>
                </c:pt>
                <c:pt idx="977">
                  <c:v>5.0960000000000001</c:v>
                </c:pt>
                <c:pt idx="978">
                  <c:v>5.0890000000000004</c:v>
                </c:pt>
                <c:pt idx="979">
                  <c:v>4.9390000000000001</c:v>
                </c:pt>
                <c:pt idx="980">
                  <c:v>4.9409999999999998</c:v>
                </c:pt>
                <c:pt idx="981">
                  <c:v>5.0350000000000001</c:v>
                </c:pt>
                <c:pt idx="982">
                  <c:v>6.274</c:v>
                </c:pt>
                <c:pt idx="983">
                  <c:v>6.423</c:v>
                </c:pt>
                <c:pt idx="984">
                  <c:v>6.4660000000000002</c:v>
                </c:pt>
                <c:pt idx="985">
                  <c:v>6.4580000000000002</c:v>
                </c:pt>
                <c:pt idx="986">
                  <c:v>6.5510000000000002</c:v>
                </c:pt>
                <c:pt idx="987">
                  <c:v>6.4909999999999997</c:v>
                </c:pt>
                <c:pt idx="988">
                  <c:v>6.4930000000000003</c:v>
                </c:pt>
                <c:pt idx="989">
                  <c:v>6.681</c:v>
                </c:pt>
                <c:pt idx="990">
                  <c:v>6.6479999999999997</c:v>
                </c:pt>
                <c:pt idx="991">
                  <c:v>6.4950000000000001</c:v>
                </c:pt>
                <c:pt idx="992">
                  <c:v>6.46</c:v>
                </c:pt>
                <c:pt idx="993">
                  <c:v>6.5629999999999997</c:v>
                </c:pt>
                <c:pt idx="994">
                  <c:v>6.5540000000000003</c:v>
                </c:pt>
                <c:pt idx="995">
                  <c:v>6.5830000000000002</c:v>
                </c:pt>
                <c:pt idx="996">
                  <c:v>6.5469999999999997</c:v>
                </c:pt>
                <c:pt idx="997">
                  <c:v>6.5250000000000004</c:v>
                </c:pt>
                <c:pt idx="998">
                  <c:v>6.5279999999999996</c:v>
                </c:pt>
                <c:pt idx="999">
                  <c:v>6.47</c:v>
                </c:pt>
                <c:pt idx="1000">
                  <c:v>6.5140000000000002</c:v>
                </c:pt>
                <c:pt idx="1001">
                  <c:v>6.492</c:v>
                </c:pt>
                <c:pt idx="1002">
                  <c:v>6.4720000000000004</c:v>
                </c:pt>
                <c:pt idx="1003">
                  <c:v>6.4370000000000003</c:v>
                </c:pt>
                <c:pt idx="1004">
                  <c:v>6.2069999999999999</c:v>
                </c:pt>
                <c:pt idx="1005">
                  <c:v>6.0149999999999997</c:v>
                </c:pt>
                <c:pt idx="1006">
                  <c:v>6.2439999999999998</c:v>
                </c:pt>
                <c:pt idx="1007">
                  <c:v>6.2770000000000001</c:v>
                </c:pt>
                <c:pt idx="1008">
                  <c:v>6.298</c:v>
                </c:pt>
                <c:pt idx="1009">
                  <c:v>6.1989999999999998</c:v>
                </c:pt>
                <c:pt idx="1010">
                  <c:v>6.1479999999999997</c:v>
                </c:pt>
                <c:pt idx="1011">
                  <c:v>6.1449999999999996</c:v>
                </c:pt>
                <c:pt idx="1012">
                  <c:v>6.194</c:v>
                </c:pt>
                <c:pt idx="1013">
                  <c:v>6.1660000000000004</c:v>
                </c:pt>
                <c:pt idx="1014">
                  <c:v>6.1280000000000001</c:v>
                </c:pt>
                <c:pt idx="1015">
                  <c:v>6.1820000000000004</c:v>
                </c:pt>
                <c:pt idx="1016">
                  <c:v>6.1040000000000001</c:v>
                </c:pt>
                <c:pt idx="1017">
                  <c:v>6.1580000000000004</c:v>
                </c:pt>
                <c:pt idx="1018">
                  <c:v>6.1150000000000002</c:v>
                </c:pt>
                <c:pt idx="1019">
                  <c:v>6.2160000000000002</c:v>
                </c:pt>
                <c:pt idx="1020">
                  <c:v>6.2729999999999997</c:v>
                </c:pt>
                <c:pt idx="1021">
                  <c:v>6.2640000000000002</c:v>
                </c:pt>
                <c:pt idx="1022">
                  <c:v>6.1639999999999997</c:v>
                </c:pt>
                <c:pt idx="1023">
                  <c:v>6.2329999999999997</c:v>
                </c:pt>
                <c:pt idx="1024">
                  <c:v>6.0910000000000002</c:v>
                </c:pt>
                <c:pt idx="1025">
                  <c:v>6.0209999999999999</c:v>
                </c:pt>
                <c:pt idx="1026">
                  <c:v>5.907</c:v>
                </c:pt>
                <c:pt idx="1027">
                  <c:v>5.9180000000000001</c:v>
                </c:pt>
                <c:pt idx="1028">
                  <c:v>5.9649999999999999</c:v>
                </c:pt>
                <c:pt idx="1029">
                  <c:v>5.9480000000000004</c:v>
                </c:pt>
                <c:pt idx="1030">
                  <c:v>5.9870000000000001</c:v>
                </c:pt>
                <c:pt idx="1031">
                  <c:v>5.9960000000000004</c:v>
                </c:pt>
                <c:pt idx="1032">
                  <c:v>6.0330000000000004</c:v>
                </c:pt>
                <c:pt idx="1033">
                  <c:v>6.0279999999999996</c:v>
                </c:pt>
                <c:pt idx="1034">
                  <c:v>5.9630000000000001</c:v>
                </c:pt>
                <c:pt idx="1035">
                  <c:v>6.008</c:v>
                </c:pt>
                <c:pt idx="1036">
                  <c:v>6.0519999999999996</c:v>
                </c:pt>
                <c:pt idx="1037">
                  <c:v>6.1310000000000002</c:v>
                </c:pt>
                <c:pt idx="1038">
                  <c:v>6.0030000000000001</c:v>
                </c:pt>
                <c:pt idx="1039">
                  <c:v>6.1070000000000002</c:v>
                </c:pt>
                <c:pt idx="1040">
                  <c:v>6.0789999999999997</c:v>
                </c:pt>
                <c:pt idx="1041">
                  <c:v>6.1219999999999999</c:v>
                </c:pt>
                <c:pt idx="1042">
                  <c:v>6.0780000000000003</c:v>
                </c:pt>
                <c:pt idx="1043">
                  <c:v>6.1669999999999998</c:v>
                </c:pt>
                <c:pt idx="1044">
                  <c:v>6.1440000000000001</c:v>
                </c:pt>
                <c:pt idx="1045">
                  <c:v>6.0090000000000003</c:v>
                </c:pt>
                <c:pt idx="1046">
                  <c:v>6.0629999999999997</c:v>
                </c:pt>
                <c:pt idx="1047">
                  <c:v>6.157</c:v>
                </c:pt>
                <c:pt idx="1048">
                  <c:v>6.2930000000000001</c:v>
                </c:pt>
                <c:pt idx="1049">
                  <c:v>6.2460000000000004</c:v>
                </c:pt>
                <c:pt idx="1050">
                  <c:v>6.3819999999999997</c:v>
                </c:pt>
                <c:pt idx="1051">
                  <c:v>6.3550000000000004</c:v>
                </c:pt>
                <c:pt idx="1052">
                  <c:v>6.4379999999999997</c:v>
                </c:pt>
                <c:pt idx="1053">
                  <c:v>6.4459999999999997</c:v>
                </c:pt>
                <c:pt idx="1054">
                  <c:v>6.4249999999999998</c:v>
                </c:pt>
                <c:pt idx="1055">
                  <c:v>6.3869999999999996</c:v>
                </c:pt>
                <c:pt idx="1056">
                  <c:v>6.3319999999999999</c:v>
                </c:pt>
                <c:pt idx="1057">
                  <c:v>6.44</c:v>
                </c:pt>
                <c:pt idx="1058">
                  <c:v>6.39</c:v>
                </c:pt>
                <c:pt idx="1059">
                  <c:v>6.3330000000000002</c:v>
                </c:pt>
                <c:pt idx="1060">
                  <c:v>6.3220000000000001</c:v>
                </c:pt>
                <c:pt idx="1061">
                  <c:v>6.2850000000000001</c:v>
                </c:pt>
                <c:pt idx="1062">
                  <c:v>6.2949999999999999</c:v>
                </c:pt>
                <c:pt idx="1063">
                  <c:v>6.2569999999999997</c:v>
                </c:pt>
                <c:pt idx="1064">
                  <c:v>6.1829999999999998</c:v>
                </c:pt>
                <c:pt idx="1065">
                  <c:v>6.5529999999999999</c:v>
                </c:pt>
                <c:pt idx="1066">
                  <c:v>6.4950000000000001</c:v>
                </c:pt>
                <c:pt idx="1067">
                  <c:v>6.4720000000000004</c:v>
                </c:pt>
                <c:pt idx="1068">
                  <c:v>6.6550000000000002</c:v>
                </c:pt>
                <c:pt idx="1069">
                  <c:v>6.5410000000000004</c:v>
                </c:pt>
                <c:pt idx="1070">
                  <c:v>6.5979999999999999</c:v>
                </c:pt>
                <c:pt idx="1071">
                  <c:v>6.5259999999999998</c:v>
                </c:pt>
                <c:pt idx="1072">
                  <c:v>6.5209999999999999</c:v>
                </c:pt>
                <c:pt idx="1073">
                  <c:v>6.5579999999999998</c:v>
                </c:pt>
                <c:pt idx="1074">
                  <c:v>6.585</c:v>
                </c:pt>
                <c:pt idx="1075">
                  <c:v>6.4820000000000002</c:v>
                </c:pt>
                <c:pt idx="1076">
                  <c:v>6.5190000000000001</c:v>
                </c:pt>
                <c:pt idx="1077">
                  <c:v>6.6029999999999998</c:v>
                </c:pt>
                <c:pt idx="1078">
                  <c:v>6.4980000000000002</c:v>
                </c:pt>
                <c:pt idx="1079">
                  <c:v>6.423</c:v>
                </c:pt>
                <c:pt idx="1080">
                  <c:v>6.3559999999999999</c:v>
                </c:pt>
                <c:pt idx="1081">
                  <c:v>6.3630000000000004</c:v>
                </c:pt>
                <c:pt idx="1082">
                  <c:v>6.38</c:v>
                </c:pt>
                <c:pt idx="1083">
                  <c:v>6.5060000000000002</c:v>
                </c:pt>
                <c:pt idx="1084">
                  <c:v>6.4450000000000003</c:v>
                </c:pt>
                <c:pt idx="1085">
                  <c:v>6.609</c:v>
                </c:pt>
                <c:pt idx="1086">
                  <c:v>6.6280000000000001</c:v>
                </c:pt>
                <c:pt idx="1087">
                  <c:v>6.6189999999999998</c:v>
                </c:pt>
                <c:pt idx="1088">
                  <c:v>6.6139999999999999</c:v>
                </c:pt>
                <c:pt idx="1089">
                  <c:v>6.5739999999999998</c:v>
                </c:pt>
                <c:pt idx="1090">
                  <c:v>6.6289999999999996</c:v>
                </c:pt>
                <c:pt idx="1091">
                  <c:v>6.7080000000000002</c:v>
                </c:pt>
                <c:pt idx="1092">
                  <c:v>6.7190000000000003</c:v>
                </c:pt>
                <c:pt idx="1093">
                  <c:v>6.7270000000000003</c:v>
                </c:pt>
                <c:pt idx="1094">
                  <c:v>6.6760000000000002</c:v>
                </c:pt>
                <c:pt idx="1095">
                  <c:v>6.673</c:v>
                </c:pt>
                <c:pt idx="1096">
                  <c:v>6.6319999999999997</c:v>
                </c:pt>
                <c:pt idx="1097">
                  <c:v>6.6989999999999998</c:v>
                </c:pt>
                <c:pt idx="1098">
                  <c:v>6.6529999999999996</c:v>
                </c:pt>
                <c:pt idx="1099">
                  <c:v>6.7</c:v>
                </c:pt>
                <c:pt idx="1100">
                  <c:v>6.7510000000000003</c:v>
                </c:pt>
                <c:pt idx="1101">
                  <c:v>6.7140000000000004</c:v>
                </c:pt>
                <c:pt idx="1102">
                  <c:v>6.7640000000000002</c:v>
                </c:pt>
                <c:pt idx="1103">
                  <c:v>6.798</c:v>
                </c:pt>
                <c:pt idx="1104">
                  <c:v>6.875</c:v>
                </c:pt>
                <c:pt idx="1105">
                  <c:v>6.952</c:v>
                </c:pt>
                <c:pt idx="1106">
                  <c:v>7.2149999999999999</c:v>
                </c:pt>
                <c:pt idx="1107">
                  <c:v>6.96</c:v>
                </c:pt>
                <c:pt idx="1108">
                  <c:v>7.09</c:v>
                </c:pt>
                <c:pt idx="1109">
                  <c:v>7.0460000000000003</c:v>
                </c:pt>
                <c:pt idx="1110">
                  <c:v>7.109</c:v>
                </c:pt>
                <c:pt idx="1111">
                  <c:v>7.1189999999999998</c:v>
                </c:pt>
                <c:pt idx="1112">
                  <c:v>7.1470000000000002</c:v>
                </c:pt>
                <c:pt idx="1113">
                  <c:v>7.2169999999999996</c:v>
                </c:pt>
                <c:pt idx="1114">
                  <c:v>7.2359999999999998</c:v>
                </c:pt>
                <c:pt idx="1115">
                  <c:v>7.1959999999999997</c:v>
                </c:pt>
                <c:pt idx="1116">
                  <c:v>7.173</c:v>
                </c:pt>
                <c:pt idx="1117">
                  <c:v>7.2169999999999996</c:v>
                </c:pt>
                <c:pt idx="1118">
                  <c:v>7.274</c:v>
                </c:pt>
                <c:pt idx="1119">
                  <c:v>7.0739999999999998</c:v>
                </c:pt>
                <c:pt idx="1120">
                  <c:v>6.8879999999999999</c:v>
                </c:pt>
                <c:pt idx="1121">
                  <c:v>6.8360000000000003</c:v>
                </c:pt>
                <c:pt idx="1122">
                  <c:v>6.9749999999999996</c:v>
                </c:pt>
                <c:pt idx="1123">
                  <c:v>7.2320000000000002</c:v>
                </c:pt>
                <c:pt idx="1124">
                  <c:v>7.2329999999999997</c:v>
                </c:pt>
                <c:pt idx="1125">
                  <c:v>7.2729999999999997</c:v>
                </c:pt>
                <c:pt idx="1126">
                  <c:v>7.2050000000000001</c:v>
                </c:pt>
                <c:pt idx="1127">
                  <c:v>7.0940000000000003</c:v>
                </c:pt>
                <c:pt idx="1128">
                  <c:v>7.1870000000000003</c:v>
                </c:pt>
                <c:pt idx="1129">
                  <c:v>7.0789999999999997</c:v>
                </c:pt>
                <c:pt idx="1130">
                  <c:v>6.8920000000000003</c:v>
                </c:pt>
                <c:pt idx="1131">
                  <c:v>6.8609999999999998</c:v>
                </c:pt>
                <c:pt idx="1132">
                  <c:v>6.9820000000000002</c:v>
                </c:pt>
                <c:pt idx="1133">
                  <c:v>6.9710000000000001</c:v>
                </c:pt>
                <c:pt idx="1134">
                  <c:v>7.077</c:v>
                </c:pt>
                <c:pt idx="1135">
                  <c:v>6.9550000000000001</c:v>
                </c:pt>
                <c:pt idx="1136">
                  <c:v>6.8529999999999998</c:v>
                </c:pt>
                <c:pt idx="1137">
                  <c:v>6.9669999999999996</c:v>
                </c:pt>
                <c:pt idx="1138">
                  <c:v>7.0090000000000003</c:v>
                </c:pt>
                <c:pt idx="1139">
                  <c:v>7.14</c:v>
                </c:pt>
                <c:pt idx="1140">
                  <c:v>7.226</c:v>
                </c:pt>
                <c:pt idx="1141">
                  <c:v>7.2949999999999999</c:v>
                </c:pt>
                <c:pt idx="1142">
                  <c:v>7.4119999999999999</c:v>
                </c:pt>
                <c:pt idx="1143">
                  <c:v>7.6970000000000001</c:v>
                </c:pt>
                <c:pt idx="1144">
                  <c:v>7.3490000000000002</c:v>
                </c:pt>
                <c:pt idx="1145">
                  <c:v>7.3579999999999997</c:v>
                </c:pt>
                <c:pt idx="1146">
                  <c:v>7.1289999999999996</c:v>
                </c:pt>
                <c:pt idx="1147">
                  <c:v>7.2610000000000001</c:v>
                </c:pt>
                <c:pt idx="1148">
                  <c:v>7.3460000000000001</c:v>
                </c:pt>
                <c:pt idx="1149">
                  <c:v>7.2679999999999998</c:v>
                </c:pt>
                <c:pt idx="1150">
                  <c:v>7.1820000000000004</c:v>
                </c:pt>
                <c:pt idx="1151">
                  <c:v>6.94</c:v>
                </c:pt>
                <c:pt idx="1152">
                  <c:v>7.0129999999999999</c:v>
                </c:pt>
                <c:pt idx="1153">
                  <c:v>7.1050000000000004</c:v>
                </c:pt>
                <c:pt idx="1154">
                  <c:v>7.2110000000000003</c:v>
                </c:pt>
                <c:pt idx="1155">
                  <c:v>7.3849999999999998</c:v>
                </c:pt>
                <c:pt idx="1156">
                  <c:v>7.391</c:v>
                </c:pt>
                <c:pt idx="1157">
                  <c:v>7.3410000000000002</c:v>
                </c:pt>
                <c:pt idx="1158">
                  <c:v>7.3730000000000002</c:v>
                </c:pt>
                <c:pt idx="1159">
                  <c:v>7.6680000000000001</c:v>
                </c:pt>
                <c:pt idx="1160">
                  <c:v>7.52</c:v>
                </c:pt>
                <c:pt idx="1161">
                  <c:v>7.4790000000000001</c:v>
                </c:pt>
                <c:pt idx="1162">
                  <c:v>7.532</c:v>
                </c:pt>
                <c:pt idx="1163">
                  <c:v>7.4589999999999996</c:v>
                </c:pt>
                <c:pt idx="1164">
                  <c:v>7.6310000000000002</c:v>
                </c:pt>
                <c:pt idx="1165">
                  <c:v>7.3079999999999998</c:v>
                </c:pt>
                <c:pt idx="1166">
                  <c:v>7.4269999999999996</c:v>
                </c:pt>
                <c:pt idx="1167">
                  <c:v>7.4880000000000004</c:v>
                </c:pt>
                <c:pt idx="1168">
                  <c:v>7.5860000000000003</c:v>
                </c:pt>
                <c:pt idx="1169">
                  <c:v>7.633</c:v>
                </c:pt>
                <c:pt idx="1170">
                  <c:v>7.4560000000000004</c:v>
                </c:pt>
                <c:pt idx="1171">
                  <c:v>7.4669999999999996</c:v>
                </c:pt>
                <c:pt idx="1172">
                  <c:v>7.5919999999999996</c:v>
                </c:pt>
                <c:pt idx="1173">
                  <c:v>7.5609999999999999</c:v>
                </c:pt>
                <c:pt idx="1174">
                  <c:v>7.4660000000000002</c:v>
                </c:pt>
                <c:pt idx="1175">
                  <c:v>7.7169999999999996</c:v>
                </c:pt>
                <c:pt idx="1176">
                  <c:v>7.5860000000000003</c:v>
                </c:pt>
                <c:pt idx="1177">
                  <c:v>7.5789999999999997</c:v>
                </c:pt>
                <c:pt idx="1178">
                  <c:v>7.5940000000000003</c:v>
                </c:pt>
                <c:pt idx="1179">
                  <c:v>7.4859999999999998</c:v>
                </c:pt>
                <c:pt idx="1180">
                  <c:v>7.5679999999999996</c:v>
                </c:pt>
                <c:pt idx="1181">
                  <c:v>7.5830000000000002</c:v>
                </c:pt>
                <c:pt idx="1182">
                  <c:v>7.6139999999999999</c:v>
                </c:pt>
                <c:pt idx="1183">
                  <c:v>7.4859999999999998</c:v>
                </c:pt>
                <c:pt idx="1184">
                  <c:v>7.7110000000000003</c:v>
                </c:pt>
                <c:pt idx="1185">
                  <c:v>7.4390000000000001</c:v>
                </c:pt>
                <c:pt idx="1186">
                  <c:v>7.351</c:v>
                </c:pt>
                <c:pt idx="1187">
                  <c:v>7.4039999999999999</c:v>
                </c:pt>
                <c:pt idx="1188">
                  <c:v>7.5549999999999997</c:v>
                </c:pt>
                <c:pt idx="1189">
                  <c:v>7.6630000000000003</c:v>
                </c:pt>
                <c:pt idx="1190">
                  <c:v>7.7080000000000002</c:v>
                </c:pt>
                <c:pt idx="1191">
                  <c:v>7.8849999999999998</c:v>
                </c:pt>
                <c:pt idx="1192">
                  <c:v>7.9569999999999999</c:v>
                </c:pt>
                <c:pt idx="1193">
                  <c:v>8.0709999999999997</c:v>
                </c:pt>
                <c:pt idx="1194">
                  <c:v>8.3710000000000004</c:v>
                </c:pt>
                <c:pt idx="1195">
                  <c:v>8.5839999999999996</c:v>
                </c:pt>
                <c:pt idx="1196">
                  <c:v>8.5579999999999998</c:v>
                </c:pt>
                <c:pt idx="1197">
                  <c:v>8.4969999999999999</c:v>
                </c:pt>
                <c:pt idx="1198">
                  <c:v>8.3940000000000001</c:v>
                </c:pt>
                <c:pt idx="1199">
                  <c:v>8.4309999999999992</c:v>
                </c:pt>
                <c:pt idx="1200">
                  <c:v>8.3550000000000004</c:v>
                </c:pt>
                <c:pt idx="1201">
                  <c:v>8.2569999999999997</c:v>
                </c:pt>
                <c:pt idx="1202">
                  <c:v>8.6120000000000001</c:v>
                </c:pt>
                <c:pt idx="1203">
                  <c:v>8.6620000000000008</c:v>
                </c:pt>
                <c:pt idx="1204">
                  <c:v>8.6440000000000001</c:v>
                </c:pt>
                <c:pt idx="1205">
                  <c:v>8.7379999999999995</c:v>
                </c:pt>
                <c:pt idx="1206">
                  <c:v>8.5449999999999999</c:v>
                </c:pt>
                <c:pt idx="1207">
                  <c:v>8.5609999999999999</c:v>
                </c:pt>
                <c:pt idx="1208">
                  <c:v>8.5299999999999994</c:v>
                </c:pt>
                <c:pt idx="1209">
                  <c:v>8.6039999999999992</c:v>
                </c:pt>
                <c:pt idx="1210">
                  <c:v>8.9749999999999996</c:v>
                </c:pt>
                <c:pt idx="1211">
                  <c:v>8.9269999999999996</c:v>
                </c:pt>
                <c:pt idx="1212">
                  <c:v>8.9410000000000007</c:v>
                </c:pt>
                <c:pt idx="1213">
                  <c:v>8.6470000000000002</c:v>
                </c:pt>
                <c:pt idx="1214">
                  <c:v>8.4510000000000005</c:v>
                </c:pt>
                <c:pt idx="1215">
                  <c:v>8.4939999999999998</c:v>
                </c:pt>
                <c:pt idx="1216">
                  <c:v>8.4030000000000005</c:v>
                </c:pt>
                <c:pt idx="1217">
                  <c:v>8.2840000000000007</c:v>
                </c:pt>
                <c:pt idx="1218">
                  <c:v>8.2889999999999997</c:v>
                </c:pt>
                <c:pt idx="1219">
                  <c:v>8.2739999999999991</c:v>
                </c:pt>
                <c:pt idx="1220">
                  <c:v>8.2210000000000001</c:v>
                </c:pt>
                <c:pt idx="1221">
                  <c:v>8.3130000000000006</c:v>
                </c:pt>
                <c:pt idx="1222">
                  <c:v>8.3480000000000008</c:v>
                </c:pt>
                <c:pt idx="1223">
                  <c:v>8.3330000000000002</c:v>
                </c:pt>
                <c:pt idx="1224">
                  <c:v>8.327</c:v>
                </c:pt>
                <c:pt idx="1225">
                  <c:v>8.0150000000000006</c:v>
                </c:pt>
                <c:pt idx="1226">
                  <c:v>8.4009999999999998</c:v>
                </c:pt>
                <c:pt idx="1227">
                  <c:v>8.5579999999999998</c:v>
                </c:pt>
                <c:pt idx="1228">
                  <c:v>8.5990000000000002</c:v>
                </c:pt>
                <c:pt idx="1229">
                  <c:v>8.6159999999999997</c:v>
                </c:pt>
                <c:pt idx="1230">
                  <c:v>8.8219999999999992</c:v>
                </c:pt>
                <c:pt idx="1231">
                  <c:v>8.7829999999999995</c:v>
                </c:pt>
                <c:pt idx="1232">
                  <c:v>8.7579999999999991</c:v>
                </c:pt>
                <c:pt idx="1233">
                  <c:v>8.6329999999999991</c:v>
                </c:pt>
                <c:pt idx="1234">
                  <c:v>8.7249999999999996</c:v>
                </c:pt>
                <c:pt idx="1235">
                  <c:v>8.9459999999999997</c:v>
                </c:pt>
                <c:pt idx="1236">
                  <c:v>8.8689999999999998</c:v>
                </c:pt>
                <c:pt idx="1237">
                  <c:v>8.7840000000000007</c:v>
                </c:pt>
                <c:pt idx="1238">
                  <c:v>8.8209999999999997</c:v>
                </c:pt>
                <c:pt idx="1239">
                  <c:v>8.766</c:v>
                </c:pt>
                <c:pt idx="1240">
                  <c:v>8.7040000000000006</c:v>
                </c:pt>
                <c:pt idx="1241">
                  <c:v>8.6430000000000007</c:v>
                </c:pt>
                <c:pt idx="1242">
                  <c:v>8.5990000000000002</c:v>
                </c:pt>
                <c:pt idx="1243">
                  <c:v>8.6609999999999996</c:v>
                </c:pt>
                <c:pt idx="1244">
                  <c:v>8.89</c:v>
                </c:pt>
                <c:pt idx="1245">
                  <c:v>8.7309999999999999</c:v>
                </c:pt>
                <c:pt idx="1246">
                  <c:v>8.5340000000000007</c:v>
                </c:pt>
                <c:pt idx="1247">
                  <c:v>8.5359999999999996</c:v>
                </c:pt>
                <c:pt idx="1248">
                  <c:v>8.5950000000000006</c:v>
                </c:pt>
                <c:pt idx="1249">
                  <c:v>8.5579999999999998</c:v>
                </c:pt>
                <c:pt idx="1250">
                  <c:v>8.49</c:v>
                </c:pt>
                <c:pt idx="1251">
                  <c:v>8.4640000000000004</c:v>
                </c:pt>
                <c:pt idx="1252">
                  <c:v>8.6140000000000008</c:v>
                </c:pt>
                <c:pt idx="1253">
                  <c:v>8.6660000000000004</c:v>
                </c:pt>
                <c:pt idx="1254">
                  <c:v>8.6189999999999998</c:v>
                </c:pt>
                <c:pt idx="1255">
                  <c:v>8.6389999999999993</c:v>
                </c:pt>
                <c:pt idx="1256">
                  <c:v>8.7050000000000001</c:v>
                </c:pt>
                <c:pt idx="1257">
                  <c:v>8.8160000000000007</c:v>
                </c:pt>
                <c:pt idx="1258">
                  <c:v>8.8870000000000005</c:v>
                </c:pt>
                <c:pt idx="1259">
                  <c:v>8.8960000000000008</c:v>
                </c:pt>
                <c:pt idx="1260">
                  <c:v>8.8209999999999997</c:v>
                </c:pt>
                <c:pt idx="1261">
                  <c:v>8.9269999999999996</c:v>
                </c:pt>
                <c:pt idx="1262">
                  <c:v>9.0020000000000007</c:v>
                </c:pt>
                <c:pt idx="1263">
                  <c:v>8.9589999999999996</c:v>
                </c:pt>
                <c:pt idx="1264">
                  <c:v>9.2089999999999996</c:v>
                </c:pt>
                <c:pt idx="1265">
                  <c:v>9.0730000000000004</c:v>
                </c:pt>
                <c:pt idx="1266">
                  <c:v>9.0519999999999996</c:v>
                </c:pt>
                <c:pt idx="1267">
                  <c:v>9.1639999999999997</c:v>
                </c:pt>
                <c:pt idx="1268">
                  <c:v>9.1669999999999998</c:v>
                </c:pt>
                <c:pt idx="1269">
                  <c:v>9.1150000000000002</c:v>
                </c:pt>
                <c:pt idx="1270">
                  <c:v>9.2270000000000003</c:v>
                </c:pt>
                <c:pt idx="1271">
                  <c:v>9.26</c:v>
                </c:pt>
                <c:pt idx="1272">
                  <c:v>9.2789999999999999</c:v>
                </c:pt>
                <c:pt idx="1273">
                  <c:v>9.4380000000000006</c:v>
                </c:pt>
                <c:pt idx="1274">
                  <c:v>9.766</c:v>
                </c:pt>
                <c:pt idx="1275">
                  <c:v>9.7149999999999999</c:v>
                </c:pt>
                <c:pt idx="1276">
                  <c:v>9.6349999999999998</c:v>
                </c:pt>
                <c:pt idx="1277">
                  <c:v>9.4770000000000003</c:v>
                </c:pt>
                <c:pt idx="1278">
                  <c:v>9.4510000000000005</c:v>
                </c:pt>
                <c:pt idx="1279">
                  <c:v>9.2859999999999996</c:v>
                </c:pt>
                <c:pt idx="1280">
                  <c:v>9.2460000000000004</c:v>
                </c:pt>
                <c:pt idx="1281">
                  <c:v>9.1929999999999996</c:v>
                </c:pt>
                <c:pt idx="1282">
                  <c:v>8.9359999999999999</c:v>
                </c:pt>
                <c:pt idx="1283">
                  <c:v>8.9079999999999995</c:v>
                </c:pt>
                <c:pt idx="1284">
                  <c:v>9.0559999999999992</c:v>
                </c:pt>
                <c:pt idx="1285">
                  <c:v>9.1229999999999993</c:v>
                </c:pt>
                <c:pt idx="1286">
                  <c:v>9.032</c:v>
                </c:pt>
                <c:pt idx="1287">
                  <c:v>9.0470000000000006</c:v>
                </c:pt>
                <c:pt idx="1288">
                  <c:v>9.2609999999999992</c:v>
                </c:pt>
                <c:pt idx="1289">
                  <c:v>9.4209999999999994</c:v>
                </c:pt>
                <c:pt idx="1290">
                  <c:v>9.4510000000000005</c:v>
                </c:pt>
                <c:pt idx="1291">
                  <c:v>9.9</c:v>
                </c:pt>
                <c:pt idx="1292">
                  <c:v>9.9659999999999993</c:v>
                </c:pt>
                <c:pt idx="1293">
                  <c:v>10.083</c:v>
                </c:pt>
                <c:pt idx="1294">
                  <c:v>10.157999999999999</c:v>
                </c:pt>
                <c:pt idx="1295">
                  <c:v>10.483000000000001</c:v>
                </c:pt>
                <c:pt idx="1296">
                  <c:v>10.423</c:v>
                </c:pt>
                <c:pt idx="1297">
                  <c:v>10.473000000000001</c:v>
                </c:pt>
                <c:pt idx="1298">
                  <c:v>10.523999999999999</c:v>
                </c:pt>
                <c:pt idx="1299">
                  <c:v>10.484999999999999</c:v>
                </c:pt>
                <c:pt idx="1300">
                  <c:v>10.643000000000001</c:v>
                </c:pt>
                <c:pt idx="1301">
                  <c:v>10.41</c:v>
                </c:pt>
                <c:pt idx="1302">
                  <c:v>9.8460000000000001</c:v>
                </c:pt>
                <c:pt idx="1303">
                  <c:v>9.69</c:v>
                </c:pt>
                <c:pt idx="1304">
                  <c:v>9.7799999999999994</c:v>
                </c:pt>
                <c:pt idx="1305">
                  <c:v>9.8030000000000008</c:v>
                </c:pt>
                <c:pt idx="1306">
                  <c:v>9.9290000000000003</c:v>
                </c:pt>
                <c:pt idx="1307">
                  <c:v>9.9879999999999995</c:v>
                </c:pt>
                <c:pt idx="1308">
                  <c:v>9.7279999999999998</c:v>
                </c:pt>
                <c:pt idx="1309">
                  <c:v>8.8119999999999994</c:v>
                </c:pt>
                <c:pt idx="1310">
                  <c:v>8.8919999999999995</c:v>
                </c:pt>
                <c:pt idx="1311">
                  <c:v>9.0869999999999997</c:v>
                </c:pt>
                <c:pt idx="1312">
                  <c:v>9.0380000000000003</c:v>
                </c:pt>
                <c:pt idx="1313">
                  <c:v>9.1020000000000003</c:v>
                </c:pt>
                <c:pt idx="1314">
                  <c:v>9.0579999999999998</c:v>
                </c:pt>
                <c:pt idx="1315">
                  <c:v>8.9510000000000005</c:v>
                </c:pt>
                <c:pt idx="1316">
                  <c:v>9.0150000000000006</c:v>
                </c:pt>
                <c:pt idx="1317">
                  <c:v>9.0860000000000003</c:v>
                </c:pt>
                <c:pt idx="1318">
                  <c:v>9.1189999999999998</c:v>
                </c:pt>
                <c:pt idx="1319">
                  <c:v>9.1669999999999998</c:v>
                </c:pt>
                <c:pt idx="1320">
                  <c:v>9.0990000000000002</c:v>
                </c:pt>
                <c:pt idx="1321">
                  <c:v>9.0939999999999994</c:v>
                </c:pt>
                <c:pt idx="1322">
                  <c:v>9.0440000000000005</c:v>
                </c:pt>
                <c:pt idx="1323">
                  <c:v>9.0020000000000007</c:v>
                </c:pt>
                <c:pt idx="1324">
                  <c:v>9.1720000000000006</c:v>
                </c:pt>
                <c:pt idx="1325">
                  <c:v>9.1479999999999997</c:v>
                </c:pt>
                <c:pt idx="1326">
                  <c:v>9.2349999999999994</c:v>
                </c:pt>
                <c:pt idx="1327">
                  <c:v>9.2360000000000007</c:v>
                </c:pt>
                <c:pt idx="1328">
                  <c:v>9.3130000000000006</c:v>
                </c:pt>
                <c:pt idx="1329">
                  <c:v>9.5850000000000009</c:v>
                </c:pt>
                <c:pt idx="1330">
                  <c:v>9.4789999999999992</c:v>
                </c:pt>
                <c:pt idx="1331">
                  <c:v>9.5399999999999991</c:v>
                </c:pt>
                <c:pt idx="1332">
                  <c:v>9.5269999999999992</c:v>
                </c:pt>
                <c:pt idx="1333">
                  <c:v>9.5890000000000004</c:v>
                </c:pt>
                <c:pt idx="1334">
                  <c:v>9.6809999999999992</c:v>
                </c:pt>
                <c:pt idx="1335">
                  <c:v>9.6340000000000003</c:v>
                </c:pt>
                <c:pt idx="1336">
                  <c:v>9.5809999999999995</c:v>
                </c:pt>
                <c:pt idx="1337">
                  <c:v>9.6880000000000006</c:v>
                </c:pt>
                <c:pt idx="1338">
                  <c:v>9.6790000000000003</c:v>
                </c:pt>
                <c:pt idx="1339">
                  <c:v>9.7129999999999992</c:v>
                </c:pt>
                <c:pt idx="1340">
                  <c:v>9.69</c:v>
                </c:pt>
                <c:pt idx="1341">
                  <c:v>9.7330000000000005</c:v>
                </c:pt>
                <c:pt idx="1342">
                  <c:v>9.6579999999999995</c:v>
                </c:pt>
                <c:pt idx="1343">
                  <c:v>9.8019999999999996</c:v>
                </c:pt>
                <c:pt idx="1344">
                  <c:v>9.8800000000000008</c:v>
                </c:pt>
                <c:pt idx="1345">
                  <c:v>9.9870000000000001</c:v>
                </c:pt>
                <c:pt idx="1346">
                  <c:v>9.9280000000000008</c:v>
                </c:pt>
                <c:pt idx="1347">
                  <c:v>10.004</c:v>
                </c:pt>
                <c:pt idx="1348">
                  <c:v>9.9499999999999993</c:v>
                </c:pt>
                <c:pt idx="1349">
                  <c:v>9.9920000000000009</c:v>
                </c:pt>
                <c:pt idx="1350">
                  <c:v>9.9039999999999999</c:v>
                </c:pt>
                <c:pt idx="1351">
                  <c:v>9.9280000000000008</c:v>
                </c:pt>
                <c:pt idx="1352">
                  <c:v>9.8160000000000007</c:v>
                </c:pt>
                <c:pt idx="1353">
                  <c:v>9.8970000000000002</c:v>
                </c:pt>
                <c:pt idx="1354">
                  <c:v>9.8469999999999995</c:v>
                </c:pt>
                <c:pt idx="1355">
                  <c:v>9.9480000000000004</c:v>
                </c:pt>
                <c:pt idx="1356">
                  <c:v>10.19</c:v>
                </c:pt>
                <c:pt idx="1357">
                  <c:v>10.166</c:v>
                </c:pt>
                <c:pt idx="1358">
                  <c:v>10.19</c:v>
                </c:pt>
                <c:pt idx="1359">
                  <c:v>10.287000000000001</c:v>
                </c:pt>
                <c:pt idx="1360">
                  <c:v>10.536</c:v>
                </c:pt>
                <c:pt idx="1361">
                  <c:v>10.507</c:v>
                </c:pt>
                <c:pt idx="1362">
                  <c:v>10.432</c:v>
                </c:pt>
                <c:pt idx="1363">
                  <c:v>10.461</c:v>
                </c:pt>
                <c:pt idx="1364">
                  <c:v>10.46</c:v>
                </c:pt>
                <c:pt idx="1365">
                  <c:v>10.8</c:v>
                </c:pt>
                <c:pt idx="1366">
                  <c:v>10.625</c:v>
                </c:pt>
                <c:pt idx="1367">
                  <c:v>10.499000000000001</c:v>
                </c:pt>
                <c:pt idx="1368">
                  <c:v>10.212</c:v>
                </c:pt>
                <c:pt idx="1369">
                  <c:v>10.247</c:v>
                </c:pt>
                <c:pt idx="1370">
                  <c:v>10.186999999999999</c:v>
                </c:pt>
                <c:pt idx="1371">
                  <c:v>10.276999999999999</c:v>
                </c:pt>
                <c:pt idx="1372">
                  <c:v>10.276</c:v>
                </c:pt>
                <c:pt idx="1373">
                  <c:v>10.095000000000001</c:v>
                </c:pt>
                <c:pt idx="1374">
                  <c:v>9.91</c:v>
                </c:pt>
                <c:pt idx="1375">
                  <c:v>9.8889999999999993</c:v>
                </c:pt>
                <c:pt idx="1376">
                  <c:v>10.006</c:v>
                </c:pt>
                <c:pt idx="1377">
                  <c:v>10.52</c:v>
                </c:pt>
                <c:pt idx="1378">
                  <c:v>10.776999999999999</c:v>
                </c:pt>
                <c:pt idx="1379">
                  <c:v>11.125</c:v>
                </c:pt>
                <c:pt idx="1380">
                  <c:v>11.106999999999999</c:v>
                </c:pt>
                <c:pt idx="1381">
                  <c:v>11.042999999999999</c:v>
                </c:pt>
                <c:pt idx="1382">
                  <c:v>10.95</c:v>
                </c:pt>
                <c:pt idx="1383">
                  <c:v>11.178000000000001</c:v>
                </c:pt>
                <c:pt idx="1384">
                  <c:v>11.61</c:v>
                </c:pt>
                <c:pt idx="1385">
                  <c:v>11.442</c:v>
                </c:pt>
                <c:pt idx="1386">
                  <c:v>11.077</c:v>
                </c:pt>
                <c:pt idx="1387">
                  <c:v>10.952999999999999</c:v>
                </c:pt>
                <c:pt idx="1388">
                  <c:v>10.81</c:v>
                </c:pt>
                <c:pt idx="1389">
                  <c:v>10.693</c:v>
                </c:pt>
                <c:pt idx="1390">
                  <c:v>10.961</c:v>
                </c:pt>
                <c:pt idx="1391">
                  <c:v>11.186</c:v>
                </c:pt>
                <c:pt idx="1392">
                  <c:v>11.125999999999999</c:v>
                </c:pt>
                <c:pt idx="1393">
                  <c:v>10.536</c:v>
                </c:pt>
                <c:pt idx="1394">
                  <c:v>10.772</c:v>
                </c:pt>
                <c:pt idx="1395">
                  <c:v>10.926</c:v>
                </c:pt>
                <c:pt idx="1396">
                  <c:v>11.034000000000001</c:v>
                </c:pt>
                <c:pt idx="1397">
                  <c:v>10.946</c:v>
                </c:pt>
                <c:pt idx="1398">
                  <c:v>11.045</c:v>
                </c:pt>
                <c:pt idx="1399">
                  <c:v>11.169</c:v>
                </c:pt>
                <c:pt idx="1400">
                  <c:v>11.4</c:v>
                </c:pt>
                <c:pt idx="1401">
                  <c:v>11.395</c:v>
                </c:pt>
                <c:pt idx="1402">
                  <c:v>11.581</c:v>
                </c:pt>
                <c:pt idx="1403">
                  <c:v>11.788</c:v>
                </c:pt>
                <c:pt idx="1404">
                  <c:v>12.115</c:v>
                </c:pt>
                <c:pt idx="1405">
                  <c:v>12.058</c:v>
                </c:pt>
                <c:pt idx="1406">
                  <c:v>11.925000000000001</c:v>
                </c:pt>
                <c:pt idx="1407">
                  <c:v>12.057</c:v>
                </c:pt>
                <c:pt idx="1408">
                  <c:v>12.118</c:v>
                </c:pt>
                <c:pt idx="1409">
                  <c:v>12.269</c:v>
                </c:pt>
                <c:pt idx="1410">
                  <c:v>12.269</c:v>
                </c:pt>
                <c:pt idx="1411">
                  <c:v>11.993</c:v>
                </c:pt>
                <c:pt idx="1412">
                  <c:v>11.968999999999999</c:v>
                </c:pt>
                <c:pt idx="1413">
                  <c:v>12.226000000000001</c:v>
                </c:pt>
                <c:pt idx="1414">
                  <c:v>12.288</c:v>
                </c:pt>
                <c:pt idx="1415">
                  <c:v>12.445</c:v>
                </c:pt>
                <c:pt idx="1416">
                  <c:v>12.555999999999999</c:v>
                </c:pt>
                <c:pt idx="1417">
                  <c:v>12.496</c:v>
                </c:pt>
                <c:pt idx="1418">
                  <c:v>12.401</c:v>
                </c:pt>
                <c:pt idx="1419">
                  <c:v>12.224</c:v>
                </c:pt>
                <c:pt idx="1420">
                  <c:v>12.502000000000001</c:v>
                </c:pt>
                <c:pt idx="1421">
                  <c:v>12.542</c:v>
                </c:pt>
                <c:pt idx="1422">
                  <c:v>12.416</c:v>
                </c:pt>
                <c:pt idx="1423">
                  <c:v>12.279</c:v>
                </c:pt>
                <c:pt idx="1424">
                  <c:v>12.055999999999999</c:v>
                </c:pt>
                <c:pt idx="1425">
                  <c:v>12.167999999999999</c:v>
                </c:pt>
                <c:pt idx="1426">
                  <c:v>12.114000000000001</c:v>
                </c:pt>
                <c:pt idx="1427">
                  <c:v>12.282999999999999</c:v>
                </c:pt>
                <c:pt idx="1428">
                  <c:v>12.362</c:v>
                </c:pt>
                <c:pt idx="1429">
                  <c:v>12.167999999999999</c:v>
                </c:pt>
                <c:pt idx="1430">
                  <c:v>12.3</c:v>
                </c:pt>
                <c:pt idx="1431">
                  <c:v>12.853</c:v>
                </c:pt>
                <c:pt idx="1432">
                  <c:v>13.214</c:v>
                </c:pt>
                <c:pt idx="1433">
                  <c:v>13.125999999999999</c:v>
                </c:pt>
                <c:pt idx="1434">
                  <c:v>13.256</c:v>
                </c:pt>
                <c:pt idx="1435">
                  <c:v>12.904999999999999</c:v>
                </c:pt>
                <c:pt idx="1436">
                  <c:v>13.13</c:v>
                </c:pt>
                <c:pt idx="1437">
                  <c:v>13.433</c:v>
                </c:pt>
                <c:pt idx="1438">
                  <c:v>13.577999999999999</c:v>
                </c:pt>
                <c:pt idx="1439">
                  <c:v>13.788</c:v>
                </c:pt>
                <c:pt idx="1440">
                  <c:v>13.247999999999999</c:v>
                </c:pt>
                <c:pt idx="1441">
                  <c:v>13.395</c:v>
                </c:pt>
                <c:pt idx="1442">
                  <c:v>13.035</c:v>
                </c:pt>
                <c:pt idx="1443">
                  <c:v>12.539</c:v>
                </c:pt>
                <c:pt idx="1444">
                  <c:v>11.29</c:v>
                </c:pt>
                <c:pt idx="1445">
                  <c:v>11.917999999999999</c:v>
                </c:pt>
                <c:pt idx="1446">
                  <c:v>11.55</c:v>
                </c:pt>
                <c:pt idx="1447">
                  <c:v>11.276999999999999</c:v>
                </c:pt>
                <c:pt idx="1448">
                  <c:v>11.401</c:v>
                </c:pt>
                <c:pt idx="1449">
                  <c:v>11.021000000000001</c:v>
                </c:pt>
                <c:pt idx="1450">
                  <c:v>10.555999999999999</c:v>
                </c:pt>
                <c:pt idx="1451">
                  <c:v>10.084</c:v>
                </c:pt>
                <c:pt idx="1452">
                  <c:v>9.2859999999999996</c:v>
                </c:pt>
                <c:pt idx="1453">
                  <c:v>9.3849999999999998</c:v>
                </c:pt>
                <c:pt idx="1454">
                  <c:v>9.2789999999999999</c:v>
                </c:pt>
                <c:pt idx="1455">
                  <c:v>9.0589999999999993</c:v>
                </c:pt>
                <c:pt idx="1456">
                  <c:v>9.0190000000000001</c:v>
                </c:pt>
                <c:pt idx="1457">
                  <c:v>8.8710000000000004</c:v>
                </c:pt>
                <c:pt idx="1458">
                  <c:v>8.75</c:v>
                </c:pt>
                <c:pt idx="1459">
                  <c:v>8.702</c:v>
                </c:pt>
                <c:pt idx="1460">
                  <c:v>8.6289999999999996</c:v>
                </c:pt>
                <c:pt idx="1461">
                  <c:v>8.4309999999999992</c:v>
                </c:pt>
                <c:pt idx="1462">
                  <c:v>8.3239999999999998</c:v>
                </c:pt>
                <c:pt idx="1463">
                  <c:v>8.1489999999999991</c:v>
                </c:pt>
                <c:pt idx="1464">
                  <c:v>8.1210000000000004</c:v>
                </c:pt>
                <c:pt idx="1465">
                  <c:v>8.1609999999999996</c:v>
                </c:pt>
                <c:pt idx="1466">
                  <c:v>8.2420000000000009</c:v>
                </c:pt>
                <c:pt idx="1467">
                  <c:v>8.1509999999999998</c:v>
                </c:pt>
                <c:pt idx="1468">
                  <c:v>8.17</c:v>
                </c:pt>
                <c:pt idx="1469">
                  <c:v>8.1850000000000005</c:v>
                </c:pt>
                <c:pt idx="1470">
                  <c:v>8.51</c:v>
                </c:pt>
                <c:pt idx="1471">
                  <c:v>8.6029999999999998</c:v>
                </c:pt>
                <c:pt idx="1472">
                  <c:v>8.5549999999999997</c:v>
                </c:pt>
                <c:pt idx="1473">
                  <c:v>11.361000000000001</c:v>
                </c:pt>
                <c:pt idx="1474">
                  <c:v>11.629</c:v>
                </c:pt>
                <c:pt idx="1475">
                  <c:v>11.462</c:v>
                </c:pt>
                <c:pt idx="1476">
                  <c:v>11.381</c:v>
                </c:pt>
                <c:pt idx="1477">
                  <c:v>11.532</c:v>
                </c:pt>
                <c:pt idx="1478">
                  <c:v>11.787000000000001</c:v>
                </c:pt>
                <c:pt idx="1479">
                  <c:v>11.94</c:v>
                </c:pt>
                <c:pt idx="1480">
                  <c:v>12.055999999999999</c:v>
                </c:pt>
                <c:pt idx="1481">
                  <c:v>12.166</c:v>
                </c:pt>
                <c:pt idx="1482">
                  <c:v>12.302</c:v>
                </c:pt>
                <c:pt idx="1483">
                  <c:v>12.428000000000001</c:v>
                </c:pt>
                <c:pt idx="1484">
                  <c:v>12.529</c:v>
                </c:pt>
                <c:pt idx="1485">
                  <c:v>12.534000000000001</c:v>
                </c:pt>
                <c:pt idx="1486">
                  <c:v>12.525</c:v>
                </c:pt>
                <c:pt idx="1487">
                  <c:v>12.442</c:v>
                </c:pt>
                <c:pt idx="1488">
                  <c:v>12.21</c:v>
                </c:pt>
                <c:pt idx="1489">
                  <c:v>12.336</c:v>
                </c:pt>
                <c:pt idx="1490">
                  <c:v>12.404</c:v>
                </c:pt>
                <c:pt idx="1491">
                  <c:v>12.814</c:v>
                </c:pt>
                <c:pt idx="1492">
                  <c:v>12.63</c:v>
                </c:pt>
                <c:pt idx="1493">
                  <c:v>12.827</c:v>
                </c:pt>
                <c:pt idx="1494">
                  <c:v>12.901</c:v>
                </c:pt>
                <c:pt idx="1495">
                  <c:v>12.589</c:v>
                </c:pt>
                <c:pt idx="1496">
                  <c:v>12.727</c:v>
                </c:pt>
                <c:pt idx="1497">
                  <c:v>13.193</c:v>
                </c:pt>
                <c:pt idx="1498">
                  <c:v>13.592000000000001</c:v>
                </c:pt>
                <c:pt idx="1499">
                  <c:v>13.29</c:v>
                </c:pt>
                <c:pt idx="1500">
                  <c:v>13.436</c:v>
                </c:pt>
                <c:pt idx="1501">
                  <c:v>13.523</c:v>
                </c:pt>
                <c:pt idx="1502">
                  <c:v>13.263999999999999</c:v>
                </c:pt>
                <c:pt idx="1503">
                  <c:v>13.24</c:v>
                </c:pt>
                <c:pt idx="1504">
                  <c:v>13.409000000000001</c:v>
                </c:pt>
                <c:pt idx="1505">
                  <c:v>12.829000000000001</c:v>
                </c:pt>
                <c:pt idx="1506">
                  <c:v>13.061</c:v>
                </c:pt>
                <c:pt idx="1507">
                  <c:v>12.901999999999999</c:v>
                </c:pt>
                <c:pt idx="1508">
                  <c:v>13.185</c:v>
                </c:pt>
                <c:pt idx="1509">
                  <c:v>13.680999999999999</c:v>
                </c:pt>
                <c:pt idx="1510">
                  <c:v>13.86</c:v>
                </c:pt>
                <c:pt idx="1511">
                  <c:v>13.85</c:v>
                </c:pt>
                <c:pt idx="1512">
                  <c:v>13.837</c:v>
                </c:pt>
                <c:pt idx="1513">
                  <c:v>13.731999999999999</c:v>
                </c:pt>
                <c:pt idx="1514">
                  <c:v>13.943</c:v>
                </c:pt>
                <c:pt idx="1515">
                  <c:v>14.083</c:v>
                </c:pt>
                <c:pt idx="1516">
                  <c:v>14.321</c:v>
                </c:pt>
                <c:pt idx="1517">
                  <c:v>14.342000000000001</c:v>
                </c:pt>
                <c:pt idx="1518">
                  <c:v>14.284000000000001</c:v>
                </c:pt>
                <c:pt idx="1519">
                  <c:v>14.507</c:v>
                </c:pt>
                <c:pt idx="1520">
                  <c:v>14.787000000000001</c:v>
                </c:pt>
                <c:pt idx="1521">
                  <c:v>14.733000000000001</c:v>
                </c:pt>
                <c:pt idx="1522">
                  <c:v>14.771000000000001</c:v>
                </c:pt>
                <c:pt idx="1523">
                  <c:v>15.141</c:v>
                </c:pt>
                <c:pt idx="1524">
                  <c:v>15.409000000000001</c:v>
                </c:pt>
                <c:pt idx="1525">
                  <c:v>15.592000000000001</c:v>
                </c:pt>
                <c:pt idx="1526">
                  <c:v>15.699</c:v>
                </c:pt>
                <c:pt idx="1527">
                  <c:v>15.875</c:v>
                </c:pt>
                <c:pt idx="1528">
                  <c:v>16.128</c:v>
                </c:pt>
                <c:pt idx="1529">
                  <c:v>16.416</c:v>
                </c:pt>
                <c:pt idx="1530">
                  <c:v>16.288</c:v>
                </c:pt>
                <c:pt idx="1531">
                  <c:v>16.614999999999998</c:v>
                </c:pt>
                <c:pt idx="1532">
                  <c:v>16.972000000000001</c:v>
                </c:pt>
                <c:pt idx="1533">
                  <c:v>16.815000000000001</c:v>
                </c:pt>
                <c:pt idx="1534">
                  <c:v>16.753</c:v>
                </c:pt>
                <c:pt idx="1535">
                  <c:v>16.515999999999998</c:v>
                </c:pt>
                <c:pt idx="1536">
                  <c:v>16.651</c:v>
                </c:pt>
                <c:pt idx="1537">
                  <c:v>16.196000000000002</c:v>
                </c:pt>
                <c:pt idx="1538">
                  <c:v>16.283000000000001</c:v>
                </c:pt>
                <c:pt idx="1539">
                  <c:v>16.431000000000001</c:v>
                </c:pt>
                <c:pt idx="1540">
                  <c:v>16.654</c:v>
                </c:pt>
                <c:pt idx="1541">
                  <c:v>16.536999999999999</c:v>
                </c:pt>
                <c:pt idx="1542">
                  <c:v>16.459</c:v>
                </c:pt>
                <c:pt idx="1543">
                  <c:v>16.314</c:v>
                </c:pt>
                <c:pt idx="1544">
                  <c:v>16.306000000000001</c:v>
                </c:pt>
                <c:pt idx="1545">
                  <c:v>16.259</c:v>
                </c:pt>
                <c:pt idx="1546">
                  <c:v>16.702999999999999</c:v>
                </c:pt>
                <c:pt idx="1547">
                  <c:v>16.62</c:v>
                </c:pt>
                <c:pt idx="1548">
                  <c:v>16.827000000000002</c:v>
                </c:pt>
                <c:pt idx="1549">
                  <c:v>16.96</c:v>
                </c:pt>
                <c:pt idx="1550">
                  <c:v>16.79</c:v>
                </c:pt>
                <c:pt idx="1551">
                  <c:v>16.986000000000001</c:v>
                </c:pt>
                <c:pt idx="1552">
                  <c:v>16.984000000000002</c:v>
                </c:pt>
                <c:pt idx="1553">
                  <c:v>17.067</c:v>
                </c:pt>
                <c:pt idx="1554">
                  <c:v>17.158000000000001</c:v>
                </c:pt>
                <c:pt idx="1555">
                  <c:v>17.140999999999998</c:v>
                </c:pt>
                <c:pt idx="1556">
                  <c:v>17.638999999999999</c:v>
                </c:pt>
                <c:pt idx="1557">
                  <c:v>17.692</c:v>
                </c:pt>
                <c:pt idx="1558">
                  <c:v>17.765999999999998</c:v>
                </c:pt>
                <c:pt idx="1559">
                  <c:v>18.419</c:v>
                </c:pt>
                <c:pt idx="1560">
                  <c:v>18.103000000000002</c:v>
                </c:pt>
                <c:pt idx="1561">
                  <c:v>18.068000000000001</c:v>
                </c:pt>
                <c:pt idx="1562">
                  <c:v>17.082000000000001</c:v>
                </c:pt>
                <c:pt idx="1563">
                  <c:v>16.870999999999999</c:v>
                </c:pt>
                <c:pt idx="1564">
                  <c:v>16.670000000000002</c:v>
                </c:pt>
                <c:pt idx="1565">
                  <c:v>16.573</c:v>
                </c:pt>
                <c:pt idx="1566">
                  <c:v>16.542000000000002</c:v>
                </c:pt>
                <c:pt idx="1567">
                  <c:v>16.617999999999999</c:v>
                </c:pt>
                <c:pt idx="1568">
                  <c:v>16.823</c:v>
                </c:pt>
                <c:pt idx="1569">
                  <c:v>16.867999999999999</c:v>
                </c:pt>
                <c:pt idx="1570">
                  <c:v>17.088999999999999</c:v>
                </c:pt>
                <c:pt idx="1571">
                  <c:v>17.018000000000001</c:v>
                </c:pt>
                <c:pt idx="1572">
                  <c:v>17.338000000000001</c:v>
                </c:pt>
                <c:pt idx="1573">
                  <c:v>17.283999999999999</c:v>
                </c:pt>
                <c:pt idx="1574">
                  <c:v>17.2</c:v>
                </c:pt>
                <c:pt idx="1575">
                  <c:v>17.338000000000001</c:v>
                </c:pt>
                <c:pt idx="1576">
                  <c:v>17.248999999999999</c:v>
                </c:pt>
                <c:pt idx="1577">
                  <c:v>17.29</c:v>
                </c:pt>
                <c:pt idx="1578">
                  <c:v>17.222000000000001</c:v>
                </c:pt>
                <c:pt idx="1579">
                  <c:v>17.167000000000002</c:v>
                </c:pt>
                <c:pt idx="1580">
                  <c:v>16.893000000000001</c:v>
                </c:pt>
                <c:pt idx="1581">
                  <c:v>16.988</c:v>
                </c:pt>
                <c:pt idx="1582">
                  <c:v>16.893999999999998</c:v>
                </c:pt>
                <c:pt idx="1583">
                  <c:v>16.841000000000001</c:v>
                </c:pt>
                <c:pt idx="1584">
                  <c:v>16.821999999999999</c:v>
                </c:pt>
                <c:pt idx="1585">
                  <c:v>16.574000000000002</c:v>
                </c:pt>
                <c:pt idx="1586">
                  <c:v>16.501000000000001</c:v>
                </c:pt>
                <c:pt idx="1587">
                  <c:v>16.727</c:v>
                </c:pt>
                <c:pt idx="1588">
                  <c:v>16.748000000000001</c:v>
                </c:pt>
                <c:pt idx="1589">
                  <c:v>16.637</c:v>
                </c:pt>
                <c:pt idx="1590">
                  <c:v>16.651</c:v>
                </c:pt>
                <c:pt idx="1591">
                  <c:v>16.713000000000001</c:v>
                </c:pt>
                <c:pt idx="1592">
                  <c:v>16.666</c:v>
                </c:pt>
                <c:pt idx="1593">
                  <c:v>16.917000000000002</c:v>
                </c:pt>
                <c:pt idx="1594">
                  <c:v>16.797999999999998</c:v>
                </c:pt>
                <c:pt idx="1595">
                  <c:v>16.878</c:v>
                </c:pt>
                <c:pt idx="1596">
                  <c:v>16.712</c:v>
                </c:pt>
                <c:pt idx="1597">
                  <c:v>16.86</c:v>
                </c:pt>
                <c:pt idx="1598">
                  <c:v>16.692</c:v>
                </c:pt>
                <c:pt idx="1599">
                  <c:v>16.893000000000001</c:v>
                </c:pt>
                <c:pt idx="1600">
                  <c:v>16.706</c:v>
                </c:pt>
                <c:pt idx="1601">
                  <c:v>16.701000000000001</c:v>
                </c:pt>
                <c:pt idx="1602">
                  <c:v>16.858000000000001</c:v>
                </c:pt>
                <c:pt idx="1603">
                  <c:v>17.149000000000001</c:v>
                </c:pt>
                <c:pt idx="1604">
                  <c:v>17.622</c:v>
                </c:pt>
                <c:pt idx="1605">
                  <c:v>17.651</c:v>
                </c:pt>
                <c:pt idx="1606">
                  <c:v>17.712</c:v>
                </c:pt>
                <c:pt idx="1607">
                  <c:v>17.713999999999999</c:v>
                </c:pt>
                <c:pt idx="1608">
                  <c:v>17.55</c:v>
                </c:pt>
                <c:pt idx="1609">
                  <c:v>17.562999999999999</c:v>
                </c:pt>
                <c:pt idx="1610">
                  <c:v>17.271999999999998</c:v>
                </c:pt>
                <c:pt idx="1611">
                  <c:v>17.344000000000001</c:v>
                </c:pt>
                <c:pt idx="1612">
                  <c:v>17.248999999999999</c:v>
                </c:pt>
                <c:pt idx="1613">
                  <c:v>16.850999999999999</c:v>
                </c:pt>
                <c:pt idx="1614">
                  <c:v>16.785</c:v>
                </c:pt>
                <c:pt idx="1615">
                  <c:v>16.619</c:v>
                </c:pt>
                <c:pt idx="1616">
                  <c:v>16.558</c:v>
                </c:pt>
                <c:pt idx="1617">
                  <c:v>16.507999999999999</c:v>
                </c:pt>
                <c:pt idx="1618">
                  <c:v>16.222000000000001</c:v>
                </c:pt>
                <c:pt idx="1619">
                  <c:v>16.268999999999998</c:v>
                </c:pt>
                <c:pt idx="1620">
                  <c:v>16.414000000000001</c:v>
                </c:pt>
                <c:pt idx="1621">
                  <c:v>17.123999999999999</c:v>
                </c:pt>
                <c:pt idx="1622">
                  <c:v>16.809999999999999</c:v>
                </c:pt>
                <c:pt idx="1623">
                  <c:v>16.696999999999999</c:v>
                </c:pt>
                <c:pt idx="1624">
                  <c:v>16.731999999999999</c:v>
                </c:pt>
                <c:pt idx="1625">
                  <c:v>16.632000000000001</c:v>
                </c:pt>
                <c:pt idx="1626">
                  <c:v>16.504000000000001</c:v>
                </c:pt>
                <c:pt idx="1627">
                  <c:v>16.356000000000002</c:v>
                </c:pt>
                <c:pt idx="1628">
                  <c:v>16.260999999999999</c:v>
                </c:pt>
                <c:pt idx="1629">
                  <c:v>16.106000000000002</c:v>
                </c:pt>
                <c:pt idx="1630">
                  <c:v>16.195</c:v>
                </c:pt>
                <c:pt idx="1631">
                  <c:v>16.105</c:v>
                </c:pt>
                <c:pt idx="1632">
                  <c:v>16.241</c:v>
                </c:pt>
                <c:pt idx="1633">
                  <c:v>16.099</c:v>
                </c:pt>
                <c:pt idx="1634">
                  <c:v>15.853</c:v>
                </c:pt>
                <c:pt idx="1635">
                  <c:v>16.097999999999999</c:v>
                </c:pt>
                <c:pt idx="1636">
                  <c:v>16.158000000000001</c:v>
                </c:pt>
                <c:pt idx="1637">
                  <c:v>16.03</c:v>
                </c:pt>
                <c:pt idx="1638">
                  <c:v>16.059999999999999</c:v>
                </c:pt>
                <c:pt idx="1639">
                  <c:v>16.491</c:v>
                </c:pt>
                <c:pt idx="1640">
                  <c:v>16.579000000000001</c:v>
                </c:pt>
                <c:pt idx="1641">
                  <c:v>16.23</c:v>
                </c:pt>
                <c:pt idx="1642">
                  <c:v>16.72</c:v>
                </c:pt>
                <c:pt idx="1643">
                  <c:v>16.731999999999999</c:v>
                </c:pt>
                <c:pt idx="1644">
                  <c:v>17.045999999999999</c:v>
                </c:pt>
                <c:pt idx="1645">
                  <c:v>17.212</c:v>
                </c:pt>
                <c:pt idx="1646">
                  <c:v>17.254999999999999</c:v>
                </c:pt>
                <c:pt idx="1647">
                  <c:v>17.655000000000001</c:v>
                </c:pt>
                <c:pt idx="1648">
                  <c:v>17.789000000000001</c:v>
                </c:pt>
                <c:pt idx="1649">
                  <c:v>17.88</c:v>
                </c:pt>
                <c:pt idx="1650">
                  <c:v>18.033000000000001</c:v>
                </c:pt>
                <c:pt idx="1651">
                  <c:v>17.803000000000001</c:v>
                </c:pt>
                <c:pt idx="1652">
                  <c:v>18.059999999999999</c:v>
                </c:pt>
                <c:pt idx="1653">
                  <c:v>18.132999999999999</c:v>
                </c:pt>
                <c:pt idx="1654">
                  <c:v>18.088000000000001</c:v>
                </c:pt>
                <c:pt idx="1655">
                  <c:v>18.003</c:v>
                </c:pt>
                <c:pt idx="1656">
                  <c:v>18.231999999999999</c:v>
                </c:pt>
                <c:pt idx="1657">
                  <c:v>18.163</c:v>
                </c:pt>
                <c:pt idx="1658">
                  <c:v>18.332000000000001</c:v>
                </c:pt>
                <c:pt idx="1659">
                  <c:v>18.687999999999999</c:v>
                </c:pt>
                <c:pt idx="1660">
                  <c:v>18.45</c:v>
                </c:pt>
                <c:pt idx="1661">
                  <c:v>18.466000000000001</c:v>
                </c:pt>
                <c:pt idx="1662">
                  <c:v>18.318999999999999</c:v>
                </c:pt>
                <c:pt idx="1663">
                  <c:v>17.977</c:v>
                </c:pt>
                <c:pt idx="1664">
                  <c:v>17.815999999999999</c:v>
                </c:pt>
                <c:pt idx="1665">
                  <c:v>17.600000000000001</c:v>
                </c:pt>
                <c:pt idx="1666">
                  <c:v>17.294</c:v>
                </c:pt>
                <c:pt idx="1667">
                  <c:v>17.533000000000001</c:v>
                </c:pt>
                <c:pt idx="1668">
                  <c:v>17.414000000000001</c:v>
                </c:pt>
                <c:pt idx="1669">
                  <c:v>17.154</c:v>
                </c:pt>
                <c:pt idx="1670">
                  <c:v>16.931999999999999</c:v>
                </c:pt>
                <c:pt idx="1671">
                  <c:v>17.167000000000002</c:v>
                </c:pt>
                <c:pt idx="1672">
                  <c:v>17.181999999999999</c:v>
                </c:pt>
                <c:pt idx="1673">
                  <c:v>17.113</c:v>
                </c:pt>
                <c:pt idx="1674">
                  <c:v>17.388999999999999</c:v>
                </c:pt>
                <c:pt idx="1675">
                  <c:v>17.152000000000001</c:v>
                </c:pt>
                <c:pt idx="1676">
                  <c:v>17.21</c:v>
                </c:pt>
                <c:pt idx="1677">
                  <c:v>17.085999999999999</c:v>
                </c:pt>
                <c:pt idx="1678">
                  <c:v>17.042000000000002</c:v>
                </c:pt>
                <c:pt idx="1679">
                  <c:v>16.835999999999999</c:v>
                </c:pt>
                <c:pt idx="1680">
                  <c:v>16.872</c:v>
                </c:pt>
                <c:pt idx="1681">
                  <c:v>16.925000000000001</c:v>
                </c:pt>
                <c:pt idx="1682">
                  <c:v>16.774000000000001</c:v>
                </c:pt>
                <c:pt idx="1683">
                  <c:v>16.800999999999998</c:v>
                </c:pt>
                <c:pt idx="1684">
                  <c:v>17.106000000000002</c:v>
                </c:pt>
                <c:pt idx="1685">
                  <c:v>17.071000000000002</c:v>
                </c:pt>
                <c:pt idx="1686">
                  <c:v>17.291</c:v>
                </c:pt>
                <c:pt idx="1687">
                  <c:v>16.988</c:v>
                </c:pt>
                <c:pt idx="1688">
                  <c:v>17.276</c:v>
                </c:pt>
                <c:pt idx="1689">
                  <c:v>16.998000000000001</c:v>
                </c:pt>
                <c:pt idx="1690">
                  <c:v>16.956</c:v>
                </c:pt>
                <c:pt idx="1691">
                  <c:v>16.686</c:v>
                </c:pt>
                <c:pt idx="1692">
                  <c:v>16.725999999999999</c:v>
                </c:pt>
                <c:pt idx="1693">
                  <c:v>17.097000000000001</c:v>
                </c:pt>
                <c:pt idx="1694">
                  <c:v>16.93</c:v>
                </c:pt>
                <c:pt idx="1695">
                  <c:v>16.856000000000002</c:v>
                </c:pt>
                <c:pt idx="1696">
                  <c:v>16.882000000000001</c:v>
                </c:pt>
                <c:pt idx="1697">
                  <c:v>16.690000000000001</c:v>
                </c:pt>
                <c:pt idx="1698">
                  <c:v>16.667000000000002</c:v>
                </c:pt>
                <c:pt idx="1699">
                  <c:v>16.795999999999999</c:v>
                </c:pt>
                <c:pt idx="1700">
                  <c:v>16.899999999999999</c:v>
                </c:pt>
                <c:pt idx="1701">
                  <c:v>16.876000000000001</c:v>
                </c:pt>
                <c:pt idx="1702">
                  <c:v>16.625</c:v>
                </c:pt>
                <c:pt idx="1703">
                  <c:v>16.678999999999998</c:v>
                </c:pt>
                <c:pt idx="1704">
                  <c:v>16.448</c:v>
                </c:pt>
                <c:pt idx="1705">
                  <c:v>16.369</c:v>
                </c:pt>
                <c:pt idx="1706">
                  <c:v>16.542999999999999</c:v>
                </c:pt>
                <c:pt idx="1707">
                  <c:v>16.428000000000001</c:v>
                </c:pt>
                <c:pt idx="1708">
                  <c:v>16.594000000000001</c:v>
                </c:pt>
                <c:pt idx="1709">
                  <c:v>16.896999999999998</c:v>
                </c:pt>
                <c:pt idx="1710">
                  <c:v>17.337</c:v>
                </c:pt>
                <c:pt idx="1711">
                  <c:v>17.574999999999999</c:v>
                </c:pt>
                <c:pt idx="1712">
                  <c:v>18.091000000000001</c:v>
                </c:pt>
                <c:pt idx="1713">
                  <c:v>18.239000000000001</c:v>
                </c:pt>
                <c:pt idx="1714">
                  <c:v>17.946000000000002</c:v>
                </c:pt>
                <c:pt idx="1715">
                  <c:v>17.779</c:v>
                </c:pt>
                <c:pt idx="1716">
                  <c:v>17.57</c:v>
                </c:pt>
                <c:pt idx="1717">
                  <c:v>17.391999999999999</c:v>
                </c:pt>
                <c:pt idx="1718">
                  <c:v>17.559000000000001</c:v>
                </c:pt>
                <c:pt idx="1719">
                  <c:v>17.46</c:v>
                </c:pt>
                <c:pt idx="1720">
                  <c:v>17.37</c:v>
                </c:pt>
                <c:pt idx="1721">
                  <c:v>17.821000000000002</c:v>
                </c:pt>
                <c:pt idx="1722">
                  <c:v>17.978000000000002</c:v>
                </c:pt>
                <c:pt idx="1723">
                  <c:v>17.939</c:v>
                </c:pt>
                <c:pt idx="1724">
                  <c:v>17.596</c:v>
                </c:pt>
                <c:pt idx="1725">
                  <c:v>18.356000000000002</c:v>
                </c:pt>
                <c:pt idx="1726">
                  <c:v>18.228000000000002</c:v>
                </c:pt>
                <c:pt idx="1727">
                  <c:v>18.105</c:v>
                </c:pt>
                <c:pt idx="1728">
                  <c:v>18.100000000000001</c:v>
                </c:pt>
                <c:pt idx="1729">
                  <c:v>18.146000000000001</c:v>
                </c:pt>
                <c:pt idx="1730">
                  <c:v>17.933</c:v>
                </c:pt>
                <c:pt idx="1731">
                  <c:v>17.742000000000001</c:v>
                </c:pt>
                <c:pt idx="1732">
                  <c:v>17.658999999999999</c:v>
                </c:pt>
                <c:pt idx="1733">
                  <c:v>17.48</c:v>
                </c:pt>
                <c:pt idx="1734">
                  <c:v>17.550999999999998</c:v>
                </c:pt>
                <c:pt idx="1735">
                  <c:v>17.548999999999999</c:v>
                </c:pt>
                <c:pt idx="1736">
                  <c:v>17.724</c:v>
                </c:pt>
                <c:pt idx="1737">
                  <c:v>17.539000000000001</c:v>
                </c:pt>
                <c:pt idx="1738">
                  <c:v>17.366</c:v>
                </c:pt>
                <c:pt idx="1739">
                  <c:v>17.225999999999999</c:v>
                </c:pt>
                <c:pt idx="1740">
                  <c:v>17.619</c:v>
                </c:pt>
                <c:pt idx="1741">
                  <c:v>17.475000000000001</c:v>
                </c:pt>
                <c:pt idx="1742">
                  <c:v>17.074000000000002</c:v>
                </c:pt>
                <c:pt idx="1743">
                  <c:v>17.047000000000001</c:v>
                </c:pt>
                <c:pt idx="1744">
                  <c:v>17.021999999999998</c:v>
                </c:pt>
                <c:pt idx="1745">
                  <c:v>17.248999999999999</c:v>
                </c:pt>
                <c:pt idx="1746">
                  <c:v>17.274999999999999</c:v>
                </c:pt>
                <c:pt idx="1747">
                  <c:v>17.263000000000002</c:v>
                </c:pt>
                <c:pt idx="1748">
                  <c:v>17.129000000000001</c:v>
                </c:pt>
                <c:pt idx="1749">
                  <c:v>16.885999999999999</c:v>
                </c:pt>
                <c:pt idx="1750">
                  <c:v>17.082999999999998</c:v>
                </c:pt>
                <c:pt idx="1751">
                  <c:v>17.109000000000002</c:v>
                </c:pt>
                <c:pt idx="1752">
                  <c:v>17.37</c:v>
                </c:pt>
                <c:pt idx="1753">
                  <c:v>17.565000000000001</c:v>
                </c:pt>
                <c:pt idx="1754">
                  <c:v>17.538</c:v>
                </c:pt>
                <c:pt idx="1755">
                  <c:v>17.795999999999999</c:v>
                </c:pt>
                <c:pt idx="1756">
                  <c:v>17.690999999999999</c:v>
                </c:pt>
                <c:pt idx="1757">
                  <c:v>17.66</c:v>
                </c:pt>
                <c:pt idx="1758">
                  <c:v>17.792999999999999</c:v>
                </c:pt>
                <c:pt idx="1759">
                  <c:v>17.472000000000001</c:v>
                </c:pt>
                <c:pt idx="1760">
                  <c:v>17.66</c:v>
                </c:pt>
                <c:pt idx="1761">
                  <c:v>17.72</c:v>
                </c:pt>
                <c:pt idx="1762">
                  <c:v>17.712</c:v>
                </c:pt>
                <c:pt idx="1763">
                  <c:v>17.831</c:v>
                </c:pt>
                <c:pt idx="1764">
                  <c:v>18.077000000000002</c:v>
                </c:pt>
                <c:pt idx="1765">
                  <c:v>18.074999999999999</c:v>
                </c:pt>
                <c:pt idx="1766">
                  <c:v>17.783000000000001</c:v>
                </c:pt>
                <c:pt idx="1767">
                  <c:v>17.939</c:v>
                </c:pt>
                <c:pt idx="1768">
                  <c:v>18.12</c:v>
                </c:pt>
                <c:pt idx="1769">
                  <c:v>18.077999999999999</c:v>
                </c:pt>
                <c:pt idx="1770">
                  <c:v>18.056999999999999</c:v>
                </c:pt>
                <c:pt idx="1771">
                  <c:v>18.023</c:v>
                </c:pt>
                <c:pt idx="1772">
                  <c:v>18.065000000000001</c:v>
                </c:pt>
                <c:pt idx="1773">
                  <c:v>18.109000000000002</c:v>
                </c:pt>
                <c:pt idx="1774">
                  <c:v>18.231000000000002</c:v>
                </c:pt>
                <c:pt idx="1775">
                  <c:v>18.425000000000001</c:v>
                </c:pt>
                <c:pt idx="1776">
                  <c:v>18.396000000000001</c:v>
                </c:pt>
                <c:pt idx="1777">
                  <c:v>18.326000000000001</c:v>
                </c:pt>
                <c:pt idx="1778">
                  <c:v>18.390999999999998</c:v>
                </c:pt>
                <c:pt idx="1779">
                  <c:v>18.544</c:v>
                </c:pt>
                <c:pt idx="1780">
                  <c:v>18.623999999999999</c:v>
                </c:pt>
                <c:pt idx="1781">
                  <c:v>18.649000000000001</c:v>
                </c:pt>
                <c:pt idx="1782">
                  <c:v>18.542000000000002</c:v>
                </c:pt>
                <c:pt idx="1783">
                  <c:v>18.573</c:v>
                </c:pt>
                <c:pt idx="1784">
                  <c:v>18.547000000000001</c:v>
                </c:pt>
                <c:pt idx="1785">
                  <c:v>18.452000000000002</c:v>
                </c:pt>
                <c:pt idx="1786">
                  <c:v>18.634</c:v>
                </c:pt>
                <c:pt idx="1787">
                  <c:v>18.327999999999999</c:v>
                </c:pt>
                <c:pt idx="1788">
                  <c:v>18.306000000000001</c:v>
                </c:pt>
                <c:pt idx="1789">
                  <c:v>18.326000000000001</c:v>
                </c:pt>
                <c:pt idx="1790">
                  <c:v>18.372</c:v>
                </c:pt>
                <c:pt idx="1791">
                  <c:v>18.532</c:v>
                </c:pt>
                <c:pt idx="1792">
                  <c:v>18.416</c:v>
                </c:pt>
                <c:pt idx="1793">
                  <c:v>18.295000000000002</c:v>
                </c:pt>
                <c:pt idx="1794">
                  <c:v>18.405000000000001</c:v>
                </c:pt>
                <c:pt idx="1795">
                  <c:v>18.683</c:v>
                </c:pt>
                <c:pt idx="1796">
                  <c:v>18.957000000000001</c:v>
                </c:pt>
                <c:pt idx="1797">
                  <c:v>18.709</c:v>
                </c:pt>
                <c:pt idx="1798">
                  <c:v>18.507000000000001</c:v>
                </c:pt>
                <c:pt idx="1799">
                  <c:v>18.367000000000001</c:v>
                </c:pt>
                <c:pt idx="1800">
                  <c:v>18.338999999999999</c:v>
                </c:pt>
                <c:pt idx="1801">
                  <c:v>18.370999999999999</c:v>
                </c:pt>
                <c:pt idx="1802">
                  <c:v>18.591000000000001</c:v>
                </c:pt>
                <c:pt idx="1803">
                  <c:v>18.768999999999998</c:v>
                </c:pt>
                <c:pt idx="1804">
                  <c:v>18.684999999999999</c:v>
                </c:pt>
                <c:pt idx="1805">
                  <c:v>18.675000000000001</c:v>
                </c:pt>
                <c:pt idx="1806">
                  <c:v>18.709</c:v>
                </c:pt>
                <c:pt idx="1807">
                  <c:v>18.738</c:v>
                </c:pt>
                <c:pt idx="1808">
                  <c:v>17.817</c:v>
                </c:pt>
                <c:pt idx="1809">
                  <c:v>17.859000000000002</c:v>
                </c:pt>
                <c:pt idx="1810">
                  <c:v>17.677</c:v>
                </c:pt>
                <c:pt idx="1811">
                  <c:v>17.686</c:v>
                </c:pt>
                <c:pt idx="1812">
                  <c:v>17.417999999999999</c:v>
                </c:pt>
                <c:pt idx="1813">
                  <c:v>17.949000000000002</c:v>
                </c:pt>
                <c:pt idx="1814">
                  <c:v>18.032</c:v>
                </c:pt>
                <c:pt idx="1815">
                  <c:v>17.986000000000001</c:v>
                </c:pt>
                <c:pt idx="1816">
                  <c:v>18.007000000000001</c:v>
                </c:pt>
                <c:pt idx="1817">
                  <c:v>18.013999999999999</c:v>
                </c:pt>
                <c:pt idx="1818">
                  <c:v>18.292000000000002</c:v>
                </c:pt>
                <c:pt idx="1819">
                  <c:v>18.413</c:v>
                </c:pt>
                <c:pt idx="1820">
                  <c:v>18.172999999999998</c:v>
                </c:pt>
                <c:pt idx="1821">
                  <c:v>17.779</c:v>
                </c:pt>
                <c:pt idx="1822">
                  <c:v>17.913</c:v>
                </c:pt>
                <c:pt idx="1823">
                  <c:v>17.727</c:v>
                </c:pt>
                <c:pt idx="1824">
                  <c:v>17.593</c:v>
                </c:pt>
                <c:pt idx="1825">
                  <c:v>17.718</c:v>
                </c:pt>
                <c:pt idx="1826">
                  <c:v>17.901</c:v>
                </c:pt>
                <c:pt idx="1827">
                  <c:v>17.943999999999999</c:v>
                </c:pt>
                <c:pt idx="1828">
                  <c:v>18.067</c:v>
                </c:pt>
                <c:pt idx="1829">
                  <c:v>18.189</c:v>
                </c:pt>
                <c:pt idx="1830">
                  <c:v>18.14</c:v>
                </c:pt>
                <c:pt idx="1831">
                  <c:v>18.061</c:v>
                </c:pt>
                <c:pt idx="1832">
                  <c:v>18.091999999999999</c:v>
                </c:pt>
                <c:pt idx="1833">
                  <c:v>18.231000000000002</c:v>
                </c:pt>
                <c:pt idx="1834">
                  <c:v>17.989000000000001</c:v>
                </c:pt>
                <c:pt idx="1835">
                  <c:v>17.484000000000002</c:v>
                </c:pt>
                <c:pt idx="1836">
                  <c:v>17.305</c:v>
                </c:pt>
                <c:pt idx="1837">
                  <c:v>17.335000000000001</c:v>
                </c:pt>
                <c:pt idx="1838">
                  <c:v>17.279</c:v>
                </c:pt>
                <c:pt idx="1839">
                  <c:v>17.399000000000001</c:v>
                </c:pt>
                <c:pt idx="1840">
                  <c:v>17.597999999999999</c:v>
                </c:pt>
                <c:pt idx="1841">
                  <c:v>17.937000000000001</c:v>
                </c:pt>
                <c:pt idx="1842">
                  <c:v>18.227</c:v>
                </c:pt>
                <c:pt idx="1843">
                  <c:v>18.184000000000001</c:v>
                </c:pt>
                <c:pt idx="1844">
                  <c:v>18.286000000000001</c:v>
                </c:pt>
                <c:pt idx="1845">
                  <c:v>18.113</c:v>
                </c:pt>
                <c:pt idx="1846">
                  <c:v>17.547000000000001</c:v>
                </c:pt>
                <c:pt idx="1847">
                  <c:v>17.384</c:v>
                </c:pt>
                <c:pt idx="1848">
                  <c:v>17.216999999999999</c:v>
                </c:pt>
                <c:pt idx="1849">
                  <c:v>17.123999999999999</c:v>
                </c:pt>
                <c:pt idx="1850">
                  <c:v>17.085000000000001</c:v>
                </c:pt>
                <c:pt idx="1851">
                  <c:v>16.574000000000002</c:v>
                </c:pt>
                <c:pt idx="1852">
                  <c:v>16.399999999999999</c:v>
                </c:pt>
                <c:pt idx="1853">
                  <c:v>16.186</c:v>
                </c:pt>
                <c:pt idx="1854">
                  <c:v>16.324000000000002</c:v>
                </c:pt>
                <c:pt idx="1855">
                  <c:v>16.420999999999999</c:v>
                </c:pt>
                <c:pt idx="1856">
                  <c:v>16.510000000000002</c:v>
                </c:pt>
                <c:pt idx="1857">
                  <c:v>16.599</c:v>
                </c:pt>
                <c:pt idx="1858">
                  <c:v>16.481000000000002</c:v>
                </c:pt>
                <c:pt idx="1859">
                  <c:v>15.737</c:v>
                </c:pt>
                <c:pt idx="1860">
                  <c:v>15.519</c:v>
                </c:pt>
                <c:pt idx="1861">
                  <c:v>15.7</c:v>
                </c:pt>
                <c:pt idx="1862">
                  <c:v>15.586</c:v>
                </c:pt>
                <c:pt idx="1863">
                  <c:v>15.259</c:v>
                </c:pt>
                <c:pt idx="1864">
                  <c:v>15.09</c:v>
                </c:pt>
                <c:pt idx="1865">
                  <c:v>14.862</c:v>
                </c:pt>
                <c:pt idx="1866">
                  <c:v>14.736000000000001</c:v>
                </c:pt>
                <c:pt idx="1867">
                  <c:v>15.035</c:v>
                </c:pt>
                <c:pt idx="1868">
                  <c:v>15.003</c:v>
                </c:pt>
                <c:pt idx="1869">
                  <c:v>15.073</c:v>
                </c:pt>
                <c:pt idx="1870">
                  <c:v>14.628</c:v>
                </c:pt>
                <c:pt idx="1871">
                  <c:v>14.507999999999999</c:v>
                </c:pt>
                <c:pt idx="1872">
                  <c:v>14.08</c:v>
                </c:pt>
                <c:pt idx="1873">
                  <c:v>13.962999999999999</c:v>
                </c:pt>
                <c:pt idx="1874">
                  <c:v>13.933999999999999</c:v>
                </c:pt>
                <c:pt idx="1875">
                  <c:v>14.000999999999999</c:v>
                </c:pt>
                <c:pt idx="1876">
                  <c:v>14.076000000000001</c:v>
                </c:pt>
                <c:pt idx="1877">
                  <c:v>14.098000000000001</c:v>
                </c:pt>
                <c:pt idx="1878">
                  <c:v>14.114000000000001</c:v>
                </c:pt>
                <c:pt idx="1879">
                  <c:v>14.297000000000001</c:v>
                </c:pt>
                <c:pt idx="1880">
                  <c:v>14.634</c:v>
                </c:pt>
                <c:pt idx="1881">
                  <c:v>14.602</c:v>
                </c:pt>
                <c:pt idx="1882">
                  <c:v>14.294</c:v>
                </c:pt>
                <c:pt idx="1883">
                  <c:v>14.317</c:v>
                </c:pt>
                <c:pt idx="1884">
                  <c:v>14.14</c:v>
                </c:pt>
                <c:pt idx="1885">
                  <c:v>14.255000000000001</c:v>
                </c:pt>
                <c:pt idx="1886">
                  <c:v>14.1</c:v>
                </c:pt>
                <c:pt idx="1887">
                  <c:v>14.832000000000001</c:v>
                </c:pt>
                <c:pt idx="1888">
                  <c:v>15.228</c:v>
                </c:pt>
                <c:pt idx="1889">
                  <c:v>15.33</c:v>
                </c:pt>
                <c:pt idx="1890">
                  <c:v>15.441000000000001</c:v>
                </c:pt>
                <c:pt idx="1891">
                  <c:v>15.378</c:v>
                </c:pt>
                <c:pt idx="1892">
                  <c:v>15.363</c:v>
                </c:pt>
                <c:pt idx="1893">
                  <c:v>15.584</c:v>
                </c:pt>
                <c:pt idx="1894">
                  <c:v>15.673</c:v>
                </c:pt>
                <c:pt idx="1895">
                  <c:v>15.571999999999999</c:v>
                </c:pt>
                <c:pt idx="1896">
                  <c:v>15.724</c:v>
                </c:pt>
                <c:pt idx="1897">
                  <c:v>15.599</c:v>
                </c:pt>
                <c:pt idx="1898">
                  <c:v>15.725</c:v>
                </c:pt>
                <c:pt idx="1899">
                  <c:v>15.823</c:v>
                </c:pt>
                <c:pt idx="1900">
                  <c:v>15.75</c:v>
                </c:pt>
                <c:pt idx="1901">
                  <c:v>15.833</c:v>
                </c:pt>
                <c:pt idx="1902">
                  <c:v>15.885999999999999</c:v>
                </c:pt>
                <c:pt idx="1903">
                  <c:v>15.851000000000001</c:v>
                </c:pt>
                <c:pt idx="1904">
                  <c:v>15.682</c:v>
                </c:pt>
                <c:pt idx="1905">
                  <c:v>15.544</c:v>
                </c:pt>
                <c:pt idx="1906">
                  <c:v>15.856</c:v>
                </c:pt>
                <c:pt idx="1907">
                  <c:v>16.042000000000002</c:v>
                </c:pt>
                <c:pt idx="1908">
                  <c:v>15.832000000000001</c:v>
                </c:pt>
                <c:pt idx="1909">
                  <c:v>15.901</c:v>
                </c:pt>
                <c:pt idx="1910">
                  <c:v>15.839</c:v>
                </c:pt>
                <c:pt idx="1911">
                  <c:v>15.88</c:v>
                </c:pt>
                <c:pt idx="1912">
                  <c:v>16.029</c:v>
                </c:pt>
                <c:pt idx="1913">
                  <c:v>16.279</c:v>
                </c:pt>
                <c:pt idx="1914">
                  <c:v>16.187000000000001</c:v>
                </c:pt>
                <c:pt idx="1915">
                  <c:v>16.163</c:v>
                </c:pt>
                <c:pt idx="1916">
                  <c:v>16.329000000000001</c:v>
                </c:pt>
                <c:pt idx="1917">
                  <c:v>15.881</c:v>
                </c:pt>
                <c:pt idx="1918">
                  <c:v>16.04</c:v>
                </c:pt>
                <c:pt idx="1919">
                  <c:v>15.997</c:v>
                </c:pt>
                <c:pt idx="1920">
                  <c:v>16.161999999999999</c:v>
                </c:pt>
                <c:pt idx="1921">
                  <c:v>16.106000000000002</c:v>
                </c:pt>
                <c:pt idx="1922">
                  <c:v>16.061</c:v>
                </c:pt>
                <c:pt idx="1923">
                  <c:v>16.393000000000001</c:v>
                </c:pt>
                <c:pt idx="1924">
                  <c:v>16.225999999999999</c:v>
                </c:pt>
                <c:pt idx="1925">
                  <c:v>15.98</c:v>
                </c:pt>
                <c:pt idx="1926">
                  <c:v>16.466999999999999</c:v>
                </c:pt>
                <c:pt idx="1927">
                  <c:v>16.483000000000001</c:v>
                </c:pt>
                <c:pt idx="1928">
                  <c:v>16.327000000000002</c:v>
                </c:pt>
                <c:pt idx="1929">
                  <c:v>16.103000000000002</c:v>
                </c:pt>
                <c:pt idx="1930">
                  <c:v>15.974</c:v>
                </c:pt>
                <c:pt idx="1931">
                  <c:v>16.044</c:v>
                </c:pt>
                <c:pt idx="1932">
                  <c:v>16.076000000000001</c:v>
                </c:pt>
                <c:pt idx="1933">
                  <c:v>16.067</c:v>
                </c:pt>
                <c:pt idx="1934">
                  <c:v>16.076000000000001</c:v>
                </c:pt>
                <c:pt idx="1935">
                  <c:v>15.913</c:v>
                </c:pt>
                <c:pt idx="1936">
                  <c:v>15.98</c:v>
                </c:pt>
                <c:pt idx="1937">
                  <c:v>15.782</c:v>
                </c:pt>
                <c:pt idx="1938">
                  <c:v>15.856</c:v>
                </c:pt>
                <c:pt idx="1939">
                  <c:v>16.169</c:v>
                </c:pt>
                <c:pt idx="1940">
                  <c:v>16.439</c:v>
                </c:pt>
                <c:pt idx="1941">
                  <c:v>16.751000000000001</c:v>
                </c:pt>
                <c:pt idx="1942">
                  <c:v>16.067</c:v>
                </c:pt>
                <c:pt idx="1943">
                  <c:v>15.625999999999999</c:v>
                </c:pt>
                <c:pt idx="1944">
                  <c:v>15.555999999999999</c:v>
                </c:pt>
                <c:pt idx="1945">
                  <c:v>15.358000000000001</c:v>
                </c:pt>
                <c:pt idx="1946">
                  <c:v>15.680999999999999</c:v>
                </c:pt>
                <c:pt idx="1947">
                  <c:v>15.898</c:v>
                </c:pt>
                <c:pt idx="1948">
                  <c:v>15.895</c:v>
                </c:pt>
                <c:pt idx="1949">
                  <c:v>15.986000000000001</c:v>
                </c:pt>
                <c:pt idx="1950">
                  <c:v>15.936999999999999</c:v>
                </c:pt>
                <c:pt idx="1951">
                  <c:v>16.006</c:v>
                </c:pt>
                <c:pt idx="1952">
                  <c:v>16.390999999999998</c:v>
                </c:pt>
                <c:pt idx="1953">
                  <c:v>16.163</c:v>
                </c:pt>
                <c:pt idx="1954">
                  <c:v>16.568000000000001</c:v>
                </c:pt>
                <c:pt idx="1955">
                  <c:v>16.401</c:v>
                </c:pt>
                <c:pt idx="1956">
                  <c:v>16.641999999999999</c:v>
                </c:pt>
                <c:pt idx="1957">
                  <c:v>16.824000000000002</c:v>
                </c:pt>
                <c:pt idx="1958">
                  <c:v>16.753</c:v>
                </c:pt>
                <c:pt idx="1959">
                  <c:v>17.245000000000001</c:v>
                </c:pt>
                <c:pt idx="1960">
                  <c:v>17.047999999999998</c:v>
                </c:pt>
                <c:pt idx="1961">
                  <c:v>17.506</c:v>
                </c:pt>
                <c:pt idx="1962">
                  <c:v>18.076000000000001</c:v>
                </c:pt>
                <c:pt idx="1963">
                  <c:v>17.815999999999999</c:v>
                </c:pt>
                <c:pt idx="1964">
                  <c:v>17.414000000000001</c:v>
                </c:pt>
                <c:pt idx="1965">
                  <c:v>17.236999999999998</c:v>
                </c:pt>
                <c:pt idx="1966">
                  <c:v>17.43</c:v>
                </c:pt>
                <c:pt idx="1967">
                  <c:v>17.456</c:v>
                </c:pt>
                <c:pt idx="1968">
                  <c:v>16.739999999999998</c:v>
                </c:pt>
                <c:pt idx="1969">
                  <c:v>17.256</c:v>
                </c:pt>
                <c:pt idx="1970">
                  <c:v>17.169</c:v>
                </c:pt>
                <c:pt idx="1971">
                  <c:v>17.364000000000001</c:v>
                </c:pt>
                <c:pt idx="1972">
                  <c:v>17.145</c:v>
                </c:pt>
                <c:pt idx="1973">
                  <c:v>17.137</c:v>
                </c:pt>
                <c:pt idx="1974">
                  <c:v>17.207999999999998</c:v>
                </c:pt>
                <c:pt idx="1975">
                  <c:v>17.326000000000001</c:v>
                </c:pt>
                <c:pt idx="1976">
                  <c:v>16.78</c:v>
                </c:pt>
                <c:pt idx="1977">
                  <c:v>16.641999999999999</c:v>
                </c:pt>
                <c:pt idx="1978">
                  <c:v>16.503</c:v>
                </c:pt>
                <c:pt idx="1979">
                  <c:v>16.268000000000001</c:v>
                </c:pt>
                <c:pt idx="1980">
                  <c:v>16.335999999999999</c:v>
                </c:pt>
                <c:pt idx="1981">
                  <c:v>16.331</c:v>
                </c:pt>
                <c:pt idx="1982">
                  <c:v>16.385000000000002</c:v>
                </c:pt>
                <c:pt idx="1983">
                  <c:v>16.216999999999999</c:v>
                </c:pt>
                <c:pt idx="1984">
                  <c:v>16.401</c:v>
                </c:pt>
                <c:pt idx="1985">
                  <c:v>16.436</c:v>
                </c:pt>
                <c:pt idx="1986">
                  <c:v>16.190999999999999</c:v>
                </c:pt>
                <c:pt idx="1987">
                  <c:v>16.143999999999998</c:v>
                </c:pt>
                <c:pt idx="1988">
                  <c:v>16.213999999999999</c:v>
                </c:pt>
                <c:pt idx="1989">
                  <c:v>16.041</c:v>
                </c:pt>
                <c:pt idx="1990">
                  <c:v>16.013999999999999</c:v>
                </c:pt>
                <c:pt idx="1991">
                  <c:v>16.190999999999999</c:v>
                </c:pt>
                <c:pt idx="1992">
                  <c:v>16.437000000000001</c:v>
                </c:pt>
                <c:pt idx="1993">
                  <c:v>16.378</c:v>
                </c:pt>
                <c:pt idx="1994">
                  <c:v>16.379000000000001</c:v>
                </c:pt>
                <c:pt idx="1995">
                  <c:v>16.446999999999999</c:v>
                </c:pt>
                <c:pt idx="1996">
                  <c:v>16.498999999999999</c:v>
                </c:pt>
                <c:pt idx="1997">
                  <c:v>16.05</c:v>
                </c:pt>
                <c:pt idx="1998">
                  <c:v>15.818</c:v>
                </c:pt>
                <c:pt idx="1999">
                  <c:v>15.851000000000001</c:v>
                </c:pt>
                <c:pt idx="2000">
                  <c:v>15.974</c:v>
                </c:pt>
                <c:pt idx="2001">
                  <c:v>16.050999999999998</c:v>
                </c:pt>
                <c:pt idx="2002">
                  <c:v>15.79</c:v>
                </c:pt>
                <c:pt idx="2003">
                  <c:v>16.259</c:v>
                </c:pt>
                <c:pt idx="2004">
                  <c:v>15.989000000000001</c:v>
                </c:pt>
                <c:pt idx="2005">
                  <c:v>15.509</c:v>
                </c:pt>
                <c:pt idx="2006">
                  <c:v>15.302</c:v>
                </c:pt>
                <c:pt idx="2007">
                  <c:v>15.381</c:v>
                </c:pt>
                <c:pt idx="2008">
                  <c:v>15.372</c:v>
                </c:pt>
                <c:pt idx="2009">
                  <c:v>15.315</c:v>
                </c:pt>
                <c:pt idx="2010">
                  <c:v>14.949</c:v>
                </c:pt>
                <c:pt idx="2011">
                  <c:v>15.098000000000001</c:v>
                </c:pt>
                <c:pt idx="2012">
                  <c:v>15.231</c:v>
                </c:pt>
                <c:pt idx="2013">
                  <c:v>15.071999999999999</c:v>
                </c:pt>
                <c:pt idx="2014">
                  <c:v>15.108000000000001</c:v>
                </c:pt>
                <c:pt idx="2015">
                  <c:v>14.858000000000001</c:v>
                </c:pt>
                <c:pt idx="2016">
                  <c:v>14.954000000000001</c:v>
                </c:pt>
                <c:pt idx="2017">
                  <c:v>14.948</c:v>
                </c:pt>
                <c:pt idx="2018">
                  <c:v>14.928000000000001</c:v>
                </c:pt>
                <c:pt idx="2019">
                  <c:v>14.737</c:v>
                </c:pt>
                <c:pt idx="2020">
                  <c:v>14.613</c:v>
                </c:pt>
                <c:pt idx="2021">
                  <c:v>14.576000000000001</c:v>
                </c:pt>
                <c:pt idx="2022">
                  <c:v>14.439</c:v>
                </c:pt>
                <c:pt idx="2023">
                  <c:v>14.617000000000001</c:v>
                </c:pt>
                <c:pt idx="2024">
                  <c:v>14.694000000000001</c:v>
                </c:pt>
                <c:pt idx="2025">
                  <c:v>14.679</c:v>
                </c:pt>
                <c:pt idx="2026">
                  <c:v>14.737</c:v>
                </c:pt>
                <c:pt idx="2027">
                  <c:v>14.992000000000001</c:v>
                </c:pt>
                <c:pt idx="2028">
                  <c:v>14.712</c:v>
                </c:pt>
                <c:pt idx="2029">
                  <c:v>14.696999999999999</c:v>
                </c:pt>
                <c:pt idx="2030">
                  <c:v>14.586</c:v>
                </c:pt>
                <c:pt idx="2031">
                  <c:v>14.771000000000001</c:v>
                </c:pt>
                <c:pt idx="2032">
                  <c:v>14.638</c:v>
                </c:pt>
                <c:pt idx="2033">
                  <c:v>14.65</c:v>
                </c:pt>
                <c:pt idx="2034">
                  <c:v>14.702999999999999</c:v>
                </c:pt>
                <c:pt idx="2035">
                  <c:v>14.86</c:v>
                </c:pt>
                <c:pt idx="2036">
                  <c:v>14.983000000000001</c:v>
                </c:pt>
                <c:pt idx="2037">
                  <c:v>15.351000000000001</c:v>
                </c:pt>
                <c:pt idx="2038">
                  <c:v>15.445</c:v>
                </c:pt>
                <c:pt idx="2039">
                  <c:v>15.458</c:v>
                </c:pt>
                <c:pt idx="2040">
                  <c:v>15.567</c:v>
                </c:pt>
                <c:pt idx="2041">
                  <c:v>15.558999999999999</c:v>
                </c:pt>
                <c:pt idx="2042">
                  <c:v>15.695</c:v>
                </c:pt>
                <c:pt idx="2043">
                  <c:v>15.945</c:v>
                </c:pt>
                <c:pt idx="2044">
                  <c:v>16.145</c:v>
                </c:pt>
                <c:pt idx="2045">
                  <c:v>16.157</c:v>
                </c:pt>
                <c:pt idx="2046">
                  <c:v>16.071999999999999</c:v>
                </c:pt>
                <c:pt idx="2047">
                  <c:v>16.129000000000001</c:v>
                </c:pt>
                <c:pt idx="2048">
                  <c:v>16.445</c:v>
                </c:pt>
                <c:pt idx="2049">
                  <c:v>16.056999999999999</c:v>
                </c:pt>
                <c:pt idx="2050">
                  <c:v>16.297000000000001</c:v>
                </c:pt>
                <c:pt idx="2051">
                  <c:v>16.337</c:v>
                </c:pt>
                <c:pt idx="2052">
                  <c:v>16.29</c:v>
                </c:pt>
                <c:pt idx="2053">
                  <c:v>16.224</c:v>
                </c:pt>
                <c:pt idx="2054">
                  <c:v>16.411999999999999</c:v>
                </c:pt>
                <c:pt idx="2055">
                  <c:v>16.61</c:v>
                </c:pt>
                <c:pt idx="2056">
                  <c:v>16.861000000000001</c:v>
                </c:pt>
                <c:pt idx="2057">
                  <c:v>17.516999999999999</c:v>
                </c:pt>
                <c:pt idx="2058">
                  <c:v>17.934000000000001</c:v>
                </c:pt>
                <c:pt idx="2059">
                  <c:v>17.802</c:v>
                </c:pt>
                <c:pt idx="2060">
                  <c:v>17.774999999999999</c:v>
                </c:pt>
                <c:pt idx="2061">
                  <c:v>17.623999999999999</c:v>
                </c:pt>
                <c:pt idx="2062">
                  <c:v>17.917000000000002</c:v>
                </c:pt>
                <c:pt idx="2063">
                  <c:v>17.587</c:v>
                </c:pt>
                <c:pt idx="2064">
                  <c:v>17.690999999999999</c:v>
                </c:pt>
                <c:pt idx="2065">
                  <c:v>17.8</c:v>
                </c:pt>
                <c:pt idx="2066">
                  <c:v>18.084</c:v>
                </c:pt>
                <c:pt idx="2067">
                  <c:v>18.684000000000001</c:v>
                </c:pt>
                <c:pt idx="2068">
                  <c:v>18.155999999999999</c:v>
                </c:pt>
                <c:pt idx="2069">
                  <c:v>18.030999999999999</c:v>
                </c:pt>
                <c:pt idx="2070">
                  <c:v>18.047000000000001</c:v>
                </c:pt>
                <c:pt idx="2071">
                  <c:v>17.896999999999998</c:v>
                </c:pt>
                <c:pt idx="2072">
                  <c:v>17.765000000000001</c:v>
                </c:pt>
                <c:pt idx="2073">
                  <c:v>17.606999999999999</c:v>
                </c:pt>
                <c:pt idx="2074">
                  <c:v>17.463999999999999</c:v>
                </c:pt>
                <c:pt idx="2075">
                  <c:v>17.370999999999999</c:v>
                </c:pt>
                <c:pt idx="2076">
                  <c:v>17.312000000000001</c:v>
                </c:pt>
                <c:pt idx="2077">
                  <c:v>17.786999999999999</c:v>
                </c:pt>
                <c:pt idx="2078">
                  <c:v>17.934000000000001</c:v>
                </c:pt>
                <c:pt idx="2079">
                  <c:v>17.814</c:v>
                </c:pt>
                <c:pt idx="2080">
                  <c:v>17.715</c:v>
                </c:pt>
                <c:pt idx="2081">
                  <c:v>17.465</c:v>
                </c:pt>
                <c:pt idx="2082">
                  <c:v>17.248999999999999</c:v>
                </c:pt>
                <c:pt idx="2083">
                  <c:v>17.276</c:v>
                </c:pt>
                <c:pt idx="2084">
                  <c:v>17.167000000000002</c:v>
                </c:pt>
                <c:pt idx="2085">
                  <c:v>17.114999999999998</c:v>
                </c:pt>
                <c:pt idx="2086">
                  <c:v>17.117999999999999</c:v>
                </c:pt>
                <c:pt idx="2087">
                  <c:v>17.145</c:v>
                </c:pt>
                <c:pt idx="2088">
                  <c:v>17.015999999999998</c:v>
                </c:pt>
                <c:pt idx="2089">
                  <c:v>17.079000000000001</c:v>
                </c:pt>
                <c:pt idx="2090">
                  <c:v>17.308</c:v>
                </c:pt>
                <c:pt idx="2091">
                  <c:v>17.719000000000001</c:v>
                </c:pt>
                <c:pt idx="2092">
                  <c:v>17.396000000000001</c:v>
                </c:pt>
                <c:pt idx="2093">
                  <c:v>17.43</c:v>
                </c:pt>
                <c:pt idx="2094">
                  <c:v>17.285</c:v>
                </c:pt>
                <c:pt idx="2095">
                  <c:v>17.178999999999998</c:v>
                </c:pt>
                <c:pt idx="2096">
                  <c:v>16.834</c:v>
                </c:pt>
                <c:pt idx="2097">
                  <c:v>17.030999999999999</c:v>
                </c:pt>
                <c:pt idx="2098">
                  <c:v>17.204000000000001</c:v>
                </c:pt>
                <c:pt idx="2099">
                  <c:v>17.201000000000001</c:v>
                </c:pt>
                <c:pt idx="2100">
                  <c:v>17.257000000000001</c:v>
                </c:pt>
                <c:pt idx="2101">
                  <c:v>17.45</c:v>
                </c:pt>
                <c:pt idx="2102">
                  <c:v>17.54</c:v>
                </c:pt>
                <c:pt idx="2103">
                  <c:v>17.707999999999998</c:v>
                </c:pt>
                <c:pt idx="2104">
                  <c:v>18.085999999999999</c:v>
                </c:pt>
                <c:pt idx="2105">
                  <c:v>18.395</c:v>
                </c:pt>
                <c:pt idx="2106">
                  <c:v>18.12</c:v>
                </c:pt>
                <c:pt idx="2107">
                  <c:v>18.126000000000001</c:v>
                </c:pt>
                <c:pt idx="2108">
                  <c:v>18.012</c:v>
                </c:pt>
                <c:pt idx="2109">
                  <c:v>17.821999999999999</c:v>
                </c:pt>
                <c:pt idx="2110">
                  <c:v>17.169</c:v>
                </c:pt>
                <c:pt idx="2111">
                  <c:v>17.068000000000001</c:v>
                </c:pt>
                <c:pt idx="2112">
                  <c:v>16.579000000000001</c:v>
                </c:pt>
                <c:pt idx="2113">
                  <c:v>16.521999999999998</c:v>
                </c:pt>
                <c:pt idx="2114">
                  <c:v>16.359000000000002</c:v>
                </c:pt>
                <c:pt idx="2115">
                  <c:v>16.532</c:v>
                </c:pt>
                <c:pt idx="2116">
                  <c:v>16.323</c:v>
                </c:pt>
                <c:pt idx="2117">
                  <c:v>16.744</c:v>
                </c:pt>
                <c:pt idx="2118">
                  <c:v>16.596</c:v>
                </c:pt>
                <c:pt idx="2119">
                  <c:v>16.414000000000001</c:v>
                </c:pt>
                <c:pt idx="2120">
                  <c:v>16.513999999999999</c:v>
                </c:pt>
                <c:pt idx="2121">
                  <c:v>16.518000000000001</c:v>
                </c:pt>
                <c:pt idx="2122">
                  <c:v>16.457000000000001</c:v>
                </c:pt>
                <c:pt idx="2123">
                  <c:v>16.518000000000001</c:v>
                </c:pt>
                <c:pt idx="2124">
                  <c:v>16.529</c:v>
                </c:pt>
                <c:pt idx="2125">
                  <c:v>16.643999999999998</c:v>
                </c:pt>
                <c:pt idx="2126">
                  <c:v>16.635999999999999</c:v>
                </c:pt>
                <c:pt idx="2127">
                  <c:v>16.943999999999999</c:v>
                </c:pt>
                <c:pt idx="2128">
                  <c:v>16.905000000000001</c:v>
                </c:pt>
                <c:pt idx="2129">
                  <c:v>17.481000000000002</c:v>
                </c:pt>
                <c:pt idx="2130">
                  <c:v>17.364000000000001</c:v>
                </c:pt>
                <c:pt idx="2131">
                  <c:v>17.135000000000002</c:v>
                </c:pt>
                <c:pt idx="2132">
                  <c:v>17.172999999999998</c:v>
                </c:pt>
                <c:pt idx="2133">
                  <c:v>16.378</c:v>
                </c:pt>
                <c:pt idx="2134">
                  <c:v>16.198</c:v>
                </c:pt>
                <c:pt idx="2135">
                  <c:v>16.143000000000001</c:v>
                </c:pt>
                <c:pt idx="2136">
                  <c:v>15.978</c:v>
                </c:pt>
                <c:pt idx="2137">
                  <c:v>16.968</c:v>
                </c:pt>
                <c:pt idx="2138">
                  <c:v>17.329999999999998</c:v>
                </c:pt>
                <c:pt idx="2139">
                  <c:v>17.457999999999998</c:v>
                </c:pt>
                <c:pt idx="2140">
                  <c:v>17.515000000000001</c:v>
                </c:pt>
                <c:pt idx="2141">
                  <c:v>17.582999999999998</c:v>
                </c:pt>
                <c:pt idx="2142">
                  <c:v>17.611000000000001</c:v>
                </c:pt>
                <c:pt idx="2143">
                  <c:v>17.561</c:v>
                </c:pt>
                <c:pt idx="2144">
                  <c:v>17.652999999999999</c:v>
                </c:pt>
                <c:pt idx="2145">
                  <c:v>17.792000000000002</c:v>
                </c:pt>
                <c:pt idx="2146">
                  <c:v>17.222999999999999</c:v>
                </c:pt>
                <c:pt idx="2147">
                  <c:v>17.222999999999999</c:v>
                </c:pt>
                <c:pt idx="2148">
                  <c:v>16.832999999999998</c:v>
                </c:pt>
                <c:pt idx="2149">
                  <c:v>16.667000000000002</c:v>
                </c:pt>
                <c:pt idx="2150">
                  <c:v>16.515999999999998</c:v>
                </c:pt>
                <c:pt idx="2151">
                  <c:v>16.751999999999999</c:v>
                </c:pt>
                <c:pt idx="2152">
                  <c:v>16.527999999999999</c:v>
                </c:pt>
                <c:pt idx="2153">
                  <c:v>16.978999999999999</c:v>
                </c:pt>
                <c:pt idx="2154">
                  <c:v>16.704999999999998</c:v>
                </c:pt>
                <c:pt idx="2155">
                  <c:v>16.710999999999999</c:v>
                </c:pt>
                <c:pt idx="2156">
                  <c:v>16.542999999999999</c:v>
                </c:pt>
                <c:pt idx="2157">
                  <c:v>16.434000000000001</c:v>
                </c:pt>
                <c:pt idx="2158">
                  <c:v>16.611999999999998</c:v>
                </c:pt>
                <c:pt idx="2159">
                  <c:v>16.7</c:v>
                </c:pt>
                <c:pt idx="2160">
                  <c:v>16.986000000000001</c:v>
                </c:pt>
                <c:pt idx="2161">
                  <c:v>17.231999999999999</c:v>
                </c:pt>
                <c:pt idx="2162">
                  <c:v>17.18</c:v>
                </c:pt>
                <c:pt idx="2163">
                  <c:v>17.193000000000001</c:v>
                </c:pt>
                <c:pt idx="2164">
                  <c:v>17.213000000000001</c:v>
                </c:pt>
                <c:pt idx="2165">
                  <c:v>17.398</c:v>
                </c:pt>
                <c:pt idx="2166">
                  <c:v>17.634</c:v>
                </c:pt>
                <c:pt idx="2167">
                  <c:v>18.024999999999999</c:v>
                </c:pt>
                <c:pt idx="2168">
                  <c:v>17.966999999999999</c:v>
                </c:pt>
                <c:pt idx="2169">
                  <c:v>17.652999999999999</c:v>
                </c:pt>
                <c:pt idx="2170">
                  <c:v>17.695</c:v>
                </c:pt>
                <c:pt idx="2171">
                  <c:v>17.782</c:v>
                </c:pt>
                <c:pt idx="2172">
                  <c:v>17.641999999999999</c:v>
                </c:pt>
                <c:pt idx="2173">
                  <c:v>17.425000000000001</c:v>
                </c:pt>
                <c:pt idx="2174">
                  <c:v>17.189</c:v>
                </c:pt>
                <c:pt idx="2175">
                  <c:v>20.033999999999999</c:v>
                </c:pt>
                <c:pt idx="2176">
                  <c:v>17.347999999999999</c:v>
                </c:pt>
                <c:pt idx="2177">
                  <c:v>17.327000000000002</c:v>
                </c:pt>
                <c:pt idx="2178">
                  <c:v>17.539000000000001</c:v>
                </c:pt>
                <c:pt idx="2179">
                  <c:v>17.725000000000001</c:v>
                </c:pt>
                <c:pt idx="2180">
                  <c:v>17.678000000000001</c:v>
                </c:pt>
                <c:pt idx="2181">
                  <c:v>17.52</c:v>
                </c:pt>
                <c:pt idx="2182">
                  <c:v>17.283000000000001</c:v>
                </c:pt>
                <c:pt idx="2183">
                  <c:v>16.911999999999999</c:v>
                </c:pt>
                <c:pt idx="2184">
                  <c:v>17.004999999999999</c:v>
                </c:pt>
                <c:pt idx="2185">
                  <c:v>17.170000000000002</c:v>
                </c:pt>
                <c:pt idx="2186">
                  <c:v>16.893000000000001</c:v>
                </c:pt>
                <c:pt idx="2187">
                  <c:v>16.786999999999999</c:v>
                </c:pt>
                <c:pt idx="2188">
                  <c:v>16.690999999999999</c:v>
                </c:pt>
                <c:pt idx="2189">
                  <c:v>16.658000000000001</c:v>
                </c:pt>
                <c:pt idx="2190">
                  <c:v>16.494</c:v>
                </c:pt>
                <c:pt idx="2191">
                  <c:v>16.728000000000002</c:v>
                </c:pt>
                <c:pt idx="2192">
                  <c:v>16.436</c:v>
                </c:pt>
                <c:pt idx="2193">
                  <c:v>16.143000000000001</c:v>
                </c:pt>
                <c:pt idx="2194">
                  <c:v>16.122</c:v>
                </c:pt>
                <c:pt idx="2195">
                  <c:v>15.941000000000001</c:v>
                </c:pt>
                <c:pt idx="2196">
                  <c:v>15.97</c:v>
                </c:pt>
                <c:pt idx="2197">
                  <c:v>15.847</c:v>
                </c:pt>
                <c:pt idx="2198">
                  <c:v>15.785</c:v>
                </c:pt>
                <c:pt idx="2199">
                  <c:v>15.65</c:v>
                </c:pt>
                <c:pt idx="2200">
                  <c:v>15.775</c:v>
                </c:pt>
                <c:pt idx="2201">
                  <c:v>16.061</c:v>
                </c:pt>
                <c:pt idx="2202">
                  <c:v>16.163</c:v>
                </c:pt>
                <c:pt idx="2203">
                  <c:v>16.056999999999999</c:v>
                </c:pt>
                <c:pt idx="2204">
                  <c:v>16.140999999999998</c:v>
                </c:pt>
                <c:pt idx="2205">
                  <c:v>16.103999999999999</c:v>
                </c:pt>
                <c:pt idx="2206">
                  <c:v>15.949</c:v>
                </c:pt>
                <c:pt idx="2207">
                  <c:v>15.898999999999999</c:v>
                </c:pt>
                <c:pt idx="2208">
                  <c:v>15.912000000000001</c:v>
                </c:pt>
                <c:pt idx="2209">
                  <c:v>15.872</c:v>
                </c:pt>
                <c:pt idx="2210">
                  <c:v>16.012</c:v>
                </c:pt>
                <c:pt idx="2211">
                  <c:v>16.155999999999999</c:v>
                </c:pt>
                <c:pt idx="2212">
                  <c:v>16.402000000000001</c:v>
                </c:pt>
                <c:pt idx="2213">
                  <c:v>16.632999999999999</c:v>
                </c:pt>
                <c:pt idx="2214">
                  <c:v>16.443000000000001</c:v>
                </c:pt>
                <c:pt idx="2215">
                  <c:v>16.13</c:v>
                </c:pt>
                <c:pt idx="2216">
                  <c:v>16.091999999999999</c:v>
                </c:pt>
                <c:pt idx="2217">
                  <c:v>16.094000000000001</c:v>
                </c:pt>
                <c:pt idx="2218">
                  <c:v>17.390999999999998</c:v>
                </c:pt>
                <c:pt idx="2219">
                  <c:v>17.550999999999998</c:v>
                </c:pt>
                <c:pt idx="2220">
                  <c:v>17.587</c:v>
                </c:pt>
                <c:pt idx="2221">
                  <c:v>17.721</c:v>
                </c:pt>
                <c:pt idx="2222">
                  <c:v>17.440000000000001</c:v>
                </c:pt>
                <c:pt idx="2223">
                  <c:v>17.274000000000001</c:v>
                </c:pt>
                <c:pt idx="2224">
                  <c:v>17.199000000000002</c:v>
                </c:pt>
                <c:pt idx="2225">
                  <c:v>17.068999999999999</c:v>
                </c:pt>
                <c:pt idx="2226">
                  <c:v>17.361999999999998</c:v>
                </c:pt>
                <c:pt idx="2227">
                  <c:v>17.488</c:v>
                </c:pt>
                <c:pt idx="2228">
                  <c:v>17.545999999999999</c:v>
                </c:pt>
                <c:pt idx="2229">
                  <c:v>17.664999999999999</c:v>
                </c:pt>
                <c:pt idx="2230">
                  <c:v>18.094999999999999</c:v>
                </c:pt>
                <c:pt idx="2231">
                  <c:v>18.306999999999999</c:v>
                </c:pt>
                <c:pt idx="2232">
                  <c:v>18.273</c:v>
                </c:pt>
                <c:pt idx="2233">
                  <c:v>18.649999999999999</c:v>
                </c:pt>
                <c:pt idx="2234">
                  <c:v>18.654</c:v>
                </c:pt>
                <c:pt idx="2235">
                  <c:v>18.492000000000001</c:v>
                </c:pt>
                <c:pt idx="2236">
                  <c:v>18.704000000000001</c:v>
                </c:pt>
                <c:pt idx="2237">
                  <c:v>18.806999999999999</c:v>
                </c:pt>
                <c:pt idx="2238">
                  <c:v>18.995000000000001</c:v>
                </c:pt>
                <c:pt idx="2239">
                  <c:v>19.074999999999999</c:v>
                </c:pt>
                <c:pt idx="2240">
                  <c:v>19.501999999999999</c:v>
                </c:pt>
                <c:pt idx="2241">
                  <c:v>20.529</c:v>
                </c:pt>
                <c:pt idx="2242">
                  <c:v>19.888000000000002</c:v>
                </c:pt>
                <c:pt idx="2243">
                  <c:v>19.719000000000001</c:v>
                </c:pt>
                <c:pt idx="2244">
                  <c:v>19.555</c:v>
                </c:pt>
                <c:pt idx="2245">
                  <c:v>19.603999999999999</c:v>
                </c:pt>
                <c:pt idx="2246">
                  <c:v>19.655999999999999</c:v>
                </c:pt>
                <c:pt idx="2247">
                  <c:v>19.771000000000001</c:v>
                </c:pt>
                <c:pt idx="2248">
                  <c:v>20.123000000000001</c:v>
                </c:pt>
                <c:pt idx="2249">
                  <c:v>20.248999999999999</c:v>
                </c:pt>
                <c:pt idx="2250">
                  <c:v>20.225000000000001</c:v>
                </c:pt>
                <c:pt idx="2251">
                  <c:v>20.442</c:v>
                </c:pt>
                <c:pt idx="2252">
                  <c:v>21.012</c:v>
                </c:pt>
                <c:pt idx="2253">
                  <c:v>20.350000000000001</c:v>
                </c:pt>
                <c:pt idx="2254">
                  <c:v>20.393000000000001</c:v>
                </c:pt>
                <c:pt idx="2255">
                  <c:v>20.472000000000001</c:v>
                </c:pt>
                <c:pt idx="2256">
                  <c:v>20.805</c:v>
                </c:pt>
                <c:pt idx="2257">
                  <c:v>20.69</c:v>
                </c:pt>
                <c:pt idx="2258">
                  <c:v>20.74</c:v>
                </c:pt>
                <c:pt idx="2259">
                  <c:v>20.533000000000001</c:v>
                </c:pt>
                <c:pt idx="2260">
                  <c:v>20.565000000000001</c:v>
                </c:pt>
                <c:pt idx="2261">
                  <c:v>20.387</c:v>
                </c:pt>
                <c:pt idx="2262">
                  <c:v>20.611000000000001</c:v>
                </c:pt>
                <c:pt idx="2263">
                  <c:v>20.696999999999999</c:v>
                </c:pt>
                <c:pt idx="2264">
                  <c:v>20.795000000000002</c:v>
                </c:pt>
                <c:pt idx="2265">
                  <c:v>21.167000000000002</c:v>
                </c:pt>
                <c:pt idx="2266">
                  <c:v>21.100999999999999</c:v>
                </c:pt>
                <c:pt idx="2267">
                  <c:v>21.344999999999999</c:v>
                </c:pt>
                <c:pt idx="2268">
                  <c:v>21.193999999999999</c:v>
                </c:pt>
                <c:pt idx="2269">
                  <c:v>21.271999999999998</c:v>
                </c:pt>
                <c:pt idx="2270">
                  <c:v>21.283000000000001</c:v>
                </c:pt>
                <c:pt idx="2271">
                  <c:v>21.332000000000001</c:v>
                </c:pt>
                <c:pt idx="2272">
                  <c:v>21.579000000000001</c:v>
                </c:pt>
                <c:pt idx="2273">
                  <c:v>21.352</c:v>
                </c:pt>
                <c:pt idx="2274">
                  <c:v>20.966000000000001</c:v>
                </c:pt>
                <c:pt idx="2275">
                  <c:v>20.774000000000001</c:v>
                </c:pt>
                <c:pt idx="2276">
                  <c:v>20.779</c:v>
                </c:pt>
                <c:pt idx="2277">
                  <c:v>21.187999999999999</c:v>
                </c:pt>
                <c:pt idx="2278">
                  <c:v>20.63</c:v>
                </c:pt>
                <c:pt idx="2279">
                  <c:v>20.446999999999999</c:v>
                </c:pt>
                <c:pt idx="2280">
                  <c:v>21.087</c:v>
                </c:pt>
                <c:pt idx="2281">
                  <c:v>20.555</c:v>
                </c:pt>
                <c:pt idx="2282">
                  <c:v>20.635000000000002</c:v>
                </c:pt>
                <c:pt idx="2283">
                  <c:v>20.533999999999999</c:v>
                </c:pt>
                <c:pt idx="2284">
                  <c:v>20.286000000000001</c:v>
                </c:pt>
                <c:pt idx="2285">
                  <c:v>20.361000000000001</c:v>
                </c:pt>
                <c:pt idx="2286">
                  <c:v>20.454000000000001</c:v>
                </c:pt>
                <c:pt idx="2287">
                  <c:v>20.603999999999999</c:v>
                </c:pt>
                <c:pt idx="2288">
                  <c:v>20.747</c:v>
                </c:pt>
                <c:pt idx="2289">
                  <c:v>20.942</c:v>
                </c:pt>
                <c:pt idx="2290">
                  <c:v>21.135999999999999</c:v>
                </c:pt>
                <c:pt idx="2291">
                  <c:v>21.484000000000002</c:v>
                </c:pt>
                <c:pt idx="2292">
                  <c:v>21.882000000000001</c:v>
                </c:pt>
                <c:pt idx="2293">
                  <c:v>21.521000000000001</c:v>
                </c:pt>
                <c:pt idx="2294">
                  <c:v>21.512</c:v>
                </c:pt>
                <c:pt idx="2295">
                  <c:v>21.591000000000001</c:v>
                </c:pt>
                <c:pt idx="2296">
                  <c:v>21.384</c:v>
                </c:pt>
                <c:pt idx="2297">
                  <c:v>21.524000000000001</c:v>
                </c:pt>
                <c:pt idx="2298">
                  <c:v>21.245999999999999</c:v>
                </c:pt>
                <c:pt idx="2299">
                  <c:v>20.978999999999999</c:v>
                </c:pt>
                <c:pt idx="2300">
                  <c:v>21.242999999999999</c:v>
                </c:pt>
                <c:pt idx="2301">
                  <c:v>21.07</c:v>
                </c:pt>
                <c:pt idx="2302">
                  <c:v>21.273</c:v>
                </c:pt>
                <c:pt idx="2303">
                  <c:v>21.559000000000001</c:v>
                </c:pt>
                <c:pt idx="2304">
                  <c:v>21.565000000000001</c:v>
                </c:pt>
                <c:pt idx="2305">
                  <c:v>21.558</c:v>
                </c:pt>
                <c:pt idx="2306">
                  <c:v>20.684999999999999</c:v>
                </c:pt>
                <c:pt idx="2307">
                  <c:v>20.9</c:v>
                </c:pt>
                <c:pt idx="2308">
                  <c:v>20.747</c:v>
                </c:pt>
                <c:pt idx="2309">
                  <c:v>20.77</c:v>
                </c:pt>
                <c:pt idx="2310">
                  <c:v>20.184999999999999</c:v>
                </c:pt>
                <c:pt idx="2311">
                  <c:v>20.414000000000001</c:v>
                </c:pt>
                <c:pt idx="2312">
                  <c:v>20.396999999999998</c:v>
                </c:pt>
                <c:pt idx="2313">
                  <c:v>20.625</c:v>
                </c:pt>
                <c:pt idx="2314">
                  <c:v>20.635000000000002</c:v>
                </c:pt>
                <c:pt idx="2315">
                  <c:v>20.876000000000001</c:v>
                </c:pt>
                <c:pt idx="2316">
                  <c:v>20.901</c:v>
                </c:pt>
                <c:pt idx="2317">
                  <c:v>20.88</c:v>
                </c:pt>
                <c:pt idx="2318">
                  <c:v>20.614999999999998</c:v>
                </c:pt>
                <c:pt idx="2319">
                  <c:v>20.440000000000001</c:v>
                </c:pt>
                <c:pt idx="2320">
                  <c:v>20.25</c:v>
                </c:pt>
                <c:pt idx="2321">
                  <c:v>20.047000000000001</c:v>
                </c:pt>
                <c:pt idx="2322">
                  <c:v>20.100999999999999</c:v>
                </c:pt>
                <c:pt idx="2323">
                  <c:v>19.887</c:v>
                </c:pt>
                <c:pt idx="2324">
                  <c:v>19.652000000000001</c:v>
                </c:pt>
                <c:pt idx="2325">
                  <c:v>19.547000000000001</c:v>
                </c:pt>
                <c:pt idx="2326">
                  <c:v>19.594999999999999</c:v>
                </c:pt>
                <c:pt idx="2327">
                  <c:v>19.608000000000001</c:v>
                </c:pt>
                <c:pt idx="2328">
                  <c:v>19.742999999999999</c:v>
                </c:pt>
                <c:pt idx="2329">
                  <c:v>19.66</c:v>
                </c:pt>
                <c:pt idx="2330">
                  <c:v>19.741</c:v>
                </c:pt>
                <c:pt idx="2331">
                  <c:v>19.776</c:v>
                </c:pt>
                <c:pt idx="2332">
                  <c:v>19.611000000000001</c:v>
                </c:pt>
                <c:pt idx="2333">
                  <c:v>19.672999999999998</c:v>
                </c:pt>
                <c:pt idx="2334">
                  <c:v>19.585000000000001</c:v>
                </c:pt>
                <c:pt idx="2335">
                  <c:v>19.504999999999999</c:v>
                </c:pt>
                <c:pt idx="2336">
                  <c:v>19.390999999999998</c:v>
                </c:pt>
                <c:pt idx="2337">
                  <c:v>19.442</c:v>
                </c:pt>
                <c:pt idx="2338">
                  <c:v>19.597000000000001</c:v>
                </c:pt>
                <c:pt idx="2339">
                  <c:v>19.579000000000001</c:v>
                </c:pt>
                <c:pt idx="2340">
                  <c:v>19.510000000000002</c:v>
                </c:pt>
                <c:pt idx="2341">
                  <c:v>19.236000000000001</c:v>
                </c:pt>
                <c:pt idx="2342">
                  <c:v>19.190999999999999</c:v>
                </c:pt>
                <c:pt idx="2343">
                  <c:v>19.103000000000002</c:v>
                </c:pt>
                <c:pt idx="2344">
                  <c:v>19.224</c:v>
                </c:pt>
                <c:pt idx="2345">
                  <c:v>18.997</c:v>
                </c:pt>
                <c:pt idx="2346">
                  <c:v>19.024999999999999</c:v>
                </c:pt>
                <c:pt idx="2347">
                  <c:v>19.349</c:v>
                </c:pt>
                <c:pt idx="2348">
                  <c:v>19.065999999999999</c:v>
                </c:pt>
                <c:pt idx="2349">
                  <c:v>19.059999999999999</c:v>
                </c:pt>
                <c:pt idx="2350">
                  <c:v>18.875</c:v>
                </c:pt>
                <c:pt idx="2351">
                  <c:v>18.858000000000001</c:v>
                </c:pt>
                <c:pt idx="2352">
                  <c:v>18.914000000000001</c:v>
                </c:pt>
                <c:pt idx="2353">
                  <c:v>18.991</c:v>
                </c:pt>
                <c:pt idx="2354">
                  <c:v>18.859000000000002</c:v>
                </c:pt>
                <c:pt idx="2355">
                  <c:v>18.942</c:v>
                </c:pt>
                <c:pt idx="2356">
                  <c:v>19.059000000000001</c:v>
                </c:pt>
                <c:pt idx="2357">
                  <c:v>19.189</c:v>
                </c:pt>
                <c:pt idx="2358">
                  <c:v>19.09</c:v>
                </c:pt>
                <c:pt idx="2359">
                  <c:v>18.497</c:v>
                </c:pt>
                <c:pt idx="2360">
                  <c:v>18.68</c:v>
                </c:pt>
                <c:pt idx="2361">
                  <c:v>18.457999999999998</c:v>
                </c:pt>
                <c:pt idx="2362">
                  <c:v>18.334</c:v>
                </c:pt>
                <c:pt idx="2363">
                  <c:v>18.314</c:v>
                </c:pt>
                <c:pt idx="2364">
                  <c:v>18.396999999999998</c:v>
                </c:pt>
                <c:pt idx="2365">
                  <c:v>18.507000000000001</c:v>
                </c:pt>
                <c:pt idx="2366">
                  <c:v>18.486999999999998</c:v>
                </c:pt>
                <c:pt idx="2367">
                  <c:v>18.690999999999999</c:v>
                </c:pt>
                <c:pt idx="2368">
                  <c:v>19.056000000000001</c:v>
                </c:pt>
                <c:pt idx="2369">
                  <c:v>19.026</c:v>
                </c:pt>
                <c:pt idx="2370">
                  <c:v>18.707999999999998</c:v>
                </c:pt>
                <c:pt idx="2371">
                  <c:v>19.024999999999999</c:v>
                </c:pt>
                <c:pt idx="2372">
                  <c:v>18.908000000000001</c:v>
                </c:pt>
                <c:pt idx="2373">
                  <c:v>18.927</c:v>
                </c:pt>
                <c:pt idx="2374">
                  <c:v>19.059999999999999</c:v>
                </c:pt>
                <c:pt idx="2375">
                  <c:v>18.954000000000001</c:v>
                </c:pt>
                <c:pt idx="2376">
                  <c:v>18.984999999999999</c:v>
                </c:pt>
                <c:pt idx="2377">
                  <c:v>21.917000000000002</c:v>
                </c:pt>
                <c:pt idx="2378">
                  <c:v>19.940000000000001</c:v>
                </c:pt>
                <c:pt idx="2379">
                  <c:v>19.309999999999999</c:v>
                </c:pt>
                <c:pt idx="2380">
                  <c:v>18.885000000000002</c:v>
                </c:pt>
                <c:pt idx="2381">
                  <c:v>18.923999999999999</c:v>
                </c:pt>
                <c:pt idx="2382">
                  <c:v>18.782</c:v>
                </c:pt>
                <c:pt idx="2383">
                  <c:v>18.885999999999999</c:v>
                </c:pt>
                <c:pt idx="2384">
                  <c:v>18.725999999999999</c:v>
                </c:pt>
                <c:pt idx="2385">
                  <c:v>18.609000000000002</c:v>
                </c:pt>
                <c:pt idx="2386">
                  <c:v>18.731000000000002</c:v>
                </c:pt>
                <c:pt idx="2387">
                  <c:v>19.263000000000002</c:v>
                </c:pt>
                <c:pt idx="2388">
                  <c:v>19.754999999999999</c:v>
                </c:pt>
                <c:pt idx="2389">
                  <c:v>19.745999999999999</c:v>
                </c:pt>
                <c:pt idx="2390">
                  <c:v>19.318999999999999</c:v>
                </c:pt>
                <c:pt idx="2391">
                  <c:v>19.138000000000002</c:v>
                </c:pt>
                <c:pt idx="2392">
                  <c:v>19.219000000000001</c:v>
                </c:pt>
                <c:pt idx="2393">
                  <c:v>19.312000000000001</c:v>
                </c:pt>
                <c:pt idx="2394">
                  <c:v>19.329999999999998</c:v>
                </c:pt>
                <c:pt idx="2395">
                  <c:v>19.241</c:v>
                </c:pt>
                <c:pt idx="2396">
                  <c:v>19.32</c:v>
                </c:pt>
                <c:pt idx="2397">
                  <c:v>19.373999999999999</c:v>
                </c:pt>
                <c:pt idx="2398">
                  <c:v>19.584</c:v>
                </c:pt>
                <c:pt idx="2399">
                  <c:v>19.754999999999999</c:v>
                </c:pt>
                <c:pt idx="2400">
                  <c:v>19.838999999999999</c:v>
                </c:pt>
                <c:pt idx="2401">
                  <c:v>19.832000000000001</c:v>
                </c:pt>
                <c:pt idx="2402">
                  <c:v>19.702999999999999</c:v>
                </c:pt>
                <c:pt idx="2403">
                  <c:v>19.581</c:v>
                </c:pt>
                <c:pt idx="2404">
                  <c:v>19.423999999999999</c:v>
                </c:pt>
                <c:pt idx="2405">
                  <c:v>19.530999999999999</c:v>
                </c:pt>
                <c:pt idx="2406">
                  <c:v>19.481999999999999</c:v>
                </c:pt>
                <c:pt idx="2407">
                  <c:v>19.417000000000002</c:v>
                </c:pt>
                <c:pt idx="2408">
                  <c:v>19.402000000000001</c:v>
                </c:pt>
                <c:pt idx="2409">
                  <c:v>19.401</c:v>
                </c:pt>
                <c:pt idx="2410">
                  <c:v>19.614999999999998</c:v>
                </c:pt>
                <c:pt idx="2411">
                  <c:v>19.693999999999999</c:v>
                </c:pt>
                <c:pt idx="2412">
                  <c:v>19.89</c:v>
                </c:pt>
                <c:pt idx="2413">
                  <c:v>19.667000000000002</c:v>
                </c:pt>
                <c:pt idx="2414">
                  <c:v>19.434999999999999</c:v>
                </c:pt>
                <c:pt idx="2415">
                  <c:v>19.733000000000001</c:v>
                </c:pt>
                <c:pt idx="2416">
                  <c:v>19.28</c:v>
                </c:pt>
                <c:pt idx="2417">
                  <c:v>19.091999999999999</c:v>
                </c:pt>
                <c:pt idx="2418">
                  <c:v>19.263000000000002</c:v>
                </c:pt>
                <c:pt idx="2419">
                  <c:v>19.16</c:v>
                </c:pt>
                <c:pt idx="2420">
                  <c:v>18.923999999999999</c:v>
                </c:pt>
                <c:pt idx="2421">
                  <c:v>18.722000000000001</c:v>
                </c:pt>
                <c:pt idx="2422">
                  <c:v>18.733000000000001</c:v>
                </c:pt>
                <c:pt idx="2423">
                  <c:v>18.972999999999999</c:v>
                </c:pt>
                <c:pt idx="2424">
                  <c:v>18.86</c:v>
                </c:pt>
                <c:pt idx="2425">
                  <c:v>19.145</c:v>
                </c:pt>
                <c:pt idx="2426">
                  <c:v>18.898</c:v>
                </c:pt>
                <c:pt idx="2427">
                  <c:v>18.984999999999999</c:v>
                </c:pt>
                <c:pt idx="2428">
                  <c:v>19.315999999999999</c:v>
                </c:pt>
                <c:pt idx="2429">
                  <c:v>19.393999999999998</c:v>
                </c:pt>
                <c:pt idx="2430">
                  <c:v>19.555</c:v>
                </c:pt>
                <c:pt idx="2431">
                  <c:v>19.349</c:v>
                </c:pt>
                <c:pt idx="2432">
                  <c:v>19.353999999999999</c:v>
                </c:pt>
                <c:pt idx="2433">
                  <c:v>19.515999999999998</c:v>
                </c:pt>
                <c:pt idx="2434">
                  <c:v>19.146999999999998</c:v>
                </c:pt>
                <c:pt idx="2435">
                  <c:v>19.038</c:v>
                </c:pt>
                <c:pt idx="2436">
                  <c:v>19.228999999999999</c:v>
                </c:pt>
                <c:pt idx="2437">
                  <c:v>19.643000000000001</c:v>
                </c:pt>
                <c:pt idx="2438">
                  <c:v>20.614999999999998</c:v>
                </c:pt>
                <c:pt idx="2439">
                  <c:v>20.548999999999999</c:v>
                </c:pt>
                <c:pt idx="2440">
                  <c:v>19.972999999999999</c:v>
                </c:pt>
                <c:pt idx="2441">
                  <c:v>19.663</c:v>
                </c:pt>
                <c:pt idx="2442">
                  <c:v>19.631</c:v>
                </c:pt>
                <c:pt idx="2443">
                  <c:v>19.68</c:v>
                </c:pt>
                <c:pt idx="2444">
                  <c:v>19.667999999999999</c:v>
                </c:pt>
                <c:pt idx="2445">
                  <c:v>19.861999999999998</c:v>
                </c:pt>
                <c:pt idx="2446">
                  <c:v>19.789000000000001</c:v>
                </c:pt>
                <c:pt idx="2447">
                  <c:v>19.859000000000002</c:v>
                </c:pt>
                <c:pt idx="2448">
                  <c:v>20.114999999999998</c:v>
                </c:pt>
                <c:pt idx="2449">
                  <c:v>20.234000000000002</c:v>
                </c:pt>
                <c:pt idx="2450">
                  <c:v>20.14</c:v>
                </c:pt>
                <c:pt idx="2451">
                  <c:v>20.09</c:v>
                </c:pt>
                <c:pt idx="2452">
                  <c:v>20.507999999999999</c:v>
                </c:pt>
                <c:pt idx="2453">
                  <c:v>20.32</c:v>
                </c:pt>
                <c:pt idx="2454">
                  <c:v>20.236999999999998</c:v>
                </c:pt>
                <c:pt idx="2455">
                  <c:v>20.503</c:v>
                </c:pt>
                <c:pt idx="2456">
                  <c:v>21.481999999999999</c:v>
                </c:pt>
                <c:pt idx="2457">
                  <c:v>21.898</c:v>
                </c:pt>
                <c:pt idx="2458">
                  <c:v>22.189</c:v>
                </c:pt>
                <c:pt idx="2459">
                  <c:v>22.091999999999999</c:v>
                </c:pt>
                <c:pt idx="2460">
                  <c:v>22.395</c:v>
                </c:pt>
                <c:pt idx="2461">
                  <c:v>22.260999999999999</c:v>
                </c:pt>
                <c:pt idx="2462">
                  <c:v>22.68</c:v>
                </c:pt>
                <c:pt idx="2463">
                  <c:v>22.53</c:v>
                </c:pt>
                <c:pt idx="2464">
                  <c:v>22.117999999999999</c:v>
                </c:pt>
                <c:pt idx="2465">
                  <c:v>22.117999999999999</c:v>
                </c:pt>
                <c:pt idx="2466">
                  <c:v>21.241</c:v>
                </c:pt>
                <c:pt idx="2467">
                  <c:v>21.183</c:v>
                </c:pt>
                <c:pt idx="2468">
                  <c:v>20.856999999999999</c:v>
                </c:pt>
                <c:pt idx="2469">
                  <c:v>20.934999999999999</c:v>
                </c:pt>
                <c:pt idx="2470">
                  <c:v>22.190999999999999</c:v>
                </c:pt>
                <c:pt idx="2471">
                  <c:v>22.212</c:v>
                </c:pt>
                <c:pt idx="2472">
                  <c:v>21.957999999999998</c:v>
                </c:pt>
                <c:pt idx="2473">
                  <c:v>21.991</c:v>
                </c:pt>
                <c:pt idx="2474">
                  <c:v>21.785</c:v>
                </c:pt>
                <c:pt idx="2475">
                  <c:v>22.212</c:v>
                </c:pt>
                <c:pt idx="2476">
                  <c:v>22.018999999999998</c:v>
                </c:pt>
                <c:pt idx="2477">
                  <c:v>21.847999999999999</c:v>
                </c:pt>
                <c:pt idx="2478">
                  <c:v>21.783000000000001</c:v>
                </c:pt>
                <c:pt idx="2479">
                  <c:v>21.795000000000002</c:v>
                </c:pt>
                <c:pt idx="2480">
                  <c:v>21.829000000000001</c:v>
                </c:pt>
                <c:pt idx="2481">
                  <c:v>22.123000000000001</c:v>
                </c:pt>
                <c:pt idx="2482">
                  <c:v>21.483000000000001</c:v>
                </c:pt>
                <c:pt idx="2483">
                  <c:v>21.149000000000001</c:v>
                </c:pt>
                <c:pt idx="2484">
                  <c:v>21.295000000000002</c:v>
                </c:pt>
                <c:pt idx="2485">
                  <c:v>21.350999999999999</c:v>
                </c:pt>
                <c:pt idx="2486">
                  <c:v>27.314</c:v>
                </c:pt>
                <c:pt idx="2487">
                  <c:v>20.939</c:v>
                </c:pt>
                <c:pt idx="2488">
                  <c:v>21.085999999999999</c:v>
                </c:pt>
                <c:pt idx="2489">
                  <c:v>21.209</c:v>
                </c:pt>
                <c:pt idx="2490">
                  <c:v>21.343</c:v>
                </c:pt>
                <c:pt idx="2491">
                  <c:v>21.026</c:v>
                </c:pt>
                <c:pt idx="2492">
                  <c:v>20.963999999999999</c:v>
                </c:pt>
                <c:pt idx="2493">
                  <c:v>21.007999999999999</c:v>
                </c:pt>
                <c:pt idx="2494">
                  <c:v>20.873000000000001</c:v>
                </c:pt>
                <c:pt idx="2495">
                  <c:v>21.047999999999998</c:v>
                </c:pt>
                <c:pt idx="2496">
                  <c:v>20.849</c:v>
                </c:pt>
                <c:pt idx="2497">
                  <c:v>20.742000000000001</c:v>
                </c:pt>
                <c:pt idx="2498">
                  <c:v>20.63</c:v>
                </c:pt>
                <c:pt idx="2499">
                  <c:v>20.661999999999999</c:v>
                </c:pt>
                <c:pt idx="2500">
                  <c:v>20.408999999999999</c:v>
                </c:pt>
                <c:pt idx="2501">
                  <c:v>20.545999999999999</c:v>
                </c:pt>
                <c:pt idx="2502">
                  <c:v>20.138000000000002</c:v>
                </c:pt>
                <c:pt idx="2503">
                  <c:v>20.053999999999998</c:v>
                </c:pt>
                <c:pt idx="2504">
                  <c:v>20.300999999999998</c:v>
                </c:pt>
                <c:pt idx="2505">
                  <c:v>20.673999999999999</c:v>
                </c:pt>
                <c:pt idx="2506">
                  <c:v>20.375</c:v>
                </c:pt>
                <c:pt idx="2507">
                  <c:v>20.109000000000002</c:v>
                </c:pt>
                <c:pt idx="2508">
                  <c:v>19.952000000000002</c:v>
                </c:pt>
                <c:pt idx="2509">
                  <c:v>20.141999999999999</c:v>
                </c:pt>
                <c:pt idx="2510">
                  <c:v>20.172999999999998</c:v>
                </c:pt>
                <c:pt idx="2511">
                  <c:v>20.119</c:v>
                </c:pt>
                <c:pt idx="2512">
                  <c:v>20.164999999999999</c:v>
                </c:pt>
                <c:pt idx="2513">
                  <c:v>20.079000000000001</c:v>
                </c:pt>
                <c:pt idx="2514">
                  <c:v>20.170000000000002</c:v>
                </c:pt>
                <c:pt idx="2515">
                  <c:v>20.254999999999999</c:v>
                </c:pt>
                <c:pt idx="2516">
                  <c:v>20.052</c:v>
                </c:pt>
                <c:pt idx="2517">
                  <c:v>19.914999999999999</c:v>
                </c:pt>
                <c:pt idx="2518">
                  <c:v>19.631</c:v>
                </c:pt>
                <c:pt idx="2519">
                  <c:v>19.170000000000002</c:v>
                </c:pt>
                <c:pt idx="2520">
                  <c:v>19.138000000000002</c:v>
                </c:pt>
                <c:pt idx="2521">
                  <c:v>19.548999999999999</c:v>
                </c:pt>
                <c:pt idx="2522">
                  <c:v>19.5</c:v>
                </c:pt>
                <c:pt idx="2523">
                  <c:v>19.721</c:v>
                </c:pt>
                <c:pt idx="2524">
                  <c:v>20.341000000000001</c:v>
                </c:pt>
                <c:pt idx="2525">
                  <c:v>20.065999999999999</c:v>
                </c:pt>
                <c:pt idx="2526">
                  <c:v>19.962</c:v>
                </c:pt>
                <c:pt idx="2527">
                  <c:v>20.010999999999999</c:v>
                </c:pt>
                <c:pt idx="2528">
                  <c:v>19.934000000000001</c:v>
                </c:pt>
                <c:pt idx="2529">
                  <c:v>20.07</c:v>
                </c:pt>
                <c:pt idx="2530">
                  <c:v>20.234000000000002</c:v>
                </c:pt>
                <c:pt idx="2531">
                  <c:v>19.376999999999999</c:v>
                </c:pt>
                <c:pt idx="2532">
                  <c:v>19.388999999999999</c:v>
                </c:pt>
                <c:pt idx="2533">
                  <c:v>20.206</c:v>
                </c:pt>
                <c:pt idx="2534">
                  <c:v>20.273</c:v>
                </c:pt>
                <c:pt idx="2535">
                  <c:v>20.024999999999999</c:v>
                </c:pt>
                <c:pt idx="2536">
                  <c:v>19.952999999999999</c:v>
                </c:pt>
                <c:pt idx="2537">
                  <c:v>19.759</c:v>
                </c:pt>
                <c:pt idx="2538">
                  <c:v>19.846</c:v>
                </c:pt>
                <c:pt idx="2539">
                  <c:v>20.003</c:v>
                </c:pt>
                <c:pt idx="2540">
                  <c:v>20.038</c:v>
                </c:pt>
                <c:pt idx="2541">
                  <c:v>19.988</c:v>
                </c:pt>
                <c:pt idx="2542">
                  <c:v>19.713000000000001</c:v>
                </c:pt>
                <c:pt idx="2543">
                  <c:v>19.748000000000001</c:v>
                </c:pt>
                <c:pt idx="2544">
                  <c:v>19.881</c:v>
                </c:pt>
                <c:pt idx="2545">
                  <c:v>19.206</c:v>
                </c:pt>
                <c:pt idx="2546">
                  <c:v>19.192</c:v>
                </c:pt>
                <c:pt idx="2547">
                  <c:v>18.884</c:v>
                </c:pt>
                <c:pt idx="2548">
                  <c:v>19.065000000000001</c:v>
                </c:pt>
                <c:pt idx="2549">
                  <c:v>18.913</c:v>
                </c:pt>
                <c:pt idx="2550">
                  <c:v>18.544</c:v>
                </c:pt>
                <c:pt idx="2551">
                  <c:v>18.672999999999998</c:v>
                </c:pt>
                <c:pt idx="2552">
                  <c:v>18.725999999999999</c:v>
                </c:pt>
                <c:pt idx="2553">
                  <c:v>20.352</c:v>
                </c:pt>
                <c:pt idx="2554">
                  <c:v>20.872</c:v>
                </c:pt>
                <c:pt idx="2555">
                  <c:v>20.71</c:v>
                </c:pt>
                <c:pt idx="2556">
                  <c:v>21.443000000000001</c:v>
                </c:pt>
                <c:pt idx="2557">
                  <c:v>21.093</c:v>
                </c:pt>
                <c:pt idx="2558">
                  <c:v>20.728999999999999</c:v>
                </c:pt>
                <c:pt idx="2559">
                  <c:v>20.515000000000001</c:v>
                </c:pt>
                <c:pt idx="2560">
                  <c:v>20.734000000000002</c:v>
                </c:pt>
                <c:pt idx="2561">
                  <c:v>20.597999999999999</c:v>
                </c:pt>
                <c:pt idx="2562">
                  <c:v>20.690999999999999</c:v>
                </c:pt>
                <c:pt idx="2563">
                  <c:v>20.832000000000001</c:v>
                </c:pt>
                <c:pt idx="2564">
                  <c:v>20.780999999999999</c:v>
                </c:pt>
                <c:pt idx="2565">
                  <c:v>20.597999999999999</c:v>
                </c:pt>
                <c:pt idx="2566">
                  <c:v>20.844000000000001</c:v>
                </c:pt>
                <c:pt idx="2567">
                  <c:v>20.641999999999999</c:v>
                </c:pt>
                <c:pt idx="2568">
                  <c:v>20.699000000000002</c:v>
                </c:pt>
                <c:pt idx="2569">
                  <c:v>21.254999999999999</c:v>
                </c:pt>
                <c:pt idx="2570">
                  <c:v>21.077999999999999</c:v>
                </c:pt>
                <c:pt idx="2571">
                  <c:v>20.844000000000001</c:v>
                </c:pt>
                <c:pt idx="2572">
                  <c:v>20.984000000000002</c:v>
                </c:pt>
                <c:pt idx="2573">
                  <c:v>21.167999999999999</c:v>
                </c:pt>
                <c:pt idx="2574">
                  <c:v>21.192</c:v>
                </c:pt>
                <c:pt idx="2575">
                  <c:v>21.068000000000001</c:v>
                </c:pt>
                <c:pt idx="2576">
                  <c:v>21.146000000000001</c:v>
                </c:pt>
                <c:pt idx="2577">
                  <c:v>21.128</c:v>
                </c:pt>
                <c:pt idx="2578">
                  <c:v>20.960999999999999</c:v>
                </c:pt>
                <c:pt idx="2579">
                  <c:v>20.986000000000001</c:v>
                </c:pt>
                <c:pt idx="2580">
                  <c:v>20.992999999999999</c:v>
                </c:pt>
                <c:pt idx="2581">
                  <c:v>21.346</c:v>
                </c:pt>
                <c:pt idx="2582">
                  <c:v>21.655000000000001</c:v>
                </c:pt>
                <c:pt idx="2583">
                  <c:v>21.654</c:v>
                </c:pt>
                <c:pt idx="2584">
                  <c:v>21.716000000000001</c:v>
                </c:pt>
                <c:pt idx="2585">
                  <c:v>21.541</c:v>
                </c:pt>
                <c:pt idx="2586">
                  <c:v>21.856999999999999</c:v>
                </c:pt>
                <c:pt idx="2587">
                  <c:v>22.135000000000002</c:v>
                </c:pt>
                <c:pt idx="2588">
                  <c:v>21.736000000000001</c:v>
                </c:pt>
                <c:pt idx="2589">
                  <c:v>21.989000000000001</c:v>
                </c:pt>
                <c:pt idx="2590">
                  <c:v>21.425000000000001</c:v>
                </c:pt>
                <c:pt idx="2591">
                  <c:v>21.385000000000002</c:v>
                </c:pt>
                <c:pt idx="2592">
                  <c:v>21.459</c:v>
                </c:pt>
                <c:pt idx="2593">
                  <c:v>21.298999999999999</c:v>
                </c:pt>
                <c:pt idx="2594">
                  <c:v>21.466000000000001</c:v>
                </c:pt>
                <c:pt idx="2595">
                  <c:v>21.335999999999999</c:v>
                </c:pt>
                <c:pt idx="2596">
                  <c:v>21.286999999999999</c:v>
                </c:pt>
                <c:pt idx="2597">
                  <c:v>21.24</c:v>
                </c:pt>
                <c:pt idx="2598">
                  <c:v>21.314</c:v>
                </c:pt>
                <c:pt idx="2599">
                  <c:v>21.805</c:v>
                </c:pt>
                <c:pt idx="2600">
                  <c:v>21.774000000000001</c:v>
                </c:pt>
                <c:pt idx="2601">
                  <c:v>21.521999999999998</c:v>
                </c:pt>
                <c:pt idx="2602">
                  <c:v>21.556000000000001</c:v>
                </c:pt>
                <c:pt idx="2603">
                  <c:v>21.876000000000001</c:v>
                </c:pt>
                <c:pt idx="2604">
                  <c:v>22.030999999999999</c:v>
                </c:pt>
                <c:pt idx="2605">
                  <c:v>22.204000000000001</c:v>
                </c:pt>
                <c:pt idx="2606">
                  <c:v>22.274999999999999</c:v>
                </c:pt>
                <c:pt idx="2607">
                  <c:v>22.582000000000001</c:v>
                </c:pt>
                <c:pt idx="2608">
                  <c:v>23.204999999999998</c:v>
                </c:pt>
                <c:pt idx="2609">
                  <c:v>22.882999999999999</c:v>
                </c:pt>
                <c:pt idx="2610">
                  <c:v>22.643999999999998</c:v>
                </c:pt>
                <c:pt idx="2611">
                  <c:v>22.859000000000002</c:v>
                </c:pt>
                <c:pt idx="2612">
                  <c:v>22.673999999999999</c:v>
                </c:pt>
                <c:pt idx="2613">
                  <c:v>22.562999999999999</c:v>
                </c:pt>
                <c:pt idx="2614">
                  <c:v>21.960999999999999</c:v>
                </c:pt>
                <c:pt idx="2615">
                  <c:v>21.922999999999998</c:v>
                </c:pt>
                <c:pt idx="2616">
                  <c:v>22.123999999999999</c:v>
                </c:pt>
                <c:pt idx="2617">
                  <c:v>22.265000000000001</c:v>
                </c:pt>
                <c:pt idx="2618">
                  <c:v>22.216999999999999</c:v>
                </c:pt>
                <c:pt idx="2619">
                  <c:v>22.016999999999999</c:v>
                </c:pt>
                <c:pt idx="2620">
                  <c:v>21.978000000000002</c:v>
                </c:pt>
                <c:pt idx="2621">
                  <c:v>21.725000000000001</c:v>
                </c:pt>
                <c:pt idx="2622">
                  <c:v>21.922000000000001</c:v>
                </c:pt>
                <c:pt idx="2623">
                  <c:v>21.875</c:v>
                </c:pt>
                <c:pt idx="2624">
                  <c:v>21.794</c:v>
                </c:pt>
                <c:pt idx="2625">
                  <c:v>22.07</c:v>
                </c:pt>
                <c:pt idx="2626">
                  <c:v>22.113</c:v>
                </c:pt>
                <c:pt idx="2627">
                  <c:v>21.88</c:v>
                </c:pt>
                <c:pt idx="2628">
                  <c:v>21.75</c:v>
                </c:pt>
                <c:pt idx="2629">
                  <c:v>21.684000000000001</c:v>
                </c:pt>
                <c:pt idx="2630">
                  <c:v>21.565000000000001</c:v>
                </c:pt>
                <c:pt idx="2631">
                  <c:v>21.681000000000001</c:v>
                </c:pt>
                <c:pt idx="2632">
                  <c:v>21.867000000000001</c:v>
                </c:pt>
                <c:pt idx="2633">
                  <c:v>21.206</c:v>
                </c:pt>
                <c:pt idx="2634">
                  <c:v>21.21</c:v>
                </c:pt>
                <c:pt idx="2635">
                  <c:v>20.645</c:v>
                </c:pt>
                <c:pt idx="2636">
                  <c:v>20.704999999999998</c:v>
                </c:pt>
                <c:pt idx="2637">
                  <c:v>22.423999999999999</c:v>
                </c:pt>
                <c:pt idx="2638">
                  <c:v>22.68</c:v>
                </c:pt>
                <c:pt idx="2639">
                  <c:v>22.388999999999999</c:v>
                </c:pt>
                <c:pt idx="2640">
                  <c:v>22.495000000000001</c:v>
                </c:pt>
                <c:pt idx="2641">
                  <c:v>22.22</c:v>
                </c:pt>
                <c:pt idx="2642">
                  <c:v>22.016999999999999</c:v>
                </c:pt>
                <c:pt idx="2643">
                  <c:v>22</c:v>
                </c:pt>
                <c:pt idx="2644">
                  <c:v>21.927</c:v>
                </c:pt>
                <c:pt idx="2645">
                  <c:v>21.786999999999999</c:v>
                </c:pt>
                <c:pt idx="2646">
                  <c:v>21.803000000000001</c:v>
                </c:pt>
                <c:pt idx="2647">
                  <c:v>21.771999999999998</c:v>
                </c:pt>
                <c:pt idx="2648">
                  <c:v>22.087</c:v>
                </c:pt>
                <c:pt idx="2649">
                  <c:v>21.684999999999999</c:v>
                </c:pt>
                <c:pt idx="2650">
                  <c:v>21.433</c:v>
                </c:pt>
                <c:pt idx="2651">
                  <c:v>21.33</c:v>
                </c:pt>
                <c:pt idx="2652">
                  <c:v>21.562000000000001</c:v>
                </c:pt>
                <c:pt idx="2653">
                  <c:v>21.361000000000001</c:v>
                </c:pt>
                <c:pt idx="2654">
                  <c:v>21.457999999999998</c:v>
                </c:pt>
                <c:pt idx="2655">
                  <c:v>21.491</c:v>
                </c:pt>
                <c:pt idx="2656">
                  <c:v>21.154</c:v>
                </c:pt>
                <c:pt idx="2657">
                  <c:v>21.312000000000001</c:v>
                </c:pt>
                <c:pt idx="2658">
                  <c:v>21.376999999999999</c:v>
                </c:pt>
                <c:pt idx="2659">
                  <c:v>21.268999999999998</c:v>
                </c:pt>
                <c:pt idx="2660">
                  <c:v>21.352</c:v>
                </c:pt>
                <c:pt idx="2661">
                  <c:v>21.613</c:v>
                </c:pt>
                <c:pt idx="2662">
                  <c:v>21.58</c:v>
                </c:pt>
                <c:pt idx="2663">
                  <c:v>21.594999999999999</c:v>
                </c:pt>
                <c:pt idx="2664">
                  <c:v>21.49</c:v>
                </c:pt>
                <c:pt idx="2665">
                  <c:v>21.587</c:v>
                </c:pt>
                <c:pt idx="2666">
                  <c:v>21.888000000000002</c:v>
                </c:pt>
                <c:pt idx="2667">
                  <c:v>21.719000000000001</c:v>
                </c:pt>
                <c:pt idx="2668">
                  <c:v>21.972000000000001</c:v>
                </c:pt>
                <c:pt idx="2669">
                  <c:v>21.68</c:v>
                </c:pt>
                <c:pt idx="2670">
                  <c:v>21.713000000000001</c:v>
                </c:pt>
                <c:pt idx="2671">
                  <c:v>21.824999999999999</c:v>
                </c:pt>
                <c:pt idx="2672">
                  <c:v>21.776</c:v>
                </c:pt>
                <c:pt idx="2673">
                  <c:v>21.959</c:v>
                </c:pt>
                <c:pt idx="2674">
                  <c:v>21.741</c:v>
                </c:pt>
                <c:pt idx="2675">
                  <c:v>21.937000000000001</c:v>
                </c:pt>
                <c:pt idx="2676">
                  <c:v>22.001999999999999</c:v>
                </c:pt>
                <c:pt idx="2677">
                  <c:v>21.898</c:v>
                </c:pt>
                <c:pt idx="2678">
                  <c:v>21.815000000000001</c:v>
                </c:pt>
                <c:pt idx="2679">
                  <c:v>20.523</c:v>
                </c:pt>
                <c:pt idx="2680">
                  <c:v>20.292000000000002</c:v>
                </c:pt>
                <c:pt idx="2681">
                  <c:v>20.169</c:v>
                </c:pt>
                <c:pt idx="2682">
                  <c:v>19.952000000000002</c:v>
                </c:pt>
                <c:pt idx="2683">
                  <c:v>20.052</c:v>
                </c:pt>
                <c:pt idx="2684">
                  <c:v>20.117999999999999</c:v>
                </c:pt>
                <c:pt idx="2685">
                  <c:v>20.245000000000001</c:v>
                </c:pt>
                <c:pt idx="2686">
                  <c:v>20.492000000000001</c:v>
                </c:pt>
                <c:pt idx="2687">
                  <c:v>20.189</c:v>
                </c:pt>
                <c:pt idx="2688">
                  <c:v>20.103999999999999</c:v>
                </c:pt>
                <c:pt idx="2689">
                  <c:v>20.353999999999999</c:v>
                </c:pt>
                <c:pt idx="2690">
                  <c:v>20.488</c:v>
                </c:pt>
                <c:pt idx="2691">
                  <c:v>20.378</c:v>
                </c:pt>
                <c:pt idx="2692">
                  <c:v>20.100999999999999</c:v>
                </c:pt>
                <c:pt idx="2693">
                  <c:v>20.286000000000001</c:v>
                </c:pt>
                <c:pt idx="2694">
                  <c:v>20.396999999999998</c:v>
                </c:pt>
                <c:pt idx="2695">
                  <c:v>20.361999999999998</c:v>
                </c:pt>
                <c:pt idx="2696">
                  <c:v>20.693000000000001</c:v>
                </c:pt>
                <c:pt idx="2697">
                  <c:v>20.661999999999999</c:v>
                </c:pt>
                <c:pt idx="2698">
                  <c:v>20.652999999999999</c:v>
                </c:pt>
                <c:pt idx="2699">
                  <c:v>20.640999999999998</c:v>
                </c:pt>
                <c:pt idx="2700">
                  <c:v>21.02</c:v>
                </c:pt>
                <c:pt idx="2701">
                  <c:v>20.718</c:v>
                </c:pt>
                <c:pt idx="2702">
                  <c:v>20.8</c:v>
                </c:pt>
                <c:pt idx="2703">
                  <c:v>20.567</c:v>
                </c:pt>
                <c:pt idx="2704">
                  <c:v>20.734999999999999</c:v>
                </c:pt>
                <c:pt idx="2705">
                  <c:v>20.568999999999999</c:v>
                </c:pt>
                <c:pt idx="2706">
                  <c:v>20.69</c:v>
                </c:pt>
                <c:pt idx="2707">
                  <c:v>20.58</c:v>
                </c:pt>
                <c:pt idx="2708">
                  <c:v>20.754000000000001</c:v>
                </c:pt>
                <c:pt idx="2709">
                  <c:v>20.972999999999999</c:v>
                </c:pt>
                <c:pt idx="2710">
                  <c:v>21.382000000000001</c:v>
                </c:pt>
                <c:pt idx="2711">
                  <c:v>21.611000000000001</c:v>
                </c:pt>
                <c:pt idx="2712">
                  <c:v>21.568999999999999</c:v>
                </c:pt>
                <c:pt idx="2713">
                  <c:v>21.965</c:v>
                </c:pt>
                <c:pt idx="2714">
                  <c:v>21.361999999999998</c:v>
                </c:pt>
                <c:pt idx="2715">
                  <c:v>21.513000000000002</c:v>
                </c:pt>
                <c:pt idx="2716">
                  <c:v>21.710999999999999</c:v>
                </c:pt>
                <c:pt idx="2717">
                  <c:v>23.146000000000001</c:v>
                </c:pt>
                <c:pt idx="2718">
                  <c:v>23.030999999999999</c:v>
                </c:pt>
                <c:pt idx="2719">
                  <c:v>22.945</c:v>
                </c:pt>
                <c:pt idx="2720">
                  <c:v>23.175999999999998</c:v>
                </c:pt>
                <c:pt idx="2721">
                  <c:v>22.963999999999999</c:v>
                </c:pt>
                <c:pt idx="2722">
                  <c:v>23.13</c:v>
                </c:pt>
                <c:pt idx="2723">
                  <c:v>23.358000000000001</c:v>
                </c:pt>
                <c:pt idx="2724">
                  <c:v>23.521000000000001</c:v>
                </c:pt>
                <c:pt idx="2725">
                  <c:v>23.771999999999998</c:v>
                </c:pt>
                <c:pt idx="2726">
                  <c:v>23.824000000000002</c:v>
                </c:pt>
                <c:pt idx="2727">
                  <c:v>23.777999999999999</c:v>
                </c:pt>
                <c:pt idx="2728">
                  <c:v>23.655999999999999</c:v>
                </c:pt>
                <c:pt idx="2729">
                  <c:v>23.285</c:v>
                </c:pt>
                <c:pt idx="2730">
                  <c:v>23.388999999999999</c:v>
                </c:pt>
                <c:pt idx="2731">
                  <c:v>23.184000000000001</c:v>
                </c:pt>
                <c:pt idx="2732">
                  <c:v>23.158999999999999</c:v>
                </c:pt>
                <c:pt idx="2733">
                  <c:v>23.16</c:v>
                </c:pt>
                <c:pt idx="2734">
                  <c:v>23.155000000000001</c:v>
                </c:pt>
                <c:pt idx="2735">
                  <c:v>23.178999999999998</c:v>
                </c:pt>
                <c:pt idx="2736">
                  <c:v>22.718</c:v>
                </c:pt>
                <c:pt idx="2737">
                  <c:v>22.917000000000002</c:v>
                </c:pt>
                <c:pt idx="2738">
                  <c:v>23.11</c:v>
                </c:pt>
                <c:pt idx="2739">
                  <c:v>23.684000000000001</c:v>
                </c:pt>
                <c:pt idx="2740">
                  <c:v>24.045000000000002</c:v>
                </c:pt>
                <c:pt idx="2741">
                  <c:v>23.959</c:v>
                </c:pt>
                <c:pt idx="2742">
                  <c:v>24.305</c:v>
                </c:pt>
                <c:pt idx="2743">
                  <c:v>23.79</c:v>
                </c:pt>
                <c:pt idx="2744">
                  <c:v>24.451000000000001</c:v>
                </c:pt>
                <c:pt idx="2745">
                  <c:v>24.494</c:v>
                </c:pt>
                <c:pt idx="2746">
                  <c:v>24.355</c:v>
                </c:pt>
                <c:pt idx="2747">
                  <c:v>24.382000000000001</c:v>
                </c:pt>
                <c:pt idx="2748">
                  <c:v>25.117999999999999</c:v>
                </c:pt>
                <c:pt idx="2749">
                  <c:v>24.949000000000002</c:v>
                </c:pt>
                <c:pt idx="2750">
                  <c:v>25.123999999999999</c:v>
                </c:pt>
                <c:pt idx="2751">
                  <c:v>25.111000000000001</c:v>
                </c:pt>
                <c:pt idx="2752">
                  <c:v>25.748000000000001</c:v>
                </c:pt>
                <c:pt idx="2753">
                  <c:v>25.164999999999999</c:v>
                </c:pt>
                <c:pt idx="2754">
                  <c:v>25.027000000000001</c:v>
                </c:pt>
                <c:pt idx="2755">
                  <c:v>25.021999999999998</c:v>
                </c:pt>
                <c:pt idx="2756">
                  <c:v>24.785</c:v>
                </c:pt>
                <c:pt idx="2757">
                  <c:v>24.725000000000001</c:v>
                </c:pt>
                <c:pt idx="2758">
                  <c:v>24.748999999999999</c:v>
                </c:pt>
                <c:pt idx="2759">
                  <c:v>25.169</c:v>
                </c:pt>
                <c:pt idx="2760">
                  <c:v>24.875</c:v>
                </c:pt>
                <c:pt idx="2761">
                  <c:v>24.696000000000002</c:v>
                </c:pt>
                <c:pt idx="2762">
                  <c:v>24.265999999999998</c:v>
                </c:pt>
                <c:pt idx="2763">
                  <c:v>24.623999999999999</c:v>
                </c:pt>
                <c:pt idx="2764">
                  <c:v>25.091999999999999</c:v>
                </c:pt>
                <c:pt idx="2765">
                  <c:v>25.027999999999999</c:v>
                </c:pt>
                <c:pt idx="2766">
                  <c:v>25.001999999999999</c:v>
                </c:pt>
                <c:pt idx="2767">
                  <c:v>25.021999999999998</c:v>
                </c:pt>
                <c:pt idx="2768">
                  <c:v>25.094000000000001</c:v>
                </c:pt>
                <c:pt idx="2769">
                  <c:v>25.297999999999998</c:v>
                </c:pt>
                <c:pt idx="2770">
                  <c:v>25.379000000000001</c:v>
                </c:pt>
                <c:pt idx="2771">
                  <c:v>25.361999999999998</c:v>
                </c:pt>
                <c:pt idx="2772">
                  <c:v>25.773</c:v>
                </c:pt>
                <c:pt idx="2773">
                  <c:v>25.385999999999999</c:v>
                </c:pt>
                <c:pt idx="2774">
                  <c:v>25.026</c:v>
                </c:pt>
                <c:pt idx="2775">
                  <c:v>24.658999999999999</c:v>
                </c:pt>
                <c:pt idx="2776">
                  <c:v>24.462</c:v>
                </c:pt>
                <c:pt idx="2777">
                  <c:v>24.536000000000001</c:v>
                </c:pt>
                <c:pt idx="2778">
                  <c:v>24.402000000000001</c:v>
                </c:pt>
                <c:pt idx="2779">
                  <c:v>24.373999999999999</c:v>
                </c:pt>
                <c:pt idx="2780">
                  <c:v>24.396000000000001</c:v>
                </c:pt>
                <c:pt idx="2781">
                  <c:v>24.225999999999999</c:v>
                </c:pt>
                <c:pt idx="2782">
                  <c:v>24.542000000000002</c:v>
                </c:pt>
                <c:pt idx="2783">
                  <c:v>24.466000000000001</c:v>
                </c:pt>
                <c:pt idx="2784">
                  <c:v>24.545999999999999</c:v>
                </c:pt>
                <c:pt idx="2785">
                  <c:v>24.632000000000001</c:v>
                </c:pt>
                <c:pt idx="2786">
                  <c:v>24.856999999999999</c:v>
                </c:pt>
                <c:pt idx="2787">
                  <c:v>24.716999999999999</c:v>
                </c:pt>
                <c:pt idx="2788">
                  <c:v>25.058</c:v>
                </c:pt>
                <c:pt idx="2789">
                  <c:v>25.277000000000001</c:v>
                </c:pt>
                <c:pt idx="2790">
                  <c:v>25.356999999999999</c:v>
                </c:pt>
                <c:pt idx="2791">
                  <c:v>25.507000000000001</c:v>
                </c:pt>
                <c:pt idx="2792">
                  <c:v>26.329000000000001</c:v>
                </c:pt>
                <c:pt idx="2793">
                  <c:v>25.966000000000001</c:v>
                </c:pt>
                <c:pt idx="2794">
                  <c:v>26.085999999999999</c:v>
                </c:pt>
                <c:pt idx="2795">
                  <c:v>25.734000000000002</c:v>
                </c:pt>
                <c:pt idx="2796">
                  <c:v>25.558</c:v>
                </c:pt>
                <c:pt idx="2797">
                  <c:v>25.492999999999999</c:v>
                </c:pt>
                <c:pt idx="2798">
                  <c:v>25.434000000000001</c:v>
                </c:pt>
                <c:pt idx="2799">
                  <c:v>25.306999999999999</c:v>
                </c:pt>
                <c:pt idx="2800">
                  <c:v>24.739000000000001</c:v>
                </c:pt>
                <c:pt idx="2801">
                  <c:v>23.835000000000001</c:v>
                </c:pt>
                <c:pt idx="2802">
                  <c:v>24.151</c:v>
                </c:pt>
                <c:pt idx="2803">
                  <c:v>23.841999999999999</c:v>
                </c:pt>
                <c:pt idx="2804">
                  <c:v>23.998999999999999</c:v>
                </c:pt>
                <c:pt idx="2805">
                  <c:v>24.38</c:v>
                </c:pt>
                <c:pt idx="2806">
                  <c:v>24.768999999999998</c:v>
                </c:pt>
                <c:pt idx="2807">
                  <c:v>25.138000000000002</c:v>
                </c:pt>
                <c:pt idx="2808">
                  <c:v>24.859000000000002</c:v>
                </c:pt>
                <c:pt idx="2809">
                  <c:v>25.282</c:v>
                </c:pt>
                <c:pt idx="2810">
                  <c:v>25.338999999999999</c:v>
                </c:pt>
                <c:pt idx="2811">
                  <c:v>25.652000000000001</c:v>
                </c:pt>
                <c:pt idx="2812">
                  <c:v>25.870999999999999</c:v>
                </c:pt>
                <c:pt idx="2813">
                  <c:v>26.123000000000001</c:v>
                </c:pt>
                <c:pt idx="2814">
                  <c:v>26.29</c:v>
                </c:pt>
                <c:pt idx="2815">
                  <c:v>26.126000000000001</c:v>
                </c:pt>
                <c:pt idx="2816">
                  <c:v>26.46</c:v>
                </c:pt>
                <c:pt idx="2817">
                  <c:v>26.922000000000001</c:v>
                </c:pt>
                <c:pt idx="2818">
                  <c:v>26.260999999999999</c:v>
                </c:pt>
                <c:pt idx="2819">
                  <c:v>26.689</c:v>
                </c:pt>
                <c:pt idx="2820">
                  <c:v>26.802</c:v>
                </c:pt>
                <c:pt idx="2821">
                  <c:v>26.693999999999999</c:v>
                </c:pt>
                <c:pt idx="2822">
                  <c:v>26.702999999999999</c:v>
                </c:pt>
                <c:pt idx="2823">
                  <c:v>26.928000000000001</c:v>
                </c:pt>
                <c:pt idx="2824">
                  <c:v>27.23</c:v>
                </c:pt>
                <c:pt idx="2825">
                  <c:v>27.154</c:v>
                </c:pt>
                <c:pt idx="2826">
                  <c:v>27.001000000000001</c:v>
                </c:pt>
                <c:pt idx="2827">
                  <c:v>27.234999999999999</c:v>
                </c:pt>
                <c:pt idx="2828">
                  <c:v>27.163</c:v>
                </c:pt>
                <c:pt idx="2829">
                  <c:v>27.257999999999999</c:v>
                </c:pt>
                <c:pt idx="2830">
                  <c:v>27.338000000000001</c:v>
                </c:pt>
                <c:pt idx="2831">
                  <c:v>27.542000000000002</c:v>
                </c:pt>
                <c:pt idx="2832">
                  <c:v>27.38</c:v>
                </c:pt>
                <c:pt idx="2833">
                  <c:v>27.199000000000002</c:v>
                </c:pt>
                <c:pt idx="2834">
                  <c:v>27.29</c:v>
                </c:pt>
                <c:pt idx="2835">
                  <c:v>27.558</c:v>
                </c:pt>
                <c:pt idx="2836">
                  <c:v>27.33</c:v>
                </c:pt>
                <c:pt idx="2837">
                  <c:v>27.71</c:v>
                </c:pt>
                <c:pt idx="2838">
                  <c:v>27.393000000000001</c:v>
                </c:pt>
                <c:pt idx="2839">
                  <c:v>27.068999999999999</c:v>
                </c:pt>
                <c:pt idx="2840">
                  <c:v>26.64</c:v>
                </c:pt>
                <c:pt idx="2841">
                  <c:v>26.606999999999999</c:v>
                </c:pt>
                <c:pt idx="2842">
                  <c:v>26.574000000000002</c:v>
                </c:pt>
                <c:pt idx="2843">
                  <c:v>26.699000000000002</c:v>
                </c:pt>
                <c:pt idx="2844">
                  <c:v>26.771000000000001</c:v>
                </c:pt>
                <c:pt idx="2845">
                  <c:v>26.899000000000001</c:v>
                </c:pt>
                <c:pt idx="2846">
                  <c:v>26.7</c:v>
                </c:pt>
                <c:pt idx="2847">
                  <c:v>27.123999999999999</c:v>
                </c:pt>
                <c:pt idx="2848">
                  <c:v>26.91</c:v>
                </c:pt>
                <c:pt idx="2849">
                  <c:v>27.132000000000001</c:v>
                </c:pt>
                <c:pt idx="2850">
                  <c:v>27.390999999999998</c:v>
                </c:pt>
                <c:pt idx="2851">
                  <c:v>27.681000000000001</c:v>
                </c:pt>
                <c:pt idx="2852">
                  <c:v>27.713000000000001</c:v>
                </c:pt>
                <c:pt idx="2853">
                  <c:v>27.318999999999999</c:v>
                </c:pt>
                <c:pt idx="2854">
                  <c:v>27.861000000000001</c:v>
                </c:pt>
                <c:pt idx="2855">
                  <c:v>27.879000000000001</c:v>
                </c:pt>
                <c:pt idx="2856">
                  <c:v>28.006</c:v>
                </c:pt>
                <c:pt idx="2857">
                  <c:v>27.625</c:v>
                </c:pt>
                <c:pt idx="2858">
                  <c:v>27.596</c:v>
                </c:pt>
                <c:pt idx="2859">
                  <c:v>27.609000000000002</c:v>
                </c:pt>
                <c:pt idx="2860">
                  <c:v>26.965</c:v>
                </c:pt>
                <c:pt idx="2861">
                  <c:v>27.423999999999999</c:v>
                </c:pt>
                <c:pt idx="2862">
                  <c:v>26.507000000000001</c:v>
                </c:pt>
                <c:pt idx="2863">
                  <c:v>26.329000000000001</c:v>
                </c:pt>
                <c:pt idx="2864">
                  <c:v>26.622</c:v>
                </c:pt>
                <c:pt idx="2865">
                  <c:v>26.245000000000001</c:v>
                </c:pt>
                <c:pt idx="2866">
                  <c:v>26.274000000000001</c:v>
                </c:pt>
                <c:pt idx="2867">
                  <c:v>26.565000000000001</c:v>
                </c:pt>
                <c:pt idx="2868">
                  <c:v>26.603999999999999</c:v>
                </c:pt>
                <c:pt idx="2869">
                  <c:v>26.713999999999999</c:v>
                </c:pt>
                <c:pt idx="2870">
                  <c:v>27.074000000000002</c:v>
                </c:pt>
                <c:pt idx="2871">
                  <c:v>27.573</c:v>
                </c:pt>
                <c:pt idx="2872">
                  <c:v>27.166</c:v>
                </c:pt>
                <c:pt idx="2873">
                  <c:v>27.449000000000002</c:v>
                </c:pt>
                <c:pt idx="2874">
                  <c:v>27.082999999999998</c:v>
                </c:pt>
                <c:pt idx="2875">
                  <c:v>26.853000000000002</c:v>
                </c:pt>
                <c:pt idx="2876">
                  <c:v>27.221</c:v>
                </c:pt>
                <c:pt idx="2877">
                  <c:v>27.335999999999999</c:v>
                </c:pt>
                <c:pt idx="2878">
                  <c:v>27.88</c:v>
                </c:pt>
                <c:pt idx="2879">
                  <c:v>28.097000000000001</c:v>
                </c:pt>
                <c:pt idx="2880">
                  <c:v>28.117999999999999</c:v>
                </c:pt>
                <c:pt idx="2881">
                  <c:v>28.495999999999999</c:v>
                </c:pt>
                <c:pt idx="2882">
                  <c:v>27.62</c:v>
                </c:pt>
                <c:pt idx="2883">
                  <c:v>27.484999999999999</c:v>
                </c:pt>
                <c:pt idx="2884">
                  <c:v>27.401</c:v>
                </c:pt>
                <c:pt idx="2885">
                  <c:v>26.917999999999999</c:v>
                </c:pt>
                <c:pt idx="2886">
                  <c:v>27.332999999999998</c:v>
                </c:pt>
                <c:pt idx="2887">
                  <c:v>27.949000000000002</c:v>
                </c:pt>
                <c:pt idx="2888">
                  <c:v>27.603000000000002</c:v>
                </c:pt>
                <c:pt idx="2889">
                  <c:v>27.805</c:v>
                </c:pt>
                <c:pt idx="2890">
                  <c:v>27.254999999999999</c:v>
                </c:pt>
                <c:pt idx="2891">
                  <c:v>27.297000000000001</c:v>
                </c:pt>
                <c:pt idx="2892">
                  <c:v>27.908999999999999</c:v>
                </c:pt>
                <c:pt idx="2893">
                  <c:v>27.538</c:v>
                </c:pt>
                <c:pt idx="2894">
                  <c:v>28.001000000000001</c:v>
                </c:pt>
                <c:pt idx="2895">
                  <c:v>28.44</c:v>
                </c:pt>
                <c:pt idx="2896">
                  <c:v>28.625</c:v>
                </c:pt>
                <c:pt idx="2897">
                  <c:v>28.995999999999999</c:v>
                </c:pt>
                <c:pt idx="2898">
                  <c:v>27.908999999999999</c:v>
                </c:pt>
                <c:pt idx="2899">
                  <c:v>28.216999999999999</c:v>
                </c:pt>
                <c:pt idx="2900">
                  <c:v>28.172000000000001</c:v>
                </c:pt>
                <c:pt idx="2901">
                  <c:v>28.405000000000001</c:v>
                </c:pt>
                <c:pt idx="2902">
                  <c:v>27.972000000000001</c:v>
                </c:pt>
                <c:pt idx="2903">
                  <c:v>27.731000000000002</c:v>
                </c:pt>
                <c:pt idx="2904">
                  <c:v>28.291</c:v>
                </c:pt>
                <c:pt idx="2905">
                  <c:v>28.207000000000001</c:v>
                </c:pt>
                <c:pt idx="2906">
                  <c:v>28.294</c:v>
                </c:pt>
                <c:pt idx="2907">
                  <c:v>28.693999999999999</c:v>
                </c:pt>
                <c:pt idx="2908">
                  <c:v>28.475000000000001</c:v>
                </c:pt>
                <c:pt idx="2909">
                  <c:v>29.196000000000002</c:v>
                </c:pt>
                <c:pt idx="2910">
                  <c:v>28.893000000000001</c:v>
                </c:pt>
                <c:pt idx="2911">
                  <c:v>29.077000000000002</c:v>
                </c:pt>
                <c:pt idx="2912">
                  <c:v>29.417999999999999</c:v>
                </c:pt>
                <c:pt idx="2913">
                  <c:v>28.934000000000001</c:v>
                </c:pt>
                <c:pt idx="2914">
                  <c:v>28.81</c:v>
                </c:pt>
                <c:pt idx="2915">
                  <c:v>28.815999999999999</c:v>
                </c:pt>
                <c:pt idx="2916">
                  <c:v>28.646000000000001</c:v>
                </c:pt>
                <c:pt idx="2917">
                  <c:v>29.100999999999999</c:v>
                </c:pt>
                <c:pt idx="2918">
                  <c:v>29.248000000000001</c:v>
                </c:pt>
                <c:pt idx="2919">
                  <c:v>28.934999999999999</c:v>
                </c:pt>
                <c:pt idx="2920">
                  <c:v>29.738</c:v>
                </c:pt>
                <c:pt idx="2921">
                  <c:v>29.193999999999999</c:v>
                </c:pt>
                <c:pt idx="2922">
                  <c:v>29.224</c:v>
                </c:pt>
                <c:pt idx="2923">
                  <c:v>29.042000000000002</c:v>
                </c:pt>
                <c:pt idx="2924">
                  <c:v>28.579000000000001</c:v>
                </c:pt>
                <c:pt idx="2925">
                  <c:v>28.863</c:v>
                </c:pt>
                <c:pt idx="2926">
                  <c:v>28.949000000000002</c:v>
                </c:pt>
                <c:pt idx="2927">
                  <c:v>28.786999999999999</c:v>
                </c:pt>
                <c:pt idx="2928">
                  <c:v>28.690999999999999</c:v>
                </c:pt>
                <c:pt idx="2929">
                  <c:v>28.844999999999999</c:v>
                </c:pt>
                <c:pt idx="2930">
                  <c:v>29.23</c:v>
                </c:pt>
                <c:pt idx="2931">
                  <c:v>29.251999999999999</c:v>
                </c:pt>
                <c:pt idx="2932">
                  <c:v>29.16</c:v>
                </c:pt>
                <c:pt idx="2933">
                  <c:v>29.023</c:v>
                </c:pt>
                <c:pt idx="2934">
                  <c:v>29.58</c:v>
                </c:pt>
                <c:pt idx="2935">
                  <c:v>29.577000000000002</c:v>
                </c:pt>
                <c:pt idx="2936">
                  <c:v>29.378</c:v>
                </c:pt>
                <c:pt idx="2937">
                  <c:v>29.04</c:v>
                </c:pt>
                <c:pt idx="2938">
                  <c:v>29.276</c:v>
                </c:pt>
                <c:pt idx="2939">
                  <c:v>29.562999999999999</c:v>
                </c:pt>
                <c:pt idx="2940">
                  <c:v>30.946999999999999</c:v>
                </c:pt>
                <c:pt idx="2941">
                  <c:v>29.864999999999998</c:v>
                </c:pt>
                <c:pt idx="2942">
                  <c:v>29.809000000000001</c:v>
                </c:pt>
                <c:pt idx="2943">
                  <c:v>29.977</c:v>
                </c:pt>
                <c:pt idx="2944">
                  <c:v>29.891999999999999</c:v>
                </c:pt>
                <c:pt idx="2945">
                  <c:v>29.859000000000002</c:v>
                </c:pt>
                <c:pt idx="2946">
                  <c:v>29.46</c:v>
                </c:pt>
                <c:pt idx="2947">
                  <c:v>29.422999999999998</c:v>
                </c:pt>
                <c:pt idx="2948">
                  <c:v>29.512</c:v>
                </c:pt>
                <c:pt idx="2949">
                  <c:v>29.279</c:v>
                </c:pt>
                <c:pt idx="2950">
                  <c:v>29.19</c:v>
                </c:pt>
                <c:pt idx="2951">
                  <c:v>29.286000000000001</c:v>
                </c:pt>
                <c:pt idx="2952">
                  <c:v>29.3</c:v>
                </c:pt>
                <c:pt idx="2953">
                  <c:v>29.259</c:v>
                </c:pt>
                <c:pt idx="2954">
                  <c:v>29.210999999999999</c:v>
                </c:pt>
                <c:pt idx="2955">
                  <c:v>29.343</c:v>
                </c:pt>
                <c:pt idx="2956">
                  <c:v>29.396999999999998</c:v>
                </c:pt>
                <c:pt idx="2957">
                  <c:v>29.838000000000001</c:v>
                </c:pt>
                <c:pt idx="2958">
                  <c:v>30.11</c:v>
                </c:pt>
                <c:pt idx="2959">
                  <c:v>31.077000000000002</c:v>
                </c:pt>
                <c:pt idx="2960">
                  <c:v>30.754000000000001</c:v>
                </c:pt>
                <c:pt idx="2961">
                  <c:v>30.925000000000001</c:v>
                </c:pt>
                <c:pt idx="2962">
                  <c:v>30.952999999999999</c:v>
                </c:pt>
                <c:pt idx="2963">
                  <c:v>31.315999999999999</c:v>
                </c:pt>
                <c:pt idx="2964">
                  <c:v>31.47</c:v>
                </c:pt>
                <c:pt idx="2965">
                  <c:v>31.456</c:v>
                </c:pt>
                <c:pt idx="2966">
                  <c:v>32.49</c:v>
                </c:pt>
                <c:pt idx="2967">
                  <c:v>32.253</c:v>
                </c:pt>
                <c:pt idx="2968">
                  <c:v>32.701000000000001</c:v>
                </c:pt>
                <c:pt idx="2969">
                  <c:v>32.460999999999999</c:v>
                </c:pt>
                <c:pt idx="2970">
                  <c:v>32.518000000000001</c:v>
                </c:pt>
                <c:pt idx="2971">
                  <c:v>32.564999999999998</c:v>
                </c:pt>
                <c:pt idx="2972">
                  <c:v>33.088999999999999</c:v>
                </c:pt>
                <c:pt idx="2973">
                  <c:v>33.265999999999998</c:v>
                </c:pt>
                <c:pt idx="2974">
                  <c:v>33.216999999999999</c:v>
                </c:pt>
                <c:pt idx="2975">
                  <c:v>33.76</c:v>
                </c:pt>
                <c:pt idx="2976">
                  <c:v>33.576000000000001</c:v>
                </c:pt>
                <c:pt idx="2977">
                  <c:v>34.159999999999997</c:v>
                </c:pt>
                <c:pt idx="2978">
                  <c:v>32.948999999999998</c:v>
                </c:pt>
                <c:pt idx="2979">
                  <c:v>32.579000000000001</c:v>
                </c:pt>
                <c:pt idx="2980">
                  <c:v>32.738999999999997</c:v>
                </c:pt>
                <c:pt idx="2981">
                  <c:v>32.06</c:v>
                </c:pt>
                <c:pt idx="2982">
                  <c:v>32.207000000000001</c:v>
                </c:pt>
                <c:pt idx="2983">
                  <c:v>31.931000000000001</c:v>
                </c:pt>
                <c:pt idx="2984">
                  <c:v>31.817</c:v>
                </c:pt>
                <c:pt idx="2985">
                  <c:v>31.881</c:v>
                </c:pt>
                <c:pt idx="2986">
                  <c:v>31.593</c:v>
                </c:pt>
                <c:pt idx="2987">
                  <c:v>32.353000000000002</c:v>
                </c:pt>
                <c:pt idx="2988">
                  <c:v>31.398</c:v>
                </c:pt>
                <c:pt idx="2989">
                  <c:v>31.359000000000002</c:v>
                </c:pt>
                <c:pt idx="2990">
                  <c:v>31.273</c:v>
                </c:pt>
                <c:pt idx="2991">
                  <c:v>31.556999999999999</c:v>
                </c:pt>
                <c:pt idx="2992">
                  <c:v>31.102</c:v>
                </c:pt>
                <c:pt idx="2993">
                  <c:v>31.184999999999999</c:v>
                </c:pt>
                <c:pt idx="2994">
                  <c:v>31.111999999999998</c:v>
                </c:pt>
                <c:pt idx="2995">
                  <c:v>31.248000000000001</c:v>
                </c:pt>
                <c:pt idx="2996">
                  <c:v>31.265000000000001</c:v>
                </c:pt>
                <c:pt idx="2997">
                  <c:v>31.616</c:v>
                </c:pt>
                <c:pt idx="2998">
                  <c:v>31.756</c:v>
                </c:pt>
                <c:pt idx="2999">
                  <c:v>31.327999999999999</c:v>
                </c:pt>
                <c:pt idx="3000">
                  <c:v>31.163</c:v>
                </c:pt>
                <c:pt idx="3001">
                  <c:v>31.960999999999999</c:v>
                </c:pt>
                <c:pt idx="3002">
                  <c:v>31.433</c:v>
                </c:pt>
                <c:pt idx="3003">
                  <c:v>30.98</c:v>
                </c:pt>
                <c:pt idx="3004">
                  <c:v>30.841000000000001</c:v>
                </c:pt>
                <c:pt idx="3005">
                  <c:v>30.495000000000001</c:v>
                </c:pt>
                <c:pt idx="3006">
                  <c:v>30.472999999999999</c:v>
                </c:pt>
                <c:pt idx="3007">
                  <c:v>30.904</c:v>
                </c:pt>
                <c:pt idx="3008">
                  <c:v>30.596</c:v>
                </c:pt>
                <c:pt idx="3009">
                  <c:v>30.914000000000001</c:v>
                </c:pt>
                <c:pt idx="3010">
                  <c:v>30.326000000000001</c:v>
                </c:pt>
                <c:pt idx="3011">
                  <c:v>30.268999999999998</c:v>
                </c:pt>
                <c:pt idx="3012">
                  <c:v>30.425000000000001</c:v>
                </c:pt>
                <c:pt idx="3013">
                  <c:v>30.321999999999999</c:v>
                </c:pt>
                <c:pt idx="3014">
                  <c:v>30.338999999999999</c:v>
                </c:pt>
                <c:pt idx="3015">
                  <c:v>30.056000000000001</c:v>
                </c:pt>
                <c:pt idx="3016">
                  <c:v>30.213000000000001</c:v>
                </c:pt>
                <c:pt idx="3017">
                  <c:v>30.533999999999999</c:v>
                </c:pt>
                <c:pt idx="3018">
                  <c:v>30.463999999999999</c:v>
                </c:pt>
                <c:pt idx="3019">
                  <c:v>30.591000000000001</c:v>
                </c:pt>
                <c:pt idx="3020">
                  <c:v>30.675999999999998</c:v>
                </c:pt>
                <c:pt idx="3021">
                  <c:v>30.887</c:v>
                </c:pt>
                <c:pt idx="3022">
                  <c:v>30.117999999999999</c:v>
                </c:pt>
                <c:pt idx="3023">
                  <c:v>30.385000000000002</c:v>
                </c:pt>
                <c:pt idx="3024">
                  <c:v>30.044</c:v>
                </c:pt>
                <c:pt idx="3025">
                  <c:v>30.234999999999999</c:v>
                </c:pt>
                <c:pt idx="3026">
                  <c:v>30.271000000000001</c:v>
                </c:pt>
                <c:pt idx="3027">
                  <c:v>30.722999999999999</c:v>
                </c:pt>
                <c:pt idx="3028">
                  <c:v>30.332000000000001</c:v>
                </c:pt>
                <c:pt idx="3029">
                  <c:v>28.99</c:v>
                </c:pt>
                <c:pt idx="3030">
                  <c:v>28.552</c:v>
                </c:pt>
                <c:pt idx="3031">
                  <c:v>30.391999999999999</c:v>
                </c:pt>
                <c:pt idx="3032">
                  <c:v>30.481999999999999</c:v>
                </c:pt>
                <c:pt idx="3033">
                  <c:v>30.465</c:v>
                </c:pt>
                <c:pt idx="3034">
                  <c:v>31.318000000000001</c:v>
                </c:pt>
                <c:pt idx="3035">
                  <c:v>31.588000000000001</c:v>
                </c:pt>
                <c:pt idx="3036">
                  <c:v>31.754000000000001</c:v>
                </c:pt>
                <c:pt idx="3037">
                  <c:v>32.11</c:v>
                </c:pt>
                <c:pt idx="3038">
                  <c:v>32.478000000000002</c:v>
                </c:pt>
                <c:pt idx="3039">
                  <c:v>32.329000000000001</c:v>
                </c:pt>
                <c:pt idx="3040">
                  <c:v>32.530999999999999</c:v>
                </c:pt>
                <c:pt idx="3041">
                  <c:v>32.317999999999998</c:v>
                </c:pt>
                <c:pt idx="3042">
                  <c:v>31.710999999999999</c:v>
                </c:pt>
                <c:pt idx="3043">
                  <c:v>31.484999999999999</c:v>
                </c:pt>
                <c:pt idx="3044">
                  <c:v>31.298999999999999</c:v>
                </c:pt>
                <c:pt idx="3045">
                  <c:v>31.164000000000001</c:v>
                </c:pt>
                <c:pt idx="3046">
                  <c:v>31.667999999999999</c:v>
                </c:pt>
                <c:pt idx="3047">
                  <c:v>30.724</c:v>
                </c:pt>
                <c:pt idx="3048">
                  <c:v>30.318999999999999</c:v>
                </c:pt>
                <c:pt idx="3049">
                  <c:v>30.332000000000001</c:v>
                </c:pt>
                <c:pt idx="3050">
                  <c:v>30.116</c:v>
                </c:pt>
                <c:pt idx="3051">
                  <c:v>29.812999999999999</c:v>
                </c:pt>
                <c:pt idx="3052">
                  <c:v>30.14</c:v>
                </c:pt>
                <c:pt idx="3053">
                  <c:v>29.885000000000002</c:v>
                </c:pt>
                <c:pt idx="3054">
                  <c:v>30.222000000000001</c:v>
                </c:pt>
                <c:pt idx="3055">
                  <c:v>29.768999999999998</c:v>
                </c:pt>
                <c:pt idx="3056">
                  <c:v>29.771999999999998</c:v>
                </c:pt>
                <c:pt idx="3057">
                  <c:v>29.768000000000001</c:v>
                </c:pt>
                <c:pt idx="3058">
                  <c:v>30.532</c:v>
                </c:pt>
                <c:pt idx="3059">
                  <c:v>30.350999999999999</c:v>
                </c:pt>
                <c:pt idx="3060">
                  <c:v>29.957000000000001</c:v>
                </c:pt>
                <c:pt idx="3061">
                  <c:v>29.984000000000002</c:v>
                </c:pt>
                <c:pt idx="3062">
                  <c:v>30.574000000000002</c:v>
                </c:pt>
                <c:pt idx="3063">
                  <c:v>30.815000000000001</c:v>
                </c:pt>
                <c:pt idx="3064">
                  <c:v>31.390999999999998</c:v>
                </c:pt>
                <c:pt idx="3065">
                  <c:v>32.173999999999999</c:v>
                </c:pt>
                <c:pt idx="3066">
                  <c:v>31.140999999999998</c:v>
                </c:pt>
                <c:pt idx="3067">
                  <c:v>30.898</c:v>
                </c:pt>
                <c:pt idx="3068">
                  <c:v>31.023</c:v>
                </c:pt>
                <c:pt idx="3069">
                  <c:v>31.08</c:v>
                </c:pt>
                <c:pt idx="3070">
                  <c:v>30.78</c:v>
                </c:pt>
                <c:pt idx="3071">
                  <c:v>31.445</c:v>
                </c:pt>
                <c:pt idx="3072">
                  <c:v>30.545000000000002</c:v>
                </c:pt>
                <c:pt idx="3073">
                  <c:v>30.742000000000001</c:v>
                </c:pt>
                <c:pt idx="3074">
                  <c:v>30.064</c:v>
                </c:pt>
                <c:pt idx="3075">
                  <c:v>29.753</c:v>
                </c:pt>
                <c:pt idx="3076">
                  <c:v>30.768999999999998</c:v>
                </c:pt>
                <c:pt idx="3077">
                  <c:v>31.085000000000001</c:v>
                </c:pt>
                <c:pt idx="3078">
                  <c:v>31.466000000000001</c:v>
                </c:pt>
                <c:pt idx="3079">
                  <c:v>31.646000000000001</c:v>
                </c:pt>
                <c:pt idx="3080">
                  <c:v>32.180999999999997</c:v>
                </c:pt>
                <c:pt idx="3081">
                  <c:v>33.146999999999998</c:v>
                </c:pt>
                <c:pt idx="3082">
                  <c:v>33.764000000000003</c:v>
                </c:pt>
                <c:pt idx="3083">
                  <c:v>33.142000000000003</c:v>
                </c:pt>
                <c:pt idx="3084">
                  <c:v>33.448</c:v>
                </c:pt>
                <c:pt idx="3085">
                  <c:v>32.859000000000002</c:v>
                </c:pt>
                <c:pt idx="3086">
                  <c:v>33.588000000000001</c:v>
                </c:pt>
                <c:pt idx="3087">
                  <c:v>34.139000000000003</c:v>
                </c:pt>
                <c:pt idx="3088">
                  <c:v>34.033999999999999</c:v>
                </c:pt>
                <c:pt idx="3089">
                  <c:v>34.200000000000003</c:v>
                </c:pt>
                <c:pt idx="3090">
                  <c:v>37.189</c:v>
                </c:pt>
                <c:pt idx="3091">
                  <c:v>36.146000000000001</c:v>
                </c:pt>
              </c:numCache>
            </c:numRef>
          </c:val>
          <c:smooth val="0"/>
          <c:extLst>
            <c:ext xmlns:c16="http://schemas.microsoft.com/office/drawing/2014/chart" uri="{C3380CC4-5D6E-409C-BE32-E72D297353CC}">
              <c16:uniqueId val="{00000001-BE12-41F1-AA01-1AFCE5496364}"/>
            </c:ext>
          </c:extLst>
        </c:ser>
        <c:dLbls>
          <c:showLegendKey val="0"/>
          <c:showVal val="0"/>
          <c:showCatName val="0"/>
          <c:showSerName val="0"/>
          <c:showPercent val="0"/>
          <c:showBubbleSize val="0"/>
        </c:dLbls>
        <c:marker val="1"/>
        <c:smooth val="0"/>
        <c:axId val="2034940448"/>
        <c:axId val="2034383616"/>
      </c:lineChart>
      <c:dateAx>
        <c:axId val="1947355504"/>
        <c:scaling>
          <c:orientation val="minMax"/>
          <c:min val="41774"/>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800" b="0" i="0" u="none" strike="noStrike" kern="1200" baseline="0">
                <a:solidFill>
                  <a:schemeClr val="tx1"/>
                </a:solidFill>
                <a:latin typeface="+mn-lt"/>
                <a:ea typeface="+mn-ea"/>
                <a:cs typeface="+mn-cs"/>
              </a:defRPr>
            </a:pPr>
            <a:endParaRPr lang="pt-BR"/>
          </a:p>
        </c:txPr>
        <c:crossAx val="1224606720"/>
        <c:crosses val="autoZero"/>
        <c:auto val="1"/>
        <c:lblOffset val="100"/>
        <c:baseTimeUnit val="days"/>
        <c:majorUnit val="1"/>
        <c:majorTimeUnit val="years"/>
      </c:dateAx>
      <c:valAx>
        <c:axId val="122460672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crossAx val="1947355504"/>
        <c:crosses val="autoZero"/>
        <c:crossBetween val="between"/>
      </c:valAx>
      <c:valAx>
        <c:axId val="2034383616"/>
        <c:scaling>
          <c:orientation val="minMax"/>
        </c:scaling>
        <c:delete val="0"/>
        <c:axPos val="r"/>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crossAx val="2034940448"/>
        <c:crosses val="max"/>
        <c:crossBetween val="between"/>
      </c:valAx>
      <c:dateAx>
        <c:axId val="2034940448"/>
        <c:scaling>
          <c:orientation val="minMax"/>
        </c:scaling>
        <c:delete val="1"/>
        <c:axPos val="b"/>
        <c:numFmt formatCode="yyyy\-mm\-dd" sourceLinked="1"/>
        <c:majorTickMark val="out"/>
        <c:minorTickMark val="none"/>
        <c:tickLblPos val="nextTo"/>
        <c:crossAx val="2034383616"/>
        <c:crosses val="autoZero"/>
        <c:auto val="1"/>
        <c:lblOffset val="100"/>
        <c:baseTimeUnit val="days"/>
      </c:date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legend>
    <c:plotVisOnly val="1"/>
    <c:dispBlanksAs val="span"/>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defRPr>
      </a:pPr>
      <a:endParaRPr lang="pt-BR"/>
    </a:p>
  </c:txPr>
  <c:externalData r:id="rId4">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Ibovespa</c:v>
                </c:pt>
              </c:strCache>
            </c:strRef>
          </c:tx>
          <c:spPr>
            <a:ln w="28575" cap="rnd">
              <a:solidFill>
                <a:schemeClr val="accent3"/>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Sheet1!$B$2:$B$3093</c:f>
              <c:numCache>
                <c:formatCode>m/d/yyyy</c:formatCode>
                <c:ptCount val="3092"/>
                <c:pt idx="0">
                  <c:v>3.7519999999999998E-2</c:v>
                </c:pt>
                <c:pt idx="1">
                  <c:v>3.7149999999999996E-2</c:v>
                </c:pt>
                <c:pt idx="2">
                  <c:v>3.6929999999999998E-2</c:v>
                </c:pt>
                <c:pt idx="3">
                  <c:v>3.6900000000000002E-2</c:v>
                </c:pt>
                <c:pt idx="4">
                  <c:v>3.6670000000000001E-2</c:v>
                </c:pt>
                <c:pt idx="5">
                  <c:v>3.6989999999999995E-2</c:v>
                </c:pt>
                <c:pt idx="6">
                  <c:v>3.7330000000000002E-2</c:v>
                </c:pt>
                <c:pt idx="7">
                  <c:v>3.7100000000000001E-2</c:v>
                </c:pt>
                <c:pt idx="8">
                  <c:v>3.5019999999999996E-2</c:v>
                </c:pt>
                <c:pt idx="9">
                  <c:v>3.3799999999999997E-2</c:v>
                </c:pt>
                <c:pt idx="10">
                  <c:v>3.4529999999999998E-2</c:v>
                </c:pt>
                <c:pt idx="11">
                  <c:v>3.4520000000000002E-2</c:v>
                </c:pt>
                <c:pt idx="12">
                  <c:v>3.431E-2</c:v>
                </c:pt>
                <c:pt idx="13">
                  <c:v>3.5029999999999999E-2</c:v>
                </c:pt>
                <c:pt idx="14">
                  <c:v>3.5369999999999999E-2</c:v>
                </c:pt>
                <c:pt idx="15">
                  <c:v>3.7650000000000003E-2</c:v>
                </c:pt>
                <c:pt idx="16">
                  <c:v>3.4689999999999999E-2</c:v>
                </c:pt>
                <c:pt idx="17">
                  <c:v>3.5520000000000003E-2</c:v>
                </c:pt>
                <c:pt idx="18">
                  <c:v>3.5610000000000003E-2</c:v>
                </c:pt>
                <c:pt idx="19">
                  <c:v>3.5070000000000004E-2</c:v>
                </c:pt>
                <c:pt idx="20">
                  <c:v>3.6159999999999998E-2</c:v>
                </c:pt>
                <c:pt idx="21">
                  <c:v>3.3319999999999995E-2</c:v>
                </c:pt>
                <c:pt idx="22">
                  <c:v>3.3239999999999999E-2</c:v>
                </c:pt>
                <c:pt idx="23">
                  <c:v>3.3349999999999998E-2</c:v>
                </c:pt>
                <c:pt idx="24">
                  <c:v>3.2379999999999999E-2</c:v>
                </c:pt>
                <c:pt idx="25">
                  <c:v>3.2480000000000002E-2</c:v>
                </c:pt>
                <c:pt idx="26">
                  <c:v>3.2329999999999998E-2</c:v>
                </c:pt>
                <c:pt idx="27">
                  <c:v>3.1869999999999996E-2</c:v>
                </c:pt>
                <c:pt idx="28">
                  <c:v>3.243E-2</c:v>
                </c:pt>
                <c:pt idx="29">
                  <c:v>3.1719999999999998E-2</c:v>
                </c:pt>
                <c:pt idx="30">
                  <c:v>3.0720000000000001E-2</c:v>
                </c:pt>
                <c:pt idx="31">
                  <c:v>3.0929999999999999E-2</c:v>
                </c:pt>
                <c:pt idx="32">
                  <c:v>3.1379999999999998E-2</c:v>
                </c:pt>
                <c:pt idx="33">
                  <c:v>3.4040000000000001E-2</c:v>
                </c:pt>
                <c:pt idx="34">
                  <c:v>3.3579999999999999E-2</c:v>
                </c:pt>
                <c:pt idx="35">
                  <c:v>3.2780000000000004E-2</c:v>
                </c:pt>
                <c:pt idx="36">
                  <c:v>3.2599999999999997E-2</c:v>
                </c:pt>
                <c:pt idx="37">
                  <c:v>3.107E-2</c:v>
                </c:pt>
                <c:pt idx="38">
                  <c:v>3.0079999999999999E-2</c:v>
                </c:pt>
                <c:pt idx="39">
                  <c:v>2.962E-2</c:v>
                </c:pt>
                <c:pt idx="40">
                  <c:v>2.8660000000000001E-2</c:v>
                </c:pt>
                <c:pt idx="41">
                  <c:v>2.9609999999999997E-2</c:v>
                </c:pt>
                <c:pt idx="42">
                  <c:v>2.887E-2</c:v>
                </c:pt>
                <c:pt idx="43">
                  <c:v>2.9190000000000001E-2</c:v>
                </c:pt>
                <c:pt idx="44">
                  <c:v>2.9569999999999999E-2</c:v>
                </c:pt>
                <c:pt idx="45">
                  <c:v>3.092E-2</c:v>
                </c:pt>
                <c:pt idx="46">
                  <c:v>2.9950000000000001E-2</c:v>
                </c:pt>
                <c:pt idx="47">
                  <c:v>2.904E-2</c:v>
                </c:pt>
                <c:pt idx="48">
                  <c:v>2.8309999999999998E-2</c:v>
                </c:pt>
                <c:pt idx="49">
                  <c:v>3.0750000000000003E-2</c:v>
                </c:pt>
                <c:pt idx="50">
                  <c:v>3.109E-2</c:v>
                </c:pt>
                <c:pt idx="51">
                  <c:v>3.1320000000000001E-2</c:v>
                </c:pt>
                <c:pt idx="52">
                  <c:v>3.0379999999999997E-2</c:v>
                </c:pt>
                <c:pt idx="53">
                  <c:v>3.1059999999999997E-2</c:v>
                </c:pt>
                <c:pt idx="54">
                  <c:v>3.0510000000000002E-2</c:v>
                </c:pt>
                <c:pt idx="55">
                  <c:v>3.1309999999999998E-2</c:v>
                </c:pt>
                <c:pt idx="56">
                  <c:v>3.2400000000000005E-2</c:v>
                </c:pt>
                <c:pt idx="57">
                  <c:v>2.9750000000000002E-2</c:v>
                </c:pt>
                <c:pt idx="58">
                  <c:v>2.9820000000000003E-2</c:v>
                </c:pt>
                <c:pt idx="59">
                  <c:v>2.8709999999999999E-2</c:v>
                </c:pt>
                <c:pt idx="60">
                  <c:v>2.8210000000000002E-2</c:v>
                </c:pt>
                <c:pt idx="61">
                  <c:v>2.8730000000000002E-2</c:v>
                </c:pt>
                <c:pt idx="62">
                  <c:v>3.0369999999999998E-2</c:v>
                </c:pt>
                <c:pt idx="63">
                  <c:v>2.971E-2</c:v>
                </c:pt>
                <c:pt idx="64">
                  <c:v>2.8119999999999999E-2</c:v>
                </c:pt>
                <c:pt idx="65">
                  <c:v>2.7320000000000001E-2</c:v>
                </c:pt>
                <c:pt idx="66">
                  <c:v>2.751E-2</c:v>
                </c:pt>
                <c:pt idx="67">
                  <c:v>2.6949999999999998E-2</c:v>
                </c:pt>
                <c:pt idx="68">
                  <c:v>2.5859999999999998E-2</c:v>
                </c:pt>
                <c:pt idx="69">
                  <c:v>2.6009999999999998E-2</c:v>
                </c:pt>
                <c:pt idx="70">
                  <c:v>2.5939999999999998E-2</c:v>
                </c:pt>
                <c:pt idx="71">
                  <c:v>2.6370000000000001E-2</c:v>
                </c:pt>
                <c:pt idx="72">
                  <c:v>2.7619999999999999E-2</c:v>
                </c:pt>
                <c:pt idx="73">
                  <c:v>2.7320000000000001E-2</c:v>
                </c:pt>
                <c:pt idx="74">
                  <c:v>2.742E-2</c:v>
                </c:pt>
                <c:pt idx="75">
                  <c:v>2.6960000000000001E-2</c:v>
                </c:pt>
                <c:pt idx="76">
                  <c:v>3.279E-2</c:v>
                </c:pt>
                <c:pt idx="77">
                  <c:v>3.2410000000000001E-2</c:v>
                </c:pt>
                <c:pt idx="78">
                  <c:v>2.9140000000000003E-2</c:v>
                </c:pt>
                <c:pt idx="79">
                  <c:v>3.0990000000000004E-2</c:v>
                </c:pt>
                <c:pt idx="80">
                  <c:v>3.1280000000000002E-2</c:v>
                </c:pt>
                <c:pt idx="81">
                  <c:v>3.1200000000000002E-2</c:v>
                </c:pt>
                <c:pt idx="82">
                  <c:v>3.117E-2</c:v>
                </c:pt>
                <c:pt idx="83">
                  <c:v>3.1289999999999998E-2</c:v>
                </c:pt>
                <c:pt idx="84">
                  <c:v>3.0539999999999998E-2</c:v>
                </c:pt>
                <c:pt idx="85">
                  <c:v>3.2329999999999998E-2</c:v>
                </c:pt>
                <c:pt idx="86">
                  <c:v>3.3029999999999997E-2</c:v>
                </c:pt>
                <c:pt idx="87">
                  <c:v>3.1850000000000003E-2</c:v>
                </c:pt>
                <c:pt idx="88">
                  <c:v>3.243E-2</c:v>
                </c:pt>
                <c:pt idx="89">
                  <c:v>2.9670000000000002E-2</c:v>
                </c:pt>
                <c:pt idx="90">
                  <c:v>3.0379999999999997E-2</c:v>
                </c:pt>
                <c:pt idx="91">
                  <c:v>3.0430000000000002E-2</c:v>
                </c:pt>
                <c:pt idx="92">
                  <c:v>3.1009999999999999E-2</c:v>
                </c:pt>
                <c:pt idx="93">
                  <c:v>3.0630000000000001E-2</c:v>
                </c:pt>
                <c:pt idx="94">
                  <c:v>3.0929999999999999E-2</c:v>
                </c:pt>
                <c:pt idx="95">
                  <c:v>3.1780000000000003E-2</c:v>
                </c:pt>
                <c:pt idx="96">
                  <c:v>3.236E-2</c:v>
                </c:pt>
                <c:pt idx="97">
                  <c:v>3.2570000000000002E-2</c:v>
                </c:pt>
                <c:pt idx="98">
                  <c:v>3.465E-2</c:v>
                </c:pt>
                <c:pt idx="99">
                  <c:v>3.6360000000000003E-2</c:v>
                </c:pt>
                <c:pt idx="100">
                  <c:v>3.6139999999999999E-2</c:v>
                </c:pt>
                <c:pt idx="101">
                  <c:v>3.5549999999999998E-2</c:v>
                </c:pt>
                <c:pt idx="102">
                  <c:v>3.4110000000000001E-2</c:v>
                </c:pt>
                <c:pt idx="103">
                  <c:v>3.3579999999999999E-2</c:v>
                </c:pt>
                <c:pt idx="104">
                  <c:v>3.3390000000000003E-2</c:v>
                </c:pt>
                <c:pt idx="105">
                  <c:v>3.4200000000000001E-2</c:v>
                </c:pt>
                <c:pt idx="106">
                  <c:v>3.2669999999999998E-2</c:v>
                </c:pt>
                <c:pt idx="107">
                  <c:v>3.3610000000000001E-2</c:v>
                </c:pt>
                <c:pt idx="108">
                  <c:v>3.4279999999999998E-2</c:v>
                </c:pt>
                <c:pt idx="109">
                  <c:v>3.4630000000000001E-2</c:v>
                </c:pt>
                <c:pt idx="110">
                  <c:v>3.4349999999999999E-2</c:v>
                </c:pt>
                <c:pt idx="111">
                  <c:v>3.3300000000000003E-2</c:v>
                </c:pt>
                <c:pt idx="112">
                  <c:v>3.4049999999999997E-2</c:v>
                </c:pt>
                <c:pt idx="113">
                  <c:v>3.2910000000000002E-2</c:v>
                </c:pt>
                <c:pt idx="114">
                  <c:v>3.5529999999999999E-2</c:v>
                </c:pt>
                <c:pt idx="115">
                  <c:v>3.8079999999999996E-2</c:v>
                </c:pt>
                <c:pt idx="116">
                  <c:v>3.8969999999999998E-2</c:v>
                </c:pt>
                <c:pt idx="117">
                  <c:v>3.9190000000000003E-2</c:v>
                </c:pt>
                <c:pt idx="118">
                  <c:v>3.9449999999999999E-2</c:v>
                </c:pt>
                <c:pt idx="119">
                  <c:v>3.8710000000000001E-2</c:v>
                </c:pt>
                <c:pt idx="120">
                  <c:v>3.8130000000000004E-2</c:v>
                </c:pt>
                <c:pt idx="121">
                  <c:v>3.857E-2</c:v>
                </c:pt>
                <c:pt idx="122">
                  <c:v>3.7100000000000001E-2</c:v>
                </c:pt>
                <c:pt idx="123">
                  <c:v>3.5900000000000001E-2</c:v>
                </c:pt>
                <c:pt idx="124">
                  <c:v>3.6019999999999996E-2</c:v>
                </c:pt>
                <c:pt idx="125">
                  <c:v>3.6249999999999998E-2</c:v>
                </c:pt>
                <c:pt idx="126">
                  <c:v>3.6070000000000005E-2</c:v>
                </c:pt>
                <c:pt idx="127">
                  <c:v>3.5959999999999999E-2</c:v>
                </c:pt>
                <c:pt idx="128">
                  <c:v>3.6539999999999996E-2</c:v>
                </c:pt>
                <c:pt idx="129">
                  <c:v>3.6560000000000002E-2</c:v>
                </c:pt>
                <c:pt idx="130">
                  <c:v>3.7260000000000001E-2</c:v>
                </c:pt>
                <c:pt idx="131">
                  <c:v>3.7360000000000004E-2</c:v>
                </c:pt>
                <c:pt idx="132">
                  <c:v>3.7379999999999997E-2</c:v>
                </c:pt>
                <c:pt idx="133">
                  <c:v>3.6889999999999999E-2</c:v>
                </c:pt>
                <c:pt idx="134">
                  <c:v>3.4520000000000002E-2</c:v>
                </c:pt>
                <c:pt idx="135">
                  <c:v>3.474E-2</c:v>
                </c:pt>
                <c:pt idx="136">
                  <c:v>3.474E-2</c:v>
                </c:pt>
                <c:pt idx="137">
                  <c:v>3.2770000000000001E-2</c:v>
                </c:pt>
                <c:pt idx="138">
                  <c:v>3.2530000000000003E-2</c:v>
                </c:pt>
                <c:pt idx="139">
                  <c:v>3.3709999999999997E-2</c:v>
                </c:pt>
                <c:pt idx="140">
                  <c:v>3.644E-2</c:v>
                </c:pt>
                <c:pt idx="141">
                  <c:v>3.6840000000000005E-2</c:v>
                </c:pt>
                <c:pt idx="142">
                  <c:v>3.5159999999999997E-2</c:v>
                </c:pt>
                <c:pt idx="143">
                  <c:v>3.3840000000000002E-2</c:v>
                </c:pt>
                <c:pt idx="144">
                  <c:v>3.4479999999999997E-2</c:v>
                </c:pt>
                <c:pt idx="145">
                  <c:v>3.5610000000000003E-2</c:v>
                </c:pt>
                <c:pt idx="146">
                  <c:v>3.5869999999999999E-2</c:v>
                </c:pt>
                <c:pt idx="147">
                  <c:v>3.6159999999999998E-2</c:v>
                </c:pt>
                <c:pt idx="148">
                  <c:v>3.5479999999999998E-2</c:v>
                </c:pt>
                <c:pt idx="149">
                  <c:v>3.5209999999999998E-2</c:v>
                </c:pt>
                <c:pt idx="150">
                  <c:v>3.7330000000000002E-2</c:v>
                </c:pt>
                <c:pt idx="151">
                  <c:v>3.705E-2</c:v>
                </c:pt>
                <c:pt idx="152">
                  <c:v>3.8359999999999998E-2</c:v>
                </c:pt>
                <c:pt idx="153">
                  <c:v>3.773E-2</c:v>
                </c:pt>
                <c:pt idx="154">
                  <c:v>3.6580000000000001E-2</c:v>
                </c:pt>
                <c:pt idx="155">
                  <c:v>3.3690000000000005E-2</c:v>
                </c:pt>
                <c:pt idx="156">
                  <c:v>3.3709999999999997E-2</c:v>
                </c:pt>
                <c:pt idx="157">
                  <c:v>3.2539999999999999E-2</c:v>
                </c:pt>
                <c:pt idx="158">
                  <c:v>3.3090000000000001E-2</c:v>
                </c:pt>
                <c:pt idx="159">
                  <c:v>3.3639999999999996E-2</c:v>
                </c:pt>
                <c:pt idx="160">
                  <c:v>3.4750000000000003E-2</c:v>
                </c:pt>
                <c:pt idx="161">
                  <c:v>3.5299999999999998E-2</c:v>
                </c:pt>
                <c:pt idx="162">
                  <c:v>3.603E-2</c:v>
                </c:pt>
                <c:pt idx="163">
                  <c:v>3.6249999999999998E-2</c:v>
                </c:pt>
                <c:pt idx="164">
                  <c:v>3.5720000000000002E-2</c:v>
                </c:pt>
                <c:pt idx="165">
                  <c:v>3.5779999999999999E-2</c:v>
                </c:pt>
                <c:pt idx="166">
                  <c:v>3.671E-2</c:v>
                </c:pt>
                <c:pt idx="167">
                  <c:v>3.746E-2</c:v>
                </c:pt>
                <c:pt idx="168">
                  <c:v>3.8280000000000002E-2</c:v>
                </c:pt>
                <c:pt idx="169">
                  <c:v>3.8710000000000001E-2</c:v>
                </c:pt>
                <c:pt idx="170">
                  <c:v>3.916E-2</c:v>
                </c:pt>
                <c:pt idx="171">
                  <c:v>4.0170000000000004E-2</c:v>
                </c:pt>
                <c:pt idx="172">
                  <c:v>3.9710000000000002E-2</c:v>
                </c:pt>
                <c:pt idx="173">
                  <c:v>0.04</c:v>
                </c:pt>
                <c:pt idx="174">
                  <c:v>3.9220000000000005E-2</c:v>
                </c:pt>
                <c:pt idx="175">
                  <c:v>3.7000000000000005E-2</c:v>
                </c:pt>
                <c:pt idx="176">
                  <c:v>3.7139999999999999E-2</c:v>
                </c:pt>
                <c:pt idx="177">
                  <c:v>3.7409999999999999E-2</c:v>
                </c:pt>
                <c:pt idx="178">
                  <c:v>3.7629999999999997E-2</c:v>
                </c:pt>
                <c:pt idx="179">
                  <c:v>3.8919999999999996E-2</c:v>
                </c:pt>
                <c:pt idx="180">
                  <c:v>3.9740000000000004E-2</c:v>
                </c:pt>
                <c:pt idx="181">
                  <c:v>4.011E-2</c:v>
                </c:pt>
                <c:pt idx="182">
                  <c:v>4.0410000000000001E-2</c:v>
                </c:pt>
                <c:pt idx="183">
                  <c:v>4.0239999999999998E-2</c:v>
                </c:pt>
                <c:pt idx="184">
                  <c:v>3.9480000000000001E-2</c:v>
                </c:pt>
                <c:pt idx="185">
                  <c:v>3.9390000000000001E-2</c:v>
                </c:pt>
                <c:pt idx="186">
                  <c:v>3.9940000000000003E-2</c:v>
                </c:pt>
                <c:pt idx="187">
                  <c:v>4.0480000000000002E-2</c:v>
                </c:pt>
                <c:pt idx="188">
                  <c:v>4.0979999999999996E-2</c:v>
                </c:pt>
                <c:pt idx="189">
                  <c:v>4.1390000000000003E-2</c:v>
                </c:pt>
                <c:pt idx="190">
                  <c:v>4.0439999999999997E-2</c:v>
                </c:pt>
                <c:pt idx="191">
                  <c:v>4.0599999999999997E-2</c:v>
                </c:pt>
                <c:pt idx="192">
                  <c:v>4.1550000000000004E-2</c:v>
                </c:pt>
                <c:pt idx="193">
                  <c:v>4.0960000000000003E-2</c:v>
                </c:pt>
                <c:pt idx="194">
                  <c:v>4.054E-2</c:v>
                </c:pt>
                <c:pt idx="195">
                  <c:v>4.2790000000000002E-2</c:v>
                </c:pt>
                <c:pt idx="196">
                  <c:v>4.4679999999999997E-2</c:v>
                </c:pt>
                <c:pt idx="197">
                  <c:v>4.3459999999999999E-2</c:v>
                </c:pt>
                <c:pt idx="198">
                  <c:v>4.3419999999999993E-2</c:v>
                </c:pt>
                <c:pt idx="199">
                  <c:v>4.3240000000000001E-2</c:v>
                </c:pt>
                <c:pt idx="200">
                  <c:v>4.3380000000000002E-2</c:v>
                </c:pt>
                <c:pt idx="201">
                  <c:v>4.1710000000000004E-2</c:v>
                </c:pt>
                <c:pt idx="202">
                  <c:v>4.1639999999999996E-2</c:v>
                </c:pt>
                <c:pt idx="203">
                  <c:v>4.1939999999999998E-2</c:v>
                </c:pt>
                <c:pt idx="204">
                  <c:v>4.1909999999999996E-2</c:v>
                </c:pt>
                <c:pt idx="205">
                  <c:v>4.3049999999999998E-2</c:v>
                </c:pt>
                <c:pt idx="206">
                  <c:v>4.376E-2</c:v>
                </c:pt>
                <c:pt idx="207">
                  <c:v>4.3250000000000004E-2</c:v>
                </c:pt>
                <c:pt idx="208">
                  <c:v>4.376E-2</c:v>
                </c:pt>
                <c:pt idx="209">
                  <c:v>4.376E-2</c:v>
                </c:pt>
                <c:pt idx="210">
                  <c:v>4.4059999999999995E-2</c:v>
                </c:pt>
                <c:pt idx="211">
                  <c:v>4.6079999999999996E-2</c:v>
                </c:pt>
                <c:pt idx="212">
                  <c:v>4.7690000000000003E-2</c:v>
                </c:pt>
                <c:pt idx="213">
                  <c:v>4.7380000000000005E-2</c:v>
                </c:pt>
                <c:pt idx="214">
                  <c:v>4.7199999999999999E-2</c:v>
                </c:pt>
                <c:pt idx="215">
                  <c:v>4.41E-2</c:v>
                </c:pt>
                <c:pt idx="216">
                  <c:v>4.505E-2</c:v>
                </c:pt>
                <c:pt idx="217">
                  <c:v>4.4760000000000001E-2</c:v>
                </c:pt>
                <c:pt idx="218">
                  <c:v>4.5730000000000007E-2</c:v>
                </c:pt>
                <c:pt idx="219">
                  <c:v>4.5510000000000002E-2</c:v>
                </c:pt>
                <c:pt idx="220">
                  <c:v>4.548E-2</c:v>
                </c:pt>
                <c:pt idx="221">
                  <c:v>4.4729999999999999E-2</c:v>
                </c:pt>
                <c:pt idx="222">
                  <c:v>4.4920000000000002E-2</c:v>
                </c:pt>
                <c:pt idx="223">
                  <c:v>4.5119999999999993E-2</c:v>
                </c:pt>
                <c:pt idx="224">
                  <c:v>4.5119999999999993E-2</c:v>
                </c:pt>
                <c:pt idx="225">
                  <c:v>4.376E-2</c:v>
                </c:pt>
                <c:pt idx="226">
                  <c:v>4.36E-2</c:v>
                </c:pt>
                <c:pt idx="227">
                  <c:v>4.3890000000000005E-2</c:v>
                </c:pt>
                <c:pt idx="228">
                  <c:v>4.3799999999999999E-2</c:v>
                </c:pt>
                <c:pt idx="229">
                  <c:v>4.2979999999999997E-2</c:v>
                </c:pt>
                <c:pt idx="230">
                  <c:v>4.2450000000000002E-2</c:v>
                </c:pt>
                <c:pt idx="231">
                  <c:v>4.163E-2</c:v>
                </c:pt>
                <c:pt idx="232">
                  <c:v>4.2190000000000005E-2</c:v>
                </c:pt>
                <c:pt idx="233">
                  <c:v>4.2729999999999997E-2</c:v>
                </c:pt>
                <c:pt idx="234">
                  <c:v>4.199E-2</c:v>
                </c:pt>
                <c:pt idx="235">
                  <c:v>4.2539999999999994E-2</c:v>
                </c:pt>
                <c:pt idx="236">
                  <c:v>4.2340000000000003E-2</c:v>
                </c:pt>
                <c:pt idx="237">
                  <c:v>4.2180000000000002E-2</c:v>
                </c:pt>
                <c:pt idx="238">
                  <c:v>4.2000000000000003E-2</c:v>
                </c:pt>
                <c:pt idx="239">
                  <c:v>4.1520000000000001E-2</c:v>
                </c:pt>
                <c:pt idx="240">
                  <c:v>4.1050000000000003E-2</c:v>
                </c:pt>
                <c:pt idx="241">
                  <c:v>4.0359999999999993E-2</c:v>
                </c:pt>
                <c:pt idx="242">
                  <c:v>4.0090000000000001E-2</c:v>
                </c:pt>
                <c:pt idx="243">
                  <c:v>3.9449999999999999E-2</c:v>
                </c:pt>
                <c:pt idx="244">
                  <c:v>3.9169999999999996E-2</c:v>
                </c:pt>
                <c:pt idx="245">
                  <c:v>3.9410000000000001E-2</c:v>
                </c:pt>
                <c:pt idx="246">
                  <c:v>3.9350000000000003E-2</c:v>
                </c:pt>
                <c:pt idx="247">
                  <c:v>3.8710000000000001E-2</c:v>
                </c:pt>
                <c:pt idx="248">
                  <c:v>3.8849999999999996E-2</c:v>
                </c:pt>
                <c:pt idx="249">
                  <c:v>3.814E-2</c:v>
                </c:pt>
                <c:pt idx="250">
                  <c:v>3.9379999999999998E-2</c:v>
                </c:pt>
                <c:pt idx="251">
                  <c:v>3.9649999999999998E-2</c:v>
                </c:pt>
                <c:pt idx="252">
                  <c:v>4.0079999999999998E-2</c:v>
                </c:pt>
                <c:pt idx="253">
                  <c:v>3.9919999999999997E-2</c:v>
                </c:pt>
                <c:pt idx="254">
                  <c:v>3.9789999999999999E-2</c:v>
                </c:pt>
                <c:pt idx="255">
                  <c:v>4.0359999999999993E-2</c:v>
                </c:pt>
                <c:pt idx="256">
                  <c:v>4.1759999999999999E-2</c:v>
                </c:pt>
                <c:pt idx="257">
                  <c:v>4.1730000000000003E-2</c:v>
                </c:pt>
                <c:pt idx="258">
                  <c:v>4.2320000000000003E-2</c:v>
                </c:pt>
                <c:pt idx="259">
                  <c:v>4.2569999999999997E-2</c:v>
                </c:pt>
                <c:pt idx="260">
                  <c:v>4.3129999999999995E-2</c:v>
                </c:pt>
                <c:pt idx="261">
                  <c:v>4.1489999999999999E-2</c:v>
                </c:pt>
                <c:pt idx="262">
                  <c:v>4.1289999999999993E-2</c:v>
                </c:pt>
                <c:pt idx="263">
                  <c:v>4.1349999999999998E-2</c:v>
                </c:pt>
                <c:pt idx="264">
                  <c:v>4.1169999999999998E-2</c:v>
                </c:pt>
                <c:pt idx="265">
                  <c:v>4.0399999999999998E-2</c:v>
                </c:pt>
                <c:pt idx="266">
                  <c:v>4.1009999999999998E-2</c:v>
                </c:pt>
                <c:pt idx="267">
                  <c:v>4.2549999999999998E-2</c:v>
                </c:pt>
                <c:pt idx="268">
                  <c:v>4.2279999999999998E-2</c:v>
                </c:pt>
                <c:pt idx="269">
                  <c:v>4.1860000000000001E-2</c:v>
                </c:pt>
                <c:pt idx="270">
                  <c:v>4.1769999999999995E-2</c:v>
                </c:pt>
                <c:pt idx="271">
                  <c:v>4.2110000000000002E-2</c:v>
                </c:pt>
                <c:pt idx="272">
                  <c:v>4.3619999999999999E-2</c:v>
                </c:pt>
                <c:pt idx="273">
                  <c:v>4.2340000000000003E-2</c:v>
                </c:pt>
                <c:pt idx="274">
                  <c:v>4.2099999999999999E-2</c:v>
                </c:pt>
                <c:pt idx="275">
                  <c:v>4.1900000000000007E-2</c:v>
                </c:pt>
                <c:pt idx="276">
                  <c:v>4.2720000000000001E-2</c:v>
                </c:pt>
                <c:pt idx="277">
                  <c:v>4.2169999999999999E-2</c:v>
                </c:pt>
                <c:pt idx="278">
                  <c:v>4.1779999999999998E-2</c:v>
                </c:pt>
                <c:pt idx="279">
                  <c:v>4.2560000000000001E-2</c:v>
                </c:pt>
                <c:pt idx="280">
                  <c:v>4.1619999999999997E-2</c:v>
                </c:pt>
                <c:pt idx="281">
                  <c:v>4.3490000000000001E-2</c:v>
                </c:pt>
                <c:pt idx="282">
                  <c:v>4.2979999999999997E-2</c:v>
                </c:pt>
                <c:pt idx="283">
                  <c:v>4.2389999999999997E-2</c:v>
                </c:pt>
                <c:pt idx="284">
                  <c:v>4.2209999999999998E-2</c:v>
                </c:pt>
                <c:pt idx="285">
                  <c:v>4.4189999999999993E-2</c:v>
                </c:pt>
                <c:pt idx="286">
                  <c:v>4.4569999999999999E-2</c:v>
                </c:pt>
                <c:pt idx="287">
                  <c:v>4.4560000000000002E-2</c:v>
                </c:pt>
                <c:pt idx="288">
                  <c:v>4.4610000000000004E-2</c:v>
                </c:pt>
                <c:pt idx="289">
                  <c:v>4.3860000000000003E-2</c:v>
                </c:pt>
                <c:pt idx="290">
                  <c:v>4.4320000000000005E-2</c:v>
                </c:pt>
                <c:pt idx="291">
                  <c:v>4.3570000000000005E-2</c:v>
                </c:pt>
                <c:pt idx="292">
                  <c:v>4.3529999999999999E-2</c:v>
                </c:pt>
                <c:pt idx="293">
                  <c:v>4.3990000000000001E-2</c:v>
                </c:pt>
                <c:pt idx="294">
                  <c:v>4.4249999999999998E-2</c:v>
                </c:pt>
                <c:pt idx="295">
                  <c:v>4.4589999999999998E-2</c:v>
                </c:pt>
                <c:pt idx="296">
                  <c:v>4.5060000000000003E-2</c:v>
                </c:pt>
                <c:pt idx="297">
                  <c:v>4.5449999999999997E-2</c:v>
                </c:pt>
                <c:pt idx="298">
                  <c:v>4.4850000000000001E-2</c:v>
                </c:pt>
                <c:pt idx="299">
                  <c:v>4.5400000000000003E-2</c:v>
                </c:pt>
                <c:pt idx="300">
                  <c:v>4.4740000000000002E-2</c:v>
                </c:pt>
                <c:pt idx="301">
                  <c:v>4.5199999999999997E-2</c:v>
                </c:pt>
                <c:pt idx="302">
                  <c:v>4.5030000000000001E-2</c:v>
                </c:pt>
                <c:pt idx="303">
                  <c:v>4.4720000000000003E-2</c:v>
                </c:pt>
                <c:pt idx="304">
                  <c:v>4.4630000000000003E-2</c:v>
                </c:pt>
                <c:pt idx="305">
                  <c:v>4.5250000000000005E-2</c:v>
                </c:pt>
                <c:pt idx="306">
                  <c:v>4.616E-2</c:v>
                </c:pt>
                <c:pt idx="307">
                  <c:v>4.6349999999999995E-2</c:v>
                </c:pt>
                <c:pt idx="308">
                  <c:v>4.5710000000000001E-2</c:v>
                </c:pt>
                <c:pt idx="309">
                  <c:v>4.5679999999999998E-2</c:v>
                </c:pt>
                <c:pt idx="310">
                  <c:v>4.5970000000000004E-2</c:v>
                </c:pt>
                <c:pt idx="311">
                  <c:v>4.6300000000000001E-2</c:v>
                </c:pt>
                <c:pt idx="312">
                  <c:v>4.6900000000000004E-2</c:v>
                </c:pt>
                <c:pt idx="313">
                  <c:v>4.616E-2</c:v>
                </c:pt>
                <c:pt idx="314">
                  <c:v>4.616E-2</c:v>
                </c:pt>
                <c:pt idx="315">
                  <c:v>4.7199999999999999E-2</c:v>
                </c:pt>
                <c:pt idx="316">
                  <c:v>4.691E-2</c:v>
                </c:pt>
                <c:pt idx="317">
                  <c:v>4.7539999999999999E-2</c:v>
                </c:pt>
                <c:pt idx="318">
                  <c:v>4.8899999999999999E-2</c:v>
                </c:pt>
                <c:pt idx="319">
                  <c:v>4.87E-2</c:v>
                </c:pt>
                <c:pt idx="320">
                  <c:v>4.9480000000000003E-2</c:v>
                </c:pt>
                <c:pt idx="321">
                  <c:v>4.9139999999999996E-2</c:v>
                </c:pt>
                <c:pt idx="322">
                  <c:v>0.05</c:v>
                </c:pt>
                <c:pt idx="323">
                  <c:v>5.1340000000000004E-2</c:v>
                </c:pt>
                <c:pt idx="324">
                  <c:v>5.1180000000000003E-2</c:v>
                </c:pt>
                <c:pt idx="325">
                  <c:v>4.9919999999999999E-2</c:v>
                </c:pt>
                <c:pt idx="326">
                  <c:v>4.8780000000000004E-2</c:v>
                </c:pt>
                <c:pt idx="327">
                  <c:v>4.9370000000000004E-2</c:v>
                </c:pt>
                <c:pt idx="328">
                  <c:v>4.9950000000000001E-2</c:v>
                </c:pt>
                <c:pt idx="329">
                  <c:v>5.0290000000000001E-2</c:v>
                </c:pt>
                <c:pt idx="330">
                  <c:v>4.9540000000000001E-2</c:v>
                </c:pt>
                <c:pt idx="331">
                  <c:v>4.8719999999999999E-2</c:v>
                </c:pt>
                <c:pt idx="332">
                  <c:v>4.8639999999999996E-2</c:v>
                </c:pt>
                <c:pt idx="333">
                  <c:v>4.8890000000000003E-2</c:v>
                </c:pt>
                <c:pt idx="334">
                  <c:v>4.8470000000000006E-2</c:v>
                </c:pt>
                <c:pt idx="335">
                  <c:v>4.8639999999999996E-2</c:v>
                </c:pt>
                <c:pt idx="336">
                  <c:v>4.7210000000000002E-2</c:v>
                </c:pt>
                <c:pt idx="337">
                  <c:v>4.6710000000000002E-2</c:v>
                </c:pt>
                <c:pt idx="338">
                  <c:v>4.5319999999999999E-2</c:v>
                </c:pt>
                <c:pt idx="339">
                  <c:v>4.5919999999999996E-2</c:v>
                </c:pt>
                <c:pt idx="340">
                  <c:v>4.632E-2</c:v>
                </c:pt>
                <c:pt idx="341">
                  <c:v>4.5250000000000005E-2</c:v>
                </c:pt>
                <c:pt idx="342">
                  <c:v>4.487E-2</c:v>
                </c:pt>
                <c:pt idx="343">
                  <c:v>4.5179999999999998E-2</c:v>
                </c:pt>
                <c:pt idx="344">
                  <c:v>4.7039999999999998E-2</c:v>
                </c:pt>
                <c:pt idx="345">
                  <c:v>4.6780000000000002E-2</c:v>
                </c:pt>
                <c:pt idx="346">
                  <c:v>4.6420000000000003E-2</c:v>
                </c:pt>
                <c:pt idx="347">
                  <c:v>4.5060000000000003E-2</c:v>
                </c:pt>
                <c:pt idx="348">
                  <c:v>4.4690000000000001E-2</c:v>
                </c:pt>
                <c:pt idx="349">
                  <c:v>4.4569999999999999E-2</c:v>
                </c:pt>
                <c:pt idx="350">
                  <c:v>4.4249999999999998E-2</c:v>
                </c:pt>
                <c:pt idx="351">
                  <c:v>4.3619999999999999E-2</c:v>
                </c:pt>
                <c:pt idx="352">
                  <c:v>4.6719999999999998E-2</c:v>
                </c:pt>
                <c:pt idx="353">
                  <c:v>4.7230000000000001E-2</c:v>
                </c:pt>
                <c:pt idx="354">
                  <c:v>4.8920000000000005E-2</c:v>
                </c:pt>
                <c:pt idx="355">
                  <c:v>4.7820000000000001E-2</c:v>
                </c:pt>
                <c:pt idx="356">
                  <c:v>4.9459999999999997E-2</c:v>
                </c:pt>
                <c:pt idx="357">
                  <c:v>4.8160000000000001E-2</c:v>
                </c:pt>
                <c:pt idx="358">
                  <c:v>4.8079999999999998E-2</c:v>
                </c:pt>
                <c:pt idx="359">
                  <c:v>4.7100000000000003E-2</c:v>
                </c:pt>
                <c:pt idx="360">
                  <c:v>4.5960000000000001E-2</c:v>
                </c:pt>
                <c:pt idx="361">
                  <c:v>4.7309999999999998E-2</c:v>
                </c:pt>
                <c:pt idx="362">
                  <c:v>4.7359999999999999E-2</c:v>
                </c:pt>
                <c:pt idx="363">
                  <c:v>4.8680000000000001E-2</c:v>
                </c:pt>
                <c:pt idx="364">
                  <c:v>4.6900000000000004E-2</c:v>
                </c:pt>
                <c:pt idx="365">
                  <c:v>4.7060000000000005E-2</c:v>
                </c:pt>
                <c:pt idx="366">
                  <c:v>4.6959999999999995E-2</c:v>
                </c:pt>
                <c:pt idx="367">
                  <c:v>4.6580000000000003E-2</c:v>
                </c:pt>
                <c:pt idx="368">
                  <c:v>4.6539999999999998E-2</c:v>
                </c:pt>
                <c:pt idx="369">
                  <c:v>4.6059999999999997E-2</c:v>
                </c:pt>
                <c:pt idx="370">
                  <c:v>4.4749999999999998E-2</c:v>
                </c:pt>
                <c:pt idx="371">
                  <c:v>4.5229999999999999E-2</c:v>
                </c:pt>
                <c:pt idx="372">
                  <c:v>4.555E-2</c:v>
                </c:pt>
                <c:pt idx="373">
                  <c:v>4.5850000000000002E-2</c:v>
                </c:pt>
                <c:pt idx="374">
                  <c:v>4.5960000000000001E-2</c:v>
                </c:pt>
                <c:pt idx="375">
                  <c:v>4.5670000000000002E-2</c:v>
                </c:pt>
                <c:pt idx="376">
                  <c:v>4.5940000000000002E-2</c:v>
                </c:pt>
                <c:pt idx="377">
                  <c:v>4.5370000000000001E-2</c:v>
                </c:pt>
                <c:pt idx="378">
                  <c:v>4.5149999999999996E-2</c:v>
                </c:pt>
                <c:pt idx="379">
                  <c:v>4.6219999999999997E-2</c:v>
                </c:pt>
                <c:pt idx="380">
                  <c:v>4.5690000000000001E-2</c:v>
                </c:pt>
                <c:pt idx="381">
                  <c:v>4.6130000000000004E-2</c:v>
                </c:pt>
                <c:pt idx="382">
                  <c:v>4.6740000000000004E-2</c:v>
                </c:pt>
                <c:pt idx="383">
                  <c:v>4.7350000000000003E-2</c:v>
                </c:pt>
                <c:pt idx="384">
                  <c:v>4.7419999999999997E-2</c:v>
                </c:pt>
                <c:pt idx="385">
                  <c:v>4.7869999999999996E-2</c:v>
                </c:pt>
                <c:pt idx="386">
                  <c:v>4.7190000000000003E-2</c:v>
                </c:pt>
                <c:pt idx="387">
                  <c:v>4.7249999999999993E-2</c:v>
                </c:pt>
                <c:pt idx="388">
                  <c:v>4.5629999999999997E-2</c:v>
                </c:pt>
                <c:pt idx="389">
                  <c:v>4.6479999999999994E-2</c:v>
                </c:pt>
                <c:pt idx="390">
                  <c:v>4.4679999999999997E-2</c:v>
                </c:pt>
                <c:pt idx="391">
                  <c:v>4.308E-2</c:v>
                </c:pt>
                <c:pt idx="392">
                  <c:v>4.2849999999999999E-2</c:v>
                </c:pt>
                <c:pt idx="393">
                  <c:v>4.2500000000000003E-2</c:v>
                </c:pt>
                <c:pt idx="394">
                  <c:v>4.1420000000000005E-2</c:v>
                </c:pt>
                <c:pt idx="395">
                  <c:v>4.0780000000000004E-2</c:v>
                </c:pt>
                <c:pt idx="396">
                  <c:v>4.0220000000000006E-2</c:v>
                </c:pt>
                <c:pt idx="397">
                  <c:v>3.9440000000000003E-2</c:v>
                </c:pt>
                <c:pt idx="398">
                  <c:v>4.2190000000000005E-2</c:v>
                </c:pt>
                <c:pt idx="399">
                  <c:v>4.0419999999999998E-2</c:v>
                </c:pt>
                <c:pt idx="400">
                  <c:v>3.9539999999999999E-2</c:v>
                </c:pt>
                <c:pt idx="401">
                  <c:v>3.891E-2</c:v>
                </c:pt>
                <c:pt idx="402">
                  <c:v>3.7599999999999995E-2</c:v>
                </c:pt>
                <c:pt idx="403">
                  <c:v>3.6979999999999999E-2</c:v>
                </c:pt>
                <c:pt idx="404">
                  <c:v>3.7490000000000002E-2</c:v>
                </c:pt>
                <c:pt idx="405">
                  <c:v>3.7510000000000002E-2</c:v>
                </c:pt>
                <c:pt idx="406">
                  <c:v>3.7859999999999998E-2</c:v>
                </c:pt>
                <c:pt idx="407">
                  <c:v>3.8429999999999999E-2</c:v>
                </c:pt>
                <c:pt idx="408">
                  <c:v>4.1029999999999997E-2</c:v>
                </c:pt>
                <c:pt idx="409">
                  <c:v>4.2880000000000001E-2</c:v>
                </c:pt>
                <c:pt idx="410">
                  <c:v>4.1210000000000004E-2</c:v>
                </c:pt>
                <c:pt idx="411">
                  <c:v>4.233E-2</c:v>
                </c:pt>
                <c:pt idx="412">
                  <c:v>4.4470000000000003E-2</c:v>
                </c:pt>
                <c:pt idx="413">
                  <c:v>4.5229999999999999E-2</c:v>
                </c:pt>
                <c:pt idx="414">
                  <c:v>4.6879999999999998E-2</c:v>
                </c:pt>
                <c:pt idx="415">
                  <c:v>4.7270000000000006E-2</c:v>
                </c:pt>
                <c:pt idx="416">
                  <c:v>4.8090000000000001E-2</c:v>
                </c:pt>
                <c:pt idx="417">
                  <c:v>5.0629999999999994E-2</c:v>
                </c:pt>
                <c:pt idx="418">
                  <c:v>5.1650000000000001E-2</c:v>
                </c:pt>
                <c:pt idx="419">
                  <c:v>5.2359999999999997E-2</c:v>
                </c:pt>
                <c:pt idx="420">
                  <c:v>5.2939999999999994E-2</c:v>
                </c:pt>
                <c:pt idx="421">
                  <c:v>5.2830000000000002E-2</c:v>
                </c:pt>
                <c:pt idx="422">
                  <c:v>5.3190000000000001E-2</c:v>
                </c:pt>
                <c:pt idx="423">
                  <c:v>5.2519999999999997E-2</c:v>
                </c:pt>
                <c:pt idx="424">
                  <c:v>5.4130000000000005E-2</c:v>
                </c:pt>
                <c:pt idx="425">
                  <c:v>5.3680000000000005E-2</c:v>
                </c:pt>
                <c:pt idx="426">
                  <c:v>5.364E-2</c:v>
                </c:pt>
                <c:pt idx="427">
                  <c:v>5.3929999999999999E-2</c:v>
                </c:pt>
                <c:pt idx="428">
                  <c:v>5.4379999999999998E-2</c:v>
                </c:pt>
                <c:pt idx="429">
                  <c:v>5.3319999999999999E-2</c:v>
                </c:pt>
                <c:pt idx="430">
                  <c:v>5.2619999999999993E-2</c:v>
                </c:pt>
                <c:pt idx="431">
                  <c:v>5.2130000000000003E-2</c:v>
                </c:pt>
                <c:pt idx="432">
                  <c:v>5.237E-2</c:v>
                </c:pt>
                <c:pt idx="433">
                  <c:v>5.1680000000000004E-2</c:v>
                </c:pt>
                <c:pt idx="434">
                  <c:v>4.9100000000000005E-2</c:v>
                </c:pt>
                <c:pt idx="435">
                  <c:v>4.8259999999999997E-2</c:v>
                </c:pt>
                <c:pt idx="436">
                  <c:v>4.9779999999999998E-2</c:v>
                </c:pt>
                <c:pt idx="437">
                  <c:v>5.151E-2</c:v>
                </c:pt>
                <c:pt idx="438">
                  <c:v>5.2409999999999998E-2</c:v>
                </c:pt>
                <c:pt idx="439">
                  <c:v>5.0799999999999998E-2</c:v>
                </c:pt>
                <c:pt idx="440">
                  <c:v>4.965E-2</c:v>
                </c:pt>
                <c:pt idx="441">
                  <c:v>4.8819999999999995E-2</c:v>
                </c:pt>
                <c:pt idx="442">
                  <c:v>4.9020000000000001E-2</c:v>
                </c:pt>
                <c:pt idx="443">
                  <c:v>4.861E-2</c:v>
                </c:pt>
                <c:pt idx="444">
                  <c:v>4.836E-2</c:v>
                </c:pt>
                <c:pt idx="445">
                  <c:v>4.888E-2</c:v>
                </c:pt>
                <c:pt idx="446">
                  <c:v>4.8349999999999997E-2</c:v>
                </c:pt>
                <c:pt idx="447">
                  <c:v>4.3550000000000005E-2</c:v>
                </c:pt>
                <c:pt idx="448">
                  <c:v>4.3819999999999998E-2</c:v>
                </c:pt>
                <c:pt idx="449">
                  <c:v>4.3120000000000006E-2</c:v>
                </c:pt>
                <c:pt idx="450">
                  <c:v>4.5279999999999994E-2</c:v>
                </c:pt>
                <c:pt idx="451">
                  <c:v>4.1779999999999998E-2</c:v>
                </c:pt>
                <c:pt idx="452">
                  <c:v>4.1929999999999995E-2</c:v>
                </c:pt>
                <c:pt idx="453">
                  <c:v>4.2340000000000003E-2</c:v>
                </c:pt>
                <c:pt idx="454">
                  <c:v>3.9989999999999998E-2</c:v>
                </c:pt>
                <c:pt idx="455">
                  <c:v>4.0670000000000005E-2</c:v>
                </c:pt>
                <c:pt idx="456">
                  <c:v>3.9879999999999999E-2</c:v>
                </c:pt>
                <c:pt idx="457">
                  <c:v>4.1210000000000004E-2</c:v>
                </c:pt>
                <c:pt idx="458">
                  <c:v>4.0190000000000003E-2</c:v>
                </c:pt>
                <c:pt idx="459">
                  <c:v>3.8390000000000001E-2</c:v>
                </c:pt>
                <c:pt idx="460">
                  <c:v>3.8740000000000004E-2</c:v>
                </c:pt>
                <c:pt idx="461">
                  <c:v>4.0389999999999995E-2</c:v>
                </c:pt>
                <c:pt idx="462">
                  <c:v>4.0469999999999999E-2</c:v>
                </c:pt>
                <c:pt idx="463">
                  <c:v>3.9710000000000002E-2</c:v>
                </c:pt>
                <c:pt idx="464">
                  <c:v>4.0419999999999998E-2</c:v>
                </c:pt>
                <c:pt idx="465">
                  <c:v>3.9079999999999997E-2</c:v>
                </c:pt>
                <c:pt idx="466">
                  <c:v>3.8010000000000002E-2</c:v>
                </c:pt>
                <c:pt idx="467">
                  <c:v>3.7670000000000002E-2</c:v>
                </c:pt>
                <c:pt idx="468">
                  <c:v>3.7060000000000003E-2</c:v>
                </c:pt>
                <c:pt idx="469">
                  <c:v>3.7429999999999998E-2</c:v>
                </c:pt>
                <c:pt idx="470">
                  <c:v>3.9369999999999995E-2</c:v>
                </c:pt>
                <c:pt idx="471">
                  <c:v>3.9149999999999997E-2</c:v>
                </c:pt>
                <c:pt idx="472">
                  <c:v>3.9870000000000003E-2</c:v>
                </c:pt>
                <c:pt idx="473">
                  <c:v>3.9369999999999995E-2</c:v>
                </c:pt>
                <c:pt idx="474">
                  <c:v>3.6379999999999996E-2</c:v>
                </c:pt>
                <c:pt idx="475">
                  <c:v>3.7060000000000003E-2</c:v>
                </c:pt>
                <c:pt idx="476">
                  <c:v>3.669E-2</c:v>
                </c:pt>
                <c:pt idx="477">
                  <c:v>3.6070000000000005E-2</c:v>
                </c:pt>
                <c:pt idx="478">
                  <c:v>3.5310000000000001E-2</c:v>
                </c:pt>
                <c:pt idx="479">
                  <c:v>3.5529999999999999E-2</c:v>
                </c:pt>
                <c:pt idx="480">
                  <c:v>3.4700000000000002E-2</c:v>
                </c:pt>
                <c:pt idx="481">
                  <c:v>3.5379999999999995E-2</c:v>
                </c:pt>
                <c:pt idx="482">
                  <c:v>3.449E-2</c:v>
                </c:pt>
                <c:pt idx="483">
                  <c:v>3.4620000000000005E-2</c:v>
                </c:pt>
                <c:pt idx="484">
                  <c:v>3.4520000000000002E-2</c:v>
                </c:pt>
                <c:pt idx="485">
                  <c:v>3.6230000000000005E-2</c:v>
                </c:pt>
                <c:pt idx="486">
                  <c:v>3.6659999999999998E-2</c:v>
                </c:pt>
                <c:pt idx="487">
                  <c:v>3.6000000000000004E-2</c:v>
                </c:pt>
                <c:pt idx="488">
                  <c:v>3.7200000000000004E-2</c:v>
                </c:pt>
                <c:pt idx="489">
                  <c:v>3.6589999999999998E-2</c:v>
                </c:pt>
                <c:pt idx="490">
                  <c:v>3.703E-2</c:v>
                </c:pt>
                <c:pt idx="491">
                  <c:v>3.7970000000000004E-2</c:v>
                </c:pt>
                <c:pt idx="492">
                  <c:v>3.6610000000000004E-2</c:v>
                </c:pt>
                <c:pt idx="493">
                  <c:v>3.6389999999999999E-2</c:v>
                </c:pt>
                <c:pt idx="494">
                  <c:v>3.6290000000000003E-2</c:v>
                </c:pt>
                <c:pt idx="495">
                  <c:v>3.397E-2</c:v>
                </c:pt>
                <c:pt idx="496">
                  <c:v>3.3329999999999999E-2</c:v>
                </c:pt>
                <c:pt idx="497">
                  <c:v>3.3790000000000001E-2</c:v>
                </c:pt>
                <c:pt idx="498">
                  <c:v>3.3829999999999999E-2</c:v>
                </c:pt>
                <c:pt idx="499">
                  <c:v>3.3759999999999998E-2</c:v>
                </c:pt>
                <c:pt idx="500">
                  <c:v>3.4189999999999998E-2</c:v>
                </c:pt>
                <c:pt idx="501">
                  <c:v>3.4079999999999999E-2</c:v>
                </c:pt>
                <c:pt idx="502">
                  <c:v>3.4000000000000002E-2</c:v>
                </c:pt>
                <c:pt idx="503">
                  <c:v>3.39E-2</c:v>
                </c:pt>
                <c:pt idx="504">
                  <c:v>3.3419999999999998E-2</c:v>
                </c:pt>
                <c:pt idx="505">
                  <c:v>3.4959999999999998E-2</c:v>
                </c:pt>
                <c:pt idx="506">
                  <c:v>3.5040000000000002E-2</c:v>
                </c:pt>
                <c:pt idx="507">
                  <c:v>3.6490000000000002E-2</c:v>
                </c:pt>
                <c:pt idx="508">
                  <c:v>3.5769999999999996E-2</c:v>
                </c:pt>
                <c:pt idx="509">
                  <c:v>3.5990000000000001E-2</c:v>
                </c:pt>
                <c:pt idx="510">
                  <c:v>3.6520000000000004E-2</c:v>
                </c:pt>
                <c:pt idx="511">
                  <c:v>3.669E-2</c:v>
                </c:pt>
                <c:pt idx="512">
                  <c:v>3.6859999999999997E-2</c:v>
                </c:pt>
                <c:pt idx="513">
                  <c:v>3.7519999999999998E-2</c:v>
                </c:pt>
                <c:pt idx="514">
                  <c:v>3.7450000000000004E-2</c:v>
                </c:pt>
                <c:pt idx="515">
                  <c:v>3.7499999999999999E-2</c:v>
                </c:pt>
                <c:pt idx="516">
                  <c:v>3.8330000000000003E-2</c:v>
                </c:pt>
                <c:pt idx="517">
                  <c:v>3.916E-2</c:v>
                </c:pt>
                <c:pt idx="518">
                  <c:v>3.9469999999999998E-2</c:v>
                </c:pt>
                <c:pt idx="519">
                  <c:v>4.0999999999999995E-2</c:v>
                </c:pt>
                <c:pt idx="520">
                  <c:v>4.0849999999999997E-2</c:v>
                </c:pt>
                <c:pt idx="521">
                  <c:v>4.147E-2</c:v>
                </c:pt>
                <c:pt idx="522">
                  <c:v>4.0739999999999998E-2</c:v>
                </c:pt>
                <c:pt idx="523">
                  <c:v>4.095E-2</c:v>
                </c:pt>
                <c:pt idx="524">
                  <c:v>4.2079999999999999E-2</c:v>
                </c:pt>
                <c:pt idx="525">
                  <c:v>4.2199999999999994E-2</c:v>
                </c:pt>
                <c:pt idx="526">
                  <c:v>4.2290000000000001E-2</c:v>
                </c:pt>
                <c:pt idx="527">
                  <c:v>4.4219999999999995E-2</c:v>
                </c:pt>
                <c:pt idx="528">
                  <c:v>4.6079999999999996E-2</c:v>
                </c:pt>
                <c:pt idx="529">
                  <c:v>4.5519999999999998E-2</c:v>
                </c:pt>
                <c:pt idx="530">
                  <c:v>4.4800000000000006E-2</c:v>
                </c:pt>
                <c:pt idx="531">
                  <c:v>4.5080000000000002E-2</c:v>
                </c:pt>
                <c:pt idx="532">
                  <c:v>4.5279999999999994E-2</c:v>
                </c:pt>
                <c:pt idx="533">
                  <c:v>4.5880000000000004E-2</c:v>
                </c:pt>
                <c:pt idx="534">
                  <c:v>4.5490000000000003E-2</c:v>
                </c:pt>
                <c:pt idx="535">
                  <c:v>4.5149999999999996E-2</c:v>
                </c:pt>
                <c:pt idx="536">
                  <c:v>4.4720000000000003E-2</c:v>
                </c:pt>
                <c:pt idx="537">
                  <c:v>4.4189999999999993E-2</c:v>
                </c:pt>
                <c:pt idx="538">
                  <c:v>4.5629999999999997E-2</c:v>
                </c:pt>
                <c:pt idx="539">
                  <c:v>4.4349999999999994E-2</c:v>
                </c:pt>
                <c:pt idx="540">
                  <c:v>4.4569999999999999E-2</c:v>
                </c:pt>
                <c:pt idx="541">
                  <c:v>4.4979999999999999E-2</c:v>
                </c:pt>
                <c:pt idx="542">
                  <c:v>4.4660000000000005E-2</c:v>
                </c:pt>
                <c:pt idx="543">
                  <c:v>4.3990000000000001E-2</c:v>
                </c:pt>
                <c:pt idx="544">
                  <c:v>4.3680000000000004E-2</c:v>
                </c:pt>
                <c:pt idx="545">
                  <c:v>4.2830000000000007E-2</c:v>
                </c:pt>
                <c:pt idx="546">
                  <c:v>4.2859999999999995E-2</c:v>
                </c:pt>
                <c:pt idx="547">
                  <c:v>4.301E-2</c:v>
                </c:pt>
                <c:pt idx="548">
                  <c:v>4.2610000000000002E-2</c:v>
                </c:pt>
                <c:pt idx="549">
                  <c:v>4.2409999999999996E-2</c:v>
                </c:pt>
                <c:pt idx="550">
                  <c:v>4.249E-2</c:v>
                </c:pt>
                <c:pt idx="551">
                  <c:v>4.3019999999999996E-2</c:v>
                </c:pt>
                <c:pt idx="552">
                  <c:v>4.2180000000000002E-2</c:v>
                </c:pt>
                <c:pt idx="553">
                  <c:v>4.1759999999999999E-2</c:v>
                </c:pt>
                <c:pt idx="554">
                  <c:v>4.1029999999999997E-2</c:v>
                </c:pt>
                <c:pt idx="555">
                  <c:v>3.952E-2</c:v>
                </c:pt>
                <c:pt idx="556">
                  <c:v>3.9629999999999999E-2</c:v>
                </c:pt>
                <c:pt idx="557">
                  <c:v>3.9789999999999999E-2</c:v>
                </c:pt>
                <c:pt idx="558">
                  <c:v>3.8830000000000003E-2</c:v>
                </c:pt>
                <c:pt idx="559">
                  <c:v>3.8460000000000001E-2</c:v>
                </c:pt>
                <c:pt idx="560">
                  <c:v>3.7589999999999998E-2</c:v>
                </c:pt>
                <c:pt idx="561">
                  <c:v>3.798E-2</c:v>
                </c:pt>
                <c:pt idx="562">
                  <c:v>3.7659999999999999E-2</c:v>
                </c:pt>
                <c:pt idx="563">
                  <c:v>3.6789999999999996E-2</c:v>
                </c:pt>
                <c:pt idx="564">
                  <c:v>3.6989999999999995E-2</c:v>
                </c:pt>
                <c:pt idx="565">
                  <c:v>3.6299999999999999E-2</c:v>
                </c:pt>
                <c:pt idx="566">
                  <c:v>3.78E-2</c:v>
                </c:pt>
                <c:pt idx="567">
                  <c:v>3.4230000000000003E-2</c:v>
                </c:pt>
                <c:pt idx="568">
                  <c:v>3.3919999999999999E-2</c:v>
                </c:pt>
                <c:pt idx="569">
                  <c:v>3.4009999999999999E-2</c:v>
                </c:pt>
                <c:pt idx="570">
                  <c:v>3.422E-2</c:v>
                </c:pt>
                <c:pt idx="571">
                  <c:v>3.4340000000000002E-2</c:v>
                </c:pt>
                <c:pt idx="572">
                  <c:v>3.585E-2</c:v>
                </c:pt>
                <c:pt idx="573">
                  <c:v>3.6040000000000003E-2</c:v>
                </c:pt>
                <c:pt idx="574">
                  <c:v>3.5339999999999996E-2</c:v>
                </c:pt>
                <c:pt idx="575">
                  <c:v>3.5040000000000002E-2</c:v>
                </c:pt>
                <c:pt idx="576">
                  <c:v>3.5270000000000003E-2</c:v>
                </c:pt>
                <c:pt idx="577">
                  <c:v>3.508E-2</c:v>
                </c:pt>
                <c:pt idx="578">
                  <c:v>3.4119999999999998E-2</c:v>
                </c:pt>
                <c:pt idx="579">
                  <c:v>3.456E-2</c:v>
                </c:pt>
                <c:pt idx="580">
                  <c:v>3.4970000000000001E-2</c:v>
                </c:pt>
                <c:pt idx="581">
                  <c:v>3.5200000000000002E-2</c:v>
                </c:pt>
                <c:pt idx="582">
                  <c:v>3.4590000000000003E-2</c:v>
                </c:pt>
                <c:pt idx="583">
                  <c:v>3.4860000000000002E-2</c:v>
                </c:pt>
                <c:pt idx="584">
                  <c:v>3.5279999999999999E-2</c:v>
                </c:pt>
                <c:pt idx="585">
                  <c:v>3.3929999999999995E-2</c:v>
                </c:pt>
                <c:pt idx="586">
                  <c:v>3.347E-2</c:v>
                </c:pt>
                <c:pt idx="587">
                  <c:v>3.3780000000000004E-2</c:v>
                </c:pt>
                <c:pt idx="588">
                  <c:v>3.3939999999999998E-2</c:v>
                </c:pt>
                <c:pt idx="589">
                  <c:v>3.4249999999999996E-2</c:v>
                </c:pt>
                <c:pt idx="590">
                  <c:v>3.3799999999999997E-2</c:v>
                </c:pt>
                <c:pt idx="591">
                  <c:v>3.458E-2</c:v>
                </c:pt>
                <c:pt idx="592">
                  <c:v>3.4329999999999999E-2</c:v>
                </c:pt>
                <c:pt idx="593">
                  <c:v>3.4130000000000001E-2</c:v>
                </c:pt>
                <c:pt idx="594">
                  <c:v>3.2890000000000003E-2</c:v>
                </c:pt>
                <c:pt idx="595">
                  <c:v>3.2820000000000002E-2</c:v>
                </c:pt>
                <c:pt idx="596">
                  <c:v>3.4279999999999998E-2</c:v>
                </c:pt>
                <c:pt idx="597">
                  <c:v>3.3790000000000001E-2</c:v>
                </c:pt>
                <c:pt idx="598">
                  <c:v>3.415E-2</c:v>
                </c:pt>
                <c:pt idx="599">
                  <c:v>3.3509999999999998E-2</c:v>
                </c:pt>
                <c:pt idx="600">
                  <c:v>3.3410000000000002E-2</c:v>
                </c:pt>
                <c:pt idx="601">
                  <c:v>3.4029999999999998E-2</c:v>
                </c:pt>
                <c:pt idx="602">
                  <c:v>3.3090000000000001E-2</c:v>
                </c:pt>
                <c:pt idx="603">
                  <c:v>3.3239999999999999E-2</c:v>
                </c:pt>
                <c:pt idx="604">
                  <c:v>3.3610000000000001E-2</c:v>
                </c:pt>
                <c:pt idx="605">
                  <c:v>3.4089999999999995E-2</c:v>
                </c:pt>
                <c:pt idx="606">
                  <c:v>3.3500000000000002E-2</c:v>
                </c:pt>
                <c:pt idx="607">
                  <c:v>3.3649999999999999E-2</c:v>
                </c:pt>
                <c:pt idx="608">
                  <c:v>3.3680000000000002E-2</c:v>
                </c:pt>
                <c:pt idx="609">
                  <c:v>3.3029999999999997E-2</c:v>
                </c:pt>
                <c:pt idx="610">
                  <c:v>3.3140000000000003E-2</c:v>
                </c:pt>
                <c:pt idx="611">
                  <c:v>3.3700000000000001E-2</c:v>
                </c:pt>
                <c:pt idx="612">
                  <c:v>3.3929999999999995E-2</c:v>
                </c:pt>
                <c:pt idx="613">
                  <c:v>3.3820000000000003E-2</c:v>
                </c:pt>
                <c:pt idx="614">
                  <c:v>3.381E-2</c:v>
                </c:pt>
                <c:pt idx="615">
                  <c:v>3.4169999999999999E-2</c:v>
                </c:pt>
                <c:pt idx="616">
                  <c:v>3.4089999999999995E-2</c:v>
                </c:pt>
                <c:pt idx="617">
                  <c:v>3.3620000000000004E-2</c:v>
                </c:pt>
                <c:pt idx="618">
                  <c:v>3.2599999999999997E-2</c:v>
                </c:pt>
                <c:pt idx="619">
                  <c:v>3.32E-2</c:v>
                </c:pt>
                <c:pt idx="620">
                  <c:v>3.3910000000000003E-2</c:v>
                </c:pt>
                <c:pt idx="621">
                  <c:v>3.4230000000000003E-2</c:v>
                </c:pt>
                <c:pt idx="622">
                  <c:v>3.3410000000000002E-2</c:v>
                </c:pt>
                <c:pt idx="623">
                  <c:v>3.2099999999999997E-2</c:v>
                </c:pt>
                <c:pt idx="624">
                  <c:v>3.2029999999999996E-2</c:v>
                </c:pt>
                <c:pt idx="625">
                  <c:v>3.1939999999999996E-2</c:v>
                </c:pt>
                <c:pt idx="626">
                  <c:v>3.2919999999999998E-2</c:v>
                </c:pt>
                <c:pt idx="627">
                  <c:v>3.2370000000000003E-2</c:v>
                </c:pt>
                <c:pt idx="628">
                  <c:v>3.2219999999999999E-2</c:v>
                </c:pt>
                <c:pt idx="629">
                  <c:v>3.1379999999999998E-2</c:v>
                </c:pt>
                <c:pt idx="630">
                  <c:v>3.1449999999999999E-2</c:v>
                </c:pt>
                <c:pt idx="631">
                  <c:v>3.159E-2</c:v>
                </c:pt>
                <c:pt idx="632">
                  <c:v>3.211E-2</c:v>
                </c:pt>
                <c:pt idx="633">
                  <c:v>3.3099999999999997E-2</c:v>
                </c:pt>
                <c:pt idx="634">
                  <c:v>3.3530000000000004E-2</c:v>
                </c:pt>
                <c:pt idx="635">
                  <c:v>3.3360000000000001E-2</c:v>
                </c:pt>
                <c:pt idx="636">
                  <c:v>3.3319999999999995E-2</c:v>
                </c:pt>
                <c:pt idx="637">
                  <c:v>3.3889999999999997E-2</c:v>
                </c:pt>
                <c:pt idx="638">
                  <c:v>3.4140000000000004E-2</c:v>
                </c:pt>
                <c:pt idx="639">
                  <c:v>3.3929999999999995E-2</c:v>
                </c:pt>
                <c:pt idx="640">
                  <c:v>3.4660000000000003E-2</c:v>
                </c:pt>
                <c:pt idx="641">
                  <c:v>3.4910000000000004E-2</c:v>
                </c:pt>
                <c:pt idx="642">
                  <c:v>3.5630000000000002E-2</c:v>
                </c:pt>
                <c:pt idx="643">
                  <c:v>3.6569999999999998E-2</c:v>
                </c:pt>
                <c:pt idx="644">
                  <c:v>3.6729999999999999E-2</c:v>
                </c:pt>
                <c:pt idx="645">
                  <c:v>3.7379999999999997E-2</c:v>
                </c:pt>
                <c:pt idx="646">
                  <c:v>3.7319999999999999E-2</c:v>
                </c:pt>
                <c:pt idx="647">
                  <c:v>3.4319999999999996E-2</c:v>
                </c:pt>
                <c:pt idx="648">
                  <c:v>3.5590000000000004E-2</c:v>
                </c:pt>
                <c:pt idx="649">
                  <c:v>3.61E-2</c:v>
                </c:pt>
                <c:pt idx="650">
                  <c:v>3.6150000000000002E-2</c:v>
                </c:pt>
                <c:pt idx="651">
                  <c:v>3.5560000000000001E-2</c:v>
                </c:pt>
                <c:pt idx="652">
                  <c:v>3.6510000000000001E-2</c:v>
                </c:pt>
                <c:pt idx="653">
                  <c:v>3.6150000000000002E-2</c:v>
                </c:pt>
                <c:pt idx="654">
                  <c:v>3.6049999999999999E-2</c:v>
                </c:pt>
                <c:pt idx="655">
                  <c:v>3.6949999999999997E-2</c:v>
                </c:pt>
                <c:pt idx="656">
                  <c:v>3.7149999999999996E-2</c:v>
                </c:pt>
                <c:pt idx="657">
                  <c:v>3.7290000000000004E-2</c:v>
                </c:pt>
                <c:pt idx="658">
                  <c:v>3.7109999999999997E-2</c:v>
                </c:pt>
                <c:pt idx="659">
                  <c:v>3.7670000000000002E-2</c:v>
                </c:pt>
                <c:pt idx="660">
                  <c:v>3.8149999999999996E-2</c:v>
                </c:pt>
                <c:pt idx="661">
                  <c:v>3.7970000000000004E-2</c:v>
                </c:pt>
                <c:pt idx="662">
                  <c:v>3.7879999999999997E-2</c:v>
                </c:pt>
                <c:pt idx="663">
                  <c:v>3.7360000000000004E-2</c:v>
                </c:pt>
                <c:pt idx="664">
                  <c:v>3.7290000000000004E-2</c:v>
                </c:pt>
                <c:pt idx="665">
                  <c:v>3.7249999999999998E-2</c:v>
                </c:pt>
                <c:pt idx="666">
                  <c:v>3.721E-2</c:v>
                </c:pt>
                <c:pt idx="667">
                  <c:v>3.6139999999999999E-2</c:v>
                </c:pt>
                <c:pt idx="668">
                  <c:v>3.6339999999999997E-2</c:v>
                </c:pt>
                <c:pt idx="669">
                  <c:v>3.542E-2</c:v>
                </c:pt>
                <c:pt idx="670">
                  <c:v>3.5619999999999999E-2</c:v>
                </c:pt>
                <c:pt idx="671">
                  <c:v>3.5720000000000002E-2</c:v>
                </c:pt>
                <c:pt idx="672">
                  <c:v>3.5819999999999998E-2</c:v>
                </c:pt>
                <c:pt idx="673">
                  <c:v>3.5400000000000001E-2</c:v>
                </c:pt>
                <c:pt idx="674">
                  <c:v>3.4639999999999997E-2</c:v>
                </c:pt>
                <c:pt idx="675">
                  <c:v>3.4639999999999997E-2</c:v>
                </c:pt>
                <c:pt idx="676">
                  <c:v>3.4509999999999999E-2</c:v>
                </c:pt>
                <c:pt idx="677">
                  <c:v>3.5979999999999998E-2</c:v>
                </c:pt>
                <c:pt idx="678">
                  <c:v>3.499E-2</c:v>
                </c:pt>
                <c:pt idx="679">
                  <c:v>3.4639999999999997E-2</c:v>
                </c:pt>
                <c:pt idx="680">
                  <c:v>3.499E-2</c:v>
                </c:pt>
                <c:pt idx="681">
                  <c:v>3.4959999999999998E-2</c:v>
                </c:pt>
                <c:pt idx="682">
                  <c:v>3.5099999999999999E-2</c:v>
                </c:pt>
                <c:pt idx="683">
                  <c:v>3.4780000000000005E-2</c:v>
                </c:pt>
                <c:pt idx="684">
                  <c:v>3.4000000000000002E-2</c:v>
                </c:pt>
                <c:pt idx="685">
                  <c:v>3.2930000000000001E-2</c:v>
                </c:pt>
                <c:pt idx="686">
                  <c:v>3.2959999999999996E-2</c:v>
                </c:pt>
                <c:pt idx="687">
                  <c:v>3.3530000000000004E-2</c:v>
                </c:pt>
                <c:pt idx="688">
                  <c:v>3.3140000000000003E-2</c:v>
                </c:pt>
                <c:pt idx="689">
                  <c:v>3.3309999999999999E-2</c:v>
                </c:pt>
                <c:pt idx="690">
                  <c:v>3.3099999999999997E-2</c:v>
                </c:pt>
                <c:pt idx="691">
                  <c:v>3.2469999999999999E-2</c:v>
                </c:pt>
                <c:pt idx="692">
                  <c:v>3.2530000000000003E-2</c:v>
                </c:pt>
                <c:pt idx="693">
                  <c:v>3.1309999999999998E-2</c:v>
                </c:pt>
                <c:pt idx="694">
                  <c:v>3.0699999999999998E-2</c:v>
                </c:pt>
                <c:pt idx="695">
                  <c:v>3.1530000000000002E-2</c:v>
                </c:pt>
                <c:pt idx="696">
                  <c:v>3.218E-2</c:v>
                </c:pt>
                <c:pt idx="697">
                  <c:v>3.3520000000000001E-2</c:v>
                </c:pt>
                <c:pt idx="698">
                  <c:v>3.3050000000000003E-2</c:v>
                </c:pt>
                <c:pt idx="699">
                  <c:v>3.227E-2</c:v>
                </c:pt>
                <c:pt idx="700">
                  <c:v>3.1960000000000002E-2</c:v>
                </c:pt>
                <c:pt idx="701">
                  <c:v>3.27E-2</c:v>
                </c:pt>
                <c:pt idx="702">
                  <c:v>3.1200000000000002E-2</c:v>
                </c:pt>
                <c:pt idx="703">
                  <c:v>3.1719999999999998E-2</c:v>
                </c:pt>
                <c:pt idx="704">
                  <c:v>3.2070000000000001E-2</c:v>
                </c:pt>
                <c:pt idx="705">
                  <c:v>3.2869999999999996E-2</c:v>
                </c:pt>
                <c:pt idx="706">
                  <c:v>3.27E-2</c:v>
                </c:pt>
                <c:pt idx="707">
                  <c:v>3.1850000000000003E-2</c:v>
                </c:pt>
                <c:pt idx="708">
                  <c:v>3.2660000000000002E-2</c:v>
                </c:pt>
                <c:pt idx="709">
                  <c:v>3.2500000000000001E-2</c:v>
                </c:pt>
                <c:pt idx="710">
                  <c:v>3.2390000000000002E-2</c:v>
                </c:pt>
                <c:pt idx="711">
                  <c:v>3.092E-2</c:v>
                </c:pt>
                <c:pt idx="712">
                  <c:v>3.245E-2</c:v>
                </c:pt>
                <c:pt idx="713">
                  <c:v>3.2910000000000002E-2</c:v>
                </c:pt>
                <c:pt idx="714">
                  <c:v>3.3020000000000001E-2</c:v>
                </c:pt>
                <c:pt idx="715">
                  <c:v>3.3939999999999998E-2</c:v>
                </c:pt>
                <c:pt idx="716">
                  <c:v>3.4130000000000001E-2</c:v>
                </c:pt>
                <c:pt idx="717">
                  <c:v>3.3509999999999998E-2</c:v>
                </c:pt>
                <c:pt idx="718">
                  <c:v>3.3939999999999998E-2</c:v>
                </c:pt>
                <c:pt idx="719">
                  <c:v>3.4529999999999998E-2</c:v>
                </c:pt>
                <c:pt idx="720">
                  <c:v>3.44E-2</c:v>
                </c:pt>
                <c:pt idx="721">
                  <c:v>3.3250000000000002E-2</c:v>
                </c:pt>
                <c:pt idx="722">
                  <c:v>3.458E-2</c:v>
                </c:pt>
                <c:pt idx="723">
                  <c:v>3.4049999999999997E-2</c:v>
                </c:pt>
                <c:pt idx="724">
                  <c:v>3.363E-2</c:v>
                </c:pt>
                <c:pt idx="725">
                  <c:v>3.3910000000000003E-2</c:v>
                </c:pt>
                <c:pt idx="726">
                  <c:v>3.397E-2</c:v>
                </c:pt>
                <c:pt idx="727">
                  <c:v>3.2029999999999996E-2</c:v>
                </c:pt>
                <c:pt idx="728">
                  <c:v>3.4300000000000004E-2</c:v>
                </c:pt>
                <c:pt idx="729">
                  <c:v>3.4780000000000005E-2</c:v>
                </c:pt>
                <c:pt idx="730">
                  <c:v>3.449E-2</c:v>
                </c:pt>
                <c:pt idx="731">
                  <c:v>3.5029999999999999E-2</c:v>
                </c:pt>
                <c:pt idx="732">
                  <c:v>3.041E-2</c:v>
                </c:pt>
                <c:pt idx="733">
                  <c:v>3.0139999999999997E-2</c:v>
                </c:pt>
                <c:pt idx="734">
                  <c:v>2.9350000000000001E-2</c:v>
                </c:pt>
                <c:pt idx="735">
                  <c:v>2.878E-2</c:v>
                </c:pt>
                <c:pt idx="736">
                  <c:v>3.218E-2</c:v>
                </c:pt>
                <c:pt idx="737">
                  <c:v>3.1059999999999997E-2</c:v>
                </c:pt>
                <c:pt idx="738">
                  <c:v>3.0299999999999997E-2</c:v>
                </c:pt>
                <c:pt idx="739">
                  <c:v>3.1009999999999999E-2</c:v>
                </c:pt>
                <c:pt idx="740">
                  <c:v>3.2240000000000005E-2</c:v>
                </c:pt>
                <c:pt idx="741">
                  <c:v>3.1549999999999995E-2</c:v>
                </c:pt>
                <c:pt idx="742">
                  <c:v>3.1379999999999998E-2</c:v>
                </c:pt>
                <c:pt idx="743">
                  <c:v>3.1449999999999999E-2</c:v>
                </c:pt>
                <c:pt idx="744">
                  <c:v>2.7400000000000001E-2</c:v>
                </c:pt>
                <c:pt idx="745">
                  <c:v>2.7690000000000003E-2</c:v>
                </c:pt>
                <c:pt idx="746">
                  <c:v>2.7890000000000002E-2</c:v>
                </c:pt>
                <c:pt idx="747">
                  <c:v>2.8039999999999999E-2</c:v>
                </c:pt>
                <c:pt idx="748">
                  <c:v>2.8159999999999998E-2</c:v>
                </c:pt>
                <c:pt idx="749">
                  <c:v>2.8459999999999999E-2</c:v>
                </c:pt>
                <c:pt idx="750">
                  <c:v>2.9140000000000003E-2</c:v>
                </c:pt>
                <c:pt idx="751">
                  <c:v>2.726E-2</c:v>
                </c:pt>
                <c:pt idx="752">
                  <c:v>2.811E-2</c:v>
                </c:pt>
                <c:pt idx="753">
                  <c:v>2.7820000000000001E-2</c:v>
                </c:pt>
                <c:pt idx="754">
                  <c:v>2.673E-2</c:v>
                </c:pt>
                <c:pt idx="755">
                  <c:v>2.6779999999999998E-2</c:v>
                </c:pt>
                <c:pt idx="756">
                  <c:v>2.6920000000000003E-2</c:v>
                </c:pt>
                <c:pt idx="757">
                  <c:v>2.6939999999999999E-2</c:v>
                </c:pt>
                <c:pt idx="758">
                  <c:v>2.6939999999999999E-2</c:v>
                </c:pt>
                <c:pt idx="759">
                  <c:v>2.7210000000000002E-2</c:v>
                </c:pt>
                <c:pt idx="760">
                  <c:v>2.7539999999999999E-2</c:v>
                </c:pt>
                <c:pt idx="761">
                  <c:v>2.794E-2</c:v>
                </c:pt>
                <c:pt idx="762">
                  <c:v>2.9319999999999999E-2</c:v>
                </c:pt>
                <c:pt idx="763">
                  <c:v>2.912E-2</c:v>
                </c:pt>
                <c:pt idx="764">
                  <c:v>2.8999999999999998E-2</c:v>
                </c:pt>
                <c:pt idx="765">
                  <c:v>3.0379999999999997E-2</c:v>
                </c:pt>
                <c:pt idx="766">
                  <c:v>3.4029999999999998E-2</c:v>
                </c:pt>
                <c:pt idx="767">
                  <c:v>3.3210000000000003E-2</c:v>
                </c:pt>
                <c:pt idx="768">
                  <c:v>3.1050000000000001E-2</c:v>
                </c:pt>
                <c:pt idx="769">
                  <c:v>2.988E-2</c:v>
                </c:pt>
                <c:pt idx="770">
                  <c:v>2.9820000000000003E-2</c:v>
                </c:pt>
                <c:pt idx="771">
                  <c:v>2.9169999999999998E-2</c:v>
                </c:pt>
                <c:pt idx="772">
                  <c:v>2.8559999999999999E-2</c:v>
                </c:pt>
                <c:pt idx="773">
                  <c:v>2.946E-2</c:v>
                </c:pt>
                <c:pt idx="774">
                  <c:v>2.9849999999999998E-2</c:v>
                </c:pt>
                <c:pt idx="775">
                  <c:v>2.954E-2</c:v>
                </c:pt>
                <c:pt idx="776">
                  <c:v>2.947E-2</c:v>
                </c:pt>
                <c:pt idx="777">
                  <c:v>2.9190000000000001E-2</c:v>
                </c:pt>
                <c:pt idx="778">
                  <c:v>2.8889999999999999E-2</c:v>
                </c:pt>
                <c:pt idx="779">
                  <c:v>2.9340000000000001E-2</c:v>
                </c:pt>
                <c:pt idx="780">
                  <c:v>2.9849999999999998E-2</c:v>
                </c:pt>
                <c:pt idx="781">
                  <c:v>3.0059999999999996E-2</c:v>
                </c:pt>
                <c:pt idx="782">
                  <c:v>3.007E-2</c:v>
                </c:pt>
                <c:pt idx="783">
                  <c:v>2.9559999999999999E-2</c:v>
                </c:pt>
                <c:pt idx="784">
                  <c:v>3.0679999999999999E-2</c:v>
                </c:pt>
                <c:pt idx="785">
                  <c:v>3.058E-2</c:v>
                </c:pt>
                <c:pt idx="786">
                  <c:v>3.0110000000000001E-2</c:v>
                </c:pt>
                <c:pt idx="787">
                  <c:v>3.109E-2</c:v>
                </c:pt>
                <c:pt idx="788">
                  <c:v>3.1519999999999999E-2</c:v>
                </c:pt>
                <c:pt idx="789">
                  <c:v>3.1690000000000003E-2</c:v>
                </c:pt>
                <c:pt idx="790">
                  <c:v>3.092E-2</c:v>
                </c:pt>
                <c:pt idx="791">
                  <c:v>3.0979999999999997E-2</c:v>
                </c:pt>
                <c:pt idx="792">
                  <c:v>3.0339999999999999E-2</c:v>
                </c:pt>
                <c:pt idx="793">
                  <c:v>2.9100000000000001E-2</c:v>
                </c:pt>
                <c:pt idx="794">
                  <c:v>2.8639999999999999E-2</c:v>
                </c:pt>
                <c:pt idx="795">
                  <c:v>2.8389999999999999E-2</c:v>
                </c:pt>
                <c:pt idx="796">
                  <c:v>2.9239999999999999E-2</c:v>
                </c:pt>
                <c:pt idx="797">
                  <c:v>2.9729999999999999E-2</c:v>
                </c:pt>
                <c:pt idx="798">
                  <c:v>3.1890000000000002E-2</c:v>
                </c:pt>
                <c:pt idx="799">
                  <c:v>3.0979999999999997E-2</c:v>
                </c:pt>
                <c:pt idx="800">
                  <c:v>2.9860000000000001E-2</c:v>
                </c:pt>
                <c:pt idx="801">
                  <c:v>0.03</c:v>
                </c:pt>
                <c:pt idx="802">
                  <c:v>2.92E-2</c:v>
                </c:pt>
                <c:pt idx="803">
                  <c:v>2.7029999999999998E-2</c:v>
                </c:pt>
                <c:pt idx="804">
                  <c:v>2.673E-2</c:v>
                </c:pt>
                <c:pt idx="805">
                  <c:v>2.648E-2</c:v>
                </c:pt>
                <c:pt idx="806">
                  <c:v>2.579E-2</c:v>
                </c:pt>
                <c:pt idx="807">
                  <c:v>2.5659999999999999E-2</c:v>
                </c:pt>
                <c:pt idx="808">
                  <c:v>2.681E-2</c:v>
                </c:pt>
                <c:pt idx="809">
                  <c:v>2.793E-2</c:v>
                </c:pt>
                <c:pt idx="810">
                  <c:v>2.794E-2</c:v>
                </c:pt>
                <c:pt idx="811">
                  <c:v>2.741E-2</c:v>
                </c:pt>
                <c:pt idx="812">
                  <c:v>2.7519999999999999E-2</c:v>
                </c:pt>
                <c:pt idx="813">
                  <c:v>2.7770000000000003E-2</c:v>
                </c:pt>
                <c:pt idx="814">
                  <c:v>2.8199999999999999E-2</c:v>
                </c:pt>
                <c:pt idx="815">
                  <c:v>2.734E-2</c:v>
                </c:pt>
                <c:pt idx="816">
                  <c:v>2.7799999999999998E-2</c:v>
                </c:pt>
                <c:pt idx="817">
                  <c:v>2.7820000000000001E-2</c:v>
                </c:pt>
                <c:pt idx="818">
                  <c:v>2.7740000000000001E-2</c:v>
                </c:pt>
                <c:pt idx="819">
                  <c:v>2.7269999999999999E-2</c:v>
                </c:pt>
                <c:pt idx="820">
                  <c:v>2.7220000000000001E-2</c:v>
                </c:pt>
                <c:pt idx="821">
                  <c:v>2.98E-2</c:v>
                </c:pt>
                <c:pt idx="822">
                  <c:v>3.049E-2</c:v>
                </c:pt>
                <c:pt idx="823">
                  <c:v>2.8629999999999999E-2</c:v>
                </c:pt>
                <c:pt idx="824">
                  <c:v>2.9569999999999999E-2</c:v>
                </c:pt>
                <c:pt idx="825">
                  <c:v>0.03</c:v>
                </c:pt>
                <c:pt idx="826">
                  <c:v>3.0910000000000003E-2</c:v>
                </c:pt>
                <c:pt idx="827">
                  <c:v>2.9830000000000002E-2</c:v>
                </c:pt>
                <c:pt idx="828">
                  <c:v>2.9020000000000001E-2</c:v>
                </c:pt>
                <c:pt idx="829">
                  <c:v>2.895E-2</c:v>
                </c:pt>
                <c:pt idx="830">
                  <c:v>2.9249999999999998E-2</c:v>
                </c:pt>
                <c:pt idx="831">
                  <c:v>2.6040000000000001E-2</c:v>
                </c:pt>
                <c:pt idx="832">
                  <c:v>3.117E-2</c:v>
                </c:pt>
                <c:pt idx="833">
                  <c:v>3.125E-2</c:v>
                </c:pt>
                <c:pt idx="834">
                  <c:v>3.1370000000000002E-2</c:v>
                </c:pt>
                <c:pt idx="835">
                  <c:v>3.0979999999999997E-2</c:v>
                </c:pt>
                <c:pt idx="836">
                  <c:v>3.0929999999999999E-2</c:v>
                </c:pt>
                <c:pt idx="837">
                  <c:v>2.947E-2</c:v>
                </c:pt>
                <c:pt idx="838">
                  <c:v>2.9750000000000002E-2</c:v>
                </c:pt>
                <c:pt idx="839">
                  <c:v>2.9329999999999998E-2</c:v>
                </c:pt>
                <c:pt idx="840">
                  <c:v>2.8229999999999998E-2</c:v>
                </c:pt>
                <c:pt idx="841">
                  <c:v>2.911E-2</c:v>
                </c:pt>
                <c:pt idx="842">
                  <c:v>3.057E-2</c:v>
                </c:pt>
                <c:pt idx="843">
                  <c:v>3.0939999999999999E-2</c:v>
                </c:pt>
                <c:pt idx="844">
                  <c:v>3.0059999999999996E-2</c:v>
                </c:pt>
                <c:pt idx="845">
                  <c:v>2.9700000000000001E-2</c:v>
                </c:pt>
                <c:pt idx="846">
                  <c:v>3.0120000000000001E-2</c:v>
                </c:pt>
                <c:pt idx="847">
                  <c:v>2.9100000000000001E-2</c:v>
                </c:pt>
                <c:pt idx="848">
                  <c:v>2.8740000000000002E-2</c:v>
                </c:pt>
                <c:pt idx="849">
                  <c:v>2.8570000000000002E-2</c:v>
                </c:pt>
                <c:pt idx="850">
                  <c:v>3.0210000000000001E-2</c:v>
                </c:pt>
                <c:pt idx="851">
                  <c:v>2.9689999999999998E-2</c:v>
                </c:pt>
                <c:pt idx="852">
                  <c:v>3.0059999999999996E-2</c:v>
                </c:pt>
                <c:pt idx="853">
                  <c:v>2.9350000000000001E-2</c:v>
                </c:pt>
                <c:pt idx="854">
                  <c:v>2.9149999999999999E-2</c:v>
                </c:pt>
                <c:pt idx="855">
                  <c:v>2.7980000000000001E-2</c:v>
                </c:pt>
                <c:pt idx="856">
                  <c:v>2.7839999999999997E-2</c:v>
                </c:pt>
                <c:pt idx="857">
                  <c:v>2.537E-2</c:v>
                </c:pt>
                <c:pt idx="858">
                  <c:v>2.9220000000000003E-2</c:v>
                </c:pt>
                <c:pt idx="859">
                  <c:v>2.8060000000000002E-2</c:v>
                </c:pt>
                <c:pt idx="860">
                  <c:v>2.7080000000000003E-2</c:v>
                </c:pt>
                <c:pt idx="861">
                  <c:v>2.81E-2</c:v>
                </c:pt>
                <c:pt idx="862">
                  <c:v>2.6239999999999999E-2</c:v>
                </c:pt>
                <c:pt idx="863">
                  <c:v>2.6890000000000001E-2</c:v>
                </c:pt>
                <c:pt idx="864">
                  <c:v>2.6600000000000002E-2</c:v>
                </c:pt>
                <c:pt idx="865">
                  <c:v>2.6459999999999997E-2</c:v>
                </c:pt>
                <c:pt idx="866">
                  <c:v>2.6450000000000001E-2</c:v>
                </c:pt>
                <c:pt idx="867">
                  <c:v>2.64E-2</c:v>
                </c:pt>
                <c:pt idx="868">
                  <c:v>2.6720000000000001E-2</c:v>
                </c:pt>
                <c:pt idx="869">
                  <c:v>2.7269999999999999E-2</c:v>
                </c:pt>
                <c:pt idx="870">
                  <c:v>2.5950000000000001E-2</c:v>
                </c:pt>
                <c:pt idx="871">
                  <c:v>2.5479999999999999E-2</c:v>
                </c:pt>
                <c:pt idx="872">
                  <c:v>2.6509999999999999E-2</c:v>
                </c:pt>
                <c:pt idx="873">
                  <c:v>2.622E-2</c:v>
                </c:pt>
                <c:pt idx="874">
                  <c:v>2.664E-2</c:v>
                </c:pt>
                <c:pt idx="875">
                  <c:v>2.7290000000000002E-2</c:v>
                </c:pt>
                <c:pt idx="876">
                  <c:v>2.8730000000000002E-2</c:v>
                </c:pt>
                <c:pt idx="877">
                  <c:v>2.8399999999999998E-2</c:v>
                </c:pt>
                <c:pt idx="878">
                  <c:v>2.8650000000000002E-2</c:v>
                </c:pt>
                <c:pt idx="879">
                  <c:v>2.8410000000000001E-2</c:v>
                </c:pt>
                <c:pt idx="880">
                  <c:v>2.6890000000000001E-2</c:v>
                </c:pt>
                <c:pt idx="881">
                  <c:v>2.912E-2</c:v>
                </c:pt>
                <c:pt idx="882">
                  <c:v>2.724E-2</c:v>
                </c:pt>
                <c:pt idx="883">
                  <c:v>2.6980000000000001E-2</c:v>
                </c:pt>
                <c:pt idx="884">
                  <c:v>2.674E-2</c:v>
                </c:pt>
                <c:pt idx="885">
                  <c:v>2.9169999999999998E-2</c:v>
                </c:pt>
                <c:pt idx="886">
                  <c:v>2.7519999999999999E-2</c:v>
                </c:pt>
                <c:pt idx="887">
                  <c:v>2.6419999999999999E-2</c:v>
                </c:pt>
                <c:pt idx="888">
                  <c:v>2.657E-2</c:v>
                </c:pt>
                <c:pt idx="889">
                  <c:v>2.7490000000000001E-2</c:v>
                </c:pt>
                <c:pt idx="890">
                  <c:v>2.8839999999999998E-2</c:v>
                </c:pt>
                <c:pt idx="891">
                  <c:v>2.9340000000000001E-2</c:v>
                </c:pt>
                <c:pt idx="892">
                  <c:v>2.9910000000000003E-2</c:v>
                </c:pt>
                <c:pt idx="893">
                  <c:v>2.9860000000000001E-2</c:v>
                </c:pt>
                <c:pt idx="894">
                  <c:v>2.862E-2</c:v>
                </c:pt>
                <c:pt idx="895">
                  <c:v>2.7959999999999999E-2</c:v>
                </c:pt>
                <c:pt idx="896">
                  <c:v>2.7320000000000001E-2</c:v>
                </c:pt>
                <c:pt idx="897">
                  <c:v>2.7290000000000002E-2</c:v>
                </c:pt>
                <c:pt idx="898">
                  <c:v>2.6760000000000003E-2</c:v>
                </c:pt>
                <c:pt idx="899">
                  <c:v>2.86E-2</c:v>
                </c:pt>
                <c:pt idx="900">
                  <c:v>2.8549999999999999E-2</c:v>
                </c:pt>
                <c:pt idx="901">
                  <c:v>2.7650000000000001E-2</c:v>
                </c:pt>
                <c:pt idx="902">
                  <c:v>2.8330000000000001E-2</c:v>
                </c:pt>
                <c:pt idx="903">
                  <c:v>2.828E-2</c:v>
                </c:pt>
                <c:pt idx="904">
                  <c:v>2.8629999999999999E-2</c:v>
                </c:pt>
                <c:pt idx="905">
                  <c:v>2.913E-2</c:v>
                </c:pt>
                <c:pt idx="906">
                  <c:v>2.8319999999999998E-2</c:v>
                </c:pt>
                <c:pt idx="907">
                  <c:v>2.8629999999999999E-2</c:v>
                </c:pt>
                <c:pt idx="908">
                  <c:v>2.7789999999999999E-2</c:v>
                </c:pt>
                <c:pt idx="909">
                  <c:v>2.7040000000000002E-2</c:v>
                </c:pt>
                <c:pt idx="910">
                  <c:v>2.8060000000000002E-2</c:v>
                </c:pt>
                <c:pt idx="911">
                  <c:v>2.7910000000000001E-2</c:v>
                </c:pt>
                <c:pt idx="912">
                  <c:v>2.741E-2</c:v>
                </c:pt>
                <c:pt idx="913">
                  <c:v>2.7099999999999999E-2</c:v>
                </c:pt>
                <c:pt idx="914">
                  <c:v>2.7040000000000002E-2</c:v>
                </c:pt>
                <c:pt idx="915">
                  <c:v>2.7179999999999999E-2</c:v>
                </c:pt>
                <c:pt idx="916">
                  <c:v>2.828E-2</c:v>
                </c:pt>
                <c:pt idx="917">
                  <c:v>2.9249999999999998E-2</c:v>
                </c:pt>
                <c:pt idx="918">
                  <c:v>2.7820000000000001E-2</c:v>
                </c:pt>
                <c:pt idx="919">
                  <c:v>2.7380000000000002E-2</c:v>
                </c:pt>
                <c:pt idx="920">
                  <c:v>2.563E-2</c:v>
                </c:pt>
                <c:pt idx="921">
                  <c:v>2.588E-2</c:v>
                </c:pt>
                <c:pt idx="922">
                  <c:v>2.6929999999999999E-2</c:v>
                </c:pt>
                <c:pt idx="923">
                  <c:v>2.809E-2</c:v>
                </c:pt>
                <c:pt idx="924">
                  <c:v>2.8210000000000002E-2</c:v>
                </c:pt>
                <c:pt idx="925">
                  <c:v>2.811E-2</c:v>
                </c:pt>
                <c:pt idx="926">
                  <c:v>2.879E-2</c:v>
                </c:pt>
                <c:pt idx="927">
                  <c:v>2.913E-2</c:v>
                </c:pt>
                <c:pt idx="928">
                  <c:v>2.9580000000000002E-2</c:v>
                </c:pt>
                <c:pt idx="929">
                  <c:v>2.963E-2</c:v>
                </c:pt>
                <c:pt idx="930">
                  <c:v>2.9609999999999997E-2</c:v>
                </c:pt>
                <c:pt idx="931">
                  <c:v>3.0289999999999997E-2</c:v>
                </c:pt>
                <c:pt idx="932">
                  <c:v>2.9900000000000003E-2</c:v>
                </c:pt>
                <c:pt idx="933">
                  <c:v>2.962E-2</c:v>
                </c:pt>
                <c:pt idx="934">
                  <c:v>2.9830000000000002E-2</c:v>
                </c:pt>
                <c:pt idx="935">
                  <c:v>2.8820000000000002E-2</c:v>
                </c:pt>
                <c:pt idx="936">
                  <c:v>2.8629999999999999E-2</c:v>
                </c:pt>
                <c:pt idx="937">
                  <c:v>2.9520000000000001E-2</c:v>
                </c:pt>
                <c:pt idx="938">
                  <c:v>2.8889999999999999E-2</c:v>
                </c:pt>
                <c:pt idx="939">
                  <c:v>2.7480000000000001E-2</c:v>
                </c:pt>
                <c:pt idx="940">
                  <c:v>2.7189999999999999E-2</c:v>
                </c:pt>
                <c:pt idx="941">
                  <c:v>2.6509999999999999E-2</c:v>
                </c:pt>
                <c:pt idx="942">
                  <c:v>2.802E-2</c:v>
                </c:pt>
                <c:pt idx="943">
                  <c:v>2.835E-2</c:v>
                </c:pt>
                <c:pt idx="944">
                  <c:v>2.913E-2</c:v>
                </c:pt>
                <c:pt idx="945">
                  <c:v>2.8130000000000002E-2</c:v>
                </c:pt>
                <c:pt idx="946">
                  <c:v>2.8839999999999998E-2</c:v>
                </c:pt>
                <c:pt idx="947">
                  <c:v>2.8660000000000001E-2</c:v>
                </c:pt>
                <c:pt idx="948">
                  <c:v>2.8309999999999998E-2</c:v>
                </c:pt>
                <c:pt idx="949">
                  <c:v>2.8130000000000002E-2</c:v>
                </c:pt>
                <c:pt idx="950">
                  <c:v>2.8159999999999998E-2</c:v>
                </c:pt>
                <c:pt idx="951">
                  <c:v>2.7389999999999998E-2</c:v>
                </c:pt>
                <c:pt idx="952">
                  <c:v>2.6509999999999999E-2</c:v>
                </c:pt>
                <c:pt idx="953">
                  <c:v>2.7789999999999999E-2</c:v>
                </c:pt>
                <c:pt idx="954">
                  <c:v>2.6970000000000001E-2</c:v>
                </c:pt>
                <c:pt idx="955">
                  <c:v>2.7220000000000001E-2</c:v>
                </c:pt>
                <c:pt idx="956">
                  <c:v>2.8410000000000001E-2</c:v>
                </c:pt>
                <c:pt idx="957">
                  <c:v>2.6509999999999999E-2</c:v>
                </c:pt>
                <c:pt idx="958">
                  <c:v>2.6380000000000001E-2</c:v>
                </c:pt>
                <c:pt idx="959">
                  <c:v>2.6099999999999998E-2</c:v>
                </c:pt>
                <c:pt idx="960">
                  <c:v>2.6669999999999999E-2</c:v>
                </c:pt>
                <c:pt idx="961">
                  <c:v>2.6980000000000001E-2</c:v>
                </c:pt>
                <c:pt idx="962">
                  <c:v>2.8500000000000001E-2</c:v>
                </c:pt>
                <c:pt idx="963">
                  <c:v>2.8929999999999997E-2</c:v>
                </c:pt>
                <c:pt idx="964">
                  <c:v>2.8929999999999997E-2</c:v>
                </c:pt>
                <c:pt idx="965">
                  <c:v>2.8469999999999999E-2</c:v>
                </c:pt>
                <c:pt idx="966">
                  <c:v>2.7839999999999997E-2</c:v>
                </c:pt>
                <c:pt idx="967">
                  <c:v>2.8119999999999999E-2</c:v>
                </c:pt>
                <c:pt idx="968">
                  <c:v>2.904E-2</c:v>
                </c:pt>
                <c:pt idx="969">
                  <c:v>2.801E-2</c:v>
                </c:pt>
                <c:pt idx="970">
                  <c:v>2.7810000000000001E-2</c:v>
                </c:pt>
                <c:pt idx="971">
                  <c:v>2.8849999999999997E-2</c:v>
                </c:pt>
                <c:pt idx="972">
                  <c:v>2.862E-2</c:v>
                </c:pt>
                <c:pt idx="973">
                  <c:v>2.9559999999999999E-2</c:v>
                </c:pt>
                <c:pt idx="974">
                  <c:v>2.9990000000000003E-2</c:v>
                </c:pt>
                <c:pt idx="975">
                  <c:v>3.0030000000000001E-2</c:v>
                </c:pt>
                <c:pt idx="976">
                  <c:v>3.0539999999999998E-2</c:v>
                </c:pt>
                <c:pt idx="977">
                  <c:v>3.0839999999999999E-2</c:v>
                </c:pt>
                <c:pt idx="978">
                  <c:v>3.2029999999999996E-2</c:v>
                </c:pt>
                <c:pt idx="979">
                  <c:v>3.0810000000000001E-2</c:v>
                </c:pt>
                <c:pt idx="980">
                  <c:v>2.9529999999999997E-2</c:v>
                </c:pt>
                <c:pt idx="981">
                  <c:v>2.8809999999999999E-2</c:v>
                </c:pt>
                <c:pt idx="982">
                  <c:v>2.9069999999999999E-2</c:v>
                </c:pt>
                <c:pt idx="983">
                  <c:v>2.964E-2</c:v>
                </c:pt>
                <c:pt idx="984">
                  <c:v>2.971E-2</c:v>
                </c:pt>
                <c:pt idx="985">
                  <c:v>2.946E-2</c:v>
                </c:pt>
                <c:pt idx="986">
                  <c:v>2.8590000000000001E-2</c:v>
                </c:pt>
                <c:pt idx="987">
                  <c:v>2.8769999999999997E-2</c:v>
                </c:pt>
                <c:pt idx="988">
                  <c:v>2.9489999999999999E-2</c:v>
                </c:pt>
                <c:pt idx="989">
                  <c:v>3.2010000000000004E-2</c:v>
                </c:pt>
                <c:pt idx="990">
                  <c:v>3.0179999999999998E-2</c:v>
                </c:pt>
                <c:pt idx="991">
                  <c:v>2.9140000000000003E-2</c:v>
                </c:pt>
                <c:pt idx="992">
                  <c:v>3.2170000000000004E-2</c:v>
                </c:pt>
                <c:pt idx="993">
                  <c:v>3.1560000000000005E-2</c:v>
                </c:pt>
                <c:pt idx="994">
                  <c:v>3.0019999999999998E-2</c:v>
                </c:pt>
                <c:pt idx="995">
                  <c:v>2.9510000000000002E-2</c:v>
                </c:pt>
                <c:pt idx="996">
                  <c:v>2.9249999999999998E-2</c:v>
                </c:pt>
                <c:pt idx="997">
                  <c:v>2.9329999999999998E-2</c:v>
                </c:pt>
                <c:pt idx="998">
                  <c:v>2.9529999999999997E-2</c:v>
                </c:pt>
                <c:pt idx="999">
                  <c:v>2.9300000000000003E-2</c:v>
                </c:pt>
                <c:pt idx="1000">
                  <c:v>3.0040000000000001E-2</c:v>
                </c:pt>
                <c:pt idx="1001">
                  <c:v>3.0870000000000002E-2</c:v>
                </c:pt>
                <c:pt idx="1002">
                  <c:v>2.988E-2</c:v>
                </c:pt>
                <c:pt idx="1003">
                  <c:v>2.9409999999999999E-2</c:v>
                </c:pt>
                <c:pt idx="1004">
                  <c:v>2.826E-2</c:v>
                </c:pt>
                <c:pt idx="1005">
                  <c:v>2.6589999999999999E-2</c:v>
                </c:pt>
                <c:pt idx="1006">
                  <c:v>2.8060000000000002E-2</c:v>
                </c:pt>
                <c:pt idx="1007">
                  <c:v>3.066E-2</c:v>
                </c:pt>
                <c:pt idx="1008">
                  <c:v>3.3419999999999998E-2</c:v>
                </c:pt>
                <c:pt idx="1009">
                  <c:v>3.159E-2</c:v>
                </c:pt>
                <c:pt idx="1010">
                  <c:v>3.1739999999999997E-2</c:v>
                </c:pt>
                <c:pt idx="1011">
                  <c:v>3.1469999999999998E-2</c:v>
                </c:pt>
                <c:pt idx="1012">
                  <c:v>3.2489999999999998E-2</c:v>
                </c:pt>
                <c:pt idx="1013">
                  <c:v>3.2850000000000004E-2</c:v>
                </c:pt>
                <c:pt idx="1014">
                  <c:v>3.3279999999999997E-2</c:v>
                </c:pt>
                <c:pt idx="1015">
                  <c:v>3.2869999999999996E-2</c:v>
                </c:pt>
                <c:pt idx="1016">
                  <c:v>3.1899999999999998E-2</c:v>
                </c:pt>
                <c:pt idx="1017">
                  <c:v>3.0019999999999998E-2</c:v>
                </c:pt>
                <c:pt idx="1018">
                  <c:v>3.005E-2</c:v>
                </c:pt>
                <c:pt idx="1019">
                  <c:v>3.0979999999999997E-2</c:v>
                </c:pt>
                <c:pt idx="1020">
                  <c:v>3.0779999999999998E-2</c:v>
                </c:pt>
                <c:pt idx="1021">
                  <c:v>3.0079999999999999E-2</c:v>
                </c:pt>
                <c:pt idx="1022">
                  <c:v>3.1200000000000002E-2</c:v>
                </c:pt>
                <c:pt idx="1023">
                  <c:v>3.134E-2</c:v>
                </c:pt>
                <c:pt idx="1024">
                  <c:v>2.9289999999999997E-2</c:v>
                </c:pt>
                <c:pt idx="1025">
                  <c:v>3.0139999999999997E-2</c:v>
                </c:pt>
                <c:pt idx="1026">
                  <c:v>2.9600000000000001E-2</c:v>
                </c:pt>
                <c:pt idx="1027">
                  <c:v>3.1009999999999999E-2</c:v>
                </c:pt>
                <c:pt idx="1028">
                  <c:v>3.175E-2</c:v>
                </c:pt>
                <c:pt idx="1029">
                  <c:v>3.177E-2</c:v>
                </c:pt>
                <c:pt idx="1030">
                  <c:v>3.0699999999999998E-2</c:v>
                </c:pt>
                <c:pt idx="1031">
                  <c:v>3.2140000000000002E-2</c:v>
                </c:pt>
                <c:pt idx="1032">
                  <c:v>3.295E-2</c:v>
                </c:pt>
                <c:pt idx="1033">
                  <c:v>3.3709999999999997E-2</c:v>
                </c:pt>
                <c:pt idx="1034">
                  <c:v>3.338E-2</c:v>
                </c:pt>
                <c:pt idx="1035">
                  <c:v>3.3649999999999999E-2</c:v>
                </c:pt>
                <c:pt idx="1036">
                  <c:v>3.4230000000000003E-2</c:v>
                </c:pt>
                <c:pt idx="1037">
                  <c:v>3.4720000000000001E-2</c:v>
                </c:pt>
                <c:pt idx="1038">
                  <c:v>3.4529999999999998E-2</c:v>
                </c:pt>
                <c:pt idx="1039">
                  <c:v>3.4200000000000001E-2</c:v>
                </c:pt>
                <c:pt idx="1040">
                  <c:v>3.4549999999999997E-2</c:v>
                </c:pt>
                <c:pt idx="1041">
                  <c:v>3.4889999999999997E-2</c:v>
                </c:pt>
                <c:pt idx="1042">
                  <c:v>3.4020000000000002E-2</c:v>
                </c:pt>
                <c:pt idx="1043">
                  <c:v>3.449E-2</c:v>
                </c:pt>
                <c:pt idx="1044">
                  <c:v>3.388E-2</c:v>
                </c:pt>
                <c:pt idx="1045">
                  <c:v>3.2340000000000001E-2</c:v>
                </c:pt>
                <c:pt idx="1046">
                  <c:v>3.2210000000000003E-2</c:v>
                </c:pt>
                <c:pt idx="1047">
                  <c:v>3.4610000000000002E-2</c:v>
                </c:pt>
                <c:pt idx="1048">
                  <c:v>3.4110000000000001E-2</c:v>
                </c:pt>
                <c:pt idx="1049">
                  <c:v>3.4159999999999996E-2</c:v>
                </c:pt>
                <c:pt idx="1050">
                  <c:v>3.5539999999999995E-2</c:v>
                </c:pt>
                <c:pt idx="1051">
                  <c:v>3.3189999999999997E-2</c:v>
                </c:pt>
                <c:pt idx="1052">
                  <c:v>3.526E-2</c:v>
                </c:pt>
                <c:pt idx="1053">
                  <c:v>3.5040000000000002E-2</c:v>
                </c:pt>
                <c:pt idx="1054">
                  <c:v>3.4249999999999996E-2</c:v>
                </c:pt>
                <c:pt idx="1055">
                  <c:v>3.5159999999999997E-2</c:v>
                </c:pt>
                <c:pt idx="1056">
                  <c:v>3.4029999999999998E-2</c:v>
                </c:pt>
                <c:pt idx="1057">
                  <c:v>3.363E-2</c:v>
                </c:pt>
                <c:pt idx="1058">
                  <c:v>3.397E-2</c:v>
                </c:pt>
                <c:pt idx="1059">
                  <c:v>3.4290000000000001E-2</c:v>
                </c:pt>
                <c:pt idx="1060">
                  <c:v>3.3939999999999998E-2</c:v>
                </c:pt>
                <c:pt idx="1061">
                  <c:v>3.3590000000000002E-2</c:v>
                </c:pt>
                <c:pt idx="1062">
                  <c:v>3.4439999999999998E-2</c:v>
                </c:pt>
                <c:pt idx="1063">
                  <c:v>3.236E-2</c:v>
                </c:pt>
                <c:pt idx="1064">
                  <c:v>3.4249999999999996E-2</c:v>
                </c:pt>
                <c:pt idx="1065">
                  <c:v>3.431E-2</c:v>
                </c:pt>
                <c:pt idx="1066">
                  <c:v>3.3989999999999999E-2</c:v>
                </c:pt>
                <c:pt idx="1067">
                  <c:v>3.3549999999999996E-2</c:v>
                </c:pt>
                <c:pt idx="1068">
                  <c:v>3.4000000000000002E-2</c:v>
                </c:pt>
                <c:pt idx="1069">
                  <c:v>3.44E-2</c:v>
                </c:pt>
                <c:pt idx="1070">
                  <c:v>3.5979999999999998E-2</c:v>
                </c:pt>
                <c:pt idx="1071">
                  <c:v>3.4759999999999999E-2</c:v>
                </c:pt>
                <c:pt idx="1072">
                  <c:v>3.5139999999999998E-2</c:v>
                </c:pt>
                <c:pt idx="1073">
                  <c:v>3.5270000000000003E-2</c:v>
                </c:pt>
                <c:pt idx="1074">
                  <c:v>3.619E-2</c:v>
                </c:pt>
                <c:pt idx="1075">
                  <c:v>3.6249999999999998E-2</c:v>
                </c:pt>
                <c:pt idx="1076">
                  <c:v>3.4630000000000001E-2</c:v>
                </c:pt>
                <c:pt idx="1077">
                  <c:v>3.5920000000000001E-2</c:v>
                </c:pt>
                <c:pt idx="1078">
                  <c:v>3.4709999999999998E-2</c:v>
                </c:pt>
                <c:pt idx="1079">
                  <c:v>3.696E-2</c:v>
                </c:pt>
                <c:pt idx="1080">
                  <c:v>3.6249999999999998E-2</c:v>
                </c:pt>
                <c:pt idx="1081">
                  <c:v>3.6610000000000004E-2</c:v>
                </c:pt>
                <c:pt idx="1082">
                  <c:v>3.6680000000000004E-2</c:v>
                </c:pt>
                <c:pt idx="1083">
                  <c:v>3.6699999999999997E-2</c:v>
                </c:pt>
                <c:pt idx="1084">
                  <c:v>3.5970000000000002E-2</c:v>
                </c:pt>
                <c:pt idx="1085">
                  <c:v>3.5339999999999996E-2</c:v>
                </c:pt>
                <c:pt idx="1086">
                  <c:v>3.3450000000000001E-2</c:v>
                </c:pt>
                <c:pt idx="1087">
                  <c:v>3.329E-2</c:v>
                </c:pt>
                <c:pt idx="1088">
                  <c:v>3.4610000000000002E-2</c:v>
                </c:pt>
                <c:pt idx="1089">
                  <c:v>3.637E-2</c:v>
                </c:pt>
                <c:pt idx="1090">
                  <c:v>3.567E-2</c:v>
                </c:pt>
                <c:pt idx="1091">
                  <c:v>3.5479999999999998E-2</c:v>
                </c:pt>
                <c:pt idx="1092">
                  <c:v>3.3820000000000003E-2</c:v>
                </c:pt>
                <c:pt idx="1093">
                  <c:v>3.2559999999999999E-2</c:v>
                </c:pt>
                <c:pt idx="1094">
                  <c:v>3.4180000000000002E-2</c:v>
                </c:pt>
                <c:pt idx="1095">
                  <c:v>3.3660000000000002E-2</c:v>
                </c:pt>
                <c:pt idx="1096">
                  <c:v>3.2500000000000001E-2</c:v>
                </c:pt>
                <c:pt idx="1097">
                  <c:v>3.0219999999999997E-2</c:v>
                </c:pt>
                <c:pt idx="1098">
                  <c:v>3.143E-2</c:v>
                </c:pt>
                <c:pt idx="1099">
                  <c:v>2.9929999999999998E-2</c:v>
                </c:pt>
                <c:pt idx="1100">
                  <c:v>3.1289999999999998E-2</c:v>
                </c:pt>
                <c:pt idx="1101">
                  <c:v>3.0910000000000003E-2</c:v>
                </c:pt>
                <c:pt idx="1102">
                  <c:v>3.0360000000000002E-2</c:v>
                </c:pt>
                <c:pt idx="1103">
                  <c:v>3.2719999999999999E-2</c:v>
                </c:pt>
                <c:pt idx="1104">
                  <c:v>3.3159999999999995E-2</c:v>
                </c:pt>
                <c:pt idx="1105">
                  <c:v>3.2730000000000002E-2</c:v>
                </c:pt>
                <c:pt idx="1106">
                  <c:v>3.603E-2</c:v>
                </c:pt>
                <c:pt idx="1107">
                  <c:v>2.9759999999999998E-2</c:v>
                </c:pt>
                <c:pt idx="1108">
                  <c:v>3.0360000000000002E-2</c:v>
                </c:pt>
                <c:pt idx="1109">
                  <c:v>3.0299999999999997E-2</c:v>
                </c:pt>
                <c:pt idx="1110">
                  <c:v>3.3119999999999997E-2</c:v>
                </c:pt>
                <c:pt idx="1111">
                  <c:v>3.2539999999999999E-2</c:v>
                </c:pt>
                <c:pt idx="1112">
                  <c:v>3.4769999999999995E-2</c:v>
                </c:pt>
                <c:pt idx="1113">
                  <c:v>3.4390000000000004E-2</c:v>
                </c:pt>
                <c:pt idx="1114">
                  <c:v>3.4849999999999999E-2</c:v>
                </c:pt>
                <c:pt idx="1115">
                  <c:v>3.4849999999999999E-2</c:v>
                </c:pt>
                <c:pt idx="1116">
                  <c:v>3.3300000000000003E-2</c:v>
                </c:pt>
                <c:pt idx="1117">
                  <c:v>3.3799999999999997E-2</c:v>
                </c:pt>
                <c:pt idx="1118">
                  <c:v>3.5189999999999999E-2</c:v>
                </c:pt>
                <c:pt idx="1119">
                  <c:v>3.542E-2</c:v>
                </c:pt>
                <c:pt idx="1120">
                  <c:v>3.5230000000000004E-2</c:v>
                </c:pt>
                <c:pt idx="1121">
                  <c:v>3.533E-2</c:v>
                </c:pt>
                <c:pt idx="1122">
                  <c:v>3.2160000000000001E-2</c:v>
                </c:pt>
                <c:pt idx="1123">
                  <c:v>3.5179999999999996E-2</c:v>
                </c:pt>
                <c:pt idx="1124">
                  <c:v>3.4040000000000001E-2</c:v>
                </c:pt>
                <c:pt idx="1125">
                  <c:v>3.3840000000000002E-2</c:v>
                </c:pt>
                <c:pt idx="1126">
                  <c:v>3.406E-2</c:v>
                </c:pt>
                <c:pt idx="1127">
                  <c:v>3.4520000000000002E-2</c:v>
                </c:pt>
                <c:pt idx="1128">
                  <c:v>3.4279999999999998E-2</c:v>
                </c:pt>
                <c:pt idx="1129">
                  <c:v>3.4119999999999998E-2</c:v>
                </c:pt>
                <c:pt idx="1130">
                  <c:v>3.3029999999999997E-2</c:v>
                </c:pt>
                <c:pt idx="1131">
                  <c:v>3.2739999999999998E-2</c:v>
                </c:pt>
                <c:pt idx="1132">
                  <c:v>3.3849999999999998E-2</c:v>
                </c:pt>
                <c:pt idx="1133">
                  <c:v>3.2419999999999997E-2</c:v>
                </c:pt>
                <c:pt idx="1134">
                  <c:v>3.3300000000000003E-2</c:v>
                </c:pt>
                <c:pt idx="1135">
                  <c:v>2.9670000000000002E-2</c:v>
                </c:pt>
                <c:pt idx="1136">
                  <c:v>3.5029999999999999E-2</c:v>
                </c:pt>
                <c:pt idx="1137">
                  <c:v>3.3239999999999999E-2</c:v>
                </c:pt>
                <c:pt idx="1138">
                  <c:v>3.1539999999999999E-2</c:v>
                </c:pt>
                <c:pt idx="1139">
                  <c:v>3.5220000000000001E-2</c:v>
                </c:pt>
                <c:pt idx="1140">
                  <c:v>3.5200000000000002E-2</c:v>
                </c:pt>
                <c:pt idx="1141">
                  <c:v>3.7200000000000004E-2</c:v>
                </c:pt>
                <c:pt idx="1142">
                  <c:v>3.8109999999999998E-2</c:v>
                </c:pt>
                <c:pt idx="1143">
                  <c:v>3.8830000000000003E-2</c:v>
                </c:pt>
                <c:pt idx="1144">
                  <c:v>4.0480000000000002E-2</c:v>
                </c:pt>
                <c:pt idx="1145">
                  <c:v>4.0039999999999992E-2</c:v>
                </c:pt>
                <c:pt idx="1146">
                  <c:v>3.805E-2</c:v>
                </c:pt>
                <c:pt idx="1147">
                  <c:v>4.1900000000000007E-2</c:v>
                </c:pt>
                <c:pt idx="1148">
                  <c:v>4.1360000000000001E-2</c:v>
                </c:pt>
                <c:pt idx="1149">
                  <c:v>3.9820000000000001E-2</c:v>
                </c:pt>
                <c:pt idx="1150">
                  <c:v>3.8519999999999999E-2</c:v>
                </c:pt>
                <c:pt idx="1151">
                  <c:v>3.8450000000000005E-2</c:v>
                </c:pt>
                <c:pt idx="1152">
                  <c:v>3.8719999999999997E-2</c:v>
                </c:pt>
                <c:pt idx="1153">
                  <c:v>3.7909999999999999E-2</c:v>
                </c:pt>
                <c:pt idx="1154">
                  <c:v>3.7810000000000003E-2</c:v>
                </c:pt>
                <c:pt idx="1155">
                  <c:v>3.8929999999999999E-2</c:v>
                </c:pt>
                <c:pt idx="1156">
                  <c:v>3.8929999999999999E-2</c:v>
                </c:pt>
                <c:pt idx="1157">
                  <c:v>4.0079999999999998E-2</c:v>
                </c:pt>
                <c:pt idx="1158">
                  <c:v>4.1959999999999997E-2</c:v>
                </c:pt>
                <c:pt idx="1159">
                  <c:v>4.0640000000000003E-2</c:v>
                </c:pt>
                <c:pt idx="1160">
                  <c:v>3.814E-2</c:v>
                </c:pt>
                <c:pt idx="1161">
                  <c:v>3.7109999999999997E-2</c:v>
                </c:pt>
                <c:pt idx="1162">
                  <c:v>3.6459999999999999E-2</c:v>
                </c:pt>
                <c:pt idx="1163">
                  <c:v>3.7929999999999998E-2</c:v>
                </c:pt>
                <c:pt idx="1164">
                  <c:v>3.4889999999999997E-2</c:v>
                </c:pt>
                <c:pt idx="1165">
                  <c:v>3.5070000000000004E-2</c:v>
                </c:pt>
                <c:pt idx="1166">
                  <c:v>3.4889999999999997E-2</c:v>
                </c:pt>
                <c:pt idx="1167">
                  <c:v>3.576E-2</c:v>
                </c:pt>
                <c:pt idx="1168">
                  <c:v>3.4820000000000004E-2</c:v>
                </c:pt>
                <c:pt idx="1169">
                  <c:v>3.5179999999999996E-2</c:v>
                </c:pt>
                <c:pt idx="1170">
                  <c:v>3.39E-2</c:v>
                </c:pt>
                <c:pt idx="1171">
                  <c:v>3.2620000000000003E-2</c:v>
                </c:pt>
                <c:pt idx="1172">
                  <c:v>3.1850000000000003E-2</c:v>
                </c:pt>
                <c:pt idx="1173">
                  <c:v>3.1969999999999998E-2</c:v>
                </c:pt>
                <c:pt idx="1174">
                  <c:v>3.177E-2</c:v>
                </c:pt>
                <c:pt idx="1175">
                  <c:v>3.6610000000000004E-2</c:v>
                </c:pt>
                <c:pt idx="1176">
                  <c:v>3.4169999999999999E-2</c:v>
                </c:pt>
                <c:pt idx="1177">
                  <c:v>3.5619999999999999E-2</c:v>
                </c:pt>
                <c:pt idx="1178">
                  <c:v>3.6740000000000002E-2</c:v>
                </c:pt>
                <c:pt idx="1179">
                  <c:v>3.4209999999999997E-2</c:v>
                </c:pt>
                <c:pt idx="1180">
                  <c:v>3.4709999999999998E-2</c:v>
                </c:pt>
                <c:pt idx="1181">
                  <c:v>3.4959999999999998E-2</c:v>
                </c:pt>
                <c:pt idx="1182">
                  <c:v>3.279E-2</c:v>
                </c:pt>
                <c:pt idx="1183">
                  <c:v>3.3690000000000005E-2</c:v>
                </c:pt>
                <c:pt idx="1184">
                  <c:v>3.6989999999999995E-2</c:v>
                </c:pt>
                <c:pt idx="1185">
                  <c:v>3.1609999999999999E-2</c:v>
                </c:pt>
                <c:pt idx="1186">
                  <c:v>3.1879999999999999E-2</c:v>
                </c:pt>
                <c:pt idx="1187">
                  <c:v>3.1859999999999999E-2</c:v>
                </c:pt>
                <c:pt idx="1188">
                  <c:v>3.175E-2</c:v>
                </c:pt>
                <c:pt idx="1189">
                  <c:v>3.2070000000000001E-2</c:v>
                </c:pt>
                <c:pt idx="1190">
                  <c:v>3.2799999999999996E-2</c:v>
                </c:pt>
                <c:pt idx="1191">
                  <c:v>3.3360000000000001E-2</c:v>
                </c:pt>
                <c:pt idx="1192">
                  <c:v>3.209E-2</c:v>
                </c:pt>
                <c:pt idx="1193">
                  <c:v>3.2240000000000005E-2</c:v>
                </c:pt>
                <c:pt idx="1194">
                  <c:v>3.3239999999999999E-2</c:v>
                </c:pt>
                <c:pt idx="1195">
                  <c:v>3.39E-2</c:v>
                </c:pt>
                <c:pt idx="1196">
                  <c:v>3.3500000000000002E-2</c:v>
                </c:pt>
                <c:pt idx="1197">
                  <c:v>3.3430000000000001E-2</c:v>
                </c:pt>
                <c:pt idx="1198">
                  <c:v>3.4009999999999999E-2</c:v>
                </c:pt>
                <c:pt idx="1199">
                  <c:v>3.4980000000000004E-2</c:v>
                </c:pt>
                <c:pt idx="1200">
                  <c:v>3.6070000000000005E-2</c:v>
                </c:pt>
                <c:pt idx="1201">
                  <c:v>3.5769999999999996E-2</c:v>
                </c:pt>
                <c:pt idx="1202">
                  <c:v>3.721E-2</c:v>
                </c:pt>
                <c:pt idx="1203">
                  <c:v>3.8390000000000001E-2</c:v>
                </c:pt>
                <c:pt idx="1204">
                  <c:v>3.9759999999999997E-2</c:v>
                </c:pt>
                <c:pt idx="1205">
                  <c:v>3.8730000000000001E-2</c:v>
                </c:pt>
                <c:pt idx="1206">
                  <c:v>3.9599999999999996E-2</c:v>
                </c:pt>
                <c:pt idx="1207">
                  <c:v>3.8759999999999996E-2</c:v>
                </c:pt>
                <c:pt idx="1208">
                  <c:v>3.8280000000000002E-2</c:v>
                </c:pt>
                <c:pt idx="1209">
                  <c:v>3.6830000000000002E-2</c:v>
                </c:pt>
                <c:pt idx="1210">
                  <c:v>3.49E-2</c:v>
                </c:pt>
                <c:pt idx="1211">
                  <c:v>3.4860000000000002E-2</c:v>
                </c:pt>
                <c:pt idx="1212">
                  <c:v>3.4319999999999996E-2</c:v>
                </c:pt>
                <c:pt idx="1213">
                  <c:v>3.4700000000000002E-2</c:v>
                </c:pt>
                <c:pt idx="1214">
                  <c:v>3.4810000000000001E-2</c:v>
                </c:pt>
                <c:pt idx="1215">
                  <c:v>3.5189999999999999E-2</c:v>
                </c:pt>
                <c:pt idx="1216">
                  <c:v>3.7280000000000001E-2</c:v>
                </c:pt>
                <c:pt idx="1217">
                  <c:v>3.5639999999999998E-2</c:v>
                </c:pt>
                <c:pt idx="1218">
                  <c:v>3.7479999999999999E-2</c:v>
                </c:pt>
                <c:pt idx="1219">
                  <c:v>3.9949999999999999E-2</c:v>
                </c:pt>
                <c:pt idx="1220">
                  <c:v>3.9169999999999996E-2</c:v>
                </c:pt>
                <c:pt idx="1221">
                  <c:v>3.9309999999999998E-2</c:v>
                </c:pt>
                <c:pt idx="1222">
                  <c:v>3.9719999999999998E-2</c:v>
                </c:pt>
                <c:pt idx="1223">
                  <c:v>3.9940000000000003E-2</c:v>
                </c:pt>
                <c:pt idx="1224">
                  <c:v>4.07E-2</c:v>
                </c:pt>
                <c:pt idx="1225">
                  <c:v>0.04</c:v>
                </c:pt>
                <c:pt idx="1226">
                  <c:v>3.9969999999999999E-2</c:v>
                </c:pt>
                <c:pt idx="1227">
                  <c:v>3.968E-2</c:v>
                </c:pt>
                <c:pt idx="1228">
                  <c:v>3.8940000000000002E-2</c:v>
                </c:pt>
                <c:pt idx="1229">
                  <c:v>3.7879999999999997E-2</c:v>
                </c:pt>
                <c:pt idx="1230">
                  <c:v>4.0140000000000002E-2</c:v>
                </c:pt>
                <c:pt idx="1231">
                  <c:v>4.045E-2</c:v>
                </c:pt>
                <c:pt idx="1232">
                  <c:v>4.1529999999999997E-2</c:v>
                </c:pt>
                <c:pt idx="1233">
                  <c:v>4.0989999999999999E-2</c:v>
                </c:pt>
                <c:pt idx="1234">
                  <c:v>4.1319999999999996E-2</c:v>
                </c:pt>
                <c:pt idx="1235">
                  <c:v>4.1009999999999998E-2</c:v>
                </c:pt>
                <c:pt idx="1236">
                  <c:v>4.3769999999999996E-2</c:v>
                </c:pt>
                <c:pt idx="1237">
                  <c:v>4.3730000000000005E-2</c:v>
                </c:pt>
                <c:pt idx="1238">
                  <c:v>4.3259999999999993E-2</c:v>
                </c:pt>
                <c:pt idx="1239">
                  <c:v>4.2679999999999996E-2</c:v>
                </c:pt>
                <c:pt idx="1240">
                  <c:v>4.0579999999999998E-2</c:v>
                </c:pt>
                <c:pt idx="1241">
                  <c:v>3.952E-2</c:v>
                </c:pt>
                <c:pt idx="1242">
                  <c:v>4.1479999999999996E-2</c:v>
                </c:pt>
                <c:pt idx="1243">
                  <c:v>3.9980000000000002E-2</c:v>
                </c:pt>
                <c:pt idx="1244">
                  <c:v>4.0460000000000003E-2</c:v>
                </c:pt>
                <c:pt idx="1245">
                  <c:v>3.8379999999999997E-2</c:v>
                </c:pt>
                <c:pt idx="1246">
                  <c:v>3.7229999999999999E-2</c:v>
                </c:pt>
                <c:pt idx="1247">
                  <c:v>3.7599999999999995E-2</c:v>
                </c:pt>
                <c:pt idx="1248">
                  <c:v>3.8170000000000003E-2</c:v>
                </c:pt>
                <c:pt idx="1249">
                  <c:v>3.7249999999999998E-2</c:v>
                </c:pt>
                <c:pt idx="1250">
                  <c:v>3.6549999999999999E-2</c:v>
                </c:pt>
                <c:pt idx="1251">
                  <c:v>3.7069999999999999E-2</c:v>
                </c:pt>
                <c:pt idx="1252">
                  <c:v>3.739E-2</c:v>
                </c:pt>
                <c:pt idx="1253">
                  <c:v>3.7139999999999999E-2</c:v>
                </c:pt>
                <c:pt idx="1254">
                  <c:v>3.653E-2</c:v>
                </c:pt>
                <c:pt idx="1255">
                  <c:v>3.6670000000000001E-2</c:v>
                </c:pt>
                <c:pt idx="1256">
                  <c:v>3.6670000000000001E-2</c:v>
                </c:pt>
                <c:pt idx="1257">
                  <c:v>3.6170000000000001E-2</c:v>
                </c:pt>
                <c:pt idx="1258">
                  <c:v>3.6360000000000003E-2</c:v>
                </c:pt>
                <c:pt idx="1259">
                  <c:v>3.6539999999999996E-2</c:v>
                </c:pt>
                <c:pt idx="1260">
                  <c:v>3.7060000000000003E-2</c:v>
                </c:pt>
                <c:pt idx="1261">
                  <c:v>3.705E-2</c:v>
                </c:pt>
                <c:pt idx="1262">
                  <c:v>3.5159999999999997E-2</c:v>
                </c:pt>
                <c:pt idx="1263">
                  <c:v>3.3950000000000001E-2</c:v>
                </c:pt>
                <c:pt idx="1264">
                  <c:v>3.4119999999999998E-2</c:v>
                </c:pt>
                <c:pt idx="1265">
                  <c:v>3.5580000000000001E-2</c:v>
                </c:pt>
                <c:pt idx="1266">
                  <c:v>3.4639999999999997E-2</c:v>
                </c:pt>
                <c:pt idx="1267">
                  <c:v>3.594E-2</c:v>
                </c:pt>
                <c:pt idx="1268">
                  <c:v>3.338E-2</c:v>
                </c:pt>
                <c:pt idx="1269">
                  <c:v>3.3410000000000002E-2</c:v>
                </c:pt>
                <c:pt idx="1270">
                  <c:v>3.2669999999999998E-2</c:v>
                </c:pt>
                <c:pt idx="1271">
                  <c:v>3.2930000000000001E-2</c:v>
                </c:pt>
                <c:pt idx="1272">
                  <c:v>3.3329999999999999E-2</c:v>
                </c:pt>
                <c:pt idx="1273">
                  <c:v>3.4230000000000003E-2</c:v>
                </c:pt>
                <c:pt idx="1274">
                  <c:v>3.4569999999999997E-2</c:v>
                </c:pt>
                <c:pt idx="1275">
                  <c:v>3.6110000000000003E-2</c:v>
                </c:pt>
                <c:pt idx="1276">
                  <c:v>3.5060000000000001E-2</c:v>
                </c:pt>
                <c:pt idx="1277">
                  <c:v>3.2620000000000003E-2</c:v>
                </c:pt>
                <c:pt idx="1278">
                  <c:v>3.4130000000000001E-2</c:v>
                </c:pt>
                <c:pt idx="1279">
                  <c:v>3.4929999999999996E-2</c:v>
                </c:pt>
                <c:pt idx="1280">
                  <c:v>3.4300000000000004E-2</c:v>
                </c:pt>
                <c:pt idx="1281">
                  <c:v>3.261E-2</c:v>
                </c:pt>
                <c:pt idx="1282">
                  <c:v>3.2869999999999996E-2</c:v>
                </c:pt>
                <c:pt idx="1283">
                  <c:v>3.2329999999999998E-2</c:v>
                </c:pt>
                <c:pt idx="1284">
                  <c:v>3.3919999999999999E-2</c:v>
                </c:pt>
                <c:pt idx="1285">
                  <c:v>3.5840000000000004E-2</c:v>
                </c:pt>
                <c:pt idx="1286">
                  <c:v>3.4460000000000005E-2</c:v>
                </c:pt>
                <c:pt idx="1287">
                  <c:v>3.3000000000000002E-2</c:v>
                </c:pt>
                <c:pt idx="1288">
                  <c:v>3.7559999999999996E-2</c:v>
                </c:pt>
                <c:pt idx="1289">
                  <c:v>3.6970000000000003E-2</c:v>
                </c:pt>
                <c:pt idx="1290">
                  <c:v>3.7519999999999998E-2</c:v>
                </c:pt>
                <c:pt idx="1291">
                  <c:v>3.773E-2</c:v>
                </c:pt>
                <c:pt idx="1292">
                  <c:v>3.5970000000000002E-2</c:v>
                </c:pt>
                <c:pt idx="1293">
                  <c:v>3.7450000000000004E-2</c:v>
                </c:pt>
                <c:pt idx="1294">
                  <c:v>3.7769999999999998E-2</c:v>
                </c:pt>
                <c:pt idx="1295">
                  <c:v>3.8089999999999999E-2</c:v>
                </c:pt>
                <c:pt idx="1296">
                  <c:v>3.7659999999999999E-2</c:v>
                </c:pt>
                <c:pt idx="1297">
                  <c:v>3.7789999999999997E-2</c:v>
                </c:pt>
                <c:pt idx="1298">
                  <c:v>3.6970000000000003E-2</c:v>
                </c:pt>
                <c:pt idx="1299">
                  <c:v>3.7409999999999999E-2</c:v>
                </c:pt>
                <c:pt idx="1300">
                  <c:v>3.9100000000000003E-2</c:v>
                </c:pt>
                <c:pt idx="1301">
                  <c:v>3.8699999999999998E-2</c:v>
                </c:pt>
                <c:pt idx="1302">
                  <c:v>3.8039999999999997E-2</c:v>
                </c:pt>
                <c:pt idx="1303">
                  <c:v>3.7319999999999999E-2</c:v>
                </c:pt>
                <c:pt idx="1304">
                  <c:v>3.9280000000000002E-2</c:v>
                </c:pt>
                <c:pt idx="1305">
                  <c:v>3.8330000000000003E-2</c:v>
                </c:pt>
                <c:pt idx="1306">
                  <c:v>3.8089999999999999E-2</c:v>
                </c:pt>
                <c:pt idx="1307">
                  <c:v>3.7919999999999995E-2</c:v>
                </c:pt>
                <c:pt idx="1308">
                  <c:v>3.7130000000000003E-2</c:v>
                </c:pt>
                <c:pt idx="1309">
                  <c:v>3.567E-2</c:v>
                </c:pt>
                <c:pt idx="1310">
                  <c:v>3.5569999999999997E-2</c:v>
                </c:pt>
                <c:pt idx="1311">
                  <c:v>3.5630000000000002E-2</c:v>
                </c:pt>
                <c:pt idx="1312">
                  <c:v>3.4929999999999996E-2</c:v>
                </c:pt>
                <c:pt idx="1313">
                  <c:v>3.4180000000000002E-2</c:v>
                </c:pt>
                <c:pt idx="1314">
                  <c:v>3.5650000000000001E-2</c:v>
                </c:pt>
                <c:pt idx="1315">
                  <c:v>3.3849999999999998E-2</c:v>
                </c:pt>
                <c:pt idx="1316">
                  <c:v>3.5290000000000002E-2</c:v>
                </c:pt>
                <c:pt idx="1317">
                  <c:v>3.6200000000000003E-2</c:v>
                </c:pt>
                <c:pt idx="1318">
                  <c:v>3.5610000000000003E-2</c:v>
                </c:pt>
                <c:pt idx="1319">
                  <c:v>3.551E-2</c:v>
                </c:pt>
                <c:pt idx="1320">
                  <c:v>3.5889999999999998E-2</c:v>
                </c:pt>
                <c:pt idx="1321">
                  <c:v>3.5450000000000002E-2</c:v>
                </c:pt>
                <c:pt idx="1322">
                  <c:v>3.5189999999999999E-2</c:v>
                </c:pt>
                <c:pt idx="1323">
                  <c:v>3.5089999999999996E-2</c:v>
                </c:pt>
                <c:pt idx="1324">
                  <c:v>3.5709999999999999E-2</c:v>
                </c:pt>
                <c:pt idx="1325">
                  <c:v>3.5990000000000001E-2</c:v>
                </c:pt>
                <c:pt idx="1326">
                  <c:v>3.6220000000000002E-2</c:v>
                </c:pt>
                <c:pt idx="1327">
                  <c:v>3.6499999999999998E-2</c:v>
                </c:pt>
                <c:pt idx="1328">
                  <c:v>3.6339999999999997E-2</c:v>
                </c:pt>
                <c:pt idx="1329">
                  <c:v>3.7360000000000004E-2</c:v>
                </c:pt>
                <c:pt idx="1330">
                  <c:v>3.6900000000000002E-2</c:v>
                </c:pt>
                <c:pt idx="1331">
                  <c:v>3.6729999999999999E-2</c:v>
                </c:pt>
                <c:pt idx="1332">
                  <c:v>3.4970000000000001E-2</c:v>
                </c:pt>
                <c:pt idx="1333">
                  <c:v>3.5439999999999999E-2</c:v>
                </c:pt>
                <c:pt idx="1334">
                  <c:v>3.5979999999999998E-2</c:v>
                </c:pt>
                <c:pt idx="1335">
                  <c:v>3.5459999999999998E-2</c:v>
                </c:pt>
                <c:pt idx="1336">
                  <c:v>3.6749999999999998E-2</c:v>
                </c:pt>
                <c:pt idx="1337">
                  <c:v>3.6610000000000004E-2</c:v>
                </c:pt>
                <c:pt idx="1338">
                  <c:v>3.5970000000000002E-2</c:v>
                </c:pt>
                <c:pt idx="1339">
                  <c:v>3.6150000000000002E-2</c:v>
                </c:pt>
                <c:pt idx="1340">
                  <c:v>3.7260000000000001E-2</c:v>
                </c:pt>
                <c:pt idx="1341">
                  <c:v>3.687E-2</c:v>
                </c:pt>
                <c:pt idx="1342">
                  <c:v>3.6740000000000002E-2</c:v>
                </c:pt>
                <c:pt idx="1343">
                  <c:v>3.7000000000000005E-2</c:v>
                </c:pt>
                <c:pt idx="1344">
                  <c:v>3.6150000000000002E-2</c:v>
                </c:pt>
                <c:pt idx="1345">
                  <c:v>3.5409999999999997E-2</c:v>
                </c:pt>
                <c:pt idx="1346">
                  <c:v>3.4540000000000001E-2</c:v>
                </c:pt>
                <c:pt idx="1347">
                  <c:v>3.3149999999999999E-2</c:v>
                </c:pt>
                <c:pt idx="1348">
                  <c:v>3.3029999999999997E-2</c:v>
                </c:pt>
                <c:pt idx="1349">
                  <c:v>3.2840000000000001E-2</c:v>
                </c:pt>
                <c:pt idx="1350">
                  <c:v>3.3700000000000001E-2</c:v>
                </c:pt>
                <c:pt idx="1351">
                  <c:v>3.3399999999999999E-2</c:v>
                </c:pt>
                <c:pt idx="1352">
                  <c:v>3.3259999999999998E-2</c:v>
                </c:pt>
                <c:pt idx="1353">
                  <c:v>3.2969999999999999E-2</c:v>
                </c:pt>
                <c:pt idx="1354">
                  <c:v>3.2259999999999997E-2</c:v>
                </c:pt>
                <c:pt idx="1355">
                  <c:v>3.2759999999999997E-2</c:v>
                </c:pt>
                <c:pt idx="1356">
                  <c:v>3.3099999999999997E-2</c:v>
                </c:pt>
                <c:pt idx="1357">
                  <c:v>3.3639999999999996E-2</c:v>
                </c:pt>
                <c:pt idx="1358">
                  <c:v>3.2590000000000001E-2</c:v>
                </c:pt>
                <c:pt idx="1359">
                  <c:v>3.2709999999999996E-2</c:v>
                </c:pt>
                <c:pt idx="1360">
                  <c:v>3.2410000000000001E-2</c:v>
                </c:pt>
                <c:pt idx="1361">
                  <c:v>3.2770000000000001E-2</c:v>
                </c:pt>
                <c:pt idx="1362">
                  <c:v>3.2719999999999999E-2</c:v>
                </c:pt>
                <c:pt idx="1363">
                  <c:v>3.2910000000000002E-2</c:v>
                </c:pt>
                <c:pt idx="1364">
                  <c:v>3.3210000000000003E-2</c:v>
                </c:pt>
                <c:pt idx="1365">
                  <c:v>3.2690000000000004E-2</c:v>
                </c:pt>
                <c:pt idx="1366">
                  <c:v>3.2770000000000001E-2</c:v>
                </c:pt>
                <c:pt idx="1367">
                  <c:v>3.2899999999999999E-2</c:v>
                </c:pt>
                <c:pt idx="1368">
                  <c:v>3.2289999999999999E-2</c:v>
                </c:pt>
                <c:pt idx="1369">
                  <c:v>3.2329999999999998E-2</c:v>
                </c:pt>
                <c:pt idx="1370">
                  <c:v>3.2530000000000003E-2</c:v>
                </c:pt>
                <c:pt idx="1371">
                  <c:v>3.3329999999999999E-2</c:v>
                </c:pt>
                <c:pt idx="1372">
                  <c:v>3.3790000000000001E-2</c:v>
                </c:pt>
                <c:pt idx="1373">
                  <c:v>3.2440000000000004E-2</c:v>
                </c:pt>
                <c:pt idx="1374">
                  <c:v>3.2349999999999997E-2</c:v>
                </c:pt>
                <c:pt idx="1375">
                  <c:v>3.2530000000000003E-2</c:v>
                </c:pt>
                <c:pt idx="1376">
                  <c:v>3.3849999999999998E-2</c:v>
                </c:pt>
                <c:pt idx="1377">
                  <c:v>3.3599999999999998E-2</c:v>
                </c:pt>
                <c:pt idx="1378">
                  <c:v>3.3309999999999999E-2</c:v>
                </c:pt>
                <c:pt idx="1379">
                  <c:v>3.4270000000000002E-2</c:v>
                </c:pt>
                <c:pt idx="1380">
                  <c:v>3.4500000000000003E-2</c:v>
                </c:pt>
                <c:pt idx="1381">
                  <c:v>3.3370000000000004E-2</c:v>
                </c:pt>
                <c:pt idx="1382">
                  <c:v>3.1309999999999998E-2</c:v>
                </c:pt>
                <c:pt idx="1383">
                  <c:v>3.0839999999999999E-2</c:v>
                </c:pt>
                <c:pt idx="1384">
                  <c:v>3.134E-2</c:v>
                </c:pt>
                <c:pt idx="1385">
                  <c:v>3.0939999999999999E-2</c:v>
                </c:pt>
                <c:pt idx="1386">
                  <c:v>3.056E-2</c:v>
                </c:pt>
                <c:pt idx="1387">
                  <c:v>3.1009999999999999E-2</c:v>
                </c:pt>
                <c:pt idx="1388">
                  <c:v>3.0499999999999999E-2</c:v>
                </c:pt>
                <c:pt idx="1389">
                  <c:v>2.9409999999999999E-2</c:v>
                </c:pt>
                <c:pt idx="1390">
                  <c:v>2.9960000000000001E-2</c:v>
                </c:pt>
                <c:pt idx="1391">
                  <c:v>3.0120000000000001E-2</c:v>
                </c:pt>
                <c:pt idx="1392">
                  <c:v>3.1110000000000002E-2</c:v>
                </c:pt>
                <c:pt idx="1393">
                  <c:v>3.1099999999999999E-2</c:v>
                </c:pt>
                <c:pt idx="1394">
                  <c:v>3.0689999999999999E-2</c:v>
                </c:pt>
                <c:pt idx="1395">
                  <c:v>3.0350000000000002E-2</c:v>
                </c:pt>
                <c:pt idx="1396">
                  <c:v>2.8639999999999999E-2</c:v>
                </c:pt>
                <c:pt idx="1397">
                  <c:v>2.828E-2</c:v>
                </c:pt>
                <c:pt idx="1398">
                  <c:v>2.801E-2</c:v>
                </c:pt>
                <c:pt idx="1399">
                  <c:v>2.8849999999999997E-2</c:v>
                </c:pt>
                <c:pt idx="1400">
                  <c:v>2.9319999999999999E-2</c:v>
                </c:pt>
                <c:pt idx="1401">
                  <c:v>3.1E-2</c:v>
                </c:pt>
                <c:pt idx="1402">
                  <c:v>2.8900000000000002E-2</c:v>
                </c:pt>
                <c:pt idx="1403">
                  <c:v>2.9229999999999999E-2</c:v>
                </c:pt>
                <c:pt idx="1404">
                  <c:v>2.8140000000000002E-2</c:v>
                </c:pt>
                <c:pt idx="1405">
                  <c:v>2.9069999999999999E-2</c:v>
                </c:pt>
                <c:pt idx="1406">
                  <c:v>2.9409999999999999E-2</c:v>
                </c:pt>
                <c:pt idx="1407">
                  <c:v>2.844E-2</c:v>
                </c:pt>
                <c:pt idx="1408">
                  <c:v>2.8229999999999998E-2</c:v>
                </c:pt>
                <c:pt idx="1409">
                  <c:v>2.8580000000000001E-2</c:v>
                </c:pt>
                <c:pt idx="1410">
                  <c:v>2.9950000000000001E-2</c:v>
                </c:pt>
                <c:pt idx="1411">
                  <c:v>2.9340000000000001E-2</c:v>
                </c:pt>
                <c:pt idx="1412">
                  <c:v>2.8340000000000001E-2</c:v>
                </c:pt>
                <c:pt idx="1413">
                  <c:v>2.8690000000000004E-2</c:v>
                </c:pt>
                <c:pt idx="1414">
                  <c:v>2.8469999999999999E-2</c:v>
                </c:pt>
                <c:pt idx="1415">
                  <c:v>2.7740000000000001E-2</c:v>
                </c:pt>
                <c:pt idx="1416">
                  <c:v>2.8539999999999999E-2</c:v>
                </c:pt>
                <c:pt idx="1417">
                  <c:v>2.8510000000000001E-2</c:v>
                </c:pt>
                <c:pt idx="1418">
                  <c:v>2.7469999999999998E-2</c:v>
                </c:pt>
                <c:pt idx="1419">
                  <c:v>2.7799999999999998E-2</c:v>
                </c:pt>
                <c:pt idx="1420">
                  <c:v>2.7400000000000001E-2</c:v>
                </c:pt>
                <c:pt idx="1421">
                  <c:v>2.7619999999999999E-2</c:v>
                </c:pt>
                <c:pt idx="1422">
                  <c:v>2.7099999999999999E-2</c:v>
                </c:pt>
                <c:pt idx="1423">
                  <c:v>2.8570000000000002E-2</c:v>
                </c:pt>
                <c:pt idx="1424">
                  <c:v>2.9409999999999999E-2</c:v>
                </c:pt>
                <c:pt idx="1425">
                  <c:v>2.8069999999999998E-2</c:v>
                </c:pt>
                <c:pt idx="1426">
                  <c:v>2.8079999999999997E-2</c:v>
                </c:pt>
                <c:pt idx="1427">
                  <c:v>2.8399999999999998E-2</c:v>
                </c:pt>
                <c:pt idx="1428">
                  <c:v>2.8029999999999999E-2</c:v>
                </c:pt>
                <c:pt idx="1429">
                  <c:v>2.7539999999999999E-2</c:v>
                </c:pt>
                <c:pt idx="1430">
                  <c:v>2.9440000000000001E-2</c:v>
                </c:pt>
                <c:pt idx="1431">
                  <c:v>3.1549999999999995E-2</c:v>
                </c:pt>
                <c:pt idx="1432">
                  <c:v>3.2059999999999998E-2</c:v>
                </c:pt>
                <c:pt idx="1433">
                  <c:v>3.1200000000000002E-2</c:v>
                </c:pt>
                <c:pt idx="1434">
                  <c:v>3.1539999999999999E-2</c:v>
                </c:pt>
                <c:pt idx="1435">
                  <c:v>3.2149999999999998E-2</c:v>
                </c:pt>
                <c:pt idx="1436">
                  <c:v>3.2869999999999996E-2</c:v>
                </c:pt>
                <c:pt idx="1437">
                  <c:v>3.4200000000000001E-2</c:v>
                </c:pt>
                <c:pt idx="1438">
                  <c:v>3.6240000000000001E-2</c:v>
                </c:pt>
                <c:pt idx="1439">
                  <c:v>3.7309999999999996E-2</c:v>
                </c:pt>
                <c:pt idx="1440">
                  <c:v>3.8460000000000001E-2</c:v>
                </c:pt>
                <c:pt idx="1441">
                  <c:v>3.8510000000000003E-2</c:v>
                </c:pt>
                <c:pt idx="1442">
                  <c:v>4.0679999999999994E-2</c:v>
                </c:pt>
                <c:pt idx="1443">
                  <c:v>4.3739999999999994E-2</c:v>
                </c:pt>
                <c:pt idx="1444">
                  <c:v>4.4160000000000005E-2</c:v>
                </c:pt>
                <c:pt idx="1445">
                  <c:v>4.4889999999999999E-2</c:v>
                </c:pt>
                <c:pt idx="1446">
                  <c:v>4.4130000000000003E-2</c:v>
                </c:pt>
                <c:pt idx="1447">
                  <c:v>4.7060000000000005E-2</c:v>
                </c:pt>
                <c:pt idx="1448">
                  <c:v>4.6379999999999998E-2</c:v>
                </c:pt>
                <c:pt idx="1449">
                  <c:v>4.548E-2</c:v>
                </c:pt>
                <c:pt idx="1450">
                  <c:v>4.3200000000000002E-2</c:v>
                </c:pt>
                <c:pt idx="1451">
                  <c:v>4.3150000000000001E-2</c:v>
                </c:pt>
                <c:pt idx="1452">
                  <c:v>3.9230000000000001E-2</c:v>
                </c:pt>
                <c:pt idx="1453">
                  <c:v>3.9550000000000002E-2</c:v>
                </c:pt>
                <c:pt idx="1454">
                  <c:v>4.0570000000000002E-2</c:v>
                </c:pt>
                <c:pt idx="1455">
                  <c:v>4.1090000000000002E-2</c:v>
                </c:pt>
                <c:pt idx="1456">
                  <c:v>4.2249999999999996E-2</c:v>
                </c:pt>
                <c:pt idx="1457">
                  <c:v>4.2039999999999994E-2</c:v>
                </c:pt>
                <c:pt idx="1458">
                  <c:v>4.1700000000000001E-2</c:v>
                </c:pt>
                <c:pt idx="1459">
                  <c:v>4.1180000000000001E-2</c:v>
                </c:pt>
                <c:pt idx="1460">
                  <c:v>3.9359999999999999E-2</c:v>
                </c:pt>
                <c:pt idx="1461">
                  <c:v>3.7569999999999999E-2</c:v>
                </c:pt>
                <c:pt idx="1462">
                  <c:v>3.6760000000000001E-2</c:v>
                </c:pt>
                <c:pt idx="1463">
                  <c:v>3.4939999999999999E-2</c:v>
                </c:pt>
                <c:pt idx="1464">
                  <c:v>3.5790000000000002E-2</c:v>
                </c:pt>
                <c:pt idx="1465">
                  <c:v>3.4980000000000004E-2</c:v>
                </c:pt>
                <c:pt idx="1466">
                  <c:v>3.5220000000000001E-2</c:v>
                </c:pt>
                <c:pt idx="1467">
                  <c:v>3.8019999999999998E-2</c:v>
                </c:pt>
                <c:pt idx="1468">
                  <c:v>3.7650000000000003E-2</c:v>
                </c:pt>
                <c:pt idx="1469">
                  <c:v>3.7000000000000005E-2</c:v>
                </c:pt>
                <c:pt idx="1470">
                  <c:v>3.7960000000000001E-2</c:v>
                </c:pt>
                <c:pt idx="1471">
                  <c:v>3.882E-2</c:v>
                </c:pt>
                <c:pt idx="1472">
                  <c:v>3.9780000000000003E-2</c:v>
                </c:pt>
                <c:pt idx="1473">
                  <c:v>3.8339999999999999E-2</c:v>
                </c:pt>
                <c:pt idx="1474">
                  <c:v>3.7810000000000003E-2</c:v>
                </c:pt>
                <c:pt idx="1475">
                  <c:v>3.9169999999999996E-2</c:v>
                </c:pt>
                <c:pt idx="1476">
                  <c:v>3.9350000000000003E-2</c:v>
                </c:pt>
                <c:pt idx="1477">
                  <c:v>4.079E-2</c:v>
                </c:pt>
                <c:pt idx="1478">
                  <c:v>3.8450000000000005E-2</c:v>
                </c:pt>
                <c:pt idx="1479">
                  <c:v>3.8249999999999999E-2</c:v>
                </c:pt>
                <c:pt idx="1480">
                  <c:v>3.7610000000000005E-2</c:v>
                </c:pt>
                <c:pt idx="1481">
                  <c:v>3.891E-2</c:v>
                </c:pt>
                <c:pt idx="1482">
                  <c:v>3.9789999999999999E-2</c:v>
                </c:pt>
                <c:pt idx="1483">
                  <c:v>3.8510000000000003E-2</c:v>
                </c:pt>
                <c:pt idx="1484">
                  <c:v>4.5449999999999997E-2</c:v>
                </c:pt>
                <c:pt idx="1485">
                  <c:v>4.0399999999999998E-2</c:v>
                </c:pt>
                <c:pt idx="1486">
                  <c:v>4.0750000000000001E-2</c:v>
                </c:pt>
                <c:pt idx="1487">
                  <c:v>3.9570000000000001E-2</c:v>
                </c:pt>
                <c:pt idx="1488">
                  <c:v>4.0970000000000006E-2</c:v>
                </c:pt>
                <c:pt idx="1489">
                  <c:v>4.07E-2</c:v>
                </c:pt>
                <c:pt idx="1490">
                  <c:v>4.061E-2</c:v>
                </c:pt>
                <c:pt idx="1491">
                  <c:v>4.2610000000000002E-2</c:v>
                </c:pt>
                <c:pt idx="1492">
                  <c:v>4.2460000000000005E-2</c:v>
                </c:pt>
                <c:pt idx="1493">
                  <c:v>4.0910000000000002E-2</c:v>
                </c:pt>
                <c:pt idx="1494">
                  <c:v>3.8290000000000005E-2</c:v>
                </c:pt>
                <c:pt idx="1495">
                  <c:v>3.5450000000000002E-2</c:v>
                </c:pt>
                <c:pt idx="1496">
                  <c:v>3.4509999999999999E-2</c:v>
                </c:pt>
                <c:pt idx="1497">
                  <c:v>3.5029999999999999E-2</c:v>
                </c:pt>
                <c:pt idx="1498">
                  <c:v>3.5179999999999996E-2</c:v>
                </c:pt>
                <c:pt idx="1499">
                  <c:v>3.356E-2</c:v>
                </c:pt>
                <c:pt idx="1500">
                  <c:v>3.3739999999999999E-2</c:v>
                </c:pt>
                <c:pt idx="1501">
                  <c:v>3.3259999999999998E-2</c:v>
                </c:pt>
                <c:pt idx="1502">
                  <c:v>3.3639999999999996E-2</c:v>
                </c:pt>
                <c:pt idx="1503">
                  <c:v>3.3869999999999997E-2</c:v>
                </c:pt>
                <c:pt idx="1504">
                  <c:v>3.3460000000000004E-2</c:v>
                </c:pt>
                <c:pt idx="1505">
                  <c:v>3.3309999999999999E-2</c:v>
                </c:pt>
                <c:pt idx="1506">
                  <c:v>3.3660000000000002E-2</c:v>
                </c:pt>
                <c:pt idx="1507">
                  <c:v>3.3820000000000003E-2</c:v>
                </c:pt>
                <c:pt idx="1508">
                  <c:v>3.397E-2</c:v>
                </c:pt>
                <c:pt idx="1509">
                  <c:v>3.338E-2</c:v>
                </c:pt>
                <c:pt idx="1510">
                  <c:v>3.286E-2</c:v>
                </c:pt>
                <c:pt idx="1511">
                  <c:v>3.3820000000000003E-2</c:v>
                </c:pt>
                <c:pt idx="1512">
                  <c:v>3.3860000000000001E-2</c:v>
                </c:pt>
                <c:pt idx="1513">
                  <c:v>3.5159999999999997E-2</c:v>
                </c:pt>
                <c:pt idx="1514">
                  <c:v>3.3910000000000003E-2</c:v>
                </c:pt>
                <c:pt idx="1515">
                  <c:v>3.4810000000000001E-2</c:v>
                </c:pt>
                <c:pt idx="1516">
                  <c:v>3.4680000000000002E-2</c:v>
                </c:pt>
                <c:pt idx="1517">
                  <c:v>3.4840000000000003E-2</c:v>
                </c:pt>
                <c:pt idx="1518">
                  <c:v>3.4439999999999998E-2</c:v>
                </c:pt>
                <c:pt idx="1519">
                  <c:v>3.5279999999999999E-2</c:v>
                </c:pt>
                <c:pt idx="1520">
                  <c:v>3.5680000000000003E-2</c:v>
                </c:pt>
                <c:pt idx="1521">
                  <c:v>3.5590000000000004E-2</c:v>
                </c:pt>
                <c:pt idx="1522">
                  <c:v>3.5000000000000003E-2</c:v>
                </c:pt>
                <c:pt idx="1523">
                  <c:v>3.5200000000000002E-2</c:v>
                </c:pt>
                <c:pt idx="1524">
                  <c:v>3.542E-2</c:v>
                </c:pt>
                <c:pt idx="1525">
                  <c:v>3.5360000000000003E-2</c:v>
                </c:pt>
                <c:pt idx="1526">
                  <c:v>3.4259999999999999E-2</c:v>
                </c:pt>
                <c:pt idx="1527">
                  <c:v>3.4349999999999999E-2</c:v>
                </c:pt>
                <c:pt idx="1528">
                  <c:v>3.4329999999999999E-2</c:v>
                </c:pt>
                <c:pt idx="1529">
                  <c:v>3.567E-2</c:v>
                </c:pt>
                <c:pt idx="1530">
                  <c:v>3.508E-2</c:v>
                </c:pt>
                <c:pt idx="1531">
                  <c:v>3.4390000000000004E-2</c:v>
                </c:pt>
                <c:pt idx="1532">
                  <c:v>3.4630000000000001E-2</c:v>
                </c:pt>
                <c:pt idx="1533">
                  <c:v>3.4409999999999996E-2</c:v>
                </c:pt>
                <c:pt idx="1534">
                  <c:v>3.7019999999999997E-2</c:v>
                </c:pt>
                <c:pt idx="1535">
                  <c:v>3.6670000000000001E-2</c:v>
                </c:pt>
                <c:pt idx="1536">
                  <c:v>3.424E-2</c:v>
                </c:pt>
                <c:pt idx="1537">
                  <c:v>3.5830000000000001E-2</c:v>
                </c:pt>
                <c:pt idx="1538">
                  <c:v>3.7499999999999999E-2</c:v>
                </c:pt>
                <c:pt idx="1539">
                  <c:v>3.6479999999999999E-2</c:v>
                </c:pt>
                <c:pt idx="1540">
                  <c:v>3.6339999999999997E-2</c:v>
                </c:pt>
                <c:pt idx="1541">
                  <c:v>3.5880000000000002E-2</c:v>
                </c:pt>
                <c:pt idx="1542">
                  <c:v>3.6589999999999998E-2</c:v>
                </c:pt>
                <c:pt idx="1543">
                  <c:v>3.6539999999999996E-2</c:v>
                </c:pt>
                <c:pt idx="1544">
                  <c:v>3.585E-2</c:v>
                </c:pt>
                <c:pt idx="1545">
                  <c:v>3.5310000000000001E-2</c:v>
                </c:pt>
                <c:pt idx="1546">
                  <c:v>3.4209999999999997E-2</c:v>
                </c:pt>
                <c:pt idx="1547">
                  <c:v>3.5869999999999999E-2</c:v>
                </c:pt>
                <c:pt idx="1548">
                  <c:v>3.6760000000000001E-2</c:v>
                </c:pt>
                <c:pt idx="1549">
                  <c:v>3.4360000000000002E-2</c:v>
                </c:pt>
                <c:pt idx="1550">
                  <c:v>3.3149999999999999E-2</c:v>
                </c:pt>
                <c:pt idx="1551">
                  <c:v>3.6080000000000001E-2</c:v>
                </c:pt>
                <c:pt idx="1552">
                  <c:v>3.6539999999999996E-2</c:v>
                </c:pt>
                <c:pt idx="1553">
                  <c:v>3.7130000000000003E-2</c:v>
                </c:pt>
                <c:pt idx="1554">
                  <c:v>3.8580000000000003E-2</c:v>
                </c:pt>
                <c:pt idx="1555">
                  <c:v>3.755E-2</c:v>
                </c:pt>
                <c:pt idx="1556">
                  <c:v>3.8800000000000001E-2</c:v>
                </c:pt>
                <c:pt idx="1557">
                  <c:v>3.9660000000000001E-2</c:v>
                </c:pt>
                <c:pt idx="1558">
                  <c:v>3.6589999999999998E-2</c:v>
                </c:pt>
                <c:pt idx="1559">
                  <c:v>3.5369999999999999E-2</c:v>
                </c:pt>
                <c:pt idx="1560">
                  <c:v>3.4639999999999997E-2</c:v>
                </c:pt>
                <c:pt idx="1561">
                  <c:v>3.5610000000000003E-2</c:v>
                </c:pt>
                <c:pt idx="1562">
                  <c:v>3.7290000000000004E-2</c:v>
                </c:pt>
                <c:pt idx="1563">
                  <c:v>3.6979999999999999E-2</c:v>
                </c:pt>
                <c:pt idx="1564">
                  <c:v>3.798E-2</c:v>
                </c:pt>
                <c:pt idx="1565">
                  <c:v>3.8019999999999998E-2</c:v>
                </c:pt>
                <c:pt idx="1566">
                  <c:v>3.8179999999999999E-2</c:v>
                </c:pt>
                <c:pt idx="1567">
                  <c:v>3.9079999999999997E-2</c:v>
                </c:pt>
                <c:pt idx="1568">
                  <c:v>3.6810000000000002E-2</c:v>
                </c:pt>
                <c:pt idx="1569">
                  <c:v>4.0719999999999999E-2</c:v>
                </c:pt>
                <c:pt idx="1570">
                  <c:v>4.1570000000000003E-2</c:v>
                </c:pt>
                <c:pt idx="1571">
                  <c:v>3.9870000000000003E-2</c:v>
                </c:pt>
                <c:pt idx="1572">
                  <c:v>4.0419999999999998E-2</c:v>
                </c:pt>
                <c:pt idx="1573">
                  <c:v>4.011E-2</c:v>
                </c:pt>
                <c:pt idx="1574">
                  <c:v>3.8149999999999996E-2</c:v>
                </c:pt>
                <c:pt idx="1575">
                  <c:v>3.6650000000000002E-2</c:v>
                </c:pt>
                <c:pt idx="1576">
                  <c:v>3.6459999999999999E-2</c:v>
                </c:pt>
                <c:pt idx="1577">
                  <c:v>3.78E-2</c:v>
                </c:pt>
                <c:pt idx="1578">
                  <c:v>3.7949999999999998E-2</c:v>
                </c:pt>
                <c:pt idx="1579">
                  <c:v>3.7810000000000003E-2</c:v>
                </c:pt>
                <c:pt idx="1580">
                  <c:v>3.8650000000000004E-2</c:v>
                </c:pt>
                <c:pt idx="1581">
                  <c:v>3.8100000000000002E-2</c:v>
                </c:pt>
                <c:pt idx="1582">
                  <c:v>3.7019999999999997E-2</c:v>
                </c:pt>
                <c:pt idx="1583">
                  <c:v>4.1020000000000001E-2</c:v>
                </c:pt>
                <c:pt idx="1584">
                  <c:v>3.7450000000000004E-2</c:v>
                </c:pt>
                <c:pt idx="1585">
                  <c:v>3.7179999999999998E-2</c:v>
                </c:pt>
                <c:pt idx="1586">
                  <c:v>3.6000000000000004E-2</c:v>
                </c:pt>
                <c:pt idx="1587">
                  <c:v>3.7479999999999999E-2</c:v>
                </c:pt>
                <c:pt idx="1588">
                  <c:v>3.8490000000000003E-2</c:v>
                </c:pt>
                <c:pt idx="1589">
                  <c:v>3.7870000000000001E-2</c:v>
                </c:pt>
                <c:pt idx="1590">
                  <c:v>3.7769999999999998E-2</c:v>
                </c:pt>
                <c:pt idx="1591">
                  <c:v>3.8759999999999996E-2</c:v>
                </c:pt>
                <c:pt idx="1592">
                  <c:v>3.789E-2</c:v>
                </c:pt>
                <c:pt idx="1593">
                  <c:v>3.7719999999999997E-2</c:v>
                </c:pt>
                <c:pt idx="1594">
                  <c:v>3.6420000000000001E-2</c:v>
                </c:pt>
                <c:pt idx="1595">
                  <c:v>3.7530000000000001E-2</c:v>
                </c:pt>
                <c:pt idx="1596">
                  <c:v>3.5740000000000001E-2</c:v>
                </c:pt>
                <c:pt idx="1597">
                  <c:v>3.8260000000000002E-2</c:v>
                </c:pt>
                <c:pt idx="1598">
                  <c:v>3.671E-2</c:v>
                </c:pt>
                <c:pt idx="1599">
                  <c:v>3.7479999999999999E-2</c:v>
                </c:pt>
                <c:pt idx="1600">
                  <c:v>3.7080000000000002E-2</c:v>
                </c:pt>
                <c:pt idx="1601">
                  <c:v>3.7620000000000001E-2</c:v>
                </c:pt>
                <c:pt idx="1602">
                  <c:v>3.9740000000000004E-2</c:v>
                </c:pt>
                <c:pt idx="1603">
                  <c:v>3.9469999999999998E-2</c:v>
                </c:pt>
                <c:pt idx="1604">
                  <c:v>4.0160000000000001E-2</c:v>
                </c:pt>
                <c:pt idx="1605">
                  <c:v>3.8300000000000001E-2</c:v>
                </c:pt>
                <c:pt idx="1606">
                  <c:v>4.1680000000000002E-2</c:v>
                </c:pt>
                <c:pt idx="1607">
                  <c:v>4.0719999999999999E-2</c:v>
                </c:pt>
                <c:pt idx="1608">
                  <c:v>3.8399999999999997E-2</c:v>
                </c:pt>
                <c:pt idx="1609">
                  <c:v>3.7659999999999999E-2</c:v>
                </c:pt>
                <c:pt idx="1610">
                  <c:v>4.0930000000000001E-2</c:v>
                </c:pt>
                <c:pt idx="1611">
                  <c:v>4.1090000000000002E-2</c:v>
                </c:pt>
                <c:pt idx="1612">
                  <c:v>4.0190000000000003E-2</c:v>
                </c:pt>
                <c:pt idx="1613">
                  <c:v>3.8780000000000002E-2</c:v>
                </c:pt>
                <c:pt idx="1614">
                  <c:v>3.7179999999999998E-2</c:v>
                </c:pt>
                <c:pt idx="1615">
                  <c:v>3.7060000000000003E-2</c:v>
                </c:pt>
                <c:pt idx="1616">
                  <c:v>3.8170000000000003E-2</c:v>
                </c:pt>
                <c:pt idx="1617">
                  <c:v>3.739E-2</c:v>
                </c:pt>
                <c:pt idx="1618">
                  <c:v>3.789E-2</c:v>
                </c:pt>
                <c:pt idx="1619">
                  <c:v>3.7499999999999999E-2</c:v>
                </c:pt>
                <c:pt idx="1620">
                  <c:v>3.8220000000000004E-2</c:v>
                </c:pt>
                <c:pt idx="1621">
                  <c:v>4.0140000000000002E-2</c:v>
                </c:pt>
                <c:pt idx="1622">
                  <c:v>3.9620000000000002E-2</c:v>
                </c:pt>
                <c:pt idx="1623">
                  <c:v>3.9260000000000003E-2</c:v>
                </c:pt>
                <c:pt idx="1624">
                  <c:v>3.8490000000000003E-2</c:v>
                </c:pt>
                <c:pt idx="1625">
                  <c:v>3.8580000000000003E-2</c:v>
                </c:pt>
                <c:pt idx="1626">
                  <c:v>3.8469999999999997E-2</c:v>
                </c:pt>
                <c:pt idx="1627">
                  <c:v>3.628E-2</c:v>
                </c:pt>
                <c:pt idx="1628">
                  <c:v>3.7220000000000003E-2</c:v>
                </c:pt>
                <c:pt idx="1629">
                  <c:v>3.703E-2</c:v>
                </c:pt>
                <c:pt idx="1630">
                  <c:v>3.8010000000000002E-2</c:v>
                </c:pt>
                <c:pt idx="1631">
                  <c:v>3.8830000000000003E-2</c:v>
                </c:pt>
                <c:pt idx="1632">
                  <c:v>4.0079999999999998E-2</c:v>
                </c:pt>
                <c:pt idx="1633">
                  <c:v>3.9469999999999998E-2</c:v>
                </c:pt>
                <c:pt idx="1634">
                  <c:v>3.8420000000000003E-2</c:v>
                </c:pt>
                <c:pt idx="1635">
                  <c:v>3.7810000000000003E-2</c:v>
                </c:pt>
                <c:pt idx="1636">
                  <c:v>3.773E-2</c:v>
                </c:pt>
                <c:pt idx="1637">
                  <c:v>3.78E-2</c:v>
                </c:pt>
                <c:pt idx="1638">
                  <c:v>3.6319999999999998E-2</c:v>
                </c:pt>
                <c:pt idx="1639">
                  <c:v>3.6880000000000003E-2</c:v>
                </c:pt>
                <c:pt idx="1640">
                  <c:v>3.6269999999999997E-2</c:v>
                </c:pt>
                <c:pt idx="1641">
                  <c:v>3.5910000000000004E-2</c:v>
                </c:pt>
                <c:pt idx="1642">
                  <c:v>3.6220000000000002E-2</c:v>
                </c:pt>
                <c:pt idx="1643">
                  <c:v>3.61E-2</c:v>
                </c:pt>
                <c:pt idx="1644">
                  <c:v>3.6859999999999997E-2</c:v>
                </c:pt>
                <c:pt idx="1645">
                  <c:v>3.5230000000000004E-2</c:v>
                </c:pt>
                <c:pt idx="1646">
                  <c:v>3.8679999999999999E-2</c:v>
                </c:pt>
                <c:pt idx="1647">
                  <c:v>4.0819999999999995E-2</c:v>
                </c:pt>
                <c:pt idx="1648">
                  <c:v>4.1009999999999998E-2</c:v>
                </c:pt>
                <c:pt idx="1649">
                  <c:v>4.1730000000000003E-2</c:v>
                </c:pt>
                <c:pt idx="1650">
                  <c:v>4.1299999999999996E-2</c:v>
                </c:pt>
                <c:pt idx="1651">
                  <c:v>4.002E-2</c:v>
                </c:pt>
                <c:pt idx="1652">
                  <c:v>4.1540000000000001E-2</c:v>
                </c:pt>
                <c:pt idx="1653">
                  <c:v>3.9570000000000001E-2</c:v>
                </c:pt>
                <c:pt idx="1654">
                  <c:v>3.8849999999999996E-2</c:v>
                </c:pt>
                <c:pt idx="1655">
                  <c:v>3.9480000000000001E-2</c:v>
                </c:pt>
                <c:pt idx="1656">
                  <c:v>3.9609999999999999E-2</c:v>
                </c:pt>
                <c:pt idx="1657">
                  <c:v>3.7780000000000001E-2</c:v>
                </c:pt>
                <c:pt idx="1658">
                  <c:v>3.8019999999999998E-2</c:v>
                </c:pt>
                <c:pt idx="1659">
                  <c:v>3.9949999999999999E-2</c:v>
                </c:pt>
                <c:pt idx="1660">
                  <c:v>4.1550000000000004E-2</c:v>
                </c:pt>
                <c:pt idx="1661">
                  <c:v>4.1459999999999997E-2</c:v>
                </c:pt>
                <c:pt idx="1662">
                  <c:v>3.9750000000000001E-2</c:v>
                </c:pt>
                <c:pt idx="1663">
                  <c:v>3.5959999999999999E-2</c:v>
                </c:pt>
                <c:pt idx="1664">
                  <c:v>3.8179999999999999E-2</c:v>
                </c:pt>
                <c:pt idx="1665">
                  <c:v>3.7789999999999997E-2</c:v>
                </c:pt>
                <c:pt idx="1666">
                  <c:v>3.9209999999999995E-2</c:v>
                </c:pt>
                <c:pt idx="1667">
                  <c:v>3.952E-2</c:v>
                </c:pt>
                <c:pt idx="1668">
                  <c:v>3.9079999999999997E-2</c:v>
                </c:pt>
                <c:pt idx="1669">
                  <c:v>3.9100000000000003E-2</c:v>
                </c:pt>
                <c:pt idx="1670">
                  <c:v>3.9989999999999998E-2</c:v>
                </c:pt>
                <c:pt idx="1671">
                  <c:v>4.0369999999999996E-2</c:v>
                </c:pt>
                <c:pt idx="1672">
                  <c:v>4.018E-2</c:v>
                </c:pt>
                <c:pt idx="1673">
                  <c:v>4.0599999999999997E-2</c:v>
                </c:pt>
                <c:pt idx="1674">
                  <c:v>4.1639999999999996E-2</c:v>
                </c:pt>
                <c:pt idx="1675">
                  <c:v>4.2779999999999999E-2</c:v>
                </c:pt>
                <c:pt idx="1676">
                  <c:v>4.4519999999999997E-2</c:v>
                </c:pt>
                <c:pt idx="1677">
                  <c:v>4.2630000000000001E-2</c:v>
                </c:pt>
                <c:pt idx="1678">
                  <c:v>4.3929999999999997E-2</c:v>
                </c:pt>
                <c:pt idx="1679">
                  <c:v>4.2549999999999998E-2</c:v>
                </c:pt>
                <c:pt idx="1680">
                  <c:v>4.2119999999999998E-2</c:v>
                </c:pt>
                <c:pt idx="1681">
                  <c:v>4.1200000000000001E-2</c:v>
                </c:pt>
                <c:pt idx="1682">
                  <c:v>4.3090000000000003E-2</c:v>
                </c:pt>
                <c:pt idx="1683">
                  <c:v>4.2930000000000003E-2</c:v>
                </c:pt>
                <c:pt idx="1684">
                  <c:v>4.3920000000000001E-2</c:v>
                </c:pt>
                <c:pt idx="1685">
                  <c:v>4.2380000000000001E-2</c:v>
                </c:pt>
                <c:pt idx="1686">
                  <c:v>4.2409999999999996E-2</c:v>
                </c:pt>
                <c:pt idx="1687">
                  <c:v>4.5110000000000004E-2</c:v>
                </c:pt>
                <c:pt idx="1688">
                  <c:v>4.5869999999999994E-2</c:v>
                </c:pt>
                <c:pt idx="1689">
                  <c:v>4.691E-2</c:v>
                </c:pt>
                <c:pt idx="1690">
                  <c:v>4.4880000000000003E-2</c:v>
                </c:pt>
                <c:pt idx="1691">
                  <c:v>4.4880000000000003E-2</c:v>
                </c:pt>
                <c:pt idx="1692">
                  <c:v>4.4519999999999997E-2</c:v>
                </c:pt>
                <c:pt idx="1693">
                  <c:v>4.4509999999999994E-2</c:v>
                </c:pt>
                <c:pt idx="1694">
                  <c:v>4.3230000000000005E-2</c:v>
                </c:pt>
                <c:pt idx="1695">
                  <c:v>4.1230000000000003E-2</c:v>
                </c:pt>
                <c:pt idx="1696">
                  <c:v>4.1550000000000004E-2</c:v>
                </c:pt>
                <c:pt idx="1697">
                  <c:v>4.0190000000000003E-2</c:v>
                </c:pt>
                <c:pt idx="1698">
                  <c:v>3.9369999999999995E-2</c:v>
                </c:pt>
                <c:pt idx="1699">
                  <c:v>3.8730000000000001E-2</c:v>
                </c:pt>
                <c:pt idx="1700">
                  <c:v>3.8989999999999997E-2</c:v>
                </c:pt>
                <c:pt idx="1701">
                  <c:v>3.9699999999999999E-2</c:v>
                </c:pt>
                <c:pt idx="1702">
                  <c:v>0.04</c:v>
                </c:pt>
                <c:pt idx="1703">
                  <c:v>3.9199999999999999E-2</c:v>
                </c:pt>
                <c:pt idx="1704">
                  <c:v>3.7719999999999997E-2</c:v>
                </c:pt>
                <c:pt idx="1705">
                  <c:v>3.8079999999999996E-2</c:v>
                </c:pt>
                <c:pt idx="1706">
                  <c:v>3.8620000000000002E-2</c:v>
                </c:pt>
                <c:pt idx="1707">
                  <c:v>3.8359999999999998E-2</c:v>
                </c:pt>
                <c:pt idx="1708">
                  <c:v>3.8440000000000002E-2</c:v>
                </c:pt>
                <c:pt idx="1709">
                  <c:v>3.9019999999999999E-2</c:v>
                </c:pt>
                <c:pt idx="1710">
                  <c:v>3.9670000000000004E-2</c:v>
                </c:pt>
                <c:pt idx="1711">
                  <c:v>3.8640000000000001E-2</c:v>
                </c:pt>
                <c:pt idx="1712">
                  <c:v>4.1840000000000002E-2</c:v>
                </c:pt>
                <c:pt idx="1713">
                  <c:v>4.1139999999999996E-2</c:v>
                </c:pt>
                <c:pt idx="1714">
                  <c:v>4.0220000000000006E-2</c:v>
                </c:pt>
                <c:pt idx="1715">
                  <c:v>3.8900000000000004E-2</c:v>
                </c:pt>
                <c:pt idx="1716">
                  <c:v>3.8640000000000001E-2</c:v>
                </c:pt>
                <c:pt idx="1717">
                  <c:v>3.6179999999999997E-2</c:v>
                </c:pt>
                <c:pt idx="1718">
                  <c:v>3.773E-2</c:v>
                </c:pt>
                <c:pt idx="1719">
                  <c:v>3.44E-2</c:v>
                </c:pt>
                <c:pt idx="1720">
                  <c:v>3.6720000000000003E-2</c:v>
                </c:pt>
                <c:pt idx="1721">
                  <c:v>3.7429999999999998E-2</c:v>
                </c:pt>
                <c:pt idx="1722">
                  <c:v>3.7290000000000004E-2</c:v>
                </c:pt>
                <c:pt idx="1723">
                  <c:v>3.7859999999999998E-2</c:v>
                </c:pt>
                <c:pt idx="1724">
                  <c:v>3.6510000000000001E-2</c:v>
                </c:pt>
                <c:pt idx="1725">
                  <c:v>3.7100000000000001E-2</c:v>
                </c:pt>
                <c:pt idx="1726">
                  <c:v>3.4769999999999995E-2</c:v>
                </c:pt>
                <c:pt idx="1727">
                  <c:v>3.5390000000000005E-2</c:v>
                </c:pt>
                <c:pt idx="1728">
                  <c:v>3.6049999999999999E-2</c:v>
                </c:pt>
                <c:pt idx="1729">
                  <c:v>3.517E-2</c:v>
                </c:pt>
                <c:pt idx="1730">
                  <c:v>3.5249999999999997E-2</c:v>
                </c:pt>
                <c:pt idx="1731">
                  <c:v>3.3709999999999997E-2</c:v>
                </c:pt>
                <c:pt idx="1732">
                  <c:v>3.3390000000000003E-2</c:v>
                </c:pt>
                <c:pt idx="1733">
                  <c:v>3.2820000000000002E-2</c:v>
                </c:pt>
                <c:pt idx="1734">
                  <c:v>3.3070000000000002E-2</c:v>
                </c:pt>
                <c:pt idx="1735">
                  <c:v>3.2690000000000004E-2</c:v>
                </c:pt>
                <c:pt idx="1736">
                  <c:v>3.3110000000000001E-2</c:v>
                </c:pt>
                <c:pt idx="1737">
                  <c:v>3.211E-2</c:v>
                </c:pt>
                <c:pt idx="1738">
                  <c:v>3.2680000000000001E-2</c:v>
                </c:pt>
                <c:pt idx="1739">
                  <c:v>3.4290000000000001E-2</c:v>
                </c:pt>
                <c:pt idx="1740">
                  <c:v>3.3180000000000001E-2</c:v>
                </c:pt>
                <c:pt idx="1741">
                  <c:v>3.2639999999999995E-2</c:v>
                </c:pt>
                <c:pt idx="1742">
                  <c:v>3.2639999999999995E-2</c:v>
                </c:pt>
                <c:pt idx="1743">
                  <c:v>3.1370000000000002E-2</c:v>
                </c:pt>
                <c:pt idx="1744">
                  <c:v>3.1600000000000003E-2</c:v>
                </c:pt>
                <c:pt idx="1745">
                  <c:v>3.2370000000000003E-2</c:v>
                </c:pt>
                <c:pt idx="1746">
                  <c:v>3.1980000000000001E-2</c:v>
                </c:pt>
                <c:pt idx="1747">
                  <c:v>3.288E-2</c:v>
                </c:pt>
                <c:pt idx="1748">
                  <c:v>3.168E-2</c:v>
                </c:pt>
                <c:pt idx="1749">
                  <c:v>3.1130000000000001E-2</c:v>
                </c:pt>
                <c:pt idx="1750">
                  <c:v>3.1300000000000001E-2</c:v>
                </c:pt>
                <c:pt idx="1751">
                  <c:v>3.0369999999999998E-2</c:v>
                </c:pt>
                <c:pt idx="1752">
                  <c:v>3.0939999999999999E-2</c:v>
                </c:pt>
                <c:pt idx="1753">
                  <c:v>3.1620000000000002E-2</c:v>
                </c:pt>
                <c:pt idx="1754">
                  <c:v>3.1709999999999995E-2</c:v>
                </c:pt>
                <c:pt idx="1755">
                  <c:v>3.1210000000000002E-2</c:v>
                </c:pt>
                <c:pt idx="1756">
                  <c:v>2.9409999999999999E-2</c:v>
                </c:pt>
                <c:pt idx="1757">
                  <c:v>2.9700000000000001E-2</c:v>
                </c:pt>
                <c:pt idx="1758">
                  <c:v>3.108E-2</c:v>
                </c:pt>
                <c:pt idx="1759">
                  <c:v>2.946E-2</c:v>
                </c:pt>
                <c:pt idx="1760">
                  <c:v>2.9520000000000001E-2</c:v>
                </c:pt>
                <c:pt idx="1761">
                  <c:v>3.116E-2</c:v>
                </c:pt>
                <c:pt idx="1762">
                  <c:v>3.032E-2</c:v>
                </c:pt>
                <c:pt idx="1763">
                  <c:v>3.0910000000000003E-2</c:v>
                </c:pt>
                <c:pt idx="1764">
                  <c:v>3.2590000000000001E-2</c:v>
                </c:pt>
                <c:pt idx="1765">
                  <c:v>3.1869999999999996E-2</c:v>
                </c:pt>
                <c:pt idx="1766">
                  <c:v>3.1699999999999999E-2</c:v>
                </c:pt>
                <c:pt idx="1767">
                  <c:v>3.2890000000000003E-2</c:v>
                </c:pt>
                <c:pt idx="1768">
                  <c:v>3.2010000000000004E-2</c:v>
                </c:pt>
                <c:pt idx="1769">
                  <c:v>3.2840000000000001E-2</c:v>
                </c:pt>
                <c:pt idx="1770">
                  <c:v>3.2980000000000002E-2</c:v>
                </c:pt>
                <c:pt idx="1771">
                  <c:v>3.286E-2</c:v>
                </c:pt>
                <c:pt idx="1772">
                  <c:v>3.3210000000000003E-2</c:v>
                </c:pt>
                <c:pt idx="1773">
                  <c:v>3.3300000000000003E-2</c:v>
                </c:pt>
                <c:pt idx="1774">
                  <c:v>3.3620000000000004E-2</c:v>
                </c:pt>
                <c:pt idx="1775">
                  <c:v>3.4029999999999998E-2</c:v>
                </c:pt>
                <c:pt idx="1776">
                  <c:v>3.4259999999999999E-2</c:v>
                </c:pt>
                <c:pt idx="1777">
                  <c:v>3.3149999999999999E-2</c:v>
                </c:pt>
                <c:pt idx="1778">
                  <c:v>3.3500000000000002E-2</c:v>
                </c:pt>
                <c:pt idx="1779">
                  <c:v>3.338E-2</c:v>
                </c:pt>
                <c:pt idx="1780">
                  <c:v>3.3090000000000001E-2</c:v>
                </c:pt>
                <c:pt idx="1781">
                  <c:v>3.295E-2</c:v>
                </c:pt>
                <c:pt idx="1782">
                  <c:v>3.1609999999999999E-2</c:v>
                </c:pt>
                <c:pt idx="1783">
                  <c:v>3.1179999999999999E-2</c:v>
                </c:pt>
                <c:pt idx="1784">
                  <c:v>3.0870000000000002E-2</c:v>
                </c:pt>
                <c:pt idx="1785">
                  <c:v>3.056E-2</c:v>
                </c:pt>
                <c:pt idx="1786">
                  <c:v>3.1040000000000002E-2</c:v>
                </c:pt>
                <c:pt idx="1787">
                  <c:v>2.9399999999999999E-2</c:v>
                </c:pt>
                <c:pt idx="1788">
                  <c:v>2.9479999999999999E-2</c:v>
                </c:pt>
                <c:pt idx="1789">
                  <c:v>2.928E-2</c:v>
                </c:pt>
                <c:pt idx="1790">
                  <c:v>2.9929999999999998E-2</c:v>
                </c:pt>
                <c:pt idx="1791">
                  <c:v>2.9980000000000003E-2</c:v>
                </c:pt>
                <c:pt idx="1792">
                  <c:v>3.0210000000000001E-2</c:v>
                </c:pt>
                <c:pt idx="1793">
                  <c:v>3.1329999999999997E-2</c:v>
                </c:pt>
                <c:pt idx="1794">
                  <c:v>3.279E-2</c:v>
                </c:pt>
                <c:pt idx="1795">
                  <c:v>3.2559999999999999E-2</c:v>
                </c:pt>
                <c:pt idx="1796">
                  <c:v>3.2349999999999997E-2</c:v>
                </c:pt>
                <c:pt idx="1797">
                  <c:v>3.2080000000000004E-2</c:v>
                </c:pt>
                <c:pt idx="1798">
                  <c:v>3.3319999999999995E-2</c:v>
                </c:pt>
                <c:pt idx="1799">
                  <c:v>3.4290000000000001E-2</c:v>
                </c:pt>
                <c:pt idx="1800">
                  <c:v>3.2649999999999998E-2</c:v>
                </c:pt>
                <c:pt idx="1801">
                  <c:v>3.4500000000000003E-2</c:v>
                </c:pt>
                <c:pt idx="1802">
                  <c:v>3.499E-2</c:v>
                </c:pt>
                <c:pt idx="1803">
                  <c:v>3.329E-2</c:v>
                </c:pt>
                <c:pt idx="1804">
                  <c:v>3.4169999999999999E-2</c:v>
                </c:pt>
                <c:pt idx="1805">
                  <c:v>3.5019999999999996E-2</c:v>
                </c:pt>
                <c:pt idx="1806">
                  <c:v>3.526E-2</c:v>
                </c:pt>
                <c:pt idx="1807">
                  <c:v>3.6249999999999998E-2</c:v>
                </c:pt>
                <c:pt idx="1808">
                  <c:v>3.671E-2</c:v>
                </c:pt>
                <c:pt idx="1809">
                  <c:v>3.7589999999999998E-2</c:v>
                </c:pt>
                <c:pt idx="1810">
                  <c:v>3.7469999999999996E-2</c:v>
                </c:pt>
                <c:pt idx="1811">
                  <c:v>3.8780000000000002E-2</c:v>
                </c:pt>
                <c:pt idx="1812">
                  <c:v>3.9609999999999999E-2</c:v>
                </c:pt>
                <c:pt idx="1813">
                  <c:v>3.952E-2</c:v>
                </c:pt>
                <c:pt idx="1814">
                  <c:v>3.9750000000000001E-2</c:v>
                </c:pt>
                <c:pt idx="1815">
                  <c:v>3.884E-2</c:v>
                </c:pt>
                <c:pt idx="1816">
                  <c:v>3.8610000000000005E-2</c:v>
                </c:pt>
                <c:pt idx="1817">
                  <c:v>3.9369999999999995E-2</c:v>
                </c:pt>
                <c:pt idx="1818">
                  <c:v>4.0670000000000005E-2</c:v>
                </c:pt>
                <c:pt idx="1819">
                  <c:v>3.9919999999999997E-2</c:v>
                </c:pt>
                <c:pt idx="1820">
                  <c:v>3.9190000000000003E-2</c:v>
                </c:pt>
                <c:pt idx="1821">
                  <c:v>3.8610000000000005E-2</c:v>
                </c:pt>
                <c:pt idx="1822">
                  <c:v>3.8510000000000003E-2</c:v>
                </c:pt>
                <c:pt idx="1823">
                  <c:v>3.9890000000000002E-2</c:v>
                </c:pt>
                <c:pt idx="1824">
                  <c:v>3.737E-2</c:v>
                </c:pt>
                <c:pt idx="1825">
                  <c:v>3.9269999999999999E-2</c:v>
                </c:pt>
                <c:pt idx="1826">
                  <c:v>3.8859999999999999E-2</c:v>
                </c:pt>
                <c:pt idx="1827">
                  <c:v>3.9989999999999998E-2</c:v>
                </c:pt>
                <c:pt idx="1828">
                  <c:v>3.8859999999999999E-2</c:v>
                </c:pt>
                <c:pt idx="1829">
                  <c:v>4.0930000000000001E-2</c:v>
                </c:pt>
                <c:pt idx="1830">
                  <c:v>4.0620000000000003E-2</c:v>
                </c:pt>
                <c:pt idx="1831">
                  <c:v>4.301E-2</c:v>
                </c:pt>
                <c:pt idx="1832">
                  <c:v>4.2249999999999996E-2</c:v>
                </c:pt>
                <c:pt idx="1833">
                  <c:v>4.2450000000000002E-2</c:v>
                </c:pt>
                <c:pt idx="1834">
                  <c:v>4.2660000000000003E-2</c:v>
                </c:pt>
                <c:pt idx="1835">
                  <c:v>4.2419999999999999E-2</c:v>
                </c:pt>
                <c:pt idx="1836">
                  <c:v>4.2169999999999999E-2</c:v>
                </c:pt>
                <c:pt idx="1837">
                  <c:v>4.2930000000000003E-2</c:v>
                </c:pt>
                <c:pt idx="1838">
                  <c:v>4.2199999999999994E-2</c:v>
                </c:pt>
                <c:pt idx="1839">
                  <c:v>4.3139999999999998E-2</c:v>
                </c:pt>
                <c:pt idx="1840">
                  <c:v>4.3090000000000003E-2</c:v>
                </c:pt>
                <c:pt idx="1841">
                  <c:v>4.1200000000000001E-2</c:v>
                </c:pt>
                <c:pt idx="1842">
                  <c:v>4.3449999999999996E-2</c:v>
                </c:pt>
                <c:pt idx="1843">
                  <c:v>4.4450000000000003E-2</c:v>
                </c:pt>
                <c:pt idx="1844">
                  <c:v>4.462E-2</c:v>
                </c:pt>
                <c:pt idx="1845">
                  <c:v>4.5359999999999998E-2</c:v>
                </c:pt>
                <c:pt idx="1846">
                  <c:v>4.3959999999999999E-2</c:v>
                </c:pt>
                <c:pt idx="1847">
                  <c:v>4.437E-2</c:v>
                </c:pt>
                <c:pt idx="1848">
                  <c:v>4.4249999999999998E-2</c:v>
                </c:pt>
                <c:pt idx="1849">
                  <c:v>4.4960000000000007E-2</c:v>
                </c:pt>
                <c:pt idx="1850">
                  <c:v>4.6460000000000001E-2</c:v>
                </c:pt>
                <c:pt idx="1851">
                  <c:v>4.3150000000000001E-2</c:v>
                </c:pt>
                <c:pt idx="1852">
                  <c:v>4.3280000000000006E-2</c:v>
                </c:pt>
                <c:pt idx="1853">
                  <c:v>4.1440000000000005E-2</c:v>
                </c:pt>
                <c:pt idx="1854">
                  <c:v>4.2199999999999994E-2</c:v>
                </c:pt>
                <c:pt idx="1855">
                  <c:v>4.3949999999999996E-2</c:v>
                </c:pt>
                <c:pt idx="1856">
                  <c:v>4.4240000000000002E-2</c:v>
                </c:pt>
                <c:pt idx="1857">
                  <c:v>4.4740000000000002E-2</c:v>
                </c:pt>
                <c:pt idx="1858">
                  <c:v>4.6359999999999998E-2</c:v>
                </c:pt>
                <c:pt idx="1859">
                  <c:v>4.4330000000000001E-2</c:v>
                </c:pt>
                <c:pt idx="1860">
                  <c:v>4.4649999999999995E-2</c:v>
                </c:pt>
                <c:pt idx="1861">
                  <c:v>4.41E-2</c:v>
                </c:pt>
                <c:pt idx="1862">
                  <c:v>4.4989999999999995E-2</c:v>
                </c:pt>
                <c:pt idx="1863">
                  <c:v>4.4470000000000003E-2</c:v>
                </c:pt>
                <c:pt idx="1864">
                  <c:v>4.5229999999999999E-2</c:v>
                </c:pt>
                <c:pt idx="1865">
                  <c:v>4.317E-2</c:v>
                </c:pt>
                <c:pt idx="1866">
                  <c:v>4.2450000000000002E-2</c:v>
                </c:pt>
                <c:pt idx="1867">
                  <c:v>4.546E-2</c:v>
                </c:pt>
                <c:pt idx="1868">
                  <c:v>4.6010000000000002E-2</c:v>
                </c:pt>
                <c:pt idx="1869">
                  <c:v>4.6369999999999995E-2</c:v>
                </c:pt>
                <c:pt idx="1870">
                  <c:v>4.521E-2</c:v>
                </c:pt>
                <c:pt idx="1871">
                  <c:v>4.5119999999999993E-2</c:v>
                </c:pt>
                <c:pt idx="1872">
                  <c:v>4.5570000000000006E-2</c:v>
                </c:pt>
                <c:pt idx="1873">
                  <c:v>4.4790000000000003E-2</c:v>
                </c:pt>
                <c:pt idx="1874">
                  <c:v>4.3799999999999999E-2</c:v>
                </c:pt>
                <c:pt idx="1875">
                  <c:v>4.5119999999999993E-2</c:v>
                </c:pt>
                <c:pt idx="1876">
                  <c:v>4.4379999999999996E-2</c:v>
                </c:pt>
                <c:pt idx="1877">
                  <c:v>4.3659999999999997E-2</c:v>
                </c:pt>
                <c:pt idx="1878">
                  <c:v>4.274E-2</c:v>
                </c:pt>
                <c:pt idx="1879">
                  <c:v>4.3029999999999999E-2</c:v>
                </c:pt>
                <c:pt idx="1880">
                  <c:v>4.4880000000000003E-2</c:v>
                </c:pt>
                <c:pt idx="1881">
                  <c:v>4.5119999999999993E-2</c:v>
                </c:pt>
                <c:pt idx="1882">
                  <c:v>4.3070000000000004E-2</c:v>
                </c:pt>
                <c:pt idx="1883">
                  <c:v>4.2099999999999999E-2</c:v>
                </c:pt>
                <c:pt idx="1884">
                  <c:v>3.9910000000000001E-2</c:v>
                </c:pt>
                <c:pt idx="1885">
                  <c:v>4.0839999999999994E-2</c:v>
                </c:pt>
                <c:pt idx="1886">
                  <c:v>3.9900000000000005E-2</c:v>
                </c:pt>
                <c:pt idx="1887">
                  <c:v>3.9670000000000004E-2</c:v>
                </c:pt>
                <c:pt idx="1888">
                  <c:v>3.9539999999999999E-2</c:v>
                </c:pt>
                <c:pt idx="1889">
                  <c:v>4.1169999999999998E-2</c:v>
                </c:pt>
                <c:pt idx="1890">
                  <c:v>4.0970000000000006E-2</c:v>
                </c:pt>
                <c:pt idx="1891">
                  <c:v>4.3589999999999997E-2</c:v>
                </c:pt>
                <c:pt idx="1892">
                  <c:v>4.3040000000000002E-2</c:v>
                </c:pt>
                <c:pt idx="1893">
                  <c:v>4.58E-2</c:v>
                </c:pt>
                <c:pt idx="1894">
                  <c:v>4.6039999999999998E-2</c:v>
                </c:pt>
                <c:pt idx="1895">
                  <c:v>4.6199999999999998E-2</c:v>
                </c:pt>
                <c:pt idx="1896">
                  <c:v>4.564E-2</c:v>
                </c:pt>
                <c:pt idx="1897">
                  <c:v>4.7050000000000002E-2</c:v>
                </c:pt>
                <c:pt idx="1898">
                  <c:v>4.4940000000000001E-2</c:v>
                </c:pt>
                <c:pt idx="1899">
                  <c:v>4.5499999999999999E-2</c:v>
                </c:pt>
                <c:pt idx="1900">
                  <c:v>4.4809999999999996E-2</c:v>
                </c:pt>
                <c:pt idx="1901">
                  <c:v>4.6559999999999997E-2</c:v>
                </c:pt>
                <c:pt idx="1902">
                  <c:v>4.7050000000000002E-2</c:v>
                </c:pt>
                <c:pt idx="1903">
                  <c:v>4.8230000000000002E-2</c:v>
                </c:pt>
                <c:pt idx="1904">
                  <c:v>4.7359999999999999E-2</c:v>
                </c:pt>
                <c:pt idx="1905">
                  <c:v>4.7190000000000003E-2</c:v>
                </c:pt>
                <c:pt idx="1906">
                  <c:v>4.6500000000000007E-2</c:v>
                </c:pt>
                <c:pt idx="1907">
                  <c:v>4.4940000000000001E-2</c:v>
                </c:pt>
                <c:pt idx="1908">
                  <c:v>4.4930000000000005E-2</c:v>
                </c:pt>
                <c:pt idx="1909">
                  <c:v>4.4610000000000004E-2</c:v>
                </c:pt>
                <c:pt idx="1910">
                  <c:v>4.5570000000000006E-2</c:v>
                </c:pt>
                <c:pt idx="1911">
                  <c:v>4.2069999999999996E-2</c:v>
                </c:pt>
                <c:pt idx="1912">
                  <c:v>4.3070000000000004E-2</c:v>
                </c:pt>
                <c:pt idx="1913">
                  <c:v>4.4299999999999999E-2</c:v>
                </c:pt>
                <c:pt idx="1914">
                  <c:v>4.3520000000000003E-2</c:v>
                </c:pt>
                <c:pt idx="1915">
                  <c:v>4.3959999999999999E-2</c:v>
                </c:pt>
                <c:pt idx="1916">
                  <c:v>4.6600000000000003E-2</c:v>
                </c:pt>
                <c:pt idx="1917">
                  <c:v>4.5710000000000001E-2</c:v>
                </c:pt>
                <c:pt idx="1918">
                  <c:v>4.6020000000000005E-2</c:v>
                </c:pt>
                <c:pt idx="1919">
                  <c:v>4.7E-2</c:v>
                </c:pt>
                <c:pt idx="1920">
                  <c:v>4.5449999999999997E-2</c:v>
                </c:pt>
                <c:pt idx="1921">
                  <c:v>4.7199999999999999E-2</c:v>
                </c:pt>
                <c:pt idx="1922">
                  <c:v>4.8079999999999998E-2</c:v>
                </c:pt>
                <c:pt idx="1923">
                  <c:v>4.8209999999999996E-2</c:v>
                </c:pt>
                <c:pt idx="1924">
                  <c:v>4.7160000000000001E-2</c:v>
                </c:pt>
                <c:pt idx="1925">
                  <c:v>4.7400000000000005E-2</c:v>
                </c:pt>
                <c:pt idx="1926">
                  <c:v>4.9029999999999997E-2</c:v>
                </c:pt>
                <c:pt idx="1927">
                  <c:v>4.7350000000000003E-2</c:v>
                </c:pt>
                <c:pt idx="1928">
                  <c:v>5.0529999999999999E-2</c:v>
                </c:pt>
                <c:pt idx="1929">
                  <c:v>4.8399999999999999E-2</c:v>
                </c:pt>
                <c:pt idx="1930">
                  <c:v>4.8019999999999993E-2</c:v>
                </c:pt>
                <c:pt idx="1931">
                  <c:v>4.5909999999999999E-2</c:v>
                </c:pt>
                <c:pt idx="1932">
                  <c:v>4.7149999999999997E-2</c:v>
                </c:pt>
                <c:pt idx="1933">
                  <c:v>4.718E-2</c:v>
                </c:pt>
                <c:pt idx="1934">
                  <c:v>4.7550000000000002E-2</c:v>
                </c:pt>
                <c:pt idx="1935">
                  <c:v>4.7060000000000005E-2</c:v>
                </c:pt>
                <c:pt idx="1936">
                  <c:v>4.6849999999999996E-2</c:v>
                </c:pt>
                <c:pt idx="1937">
                  <c:v>4.6799999999999994E-2</c:v>
                </c:pt>
                <c:pt idx="1938">
                  <c:v>4.6630000000000005E-2</c:v>
                </c:pt>
                <c:pt idx="1939">
                  <c:v>4.7419999999999997E-2</c:v>
                </c:pt>
                <c:pt idx="1940">
                  <c:v>4.7939999999999997E-2</c:v>
                </c:pt>
                <c:pt idx="1941">
                  <c:v>4.9970000000000001E-2</c:v>
                </c:pt>
                <c:pt idx="1942">
                  <c:v>4.9950000000000001E-2</c:v>
                </c:pt>
                <c:pt idx="1943">
                  <c:v>4.7060000000000005E-2</c:v>
                </c:pt>
                <c:pt idx="1944">
                  <c:v>4.6390000000000001E-2</c:v>
                </c:pt>
                <c:pt idx="1945">
                  <c:v>4.7560000000000005E-2</c:v>
                </c:pt>
                <c:pt idx="1946">
                  <c:v>4.6740000000000004E-2</c:v>
                </c:pt>
                <c:pt idx="1947">
                  <c:v>4.5839999999999999E-2</c:v>
                </c:pt>
                <c:pt idx="1948">
                  <c:v>4.4640000000000006E-2</c:v>
                </c:pt>
                <c:pt idx="1949">
                  <c:v>4.4240000000000002E-2</c:v>
                </c:pt>
                <c:pt idx="1950">
                  <c:v>4.5929999999999999E-2</c:v>
                </c:pt>
                <c:pt idx="1951">
                  <c:v>4.6639999999999994E-2</c:v>
                </c:pt>
                <c:pt idx="1952">
                  <c:v>4.6780000000000002E-2</c:v>
                </c:pt>
                <c:pt idx="1953">
                  <c:v>4.6600000000000003E-2</c:v>
                </c:pt>
                <c:pt idx="1954">
                  <c:v>4.684E-2</c:v>
                </c:pt>
                <c:pt idx="1955">
                  <c:v>4.3720000000000002E-2</c:v>
                </c:pt>
                <c:pt idx="1956">
                  <c:v>4.6300000000000001E-2</c:v>
                </c:pt>
                <c:pt idx="1957">
                  <c:v>4.5270000000000005E-2</c:v>
                </c:pt>
                <c:pt idx="1958">
                  <c:v>4.5240000000000002E-2</c:v>
                </c:pt>
                <c:pt idx="1959">
                  <c:v>4.777E-2</c:v>
                </c:pt>
                <c:pt idx="1960">
                  <c:v>4.598E-2</c:v>
                </c:pt>
                <c:pt idx="1961">
                  <c:v>4.5970000000000004E-2</c:v>
                </c:pt>
                <c:pt idx="1962">
                  <c:v>4.7210000000000002E-2</c:v>
                </c:pt>
                <c:pt idx="1963">
                  <c:v>4.7259999999999996E-2</c:v>
                </c:pt>
                <c:pt idx="1964">
                  <c:v>5.0869999999999999E-2</c:v>
                </c:pt>
                <c:pt idx="1965">
                  <c:v>4.9619999999999997E-2</c:v>
                </c:pt>
                <c:pt idx="1966">
                  <c:v>4.8579999999999998E-2</c:v>
                </c:pt>
                <c:pt idx="1967">
                  <c:v>4.7869999999999996E-2</c:v>
                </c:pt>
                <c:pt idx="1968">
                  <c:v>5.1200000000000002E-2</c:v>
                </c:pt>
                <c:pt idx="1969">
                  <c:v>5.0789999999999995E-2</c:v>
                </c:pt>
                <c:pt idx="1970">
                  <c:v>5.0620000000000005E-2</c:v>
                </c:pt>
                <c:pt idx="1971">
                  <c:v>5.1869999999999999E-2</c:v>
                </c:pt>
                <c:pt idx="1972">
                  <c:v>5.1119999999999999E-2</c:v>
                </c:pt>
                <c:pt idx="1973">
                  <c:v>5.1369999999999999E-2</c:v>
                </c:pt>
                <c:pt idx="1974">
                  <c:v>5.1189999999999999E-2</c:v>
                </c:pt>
                <c:pt idx="1975">
                  <c:v>5.2019999999999997E-2</c:v>
                </c:pt>
                <c:pt idx="1976">
                  <c:v>5.203E-2</c:v>
                </c:pt>
                <c:pt idx="1977">
                  <c:v>5.1650000000000001E-2</c:v>
                </c:pt>
                <c:pt idx="1978">
                  <c:v>5.0810000000000001E-2</c:v>
                </c:pt>
                <c:pt idx="1979">
                  <c:v>5.1859999999999996E-2</c:v>
                </c:pt>
                <c:pt idx="1980">
                  <c:v>5.1249999999999997E-2</c:v>
                </c:pt>
                <c:pt idx="1981">
                  <c:v>5.135E-2</c:v>
                </c:pt>
                <c:pt idx="1982">
                  <c:v>5.1929999999999997E-2</c:v>
                </c:pt>
                <c:pt idx="1983">
                  <c:v>5.1449999999999996E-2</c:v>
                </c:pt>
                <c:pt idx="1984">
                  <c:v>5.3429999999999998E-2</c:v>
                </c:pt>
                <c:pt idx="1985">
                  <c:v>5.3269999999999998E-2</c:v>
                </c:pt>
                <c:pt idx="1986">
                  <c:v>5.2569999999999999E-2</c:v>
                </c:pt>
                <c:pt idx="1987">
                  <c:v>5.2220000000000003E-2</c:v>
                </c:pt>
                <c:pt idx="1988">
                  <c:v>5.3060000000000003E-2</c:v>
                </c:pt>
                <c:pt idx="1989">
                  <c:v>5.1729999999999998E-2</c:v>
                </c:pt>
                <c:pt idx="1990">
                  <c:v>5.0509999999999999E-2</c:v>
                </c:pt>
                <c:pt idx="1991">
                  <c:v>5.0380000000000001E-2</c:v>
                </c:pt>
                <c:pt idx="1992">
                  <c:v>5.1029999999999999E-2</c:v>
                </c:pt>
                <c:pt idx="1993">
                  <c:v>4.9400000000000006E-2</c:v>
                </c:pt>
                <c:pt idx="1994">
                  <c:v>5.0110000000000002E-2</c:v>
                </c:pt>
                <c:pt idx="1995">
                  <c:v>4.9960000000000004E-2</c:v>
                </c:pt>
                <c:pt idx="1996">
                  <c:v>5.0869999999999999E-2</c:v>
                </c:pt>
                <c:pt idx="1997">
                  <c:v>4.7619999999999996E-2</c:v>
                </c:pt>
                <c:pt idx="1998">
                  <c:v>4.8330000000000005E-2</c:v>
                </c:pt>
                <c:pt idx="1999">
                  <c:v>4.897E-2</c:v>
                </c:pt>
                <c:pt idx="2000">
                  <c:v>5.101E-2</c:v>
                </c:pt>
                <c:pt idx="2001">
                  <c:v>5.117E-2</c:v>
                </c:pt>
                <c:pt idx="2002">
                  <c:v>5.1289999999999995E-2</c:v>
                </c:pt>
                <c:pt idx="2003">
                  <c:v>5.3609999999999998E-2</c:v>
                </c:pt>
                <c:pt idx="2004">
                  <c:v>5.3680000000000005E-2</c:v>
                </c:pt>
                <c:pt idx="2005">
                  <c:v>5.2460000000000007E-2</c:v>
                </c:pt>
                <c:pt idx="2006">
                  <c:v>5.3030000000000001E-2</c:v>
                </c:pt>
                <c:pt idx="2007">
                  <c:v>5.1569999999999998E-2</c:v>
                </c:pt>
                <c:pt idx="2008">
                  <c:v>5.0010000000000006E-2</c:v>
                </c:pt>
                <c:pt idx="2009">
                  <c:v>5.058E-2</c:v>
                </c:pt>
                <c:pt idx="2010">
                  <c:v>4.8550000000000003E-2</c:v>
                </c:pt>
                <c:pt idx="2011">
                  <c:v>4.7469999999999998E-2</c:v>
                </c:pt>
                <c:pt idx="2012">
                  <c:v>4.9729999999999996E-2</c:v>
                </c:pt>
                <c:pt idx="2013">
                  <c:v>4.8070000000000002E-2</c:v>
                </c:pt>
                <c:pt idx="2014">
                  <c:v>4.9349999999999998E-2</c:v>
                </c:pt>
                <c:pt idx="2015">
                  <c:v>4.7980000000000002E-2</c:v>
                </c:pt>
                <c:pt idx="2016">
                  <c:v>4.9939999999999998E-2</c:v>
                </c:pt>
                <c:pt idx="2017">
                  <c:v>4.8600000000000004E-2</c:v>
                </c:pt>
                <c:pt idx="2018">
                  <c:v>4.9059999999999999E-2</c:v>
                </c:pt>
                <c:pt idx="2019">
                  <c:v>5.0279999999999998E-2</c:v>
                </c:pt>
                <c:pt idx="2020">
                  <c:v>4.9230000000000003E-2</c:v>
                </c:pt>
                <c:pt idx="2021">
                  <c:v>5.1409999999999997E-2</c:v>
                </c:pt>
                <c:pt idx="2022">
                  <c:v>5.1929999999999997E-2</c:v>
                </c:pt>
                <c:pt idx="2023">
                  <c:v>5.1180000000000003E-2</c:v>
                </c:pt>
                <c:pt idx="2024">
                  <c:v>5.1100000000000007E-2</c:v>
                </c:pt>
                <c:pt idx="2025">
                  <c:v>5.0430000000000003E-2</c:v>
                </c:pt>
                <c:pt idx="2026">
                  <c:v>4.8780000000000004E-2</c:v>
                </c:pt>
                <c:pt idx="2027">
                  <c:v>4.8819999999999995E-2</c:v>
                </c:pt>
                <c:pt idx="2028">
                  <c:v>5.0199999999999995E-2</c:v>
                </c:pt>
                <c:pt idx="2029">
                  <c:v>5.1079999999999993E-2</c:v>
                </c:pt>
                <c:pt idx="2030">
                  <c:v>4.8019999999999993E-2</c:v>
                </c:pt>
                <c:pt idx="2031">
                  <c:v>5.0849999999999999E-2</c:v>
                </c:pt>
                <c:pt idx="2032">
                  <c:v>5.1459999999999999E-2</c:v>
                </c:pt>
                <c:pt idx="2033">
                  <c:v>5.0590000000000003E-2</c:v>
                </c:pt>
                <c:pt idx="2034">
                  <c:v>4.938E-2</c:v>
                </c:pt>
                <c:pt idx="2035">
                  <c:v>4.9960000000000004E-2</c:v>
                </c:pt>
                <c:pt idx="2036">
                  <c:v>4.7530000000000003E-2</c:v>
                </c:pt>
                <c:pt idx="2037">
                  <c:v>4.9509999999999998E-2</c:v>
                </c:pt>
                <c:pt idx="2038">
                  <c:v>4.845E-2</c:v>
                </c:pt>
                <c:pt idx="2039">
                  <c:v>4.7569999999999994E-2</c:v>
                </c:pt>
                <c:pt idx="2040">
                  <c:v>4.8789999999999993E-2</c:v>
                </c:pt>
                <c:pt idx="2041">
                  <c:v>4.9489999999999999E-2</c:v>
                </c:pt>
                <c:pt idx="2042">
                  <c:v>4.9119999999999997E-2</c:v>
                </c:pt>
                <c:pt idx="2043">
                  <c:v>4.9960000000000004E-2</c:v>
                </c:pt>
                <c:pt idx="2044">
                  <c:v>4.8170000000000004E-2</c:v>
                </c:pt>
                <c:pt idx="2045">
                  <c:v>4.8689999999999997E-2</c:v>
                </c:pt>
                <c:pt idx="2046">
                  <c:v>4.8710000000000003E-2</c:v>
                </c:pt>
                <c:pt idx="2047">
                  <c:v>4.6710000000000002E-2</c:v>
                </c:pt>
                <c:pt idx="2048">
                  <c:v>4.7E-2</c:v>
                </c:pt>
                <c:pt idx="2049">
                  <c:v>4.5869999999999994E-2</c:v>
                </c:pt>
                <c:pt idx="2050">
                  <c:v>4.5410000000000006E-2</c:v>
                </c:pt>
                <c:pt idx="2051">
                  <c:v>4.5319999999999999E-2</c:v>
                </c:pt>
                <c:pt idx="2052">
                  <c:v>4.5449999999999997E-2</c:v>
                </c:pt>
                <c:pt idx="2053">
                  <c:v>4.5330000000000002E-2</c:v>
                </c:pt>
                <c:pt idx="2054">
                  <c:v>4.632E-2</c:v>
                </c:pt>
                <c:pt idx="2055">
                  <c:v>4.6189999999999995E-2</c:v>
                </c:pt>
                <c:pt idx="2056">
                  <c:v>4.5259999999999995E-2</c:v>
                </c:pt>
                <c:pt idx="2057">
                  <c:v>4.5179999999999998E-2</c:v>
                </c:pt>
                <c:pt idx="2058">
                  <c:v>4.5419999999999995E-2</c:v>
                </c:pt>
                <c:pt idx="2059">
                  <c:v>4.5830000000000003E-2</c:v>
                </c:pt>
                <c:pt idx="2060">
                  <c:v>4.7320000000000001E-2</c:v>
                </c:pt>
                <c:pt idx="2061">
                  <c:v>4.8090000000000001E-2</c:v>
                </c:pt>
                <c:pt idx="2062">
                  <c:v>4.913E-2</c:v>
                </c:pt>
                <c:pt idx="2063">
                  <c:v>4.777E-2</c:v>
                </c:pt>
                <c:pt idx="2064">
                  <c:v>4.8310000000000006E-2</c:v>
                </c:pt>
                <c:pt idx="2065">
                  <c:v>5.0709999999999998E-2</c:v>
                </c:pt>
                <c:pt idx="2066">
                  <c:v>5.0869999999999999E-2</c:v>
                </c:pt>
                <c:pt idx="2067">
                  <c:v>5.2729999999999999E-2</c:v>
                </c:pt>
                <c:pt idx="2068">
                  <c:v>5.1050000000000005E-2</c:v>
                </c:pt>
                <c:pt idx="2069">
                  <c:v>5.0410000000000003E-2</c:v>
                </c:pt>
                <c:pt idx="2070">
                  <c:v>5.16E-2</c:v>
                </c:pt>
                <c:pt idx="2071">
                  <c:v>5.1050000000000005E-2</c:v>
                </c:pt>
                <c:pt idx="2072">
                  <c:v>5.0499999999999996E-2</c:v>
                </c:pt>
                <c:pt idx="2073">
                  <c:v>4.9909999999999996E-2</c:v>
                </c:pt>
                <c:pt idx="2074">
                  <c:v>4.9259999999999998E-2</c:v>
                </c:pt>
                <c:pt idx="2075">
                  <c:v>4.9680000000000002E-2</c:v>
                </c:pt>
                <c:pt idx="2076">
                  <c:v>4.9610000000000001E-2</c:v>
                </c:pt>
                <c:pt idx="2077">
                  <c:v>5.0529999999999999E-2</c:v>
                </c:pt>
                <c:pt idx="2078">
                  <c:v>5.1319999999999998E-2</c:v>
                </c:pt>
                <c:pt idx="2079">
                  <c:v>5.1580000000000001E-2</c:v>
                </c:pt>
                <c:pt idx="2080">
                  <c:v>5.1749999999999997E-2</c:v>
                </c:pt>
                <c:pt idx="2081">
                  <c:v>5.1360000000000003E-2</c:v>
                </c:pt>
                <c:pt idx="2082">
                  <c:v>5.0279999999999998E-2</c:v>
                </c:pt>
                <c:pt idx="2083">
                  <c:v>5.1719999999999995E-2</c:v>
                </c:pt>
                <c:pt idx="2084">
                  <c:v>5.101E-2</c:v>
                </c:pt>
                <c:pt idx="2085">
                  <c:v>5.1239999999999994E-2</c:v>
                </c:pt>
                <c:pt idx="2086">
                  <c:v>5.0890000000000005E-2</c:v>
                </c:pt>
                <c:pt idx="2087">
                  <c:v>0.05</c:v>
                </c:pt>
                <c:pt idx="2088">
                  <c:v>4.9939999999999998E-2</c:v>
                </c:pt>
                <c:pt idx="2089">
                  <c:v>5.1040000000000002E-2</c:v>
                </c:pt>
                <c:pt idx="2090">
                  <c:v>5.1790000000000003E-2</c:v>
                </c:pt>
                <c:pt idx="2091">
                  <c:v>5.3249999999999999E-2</c:v>
                </c:pt>
                <c:pt idx="2092">
                  <c:v>5.228E-2</c:v>
                </c:pt>
                <c:pt idx="2093">
                  <c:v>5.1409999999999997E-2</c:v>
                </c:pt>
                <c:pt idx="2094">
                  <c:v>5.1279999999999999E-2</c:v>
                </c:pt>
                <c:pt idx="2095">
                  <c:v>5.0389999999999997E-2</c:v>
                </c:pt>
                <c:pt idx="2096">
                  <c:v>4.9439999999999998E-2</c:v>
                </c:pt>
                <c:pt idx="2097">
                  <c:v>5.1929999999999997E-2</c:v>
                </c:pt>
                <c:pt idx="2098">
                  <c:v>5.3670000000000002E-2</c:v>
                </c:pt>
                <c:pt idx="2099">
                  <c:v>5.3859999999999998E-2</c:v>
                </c:pt>
                <c:pt idx="2100">
                  <c:v>5.212E-2</c:v>
                </c:pt>
                <c:pt idx="2101">
                  <c:v>5.2220000000000003E-2</c:v>
                </c:pt>
                <c:pt idx="2102">
                  <c:v>5.3079999999999995E-2</c:v>
                </c:pt>
                <c:pt idx="2103">
                  <c:v>5.4679999999999999E-2</c:v>
                </c:pt>
                <c:pt idx="2104">
                  <c:v>5.8430000000000003E-2</c:v>
                </c:pt>
                <c:pt idx="2105">
                  <c:v>5.688E-2</c:v>
                </c:pt>
                <c:pt idx="2106">
                  <c:v>5.5930000000000001E-2</c:v>
                </c:pt>
                <c:pt idx="2107">
                  <c:v>5.6769999999999994E-2</c:v>
                </c:pt>
                <c:pt idx="2108">
                  <c:v>5.5800000000000002E-2</c:v>
                </c:pt>
                <c:pt idx="2109">
                  <c:v>5.5999999999999994E-2</c:v>
                </c:pt>
                <c:pt idx="2110">
                  <c:v>5.6280000000000004E-2</c:v>
                </c:pt>
                <c:pt idx="2111">
                  <c:v>5.5629999999999999E-2</c:v>
                </c:pt>
                <c:pt idx="2112">
                  <c:v>5.4909999999999994E-2</c:v>
                </c:pt>
                <c:pt idx="2113">
                  <c:v>5.4649999999999997E-2</c:v>
                </c:pt>
                <c:pt idx="2114">
                  <c:v>5.4690000000000003E-2</c:v>
                </c:pt>
                <c:pt idx="2115">
                  <c:v>5.636E-2</c:v>
                </c:pt>
                <c:pt idx="2116">
                  <c:v>5.704E-2</c:v>
                </c:pt>
                <c:pt idx="2117">
                  <c:v>5.8529999999999999E-2</c:v>
                </c:pt>
                <c:pt idx="2118">
                  <c:v>5.772E-2</c:v>
                </c:pt>
                <c:pt idx="2119">
                  <c:v>5.4800000000000001E-2</c:v>
                </c:pt>
                <c:pt idx="2120">
                  <c:v>5.6239999999999998E-2</c:v>
                </c:pt>
                <c:pt idx="2121">
                  <c:v>5.6169999999999998E-2</c:v>
                </c:pt>
                <c:pt idx="2122">
                  <c:v>5.7619999999999998E-2</c:v>
                </c:pt>
                <c:pt idx="2123">
                  <c:v>5.4770000000000006E-2</c:v>
                </c:pt>
                <c:pt idx="2124">
                  <c:v>5.5279999999999996E-2</c:v>
                </c:pt>
                <c:pt idx="2125">
                  <c:v>5.5549999999999995E-2</c:v>
                </c:pt>
                <c:pt idx="2126">
                  <c:v>5.5060000000000005E-2</c:v>
                </c:pt>
                <c:pt idx="2127">
                  <c:v>5.5899999999999998E-2</c:v>
                </c:pt>
                <c:pt idx="2128">
                  <c:v>5.5899999999999998E-2</c:v>
                </c:pt>
                <c:pt idx="2129">
                  <c:v>6.0260000000000001E-2</c:v>
                </c:pt>
                <c:pt idx="2130">
                  <c:v>5.7689999999999998E-2</c:v>
                </c:pt>
                <c:pt idx="2131">
                  <c:v>5.7660000000000003E-2</c:v>
                </c:pt>
                <c:pt idx="2132">
                  <c:v>5.8680000000000003E-2</c:v>
                </c:pt>
                <c:pt idx="2133">
                  <c:v>5.7140000000000003E-2</c:v>
                </c:pt>
                <c:pt idx="2134">
                  <c:v>5.806E-2</c:v>
                </c:pt>
                <c:pt idx="2135">
                  <c:v>5.9310000000000002E-2</c:v>
                </c:pt>
                <c:pt idx="2136">
                  <c:v>5.9610000000000003E-2</c:v>
                </c:pt>
                <c:pt idx="2137">
                  <c:v>5.8459999999999998E-2</c:v>
                </c:pt>
                <c:pt idx="2138">
                  <c:v>5.8360000000000002E-2</c:v>
                </c:pt>
                <c:pt idx="2139">
                  <c:v>5.8799999999999998E-2</c:v>
                </c:pt>
                <c:pt idx="2140">
                  <c:v>6.0420000000000001E-2</c:v>
                </c:pt>
                <c:pt idx="2141">
                  <c:v>6.1580000000000003E-2</c:v>
                </c:pt>
                <c:pt idx="2142">
                  <c:v>6.3850000000000004E-2</c:v>
                </c:pt>
                <c:pt idx="2143">
                  <c:v>6.5619999999999998E-2</c:v>
                </c:pt>
                <c:pt idx="2144">
                  <c:v>6.4049999999999996E-2</c:v>
                </c:pt>
                <c:pt idx="2145">
                  <c:v>6.4950000000000008E-2</c:v>
                </c:pt>
                <c:pt idx="2146">
                  <c:v>6.5159999999999996E-2</c:v>
                </c:pt>
                <c:pt idx="2147">
                  <c:v>6.4070000000000002E-2</c:v>
                </c:pt>
                <c:pt idx="2148">
                  <c:v>6.3960000000000003E-2</c:v>
                </c:pt>
                <c:pt idx="2149">
                  <c:v>6.0999999999999999E-2</c:v>
                </c:pt>
                <c:pt idx="2150">
                  <c:v>5.9359999999999996E-2</c:v>
                </c:pt>
                <c:pt idx="2151">
                  <c:v>5.8760000000000007E-2</c:v>
                </c:pt>
                <c:pt idx="2152">
                  <c:v>5.8619999999999998E-2</c:v>
                </c:pt>
                <c:pt idx="2153">
                  <c:v>5.9180000000000003E-2</c:v>
                </c:pt>
                <c:pt idx="2154">
                  <c:v>5.7290000000000001E-2</c:v>
                </c:pt>
                <c:pt idx="2155">
                  <c:v>5.6609999999999994E-2</c:v>
                </c:pt>
                <c:pt idx="2156">
                  <c:v>5.4679999999999999E-2</c:v>
                </c:pt>
                <c:pt idx="2157">
                  <c:v>5.364E-2</c:v>
                </c:pt>
                <c:pt idx="2158">
                  <c:v>5.6120000000000003E-2</c:v>
                </c:pt>
                <c:pt idx="2159">
                  <c:v>5.4949999999999999E-2</c:v>
                </c:pt>
                <c:pt idx="2160">
                  <c:v>5.5620000000000003E-2</c:v>
                </c:pt>
                <c:pt idx="2161">
                  <c:v>5.5449999999999999E-2</c:v>
                </c:pt>
                <c:pt idx="2162">
                  <c:v>5.5330000000000004E-2</c:v>
                </c:pt>
                <c:pt idx="2163">
                  <c:v>5.3849999999999995E-2</c:v>
                </c:pt>
                <c:pt idx="2164">
                  <c:v>5.654E-2</c:v>
                </c:pt>
                <c:pt idx="2165">
                  <c:v>5.6689999999999997E-2</c:v>
                </c:pt>
                <c:pt idx="2166">
                  <c:v>5.6319999999999995E-2</c:v>
                </c:pt>
                <c:pt idx="2167">
                  <c:v>5.7930000000000002E-2</c:v>
                </c:pt>
                <c:pt idx="2168">
                  <c:v>5.5660000000000001E-2</c:v>
                </c:pt>
                <c:pt idx="2169">
                  <c:v>5.8799999999999998E-2</c:v>
                </c:pt>
                <c:pt idx="2170">
                  <c:v>5.7679999999999995E-2</c:v>
                </c:pt>
                <c:pt idx="2171">
                  <c:v>5.8680000000000003E-2</c:v>
                </c:pt>
                <c:pt idx="2172">
                  <c:v>5.917E-2</c:v>
                </c:pt>
                <c:pt idx="2173">
                  <c:v>5.8449999999999995E-2</c:v>
                </c:pt>
                <c:pt idx="2174">
                  <c:v>5.6639999999999996E-2</c:v>
                </c:pt>
                <c:pt idx="2175">
                  <c:v>5.7350000000000005E-2</c:v>
                </c:pt>
                <c:pt idx="2176">
                  <c:v>5.765E-2</c:v>
                </c:pt>
                <c:pt idx="2177">
                  <c:v>5.9450000000000003E-2</c:v>
                </c:pt>
                <c:pt idx="2178">
                  <c:v>6.1550000000000001E-2</c:v>
                </c:pt>
                <c:pt idx="2179">
                  <c:v>6.1310000000000003E-2</c:v>
                </c:pt>
                <c:pt idx="2180">
                  <c:v>6.2449999999999999E-2</c:v>
                </c:pt>
                <c:pt idx="2181">
                  <c:v>6.1170000000000002E-2</c:v>
                </c:pt>
                <c:pt idx="2182">
                  <c:v>6.0650000000000003E-2</c:v>
                </c:pt>
                <c:pt idx="2183">
                  <c:v>6.0330000000000002E-2</c:v>
                </c:pt>
                <c:pt idx="2184">
                  <c:v>6.0339999999999998E-2</c:v>
                </c:pt>
                <c:pt idx="2185">
                  <c:v>6.0170000000000001E-2</c:v>
                </c:pt>
                <c:pt idx="2186">
                  <c:v>5.944E-2</c:v>
                </c:pt>
                <c:pt idx="2187">
                  <c:v>5.9560000000000002E-2</c:v>
                </c:pt>
                <c:pt idx="2188">
                  <c:v>6.0380000000000003E-2</c:v>
                </c:pt>
                <c:pt idx="2189">
                  <c:v>6.0039999999999996E-2</c:v>
                </c:pt>
                <c:pt idx="2190">
                  <c:v>5.9679999999999997E-2</c:v>
                </c:pt>
                <c:pt idx="2191">
                  <c:v>6.0860000000000004E-2</c:v>
                </c:pt>
                <c:pt idx="2192">
                  <c:v>5.6959999999999997E-2</c:v>
                </c:pt>
                <c:pt idx="2193">
                  <c:v>5.9200000000000003E-2</c:v>
                </c:pt>
                <c:pt idx="2194">
                  <c:v>5.8230000000000004E-2</c:v>
                </c:pt>
                <c:pt idx="2195">
                  <c:v>5.6489999999999999E-2</c:v>
                </c:pt>
                <c:pt idx="2196">
                  <c:v>5.6440000000000004E-2</c:v>
                </c:pt>
                <c:pt idx="2197">
                  <c:v>5.5229999999999994E-2</c:v>
                </c:pt>
                <c:pt idx="2198">
                  <c:v>5.5330000000000004E-2</c:v>
                </c:pt>
                <c:pt idx="2199">
                  <c:v>5.5060000000000005E-2</c:v>
                </c:pt>
                <c:pt idx="2200">
                  <c:v>5.6939999999999998E-2</c:v>
                </c:pt>
                <c:pt idx="2201">
                  <c:v>5.91E-2</c:v>
                </c:pt>
                <c:pt idx="2202">
                  <c:v>6.0410000000000005E-2</c:v>
                </c:pt>
                <c:pt idx="2203">
                  <c:v>5.8749999999999997E-2</c:v>
                </c:pt>
                <c:pt idx="2204">
                  <c:v>5.8310000000000001E-2</c:v>
                </c:pt>
                <c:pt idx="2205">
                  <c:v>5.7409999999999996E-2</c:v>
                </c:pt>
                <c:pt idx="2206">
                  <c:v>5.7079999999999999E-2</c:v>
                </c:pt>
                <c:pt idx="2207">
                  <c:v>5.917E-2</c:v>
                </c:pt>
                <c:pt idx="2208">
                  <c:v>5.8470000000000001E-2</c:v>
                </c:pt>
                <c:pt idx="2209">
                  <c:v>5.6420000000000005E-2</c:v>
                </c:pt>
                <c:pt idx="2210">
                  <c:v>5.7060000000000007E-2</c:v>
                </c:pt>
                <c:pt idx="2211">
                  <c:v>5.6349999999999997E-2</c:v>
                </c:pt>
                <c:pt idx="2212">
                  <c:v>5.7539999999999994E-2</c:v>
                </c:pt>
                <c:pt idx="2213">
                  <c:v>5.8909999999999997E-2</c:v>
                </c:pt>
                <c:pt idx="2214">
                  <c:v>5.8600000000000006E-2</c:v>
                </c:pt>
                <c:pt idx="2215">
                  <c:v>6.0979999999999999E-2</c:v>
                </c:pt>
                <c:pt idx="2216">
                  <c:v>6.1210000000000007E-2</c:v>
                </c:pt>
                <c:pt idx="2217">
                  <c:v>6.0199999999999997E-2</c:v>
                </c:pt>
                <c:pt idx="2218">
                  <c:v>5.9279999999999999E-2</c:v>
                </c:pt>
                <c:pt idx="2219">
                  <c:v>5.9589999999999997E-2</c:v>
                </c:pt>
                <c:pt idx="2220">
                  <c:v>5.978E-2</c:v>
                </c:pt>
                <c:pt idx="2221">
                  <c:v>5.8929999999999996E-2</c:v>
                </c:pt>
                <c:pt idx="2222">
                  <c:v>5.8680000000000003E-2</c:v>
                </c:pt>
                <c:pt idx="2223">
                  <c:v>5.6669999999999998E-2</c:v>
                </c:pt>
                <c:pt idx="2224">
                  <c:v>5.8979999999999998E-2</c:v>
                </c:pt>
                <c:pt idx="2225">
                  <c:v>5.8499999999999996E-2</c:v>
                </c:pt>
                <c:pt idx="2226">
                  <c:v>5.985E-2</c:v>
                </c:pt>
                <c:pt idx="2227">
                  <c:v>5.994E-2</c:v>
                </c:pt>
                <c:pt idx="2228">
                  <c:v>6.1849999999999995E-2</c:v>
                </c:pt>
                <c:pt idx="2229">
                  <c:v>5.9059999999999994E-2</c:v>
                </c:pt>
                <c:pt idx="2230">
                  <c:v>5.8990000000000001E-2</c:v>
                </c:pt>
                <c:pt idx="2231">
                  <c:v>6.0119999999999993E-2</c:v>
                </c:pt>
                <c:pt idx="2232">
                  <c:v>5.6950000000000001E-2</c:v>
                </c:pt>
                <c:pt idx="2233">
                  <c:v>6.0720000000000003E-2</c:v>
                </c:pt>
                <c:pt idx="2234">
                  <c:v>5.9589999999999997E-2</c:v>
                </c:pt>
                <c:pt idx="2235">
                  <c:v>6.0860000000000004E-2</c:v>
                </c:pt>
                <c:pt idx="2236">
                  <c:v>6.0990000000000003E-2</c:v>
                </c:pt>
                <c:pt idx="2237">
                  <c:v>6.0519999999999997E-2</c:v>
                </c:pt>
                <c:pt idx="2238">
                  <c:v>6.1929999999999999E-2</c:v>
                </c:pt>
                <c:pt idx="2239">
                  <c:v>6.0309999999999996E-2</c:v>
                </c:pt>
                <c:pt idx="2240">
                  <c:v>6.0830000000000002E-2</c:v>
                </c:pt>
                <c:pt idx="2241">
                  <c:v>6.1330000000000003E-2</c:v>
                </c:pt>
                <c:pt idx="2242">
                  <c:v>5.9650000000000002E-2</c:v>
                </c:pt>
                <c:pt idx="2243">
                  <c:v>5.8769999999999996E-2</c:v>
                </c:pt>
                <c:pt idx="2244">
                  <c:v>5.6840000000000002E-2</c:v>
                </c:pt>
                <c:pt idx="2245">
                  <c:v>5.6950000000000001E-2</c:v>
                </c:pt>
                <c:pt idx="2246">
                  <c:v>5.713E-2</c:v>
                </c:pt>
                <c:pt idx="2247">
                  <c:v>5.5650000000000005E-2</c:v>
                </c:pt>
                <c:pt idx="2248">
                  <c:v>5.9790000000000003E-2</c:v>
                </c:pt>
                <c:pt idx="2249">
                  <c:v>6.0220000000000003E-2</c:v>
                </c:pt>
                <c:pt idx="2250">
                  <c:v>5.7779999999999998E-2</c:v>
                </c:pt>
                <c:pt idx="2251">
                  <c:v>6.0650000000000003E-2</c:v>
                </c:pt>
                <c:pt idx="2252">
                  <c:v>6.1170000000000002E-2</c:v>
                </c:pt>
                <c:pt idx="2253">
                  <c:v>5.7239999999999999E-2</c:v>
                </c:pt>
                <c:pt idx="2254">
                  <c:v>5.5890000000000002E-2</c:v>
                </c:pt>
                <c:pt idx="2255">
                  <c:v>5.5640000000000002E-2</c:v>
                </c:pt>
                <c:pt idx="2256">
                  <c:v>5.5629999999999999E-2</c:v>
                </c:pt>
                <c:pt idx="2257">
                  <c:v>5.4139999999999994E-2</c:v>
                </c:pt>
                <c:pt idx="2258">
                  <c:v>5.3129999999999997E-2</c:v>
                </c:pt>
                <c:pt idx="2259">
                  <c:v>5.4370000000000002E-2</c:v>
                </c:pt>
                <c:pt idx="2260">
                  <c:v>5.4480000000000001E-2</c:v>
                </c:pt>
                <c:pt idx="2261">
                  <c:v>5.3830000000000003E-2</c:v>
                </c:pt>
                <c:pt idx="2262">
                  <c:v>5.3659999999999999E-2</c:v>
                </c:pt>
                <c:pt idx="2263">
                  <c:v>5.3899999999999997E-2</c:v>
                </c:pt>
                <c:pt idx="2264">
                  <c:v>5.5579999999999997E-2</c:v>
                </c:pt>
                <c:pt idx="2265">
                  <c:v>5.6399999999999999E-2</c:v>
                </c:pt>
                <c:pt idx="2266">
                  <c:v>5.3960000000000001E-2</c:v>
                </c:pt>
                <c:pt idx="2267">
                  <c:v>5.4679999999999999E-2</c:v>
                </c:pt>
                <c:pt idx="2268">
                  <c:v>5.4880000000000005E-2</c:v>
                </c:pt>
                <c:pt idx="2269">
                  <c:v>5.5739999999999998E-2</c:v>
                </c:pt>
                <c:pt idx="2270">
                  <c:v>5.45E-2</c:v>
                </c:pt>
                <c:pt idx="2271">
                  <c:v>5.4900000000000004E-2</c:v>
                </c:pt>
                <c:pt idx="2272">
                  <c:v>5.5679999999999993E-2</c:v>
                </c:pt>
                <c:pt idx="2273">
                  <c:v>5.4880000000000005E-2</c:v>
                </c:pt>
                <c:pt idx="2274">
                  <c:v>5.2809999999999996E-2</c:v>
                </c:pt>
                <c:pt idx="2275">
                  <c:v>5.2770000000000004E-2</c:v>
                </c:pt>
                <c:pt idx="2276">
                  <c:v>5.2140000000000006E-2</c:v>
                </c:pt>
                <c:pt idx="2277">
                  <c:v>5.3259999999999995E-2</c:v>
                </c:pt>
                <c:pt idx="2278">
                  <c:v>5.2389999999999999E-2</c:v>
                </c:pt>
                <c:pt idx="2279">
                  <c:v>5.0119999999999998E-2</c:v>
                </c:pt>
                <c:pt idx="2280">
                  <c:v>5.3200000000000004E-2</c:v>
                </c:pt>
                <c:pt idx="2281">
                  <c:v>5.1550000000000006E-2</c:v>
                </c:pt>
                <c:pt idx="2282">
                  <c:v>5.1749999999999997E-2</c:v>
                </c:pt>
                <c:pt idx="2283">
                  <c:v>5.1100000000000007E-2</c:v>
                </c:pt>
                <c:pt idx="2284">
                  <c:v>5.0700000000000002E-2</c:v>
                </c:pt>
                <c:pt idx="2285">
                  <c:v>5.0799999999999998E-2</c:v>
                </c:pt>
                <c:pt idx="2286">
                  <c:v>5.253E-2</c:v>
                </c:pt>
                <c:pt idx="2287">
                  <c:v>5.4160000000000007E-2</c:v>
                </c:pt>
                <c:pt idx="2288">
                  <c:v>5.2760000000000001E-2</c:v>
                </c:pt>
                <c:pt idx="2289">
                  <c:v>5.1470000000000002E-2</c:v>
                </c:pt>
                <c:pt idx="2290">
                  <c:v>5.314E-2</c:v>
                </c:pt>
                <c:pt idx="2291">
                  <c:v>5.6580000000000005E-2</c:v>
                </c:pt>
                <c:pt idx="2292">
                  <c:v>5.663E-2</c:v>
                </c:pt>
                <c:pt idx="2293">
                  <c:v>5.3520000000000005E-2</c:v>
                </c:pt>
                <c:pt idx="2294">
                  <c:v>5.4699999999999999E-2</c:v>
                </c:pt>
                <c:pt idx="2295">
                  <c:v>5.4429999999999999E-2</c:v>
                </c:pt>
                <c:pt idx="2296">
                  <c:v>5.2990000000000002E-2</c:v>
                </c:pt>
                <c:pt idx="2297">
                  <c:v>5.2130000000000003E-2</c:v>
                </c:pt>
                <c:pt idx="2298">
                  <c:v>5.3019999999999998E-2</c:v>
                </c:pt>
                <c:pt idx="2299">
                  <c:v>4.9739999999999999E-2</c:v>
                </c:pt>
                <c:pt idx="2300">
                  <c:v>4.9779999999999998E-2</c:v>
                </c:pt>
                <c:pt idx="2301">
                  <c:v>5.1479999999999998E-2</c:v>
                </c:pt>
                <c:pt idx="2302">
                  <c:v>5.151E-2</c:v>
                </c:pt>
                <c:pt idx="2303">
                  <c:v>5.4009999999999996E-2</c:v>
                </c:pt>
                <c:pt idx="2304">
                  <c:v>5.4349999999999996E-2</c:v>
                </c:pt>
                <c:pt idx="2305">
                  <c:v>5.314E-2</c:v>
                </c:pt>
                <c:pt idx="2306">
                  <c:v>5.1100000000000007E-2</c:v>
                </c:pt>
                <c:pt idx="2307">
                  <c:v>5.4339999999999999E-2</c:v>
                </c:pt>
                <c:pt idx="2308">
                  <c:v>5.1879999999999996E-2</c:v>
                </c:pt>
                <c:pt idx="2309">
                  <c:v>5.2000000000000005E-2</c:v>
                </c:pt>
                <c:pt idx="2310">
                  <c:v>5.2479999999999999E-2</c:v>
                </c:pt>
                <c:pt idx="2311">
                  <c:v>5.3920000000000003E-2</c:v>
                </c:pt>
                <c:pt idx="2312">
                  <c:v>5.3060000000000003E-2</c:v>
                </c:pt>
                <c:pt idx="2313">
                  <c:v>5.4349999999999996E-2</c:v>
                </c:pt>
                <c:pt idx="2314">
                  <c:v>5.1380000000000002E-2</c:v>
                </c:pt>
                <c:pt idx="2315">
                  <c:v>5.2939999999999994E-2</c:v>
                </c:pt>
                <c:pt idx="2316">
                  <c:v>5.7660000000000003E-2</c:v>
                </c:pt>
                <c:pt idx="2317">
                  <c:v>5.6680000000000001E-2</c:v>
                </c:pt>
                <c:pt idx="2318">
                  <c:v>5.5460000000000002E-2</c:v>
                </c:pt>
                <c:pt idx="2319">
                  <c:v>5.5930000000000001E-2</c:v>
                </c:pt>
                <c:pt idx="2320">
                  <c:v>5.5709999999999996E-2</c:v>
                </c:pt>
                <c:pt idx="2321">
                  <c:v>5.5869999999999996E-2</c:v>
                </c:pt>
                <c:pt idx="2322">
                  <c:v>5.4530000000000002E-2</c:v>
                </c:pt>
                <c:pt idx="2323">
                  <c:v>5.6570000000000002E-2</c:v>
                </c:pt>
                <c:pt idx="2324">
                  <c:v>5.6230000000000002E-2</c:v>
                </c:pt>
                <c:pt idx="2325">
                  <c:v>5.611E-2</c:v>
                </c:pt>
                <c:pt idx="2326">
                  <c:v>5.6459999999999996E-2</c:v>
                </c:pt>
                <c:pt idx="2327">
                  <c:v>5.7489999999999999E-2</c:v>
                </c:pt>
                <c:pt idx="2328">
                  <c:v>5.6860000000000001E-2</c:v>
                </c:pt>
                <c:pt idx="2329">
                  <c:v>5.7889999999999997E-2</c:v>
                </c:pt>
                <c:pt idx="2330">
                  <c:v>5.7380000000000007E-2</c:v>
                </c:pt>
                <c:pt idx="2331">
                  <c:v>5.7919999999999999E-2</c:v>
                </c:pt>
                <c:pt idx="2332">
                  <c:v>5.7300000000000004E-2</c:v>
                </c:pt>
                <c:pt idx="2333">
                  <c:v>5.8799999999999998E-2</c:v>
                </c:pt>
                <c:pt idx="2334">
                  <c:v>5.8990000000000001E-2</c:v>
                </c:pt>
                <c:pt idx="2335">
                  <c:v>5.9549999999999999E-2</c:v>
                </c:pt>
                <c:pt idx="2336">
                  <c:v>6.0810000000000003E-2</c:v>
                </c:pt>
                <c:pt idx="2337">
                  <c:v>6.1210000000000007E-2</c:v>
                </c:pt>
                <c:pt idx="2338">
                  <c:v>5.9549999999999999E-2</c:v>
                </c:pt>
                <c:pt idx="2339">
                  <c:v>5.8970000000000002E-2</c:v>
                </c:pt>
                <c:pt idx="2340">
                  <c:v>5.978E-2</c:v>
                </c:pt>
                <c:pt idx="2341">
                  <c:v>5.892E-2</c:v>
                </c:pt>
                <c:pt idx="2342">
                  <c:v>6.0250000000000005E-2</c:v>
                </c:pt>
                <c:pt idx="2343">
                  <c:v>5.7279999999999998E-2</c:v>
                </c:pt>
                <c:pt idx="2344">
                  <c:v>5.8299999999999998E-2</c:v>
                </c:pt>
                <c:pt idx="2345">
                  <c:v>5.9800000000000006E-2</c:v>
                </c:pt>
                <c:pt idx="2346">
                  <c:v>6.053E-2</c:v>
                </c:pt>
                <c:pt idx="2347">
                  <c:v>6.2480000000000001E-2</c:v>
                </c:pt>
                <c:pt idx="2348">
                  <c:v>6.0629999999999996E-2</c:v>
                </c:pt>
                <c:pt idx="2349">
                  <c:v>6.0420000000000001E-2</c:v>
                </c:pt>
                <c:pt idx="2350">
                  <c:v>5.8349999999999999E-2</c:v>
                </c:pt>
                <c:pt idx="2351">
                  <c:v>5.8579999999999993E-2</c:v>
                </c:pt>
                <c:pt idx="2352">
                  <c:v>6.0899999999999996E-2</c:v>
                </c:pt>
                <c:pt idx="2353">
                  <c:v>6.1870000000000001E-2</c:v>
                </c:pt>
                <c:pt idx="2354">
                  <c:v>6.1740000000000003E-2</c:v>
                </c:pt>
                <c:pt idx="2355">
                  <c:v>6.1280000000000001E-2</c:v>
                </c:pt>
                <c:pt idx="2356">
                  <c:v>5.9150000000000001E-2</c:v>
                </c:pt>
                <c:pt idx="2357">
                  <c:v>5.867E-2</c:v>
                </c:pt>
                <c:pt idx="2358">
                  <c:v>5.7140000000000003E-2</c:v>
                </c:pt>
                <c:pt idx="2359">
                  <c:v>5.5570000000000001E-2</c:v>
                </c:pt>
                <c:pt idx="2360">
                  <c:v>5.5469999999999998E-2</c:v>
                </c:pt>
                <c:pt idx="2361">
                  <c:v>5.5309999999999998E-2</c:v>
                </c:pt>
                <c:pt idx="2362">
                  <c:v>5.5259999999999997E-2</c:v>
                </c:pt>
                <c:pt idx="2363">
                  <c:v>5.466E-2</c:v>
                </c:pt>
                <c:pt idx="2364">
                  <c:v>5.5739999999999998E-2</c:v>
                </c:pt>
                <c:pt idx="2365">
                  <c:v>5.5879999999999999E-2</c:v>
                </c:pt>
                <c:pt idx="2366">
                  <c:v>5.6029999999999996E-2</c:v>
                </c:pt>
                <c:pt idx="2367">
                  <c:v>5.824E-2</c:v>
                </c:pt>
                <c:pt idx="2368">
                  <c:v>5.74E-2</c:v>
                </c:pt>
                <c:pt idx="2369">
                  <c:v>5.8390000000000004E-2</c:v>
                </c:pt>
                <c:pt idx="2370">
                  <c:v>5.772E-2</c:v>
                </c:pt>
                <c:pt idx="2371">
                  <c:v>5.7300000000000004E-2</c:v>
                </c:pt>
                <c:pt idx="2372">
                  <c:v>5.688E-2</c:v>
                </c:pt>
                <c:pt idx="2373">
                  <c:v>5.6390000000000003E-2</c:v>
                </c:pt>
                <c:pt idx="2374">
                  <c:v>5.7050000000000003E-2</c:v>
                </c:pt>
                <c:pt idx="2375">
                  <c:v>5.8289999999999995E-2</c:v>
                </c:pt>
                <c:pt idx="2376">
                  <c:v>5.926E-2</c:v>
                </c:pt>
                <c:pt idx="2377">
                  <c:v>6.037E-2</c:v>
                </c:pt>
                <c:pt idx="2378">
                  <c:v>6.071E-2</c:v>
                </c:pt>
                <c:pt idx="2379">
                  <c:v>5.7430000000000002E-2</c:v>
                </c:pt>
                <c:pt idx="2380">
                  <c:v>5.7430000000000002E-2</c:v>
                </c:pt>
                <c:pt idx="2381">
                  <c:v>5.6489999999999999E-2</c:v>
                </c:pt>
                <c:pt idx="2382">
                  <c:v>5.6779999999999997E-2</c:v>
                </c:pt>
                <c:pt idx="2383">
                  <c:v>5.8410000000000004E-2</c:v>
                </c:pt>
                <c:pt idx="2384">
                  <c:v>5.6639999999999996E-2</c:v>
                </c:pt>
                <c:pt idx="2385">
                  <c:v>5.5800000000000002E-2</c:v>
                </c:pt>
                <c:pt idx="2386">
                  <c:v>5.4740000000000004E-2</c:v>
                </c:pt>
                <c:pt idx="2387">
                  <c:v>5.4809999999999998E-2</c:v>
                </c:pt>
                <c:pt idx="2388">
                  <c:v>5.4160000000000007E-2</c:v>
                </c:pt>
                <c:pt idx="2389">
                  <c:v>5.3339999999999999E-2</c:v>
                </c:pt>
                <c:pt idx="2390">
                  <c:v>5.398E-2</c:v>
                </c:pt>
                <c:pt idx="2391">
                  <c:v>5.4420000000000003E-2</c:v>
                </c:pt>
                <c:pt idx="2392">
                  <c:v>5.5519999999999993E-2</c:v>
                </c:pt>
                <c:pt idx="2393">
                  <c:v>5.518E-2</c:v>
                </c:pt>
                <c:pt idx="2394">
                  <c:v>5.6410000000000002E-2</c:v>
                </c:pt>
                <c:pt idx="2395">
                  <c:v>5.6319999999999995E-2</c:v>
                </c:pt>
                <c:pt idx="2396">
                  <c:v>5.5919999999999997E-2</c:v>
                </c:pt>
                <c:pt idx="2397">
                  <c:v>5.6829999999999999E-2</c:v>
                </c:pt>
                <c:pt idx="2398">
                  <c:v>5.9269999999999996E-2</c:v>
                </c:pt>
                <c:pt idx="2399">
                  <c:v>5.8499999999999996E-2</c:v>
                </c:pt>
                <c:pt idx="2400">
                  <c:v>5.9089999999999997E-2</c:v>
                </c:pt>
                <c:pt idx="2401">
                  <c:v>5.7220000000000007E-2</c:v>
                </c:pt>
                <c:pt idx="2402">
                  <c:v>5.543E-2</c:v>
                </c:pt>
                <c:pt idx="2403">
                  <c:v>5.6090000000000001E-2</c:v>
                </c:pt>
                <c:pt idx="2404">
                  <c:v>5.6340000000000001E-2</c:v>
                </c:pt>
                <c:pt idx="2405">
                  <c:v>5.6349999999999997E-2</c:v>
                </c:pt>
                <c:pt idx="2406">
                  <c:v>5.6689999999999997E-2</c:v>
                </c:pt>
                <c:pt idx="2407">
                  <c:v>5.5079999999999997E-2</c:v>
                </c:pt>
                <c:pt idx="2408">
                  <c:v>5.5879999999999999E-2</c:v>
                </c:pt>
                <c:pt idx="2409">
                  <c:v>5.5810000000000005E-2</c:v>
                </c:pt>
                <c:pt idx="2410">
                  <c:v>5.6270000000000001E-2</c:v>
                </c:pt>
                <c:pt idx="2411">
                  <c:v>5.5970000000000006E-2</c:v>
                </c:pt>
                <c:pt idx="2412">
                  <c:v>5.6230000000000002E-2</c:v>
                </c:pt>
                <c:pt idx="2413">
                  <c:v>5.5919999999999997E-2</c:v>
                </c:pt>
                <c:pt idx="2414">
                  <c:v>5.7389999999999997E-2</c:v>
                </c:pt>
                <c:pt idx="2415">
                  <c:v>5.8270000000000002E-2</c:v>
                </c:pt>
                <c:pt idx="2416">
                  <c:v>5.6609999999999994E-2</c:v>
                </c:pt>
                <c:pt idx="2417">
                  <c:v>5.6239999999999998E-2</c:v>
                </c:pt>
                <c:pt idx="2418">
                  <c:v>5.6159999999999995E-2</c:v>
                </c:pt>
                <c:pt idx="2419">
                  <c:v>5.4299999999999994E-2</c:v>
                </c:pt>
                <c:pt idx="2420">
                  <c:v>5.5559999999999998E-2</c:v>
                </c:pt>
                <c:pt idx="2421">
                  <c:v>5.4939999999999996E-2</c:v>
                </c:pt>
                <c:pt idx="2422">
                  <c:v>5.5579999999999997E-2</c:v>
                </c:pt>
                <c:pt idx="2423">
                  <c:v>5.6680000000000001E-2</c:v>
                </c:pt>
                <c:pt idx="2424">
                  <c:v>5.6180000000000001E-2</c:v>
                </c:pt>
                <c:pt idx="2425">
                  <c:v>5.9229999999999998E-2</c:v>
                </c:pt>
                <c:pt idx="2426">
                  <c:v>5.7380000000000007E-2</c:v>
                </c:pt>
                <c:pt idx="2427">
                  <c:v>5.6619999999999997E-2</c:v>
                </c:pt>
                <c:pt idx="2428">
                  <c:v>5.7069999999999996E-2</c:v>
                </c:pt>
                <c:pt idx="2429">
                  <c:v>5.713E-2</c:v>
                </c:pt>
                <c:pt idx="2430">
                  <c:v>5.8169999999999999E-2</c:v>
                </c:pt>
                <c:pt idx="2431">
                  <c:v>5.8730000000000004E-2</c:v>
                </c:pt>
                <c:pt idx="2432">
                  <c:v>5.8929999999999996E-2</c:v>
                </c:pt>
                <c:pt idx="2433">
                  <c:v>5.9580000000000001E-2</c:v>
                </c:pt>
                <c:pt idx="2434">
                  <c:v>5.9420000000000001E-2</c:v>
                </c:pt>
                <c:pt idx="2435">
                  <c:v>5.8939999999999999E-2</c:v>
                </c:pt>
                <c:pt idx="2436">
                  <c:v>6.0069999999999998E-2</c:v>
                </c:pt>
                <c:pt idx="2437">
                  <c:v>6.1870000000000001E-2</c:v>
                </c:pt>
                <c:pt idx="2438">
                  <c:v>6.2100000000000002E-2</c:v>
                </c:pt>
                <c:pt idx="2439">
                  <c:v>6.1950000000000005E-2</c:v>
                </c:pt>
                <c:pt idx="2440">
                  <c:v>6.1780000000000002E-2</c:v>
                </c:pt>
                <c:pt idx="2441">
                  <c:v>6.0119999999999993E-2</c:v>
                </c:pt>
                <c:pt idx="2442">
                  <c:v>5.885E-2</c:v>
                </c:pt>
                <c:pt idx="2443">
                  <c:v>5.9349999999999993E-2</c:v>
                </c:pt>
                <c:pt idx="2444">
                  <c:v>5.7460000000000004E-2</c:v>
                </c:pt>
                <c:pt idx="2445">
                  <c:v>5.7079999999999999E-2</c:v>
                </c:pt>
                <c:pt idx="2446">
                  <c:v>5.6390000000000003E-2</c:v>
                </c:pt>
                <c:pt idx="2447">
                  <c:v>5.4870000000000002E-2</c:v>
                </c:pt>
                <c:pt idx="2448">
                  <c:v>5.5460000000000002E-2</c:v>
                </c:pt>
                <c:pt idx="2449">
                  <c:v>5.7279999999999998E-2</c:v>
                </c:pt>
                <c:pt idx="2450">
                  <c:v>5.8299999999999998E-2</c:v>
                </c:pt>
                <c:pt idx="2451">
                  <c:v>5.8339999999999996E-2</c:v>
                </c:pt>
                <c:pt idx="2452">
                  <c:v>5.7460000000000004E-2</c:v>
                </c:pt>
                <c:pt idx="2453">
                  <c:v>5.509E-2</c:v>
                </c:pt>
                <c:pt idx="2454">
                  <c:v>5.4789999999999998E-2</c:v>
                </c:pt>
                <c:pt idx="2455">
                  <c:v>5.6390000000000003E-2</c:v>
                </c:pt>
                <c:pt idx="2456">
                  <c:v>5.6509999999999998E-2</c:v>
                </c:pt>
                <c:pt idx="2457">
                  <c:v>5.6989999999999999E-2</c:v>
                </c:pt>
                <c:pt idx="2458">
                  <c:v>5.6250000000000001E-2</c:v>
                </c:pt>
                <c:pt idx="2459">
                  <c:v>5.8259999999999999E-2</c:v>
                </c:pt>
                <c:pt idx="2460">
                  <c:v>6.1200000000000004E-2</c:v>
                </c:pt>
                <c:pt idx="2461">
                  <c:v>6.3479999999999995E-2</c:v>
                </c:pt>
                <c:pt idx="2462">
                  <c:v>6.6570000000000004E-2</c:v>
                </c:pt>
                <c:pt idx="2463">
                  <c:v>6.9989999999999997E-2</c:v>
                </c:pt>
                <c:pt idx="2464">
                  <c:v>6.5919999999999992E-2</c:v>
                </c:pt>
                <c:pt idx="2465">
                  <c:v>6.6180000000000003E-2</c:v>
                </c:pt>
                <c:pt idx="2466">
                  <c:v>6.5599999999999992E-2</c:v>
                </c:pt>
                <c:pt idx="2467">
                  <c:v>6.5380000000000008E-2</c:v>
                </c:pt>
                <c:pt idx="2468">
                  <c:v>6.3649999999999998E-2</c:v>
                </c:pt>
                <c:pt idx="2469">
                  <c:v>6.3060000000000005E-2</c:v>
                </c:pt>
                <c:pt idx="2470">
                  <c:v>6.3039999999999999E-2</c:v>
                </c:pt>
                <c:pt idx="2471">
                  <c:v>6.6439999999999999E-2</c:v>
                </c:pt>
                <c:pt idx="2472">
                  <c:v>6.4409999999999995E-2</c:v>
                </c:pt>
                <c:pt idx="2473">
                  <c:v>6.4549999999999996E-2</c:v>
                </c:pt>
                <c:pt idx="2474">
                  <c:v>6.4489999999999992E-2</c:v>
                </c:pt>
                <c:pt idx="2475">
                  <c:v>6.3850000000000004E-2</c:v>
                </c:pt>
                <c:pt idx="2476">
                  <c:v>6.3619999999999996E-2</c:v>
                </c:pt>
                <c:pt idx="2477">
                  <c:v>6.4659999999999995E-2</c:v>
                </c:pt>
                <c:pt idx="2478">
                  <c:v>6.5299999999999997E-2</c:v>
                </c:pt>
                <c:pt idx="2479">
                  <c:v>6.2E-2</c:v>
                </c:pt>
                <c:pt idx="2480">
                  <c:v>5.8289999999999995E-2</c:v>
                </c:pt>
                <c:pt idx="2481">
                  <c:v>5.9330000000000001E-2</c:v>
                </c:pt>
                <c:pt idx="2482">
                  <c:v>5.9180000000000003E-2</c:v>
                </c:pt>
                <c:pt idx="2483">
                  <c:v>5.7359999999999994E-2</c:v>
                </c:pt>
                <c:pt idx="2484">
                  <c:v>5.7249999999999995E-2</c:v>
                </c:pt>
                <c:pt idx="2485">
                  <c:v>5.5419999999999997E-2</c:v>
                </c:pt>
                <c:pt idx="2486">
                  <c:v>5.3699999999999998E-2</c:v>
                </c:pt>
                <c:pt idx="2487">
                  <c:v>5.4120000000000001E-2</c:v>
                </c:pt>
                <c:pt idx="2488">
                  <c:v>5.3760000000000002E-2</c:v>
                </c:pt>
                <c:pt idx="2489">
                  <c:v>6.1790000000000005E-2</c:v>
                </c:pt>
                <c:pt idx="2490">
                  <c:v>6.5419999999999992E-2</c:v>
                </c:pt>
                <c:pt idx="2491">
                  <c:v>6.0769999999999998E-2</c:v>
                </c:pt>
                <c:pt idx="2492">
                  <c:v>5.8609999999999995E-2</c:v>
                </c:pt>
                <c:pt idx="2493">
                  <c:v>5.6919999999999998E-2</c:v>
                </c:pt>
                <c:pt idx="2494">
                  <c:v>5.6430000000000001E-2</c:v>
                </c:pt>
                <c:pt idx="2495">
                  <c:v>5.7539999999999994E-2</c:v>
                </c:pt>
                <c:pt idx="2496">
                  <c:v>5.7590000000000002E-2</c:v>
                </c:pt>
                <c:pt idx="2497">
                  <c:v>5.6680000000000001E-2</c:v>
                </c:pt>
                <c:pt idx="2498">
                  <c:v>5.7140000000000003E-2</c:v>
                </c:pt>
                <c:pt idx="2499">
                  <c:v>5.7539999999999994E-2</c:v>
                </c:pt>
                <c:pt idx="2500">
                  <c:v>5.5830000000000005E-2</c:v>
                </c:pt>
                <c:pt idx="2501">
                  <c:v>5.5719999999999999E-2</c:v>
                </c:pt>
                <c:pt idx="2502">
                  <c:v>5.7699999999999994E-2</c:v>
                </c:pt>
                <c:pt idx="2503">
                  <c:v>5.842E-2</c:v>
                </c:pt>
                <c:pt idx="2504">
                  <c:v>5.8449999999999995E-2</c:v>
                </c:pt>
                <c:pt idx="2505">
                  <c:v>6.0590000000000005E-2</c:v>
                </c:pt>
                <c:pt idx="2506">
                  <c:v>5.7539999999999994E-2</c:v>
                </c:pt>
                <c:pt idx="2507">
                  <c:v>5.7599999999999998E-2</c:v>
                </c:pt>
                <c:pt idx="2508">
                  <c:v>5.8289999999999995E-2</c:v>
                </c:pt>
                <c:pt idx="2509">
                  <c:v>6.0819999999999999E-2</c:v>
                </c:pt>
                <c:pt idx="2510">
                  <c:v>6.232E-2</c:v>
                </c:pt>
                <c:pt idx="2511">
                  <c:v>6.216E-2</c:v>
                </c:pt>
                <c:pt idx="2512">
                  <c:v>6.08E-2</c:v>
                </c:pt>
                <c:pt idx="2513">
                  <c:v>6.1189999999999994E-2</c:v>
                </c:pt>
                <c:pt idx="2514">
                  <c:v>6.2190000000000002E-2</c:v>
                </c:pt>
                <c:pt idx="2515">
                  <c:v>6.0990000000000003E-2</c:v>
                </c:pt>
                <c:pt idx="2516">
                  <c:v>6.1760000000000002E-2</c:v>
                </c:pt>
                <c:pt idx="2517">
                  <c:v>5.8270000000000002E-2</c:v>
                </c:pt>
                <c:pt idx="2518">
                  <c:v>5.6680000000000001E-2</c:v>
                </c:pt>
                <c:pt idx="2519">
                  <c:v>5.4000000000000006E-2</c:v>
                </c:pt>
                <c:pt idx="2520">
                  <c:v>5.5460000000000002E-2</c:v>
                </c:pt>
                <c:pt idx="2521">
                  <c:v>5.74E-2</c:v>
                </c:pt>
                <c:pt idx="2522">
                  <c:v>5.6130000000000006E-2</c:v>
                </c:pt>
                <c:pt idx="2523">
                  <c:v>5.6059999999999999E-2</c:v>
                </c:pt>
                <c:pt idx="2524">
                  <c:v>5.5559999999999998E-2</c:v>
                </c:pt>
                <c:pt idx="2525">
                  <c:v>5.6479999999999995E-2</c:v>
                </c:pt>
                <c:pt idx="2526">
                  <c:v>5.6390000000000003E-2</c:v>
                </c:pt>
                <c:pt idx="2527">
                  <c:v>5.4649999999999997E-2</c:v>
                </c:pt>
                <c:pt idx="2528">
                  <c:v>5.2440000000000001E-2</c:v>
                </c:pt>
                <c:pt idx="2529">
                  <c:v>5.4339999999999999E-2</c:v>
                </c:pt>
                <c:pt idx="2530">
                  <c:v>5.33E-2</c:v>
                </c:pt>
                <c:pt idx="2531">
                  <c:v>5.3540000000000004E-2</c:v>
                </c:pt>
                <c:pt idx="2532">
                  <c:v>5.3350000000000002E-2</c:v>
                </c:pt>
                <c:pt idx="2533">
                  <c:v>5.5800000000000002E-2</c:v>
                </c:pt>
                <c:pt idx="2534">
                  <c:v>5.6260000000000004E-2</c:v>
                </c:pt>
                <c:pt idx="2535">
                  <c:v>5.4420000000000003E-2</c:v>
                </c:pt>
                <c:pt idx="2536">
                  <c:v>5.7200000000000001E-2</c:v>
                </c:pt>
                <c:pt idx="2537">
                  <c:v>5.5590000000000001E-2</c:v>
                </c:pt>
                <c:pt idx="2538">
                  <c:v>5.663E-2</c:v>
                </c:pt>
                <c:pt idx="2539">
                  <c:v>5.6079999999999998E-2</c:v>
                </c:pt>
                <c:pt idx="2540">
                  <c:v>5.6169999999999998E-2</c:v>
                </c:pt>
                <c:pt idx="2541">
                  <c:v>5.5940000000000004E-2</c:v>
                </c:pt>
                <c:pt idx="2542">
                  <c:v>5.7980000000000004E-2</c:v>
                </c:pt>
                <c:pt idx="2543">
                  <c:v>5.6219999999999999E-2</c:v>
                </c:pt>
                <c:pt idx="2544">
                  <c:v>5.7140000000000003E-2</c:v>
                </c:pt>
                <c:pt idx="2545">
                  <c:v>5.6399999999999999E-2</c:v>
                </c:pt>
                <c:pt idx="2546">
                  <c:v>5.5739999999999998E-2</c:v>
                </c:pt>
                <c:pt idx="2547">
                  <c:v>5.4469999999999998E-2</c:v>
                </c:pt>
                <c:pt idx="2548">
                  <c:v>5.4240000000000003E-2</c:v>
                </c:pt>
                <c:pt idx="2549">
                  <c:v>5.7839999999999996E-2</c:v>
                </c:pt>
                <c:pt idx="2550">
                  <c:v>5.6070000000000002E-2</c:v>
                </c:pt>
                <c:pt idx="2551">
                  <c:v>5.5030000000000003E-2</c:v>
                </c:pt>
                <c:pt idx="2552">
                  <c:v>5.5359999999999993E-2</c:v>
                </c:pt>
                <c:pt idx="2553">
                  <c:v>5.5279999999999996E-2</c:v>
                </c:pt>
                <c:pt idx="2554">
                  <c:v>5.5590000000000001E-2</c:v>
                </c:pt>
                <c:pt idx="2555">
                  <c:v>5.3399999999999996E-2</c:v>
                </c:pt>
                <c:pt idx="2556">
                  <c:v>5.5750000000000001E-2</c:v>
                </c:pt>
                <c:pt idx="2557">
                  <c:v>5.5579999999999997E-2</c:v>
                </c:pt>
                <c:pt idx="2558">
                  <c:v>5.5210000000000002E-2</c:v>
                </c:pt>
                <c:pt idx="2559">
                  <c:v>5.4770000000000006E-2</c:v>
                </c:pt>
                <c:pt idx="2560">
                  <c:v>5.4980000000000001E-2</c:v>
                </c:pt>
                <c:pt idx="2561">
                  <c:v>5.382E-2</c:v>
                </c:pt>
                <c:pt idx="2562">
                  <c:v>5.4109999999999998E-2</c:v>
                </c:pt>
                <c:pt idx="2563">
                  <c:v>5.5109999999999999E-2</c:v>
                </c:pt>
                <c:pt idx="2564">
                  <c:v>5.4320000000000007E-2</c:v>
                </c:pt>
                <c:pt idx="2565">
                  <c:v>5.5590000000000001E-2</c:v>
                </c:pt>
                <c:pt idx="2566">
                  <c:v>5.5559999999999998E-2</c:v>
                </c:pt>
                <c:pt idx="2567">
                  <c:v>5.7270000000000001E-2</c:v>
                </c:pt>
                <c:pt idx="2568">
                  <c:v>5.9200000000000003E-2</c:v>
                </c:pt>
                <c:pt idx="2569">
                  <c:v>5.8179999999999996E-2</c:v>
                </c:pt>
                <c:pt idx="2570">
                  <c:v>5.6849999999999998E-2</c:v>
                </c:pt>
                <c:pt idx="2571">
                  <c:v>5.4480000000000001E-2</c:v>
                </c:pt>
                <c:pt idx="2572">
                  <c:v>5.3200000000000004E-2</c:v>
                </c:pt>
                <c:pt idx="2573">
                  <c:v>5.3070000000000006E-2</c:v>
                </c:pt>
                <c:pt idx="2574">
                  <c:v>5.3120000000000001E-2</c:v>
                </c:pt>
                <c:pt idx="2575">
                  <c:v>5.3659999999999999E-2</c:v>
                </c:pt>
                <c:pt idx="2576">
                  <c:v>5.3780000000000001E-2</c:v>
                </c:pt>
                <c:pt idx="2577">
                  <c:v>5.3249999999999999E-2</c:v>
                </c:pt>
                <c:pt idx="2578">
                  <c:v>5.4770000000000006E-2</c:v>
                </c:pt>
                <c:pt idx="2579">
                  <c:v>5.4539999999999998E-2</c:v>
                </c:pt>
                <c:pt idx="2580">
                  <c:v>5.4720000000000005E-2</c:v>
                </c:pt>
                <c:pt idx="2581">
                  <c:v>5.6390000000000003E-2</c:v>
                </c:pt>
                <c:pt idx="2582">
                  <c:v>5.8540000000000002E-2</c:v>
                </c:pt>
                <c:pt idx="2583">
                  <c:v>5.9130000000000002E-2</c:v>
                </c:pt>
                <c:pt idx="2584">
                  <c:v>5.9080000000000001E-2</c:v>
                </c:pt>
                <c:pt idx="2585">
                  <c:v>6.0080000000000001E-2</c:v>
                </c:pt>
                <c:pt idx="2586">
                  <c:v>6.0260000000000001E-2</c:v>
                </c:pt>
                <c:pt idx="2587">
                  <c:v>6.2289999999999998E-2</c:v>
                </c:pt>
                <c:pt idx="2588">
                  <c:v>6.2039999999999998E-2</c:v>
                </c:pt>
                <c:pt idx="2589">
                  <c:v>6.3670000000000004E-2</c:v>
                </c:pt>
                <c:pt idx="2590">
                  <c:v>6.3670000000000004E-2</c:v>
                </c:pt>
                <c:pt idx="2591">
                  <c:v>6.157E-2</c:v>
                </c:pt>
                <c:pt idx="2592">
                  <c:v>6.2579999999999997E-2</c:v>
                </c:pt>
                <c:pt idx="2593">
                  <c:v>6.1810000000000004E-2</c:v>
                </c:pt>
                <c:pt idx="2594">
                  <c:v>6.2869999999999995E-2</c:v>
                </c:pt>
                <c:pt idx="2595">
                  <c:v>6.2149999999999997E-2</c:v>
                </c:pt>
                <c:pt idx="2596">
                  <c:v>6.4180000000000001E-2</c:v>
                </c:pt>
                <c:pt idx="2597">
                  <c:v>6.2759999999999996E-2</c:v>
                </c:pt>
                <c:pt idx="2598">
                  <c:v>6.3009999999999997E-2</c:v>
                </c:pt>
                <c:pt idx="2599">
                  <c:v>6.4079999999999998E-2</c:v>
                </c:pt>
                <c:pt idx="2600">
                  <c:v>6.5019999999999994E-2</c:v>
                </c:pt>
                <c:pt idx="2601">
                  <c:v>6.4509999999999998E-2</c:v>
                </c:pt>
                <c:pt idx="2602">
                  <c:v>6.4229999999999995E-2</c:v>
                </c:pt>
                <c:pt idx="2603">
                  <c:v>6.4250000000000002E-2</c:v>
                </c:pt>
                <c:pt idx="2604">
                  <c:v>6.4640000000000003E-2</c:v>
                </c:pt>
                <c:pt idx="2605">
                  <c:v>6.454E-2</c:v>
                </c:pt>
                <c:pt idx="2606">
                  <c:v>6.4960000000000004E-2</c:v>
                </c:pt>
                <c:pt idx="2607">
                  <c:v>6.4669999999999991E-2</c:v>
                </c:pt>
                <c:pt idx="2608">
                  <c:v>6.4310000000000006E-2</c:v>
                </c:pt>
                <c:pt idx="2609">
                  <c:v>6.5490000000000007E-2</c:v>
                </c:pt>
                <c:pt idx="2610">
                  <c:v>6.4500000000000002E-2</c:v>
                </c:pt>
                <c:pt idx="2611">
                  <c:v>6.0730000000000006E-2</c:v>
                </c:pt>
                <c:pt idx="2612">
                  <c:v>6.3589999999999994E-2</c:v>
                </c:pt>
                <c:pt idx="2613">
                  <c:v>6.2880000000000005E-2</c:v>
                </c:pt>
                <c:pt idx="2614">
                  <c:v>6.0519999999999997E-2</c:v>
                </c:pt>
                <c:pt idx="2615">
                  <c:v>6.0229999999999999E-2</c:v>
                </c:pt>
                <c:pt idx="2616">
                  <c:v>6.0069999999999998E-2</c:v>
                </c:pt>
                <c:pt idx="2617">
                  <c:v>5.8909999999999997E-2</c:v>
                </c:pt>
                <c:pt idx="2618">
                  <c:v>5.9429999999999997E-2</c:v>
                </c:pt>
                <c:pt idx="2619">
                  <c:v>5.9379999999999995E-2</c:v>
                </c:pt>
                <c:pt idx="2620">
                  <c:v>5.9389999999999998E-2</c:v>
                </c:pt>
                <c:pt idx="2621">
                  <c:v>5.8470000000000001E-2</c:v>
                </c:pt>
                <c:pt idx="2622">
                  <c:v>5.8639999999999998E-2</c:v>
                </c:pt>
                <c:pt idx="2623">
                  <c:v>5.9650000000000002E-2</c:v>
                </c:pt>
                <c:pt idx="2624">
                  <c:v>5.9400000000000001E-2</c:v>
                </c:pt>
                <c:pt idx="2625">
                  <c:v>5.9859999999999997E-2</c:v>
                </c:pt>
                <c:pt idx="2626">
                  <c:v>6.0970000000000003E-2</c:v>
                </c:pt>
                <c:pt idx="2627">
                  <c:v>6.1020000000000005E-2</c:v>
                </c:pt>
                <c:pt idx="2628">
                  <c:v>6.2E-2</c:v>
                </c:pt>
                <c:pt idx="2629">
                  <c:v>6.2119999999999995E-2</c:v>
                </c:pt>
                <c:pt idx="2630">
                  <c:v>6.3769999999999993E-2</c:v>
                </c:pt>
                <c:pt idx="2631">
                  <c:v>6.5479999999999997E-2</c:v>
                </c:pt>
                <c:pt idx="2632">
                  <c:v>6.6089999999999996E-2</c:v>
                </c:pt>
                <c:pt idx="2633">
                  <c:v>6.5000000000000002E-2</c:v>
                </c:pt>
                <c:pt idx="2634">
                  <c:v>6.2309999999999997E-2</c:v>
                </c:pt>
                <c:pt idx="2635">
                  <c:v>6.1219999999999997E-2</c:v>
                </c:pt>
                <c:pt idx="2636">
                  <c:v>6.2560000000000004E-2</c:v>
                </c:pt>
                <c:pt idx="2637">
                  <c:v>6.0400000000000002E-2</c:v>
                </c:pt>
                <c:pt idx="2638">
                  <c:v>6.4269999999999994E-2</c:v>
                </c:pt>
                <c:pt idx="2639">
                  <c:v>6.4759999999999998E-2</c:v>
                </c:pt>
                <c:pt idx="2640">
                  <c:v>6.6290000000000002E-2</c:v>
                </c:pt>
                <c:pt idx="2641">
                  <c:v>6.5259999999999999E-2</c:v>
                </c:pt>
                <c:pt idx="2642">
                  <c:v>6.5769999999999995E-2</c:v>
                </c:pt>
                <c:pt idx="2643">
                  <c:v>6.541000000000001E-2</c:v>
                </c:pt>
                <c:pt idx="2644">
                  <c:v>6.54E-2</c:v>
                </c:pt>
                <c:pt idx="2645">
                  <c:v>6.5839999999999996E-2</c:v>
                </c:pt>
                <c:pt idx="2646">
                  <c:v>6.5930000000000002E-2</c:v>
                </c:pt>
                <c:pt idx="2647">
                  <c:v>6.6659999999999997E-2</c:v>
                </c:pt>
                <c:pt idx="2648">
                  <c:v>6.8089999999999998E-2</c:v>
                </c:pt>
                <c:pt idx="2649">
                  <c:v>6.6959999999999992E-2</c:v>
                </c:pt>
                <c:pt idx="2650">
                  <c:v>6.676E-2</c:v>
                </c:pt>
                <c:pt idx="2651">
                  <c:v>6.7699999999999996E-2</c:v>
                </c:pt>
                <c:pt idx="2652">
                  <c:v>6.6790000000000002E-2</c:v>
                </c:pt>
                <c:pt idx="2653">
                  <c:v>6.8680000000000005E-2</c:v>
                </c:pt>
                <c:pt idx="2654">
                  <c:v>6.9749999999999993E-2</c:v>
                </c:pt>
                <c:pt idx="2655">
                  <c:v>6.9040000000000004E-2</c:v>
                </c:pt>
                <c:pt idx="2656">
                  <c:v>6.8909999999999999E-2</c:v>
                </c:pt>
                <c:pt idx="2657">
                  <c:v>6.7330000000000001E-2</c:v>
                </c:pt>
                <c:pt idx="2658">
                  <c:v>7.077E-2</c:v>
                </c:pt>
                <c:pt idx="2659">
                  <c:v>7.0860000000000006E-2</c:v>
                </c:pt>
                <c:pt idx="2660">
                  <c:v>7.0610000000000006E-2</c:v>
                </c:pt>
                <c:pt idx="2661">
                  <c:v>7.2610000000000008E-2</c:v>
                </c:pt>
                <c:pt idx="2662">
                  <c:v>7.2720000000000007E-2</c:v>
                </c:pt>
                <c:pt idx="2663">
                  <c:v>7.1650000000000005E-2</c:v>
                </c:pt>
                <c:pt idx="2664">
                  <c:v>6.9599999999999995E-2</c:v>
                </c:pt>
                <c:pt idx="2665">
                  <c:v>7.3209999999999997E-2</c:v>
                </c:pt>
                <c:pt idx="2666">
                  <c:v>7.4260000000000007E-2</c:v>
                </c:pt>
                <c:pt idx="2667">
                  <c:v>7.2340000000000002E-2</c:v>
                </c:pt>
                <c:pt idx="2668">
                  <c:v>7.2249999999999995E-2</c:v>
                </c:pt>
                <c:pt idx="2669">
                  <c:v>7.0510000000000003E-2</c:v>
                </c:pt>
                <c:pt idx="2670">
                  <c:v>6.9930000000000006E-2</c:v>
                </c:pt>
                <c:pt idx="2671">
                  <c:v>6.8519999999999998E-2</c:v>
                </c:pt>
                <c:pt idx="2672">
                  <c:v>6.8489999999999995E-2</c:v>
                </c:pt>
                <c:pt idx="2673">
                  <c:v>6.787E-2</c:v>
                </c:pt>
                <c:pt idx="2674">
                  <c:v>6.5490000000000007E-2</c:v>
                </c:pt>
                <c:pt idx="2675">
                  <c:v>6.5640000000000004E-2</c:v>
                </c:pt>
                <c:pt idx="2676">
                  <c:v>6.7739999999999995E-2</c:v>
                </c:pt>
                <c:pt idx="2677">
                  <c:v>7.1830000000000005E-2</c:v>
                </c:pt>
                <c:pt idx="2678">
                  <c:v>7.2000000000000008E-2</c:v>
                </c:pt>
                <c:pt idx="2679">
                  <c:v>6.6920000000000007E-2</c:v>
                </c:pt>
                <c:pt idx="2680">
                  <c:v>6.4750000000000002E-2</c:v>
                </c:pt>
                <c:pt idx="2681">
                  <c:v>6.3259999999999997E-2</c:v>
                </c:pt>
                <c:pt idx="2682">
                  <c:v>6.2260000000000003E-2</c:v>
                </c:pt>
                <c:pt idx="2683">
                  <c:v>6.1349999999999995E-2</c:v>
                </c:pt>
                <c:pt idx="2684">
                  <c:v>6.2039999999999998E-2</c:v>
                </c:pt>
                <c:pt idx="2685">
                  <c:v>6.3730000000000009E-2</c:v>
                </c:pt>
                <c:pt idx="2686">
                  <c:v>6.5670000000000006E-2</c:v>
                </c:pt>
                <c:pt idx="2687">
                  <c:v>6.480000000000001E-2</c:v>
                </c:pt>
                <c:pt idx="2688">
                  <c:v>6.5140000000000003E-2</c:v>
                </c:pt>
                <c:pt idx="2689">
                  <c:v>6.6390000000000005E-2</c:v>
                </c:pt>
                <c:pt idx="2690">
                  <c:v>6.3719999999999999E-2</c:v>
                </c:pt>
                <c:pt idx="2691">
                  <c:v>6.4579999999999999E-2</c:v>
                </c:pt>
                <c:pt idx="2692">
                  <c:v>6.2030000000000002E-2</c:v>
                </c:pt>
                <c:pt idx="2693">
                  <c:v>6.123E-2</c:v>
                </c:pt>
                <c:pt idx="2694">
                  <c:v>5.9770000000000004E-2</c:v>
                </c:pt>
                <c:pt idx="2695">
                  <c:v>5.9790000000000003E-2</c:v>
                </c:pt>
                <c:pt idx="2696">
                  <c:v>6.0629999999999996E-2</c:v>
                </c:pt>
                <c:pt idx="2697">
                  <c:v>6.0650000000000003E-2</c:v>
                </c:pt>
                <c:pt idx="2698">
                  <c:v>5.8840000000000003E-2</c:v>
                </c:pt>
                <c:pt idx="2699">
                  <c:v>5.9989999999999995E-2</c:v>
                </c:pt>
                <c:pt idx="2700">
                  <c:v>6.232E-2</c:v>
                </c:pt>
                <c:pt idx="2701">
                  <c:v>6.0359999999999997E-2</c:v>
                </c:pt>
                <c:pt idx="2702">
                  <c:v>6.1620000000000001E-2</c:v>
                </c:pt>
                <c:pt idx="2703">
                  <c:v>6.123E-2</c:v>
                </c:pt>
                <c:pt idx="2704">
                  <c:v>5.9569999999999998E-2</c:v>
                </c:pt>
                <c:pt idx="2705">
                  <c:v>6.053E-2</c:v>
                </c:pt>
                <c:pt idx="2706">
                  <c:v>6.1829999999999996E-2</c:v>
                </c:pt>
                <c:pt idx="2707">
                  <c:v>6.1559999999999997E-2</c:v>
                </c:pt>
                <c:pt idx="2708">
                  <c:v>6.3170000000000004E-2</c:v>
                </c:pt>
                <c:pt idx="2709">
                  <c:v>6.4210000000000003E-2</c:v>
                </c:pt>
                <c:pt idx="2710">
                  <c:v>6.1989999999999996E-2</c:v>
                </c:pt>
                <c:pt idx="2711">
                  <c:v>6.4089999999999994E-2</c:v>
                </c:pt>
                <c:pt idx="2712">
                  <c:v>5.9880000000000003E-2</c:v>
                </c:pt>
                <c:pt idx="2713">
                  <c:v>6.0049999999999999E-2</c:v>
                </c:pt>
                <c:pt idx="2714">
                  <c:v>5.808E-2</c:v>
                </c:pt>
                <c:pt idx="2715">
                  <c:v>5.7409999999999996E-2</c:v>
                </c:pt>
                <c:pt idx="2716">
                  <c:v>5.6820000000000002E-2</c:v>
                </c:pt>
                <c:pt idx="2717">
                  <c:v>5.5679999999999993E-2</c:v>
                </c:pt>
                <c:pt idx="2718">
                  <c:v>5.518E-2</c:v>
                </c:pt>
                <c:pt idx="2719">
                  <c:v>5.5759999999999997E-2</c:v>
                </c:pt>
                <c:pt idx="2720">
                  <c:v>5.7430000000000002E-2</c:v>
                </c:pt>
                <c:pt idx="2721">
                  <c:v>5.4809999999999998E-2</c:v>
                </c:pt>
                <c:pt idx="2722">
                  <c:v>5.4370000000000002E-2</c:v>
                </c:pt>
                <c:pt idx="2723">
                  <c:v>5.6609999999999994E-2</c:v>
                </c:pt>
                <c:pt idx="2724">
                  <c:v>5.8869999999999999E-2</c:v>
                </c:pt>
                <c:pt idx="2725">
                  <c:v>6.0830000000000002E-2</c:v>
                </c:pt>
                <c:pt idx="2726">
                  <c:v>5.7290000000000001E-2</c:v>
                </c:pt>
                <c:pt idx="2727">
                  <c:v>5.4519999999999999E-2</c:v>
                </c:pt>
                <c:pt idx="2728">
                  <c:v>5.4969999999999998E-2</c:v>
                </c:pt>
                <c:pt idx="2729">
                  <c:v>5.6070000000000002E-2</c:v>
                </c:pt>
                <c:pt idx="2730">
                  <c:v>5.6029999999999996E-2</c:v>
                </c:pt>
                <c:pt idx="2731">
                  <c:v>5.5490000000000005E-2</c:v>
                </c:pt>
                <c:pt idx="2732">
                  <c:v>5.4809999999999998E-2</c:v>
                </c:pt>
                <c:pt idx="2733">
                  <c:v>5.5930000000000001E-2</c:v>
                </c:pt>
                <c:pt idx="2734">
                  <c:v>5.3670000000000002E-2</c:v>
                </c:pt>
                <c:pt idx="2735">
                  <c:v>5.5800000000000002E-2</c:v>
                </c:pt>
                <c:pt idx="2736">
                  <c:v>5.0999999999999997E-2</c:v>
                </c:pt>
                <c:pt idx="2737">
                  <c:v>5.3520000000000005E-2</c:v>
                </c:pt>
                <c:pt idx="2738">
                  <c:v>5.2919999999999995E-2</c:v>
                </c:pt>
                <c:pt idx="2739">
                  <c:v>5.756E-2</c:v>
                </c:pt>
                <c:pt idx="2740">
                  <c:v>5.7279999999999998E-2</c:v>
                </c:pt>
                <c:pt idx="2741">
                  <c:v>5.3460000000000001E-2</c:v>
                </c:pt>
                <c:pt idx="2742">
                  <c:v>5.4829999999999997E-2</c:v>
                </c:pt>
                <c:pt idx="2743">
                  <c:v>5.5990000000000005E-2</c:v>
                </c:pt>
                <c:pt idx="2744">
                  <c:v>5.5849999999999997E-2</c:v>
                </c:pt>
                <c:pt idx="2745">
                  <c:v>5.7140000000000003E-2</c:v>
                </c:pt>
                <c:pt idx="2746">
                  <c:v>5.6619999999999997E-2</c:v>
                </c:pt>
                <c:pt idx="2747">
                  <c:v>5.4359999999999999E-2</c:v>
                </c:pt>
                <c:pt idx="2748">
                  <c:v>5.5380000000000006E-2</c:v>
                </c:pt>
                <c:pt idx="2749">
                  <c:v>5.6600000000000004E-2</c:v>
                </c:pt>
                <c:pt idx="2750">
                  <c:v>5.6059999999999999E-2</c:v>
                </c:pt>
                <c:pt idx="2751">
                  <c:v>5.7419999999999999E-2</c:v>
                </c:pt>
                <c:pt idx="2752">
                  <c:v>6.1559999999999997E-2</c:v>
                </c:pt>
                <c:pt idx="2753">
                  <c:v>5.6619999999999997E-2</c:v>
                </c:pt>
                <c:pt idx="2754">
                  <c:v>5.6289999999999993E-2</c:v>
                </c:pt>
                <c:pt idx="2755">
                  <c:v>5.6529999999999997E-2</c:v>
                </c:pt>
                <c:pt idx="2756">
                  <c:v>5.6449999999999993E-2</c:v>
                </c:pt>
                <c:pt idx="2757">
                  <c:v>5.6649999999999999E-2</c:v>
                </c:pt>
                <c:pt idx="2758">
                  <c:v>5.6509999999999998E-2</c:v>
                </c:pt>
                <c:pt idx="2759">
                  <c:v>5.842E-2</c:v>
                </c:pt>
                <c:pt idx="2760">
                  <c:v>5.8390000000000004E-2</c:v>
                </c:pt>
                <c:pt idx="2761">
                  <c:v>5.7200000000000001E-2</c:v>
                </c:pt>
                <c:pt idx="2762">
                  <c:v>5.7110000000000001E-2</c:v>
                </c:pt>
                <c:pt idx="2763">
                  <c:v>5.9249999999999997E-2</c:v>
                </c:pt>
                <c:pt idx="2764">
                  <c:v>6.053E-2</c:v>
                </c:pt>
                <c:pt idx="2765">
                  <c:v>6.0400000000000002E-2</c:v>
                </c:pt>
                <c:pt idx="2766">
                  <c:v>6.2089999999999999E-2</c:v>
                </c:pt>
                <c:pt idx="2767">
                  <c:v>6.0819999999999999E-2</c:v>
                </c:pt>
                <c:pt idx="2768">
                  <c:v>6.2220000000000004E-2</c:v>
                </c:pt>
                <c:pt idx="2769">
                  <c:v>6.3909999999999995E-2</c:v>
                </c:pt>
                <c:pt idx="2770">
                  <c:v>6.3930000000000001E-2</c:v>
                </c:pt>
                <c:pt idx="2771">
                  <c:v>6.336E-2</c:v>
                </c:pt>
                <c:pt idx="2772">
                  <c:v>6.6780000000000006E-2</c:v>
                </c:pt>
                <c:pt idx="2773">
                  <c:v>6.5430000000000002E-2</c:v>
                </c:pt>
                <c:pt idx="2774">
                  <c:v>6.5049999999999997E-2</c:v>
                </c:pt>
                <c:pt idx="2775">
                  <c:v>6.368E-2</c:v>
                </c:pt>
                <c:pt idx="2776">
                  <c:v>6.2179999999999999E-2</c:v>
                </c:pt>
                <c:pt idx="2777">
                  <c:v>6.2960000000000002E-2</c:v>
                </c:pt>
                <c:pt idx="2778">
                  <c:v>6.318E-2</c:v>
                </c:pt>
                <c:pt idx="2779">
                  <c:v>6.2400000000000004E-2</c:v>
                </c:pt>
                <c:pt idx="2780">
                  <c:v>6.2260000000000003E-2</c:v>
                </c:pt>
                <c:pt idx="2781">
                  <c:v>6.3240000000000005E-2</c:v>
                </c:pt>
                <c:pt idx="2782">
                  <c:v>6.5060000000000007E-2</c:v>
                </c:pt>
                <c:pt idx="2783">
                  <c:v>6.448000000000001E-2</c:v>
                </c:pt>
                <c:pt idx="2784">
                  <c:v>6.5070000000000003E-2</c:v>
                </c:pt>
                <c:pt idx="2785">
                  <c:v>6.6259999999999999E-2</c:v>
                </c:pt>
                <c:pt idx="2786">
                  <c:v>6.8870000000000001E-2</c:v>
                </c:pt>
                <c:pt idx="2787">
                  <c:v>6.8239999999999995E-2</c:v>
                </c:pt>
                <c:pt idx="2788">
                  <c:v>6.7850000000000008E-2</c:v>
                </c:pt>
                <c:pt idx="2789">
                  <c:v>6.7769999999999997E-2</c:v>
                </c:pt>
                <c:pt idx="2790">
                  <c:v>6.7879999999999996E-2</c:v>
                </c:pt>
                <c:pt idx="2791">
                  <c:v>6.5949999999999995E-2</c:v>
                </c:pt>
                <c:pt idx="2792">
                  <c:v>6.7500000000000004E-2</c:v>
                </c:pt>
                <c:pt idx="2793">
                  <c:v>6.8739999999999996E-2</c:v>
                </c:pt>
                <c:pt idx="2794">
                  <c:v>6.7129999999999995E-2</c:v>
                </c:pt>
                <c:pt idx="2795">
                  <c:v>6.5939999999999999E-2</c:v>
                </c:pt>
                <c:pt idx="2796">
                  <c:v>6.8710000000000007E-2</c:v>
                </c:pt>
                <c:pt idx="2797">
                  <c:v>6.6589999999999996E-2</c:v>
                </c:pt>
                <c:pt idx="2798">
                  <c:v>6.8000000000000005E-2</c:v>
                </c:pt>
                <c:pt idx="2799">
                  <c:v>6.878999999999999E-2</c:v>
                </c:pt>
                <c:pt idx="2800">
                  <c:v>6.6799999999999998E-2</c:v>
                </c:pt>
                <c:pt idx="2801">
                  <c:v>6.4170000000000005E-2</c:v>
                </c:pt>
                <c:pt idx="2802">
                  <c:v>6.3960000000000003E-2</c:v>
                </c:pt>
                <c:pt idx="2803">
                  <c:v>6.4259999999999998E-2</c:v>
                </c:pt>
                <c:pt idx="2804">
                  <c:v>6.3449999999999993E-2</c:v>
                </c:pt>
                <c:pt idx="2805">
                  <c:v>6.4689999999999998E-2</c:v>
                </c:pt>
                <c:pt idx="2806">
                  <c:v>6.3890000000000002E-2</c:v>
                </c:pt>
                <c:pt idx="2807">
                  <c:v>6.4180000000000001E-2</c:v>
                </c:pt>
                <c:pt idx="2808">
                  <c:v>6.5579999999999999E-2</c:v>
                </c:pt>
                <c:pt idx="2809">
                  <c:v>6.6559999999999994E-2</c:v>
                </c:pt>
                <c:pt idx="2810">
                  <c:v>6.7220000000000002E-2</c:v>
                </c:pt>
                <c:pt idx="2811">
                  <c:v>6.6659999999999997E-2</c:v>
                </c:pt>
                <c:pt idx="2812">
                  <c:v>6.6979999999999998E-2</c:v>
                </c:pt>
                <c:pt idx="2813">
                  <c:v>6.6049999999999998E-2</c:v>
                </c:pt>
                <c:pt idx="2814">
                  <c:v>6.6860000000000003E-2</c:v>
                </c:pt>
                <c:pt idx="2815">
                  <c:v>6.8269999999999997E-2</c:v>
                </c:pt>
                <c:pt idx="2816">
                  <c:v>6.694E-2</c:v>
                </c:pt>
                <c:pt idx="2817">
                  <c:v>6.7320000000000005E-2</c:v>
                </c:pt>
                <c:pt idx="2818">
                  <c:v>6.4649999999999999E-2</c:v>
                </c:pt>
                <c:pt idx="2819">
                  <c:v>6.6549999999999998E-2</c:v>
                </c:pt>
                <c:pt idx="2820">
                  <c:v>6.6540000000000002E-2</c:v>
                </c:pt>
                <c:pt idx="2821">
                  <c:v>6.6180000000000003E-2</c:v>
                </c:pt>
                <c:pt idx="2822">
                  <c:v>6.631999999999999E-2</c:v>
                </c:pt>
                <c:pt idx="2823">
                  <c:v>6.7060000000000008E-2</c:v>
                </c:pt>
                <c:pt idx="2824">
                  <c:v>6.7589999999999997E-2</c:v>
                </c:pt>
                <c:pt idx="2825">
                  <c:v>6.769E-2</c:v>
                </c:pt>
                <c:pt idx="2826">
                  <c:v>6.7360000000000003E-2</c:v>
                </c:pt>
                <c:pt idx="2827">
                  <c:v>6.6570000000000004E-2</c:v>
                </c:pt>
                <c:pt idx="2828">
                  <c:v>6.7049999999999998E-2</c:v>
                </c:pt>
                <c:pt idx="2829">
                  <c:v>6.8589999999999998E-2</c:v>
                </c:pt>
                <c:pt idx="2830">
                  <c:v>6.8349999999999994E-2</c:v>
                </c:pt>
                <c:pt idx="2831">
                  <c:v>6.8209999999999993E-2</c:v>
                </c:pt>
                <c:pt idx="2832">
                  <c:v>6.7960000000000007E-2</c:v>
                </c:pt>
                <c:pt idx="2833">
                  <c:v>6.878999999999999E-2</c:v>
                </c:pt>
                <c:pt idx="2834">
                  <c:v>6.8449999999999997E-2</c:v>
                </c:pt>
                <c:pt idx="2835">
                  <c:v>6.9650000000000004E-2</c:v>
                </c:pt>
                <c:pt idx="2836">
                  <c:v>6.8949999999999997E-2</c:v>
                </c:pt>
                <c:pt idx="2837">
                  <c:v>7.0370000000000002E-2</c:v>
                </c:pt>
                <c:pt idx="2838">
                  <c:v>6.9539999999999991E-2</c:v>
                </c:pt>
                <c:pt idx="2839">
                  <c:v>6.9080000000000003E-2</c:v>
                </c:pt>
                <c:pt idx="2840">
                  <c:v>6.8839999999999998E-2</c:v>
                </c:pt>
                <c:pt idx="2841">
                  <c:v>6.9489999999999996E-2</c:v>
                </c:pt>
                <c:pt idx="2842">
                  <c:v>6.9519999999999998E-2</c:v>
                </c:pt>
                <c:pt idx="2843">
                  <c:v>7.0010000000000003E-2</c:v>
                </c:pt>
                <c:pt idx="2844">
                  <c:v>6.9550000000000001E-2</c:v>
                </c:pt>
                <c:pt idx="2845">
                  <c:v>7.0599999999999996E-2</c:v>
                </c:pt>
                <c:pt idx="2846">
                  <c:v>6.9210000000000008E-2</c:v>
                </c:pt>
                <c:pt idx="2847">
                  <c:v>7.1609999999999993E-2</c:v>
                </c:pt>
                <c:pt idx="2848">
                  <c:v>6.9989999999999997E-2</c:v>
                </c:pt>
                <c:pt idx="2849">
                  <c:v>6.9940000000000002E-2</c:v>
                </c:pt>
                <c:pt idx="2850">
                  <c:v>7.0730000000000001E-2</c:v>
                </c:pt>
                <c:pt idx="2851">
                  <c:v>6.9400000000000003E-2</c:v>
                </c:pt>
                <c:pt idx="2852">
                  <c:v>6.9169999999999995E-2</c:v>
                </c:pt>
                <c:pt idx="2853">
                  <c:v>6.9290000000000004E-2</c:v>
                </c:pt>
                <c:pt idx="2854">
                  <c:v>7.0809999999999998E-2</c:v>
                </c:pt>
                <c:pt idx="2855">
                  <c:v>6.8570000000000006E-2</c:v>
                </c:pt>
                <c:pt idx="2856">
                  <c:v>6.7949999999999997E-2</c:v>
                </c:pt>
                <c:pt idx="2857">
                  <c:v>6.8070000000000006E-2</c:v>
                </c:pt>
                <c:pt idx="2858">
                  <c:v>6.7589999999999997E-2</c:v>
                </c:pt>
                <c:pt idx="2859">
                  <c:v>6.7949999999999997E-2</c:v>
                </c:pt>
                <c:pt idx="2860">
                  <c:v>6.8049999999999999E-2</c:v>
                </c:pt>
                <c:pt idx="2861">
                  <c:v>6.8870000000000001E-2</c:v>
                </c:pt>
                <c:pt idx="2862">
                  <c:v>6.6790000000000002E-2</c:v>
                </c:pt>
                <c:pt idx="2863">
                  <c:v>6.9569999999999993E-2</c:v>
                </c:pt>
                <c:pt idx="2864">
                  <c:v>6.973E-2</c:v>
                </c:pt>
                <c:pt idx="2865">
                  <c:v>6.794E-2</c:v>
                </c:pt>
                <c:pt idx="2866">
                  <c:v>6.6799999999999998E-2</c:v>
                </c:pt>
                <c:pt idx="2867">
                  <c:v>6.5320000000000003E-2</c:v>
                </c:pt>
                <c:pt idx="2868">
                  <c:v>6.5540000000000001E-2</c:v>
                </c:pt>
                <c:pt idx="2869">
                  <c:v>6.5739999999999993E-2</c:v>
                </c:pt>
                <c:pt idx="2870">
                  <c:v>6.5709999999999991E-2</c:v>
                </c:pt>
                <c:pt idx="2871">
                  <c:v>6.5720000000000001E-2</c:v>
                </c:pt>
                <c:pt idx="2872">
                  <c:v>6.6369999999999998E-2</c:v>
                </c:pt>
                <c:pt idx="2873">
                  <c:v>6.4829999999999999E-2</c:v>
                </c:pt>
                <c:pt idx="2874">
                  <c:v>6.6180000000000003E-2</c:v>
                </c:pt>
                <c:pt idx="2875">
                  <c:v>6.7510000000000001E-2</c:v>
                </c:pt>
                <c:pt idx="2876">
                  <c:v>6.5879999999999994E-2</c:v>
                </c:pt>
                <c:pt idx="2877">
                  <c:v>6.7850000000000008E-2</c:v>
                </c:pt>
                <c:pt idx="2878">
                  <c:v>6.6049999999999998E-2</c:v>
                </c:pt>
                <c:pt idx="2879">
                  <c:v>6.8489999999999995E-2</c:v>
                </c:pt>
                <c:pt idx="2880">
                  <c:v>6.9109999999999991E-2</c:v>
                </c:pt>
                <c:pt idx="2881">
                  <c:v>7.4050000000000005E-2</c:v>
                </c:pt>
                <c:pt idx="2882">
                  <c:v>7.4840000000000004E-2</c:v>
                </c:pt>
                <c:pt idx="2883">
                  <c:v>7.2980000000000003E-2</c:v>
                </c:pt>
                <c:pt idx="2884">
                  <c:v>7.3830000000000007E-2</c:v>
                </c:pt>
                <c:pt idx="2885">
                  <c:v>7.0440000000000003E-2</c:v>
                </c:pt>
                <c:pt idx="2886">
                  <c:v>7.1410000000000001E-2</c:v>
                </c:pt>
                <c:pt idx="2887">
                  <c:v>7.1190000000000003E-2</c:v>
                </c:pt>
                <c:pt idx="2888">
                  <c:v>7.1429999999999993E-2</c:v>
                </c:pt>
                <c:pt idx="2889">
                  <c:v>7.2389999999999996E-2</c:v>
                </c:pt>
                <c:pt idx="2890">
                  <c:v>7.1870000000000003E-2</c:v>
                </c:pt>
                <c:pt idx="2891">
                  <c:v>7.0389999999999994E-2</c:v>
                </c:pt>
                <c:pt idx="2892">
                  <c:v>7.1379999999999999E-2</c:v>
                </c:pt>
                <c:pt idx="2893">
                  <c:v>6.7830000000000001E-2</c:v>
                </c:pt>
                <c:pt idx="2894">
                  <c:v>6.8110000000000004E-2</c:v>
                </c:pt>
                <c:pt idx="2895">
                  <c:v>6.9159999999999999E-2</c:v>
                </c:pt>
                <c:pt idx="2896">
                  <c:v>6.8419999999999995E-2</c:v>
                </c:pt>
                <c:pt idx="2897">
                  <c:v>7.0400000000000004E-2</c:v>
                </c:pt>
                <c:pt idx="2898">
                  <c:v>6.3829999999999998E-2</c:v>
                </c:pt>
                <c:pt idx="2899">
                  <c:v>6.4189999999999997E-2</c:v>
                </c:pt>
                <c:pt idx="2900">
                  <c:v>6.6089999999999996E-2</c:v>
                </c:pt>
                <c:pt idx="2901">
                  <c:v>6.8830000000000002E-2</c:v>
                </c:pt>
                <c:pt idx="2902">
                  <c:v>6.8750000000000006E-2</c:v>
                </c:pt>
                <c:pt idx="2903">
                  <c:v>6.6860000000000003E-2</c:v>
                </c:pt>
                <c:pt idx="2904">
                  <c:v>7.0389999999999994E-2</c:v>
                </c:pt>
                <c:pt idx="2905">
                  <c:v>6.5700000000000008E-2</c:v>
                </c:pt>
                <c:pt idx="2906">
                  <c:v>7.1599999999999997E-2</c:v>
                </c:pt>
                <c:pt idx="2907">
                  <c:v>7.2349999999999998E-2</c:v>
                </c:pt>
                <c:pt idx="2908">
                  <c:v>7.0940000000000003E-2</c:v>
                </c:pt>
                <c:pt idx="2909">
                  <c:v>6.7799999999999999E-2</c:v>
                </c:pt>
                <c:pt idx="2910">
                  <c:v>6.8049999999999999E-2</c:v>
                </c:pt>
                <c:pt idx="2911">
                  <c:v>7.0959999999999995E-2</c:v>
                </c:pt>
                <c:pt idx="2912">
                  <c:v>7.1580000000000005E-2</c:v>
                </c:pt>
                <c:pt idx="2913">
                  <c:v>7.0319999999999994E-2</c:v>
                </c:pt>
                <c:pt idx="2914">
                  <c:v>6.862E-2</c:v>
                </c:pt>
                <c:pt idx="2915">
                  <c:v>6.8290000000000003E-2</c:v>
                </c:pt>
                <c:pt idx="2916">
                  <c:v>6.2829999999999997E-2</c:v>
                </c:pt>
                <c:pt idx="2917">
                  <c:v>6.4869999999999997E-2</c:v>
                </c:pt>
                <c:pt idx="2918">
                  <c:v>6.4189999999999997E-2</c:v>
                </c:pt>
                <c:pt idx="2919">
                  <c:v>6.1769999999999999E-2</c:v>
                </c:pt>
                <c:pt idx="2920">
                  <c:v>6.3570000000000002E-2</c:v>
                </c:pt>
                <c:pt idx="2921">
                  <c:v>6.0890000000000007E-2</c:v>
                </c:pt>
                <c:pt idx="2922">
                  <c:v>6.0170000000000001E-2</c:v>
                </c:pt>
                <c:pt idx="2923">
                  <c:v>5.9549999999999999E-2</c:v>
                </c:pt>
                <c:pt idx="2924">
                  <c:v>6.0670000000000002E-2</c:v>
                </c:pt>
                <c:pt idx="2925">
                  <c:v>6.2899999999999998E-2</c:v>
                </c:pt>
                <c:pt idx="2926">
                  <c:v>5.9699999999999996E-2</c:v>
                </c:pt>
                <c:pt idx="2927">
                  <c:v>5.9859999999999997E-2</c:v>
                </c:pt>
                <c:pt idx="2928">
                  <c:v>6.0430000000000005E-2</c:v>
                </c:pt>
                <c:pt idx="2929">
                  <c:v>6.1030000000000001E-2</c:v>
                </c:pt>
                <c:pt idx="2930">
                  <c:v>6.037E-2</c:v>
                </c:pt>
                <c:pt idx="2931">
                  <c:v>6.0590000000000005E-2</c:v>
                </c:pt>
                <c:pt idx="2932">
                  <c:v>5.9630000000000002E-2</c:v>
                </c:pt>
                <c:pt idx="2933">
                  <c:v>5.9050000000000005E-2</c:v>
                </c:pt>
                <c:pt idx="2934">
                  <c:v>6.0139999999999999E-2</c:v>
                </c:pt>
                <c:pt idx="2935">
                  <c:v>6.1150000000000003E-2</c:v>
                </c:pt>
                <c:pt idx="2936">
                  <c:v>6.0579999999999995E-2</c:v>
                </c:pt>
                <c:pt idx="2937">
                  <c:v>6.0899999999999996E-2</c:v>
                </c:pt>
                <c:pt idx="2938">
                  <c:v>6.2910000000000008E-2</c:v>
                </c:pt>
                <c:pt idx="2939">
                  <c:v>6.1959999999999994E-2</c:v>
                </c:pt>
                <c:pt idx="2940">
                  <c:v>6.5439999999999998E-2</c:v>
                </c:pt>
                <c:pt idx="2941">
                  <c:v>6.1249999999999999E-2</c:v>
                </c:pt>
                <c:pt idx="2942">
                  <c:v>6.4140000000000003E-2</c:v>
                </c:pt>
                <c:pt idx="2943">
                  <c:v>6.3350000000000004E-2</c:v>
                </c:pt>
                <c:pt idx="2944">
                  <c:v>6.541000000000001E-2</c:v>
                </c:pt>
                <c:pt idx="2945">
                  <c:v>6.4250000000000002E-2</c:v>
                </c:pt>
                <c:pt idx="2946">
                  <c:v>6.1829999999999996E-2</c:v>
                </c:pt>
                <c:pt idx="2947">
                  <c:v>6.4160000000000009E-2</c:v>
                </c:pt>
                <c:pt idx="2948">
                  <c:v>6.4199999999999993E-2</c:v>
                </c:pt>
                <c:pt idx="2949">
                  <c:v>6.4740000000000006E-2</c:v>
                </c:pt>
                <c:pt idx="2950">
                  <c:v>6.4070000000000002E-2</c:v>
                </c:pt>
                <c:pt idx="2951">
                  <c:v>6.5670000000000006E-2</c:v>
                </c:pt>
                <c:pt idx="2952">
                  <c:v>6.5810000000000007E-2</c:v>
                </c:pt>
                <c:pt idx="2953">
                  <c:v>6.4860000000000001E-2</c:v>
                </c:pt>
                <c:pt idx="2954">
                  <c:v>6.7580000000000001E-2</c:v>
                </c:pt>
                <c:pt idx="2955">
                  <c:v>6.5579999999999999E-2</c:v>
                </c:pt>
                <c:pt idx="2956">
                  <c:v>6.5129999999999993E-2</c:v>
                </c:pt>
                <c:pt idx="2957">
                  <c:v>6.9699999999999998E-2</c:v>
                </c:pt>
                <c:pt idx="2958">
                  <c:v>6.5979999999999997E-2</c:v>
                </c:pt>
                <c:pt idx="2959">
                  <c:v>6.8409999999999999E-2</c:v>
                </c:pt>
                <c:pt idx="2960">
                  <c:v>6.583E-2</c:v>
                </c:pt>
                <c:pt idx="2961">
                  <c:v>6.9129999999999997E-2</c:v>
                </c:pt>
                <c:pt idx="2962">
                  <c:v>6.7830000000000001E-2</c:v>
                </c:pt>
                <c:pt idx="2963">
                  <c:v>6.7889999999999992E-2</c:v>
                </c:pt>
                <c:pt idx="2964">
                  <c:v>6.6669999999999993E-2</c:v>
                </c:pt>
                <c:pt idx="2965">
                  <c:v>6.4579999999999999E-2</c:v>
                </c:pt>
                <c:pt idx="2966">
                  <c:v>6.8989999999999996E-2</c:v>
                </c:pt>
                <c:pt idx="2967">
                  <c:v>6.5619999999999998E-2</c:v>
                </c:pt>
                <c:pt idx="2968">
                  <c:v>6.4100000000000004E-2</c:v>
                </c:pt>
                <c:pt idx="2969">
                  <c:v>6.5159999999999996E-2</c:v>
                </c:pt>
                <c:pt idx="2970">
                  <c:v>6.4710000000000004E-2</c:v>
                </c:pt>
                <c:pt idx="2971">
                  <c:v>6.7670000000000008E-2</c:v>
                </c:pt>
                <c:pt idx="2972">
                  <c:v>6.855E-2</c:v>
                </c:pt>
                <c:pt idx="2973">
                  <c:v>6.7769999999999997E-2</c:v>
                </c:pt>
                <c:pt idx="2974">
                  <c:v>6.4689999999999998E-2</c:v>
                </c:pt>
                <c:pt idx="2975">
                  <c:v>6.4880000000000007E-2</c:v>
                </c:pt>
                <c:pt idx="2976">
                  <c:v>6.4600000000000005E-2</c:v>
                </c:pt>
                <c:pt idx="2977">
                  <c:v>6.9680000000000006E-2</c:v>
                </c:pt>
                <c:pt idx="2978">
                  <c:v>6.3759999999999997E-2</c:v>
                </c:pt>
                <c:pt idx="2979">
                  <c:v>6.7589999999999997E-2</c:v>
                </c:pt>
                <c:pt idx="2980">
                  <c:v>6.6500000000000004E-2</c:v>
                </c:pt>
                <c:pt idx="2981">
                  <c:v>6.6860000000000003E-2</c:v>
                </c:pt>
                <c:pt idx="2982">
                  <c:v>6.6110000000000002E-2</c:v>
                </c:pt>
                <c:pt idx="2983">
                  <c:v>6.3960000000000003E-2</c:v>
                </c:pt>
                <c:pt idx="2984">
                  <c:v>6.368E-2</c:v>
                </c:pt>
                <c:pt idx="2985">
                  <c:v>6.4689999999999998E-2</c:v>
                </c:pt>
                <c:pt idx="2986">
                  <c:v>6.1180000000000005E-2</c:v>
                </c:pt>
                <c:pt idx="2987">
                  <c:v>6.3E-2</c:v>
                </c:pt>
                <c:pt idx="2988">
                  <c:v>5.9500000000000004E-2</c:v>
                </c:pt>
                <c:pt idx="2989">
                  <c:v>6.2E-2</c:v>
                </c:pt>
                <c:pt idx="2990">
                  <c:v>6.4950000000000008E-2</c:v>
                </c:pt>
                <c:pt idx="2991">
                  <c:v>6.2850000000000003E-2</c:v>
                </c:pt>
                <c:pt idx="2992">
                  <c:v>6.3739999999999991E-2</c:v>
                </c:pt>
                <c:pt idx="2993">
                  <c:v>6.3509999999999997E-2</c:v>
                </c:pt>
                <c:pt idx="2994">
                  <c:v>6.3310000000000005E-2</c:v>
                </c:pt>
                <c:pt idx="2995">
                  <c:v>6.5419999999999992E-2</c:v>
                </c:pt>
                <c:pt idx="2996">
                  <c:v>6.6189999999999999E-2</c:v>
                </c:pt>
                <c:pt idx="2997">
                  <c:v>6.8190000000000001E-2</c:v>
                </c:pt>
                <c:pt idx="2998">
                  <c:v>6.6669999999999993E-2</c:v>
                </c:pt>
                <c:pt idx="2999">
                  <c:v>6.9139999999999993E-2</c:v>
                </c:pt>
                <c:pt idx="3000">
                  <c:v>6.9620000000000001E-2</c:v>
                </c:pt>
                <c:pt idx="3001">
                  <c:v>7.1410000000000001E-2</c:v>
                </c:pt>
                <c:pt idx="3002">
                  <c:v>7.2450000000000001E-2</c:v>
                </c:pt>
                <c:pt idx="3003">
                  <c:v>6.9089999999999999E-2</c:v>
                </c:pt>
                <c:pt idx="3004">
                  <c:v>6.9790000000000005E-2</c:v>
                </c:pt>
                <c:pt idx="3005">
                  <c:v>7.1709999999999996E-2</c:v>
                </c:pt>
                <c:pt idx="3006">
                  <c:v>7.0239999999999997E-2</c:v>
                </c:pt>
                <c:pt idx="3007">
                  <c:v>7.0919999999999997E-2</c:v>
                </c:pt>
                <c:pt idx="3008">
                  <c:v>7.0269999999999999E-2</c:v>
                </c:pt>
                <c:pt idx="3009">
                  <c:v>7.1050000000000002E-2</c:v>
                </c:pt>
                <c:pt idx="3010">
                  <c:v>7.1470000000000006E-2</c:v>
                </c:pt>
                <c:pt idx="3011">
                  <c:v>7.1390000000000009E-2</c:v>
                </c:pt>
                <c:pt idx="3012">
                  <c:v>7.1050000000000002E-2</c:v>
                </c:pt>
                <c:pt idx="3013">
                  <c:v>6.9970000000000004E-2</c:v>
                </c:pt>
                <c:pt idx="3014">
                  <c:v>7.1230000000000002E-2</c:v>
                </c:pt>
                <c:pt idx="3015">
                  <c:v>7.107999999999999E-2</c:v>
                </c:pt>
                <c:pt idx="3016">
                  <c:v>7.0190000000000002E-2</c:v>
                </c:pt>
                <c:pt idx="3017">
                  <c:v>6.9650000000000004E-2</c:v>
                </c:pt>
                <c:pt idx="3018">
                  <c:v>6.9690000000000002E-2</c:v>
                </c:pt>
                <c:pt idx="3019">
                  <c:v>7.0039999999999991E-2</c:v>
                </c:pt>
                <c:pt idx="3020">
                  <c:v>6.9960000000000008E-2</c:v>
                </c:pt>
                <c:pt idx="3021">
                  <c:v>7.0620000000000002E-2</c:v>
                </c:pt>
                <c:pt idx="3022">
                  <c:v>6.6879999999999995E-2</c:v>
                </c:pt>
                <c:pt idx="3023">
                  <c:v>6.8809999999999996E-2</c:v>
                </c:pt>
                <c:pt idx="3024">
                  <c:v>6.5890000000000004E-2</c:v>
                </c:pt>
                <c:pt idx="3025">
                  <c:v>6.5479999999999997E-2</c:v>
                </c:pt>
                <c:pt idx="3026">
                  <c:v>6.4439999999999997E-2</c:v>
                </c:pt>
                <c:pt idx="3027">
                  <c:v>6.4689999999999998E-2</c:v>
                </c:pt>
                <c:pt idx="3028">
                  <c:v>6.4259999999999998E-2</c:v>
                </c:pt>
                <c:pt idx="3029">
                  <c:v>6.1969999999999997E-2</c:v>
                </c:pt>
                <c:pt idx="3030">
                  <c:v>6.123E-2</c:v>
                </c:pt>
                <c:pt idx="3031">
                  <c:v>6.4100000000000004E-2</c:v>
                </c:pt>
                <c:pt idx="3032">
                  <c:v>6.2719999999999998E-2</c:v>
                </c:pt>
                <c:pt idx="3033">
                  <c:v>6.5180000000000002E-2</c:v>
                </c:pt>
                <c:pt idx="3034">
                  <c:v>6.5530000000000005E-2</c:v>
                </c:pt>
                <c:pt idx="3035">
                  <c:v>6.9870000000000002E-2</c:v>
                </c:pt>
                <c:pt idx="3036">
                  <c:v>7.1550000000000002E-2</c:v>
                </c:pt>
                <c:pt idx="3037">
                  <c:v>7.3220000000000007E-2</c:v>
                </c:pt>
                <c:pt idx="3038">
                  <c:v>7.3300000000000004E-2</c:v>
                </c:pt>
                <c:pt idx="3039">
                  <c:v>7.2590000000000002E-2</c:v>
                </c:pt>
                <c:pt idx="3040">
                  <c:v>7.3830000000000007E-2</c:v>
                </c:pt>
                <c:pt idx="3041">
                  <c:v>7.331E-2</c:v>
                </c:pt>
                <c:pt idx="3042">
                  <c:v>7.2329999999999992E-2</c:v>
                </c:pt>
                <c:pt idx="3043">
                  <c:v>7.1230000000000002E-2</c:v>
                </c:pt>
                <c:pt idx="3044">
                  <c:v>7.1820000000000009E-2</c:v>
                </c:pt>
                <c:pt idx="3045">
                  <c:v>7.2309999999999999E-2</c:v>
                </c:pt>
                <c:pt idx="3046">
                  <c:v>7.5630000000000003E-2</c:v>
                </c:pt>
                <c:pt idx="3047">
                  <c:v>7.4130000000000001E-2</c:v>
                </c:pt>
                <c:pt idx="3048">
                  <c:v>7.1199999999999999E-2</c:v>
                </c:pt>
                <c:pt idx="3049">
                  <c:v>7.0750000000000007E-2</c:v>
                </c:pt>
                <c:pt idx="3050">
                  <c:v>6.59E-2</c:v>
                </c:pt>
                <c:pt idx="3051">
                  <c:v>6.5640000000000004E-2</c:v>
                </c:pt>
                <c:pt idx="3052">
                  <c:v>6.6639999999999991E-2</c:v>
                </c:pt>
                <c:pt idx="3053">
                  <c:v>6.878999999999999E-2</c:v>
                </c:pt>
                <c:pt idx="3054">
                  <c:v>6.6119999999999998E-2</c:v>
                </c:pt>
                <c:pt idx="3055">
                  <c:v>6.5279999999999991E-2</c:v>
                </c:pt>
                <c:pt idx="3056">
                  <c:v>6.5439999999999998E-2</c:v>
                </c:pt>
                <c:pt idx="3057">
                  <c:v>6.447E-2</c:v>
                </c:pt>
                <c:pt idx="3058">
                  <c:v>6.5380000000000008E-2</c:v>
                </c:pt>
                <c:pt idx="3059">
                  <c:v>6.4669999999999991E-2</c:v>
                </c:pt>
                <c:pt idx="3060">
                  <c:v>6.5439999999999998E-2</c:v>
                </c:pt>
                <c:pt idx="3061">
                  <c:v>6.6210000000000005E-2</c:v>
                </c:pt>
                <c:pt idx="3062">
                  <c:v>6.7720000000000002E-2</c:v>
                </c:pt>
                <c:pt idx="3063">
                  <c:v>6.9539999999999991E-2</c:v>
                </c:pt>
                <c:pt idx="3064">
                  <c:v>7.0949999999999999E-2</c:v>
                </c:pt>
                <c:pt idx="3065">
                  <c:v>7.4160000000000004E-2</c:v>
                </c:pt>
                <c:pt idx="3066">
                  <c:v>6.9099999999999995E-2</c:v>
                </c:pt>
                <c:pt idx="3067">
                  <c:v>7.0989999999999998E-2</c:v>
                </c:pt>
                <c:pt idx="3068">
                  <c:v>6.7779999999999993E-2</c:v>
                </c:pt>
                <c:pt idx="3069">
                  <c:v>7.0209999999999995E-2</c:v>
                </c:pt>
                <c:pt idx="3070">
                  <c:v>6.9390000000000007E-2</c:v>
                </c:pt>
                <c:pt idx="3071">
                  <c:v>6.9610000000000005E-2</c:v>
                </c:pt>
                <c:pt idx="3072">
                  <c:v>7.0250000000000007E-2</c:v>
                </c:pt>
                <c:pt idx="3073">
                  <c:v>6.973E-2</c:v>
                </c:pt>
                <c:pt idx="3074">
                  <c:v>6.7879999999999996E-2</c:v>
                </c:pt>
                <c:pt idx="3075">
                  <c:v>6.7279999999999993E-2</c:v>
                </c:pt>
                <c:pt idx="3076">
                  <c:v>6.862E-2</c:v>
                </c:pt>
                <c:pt idx="3077">
                  <c:v>6.8710000000000007E-2</c:v>
                </c:pt>
                <c:pt idx="3078">
                  <c:v>6.8729999999999999E-2</c:v>
                </c:pt>
                <c:pt idx="3079">
                  <c:v>6.9580000000000003E-2</c:v>
                </c:pt>
                <c:pt idx="3080">
                  <c:v>7.2759999999999991E-2</c:v>
                </c:pt>
                <c:pt idx="3081">
                  <c:v>6.9749999999999993E-2</c:v>
                </c:pt>
                <c:pt idx="3082">
                  <c:v>6.898E-2</c:v>
                </c:pt>
                <c:pt idx="3083">
                  <c:v>6.7769999999999997E-2</c:v>
                </c:pt>
                <c:pt idx="3084">
                  <c:v>6.8699999999999997E-2</c:v>
                </c:pt>
                <c:pt idx="3085">
                  <c:v>6.5350000000000005E-2</c:v>
                </c:pt>
                <c:pt idx="3086">
                  <c:v>6.608E-2</c:v>
                </c:pt>
                <c:pt idx="3087">
                  <c:v>6.5360000000000001E-2</c:v>
                </c:pt>
                <c:pt idx="3088">
                  <c:v>6.411E-2</c:v>
                </c:pt>
                <c:pt idx="3089">
                  <c:v>6.9279999999999994E-2</c:v>
                </c:pt>
                <c:pt idx="3090">
                  <c:v>7.8899999999999998E-2</c:v>
                </c:pt>
                <c:pt idx="3091">
                  <c:v>7.7609999999999998E-2</c:v>
                </c:pt>
              </c:numCache>
            </c:numRef>
          </c:val>
          <c:smooth val="0"/>
          <c:extLst>
            <c:ext xmlns:c16="http://schemas.microsoft.com/office/drawing/2014/chart" uri="{C3380CC4-5D6E-409C-BE32-E72D297353CC}">
              <c16:uniqueId val="{00000000-9A7A-4BAD-977C-BC3B715C59B9}"/>
            </c:ext>
          </c:extLst>
        </c:ser>
        <c:ser>
          <c:idx val="1"/>
          <c:order val="1"/>
          <c:tx>
            <c:strRef>
              <c:f>Sheet1!$C$1</c:f>
              <c:strCache>
                <c:ptCount val="1"/>
                <c:pt idx="0">
                  <c:v>Small caps</c:v>
                </c:pt>
              </c:strCache>
            </c:strRef>
          </c:tx>
          <c:spPr>
            <a:ln w="28575" cap="rnd">
              <a:solidFill>
                <a:schemeClr val="accent1"/>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Sheet1!$C$2:$C$3093</c:f>
              <c:numCache>
                <c:formatCode>m/d/yyyy</c:formatCode>
                <c:ptCount val="3092"/>
                <c:pt idx="0">
                  <c:v>2.2269999999999998E-2</c:v>
                </c:pt>
                <c:pt idx="1">
                  <c:v>2.196E-2</c:v>
                </c:pt>
                <c:pt idx="2">
                  <c:v>2.1010000000000001E-2</c:v>
                </c:pt>
                <c:pt idx="3">
                  <c:v>2.0879999999999999E-2</c:v>
                </c:pt>
                <c:pt idx="4">
                  <c:v>1.958E-2</c:v>
                </c:pt>
                <c:pt idx="5">
                  <c:v>1.7749999999999998E-2</c:v>
                </c:pt>
                <c:pt idx="6">
                  <c:v>1.7819999999999999E-2</c:v>
                </c:pt>
                <c:pt idx="7">
                  <c:v>1.8280000000000001E-2</c:v>
                </c:pt>
                <c:pt idx="8">
                  <c:v>1.8500000000000003E-2</c:v>
                </c:pt>
                <c:pt idx="9">
                  <c:v>1.8689999999999998E-2</c:v>
                </c:pt>
                <c:pt idx="10">
                  <c:v>1.9970000000000002E-2</c:v>
                </c:pt>
                <c:pt idx="11">
                  <c:v>2.0480000000000002E-2</c:v>
                </c:pt>
                <c:pt idx="12">
                  <c:v>1.848E-2</c:v>
                </c:pt>
                <c:pt idx="13">
                  <c:v>1.934E-2</c:v>
                </c:pt>
                <c:pt idx="14">
                  <c:v>1.9740000000000001E-2</c:v>
                </c:pt>
                <c:pt idx="15">
                  <c:v>2.0409999999999998E-2</c:v>
                </c:pt>
                <c:pt idx="16">
                  <c:v>2.205E-2</c:v>
                </c:pt>
                <c:pt idx="17">
                  <c:v>2.205E-2</c:v>
                </c:pt>
                <c:pt idx="18">
                  <c:v>2.0579999999999998E-2</c:v>
                </c:pt>
                <c:pt idx="19">
                  <c:v>1.993E-2</c:v>
                </c:pt>
                <c:pt idx="20">
                  <c:v>1.9599999999999999E-2</c:v>
                </c:pt>
                <c:pt idx="21">
                  <c:v>2.035E-2</c:v>
                </c:pt>
                <c:pt idx="22">
                  <c:v>2.027E-2</c:v>
                </c:pt>
                <c:pt idx="23">
                  <c:v>1.9820000000000001E-2</c:v>
                </c:pt>
                <c:pt idx="24">
                  <c:v>1.89E-2</c:v>
                </c:pt>
                <c:pt idx="25">
                  <c:v>1.9810000000000001E-2</c:v>
                </c:pt>
                <c:pt idx="26">
                  <c:v>2.1589999999999998E-2</c:v>
                </c:pt>
                <c:pt idx="27">
                  <c:v>2.2589999999999999E-2</c:v>
                </c:pt>
                <c:pt idx="28">
                  <c:v>2.3700000000000002E-2</c:v>
                </c:pt>
                <c:pt idx="29">
                  <c:v>2.2959999999999998E-2</c:v>
                </c:pt>
                <c:pt idx="30">
                  <c:v>2.206E-2</c:v>
                </c:pt>
                <c:pt idx="31">
                  <c:v>2.2429999999999999E-2</c:v>
                </c:pt>
                <c:pt idx="32">
                  <c:v>2.2320000000000003E-2</c:v>
                </c:pt>
                <c:pt idx="33">
                  <c:v>2.1930000000000002E-2</c:v>
                </c:pt>
                <c:pt idx="34">
                  <c:v>2.1909999999999999E-2</c:v>
                </c:pt>
                <c:pt idx="35">
                  <c:v>2.0910000000000002E-2</c:v>
                </c:pt>
                <c:pt idx="36">
                  <c:v>2.0579999999999998E-2</c:v>
                </c:pt>
                <c:pt idx="37">
                  <c:v>2.0619999999999999E-2</c:v>
                </c:pt>
                <c:pt idx="38">
                  <c:v>2.0809999999999999E-2</c:v>
                </c:pt>
                <c:pt idx="39">
                  <c:v>2.0809999999999999E-2</c:v>
                </c:pt>
                <c:pt idx="40">
                  <c:v>2.044E-2</c:v>
                </c:pt>
                <c:pt idx="41">
                  <c:v>2.1030000000000004E-2</c:v>
                </c:pt>
                <c:pt idx="42">
                  <c:v>2.0889999999999999E-2</c:v>
                </c:pt>
                <c:pt idx="43">
                  <c:v>2.128E-2</c:v>
                </c:pt>
                <c:pt idx="44">
                  <c:v>2.162E-2</c:v>
                </c:pt>
                <c:pt idx="45">
                  <c:v>2.273E-2</c:v>
                </c:pt>
                <c:pt idx="46">
                  <c:v>2.1360000000000001E-2</c:v>
                </c:pt>
                <c:pt idx="47">
                  <c:v>2.0920000000000001E-2</c:v>
                </c:pt>
                <c:pt idx="48">
                  <c:v>2.0630000000000003E-2</c:v>
                </c:pt>
                <c:pt idx="49">
                  <c:v>2.0369999999999999E-2</c:v>
                </c:pt>
                <c:pt idx="50">
                  <c:v>2.0209999999999999E-2</c:v>
                </c:pt>
                <c:pt idx="51">
                  <c:v>1.983E-2</c:v>
                </c:pt>
                <c:pt idx="52">
                  <c:v>2.0299999999999999E-2</c:v>
                </c:pt>
                <c:pt idx="53">
                  <c:v>2.1099999999999997E-2</c:v>
                </c:pt>
                <c:pt idx="54">
                  <c:v>2.1179999999999997E-2</c:v>
                </c:pt>
                <c:pt idx="55">
                  <c:v>2.1090000000000001E-2</c:v>
                </c:pt>
                <c:pt idx="56">
                  <c:v>2.112E-2</c:v>
                </c:pt>
                <c:pt idx="57">
                  <c:v>2.1059999999999999E-2</c:v>
                </c:pt>
                <c:pt idx="58">
                  <c:v>2.0750000000000001E-2</c:v>
                </c:pt>
                <c:pt idx="59">
                  <c:v>2.069E-2</c:v>
                </c:pt>
                <c:pt idx="60">
                  <c:v>2.129E-2</c:v>
                </c:pt>
                <c:pt idx="61">
                  <c:v>2.257E-2</c:v>
                </c:pt>
                <c:pt idx="62">
                  <c:v>2.4729999999999999E-2</c:v>
                </c:pt>
                <c:pt idx="63">
                  <c:v>2.3019999999999999E-2</c:v>
                </c:pt>
                <c:pt idx="64">
                  <c:v>2.283E-2</c:v>
                </c:pt>
                <c:pt idx="65">
                  <c:v>2.2850000000000002E-2</c:v>
                </c:pt>
                <c:pt idx="66">
                  <c:v>2.3019999999999999E-2</c:v>
                </c:pt>
                <c:pt idx="67">
                  <c:v>2.249E-2</c:v>
                </c:pt>
                <c:pt idx="68">
                  <c:v>2.222E-2</c:v>
                </c:pt>
                <c:pt idx="69">
                  <c:v>2.1899999999999999E-2</c:v>
                </c:pt>
                <c:pt idx="70">
                  <c:v>1.9910000000000001E-2</c:v>
                </c:pt>
                <c:pt idx="71">
                  <c:v>2.1640000000000003E-2</c:v>
                </c:pt>
                <c:pt idx="72">
                  <c:v>2.2349999999999998E-2</c:v>
                </c:pt>
                <c:pt idx="73">
                  <c:v>2.402E-2</c:v>
                </c:pt>
                <c:pt idx="74">
                  <c:v>2.3119999999999998E-2</c:v>
                </c:pt>
                <c:pt idx="75">
                  <c:v>2.315E-2</c:v>
                </c:pt>
                <c:pt idx="76">
                  <c:v>2.351E-2</c:v>
                </c:pt>
                <c:pt idx="77">
                  <c:v>2.419E-2</c:v>
                </c:pt>
                <c:pt idx="78">
                  <c:v>2.3769999999999999E-2</c:v>
                </c:pt>
                <c:pt idx="79">
                  <c:v>2.3959999999999999E-2</c:v>
                </c:pt>
                <c:pt idx="80">
                  <c:v>2.2690000000000002E-2</c:v>
                </c:pt>
                <c:pt idx="81">
                  <c:v>2.283E-2</c:v>
                </c:pt>
                <c:pt idx="82">
                  <c:v>2.316E-2</c:v>
                </c:pt>
                <c:pt idx="83">
                  <c:v>2.2090000000000002E-2</c:v>
                </c:pt>
                <c:pt idx="84">
                  <c:v>2.299E-2</c:v>
                </c:pt>
                <c:pt idx="85">
                  <c:v>2.4169999999999997E-2</c:v>
                </c:pt>
                <c:pt idx="86">
                  <c:v>2.4329999999999997E-2</c:v>
                </c:pt>
                <c:pt idx="87">
                  <c:v>2.4750000000000001E-2</c:v>
                </c:pt>
                <c:pt idx="88">
                  <c:v>2.4249999999999997E-2</c:v>
                </c:pt>
                <c:pt idx="89">
                  <c:v>2.6249999999999999E-2</c:v>
                </c:pt>
                <c:pt idx="90">
                  <c:v>2.5750000000000002E-2</c:v>
                </c:pt>
                <c:pt idx="91">
                  <c:v>2.5619999999999997E-2</c:v>
                </c:pt>
                <c:pt idx="92">
                  <c:v>2.6009999999999998E-2</c:v>
                </c:pt>
                <c:pt idx="93">
                  <c:v>2.5559999999999999E-2</c:v>
                </c:pt>
                <c:pt idx="94">
                  <c:v>2.5530000000000001E-2</c:v>
                </c:pt>
                <c:pt idx="95">
                  <c:v>2.6699999999999998E-2</c:v>
                </c:pt>
                <c:pt idx="96">
                  <c:v>2.7799999999999998E-2</c:v>
                </c:pt>
                <c:pt idx="97">
                  <c:v>2.7040000000000002E-2</c:v>
                </c:pt>
                <c:pt idx="98">
                  <c:v>2.843E-2</c:v>
                </c:pt>
                <c:pt idx="99">
                  <c:v>2.5739999999999999E-2</c:v>
                </c:pt>
                <c:pt idx="100">
                  <c:v>2.596E-2</c:v>
                </c:pt>
                <c:pt idx="101">
                  <c:v>2.3109999999999999E-2</c:v>
                </c:pt>
                <c:pt idx="102">
                  <c:v>2.3439999999999999E-2</c:v>
                </c:pt>
                <c:pt idx="103">
                  <c:v>2.5049999999999999E-2</c:v>
                </c:pt>
                <c:pt idx="104">
                  <c:v>2.4980000000000002E-2</c:v>
                </c:pt>
                <c:pt idx="105">
                  <c:v>2.274E-2</c:v>
                </c:pt>
                <c:pt idx="106">
                  <c:v>2.291E-2</c:v>
                </c:pt>
                <c:pt idx="107">
                  <c:v>2.3239999999999997E-2</c:v>
                </c:pt>
                <c:pt idx="108">
                  <c:v>2.1139999999999999E-2</c:v>
                </c:pt>
                <c:pt idx="109">
                  <c:v>2.145E-2</c:v>
                </c:pt>
                <c:pt idx="110">
                  <c:v>2.155E-2</c:v>
                </c:pt>
                <c:pt idx="111">
                  <c:v>2.3170000000000003E-2</c:v>
                </c:pt>
                <c:pt idx="112">
                  <c:v>2.334E-2</c:v>
                </c:pt>
                <c:pt idx="113">
                  <c:v>2.4140000000000002E-2</c:v>
                </c:pt>
                <c:pt idx="114">
                  <c:v>2.4319999999999998E-2</c:v>
                </c:pt>
                <c:pt idx="115">
                  <c:v>2.5059999999999999E-2</c:v>
                </c:pt>
                <c:pt idx="116">
                  <c:v>2.4550000000000002E-2</c:v>
                </c:pt>
                <c:pt idx="117">
                  <c:v>2.4780000000000003E-2</c:v>
                </c:pt>
                <c:pt idx="118">
                  <c:v>2.487E-2</c:v>
                </c:pt>
                <c:pt idx="119">
                  <c:v>2.4849999999999997E-2</c:v>
                </c:pt>
                <c:pt idx="120">
                  <c:v>2.4049999999999998E-2</c:v>
                </c:pt>
                <c:pt idx="121">
                  <c:v>2.3570000000000001E-2</c:v>
                </c:pt>
                <c:pt idx="122">
                  <c:v>2.3140000000000001E-2</c:v>
                </c:pt>
                <c:pt idx="123">
                  <c:v>2.3189999999999999E-2</c:v>
                </c:pt>
                <c:pt idx="124">
                  <c:v>2.341E-2</c:v>
                </c:pt>
                <c:pt idx="125">
                  <c:v>2.3029999999999998E-2</c:v>
                </c:pt>
                <c:pt idx="126">
                  <c:v>2.3719999999999998E-2</c:v>
                </c:pt>
                <c:pt idx="127">
                  <c:v>2.3869999999999999E-2</c:v>
                </c:pt>
                <c:pt idx="128">
                  <c:v>2.4620000000000003E-2</c:v>
                </c:pt>
                <c:pt idx="129">
                  <c:v>2.665E-2</c:v>
                </c:pt>
                <c:pt idx="130">
                  <c:v>2.6929999999999999E-2</c:v>
                </c:pt>
                <c:pt idx="131">
                  <c:v>2.7890000000000002E-2</c:v>
                </c:pt>
                <c:pt idx="132">
                  <c:v>2.581E-2</c:v>
                </c:pt>
                <c:pt idx="133">
                  <c:v>2.6530000000000001E-2</c:v>
                </c:pt>
                <c:pt idx="134">
                  <c:v>2.632E-2</c:v>
                </c:pt>
                <c:pt idx="135">
                  <c:v>2.53E-2</c:v>
                </c:pt>
                <c:pt idx="136">
                  <c:v>2.4310000000000002E-2</c:v>
                </c:pt>
                <c:pt idx="137">
                  <c:v>2.3690000000000003E-2</c:v>
                </c:pt>
                <c:pt idx="138">
                  <c:v>2.3990000000000001E-2</c:v>
                </c:pt>
                <c:pt idx="139">
                  <c:v>2.6920000000000003E-2</c:v>
                </c:pt>
                <c:pt idx="140">
                  <c:v>2.6549999999999997E-2</c:v>
                </c:pt>
                <c:pt idx="141">
                  <c:v>2.7220000000000001E-2</c:v>
                </c:pt>
                <c:pt idx="142">
                  <c:v>2.7290000000000002E-2</c:v>
                </c:pt>
                <c:pt idx="143">
                  <c:v>2.664E-2</c:v>
                </c:pt>
                <c:pt idx="144">
                  <c:v>2.6150000000000003E-2</c:v>
                </c:pt>
                <c:pt idx="145">
                  <c:v>2.664E-2</c:v>
                </c:pt>
                <c:pt idx="146">
                  <c:v>2.7440000000000003E-2</c:v>
                </c:pt>
                <c:pt idx="147">
                  <c:v>2.6040000000000001E-2</c:v>
                </c:pt>
                <c:pt idx="148">
                  <c:v>2.4900000000000002E-2</c:v>
                </c:pt>
                <c:pt idx="149">
                  <c:v>2.596E-2</c:v>
                </c:pt>
                <c:pt idx="150">
                  <c:v>2.7450000000000002E-2</c:v>
                </c:pt>
                <c:pt idx="151">
                  <c:v>2.7490000000000001E-2</c:v>
                </c:pt>
                <c:pt idx="152">
                  <c:v>2.683E-2</c:v>
                </c:pt>
                <c:pt idx="153">
                  <c:v>2.6720000000000001E-2</c:v>
                </c:pt>
                <c:pt idx="154">
                  <c:v>2.6339999999999999E-2</c:v>
                </c:pt>
                <c:pt idx="155">
                  <c:v>2.4849999999999997E-2</c:v>
                </c:pt>
                <c:pt idx="156">
                  <c:v>2.5179999999999998E-2</c:v>
                </c:pt>
                <c:pt idx="157">
                  <c:v>2.5049999999999999E-2</c:v>
                </c:pt>
                <c:pt idx="158">
                  <c:v>3.0019999999999998E-2</c:v>
                </c:pt>
                <c:pt idx="159">
                  <c:v>2.9670000000000002E-2</c:v>
                </c:pt>
                <c:pt idx="160">
                  <c:v>3.109E-2</c:v>
                </c:pt>
                <c:pt idx="161">
                  <c:v>3.1200000000000002E-2</c:v>
                </c:pt>
                <c:pt idx="162">
                  <c:v>3.1800000000000002E-2</c:v>
                </c:pt>
                <c:pt idx="163">
                  <c:v>2.8159999999999998E-2</c:v>
                </c:pt>
                <c:pt idx="164">
                  <c:v>2.9300000000000003E-2</c:v>
                </c:pt>
                <c:pt idx="165">
                  <c:v>2.9960000000000001E-2</c:v>
                </c:pt>
                <c:pt idx="166">
                  <c:v>2.8239999999999998E-2</c:v>
                </c:pt>
                <c:pt idx="167">
                  <c:v>2.7440000000000003E-2</c:v>
                </c:pt>
                <c:pt idx="168">
                  <c:v>3.177E-2</c:v>
                </c:pt>
                <c:pt idx="169">
                  <c:v>3.2099999999999997E-2</c:v>
                </c:pt>
                <c:pt idx="170">
                  <c:v>3.1789999999999999E-2</c:v>
                </c:pt>
                <c:pt idx="171">
                  <c:v>3.1219999999999998E-2</c:v>
                </c:pt>
                <c:pt idx="172">
                  <c:v>3.1600000000000003E-2</c:v>
                </c:pt>
                <c:pt idx="173">
                  <c:v>3.2919999999999998E-2</c:v>
                </c:pt>
                <c:pt idx="174">
                  <c:v>3.3279999999999997E-2</c:v>
                </c:pt>
                <c:pt idx="175">
                  <c:v>2.9600000000000001E-2</c:v>
                </c:pt>
                <c:pt idx="176">
                  <c:v>2.9249999999999998E-2</c:v>
                </c:pt>
                <c:pt idx="177">
                  <c:v>2.8159999999999998E-2</c:v>
                </c:pt>
                <c:pt idx="178">
                  <c:v>2.7019999999999999E-2</c:v>
                </c:pt>
                <c:pt idx="179">
                  <c:v>2.6099999999999998E-2</c:v>
                </c:pt>
                <c:pt idx="180">
                  <c:v>2.4830000000000001E-2</c:v>
                </c:pt>
                <c:pt idx="181">
                  <c:v>2.5339999999999998E-2</c:v>
                </c:pt>
                <c:pt idx="182">
                  <c:v>2.5840000000000002E-2</c:v>
                </c:pt>
                <c:pt idx="183">
                  <c:v>2.588E-2</c:v>
                </c:pt>
                <c:pt idx="184">
                  <c:v>2.5750000000000002E-2</c:v>
                </c:pt>
                <c:pt idx="185">
                  <c:v>2.5649999999999999E-2</c:v>
                </c:pt>
                <c:pt idx="186">
                  <c:v>2.5080000000000002E-2</c:v>
                </c:pt>
                <c:pt idx="187">
                  <c:v>2.4729999999999999E-2</c:v>
                </c:pt>
                <c:pt idx="188">
                  <c:v>2.5319999999999999E-2</c:v>
                </c:pt>
                <c:pt idx="189">
                  <c:v>2.5190000000000001E-2</c:v>
                </c:pt>
                <c:pt idx="190">
                  <c:v>2.4840000000000001E-2</c:v>
                </c:pt>
                <c:pt idx="191">
                  <c:v>2.4470000000000002E-2</c:v>
                </c:pt>
                <c:pt idx="192">
                  <c:v>2.469E-2</c:v>
                </c:pt>
                <c:pt idx="193">
                  <c:v>2.452E-2</c:v>
                </c:pt>
                <c:pt idx="194">
                  <c:v>2.4479999999999998E-2</c:v>
                </c:pt>
                <c:pt idx="195">
                  <c:v>2.452E-2</c:v>
                </c:pt>
                <c:pt idx="196">
                  <c:v>2.5390000000000003E-2</c:v>
                </c:pt>
                <c:pt idx="197">
                  <c:v>2.4920000000000001E-2</c:v>
                </c:pt>
                <c:pt idx="198">
                  <c:v>2.6200000000000001E-2</c:v>
                </c:pt>
                <c:pt idx="199">
                  <c:v>2.6210000000000001E-2</c:v>
                </c:pt>
                <c:pt idx="200">
                  <c:v>2.6089999999999999E-2</c:v>
                </c:pt>
                <c:pt idx="201">
                  <c:v>2.5510000000000001E-2</c:v>
                </c:pt>
                <c:pt idx="202">
                  <c:v>2.444E-2</c:v>
                </c:pt>
                <c:pt idx="203">
                  <c:v>2.479E-2</c:v>
                </c:pt>
                <c:pt idx="204">
                  <c:v>2.4639999999999999E-2</c:v>
                </c:pt>
                <c:pt idx="205">
                  <c:v>2.4639999999999999E-2</c:v>
                </c:pt>
                <c:pt idx="206">
                  <c:v>2.4590000000000001E-2</c:v>
                </c:pt>
                <c:pt idx="207">
                  <c:v>2.4230000000000002E-2</c:v>
                </c:pt>
                <c:pt idx="208">
                  <c:v>2.5559999999999999E-2</c:v>
                </c:pt>
                <c:pt idx="209">
                  <c:v>2.598E-2</c:v>
                </c:pt>
                <c:pt idx="210">
                  <c:v>2.6040000000000001E-2</c:v>
                </c:pt>
                <c:pt idx="211">
                  <c:v>2.6210000000000001E-2</c:v>
                </c:pt>
                <c:pt idx="212">
                  <c:v>2.5329999999999998E-2</c:v>
                </c:pt>
                <c:pt idx="213">
                  <c:v>2.5139999999999999E-2</c:v>
                </c:pt>
                <c:pt idx="214">
                  <c:v>2.4740000000000002E-2</c:v>
                </c:pt>
                <c:pt idx="215">
                  <c:v>2.4550000000000002E-2</c:v>
                </c:pt>
                <c:pt idx="216">
                  <c:v>2.5080000000000002E-2</c:v>
                </c:pt>
                <c:pt idx="217">
                  <c:v>2.5139999999999999E-2</c:v>
                </c:pt>
                <c:pt idx="218">
                  <c:v>2.513E-2</c:v>
                </c:pt>
                <c:pt idx="219">
                  <c:v>2.5179999999999998E-2</c:v>
                </c:pt>
                <c:pt idx="220">
                  <c:v>2.5070000000000002E-2</c:v>
                </c:pt>
                <c:pt idx="221">
                  <c:v>2.4840000000000001E-2</c:v>
                </c:pt>
                <c:pt idx="222">
                  <c:v>2.4060000000000002E-2</c:v>
                </c:pt>
                <c:pt idx="223">
                  <c:v>2.4150000000000001E-2</c:v>
                </c:pt>
                <c:pt idx="224">
                  <c:v>2.427E-2</c:v>
                </c:pt>
                <c:pt idx="225">
                  <c:v>2.3969999999999998E-2</c:v>
                </c:pt>
                <c:pt idx="226">
                  <c:v>2.4590000000000001E-2</c:v>
                </c:pt>
                <c:pt idx="227">
                  <c:v>2.4629999999999999E-2</c:v>
                </c:pt>
                <c:pt idx="228">
                  <c:v>2.5659999999999999E-2</c:v>
                </c:pt>
                <c:pt idx="229">
                  <c:v>2.4510000000000001E-2</c:v>
                </c:pt>
                <c:pt idx="230">
                  <c:v>2.4990000000000002E-2</c:v>
                </c:pt>
                <c:pt idx="231">
                  <c:v>2.5009999999999998E-2</c:v>
                </c:pt>
                <c:pt idx="232">
                  <c:v>2.537E-2</c:v>
                </c:pt>
                <c:pt idx="233">
                  <c:v>2.5590000000000002E-2</c:v>
                </c:pt>
                <c:pt idx="234">
                  <c:v>2.895E-2</c:v>
                </c:pt>
                <c:pt idx="235">
                  <c:v>2.656E-2</c:v>
                </c:pt>
                <c:pt idx="236">
                  <c:v>2.6259999999999999E-2</c:v>
                </c:pt>
                <c:pt idx="237">
                  <c:v>2.6610000000000002E-2</c:v>
                </c:pt>
                <c:pt idx="238">
                  <c:v>2.6699999999999998E-2</c:v>
                </c:pt>
                <c:pt idx="239">
                  <c:v>2.589E-2</c:v>
                </c:pt>
                <c:pt idx="240">
                  <c:v>2.6210000000000001E-2</c:v>
                </c:pt>
                <c:pt idx="241">
                  <c:v>2.3639999999999998E-2</c:v>
                </c:pt>
                <c:pt idx="242">
                  <c:v>2.3269999999999999E-2</c:v>
                </c:pt>
                <c:pt idx="243">
                  <c:v>2.3650000000000001E-2</c:v>
                </c:pt>
                <c:pt idx="244">
                  <c:v>2.3460000000000002E-2</c:v>
                </c:pt>
                <c:pt idx="245">
                  <c:v>2.4029999999999999E-2</c:v>
                </c:pt>
                <c:pt idx="246">
                  <c:v>2.3889999999999998E-2</c:v>
                </c:pt>
                <c:pt idx="247">
                  <c:v>2.469E-2</c:v>
                </c:pt>
                <c:pt idx="248">
                  <c:v>2.5760000000000002E-2</c:v>
                </c:pt>
                <c:pt idx="249">
                  <c:v>2.7050000000000001E-2</c:v>
                </c:pt>
                <c:pt idx="250">
                  <c:v>2.6579999999999999E-2</c:v>
                </c:pt>
                <c:pt idx="251">
                  <c:v>2.9529999999999997E-2</c:v>
                </c:pt>
                <c:pt idx="252">
                  <c:v>2.7519999999999999E-2</c:v>
                </c:pt>
                <c:pt idx="253">
                  <c:v>2.9060000000000002E-2</c:v>
                </c:pt>
                <c:pt idx="254">
                  <c:v>2.7029999999999998E-2</c:v>
                </c:pt>
                <c:pt idx="255">
                  <c:v>2.7910000000000001E-2</c:v>
                </c:pt>
                <c:pt idx="256">
                  <c:v>2.666E-2</c:v>
                </c:pt>
                <c:pt idx="257">
                  <c:v>2.6169999999999999E-2</c:v>
                </c:pt>
                <c:pt idx="258">
                  <c:v>2.427E-2</c:v>
                </c:pt>
                <c:pt idx="259">
                  <c:v>2.4460000000000003E-2</c:v>
                </c:pt>
                <c:pt idx="260">
                  <c:v>2.5150000000000002E-2</c:v>
                </c:pt>
                <c:pt idx="261">
                  <c:v>2.3370000000000002E-2</c:v>
                </c:pt>
                <c:pt idx="262">
                  <c:v>2.4660000000000001E-2</c:v>
                </c:pt>
                <c:pt idx="263">
                  <c:v>2.5779999999999997E-2</c:v>
                </c:pt>
                <c:pt idx="264">
                  <c:v>2.6200000000000001E-2</c:v>
                </c:pt>
                <c:pt idx="265">
                  <c:v>2.666E-2</c:v>
                </c:pt>
                <c:pt idx="266">
                  <c:v>2.6789999999999998E-2</c:v>
                </c:pt>
                <c:pt idx="267">
                  <c:v>2.725E-2</c:v>
                </c:pt>
                <c:pt idx="268">
                  <c:v>2.6160000000000003E-2</c:v>
                </c:pt>
                <c:pt idx="269">
                  <c:v>2.6210000000000001E-2</c:v>
                </c:pt>
                <c:pt idx="270">
                  <c:v>2.7060000000000001E-2</c:v>
                </c:pt>
                <c:pt idx="271">
                  <c:v>2.664E-2</c:v>
                </c:pt>
                <c:pt idx="272">
                  <c:v>2.5760000000000002E-2</c:v>
                </c:pt>
                <c:pt idx="273">
                  <c:v>2.6699999999999998E-2</c:v>
                </c:pt>
                <c:pt idx="274">
                  <c:v>2.6720000000000001E-2</c:v>
                </c:pt>
                <c:pt idx="275">
                  <c:v>2.7349999999999999E-2</c:v>
                </c:pt>
                <c:pt idx="276">
                  <c:v>2.6469999999999997E-2</c:v>
                </c:pt>
                <c:pt idx="277">
                  <c:v>2.6720000000000001E-2</c:v>
                </c:pt>
                <c:pt idx="278">
                  <c:v>2.6539999999999998E-2</c:v>
                </c:pt>
                <c:pt idx="279">
                  <c:v>2.682E-2</c:v>
                </c:pt>
                <c:pt idx="280">
                  <c:v>2.7759999999999996E-2</c:v>
                </c:pt>
                <c:pt idx="281">
                  <c:v>2.6949999999999998E-2</c:v>
                </c:pt>
                <c:pt idx="282">
                  <c:v>2.7690000000000003E-2</c:v>
                </c:pt>
                <c:pt idx="283">
                  <c:v>2.9980000000000003E-2</c:v>
                </c:pt>
                <c:pt idx="284">
                  <c:v>3.0120000000000001E-2</c:v>
                </c:pt>
                <c:pt idx="285">
                  <c:v>3.0609999999999998E-2</c:v>
                </c:pt>
                <c:pt idx="286">
                  <c:v>3.0059999999999996E-2</c:v>
                </c:pt>
                <c:pt idx="287">
                  <c:v>2.963E-2</c:v>
                </c:pt>
                <c:pt idx="288">
                  <c:v>2.896E-2</c:v>
                </c:pt>
                <c:pt idx="289">
                  <c:v>2.9440000000000001E-2</c:v>
                </c:pt>
                <c:pt idx="290">
                  <c:v>2.9319999999999999E-2</c:v>
                </c:pt>
                <c:pt idx="291">
                  <c:v>3.0280000000000001E-2</c:v>
                </c:pt>
                <c:pt idx="292">
                  <c:v>3.0470000000000001E-2</c:v>
                </c:pt>
                <c:pt idx="293">
                  <c:v>2.8969999999999999E-2</c:v>
                </c:pt>
                <c:pt idx="294">
                  <c:v>3.0590000000000003E-2</c:v>
                </c:pt>
                <c:pt idx="295">
                  <c:v>3.1669999999999997E-2</c:v>
                </c:pt>
                <c:pt idx="296">
                  <c:v>3.1719999999999998E-2</c:v>
                </c:pt>
                <c:pt idx="297">
                  <c:v>3.1560000000000005E-2</c:v>
                </c:pt>
                <c:pt idx="298">
                  <c:v>3.124E-2</c:v>
                </c:pt>
                <c:pt idx="299">
                  <c:v>3.1030000000000002E-2</c:v>
                </c:pt>
                <c:pt idx="300">
                  <c:v>3.159E-2</c:v>
                </c:pt>
                <c:pt idx="301">
                  <c:v>3.1560000000000005E-2</c:v>
                </c:pt>
                <c:pt idx="302">
                  <c:v>3.0890000000000001E-2</c:v>
                </c:pt>
                <c:pt idx="303">
                  <c:v>3.125E-2</c:v>
                </c:pt>
                <c:pt idx="304">
                  <c:v>3.1009999999999999E-2</c:v>
                </c:pt>
                <c:pt idx="305">
                  <c:v>3.1579999999999997E-2</c:v>
                </c:pt>
                <c:pt idx="306">
                  <c:v>3.1609999999999999E-2</c:v>
                </c:pt>
                <c:pt idx="307">
                  <c:v>3.1370000000000002E-2</c:v>
                </c:pt>
                <c:pt idx="308">
                  <c:v>3.0970000000000001E-2</c:v>
                </c:pt>
                <c:pt idx="309">
                  <c:v>3.0089999999999999E-2</c:v>
                </c:pt>
                <c:pt idx="310">
                  <c:v>2.971E-2</c:v>
                </c:pt>
                <c:pt idx="311">
                  <c:v>3.0350000000000002E-2</c:v>
                </c:pt>
                <c:pt idx="312">
                  <c:v>3.0289999999999997E-2</c:v>
                </c:pt>
                <c:pt idx="313">
                  <c:v>2.9380000000000003E-2</c:v>
                </c:pt>
                <c:pt idx="314">
                  <c:v>2.9270000000000001E-2</c:v>
                </c:pt>
                <c:pt idx="315">
                  <c:v>3.116E-2</c:v>
                </c:pt>
                <c:pt idx="316">
                  <c:v>2.9759999999999998E-2</c:v>
                </c:pt>
                <c:pt idx="317">
                  <c:v>2.9449999999999997E-2</c:v>
                </c:pt>
                <c:pt idx="318">
                  <c:v>2.92E-2</c:v>
                </c:pt>
                <c:pt idx="319">
                  <c:v>2.895E-2</c:v>
                </c:pt>
                <c:pt idx="320">
                  <c:v>2.9360000000000001E-2</c:v>
                </c:pt>
                <c:pt idx="321">
                  <c:v>3.0009999999999998E-2</c:v>
                </c:pt>
                <c:pt idx="322">
                  <c:v>2.9820000000000003E-2</c:v>
                </c:pt>
                <c:pt idx="323">
                  <c:v>2.9910000000000003E-2</c:v>
                </c:pt>
                <c:pt idx="324">
                  <c:v>2.9079999999999998E-2</c:v>
                </c:pt>
                <c:pt idx="325">
                  <c:v>2.9919999999999999E-2</c:v>
                </c:pt>
                <c:pt idx="326">
                  <c:v>3.4599999999999999E-2</c:v>
                </c:pt>
                <c:pt idx="327">
                  <c:v>3.3639999999999996E-2</c:v>
                </c:pt>
                <c:pt idx="328">
                  <c:v>3.27E-2</c:v>
                </c:pt>
                <c:pt idx="329">
                  <c:v>3.4340000000000002E-2</c:v>
                </c:pt>
                <c:pt idx="330">
                  <c:v>3.4180000000000002E-2</c:v>
                </c:pt>
                <c:pt idx="331">
                  <c:v>3.5290000000000002E-2</c:v>
                </c:pt>
                <c:pt idx="332">
                  <c:v>3.7919999999999995E-2</c:v>
                </c:pt>
                <c:pt idx="333">
                  <c:v>3.7350000000000001E-2</c:v>
                </c:pt>
                <c:pt idx="334">
                  <c:v>3.7290000000000004E-2</c:v>
                </c:pt>
                <c:pt idx="335">
                  <c:v>3.739E-2</c:v>
                </c:pt>
                <c:pt idx="336">
                  <c:v>3.7220000000000003E-2</c:v>
                </c:pt>
                <c:pt idx="337">
                  <c:v>3.746E-2</c:v>
                </c:pt>
                <c:pt idx="338">
                  <c:v>3.5049999999999998E-2</c:v>
                </c:pt>
                <c:pt idx="339">
                  <c:v>3.5349999999999999E-2</c:v>
                </c:pt>
                <c:pt idx="340">
                  <c:v>3.4360000000000002E-2</c:v>
                </c:pt>
                <c:pt idx="341">
                  <c:v>3.5310000000000001E-2</c:v>
                </c:pt>
                <c:pt idx="342">
                  <c:v>3.5379999999999995E-2</c:v>
                </c:pt>
                <c:pt idx="343">
                  <c:v>3.5769999999999996E-2</c:v>
                </c:pt>
                <c:pt idx="344">
                  <c:v>3.6799999999999999E-2</c:v>
                </c:pt>
                <c:pt idx="345">
                  <c:v>3.6760000000000001E-2</c:v>
                </c:pt>
                <c:pt idx="346">
                  <c:v>3.5790000000000002E-2</c:v>
                </c:pt>
                <c:pt idx="347">
                  <c:v>3.5929999999999997E-2</c:v>
                </c:pt>
                <c:pt idx="348">
                  <c:v>3.5580000000000001E-2</c:v>
                </c:pt>
                <c:pt idx="349">
                  <c:v>3.6019999999999996E-2</c:v>
                </c:pt>
                <c:pt idx="350">
                  <c:v>3.8900000000000004E-2</c:v>
                </c:pt>
                <c:pt idx="351">
                  <c:v>3.9109999999999999E-2</c:v>
                </c:pt>
                <c:pt idx="352">
                  <c:v>3.9559999999999998E-2</c:v>
                </c:pt>
                <c:pt idx="353">
                  <c:v>3.943E-2</c:v>
                </c:pt>
                <c:pt idx="354">
                  <c:v>4.002E-2</c:v>
                </c:pt>
                <c:pt idx="355">
                  <c:v>3.9759999999999997E-2</c:v>
                </c:pt>
                <c:pt idx="356">
                  <c:v>4.0010000000000004E-2</c:v>
                </c:pt>
                <c:pt idx="357">
                  <c:v>4.061E-2</c:v>
                </c:pt>
                <c:pt idx="358">
                  <c:v>3.9469999999999998E-2</c:v>
                </c:pt>
                <c:pt idx="359">
                  <c:v>3.9480000000000001E-2</c:v>
                </c:pt>
                <c:pt idx="360">
                  <c:v>3.8610000000000005E-2</c:v>
                </c:pt>
                <c:pt idx="361">
                  <c:v>3.9050000000000001E-2</c:v>
                </c:pt>
                <c:pt idx="362">
                  <c:v>3.9489999999999997E-2</c:v>
                </c:pt>
                <c:pt idx="363">
                  <c:v>4.0199999999999993E-2</c:v>
                </c:pt>
                <c:pt idx="364">
                  <c:v>4.0689999999999997E-2</c:v>
                </c:pt>
                <c:pt idx="365">
                  <c:v>4.045E-2</c:v>
                </c:pt>
                <c:pt idx="366">
                  <c:v>4.027E-2</c:v>
                </c:pt>
                <c:pt idx="367">
                  <c:v>3.9789999999999999E-2</c:v>
                </c:pt>
                <c:pt idx="368">
                  <c:v>3.9050000000000001E-2</c:v>
                </c:pt>
                <c:pt idx="369">
                  <c:v>3.8989999999999997E-2</c:v>
                </c:pt>
                <c:pt idx="370">
                  <c:v>3.6110000000000003E-2</c:v>
                </c:pt>
                <c:pt idx="371">
                  <c:v>3.6659999999999998E-2</c:v>
                </c:pt>
                <c:pt idx="372">
                  <c:v>3.7319999999999999E-2</c:v>
                </c:pt>
                <c:pt idx="373">
                  <c:v>3.7919999999999995E-2</c:v>
                </c:pt>
                <c:pt idx="374">
                  <c:v>3.7280000000000001E-2</c:v>
                </c:pt>
                <c:pt idx="375">
                  <c:v>3.6670000000000001E-2</c:v>
                </c:pt>
                <c:pt idx="376">
                  <c:v>3.6389999999999999E-2</c:v>
                </c:pt>
                <c:pt idx="377">
                  <c:v>3.6150000000000002E-2</c:v>
                </c:pt>
                <c:pt idx="378">
                  <c:v>3.4910000000000004E-2</c:v>
                </c:pt>
                <c:pt idx="379">
                  <c:v>3.5339999999999996E-2</c:v>
                </c:pt>
                <c:pt idx="380">
                  <c:v>3.5179999999999996E-2</c:v>
                </c:pt>
                <c:pt idx="381">
                  <c:v>3.5810000000000002E-2</c:v>
                </c:pt>
                <c:pt idx="382">
                  <c:v>3.5200000000000002E-2</c:v>
                </c:pt>
                <c:pt idx="383">
                  <c:v>3.4079999999999999E-2</c:v>
                </c:pt>
                <c:pt idx="384">
                  <c:v>3.4270000000000002E-2</c:v>
                </c:pt>
                <c:pt idx="385">
                  <c:v>3.3959999999999997E-2</c:v>
                </c:pt>
                <c:pt idx="386">
                  <c:v>3.4329999999999999E-2</c:v>
                </c:pt>
                <c:pt idx="387">
                  <c:v>3.4169999999999999E-2</c:v>
                </c:pt>
                <c:pt idx="388">
                  <c:v>3.363E-2</c:v>
                </c:pt>
                <c:pt idx="389">
                  <c:v>3.2780000000000004E-2</c:v>
                </c:pt>
                <c:pt idx="390">
                  <c:v>3.2959999999999996E-2</c:v>
                </c:pt>
                <c:pt idx="391">
                  <c:v>3.2379999999999999E-2</c:v>
                </c:pt>
                <c:pt idx="392">
                  <c:v>3.3239999999999999E-2</c:v>
                </c:pt>
                <c:pt idx="393">
                  <c:v>3.2939999999999997E-2</c:v>
                </c:pt>
                <c:pt idx="394">
                  <c:v>3.1719999999999998E-2</c:v>
                </c:pt>
                <c:pt idx="395">
                  <c:v>3.1800000000000002E-2</c:v>
                </c:pt>
                <c:pt idx="396">
                  <c:v>3.1850000000000003E-2</c:v>
                </c:pt>
                <c:pt idx="397">
                  <c:v>3.1789999999999999E-2</c:v>
                </c:pt>
                <c:pt idx="398">
                  <c:v>3.1869999999999996E-2</c:v>
                </c:pt>
                <c:pt idx="399">
                  <c:v>3.1949999999999999E-2</c:v>
                </c:pt>
                <c:pt idx="400">
                  <c:v>3.209E-2</c:v>
                </c:pt>
                <c:pt idx="401">
                  <c:v>3.295E-2</c:v>
                </c:pt>
                <c:pt idx="402">
                  <c:v>3.2959999999999996E-2</c:v>
                </c:pt>
                <c:pt idx="403">
                  <c:v>2.4799999999999999E-2</c:v>
                </c:pt>
                <c:pt idx="404">
                  <c:v>2.6869999999999998E-2</c:v>
                </c:pt>
                <c:pt idx="405">
                  <c:v>2.8559999999999999E-2</c:v>
                </c:pt>
                <c:pt idx="406">
                  <c:v>2.6880000000000001E-2</c:v>
                </c:pt>
                <c:pt idx="407">
                  <c:v>2.7099999999999999E-2</c:v>
                </c:pt>
                <c:pt idx="408">
                  <c:v>2.6869999999999998E-2</c:v>
                </c:pt>
                <c:pt idx="409">
                  <c:v>2.8450000000000003E-2</c:v>
                </c:pt>
                <c:pt idx="410">
                  <c:v>2.9849999999999998E-2</c:v>
                </c:pt>
                <c:pt idx="411">
                  <c:v>3.0099999999999998E-2</c:v>
                </c:pt>
                <c:pt idx="412">
                  <c:v>2.879E-2</c:v>
                </c:pt>
                <c:pt idx="413">
                  <c:v>2.9350000000000001E-2</c:v>
                </c:pt>
                <c:pt idx="414">
                  <c:v>2.913E-2</c:v>
                </c:pt>
                <c:pt idx="415">
                  <c:v>3.0759999999999999E-2</c:v>
                </c:pt>
                <c:pt idx="416">
                  <c:v>2.946E-2</c:v>
                </c:pt>
                <c:pt idx="417">
                  <c:v>2.7810000000000001E-2</c:v>
                </c:pt>
                <c:pt idx="418">
                  <c:v>2.8069999999999998E-2</c:v>
                </c:pt>
                <c:pt idx="419">
                  <c:v>2.7970000000000002E-2</c:v>
                </c:pt>
                <c:pt idx="420">
                  <c:v>2.8650000000000002E-2</c:v>
                </c:pt>
                <c:pt idx="421">
                  <c:v>2.9229999999999999E-2</c:v>
                </c:pt>
                <c:pt idx="422">
                  <c:v>2.9679999999999998E-2</c:v>
                </c:pt>
                <c:pt idx="423">
                  <c:v>2.9500000000000002E-2</c:v>
                </c:pt>
                <c:pt idx="424">
                  <c:v>2.913E-2</c:v>
                </c:pt>
                <c:pt idx="425">
                  <c:v>2.878E-2</c:v>
                </c:pt>
                <c:pt idx="426">
                  <c:v>2.9180000000000001E-2</c:v>
                </c:pt>
                <c:pt idx="427">
                  <c:v>2.9180000000000001E-2</c:v>
                </c:pt>
                <c:pt idx="428">
                  <c:v>2.8319999999999998E-2</c:v>
                </c:pt>
                <c:pt idx="429">
                  <c:v>2.7619999999999999E-2</c:v>
                </c:pt>
                <c:pt idx="430">
                  <c:v>2.7360000000000002E-2</c:v>
                </c:pt>
                <c:pt idx="431">
                  <c:v>2.7149999999999997E-2</c:v>
                </c:pt>
                <c:pt idx="432">
                  <c:v>2.681E-2</c:v>
                </c:pt>
                <c:pt idx="433">
                  <c:v>2.6749999999999999E-2</c:v>
                </c:pt>
                <c:pt idx="434">
                  <c:v>2.6210000000000001E-2</c:v>
                </c:pt>
                <c:pt idx="435">
                  <c:v>2.6309999999999997E-2</c:v>
                </c:pt>
                <c:pt idx="436">
                  <c:v>2.5819999999999999E-2</c:v>
                </c:pt>
                <c:pt idx="437">
                  <c:v>2.5819999999999999E-2</c:v>
                </c:pt>
                <c:pt idx="438">
                  <c:v>2.6150000000000003E-2</c:v>
                </c:pt>
                <c:pt idx="439">
                  <c:v>2.5409999999999999E-2</c:v>
                </c:pt>
                <c:pt idx="440">
                  <c:v>2.6389999999999997E-2</c:v>
                </c:pt>
                <c:pt idx="441">
                  <c:v>2.6629999999999997E-2</c:v>
                </c:pt>
                <c:pt idx="442">
                  <c:v>2.5569999999999999E-2</c:v>
                </c:pt>
                <c:pt idx="443">
                  <c:v>2.6749999999999999E-2</c:v>
                </c:pt>
                <c:pt idx="444">
                  <c:v>2.6309999999999997E-2</c:v>
                </c:pt>
                <c:pt idx="445">
                  <c:v>2.6459999999999997E-2</c:v>
                </c:pt>
                <c:pt idx="446">
                  <c:v>2.656E-2</c:v>
                </c:pt>
                <c:pt idx="447">
                  <c:v>2.513E-2</c:v>
                </c:pt>
                <c:pt idx="448">
                  <c:v>2.5319999999999999E-2</c:v>
                </c:pt>
                <c:pt idx="449">
                  <c:v>2.521E-2</c:v>
                </c:pt>
                <c:pt idx="450">
                  <c:v>2.656E-2</c:v>
                </c:pt>
                <c:pt idx="451">
                  <c:v>2.5329999999999998E-2</c:v>
                </c:pt>
                <c:pt idx="452">
                  <c:v>2.5009999999999998E-2</c:v>
                </c:pt>
                <c:pt idx="453">
                  <c:v>2.4849999999999997E-2</c:v>
                </c:pt>
                <c:pt idx="454">
                  <c:v>2.4399999999999998E-2</c:v>
                </c:pt>
                <c:pt idx="455">
                  <c:v>2.5430000000000001E-2</c:v>
                </c:pt>
                <c:pt idx="456">
                  <c:v>2.4399999999999998E-2</c:v>
                </c:pt>
                <c:pt idx="457">
                  <c:v>2.4119999999999999E-2</c:v>
                </c:pt>
                <c:pt idx="458">
                  <c:v>2.342E-2</c:v>
                </c:pt>
                <c:pt idx="459">
                  <c:v>2.298E-2</c:v>
                </c:pt>
                <c:pt idx="460">
                  <c:v>2.3179999999999999E-2</c:v>
                </c:pt>
                <c:pt idx="461">
                  <c:v>2.1709999999999997E-2</c:v>
                </c:pt>
                <c:pt idx="462">
                  <c:v>2.1819999999999999E-2</c:v>
                </c:pt>
                <c:pt idx="463">
                  <c:v>2.1709999999999997E-2</c:v>
                </c:pt>
                <c:pt idx="464">
                  <c:v>2.2000000000000002E-2</c:v>
                </c:pt>
                <c:pt idx="465">
                  <c:v>2.2259999999999999E-2</c:v>
                </c:pt>
                <c:pt idx="466">
                  <c:v>2.1989999999999999E-2</c:v>
                </c:pt>
                <c:pt idx="467">
                  <c:v>2.3269999999999999E-2</c:v>
                </c:pt>
                <c:pt idx="468">
                  <c:v>2.3910000000000001E-2</c:v>
                </c:pt>
                <c:pt idx="469">
                  <c:v>2.392E-2</c:v>
                </c:pt>
                <c:pt idx="470">
                  <c:v>2.4230000000000002E-2</c:v>
                </c:pt>
                <c:pt idx="471">
                  <c:v>2.5139999999999999E-2</c:v>
                </c:pt>
                <c:pt idx="472">
                  <c:v>2.537E-2</c:v>
                </c:pt>
                <c:pt idx="473">
                  <c:v>2.6339999999999999E-2</c:v>
                </c:pt>
                <c:pt idx="474">
                  <c:v>2.6680000000000002E-2</c:v>
                </c:pt>
                <c:pt idx="475">
                  <c:v>2.6329999999999999E-2</c:v>
                </c:pt>
                <c:pt idx="476">
                  <c:v>2.6530000000000001E-2</c:v>
                </c:pt>
                <c:pt idx="477">
                  <c:v>2.6429999999999999E-2</c:v>
                </c:pt>
                <c:pt idx="478">
                  <c:v>2.3820000000000001E-2</c:v>
                </c:pt>
                <c:pt idx="479">
                  <c:v>2.5559999999999999E-2</c:v>
                </c:pt>
                <c:pt idx="480">
                  <c:v>2.6610000000000002E-2</c:v>
                </c:pt>
                <c:pt idx="481">
                  <c:v>2.7040000000000002E-2</c:v>
                </c:pt>
                <c:pt idx="482">
                  <c:v>2.7089999999999999E-2</c:v>
                </c:pt>
                <c:pt idx="483">
                  <c:v>2.4209999999999999E-2</c:v>
                </c:pt>
                <c:pt idx="484">
                  <c:v>2.4089999999999997E-2</c:v>
                </c:pt>
                <c:pt idx="485">
                  <c:v>2.4620000000000003E-2</c:v>
                </c:pt>
                <c:pt idx="486">
                  <c:v>2.383E-2</c:v>
                </c:pt>
                <c:pt idx="487">
                  <c:v>2.3910000000000001E-2</c:v>
                </c:pt>
                <c:pt idx="488">
                  <c:v>2.6169999999999999E-2</c:v>
                </c:pt>
                <c:pt idx="489">
                  <c:v>2.5870000000000001E-2</c:v>
                </c:pt>
                <c:pt idx="490">
                  <c:v>2.5419999999999998E-2</c:v>
                </c:pt>
                <c:pt idx="491">
                  <c:v>2.4750000000000001E-2</c:v>
                </c:pt>
                <c:pt idx="492">
                  <c:v>2.4780000000000003E-2</c:v>
                </c:pt>
                <c:pt idx="493">
                  <c:v>2.4559999999999998E-2</c:v>
                </c:pt>
                <c:pt idx="494">
                  <c:v>2.5089999999999998E-2</c:v>
                </c:pt>
                <c:pt idx="495">
                  <c:v>2.5019999999999997E-2</c:v>
                </c:pt>
                <c:pt idx="496">
                  <c:v>2.5179999999999998E-2</c:v>
                </c:pt>
                <c:pt idx="497">
                  <c:v>2.5350000000000001E-2</c:v>
                </c:pt>
                <c:pt idx="498">
                  <c:v>2.5750000000000002E-2</c:v>
                </c:pt>
                <c:pt idx="499">
                  <c:v>2.571E-2</c:v>
                </c:pt>
                <c:pt idx="500">
                  <c:v>2.622E-2</c:v>
                </c:pt>
                <c:pt idx="501">
                  <c:v>2.6429999999999999E-2</c:v>
                </c:pt>
                <c:pt idx="502">
                  <c:v>2.6179999999999998E-2</c:v>
                </c:pt>
                <c:pt idx="503">
                  <c:v>2.6360000000000001E-2</c:v>
                </c:pt>
                <c:pt idx="504">
                  <c:v>2.4460000000000003E-2</c:v>
                </c:pt>
                <c:pt idx="505">
                  <c:v>2.452E-2</c:v>
                </c:pt>
                <c:pt idx="506">
                  <c:v>2.589E-2</c:v>
                </c:pt>
                <c:pt idx="507">
                  <c:v>2.5899999999999999E-2</c:v>
                </c:pt>
                <c:pt idx="508">
                  <c:v>2.6070000000000003E-2</c:v>
                </c:pt>
                <c:pt idx="509">
                  <c:v>2.5760000000000002E-2</c:v>
                </c:pt>
                <c:pt idx="510">
                  <c:v>2.4670000000000001E-2</c:v>
                </c:pt>
                <c:pt idx="511">
                  <c:v>2.4809999999999999E-2</c:v>
                </c:pt>
                <c:pt idx="512">
                  <c:v>2.3620000000000002E-2</c:v>
                </c:pt>
                <c:pt idx="513">
                  <c:v>2.366E-2</c:v>
                </c:pt>
                <c:pt idx="514">
                  <c:v>2.384E-2</c:v>
                </c:pt>
                <c:pt idx="515">
                  <c:v>2.3239999999999997E-2</c:v>
                </c:pt>
                <c:pt idx="516">
                  <c:v>2.3269999999999999E-2</c:v>
                </c:pt>
                <c:pt idx="517">
                  <c:v>2.3220000000000001E-2</c:v>
                </c:pt>
                <c:pt idx="518">
                  <c:v>2.366E-2</c:v>
                </c:pt>
                <c:pt idx="519">
                  <c:v>2.41E-2</c:v>
                </c:pt>
                <c:pt idx="520">
                  <c:v>2.477E-2</c:v>
                </c:pt>
                <c:pt idx="521">
                  <c:v>2.4990000000000002E-2</c:v>
                </c:pt>
                <c:pt idx="522">
                  <c:v>2.6179999999999998E-2</c:v>
                </c:pt>
                <c:pt idx="523">
                  <c:v>2.6169999999999999E-2</c:v>
                </c:pt>
                <c:pt idx="524">
                  <c:v>2.921E-2</c:v>
                </c:pt>
                <c:pt idx="525">
                  <c:v>2.8559999999999999E-2</c:v>
                </c:pt>
                <c:pt idx="526">
                  <c:v>2.9260000000000001E-2</c:v>
                </c:pt>
                <c:pt idx="527">
                  <c:v>2.724E-2</c:v>
                </c:pt>
                <c:pt idx="528">
                  <c:v>2.6920000000000003E-2</c:v>
                </c:pt>
                <c:pt idx="529">
                  <c:v>2.5750000000000002E-2</c:v>
                </c:pt>
                <c:pt idx="530">
                  <c:v>2.5699999999999997E-2</c:v>
                </c:pt>
                <c:pt idx="531">
                  <c:v>2.6169999999999999E-2</c:v>
                </c:pt>
                <c:pt idx="532">
                  <c:v>2.6549999999999997E-2</c:v>
                </c:pt>
                <c:pt idx="533">
                  <c:v>2.6259999999999999E-2</c:v>
                </c:pt>
                <c:pt idx="534">
                  <c:v>2.6389999999999997E-2</c:v>
                </c:pt>
                <c:pt idx="535">
                  <c:v>2.6360000000000001E-2</c:v>
                </c:pt>
                <c:pt idx="536">
                  <c:v>2.734E-2</c:v>
                </c:pt>
                <c:pt idx="537">
                  <c:v>2.7360000000000002E-2</c:v>
                </c:pt>
                <c:pt idx="538">
                  <c:v>2.7459999999999998E-2</c:v>
                </c:pt>
                <c:pt idx="539">
                  <c:v>2.7549999999999998E-2</c:v>
                </c:pt>
                <c:pt idx="540">
                  <c:v>2.7839999999999997E-2</c:v>
                </c:pt>
                <c:pt idx="541">
                  <c:v>2.913E-2</c:v>
                </c:pt>
                <c:pt idx="542">
                  <c:v>2.794E-2</c:v>
                </c:pt>
                <c:pt idx="543">
                  <c:v>2.5779999999999997E-2</c:v>
                </c:pt>
                <c:pt idx="544">
                  <c:v>2.588E-2</c:v>
                </c:pt>
                <c:pt idx="545">
                  <c:v>2.7610000000000003E-2</c:v>
                </c:pt>
                <c:pt idx="546">
                  <c:v>2.7019999999999999E-2</c:v>
                </c:pt>
                <c:pt idx="547">
                  <c:v>2.7149999999999997E-2</c:v>
                </c:pt>
                <c:pt idx="548">
                  <c:v>2.657E-2</c:v>
                </c:pt>
                <c:pt idx="549">
                  <c:v>2.7459999999999998E-2</c:v>
                </c:pt>
                <c:pt idx="550">
                  <c:v>2.691E-2</c:v>
                </c:pt>
                <c:pt idx="551">
                  <c:v>2.6440000000000002E-2</c:v>
                </c:pt>
                <c:pt idx="552">
                  <c:v>2.5659999999999999E-2</c:v>
                </c:pt>
                <c:pt idx="553">
                  <c:v>2.5390000000000003E-2</c:v>
                </c:pt>
                <c:pt idx="554">
                  <c:v>2.564E-2</c:v>
                </c:pt>
                <c:pt idx="555">
                  <c:v>2.5190000000000001E-2</c:v>
                </c:pt>
                <c:pt idx="556">
                  <c:v>2.4929999999999997E-2</c:v>
                </c:pt>
                <c:pt idx="557">
                  <c:v>2.4340000000000001E-2</c:v>
                </c:pt>
                <c:pt idx="558">
                  <c:v>2.4649999999999998E-2</c:v>
                </c:pt>
                <c:pt idx="559">
                  <c:v>2.4750000000000001E-2</c:v>
                </c:pt>
                <c:pt idx="560">
                  <c:v>2.5190000000000001E-2</c:v>
                </c:pt>
                <c:pt idx="561">
                  <c:v>2.5419999999999998E-2</c:v>
                </c:pt>
                <c:pt idx="562">
                  <c:v>2.4649999999999998E-2</c:v>
                </c:pt>
                <c:pt idx="563">
                  <c:v>2.3259999999999999E-2</c:v>
                </c:pt>
                <c:pt idx="564">
                  <c:v>2.1789999999999997E-2</c:v>
                </c:pt>
                <c:pt idx="565">
                  <c:v>2.2629999999999997E-2</c:v>
                </c:pt>
                <c:pt idx="566">
                  <c:v>2.368E-2</c:v>
                </c:pt>
                <c:pt idx="567">
                  <c:v>2.4070000000000001E-2</c:v>
                </c:pt>
                <c:pt idx="568">
                  <c:v>2.3210000000000001E-2</c:v>
                </c:pt>
                <c:pt idx="569">
                  <c:v>2.5190000000000001E-2</c:v>
                </c:pt>
                <c:pt idx="570">
                  <c:v>2.5080000000000002E-2</c:v>
                </c:pt>
                <c:pt idx="571">
                  <c:v>2.4249999999999997E-2</c:v>
                </c:pt>
                <c:pt idx="572">
                  <c:v>2.1789999999999997E-2</c:v>
                </c:pt>
                <c:pt idx="573">
                  <c:v>2.1749999999999999E-2</c:v>
                </c:pt>
                <c:pt idx="574">
                  <c:v>2.1920000000000002E-2</c:v>
                </c:pt>
                <c:pt idx="575">
                  <c:v>2.2380000000000001E-2</c:v>
                </c:pt>
                <c:pt idx="576">
                  <c:v>2.2879999999999998E-2</c:v>
                </c:pt>
                <c:pt idx="577">
                  <c:v>2.274E-2</c:v>
                </c:pt>
                <c:pt idx="578">
                  <c:v>2.2269999999999998E-2</c:v>
                </c:pt>
                <c:pt idx="579">
                  <c:v>2.2509999999999999E-2</c:v>
                </c:pt>
                <c:pt idx="580">
                  <c:v>2.3460000000000002E-2</c:v>
                </c:pt>
                <c:pt idx="581">
                  <c:v>2.223E-2</c:v>
                </c:pt>
                <c:pt idx="582">
                  <c:v>2.257E-2</c:v>
                </c:pt>
                <c:pt idx="583">
                  <c:v>2.2339999999999999E-2</c:v>
                </c:pt>
                <c:pt idx="584">
                  <c:v>2.2530000000000001E-2</c:v>
                </c:pt>
                <c:pt idx="585">
                  <c:v>2.6089999999999999E-2</c:v>
                </c:pt>
                <c:pt idx="586">
                  <c:v>2.606E-2</c:v>
                </c:pt>
                <c:pt idx="587">
                  <c:v>2.606E-2</c:v>
                </c:pt>
                <c:pt idx="588">
                  <c:v>2.6080000000000002E-2</c:v>
                </c:pt>
                <c:pt idx="589">
                  <c:v>2.6089999999999999E-2</c:v>
                </c:pt>
                <c:pt idx="590">
                  <c:v>2.6030000000000001E-2</c:v>
                </c:pt>
                <c:pt idx="591">
                  <c:v>2.5409999999999999E-2</c:v>
                </c:pt>
                <c:pt idx="592">
                  <c:v>2.6080000000000002E-2</c:v>
                </c:pt>
                <c:pt idx="593">
                  <c:v>2.63E-2</c:v>
                </c:pt>
                <c:pt idx="594">
                  <c:v>2.6009999999999998E-2</c:v>
                </c:pt>
                <c:pt idx="595">
                  <c:v>2.6110000000000001E-2</c:v>
                </c:pt>
                <c:pt idx="596">
                  <c:v>2.6030000000000001E-2</c:v>
                </c:pt>
                <c:pt idx="597">
                  <c:v>2.6030000000000001E-2</c:v>
                </c:pt>
                <c:pt idx="598">
                  <c:v>2.579E-2</c:v>
                </c:pt>
                <c:pt idx="599">
                  <c:v>2.5990000000000003E-2</c:v>
                </c:pt>
                <c:pt idx="600">
                  <c:v>2.5849999999999998E-2</c:v>
                </c:pt>
                <c:pt idx="601">
                  <c:v>2.605E-2</c:v>
                </c:pt>
                <c:pt idx="602">
                  <c:v>2.6290000000000001E-2</c:v>
                </c:pt>
                <c:pt idx="603">
                  <c:v>2.6269999999999998E-2</c:v>
                </c:pt>
                <c:pt idx="604">
                  <c:v>2.7459999999999998E-2</c:v>
                </c:pt>
                <c:pt idx="605">
                  <c:v>2.743E-2</c:v>
                </c:pt>
                <c:pt idx="606">
                  <c:v>2.614E-2</c:v>
                </c:pt>
                <c:pt idx="607">
                  <c:v>2.7130000000000001E-2</c:v>
                </c:pt>
                <c:pt idx="608">
                  <c:v>2.775E-2</c:v>
                </c:pt>
                <c:pt idx="609">
                  <c:v>2.7570000000000001E-2</c:v>
                </c:pt>
                <c:pt idx="610">
                  <c:v>2.7210000000000002E-2</c:v>
                </c:pt>
                <c:pt idx="611">
                  <c:v>2.879E-2</c:v>
                </c:pt>
                <c:pt idx="612">
                  <c:v>2.963E-2</c:v>
                </c:pt>
                <c:pt idx="613">
                  <c:v>2.8149999999999998E-2</c:v>
                </c:pt>
                <c:pt idx="614">
                  <c:v>2.717E-2</c:v>
                </c:pt>
                <c:pt idx="615">
                  <c:v>2.913E-2</c:v>
                </c:pt>
                <c:pt idx="616">
                  <c:v>2.9140000000000003E-2</c:v>
                </c:pt>
                <c:pt idx="617">
                  <c:v>2.7970000000000002E-2</c:v>
                </c:pt>
                <c:pt idx="618">
                  <c:v>2.827E-2</c:v>
                </c:pt>
                <c:pt idx="619">
                  <c:v>2.8479999999999998E-2</c:v>
                </c:pt>
                <c:pt idx="620">
                  <c:v>2.9009999999999998E-2</c:v>
                </c:pt>
                <c:pt idx="621">
                  <c:v>2.921E-2</c:v>
                </c:pt>
                <c:pt idx="622">
                  <c:v>2.988E-2</c:v>
                </c:pt>
                <c:pt idx="623">
                  <c:v>2.9169999999999998E-2</c:v>
                </c:pt>
                <c:pt idx="624">
                  <c:v>2.8590000000000001E-2</c:v>
                </c:pt>
                <c:pt idx="625">
                  <c:v>2.9300000000000003E-2</c:v>
                </c:pt>
                <c:pt idx="626">
                  <c:v>3.023E-2</c:v>
                </c:pt>
                <c:pt idx="627">
                  <c:v>2.8420000000000001E-2</c:v>
                </c:pt>
                <c:pt idx="628">
                  <c:v>3.108E-2</c:v>
                </c:pt>
                <c:pt idx="629">
                  <c:v>3.0419999999999999E-2</c:v>
                </c:pt>
                <c:pt idx="630">
                  <c:v>3.0299999999999997E-2</c:v>
                </c:pt>
                <c:pt idx="631">
                  <c:v>3.0210000000000001E-2</c:v>
                </c:pt>
                <c:pt idx="632">
                  <c:v>3.0430000000000002E-2</c:v>
                </c:pt>
                <c:pt idx="633">
                  <c:v>3.1150000000000001E-2</c:v>
                </c:pt>
                <c:pt idx="634">
                  <c:v>3.0619999999999998E-2</c:v>
                </c:pt>
                <c:pt idx="635">
                  <c:v>3.0499999999999999E-2</c:v>
                </c:pt>
                <c:pt idx="636">
                  <c:v>3.0880000000000001E-2</c:v>
                </c:pt>
                <c:pt idx="637">
                  <c:v>3.1789999999999999E-2</c:v>
                </c:pt>
                <c:pt idx="638">
                  <c:v>3.1269999999999999E-2</c:v>
                </c:pt>
                <c:pt idx="639">
                  <c:v>2.9960000000000001E-2</c:v>
                </c:pt>
                <c:pt idx="640">
                  <c:v>3.1130000000000001E-2</c:v>
                </c:pt>
                <c:pt idx="641">
                  <c:v>3.184E-2</c:v>
                </c:pt>
                <c:pt idx="642">
                  <c:v>3.227E-2</c:v>
                </c:pt>
                <c:pt idx="643">
                  <c:v>3.2840000000000001E-2</c:v>
                </c:pt>
                <c:pt idx="644">
                  <c:v>3.184E-2</c:v>
                </c:pt>
                <c:pt idx="645">
                  <c:v>3.1400000000000004E-2</c:v>
                </c:pt>
                <c:pt idx="646">
                  <c:v>3.2329999999999998E-2</c:v>
                </c:pt>
                <c:pt idx="647">
                  <c:v>3.1539999999999999E-2</c:v>
                </c:pt>
                <c:pt idx="648">
                  <c:v>3.141E-2</c:v>
                </c:pt>
                <c:pt idx="649">
                  <c:v>3.1519999999999999E-2</c:v>
                </c:pt>
                <c:pt idx="650">
                  <c:v>3.1620000000000002E-2</c:v>
                </c:pt>
                <c:pt idx="651">
                  <c:v>3.143E-2</c:v>
                </c:pt>
                <c:pt idx="652">
                  <c:v>2.971E-2</c:v>
                </c:pt>
                <c:pt idx="653">
                  <c:v>3.0099999999999998E-2</c:v>
                </c:pt>
                <c:pt idx="654">
                  <c:v>3.0030000000000001E-2</c:v>
                </c:pt>
                <c:pt idx="655">
                  <c:v>3.048E-2</c:v>
                </c:pt>
                <c:pt idx="656">
                  <c:v>3.0859999999999999E-2</c:v>
                </c:pt>
                <c:pt idx="657">
                  <c:v>3.1200000000000002E-2</c:v>
                </c:pt>
                <c:pt idx="658">
                  <c:v>3.1739999999999997E-2</c:v>
                </c:pt>
                <c:pt idx="659">
                  <c:v>3.1719999999999998E-2</c:v>
                </c:pt>
                <c:pt idx="660">
                  <c:v>3.2289999999999999E-2</c:v>
                </c:pt>
                <c:pt idx="661">
                  <c:v>3.3939999999999998E-2</c:v>
                </c:pt>
                <c:pt idx="662">
                  <c:v>3.3620000000000004E-2</c:v>
                </c:pt>
                <c:pt idx="663">
                  <c:v>3.3780000000000004E-2</c:v>
                </c:pt>
                <c:pt idx="664">
                  <c:v>3.3479999999999996E-2</c:v>
                </c:pt>
                <c:pt idx="665">
                  <c:v>3.3460000000000004E-2</c:v>
                </c:pt>
                <c:pt idx="666">
                  <c:v>3.2620000000000003E-2</c:v>
                </c:pt>
                <c:pt idx="667">
                  <c:v>3.3349999999999998E-2</c:v>
                </c:pt>
                <c:pt idx="668">
                  <c:v>3.4040000000000001E-2</c:v>
                </c:pt>
                <c:pt idx="669">
                  <c:v>3.3869999999999997E-2</c:v>
                </c:pt>
                <c:pt idx="670">
                  <c:v>3.388E-2</c:v>
                </c:pt>
                <c:pt idx="671">
                  <c:v>3.1789999999999999E-2</c:v>
                </c:pt>
                <c:pt idx="672">
                  <c:v>3.1289999999999998E-2</c:v>
                </c:pt>
                <c:pt idx="673">
                  <c:v>3.1629999999999998E-2</c:v>
                </c:pt>
                <c:pt idx="674">
                  <c:v>3.2809999999999999E-2</c:v>
                </c:pt>
                <c:pt idx="675">
                  <c:v>3.2980000000000002E-2</c:v>
                </c:pt>
                <c:pt idx="676">
                  <c:v>3.3329999999999999E-2</c:v>
                </c:pt>
                <c:pt idx="677">
                  <c:v>3.2469999999999999E-2</c:v>
                </c:pt>
                <c:pt idx="678">
                  <c:v>3.243E-2</c:v>
                </c:pt>
                <c:pt idx="679">
                  <c:v>3.1349999999999996E-2</c:v>
                </c:pt>
                <c:pt idx="680">
                  <c:v>3.1359999999999999E-2</c:v>
                </c:pt>
                <c:pt idx="681">
                  <c:v>3.1009999999999999E-2</c:v>
                </c:pt>
                <c:pt idx="682">
                  <c:v>3.0880000000000001E-2</c:v>
                </c:pt>
                <c:pt idx="683">
                  <c:v>3.3549999999999996E-2</c:v>
                </c:pt>
                <c:pt idx="684">
                  <c:v>3.2850000000000004E-2</c:v>
                </c:pt>
                <c:pt idx="685">
                  <c:v>3.3050000000000003E-2</c:v>
                </c:pt>
                <c:pt idx="686">
                  <c:v>3.2770000000000001E-2</c:v>
                </c:pt>
                <c:pt idx="687">
                  <c:v>3.3149999999999999E-2</c:v>
                </c:pt>
                <c:pt idx="688">
                  <c:v>3.3239999999999999E-2</c:v>
                </c:pt>
                <c:pt idx="689">
                  <c:v>3.3860000000000001E-2</c:v>
                </c:pt>
                <c:pt idx="690">
                  <c:v>3.3149999999999999E-2</c:v>
                </c:pt>
                <c:pt idx="691">
                  <c:v>3.2719999999999999E-2</c:v>
                </c:pt>
                <c:pt idx="692">
                  <c:v>3.2809999999999999E-2</c:v>
                </c:pt>
                <c:pt idx="693">
                  <c:v>3.3610000000000001E-2</c:v>
                </c:pt>
                <c:pt idx="694">
                  <c:v>3.338E-2</c:v>
                </c:pt>
                <c:pt idx="695">
                  <c:v>3.1969999999999998E-2</c:v>
                </c:pt>
                <c:pt idx="696">
                  <c:v>3.2899999999999999E-2</c:v>
                </c:pt>
                <c:pt idx="697">
                  <c:v>3.3329999999999999E-2</c:v>
                </c:pt>
                <c:pt idx="698">
                  <c:v>3.3329999999999999E-2</c:v>
                </c:pt>
                <c:pt idx="699">
                  <c:v>3.1960000000000002E-2</c:v>
                </c:pt>
                <c:pt idx="700">
                  <c:v>3.1669999999999997E-2</c:v>
                </c:pt>
                <c:pt idx="701">
                  <c:v>3.2890000000000003E-2</c:v>
                </c:pt>
                <c:pt idx="702">
                  <c:v>3.3230000000000003E-2</c:v>
                </c:pt>
                <c:pt idx="703">
                  <c:v>3.3520000000000001E-2</c:v>
                </c:pt>
                <c:pt idx="704">
                  <c:v>3.313E-2</c:v>
                </c:pt>
                <c:pt idx="705">
                  <c:v>3.3110000000000001E-2</c:v>
                </c:pt>
                <c:pt idx="706">
                  <c:v>3.3059999999999999E-2</c:v>
                </c:pt>
                <c:pt idx="707">
                  <c:v>3.1120000000000002E-2</c:v>
                </c:pt>
                <c:pt idx="708">
                  <c:v>3.2660000000000002E-2</c:v>
                </c:pt>
                <c:pt idx="709">
                  <c:v>3.4300000000000004E-2</c:v>
                </c:pt>
                <c:pt idx="710">
                  <c:v>3.4020000000000002E-2</c:v>
                </c:pt>
                <c:pt idx="711">
                  <c:v>3.3549999999999996E-2</c:v>
                </c:pt>
                <c:pt idx="712">
                  <c:v>3.3170000000000005E-2</c:v>
                </c:pt>
                <c:pt idx="713">
                  <c:v>3.3450000000000001E-2</c:v>
                </c:pt>
                <c:pt idx="714">
                  <c:v>3.7130000000000003E-2</c:v>
                </c:pt>
                <c:pt idx="715">
                  <c:v>3.8440000000000002E-2</c:v>
                </c:pt>
                <c:pt idx="716">
                  <c:v>3.8580000000000003E-2</c:v>
                </c:pt>
                <c:pt idx="717">
                  <c:v>3.7719999999999997E-2</c:v>
                </c:pt>
                <c:pt idx="718">
                  <c:v>3.6850000000000001E-2</c:v>
                </c:pt>
                <c:pt idx="719">
                  <c:v>3.5349999999999999E-2</c:v>
                </c:pt>
                <c:pt idx="720">
                  <c:v>3.773E-2</c:v>
                </c:pt>
                <c:pt idx="721">
                  <c:v>3.5769999999999996E-2</c:v>
                </c:pt>
                <c:pt idx="722">
                  <c:v>3.5549999999999998E-2</c:v>
                </c:pt>
                <c:pt idx="723">
                  <c:v>3.6560000000000002E-2</c:v>
                </c:pt>
                <c:pt idx="724">
                  <c:v>3.6840000000000005E-2</c:v>
                </c:pt>
                <c:pt idx="725">
                  <c:v>3.7159999999999999E-2</c:v>
                </c:pt>
                <c:pt idx="726">
                  <c:v>3.6379999999999996E-2</c:v>
                </c:pt>
                <c:pt idx="727">
                  <c:v>3.7909999999999999E-2</c:v>
                </c:pt>
                <c:pt idx="728">
                  <c:v>3.7290000000000004E-2</c:v>
                </c:pt>
                <c:pt idx="729">
                  <c:v>3.7280000000000001E-2</c:v>
                </c:pt>
                <c:pt idx="730">
                  <c:v>3.8100000000000002E-2</c:v>
                </c:pt>
                <c:pt idx="731">
                  <c:v>3.7499999999999999E-2</c:v>
                </c:pt>
                <c:pt idx="732">
                  <c:v>3.424E-2</c:v>
                </c:pt>
                <c:pt idx="733">
                  <c:v>3.4569999999999997E-2</c:v>
                </c:pt>
                <c:pt idx="734">
                  <c:v>3.4040000000000001E-2</c:v>
                </c:pt>
                <c:pt idx="735">
                  <c:v>3.5740000000000001E-2</c:v>
                </c:pt>
                <c:pt idx="736">
                  <c:v>3.5709999999999999E-2</c:v>
                </c:pt>
                <c:pt idx="737">
                  <c:v>3.431E-2</c:v>
                </c:pt>
                <c:pt idx="738">
                  <c:v>3.2460000000000003E-2</c:v>
                </c:pt>
                <c:pt idx="739">
                  <c:v>3.082E-2</c:v>
                </c:pt>
                <c:pt idx="740">
                  <c:v>3.0950000000000002E-2</c:v>
                </c:pt>
                <c:pt idx="741">
                  <c:v>3.2289999999999999E-2</c:v>
                </c:pt>
                <c:pt idx="742">
                  <c:v>3.2419999999999997E-2</c:v>
                </c:pt>
                <c:pt idx="743">
                  <c:v>3.261E-2</c:v>
                </c:pt>
                <c:pt idx="744">
                  <c:v>3.1960000000000002E-2</c:v>
                </c:pt>
                <c:pt idx="745">
                  <c:v>3.1890000000000002E-2</c:v>
                </c:pt>
                <c:pt idx="746">
                  <c:v>3.2959999999999996E-2</c:v>
                </c:pt>
                <c:pt idx="747">
                  <c:v>3.4009999999999999E-2</c:v>
                </c:pt>
                <c:pt idx="748">
                  <c:v>3.2799999999999996E-2</c:v>
                </c:pt>
                <c:pt idx="749">
                  <c:v>3.0849999999999999E-2</c:v>
                </c:pt>
                <c:pt idx="750">
                  <c:v>3.125E-2</c:v>
                </c:pt>
                <c:pt idx="751">
                  <c:v>3.1820000000000001E-2</c:v>
                </c:pt>
                <c:pt idx="752">
                  <c:v>3.3279999999999997E-2</c:v>
                </c:pt>
                <c:pt idx="753">
                  <c:v>3.2230000000000002E-2</c:v>
                </c:pt>
                <c:pt idx="754">
                  <c:v>3.354E-2</c:v>
                </c:pt>
                <c:pt idx="755">
                  <c:v>3.3180000000000001E-2</c:v>
                </c:pt>
                <c:pt idx="756">
                  <c:v>3.261E-2</c:v>
                </c:pt>
                <c:pt idx="757">
                  <c:v>2.9660000000000002E-2</c:v>
                </c:pt>
                <c:pt idx="758">
                  <c:v>2.9500000000000002E-2</c:v>
                </c:pt>
                <c:pt idx="759">
                  <c:v>3.0710000000000001E-2</c:v>
                </c:pt>
                <c:pt idx="760">
                  <c:v>3.0960000000000001E-2</c:v>
                </c:pt>
                <c:pt idx="761">
                  <c:v>3.1899999999999998E-2</c:v>
                </c:pt>
                <c:pt idx="762">
                  <c:v>3.1190000000000002E-2</c:v>
                </c:pt>
                <c:pt idx="763">
                  <c:v>3.1009999999999999E-2</c:v>
                </c:pt>
                <c:pt idx="764">
                  <c:v>3.1309999999999998E-2</c:v>
                </c:pt>
                <c:pt idx="765">
                  <c:v>3.0849999999999999E-2</c:v>
                </c:pt>
                <c:pt idx="766">
                  <c:v>3.2050000000000002E-2</c:v>
                </c:pt>
                <c:pt idx="767">
                  <c:v>3.2149999999999998E-2</c:v>
                </c:pt>
                <c:pt idx="768">
                  <c:v>3.1879999999999999E-2</c:v>
                </c:pt>
                <c:pt idx="769">
                  <c:v>3.143E-2</c:v>
                </c:pt>
                <c:pt idx="770">
                  <c:v>3.1789999999999999E-2</c:v>
                </c:pt>
                <c:pt idx="771">
                  <c:v>3.2820000000000002E-2</c:v>
                </c:pt>
                <c:pt idx="772">
                  <c:v>3.1910000000000001E-2</c:v>
                </c:pt>
                <c:pt idx="773">
                  <c:v>3.4169999999999999E-2</c:v>
                </c:pt>
                <c:pt idx="774">
                  <c:v>3.4460000000000005E-2</c:v>
                </c:pt>
                <c:pt idx="775">
                  <c:v>3.0790000000000001E-2</c:v>
                </c:pt>
                <c:pt idx="776">
                  <c:v>3.0369999999999998E-2</c:v>
                </c:pt>
                <c:pt idx="777">
                  <c:v>3.1899999999999998E-2</c:v>
                </c:pt>
                <c:pt idx="778">
                  <c:v>3.048E-2</c:v>
                </c:pt>
                <c:pt idx="779">
                  <c:v>2.972E-2</c:v>
                </c:pt>
                <c:pt idx="780">
                  <c:v>3.0040000000000001E-2</c:v>
                </c:pt>
                <c:pt idx="781">
                  <c:v>3.0009999999999998E-2</c:v>
                </c:pt>
                <c:pt idx="782">
                  <c:v>3.0079999999999999E-2</c:v>
                </c:pt>
                <c:pt idx="783">
                  <c:v>3.0079999999999999E-2</c:v>
                </c:pt>
                <c:pt idx="784">
                  <c:v>3.0200000000000001E-2</c:v>
                </c:pt>
                <c:pt idx="785">
                  <c:v>3.0470000000000001E-2</c:v>
                </c:pt>
                <c:pt idx="786">
                  <c:v>3.04E-2</c:v>
                </c:pt>
                <c:pt idx="787">
                  <c:v>2.963E-2</c:v>
                </c:pt>
                <c:pt idx="788">
                  <c:v>2.9870000000000001E-2</c:v>
                </c:pt>
                <c:pt idx="789">
                  <c:v>3.0289999999999997E-2</c:v>
                </c:pt>
                <c:pt idx="790">
                  <c:v>3.0190000000000002E-2</c:v>
                </c:pt>
                <c:pt idx="791">
                  <c:v>3.0360000000000002E-2</c:v>
                </c:pt>
                <c:pt idx="792">
                  <c:v>3.0130000000000001E-2</c:v>
                </c:pt>
                <c:pt idx="793">
                  <c:v>2.962E-2</c:v>
                </c:pt>
                <c:pt idx="794">
                  <c:v>2.9600000000000001E-2</c:v>
                </c:pt>
                <c:pt idx="795">
                  <c:v>2.9679999999999998E-2</c:v>
                </c:pt>
                <c:pt idx="796">
                  <c:v>2.9389999999999999E-2</c:v>
                </c:pt>
                <c:pt idx="797">
                  <c:v>2.9479999999999999E-2</c:v>
                </c:pt>
                <c:pt idx="798">
                  <c:v>2.8830000000000001E-2</c:v>
                </c:pt>
                <c:pt idx="799">
                  <c:v>2.954E-2</c:v>
                </c:pt>
                <c:pt idx="800">
                  <c:v>2.98E-2</c:v>
                </c:pt>
                <c:pt idx="801">
                  <c:v>2.98E-2</c:v>
                </c:pt>
                <c:pt idx="802">
                  <c:v>3.0339999999999999E-2</c:v>
                </c:pt>
                <c:pt idx="803">
                  <c:v>2.9870000000000001E-2</c:v>
                </c:pt>
                <c:pt idx="804">
                  <c:v>3.0339999999999999E-2</c:v>
                </c:pt>
                <c:pt idx="805">
                  <c:v>3.1509999999999996E-2</c:v>
                </c:pt>
                <c:pt idx="806">
                  <c:v>3.1269999999999999E-2</c:v>
                </c:pt>
                <c:pt idx="807">
                  <c:v>3.1280000000000002E-2</c:v>
                </c:pt>
                <c:pt idx="808">
                  <c:v>3.0990000000000004E-2</c:v>
                </c:pt>
                <c:pt idx="809">
                  <c:v>3.2219999999999999E-2</c:v>
                </c:pt>
                <c:pt idx="810">
                  <c:v>3.2660000000000002E-2</c:v>
                </c:pt>
                <c:pt idx="811">
                  <c:v>3.2219999999999999E-2</c:v>
                </c:pt>
                <c:pt idx="812">
                  <c:v>3.227E-2</c:v>
                </c:pt>
                <c:pt idx="813">
                  <c:v>3.2340000000000001E-2</c:v>
                </c:pt>
                <c:pt idx="814">
                  <c:v>3.2259999999999997E-2</c:v>
                </c:pt>
                <c:pt idx="815">
                  <c:v>3.2000000000000001E-2</c:v>
                </c:pt>
                <c:pt idx="816">
                  <c:v>3.2969999999999999E-2</c:v>
                </c:pt>
                <c:pt idx="817">
                  <c:v>3.3000000000000002E-2</c:v>
                </c:pt>
                <c:pt idx="818">
                  <c:v>3.2690000000000004E-2</c:v>
                </c:pt>
                <c:pt idx="819">
                  <c:v>3.3660000000000002E-2</c:v>
                </c:pt>
                <c:pt idx="820">
                  <c:v>3.3820000000000003E-2</c:v>
                </c:pt>
                <c:pt idx="821">
                  <c:v>3.3750000000000002E-2</c:v>
                </c:pt>
                <c:pt idx="822">
                  <c:v>3.3829999999999999E-2</c:v>
                </c:pt>
                <c:pt idx="823">
                  <c:v>3.3709999999999997E-2</c:v>
                </c:pt>
                <c:pt idx="824">
                  <c:v>3.3939999999999998E-2</c:v>
                </c:pt>
                <c:pt idx="825">
                  <c:v>3.5880000000000002E-2</c:v>
                </c:pt>
                <c:pt idx="826">
                  <c:v>3.6600000000000001E-2</c:v>
                </c:pt>
                <c:pt idx="827">
                  <c:v>3.5840000000000004E-2</c:v>
                </c:pt>
                <c:pt idx="828">
                  <c:v>3.6409999999999998E-2</c:v>
                </c:pt>
                <c:pt idx="829">
                  <c:v>3.5889999999999998E-2</c:v>
                </c:pt>
                <c:pt idx="830">
                  <c:v>3.6819999999999999E-2</c:v>
                </c:pt>
                <c:pt idx="831">
                  <c:v>3.236E-2</c:v>
                </c:pt>
                <c:pt idx="832">
                  <c:v>3.628E-2</c:v>
                </c:pt>
                <c:pt idx="833">
                  <c:v>3.6819999999999999E-2</c:v>
                </c:pt>
                <c:pt idx="834">
                  <c:v>3.6209999999999999E-2</c:v>
                </c:pt>
                <c:pt idx="835">
                  <c:v>3.6729999999999999E-2</c:v>
                </c:pt>
                <c:pt idx="836">
                  <c:v>3.6539999999999996E-2</c:v>
                </c:pt>
                <c:pt idx="837">
                  <c:v>3.6299999999999999E-2</c:v>
                </c:pt>
                <c:pt idx="838">
                  <c:v>3.5990000000000001E-2</c:v>
                </c:pt>
                <c:pt idx="839">
                  <c:v>3.5529999999999999E-2</c:v>
                </c:pt>
                <c:pt idx="840">
                  <c:v>3.5379999999999995E-2</c:v>
                </c:pt>
                <c:pt idx="841">
                  <c:v>3.7350000000000001E-2</c:v>
                </c:pt>
                <c:pt idx="842">
                  <c:v>3.5270000000000003E-2</c:v>
                </c:pt>
                <c:pt idx="843">
                  <c:v>3.5230000000000004E-2</c:v>
                </c:pt>
                <c:pt idx="844">
                  <c:v>3.5220000000000001E-2</c:v>
                </c:pt>
                <c:pt idx="845">
                  <c:v>3.5040000000000002E-2</c:v>
                </c:pt>
                <c:pt idx="846">
                  <c:v>3.5130000000000002E-2</c:v>
                </c:pt>
                <c:pt idx="847">
                  <c:v>3.4729999999999997E-2</c:v>
                </c:pt>
                <c:pt idx="848">
                  <c:v>3.5400000000000001E-2</c:v>
                </c:pt>
                <c:pt idx="849">
                  <c:v>3.5409999999999997E-2</c:v>
                </c:pt>
                <c:pt idx="850">
                  <c:v>3.7830000000000003E-2</c:v>
                </c:pt>
                <c:pt idx="851">
                  <c:v>3.5680000000000003E-2</c:v>
                </c:pt>
                <c:pt idx="852">
                  <c:v>3.6019999999999996E-2</c:v>
                </c:pt>
                <c:pt idx="853">
                  <c:v>3.7839999999999999E-2</c:v>
                </c:pt>
                <c:pt idx="854">
                  <c:v>3.8440000000000002E-2</c:v>
                </c:pt>
                <c:pt idx="855">
                  <c:v>3.8039999999999997E-2</c:v>
                </c:pt>
                <c:pt idx="856">
                  <c:v>3.7339999999999998E-2</c:v>
                </c:pt>
                <c:pt idx="857">
                  <c:v>3.5580000000000001E-2</c:v>
                </c:pt>
                <c:pt idx="858">
                  <c:v>3.4620000000000005E-2</c:v>
                </c:pt>
                <c:pt idx="859">
                  <c:v>3.3259999999999998E-2</c:v>
                </c:pt>
                <c:pt idx="860">
                  <c:v>3.3820000000000003E-2</c:v>
                </c:pt>
                <c:pt idx="861">
                  <c:v>3.5360000000000003E-2</c:v>
                </c:pt>
                <c:pt idx="862">
                  <c:v>3.5009999999999999E-2</c:v>
                </c:pt>
                <c:pt idx="863">
                  <c:v>3.6019999999999996E-2</c:v>
                </c:pt>
                <c:pt idx="864">
                  <c:v>3.601E-2</c:v>
                </c:pt>
                <c:pt idx="865">
                  <c:v>3.7819999999999999E-2</c:v>
                </c:pt>
                <c:pt idx="866">
                  <c:v>3.7960000000000001E-2</c:v>
                </c:pt>
                <c:pt idx="867">
                  <c:v>3.474E-2</c:v>
                </c:pt>
                <c:pt idx="868">
                  <c:v>3.5810000000000002E-2</c:v>
                </c:pt>
                <c:pt idx="869">
                  <c:v>3.2730000000000002E-2</c:v>
                </c:pt>
                <c:pt idx="870">
                  <c:v>3.422E-2</c:v>
                </c:pt>
                <c:pt idx="871">
                  <c:v>3.2480000000000002E-2</c:v>
                </c:pt>
                <c:pt idx="872">
                  <c:v>3.4820000000000004E-2</c:v>
                </c:pt>
                <c:pt idx="873">
                  <c:v>3.4759999999999999E-2</c:v>
                </c:pt>
                <c:pt idx="874">
                  <c:v>3.2379999999999999E-2</c:v>
                </c:pt>
                <c:pt idx="875">
                  <c:v>3.1320000000000001E-2</c:v>
                </c:pt>
                <c:pt idx="876">
                  <c:v>3.0550000000000001E-2</c:v>
                </c:pt>
                <c:pt idx="877">
                  <c:v>3.0830000000000003E-2</c:v>
                </c:pt>
                <c:pt idx="878">
                  <c:v>3.2250000000000001E-2</c:v>
                </c:pt>
                <c:pt idx="879">
                  <c:v>3.3690000000000005E-2</c:v>
                </c:pt>
                <c:pt idx="880">
                  <c:v>3.3300000000000003E-2</c:v>
                </c:pt>
                <c:pt idx="881">
                  <c:v>3.3309999999999999E-2</c:v>
                </c:pt>
                <c:pt idx="882">
                  <c:v>3.3180000000000001E-2</c:v>
                </c:pt>
                <c:pt idx="883">
                  <c:v>3.4000000000000002E-2</c:v>
                </c:pt>
                <c:pt idx="884">
                  <c:v>3.3709999999999997E-2</c:v>
                </c:pt>
                <c:pt idx="885">
                  <c:v>3.363E-2</c:v>
                </c:pt>
                <c:pt idx="886">
                  <c:v>3.338E-2</c:v>
                </c:pt>
                <c:pt idx="887">
                  <c:v>3.381E-2</c:v>
                </c:pt>
                <c:pt idx="888">
                  <c:v>3.3929999999999995E-2</c:v>
                </c:pt>
                <c:pt idx="889">
                  <c:v>3.4029999999999998E-2</c:v>
                </c:pt>
                <c:pt idx="890">
                  <c:v>3.175E-2</c:v>
                </c:pt>
                <c:pt idx="891">
                  <c:v>3.603E-2</c:v>
                </c:pt>
                <c:pt idx="892">
                  <c:v>3.542E-2</c:v>
                </c:pt>
                <c:pt idx="893">
                  <c:v>3.39E-2</c:v>
                </c:pt>
                <c:pt idx="894">
                  <c:v>3.3079999999999998E-2</c:v>
                </c:pt>
                <c:pt idx="895">
                  <c:v>3.1780000000000003E-2</c:v>
                </c:pt>
                <c:pt idx="896">
                  <c:v>3.1960000000000002E-2</c:v>
                </c:pt>
                <c:pt idx="897">
                  <c:v>3.1200000000000002E-2</c:v>
                </c:pt>
                <c:pt idx="898">
                  <c:v>2.879E-2</c:v>
                </c:pt>
                <c:pt idx="899">
                  <c:v>2.947E-2</c:v>
                </c:pt>
                <c:pt idx="900">
                  <c:v>2.98E-2</c:v>
                </c:pt>
                <c:pt idx="901">
                  <c:v>3.0139999999999997E-2</c:v>
                </c:pt>
                <c:pt idx="902">
                  <c:v>3.041E-2</c:v>
                </c:pt>
                <c:pt idx="903">
                  <c:v>3.0169999999999999E-2</c:v>
                </c:pt>
                <c:pt idx="904">
                  <c:v>2.997E-2</c:v>
                </c:pt>
                <c:pt idx="905">
                  <c:v>2.9069999999999999E-2</c:v>
                </c:pt>
                <c:pt idx="906">
                  <c:v>2.896E-2</c:v>
                </c:pt>
                <c:pt idx="907">
                  <c:v>2.9180000000000001E-2</c:v>
                </c:pt>
                <c:pt idx="908">
                  <c:v>2.8490000000000001E-2</c:v>
                </c:pt>
                <c:pt idx="909">
                  <c:v>2.862E-2</c:v>
                </c:pt>
                <c:pt idx="910">
                  <c:v>2.802E-2</c:v>
                </c:pt>
                <c:pt idx="911">
                  <c:v>2.8549999999999999E-2</c:v>
                </c:pt>
                <c:pt idx="912">
                  <c:v>2.879E-2</c:v>
                </c:pt>
                <c:pt idx="913">
                  <c:v>2.8919999999999998E-2</c:v>
                </c:pt>
                <c:pt idx="914">
                  <c:v>2.8719999999999999E-2</c:v>
                </c:pt>
                <c:pt idx="915">
                  <c:v>2.8719999999999999E-2</c:v>
                </c:pt>
                <c:pt idx="916">
                  <c:v>2.9300000000000003E-2</c:v>
                </c:pt>
                <c:pt idx="917">
                  <c:v>3.0419999999999999E-2</c:v>
                </c:pt>
                <c:pt idx="918">
                  <c:v>3.0449999999999998E-2</c:v>
                </c:pt>
                <c:pt idx="919">
                  <c:v>2.9600000000000001E-2</c:v>
                </c:pt>
                <c:pt idx="920">
                  <c:v>3.0590000000000003E-2</c:v>
                </c:pt>
                <c:pt idx="921">
                  <c:v>2.9430000000000001E-2</c:v>
                </c:pt>
                <c:pt idx="922">
                  <c:v>2.9440000000000001E-2</c:v>
                </c:pt>
                <c:pt idx="923">
                  <c:v>3.0270000000000002E-2</c:v>
                </c:pt>
                <c:pt idx="924">
                  <c:v>2.9820000000000003E-2</c:v>
                </c:pt>
                <c:pt idx="925">
                  <c:v>2.92E-2</c:v>
                </c:pt>
                <c:pt idx="926">
                  <c:v>2.8399999999999998E-2</c:v>
                </c:pt>
                <c:pt idx="927">
                  <c:v>2.8570000000000002E-2</c:v>
                </c:pt>
                <c:pt idx="928">
                  <c:v>2.9289999999999997E-2</c:v>
                </c:pt>
                <c:pt idx="929">
                  <c:v>2.9089999999999998E-2</c:v>
                </c:pt>
                <c:pt idx="930">
                  <c:v>3.048E-2</c:v>
                </c:pt>
                <c:pt idx="931">
                  <c:v>3.1030000000000002E-2</c:v>
                </c:pt>
                <c:pt idx="932">
                  <c:v>2.9340000000000001E-2</c:v>
                </c:pt>
                <c:pt idx="933">
                  <c:v>3.0520000000000002E-2</c:v>
                </c:pt>
                <c:pt idx="934">
                  <c:v>2.9479999999999999E-2</c:v>
                </c:pt>
                <c:pt idx="935">
                  <c:v>2.835E-2</c:v>
                </c:pt>
                <c:pt idx="936">
                  <c:v>3.024E-2</c:v>
                </c:pt>
                <c:pt idx="937">
                  <c:v>2.8799999999999999E-2</c:v>
                </c:pt>
                <c:pt idx="938">
                  <c:v>2.98E-2</c:v>
                </c:pt>
                <c:pt idx="939">
                  <c:v>2.988E-2</c:v>
                </c:pt>
                <c:pt idx="940">
                  <c:v>2.8510000000000001E-2</c:v>
                </c:pt>
                <c:pt idx="941">
                  <c:v>2.862E-2</c:v>
                </c:pt>
                <c:pt idx="942">
                  <c:v>2.7709999999999999E-2</c:v>
                </c:pt>
                <c:pt idx="943">
                  <c:v>2.827E-2</c:v>
                </c:pt>
                <c:pt idx="944">
                  <c:v>2.8679999999999997E-2</c:v>
                </c:pt>
                <c:pt idx="945">
                  <c:v>2.896E-2</c:v>
                </c:pt>
                <c:pt idx="946">
                  <c:v>2.8999999999999998E-2</c:v>
                </c:pt>
                <c:pt idx="947">
                  <c:v>2.827E-2</c:v>
                </c:pt>
                <c:pt idx="948">
                  <c:v>2.911E-2</c:v>
                </c:pt>
                <c:pt idx="949">
                  <c:v>2.862E-2</c:v>
                </c:pt>
                <c:pt idx="950">
                  <c:v>2.8159999999999998E-2</c:v>
                </c:pt>
                <c:pt idx="951">
                  <c:v>2.7970000000000002E-2</c:v>
                </c:pt>
                <c:pt idx="952">
                  <c:v>2.843E-2</c:v>
                </c:pt>
                <c:pt idx="953">
                  <c:v>2.8199999999999999E-2</c:v>
                </c:pt>
                <c:pt idx="954">
                  <c:v>3.1609999999999999E-2</c:v>
                </c:pt>
                <c:pt idx="955">
                  <c:v>3.338E-2</c:v>
                </c:pt>
                <c:pt idx="956">
                  <c:v>3.0499999999999999E-2</c:v>
                </c:pt>
                <c:pt idx="957">
                  <c:v>2.886E-2</c:v>
                </c:pt>
                <c:pt idx="958">
                  <c:v>2.9980000000000003E-2</c:v>
                </c:pt>
                <c:pt idx="959">
                  <c:v>2.9049999999999999E-2</c:v>
                </c:pt>
                <c:pt idx="960">
                  <c:v>2.92E-2</c:v>
                </c:pt>
                <c:pt idx="961">
                  <c:v>2.8650000000000002E-2</c:v>
                </c:pt>
                <c:pt idx="962">
                  <c:v>3.0289999999999997E-2</c:v>
                </c:pt>
                <c:pt idx="963">
                  <c:v>3.0350000000000002E-2</c:v>
                </c:pt>
                <c:pt idx="964">
                  <c:v>3.1620000000000002E-2</c:v>
                </c:pt>
                <c:pt idx="965">
                  <c:v>3.058E-2</c:v>
                </c:pt>
                <c:pt idx="966">
                  <c:v>2.9079999999999998E-2</c:v>
                </c:pt>
                <c:pt idx="967">
                  <c:v>2.8910000000000002E-2</c:v>
                </c:pt>
                <c:pt idx="968">
                  <c:v>2.8510000000000001E-2</c:v>
                </c:pt>
                <c:pt idx="969">
                  <c:v>2.87E-2</c:v>
                </c:pt>
                <c:pt idx="970">
                  <c:v>2.8220000000000002E-2</c:v>
                </c:pt>
                <c:pt idx="971">
                  <c:v>2.6880000000000001E-2</c:v>
                </c:pt>
                <c:pt idx="972">
                  <c:v>2.7189999999999999E-2</c:v>
                </c:pt>
                <c:pt idx="973">
                  <c:v>2.7440000000000003E-2</c:v>
                </c:pt>
                <c:pt idx="974">
                  <c:v>2.8060000000000002E-2</c:v>
                </c:pt>
                <c:pt idx="975">
                  <c:v>2.8319999999999998E-2</c:v>
                </c:pt>
                <c:pt idx="976">
                  <c:v>2.8500000000000001E-2</c:v>
                </c:pt>
                <c:pt idx="977">
                  <c:v>2.912E-2</c:v>
                </c:pt>
                <c:pt idx="978">
                  <c:v>2.836E-2</c:v>
                </c:pt>
                <c:pt idx="979">
                  <c:v>2.725E-2</c:v>
                </c:pt>
                <c:pt idx="980">
                  <c:v>2.7040000000000002E-2</c:v>
                </c:pt>
                <c:pt idx="981">
                  <c:v>2.7919999999999997E-2</c:v>
                </c:pt>
                <c:pt idx="982">
                  <c:v>2.8340000000000001E-2</c:v>
                </c:pt>
                <c:pt idx="983">
                  <c:v>2.8919999999999998E-2</c:v>
                </c:pt>
                <c:pt idx="984">
                  <c:v>3.109E-2</c:v>
                </c:pt>
                <c:pt idx="985">
                  <c:v>3.0110000000000001E-2</c:v>
                </c:pt>
                <c:pt idx="986">
                  <c:v>2.8919999999999998E-2</c:v>
                </c:pt>
                <c:pt idx="987">
                  <c:v>2.9520000000000001E-2</c:v>
                </c:pt>
                <c:pt idx="988">
                  <c:v>2.9500000000000002E-2</c:v>
                </c:pt>
                <c:pt idx="989">
                  <c:v>3.2390000000000002E-2</c:v>
                </c:pt>
                <c:pt idx="990">
                  <c:v>3.0630000000000001E-2</c:v>
                </c:pt>
                <c:pt idx="991">
                  <c:v>3.1739999999999997E-2</c:v>
                </c:pt>
                <c:pt idx="992">
                  <c:v>3.3250000000000002E-2</c:v>
                </c:pt>
                <c:pt idx="993">
                  <c:v>3.1690000000000003E-2</c:v>
                </c:pt>
                <c:pt idx="994">
                  <c:v>3.0830000000000003E-2</c:v>
                </c:pt>
                <c:pt idx="995">
                  <c:v>3.3180000000000001E-2</c:v>
                </c:pt>
                <c:pt idx="996">
                  <c:v>3.024E-2</c:v>
                </c:pt>
                <c:pt idx="997">
                  <c:v>3.2390000000000002E-2</c:v>
                </c:pt>
                <c:pt idx="998">
                  <c:v>3.2170000000000004E-2</c:v>
                </c:pt>
                <c:pt idx="999">
                  <c:v>3.1980000000000001E-2</c:v>
                </c:pt>
                <c:pt idx="1000">
                  <c:v>3.2620000000000003E-2</c:v>
                </c:pt>
                <c:pt idx="1001">
                  <c:v>3.3159999999999995E-2</c:v>
                </c:pt>
                <c:pt idx="1002">
                  <c:v>3.3520000000000001E-2</c:v>
                </c:pt>
                <c:pt idx="1003">
                  <c:v>3.2639999999999995E-2</c:v>
                </c:pt>
                <c:pt idx="1004">
                  <c:v>3.245E-2</c:v>
                </c:pt>
                <c:pt idx="1005">
                  <c:v>3.1730000000000001E-2</c:v>
                </c:pt>
                <c:pt idx="1006">
                  <c:v>3.3020000000000001E-2</c:v>
                </c:pt>
                <c:pt idx="1007">
                  <c:v>3.4860000000000002E-2</c:v>
                </c:pt>
                <c:pt idx="1008">
                  <c:v>3.5390000000000005E-2</c:v>
                </c:pt>
                <c:pt idx="1009">
                  <c:v>3.5819999999999998E-2</c:v>
                </c:pt>
                <c:pt idx="1010">
                  <c:v>3.7190000000000001E-2</c:v>
                </c:pt>
                <c:pt idx="1011">
                  <c:v>3.7080000000000002E-2</c:v>
                </c:pt>
                <c:pt idx="1012">
                  <c:v>3.7000000000000005E-2</c:v>
                </c:pt>
                <c:pt idx="1013">
                  <c:v>3.7490000000000002E-2</c:v>
                </c:pt>
                <c:pt idx="1014">
                  <c:v>3.7319999999999999E-2</c:v>
                </c:pt>
                <c:pt idx="1015">
                  <c:v>3.6760000000000001E-2</c:v>
                </c:pt>
                <c:pt idx="1016">
                  <c:v>3.6389999999999999E-2</c:v>
                </c:pt>
                <c:pt idx="1017">
                  <c:v>3.5220000000000001E-2</c:v>
                </c:pt>
                <c:pt idx="1018">
                  <c:v>3.5900000000000001E-2</c:v>
                </c:pt>
                <c:pt idx="1019">
                  <c:v>3.5159999999999997E-2</c:v>
                </c:pt>
                <c:pt idx="1020">
                  <c:v>3.5119999999999998E-2</c:v>
                </c:pt>
                <c:pt idx="1021">
                  <c:v>3.56E-2</c:v>
                </c:pt>
                <c:pt idx="1022">
                  <c:v>3.4630000000000001E-2</c:v>
                </c:pt>
                <c:pt idx="1023">
                  <c:v>3.5470000000000002E-2</c:v>
                </c:pt>
                <c:pt idx="1024">
                  <c:v>3.4110000000000001E-2</c:v>
                </c:pt>
                <c:pt idx="1025">
                  <c:v>3.5799999999999998E-2</c:v>
                </c:pt>
                <c:pt idx="1026">
                  <c:v>3.7159999999999999E-2</c:v>
                </c:pt>
                <c:pt idx="1027">
                  <c:v>3.4110000000000001E-2</c:v>
                </c:pt>
                <c:pt idx="1028">
                  <c:v>3.7260000000000001E-2</c:v>
                </c:pt>
                <c:pt idx="1029">
                  <c:v>3.3010000000000005E-2</c:v>
                </c:pt>
                <c:pt idx="1030">
                  <c:v>3.5339999999999996E-2</c:v>
                </c:pt>
                <c:pt idx="1031">
                  <c:v>3.6089999999999997E-2</c:v>
                </c:pt>
                <c:pt idx="1032">
                  <c:v>3.4780000000000005E-2</c:v>
                </c:pt>
                <c:pt idx="1033">
                  <c:v>3.4180000000000002E-2</c:v>
                </c:pt>
                <c:pt idx="1034">
                  <c:v>3.3620000000000004E-2</c:v>
                </c:pt>
                <c:pt idx="1035">
                  <c:v>3.1800000000000002E-2</c:v>
                </c:pt>
                <c:pt idx="1036">
                  <c:v>2.9529999999999997E-2</c:v>
                </c:pt>
                <c:pt idx="1037">
                  <c:v>3.1190000000000002E-2</c:v>
                </c:pt>
                <c:pt idx="1038">
                  <c:v>3.1730000000000001E-2</c:v>
                </c:pt>
                <c:pt idx="1039">
                  <c:v>3.2289999999999999E-2</c:v>
                </c:pt>
                <c:pt idx="1040">
                  <c:v>3.1789999999999999E-2</c:v>
                </c:pt>
                <c:pt idx="1041">
                  <c:v>3.3340000000000002E-2</c:v>
                </c:pt>
                <c:pt idx="1042">
                  <c:v>3.3450000000000001E-2</c:v>
                </c:pt>
                <c:pt idx="1043">
                  <c:v>3.4910000000000004E-2</c:v>
                </c:pt>
                <c:pt idx="1044">
                  <c:v>3.3349999999999998E-2</c:v>
                </c:pt>
                <c:pt idx="1045">
                  <c:v>3.1579999999999997E-2</c:v>
                </c:pt>
                <c:pt idx="1046">
                  <c:v>3.0970000000000001E-2</c:v>
                </c:pt>
                <c:pt idx="1047">
                  <c:v>3.2680000000000001E-2</c:v>
                </c:pt>
                <c:pt idx="1048">
                  <c:v>3.2120000000000003E-2</c:v>
                </c:pt>
                <c:pt idx="1049">
                  <c:v>3.2890000000000003E-2</c:v>
                </c:pt>
                <c:pt idx="1050">
                  <c:v>3.3639999999999996E-2</c:v>
                </c:pt>
                <c:pt idx="1051">
                  <c:v>3.4780000000000005E-2</c:v>
                </c:pt>
                <c:pt idx="1052">
                  <c:v>3.4599999999999999E-2</c:v>
                </c:pt>
                <c:pt idx="1053">
                  <c:v>3.4110000000000001E-2</c:v>
                </c:pt>
                <c:pt idx="1054">
                  <c:v>3.424E-2</c:v>
                </c:pt>
                <c:pt idx="1055">
                  <c:v>3.6749999999999998E-2</c:v>
                </c:pt>
                <c:pt idx="1056">
                  <c:v>3.6260000000000001E-2</c:v>
                </c:pt>
                <c:pt idx="1057">
                  <c:v>3.764E-2</c:v>
                </c:pt>
                <c:pt idx="1058">
                  <c:v>3.6400000000000002E-2</c:v>
                </c:pt>
                <c:pt idx="1059">
                  <c:v>3.6510000000000001E-2</c:v>
                </c:pt>
                <c:pt idx="1060">
                  <c:v>3.6049999999999999E-2</c:v>
                </c:pt>
                <c:pt idx="1061">
                  <c:v>3.594E-2</c:v>
                </c:pt>
                <c:pt idx="1062">
                  <c:v>3.5119999999999998E-2</c:v>
                </c:pt>
                <c:pt idx="1063">
                  <c:v>3.5009999999999999E-2</c:v>
                </c:pt>
                <c:pt idx="1064">
                  <c:v>3.5819999999999998E-2</c:v>
                </c:pt>
                <c:pt idx="1065">
                  <c:v>3.4479999999999997E-2</c:v>
                </c:pt>
                <c:pt idx="1066">
                  <c:v>3.4230000000000003E-2</c:v>
                </c:pt>
                <c:pt idx="1067">
                  <c:v>3.3520000000000001E-2</c:v>
                </c:pt>
                <c:pt idx="1068">
                  <c:v>3.3780000000000004E-2</c:v>
                </c:pt>
                <c:pt idx="1069">
                  <c:v>3.4889999999999997E-2</c:v>
                </c:pt>
                <c:pt idx="1070">
                  <c:v>3.6400000000000002E-2</c:v>
                </c:pt>
                <c:pt idx="1071">
                  <c:v>3.6049999999999999E-2</c:v>
                </c:pt>
                <c:pt idx="1072">
                  <c:v>3.6409999999999998E-2</c:v>
                </c:pt>
                <c:pt idx="1073">
                  <c:v>3.6569999999999998E-2</c:v>
                </c:pt>
                <c:pt idx="1074">
                  <c:v>3.6459999999999999E-2</c:v>
                </c:pt>
                <c:pt idx="1075">
                  <c:v>3.635E-2</c:v>
                </c:pt>
                <c:pt idx="1076">
                  <c:v>3.6319999999999998E-2</c:v>
                </c:pt>
                <c:pt idx="1077">
                  <c:v>3.7749999999999999E-2</c:v>
                </c:pt>
                <c:pt idx="1078">
                  <c:v>3.7429999999999998E-2</c:v>
                </c:pt>
                <c:pt idx="1079">
                  <c:v>3.628E-2</c:v>
                </c:pt>
                <c:pt idx="1080">
                  <c:v>3.5580000000000001E-2</c:v>
                </c:pt>
                <c:pt idx="1081">
                  <c:v>3.6409999999999998E-2</c:v>
                </c:pt>
                <c:pt idx="1082">
                  <c:v>3.6650000000000002E-2</c:v>
                </c:pt>
                <c:pt idx="1083">
                  <c:v>3.6699999999999997E-2</c:v>
                </c:pt>
                <c:pt idx="1084">
                  <c:v>3.6459999999999999E-2</c:v>
                </c:pt>
                <c:pt idx="1085">
                  <c:v>3.823E-2</c:v>
                </c:pt>
                <c:pt idx="1086">
                  <c:v>3.8730000000000001E-2</c:v>
                </c:pt>
                <c:pt idx="1087">
                  <c:v>3.882E-2</c:v>
                </c:pt>
                <c:pt idx="1088">
                  <c:v>3.7400000000000003E-2</c:v>
                </c:pt>
                <c:pt idx="1089">
                  <c:v>3.6929999999999998E-2</c:v>
                </c:pt>
                <c:pt idx="1090">
                  <c:v>3.6569999999999998E-2</c:v>
                </c:pt>
                <c:pt idx="1091">
                  <c:v>3.5720000000000002E-2</c:v>
                </c:pt>
                <c:pt idx="1092">
                  <c:v>3.5560000000000001E-2</c:v>
                </c:pt>
                <c:pt idx="1093">
                  <c:v>3.4929999999999996E-2</c:v>
                </c:pt>
                <c:pt idx="1094">
                  <c:v>3.6220000000000002E-2</c:v>
                </c:pt>
                <c:pt idx="1095">
                  <c:v>3.6249999999999998E-2</c:v>
                </c:pt>
                <c:pt idx="1096">
                  <c:v>3.4070000000000003E-2</c:v>
                </c:pt>
                <c:pt idx="1097">
                  <c:v>3.4680000000000002E-2</c:v>
                </c:pt>
                <c:pt idx="1098">
                  <c:v>3.3489999999999999E-2</c:v>
                </c:pt>
                <c:pt idx="1099">
                  <c:v>3.5150000000000001E-2</c:v>
                </c:pt>
                <c:pt idx="1100">
                  <c:v>3.4729999999999997E-2</c:v>
                </c:pt>
                <c:pt idx="1101">
                  <c:v>3.4709999999999998E-2</c:v>
                </c:pt>
                <c:pt idx="1102">
                  <c:v>3.5110000000000002E-2</c:v>
                </c:pt>
                <c:pt idx="1103">
                  <c:v>3.4439999999999998E-2</c:v>
                </c:pt>
                <c:pt idx="1104">
                  <c:v>3.4169999999999999E-2</c:v>
                </c:pt>
                <c:pt idx="1105">
                  <c:v>3.4329999999999999E-2</c:v>
                </c:pt>
                <c:pt idx="1106">
                  <c:v>3.6400000000000002E-2</c:v>
                </c:pt>
                <c:pt idx="1107">
                  <c:v>3.3509999999999998E-2</c:v>
                </c:pt>
                <c:pt idx="1108">
                  <c:v>3.628E-2</c:v>
                </c:pt>
                <c:pt idx="1109">
                  <c:v>3.3700000000000001E-2</c:v>
                </c:pt>
                <c:pt idx="1110">
                  <c:v>3.6269999999999997E-2</c:v>
                </c:pt>
                <c:pt idx="1111">
                  <c:v>3.6049999999999999E-2</c:v>
                </c:pt>
                <c:pt idx="1112">
                  <c:v>3.6049999999999999E-2</c:v>
                </c:pt>
                <c:pt idx="1113">
                  <c:v>3.601E-2</c:v>
                </c:pt>
                <c:pt idx="1114">
                  <c:v>3.5799999999999998E-2</c:v>
                </c:pt>
                <c:pt idx="1115">
                  <c:v>3.5610000000000003E-2</c:v>
                </c:pt>
                <c:pt idx="1116">
                  <c:v>3.7139999999999999E-2</c:v>
                </c:pt>
                <c:pt idx="1117">
                  <c:v>3.7069999999999999E-2</c:v>
                </c:pt>
                <c:pt idx="1118">
                  <c:v>3.8109999999999998E-2</c:v>
                </c:pt>
                <c:pt idx="1119">
                  <c:v>3.5929999999999997E-2</c:v>
                </c:pt>
                <c:pt idx="1120">
                  <c:v>3.4409999999999996E-2</c:v>
                </c:pt>
                <c:pt idx="1121">
                  <c:v>3.4009999999999999E-2</c:v>
                </c:pt>
                <c:pt idx="1122">
                  <c:v>3.5430000000000003E-2</c:v>
                </c:pt>
                <c:pt idx="1123">
                  <c:v>3.6600000000000001E-2</c:v>
                </c:pt>
                <c:pt idx="1124">
                  <c:v>3.7220000000000003E-2</c:v>
                </c:pt>
                <c:pt idx="1125">
                  <c:v>3.798E-2</c:v>
                </c:pt>
                <c:pt idx="1126">
                  <c:v>3.6580000000000001E-2</c:v>
                </c:pt>
                <c:pt idx="1127">
                  <c:v>3.7319999999999999E-2</c:v>
                </c:pt>
                <c:pt idx="1128">
                  <c:v>3.8210000000000001E-2</c:v>
                </c:pt>
                <c:pt idx="1129">
                  <c:v>3.526E-2</c:v>
                </c:pt>
                <c:pt idx="1130">
                  <c:v>3.5400000000000001E-2</c:v>
                </c:pt>
                <c:pt idx="1131">
                  <c:v>3.5439999999999999E-2</c:v>
                </c:pt>
                <c:pt idx="1132">
                  <c:v>3.6490000000000002E-2</c:v>
                </c:pt>
                <c:pt idx="1133">
                  <c:v>3.5430000000000003E-2</c:v>
                </c:pt>
                <c:pt idx="1134">
                  <c:v>3.644E-2</c:v>
                </c:pt>
                <c:pt idx="1135">
                  <c:v>3.6209999999999999E-2</c:v>
                </c:pt>
                <c:pt idx="1136">
                  <c:v>3.7060000000000003E-2</c:v>
                </c:pt>
                <c:pt idx="1137">
                  <c:v>3.6850000000000001E-2</c:v>
                </c:pt>
                <c:pt idx="1138">
                  <c:v>3.7420000000000002E-2</c:v>
                </c:pt>
                <c:pt idx="1139">
                  <c:v>3.8089999999999999E-2</c:v>
                </c:pt>
                <c:pt idx="1140">
                  <c:v>3.6119999999999999E-2</c:v>
                </c:pt>
                <c:pt idx="1141">
                  <c:v>3.8149999999999996E-2</c:v>
                </c:pt>
                <c:pt idx="1142">
                  <c:v>3.8699999999999998E-2</c:v>
                </c:pt>
                <c:pt idx="1143">
                  <c:v>3.85E-2</c:v>
                </c:pt>
                <c:pt idx="1144">
                  <c:v>3.687E-2</c:v>
                </c:pt>
                <c:pt idx="1145">
                  <c:v>3.7290000000000004E-2</c:v>
                </c:pt>
                <c:pt idx="1146">
                  <c:v>3.6889999999999999E-2</c:v>
                </c:pt>
                <c:pt idx="1147">
                  <c:v>3.6549999999999999E-2</c:v>
                </c:pt>
                <c:pt idx="1148">
                  <c:v>3.5189999999999999E-2</c:v>
                </c:pt>
                <c:pt idx="1149">
                  <c:v>3.5720000000000002E-2</c:v>
                </c:pt>
                <c:pt idx="1150">
                  <c:v>3.4599999999999999E-2</c:v>
                </c:pt>
                <c:pt idx="1151">
                  <c:v>3.5009999999999999E-2</c:v>
                </c:pt>
                <c:pt idx="1152">
                  <c:v>3.4939999999999999E-2</c:v>
                </c:pt>
                <c:pt idx="1153">
                  <c:v>3.576E-2</c:v>
                </c:pt>
                <c:pt idx="1154">
                  <c:v>3.6379999999999996E-2</c:v>
                </c:pt>
                <c:pt idx="1155">
                  <c:v>3.6150000000000002E-2</c:v>
                </c:pt>
                <c:pt idx="1156">
                  <c:v>3.7839999999999999E-2</c:v>
                </c:pt>
                <c:pt idx="1157">
                  <c:v>3.7159999999999999E-2</c:v>
                </c:pt>
                <c:pt idx="1158">
                  <c:v>3.6400000000000002E-2</c:v>
                </c:pt>
                <c:pt idx="1159">
                  <c:v>3.7679999999999998E-2</c:v>
                </c:pt>
                <c:pt idx="1160">
                  <c:v>3.6629999999999996E-2</c:v>
                </c:pt>
                <c:pt idx="1161">
                  <c:v>3.6880000000000003E-2</c:v>
                </c:pt>
                <c:pt idx="1162">
                  <c:v>3.6830000000000002E-2</c:v>
                </c:pt>
                <c:pt idx="1163">
                  <c:v>3.5179999999999996E-2</c:v>
                </c:pt>
                <c:pt idx="1164">
                  <c:v>3.644E-2</c:v>
                </c:pt>
                <c:pt idx="1165">
                  <c:v>3.4249999999999996E-2</c:v>
                </c:pt>
                <c:pt idx="1166">
                  <c:v>3.5920000000000001E-2</c:v>
                </c:pt>
                <c:pt idx="1167">
                  <c:v>3.3110000000000001E-2</c:v>
                </c:pt>
                <c:pt idx="1168">
                  <c:v>3.388E-2</c:v>
                </c:pt>
                <c:pt idx="1169">
                  <c:v>3.3479999999999996E-2</c:v>
                </c:pt>
                <c:pt idx="1170">
                  <c:v>3.1640000000000001E-2</c:v>
                </c:pt>
                <c:pt idx="1171">
                  <c:v>3.177E-2</c:v>
                </c:pt>
                <c:pt idx="1172">
                  <c:v>3.134E-2</c:v>
                </c:pt>
                <c:pt idx="1173">
                  <c:v>3.2029999999999996E-2</c:v>
                </c:pt>
                <c:pt idx="1174">
                  <c:v>3.1920000000000004E-2</c:v>
                </c:pt>
                <c:pt idx="1175">
                  <c:v>3.1570000000000001E-2</c:v>
                </c:pt>
                <c:pt idx="1176">
                  <c:v>3.1989999999999998E-2</c:v>
                </c:pt>
                <c:pt idx="1177">
                  <c:v>3.1280000000000002E-2</c:v>
                </c:pt>
                <c:pt idx="1178">
                  <c:v>3.2010000000000004E-2</c:v>
                </c:pt>
                <c:pt idx="1179">
                  <c:v>3.0970000000000001E-2</c:v>
                </c:pt>
                <c:pt idx="1180">
                  <c:v>2.904E-2</c:v>
                </c:pt>
                <c:pt idx="1181">
                  <c:v>2.9360000000000001E-2</c:v>
                </c:pt>
                <c:pt idx="1182">
                  <c:v>2.9689999999999998E-2</c:v>
                </c:pt>
                <c:pt idx="1183">
                  <c:v>2.9300000000000003E-2</c:v>
                </c:pt>
                <c:pt idx="1184">
                  <c:v>2.9759999999999998E-2</c:v>
                </c:pt>
                <c:pt idx="1185">
                  <c:v>2.9399999999999999E-2</c:v>
                </c:pt>
                <c:pt idx="1186">
                  <c:v>2.879E-2</c:v>
                </c:pt>
                <c:pt idx="1187">
                  <c:v>2.9249999999999998E-2</c:v>
                </c:pt>
                <c:pt idx="1188">
                  <c:v>0.03</c:v>
                </c:pt>
                <c:pt idx="1189">
                  <c:v>3.0630000000000001E-2</c:v>
                </c:pt>
                <c:pt idx="1190">
                  <c:v>3.0890000000000001E-2</c:v>
                </c:pt>
                <c:pt idx="1191">
                  <c:v>3.1320000000000001E-2</c:v>
                </c:pt>
                <c:pt idx="1192">
                  <c:v>3.0219999999999997E-2</c:v>
                </c:pt>
                <c:pt idx="1193">
                  <c:v>3.04E-2</c:v>
                </c:pt>
                <c:pt idx="1194">
                  <c:v>3.1259999999999996E-2</c:v>
                </c:pt>
                <c:pt idx="1195">
                  <c:v>3.1789999999999999E-2</c:v>
                </c:pt>
                <c:pt idx="1196">
                  <c:v>3.1739999999999997E-2</c:v>
                </c:pt>
                <c:pt idx="1197">
                  <c:v>3.2010000000000004E-2</c:v>
                </c:pt>
                <c:pt idx="1198">
                  <c:v>3.3020000000000001E-2</c:v>
                </c:pt>
                <c:pt idx="1199">
                  <c:v>3.3989999999999999E-2</c:v>
                </c:pt>
                <c:pt idx="1200">
                  <c:v>3.2530000000000003E-2</c:v>
                </c:pt>
                <c:pt idx="1201">
                  <c:v>3.2240000000000005E-2</c:v>
                </c:pt>
                <c:pt idx="1202">
                  <c:v>3.2850000000000004E-2</c:v>
                </c:pt>
                <c:pt idx="1203">
                  <c:v>3.134E-2</c:v>
                </c:pt>
                <c:pt idx="1204">
                  <c:v>3.2469999999999999E-2</c:v>
                </c:pt>
                <c:pt idx="1205">
                  <c:v>3.3419999999999998E-2</c:v>
                </c:pt>
                <c:pt idx="1206">
                  <c:v>3.3250000000000002E-2</c:v>
                </c:pt>
                <c:pt idx="1207">
                  <c:v>3.3759999999999998E-2</c:v>
                </c:pt>
                <c:pt idx="1208">
                  <c:v>3.3479999999999996E-2</c:v>
                </c:pt>
                <c:pt idx="1209">
                  <c:v>3.424E-2</c:v>
                </c:pt>
                <c:pt idx="1210">
                  <c:v>3.44E-2</c:v>
                </c:pt>
                <c:pt idx="1211">
                  <c:v>3.3690000000000005E-2</c:v>
                </c:pt>
                <c:pt idx="1212">
                  <c:v>3.6150000000000002E-2</c:v>
                </c:pt>
                <c:pt idx="1213">
                  <c:v>3.3759999999999998E-2</c:v>
                </c:pt>
                <c:pt idx="1214">
                  <c:v>3.4660000000000003E-2</c:v>
                </c:pt>
                <c:pt idx="1215">
                  <c:v>3.4860000000000002E-2</c:v>
                </c:pt>
                <c:pt idx="1216">
                  <c:v>3.4200000000000001E-2</c:v>
                </c:pt>
                <c:pt idx="1217">
                  <c:v>3.6629999999999996E-2</c:v>
                </c:pt>
                <c:pt idx="1218">
                  <c:v>3.6130000000000002E-2</c:v>
                </c:pt>
                <c:pt idx="1219">
                  <c:v>3.4130000000000001E-2</c:v>
                </c:pt>
                <c:pt idx="1220">
                  <c:v>3.1570000000000001E-2</c:v>
                </c:pt>
                <c:pt idx="1221">
                  <c:v>3.209E-2</c:v>
                </c:pt>
                <c:pt idx="1222">
                  <c:v>3.2320000000000002E-2</c:v>
                </c:pt>
                <c:pt idx="1223">
                  <c:v>3.175E-2</c:v>
                </c:pt>
                <c:pt idx="1224">
                  <c:v>3.1549999999999995E-2</c:v>
                </c:pt>
                <c:pt idx="1225">
                  <c:v>3.092E-2</c:v>
                </c:pt>
                <c:pt idx="1226">
                  <c:v>3.1980000000000001E-2</c:v>
                </c:pt>
                <c:pt idx="1227">
                  <c:v>3.3700000000000001E-2</c:v>
                </c:pt>
                <c:pt idx="1228">
                  <c:v>3.313E-2</c:v>
                </c:pt>
                <c:pt idx="1229">
                  <c:v>3.2549999999999996E-2</c:v>
                </c:pt>
                <c:pt idx="1230">
                  <c:v>3.4569999999999997E-2</c:v>
                </c:pt>
                <c:pt idx="1231">
                  <c:v>3.3869999999999997E-2</c:v>
                </c:pt>
                <c:pt idx="1232">
                  <c:v>3.483E-2</c:v>
                </c:pt>
                <c:pt idx="1233">
                  <c:v>3.4500000000000003E-2</c:v>
                </c:pt>
                <c:pt idx="1234">
                  <c:v>3.356E-2</c:v>
                </c:pt>
                <c:pt idx="1235">
                  <c:v>3.3119999999999997E-2</c:v>
                </c:pt>
                <c:pt idx="1236">
                  <c:v>3.3820000000000003E-2</c:v>
                </c:pt>
                <c:pt idx="1237">
                  <c:v>3.5720000000000002E-2</c:v>
                </c:pt>
                <c:pt idx="1238">
                  <c:v>3.6170000000000001E-2</c:v>
                </c:pt>
                <c:pt idx="1239">
                  <c:v>3.5189999999999999E-2</c:v>
                </c:pt>
                <c:pt idx="1240">
                  <c:v>3.4460000000000005E-2</c:v>
                </c:pt>
                <c:pt idx="1241">
                  <c:v>3.4529999999999998E-2</c:v>
                </c:pt>
                <c:pt idx="1242">
                  <c:v>3.4769999999999995E-2</c:v>
                </c:pt>
                <c:pt idx="1243">
                  <c:v>3.4259999999999999E-2</c:v>
                </c:pt>
                <c:pt idx="1244">
                  <c:v>3.3799999999999997E-2</c:v>
                </c:pt>
                <c:pt idx="1245">
                  <c:v>3.3769999999999994E-2</c:v>
                </c:pt>
                <c:pt idx="1246">
                  <c:v>3.347E-2</c:v>
                </c:pt>
                <c:pt idx="1247">
                  <c:v>3.3840000000000002E-2</c:v>
                </c:pt>
                <c:pt idx="1248">
                  <c:v>3.2899999999999999E-2</c:v>
                </c:pt>
                <c:pt idx="1249">
                  <c:v>3.3570000000000003E-2</c:v>
                </c:pt>
                <c:pt idx="1250">
                  <c:v>3.5099999999999999E-2</c:v>
                </c:pt>
                <c:pt idx="1251">
                  <c:v>3.4430000000000002E-2</c:v>
                </c:pt>
                <c:pt idx="1252">
                  <c:v>3.4720000000000001E-2</c:v>
                </c:pt>
                <c:pt idx="1253">
                  <c:v>3.483E-2</c:v>
                </c:pt>
                <c:pt idx="1254">
                  <c:v>3.3239999999999999E-2</c:v>
                </c:pt>
                <c:pt idx="1255">
                  <c:v>3.3750000000000002E-2</c:v>
                </c:pt>
                <c:pt idx="1256">
                  <c:v>3.4290000000000001E-2</c:v>
                </c:pt>
                <c:pt idx="1257">
                  <c:v>3.4840000000000003E-2</c:v>
                </c:pt>
                <c:pt idx="1258">
                  <c:v>3.32E-2</c:v>
                </c:pt>
                <c:pt idx="1259">
                  <c:v>3.2739999999999998E-2</c:v>
                </c:pt>
                <c:pt idx="1260">
                  <c:v>3.2980000000000002E-2</c:v>
                </c:pt>
                <c:pt idx="1261">
                  <c:v>3.3530000000000004E-2</c:v>
                </c:pt>
                <c:pt idx="1262">
                  <c:v>3.2980000000000002E-2</c:v>
                </c:pt>
                <c:pt idx="1263">
                  <c:v>3.2300000000000002E-2</c:v>
                </c:pt>
                <c:pt idx="1264">
                  <c:v>3.2579999999999998E-2</c:v>
                </c:pt>
                <c:pt idx="1265">
                  <c:v>3.2460000000000003E-2</c:v>
                </c:pt>
                <c:pt idx="1266">
                  <c:v>3.227E-2</c:v>
                </c:pt>
                <c:pt idx="1267">
                  <c:v>3.3700000000000001E-2</c:v>
                </c:pt>
                <c:pt idx="1268">
                  <c:v>3.3709999999999997E-2</c:v>
                </c:pt>
                <c:pt idx="1269">
                  <c:v>3.2390000000000002E-2</c:v>
                </c:pt>
                <c:pt idx="1270">
                  <c:v>3.2530000000000003E-2</c:v>
                </c:pt>
                <c:pt idx="1271">
                  <c:v>3.2050000000000002E-2</c:v>
                </c:pt>
                <c:pt idx="1272">
                  <c:v>3.134E-2</c:v>
                </c:pt>
                <c:pt idx="1273">
                  <c:v>3.1789999999999999E-2</c:v>
                </c:pt>
                <c:pt idx="1274">
                  <c:v>3.0619999999999998E-2</c:v>
                </c:pt>
                <c:pt idx="1275">
                  <c:v>3.031E-2</c:v>
                </c:pt>
                <c:pt idx="1276">
                  <c:v>3.1030000000000002E-2</c:v>
                </c:pt>
                <c:pt idx="1277">
                  <c:v>3.0950000000000002E-2</c:v>
                </c:pt>
                <c:pt idx="1278">
                  <c:v>3.0169999999999999E-2</c:v>
                </c:pt>
                <c:pt idx="1279">
                  <c:v>2.8370000000000003E-2</c:v>
                </c:pt>
                <c:pt idx="1280">
                  <c:v>2.887E-2</c:v>
                </c:pt>
                <c:pt idx="1281">
                  <c:v>2.904E-2</c:v>
                </c:pt>
                <c:pt idx="1282">
                  <c:v>2.852E-2</c:v>
                </c:pt>
                <c:pt idx="1283">
                  <c:v>2.7789999999999999E-2</c:v>
                </c:pt>
                <c:pt idx="1284">
                  <c:v>2.7770000000000003E-2</c:v>
                </c:pt>
                <c:pt idx="1285">
                  <c:v>2.8740000000000002E-2</c:v>
                </c:pt>
                <c:pt idx="1286">
                  <c:v>2.9289999999999997E-2</c:v>
                </c:pt>
                <c:pt idx="1287">
                  <c:v>2.9260000000000001E-2</c:v>
                </c:pt>
                <c:pt idx="1288">
                  <c:v>2.9440000000000001E-2</c:v>
                </c:pt>
                <c:pt idx="1289">
                  <c:v>2.9569999999999999E-2</c:v>
                </c:pt>
                <c:pt idx="1290">
                  <c:v>3.1539999999999999E-2</c:v>
                </c:pt>
                <c:pt idx="1291">
                  <c:v>3.0210000000000001E-2</c:v>
                </c:pt>
                <c:pt idx="1292">
                  <c:v>3.116E-2</c:v>
                </c:pt>
                <c:pt idx="1293">
                  <c:v>3.1050000000000001E-2</c:v>
                </c:pt>
                <c:pt idx="1294">
                  <c:v>3.236E-2</c:v>
                </c:pt>
                <c:pt idx="1295">
                  <c:v>3.3419999999999998E-2</c:v>
                </c:pt>
                <c:pt idx="1296">
                  <c:v>3.2219999999999999E-2</c:v>
                </c:pt>
                <c:pt idx="1297">
                  <c:v>3.2230000000000002E-2</c:v>
                </c:pt>
                <c:pt idx="1298">
                  <c:v>3.3479999999999996E-2</c:v>
                </c:pt>
                <c:pt idx="1299">
                  <c:v>3.2850000000000004E-2</c:v>
                </c:pt>
                <c:pt idx="1300">
                  <c:v>3.492E-2</c:v>
                </c:pt>
                <c:pt idx="1301">
                  <c:v>3.5319999999999997E-2</c:v>
                </c:pt>
                <c:pt idx="1302">
                  <c:v>3.4790000000000001E-2</c:v>
                </c:pt>
                <c:pt idx="1303">
                  <c:v>3.5459999999999998E-2</c:v>
                </c:pt>
                <c:pt idx="1304">
                  <c:v>3.4910000000000004E-2</c:v>
                </c:pt>
                <c:pt idx="1305">
                  <c:v>3.5060000000000001E-2</c:v>
                </c:pt>
                <c:pt idx="1306">
                  <c:v>3.5549999999999998E-2</c:v>
                </c:pt>
                <c:pt idx="1307">
                  <c:v>3.6699999999999997E-2</c:v>
                </c:pt>
                <c:pt idx="1308">
                  <c:v>3.4590000000000003E-2</c:v>
                </c:pt>
                <c:pt idx="1309">
                  <c:v>3.415E-2</c:v>
                </c:pt>
                <c:pt idx="1310">
                  <c:v>3.4460000000000005E-2</c:v>
                </c:pt>
                <c:pt idx="1311">
                  <c:v>3.4249999999999996E-2</c:v>
                </c:pt>
                <c:pt idx="1312">
                  <c:v>3.4140000000000004E-2</c:v>
                </c:pt>
                <c:pt idx="1313">
                  <c:v>3.3300000000000003E-2</c:v>
                </c:pt>
                <c:pt idx="1314">
                  <c:v>3.4140000000000004E-2</c:v>
                </c:pt>
                <c:pt idx="1315">
                  <c:v>3.3950000000000001E-2</c:v>
                </c:pt>
                <c:pt idx="1316">
                  <c:v>3.4520000000000002E-2</c:v>
                </c:pt>
                <c:pt idx="1317">
                  <c:v>3.4369999999999998E-2</c:v>
                </c:pt>
                <c:pt idx="1318">
                  <c:v>3.3730000000000003E-2</c:v>
                </c:pt>
                <c:pt idx="1319">
                  <c:v>3.3300000000000003E-2</c:v>
                </c:pt>
                <c:pt idx="1320">
                  <c:v>3.3119999999999997E-2</c:v>
                </c:pt>
                <c:pt idx="1321">
                  <c:v>3.2669999999999998E-2</c:v>
                </c:pt>
                <c:pt idx="1322">
                  <c:v>3.2370000000000003E-2</c:v>
                </c:pt>
                <c:pt idx="1323">
                  <c:v>3.2919999999999998E-2</c:v>
                </c:pt>
                <c:pt idx="1324">
                  <c:v>3.3590000000000002E-2</c:v>
                </c:pt>
                <c:pt idx="1325">
                  <c:v>3.4709999999999998E-2</c:v>
                </c:pt>
                <c:pt idx="1326">
                  <c:v>3.3399999999999999E-2</c:v>
                </c:pt>
                <c:pt idx="1327">
                  <c:v>3.3980000000000003E-2</c:v>
                </c:pt>
                <c:pt idx="1328">
                  <c:v>3.3570000000000003E-2</c:v>
                </c:pt>
                <c:pt idx="1329">
                  <c:v>3.4300000000000004E-2</c:v>
                </c:pt>
                <c:pt idx="1330">
                  <c:v>3.4639999999999997E-2</c:v>
                </c:pt>
                <c:pt idx="1331">
                  <c:v>3.5019999999999996E-2</c:v>
                </c:pt>
                <c:pt idx="1332">
                  <c:v>3.3349999999999998E-2</c:v>
                </c:pt>
                <c:pt idx="1333">
                  <c:v>3.3410000000000002E-2</c:v>
                </c:pt>
                <c:pt idx="1334">
                  <c:v>3.3189999999999997E-2</c:v>
                </c:pt>
                <c:pt idx="1335">
                  <c:v>3.3149999999999999E-2</c:v>
                </c:pt>
                <c:pt idx="1336">
                  <c:v>3.2189999999999996E-2</c:v>
                </c:pt>
                <c:pt idx="1337">
                  <c:v>3.2189999999999996E-2</c:v>
                </c:pt>
                <c:pt idx="1338">
                  <c:v>3.4549999999999997E-2</c:v>
                </c:pt>
                <c:pt idx="1339">
                  <c:v>3.5869999999999999E-2</c:v>
                </c:pt>
                <c:pt idx="1340">
                  <c:v>3.5319999999999997E-2</c:v>
                </c:pt>
                <c:pt idx="1341">
                  <c:v>3.5339999999999996E-2</c:v>
                </c:pt>
                <c:pt idx="1342">
                  <c:v>3.576E-2</c:v>
                </c:pt>
                <c:pt idx="1343">
                  <c:v>3.6740000000000002E-2</c:v>
                </c:pt>
                <c:pt idx="1344">
                  <c:v>3.7000000000000005E-2</c:v>
                </c:pt>
                <c:pt idx="1345">
                  <c:v>3.669E-2</c:v>
                </c:pt>
                <c:pt idx="1346">
                  <c:v>3.771E-2</c:v>
                </c:pt>
                <c:pt idx="1347">
                  <c:v>3.8159999999999999E-2</c:v>
                </c:pt>
                <c:pt idx="1348">
                  <c:v>3.7900000000000003E-2</c:v>
                </c:pt>
                <c:pt idx="1349">
                  <c:v>3.737E-2</c:v>
                </c:pt>
                <c:pt idx="1350">
                  <c:v>3.7620000000000001E-2</c:v>
                </c:pt>
                <c:pt idx="1351">
                  <c:v>3.8019999999999998E-2</c:v>
                </c:pt>
                <c:pt idx="1352">
                  <c:v>3.6920000000000001E-2</c:v>
                </c:pt>
                <c:pt idx="1353">
                  <c:v>3.6539999999999996E-2</c:v>
                </c:pt>
                <c:pt idx="1354">
                  <c:v>3.5220000000000001E-2</c:v>
                </c:pt>
                <c:pt idx="1355">
                  <c:v>3.5319999999999997E-2</c:v>
                </c:pt>
                <c:pt idx="1356">
                  <c:v>3.5889999999999998E-2</c:v>
                </c:pt>
                <c:pt idx="1357">
                  <c:v>3.5529999999999999E-2</c:v>
                </c:pt>
                <c:pt idx="1358">
                  <c:v>3.5390000000000005E-2</c:v>
                </c:pt>
                <c:pt idx="1359">
                  <c:v>3.576E-2</c:v>
                </c:pt>
                <c:pt idx="1360">
                  <c:v>3.5529999999999999E-2</c:v>
                </c:pt>
                <c:pt idx="1361">
                  <c:v>3.6150000000000002E-2</c:v>
                </c:pt>
                <c:pt idx="1362">
                  <c:v>3.7249999999999998E-2</c:v>
                </c:pt>
                <c:pt idx="1363">
                  <c:v>3.662E-2</c:v>
                </c:pt>
                <c:pt idx="1364">
                  <c:v>3.773E-2</c:v>
                </c:pt>
                <c:pt idx="1365">
                  <c:v>3.7420000000000002E-2</c:v>
                </c:pt>
                <c:pt idx="1366">
                  <c:v>3.7280000000000001E-2</c:v>
                </c:pt>
                <c:pt idx="1367">
                  <c:v>3.7620000000000001E-2</c:v>
                </c:pt>
                <c:pt idx="1368">
                  <c:v>3.814E-2</c:v>
                </c:pt>
                <c:pt idx="1369">
                  <c:v>3.8239999999999996E-2</c:v>
                </c:pt>
                <c:pt idx="1370">
                  <c:v>3.85E-2</c:v>
                </c:pt>
                <c:pt idx="1371">
                  <c:v>3.8740000000000004E-2</c:v>
                </c:pt>
                <c:pt idx="1372">
                  <c:v>3.8440000000000002E-2</c:v>
                </c:pt>
                <c:pt idx="1373">
                  <c:v>3.8089999999999999E-2</c:v>
                </c:pt>
                <c:pt idx="1374">
                  <c:v>3.8450000000000005E-2</c:v>
                </c:pt>
                <c:pt idx="1375">
                  <c:v>3.7789999999999997E-2</c:v>
                </c:pt>
                <c:pt idx="1376">
                  <c:v>3.8330000000000003E-2</c:v>
                </c:pt>
                <c:pt idx="1377">
                  <c:v>4.07E-2</c:v>
                </c:pt>
                <c:pt idx="1378">
                  <c:v>3.9730000000000001E-2</c:v>
                </c:pt>
                <c:pt idx="1379">
                  <c:v>4.0099999999999997E-2</c:v>
                </c:pt>
                <c:pt idx="1380">
                  <c:v>3.8030000000000001E-2</c:v>
                </c:pt>
                <c:pt idx="1381">
                  <c:v>3.7379999999999997E-2</c:v>
                </c:pt>
                <c:pt idx="1382">
                  <c:v>3.6499999999999998E-2</c:v>
                </c:pt>
                <c:pt idx="1383">
                  <c:v>3.6539999999999996E-2</c:v>
                </c:pt>
                <c:pt idx="1384">
                  <c:v>3.7499999999999999E-2</c:v>
                </c:pt>
                <c:pt idx="1385">
                  <c:v>3.687E-2</c:v>
                </c:pt>
                <c:pt idx="1386">
                  <c:v>3.6510000000000001E-2</c:v>
                </c:pt>
                <c:pt idx="1387">
                  <c:v>3.628E-2</c:v>
                </c:pt>
                <c:pt idx="1388">
                  <c:v>3.585E-2</c:v>
                </c:pt>
                <c:pt idx="1389">
                  <c:v>3.4140000000000004E-2</c:v>
                </c:pt>
                <c:pt idx="1390">
                  <c:v>3.7810000000000003E-2</c:v>
                </c:pt>
                <c:pt idx="1391">
                  <c:v>3.8159999999999999E-2</c:v>
                </c:pt>
                <c:pt idx="1392">
                  <c:v>3.7699999999999997E-2</c:v>
                </c:pt>
                <c:pt idx="1393">
                  <c:v>3.4369999999999998E-2</c:v>
                </c:pt>
                <c:pt idx="1394">
                  <c:v>3.4700000000000002E-2</c:v>
                </c:pt>
                <c:pt idx="1395">
                  <c:v>3.5610000000000003E-2</c:v>
                </c:pt>
                <c:pt idx="1396">
                  <c:v>3.4230000000000003E-2</c:v>
                </c:pt>
                <c:pt idx="1397">
                  <c:v>3.4630000000000001E-2</c:v>
                </c:pt>
                <c:pt idx="1398">
                  <c:v>3.6080000000000001E-2</c:v>
                </c:pt>
                <c:pt idx="1399">
                  <c:v>3.5349999999999999E-2</c:v>
                </c:pt>
                <c:pt idx="1400">
                  <c:v>3.6769999999999997E-2</c:v>
                </c:pt>
                <c:pt idx="1401">
                  <c:v>3.6260000000000001E-2</c:v>
                </c:pt>
                <c:pt idx="1402">
                  <c:v>3.7149999999999996E-2</c:v>
                </c:pt>
                <c:pt idx="1403">
                  <c:v>3.7269999999999998E-2</c:v>
                </c:pt>
                <c:pt idx="1404">
                  <c:v>3.7970000000000004E-2</c:v>
                </c:pt>
                <c:pt idx="1405">
                  <c:v>3.6819999999999999E-2</c:v>
                </c:pt>
                <c:pt idx="1406">
                  <c:v>3.7220000000000003E-2</c:v>
                </c:pt>
                <c:pt idx="1407">
                  <c:v>3.5830000000000001E-2</c:v>
                </c:pt>
                <c:pt idx="1408">
                  <c:v>3.5990000000000001E-2</c:v>
                </c:pt>
                <c:pt idx="1409">
                  <c:v>3.6179999999999997E-2</c:v>
                </c:pt>
                <c:pt idx="1410">
                  <c:v>3.6130000000000002E-2</c:v>
                </c:pt>
                <c:pt idx="1411">
                  <c:v>3.4529999999999998E-2</c:v>
                </c:pt>
                <c:pt idx="1412">
                  <c:v>3.456E-2</c:v>
                </c:pt>
                <c:pt idx="1413">
                  <c:v>3.4249999999999996E-2</c:v>
                </c:pt>
                <c:pt idx="1414">
                  <c:v>3.5139999999999998E-2</c:v>
                </c:pt>
                <c:pt idx="1415">
                  <c:v>3.5220000000000001E-2</c:v>
                </c:pt>
                <c:pt idx="1416">
                  <c:v>3.49E-2</c:v>
                </c:pt>
                <c:pt idx="1417">
                  <c:v>3.4009999999999999E-2</c:v>
                </c:pt>
                <c:pt idx="1418">
                  <c:v>3.44E-2</c:v>
                </c:pt>
                <c:pt idx="1419">
                  <c:v>3.5369999999999999E-2</c:v>
                </c:pt>
                <c:pt idx="1420">
                  <c:v>3.7379999999999997E-2</c:v>
                </c:pt>
                <c:pt idx="1421">
                  <c:v>3.6670000000000001E-2</c:v>
                </c:pt>
                <c:pt idx="1422">
                  <c:v>3.5379999999999995E-2</c:v>
                </c:pt>
                <c:pt idx="1423">
                  <c:v>3.5470000000000002E-2</c:v>
                </c:pt>
                <c:pt idx="1424">
                  <c:v>3.5520000000000003E-2</c:v>
                </c:pt>
                <c:pt idx="1425">
                  <c:v>3.4270000000000002E-2</c:v>
                </c:pt>
                <c:pt idx="1426">
                  <c:v>3.4929999999999996E-2</c:v>
                </c:pt>
                <c:pt idx="1427">
                  <c:v>3.5799999999999998E-2</c:v>
                </c:pt>
                <c:pt idx="1428">
                  <c:v>3.6650000000000002E-2</c:v>
                </c:pt>
                <c:pt idx="1429">
                  <c:v>3.5049999999999998E-2</c:v>
                </c:pt>
                <c:pt idx="1430">
                  <c:v>3.6610000000000004E-2</c:v>
                </c:pt>
                <c:pt idx="1431">
                  <c:v>3.6230000000000005E-2</c:v>
                </c:pt>
                <c:pt idx="1432">
                  <c:v>3.7699999999999997E-2</c:v>
                </c:pt>
                <c:pt idx="1433">
                  <c:v>3.8210000000000001E-2</c:v>
                </c:pt>
                <c:pt idx="1434">
                  <c:v>3.823E-2</c:v>
                </c:pt>
                <c:pt idx="1435">
                  <c:v>3.8859999999999999E-2</c:v>
                </c:pt>
                <c:pt idx="1436">
                  <c:v>3.8309999999999997E-2</c:v>
                </c:pt>
                <c:pt idx="1437">
                  <c:v>4.2999999999999997E-2</c:v>
                </c:pt>
                <c:pt idx="1438">
                  <c:v>4.3650000000000001E-2</c:v>
                </c:pt>
                <c:pt idx="1439">
                  <c:v>4.3129999999999995E-2</c:v>
                </c:pt>
                <c:pt idx="1440">
                  <c:v>4.6369999999999995E-2</c:v>
                </c:pt>
                <c:pt idx="1441">
                  <c:v>4.5279999999999994E-2</c:v>
                </c:pt>
                <c:pt idx="1442">
                  <c:v>4.6440000000000002E-2</c:v>
                </c:pt>
                <c:pt idx="1443">
                  <c:v>4.5159999999999999E-2</c:v>
                </c:pt>
                <c:pt idx="1444">
                  <c:v>4.7729999999999995E-2</c:v>
                </c:pt>
                <c:pt idx="1445">
                  <c:v>4.734E-2</c:v>
                </c:pt>
                <c:pt idx="1446">
                  <c:v>4.5490000000000003E-2</c:v>
                </c:pt>
                <c:pt idx="1447">
                  <c:v>4.6699999999999998E-2</c:v>
                </c:pt>
                <c:pt idx="1448">
                  <c:v>4.8520000000000001E-2</c:v>
                </c:pt>
                <c:pt idx="1449">
                  <c:v>4.5560000000000003E-2</c:v>
                </c:pt>
                <c:pt idx="1450">
                  <c:v>4.4920000000000002E-2</c:v>
                </c:pt>
                <c:pt idx="1451">
                  <c:v>4.4690000000000001E-2</c:v>
                </c:pt>
                <c:pt idx="1452">
                  <c:v>4.0529999999999997E-2</c:v>
                </c:pt>
                <c:pt idx="1453">
                  <c:v>3.9359999999999999E-2</c:v>
                </c:pt>
                <c:pt idx="1454">
                  <c:v>3.9529999999999996E-2</c:v>
                </c:pt>
                <c:pt idx="1455">
                  <c:v>3.9109999999999999E-2</c:v>
                </c:pt>
                <c:pt idx="1456">
                  <c:v>4.0359999999999993E-2</c:v>
                </c:pt>
                <c:pt idx="1457">
                  <c:v>4.0810000000000006E-2</c:v>
                </c:pt>
                <c:pt idx="1458">
                  <c:v>4.1009999999999998E-2</c:v>
                </c:pt>
                <c:pt idx="1459">
                  <c:v>4.1840000000000002E-2</c:v>
                </c:pt>
                <c:pt idx="1460">
                  <c:v>4.1159999999999995E-2</c:v>
                </c:pt>
                <c:pt idx="1461">
                  <c:v>4.011E-2</c:v>
                </c:pt>
                <c:pt idx="1462">
                  <c:v>3.7850000000000002E-2</c:v>
                </c:pt>
                <c:pt idx="1463">
                  <c:v>3.73E-2</c:v>
                </c:pt>
                <c:pt idx="1464">
                  <c:v>3.7789999999999997E-2</c:v>
                </c:pt>
                <c:pt idx="1465">
                  <c:v>3.6339999999999997E-2</c:v>
                </c:pt>
                <c:pt idx="1466">
                  <c:v>3.9190000000000003E-2</c:v>
                </c:pt>
                <c:pt idx="1467">
                  <c:v>3.8510000000000003E-2</c:v>
                </c:pt>
                <c:pt idx="1468">
                  <c:v>3.9359999999999999E-2</c:v>
                </c:pt>
                <c:pt idx="1469">
                  <c:v>3.9570000000000001E-2</c:v>
                </c:pt>
                <c:pt idx="1470">
                  <c:v>3.9529999999999996E-2</c:v>
                </c:pt>
                <c:pt idx="1471">
                  <c:v>4.181E-2</c:v>
                </c:pt>
                <c:pt idx="1472">
                  <c:v>4.095E-2</c:v>
                </c:pt>
                <c:pt idx="1473">
                  <c:v>3.9510000000000003E-2</c:v>
                </c:pt>
                <c:pt idx="1474">
                  <c:v>4.0869999999999997E-2</c:v>
                </c:pt>
                <c:pt idx="1475">
                  <c:v>3.9E-2</c:v>
                </c:pt>
                <c:pt idx="1476">
                  <c:v>3.7759999999999995E-2</c:v>
                </c:pt>
                <c:pt idx="1477">
                  <c:v>3.7309999999999996E-2</c:v>
                </c:pt>
                <c:pt idx="1478">
                  <c:v>3.7960000000000001E-2</c:v>
                </c:pt>
                <c:pt idx="1479">
                  <c:v>4.0239999999999998E-2</c:v>
                </c:pt>
                <c:pt idx="1480">
                  <c:v>4.0209999999999996E-2</c:v>
                </c:pt>
                <c:pt idx="1481">
                  <c:v>4.1849999999999998E-2</c:v>
                </c:pt>
                <c:pt idx="1482">
                  <c:v>4.2790000000000002E-2</c:v>
                </c:pt>
                <c:pt idx="1483">
                  <c:v>4.3579999999999994E-2</c:v>
                </c:pt>
                <c:pt idx="1484">
                  <c:v>4.5739999999999996E-2</c:v>
                </c:pt>
                <c:pt idx="1485">
                  <c:v>4.623E-2</c:v>
                </c:pt>
                <c:pt idx="1486">
                  <c:v>4.6390000000000001E-2</c:v>
                </c:pt>
                <c:pt idx="1487">
                  <c:v>4.4249999999999998E-2</c:v>
                </c:pt>
                <c:pt idx="1488">
                  <c:v>4.2750000000000003E-2</c:v>
                </c:pt>
                <c:pt idx="1489">
                  <c:v>4.2670000000000007E-2</c:v>
                </c:pt>
                <c:pt idx="1490">
                  <c:v>4.1420000000000005E-2</c:v>
                </c:pt>
                <c:pt idx="1491">
                  <c:v>4.3049999999999998E-2</c:v>
                </c:pt>
                <c:pt idx="1492">
                  <c:v>4.1669999999999999E-2</c:v>
                </c:pt>
                <c:pt idx="1493">
                  <c:v>4.1180000000000001E-2</c:v>
                </c:pt>
                <c:pt idx="1494">
                  <c:v>3.9320000000000001E-2</c:v>
                </c:pt>
                <c:pt idx="1495">
                  <c:v>3.8359999999999998E-2</c:v>
                </c:pt>
                <c:pt idx="1496">
                  <c:v>3.909E-2</c:v>
                </c:pt>
                <c:pt idx="1497">
                  <c:v>3.986E-2</c:v>
                </c:pt>
                <c:pt idx="1498">
                  <c:v>3.8670000000000003E-2</c:v>
                </c:pt>
                <c:pt idx="1499">
                  <c:v>3.7510000000000002E-2</c:v>
                </c:pt>
                <c:pt idx="1500">
                  <c:v>3.7159999999999999E-2</c:v>
                </c:pt>
                <c:pt idx="1501">
                  <c:v>3.7749999999999999E-2</c:v>
                </c:pt>
                <c:pt idx="1502">
                  <c:v>3.9039999999999998E-2</c:v>
                </c:pt>
                <c:pt idx="1503">
                  <c:v>4.018E-2</c:v>
                </c:pt>
                <c:pt idx="1504">
                  <c:v>4.0199999999999993E-2</c:v>
                </c:pt>
                <c:pt idx="1505">
                  <c:v>3.8890000000000001E-2</c:v>
                </c:pt>
                <c:pt idx="1506">
                  <c:v>3.8510000000000003E-2</c:v>
                </c:pt>
                <c:pt idx="1507">
                  <c:v>3.9169999999999996E-2</c:v>
                </c:pt>
                <c:pt idx="1508">
                  <c:v>3.9100000000000003E-2</c:v>
                </c:pt>
                <c:pt idx="1509">
                  <c:v>4.0140000000000002E-2</c:v>
                </c:pt>
                <c:pt idx="1510">
                  <c:v>4.0170000000000004E-2</c:v>
                </c:pt>
                <c:pt idx="1511">
                  <c:v>3.9660000000000001E-2</c:v>
                </c:pt>
                <c:pt idx="1512">
                  <c:v>3.9989999999999998E-2</c:v>
                </c:pt>
                <c:pt idx="1513">
                  <c:v>3.9750000000000001E-2</c:v>
                </c:pt>
                <c:pt idx="1514">
                  <c:v>4.1360000000000001E-2</c:v>
                </c:pt>
                <c:pt idx="1515">
                  <c:v>4.2430000000000002E-2</c:v>
                </c:pt>
                <c:pt idx="1516">
                  <c:v>4.24E-2</c:v>
                </c:pt>
                <c:pt idx="1517">
                  <c:v>4.2119999999999998E-2</c:v>
                </c:pt>
                <c:pt idx="1518">
                  <c:v>4.3659999999999997E-2</c:v>
                </c:pt>
                <c:pt idx="1519">
                  <c:v>4.3419999999999993E-2</c:v>
                </c:pt>
                <c:pt idx="1520">
                  <c:v>4.3230000000000005E-2</c:v>
                </c:pt>
                <c:pt idx="1521">
                  <c:v>4.4409999999999998E-2</c:v>
                </c:pt>
                <c:pt idx="1522">
                  <c:v>4.4269999999999997E-2</c:v>
                </c:pt>
                <c:pt idx="1523">
                  <c:v>4.5359999999999998E-2</c:v>
                </c:pt>
                <c:pt idx="1524">
                  <c:v>4.6170000000000003E-2</c:v>
                </c:pt>
                <c:pt idx="1525">
                  <c:v>4.4580000000000002E-2</c:v>
                </c:pt>
                <c:pt idx="1526">
                  <c:v>4.5170000000000002E-2</c:v>
                </c:pt>
                <c:pt idx="1527">
                  <c:v>4.5659999999999999E-2</c:v>
                </c:pt>
                <c:pt idx="1528">
                  <c:v>4.4330000000000001E-2</c:v>
                </c:pt>
                <c:pt idx="1529">
                  <c:v>4.4180000000000004E-2</c:v>
                </c:pt>
                <c:pt idx="1530">
                  <c:v>4.3310000000000001E-2</c:v>
                </c:pt>
                <c:pt idx="1531">
                  <c:v>4.4950000000000004E-2</c:v>
                </c:pt>
                <c:pt idx="1532">
                  <c:v>4.428E-2</c:v>
                </c:pt>
                <c:pt idx="1533">
                  <c:v>4.4800000000000006E-2</c:v>
                </c:pt>
                <c:pt idx="1534">
                  <c:v>4.5039999999999997E-2</c:v>
                </c:pt>
                <c:pt idx="1535">
                  <c:v>4.3570000000000005E-2</c:v>
                </c:pt>
                <c:pt idx="1536">
                  <c:v>4.3710000000000006E-2</c:v>
                </c:pt>
                <c:pt idx="1537">
                  <c:v>4.2660000000000003E-2</c:v>
                </c:pt>
                <c:pt idx="1538">
                  <c:v>3.9710000000000002E-2</c:v>
                </c:pt>
                <c:pt idx="1539">
                  <c:v>4.0739999999999998E-2</c:v>
                </c:pt>
                <c:pt idx="1540">
                  <c:v>4.1529999999999997E-2</c:v>
                </c:pt>
                <c:pt idx="1541">
                  <c:v>4.4029999999999993E-2</c:v>
                </c:pt>
                <c:pt idx="1542">
                  <c:v>4.2430000000000002E-2</c:v>
                </c:pt>
                <c:pt idx="1543">
                  <c:v>4.1740000000000006E-2</c:v>
                </c:pt>
                <c:pt idx="1544">
                  <c:v>4.1749999999999995E-2</c:v>
                </c:pt>
                <c:pt idx="1545">
                  <c:v>4.1360000000000001E-2</c:v>
                </c:pt>
                <c:pt idx="1546">
                  <c:v>4.3070000000000004E-2</c:v>
                </c:pt>
                <c:pt idx="1547">
                  <c:v>4.1829999999999999E-2</c:v>
                </c:pt>
                <c:pt idx="1548">
                  <c:v>4.1459999999999997E-2</c:v>
                </c:pt>
                <c:pt idx="1549">
                  <c:v>4.2130000000000001E-2</c:v>
                </c:pt>
                <c:pt idx="1550">
                  <c:v>4.2020000000000002E-2</c:v>
                </c:pt>
                <c:pt idx="1551">
                  <c:v>4.1749999999999995E-2</c:v>
                </c:pt>
                <c:pt idx="1552">
                  <c:v>4.4080000000000001E-2</c:v>
                </c:pt>
                <c:pt idx="1553">
                  <c:v>4.5629999999999997E-2</c:v>
                </c:pt>
                <c:pt idx="1554">
                  <c:v>4.5439999999999994E-2</c:v>
                </c:pt>
                <c:pt idx="1555">
                  <c:v>4.4379999999999996E-2</c:v>
                </c:pt>
                <c:pt idx="1556">
                  <c:v>4.6519999999999999E-2</c:v>
                </c:pt>
                <c:pt idx="1557">
                  <c:v>4.675E-2</c:v>
                </c:pt>
                <c:pt idx="1558">
                  <c:v>4.7E-2</c:v>
                </c:pt>
                <c:pt idx="1559">
                  <c:v>4.8250000000000001E-2</c:v>
                </c:pt>
                <c:pt idx="1560">
                  <c:v>4.8250000000000001E-2</c:v>
                </c:pt>
                <c:pt idx="1561">
                  <c:v>4.8129999999999999E-2</c:v>
                </c:pt>
                <c:pt idx="1562">
                  <c:v>4.6900000000000004E-2</c:v>
                </c:pt>
                <c:pt idx="1563">
                  <c:v>4.4720000000000003E-2</c:v>
                </c:pt>
                <c:pt idx="1564">
                  <c:v>4.3789999999999996E-2</c:v>
                </c:pt>
                <c:pt idx="1565">
                  <c:v>4.4310000000000002E-2</c:v>
                </c:pt>
                <c:pt idx="1566">
                  <c:v>4.4889999999999999E-2</c:v>
                </c:pt>
                <c:pt idx="1567">
                  <c:v>4.4770000000000004E-2</c:v>
                </c:pt>
                <c:pt idx="1568">
                  <c:v>4.5110000000000004E-2</c:v>
                </c:pt>
                <c:pt idx="1569">
                  <c:v>4.446E-2</c:v>
                </c:pt>
                <c:pt idx="1570">
                  <c:v>4.811E-2</c:v>
                </c:pt>
                <c:pt idx="1571">
                  <c:v>4.6239999999999996E-2</c:v>
                </c:pt>
                <c:pt idx="1572">
                  <c:v>4.6900000000000004E-2</c:v>
                </c:pt>
                <c:pt idx="1573">
                  <c:v>4.8010000000000004E-2</c:v>
                </c:pt>
                <c:pt idx="1574">
                  <c:v>4.6580000000000003E-2</c:v>
                </c:pt>
                <c:pt idx="1575">
                  <c:v>4.6609999999999999E-2</c:v>
                </c:pt>
                <c:pt idx="1576">
                  <c:v>4.7300000000000002E-2</c:v>
                </c:pt>
                <c:pt idx="1577">
                  <c:v>4.8150000000000005E-2</c:v>
                </c:pt>
                <c:pt idx="1578">
                  <c:v>4.6809999999999997E-2</c:v>
                </c:pt>
                <c:pt idx="1579">
                  <c:v>4.6249999999999999E-2</c:v>
                </c:pt>
                <c:pt idx="1580">
                  <c:v>4.6399999999999997E-2</c:v>
                </c:pt>
                <c:pt idx="1581">
                  <c:v>4.7449999999999999E-2</c:v>
                </c:pt>
                <c:pt idx="1582">
                  <c:v>4.6420000000000003E-2</c:v>
                </c:pt>
                <c:pt idx="1583">
                  <c:v>4.7129999999999998E-2</c:v>
                </c:pt>
                <c:pt idx="1584">
                  <c:v>4.5850000000000002E-2</c:v>
                </c:pt>
                <c:pt idx="1585">
                  <c:v>4.6550000000000001E-2</c:v>
                </c:pt>
                <c:pt idx="1586">
                  <c:v>4.7149999999999997E-2</c:v>
                </c:pt>
                <c:pt idx="1587">
                  <c:v>4.7160000000000001E-2</c:v>
                </c:pt>
                <c:pt idx="1588">
                  <c:v>4.6639999999999994E-2</c:v>
                </c:pt>
                <c:pt idx="1589">
                  <c:v>4.6050000000000008E-2</c:v>
                </c:pt>
                <c:pt idx="1590">
                  <c:v>4.6470000000000004E-2</c:v>
                </c:pt>
                <c:pt idx="1591">
                  <c:v>4.4660000000000005E-2</c:v>
                </c:pt>
                <c:pt idx="1592">
                  <c:v>4.4490000000000002E-2</c:v>
                </c:pt>
                <c:pt idx="1593">
                  <c:v>4.4569999999999999E-2</c:v>
                </c:pt>
                <c:pt idx="1594">
                  <c:v>4.2880000000000001E-2</c:v>
                </c:pt>
                <c:pt idx="1595">
                  <c:v>4.2660000000000003E-2</c:v>
                </c:pt>
                <c:pt idx="1596">
                  <c:v>4.3090000000000003E-2</c:v>
                </c:pt>
                <c:pt idx="1597">
                  <c:v>4.3319999999999997E-2</c:v>
                </c:pt>
                <c:pt idx="1598">
                  <c:v>4.4490000000000002E-2</c:v>
                </c:pt>
                <c:pt idx="1599">
                  <c:v>4.6399999999999997E-2</c:v>
                </c:pt>
                <c:pt idx="1600">
                  <c:v>4.5380000000000004E-2</c:v>
                </c:pt>
                <c:pt idx="1601">
                  <c:v>4.6980000000000001E-2</c:v>
                </c:pt>
                <c:pt idx="1602">
                  <c:v>4.5240000000000002E-2</c:v>
                </c:pt>
                <c:pt idx="1603">
                  <c:v>4.829E-2</c:v>
                </c:pt>
                <c:pt idx="1604">
                  <c:v>4.5970000000000004E-2</c:v>
                </c:pt>
                <c:pt idx="1605">
                  <c:v>4.8099999999999997E-2</c:v>
                </c:pt>
                <c:pt idx="1606">
                  <c:v>4.9739999999999999E-2</c:v>
                </c:pt>
                <c:pt idx="1607">
                  <c:v>4.8899999999999999E-2</c:v>
                </c:pt>
                <c:pt idx="1608">
                  <c:v>4.8419999999999998E-2</c:v>
                </c:pt>
                <c:pt idx="1609">
                  <c:v>4.9089999999999995E-2</c:v>
                </c:pt>
                <c:pt idx="1610">
                  <c:v>4.691E-2</c:v>
                </c:pt>
                <c:pt idx="1611">
                  <c:v>4.5929999999999999E-2</c:v>
                </c:pt>
                <c:pt idx="1612">
                  <c:v>4.5100000000000001E-2</c:v>
                </c:pt>
                <c:pt idx="1613">
                  <c:v>4.4800000000000006E-2</c:v>
                </c:pt>
                <c:pt idx="1614">
                  <c:v>4.6059999999999997E-2</c:v>
                </c:pt>
                <c:pt idx="1615">
                  <c:v>4.4690000000000001E-2</c:v>
                </c:pt>
                <c:pt idx="1616">
                  <c:v>4.3619999999999999E-2</c:v>
                </c:pt>
                <c:pt idx="1617">
                  <c:v>4.3280000000000006E-2</c:v>
                </c:pt>
                <c:pt idx="1618">
                  <c:v>4.3189999999999999E-2</c:v>
                </c:pt>
                <c:pt idx="1619">
                  <c:v>4.4180000000000004E-2</c:v>
                </c:pt>
                <c:pt idx="1620">
                  <c:v>4.3380000000000002E-2</c:v>
                </c:pt>
                <c:pt idx="1621">
                  <c:v>4.3639999999999998E-2</c:v>
                </c:pt>
                <c:pt idx="1622">
                  <c:v>4.53E-2</c:v>
                </c:pt>
                <c:pt idx="1623">
                  <c:v>4.5540000000000004E-2</c:v>
                </c:pt>
                <c:pt idx="1624">
                  <c:v>4.5570000000000006E-2</c:v>
                </c:pt>
                <c:pt idx="1625">
                  <c:v>4.5060000000000003E-2</c:v>
                </c:pt>
                <c:pt idx="1626">
                  <c:v>4.6509999999999996E-2</c:v>
                </c:pt>
                <c:pt idx="1627">
                  <c:v>4.6519999999999999E-2</c:v>
                </c:pt>
                <c:pt idx="1628">
                  <c:v>4.6089999999999999E-2</c:v>
                </c:pt>
                <c:pt idx="1629">
                  <c:v>4.5319999999999999E-2</c:v>
                </c:pt>
                <c:pt idx="1630">
                  <c:v>4.5410000000000006E-2</c:v>
                </c:pt>
                <c:pt idx="1631">
                  <c:v>4.4749999999999998E-2</c:v>
                </c:pt>
                <c:pt idx="1632">
                  <c:v>4.3560000000000001E-2</c:v>
                </c:pt>
                <c:pt idx="1633">
                  <c:v>4.4330000000000001E-2</c:v>
                </c:pt>
                <c:pt idx="1634">
                  <c:v>4.2009999999999999E-2</c:v>
                </c:pt>
                <c:pt idx="1635">
                  <c:v>4.2180000000000002E-2</c:v>
                </c:pt>
                <c:pt idx="1636">
                  <c:v>4.3129999999999995E-2</c:v>
                </c:pt>
                <c:pt idx="1637">
                  <c:v>4.3899999999999995E-2</c:v>
                </c:pt>
                <c:pt idx="1638">
                  <c:v>4.3819999999999998E-2</c:v>
                </c:pt>
                <c:pt idx="1639">
                  <c:v>4.4269999999999997E-2</c:v>
                </c:pt>
                <c:pt idx="1640">
                  <c:v>4.4839999999999998E-2</c:v>
                </c:pt>
                <c:pt idx="1641">
                  <c:v>4.0989999999999999E-2</c:v>
                </c:pt>
                <c:pt idx="1642">
                  <c:v>4.4020000000000004E-2</c:v>
                </c:pt>
                <c:pt idx="1643">
                  <c:v>4.5019999999999998E-2</c:v>
                </c:pt>
                <c:pt idx="1644">
                  <c:v>4.5519999999999998E-2</c:v>
                </c:pt>
                <c:pt idx="1645">
                  <c:v>4.564E-2</c:v>
                </c:pt>
                <c:pt idx="1646">
                  <c:v>4.5690000000000001E-2</c:v>
                </c:pt>
                <c:pt idx="1647">
                  <c:v>4.7140000000000001E-2</c:v>
                </c:pt>
                <c:pt idx="1648">
                  <c:v>4.8029999999999996E-2</c:v>
                </c:pt>
                <c:pt idx="1649">
                  <c:v>4.8120000000000003E-2</c:v>
                </c:pt>
                <c:pt idx="1650">
                  <c:v>4.4690000000000001E-2</c:v>
                </c:pt>
                <c:pt idx="1651">
                  <c:v>4.299E-2</c:v>
                </c:pt>
                <c:pt idx="1652">
                  <c:v>4.6120000000000001E-2</c:v>
                </c:pt>
                <c:pt idx="1653">
                  <c:v>4.5129999999999997E-2</c:v>
                </c:pt>
                <c:pt idx="1654">
                  <c:v>4.4519999999999997E-2</c:v>
                </c:pt>
                <c:pt idx="1655">
                  <c:v>4.4790000000000003E-2</c:v>
                </c:pt>
                <c:pt idx="1656">
                  <c:v>4.0660000000000002E-2</c:v>
                </c:pt>
                <c:pt idx="1657">
                  <c:v>4.2889999999999998E-2</c:v>
                </c:pt>
                <c:pt idx="1658">
                  <c:v>3.9260000000000003E-2</c:v>
                </c:pt>
                <c:pt idx="1659">
                  <c:v>3.9070000000000001E-2</c:v>
                </c:pt>
                <c:pt idx="1660">
                  <c:v>4.0599999999999997E-2</c:v>
                </c:pt>
                <c:pt idx="1661">
                  <c:v>4.0979999999999996E-2</c:v>
                </c:pt>
                <c:pt idx="1662">
                  <c:v>4.2160000000000003E-2</c:v>
                </c:pt>
                <c:pt idx="1663">
                  <c:v>4.1180000000000001E-2</c:v>
                </c:pt>
                <c:pt idx="1664">
                  <c:v>3.9169999999999996E-2</c:v>
                </c:pt>
                <c:pt idx="1665">
                  <c:v>3.8960000000000002E-2</c:v>
                </c:pt>
                <c:pt idx="1666">
                  <c:v>3.9050000000000001E-2</c:v>
                </c:pt>
                <c:pt idx="1667">
                  <c:v>3.9039999999999998E-2</c:v>
                </c:pt>
                <c:pt idx="1668">
                  <c:v>3.943E-2</c:v>
                </c:pt>
                <c:pt idx="1669">
                  <c:v>3.8969999999999998E-2</c:v>
                </c:pt>
                <c:pt idx="1670">
                  <c:v>3.8699999999999998E-2</c:v>
                </c:pt>
                <c:pt idx="1671">
                  <c:v>3.9260000000000003E-2</c:v>
                </c:pt>
                <c:pt idx="1672">
                  <c:v>3.9949999999999999E-2</c:v>
                </c:pt>
                <c:pt idx="1673">
                  <c:v>4.1079999999999998E-2</c:v>
                </c:pt>
                <c:pt idx="1674">
                  <c:v>4.2350000000000006E-2</c:v>
                </c:pt>
                <c:pt idx="1675">
                  <c:v>4.1479999999999996E-2</c:v>
                </c:pt>
                <c:pt idx="1676">
                  <c:v>4.1349999999999998E-2</c:v>
                </c:pt>
                <c:pt idx="1677">
                  <c:v>4.1210000000000004E-2</c:v>
                </c:pt>
                <c:pt idx="1678">
                  <c:v>4.2500000000000003E-2</c:v>
                </c:pt>
                <c:pt idx="1679">
                  <c:v>4.2709999999999998E-2</c:v>
                </c:pt>
                <c:pt idx="1680">
                  <c:v>4.1079999999999998E-2</c:v>
                </c:pt>
                <c:pt idx="1681">
                  <c:v>4.1790000000000001E-2</c:v>
                </c:pt>
                <c:pt idx="1682">
                  <c:v>4.4240000000000002E-2</c:v>
                </c:pt>
                <c:pt idx="1683">
                  <c:v>4.4480000000000006E-2</c:v>
                </c:pt>
                <c:pt idx="1684">
                  <c:v>4.3639999999999998E-2</c:v>
                </c:pt>
                <c:pt idx="1685">
                  <c:v>4.3499999999999997E-2</c:v>
                </c:pt>
                <c:pt idx="1686">
                  <c:v>4.5359999999999998E-2</c:v>
                </c:pt>
                <c:pt idx="1687">
                  <c:v>4.4909999999999999E-2</c:v>
                </c:pt>
                <c:pt idx="1688">
                  <c:v>4.58E-2</c:v>
                </c:pt>
                <c:pt idx="1689">
                  <c:v>4.3880000000000002E-2</c:v>
                </c:pt>
                <c:pt idx="1690">
                  <c:v>4.4409999999999998E-2</c:v>
                </c:pt>
                <c:pt idx="1691">
                  <c:v>4.4699999999999997E-2</c:v>
                </c:pt>
                <c:pt idx="1692">
                  <c:v>4.4170000000000001E-2</c:v>
                </c:pt>
                <c:pt idx="1693">
                  <c:v>4.3240000000000001E-2</c:v>
                </c:pt>
                <c:pt idx="1694">
                  <c:v>4.2999999999999997E-2</c:v>
                </c:pt>
                <c:pt idx="1695">
                  <c:v>4.1429999999999995E-2</c:v>
                </c:pt>
                <c:pt idx="1696">
                  <c:v>4.1149999999999999E-2</c:v>
                </c:pt>
                <c:pt idx="1697">
                  <c:v>4.1410000000000002E-2</c:v>
                </c:pt>
                <c:pt idx="1698">
                  <c:v>4.0989999999999999E-2</c:v>
                </c:pt>
                <c:pt idx="1699">
                  <c:v>4.0849999999999997E-2</c:v>
                </c:pt>
                <c:pt idx="1700">
                  <c:v>4.002E-2</c:v>
                </c:pt>
                <c:pt idx="1701">
                  <c:v>4.1029999999999997E-2</c:v>
                </c:pt>
                <c:pt idx="1702">
                  <c:v>3.9809999999999998E-2</c:v>
                </c:pt>
                <c:pt idx="1703">
                  <c:v>3.8900000000000004E-2</c:v>
                </c:pt>
                <c:pt idx="1704">
                  <c:v>3.8589999999999999E-2</c:v>
                </c:pt>
                <c:pt idx="1705">
                  <c:v>3.9009999999999996E-2</c:v>
                </c:pt>
                <c:pt idx="1706">
                  <c:v>3.9070000000000001E-2</c:v>
                </c:pt>
                <c:pt idx="1707">
                  <c:v>3.8010000000000002E-2</c:v>
                </c:pt>
                <c:pt idx="1708">
                  <c:v>3.9169999999999996E-2</c:v>
                </c:pt>
                <c:pt idx="1709">
                  <c:v>3.9019999999999999E-2</c:v>
                </c:pt>
                <c:pt idx="1710">
                  <c:v>3.9649999999999998E-2</c:v>
                </c:pt>
                <c:pt idx="1711">
                  <c:v>4.0399999999999998E-2</c:v>
                </c:pt>
                <c:pt idx="1712">
                  <c:v>4.0919999999999998E-2</c:v>
                </c:pt>
                <c:pt idx="1713">
                  <c:v>4.0650000000000006E-2</c:v>
                </c:pt>
                <c:pt idx="1714">
                  <c:v>4.0250000000000001E-2</c:v>
                </c:pt>
                <c:pt idx="1715">
                  <c:v>3.9809999999999998E-2</c:v>
                </c:pt>
                <c:pt idx="1716">
                  <c:v>3.9800000000000002E-2</c:v>
                </c:pt>
                <c:pt idx="1717">
                  <c:v>3.8789999999999998E-2</c:v>
                </c:pt>
                <c:pt idx="1718">
                  <c:v>3.8900000000000004E-2</c:v>
                </c:pt>
                <c:pt idx="1719">
                  <c:v>3.8429999999999999E-2</c:v>
                </c:pt>
                <c:pt idx="1720">
                  <c:v>3.5619999999999999E-2</c:v>
                </c:pt>
                <c:pt idx="1721">
                  <c:v>3.6889999999999999E-2</c:v>
                </c:pt>
                <c:pt idx="1722">
                  <c:v>3.6339999999999997E-2</c:v>
                </c:pt>
                <c:pt idx="1723">
                  <c:v>3.7859999999999998E-2</c:v>
                </c:pt>
                <c:pt idx="1724">
                  <c:v>3.7679999999999998E-2</c:v>
                </c:pt>
                <c:pt idx="1725">
                  <c:v>3.7690000000000001E-2</c:v>
                </c:pt>
                <c:pt idx="1726">
                  <c:v>3.737E-2</c:v>
                </c:pt>
                <c:pt idx="1727">
                  <c:v>3.8030000000000001E-2</c:v>
                </c:pt>
                <c:pt idx="1728">
                  <c:v>3.7699999999999997E-2</c:v>
                </c:pt>
                <c:pt idx="1729">
                  <c:v>3.8699999999999998E-2</c:v>
                </c:pt>
                <c:pt idx="1730">
                  <c:v>3.8089999999999999E-2</c:v>
                </c:pt>
                <c:pt idx="1731">
                  <c:v>3.882E-2</c:v>
                </c:pt>
                <c:pt idx="1732">
                  <c:v>3.8919999999999996E-2</c:v>
                </c:pt>
                <c:pt idx="1733">
                  <c:v>3.8699999999999998E-2</c:v>
                </c:pt>
                <c:pt idx="1734">
                  <c:v>3.8159999999999999E-2</c:v>
                </c:pt>
                <c:pt idx="1735">
                  <c:v>3.8239999999999996E-2</c:v>
                </c:pt>
                <c:pt idx="1736">
                  <c:v>3.7819999999999999E-2</c:v>
                </c:pt>
                <c:pt idx="1737">
                  <c:v>3.7400000000000003E-2</c:v>
                </c:pt>
                <c:pt idx="1738">
                  <c:v>3.6179999999999997E-2</c:v>
                </c:pt>
                <c:pt idx="1739">
                  <c:v>3.6699999999999997E-2</c:v>
                </c:pt>
                <c:pt idx="1740">
                  <c:v>3.6629999999999996E-2</c:v>
                </c:pt>
                <c:pt idx="1741">
                  <c:v>3.6549999999999999E-2</c:v>
                </c:pt>
                <c:pt idx="1742">
                  <c:v>3.6769999999999997E-2</c:v>
                </c:pt>
                <c:pt idx="1743">
                  <c:v>3.6429999999999997E-2</c:v>
                </c:pt>
                <c:pt idx="1744">
                  <c:v>3.6940000000000001E-2</c:v>
                </c:pt>
                <c:pt idx="1745">
                  <c:v>3.6520000000000004E-2</c:v>
                </c:pt>
                <c:pt idx="1746">
                  <c:v>3.6379999999999996E-2</c:v>
                </c:pt>
                <c:pt idx="1747">
                  <c:v>3.594E-2</c:v>
                </c:pt>
                <c:pt idx="1748">
                  <c:v>3.5470000000000002E-2</c:v>
                </c:pt>
                <c:pt idx="1749">
                  <c:v>3.465E-2</c:v>
                </c:pt>
                <c:pt idx="1750">
                  <c:v>3.4549999999999997E-2</c:v>
                </c:pt>
                <c:pt idx="1751">
                  <c:v>3.4970000000000001E-2</c:v>
                </c:pt>
                <c:pt idx="1752">
                  <c:v>3.5209999999999998E-2</c:v>
                </c:pt>
                <c:pt idx="1753">
                  <c:v>3.5049999999999998E-2</c:v>
                </c:pt>
                <c:pt idx="1754">
                  <c:v>3.5959999999999999E-2</c:v>
                </c:pt>
                <c:pt idx="1755">
                  <c:v>3.5409999999999997E-2</c:v>
                </c:pt>
                <c:pt idx="1756">
                  <c:v>3.4470000000000001E-2</c:v>
                </c:pt>
                <c:pt idx="1757">
                  <c:v>3.279E-2</c:v>
                </c:pt>
                <c:pt idx="1758">
                  <c:v>3.3959999999999997E-2</c:v>
                </c:pt>
                <c:pt idx="1759">
                  <c:v>3.3939999999999998E-2</c:v>
                </c:pt>
                <c:pt idx="1760">
                  <c:v>3.4439999999999998E-2</c:v>
                </c:pt>
                <c:pt idx="1761">
                  <c:v>3.279E-2</c:v>
                </c:pt>
                <c:pt idx="1762">
                  <c:v>3.3140000000000003E-2</c:v>
                </c:pt>
                <c:pt idx="1763">
                  <c:v>3.2400000000000005E-2</c:v>
                </c:pt>
                <c:pt idx="1764">
                  <c:v>3.4479999999999997E-2</c:v>
                </c:pt>
                <c:pt idx="1765">
                  <c:v>3.5390000000000005E-2</c:v>
                </c:pt>
                <c:pt idx="1766">
                  <c:v>3.458E-2</c:v>
                </c:pt>
                <c:pt idx="1767">
                  <c:v>3.3639999999999996E-2</c:v>
                </c:pt>
                <c:pt idx="1768">
                  <c:v>3.4540000000000001E-2</c:v>
                </c:pt>
                <c:pt idx="1769">
                  <c:v>3.5929999999999997E-2</c:v>
                </c:pt>
                <c:pt idx="1770">
                  <c:v>3.5279999999999999E-2</c:v>
                </c:pt>
                <c:pt idx="1771">
                  <c:v>3.5830000000000001E-2</c:v>
                </c:pt>
                <c:pt idx="1772">
                  <c:v>3.594E-2</c:v>
                </c:pt>
                <c:pt idx="1773">
                  <c:v>3.576E-2</c:v>
                </c:pt>
                <c:pt idx="1774">
                  <c:v>3.5619999999999999E-2</c:v>
                </c:pt>
                <c:pt idx="1775">
                  <c:v>3.5869999999999999E-2</c:v>
                </c:pt>
                <c:pt idx="1776">
                  <c:v>3.5880000000000002E-2</c:v>
                </c:pt>
                <c:pt idx="1777">
                  <c:v>3.7179999999999998E-2</c:v>
                </c:pt>
                <c:pt idx="1778">
                  <c:v>3.5590000000000004E-2</c:v>
                </c:pt>
                <c:pt idx="1779">
                  <c:v>3.551E-2</c:v>
                </c:pt>
                <c:pt idx="1780">
                  <c:v>3.6170000000000001E-2</c:v>
                </c:pt>
                <c:pt idx="1781">
                  <c:v>3.7350000000000001E-2</c:v>
                </c:pt>
                <c:pt idx="1782">
                  <c:v>3.6789999999999996E-2</c:v>
                </c:pt>
                <c:pt idx="1783">
                  <c:v>3.6889999999999999E-2</c:v>
                </c:pt>
                <c:pt idx="1784">
                  <c:v>3.7769999999999998E-2</c:v>
                </c:pt>
                <c:pt idx="1785">
                  <c:v>3.7839999999999999E-2</c:v>
                </c:pt>
                <c:pt idx="1786">
                  <c:v>3.7599999999999995E-2</c:v>
                </c:pt>
                <c:pt idx="1787">
                  <c:v>3.705E-2</c:v>
                </c:pt>
                <c:pt idx="1788">
                  <c:v>3.7220000000000003E-2</c:v>
                </c:pt>
                <c:pt idx="1789">
                  <c:v>3.7019999999999997E-2</c:v>
                </c:pt>
                <c:pt idx="1790">
                  <c:v>3.6880000000000003E-2</c:v>
                </c:pt>
                <c:pt idx="1791">
                  <c:v>3.7479999999999999E-2</c:v>
                </c:pt>
                <c:pt idx="1792">
                  <c:v>3.7940000000000002E-2</c:v>
                </c:pt>
                <c:pt idx="1793">
                  <c:v>3.9190000000000003E-2</c:v>
                </c:pt>
                <c:pt idx="1794">
                  <c:v>3.8039999999999997E-2</c:v>
                </c:pt>
                <c:pt idx="1795">
                  <c:v>3.9209999999999995E-2</c:v>
                </c:pt>
                <c:pt idx="1796">
                  <c:v>3.9100000000000003E-2</c:v>
                </c:pt>
                <c:pt idx="1797">
                  <c:v>3.986E-2</c:v>
                </c:pt>
                <c:pt idx="1798">
                  <c:v>3.9300000000000002E-2</c:v>
                </c:pt>
                <c:pt idx="1799">
                  <c:v>3.8670000000000003E-2</c:v>
                </c:pt>
                <c:pt idx="1800">
                  <c:v>4.0190000000000003E-2</c:v>
                </c:pt>
                <c:pt idx="1801">
                  <c:v>3.764E-2</c:v>
                </c:pt>
                <c:pt idx="1802">
                  <c:v>4.0599999999999997E-2</c:v>
                </c:pt>
                <c:pt idx="1803">
                  <c:v>4.2369999999999998E-2</c:v>
                </c:pt>
                <c:pt idx="1804">
                  <c:v>4.2660000000000003E-2</c:v>
                </c:pt>
                <c:pt idx="1805">
                  <c:v>4.2529999999999998E-2</c:v>
                </c:pt>
                <c:pt idx="1806">
                  <c:v>4.3259999999999993E-2</c:v>
                </c:pt>
                <c:pt idx="1807">
                  <c:v>4.2389999999999997E-2</c:v>
                </c:pt>
                <c:pt idx="1808">
                  <c:v>3.4790000000000001E-2</c:v>
                </c:pt>
                <c:pt idx="1809">
                  <c:v>3.4540000000000001E-2</c:v>
                </c:pt>
                <c:pt idx="1810">
                  <c:v>3.5799999999999998E-2</c:v>
                </c:pt>
                <c:pt idx="1811">
                  <c:v>3.431E-2</c:v>
                </c:pt>
                <c:pt idx="1812">
                  <c:v>3.5590000000000004E-2</c:v>
                </c:pt>
                <c:pt idx="1813">
                  <c:v>3.594E-2</c:v>
                </c:pt>
                <c:pt idx="1814">
                  <c:v>3.7260000000000001E-2</c:v>
                </c:pt>
                <c:pt idx="1815">
                  <c:v>3.7469999999999996E-2</c:v>
                </c:pt>
                <c:pt idx="1816">
                  <c:v>3.6699999999999997E-2</c:v>
                </c:pt>
                <c:pt idx="1817">
                  <c:v>3.7260000000000001E-2</c:v>
                </c:pt>
                <c:pt idx="1818">
                  <c:v>3.7379999999999997E-2</c:v>
                </c:pt>
                <c:pt idx="1819">
                  <c:v>3.8960000000000002E-2</c:v>
                </c:pt>
                <c:pt idx="1820">
                  <c:v>3.7309999999999996E-2</c:v>
                </c:pt>
                <c:pt idx="1821">
                  <c:v>3.6850000000000001E-2</c:v>
                </c:pt>
                <c:pt idx="1822">
                  <c:v>3.9420000000000004E-2</c:v>
                </c:pt>
                <c:pt idx="1823">
                  <c:v>3.8239999999999996E-2</c:v>
                </c:pt>
                <c:pt idx="1824">
                  <c:v>3.6269999999999997E-2</c:v>
                </c:pt>
                <c:pt idx="1825">
                  <c:v>3.952E-2</c:v>
                </c:pt>
                <c:pt idx="1826">
                  <c:v>3.8849999999999996E-2</c:v>
                </c:pt>
                <c:pt idx="1827">
                  <c:v>4.0149999999999998E-2</c:v>
                </c:pt>
                <c:pt idx="1828">
                  <c:v>4.2050000000000004E-2</c:v>
                </c:pt>
                <c:pt idx="1829">
                  <c:v>4.3560000000000001E-2</c:v>
                </c:pt>
                <c:pt idx="1830">
                  <c:v>4.2889999999999998E-2</c:v>
                </c:pt>
                <c:pt idx="1831">
                  <c:v>4.2430000000000002E-2</c:v>
                </c:pt>
                <c:pt idx="1832">
                  <c:v>4.1120000000000004E-2</c:v>
                </c:pt>
                <c:pt idx="1833">
                  <c:v>4.0640000000000003E-2</c:v>
                </c:pt>
                <c:pt idx="1834">
                  <c:v>4.1139999999999996E-2</c:v>
                </c:pt>
                <c:pt idx="1835">
                  <c:v>3.8469999999999997E-2</c:v>
                </c:pt>
                <c:pt idx="1836">
                  <c:v>3.705E-2</c:v>
                </c:pt>
                <c:pt idx="1837">
                  <c:v>3.8519999999999999E-2</c:v>
                </c:pt>
                <c:pt idx="1838">
                  <c:v>3.9410000000000001E-2</c:v>
                </c:pt>
                <c:pt idx="1839">
                  <c:v>3.712E-2</c:v>
                </c:pt>
                <c:pt idx="1840">
                  <c:v>3.7400000000000003E-2</c:v>
                </c:pt>
                <c:pt idx="1841">
                  <c:v>3.884E-2</c:v>
                </c:pt>
                <c:pt idx="1842">
                  <c:v>3.9060000000000004E-2</c:v>
                </c:pt>
                <c:pt idx="1843">
                  <c:v>3.8530000000000002E-2</c:v>
                </c:pt>
                <c:pt idx="1844">
                  <c:v>4.0330000000000005E-2</c:v>
                </c:pt>
                <c:pt idx="1845">
                  <c:v>4.1799999999999997E-2</c:v>
                </c:pt>
                <c:pt idx="1846">
                  <c:v>4.0160000000000001E-2</c:v>
                </c:pt>
                <c:pt idx="1847">
                  <c:v>3.9300000000000002E-2</c:v>
                </c:pt>
                <c:pt idx="1848">
                  <c:v>3.7759999999999995E-2</c:v>
                </c:pt>
                <c:pt idx="1849">
                  <c:v>3.8830000000000003E-2</c:v>
                </c:pt>
                <c:pt idx="1850">
                  <c:v>3.773E-2</c:v>
                </c:pt>
                <c:pt idx="1851">
                  <c:v>3.6889999999999999E-2</c:v>
                </c:pt>
                <c:pt idx="1852">
                  <c:v>3.6720000000000003E-2</c:v>
                </c:pt>
                <c:pt idx="1853">
                  <c:v>3.4140000000000004E-2</c:v>
                </c:pt>
                <c:pt idx="1854">
                  <c:v>3.397E-2</c:v>
                </c:pt>
                <c:pt idx="1855">
                  <c:v>3.4099999999999998E-2</c:v>
                </c:pt>
                <c:pt idx="1856">
                  <c:v>3.4630000000000001E-2</c:v>
                </c:pt>
                <c:pt idx="1857">
                  <c:v>3.4360000000000002E-2</c:v>
                </c:pt>
                <c:pt idx="1858">
                  <c:v>3.5929999999999997E-2</c:v>
                </c:pt>
                <c:pt idx="1859">
                  <c:v>3.5810000000000002E-2</c:v>
                </c:pt>
                <c:pt idx="1860">
                  <c:v>3.5830000000000001E-2</c:v>
                </c:pt>
                <c:pt idx="1861">
                  <c:v>3.4610000000000002E-2</c:v>
                </c:pt>
                <c:pt idx="1862">
                  <c:v>3.5490000000000001E-2</c:v>
                </c:pt>
                <c:pt idx="1863">
                  <c:v>3.5220000000000001E-2</c:v>
                </c:pt>
                <c:pt idx="1864">
                  <c:v>3.4099999999999998E-2</c:v>
                </c:pt>
                <c:pt idx="1865">
                  <c:v>3.3140000000000003E-2</c:v>
                </c:pt>
                <c:pt idx="1866">
                  <c:v>3.3479999999999996E-2</c:v>
                </c:pt>
                <c:pt idx="1867">
                  <c:v>3.4390000000000004E-2</c:v>
                </c:pt>
                <c:pt idx="1868">
                  <c:v>3.4750000000000003E-2</c:v>
                </c:pt>
                <c:pt idx="1869">
                  <c:v>3.567E-2</c:v>
                </c:pt>
                <c:pt idx="1870">
                  <c:v>3.3620000000000004E-2</c:v>
                </c:pt>
                <c:pt idx="1871">
                  <c:v>3.2709999999999996E-2</c:v>
                </c:pt>
                <c:pt idx="1872">
                  <c:v>3.2549999999999996E-2</c:v>
                </c:pt>
                <c:pt idx="1873">
                  <c:v>3.2509999999999997E-2</c:v>
                </c:pt>
                <c:pt idx="1874">
                  <c:v>3.2010000000000004E-2</c:v>
                </c:pt>
                <c:pt idx="1875">
                  <c:v>3.107E-2</c:v>
                </c:pt>
                <c:pt idx="1876">
                  <c:v>3.125E-2</c:v>
                </c:pt>
                <c:pt idx="1877">
                  <c:v>3.3239999999999999E-2</c:v>
                </c:pt>
                <c:pt idx="1878">
                  <c:v>3.261E-2</c:v>
                </c:pt>
                <c:pt idx="1879">
                  <c:v>3.2799999999999996E-2</c:v>
                </c:pt>
                <c:pt idx="1880">
                  <c:v>3.4000000000000002E-2</c:v>
                </c:pt>
                <c:pt idx="1881">
                  <c:v>3.4009999999999999E-2</c:v>
                </c:pt>
                <c:pt idx="1882">
                  <c:v>3.4669999999999999E-2</c:v>
                </c:pt>
                <c:pt idx="1883">
                  <c:v>3.4460000000000005E-2</c:v>
                </c:pt>
                <c:pt idx="1884">
                  <c:v>3.3530000000000004E-2</c:v>
                </c:pt>
                <c:pt idx="1885">
                  <c:v>3.5959999999999999E-2</c:v>
                </c:pt>
                <c:pt idx="1886">
                  <c:v>3.4720000000000001E-2</c:v>
                </c:pt>
                <c:pt idx="1887">
                  <c:v>3.4209999999999997E-2</c:v>
                </c:pt>
                <c:pt idx="1888">
                  <c:v>3.3869999999999997E-2</c:v>
                </c:pt>
                <c:pt idx="1889">
                  <c:v>3.4070000000000003E-2</c:v>
                </c:pt>
                <c:pt idx="1890">
                  <c:v>3.5000000000000003E-2</c:v>
                </c:pt>
                <c:pt idx="1891">
                  <c:v>3.533E-2</c:v>
                </c:pt>
                <c:pt idx="1892">
                  <c:v>3.4680000000000002E-2</c:v>
                </c:pt>
                <c:pt idx="1893">
                  <c:v>3.4540000000000001E-2</c:v>
                </c:pt>
                <c:pt idx="1894">
                  <c:v>3.5270000000000003E-2</c:v>
                </c:pt>
                <c:pt idx="1895">
                  <c:v>3.569E-2</c:v>
                </c:pt>
                <c:pt idx="1896">
                  <c:v>3.7429999999999998E-2</c:v>
                </c:pt>
                <c:pt idx="1897">
                  <c:v>3.7309999999999996E-2</c:v>
                </c:pt>
                <c:pt idx="1898">
                  <c:v>3.6230000000000005E-2</c:v>
                </c:pt>
                <c:pt idx="1899">
                  <c:v>3.4660000000000003E-2</c:v>
                </c:pt>
                <c:pt idx="1900">
                  <c:v>3.5859999999999996E-2</c:v>
                </c:pt>
                <c:pt idx="1901">
                  <c:v>3.5479999999999998E-2</c:v>
                </c:pt>
                <c:pt idx="1902">
                  <c:v>3.628E-2</c:v>
                </c:pt>
                <c:pt idx="1903">
                  <c:v>3.4340000000000002E-2</c:v>
                </c:pt>
                <c:pt idx="1904">
                  <c:v>3.4620000000000005E-2</c:v>
                </c:pt>
                <c:pt idx="1905">
                  <c:v>3.4349999999999999E-2</c:v>
                </c:pt>
                <c:pt idx="1906">
                  <c:v>3.44E-2</c:v>
                </c:pt>
                <c:pt idx="1907">
                  <c:v>3.4259999999999999E-2</c:v>
                </c:pt>
                <c:pt idx="1908">
                  <c:v>3.5270000000000003E-2</c:v>
                </c:pt>
                <c:pt idx="1909">
                  <c:v>3.551E-2</c:v>
                </c:pt>
                <c:pt idx="1910">
                  <c:v>3.3399999999999999E-2</c:v>
                </c:pt>
                <c:pt idx="1911">
                  <c:v>3.338E-2</c:v>
                </c:pt>
                <c:pt idx="1912">
                  <c:v>3.3750000000000002E-2</c:v>
                </c:pt>
                <c:pt idx="1913">
                  <c:v>3.3520000000000001E-2</c:v>
                </c:pt>
                <c:pt idx="1914">
                  <c:v>3.3050000000000003E-2</c:v>
                </c:pt>
                <c:pt idx="1915">
                  <c:v>3.3000000000000002E-2</c:v>
                </c:pt>
                <c:pt idx="1916">
                  <c:v>3.4070000000000003E-2</c:v>
                </c:pt>
                <c:pt idx="1917">
                  <c:v>3.3479999999999996E-2</c:v>
                </c:pt>
                <c:pt idx="1918">
                  <c:v>3.4729999999999997E-2</c:v>
                </c:pt>
                <c:pt idx="1919">
                  <c:v>3.3460000000000004E-2</c:v>
                </c:pt>
                <c:pt idx="1920">
                  <c:v>3.3680000000000002E-2</c:v>
                </c:pt>
                <c:pt idx="1921">
                  <c:v>3.3570000000000003E-2</c:v>
                </c:pt>
                <c:pt idx="1922">
                  <c:v>3.3840000000000002E-2</c:v>
                </c:pt>
                <c:pt idx="1923">
                  <c:v>3.3530000000000004E-2</c:v>
                </c:pt>
                <c:pt idx="1924">
                  <c:v>3.2809999999999999E-2</c:v>
                </c:pt>
                <c:pt idx="1925">
                  <c:v>3.27E-2</c:v>
                </c:pt>
                <c:pt idx="1926">
                  <c:v>3.3110000000000001E-2</c:v>
                </c:pt>
                <c:pt idx="1927">
                  <c:v>3.397E-2</c:v>
                </c:pt>
                <c:pt idx="1928">
                  <c:v>3.5360000000000003E-2</c:v>
                </c:pt>
                <c:pt idx="1929">
                  <c:v>3.5279999999999999E-2</c:v>
                </c:pt>
                <c:pt idx="1930">
                  <c:v>3.4300000000000004E-2</c:v>
                </c:pt>
                <c:pt idx="1931">
                  <c:v>3.5439999999999999E-2</c:v>
                </c:pt>
                <c:pt idx="1932">
                  <c:v>3.5450000000000002E-2</c:v>
                </c:pt>
                <c:pt idx="1933">
                  <c:v>3.5959999999999999E-2</c:v>
                </c:pt>
                <c:pt idx="1934">
                  <c:v>3.5880000000000002E-2</c:v>
                </c:pt>
                <c:pt idx="1935">
                  <c:v>3.6429999999999997E-2</c:v>
                </c:pt>
                <c:pt idx="1936">
                  <c:v>3.637E-2</c:v>
                </c:pt>
                <c:pt idx="1937">
                  <c:v>3.644E-2</c:v>
                </c:pt>
                <c:pt idx="1938">
                  <c:v>3.6019999999999996E-2</c:v>
                </c:pt>
                <c:pt idx="1939">
                  <c:v>3.5950000000000003E-2</c:v>
                </c:pt>
                <c:pt idx="1940">
                  <c:v>3.7130000000000003E-2</c:v>
                </c:pt>
                <c:pt idx="1941">
                  <c:v>3.7960000000000001E-2</c:v>
                </c:pt>
                <c:pt idx="1942">
                  <c:v>3.6200000000000003E-2</c:v>
                </c:pt>
                <c:pt idx="1943">
                  <c:v>3.4049999999999997E-2</c:v>
                </c:pt>
                <c:pt idx="1944">
                  <c:v>3.3340000000000002E-2</c:v>
                </c:pt>
                <c:pt idx="1945">
                  <c:v>3.4959999999999998E-2</c:v>
                </c:pt>
                <c:pt idx="1946">
                  <c:v>3.644E-2</c:v>
                </c:pt>
                <c:pt idx="1947">
                  <c:v>3.5049999999999998E-2</c:v>
                </c:pt>
                <c:pt idx="1948">
                  <c:v>3.5049999999999998E-2</c:v>
                </c:pt>
                <c:pt idx="1949">
                  <c:v>3.4769999999999995E-2</c:v>
                </c:pt>
                <c:pt idx="1950">
                  <c:v>3.4180000000000002E-2</c:v>
                </c:pt>
                <c:pt idx="1951">
                  <c:v>3.5360000000000003E-2</c:v>
                </c:pt>
                <c:pt idx="1952">
                  <c:v>3.5990000000000001E-2</c:v>
                </c:pt>
                <c:pt idx="1953">
                  <c:v>3.44E-2</c:v>
                </c:pt>
                <c:pt idx="1954">
                  <c:v>3.5209999999999998E-2</c:v>
                </c:pt>
                <c:pt idx="1955">
                  <c:v>3.533E-2</c:v>
                </c:pt>
                <c:pt idx="1956">
                  <c:v>3.5400000000000001E-2</c:v>
                </c:pt>
                <c:pt idx="1957">
                  <c:v>3.6049999999999999E-2</c:v>
                </c:pt>
                <c:pt idx="1958">
                  <c:v>3.4300000000000004E-2</c:v>
                </c:pt>
                <c:pt idx="1959">
                  <c:v>3.458E-2</c:v>
                </c:pt>
                <c:pt idx="1960">
                  <c:v>3.4929999999999996E-2</c:v>
                </c:pt>
                <c:pt idx="1961">
                  <c:v>3.492E-2</c:v>
                </c:pt>
                <c:pt idx="1962">
                  <c:v>3.4639999999999997E-2</c:v>
                </c:pt>
                <c:pt idx="1963">
                  <c:v>3.5279999999999999E-2</c:v>
                </c:pt>
                <c:pt idx="1964">
                  <c:v>3.4840000000000003E-2</c:v>
                </c:pt>
                <c:pt idx="1965">
                  <c:v>3.517E-2</c:v>
                </c:pt>
                <c:pt idx="1966">
                  <c:v>3.5619999999999999E-2</c:v>
                </c:pt>
                <c:pt idx="1967">
                  <c:v>3.7740000000000003E-2</c:v>
                </c:pt>
                <c:pt idx="1968">
                  <c:v>3.8079999999999996E-2</c:v>
                </c:pt>
                <c:pt idx="1969">
                  <c:v>3.9120000000000002E-2</c:v>
                </c:pt>
                <c:pt idx="1970">
                  <c:v>4.1580000000000006E-2</c:v>
                </c:pt>
                <c:pt idx="1971">
                  <c:v>4.0709999999999996E-2</c:v>
                </c:pt>
                <c:pt idx="1972">
                  <c:v>4.095E-2</c:v>
                </c:pt>
                <c:pt idx="1973">
                  <c:v>4.0660000000000002E-2</c:v>
                </c:pt>
                <c:pt idx="1974">
                  <c:v>4.0199999999999993E-2</c:v>
                </c:pt>
                <c:pt idx="1975">
                  <c:v>4.2699999999999995E-2</c:v>
                </c:pt>
                <c:pt idx="1976">
                  <c:v>4.2849999999999999E-2</c:v>
                </c:pt>
                <c:pt idx="1977">
                  <c:v>4.0099999999999997E-2</c:v>
                </c:pt>
                <c:pt idx="1978">
                  <c:v>4.0410000000000001E-2</c:v>
                </c:pt>
                <c:pt idx="1979">
                  <c:v>4.0419999999999998E-2</c:v>
                </c:pt>
                <c:pt idx="1980">
                  <c:v>4.1429999999999995E-2</c:v>
                </c:pt>
                <c:pt idx="1981">
                  <c:v>4.0660000000000002E-2</c:v>
                </c:pt>
                <c:pt idx="1982">
                  <c:v>3.9399999999999998E-2</c:v>
                </c:pt>
                <c:pt idx="1983">
                  <c:v>3.9300000000000002E-2</c:v>
                </c:pt>
                <c:pt idx="1984">
                  <c:v>4.2079999999999999E-2</c:v>
                </c:pt>
                <c:pt idx="1985">
                  <c:v>4.0039999999999992E-2</c:v>
                </c:pt>
                <c:pt idx="1986">
                  <c:v>3.8640000000000001E-2</c:v>
                </c:pt>
                <c:pt idx="1987">
                  <c:v>3.9039999999999998E-2</c:v>
                </c:pt>
                <c:pt idx="1988">
                  <c:v>3.8379999999999997E-2</c:v>
                </c:pt>
                <c:pt idx="1989">
                  <c:v>3.959E-2</c:v>
                </c:pt>
                <c:pt idx="1990">
                  <c:v>4.027E-2</c:v>
                </c:pt>
                <c:pt idx="1991">
                  <c:v>4.0899999999999999E-2</c:v>
                </c:pt>
                <c:pt idx="1992">
                  <c:v>3.9830000000000004E-2</c:v>
                </c:pt>
                <c:pt idx="1993">
                  <c:v>3.8980000000000001E-2</c:v>
                </c:pt>
                <c:pt idx="1994">
                  <c:v>3.8210000000000001E-2</c:v>
                </c:pt>
                <c:pt idx="1995">
                  <c:v>3.8809999999999997E-2</c:v>
                </c:pt>
                <c:pt idx="1996">
                  <c:v>3.9100000000000003E-2</c:v>
                </c:pt>
                <c:pt idx="1997">
                  <c:v>3.918E-2</c:v>
                </c:pt>
                <c:pt idx="1998">
                  <c:v>3.9109999999999999E-2</c:v>
                </c:pt>
                <c:pt idx="1999">
                  <c:v>3.8989999999999997E-2</c:v>
                </c:pt>
                <c:pt idx="2000">
                  <c:v>3.9379999999999998E-2</c:v>
                </c:pt>
                <c:pt idx="2001">
                  <c:v>3.9510000000000003E-2</c:v>
                </c:pt>
                <c:pt idx="2002">
                  <c:v>3.9849999999999997E-2</c:v>
                </c:pt>
                <c:pt idx="2003">
                  <c:v>4.1710000000000004E-2</c:v>
                </c:pt>
                <c:pt idx="2004">
                  <c:v>4.1289999999999993E-2</c:v>
                </c:pt>
                <c:pt idx="2005">
                  <c:v>4.0079999999999998E-2</c:v>
                </c:pt>
                <c:pt idx="2006">
                  <c:v>4.0410000000000001E-2</c:v>
                </c:pt>
                <c:pt idx="2007">
                  <c:v>3.9079999999999997E-2</c:v>
                </c:pt>
                <c:pt idx="2008">
                  <c:v>4.2069999999999996E-2</c:v>
                </c:pt>
                <c:pt idx="2009">
                  <c:v>3.934E-2</c:v>
                </c:pt>
                <c:pt idx="2010">
                  <c:v>4.0490000000000005E-2</c:v>
                </c:pt>
                <c:pt idx="2011">
                  <c:v>4.0849999999999997E-2</c:v>
                </c:pt>
                <c:pt idx="2012">
                  <c:v>4.1829999999999999E-2</c:v>
                </c:pt>
                <c:pt idx="2013">
                  <c:v>4.4150000000000002E-2</c:v>
                </c:pt>
                <c:pt idx="2014">
                  <c:v>4.1509999999999998E-2</c:v>
                </c:pt>
                <c:pt idx="2015">
                  <c:v>4.0199999999999993E-2</c:v>
                </c:pt>
                <c:pt idx="2016">
                  <c:v>4.2389999999999997E-2</c:v>
                </c:pt>
                <c:pt idx="2017">
                  <c:v>4.2549999999999998E-2</c:v>
                </c:pt>
                <c:pt idx="2018">
                  <c:v>4.1860000000000001E-2</c:v>
                </c:pt>
                <c:pt idx="2019">
                  <c:v>4.3899999999999995E-2</c:v>
                </c:pt>
                <c:pt idx="2020">
                  <c:v>4.292E-2</c:v>
                </c:pt>
                <c:pt idx="2021">
                  <c:v>4.2549999999999998E-2</c:v>
                </c:pt>
                <c:pt idx="2022">
                  <c:v>4.2259999999999999E-2</c:v>
                </c:pt>
                <c:pt idx="2023">
                  <c:v>4.24E-2</c:v>
                </c:pt>
                <c:pt idx="2024">
                  <c:v>4.2340000000000003E-2</c:v>
                </c:pt>
                <c:pt idx="2025">
                  <c:v>4.1299999999999996E-2</c:v>
                </c:pt>
                <c:pt idx="2026">
                  <c:v>4.5199999999999997E-2</c:v>
                </c:pt>
                <c:pt idx="2027">
                  <c:v>4.4790000000000003E-2</c:v>
                </c:pt>
                <c:pt idx="2028">
                  <c:v>4.3609999999999996E-2</c:v>
                </c:pt>
                <c:pt idx="2029">
                  <c:v>4.3890000000000005E-2</c:v>
                </c:pt>
                <c:pt idx="2030">
                  <c:v>4.4269999999999997E-2</c:v>
                </c:pt>
                <c:pt idx="2031">
                  <c:v>4.4549999999999999E-2</c:v>
                </c:pt>
                <c:pt idx="2032">
                  <c:v>4.4020000000000004E-2</c:v>
                </c:pt>
                <c:pt idx="2033">
                  <c:v>4.3299999999999998E-2</c:v>
                </c:pt>
                <c:pt idx="2034">
                  <c:v>4.333E-2</c:v>
                </c:pt>
                <c:pt idx="2035">
                  <c:v>4.2249999999999996E-2</c:v>
                </c:pt>
                <c:pt idx="2036">
                  <c:v>4.2750000000000003E-2</c:v>
                </c:pt>
                <c:pt idx="2037">
                  <c:v>4.2500000000000003E-2</c:v>
                </c:pt>
                <c:pt idx="2038">
                  <c:v>4.2380000000000001E-2</c:v>
                </c:pt>
                <c:pt idx="2039">
                  <c:v>4.2640000000000004E-2</c:v>
                </c:pt>
                <c:pt idx="2040">
                  <c:v>4.2140000000000004E-2</c:v>
                </c:pt>
                <c:pt idx="2041">
                  <c:v>4.1459999999999997E-2</c:v>
                </c:pt>
                <c:pt idx="2042">
                  <c:v>4.1100000000000005E-2</c:v>
                </c:pt>
                <c:pt idx="2043">
                  <c:v>4.0709999999999996E-2</c:v>
                </c:pt>
                <c:pt idx="2044">
                  <c:v>4.1110000000000001E-2</c:v>
                </c:pt>
                <c:pt idx="2045">
                  <c:v>4.1609999999999994E-2</c:v>
                </c:pt>
                <c:pt idx="2046">
                  <c:v>3.9949999999999999E-2</c:v>
                </c:pt>
                <c:pt idx="2047">
                  <c:v>3.9510000000000003E-2</c:v>
                </c:pt>
                <c:pt idx="2048">
                  <c:v>3.9539999999999999E-2</c:v>
                </c:pt>
                <c:pt idx="2049">
                  <c:v>4.0140000000000002E-2</c:v>
                </c:pt>
                <c:pt idx="2050">
                  <c:v>4.0239999999999998E-2</c:v>
                </c:pt>
                <c:pt idx="2051">
                  <c:v>4.0410000000000001E-2</c:v>
                </c:pt>
                <c:pt idx="2052">
                  <c:v>3.9689999999999996E-2</c:v>
                </c:pt>
                <c:pt idx="2053">
                  <c:v>3.8719999999999997E-2</c:v>
                </c:pt>
                <c:pt idx="2054">
                  <c:v>3.9209999999999995E-2</c:v>
                </c:pt>
                <c:pt idx="2055">
                  <c:v>3.8969999999999998E-2</c:v>
                </c:pt>
                <c:pt idx="2056">
                  <c:v>4.0640000000000003E-2</c:v>
                </c:pt>
                <c:pt idx="2057">
                  <c:v>4.4829999999999995E-2</c:v>
                </c:pt>
                <c:pt idx="2058">
                  <c:v>4.3840000000000004E-2</c:v>
                </c:pt>
                <c:pt idx="2059">
                  <c:v>4.3280000000000006E-2</c:v>
                </c:pt>
                <c:pt idx="2060">
                  <c:v>4.6059999999999997E-2</c:v>
                </c:pt>
                <c:pt idx="2061">
                  <c:v>4.7190000000000003E-2</c:v>
                </c:pt>
                <c:pt idx="2062">
                  <c:v>4.6440000000000002E-2</c:v>
                </c:pt>
                <c:pt idx="2063">
                  <c:v>4.6340000000000006E-2</c:v>
                </c:pt>
                <c:pt idx="2064">
                  <c:v>4.6310000000000004E-2</c:v>
                </c:pt>
                <c:pt idx="2065">
                  <c:v>4.6189999999999995E-2</c:v>
                </c:pt>
                <c:pt idx="2066">
                  <c:v>4.8930000000000001E-2</c:v>
                </c:pt>
                <c:pt idx="2067">
                  <c:v>5.0499999999999996E-2</c:v>
                </c:pt>
                <c:pt idx="2068">
                  <c:v>5.0259999999999999E-2</c:v>
                </c:pt>
                <c:pt idx="2069">
                  <c:v>4.8659999999999995E-2</c:v>
                </c:pt>
                <c:pt idx="2070">
                  <c:v>4.7699999999999992E-2</c:v>
                </c:pt>
                <c:pt idx="2071">
                  <c:v>4.6199999999999998E-2</c:v>
                </c:pt>
                <c:pt idx="2072">
                  <c:v>4.4839999999999998E-2</c:v>
                </c:pt>
                <c:pt idx="2073">
                  <c:v>4.4069999999999998E-2</c:v>
                </c:pt>
                <c:pt idx="2074">
                  <c:v>4.5039999999999997E-2</c:v>
                </c:pt>
                <c:pt idx="2075">
                  <c:v>4.4310000000000002E-2</c:v>
                </c:pt>
                <c:pt idx="2076">
                  <c:v>4.5780000000000001E-2</c:v>
                </c:pt>
                <c:pt idx="2077">
                  <c:v>4.6079999999999996E-2</c:v>
                </c:pt>
                <c:pt idx="2078">
                  <c:v>4.5730000000000007E-2</c:v>
                </c:pt>
                <c:pt idx="2079">
                  <c:v>4.7579999999999997E-2</c:v>
                </c:pt>
                <c:pt idx="2080">
                  <c:v>4.6940000000000003E-2</c:v>
                </c:pt>
                <c:pt idx="2081">
                  <c:v>4.5679999999999998E-2</c:v>
                </c:pt>
                <c:pt idx="2082">
                  <c:v>4.5499999999999999E-2</c:v>
                </c:pt>
                <c:pt idx="2083">
                  <c:v>4.5519999999999998E-2</c:v>
                </c:pt>
                <c:pt idx="2084">
                  <c:v>4.6550000000000001E-2</c:v>
                </c:pt>
                <c:pt idx="2085">
                  <c:v>4.6559999999999997E-2</c:v>
                </c:pt>
                <c:pt idx="2086">
                  <c:v>4.6879999999999998E-2</c:v>
                </c:pt>
                <c:pt idx="2087">
                  <c:v>4.5789999999999997E-2</c:v>
                </c:pt>
                <c:pt idx="2088">
                  <c:v>4.4969999999999996E-2</c:v>
                </c:pt>
                <c:pt idx="2089">
                  <c:v>4.548E-2</c:v>
                </c:pt>
                <c:pt idx="2090">
                  <c:v>4.6460000000000001E-2</c:v>
                </c:pt>
                <c:pt idx="2091">
                  <c:v>4.6980000000000001E-2</c:v>
                </c:pt>
                <c:pt idx="2092">
                  <c:v>4.6740000000000004E-2</c:v>
                </c:pt>
                <c:pt idx="2093">
                  <c:v>4.6679999999999999E-2</c:v>
                </c:pt>
                <c:pt idx="2094">
                  <c:v>4.6929999999999999E-2</c:v>
                </c:pt>
                <c:pt idx="2095">
                  <c:v>4.6089999999999999E-2</c:v>
                </c:pt>
                <c:pt idx="2096">
                  <c:v>4.5019999999999998E-2</c:v>
                </c:pt>
                <c:pt idx="2097">
                  <c:v>4.4240000000000002E-2</c:v>
                </c:pt>
                <c:pt idx="2098">
                  <c:v>4.3959999999999999E-2</c:v>
                </c:pt>
                <c:pt idx="2099">
                  <c:v>4.4000000000000004E-2</c:v>
                </c:pt>
                <c:pt idx="2100">
                  <c:v>4.2889999999999998E-2</c:v>
                </c:pt>
                <c:pt idx="2101">
                  <c:v>4.3520000000000003E-2</c:v>
                </c:pt>
                <c:pt idx="2102">
                  <c:v>4.3949999999999996E-2</c:v>
                </c:pt>
                <c:pt idx="2103">
                  <c:v>4.4640000000000006E-2</c:v>
                </c:pt>
                <c:pt idx="2104">
                  <c:v>4.6710000000000002E-2</c:v>
                </c:pt>
                <c:pt idx="2105">
                  <c:v>4.6420000000000003E-2</c:v>
                </c:pt>
                <c:pt idx="2106">
                  <c:v>4.7449999999999999E-2</c:v>
                </c:pt>
                <c:pt idx="2107">
                  <c:v>4.6180000000000006E-2</c:v>
                </c:pt>
                <c:pt idx="2108">
                  <c:v>4.5869999999999994E-2</c:v>
                </c:pt>
                <c:pt idx="2109">
                  <c:v>4.6020000000000005E-2</c:v>
                </c:pt>
                <c:pt idx="2110">
                  <c:v>4.4920000000000002E-2</c:v>
                </c:pt>
                <c:pt idx="2111">
                  <c:v>4.6150000000000004E-2</c:v>
                </c:pt>
                <c:pt idx="2112">
                  <c:v>4.514E-2</c:v>
                </c:pt>
                <c:pt idx="2113">
                  <c:v>4.5199999999999997E-2</c:v>
                </c:pt>
                <c:pt idx="2114">
                  <c:v>4.5259999999999995E-2</c:v>
                </c:pt>
                <c:pt idx="2115">
                  <c:v>4.546E-2</c:v>
                </c:pt>
                <c:pt idx="2116">
                  <c:v>4.5220000000000003E-2</c:v>
                </c:pt>
                <c:pt idx="2117">
                  <c:v>4.6980000000000001E-2</c:v>
                </c:pt>
                <c:pt idx="2118">
                  <c:v>4.4610000000000004E-2</c:v>
                </c:pt>
                <c:pt idx="2119">
                  <c:v>4.4450000000000003E-2</c:v>
                </c:pt>
                <c:pt idx="2120">
                  <c:v>4.5309999999999996E-2</c:v>
                </c:pt>
                <c:pt idx="2121">
                  <c:v>4.5319999999999999E-2</c:v>
                </c:pt>
                <c:pt idx="2122">
                  <c:v>4.5149999999999996E-2</c:v>
                </c:pt>
                <c:pt idx="2123">
                  <c:v>4.4900000000000002E-2</c:v>
                </c:pt>
                <c:pt idx="2124">
                  <c:v>4.462E-2</c:v>
                </c:pt>
                <c:pt idx="2125">
                  <c:v>4.5449999999999997E-2</c:v>
                </c:pt>
                <c:pt idx="2126">
                  <c:v>4.5279999999999994E-2</c:v>
                </c:pt>
                <c:pt idx="2127">
                  <c:v>4.6349999999999995E-2</c:v>
                </c:pt>
                <c:pt idx="2128">
                  <c:v>4.7240000000000004E-2</c:v>
                </c:pt>
                <c:pt idx="2129">
                  <c:v>4.9360000000000001E-2</c:v>
                </c:pt>
                <c:pt idx="2130">
                  <c:v>4.8209999999999996E-2</c:v>
                </c:pt>
                <c:pt idx="2131">
                  <c:v>5.0019999999999995E-2</c:v>
                </c:pt>
                <c:pt idx="2132">
                  <c:v>4.8869999999999997E-2</c:v>
                </c:pt>
                <c:pt idx="2133">
                  <c:v>4.9779999999999998E-2</c:v>
                </c:pt>
                <c:pt idx="2134">
                  <c:v>4.8000000000000001E-2</c:v>
                </c:pt>
                <c:pt idx="2135">
                  <c:v>4.7149999999999997E-2</c:v>
                </c:pt>
                <c:pt idx="2136">
                  <c:v>4.7240000000000004E-2</c:v>
                </c:pt>
                <c:pt idx="2137">
                  <c:v>4.7249999999999993E-2</c:v>
                </c:pt>
                <c:pt idx="2138">
                  <c:v>4.8829999999999998E-2</c:v>
                </c:pt>
                <c:pt idx="2139">
                  <c:v>5.0339999999999996E-2</c:v>
                </c:pt>
                <c:pt idx="2140">
                  <c:v>5.0110000000000002E-2</c:v>
                </c:pt>
                <c:pt idx="2141">
                  <c:v>5.0890000000000005E-2</c:v>
                </c:pt>
                <c:pt idx="2142">
                  <c:v>5.3970000000000004E-2</c:v>
                </c:pt>
                <c:pt idx="2143">
                  <c:v>5.289E-2</c:v>
                </c:pt>
                <c:pt idx="2144">
                  <c:v>5.2309999999999995E-2</c:v>
                </c:pt>
                <c:pt idx="2145">
                  <c:v>5.1550000000000006E-2</c:v>
                </c:pt>
                <c:pt idx="2146">
                  <c:v>5.1670000000000001E-2</c:v>
                </c:pt>
                <c:pt idx="2147">
                  <c:v>5.0869999999999999E-2</c:v>
                </c:pt>
                <c:pt idx="2148">
                  <c:v>5.0270000000000002E-2</c:v>
                </c:pt>
                <c:pt idx="2149">
                  <c:v>4.9710000000000004E-2</c:v>
                </c:pt>
                <c:pt idx="2150">
                  <c:v>4.9050000000000003E-2</c:v>
                </c:pt>
                <c:pt idx="2151">
                  <c:v>5.0339999999999996E-2</c:v>
                </c:pt>
                <c:pt idx="2152">
                  <c:v>4.8910000000000002E-2</c:v>
                </c:pt>
                <c:pt idx="2153">
                  <c:v>4.9909999999999996E-2</c:v>
                </c:pt>
                <c:pt idx="2154">
                  <c:v>5.0780000000000006E-2</c:v>
                </c:pt>
                <c:pt idx="2155">
                  <c:v>5.1680000000000004E-2</c:v>
                </c:pt>
                <c:pt idx="2156">
                  <c:v>4.8869999999999997E-2</c:v>
                </c:pt>
                <c:pt idx="2157">
                  <c:v>4.8659999999999995E-2</c:v>
                </c:pt>
                <c:pt idx="2158">
                  <c:v>4.7599999999999996E-2</c:v>
                </c:pt>
                <c:pt idx="2159">
                  <c:v>4.9180000000000001E-2</c:v>
                </c:pt>
                <c:pt idx="2160">
                  <c:v>4.9370000000000004E-2</c:v>
                </c:pt>
                <c:pt idx="2161">
                  <c:v>5.0709999999999998E-2</c:v>
                </c:pt>
                <c:pt idx="2162">
                  <c:v>4.7899999999999998E-2</c:v>
                </c:pt>
                <c:pt idx="2163">
                  <c:v>4.9180000000000001E-2</c:v>
                </c:pt>
                <c:pt idx="2164">
                  <c:v>4.9029999999999997E-2</c:v>
                </c:pt>
                <c:pt idx="2165">
                  <c:v>5.0659999999999997E-2</c:v>
                </c:pt>
                <c:pt idx="2166">
                  <c:v>5.1429999999999997E-2</c:v>
                </c:pt>
                <c:pt idx="2167">
                  <c:v>5.2160000000000005E-2</c:v>
                </c:pt>
                <c:pt idx="2168">
                  <c:v>5.1749999999999997E-2</c:v>
                </c:pt>
                <c:pt idx="2169">
                  <c:v>5.1749999999999997E-2</c:v>
                </c:pt>
                <c:pt idx="2170">
                  <c:v>5.2499999999999998E-2</c:v>
                </c:pt>
                <c:pt idx="2171">
                  <c:v>5.4130000000000005E-2</c:v>
                </c:pt>
                <c:pt idx="2172">
                  <c:v>5.4019999999999999E-2</c:v>
                </c:pt>
                <c:pt idx="2173">
                  <c:v>5.3929999999999999E-2</c:v>
                </c:pt>
                <c:pt idx="2174">
                  <c:v>5.2699999999999997E-2</c:v>
                </c:pt>
                <c:pt idx="2175">
                  <c:v>5.3390000000000007E-2</c:v>
                </c:pt>
                <c:pt idx="2176">
                  <c:v>5.1990000000000001E-2</c:v>
                </c:pt>
                <c:pt idx="2177">
                  <c:v>5.2270000000000004E-2</c:v>
                </c:pt>
                <c:pt idx="2178">
                  <c:v>5.2819999999999999E-2</c:v>
                </c:pt>
                <c:pt idx="2179">
                  <c:v>5.4720000000000005E-2</c:v>
                </c:pt>
                <c:pt idx="2180">
                  <c:v>5.484E-2</c:v>
                </c:pt>
                <c:pt idx="2181">
                  <c:v>5.5019999999999999E-2</c:v>
                </c:pt>
                <c:pt idx="2182">
                  <c:v>5.4779999999999995E-2</c:v>
                </c:pt>
                <c:pt idx="2183">
                  <c:v>5.459E-2</c:v>
                </c:pt>
                <c:pt idx="2184">
                  <c:v>5.4139999999999994E-2</c:v>
                </c:pt>
                <c:pt idx="2185">
                  <c:v>5.3559999999999997E-2</c:v>
                </c:pt>
                <c:pt idx="2186">
                  <c:v>5.2949999999999997E-2</c:v>
                </c:pt>
                <c:pt idx="2187">
                  <c:v>5.3319999999999999E-2</c:v>
                </c:pt>
                <c:pt idx="2188">
                  <c:v>5.1990000000000001E-2</c:v>
                </c:pt>
                <c:pt idx="2189">
                  <c:v>5.2169999999999994E-2</c:v>
                </c:pt>
                <c:pt idx="2190">
                  <c:v>5.1100000000000007E-2</c:v>
                </c:pt>
                <c:pt idx="2191">
                  <c:v>5.3499999999999999E-2</c:v>
                </c:pt>
                <c:pt idx="2192">
                  <c:v>5.2160000000000005E-2</c:v>
                </c:pt>
                <c:pt idx="2193">
                  <c:v>5.1089999999999997E-2</c:v>
                </c:pt>
                <c:pt idx="2194">
                  <c:v>5.3120000000000001E-2</c:v>
                </c:pt>
                <c:pt idx="2195">
                  <c:v>5.1929999999999997E-2</c:v>
                </c:pt>
                <c:pt idx="2196">
                  <c:v>5.1159999999999997E-2</c:v>
                </c:pt>
                <c:pt idx="2197">
                  <c:v>5.3540000000000004E-2</c:v>
                </c:pt>
                <c:pt idx="2198">
                  <c:v>5.3769999999999998E-2</c:v>
                </c:pt>
                <c:pt idx="2199">
                  <c:v>5.1289999999999995E-2</c:v>
                </c:pt>
                <c:pt idx="2200">
                  <c:v>5.441E-2</c:v>
                </c:pt>
                <c:pt idx="2201">
                  <c:v>5.4050000000000001E-2</c:v>
                </c:pt>
                <c:pt idx="2202">
                  <c:v>5.2990000000000002E-2</c:v>
                </c:pt>
                <c:pt idx="2203">
                  <c:v>5.1550000000000006E-2</c:v>
                </c:pt>
                <c:pt idx="2204">
                  <c:v>5.253E-2</c:v>
                </c:pt>
                <c:pt idx="2205">
                  <c:v>5.2770000000000004E-2</c:v>
                </c:pt>
                <c:pt idx="2206">
                  <c:v>5.067E-2</c:v>
                </c:pt>
                <c:pt idx="2207">
                  <c:v>5.2290000000000003E-2</c:v>
                </c:pt>
                <c:pt idx="2208">
                  <c:v>5.2270000000000004E-2</c:v>
                </c:pt>
                <c:pt idx="2209">
                  <c:v>5.0770000000000003E-2</c:v>
                </c:pt>
                <c:pt idx="2210">
                  <c:v>5.1569999999999998E-2</c:v>
                </c:pt>
                <c:pt idx="2211">
                  <c:v>5.1820000000000005E-2</c:v>
                </c:pt>
                <c:pt idx="2212">
                  <c:v>5.3970000000000004E-2</c:v>
                </c:pt>
                <c:pt idx="2213">
                  <c:v>5.314E-2</c:v>
                </c:pt>
                <c:pt idx="2214">
                  <c:v>5.2979999999999999E-2</c:v>
                </c:pt>
                <c:pt idx="2215">
                  <c:v>5.2499999999999998E-2</c:v>
                </c:pt>
                <c:pt idx="2216">
                  <c:v>5.2740000000000002E-2</c:v>
                </c:pt>
                <c:pt idx="2217">
                  <c:v>5.4930000000000007E-2</c:v>
                </c:pt>
                <c:pt idx="2218">
                  <c:v>5.8529999999999999E-2</c:v>
                </c:pt>
                <c:pt idx="2219">
                  <c:v>5.8139999999999997E-2</c:v>
                </c:pt>
                <c:pt idx="2220">
                  <c:v>6.1040000000000004E-2</c:v>
                </c:pt>
                <c:pt idx="2221">
                  <c:v>6.0749999999999998E-2</c:v>
                </c:pt>
                <c:pt idx="2222">
                  <c:v>5.7500000000000002E-2</c:v>
                </c:pt>
                <c:pt idx="2223">
                  <c:v>5.6730000000000003E-2</c:v>
                </c:pt>
                <c:pt idx="2224">
                  <c:v>5.74E-2</c:v>
                </c:pt>
                <c:pt idx="2225">
                  <c:v>5.6150000000000005E-2</c:v>
                </c:pt>
                <c:pt idx="2226">
                  <c:v>5.4160000000000007E-2</c:v>
                </c:pt>
                <c:pt idx="2227">
                  <c:v>5.5069999999999994E-2</c:v>
                </c:pt>
                <c:pt idx="2228">
                  <c:v>5.57E-2</c:v>
                </c:pt>
                <c:pt idx="2229">
                  <c:v>5.5830000000000005E-2</c:v>
                </c:pt>
                <c:pt idx="2230">
                  <c:v>5.7050000000000003E-2</c:v>
                </c:pt>
                <c:pt idx="2231">
                  <c:v>5.8609999999999995E-2</c:v>
                </c:pt>
                <c:pt idx="2232">
                  <c:v>5.7089999999999995E-2</c:v>
                </c:pt>
                <c:pt idx="2233">
                  <c:v>5.8319999999999997E-2</c:v>
                </c:pt>
                <c:pt idx="2234">
                  <c:v>5.6139999999999995E-2</c:v>
                </c:pt>
                <c:pt idx="2235">
                  <c:v>5.6050000000000003E-2</c:v>
                </c:pt>
                <c:pt idx="2236">
                  <c:v>5.4710000000000002E-2</c:v>
                </c:pt>
                <c:pt idx="2237">
                  <c:v>5.459E-2</c:v>
                </c:pt>
                <c:pt idx="2238">
                  <c:v>5.4400000000000004E-2</c:v>
                </c:pt>
                <c:pt idx="2239">
                  <c:v>5.4909999999999994E-2</c:v>
                </c:pt>
                <c:pt idx="2240">
                  <c:v>5.4219999999999997E-2</c:v>
                </c:pt>
                <c:pt idx="2241">
                  <c:v>5.4809999999999998E-2</c:v>
                </c:pt>
                <c:pt idx="2242">
                  <c:v>5.3780000000000001E-2</c:v>
                </c:pt>
                <c:pt idx="2243">
                  <c:v>5.3800000000000001E-2</c:v>
                </c:pt>
                <c:pt idx="2244">
                  <c:v>5.2309999999999995E-2</c:v>
                </c:pt>
                <c:pt idx="2245">
                  <c:v>5.0140000000000004E-2</c:v>
                </c:pt>
                <c:pt idx="2246">
                  <c:v>5.04E-2</c:v>
                </c:pt>
                <c:pt idx="2247">
                  <c:v>4.8639999999999996E-2</c:v>
                </c:pt>
                <c:pt idx="2248">
                  <c:v>4.9680000000000002E-2</c:v>
                </c:pt>
                <c:pt idx="2249">
                  <c:v>5.0359999999999995E-2</c:v>
                </c:pt>
                <c:pt idx="2250">
                  <c:v>5.0290000000000001E-2</c:v>
                </c:pt>
                <c:pt idx="2251">
                  <c:v>5.0019999999999995E-2</c:v>
                </c:pt>
                <c:pt idx="2252">
                  <c:v>5.1459999999999999E-2</c:v>
                </c:pt>
                <c:pt idx="2253">
                  <c:v>4.8379999999999999E-2</c:v>
                </c:pt>
                <c:pt idx="2254">
                  <c:v>4.8390000000000002E-2</c:v>
                </c:pt>
                <c:pt idx="2255">
                  <c:v>4.7599999999999996E-2</c:v>
                </c:pt>
                <c:pt idx="2256">
                  <c:v>4.9439999999999998E-2</c:v>
                </c:pt>
                <c:pt idx="2257">
                  <c:v>4.7919999999999997E-2</c:v>
                </c:pt>
                <c:pt idx="2258">
                  <c:v>4.8390000000000002E-2</c:v>
                </c:pt>
                <c:pt idx="2259">
                  <c:v>4.8979999999999996E-2</c:v>
                </c:pt>
                <c:pt idx="2260">
                  <c:v>5.2309999999999995E-2</c:v>
                </c:pt>
                <c:pt idx="2261">
                  <c:v>5.0959999999999998E-2</c:v>
                </c:pt>
                <c:pt idx="2262">
                  <c:v>5.1100000000000007E-2</c:v>
                </c:pt>
                <c:pt idx="2263">
                  <c:v>5.0900000000000001E-2</c:v>
                </c:pt>
                <c:pt idx="2264">
                  <c:v>4.9200000000000001E-2</c:v>
                </c:pt>
                <c:pt idx="2265">
                  <c:v>4.7530000000000003E-2</c:v>
                </c:pt>
                <c:pt idx="2266">
                  <c:v>4.9950000000000001E-2</c:v>
                </c:pt>
                <c:pt idx="2267">
                  <c:v>5.0799999999999998E-2</c:v>
                </c:pt>
                <c:pt idx="2268">
                  <c:v>4.8899999999999999E-2</c:v>
                </c:pt>
                <c:pt idx="2269">
                  <c:v>5.4210000000000001E-2</c:v>
                </c:pt>
                <c:pt idx="2270">
                  <c:v>5.151E-2</c:v>
                </c:pt>
                <c:pt idx="2271">
                  <c:v>5.015E-2</c:v>
                </c:pt>
                <c:pt idx="2272">
                  <c:v>5.296E-2</c:v>
                </c:pt>
                <c:pt idx="2273">
                  <c:v>5.2049999999999999E-2</c:v>
                </c:pt>
                <c:pt idx="2274">
                  <c:v>4.981E-2</c:v>
                </c:pt>
                <c:pt idx="2275">
                  <c:v>4.9230000000000003E-2</c:v>
                </c:pt>
                <c:pt idx="2276">
                  <c:v>4.9109999999999994E-2</c:v>
                </c:pt>
                <c:pt idx="2277">
                  <c:v>4.9100000000000005E-2</c:v>
                </c:pt>
                <c:pt idx="2278">
                  <c:v>4.768E-2</c:v>
                </c:pt>
                <c:pt idx="2279">
                  <c:v>4.8230000000000002E-2</c:v>
                </c:pt>
                <c:pt idx="2280">
                  <c:v>4.9100000000000005E-2</c:v>
                </c:pt>
                <c:pt idx="2281">
                  <c:v>4.7009999999999996E-2</c:v>
                </c:pt>
                <c:pt idx="2282">
                  <c:v>4.7039999999999998E-2</c:v>
                </c:pt>
                <c:pt idx="2283">
                  <c:v>4.6689999999999995E-2</c:v>
                </c:pt>
                <c:pt idx="2284">
                  <c:v>4.5700000000000005E-2</c:v>
                </c:pt>
                <c:pt idx="2285">
                  <c:v>4.7089999999999993E-2</c:v>
                </c:pt>
                <c:pt idx="2286">
                  <c:v>4.5880000000000004E-2</c:v>
                </c:pt>
                <c:pt idx="2287">
                  <c:v>4.5410000000000006E-2</c:v>
                </c:pt>
                <c:pt idx="2288">
                  <c:v>4.7469999999999998E-2</c:v>
                </c:pt>
                <c:pt idx="2289">
                  <c:v>4.752E-2</c:v>
                </c:pt>
                <c:pt idx="2290">
                  <c:v>4.8339999999999994E-2</c:v>
                </c:pt>
                <c:pt idx="2291">
                  <c:v>4.8770000000000001E-2</c:v>
                </c:pt>
                <c:pt idx="2292">
                  <c:v>4.9299999999999997E-2</c:v>
                </c:pt>
                <c:pt idx="2293">
                  <c:v>4.8649999999999999E-2</c:v>
                </c:pt>
                <c:pt idx="2294">
                  <c:v>4.9530000000000005E-2</c:v>
                </c:pt>
                <c:pt idx="2295">
                  <c:v>5.0799999999999998E-2</c:v>
                </c:pt>
                <c:pt idx="2296">
                  <c:v>5.0679999999999996E-2</c:v>
                </c:pt>
                <c:pt idx="2297">
                  <c:v>5.1130000000000002E-2</c:v>
                </c:pt>
                <c:pt idx="2298">
                  <c:v>5.074E-2</c:v>
                </c:pt>
                <c:pt idx="2299">
                  <c:v>5.0019999999999995E-2</c:v>
                </c:pt>
                <c:pt idx="2300">
                  <c:v>4.9160000000000002E-2</c:v>
                </c:pt>
                <c:pt idx="2301">
                  <c:v>4.888E-2</c:v>
                </c:pt>
                <c:pt idx="2302">
                  <c:v>5.253E-2</c:v>
                </c:pt>
                <c:pt idx="2303">
                  <c:v>5.1589999999999997E-2</c:v>
                </c:pt>
                <c:pt idx="2304">
                  <c:v>5.0880000000000002E-2</c:v>
                </c:pt>
                <c:pt idx="2305">
                  <c:v>4.9779999999999998E-2</c:v>
                </c:pt>
                <c:pt idx="2306">
                  <c:v>5.0869999999999999E-2</c:v>
                </c:pt>
                <c:pt idx="2307">
                  <c:v>5.1550000000000006E-2</c:v>
                </c:pt>
                <c:pt idx="2308">
                  <c:v>5.0880000000000002E-2</c:v>
                </c:pt>
                <c:pt idx="2309">
                  <c:v>5.0990000000000001E-2</c:v>
                </c:pt>
                <c:pt idx="2310">
                  <c:v>5.1189999999999999E-2</c:v>
                </c:pt>
                <c:pt idx="2311">
                  <c:v>5.1559999999999995E-2</c:v>
                </c:pt>
                <c:pt idx="2312">
                  <c:v>5.4089999999999999E-2</c:v>
                </c:pt>
                <c:pt idx="2313">
                  <c:v>5.2649999999999995E-2</c:v>
                </c:pt>
                <c:pt idx="2314">
                  <c:v>5.1820000000000005E-2</c:v>
                </c:pt>
                <c:pt idx="2315">
                  <c:v>5.2130000000000003E-2</c:v>
                </c:pt>
                <c:pt idx="2316">
                  <c:v>5.6489999999999999E-2</c:v>
                </c:pt>
                <c:pt idx="2317">
                  <c:v>5.7270000000000001E-2</c:v>
                </c:pt>
                <c:pt idx="2318">
                  <c:v>5.4210000000000001E-2</c:v>
                </c:pt>
                <c:pt idx="2319">
                  <c:v>5.4480000000000001E-2</c:v>
                </c:pt>
                <c:pt idx="2320">
                  <c:v>5.534E-2</c:v>
                </c:pt>
                <c:pt idx="2321">
                  <c:v>5.2900000000000003E-2</c:v>
                </c:pt>
                <c:pt idx="2322">
                  <c:v>5.3830000000000003E-2</c:v>
                </c:pt>
                <c:pt idx="2323">
                  <c:v>5.4880000000000005E-2</c:v>
                </c:pt>
                <c:pt idx="2324">
                  <c:v>5.5629999999999999E-2</c:v>
                </c:pt>
                <c:pt idx="2325">
                  <c:v>5.4169999999999996E-2</c:v>
                </c:pt>
                <c:pt idx="2326">
                  <c:v>5.4690000000000003E-2</c:v>
                </c:pt>
                <c:pt idx="2327">
                  <c:v>5.6980000000000003E-2</c:v>
                </c:pt>
                <c:pt idx="2328">
                  <c:v>5.6820000000000002E-2</c:v>
                </c:pt>
                <c:pt idx="2329">
                  <c:v>5.7350000000000005E-2</c:v>
                </c:pt>
                <c:pt idx="2330">
                  <c:v>5.8099999999999999E-2</c:v>
                </c:pt>
                <c:pt idx="2331">
                  <c:v>6.0119999999999993E-2</c:v>
                </c:pt>
                <c:pt idx="2332">
                  <c:v>5.7320000000000003E-2</c:v>
                </c:pt>
                <c:pt idx="2333">
                  <c:v>5.7430000000000002E-2</c:v>
                </c:pt>
                <c:pt idx="2334">
                  <c:v>5.7859999999999995E-2</c:v>
                </c:pt>
                <c:pt idx="2335">
                  <c:v>5.9650000000000002E-2</c:v>
                </c:pt>
                <c:pt idx="2336">
                  <c:v>5.9040000000000002E-2</c:v>
                </c:pt>
                <c:pt idx="2337">
                  <c:v>6.0400000000000002E-2</c:v>
                </c:pt>
                <c:pt idx="2338">
                  <c:v>5.9829999999999994E-2</c:v>
                </c:pt>
                <c:pt idx="2339">
                  <c:v>5.9189999999999993E-2</c:v>
                </c:pt>
                <c:pt idx="2340">
                  <c:v>5.8949999999999995E-2</c:v>
                </c:pt>
                <c:pt idx="2341">
                  <c:v>5.679E-2</c:v>
                </c:pt>
                <c:pt idx="2342">
                  <c:v>5.7060000000000007E-2</c:v>
                </c:pt>
                <c:pt idx="2343">
                  <c:v>5.6570000000000002E-2</c:v>
                </c:pt>
                <c:pt idx="2344">
                  <c:v>5.8090000000000003E-2</c:v>
                </c:pt>
                <c:pt idx="2345">
                  <c:v>5.7660000000000003E-2</c:v>
                </c:pt>
                <c:pt idx="2346">
                  <c:v>5.7380000000000007E-2</c:v>
                </c:pt>
                <c:pt idx="2347">
                  <c:v>5.9820000000000005E-2</c:v>
                </c:pt>
                <c:pt idx="2348">
                  <c:v>5.8909999999999997E-2</c:v>
                </c:pt>
                <c:pt idx="2349">
                  <c:v>5.978E-2</c:v>
                </c:pt>
                <c:pt idx="2350">
                  <c:v>5.8789999999999995E-2</c:v>
                </c:pt>
                <c:pt idx="2351">
                  <c:v>5.7729999999999997E-2</c:v>
                </c:pt>
                <c:pt idx="2352">
                  <c:v>5.6619999999999997E-2</c:v>
                </c:pt>
                <c:pt idx="2353">
                  <c:v>5.4390000000000001E-2</c:v>
                </c:pt>
                <c:pt idx="2354">
                  <c:v>5.3179999999999998E-2</c:v>
                </c:pt>
                <c:pt idx="2355">
                  <c:v>5.1790000000000003E-2</c:v>
                </c:pt>
                <c:pt idx="2356">
                  <c:v>5.0039999999999994E-2</c:v>
                </c:pt>
                <c:pt idx="2357">
                  <c:v>5.0659999999999997E-2</c:v>
                </c:pt>
                <c:pt idx="2358">
                  <c:v>5.024E-2</c:v>
                </c:pt>
                <c:pt idx="2359">
                  <c:v>4.888E-2</c:v>
                </c:pt>
                <c:pt idx="2360">
                  <c:v>4.9540000000000001E-2</c:v>
                </c:pt>
                <c:pt idx="2361">
                  <c:v>4.9210000000000004E-2</c:v>
                </c:pt>
                <c:pt idx="2362">
                  <c:v>4.9640000000000004E-2</c:v>
                </c:pt>
                <c:pt idx="2363">
                  <c:v>4.9909999999999996E-2</c:v>
                </c:pt>
                <c:pt idx="2364">
                  <c:v>5.0450000000000002E-2</c:v>
                </c:pt>
                <c:pt idx="2365">
                  <c:v>5.0679999999999996E-2</c:v>
                </c:pt>
                <c:pt idx="2366">
                  <c:v>4.8949999999999994E-2</c:v>
                </c:pt>
                <c:pt idx="2367">
                  <c:v>4.9710000000000004E-2</c:v>
                </c:pt>
                <c:pt idx="2368">
                  <c:v>5.2179999999999997E-2</c:v>
                </c:pt>
                <c:pt idx="2369">
                  <c:v>5.1390000000000005E-2</c:v>
                </c:pt>
                <c:pt idx="2370">
                  <c:v>4.9370000000000004E-2</c:v>
                </c:pt>
                <c:pt idx="2371">
                  <c:v>5.0479999999999997E-2</c:v>
                </c:pt>
                <c:pt idx="2372">
                  <c:v>5.1429999999999997E-2</c:v>
                </c:pt>
                <c:pt idx="2373">
                  <c:v>5.0490000000000007E-2</c:v>
                </c:pt>
                <c:pt idx="2374">
                  <c:v>4.9889999999999997E-2</c:v>
                </c:pt>
                <c:pt idx="2375">
                  <c:v>4.9070000000000003E-2</c:v>
                </c:pt>
                <c:pt idx="2376">
                  <c:v>5.1289999999999995E-2</c:v>
                </c:pt>
                <c:pt idx="2377">
                  <c:v>5.1869999999999999E-2</c:v>
                </c:pt>
                <c:pt idx="2378">
                  <c:v>5.0679999999999996E-2</c:v>
                </c:pt>
                <c:pt idx="2379">
                  <c:v>4.904E-2</c:v>
                </c:pt>
                <c:pt idx="2380">
                  <c:v>4.8550000000000003E-2</c:v>
                </c:pt>
                <c:pt idx="2381">
                  <c:v>4.9100000000000005E-2</c:v>
                </c:pt>
                <c:pt idx="2382">
                  <c:v>4.8799999999999996E-2</c:v>
                </c:pt>
                <c:pt idx="2383">
                  <c:v>4.8869999999999997E-2</c:v>
                </c:pt>
                <c:pt idx="2384">
                  <c:v>4.8179999999999994E-2</c:v>
                </c:pt>
                <c:pt idx="2385">
                  <c:v>4.761E-2</c:v>
                </c:pt>
                <c:pt idx="2386">
                  <c:v>4.9139999999999996E-2</c:v>
                </c:pt>
                <c:pt idx="2387">
                  <c:v>4.9279999999999997E-2</c:v>
                </c:pt>
                <c:pt idx="2388">
                  <c:v>4.965E-2</c:v>
                </c:pt>
                <c:pt idx="2389">
                  <c:v>4.8860000000000001E-2</c:v>
                </c:pt>
                <c:pt idx="2390">
                  <c:v>4.9059999999999999E-2</c:v>
                </c:pt>
                <c:pt idx="2391">
                  <c:v>4.8000000000000001E-2</c:v>
                </c:pt>
                <c:pt idx="2392">
                  <c:v>4.9029999999999997E-2</c:v>
                </c:pt>
                <c:pt idx="2393">
                  <c:v>4.8770000000000001E-2</c:v>
                </c:pt>
                <c:pt idx="2394">
                  <c:v>4.8849999999999998E-2</c:v>
                </c:pt>
                <c:pt idx="2395">
                  <c:v>4.9329999999999999E-2</c:v>
                </c:pt>
                <c:pt idx="2396">
                  <c:v>4.9240000000000006E-2</c:v>
                </c:pt>
                <c:pt idx="2397">
                  <c:v>4.8310000000000006E-2</c:v>
                </c:pt>
                <c:pt idx="2398">
                  <c:v>5.0279999999999998E-2</c:v>
                </c:pt>
                <c:pt idx="2399">
                  <c:v>4.7089999999999993E-2</c:v>
                </c:pt>
                <c:pt idx="2400">
                  <c:v>4.7190000000000003E-2</c:v>
                </c:pt>
                <c:pt idx="2401">
                  <c:v>4.7980000000000002E-2</c:v>
                </c:pt>
                <c:pt idx="2402">
                  <c:v>4.7539999999999999E-2</c:v>
                </c:pt>
                <c:pt idx="2403">
                  <c:v>5.083E-2</c:v>
                </c:pt>
                <c:pt idx="2404">
                  <c:v>4.7560000000000005E-2</c:v>
                </c:pt>
                <c:pt idx="2405">
                  <c:v>5.0940000000000006E-2</c:v>
                </c:pt>
                <c:pt idx="2406">
                  <c:v>4.9050000000000003E-2</c:v>
                </c:pt>
                <c:pt idx="2407">
                  <c:v>4.9050000000000003E-2</c:v>
                </c:pt>
                <c:pt idx="2408">
                  <c:v>5.1559999999999995E-2</c:v>
                </c:pt>
                <c:pt idx="2409">
                  <c:v>5.0570000000000004E-2</c:v>
                </c:pt>
                <c:pt idx="2410">
                  <c:v>4.947E-2</c:v>
                </c:pt>
                <c:pt idx="2411">
                  <c:v>4.5530000000000001E-2</c:v>
                </c:pt>
                <c:pt idx="2412">
                  <c:v>4.7110000000000006E-2</c:v>
                </c:pt>
                <c:pt idx="2413">
                  <c:v>4.6539999999999998E-2</c:v>
                </c:pt>
                <c:pt idx="2414">
                  <c:v>4.8280000000000003E-2</c:v>
                </c:pt>
                <c:pt idx="2415">
                  <c:v>4.7560000000000005E-2</c:v>
                </c:pt>
                <c:pt idx="2416">
                  <c:v>4.9459999999999997E-2</c:v>
                </c:pt>
                <c:pt idx="2417">
                  <c:v>4.9139999999999996E-2</c:v>
                </c:pt>
                <c:pt idx="2418">
                  <c:v>4.8250000000000001E-2</c:v>
                </c:pt>
                <c:pt idx="2419">
                  <c:v>4.9259999999999998E-2</c:v>
                </c:pt>
                <c:pt idx="2420">
                  <c:v>4.929E-2</c:v>
                </c:pt>
                <c:pt idx="2421">
                  <c:v>4.6269999999999999E-2</c:v>
                </c:pt>
                <c:pt idx="2422">
                  <c:v>4.5039999999999997E-2</c:v>
                </c:pt>
                <c:pt idx="2423">
                  <c:v>4.5830000000000003E-2</c:v>
                </c:pt>
                <c:pt idx="2424">
                  <c:v>5.0700000000000002E-2</c:v>
                </c:pt>
                <c:pt idx="2425">
                  <c:v>5.144E-2</c:v>
                </c:pt>
                <c:pt idx="2426">
                  <c:v>4.6879999999999998E-2</c:v>
                </c:pt>
                <c:pt idx="2427">
                  <c:v>4.8890000000000003E-2</c:v>
                </c:pt>
                <c:pt idx="2428">
                  <c:v>5.1429999999999997E-2</c:v>
                </c:pt>
                <c:pt idx="2429">
                  <c:v>4.9370000000000004E-2</c:v>
                </c:pt>
                <c:pt idx="2430">
                  <c:v>4.9450000000000001E-2</c:v>
                </c:pt>
                <c:pt idx="2431">
                  <c:v>4.7889999999999995E-2</c:v>
                </c:pt>
                <c:pt idx="2432">
                  <c:v>4.7550000000000002E-2</c:v>
                </c:pt>
                <c:pt idx="2433">
                  <c:v>4.8689999999999997E-2</c:v>
                </c:pt>
                <c:pt idx="2434">
                  <c:v>4.8780000000000004E-2</c:v>
                </c:pt>
                <c:pt idx="2435">
                  <c:v>4.8170000000000004E-2</c:v>
                </c:pt>
                <c:pt idx="2436">
                  <c:v>4.7070000000000001E-2</c:v>
                </c:pt>
                <c:pt idx="2437">
                  <c:v>4.7300000000000002E-2</c:v>
                </c:pt>
                <c:pt idx="2438">
                  <c:v>4.8090000000000001E-2</c:v>
                </c:pt>
                <c:pt idx="2439">
                  <c:v>4.761E-2</c:v>
                </c:pt>
                <c:pt idx="2440">
                  <c:v>4.684E-2</c:v>
                </c:pt>
                <c:pt idx="2441">
                  <c:v>4.7259999999999996E-2</c:v>
                </c:pt>
                <c:pt idx="2442">
                  <c:v>4.6790000000000005E-2</c:v>
                </c:pt>
                <c:pt idx="2443">
                  <c:v>4.6589999999999999E-2</c:v>
                </c:pt>
                <c:pt idx="2444">
                  <c:v>4.6719999999999998E-2</c:v>
                </c:pt>
                <c:pt idx="2445">
                  <c:v>4.793E-2</c:v>
                </c:pt>
                <c:pt idx="2446">
                  <c:v>4.9240000000000006E-2</c:v>
                </c:pt>
                <c:pt idx="2447">
                  <c:v>4.7230000000000001E-2</c:v>
                </c:pt>
                <c:pt idx="2448">
                  <c:v>4.6529999999999995E-2</c:v>
                </c:pt>
                <c:pt idx="2449">
                  <c:v>4.6509999999999996E-2</c:v>
                </c:pt>
                <c:pt idx="2450">
                  <c:v>4.6100000000000002E-2</c:v>
                </c:pt>
                <c:pt idx="2451">
                  <c:v>4.5960000000000001E-2</c:v>
                </c:pt>
                <c:pt idx="2452">
                  <c:v>4.607E-2</c:v>
                </c:pt>
                <c:pt idx="2453">
                  <c:v>4.5970000000000004E-2</c:v>
                </c:pt>
                <c:pt idx="2454">
                  <c:v>4.5380000000000004E-2</c:v>
                </c:pt>
                <c:pt idx="2455">
                  <c:v>4.5469999999999997E-2</c:v>
                </c:pt>
                <c:pt idx="2456">
                  <c:v>4.5949999999999998E-2</c:v>
                </c:pt>
                <c:pt idx="2457">
                  <c:v>4.7720000000000005E-2</c:v>
                </c:pt>
                <c:pt idx="2458">
                  <c:v>5.3310000000000003E-2</c:v>
                </c:pt>
                <c:pt idx="2459">
                  <c:v>5.0930000000000003E-2</c:v>
                </c:pt>
                <c:pt idx="2460">
                  <c:v>5.4989999999999997E-2</c:v>
                </c:pt>
                <c:pt idx="2461">
                  <c:v>5.3630000000000004E-2</c:v>
                </c:pt>
                <c:pt idx="2462">
                  <c:v>5.9359999999999996E-2</c:v>
                </c:pt>
                <c:pt idx="2463">
                  <c:v>5.8540000000000002E-2</c:v>
                </c:pt>
                <c:pt idx="2464">
                  <c:v>5.6919999999999998E-2</c:v>
                </c:pt>
                <c:pt idx="2465">
                  <c:v>5.7200000000000001E-2</c:v>
                </c:pt>
                <c:pt idx="2466">
                  <c:v>5.7389999999999997E-2</c:v>
                </c:pt>
                <c:pt idx="2467">
                  <c:v>5.4919999999999997E-2</c:v>
                </c:pt>
                <c:pt idx="2468">
                  <c:v>5.3849999999999995E-2</c:v>
                </c:pt>
                <c:pt idx="2469">
                  <c:v>5.5019999999999999E-2</c:v>
                </c:pt>
                <c:pt idx="2470">
                  <c:v>5.5540000000000006E-2</c:v>
                </c:pt>
                <c:pt idx="2471">
                  <c:v>5.3499999999999999E-2</c:v>
                </c:pt>
                <c:pt idx="2472">
                  <c:v>5.2260000000000001E-2</c:v>
                </c:pt>
                <c:pt idx="2473">
                  <c:v>5.1479999999999998E-2</c:v>
                </c:pt>
                <c:pt idx="2474">
                  <c:v>5.1909999999999998E-2</c:v>
                </c:pt>
                <c:pt idx="2475">
                  <c:v>5.1340000000000004E-2</c:v>
                </c:pt>
                <c:pt idx="2476">
                  <c:v>5.2320000000000005E-2</c:v>
                </c:pt>
                <c:pt idx="2477">
                  <c:v>5.3220000000000003E-2</c:v>
                </c:pt>
                <c:pt idx="2478">
                  <c:v>5.2249999999999998E-2</c:v>
                </c:pt>
                <c:pt idx="2479">
                  <c:v>5.2249999999999998E-2</c:v>
                </c:pt>
                <c:pt idx="2480">
                  <c:v>5.2380000000000003E-2</c:v>
                </c:pt>
                <c:pt idx="2481">
                  <c:v>4.8989999999999999E-2</c:v>
                </c:pt>
                <c:pt idx="2482">
                  <c:v>4.9409999999999996E-2</c:v>
                </c:pt>
                <c:pt idx="2483">
                  <c:v>4.8520000000000001E-2</c:v>
                </c:pt>
                <c:pt idx="2484">
                  <c:v>4.7649999999999998E-2</c:v>
                </c:pt>
                <c:pt idx="2485">
                  <c:v>4.845E-2</c:v>
                </c:pt>
                <c:pt idx="2486">
                  <c:v>4.7899999999999998E-2</c:v>
                </c:pt>
                <c:pt idx="2487">
                  <c:v>4.7019999999999999E-2</c:v>
                </c:pt>
                <c:pt idx="2488">
                  <c:v>4.8570000000000002E-2</c:v>
                </c:pt>
                <c:pt idx="2489">
                  <c:v>4.9800000000000004E-2</c:v>
                </c:pt>
                <c:pt idx="2490">
                  <c:v>4.9439999999999998E-2</c:v>
                </c:pt>
                <c:pt idx="2491">
                  <c:v>4.7640000000000002E-2</c:v>
                </c:pt>
                <c:pt idx="2492">
                  <c:v>4.7710000000000002E-2</c:v>
                </c:pt>
                <c:pt idx="2493">
                  <c:v>4.8860000000000001E-2</c:v>
                </c:pt>
                <c:pt idx="2494">
                  <c:v>4.8659999999999995E-2</c:v>
                </c:pt>
                <c:pt idx="2495">
                  <c:v>5.1889999999999999E-2</c:v>
                </c:pt>
                <c:pt idx="2496">
                  <c:v>5.1139999999999998E-2</c:v>
                </c:pt>
                <c:pt idx="2497">
                  <c:v>5.1299999999999998E-2</c:v>
                </c:pt>
                <c:pt idx="2498">
                  <c:v>5.2019999999999997E-2</c:v>
                </c:pt>
                <c:pt idx="2499">
                  <c:v>5.1820000000000005E-2</c:v>
                </c:pt>
                <c:pt idx="2500">
                  <c:v>5.1959999999999999E-2</c:v>
                </c:pt>
                <c:pt idx="2501">
                  <c:v>5.5010000000000003E-2</c:v>
                </c:pt>
                <c:pt idx="2502">
                  <c:v>5.7830000000000006E-2</c:v>
                </c:pt>
                <c:pt idx="2503">
                  <c:v>5.7450000000000001E-2</c:v>
                </c:pt>
                <c:pt idx="2504">
                  <c:v>5.7869999999999998E-2</c:v>
                </c:pt>
                <c:pt idx="2505">
                  <c:v>5.901E-2</c:v>
                </c:pt>
                <c:pt idx="2506">
                  <c:v>5.7640000000000004E-2</c:v>
                </c:pt>
                <c:pt idx="2507">
                  <c:v>5.6029999999999996E-2</c:v>
                </c:pt>
                <c:pt idx="2508">
                  <c:v>5.697E-2</c:v>
                </c:pt>
                <c:pt idx="2509">
                  <c:v>5.6820000000000002E-2</c:v>
                </c:pt>
                <c:pt idx="2510">
                  <c:v>5.6349999999999997E-2</c:v>
                </c:pt>
                <c:pt idx="2511">
                  <c:v>5.6489999999999999E-2</c:v>
                </c:pt>
                <c:pt idx="2512">
                  <c:v>5.5759999999999997E-2</c:v>
                </c:pt>
                <c:pt idx="2513">
                  <c:v>5.509E-2</c:v>
                </c:pt>
                <c:pt idx="2514">
                  <c:v>5.4720000000000005E-2</c:v>
                </c:pt>
                <c:pt idx="2515">
                  <c:v>5.441E-2</c:v>
                </c:pt>
                <c:pt idx="2516">
                  <c:v>5.4150000000000004E-2</c:v>
                </c:pt>
                <c:pt idx="2517">
                  <c:v>5.3520000000000005E-2</c:v>
                </c:pt>
                <c:pt idx="2518">
                  <c:v>5.3280000000000001E-2</c:v>
                </c:pt>
                <c:pt idx="2519">
                  <c:v>5.0599999999999999E-2</c:v>
                </c:pt>
                <c:pt idx="2520">
                  <c:v>4.9759999999999999E-2</c:v>
                </c:pt>
                <c:pt idx="2521">
                  <c:v>5.0860000000000002E-2</c:v>
                </c:pt>
                <c:pt idx="2522">
                  <c:v>5.0199999999999995E-2</c:v>
                </c:pt>
                <c:pt idx="2523">
                  <c:v>5.0369999999999998E-2</c:v>
                </c:pt>
                <c:pt idx="2524">
                  <c:v>4.9669999999999999E-2</c:v>
                </c:pt>
                <c:pt idx="2525">
                  <c:v>4.9540000000000001E-2</c:v>
                </c:pt>
                <c:pt idx="2526">
                  <c:v>4.9560000000000007E-2</c:v>
                </c:pt>
                <c:pt idx="2527">
                  <c:v>5.0389999999999997E-2</c:v>
                </c:pt>
                <c:pt idx="2528">
                  <c:v>4.8649999999999999E-2</c:v>
                </c:pt>
                <c:pt idx="2529">
                  <c:v>5.0019999999999995E-2</c:v>
                </c:pt>
                <c:pt idx="2530">
                  <c:v>4.9720000000000007E-2</c:v>
                </c:pt>
                <c:pt idx="2531">
                  <c:v>5.2000000000000005E-2</c:v>
                </c:pt>
                <c:pt idx="2532">
                  <c:v>5.1200000000000002E-2</c:v>
                </c:pt>
                <c:pt idx="2533">
                  <c:v>4.9859999999999995E-2</c:v>
                </c:pt>
                <c:pt idx="2534">
                  <c:v>5.0349999999999999E-2</c:v>
                </c:pt>
                <c:pt idx="2535">
                  <c:v>5.1079999999999993E-2</c:v>
                </c:pt>
                <c:pt idx="2536">
                  <c:v>4.9329999999999999E-2</c:v>
                </c:pt>
                <c:pt idx="2537">
                  <c:v>5.0529999999999999E-2</c:v>
                </c:pt>
                <c:pt idx="2538">
                  <c:v>4.9770000000000002E-2</c:v>
                </c:pt>
                <c:pt idx="2539">
                  <c:v>0.05</c:v>
                </c:pt>
                <c:pt idx="2540">
                  <c:v>5.008E-2</c:v>
                </c:pt>
                <c:pt idx="2541">
                  <c:v>4.9630000000000001E-2</c:v>
                </c:pt>
                <c:pt idx="2542">
                  <c:v>4.9790000000000001E-2</c:v>
                </c:pt>
                <c:pt idx="2543">
                  <c:v>4.9720000000000007E-2</c:v>
                </c:pt>
                <c:pt idx="2544">
                  <c:v>4.9939999999999998E-2</c:v>
                </c:pt>
                <c:pt idx="2545">
                  <c:v>4.7789999999999999E-2</c:v>
                </c:pt>
                <c:pt idx="2546">
                  <c:v>4.5999999999999999E-2</c:v>
                </c:pt>
                <c:pt idx="2547">
                  <c:v>4.6089999999999999E-2</c:v>
                </c:pt>
                <c:pt idx="2548">
                  <c:v>5.0170000000000006E-2</c:v>
                </c:pt>
                <c:pt idx="2549">
                  <c:v>4.9829999999999999E-2</c:v>
                </c:pt>
                <c:pt idx="2550">
                  <c:v>4.6100000000000002E-2</c:v>
                </c:pt>
                <c:pt idx="2551">
                  <c:v>4.8039999999999999E-2</c:v>
                </c:pt>
                <c:pt idx="2552">
                  <c:v>4.5629999999999997E-2</c:v>
                </c:pt>
                <c:pt idx="2553">
                  <c:v>4.8499999999999995E-2</c:v>
                </c:pt>
                <c:pt idx="2554">
                  <c:v>4.7720000000000005E-2</c:v>
                </c:pt>
                <c:pt idx="2555">
                  <c:v>4.7599999999999996E-2</c:v>
                </c:pt>
                <c:pt idx="2556">
                  <c:v>4.8010000000000004E-2</c:v>
                </c:pt>
                <c:pt idx="2557">
                  <c:v>4.7759999999999997E-2</c:v>
                </c:pt>
                <c:pt idx="2558">
                  <c:v>4.6509999999999996E-2</c:v>
                </c:pt>
                <c:pt idx="2559">
                  <c:v>4.6349999999999995E-2</c:v>
                </c:pt>
                <c:pt idx="2560">
                  <c:v>4.4119999999999999E-2</c:v>
                </c:pt>
                <c:pt idx="2561">
                  <c:v>4.3560000000000001E-2</c:v>
                </c:pt>
                <c:pt idx="2562">
                  <c:v>4.3179999999999996E-2</c:v>
                </c:pt>
                <c:pt idx="2563">
                  <c:v>4.471E-2</c:v>
                </c:pt>
                <c:pt idx="2564">
                  <c:v>4.4699999999999997E-2</c:v>
                </c:pt>
                <c:pt idx="2565">
                  <c:v>4.6799999999999994E-2</c:v>
                </c:pt>
                <c:pt idx="2566">
                  <c:v>4.4020000000000004E-2</c:v>
                </c:pt>
                <c:pt idx="2567">
                  <c:v>4.4909999999999999E-2</c:v>
                </c:pt>
                <c:pt idx="2568">
                  <c:v>4.6029999999999995E-2</c:v>
                </c:pt>
                <c:pt idx="2569">
                  <c:v>4.752E-2</c:v>
                </c:pt>
                <c:pt idx="2570">
                  <c:v>4.7070000000000001E-2</c:v>
                </c:pt>
                <c:pt idx="2571">
                  <c:v>4.795E-2</c:v>
                </c:pt>
                <c:pt idx="2572">
                  <c:v>4.8369999999999996E-2</c:v>
                </c:pt>
                <c:pt idx="2573">
                  <c:v>4.9930000000000002E-2</c:v>
                </c:pt>
                <c:pt idx="2574">
                  <c:v>4.9000000000000002E-2</c:v>
                </c:pt>
                <c:pt idx="2575">
                  <c:v>5.151E-2</c:v>
                </c:pt>
                <c:pt idx="2576">
                  <c:v>5.1399999999999994E-2</c:v>
                </c:pt>
                <c:pt idx="2577">
                  <c:v>4.9919999999999999E-2</c:v>
                </c:pt>
                <c:pt idx="2578">
                  <c:v>4.9859999999999995E-2</c:v>
                </c:pt>
                <c:pt idx="2579">
                  <c:v>4.9829999999999999E-2</c:v>
                </c:pt>
                <c:pt idx="2580">
                  <c:v>5.2199999999999996E-2</c:v>
                </c:pt>
                <c:pt idx="2581">
                  <c:v>5.2979999999999999E-2</c:v>
                </c:pt>
                <c:pt idx="2582">
                  <c:v>5.2819999999999999E-2</c:v>
                </c:pt>
                <c:pt idx="2583">
                  <c:v>5.2329999999999995E-2</c:v>
                </c:pt>
                <c:pt idx="2584">
                  <c:v>5.151E-2</c:v>
                </c:pt>
                <c:pt idx="2585">
                  <c:v>5.2670000000000002E-2</c:v>
                </c:pt>
                <c:pt idx="2586">
                  <c:v>5.2779999999999994E-2</c:v>
                </c:pt>
                <c:pt idx="2587">
                  <c:v>5.1540000000000002E-2</c:v>
                </c:pt>
                <c:pt idx="2588">
                  <c:v>5.2839999999999998E-2</c:v>
                </c:pt>
                <c:pt idx="2589">
                  <c:v>5.5050000000000002E-2</c:v>
                </c:pt>
                <c:pt idx="2590">
                  <c:v>5.2380000000000003E-2</c:v>
                </c:pt>
                <c:pt idx="2591">
                  <c:v>5.2880000000000003E-2</c:v>
                </c:pt>
                <c:pt idx="2592">
                  <c:v>5.2969999999999996E-2</c:v>
                </c:pt>
                <c:pt idx="2593">
                  <c:v>5.1980000000000005E-2</c:v>
                </c:pt>
                <c:pt idx="2594">
                  <c:v>5.228E-2</c:v>
                </c:pt>
                <c:pt idx="2595">
                  <c:v>5.1670000000000001E-2</c:v>
                </c:pt>
                <c:pt idx="2596">
                  <c:v>5.3380000000000004E-2</c:v>
                </c:pt>
                <c:pt idx="2597">
                  <c:v>5.1830000000000001E-2</c:v>
                </c:pt>
                <c:pt idx="2598">
                  <c:v>5.176E-2</c:v>
                </c:pt>
                <c:pt idx="2599">
                  <c:v>5.391E-2</c:v>
                </c:pt>
                <c:pt idx="2600">
                  <c:v>5.4640000000000001E-2</c:v>
                </c:pt>
                <c:pt idx="2601">
                  <c:v>5.2039999999999996E-2</c:v>
                </c:pt>
                <c:pt idx="2602">
                  <c:v>5.142E-2</c:v>
                </c:pt>
                <c:pt idx="2603">
                  <c:v>5.4349999999999996E-2</c:v>
                </c:pt>
                <c:pt idx="2604">
                  <c:v>5.3589999999999999E-2</c:v>
                </c:pt>
                <c:pt idx="2605">
                  <c:v>5.1790000000000003E-2</c:v>
                </c:pt>
                <c:pt idx="2606">
                  <c:v>5.3249999999999999E-2</c:v>
                </c:pt>
                <c:pt idx="2607">
                  <c:v>5.1520000000000003E-2</c:v>
                </c:pt>
                <c:pt idx="2608">
                  <c:v>5.2809999999999996E-2</c:v>
                </c:pt>
                <c:pt idx="2609">
                  <c:v>5.2130000000000003E-2</c:v>
                </c:pt>
                <c:pt idx="2610">
                  <c:v>5.253E-2</c:v>
                </c:pt>
                <c:pt idx="2611">
                  <c:v>5.0290000000000001E-2</c:v>
                </c:pt>
                <c:pt idx="2612">
                  <c:v>5.4130000000000005E-2</c:v>
                </c:pt>
                <c:pt idx="2613">
                  <c:v>5.1429999999999997E-2</c:v>
                </c:pt>
                <c:pt idx="2614">
                  <c:v>5.0940000000000006E-2</c:v>
                </c:pt>
                <c:pt idx="2615">
                  <c:v>5.126E-2</c:v>
                </c:pt>
                <c:pt idx="2616">
                  <c:v>5.3170000000000002E-2</c:v>
                </c:pt>
                <c:pt idx="2617">
                  <c:v>5.5719999999999999E-2</c:v>
                </c:pt>
                <c:pt idx="2618">
                  <c:v>5.382E-2</c:v>
                </c:pt>
                <c:pt idx="2619">
                  <c:v>5.357E-2</c:v>
                </c:pt>
                <c:pt idx="2620">
                  <c:v>5.2949999999999997E-2</c:v>
                </c:pt>
                <c:pt idx="2621">
                  <c:v>5.3269999999999998E-2</c:v>
                </c:pt>
                <c:pt idx="2622">
                  <c:v>5.194E-2</c:v>
                </c:pt>
                <c:pt idx="2623">
                  <c:v>5.2300000000000006E-2</c:v>
                </c:pt>
                <c:pt idx="2624">
                  <c:v>5.3079999999999995E-2</c:v>
                </c:pt>
                <c:pt idx="2625">
                  <c:v>5.4320000000000007E-2</c:v>
                </c:pt>
                <c:pt idx="2626">
                  <c:v>5.3960000000000001E-2</c:v>
                </c:pt>
                <c:pt idx="2627">
                  <c:v>5.4919999999999997E-2</c:v>
                </c:pt>
                <c:pt idx="2628">
                  <c:v>5.4850000000000003E-2</c:v>
                </c:pt>
                <c:pt idx="2629">
                  <c:v>5.6340000000000001E-2</c:v>
                </c:pt>
                <c:pt idx="2630">
                  <c:v>5.4809999999999998E-2</c:v>
                </c:pt>
                <c:pt idx="2631">
                  <c:v>5.7279999999999998E-2</c:v>
                </c:pt>
                <c:pt idx="2632">
                  <c:v>5.8600000000000006E-2</c:v>
                </c:pt>
                <c:pt idx="2633">
                  <c:v>5.7229999999999996E-2</c:v>
                </c:pt>
                <c:pt idx="2634">
                  <c:v>5.5460000000000002E-2</c:v>
                </c:pt>
                <c:pt idx="2635">
                  <c:v>5.5830000000000005E-2</c:v>
                </c:pt>
                <c:pt idx="2636">
                  <c:v>5.6079999999999998E-2</c:v>
                </c:pt>
                <c:pt idx="2637">
                  <c:v>5.9729999999999998E-2</c:v>
                </c:pt>
                <c:pt idx="2638">
                  <c:v>6.0100000000000001E-2</c:v>
                </c:pt>
                <c:pt idx="2639">
                  <c:v>5.9299999999999999E-2</c:v>
                </c:pt>
                <c:pt idx="2640">
                  <c:v>6.3070000000000001E-2</c:v>
                </c:pt>
                <c:pt idx="2641">
                  <c:v>6.3129999999999992E-2</c:v>
                </c:pt>
                <c:pt idx="2642">
                  <c:v>6.2979999999999994E-2</c:v>
                </c:pt>
                <c:pt idx="2643">
                  <c:v>6.2370000000000002E-2</c:v>
                </c:pt>
                <c:pt idx="2644">
                  <c:v>6.2400000000000004E-2</c:v>
                </c:pt>
                <c:pt idx="2645">
                  <c:v>6.0679999999999998E-2</c:v>
                </c:pt>
                <c:pt idx="2646">
                  <c:v>6.0999999999999999E-2</c:v>
                </c:pt>
                <c:pt idx="2647">
                  <c:v>6.1120000000000001E-2</c:v>
                </c:pt>
                <c:pt idx="2648">
                  <c:v>6.2260000000000003E-2</c:v>
                </c:pt>
                <c:pt idx="2649">
                  <c:v>6.3469999999999999E-2</c:v>
                </c:pt>
                <c:pt idx="2650">
                  <c:v>6.1349999999999995E-2</c:v>
                </c:pt>
                <c:pt idx="2651">
                  <c:v>6.1529999999999994E-2</c:v>
                </c:pt>
                <c:pt idx="2652">
                  <c:v>6.1269999999999998E-2</c:v>
                </c:pt>
                <c:pt idx="2653">
                  <c:v>6.0410000000000005E-2</c:v>
                </c:pt>
                <c:pt idx="2654">
                  <c:v>6.0010000000000001E-2</c:v>
                </c:pt>
                <c:pt idx="2655">
                  <c:v>6.0350000000000001E-2</c:v>
                </c:pt>
                <c:pt idx="2656">
                  <c:v>6.0039999999999996E-2</c:v>
                </c:pt>
                <c:pt idx="2657">
                  <c:v>6.0769999999999998E-2</c:v>
                </c:pt>
                <c:pt idx="2658">
                  <c:v>6.0250000000000005E-2</c:v>
                </c:pt>
                <c:pt idx="2659">
                  <c:v>6.0919999999999995E-2</c:v>
                </c:pt>
                <c:pt idx="2660">
                  <c:v>5.978E-2</c:v>
                </c:pt>
                <c:pt idx="2661">
                  <c:v>6.0850000000000001E-2</c:v>
                </c:pt>
                <c:pt idx="2662">
                  <c:v>6.062E-2</c:v>
                </c:pt>
                <c:pt idx="2663">
                  <c:v>6.2240000000000004E-2</c:v>
                </c:pt>
                <c:pt idx="2664">
                  <c:v>6.2270000000000006E-2</c:v>
                </c:pt>
                <c:pt idx="2665">
                  <c:v>6.0289999999999996E-2</c:v>
                </c:pt>
                <c:pt idx="2666">
                  <c:v>6.2009999999999996E-2</c:v>
                </c:pt>
                <c:pt idx="2667">
                  <c:v>5.9829999999999994E-2</c:v>
                </c:pt>
                <c:pt idx="2668">
                  <c:v>5.9500000000000004E-2</c:v>
                </c:pt>
                <c:pt idx="2669">
                  <c:v>5.9389999999999998E-2</c:v>
                </c:pt>
                <c:pt idx="2670">
                  <c:v>5.7869999999999998E-2</c:v>
                </c:pt>
                <c:pt idx="2671">
                  <c:v>5.6760000000000005E-2</c:v>
                </c:pt>
                <c:pt idx="2672">
                  <c:v>5.5839999999999994E-2</c:v>
                </c:pt>
                <c:pt idx="2673">
                  <c:v>5.8959999999999999E-2</c:v>
                </c:pt>
                <c:pt idx="2674">
                  <c:v>5.8430000000000003E-2</c:v>
                </c:pt>
                <c:pt idx="2675">
                  <c:v>5.7359999999999994E-2</c:v>
                </c:pt>
                <c:pt idx="2676">
                  <c:v>5.5709999999999996E-2</c:v>
                </c:pt>
                <c:pt idx="2677">
                  <c:v>5.6430000000000001E-2</c:v>
                </c:pt>
                <c:pt idx="2678">
                  <c:v>5.6180000000000001E-2</c:v>
                </c:pt>
                <c:pt idx="2679">
                  <c:v>5.4139999999999994E-2</c:v>
                </c:pt>
                <c:pt idx="2680">
                  <c:v>5.3310000000000003E-2</c:v>
                </c:pt>
                <c:pt idx="2681">
                  <c:v>5.441E-2</c:v>
                </c:pt>
                <c:pt idx="2682">
                  <c:v>5.348E-2</c:v>
                </c:pt>
                <c:pt idx="2683">
                  <c:v>5.425E-2</c:v>
                </c:pt>
                <c:pt idx="2684">
                  <c:v>5.3159999999999999E-2</c:v>
                </c:pt>
                <c:pt idx="2685">
                  <c:v>5.321E-2</c:v>
                </c:pt>
                <c:pt idx="2686">
                  <c:v>5.4480000000000001E-2</c:v>
                </c:pt>
                <c:pt idx="2687">
                  <c:v>5.2420000000000001E-2</c:v>
                </c:pt>
                <c:pt idx="2688">
                  <c:v>5.1540000000000002E-2</c:v>
                </c:pt>
                <c:pt idx="2689">
                  <c:v>5.0499999999999996E-2</c:v>
                </c:pt>
                <c:pt idx="2690">
                  <c:v>5.0199999999999995E-2</c:v>
                </c:pt>
                <c:pt idx="2691">
                  <c:v>4.9880000000000008E-2</c:v>
                </c:pt>
                <c:pt idx="2692">
                  <c:v>5.1200000000000002E-2</c:v>
                </c:pt>
                <c:pt idx="2693">
                  <c:v>5.0959999999999998E-2</c:v>
                </c:pt>
                <c:pt idx="2694">
                  <c:v>5.1130000000000002E-2</c:v>
                </c:pt>
                <c:pt idx="2695">
                  <c:v>5.0110000000000002E-2</c:v>
                </c:pt>
                <c:pt idx="2696">
                  <c:v>5.1990000000000001E-2</c:v>
                </c:pt>
                <c:pt idx="2697">
                  <c:v>5.2699999999999997E-2</c:v>
                </c:pt>
                <c:pt idx="2698">
                  <c:v>5.2460000000000007E-2</c:v>
                </c:pt>
                <c:pt idx="2699">
                  <c:v>5.1799999999999999E-2</c:v>
                </c:pt>
                <c:pt idx="2700">
                  <c:v>5.1020000000000003E-2</c:v>
                </c:pt>
                <c:pt idx="2701">
                  <c:v>5.0339999999999996E-2</c:v>
                </c:pt>
                <c:pt idx="2702">
                  <c:v>5.1050000000000005E-2</c:v>
                </c:pt>
                <c:pt idx="2703">
                  <c:v>5.0110000000000002E-2</c:v>
                </c:pt>
                <c:pt idx="2704">
                  <c:v>4.9169999999999998E-2</c:v>
                </c:pt>
                <c:pt idx="2705">
                  <c:v>5.0839999999999996E-2</c:v>
                </c:pt>
                <c:pt idx="2706">
                  <c:v>5.0090000000000003E-2</c:v>
                </c:pt>
                <c:pt idx="2707">
                  <c:v>5.1230000000000005E-2</c:v>
                </c:pt>
                <c:pt idx="2708">
                  <c:v>5.1719999999999995E-2</c:v>
                </c:pt>
                <c:pt idx="2709">
                  <c:v>5.271E-2</c:v>
                </c:pt>
                <c:pt idx="2710">
                  <c:v>5.6159999999999995E-2</c:v>
                </c:pt>
                <c:pt idx="2711">
                  <c:v>5.5419999999999997E-2</c:v>
                </c:pt>
                <c:pt idx="2712">
                  <c:v>5.389E-2</c:v>
                </c:pt>
                <c:pt idx="2713">
                  <c:v>5.4309999999999997E-2</c:v>
                </c:pt>
                <c:pt idx="2714">
                  <c:v>5.2830000000000002E-2</c:v>
                </c:pt>
                <c:pt idx="2715">
                  <c:v>5.33E-2</c:v>
                </c:pt>
                <c:pt idx="2716">
                  <c:v>5.2009999999999994E-2</c:v>
                </c:pt>
                <c:pt idx="2717">
                  <c:v>5.5679999999999993E-2</c:v>
                </c:pt>
                <c:pt idx="2718">
                  <c:v>5.3510000000000002E-2</c:v>
                </c:pt>
                <c:pt idx="2719">
                  <c:v>5.4429999999999999E-2</c:v>
                </c:pt>
                <c:pt idx="2720">
                  <c:v>5.6299999999999996E-2</c:v>
                </c:pt>
                <c:pt idx="2721">
                  <c:v>5.364E-2</c:v>
                </c:pt>
                <c:pt idx="2722">
                  <c:v>5.3739999999999996E-2</c:v>
                </c:pt>
                <c:pt idx="2723">
                  <c:v>5.2809999999999996E-2</c:v>
                </c:pt>
                <c:pt idx="2724">
                  <c:v>5.3840000000000006E-2</c:v>
                </c:pt>
                <c:pt idx="2725">
                  <c:v>5.4260000000000003E-2</c:v>
                </c:pt>
                <c:pt idx="2726">
                  <c:v>5.3220000000000003E-2</c:v>
                </c:pt>
                <c:pt idx="2727">
                  <c:v>5.2549999999999999E-2</c:v>
                </c:pt>
                <c:pt idx="2728">
                  <c:v>5.4699999999999999E-2</c:v>
                </c:pt>
                <c:pt idx="2729">
                  <c:v>5.3390000000000007E-2</c:v>
                </c:pt>
                <c:pt idx="2730">
                  <c:v>5.4290000000000005E-2</c:v>
                </c:pt>
                <c:pt idx="2731">
                  <c:v>5.117E-2</c:v>
                </c:pt>
                <c:pt idx="2732">
                  <c:v>5.1650000000000001E-2</c:v>
                </c:pt>
                <c:pt idx="2733">
                  <c:v>5.3319999999999999E-2</c:v>
                </c:pt>
                <c:pt idx="2734">
                  <c:v>5.3129999999999997E-2</c:v>
                </c:pt>
                <c:pt idx="2735">
                  <c:v>5.2179999999999997E-2</c:v>
                </c:pt>
                <c:pt idx="2736">
                  <c:v>5.0389999999999997E-2</c:v>
                </c:pt>
                <c:pt idx="2737">
                  <c:v>5.1609999999999996E-2</c:v>
                </c:pt>
                <c:pt idx="2738">
                  <c:v>5.1429999999999997E-2</c:v>
                </c:pt>
                <c:pt idx="2739">
                  <c:v>5.3710000000000008E-2</c:v>
                </c:pt>
                <c:pt idx="2740">
                  <c:v>5.1060000000000001E-2</c:v>
                </c:pt>
                <c:pt idx="2741">
                  <c:v>5.0869999999999999E-2</c:v>
                </c:pt>
                <c:pt idx="2742">
                  <c:v>5.176E-2</c:v>
                </c:pt>
                <c:pt idx="2743">
                  <c:v>5.2089999999999997E-2</c:v>
                </c:pt>
                <c:pt idx="2744">
                  <c:v>5.3789999999999998E-2</c:v>
                </c:pt>
                <c:pt idx="2745">
                  <c:v>5.2720000000000003E-2</c:v>
                </c:pt>
                <c:pt idx="2746">
                  <c:v>5.3470000000000004E-2</c:v>
                </c:pt>
                <c:pt idx="2747">
                  <c:v>5.1889999999999999E-2</c:v>
                </c:pt>
                <c:pt idx="2748">
                  <c:v>5.3089999999999998E-2</c:v>
                </c:pt>
                <c:pt idx="2749">
                  <c:v>5.289E-2</c:v>
                </c:pt>
                <c:pt idx="2750">
                  <c:v>5.4450000000000005E-2</c:v>
                </c:pt>
                <c:pt idx="2751">
                  <c:v>5.6520000000000001E-2</c:v>
                </c:pt>
                <c:pt idx="2752">
                  <c:v>5.6189999999999997E-2</c:v>
                </c:pt>
                <c:pt idx="2753">
                  <c:v>5.4199999999999998E-2</c:v>
                </c:pt>
                <c:pt idx="2754">
                  <c:v>5.3319999999999999E-2</c:v>
                </c:pt>
                <c:pt idx="2755">
                  <c:v>5.2140000000000006E-2</c:v>
                </c:pt>
                <c:pt idx="2756">
                  <c:v>5.3749999999999999E-2</c:v>
                </c:pt>
                <c:pt idx="2757">
                  <c:v>5.5679999999999993E-2</c:v>
                </c:pt>
                <c:pt idx="2758">
                  <c:v>5.4850000000000003E-2</c:v>
                </c:pt>
                <c:pt idx="2759">
                  <c:v>5.5160000000000001E-2</c:v>
                </c:pt>
                <c:pt idx="2760">
                  <c:v>5.4009999999999996E-2</c:v>
                </c:pt>
                <c:pt idx="2761">
                  <c:v>5.3990000000000003E-2</c:v>
                </c:pt>
                <c:pt idx="2762">
                  <c:v>5.4169999999999996E-2</c:v>
                </c:pt>
                <c:pt idx="2763">
                  <c:v>5.7519999999999995E-2</c:v>
                </c:pt>
                <c:pt idx="2764">
                  <c:v>5.4290000000000005E-2</c:v>
                </c:pt>
                <c:pt idx="2765">
                  <c:v>5.425E-2</c:v>
                </c:pt>
                <c:pt idx="2766">
                  <c:v>5.5190000000000003E-2</c:v>
                </c:pt>
                <c:pt idx="2767">
                  <c:v>5.4800000000000001E-2</c:v>
                </c:pt>
                <c:pt idx="2768">
                  <c:v>5.6390000000000003E-2</c:v>
                </c:pt>
                <c:pt idx="2769">
                  <c:v>5.4969999999999998E-2</c:v>
                </c:pt>
                <c:pt idx="2770">
                  <c:v>5.5529999999999996E-2</c:v>
                </c:pt>
                <c:pt idx="2771">
                  <c:v>5.7069999999999996E-2</c:v>
                </c:pt>
                <c:pt idx="2772">
                  <c:v>5.8339999999999996E-2</c:v>
                </c:pt>
                <c:pt idx="2773">
                  <c:v>5.5109999999999999E-2</c:v>
                </c:pt>
                <c:pt idx="2774">
                  <c:v>5.3429999999999998E-2</c:v>
                </c:pt>
                <c:pt idx="2775">
                  <c:v>5.423E-2</c:v>
                </c:pt>
                <c:pt idx="2776">
                  <c:v>5.2580000000000002E-2</c:v>
                </c:pt>
                <c:pt idx="2777">
                  <c:v>5.3650000000000003E-2</c:v>
                </c:pt>
                <c:pt idx="2778">
                  <c:v>5.1950000000000003E-2</c:v>
                </c:pt>
                <c:pt idx="2779">
                  <c:v>5.4019999999999999E-2</c:v>
                </c:pt>
                <c:pt idx="2780">
                  <c:v>5.6159999999999995E-2</c:v>
                </c:pt>
                <c:pt idx="2781">
                  <c:v>5.5079999999999997E-2</c:v>
                </c:pt>
                <c:pt idx="2782">
                  <c:v>5.6580000000000005E-2</c:v>
                </c:pt>
                <c:pt idx="2783">
                  <c:v>5.5780000000000003E-2</c:v>
                </c:pt>
                <c:pt idx="2784">
                  <c:v>5.5650000000000005E-2</c:v>
                </c:pt>
                <c:pt idx="2785">
                  <c:v>5.586E-2</c:v>
                </c:pt>
                <c:pt idx="2786">
                  <c:v>5.765E-2</c:v>
                </c:pt>
                <c:pt idx="2787">
                  <c:v>5.7409999999999996E-2</c:v>
                </c:pt>
                <c:pt idx="2788">
                  <c:v>5.7820000000000003E-2</c:v>
                </c:pt>
                <c:pt idx="2789">
                  <c:v>5.713E-2</c:v>
                </c:pt>
                <c:pt idx="2790">
                  <c:v>5.8579999999999993E-2</c:v>
                </c:pt>
                <c:pt idx="2791">
                  <c:v>5.892E-2</c:v>
                </c:pt>
                <c:pt idx="2792">
                  <c:v>5.953E-2</c:v>
                </c:pt>
                <c:pt idx="2793">
                  <c:v>5.7980000000000004E-2</c:v>
                </c:pt>
                <c:pt idx="2794">
                  <c:v>5.9699999999999996E-2</c:v>
                </c:pt>
                <c:pt idx="2795">
                  <c:v>5.7160000000000002E-2</c:v>
                </c:pt>
                <c:pt idx="2796">
                  <c:v>5.9950000000000003E-2</c:v>
                </c:pt>
                <c:pt idx="2797">
                  <c:v>5.9139999999999998E-2</c:v>
                </c:pt>
                <c:pt idx="2798">
                  <c:v>5.7300000000000004E-2</c:v>
                </c:pt>
                <c:pt idx="2799">
                  <c:v>5.5449999999999999E-2</c:v>
                </c:pt>
                <c:pt idx="2800">
                  <c:v>5.6260000000000004E-2</c:v>
                </c:pt>
                <c:pt idx="2801">
                  <c:v>5.4619999999999995E-2</c:v>
                </c:pt>
                <c:pt idx="2802">
                  <c:v>5.4730000000000001E-2</c:v>
                </c:pt>
                <c:pt idx="2803">
                  <c:v>5.4679999999999999E-2</c:v>
                </c:pt>
                <c:pt idx="2804">
                  <c:v>5.6050000000000003E-2</c:v>
                </c:pt>
                <c:pt idx="2805">
                  <c:v>5.4679999999999999E-2</c:v>
                </c:pt>
                <c:pt idx="2806">
                  <c:v>5.3330000000000002E-2</c:v>
                </c:pt>
                <c:pt idx="2807">
                  <c:v>5.2859999999999997E-2</c:v>
                </c:pt>
                <c:pt idx="2808">
                  <c:v>5.2990000000000002E-2</c:v>
                </c:pt>
                <c:pt idx="2809">
                  <c:v>5.4189999999999995E-2</c:v>
                </c:pt>
                <c:pt idx="2810">
                  <c:v>5.466E-2</c:v>
                </c:pt>
                <c:pt idx="2811">
                  <c:v>5.5469999999999998E-2</c:v>
                </c:pt>
                <c:pt idx="2812">
                  <c:v>5.6050000000000003E-2</c:v>
                </c:pt>
                <c:pt idx="2813">
                  <c:v>5.6829999999999999E-2</c:v>
                </c:pt>
                <c:pt idx="2814">
                  <c:v>5.5839999999999994E-2</c:v>
                </c:pt>
                <c:pt idx="2815">
                  <c:v>5.5759999999999997E-2</c:v>
                </c:pt>
                <c:pt idx="2816">
                  <c:v>5.5579999999999997E-2</c:v>
                </c:pt>
                <c:pt idx="2817">
                  <c:v>5.5190000000000003E-2</c:v>
                </c:pt>
                <c:pt idx="2818">
                  <c:v>6.0279999999999993E-2</c:v>
                </c:pt>
                <c:pt idx="2819">
                  <c:v>5.987E-2</c:v>
                </c:pt>
                <c:pt idx="2820">
                  <c:v>5.8110000000000002E-2</c:v>
                </c:pt>
                <c:pt idx="2821">
                  <c:v>5.611E-2</c:v>
                </c:pt>
                <c:pt idx="2822">
                  <c:v>5.67E-2</c:v>
                </c:pt>
                <c:pt idx="2823">
                  <c:v>5.6029999999999996E-2</c:v>
                </c:pt>
                <c:pt idx="2824">
                  <c:v>5.8019999999999995E-2</c:v>
                </c:pt>
                <c:pt idx="2825">
                  <c:v>5.6509999999999998E-2</c:v>
                </c:pt>
                <c:pt idx="2826">
                  <c:v>5.9150000000000001E-2</c:v>
                </c:pt>
                <c:pt idx="2827">
                  <c:v>5.9810000000000002E-2</c:v>
                </c:pt>
                <c:pt idx="2828">
                  <c:v>6.1200000000000004E-2</c:v>
                </c:pt>
                <c:pt idx="2829">
                  <c:v>6.2230000000000001E-2</c:v>
                </c:pt>
                <c:pt idx="2830">
                  <c:v>6.2469999999999998E-2</c:v>
                </c:pt>
                <c:pt idx="2831">
                  <c:v>6.2609999999999999E-2</c:v>
                </c:pt>
                <c:pt idx="2832">
                  <c:v>6.1710000000000001E-2</c:v>
                </c:pt>
                <c:pt idx="2833">
                  <c:v>6.1929999999999999E-2</c:v>
                </c:pt>
                <c:pt idx="2834">
                  <c:v>6.454E-2</c:v>
                </c:pt>
                <c:pt idx="2835">
                  <c:v>6.5390000000000004E-2</c:v>
                </c:pt>
                <c:pt idx="2836">
                  <c:v>6.3789999999999999E-2</c:v>
                </c:pt>
                <c:pt idx="2837">
                  <c:v>6.4340000000000008E-2</c:v>
                </c:pt>
                <c:pt idx="2838">
                  <c:v>6.386E-2</c:v>
                </c:pt>
                <c:pt idx="2839">
                  <c:v>6.3640000000000002E-2</c:v>
                </c:pt>
                <c:pt idx="2840">
                  <c:v>6.336E-2</c:v>
                </c:pt>
                <c:pt idx="2841">
                  <c:v>6.3380000000000006E-2</c:v>
                </c:pt>
                <c:pt idx="2842">
                  <c:v>6.3170000000000004E-2</c:v>
                </c:pt>
                <c:pt idx="2843">
                  <c:v>6.2519999999999992E-2</c:v>
                </c:pt>
                <c:pt idx="2844">
                  <c:v>6.0430000000000005E-2</c:v>
                </c:pt>
                <c:pt idx="2845">
                  <c:v>6.0260000000000001E-2</c:v>
                </c:pt>
                <c:pt idx="2846">
                  <c:v>6.1020000000000005E-2</c:v>
                </c:pt>
                <c:pt idx="2847">
                  <c:v>6.0720000000000003E-2</c:v>
                </c:pt>
                <c:pt idx="2848">
                  <c:v>6.0860000000000004E-2</c:v>
                </c:pt>
                <c:pt idx="2849">
                  <c:v>5.9770000000000004E-2</c:v>
                </c:pt>
                <c:pt idx="2850">
                  <c:v>6.021E-2</c:v>
                </c:pt>
                <c:pt idx="2851">
                  <c:v>6.2400000000000004E-2</c:v>
                </c:pt>
                <c:pt idx="2852">
                  <c:v>6.0679999999999998E-2</c:v>
                </c:pt>
                <c:pt idx="2853">
                  <c:v>5.9859999999999997E-2</c:v>
                </c:pt>
                <c:pt idx="2854">
                  <c:v>6.4399999999999999E-2</c:v>
                </c:pt>
                <c:pt idx="2855">
                  <c:v>6.4210000000000003E-2</c:v>
                </c:pt>
                <c:pt idx="2856">
                  <c:v>6.3509999999999997E-2</c:v>
                </c:pt>
                <c:pt idx="2857">
                  <c:v>6.1980000000000007E-2</c:v>
                </c:pt>
                <c:pt idx="2858">
                  <c:v>6.3810000000000006E-2</c:v>
                </c:pt>
                <c:pt idx="2859">
                  <c:v>6.3879999999999992E-2</c:v>
                </c:pt>
                <c:pt idx="2860">
                  <c:v>6.1020000000000005E-2</c:v>
                </c:pt>
                <c:pt idx="2861">
                  <c:v>6.1260000000000002E-2</c:v>
                </c:pt>
                <c:pt idx="2862">
                  <c:v>5.577E-2</c:v>
                </c:pt>
                <c:pt idx="2863">
                  <c:v>5.6319999999999995E-2</c:v>
                </c:pt>
                <c:pt idx="2864">
                  <c:v>5.9580000000000001E-2</c:v>
                </c:pt>
                <c:pt idx="2865">
                  <c:v>5.8939999999999999E-2</c:v>
                </c:pt>
                <c:pt idx="2866">
                  <c:v>5.8769999999999996E-2</c:v>
                </c:pt>
                <c:pt idx="2867">
                  <c:v>5.5719999999999999E-2</c:v>
                </c:pt>
                <c:pt idx="2868">
                  <c:v>5.6100000000000004E-2</c:v>
                </c:pt>
                <c:pt idx="2869">
                  <c:v>5.4980000000000001E-2</c:v>
                </c:pt>
                <c:pt idx="2870">
                  <c:v>5.6479999999999995E-2</c:v>
                </c:pt>
                <c:pt idx="2871">
                  <c:v>5.704E-2</c:v>
                </c:pt>
                <c:pt idx="2872">
                  <c:v>5.6459999999999996E-2</c:v>
                </c:pt>
                <c:pt idx="2873">
                  <c:v>5.6159999999999995E-2</c:v>
                </c:pt>
                <c:pt idx="2874">
                  <c:v>5.6189999999999997E-2</c:v>
                </c:pt>
                <c:pt idx="2875">
                  <c:v>5.5210000000000002E-2</c:v>
                </c:pt>
                <c:pt idx="2876">
                  <c:v>5.5289999999999999E-2</c:v>
                </c:pt>
                <c:pt idx="2877">
                  <c:v>5.4779999999999995E-2</c:v>
                </c:pt>
                <c:pt idx="2878">
                  <c:v>5.5980000000000002E-2</c:v>
                </c:pt>
                <c:pt idx="2879">
                  <c:v>5.8430000000000003E-2</c:v>
                </c:pt>
                <c:pt idx="2880">
                  <c:v>5.8339999999999996E-2</c:v>
                </c:pt>
                <c:pt idx="2881">
                  <c:v>6.0350000000000001E-2</c:v>
                </c:pt>
                <c:pt idx="2882">
                  <c:v>6.0289999999999996E-2</c:v>
                </c:pt>
                <c:pt idx="2883">
                  <c:v>5.8029999999999998E-2</c:v>
                </c:pt>
                <c:pt idx="2884">
                  <c:v>5.806E-2</c:v>
                </c:pt>
                <c:pt idx="2885">
                  <c:v>5.9290000000000002E-2</c:v>
                </c:pt>
                <c:pt idx="2886">
                  <c:v>6.0749999999999998E-2</c:v>
                </c:pt>
                <c:pt idx="2887">
                  <c:v>6.3289999999999999E-2</c:v>
                </c:pt>
                <c:pt idx="2888">
                  <c:v>6.1059999999999996E-2</c:v>
                </c:pt>
                <c:pt idx="2889">
                  <c:v>6.1470000000000004E-2</c:v>
                </c:pt>
                <c:pt idx="2890">
                  <c:v>6.191E-2</c:v>
                </c:pt>
                <c:pt idx="2891">
                  <c:v>6.0609999999999997E-2</c:v>
                </c:pt>
                <c:pt idx="2892">
                  <c:v>6.2270000000000006E-2</c:v>
                </c:pt>
                <c:pt idx="2893">
                  <c:v>6.2390000000000001E-2</c:v>
                </c:pt>
                <c:pt idx="2894">
                  <c:v>6.2489999999999997E-2</c:v>
                </c:pt>
                <c:pt idx="2895">
                  <c:v>6.4059999999999992E-2</c:v>
                </c:pt>
                <c:pt idx="2896">
                  <c:v>6.3509999999999997E-2</c:v>
                </c:pt>
                <c:pt idx="2897">
                  <c:v>6.3979999999999995E-2</c:v>
                </c:pt>
                <c:pt idx="2898">
                  <c:v>6.2820000000000001E-2</c:v>
                </c:pt>
                <c:pt idx="2899">
                  <c:v>6.037E-2</c:v>
                </c:pt>
                <c:pt idx="2900">
                  <c:v>6.3060000000000005E-2</c:v>
                </c:pt>
                <c:pt idx="2901">
                  <c:v>6.3140000000000002E-2</c:v>
                </c:pt>
                <c:pt idx="2902">
                  <c:v>6.13E-2</c:v>
                </c:pt>
                <c:pt idx="2903">
                  <c:v>6.1100000000000002E-2</c:v>
                </c:pt>
                <c:pt idx="2904">
                  <c:v>6.3439999999999996E-2</c:v>
                </c:pt>
                <c:pt idx="2905">
                  <c:v>6.1020000000000005E-2</c:v>
                </c:pt>
                <c:pt idx="2906">
                  <c:v>6.3210000000000002E-2</c:v>
                </c:pt>
                <c:pt idx="2907">
                  <c:v>6.4930000000000002E-2</c:v>
                </c:pt>
                <c:pt idx="2908">
                  <c:v>6.5159999999999996E-2</c:v>
                </c:pt>
                <c:pt idx="2909">
                  <c:v>6.5460000000000004E-2</c:v>
                </c:pt>
                <c:pt idx="2910">
                  <c:v>6.5040000000000001E-2</c:v>
                </c:pt>
                <c:pt idx="2911">
                  <c:v>6.4349999999999991E-2</c:v>
                </c:pt>
                <c:pt idx="2912">
                  <c:v>6.4070000000000002E-2</c:v>
                </c:pt>
                <c:pt idx="2913">
                  <c:v>6.25E-2</c:v>
                </c:pt>
                <c:pt idx="2914">
                  <c:v>6.4960000000000004E-2</c:v>
                </c:pt>
                <c:pt idx="2915">
                  <c:v>6.3380000000000006E-2</c:v>
                </c:pt>
                <c:pt idx="2916">
                  <c:v>6.2489999999999997E-2</c:v>
                </c:pt>
                <c:pt idx="2917">
                  <c:v>6.5040000000000001E-2</c:v>
                </c:pt>
                <c:pt idx="2918">
                  <c:v>6.5629999999999994E-2</c:v>
                </c:pt>
                <c:pt idx="2919">
                  <c:v>6.5210000000000004E-2</c:v>
                </c:pt>
                <c:pt idx="2920">
                  <c:v>6.5629999999999994E-2</c:v>
                </c:pt>
                <c:pt idx="2921">
                  <c:v>6.4100000000000004E-2</c:v>
                </c:pt>
                <c:pt idx="2922">
                  <c:v>6.5610000000000002E-2</c:v>
                </c:pt>
                <c:pt idx="2923">
                  <c:v>6.4669999999999991E-2</c:v>
                </c:pt>
                <c:pt idx="2924">
                  <c:v>6.3509999999999997E-2</c:v>
                </c:pt>
                <c:pt idx="2925">
                  <c:v>6.3850000000000004E-2</c:v>
                </c:pt>
                <c:pt idx="2926">
                  <c:v>6.4780000000000004E-2</c:v>
                </c:pt>
                <c:pt idx="2927">
                  <c:v>6.658E-2</c:v>
                </c:pt>
                <c:pt idx="2928">
                  <c:v>6.5570000000000003E-2</c:v>
                </c:pt>
                <c:pt idx="2929">
                  <c:v>6.6180000000000003E-2</c:v>
                </c:pt>
                <c:pt idx="2930">
                  <c:v>6.5320000000000003E-2</c:v>
                </c:pt>
                <c:pt idx="2931">
                  <c:v>6.6159999999999997E-2</c:v>
                </c:pt>
                <c:pt idx="2932">
                  <c:v>6.7500000000000004E-2</c:v>
                </c:pt>
                <c:pt idx="2933">
                  <c:v>6.6540000000000002E-2</c:v>
                </c:pt>
                <c:pt idx="2934">
                  <c:v>6.7720000000000002E-2</c:v>
                </c:pt>
                <c:pt idx="2935">
                  <c:v>6.93E-2</c:v>
                </c:pt>
                <c:pt idx="2936">
                  <c:v>6.8319999999999992E-2</c:v>
                </c:pt>
                <c:pt idx="2937">
                  <c:v>6.7830000000000001E-2</c:v>
                </c:pt>
                <c:pt idx="2938">
                  <c:v>6.7460000000000006E-2</c:v>
                </c:pt>
                <c:pt idx="2939">
                  <c:v>6.9489999999999996E-2</c:v>
                </c:pt>
                <c:pt idx="2940">
                  <c:v>7.4060000000000001E-2</c:v>
                </c:pt>
                <c:pt idx="2941">
                  <c:v>7.0510000000000003E-2</c:v>
                </c:pt>
                <c:pt idx="2942">
                  <c:v>7.1349999999999997E-2</c:v>
                </c:pt>
                <c:pt idx="2943">
                  <c:v>7.0260000000000003E-2</c:v>
                </c:pt>
                <c:pt idx="2944">
                  <c:v>7.1050000000000002E-2</c:v>
                </c:pt>
                <c:pt idx="2945">
                  <c:v>7.2000000000000008E-2</c:v>
                </c:pt>
                <c:pt idx="2946">
                  <c:v>7.0559999999999998E-2</c:v>
                </c:pt>
                <c:pt idx="2947">
                  <c:v>7.2069999999999995E-2</c:v>
                </c:pt>
                <c:pt idx="2948">
                  <c:v>7.0959999999999995E-2</c:v>
                </c:pt>
                <c:pt idx="2949">
                  <c:v>7.3450000000000001E-2</c:v>
                </c:pt>
                <c:pt idx="2950">
                  <c:v>7.3419999999999999E-2</c:v>
                </c:pt>
                <c:pt idx="2951">
                  <c:v>7.4630000000000002E-2</c:v>
                </c:pt>
                <c:pt idx="2952">
                  <c:v>7.5090000000000004E-2</c:v>
                </c:pt>
                <c:pt idx="2953">
                  <c:v>7.3360000000000009E-2</c:v>
                </c:pt>
                <c:pt idx="2954">
                  <c:v>7.1849999999999997E-2</c:v>
                </c:pt>
                <c:pt idx="2955">
                  <c:v>7.1180000000000007E-2</c:v>
                </c:pt>
                <c:pt idx="2956">
                  <c:v>6.8819999999999992E-2</c:v>
                </c:pt>
                <c:pt idx="2957">
                  <c:v>7.1529999999999996E-2</c:v>
                </c:pt>
                <c:pt idx="2958">
                  <c:v>6.9749999999999993E-2</c:v>
                </c:pt>
                <c:pt idx="2959">
                  <c:v>7.3130000000000001E-2</c:v>
                </c:pt>
                <c:pt idx="2960">
                  <c:v>7.2370000000000004E-2</c:v>
                </c:pt>
                <c:pt idx="2961">
                  <c:v>7.1510000000000004E-2</c:v>
                </c:pt>
                <c:pt idx="2962">
                  <c:v>7.1660000000000001E-2</c:v>
                </c:pt>
                <c:pt idx="2963">
                  <c:v>7.5289999999999996E-2</c:v>
                </c:pt>
                <c:pt idx="2964">
                  <c:v>7.4700000000000003E-2</c:v>
                </c:pt>
                <c:pt idx="2965">
                  <c:v>7.5650000000000009E-2</c:v>
                </c:pt>
                <c:pt idx="2966">
                  <c:v>7.5499999999999998E-2</c:v>
                </c:pt>
                <c:pt idx="2967">
                  <c:v>7.3300000000000004E-2</c:v>
                </c:pt>
                <c:pt idx="2968">
                  <c:v>7.4700000000000003E-2</c:v>
                </c:pt>
                <c:pt idx="2969">
                  <c:v>7.6429999999999998E-2</c:v>
                </c:pt>
                <c:pt idx="2970">
                  <c:v>7.3950000000000002E-2</c:v>
                </c:pt>
                <c:pt idx="2971">
                  <c:v>7.3090000000000002E-2</c:v>
                </c:pt>
                <c:pt idx="2972">
                  <c:v>7.5380000000000003E-2</c:v>
                </c:pt>
                <c:pt idx="2973">
                  <c:v>7.5979999999999992E-2</c:v>
                </c:pt>
                <c:pt idx="2974">
                  <c:v>7.6920000000000002E-2</c:v>
                </c:pt>
                <c:pt idx="2975">
                  <c:v>7.5459999999999999E-2</c:v>
                </c:pt>
                <c:pt idx="2976">
                  <c:v>7.5029999999999999E-2</c:v>
                </c:pt>
                <c:pt idx="2977">
                  <c:v>7.9070000000000001E-2</c:v>
                </c:pt>
                <c:pt idx="2978">
                  <c:v>7.6359999999999997E-2</c:v>
                </c:pt>
                <c:pt idx="2979">
                  <c:v>7.3470000000000008E-2</c:v>
                </c:pt>
                <c:pt idx="2980">
                  <c:v>7.4450000000000002E-2</c:v>
                </c:pt>
                <c:pt idx="2981">
                  <c:v>7.1800000000000003E-2</c:v>
                </c:pt>
                <c:pt idx="2982">
                  <c:v>7.1440000000000003E-2</c:v>
                </c:pt>
                <c:pt idx="2983">
                  <c:v>7.399E-2</c:v>
                </c:pt>
                <c:pt idx="2984">
                  <c:v>7.2400000000000006E-2</c:v>
                </c:pt>
                <c:pt idx="2985">
                  <c:v>7.1900000000000006E-2</c:v>
                </c:pt>
                <c:pt idx="2986">
                  <c:v>7.102E-2</c:v>
                </c:pt>
                <c:pt idx="2987">
                  <c:v>6.9640000000000007E-2</c:v>
                </c:pt>
                <c:pt idx="2988">
                  <c:v>7.0069999999999993E-2</c:v>
                </c:pt>
                <c:pt idx="2989">
                  <c:v>7.1790000000000007E-2</c:v>
                </c:pt>
                <c:pt idx="2990">
                  <c:v>7.2669999999999998E-2</c:v>
                </c:pt>
                <c:pt idx="2991">
                  <c:v>7.417E-2</c:v>
                </c:pt>
                <c:pt idx="2992">
                  <c:v>7.4290000000000009E-2</c:v>
                </c:pt>
                <c:pt idx="2993">
                  <c:v>7.9089999999999994E-2</c:v>
                </c:pt>
                <c:pt idx="2994">
                  <c:v>8.1820000000000004E-2</c:v>
                </c:pt>
                <c:pt idx="2995">
                  <c:v>7.8120000000000009E-2</c:v>
                </c:pt>
                <c:pt idx="2996">
                  <c:v>7.8359999999999999E-2</c:v>
                </c:pt>
                <c:pt idx="2997">
                  <c:v>7.782E-2</c:v>
                </c:pt>
                <c:pt idx="2998">
                  <c:v>7.5229999999999991E-2</c:v>
                </c:pt>
                <c:pt idx="2999">
                  <c:v>7.3719999999999994E-2</c:v>
                </c:pt>
                <c:pt idx="3000">
                  <c:v>7.5220000000000009E-2</c:v>
                </c:pt>
                <c:pt idx="3001">
                  <c:v>7.868E-2</c:v>
                </c:pt>
                <c:pt idx="3002">
                  <c:v>7.7380000000000004E-2</c:v>
                </c:pt>
                <c:pt idx="3003">
                  <c:v>7.644999999999999E-2</c:v>
                </c:pt>
                <c:pt idx="3004">
                  <c:v>7.4329999999999993E-2</c:v>
                </c:pt>
                <c:pt idx="3005">
                  <c:v>7.3609999999999995E-2</c:v>
                </c:pt>
                <c:pt idx="3006">
                  <c:v>7.1959999999999996E-2</c:v>
                </c:pt>
                <c:pt idx="3007">
                  <c:v>7.2489999999999999E-2</c:v>
                </c:pt>
                <c:pt idx="3008">
                  <c:v>7.2679999999999995E-2</c:v>
                </c:pt>
                <c:pt idx="3009">
                  <c:v>7.1160000000000001E-2</c:v>
                </c:pt>
                <c:pt idx="3010">
                  <c:v>7.0690000000000003E-2</c:v>
                </c:pt>
                <c:pt idx="3011">
                  <c:v>7.1150000000000005E-2</c:v>
                </c:pt>
                <c:pt idx="3012">
                  <c:v>6.9830000000000003E-2</c:v>
                </c:pt>
                <c:pt idx="3013">
                  <c:v>7.0330000000000004E-2</c:v>
                </c:pt>
                <c:pt idx="3014">
                  <c:v>7.145E-2</c:v>
                </c:pt>
                <c:pt idx="3015">
                  <c:v>7.127E-2</c:v>
                </c:pt>
                <c:pt idx="3016">
                  <c:v>7.177E-2</c:v>
                </c:pt>
                <c:pt idx="3017">
                  <c:v>7.392E-2</c:v>
                </c:pt>
                <c:pt idx="3018">
                  <c:v>7.3109999999999994E-2</c:v>
                </c:pt>
                <c:pt idx="3019">
                  <c:v>7.3880000000000001E-2</c:v>
                </c:pt>
                <c:pt idx="3020">
                  <c:v>7.7050000000000007E-2</c:v>
                </c:pt>
                <c:pt idx="3021">
                  <c:v>7.9549999999999996E-2</c:v>
                </c:pt>
                <c:pt idx="3022">
                  <c:v>7.7510000000000009E-2</c:v>
                </c:pt>
                <c:pt idx="3023">
                  <c:v>7.8280000000000002E-2</c:v>
                </c:pt>
                <c:pt idx="3024">
                  <c:v>7.4349999999999999E-2</c:v>
                </c:pt>
                <c:pt idx="3025">
                  <c:v>7.5620000000000007E-2</c:v>
                </c:pt>
                <c:pt idx="3026">
                  <c:v>7.7800000000000008E-2</c:v>
                </c:pt>
                <c:pt idx="3027">
                  <c:v>7.6100000000000001E-2</c:v>
                </c:pt>
                <c:pt idx="3028">
                  <c:v>7.3109999999999994E-2</c:v>
                </c:pt>
                <c:pt idx="3029">
                  <c:v>6.9019999999999998E-2</c:v>
                </c:pt>
                <c:pt idx="3030">
                  <c:v>6.7729999999999999E-2</c:v>
                </c:pt>
                <c:pt idx="3031">
                  <c:v>7.7249999999999999E-2</c:v>
                </c:pt>
                <c:pt idx="3032">
                  <c:v>7.7890000000000001E-2</c:v>
                </c:pt>
                <c:pt idx="3033">
                  <c:v>7.689E-2</c:v>
                </c:pt>
                <c:pt idx="3034">
                  <c:v>7.8019999999999992E-2</c:v>
                </c:pt>
                <c:pt idx="3035">
                  <c:v>8.2040000000000002E-2</c:v>
                </c:pt>
                <c:pt idx="3036">
                  <c:v>8.4309999999999996E-2</c:v>
                </c:pt>
                <c:pt idx="3037">
                  <c:v>8.4839999999999999E-2</c:v>
                </c:pt>
                <c:pt idx="3038">
                  <c:v>8.6620000000000003E-2</c:v>
                </c:pt>
                <c:pt idx="3039">
                  <c:v>8.6599999999999996E-2</c:v>
                </c:pt>
                <c:pt idx="3040">
                  <c:v>8.362E-2</c:v>
                </c:pt>
                <c:pt idx="3041">
                  <c:v>8.4870000000000001E-2</c:v>
                </c:pt>
                <c:pt idx="3042">
                  <c:v>8.7739999999999985E-2</c:v>
                </c:pt>
                <c:pt idx="3043">
                  <c:v>8.6569999999999994E-2</c:v>
                </c:pt>
                <c:pt idx="3044">
                  <c:v>8.3269999999999997E-2</c:v>
                </c:pt>
                <c:pt idx="3045">
                  <c:v>8.3249999999999991E-2</c:v>
                </c:pt>
                <c:pt idx="3046">
                  <c:v>8.4809999999999997E-2</c:v>
                </c:pt>
                <c:pt idx="3047">
                  <c:v>8.9009999999999992E-2</c:v>
                </c:pt>
                <c:pt idx="3048">
                  <c:v>8.6839999999999987E-2</c:v>
                </c:pt>
                <c:pt idx="3049">
                  <c:v>8.4190000000000001E-2</c:v>
                </c:pt>
                <c:pt idx="3050">
                  <c:v>8.4040000000000004E-2</c:v>
                </c:pt>
                <c:pt idx="3051">
                  <c:v>8.2560000000000008E-2</c:v>
                </c:pt>
                <c:pt idx="3052">
                  <c:v>8.3919999999999995E-2</c:v>
                </c:pt>
                <c:pt idx="3053">
                  <c:v>8.1489999999999993E-2</c:v>
                </c:pt>
                <c:pt idx="3054">
                  <c:v>8.2659999999999997E-2</c:v>
                </c:pt>
                <c:pt idx="3055">
                  <c:v>8.7929999999999994E-2</c:v>
                </c:pt>
                <c:pt idx="3056">
                  <c:v>9.2020000000000005E-2</c:v>
                </c:pt>
                <c:pt idx="3057">
                  <c:v>9.0359999999999996E-2</c:v>
                </c:pt>
                <c:pt idx="3058">
                  <c:v>9.1780000000000014E-2</c:v>
                </c:pt>
                <c:pt idx="3059">
                  <c:v>9.1350000000000001E-2</c:v>
                </c:pt>
                <c:pt idx="3060">
                  <c:v>9.0009999999999993E-2</c:v>
                </c:pt>
                <c:pt idx="3061">
                  <c:v>8.8680000000000009E-2</c:v>
                </c:pt>
                <c:pt idx="3062">
                  <c:v>8.9090000000000003E-2</c:v>
                </c:pt>
                <c:pt idx="3063">
                  <c:v>8.9639999999999997E-2</c:v>
                </c:pt>
                <c:pt idx="3064">
                  <c:v>9.1140000000000013E-2</c:v>
                </c:pt>
                <c:pt idx="3065">
                  <c:v>9.3619999999999995E-2</c:v>
                </c:pt>
                <c:pt idx="3066">
                  <c:v>9.2689999999999995E-2</c:v>
                </c:pt>
                <c:pt idx="3067">
                  <c:v>9.2600000000000002E-2</c:v>
                </c:pt>
                <c:pt idx="3068">
                  <c:v>9.1300000000000006E-2</c:v>
                </c:pt>
                <c:pt idx="3069">
                  <c:v>9.3640000000000001E-2</c:v>
                </c:pt>
                <c:pt idx="3070">
                  <c:v>9.4E-2</c:v>
                </c:pt>
                <c:pt idx="3071">
                  <c:v>9.493E-2</c:v>
                </c:pt>
                <c:pt idx="3072">
                  <c:v>9.3320000000000014E-2</c:v>
                </c:pt>
                <c:pt idx="3073">
                  <c:v>9.4619999999999996E-2</c:v>
                </c:pt>
                <c:pt idx="3074">
                  <c:v>9.2970000000000011E-2</c:v>
                </c:pt>
                <c:pt idx="3075">
                  <c:v>9.0700000000000003E-2</c:v>
                </c:pt>
                <c:pt idx="3076">
                  <c:v>9.2179999999999998E-2</c:v>
                </c:pt>
                <c:pt idx="3077">
                  <c:v>9.0490000000000001E-2</c:v>
                </c:pt>
                <c:pt idx="3078">
                  <c:v>8.9819999999999997E-2</c:v>
                </c:pt>
                <c:pt idx="3079">
                  <c:v>9.2340000000000005E-2</c:v>
                </c:pt>
                <c:pt idx="3080">
                  <c:v>9.1700000000000004E-2</c:v>
                </c:pt>
                <c:pt idx="3081">
                  <c:v>9.2149999999999996E-2</c:v>
                </c:pt>
                <c:pt idx="3082">
                  <c:v>9.0990000000000001E-2</c:v>
                </c:pt>
                <c:pt idx="3083">
                  <c:v>8.6419999999999997E-2</c:v>
                </c:pt>
                <c:pt idx="3084">
                  <c:v>8.5199999999999998E-2</c:v>
                </c:pt>
                <c:pt idx="3085">
                  <c:v>8.5739999999999997E-2</c:v>
                </c:pt>
                <c:pt idx="3086">
                  <c:v>8.609E-2</c:v>
                </c:pt>
                <c:pt idx="3087">
                  <c:v>8.6969999999999992E-2</c:v>
                </c:pt>
                <c:pt idx="3088">
                  <c:v>8.6199999999999999E-2</c:v>
                </c:pt>
                <c:pt idx="3089">
                  <c:v>8.9410000000000003E-2</c:v>
                </c:pt>
                <c:pt idx="3090">
                  <c:v>9.2449999999999991E-2</c:v>
                </c:pt>
                <c:pt idx="3091">
                  <c:v>9.6310000000000007E-2</c:v>
                </c:pt>
              </c:numCache>
            </c:numRef>
          </c:val>
          <c:smooth val="0"/>
          <c:extLst>
            <c:ext xmlns:c16="http://schemas.microsoft.com/office/drawing/2014/chart" uri="{C3380CC4-5D6E-409C-BE32-E72D297353CC}">
              <c16:uniqueId val="{00000001-9A7A-4BAD-977C-BC3B715C59B9}"/>
            </c:ext>
          </c:extLst>
        </c:ser>
        <c:dLbls>
          <c:showLegendKey val="0"/>
          <c:showVal val="0"/>
          <c:showCatName val="0"/>
          <c:showSerName val="0"/>
          <c:showPercent val="0"/>
          <c:showBubbleSize val="0"/>
        </c:dLbls>
        <c:smooth val="0"/>
        <c:axId val="1947355504"/>
        <c:axId val="1224606720"/>
      </c:lineChart>
      <c:dateAx>
        <c:axId val="1947355504"/>
        <c:scaling>
          <c:orientation val="minMax"/>
          <c:min val="41774"/>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800" b="0" i="0" u="none" strike="noStrike" kern="1200" baseline="0">
                <a:solidFill>
                  <a:schemeClr val="tx1"/>
                </a:solidFill>
                <a:latin typeface="+mn-lt"/>
                <a:ea typeface="+mn-ea"/>
                <a:cs typeface="+mn-cs"/>
              </a:defRPr>
            </a:pPr>
            <a:endParaRPr lang="pt-BR"/>
          </a:p>
        </c:txPr>
        <c:crossAx val="1224606720"/>
        <c:crosses val="autoZero"/>
        <c:auto val="1"/>
        <c:lblOffset val="100"/>
        <c:baseTimeUnit val="days"/>
        <c:majorUnit val="1"/>
        <c:majorTimeUnit val="years"/>
      </c:dateAx>
      <c:valAx>
        <c:axId val="122460672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crossAx val="19473555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legend>
    <c:plotVisOnly val="1"/>
    <c:dispBlanksAs val="span"/>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a:solidFill>
            <a:schemeClr val="tx1"/>
          </a:solidFill>
        </a:defRPr>
      </a:pPr>
      <a:endParaRPr lang="pt-BR"/>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Ibovespa</c:v>
                </c:pt>
              </c:strCache>
            </c:strRef>
          </c:tx>
          <c:spPr>
            <a:ln w="28575" cap="rnd">
              <a:solidFill>
                <a:schemeClr val="accent3"/>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Sheet1!$B$2:$B$3093</c:f>
              <c:numCache>
                <c:formatCode>m/d/yyyy</c:formatCode>
                <c:ptCount val="3092"/>
                <c:pt idx="0">
                  <c:v>1.23</c:v>
                </c:pt>
                <c:pt idx="1">
                  <c:v>1.2</c:v>
                </c:pt>
                <c:pt idx="2">
                  <c:v>1.135</c:v>
                </c:pt>
                <c:pt idx="3">
                  <c:v>1.1599999999999999</c:v>
                </c:pt>
                <c:pt idx="4">
                  <c:v>1.0900000000000001</c:v>
                </c:pt>
                <c:pt idx="5">
                  <c:v>1.145</c:v>
                </c:pt>
                <c:pt idx="6">
                  <c:v>1.1000000000000001</c:v>
                </c:pt>
                <c:pt idx="7">
                  <c:v>1.1200000000000001</c:v>
                </c:pt>
                <c:pt idx="8">
                  <c:v>0.995</c:v>
                </c:pt>
                <c:pt idx="9">
                  <c:v>0.93</c:v>
                </c:pt>
                <c:pt idx="10">
                  <c:v>1.05</c:v>
                </c:pt>
                <c:pt idx="11">
                  <c:v>1</c:v>
                </c:pt>
                <c:pt idx="12">
                  <c:v>1.0249999999999999</c:v>
                </c:pt>
                <c:pt idx="13">
                  <c:v>0.94</c:v>
                </c:pt>
                <c:pt idx="14">
                  <c:v>0.96</c:v>
                </c:pt>
                <c:pt idx="15">
                  <c:v>1.0549999999999999</c:v>
                </c:pt>
                <c:pt idx="16">
                  <c:v>0.92</c:v>
                </c:pt>
                <c:pt idx="17">
                  <c:v>0.97</c:v>
                </c:pt>
                <c:pt idx="18">
                  <c:v>0.98499999999999999</c:v>
                </c:pt>
                <c:pt idx="19">
                  <c:v>0.93</c:v>
                </c:pt>
                <c:pt idx="20">
                  <c:v>0.8</c:v>
                </c:pt>
                <c:pt idx="21">
                  <c:v>0.82</c:v>
                </c:pt>
                <c:pt idx="22">
                  <c:v>0.86499999999999999</c:v>
                </c:pt>
                <c:pt idx="23">
                  <c:v>0.80500000000000005</c:v>
                </c:pt>
                <c:pt idx="24">
                  <c:v>0.84</c:v>
                </c:pt>
                <c:pt idx="25">
                  <c:v>0.82499999999999996</c:v>
                </c:pt>
                <c:pt idx="26">
                  <c:v>0.83499999999999996</c:v>
                </c:pt>
                <c:pt idx="27">
                  <c:v>0.88</c:v>
                </c:pt>
                <c:pt idx="28">
                  <c:v>0.91</c:v>
                </c:pt>
                <c:pt idx="29">
                  <c:v>0.85</c:v>
                </c:pt>
                <c:pt idx="30">
                  <c:v>0.92</c:v>
                </c:pt>
                <c:pt idx="31">
                  <c:v>0.9</c:v>
                </c:pt>
                <c:pt idx="32">
                  <c:v>0.9</c:v>
                </c:pt>
                <c:pt idx="33">
                  <c:v>0.88</c:v>
                </c:pt>
                <c:pt idx="34">
                  <c:v>0.88</c:v>
                </c:pt>
                <c:pt idx="35">
                  <c:v>0.85</c:v>
                </c:pt>
                <c:pt idx="36">
                  <c:v>0.85</c:v>
                </c:pt>
                <c:pt idx="37">
                  <c:v>0.99</c:v>
                </c:pt>
                <c:pt idx="38">
                  <c:v>0.87</c:v>
                </c:pt>
                <c:pt idx="39">
                  <c:v>0.89</c:v>
                </c:pt>
                <c:pt idx="40">
                  <c:v>0.85</c:v>
                </c:pt>
                <c:pt idx="41">
                  <c:v>0.89</c:v>
                </c:pt>
                <c:pt idx="42">
                  <c:v>0.89</c:v>
                </c:pt>
                <c:pt idx="43">
                  <c:v>0.88</c:v>
                </c:pt>
                <c:pt idx="44">
                  <c:v>0.88</c:v>
                </c:pt>
                <c:pt idx="45">
                  <c:v>0.83</c:v>
                </c:pt>
                <c:pt idx="46">
                  <c:v>0.86</c:v>
                </c:pt>
                <c:pt idx="47">
                  <c:v>0.8</c:v>
                </c:pt>
                <c:pt idx="48">
                  <c:v>0.85</c:v>
                </c:pt>
                <c:pt idx="49">
                  <c:v>0.82</c:v>
                </c:pt>
                <c:pt idx="50">
                  <c:v>0.82</c:v>
                </c:pt>
                <c:pt idx="51">
                  <c:v>0.88</c:v>
                </c:pt>
                <c:pt idx="52">
                  <c:v>0.86</c:v>
                </c:pt>
                <c:pt idx="53">
                  <c:v>0.83</c:v>
                </c:pt>
                <c:pt idx="54">
                  <c:v>0.83</c:v>
                </c:pt>
                <c:pt idx="55">
                  <c:v>0.77</c:v>
                </c:pt>
                <c:pt idx="56">
                  <c:v>0.83</c:v>
                </c:pt>
                <c:pt idx="57">
                  <c:v>0.8</c:v>
                </c:pt>
                <c:pt idx="58">
                  <c:v>0.76</c:v>
                </c:pt>
                <c:pt idx="59">
                  <c:v>0.76</c:v>
                </c:pt>
                <c:pt idx="60">
                  <c:v>0.78</c:v>
                </c:pt>
                <c:pt idx="61">
                  <c:v>0.87</c:v>
                </c:pt>
                <c:pt idx="62">
                  <c:v>0.79</c:v>
                </c:pt>
                <c:pt idx="63">
                  <c:v>0.83</c:v>
                </c:pt>
                <c:pt idx="64">
                  <c:v>0.88</c:v>
                </c:pt>
                <c:pt idx="65">
                  <c:v>0.83</c:v>
                </c:pt>
                <c:pt idx="66">
                  <c:v>0.76</c:v>
                </c:pt>
                <c:pt idx="67">
                  <c:v>0.8</c:v>
                </c:pt>
                <c:pt idx="68">
                  <c:v>0.77</c:v>
                </c:pt>
                <c:pt idx="69">
                  <c:v>0.73</c:v>
                </c:pt>
                <c:pt idx="70">
                  <c:v>0.71</c:v>
                </c:pt>
                <c:pt idx="71">
                  <c:v>0.73</c:v>
                </c:pt>
                <c:pt idx="72">
                  <c:v>0.72</c:v>
                </c:pt>
                <c:pt idx="73">
                  <c:v>0.73</c:v>
                </c:pt>
                <c:pt idx="74">
                  <c:v>0.76</c:v>
                </c:pt>
                <c:pt idx="75">
                  <c:v>0.755</c:v>
                </c:pt>
                <c:pt idx="76">
                  <c:v>0.755</c:v>
                </c:pt>
                <c:pt idx="77">
                  <c:v>0.68500000000000005</c:v>
                </c:pt>
                <c:pt idx="78">
                  <c:v>0.745</c:v>
                </c:pt>
                <c:pt idx="79">
                  <c:v>0.73499999999999999</c:v>
                </c:pt>
                <c:pt idx="80">
                  <c:v>0.7</c:v>
                </c:pt>
                <c:pt idx="81">
                  <c:v>0.71</c:v>
                </c:pt>
                <c:pt idx="82">
                  <c:v>0.86</c:v>
                </c:pt>
                <c:pt idx="83">
                  <c:v>0.68500000000000005</c:v>
                </c:pt>
                <c:pt idx="84">
                  <c:v>0.81499999999999995</c:v>
                </c:pt>
                <c:pt idx="85">
                  <c:v>0.755</c:v>
                </c:pt>
                <c:pt idx="86">
                  <c:v>0.68500000000000005</c:v>
                </c:pt>
                <c:pt idx="87">
                  <c:v>0.75</c:v>
                </c:pt>
                <c:pt idx="88">
                  <c:v>0.73</c:v>
                </c:pt>
                <c:pt idx="89">
                  <c:v>0.72</c:v>
                </c:pt>
                <c:pt idx="90">
                  <c:v>0.77500000000000002</c:v>
                </c:pt>
                <c:pt idx="91">
                  <c:v>0.72</c:v>
                </c:pt>
                <c:pt idx="92">
                  <c:v>0.76</c:v>
                </c:pt>
                <c:pt idx="93">
                  <c:v>0.71499999999999997</c:v>
                </c:pt>
                <c:pt idx="94">
                  <c:v>0.72499999999999998</c:v>
                </c:pt>
                <c:pt idx="95">
                  <c:v>0.77</c:v>
                </c:pt>
                <c:pt idx="96">
                  <c:v>0.79</c:v>
                </c:pt>
                <c:pt idx="97">
                  <c:v>0.72499999999999998</c:v>
                </c:pt>
                <c:pt idx="98">
                  <c:v>0.66500000000000004</c:v>
                </c:pt>
                <c:pt idx="99">
                  <c:v>0.745</c:v>
                </c:pt>
                <c:pt idx="100">
                  <c:v>0.76500000000000001</c:v>
                </c:pt>
                <c:pt idx="101">
                  <c:v>0.77</c:v>
                </c:pt>
                <c:pt idx="102">
                  <c:v>0.74</c:v>
                </c:pt>
                <c:pt idx="103">
                  <c:v>0.76</c:v>
                </c:pt>
                <c:pt idx="104">
                  <c:v>0.74</c:v>
                </c:pt>
                <c:pt idx="105">
                  <c:v>0.73</c:v>
                </c:pt>
                <c:pt idx="106">
                  <c:v>0.76</c:v>
                </c:pt>
                <c:pt idx="107">
                  <c:v>0.74</c:v>
                </c:pt>
                <c:pt idx="108">
                  <c:v>0.75</c:v>
                </c:pt>
                <c:pt idx="109">
                  <c:v>0.76</c:v>
                </c:pt>
                <c:pt idx="110">
                  <c:v>0.76</c:v>
                </c:pt>
                <c:pt idx="111">
                  <c:v>0.71</c:v>
                </c:pt>
                <c:pt idx="112">
                  <c:v>0.75</c:v>
                </c:pt>
                <c:pt idx="113">
                  <c:v>0.78</c:v>
                </c:pt>
                <c:pt idx="114">
                  <c:v>0.74</c:v>
                </c:pt>
                <c:pt idx="115">
                  <c:v>0.81</c:v>
                </c:pt>
                <c:pt idx="116">
                  <c:v>0.83</c:v>
                </c:pt>
                <c:pt idx="117">
                  <c:v>0.85</c:v>
                </c:pt>
                <c:pt idx="118">
                  <c:v>0.83</c:v>
                </c:pt>
                <c:pt idx="119">
                  <c:v>0.91</c:v>
                </c:pt>
                <c:pt idx="120">
                  <c:v>0.86</c:v>
                </c:pt>
                <c:pt idx="121">
                  <c:v>0.9</c:v>
                </c:pt>
                <c:pt idx="122">
                  <c:v>0.86</c:v>
                </c:pt>
                <c:pt idx="123">
                  <c:v>0.9</c:v>
                </c:pt>
                <c:pt idx="124">
                  <c:v>0.81</c:v>
                </c:pt>
                <c:pt idx="125">
                  <c:v>0.79</c:v>
                </c:pt>
                <c:pt idx="126">
                  <c:v>0.81</c:v>
                </c:pt>
                <c:pt idx="127">
                  <c:v>0.81</c:v>
                </c:pt>
                <c:pt idx="128">
                  <c:v>0.87</c:v>
                </c:pt>
                <c:pt idx="129">
                  <c:v>0.84</c:v>
                </c:pt>
                <c:pt idx="130">
                  <c:v>0.79</c:v>
                </c:pt>
                <c:pt idx="131">
                  <c:v>0.83</c:v>
                </c:pt>
                <c:pt idx="132">
                  <c:v>0.83</c:v>
                </c:pt>
                <c:pt idx="133">
                  <c:v>0.83</c:v>
                </c:pt>
                <c:pt idx="134">
                  <c:v>0.89</c:v>
                </c:pt>
                <c:pt idx="135">
                  <c:v>0.84</c:v>
                </c:pt>
                <c:pt idx="136">
                  <c:v>0.86</c:v>
                </c:pt>
                <c:pt idx="137">
                  <c:v>0.81</c:v>
                </c:pt>
                <c:pt idx="138">
                  <c:v>0.9</c:v>
                </c:pt>
                <c:pt idx="139">
                  <c:v>0.8</c:v>
                </c:pt>
                <c:pt idx="140">
                  <c:v>0.79</c:v>
                </c:pt>
                <c:pt idx="141">
                  <c:v>0.95</c:v>
                </c:pt>
                <c:pt idx="142">
                  <c:v>0.76</c:v>
                </c:pt>
                <c:pt idx="143">
                  <c:v>0.89</c:v>
                </c:pt>
                <c:pt idx="144">
                  <c:v>0.84</c:v>
                </c:pt>
                <c:pt idx="145">
                  <c:v>0.86</c:v>
                </c:pt>
                <c:pt idx="146">
                  <c:v>0.87</c:v>
                </c:pt>
                <c:pt idx="147">
                  <c:v>0.96</c:v>
                </c:pt>
                <c:pt idx="148">
                  <c:v>0.89</c:v>
                </c:pt>
                <c:pt idx="149">
                  <c:v>0.92</c:v>
                </c:pt>
                <c:pt idx="150">
                  <c:v>0.9</c:v>
                </c:pt>
                <c:pt idx="151">
                  <c:v>0.87</c:v>
                </c:pt>
                <c:pt idx="152">
                  <c:v>1.03</c:v>
                </c:pt>
                <c:pt idx="153">
                  <c:v>0.98</c:v>
                </c:pt>
                <c:pt idx="154">
                  <c:v>0.88</c:v>
                </c:pt>
                <c:pt idx="155">
                  <c:v>0.87</c:v>
                </c:pt>
                <c:pt idx="156">
                  <c:v>0.96</c:v>
                </c:pt>
                <c:pt idx="157">
                  <c:v>0.79</c:v>
                </c:pt>
                <c:pt idx="158">
                  <c:v>0.8</c:v>
                </c:pt>
                <c:pt idx="159">
                  <c:v>0.82</c:v>
                </c:pt>
                <c:pt idx="160">
                  <c:v>0.87</c:v>
                </c:pt>
                <c:pt idx="161">
                  <c:v>0.9</c:v>
                </c:pt>
                <c:pt idx="162">
                  <c:v>0.82</c:v>
                </c:pt>
                <c:pt idx="163">
                  <c:v>0.83</c:v>
                </c:pt>
                <c:pt idx="164">
                  <c:v>0.79</c:v>
                </c:pt>
                <c:pt idx="165">
                  <c:v>0.76</c:v>
                </c:pt>
                <c:pt idx="166">
                  <c:v>0.85</c:v>
                </c:pt>
                <c:pt idx="167">
                  <c:v>0.85</c:v>
                </c:pt>
                <c:pt idx="168">
                  <c:v>0.86</c:v>
                </c:pt>
                <c:pt idx="169">
                  <c:v>0.83</c:v>
                </c:pt>
                <c:pt idx="170">
                  <c:v>0.82</c:v>
                </c:pt>
                <c:pt idx="171">
                  <c:v>0.86</c:v>
                </c:pt>
                <c:pt idx="172">
                  <c:v>0.9</c:v>
                </c:pt>
                <c:pt idx="173">
                  <c:v>0.86</c:v>
                </c:pt>
                <c:pt idx="174">
                  <c:v>1.08</c:v>
                </c:pt>
                <c:pt idx="175">
                  <c:v>0.84</c:v>
                </c:pt>
                <c:pt idx="176">
                  <c:v>0.85</c:v>
                </c:pt>
                <c:pt idx="177">
                  <c:v>0.86</c:v>
                </c:pt>
                <c:pt idx="178">
                  <c:v>0.88</c:v>
                </c:pt>
                <c:pt idx="179">
                  <c:v>0.83</c:v>
                </c:pt>
                <c:pt idx="180">
                  <c:v>0.86</c:v>
                </c:pt>
                <c:pt idx="181">
                  <c:v>0.86</c:v>
                </c:pt>
                <c:pt idx="182">
                  <c:v>0.86</c:v>
                </c:pt>
                <c:pt idx="183">
                  <c:v>0.89</c:v>
                </c:pt>
                <c:pt idx="184">
                  <c:v>0.83</c:v>
                </c:pt>
                <c:pt idx="185">
                  <c:v>0.86</c:v>
                </c:pt>
                <c:pt idx="186">
                  <c:v>0.93</c:v>
                </c:pt>
                <c:pt idx="187">
                  <c:v>0.88</c:v>
                </c:pt>
                <c:pt idx="188">
                  <c:v>0.92</c:v>
                </c:pt>
                <c:pt idx="189">
                  <c:v>0.91</c:v>
                </c:pt>
                <c:pt idx="190">
                  <c:v>0.89</c:v>
                </c:pt>
                <c:pt idx="191">
                  <c:v>0.88</c:v>
                </c:pt>
                <c:pt idx="192">
                  <c:v>0.86</c:v>
                </c:pt>
                <c:pt idx="193">
                  <c:v>0.89</c:v>
                </c:pt>
                <c:pt idx="194">
                  <c:v>0.89</c:v>
                </c:pt>
                <c:pt idx="195">
                  <c:v>0.91</c:v>
                </c:pt>
                <c:pt idx="196">
                  <c:v>0.88</c:v>
                </c:pt>
                <c:pt idx="197">
                  <c:v>0.88</c:v>
                </c:pt>
                <c:pt idx="198">
                  <c:v>0.9</c:v>
                </c:pt>
                <c:pt idx="199">
                  <c:v>0.86</c:v>
                </c:pt>
                <c:pt idx="200">
                  <c:v>0.87</c:v>
                </c:pt>
                <c:pt idx="201">
                  <c:v>0.88</c:v>
                </c:pt>
                <c:pt idx="202">
                  <c:v>0.83</c:v>
                </c:pt>
                <c:pt idx="203">
                  <c:v>0.9</c:v>
                </c:pt>
                <c:pt idx="204">
                  <c:v>0.91</c:v>
                </c:pt>
                <c:pt idx="205">
                  <c:v>0.89</c:v>
                </c:pt>
                <c:pt idx="206">
                  <c:v>1.01</c:v>
                </c:pt>
                <c:pt idx="207">
                  <c:v>0.92</c:v>
                </c:pt>
                <c:pt idx="208">
                  <c:v>1.02</c:v>
                </c:pt>
                <c:pt idx="209">
                  <c:v>1</c:v>
                </c:pt>
                <c:pt idx="210">
                  <c:v>1.02</c:v>
                </c:pt>
                <c:pt idx="211">
                  <c:v>0.98</c:v>
                </c:pt>
                <c:pt idx="212">
                  <c:v>1.1499999999999999</c:v>
                </c:pt>
                <c:pt idx="213">
                  <c:v>1.1599999999999999</c:v>
                </c:pt>
                <c:pt idx="214">
                  <c:v>1.32</c:v>
                </c:pt>
                <c:pt idx="215">
                  <c:v>1.25</c:v>
                </c:pt>
                <c:pt idx="216">
                  <c:v>1.26</c:v>
                </c:pt>
                <c:pt idx="217">
                  <c:v>1.29</c:v>
                </c:pt>
                <c:pt idx="218">
                  <c:v>1.23</c:v>
                </c:pt>
                <c:pt idx="219">
                  <c:v>1.24</c:v>
                </c:pt>
                <c:pt idx="220">
                  <c:v>1.23</c:v>
                </c:pt>
                <c:pt idx="221">
                  <c:v>1.23</c:v>
                </c:pt>
                <c:pt idx="222">
                  <c:v>1.3049999999999999</c:v>
                </c:pt>
                <c:pt idx="223">
                  <c:v>1.345</c:v>
                </c:pt>
                <c:pt idx="224">
                  <c:v>1.29</c:v>
                </c:pt>
                <c:pt idx="225">
                  <c:v>1.335</c:v>
                </c:pt>
                <c:pt idx="226">
                  <c:v>1.325</c:v>
                </c:pt>
                <c:pt idx="227">
                  <c:v>1.33</c:v>
                </c:pt>
                <c:pt idx="228">
                  <c:v>1.2749999999999999</c:v>
                </c:pt>
                <c:pt idx="229">
                  <c:v>1.35</c:v>
                </c:pt>
                <c:pt idx="230">
                  <c:v>1.3049999999999999</c:v>
                </c:pt>
                <c:pt idx="231">
                  <c:v>1.33</c:v>
                </c:pt>
                <c:pt idx="232">
                  <c:v>1.2749999999999999</c:v>
                </c:pt>
                <c:pt idx="233">
                  <c:v>1.27</c:v>
                </c:pt>
                <c:pt idx="234">
                  <c:v>1.25</c:v>
                </c:pt>
                <c:pt idx="235">
                  <c:v>1.2350000000000001</c:v>
                </c:pt>
                <c:pt idx="236">
                  <c:v>1.1850000000000001</c:v>
                </c:pt>
                <c:pt idx="237">
                  <c:v>1.2050000000000001</c:v>
                </c:pt>
                <c:pt idx="238">
                  <c:v>1.2150000000000001</c:v>
                </c:pt>
                <c:pt idx="239">
                  <c:v>1.145</c:v>
                </c:pt>
                <c:pt idx="240">
                  <c:v>1.18</c:v>
                </c:pt>
                <c:pt idx="241">
                  <c:v>1.22</c:v>
                </c:pt>
                <c:pt idx="242">
                  <c:v>1.2450000000000001</c:v>
                </c:pt>
                <c:pt idx="243">
                  <c:v>1.19</c:v>
                </c:pt>
                <c:pt idx="244">
                  <c:v>1.2150000000000001</c:v>
                </c:pt>
                <c:pt idx="245">
                  <c:v>1.18</c:v>
                </c:pt>
                <c:pt idx="246">
                  <c:v>1.17</c:v>
                </c:pt>
                <c:pt idx="247">
                  <c:v>1.0900000000000001</c:v>
                </c:pt>
                <c:pt idx="248">
                  <c:v>1.1200000000000001</c:v>
                </c:pt>
                <c:pt idx="249">
                  <c:v>1.085</c:v>
                </c:pt>
                <c:pt idx="250">
                  <c:v>1.1299999999999999</c:v>
                </c:pt>
                <c:pt idx="251">
                  <c:v>1.0049999999999999</c:v>
                </c:pt>
                <c:pt idx="252">
                  <c:v>1.0249999999999999</c:v>
                </c:pt>
                <c:pt idx="253">
                  <c:v>1.095</c:v>
                </c:pt>
                <c:pt idx="254">
                  <c:v>1.04</c:v>
                </c:pt>
                <c:pt idx="255">
                  <c:v>1.0449999999999999</c:v>
                </c:pt>
                <c:pt idx="256">
                  <c:v>0.96</c:v>
                </c:pt>
                <c:pt idx="257">
                  <c:v>0.98</c:v>
                </c:pt>
                <c:pt idx="258">
                  <c:v>1.04</c:v>
                </c:pt>
                <c:pt idx="259">
                  <c:v>0.96499999999999997</c:v>
                </c:pt>
                <c:pt idx="260">
                  <c:v>1.0349999999999999</c:v>
                </c:pt>
                <c:pt idx="261">
                  <c:v>0.75</c:v>
                </c:pt>
                <c:pt idx="262">
                  <c:v>0.85499999999999998</c:v>
                </c:pt>
                <c:pt idx="263">
                  <c:v>0.875</c:v>
                </c:pt>
                <c:pt idx="264">
                  <c:v>0.81499999999999995</c:v>
                </c:pt>
                <c:pt idx="265">
                  <c:v>0.89500000000000002</c:v>
                </c:pt>
                <c:pt idx="266">
                  <c:v>0.90500000000000003</c:v>
                </c:pt>
                <c:pt idx="267">
                  <c:v>1.1599999999999999</c:v>
                </c:pt>
                <c:pt idx="268">
                  <c:v>0.95</c:v>
                </c:pt>
                <c:pt idx="269">
                  <c:v>0.91500000000000004</c:v>
                </c:pt>
                <c:pt idx="270">
                  <c:v>0.94</c:v>
                </c:pt>
                <c:pt idx="271">
                  <c:v>0.94</c:v>
                </c:pt>
                <c:pt idx="272">
                  <c:v>1</c:v>
                </c:pt>
                <c:pt idx="273">
                  <c:v>0.98</c:v>
                </c:pt>
                <c:pt idx="274">
                  <c:v>1.095</c:v>
                </c:pt>
                <c:pt idx="275">
                  <c:v>0.97499999999999998</c:v>
                </c:pt>
                <c:pt idx="276">
                  <c:v>0.99</c:v>
                </c:pt>
                <c:pt idx="277">
                  <c:v>0.88500000000000001</c:v>
                </c:pt>
                <c:pt idx="278">
                  <c:v>0.9</c:v>
                </c:pt>
                <c:pt idx="279">
                  <c:v>0.88500000000000001</c:v>
                </c:pt>
                <c:pt idx="280">
                  <c:v>0.8</c:v>
                </c:pt>
                <c:pt idx="281">
                  <c:v>0.91500000000000004</c:v>
                </c:pt>
                <c:pt idx="282">
                  <c:v>0.92</c:v>
                </c:pt>
                <c:pt idx="283">
                  <c:v>0.7</c:v>
                </c:pt>
                <c:pt idx="284">
                  <c:v>0.65500000000000003</c:v>
                </c:pt>
                <c:pt idx="285">
                  <c:v>0.68500000000000005</c:v>
                </c:pt>
                <c:pt idx="286">
                  <c:v>0.74</c:v>
                </c:pt>
                <c:pt idx="287">
                  <c:v>0.67</c:v>
                </c:pt>
                <c:pt idx="288">
                  <c:v>0.68500000000000005</c:v>
                </c:pt>
                <c:pt idx="289">
                  <c:v>0.7</c:v>
                </c:pt>
                <c:pt idx="290">
                  <c:v>0.71499999999999997</c:v>
                </c:pt>
                <c:pt idx="291">
                  <c:v>0.75</c:v>
                </c:pt>
                <c:pt idx="292">
                  <c:v>0.81</c:v>
                </c:pt>
                <c:pt idx="293">
                  <c:v>0.8</c:v>
                </c:pt>
                <c:pt idx="294">
                  <c:v>0.80500000000000005</c:v>
                </c:pt>
                <c:pt idx="295">
                  <c:v>0.86499999999999999</c:v>
                </c:pt>
                <c:pt idx="296">
                  <c:v>0.79</c:v>
                </c:pt>
                <c:pt idx="297">
                  <c:v>0.85</c:v>
                </c:pt>
                <c:pt idx="298">
                  <c:v>0.745</c:v>
                </c:pt>
                <c:pt idx="299">
                  <c:v>0.74</c:v>
                </c:pt>
                <c:pt idx="300">
                  <c:v>0.78</c:v>
                </c:pt>
                <c:pt idx="301">
                  <c:v>0.73499999999999999</c:v>
                </c:pt>
                <c:pt idx="302">
                  <c:v>0.82</c:v>
                </c:pt>
                <c:pt idx="303">
                  <c:v>0.76</c:v>
                </c:pt>
                <c:pt idx="304">
                  <c:v>0.76</c:v>
                </c:pt>
                <c:pt idx="305">
                  <c:v>0.8</c:v>
                </c:pt>
                <c:pt idx="306">
                  <c:v>0.77</c:v>
                </c:pt>
                <c:pt idx="307">
                  <c:v>0.76</c:v>
                </c:pt>
                <c:pt idx="308">
                  <c:v>0.81</c:v>
                </c:pt>
                <c:pt idx="309">
                  <c:v>0.74</c:v>
                </c:pt>
                <c:pt idx="310">
                  <c:v>0.76500000000000001</c:v>
                </c:pt>
                <c:pt idx="311">
                  <c:v>0.77500000000000002</c:v>
                </c:pt>
                <c:pt idx="312">
                  <c:v>0.78</c:v>
                </c:pt>
                <c:pt idx="313">
                  <c:v>0.80500000000000005</c:v>
                </c:pt>
                <c:pt idx="314">
                  <c:v>0.86</c:v>
                </c:pt>
                <c:pt idx="315">
                  <c:v>0.88</c:v>
                </c:pt>
                <c:pt idx="316">
                  <c:v>0.94499999999999995</c:v>
                </c:pt>
                <c:pt idx="317">
                  <c:v>0.89500000000000002</c:v>
                </c:pt>
                <c:pt idx="318">
                  <c:v>0.96499999999999997</c:v>
                </c:pt>
                <c:pt idx="319">
                  <c:v>1.0449999999999999</c:v>
                </c:pt>
                <c:pt idx="320">
                  <c:v>0.97499999999999998</c:v>
                </c:pt>
                <c:pt idx="321">
                  <c:v>0.93</c:v>
                </c:pt>
                <c:pt idx="322">
                  <c:v>0.93500000000000005</c:v>
                </c:pt>
                <c:pt idx="323">
                  <c:v>0.93500000000000005</c:v>
                </c:pt>
                <c:pt idx="324">
                  <c:v>0.96</c:v>
                </c:pt>
                <c:pt idx="325">
                  <c:v>0.91</c:v>
                </c:pt>
                <c:pt idx="326">
                  <c:v>0.83499999999999996</c:v>
                </c:pt>
                <c:pt idx="327">
                  <c:v>0.88</c:v>
                </c:pt>
                <c:pt idx="328">
                  <c:v>0.77500000000000002</c:v>
                </c:pt>
                <c:pt idx="329">
                  <c:v>0.83</c:v>
                </c:pt>
                <c:pt idx="330">
                  <c:v>0.82499999999999996</c:v>
                </c:pt>
                <c:pt idx="331">
                  <c:v>0.88</c:v>
                </c:pt>
                <c:pt idx="332">
                  <c:v>0.875</c:v>
                </c:pt>
                <c:pt idx="333">
                  <c:v>0.89</c:v>
                </c:pt>
                <c:pt idx="334">
                  <c:v>0.88500000000000001</c:v>
                </c:pt>
                <c:pt idx="335">
                  <c:v>0.875</c:v>
                </c:pt>
                <c:pt idx="336">
                  <c:v>0.91500000000000004</c:v>
                </c:pt>
                <c:pt idx="337">
                  <c:v>0.96</c:v>
                </c:pt>
                <c:pt idx="338">
                  <c:v>0.91500000000000004</c:v>
                </c:pt>
                <c:pt idx="339">
                  <c:v>0.93</c:v>
                </c:pt>
                <c:pt idx="340">
                  <c:v>0.95</c:v>
                </c:pt>
                <c:pt idx="341">
                  <c:v>0.98</c:v>
                </c:pt>
                <c:pt idx="342">
                  <c:v>0.97</c:v>
                </c:pt>
                <c:pt idx="343">
                  <c:v>0.97499999999999998</c:v>
                </c:pt>
                <c:pt idx="344">
                  <c:v>0.995</c:v>
                </c:pt>
                <c:pt idx="345">
                  <c:v>1.0149999999999999</c:v>
                </c:pt>
                <c:pt idx="346">
                  <c:v>0.97499999999999998</c:v>
                </c:pt>
                <c:pt idx="347">
                  <c:v>1.03</c:v>
                </c:pt>
                <c:pt idx="348">
                  <c:v>1.0549999999999999</c:v>
                </c:pt>
                <c:pt idx="349">
                  <c:v>1.0249999999999999</c:v>
                </c:pt>
                <c:pt idx="350">
                  <c:v>1.0449999999999999</c:v>
                </c:pt>
                <c:pt idx="351">
                  <c:v>1.07</c:v>
                </c:pt>
                <c:pt idx="352">
                  <c:v>1.0349999999999999</c:v>
                </c:pt>
                <c:pt idx="353">
                  <c:v>1.04</c:v>
                </c:pt>
                <c:pt idx="354">
                  <c:v>1.02</c:v>
                </c:pt>
                <c:pt idx="355">
                  <c:v>1.02</c:v>
                </c:pt>
                <c:pt idx="356">
                  <c:v>1.05</c:v>
                </c:pt>
                <c:pt idx="357">
                  <c:v>1.08</c:v>
                </c:pt>
                <c:pt idx="358">
                  <c:v>1.1200000000000001</c:v>
                </c:pt>
                <c:pt idx="359">
                  <c:v>1.1200000000000001</c:v>
                </c:pt>
                <c:pt idx="360">
                  <c:v>1.1000000000000001</c:v>
                </c:pt>
                <c:pt idx="361">
                  <c:v>1.03</c:v>
                </c:pt>
                <c:pt idx="362">
                  <c:v>1.01</c:v>
                </c:pt>
                <c:pt idx="363">
                  <c:v>1.1000000000000001</c:v>
                </c:pt>
                <c:pt idx="364">
                  <c:v>1.1200000000000001</c:v>
                </c:pt>
                <c:pt idx="365">
                  <c:v>1.2</c:v>
                </c:pt>
                <c:pt idx="366">
                  <c:v>1.21</c:v>
                </c:pt>
                <c:pt idx="367">
                  <c:v>1.23</c:v>
                </c:pt>
                <c:pt idx="368">
                  <c:v>1.29</c:v>
                </c:pt>
                <c:pt idx="369">
                  <c:v>1.28</c:v>
                </c:pt>
                <c:pt idx="370">
                  <c:v>1.26</c:v>
                </c:pt>
                <c:pt idx="371">
                  <c:v>1.2</c:v>
                </c:pt>
                <c:pt idx="372">
                  <c:v>1.28</c:v>
                </c:pt>
                <c:pt idx="373">
                  <c:v>1.27</c:v>
                </c:pt>
                <c:pt idx="374">
                  <c:v>1.21</c:v>
                </c:pt>
                <c:pt idx="375">
                  <c:v>1.25</c:v>
                </c:pt>
                <c:pt idx="376">
                  <c:v>1.29</c:v>
                </c:pt>
                <c:pt idx="377">
                  <c:v>1.34</c:v>
                </c:pt>
                <c:pt idx="378">
                  <c:v>1.35</c:v>
                </c:pt>
                <c:pt idx="379">
                  <c:v>1.38</c:v>
                </c:pt>
                <c:pt idx="380">
                  <c:v>1.1299999999999999</c:v>
                </c:pt>
                <c:pt idx="381">
                  <c:v>1.1100000000000001</c:v>
                </c:pt>
                <c:pt idx="382">
                  <c:v>1.17</c:v>
                </c:pt>
                <c:pt idx="383">
                  <c:v>1.22</c:v>
                </c:pt>
                <c:pt idx="384">
                  <c:v>1.29</c:v>
                </c:pt>
                <c:pt idx="385">
                  <c:v>1.28</c:v>
                </c:pt>
                <c:pt idx="386">
                  <c:v>1.27</c:v>
                </c:pt>
                <c:pt idx="387">
                  <c:v>1.26</c:v>
                </c:pt>
                <c:pt idx="388">
                  <c:v>1.29</c:v>
                </c:pt>
                <c:pt idx="389">
                  <c:v>1.19</c:v>
                </c:pt>
                <c:pt idx="390">
                  <c:v>1.32</c:v>
                </c:pt>
                <c:pt idx="391">
                  <c:v>1.31</c:v>
                </c:pt>
                <c:pt idx="392">
                  <c:v>1.1499999999999999</c:v>
                </c:pt>
                <c:pt idx="393">
                  <c:v>1.41</c:v>
                </c:pt>
                <c:pt idx="394">
                  <c:v>1.38</c:v>
                </c:pt>
                <c:pt idx="395">
                  <c:v>1.34</c:v>
                </c:pt>
                <c:pt idx="396">
                  <c:v>1.5</c:v>
                </c:pt>
                <c:pt idx="397">
                  <c:v>1.26</c:v>
                </c:pt>
                <c:pt idx="398">
                  <c:v>1.49</c:v>
                </c:pt>
                <c:pt idx="399">
                  <c:v>1.47</c:v>
                </c:pt>
                <c:pt idx="400">
                  <c:v>1.5</c:v>
                </c:pt>
                <c:pt idx="401">
                  <c:v>1.35</c:v>
                </c:pt>
                <c:pt idx="402">
                  <c:v>1.33</c:v>
                </c:pt>
                <c:pt idx="403">
                  <c:v>1.28</c:v>
                </c:pt>
                <c:pt idx="404">
                  <c:v>1.29</c:v>
                </c:pt>
                <c:pt idx="405">
                  <c:v>1.32</c:v>
                </c:pt>
                <c:pt idx="406">
                  <c:v>1.25</c:v>
                </c:pt>
                <c:pt idx="407">
                  <c:v>1.34</c:v>
                </c:pt>
                <c:pt idx="408">
                  <c:v>1.43</c:v>
                </c:pt>
                <c:pt idx="409">
                  <c:v>1.34</c:v>
                </c:pt>
                <c:pt idx="410">
                  <c:v>1.47</c:v>
                </c:pt>
                <c:pt idx="411">
                  <c:v>1.51</c:v>
                </c:pt>
                <c:pt idx="412">
                  <c:v>1.33</c:v>
                </c:pt>
                <c:pt idx="413">
                  <c:v>1.31</c:v>
                </c:pt>
                <c:pt idx="414">
                  <c:v>1.39</c:v>
                </c:pt>
                <c:pt idx="415">
                  <c:v>1.31</c:v>
                </c:pt>
                <c:pt idx="416">
                  <c:v>1.31</c:v>
                </c:pt>
                <c:pt idx="417">
                  <c:v>1.31</c:v>
                </c:pt>
                <c:pt idx="418">
                  <c:v>1.27</c:v>
                </c:pt>
                <c:pt idx="419">
                  <c:v>1.36</c:v>
                </c:pt>
                <c:pt idx="420">
                  <c:v>1.25</c:v>
                </c:pt>
                <c:pt idx="421">
                  <c:v>1.28</c:v>
                </c:pt>
                <c:pt idx="422">
                  <c:v>1.38</c:v>
                </c:pt>
                <c:pt idx="423">
                  <c:v>1.5</c:v>
                </c:pt>
                <c:pt idx="424">
                  <c:v>1.6</c:v>
                </c:pt>
                <c:pt idx="425">
                  <c:v>1.56</c:v>
                </c:pt>
                <c:pt idx="426">
                  <c:v>1.6</c:v>
                </c:pt>
                <c:pt idx="427">
                  <c:v>1.81</c:v>
                </c:pt>
                <c:pt idx="428">
                  <c:v>1.92</c:v>
                </c:pt>
                <c:pt idx="429">
                  <c:v>1.99</c:v>
                </c:pt>
                <c:pt idx="430">
                  <c:v>1.99</c:v>
                </c:pt>
                <c:pt idx="431">
                  <c:v>2</c:v>
                </c:pt>
                <c:pt idx="432">
                  <c:v>1.98</c:v>
                </c:pt>
                <c:pt idx="433">
                  <c:v>2.2000000000000002</c:v>
                </c:pt>
                <c:pt idx="434">
                  <c:v>2.25</c:v>
                </c:pt>
                <c:pt idx="435">
                  <c:v>1.85</c:v>
                </c:pt>
                <c:pt idx="436">
                  <c:v>2.11</c:v>
                </c:pt>
                <c:pt idx="437">
                  <c:v>2.21</c:v>
                </c:pt>
                <c:pt idx="438">
                  <c:v>2.14</c:v>
                </c:pt>
                <c:pt idx="439">
                  <c:v>1.98</c:v>
                </c:pt>
                <c:pt idx="440">
                  <c:v>2.15</c:v>
                </c:pt>
                <c:pt idx="441">
                  <c:v>1.99</c:v>
                </c:pt>
                <c:pt idx="442">
                  <c:v>1.95</c:v>
                </c:pt>
                <c:pt idx="443">
                  <c:v>1.98</c:v>
                </c:pt>
                <c:pt idx="444">
                  <c:v>1.96</c:v>
                </c:pt>
                <c:pt idx="445">
                  <c:v>1.99</c:v>
                </c:pt>
                <c:pt idx="446">
                  <c:v>1.95</c:v>
                </c:pt>
                <c:pt idx="447">
                  <c:v>1.74</c:v>
                </c:pt>
                <c:pt idx="448">
                  <c:v>1.66</c:v>
                </c:pt>
                <c:pt idx="449">
                  <c:v>1.72</c:v>
                </c:pt>
                <c:pt idx="450">
                  <c:v>1.86</c:v>
                </c:pt>
                <c:pt idx="451">
                  <c:v>1.88</c:v>
                </c:pt>
                <c:pt idx="452">
                  <c:v>1.84</c:v>
                </c:pt>
                <c:pt idx="453">
                  <c:v>1.85</c:v>
                </c:pt>
                <c:pt idx="454">
                  <c:v>1.62</c:v>
                </c:pt>
                <c:pt idx="455">
                  <c:v>1.76</c:v>
                </c:pt>
                <c:pt idx="456">
                  <c:v>1.77</c:v>
                </c:pt>
                <c:pt idx="457">
                  <c:v>1.75</c:v>
                </c:pt>
                <c:pt idx="458">
                  <c:v>1.77</c:v>
                </c:pt>
                <c:pt idx="459">
                  <c:v>1.87</c:v>
                </c:pt>
                <c:pt idx="460">
                  <c:v>1.86</c:v>
                </c:pt>
                <c:pt idx="461">
                  <c:v>1.86</c:v>
                </c:pt>
                <c:pt idx="462">
                  <c:v>1.81</c:v>
                </c:pt>
                <c:pt idx="463">
                  <c:v>1.94</c:v>
                </c:pt>
                <c:pt idx="464">
                  <c:v>1.77</c:v>
                </c:pt>
                <c:pt idx="465">
                  <c:v>1.24</c:v>
                </c:pt>
                <c:pt idx="466">
                  <c:v>1.75</c:v>
                </c:pt>
                <c:pt idx="467">
                  <c:v>1.7</c:v>
                </c:pt>
                <c:pt idx="468">
                  <c:v>1.68</c:v>
                </c:pt>
                <c:pt idx="469">
                  <c:v>1.71</c:v>
                </c:pt>
                <c:pt idx="470">
                  <c:v>1.53</c:v>
                </c:pt>
                <c:pt idx="471">
                  <c:v>1.39</c:v>
                </c:pt>
                <c:pt idx="472">
                  <c:v>1.3</c:v>
                </c:pt>
                <c:pt idx="473">
                  <c:v>1.33</c:v>
                </c:pt>
                <c:pt idx="474">
                  <c:v>1.24</c:v>
                </c:pt>
                <c:pt idx="475">
                  <c:v>1.42</c:v>
                </c:pt>
                <c:pt idx="476">
                  <c:v>1.18</c:v>
                </c:pt>
                <c:pt idx="477">
                  <c:v>1.05</c:v>
                </c:pt>
                <c:pt idx="478">
                  <c:v>1.1399999999999999</c:v>
                </c:pt>
                <c:pt idx="479">
                  <c:v>1</c:v>
                </c:pt>
                <c:pt idx="480">
                  <c:v>0.91</c:v>
                </c:pt>
                <c:pt idx="481">
                  <c:v>0.95</c:v>
                </c:pt>
                <c:pt idx="482">
                  <c:v>0.93</c:v>
                </c:pt>
                <c:pt idx="483">
                  <c:v>0.95</c:v>
                </c:pt>
                <c:pt idx="484">
                  <c:v>0.87</c:v>
                </c:pt>
                <c:pt idx="485">
                  <c:v>0.84</c:v>
                </c:pt>
                <c:pt idx="486">
                  <c:v>0.88</c:v>
                </c:pt>
                <c:pt idx="487">
                  <c:v>0.8</c:v>
                </c:pt>
                <c:pt idx="488">
                  <c:v>0.79</c:v>
                </c:pt>
                <c:pt idx="489">
                  <c:v>0.86</c:v>
                </c:pt>
                <c:pt idx="490">
                  <c:v>0.8</c:v>
                </c:pt>
                <c:pt idx="491">
                  <c:v>0.81</c:v>
                </c:pt>
                <c:pt idx="492">
                  <c:v>0.86</c:v>
                </c:pt>
                <c:pt idx="493">
                  <c:v>0.73</c:v>
                </c:pt>
                <c:pt idx="494">
                  <c:v>0.74</c:v>
                </c:pt>
                <c:pt idx="495">
                  <c:v>0.76</c:v>
                </c:pt>
                <c:pt idx="496">
                  <c:v>0.72</c:v>
                </c:pt>
                <c:pt idx="497">
                  <c:v>0.74</c:v>
                </c:pt>
                <c:pt idx="498">
                  <c:v>0.7</c:v>
                </c:pt>
                <c:pt idx="499">
                  <c:v>0.69</c:v>
                </c:pt>
                <c:pt idx="500">
                  <c:v>0.61</c:v>
                </c:pt>
                <c:pt idx="501">
                  <c:v>0.68</c:v>
                </c:pt>
                <c:pt idx="502">
                  <c:v>0.65</c:v>
                </c:pt>
                <c:pt idx="503">
                  <c:v>0.62</c:v>
                </c:pt>
                <c:pt idx="504">
                  <c:v>0.67</c:v>
                </c:pt>
                <c:pt idx="505">
                  <c:v>0.67</c:v>
                </c:pt>
                <c:pt idx="506">
                  <c:v>0.69</c:v>
                </c:pt>
                <c:pt idx="507">
                  <c:v>0.71</c:v>
                </c:pt>
                <c:pt idx="508">
                  <c:v>0.61</c:v>
                </c:pt>
                <c:pt idx="509">
                  <c:v>0.56999999999999995</c:v>
                </c:pt>
                <c:pt idx="510">
                  <c:v>0.55000000000000004</c:v>
                </c:pt>
                <c:pt idx="511">
                  <c:v>0.66</c:v>
                </c:pt>
                <c:pt idx="512">
                  <c:v>0.56999999999999995</c:v>
                </c:pt>
                <c:pt idx="513">
                  <c:v>0.56999999999999995</c:v>
                </c:pt>
                <c:pt idx="514">
                  <c:v>0.56000000000000005</c:v>
                </c:pt>
                <c:pt idx="515">
                  <c:v>0.5</c:v>
                </c:pt>
                <c:pt idx="516">
                  <c:v>0.51</c:v>
                </c:pt>
                <c:pt idx="517">
                  <c:v>0.52</c:v>
                </c:pt>
                <c:pt idx="518">
                  <c:v>0.52</c:v>
                </c:pt>
                <c:pt idx="519">
                  <c:v>0.48</c:v>
                </c:pt>
                <c:pt idx="520">
                  <c:v>0.47</c:v>
                </c:pt>
                <c:pt idx="521">
                  <c:v>0.48</c:v>
                </c:pt>
                <c:pt idx="522">
                  <c:v>0.48</c:v>
                </c:pt>
                <c:pt idx="523">
                  <c:v>0.49</c:v>
                </c:pt>
                <c:pt idx="524">
                  <c:v>0.46</c:v>
                </c:pt>
                <c:pt idx="525">
                  <c:v>0.47</c:v>
                </c:pt>
                <c:pt idx="526">
                  <c:v>0.49</c:v>
                </c:pt>
                <c:pt idx="527">
                  <c:v>0.47</c:v>
                </c:pt>
                <c:pt idx="528">
                  <c:v>0.52</c:v>
                </c:pt>
                <c:pt idx="529">
                  <c:v>0.47</c:v>
                </c:pt>
                <c:pt idx="530">
                  <c:v>0.49</c:v>
                </c:pt>
                <c:pt idx="531">
                  <c:v>0.49</c:v>
                </c:pt>
                <c:pt idx="532">
                  <c:v>0.49</c:v>
                </c:pt>
                <c:pt idx="533">
                  <c:v>0.46</c:v>
                </c:pt>
                <c:pt idx="534">
                  <c:v>0.42</c:v>
                </c:pt>
                <c:pt idx="535">
                  <c:v>0.45</c:v>
                </c:pt>
                <c:pt idx="536">
                  <c:v>0.46</c:v>
                </c:pt>
                <c:pt idx="537">
                  <c:v>0.48</c:v>
                </c:pt>
                <c:pt idx="538">
                  <c:v>0.47</c:v>
                </c:pt>
                <c:pt idx="539">
                  <c:v>0.44</c:v>
                </c:pt>
                <c:pt idx="540">
                  <c:v>0.41</c:v>
                </c:pt>
                <c:pt idx="541">
                  <c:v>0.43</c:v>
                </c:pt>
                <c:pt idx="542">
                  <c:v>0.42</c:v>
                </c:pt>
                <c:pt idx="543">
                  <c:v>0.41</c:v>
                </c:pt>
                <c:pt idx="544">
                  <c:v>0.44</c:v>
                </c:pt>
                <c:pt idx="545">
                  <c:v>0.46</c:v>
                </c:pt>
                <c:pt idx="546">
                  <c:v>0.46</c:v>
                </c:pt>
                <c:pt idx="547">
                  <c:v>0.45</c:v>
                </c:pt>
                <c:pt idx="548">
                  <c:v>0.48</c:v>
                </c:pt>
                <c:pt idx="549">
                  <c:v>0.5</c:v>
                </c:pt>
                <c:pt idx="550">
                  <c:v>0.49</c:v>
                </c:pt>
                <c:pt idx="551">
                  <c:v>0.47</c:v>
                </c:pt>
                <c:pt idx="552">
                  <c:v>0.55000000000000004</c:v>
                </c:pt>
                <c:pt idx="553">
                  <c:v>0.5</c:v>
                </c:pt>
                <c:pt idx="554">
                  <c:v>0.52</c:v>
                </c:pt>
                <c:pt idx="555">
                  <c:v>0.5</c:v>
                </c:pt>
                <c:pt idx="556">
                  <c:v>0.46</c:v>
                </c:pt>
                <c:pt idx="557">
                  <c:v>0.49</c:v>
                </c:pt>
                <c:pt idx="558">
                  <c:v>0.49</c:v>
                </c:pt>
                <c:pt idx="559">
                  <c:v>0.5</c:v>
                </c:pt>
                <c:pt idx="560">
                  <c:v>0.46</c:v>
                </c:pt>
                <c:pt idx="561">
                  <c:v>0.48</c:v>
                </c:pt>
                <c:pt idx="562">
                  <c:v>0.48</c:v>
                </c:pt>
                <c:pt idx="563">
                  <c:v>0.47</c:v>
                </c:pt>
                <c:pt idx="564">
                  <c:v>0.49</c:v>
                </c:pt>
                <c:pt idx="565">
                  <c:v>0.46</c:v>
                </c:pt>
                <c:pt idx="566">
                  <c:v>0.46</c:v>
                </c:pt>
                <c:pt idx="567">
                  <c:v>0.47</c:v>
                </c:pt>
                <c:pt idx="568">
                  <c:v>0.49</c:v>
                </c:pt>
                <c:pt idx="569">
                  <c:v>0.5</c:v>
                </c:pt>
                <c:pt idx="570">
                  <c:v>0.54</c:v>
                </c:pt>
                <c:pt idx="571">
                  <c:v>0.52</c:v>
                </c:pt>
                <c:pt idx="572">
                  <c:v>0.505</c:v>
                </c:pt>
                <c:pt idx="573">
                  <c:v>0.47499999999999998</c:v>
                </c:pt>
                <c:pt idx="574">
                  <c:v>0.46</c:v>
                </c:pt>
                <c:pt idx="575">
                  <c:v>0.44500000000000001</c:v>
                </c:pt>
                <c:pt idx="576">
                  <c:v>0.46500000000000002</c:v>
                </c:pt>
                <c:pt idx="577">
                  <c:v>0.42</c:v>
                </c:pt>
                <c:pt idx="578">
                  <c:v>0.41</c:v>
                </c:pt>
                <c:pt idx="579">
                  <c:v>0.41</c:v>
                </c:pt>
                <c:pt idx="580">
                  <c:v>0.39</c:v>
                </c:pt>
                <c:pt idx="581">
                  <c:v>0.39</c:v>
                </c:pt>
                <c:pt idx="582">
                  <c:v>0.4</c:v>
                </c:pt>
                <c:pt idx="583">
                  <c:v>0.39</c:v>
                </c:pt>
                <c:pt idx="584">
                  <c:v>0.36</c:v>
                </c:pt>
                <c:pt idx="585">
                  <c:v>0.38</c:v>
                </c:pt>
                <c:pt idx="586">
                  <c:v>0.32500000000000001</c:v>
                </c:pt>
                <c:pt idx="587">
                  <c:v>0.35499999999999998</c:v>
                </c:pt>
                <c:pt idx="588">
                  <c:v>0.315</c:v>
                </c:pt>
                <c:pt idx="589">
                  <c:v>0.35499999999999998</c:v>
                </c:pt>
                <c:pt idx="590">
                  <c:v>0.36</c:v>
                </c:pt>
                <c:pt idx="591">
                  <c:v>0.34</c:v>
                </c:pt>
                <c:pt idx="592">
                  <c:v>0.36499999999999999</c:v>
                </c:pt>
                <c:pt idx="593">
                  <c:v>0.38500000000000001</c:v>
                </c:pt>
                <c:pt idx="594">
                  <c:v>0.35499999999999998</c:v>
                </c:pt>
                <c:pt idx="595">
                  <c:v>0.41499999999999998</c:v>
                </c:pt>
                <c:pt idx="596">
                  <c:v>0.41499999999999998</c:v>
                </c:pt>
                <c:pt idx="597">
                  <c:v>0.42</c:v>
                </c:pt>
                <c:pt idx="598">
                  <c:v>0.44500000000000001</c:v>
                </c:pt>
                <c:pt idx="599">
                  <c:v>0.45500000000000002</c:v>
                </c:pt>
                <c:pt idx="600">
                  <c:v>0.435</c:v>
                </c:pt>
                <c:pt idx="601">
                  <c:v>0.42</c:v>
                </c:pt>
                <c:pt idx="602">
                  <c:v>0.45</c:v>
                </c:pt>
                <c:pt idx="603">
                  <c:v>0.45500000000000002</c:v>
                </c:pt>
                <c:pt idx="604">
                  <c:v>0.43</c:v>
                </c:pt>
                <c:pt idx="605">
                  <c:v>0.38500000000000001</c:v>
                </c:pt>
                <c:pt idx="606">
                  <c:v>0.4</c:v>
                </c:pt>
                <c:pt idx="607">
                  <c:v>0.38</c:v>
                </c:pt>
                <c:pt idx="608">
                  <c:v>0.36</c:v>
                </c:pt>
                <c:pt idx="609">
                  <c:v>0.39500000000000002</c:v>
                </c:pt>
                <c:pt idx="610">
                  <c:v>0.39500000000000002</c:v>
                </c:pt>
                <c:pt idx="611">
                  <c:v>0.37</c:v>
                </c:pt>
                <c:pt idx="612">
                  <c:v>0.41</c:v>
                </c:pt>
                <c:pt idx="613">
                  <c:v>0.435</c:v>
                </c:pt>
                <c:pt idx="614">
                  <c:v>0.41499999999999998</c:v>
                </c:pt>
                <c:pt idx="615">
                  <c:v>0.34499999999999997</c:v>
                </c:pt>
                <c:pt idx="616">
                  <c:v>0.38</c:v>
                </c:pt>
                <c:pt idx="617">
                  <c:v>0.38</c:v>
                </c:pt>
                <c:pt idx="618">
                  <c:v>0.36499999999999999</c:v>
                </c:pt>
                <c:pt idx="619">
                  <c:v>0.38500000000000001</c:v>
                </c:pt>
                <c:pt idx="620">
                  <c:v>0.42</c:v>
                </c:pt>
                <c:pt idx="621">
                  <c:v>0.46</c:v>
                </c:pt>
                <c:pt idx="622">
                  <c:v>0.47499999999999998</c:v>
                </c:pt>
                <c:pt idx="623">
                  <c:v>0.47</c:v>
                </c:pt>
                <c:pt idx="624">
                  <c:v>0.47499999999999998</c:v>
                </c:pt>
                <c:pt idx="625">
                  <c:v>0.45500000000000002</c:v>
                </c:pt>
                <c:pt idx="626">
                  <c:v>0.5</c:v>
                </c:pt>
                <c:pt idx="627">
                  <c:v>0.495</c:v>
                </c:pt>
                <c:pt idx="628">
                  <c:v>0.505</c:v>
                </c:pt>
                <c:pt idx="629">
                  <c:v>0.51</c:v>
                </c:pt>
                <c:pt idx="630">
                  <c:v>0.54</c:v>
                </c:pt>
                <c:pt idx="631">
                  <c:v>0.54</c:v>
                </c:pt>
                <c:pt idx="632">
                  <c:v>0.52</c:v>
                </c:pt>
                <c:pt idx="633">
                  <c:v>0.495</c:v>
                </c:pt>
                <c:pt idx="634">
                  <c:v>0.51500000000000001</c:v>
                </c:pt>
                <c:pt idx="635">
                  <c:v>0.505</c:v>
                </c:pt>
                <c:pt idx="636">
                  <c:v>0.52</c:v>
                </c:pt>
                <c:pt idx="637">
                  <c:v>0.505</c:v>
                </c:pt>
                <c:pt idx="638">
                  <c:v>0.40500000000000003</c:v>
                </c:pt>
                <c:pt idx="639">
                  <c:v>0.48</c:v>
                </c:pt>
                <c:pt idx="640">
                  <c:v>0.46500000000000002</c:v>
                </c:pt>
                <c:pt idx="641">
                  <c:v>0.45</c:v>
                </c:pt>
                <c:pt idx="642">
                  <c:v>0.45</c:v>
                </c:pt>
                <c:pt idx="643">
                  <c:v>0.45500000000000002</c:v>
                </c:pt>
                <c:pt idx="644">
                  <c:v>0.44</c:v>
                </c:pt>
                <c:pt idx="645">
                  <c:v>0.45</c:v>
                </c:pt>
                <c:pt idx="646">
                  <c:v>0.42</c:v>
                </c:pt>
                <c:pt idx="647">
                  <c:v>0.42</c:v>
                </c:pt>
                <c:pt idx="648">
                  <c:v>0.46500000000000002</c:v>
                </c:pt>
                <c:pt idx="649">
                  <c:v>0.44</c:v>
                </c:pt>
                <c:pt idx="650">
                  <c:v>0.45500000000000002</c:v>
                </c:pt>
                <c:pt idx="651">
                  <c:v>0.45</c:v>
                </c:pt>
                <c:pt idx="652">
                  <c:v>0.46</c:v>
                </c:pt>
                <c:pt idx="653">
                  <c:v>0.44</c:v>
                </c:pt>
                <c:pt idx="654">
                  <c:v>0.46</c:v>
                </c:pt>
                <c:pt idx="655">
                  <c:v>0.44</c:v>
                </c:pt>
                <c:pt idx="656">
                  <c:v>0.44</c:v>
                </c:pt>
                <c:pt idx="657">
                  <c:v>0.44</c:v>
                </c:pt>
                <c:pt idx="658">
                  <c:v>0.43</c:v>
                </c:pt>
                <c:pt idx="659">
                  <c:v>0.36</c:v>
                </c:pt>
                <c:pt idx="660">
                  <c:v>0.35</c:v>
                </c:pt>
                <c:pt idx="661">
                  <c:v>0.39</c:v>
                </c:pt>
                <c:pt idx="662">
                  <c:v>0.39</c:v>
                </c:pt>
                <c:pt idx="663">
                  <c:v>0.39</c:v>
                </c:pt>
                <c:pt idx="664">
                  <c:v>0.42</c:v>
                </c:pt>
                <c:pt idx="665">
                  <c:v>0.39</c:v>
                </c:pt>
                <c:pt idx="666">
                  <c:v>0.39</c:v>
                </c:pt>
                <c:pt idx="667">
                  <c:v>0.39</c:v>
                </c:pt>
                <c:pt idx="668">
                  <c:v>0.38</c:v>
                </c:pt>
                <c:pt idx="669">
                  <c:v>0.41</c:v>
                </c:pt>
                <c:pt idx="670">
                  <c:v>0.4</c:v>
                </c:pt>
                <c:pt idx="671">
                  <c:v>0.36</c:v>
                </c:pt>
                <c:pt idx="672">
                  <c:v>0.36</c:v>
                </c:pt>
                <c:pt idx="673">
                  <c:v>0.35</c:v>
                </c:pt>
                <c:pt idx="674">
                  <c:v>0.43</c:v>
                </c:pt>
                <c:pt idx="675">
                  <c:v>0.42</c:v>
                </c:pt>
                <c:pt idx="676">
                  <c:v>0.43</c:v>
                </c:pt>
                <c:pt idx="677">
                  <c:v>0.41</c:v>
                </c:pt>
                <c:pt idx="678">
                  <c:v>0.46</c:v>
                </c:pt>
                <c:pt idx="679">
                  <c:v>0.49</c:v>
                </c:pt>
                <c:pt idx="680">
                  <c:v>0.43</c:v>
                </c:pt>
                <c:pt idx="681">
                  <c:v>0.47</c:v>
                </c:pt>
                <c:pt idx="682">
                  <c:v>0.47</c:v>
                </c:pt>
                <c:pt idx="683">
                  <c:v>0.47</c:v>
                </c:pt>
                <c:pt idx="684">
                  <c:v>0.45</c:v>
                </c:pt>
                <c:pt idx="685">
                  <c:v>0.46</c:v>
                </c:pt>
                <c:pt idx="686">
                  <c:v>0.47</c:v>
                </c:pt>
                <c:pt idx="687">
                  <c:v>0.46</c:v>
                </c:pt>
                <c:pt idx="688">
                  <c:v>0.49</c:v>
                </c:pt>
                <c:pt idx="689">
                  <c:v>0.43</c:v>
                </c:pt>
                <c:pt idx="690">
                  <c:v>0.42</c:v>
                </c:pt>
                <c:pt idx="691">
                  <c:v>0.47</c:v>
                </c:pt>
                <c:pt idx="692">
                  <c:v>0.45</c:v>
                </c:pt>
                <c:pt idx="693">
                  <c:v>0.44</c:v>
                </c:pt>
                <c:pt idx="694">
                  <c:v>0.42</c:v>
                </c:pt>
                <c:pt idx="695">
                  <c:v>0.41</c:v>
                </c:pt>
                <c:pt idx="696">
                  <c:v>0.39</c:v>
                </c:pt>
                <c:pt idx="697">
                  <c:v>0.4</c:v>
                </c:pt>
                <c:pt idx="698">
                  <c:v>0.37</c:v>
                </c:pt>
                <c:pt idx="699">
                  <c:v>0.38500000000000001</c:v>
                </c:pt>
                <c:pt idx="700">
                  <c:v>0.40500000000000003</c:v>
                </c:pt>
                <c:pt idx="701">
                  <c:v>0.38</c:v>
                </c:pt>
                <c:pt idx="702">
                  <c:v>0.36</c:v>
                </c:pt>
                <c:pt idx="703">
                  <c:v>0.36</c:v>
                </c:pt>
                <c:pt idx="704">
                  <c:v>0.36</c:v>
                </c:pt>
                <c:pt idx="705">
                  <c:v>0.36</c:v>
                </c:pt>
                <c:pt idx="706">
                  <c:v>0.36</c:v>
                </c:pt>
                <c:pt idx="707">
                  <c:v>0.36</c:v>
                </c:pt>
                <c:pt idx="708">
                  <c:v>0.36</c:v>
                </c:pt>
                <c:pt idx="709">
                  <c:v>0.36</c:v>
                </c:pt>
                <c:pt idx="710">
                  <c:v>0.38</c:v>
                </c:pt>
                <c:pt idx="711">
                  <c:v>0.39</c:v>
                </c:pt>
                <c:pt idx="712">
                  <c:v>0.35</c:v>
                </c:pt>
                <c:pt idx="713">
                  <c:v>0.375</c:v>
                </c:pt>
                <c:pt idx="714">
                  <c:v>0.39500000000000002</c:v>
                </c:pt>
                <c:pt idx="715">
                  <c:v>0.37</c:v>
                </c:pt>
                <c:pt idx="716">
                  <c:v>0.38</c:v>
                </c:pt>
                <c:pt idx="717">
                  <c:v>0.39500000000000002</c:v>
                </c:pt>
                <c:pt idx="718">
                  <c:v>0.41499999999999998</c:v>
                </c:pt>
                <c:pt idx="719">
                  <c:v>0.36499999999999999</c:v>
                </c:pt>
                <c:pt idx="720">
                  <c:v>0.37</c:v>
                </c:pt>
                <c:pt idx="721">
                  <c:v>0.39500000000000002</c:v>
                </c:pt>
                <c:pt idx="722">
                  <c:v>0.40500000000000003</c:v>
                </c:pt>
                <c:pt idx="723">
                  <c:v>0.42499999999999999</c:v>
                </c:pt>
                <c:pt idx="724">
                  <c:v>0.43</c:v>
                </c:pt>
                <c:pt idx="725">
                  <c:v>0.44</c:v>
                </c:pt>
                <c:pt idx="726">
                  <c:v>0.43</c:v>
                </c:pt>
                <c:pt idx="727">
                  <c:v>0.42499999999999999</c:v>
                </c:pt>
                <c:pt idx="728">
                  <c:v>0.38500000000000001</c:v>
                </c:pt>
                <c:pt idx="729">
                  <c:v>0.42499999999999999</c:v>
                </c:pt>
                <c:pt idx="730">
                  <c:v>0.39</c:v>
                </c:pt>
                <c:pt idx="731">
                  <c:v>0.38</c:v>
                </c:pt>
                <c:pt idx="732">
                  <c:v>0.37</c:v>
                </c:pt>
                <c:pt idx="733">
                  <c:v>0.37</c:v>
                </c:pt>
                <c:pt idx="734">
                  <c:v>0.4</c:v>
                </c:pt>
                <c:pt idx="735">
                  <c:v>0.39</c:v>
                </c:pt>
                <c:pt idx="736">
                  <c:v>0.38</c:v>
                </c:pt>
                <c:pt idx="737">
                  <c:v>0.4</c:v>
                </c:pt>
                <c:pt idx="738">
                  <c:v>0.37</c:v>
                </c:pt>
                <c:pt idx="739">
                  <c:v>0.42</c:v>
                </c:pt>
                <c:pt idx="740">
                  <c:v>0.41</c:v>
                </c:pt>
                <c:pt idx="741">
                  <c:v>0.46</c:v>
                </c:pt>
                <c:pt idx="742">
                  <c:v>0.45</c:v>
                </c:pt>
                <c:pt idx="743">
                  <c:v>0.41</c:v>
                </c:pt>
                <c:pt idx="744">
                  <c:v>0.45</c:v>
                </c:pt>
                <c:pt idx="745">
                  <c:v>0.49</c:v>
                </c:pt>
                <c:pt idx="746">
                  <c:v>0.49</c:v>
                </c:pt>
                <c:pt idx="747">
                  <c:v>0.49</c:v>
                </c:pt>
                <c:pt idx="748">
                  <c:v>0.56000000000000005</c:v>
                </c:pt>
                <c:pt idx="749">
                  <c:v>0.52</c:v>
                </c:pt>
                <c:pt idx="750">
                  <c:v>0.63</c:v>
                </c:pt>
                <c:pt idx="751">
                  <c:v>0.64</c:v>
                </c:pt>
                <c:pt idx="752">
                  <c:v>0.62</c:v>
                </c:pt>
                <c:pt idx="753">
                  <c:v>0.64</c:v>
                </c:pt>
                <c:pt idx="754">
                  <c:v>0.51</c:v>
                </c:pt>
                <c:pt idx="755">
                  <c:v>0.55000000000000004</c:v>
                </c:pt>
                <c:pt idx="756">
                  <c:v>0.5</c:v>
                </c:pt>
                <c:pt idx="757">
                  <c:v>0.53</c:v>
                </c:pt>
                <c:pt idx="758">
                  <c:v>0.56999999999999995</c:v>
                </c:pt>
                <c:pt idx="759">
                  <c:v>0.55000000000000004</c:v>
                </c:pt>
                <c:pt idx="760">
                  <c:v>0.54</c:v>
                </c:pt>
                <c:pt idx="761">
                  <c:v>0.57999999999999996</c:v>
                </c:pt>
                <c:pt idx="762">
                  <c:v>0.56000000000000005</c:v>
                </c:pt>
                <c:pt idx="763">
                  <c:v>0.55000000000000004</c:v>
                </c:pt>
                <c:pt idx="764">
                  <c:v>0.56999999999999995</c:v>
                </c:pt>
                <c:pt idx="765">
                  <c:v>0.52</c:v>
                </c:pt>
                <c:pt idx="766">
                  <c:v>0.52</c:v>
                </c:pt>
                <c:pt idx="767">
                  <c:v>0.52</c:v>
                </c:pt>
                <c:pt idx="768">
                  <c:v>0.52</c:v>
                </c:pt>
                <c:pt idx="769">
                  <c:v>0.53</c:v>
                </c:pt>
                <c:pt idx="770">
                  <c:v>0.56999999999999995</c:v>
                </c:pt>
                <c:pt idx="771">
                  <c:v>0.52</c:v>
                </c:pt>
                <c:pt idx="772">
                  <c:v>0.54</c:v>
                </c:pt>
                <c:pt idx="773">
                  <c:v>0.55000000000000004</c:v>
                </c:pt>
                <c:pt idx="774">
                  <c:v>0.52</c:v>
                </c:pt>
                <c:pt idx="775">
                  <c:v>0.54</c:v>
                </c:pt>
                <c:pt idx="776">
                  <c:v>0.51</c:v>
                </c:pt>
                <c:pt idx="777">
                  <c:v>0.54</c:v>
                </c:pt>
                <c:pt idx="778">
                  <c:v>0.56999999999999995</c:v>
                </c:pt>
                <c:pt idx="779">
                  <c:v>0.56999999999999995</c:v>
                </c:pt>
                <c:pt idx="780">
                  <c:v>0.56000000000000005</c:v>
                </c:pt>
                <c:pt idx="781">
                  <c:v>0.52</c:v>
                </c:pt>
                <c:pt idx="782">
                  <c:v>0.51</c:v>
                </c:pt>
                <c:pt idx="783">
                  <c:v>0.55000000000000004</c:v>
                </c:pt>
                <c:pt idx="784">
                  <c:v>0.54</c:v>
                </c:pt>
                <c:pt idx="785">
                  <c:v>0.51</c:v>
                </c:pt>
                <c:pt idx="786">
                  <c:v>0.55000000000000004</c:v>
                </c:pt>
                <c:pt idx="787">
                  <c:v>0.53</c:v>
                </c:pt>
                <c:pt idx="788">
                  <c:v>0.57999999999999996</c:v>
                </c:pt>
                <c:pt idx="789">
                  <c:v>0.61</c:v>
                </c:pt>
                <c:pt idx="790">
                  <c:v>0.56999999999999995</c:v>
                </c:pt>
                <c:pt idx="791">
                  <c:v>0.57999999999999996</c:v>
                </c:pt>
                <c:pt idx="792">
                  <c:v>0.57999999999999996</c:v>
                </c:pt>
                <c:pt idx="793">
                  <c:v>0.56999999999999995</c:v>
                </c:pt>
                <c:pt idx="794">
                  <c:v>0.56000000000000005</c:v>
                </c:pt>
                <c:pt idx="795">
                  <c:v>0.56999999999999995</c:v>
                </c:pt>
                <c:pt idx="796">
                  <c:v>0.59</c:v>
                </c:pt>
                <c:pt idx="797">
                  <c:v>0.55000000000000004</c:v>
                </c:pt>
                <c:pt idx="798">
                  <c:v>0.56999999999999995</c:v>
                </c:pt>
                <c:pt idx="799">
                  <c:v>0.5</c:v>
                </c:pt>
                <c:pt idx="800">
                  <c:v>0.55000000000000004</c:v>
                </c:pt>
                <c:pt idx="801">
                  <c:v>0.56999999999999995</c:v>
                </c:pt>
                <c:pt idx="802">
                  <c:v>0.53</c:v>
                </c:pt>
                <c:pt idx="803">
                  <c:v>0.56999999999999995</c:v>
                </c:pt>
                <c:pt idx="804">
                  <c:v>0.55000000000000004</c:v>
                </c:pt>
                <c:pt idx="805">
                  <c:v>0.56000000000000005</c:v>
                </c:pt>
                <c:pt idx="806">
                  <c:v>0.53</c:v>
                </c:pt>
                <c:pt idx="807">
                  <c:v>0.51</c:v>
                </c:pt>
                <c:pt idx="808">
                  <c:v>0.52</c:v>
                </c:pt>
                <c:pt idx="809">
                  <c:v>0.54</c:v>
                </c:pt>
                <c:pt idx="810">
                  <c:v>0.55500000000000005</c:v>
                </c:pt>
                <c:pt idx="811">
                  <c:v>0.5</c:v>
                </c:pt>
                <c:pt idx="812">
                  <c:v>0.53500000000000003</c:v>
                </c:pt>
                <c:pt idx="813">
                  <c:v>0.52</c:v>
                </c:pt>
                <c:pt idx="814">
                  <c:v>0.45500000000000002</c:v>
                </c:pt>
                <c:pt idx="815">
                  <c:v>0.51500000000000001</c:v>
                </c:pt>
                <c:pt idx="816">
                  <c:v>0.39</c:v>
                </c:pt>
                <c:pt idx="817">
                  <c:v>0.39</c:v>
                </c:pt>
                <c:pt idx="818">
                  <c:v>0.39</c:v>
                </c:pt>
                <c:pt idx="819">
                  <c:v>0.38500000000000001</c:v>
                </c:pt>
                <c:pt idx="820">
                  <c:v>0.4</c:v>
                </c:pt>
                <c:pt idx="821">
                  <c:v>0.34</c:v>
                </c:pt>
                <c:pt idx="822">
                  <c:v>0.41</c:v>
                </c:pt>
                <c:pt idx="823">
                  <c:v>0.4</c:v>
                </c:pt>
                <c:pt idx="824">
                  <c:v>0.45</c:v>
                </c:pt>
                <c:pt idx="825">
                  <c:v>0.4</c:v>
                </c:pt>
                <c:pt idx="826">
                  <c:v>0.38</c:v>
                </c:pt>
                <c:pt idx="827">
                  <c:v>0.33</c:v>
                </c:pt>
                <c:pt idx="828">
                  <c:v>0.28999999999999998</c:v>
                </c:pt>
                <c:pt idx="829">
                  <c:v>0.3</c:v>
                </c:pt>
                <c:pt idx="830">
                  <c:v>0.31</c:v>
                </c:pt>
                <c:pt idx="831">
                  <c:v>0.31</c:v>
                </c:pt>
                <c:pt idx="832">
                  <c:v>0.28000000000000003</c:v>
                </c:pt>
                <c:pt idx="833">
                  <c:v>0.33</c:v>
                </c:pt>
                <c:pt idx="834">
                  <c:v>0.28000000000000003</c:v>
                </c:pt>
                <c:pt idx="835">
                  <c:v>0.27</c:v>
                </c:pt>
                <c:pt idx="836">
                  <c:v>0.26</c:v>
                </c:pt>
                <c:pt idx="837">
                  <c:v>0.23</c:v>
                </c:pt>
                <c:pt idx="838">
                  <c:v>0.25</c:v>
                </c:pt>
                <c:pt idx="839">
                  <c:v>0.26</c:v>
                </c:pt>
                <c:pt idx="840">
                  <c:v>0.26</c:v>
                </c:pt>
                <c:pt idx="841">
                  <c:v>0.23</c:v>
                </c:pt>
                <c:pt idx="842">
                  <c:v>0.26</c:v>
                </c:pt>
                <c:pt idx="843">
                  <c:v>0.23</c:v>
                </c:pt>
                <c:pt idx="844">
                  <c:v>0.21</c:v>
                </c:pt>
                <c:pt idx="845">
                  <c:v>0.26</c:v>
                </c:pt>
                <c:pt idx="846">
                  <c:v>0.26</c:v>
                </c:pt>
                <c:pt idx="847">
                  <c:v>0.24</c:v>
                </c:pt>
                <c:pt idx="848">
                  <c:v>0.23</c:v>
                </c:pt>
                <c:pt idx="849">
                  <c:v>0.22</c:v>
                </c:pt>
                <c:pt idx="850">
                  <c:v>0.25</c:v>
                </c:pt>
                <c:pt idx="851">
                  <c:v>0.2</c:v>
                </c:pt>
                <c:pt idx="852">
                  <c:v>0.23</c:v>
                </c:pt>
                <c:pt idx="853">
                  <c:v>0.23</c:v>
                </c:pt>
                <c:pt idx="854">
                  <c:v>0.21</c:v>
                </c:pt>
                <c:pt idx="855">
                  <c:v>0.2</c:v>
                </c:pt>
                <c:pt idx="856">
                  <c:v>0.22</c:v>
                </c:pt>
                <c:pt idx="857">
                  <c:v>0.2</c:v>
                </c:pt>
                <c:pt idx="858">
                  <c:v>0.2</c:v>
                </c:pt>
                <c:pt idx="859">
                  <c:v>0.2</c:v>
                </c:pt>
                <c:pt idx="860">
                  <c:v>0.22</c:v>
                </c:pt>
                <c:pt idx="861">
                  <c:v>0.21</c:v>
                </c:pt>
                <c:pt idx="862">
                  <c:v>0.25</c:v>
                </c:pt>
                <c:pt idx="863">
                  <c:v>0.22</c:v>
                </c:pt>
                <c:pt idx="864">
                  <c:v>0.2</c:v>
                </c:pt>
                <c:pt idx="865">
                  <c:v>0.19</c:v>
                </c:pt>
                <c:pt idx="866">
                  <c:v>0.2</c:v>
                </c:pt>
                <c:pt idx="867">
                  <c:v>0.2</c:v>
                </c:pt>
                <c:pt idx="868">
                  <c:v>0.19500000000000001</c:v>
                </c:pt>
                <c:pt idx="869">
                  <c:v>0.18</c:v>
                </c:pt>
                <c:pt idx="870">
                  <c:v>0.18</c:v>
                </c:pt>
                <c:pt idx="871">
                  <c:v>0.19</c:v>
                </c:pt>
                <c:pt idx="872">
                  <c:v>0.19</c:v>
                </c:pt>
                <c:pt idx="873">
                  <c:v>0.2</c:v>
                </c:pt>
                <c:pt idx="874">
                  <c:v>0.2</c:v>
                </c:pt>
                <c:pt idx="875">
                  <c:v>0.21</c:v>
                </c:pt>
                <c:pt idx="876">
                  <c:v>0.21</c:v>
                </c:pt>
                <c:pt idx="877">
                  <c:v>0.2</c:v>
                </c:pt>
                <c:pt idx="878">
                  <c:v>0.19</c:v>
                </c:pt>
                <c:pt idx="879">
                  <c:v>0.21</c:v>
                </c:pt>
                <c:pt idx="880">
                  <c:v>0.22</c:v>
                </c:pt>
                <c:pt idx="881">
                  <c:v>0.2</c:v>
                </c:pt>
                <c:pt idx="882">
                  <c:v>0.2</c:v>
                </c:pt>
                <c:pt idx="883">
                  <c:v>0.2</c:v>
                </c:pt>
                <c:pt idx="884">
                  <c:v>0.23</c:v>
                </c:pt>
                <c:pt idx="885">
                  <c:v>0.21</c:v>
                </c:pt>
                <c:pt idx="886">
                  <c:v>0.21</c:v>
                </c:pt>
                <c:pt idx="887">
                  <c:v>0.21</c:v>
                </c:pt>
                <c:pt idx="888">
                  <c:v>0.2</c:v>
                </c:pt>
                <c:pt idx="889">
                  <c:v>0.2</c:v>
                </c:pt>
                <c:pt idx="890">
                  <c:v>0.19</c:v>
                </c:pt>
                <c:pt idx="891">
                  <c:v>0.21</c:v>
                </c:pt>
                <c:pt idx="892">
                  <c:v>0.18</c:v>
                </c:pt>
                <c:pt idx="893">
                  <c:v>0.2</c:v>
                </c:pt>
                <c:pt idx="894">
                  <c:v>0.2</c:v>
                </c:pt>
                <c:pt idx="895">
                  <c:v>0.2</c:v>
                </c:pt>
                <c:pt idx="896">
                  <c:v>0.22</c:v>
                </c:pt>
                <c:pt idx="897">
                  <c:v>0.22</c:v>
                </c:pt>
                <c:pt idx="898">
                  <c:v>0.22500000000000001</c:v>
                </c:pt>
                <c:pt idx="899">
                  <c:v>0.25</c:v>
                </c:pt>
                <c:pt idx="900">
                  <c:v>0.245</c:v>
                </c:pt>
                <c:pt idx="901">
                  <c:v>0.23499999999999999</c:v>
                </c:pt>
                <c:pt idx="902">
                  <c:v>0.24</c:v>
                </c:pt>
                <c:pt idx="903">
                  <c:v>0.22500000000000001</c:v>
                </c:pt>
                <c:pt idx="904">
                  <c:v>0.22</c:v>
                </c:pt>
                <c:pt idx="905">
                  <c:v>0.22500000000000001</c:v>
                </c:pt>
                <c:pt idx="906">
                  <c:v>0.22500000000000001</c:v>
                </c:pt>
                <c:pt idx="907">
                  <c:v>0.215</c:v>
                </c:pt>
                <c:pt idx="908">
                  <c:v>0.19500000000000001</c:v>
                </c:pt>
                <c:pt idx="909">
                  <c:v>0.19</c:v>
                </c:pt>
                <c:pt idx="910">
                  <c:v>0.19</c:v>
                </c:pt>
                <c:pt idx="911">
                  <c:v>0.21</c:v>
                </c:pt>
                <c:pt idx="912">
                  <c:v>0.21</c:v>
                </c:pt>
                <c:pt idx="913">
                  <c:v>0.2</c:v>
                </c:pt>
                <c:pt idx="914">
                  <c:v>0.19</c:v>
                </c:pt>
                <c:pt idx="915">
                  <c:v>0.2</c:v>
                </c:pt>
                <c:pt idx="916">
                  <c:v>0.19</c:v>
                </c:pt>
                <c:pt idx="917">
                  <c:v>0.2</c:v>
                </c:pt>
                <c:pt idx="918">
                  <c:v>0.2</c:v>
                </c:pt>
                <c:pt idx="919">
                  <c:v>0.20499999999999999</c:v>
                </c:pt>
                <c:pt idx="920">
                  <c:v>0.20499999999999999</c:v>
                </c:pt>
                <c:pt idx="921">
                  <c:v>0.19</c:v>
                </c:pt>
                <c:pt idx="922">
                  <c:v>0.2</c:v>
                </c:pt>
                <c:pt idx="923">
                  <c:v>0.19</c:v>
                </c:pt>
                <c:pt idx="924">
                  <c:v>0.2</c:v>
                </c:pt>
                <c:pt idx="925">
                  <c:v>0.2</c:v>
                </c:pt>
                <c:pt idx="926">
                  <c:v>0.21</c:v>
                </c:pt>
                <c:pt idx="927">
                  <c:v>0.20499999999999999</c:v>
                </c:pt>
                <c:pt idx="928">
                  <c:v>0.2</c:v>
                </c:pt>
                <c:pt idx="929">
                  <c:v>0.19500000000000001</c:v>
                </c:pt>
                <c:pt idx="930">
                  <c:v>0.19500000000000001</c:v>
                </c:pt>
                <c:pt idx="931">
                  <c:v>0.17499999999999999</c:v>
                </c:pt>
                <c:pt idx="932">
                  <c:v>0.17499999999999999</c:v>
                </c:pt>
                <c:pt idx="933">
                  <c:v>0.16500000000000001</c:v>
                </c:pt>
                <c:pt idx="934">
                  <c:v>0.17</c:v>
                </c:pt>
                <c:pt idx="935">
                  <c:v>0.18</c:v>
                </c:pt>
                <c:pt idx="936">
                  <c:v>0.18</c:v>
                </c:pt>
                <c:pt idx="937">
                  <c:v>0.2</c:v>
                </c:pt>
                <c:pt idx="938">
                  <c:v>0.19</c:v>
                </c:pt>
                <c:pt idx="939">
                  <c:v>0.19</c:v>
                </c:pt>
                <c:pt idx="940">
                  <c:v>0.19</c:v>
                </c:pt>
                <c:pt idx="941">
                  <c:v>0.19</c:v>
                </c:pt>
                <c:pt idx="942">
                  <c:v>0.18</c:v>
                </c:pt>
                <c:pt idx="943">
                  <c:v>0.185</c:v>
                </c:pt>
                <c:pt idx="944">
                  <c:v>0.17</c:v>
                </c:pt>
                <c:pt idx="945">
                  <c:v>0.185</c:v>
                </c:pt>
                <c:pt idx="946">
                  <c:v>0.17499999999999999</c:v>
                </c:pt>
                <c:pt idx="947">
                  <c:v>0.19</c:v>
                </c:pt>
                <c:pt idx="948">
                  <c:v>0.19500000000000001</c:v>
                </c:pt>
                <c:pt idx="949">
                  <c:v>0.19500000000000001</c:v>
                </c:pt>
                <c:pt idx="950">
                  <c:v>0.17499999999999999</c:v>
                </c:pt>
                <c:pt idx="951">
                  <c:v>0.16500000000000001</c:v>
                </c:pt>
                <c:pt idx="952">
                  <c:v>0.16500000000000001</c:v>
                </c:pt>
                <c:pt idx="953">
                  <c:v>0.17</c:v>
                </c:pt>
                <c:pt idx="954">
                  <c:v>0.17</c:v>
                </c:pt>
                <c:pt idx="955">
                  <c:v>0.19</c:v>
                </c:pt>
                <c:pt idx="956">
                  <c:v>0.185</c:v>
                </c:pt>
                <c:pt idx="957">
                  <c:v>0.21</c:v>
                </c:pt>
                <c:pt idx="958">
                  <c:v>0.20499999999999999</c:v>
                </c:pt>
                <c:pt idx="959">
                  <c:v>0.19500000000000001</c:v>
                </c:pt>
                <c:pt idx="960">
                  <c:v>0.19500000000000001</c:v>
                </c:pt>
                <c:pt idx="961">
                  <c:v>0.20499999999999999</c:v>
                </c:pt>
                <c:pt idx="962">
                  <c:v>0.185</c:v>
                </c:pt>
                <c:pt idx="963">
                  <c:v>0.18</c:v>
                </c:pt>
                <c:pt idx="964">
                  <c:v>0.185</c:v>
                </c:pt>
                <c:pt idx="965">
                  <c:v>0.185</c:v>
                </c:pt>
                <c:pt idx="966">
                  <c:v>0.19</c:v>
                </c:pt>
                <c:pt idx="967">
                  <c:v>0.17</c:v>
                </c:pt>
                <c:pt idx="968">
                  <c:v>0.17</c:v>
                </c:pt>
                <c:pt idx="969">
                  <c:v>0.19</c:v>
                </c:pt>
                <c:pt idx="970">
                  <c:v>0.185</c:v>
                </c:pt>
                <c:pt idx="971">
                  <c:v>0.17</c:v>
                </c:pt>
                <c:pt idx="972">
                  <c:v>0.18</c:v>
                </c:pt>
                <c:pt idx="973">
                  <c:v>0.17</c:v>
                </c:pt>
                <c:pt idx="974">
                  <c:v>0.18</c:v>
                </c:pt>
                <c:pt idx="975">
                  <c:v>0.17</c:v>
                </c:pt>
                <c:pt idx="976">
                  <c:v>0.16500000000000001</c:v>
                </c:pt>
                <c:pt idx="977">
                  <c:v>0.16500000000000001</c:v>
                </c:pt>
                <c:pt idx="978">
                  <c:v>0.17</c:v>
                </c:pt>
                <c:pt idx="979">
                  <c:v>0.17</c:v>
                </c:pt>
                <c:pt idx="980">
                  <c:v>0.16500000000000001</c:v>
                </c:pt>
                <c:pt idx="981">
                  <c:v>0.17499999999999999</c:v>
                </c:pt>
                <c:pt idx="982">
                  <c:v>0.18</c:v>
                </c:pt>
                <c:pt idx="983">
                  <c:v>0.19</c:v>
                </c:pt>
                <c:pt idx="984">
                  <c:v>0.17</c:v>
                </c:pt>
                <c:pt idx="985">
                  <c:v>0.18</c:v>
                </c:pt>
                <c:pt idx="986">
                  <c:v>0.18</c:v>
                </c:pt>
                <c:pt idx="987">
                  <c:v>0.19</c:v>
                </c:pt>
                <c:pt idx="988">
                  <c:v>0.19</c:v>
                </c:pt>
                <c:pt idx="989">
                  <c:v>0.2</c:v>
                </c:pt>
                <c:pt idx="990">
                  <c:v>0.19</c:v>
                </c:pt>
                <c:pt idx="991">
                  <c:v>0.18</c:v>
                </c:pt>
                <c:pt idx="992">
                  <c:v>0.2</c:v>
                </c:pt>
                <c:pt idx="993">
                  <c:v>0.2</c:v>
                </c:pt>
                <c:pt idx="994">
                  <c:v>0.2</c:v>
                </c:pt>
                <c:pt idx="995">
                  <c:v>0.2</c:v>
                </c:pt>
                <c:pt idx="996">
                  <c:v>0.2</c:v>
                </c:pt>
                <c:pt idx="997">
                  <c:v>0.22</c:v>
                </c:pt>
                <c:pt idx="998">
                  <c:v>0.2</c:v>
                </c:pt>
                <c:pt idx="999">
                  <c:v>0.21</c:v>
                </c:pt>
                <c:pt idx="1000">
                  <c:v>0.2</c:v>
                </c:pt>
                <c:pt idx="1001">
                  <c:v>0.23</c:v>
                </c:pt>
                <c:pt idx="1002">
                  <c:v>0.23</c:v>
                </c:pt>
                <c:pt idx="1003">
                  <c:v>0.23</c:v>
                </c:pt>
                <c:pt idx="1004">
                  <c:v>0.22</c:v>
                </c:pt>
                <c:pt idx="1005">
                  <c:v>0.21</c:v>
                </c:pt>
                <c:pt idx="1006">
                  <c:v>0.23</c:v>
                </c:pt>
                <c:pt idx="1007">
                  <c:v>0.24</c:v>
                </c:pt>
                <c:pt idx="1008">
                  <c:v>0.26</c:v>
                </c:pt>
                <c:pt idx="1009">
                  <c:v>0.25</c:v>
                </c:pt>
                <c:pt idx="1010">
                  <c:v>0.27</c:v>
                </c:pt>
                <c:pt idx="1011">
                  <c:v>0.28000000000000003</c:v>
                </c:pt>
                <c:pt idx="1012">
                  <c:v>0.28000000000000003</c:v>
                </c:pt>
                <c:pt idx="1013">
                  <c:v>0.26</c:v>
                </c:pt>
                <c:pt idx="1014">
                  <c:v>0.26</c:v>
                </c:pt>
                <c:pt idx="1015">
                  <c:v>0.33</c:v>
                </c:pt>
                <c:pt idx="1016">
                  <c:v>0.33</c:v>
                </c:pt>
                <c:pt idx="1017">
                  <c:v>0.31</c:v>
                </c:pt>
                <c:pt idx="1018">
                  <c:v>0.27</c:v>
                </c:pt>
                <c:pt idx="1019">
                  <c:v>0.26</c:v>
                </c:pt>
                <c:pt idx="1020">
                  <c:v>0.23</c:v>
                </c:pt>
                <c:pt idx="1021">
                  <c:v>0.25</c:v>
                </c:pt>
                <c:pt idx="1022">
                  <c:v>0.21</c:v>
                </c:pt>
                <c:pt idx="1023">
                  <c:v>0.21</c:v>
                </c:pt>
                <c:pt idx="1024">
                  <c:v>0.22</c:v>
                </c:pt>
                <c:pt idx="1025">
                  <c:v>0.21</c:v>
                </c:pt>
                <c:pt idx="1026">
                  <c:v>0.26</c:v>
                </c:pt>
                <c:pt idx="1027">
                  <c:v>0.26</c:v>
                </c:pt>
                <c:pt idx="1028">
                  <c:v>0.26</c:v>
                </c:pt>
                <c:pt idx="1029">
                  <c:v>0.25</c:v>
                </c:pt>
                <c:pt idx="1030">
                  <c:v>0.24</c:v>
                </c:pt>
                <c:pt idx="1031">
                  <c:v>0.22</c:v>
                </c:pt>
                <c:pt idx="1032">
                  <c:v>0.21</c:v>
                </c:pt>
                <c:pt idx="1033">
                  <c:v>0.25</c:v>
                </c:pt>
                <c:pt idx="1034">
                  <c:v>0.28999999999999998</c:v>
                </c:pt>
                <c:pt idx="1035">
                  <c:v>0.26</c:v>
                </c:pt>
                <c:pt idx="1036">
                  <c:v>0.26</c:v>
                </c:pt>
                <c:pt idx="1037">
                  <c:v>0.26</c:v>
                </c:pt>
                <c:pt idx="1038">
                  <c:v>0.26</c:v>
                </c:pt>
                <c:pt idx="1039">
                  <c:v>0.25</c:v>
                </c:pt>
                <c:pt idx="1040">
                  <c:v>0.24</c:v>
                </c:pt>
                <c:pt idx="1041">
                  <c:v>0.27</c:v>
                </c:pt>
                <c:pt idx="1042">
                  <c:v>0.27</c:v>
                </c:pt>
                <c:pt idx="1043">
                  <c:v>0.23</c:v>
                </c:pt>
                <c:pt idx="1044">
                  <c:v>0.23</c:v>
                </c:pt>
                <c:pt idx="1045">
                  <c:v>0.22</c:v>
                </c:pt>
                <c:pt idx="1046">
                  <c:v>0.21</c:v>
                </c:pt>
                <c:pt idx="1047">
                  <c:v>0.23</c:v>
                </c:pt>
                <c:pt idx="1048">
                  <c:v>0.2</c:v>
                </c:pt>
                <c:pt idx="1049">
                  <c:v>0.21</c:v>
                </c:pt>
                <c:pt idx="1050">
                  <c:v>0.2</c:v>
                </c:pt>
                <c:pt idx="1051">
                  <c:v>0.2</c:v>
                </c:pt>
                <c:pt idx="1052">
                  <c:v>0.2</c:v>
                </c:pt>
                <c:pt idx="1053">
                  <c:v>0.19</c:v>
                </c:pt>
                <c:pt idx="1054">
                  <c:v>0.18</c:v>
                </c:pt>
                <c:pt idx="1055">
                  <c:v>0.19</c:v>
                </c:pt>
                <c:pt idx="1056">
                  <c:v>0.18</c:v>
                </c:pt>
                <c:pt idx="1057">
                  <c:v>0.19</c:v>
                </c:pt>
                <c:pt idx="1058">
                  <c:v>0.18</c:v>
                </c:pt>
                <c:pt idx="1059">
                  <c:v>0.2</c:v>
                </c:pt>
                <c:pt idx="1060">
                  <c:v>0.2</c:v>
                </c:pt>
                <c:pt idx="1061">
                  <c:v>0.2</c:v>
                </c:pt>
                <c:pt idx="1062">
                  <c:v>0.21</c:v>
                </c:pt>
                <c:pt idx="1063">
                  <c:v>0.19</c:v>
                </c:pt>
                <c:pt idx="1064">
                  <c:v>0.19</c:v>
                </c:pt>
                <c:pt idx="1065">
                  <c:v>0.19</c:v>
                </c:pt>
                <c:pt idx="1066">
                  <c:v>0.19</c:v>
                </c:pt>
                <c:pt idx="1067">
                  <c:v>0.19</c:v>
                </c:pt>
                <c:pt idx="1068">
                  <c:v>0.18</c:v>
                </c:pt>
                <c:pt idx="1069">
                  <c:v>0.18</c:v>
                </c:pt>
                <c:pt idx="1070">
                  <c:v>0.19</c:v>
                </c:pt>
                <c:pt idx="1071">
                  <c:v>0.18</c:v>
                </c:pt>
                <c:pt idx="1072">
                  <c:v>0.2</c:v>
                </c:pt>
                <c:pt idx="1073">
                  <c:v>0.21</c:v>
                </c:pt>
                <c:pt idx="1074">
                  <c:v>0.2</c:v>
                </c:pt>
                <c:pt idx="1075">
                  <c:v>0.2</c:v>
                </c:pt>
                <c:pt idx="1076">
                  <c:v>0.17</c:v>
                </c:pt>
                <c:pt idx="1077">
                  <c:v>0.19</c:v>
                </c:pt>
                <c:pt idx="1078">
                  <c:v>0.19</c:v>
                </c:pt>
                <c:pt idx="1079">
                  <c:v>0.19</c:v>
                </c:pt>
                <c:pt idx="1080">
                  <c:v>0.18</c:v>
                </c:pt>
                <c:pt idx="1081">
                  <c:v>0.19</c:v>
                </c:pt>
                <c:pt idx="1082">
                  <c:v>0.19</c:v>
                </c:pt>
                <c:pt idx="1083">
                  <c:v>0.18</c:v>
                </c:pt>
                <c:pt idx="1084">
                  <c:v>0.19</c:v>
                </c:pt>
                <c:pt idx="1085">
                  <c:v>0.2</c:v>
                </c:pt>
                <c:pt idx="1086">
                  <c:v>0.18</c:v>
                </c:pt>
                <c:pt idx="1087">
                  <c:v>0.16</c:v>
                </c:pt>
                <c:pt idx="1088">
                  <c:v>0.16</c:v>
                </c:pt>
                <c:pt idx="1089">
                  <c:v>0.19</c:v>
                </c:pt>
                <c:pt idx="1090">
                  <c:v>0.22</c:v>
                </c:pt>
                <c:pt idx="1091">
                  <c:v>0.2</c:v>
                </c:pt>
                <c:pt idx="1092">
                  <c:v>0.2</c:v>
                </c:pt>
                <c:pt idx="1093">
                  <c:v>0.22</c:v>
                </c:pt>
                <c:pt idx="1094">
                  <c:v>0.2</c:v>
                </c:pt>
                <c:pt idx="1095">
                  <c:v>0.2</c:v>
                </c:pt>
                <c:pt idx="1096">
                  <c:v>0.21</c:v>
                </c:pt>
                <c:pt idx="1097">
                  <c:v>0.2</c:v>
                </c:pt>
                <c:pt idx="1098">
                  <c:v>0.2</c:v>
                </c:pt>
                <c:pt idx="1099">
                  <c:v>0.2</c:v>
                </c:pt>
                <c:pt idx="1100">
                  <c:v>0.18</c:v>
                </c:pt>
                <c:pt idx="1101">
                  <c:v>0.18</c:v>
                </c:pt>
                <c:pt idx="1102">
                  <c:v>0.17</c:v>
                </c:pt>
                <c:pt idx="1103">
                  <c:v>0.19</c:v>
                </c:pt>
                <c:pt idx="1104">
                  <c:v>0.19</c:v>
                </c:pt>
                <c:pt idx="1105">
                  <c:v>0.18</c:v>
                </c:pt>
                <c:pt idx="1106">
                  <c:v>0.17</c:v>
                </c:pt>
                <c:pt idx="1107">
                  <c:v>0.17</c:v>
                </c:pt>
                <c:pt idx="1108">
                  <c:v>0.17</c:v>
                </c:pt>
                <c:pt idx="1109">
                  <c:v>0.18</c:v>
                </c:pt>
                <c:pt idx="1110">
                  <c:v>0.17</c:v>
                </c:pt>
                <c:pt idx="1111">
                  <c:v>0.17</c:v>
                </c:pt>
                <c:pt idx="1112">
                  <c:v>0.15</c:v>
                </c:pt>
                <c:pt idx="1113">
                  <c:v>0.17</c:v>
                </c:pt>
                <c:pt idx="1114">
                  <c:v>0.16</c:v>
                </c:pt>
                <c:pt idx="1115">
                  <c:v>0.18</c:v>
                </c:pt>
                <c:pt idx="1116">
                  <c:v>0.18</c:v>
                </c:pt>
                <c:pt idx="1117">
                  <c:v>0.16</c:v>
                </c:pt>
                <c:pt idx="1118">
                  <c:v>0.18</c:v>
                </c:pt>
                <c:pt idx="1119">
                  <c:v>0.18</c:v>
                </c:pt>
                <c:pt idx="1120">
                  <c:v>0.18</c:v>
                </c:pt>
                <c:pt idx="1121">
                  <c:v>0.16</c:v>
                </c:pt>
                <c:pt idx="1122">
                  <c:v>0.19</c:v>
                </c:pt>
                <c:pt idx="1123">
                  <c:v>0.19</c:v>
                </c:pt>
                <c:pt idx="1124">
                  <c:v>0.2</c:v>
                </c:pt>
                <c:pt idx="1125">
                  <c:v>0.19</c:v>
                </c:pt>
                <c:pt idx="1126">
                  <c:v>0.18</c:v>
                </c:pt>
                <c:pt idx="1127">
                  <c:v>0.17</c:v>
                </c:pt>
                <c:pt idx="1128">
                  <c:v>0.18</c:v>
                </c:pt>
                <c:pt idx="1129">
                  <c:v>0.16</c:v>
                </c:pt>
                <c:pt idx="1130">
                  <c:v>0.17</c:v>
                </c:pt>
                <c:pt idx="1131">
                  <c:v>0.17</c:v>
                </c:pt>
                <c:pt idx="1132">
                  <c:v>0.18</c:v>
                </c:pt>
                <c:pt idx="1133">
                  <c:v>0.19</c:v>
                </c:pt>
                <c:pt idx="1134">
                  <c:v>0.18</c:v>
                </c:pt>
                <c:pt idx="1135">
                  <c:v>0.18</c:v>
                </c:pt>
                <c:pt idx="1136">
                  <c:v>0.18</c:v>
                </c:pt>
                <c:pt idx="1137">
                  <c:v>0.19</c:v>
                </c:pt>
                <c:pt idx="1138">
                  <c:v>0.19</c:v>
                </c:pt>
                <c:pt idx="1139">
                  <c:v>0.22</c:v>
                </c:pt>
                <c:pt idx="1140">
                  <c:v>0.24</c:v>
                </c:pt>
                <c:pt idx="1141">
                  <c:v>0.25</c:v>
                </c:pt>
                <c:pt idx="1142">
                  <c:v>0.21</c:v>
                </c:pt>
                <c:pt idx="1143">
                  <c:v>0.19500000000000001</c:v>
                </c:pt>
                <c:pt idx="1144">
                  <c:v>0.2</c:v>
                </c:pt>
                <c:pt idx="1145">
                  <c:v>0.19</c:v>
                </c:pt>
                <c:pt idx="1146">
                  <c:v>0.2</c:v>
                </c:pt>
                <c:pt idx="1147">
                  <c:v>0.2</c:v>
                </c:pt>
                <c:pt idx="1148">
                  <c:v>0.17</c:v>
                </c:pt>
                <c:pt idx="1149">
                  <c:v>0.18</c:v>
                </c:pt>
                <c:pt idx="1150">
                  <c:v>0.19</c:v>
                </c:pt>
                <c:pt idx="1151">
                  <c:v>0.19</c:v>
                </c:pt>
                <c:pt idx="1152">
                  <c:v>0.17</c:v>
                </c:pt>
                <c:pt idx="1153">
                  <c:v>0.18</c:v>
                </c:pt>
                <c:pt idx="1154">
                  <c:v>0.17</c:v>
                </c:pt>
                <c:pt idx="1155">
                  <c:v>0.18</c:v>
                </c:pt>
                <c:pt idx="1156">
                  <c:v>0.16</c:v>
                </c:pt>
                <c:pt idx="1157">
                  <c:v>0.18</c:v>
                </c:pt>
                <c:pt idx="1158">
                  <c:v>0.16</c:v>
                </c:pt>
                <c:pt idx="1159">
                  <c:v>0.17</c:v>
                </c:pt>
                <c:pt idx="1160">
                  <c:v>0.17</c:v>
                </c:pt>
                <c:pt idx="1161">
                  <c:v>0.16</c:v>
                </c:pt>
                <c:pt idx="1162">
                  <c:v>0.16</c:v>
                </c:pt>
                <c:pt idx="1163">
                  <c:v>0.17</c:v>
                </c:pt>
                <c:pt idx="1164">
                  <c:v>0.16</c:v>
                </c:pt>
                <c:pt idx="1165">
                  <c:v>0.16</c:v>
                </c:pt>
                <c:pt idx="1166">
                  <c:v>0.17</c:v>
                </c:pt>
                <c:pt idx="1167">
                  <c:v>0.16</c:v>
                </c:pt>
                <c:pt idx="1168">
                  <c:v>0.19</c:v>
                </c:pt>
                <c:pt idx="1169">
                  <c:v>0.18</c:v>
                </c:pt>
                <c:pt idx="1170">
                  <c:v>0.17</c:v>
                </c:pt>
                <c:pt idx="1171">
                  <c:v>0.16</c:v>
                </c:pt>
                <c:pt idx="1172">
                  <c:v>0.2</c:v>
                </c:pt>
                <c:pt idx="1173">
                  <c:v>0.2</c:v>
                </c:pt>
                <c:pt idx="1174">
                  <c:v>0.21</c:v>
                </c:pt>
                <c:pt idx="1175">
                  <c:v>0.21</c:v>
                </c:pt>
                <c:pt idx="1176">
                  <c:v>0.19</c:v>
                </c:pt>
                <c:pt idx="1177">
                  <c:v>0.19</c:v>
                </c:pt>
                <c:pt idx="1178">
                  <c:v>0.18</c:v>
                </c:pt>
                <c:pt idx="1179">
                  <c:v>0.2</c:v>
                </c:pt>
                <c:pt idx="1180">
                  <c:v>0.18</c:v>
                </c:pt>
                <c:pt idx="1181">
                  <c:v>0.15</c:v>
                </c:pt>
                <c:pt idx="1182">
                  <c:v>0.14000000000000001</c:v>
                </c:pt>
                <c:pt idx="1183">
                  <c:v>0.15</c:v>
                </c:pt>
                <c:pt idx="1184">
                  <c:v>0.16</c:v>
                </c:pt>
                <c:pt idx="1185">
                  <c:v>0.18</c:v>
                </c:pt>
                <c:pt idx="1186">
                  <c:v>0.19</c:v>
                </c:pt>
                <c:pt idx="1187">
                  <c:v>0.19</c:v>
                </c:pt>
                <c:pt idx="1188">
                  <c:v>0.19</c:v>
                </c:pt>
                <c:pt idx="1189">
                  <c:v>0.2</c:v>
                </c:pt>
                <c:pt idx="1190">
                  <c:v>0.19</c:v>
                </c:pt>
                <c:pt idx="1191">
                  <c:v>0.18</c:v>
                </c:pt>
                <c:pt idx="1192">
                  <c:v>0.17</c:v>
                </c:pt>
                <c:pt idx="1193">
                  <c:v>0.18</c:v>
                </c:pt>
                <c:pt idx="1194">
                  <c:v>0.17</c:v>
                </c:pt>
                <c:pt idx="1195">
                  <c:v>0.16</c:v>
                </c:pt>
                <c:pt idx="1196">
                  <c:v>0.17</c:v>
                </c:pt>
                <c:pt idx="1197">
                  <c:v>0.17</c:v>
                </c:pt>
                <c:pt idx="1198">
                  <c:v>0.17</c:v>
                </c:pt>
                <c:pt idx="1199">
                  <c:v>0.21</c:v>
                </c:pt>
                <c:pt idx="1200">
                  <c:v>0.2</c:v>
                </c:pt>
                <c:pt idx="1201">
                  <c:v>0.18</c:v>
                </c:pt>
                <c:pt idx="1202">
                  <c:v>0.18</c:v>
                </c:pt>
                <c:pt idx="1203">
                  <c:v>0.18</c:v>
                </c:pt>
                <c:pt idx="1204">
                  <c:v>0.17</c:v>
                </c:pt>
                <c:pt idx="1205">
                  <c:v>0.16</c:v>
                </c:pt>
                <c:pt idx="1206">
                  <c:v>0.18</c:v>
                </c:pt>
                <c:pt idx="1207">
                  <c:v>0.16</c:v>
                </c:pt>
                <c:pt idx="1208">
                  <c:v>0.17</c:v>
                </c:pt>
                <c:pt idx="1209">
                  <c:v>0.18</c:v>
                </c:pt>
                <c:pt idx="1210">
                  <c:v>0.17</c:v>
                </c:pt>
                <c:pt idx="1211">
                  <c:v>0.18</c:v>
                </c:pt>
                <c:pt idx="1212">
                  <c:v>0.17</c:v>
                </c:pt>
                <c:pt idx="1213">
                  <c:v>0.16</c:v>
                </c:pt>
                <c:pt idx="1214">
                  <c:v>0.17</c:v>
                </c:pt>
                <c:pt idx="1215">
                  <c:v>0.17</c:v>
                </c:pt>
                <c:pt idx="1216">
                  <c:v>0.17</c:v>
                </c:pt>
                <c:pt idx="1217">
                  <c:v>0.18</c:v>
                </c:pt>
                <c:pt idx="1218">
                  <c:v>0.19</c:v>
                </c:pt>
                <c:pt idx="1219">
                  <c:v>0.18</c:v>
                </c:pt>
                <c:pt idx="1220">
                  <c:v>0.17</c:v>
                </c:pt>
                <c:pt idx="1221">
                  <c:v>0.19</c:v>
                </c:pt>
                <c:pt idx="1222">
                  <c:v>0.2</c:v>
                </c:pt>
                <c:pt idx="1223">
                  <c:v>0.16</c:v>
                </c:pt>
                <c:pt idx="1224">
                  <c:v>0.16</c:v>
                </c:pt>
                <c:pt idx="1225">
                  <c:v>0.15</c:v>
                </c:pt>
                <c:pt idx="1226">
                  <c:v>0.16</c:v>
                </c:pt>
                <c:pt idx="1227">
                  <c:v>0.16</c:v>
                </c:pt>
                <c:pt idx="1228">
                  <c:v>0.14499999999999999</c:v>
                </c:pt>
                <c:pt idx="1229">
                  <c:v>0.15</c:v>
                </c:pt>
                <c:pt idx="1230">
                  <c:v>0.14000000000000001</c:v>
                </c:pt>
                <c:pt idx="1231">
                  <c:v>0.13</c:v>
                </c:pt>
                <c:pt idx="1232">
                  <c:v>0.14499999999999999</c:v>
                </c:pt>
                <c:pt idx="1233">
                  <c:v>0.14000000000000001</c:v>
                </c:pt>
                <c:pt idx="1234">
                  <c:v>0.15</c:v>
                </c:pt>
                <c:pt idx="1235">
                  <c:v>0.15</c:v>
                </c:pt>
                <c:pt idx="1236">
                  <c:v>0.14499999999999999</c:v>
                </c:pt>
                <c:pt idx="1237">
                  <c:v>0.15</c:v>
                </c:pt>
                <c:pt idx="1238">
                  <c:v>0.16</c:v>
                </c:pt>
                <c:pt idx="1239">
                  <c:v>0.14000000000000001</c:v>
                </c:pt>
                <c:pt idx="1240">
                  <c:v>0.14000000000000001</c:v>
                </c:pt>
                <c:pt idx="1241">
                  <c:v>0.16</c:v>
                </c:pt>
                <c:pt idx="1242">
                  <c:v>0.17</c:v>
                </c:pt>
                <c:pt idx="1243">
                  <c:v>0.17</c:v>
                </c:pt>
                <c:pt idx="1244">
                  <c:v>0.15</c:v>
                </c:pt>
                <c:pt idx="1245">
                  <c:v>0.15</c:v>
                </c:pt>
                <c:pt idx="1246">
                  <c:v>0.15</c:v>
                </c:pt>
                <c:pt idx="1247">
                  <c:v>0.15</c:v>
                </c:pt>
                <c:pt idx="1248">
                  <c:v>0.16</c:v>
                </c:pt>
                <c:pt idx="1249">
                  <c:v>0.16</c:v>
                </c:pt>
                <c:pt idx="1250">
                  <c:v>0.18</c:v>
                </c:pt>
                <c:pt idx="1251">
                  <c:v>0.16500000000000001</c:v>
                </c:pt>
                <c:pt idx="1252">
                  <c:v>0.17</c:v>
                </c:pt>
                <c:pt idx="1253">
                  <c:v>0.16500000000000001</c:v>
                </c:pt>
                <c:pt idx="1254">
                  <c:v>0.155</c:v>
                </c:pt>
                <c:pt idx="1255">
                  <c:v>0.155</c:v>
                </c:pt>
                <c:pt idx="1256">
                  <c:v>0.17</c:v>
                </c:pt>
                <c:pt idx="1257">
                  <c:v>0.17</c:v>
                </c:pt>
                <c:pt idx="1258">
                  <c:v>0.17499999999999999</c:v>
                </c:pt>
                <c:pt idx="1259">
                  <c:v>0.16</c:v>
                </c:pt>
                <c:pt idx="1260">
                  <c:v>0.15</c:v>
                </c:pt>
                <c:pt idx="1261">
                  <c:v>0.15</c:v>
                </c:pt>
                <c:pt idx="1262">
                  <c:v>0.14499999999999999</c:v>
                </c:pt>
                <c:pt idx="1263">
                  <c:v>0.17</c:v>
                </c:pt>
                <c:pt idx="1264">
                  <c:v>0.16</c:v>
                </c:pt>
                <c:pt idx="1265">
                  <c:v>0.16</c:v>
                </c:pt>
                <c:pt idx="1266">
                  <c:v>0.17</c:v>
                </c:pt>
                <c:pt idx="1267">
                  <c:v>0.14000000000000001</c:v>
                </c:pt>
                <c:pt idx="1268">
                  <c:v>0.15</c:v>
                </c:pt>
                <c:pt idx="1269">
                  <c:v>0.14000000000000001</c:v>
                </c:pt>
                <c:pt idx="1270">
                  <c:v>0.15</c:v>
                </c:pt>
                <c:pt idx="1271">
                  <c:v>0.14499999999999999</c:v>
                </c:pt>
                <c:pt idx="1272">
                  <c:v>0.15</c:v>
                </c:pt>
                <c:pt idx="1273">
                  <c:v>0.155</c:v>
                </c:pt>
                <c:pt idx="1274">
                  <c:v>0.17</c:v>
                </c:pt>
                <c:pt idx="1275">
                  <c:v>0.155</c:v>
                </c:pt>
                <c:pt idx="1276">
                  <c:v>0.15</c:v>
                </c:pt>
                <c:pt idx="1277">
                  <c:v>0.16</c:v>
                </c:pt>
                <c:pt idx="1278">
                  <c:v>0.17</c:v>
                </c:pt>
                <c:pt idx="1279">
                  <c:v>0.16500000000000001</c:v>
                </c:pt>
                <c:pt idx="1280">
                  <c:v>0.16</c:v>
                </c:pt>
                <c:pt idx="1281">
                  <c:v>0.16</c:v>
                </c:pt>
                <c:pt idx="1282">
                  <c:v>0.155</c:v>
                </c:pt>
                <c:pt idx="1283">
                  <c:v>0.16</c:v>
                </c:pt>
                <c:pt idx="1284">
                  <c:v>0.15</c:v>
                </c:pt>
                <c:pt idx="1285">
                  <c:v>0.16</c:v>
                </c:pt>
                <c:pt idx="1286">
                  <c:v>0.16500000000000001</c:v>
                </c:pt>
                <c:pt idx="1287">
                  <c:v>0.16</c:v>
                </c:pt>
                <c:pt idx="1288">
                  <c:v>0.15</c:v>
                </c:pt>
                <c:pt idx="1289">
                  <c:v>0.15</c:v>
                </c:pt>
                <c:pt idx="1290">
                  <c:v>0.155</c:v>
                </c:pt>
                <c:pt idx="1291">
                  <c:v>0.16</c:v>
                </c:pt>
                <c:pt idx="1292">
                  <c:v>0.17</c:v>
                </c:pt>
                <c:pt idx="1293">
                  <c:v>0.15</c:v>
                </c:pt>
                <c:pt idx="1294">
                  <c:v>0.15</c:v>
                </c:pt>
                <c:pt idx="1295">
                  <c:v>0.15</c:v>
                </c:pt>
                <c:pt idx="1296">
                  <c:v>0.155</c:v>
                </c:pt>
                <c:pt idx="1297">
                  <c:v>0.16</c:v>
                </c:pt>
                <c:pt idx="1298">
                  <c:v>0.18</c:v>
                </c:pt>
                <c:pt idx="1299">
                  <c:v>0.17499999999999999</c:v>
                </c:pt>
                <c:pt idx="1300">
                  <c:v>0.18</c:v>
                </c:pt>
                <c:pt idx="1301">
                  <c:v>0.18</c:v>
                </c:pt>
                <c:pt idx="1302">
                  <c:v>0.17</c:v>
                </c:pt>
                <c:pt idx="1303">
                  <c:v>0.18</c:v>
                </c:pt>
                <c:pt idx="1304">
                  <c:v>0.19</c:v>
                </c:pt>
                <c:pt idx="1305">
                  <c:v>0.16500000000000001</c:v>
                </c:pt>
                <c:pt idx="1306">
                  <c:v>0.14000000000000001</c:v>
                </c:pt>
                <c:pt idx="1307">
                  <c:v>0.15</c:v>
                </c:pt>
                <c:pt idx="1308">
                  <c:v>0.14000000000000001</c:v>
                </c:pt>
                <c:pt idx="1309">
                  <c:v>0.14000000000000001</c:v>
                </c:pt>
                <c:pt idx="1310">
                  <c:v>0.14000000000000001</c:v>
                </c:pt>
                <c:pt idx="1311">
                  <c:v>0.14000000000000001</c:v>
                </c:pt>
                <c:pt idx="1312">
                  <c:v>0.16</c:v>
                </c:pt>
                <c:pt idx="1313">
                  <c:v>0.16</c:v>
                </c:pt>
                <c:pt idx="1314">
                  <c:v>0.14499999999999999</c:v>
                </c:pt>
                <c:pt idx="1315">
                  <c:v>0.12</c:v>
                </c:pt>
                <c:pt idx="1316">
                  <c:v>0.13</c:v>
                </c:pt>
                <c:pt idx="1317">
                  <c:v>0.14000000000000001</c:v>
                </c:pt>
                <c:pt idx="1318">
                  <c:v>0.13500000000000001</c:v>
                </c:pt>
                <c:pt idx="1319">
                  <c:v>0.13</c:v>
                </c:pt>
                <c:pt idx="1320">
                  <c:v>0.13500000000000001</c:v>
                </c:pt>
                <c:pt idx="1321">
                  <c:v>0.15</c:v>
                </c:pt>
                <c:pt idx="1322">
                  <c:v>0.14000000000000001</c:v>
                </c:pt>
                <c:pt idx="1323">
                  <c:v>0.14000000000000001</c:v>
                </c:pt>
                <c:pt idx="1324">
                  <c:v>0.13500000000000001</c:v>
                </c:pt>
                <c:pt idx="1325">
                  <c:v>0.14000000000000001</c:v>
                </c:pt>
                <c:pt idx="1326">
                  <c:v>0.14000000000000001</c:v>
                </c:pt>
                <c:pt idx="1327">
                  <c:v>0.13</c:v>
                </c:pt>
                <c:pt idx="1328">
                  <c:v>0.13500000000000001</c:v>
                </c:pt>
                <c:pt idx="1329">
                  <c:v>0.11</c:v>
                </c:pt>
                <c:pt idx="1330">
                  <c:v>0.125</c:v>
                </c:pt>
                <c:pt idx="1331">
                  <c:v>0.12</c:v>
                </c:pt>
                <c:pt idx="1332">
                  <c:v>0.12</c:v>
                </c:pt>
                <c:pt idx="1333">
                  <c:v>0.125</c:v>
                </c:pt>
                <c:pt idx="1334">
                  <c:v>0.13</c:v>
                </c:pt>
                <c:pt idx="1335">
                  <c:v>0.13</c:v>
                </c:pt>
                <c:pt idx="1336">
                  <c:v>0.13</c:v>
                </c:pt>
                <c:pt idx="1337">
                  <c:v>0.15</c:v>
                </c:pt>
                <c:pt idx="1338">
                  <c:v>0.13500000000000001</c:v>
                </c:pt>
                <c:pt idx="1339">
                  <c:v>0.12</c:v>
                </c:pt>
                <c:pt idx="1340">
                  <c:v>0.13</c:v>
                </c:pt>
                <c:pt idx="1341">
                  <c:v>0.13</c:v>
                </c:pt>
                <c:pt idx="1342">
                  <c:v>0.14000000000000001</c:v>
                </c:pt>
                <c:pt idx="1343">
                  <c:v>0.13500000000000001</c:v>
                </c:pt>
                <c:pt idx="1344">
                  <c:v>0.14000000000000001</c:v>
                </c:pt>
                <c:pt idx="1345">
                  <c:v>0.125</c:v>
                </c:pt>
                <c:pt idx="1346">
                  <c:v>0.12</c:v>
                </c:pt>
                <c:pt idx="1347">
                  <c:v>0.14499999999999999</c:v>
                </c:pt>
                <c:pt idx="1348">
                  <c:v>0.13</c:v>
                </c:pt>
                <c:pt idx="1349">
                  <c:v>0.13500000000000001</c:v>
                </c:pt>
                <c:pt idx="1350">
                  <c:v>0.14000000000000001</c:v>
                </c:pt>
                <c:pt idx="1351">
                  <c:v>0.14000000000000001</c:v>
                </c:pt>
                <c:pt idx="1352">
                  <c:v>0.13</c:v>
                </c:pt>
                <c:pt idx="1353">
                  <c:v>0.13</c:v>
                </c:pt>
                <c:pt idx="1354">
                  <c:v>0.14499999999999999</c:v>
                </c:pt>
                <c:pt idx="1355">
                  <c:v>0.13</c:v>
                </c:pt>
                <c:pt idx="1356">
                  <c:v>0.13</c:v>
                </c:pt>
                <c:pt idx="1357">
                  <c:v>0.14000000000000001</c:v>
                </c:pt>
                <c:pt idx="1358">
                  <c:v>0.13</c:v>
                </c:pt>
                <c:pt idx="1359">
                  <c:v>0.13500000000000001</c:v>
                </c:pt>
                <c:pt idx="1360">
                  <c:v>0.12</c:v>
                </c:pt>
                <c:pt idx="1361">
                  <c:v>0.125</c:v>
                </c:pt>
                <c:pt idx="1362">
                  <c:v>0.12</c:v>
                </c:pt>
                <c:pt idx="1363">
                  <c:v>0.12</c:v>
                </c:pt>
                <c:pt idx="1364">
                  <c:v>0.125</c:v>
                </c:pt>
                <c:pt idx="1365">
                  <c:v>0.14000000000000001</c:v>
                </c:pt>
                <c:pt idx="1366">
                  <c:v>0.13500000000000001</c:v>
                </c:pt>
                <c:pt idx="1367">
                  <c:v>0.12</c:v>
                </c:pt>
                <c:pt idx="1368">
                  <c:v>0.115</c:v>
                </c:pt>
                <c:pt idx="1369">
                  <c:v>0.11</c:v>
                </c:pt>
                <c:pt idx="1370">
                  <c:v>0.12</c:v>
                </c:pt>
                <c:pt idx="1371">
                  <c:v>0.125</c:v>
                </c:pt>
                <c:pt idx="1372">
                  <c:v>0.13</c:v>
                </c:pt>
                <c:pt idx="1373">
                  <c:v>0.13</c:v>
                </c:pt>
                <c:pt idx="1374">
                  <c:v>0.14000000000000001</c:v>
                </c:pt>
                <c:pt idx="1375">
                  <c:v>0.13</c:v>
                </c:pt>
                <c:pt idx="1376">
                  <c:v>0.13</c:v>
                </c:pt>
                <c:pt idx="1377">
                  <c:v>0.13</c:v>
                </c:pt>
                <c:pt idx="1378">
                  <c:v>0.125</c:v>
                </c:pt>
                <c:pt idx="1379">
                  <c:v>0.12</c:v>
                </c:pt>
                <c:pt idx="1380">
                  <c:v>0.115</c:v>
                </c:pt>
                <c:pt idx="1381">
                  <c:v>0.115</c:v>
                </c:pt>
                <c:pt idx="1382">
                  <c:v>0.11</c:v>
                </c:pt>
                <c:pt idx="1383">
                  <c:v>0.12</c:v>
                </c:pt>
                <c:pt idx="1384">
                  <c:v>0.12</c:v>
                </c:pt>
                <c:pt idx="1385">
                  <c:v>0.12</c:v>
                </c:pt>
                <c:pt idx="1386">
                  <c:v>0.115</c:v>
                </c:pt>
                <c:pt idx="1387">
                  <c:v>0.12</c:v>
                </c:pt>
                <c:pt idx="1388">
                  <c:v>0.14000000000000001</c:v>
                </c:pt>
                <c:pt idx="1389">
                  <c:v>0.14499999999999999</c:v>
                </c:pt>
                <c:pt idx="1390">
                  <c:v>0.13</c:v>
                </c:pt>
                <c:pt idx="1391">
                  <c:v>0.12</c:v>
                </c:pt>
                <c:pt idx="1392">
                  <c:v>0.13</c:v>
                </c:pt>
                <c:pt idx="1393">
                  <c:v>0.15</c:v>
                </c:pt>
                <c:pt idx="1394">
                  <c:v>0.14000000000000001</c:v>
                </c:pt>
                <c:pt idx="1395">
                  <c:v>0.14000000000000001</c:v>
                </c:pt>
                <c:pt idx="1396">
                  <c:v>0.13</c:v>
                </c:pt>
                <c:pt idx="1397">
                  <c:v>0.11</c:v>
                </c:pt>
                <c:pt idx="1398">
                  <c:v>0.11</c:v>
                </c:pt>
                <c:pt idx="1399">
                  <c:v>0.11</c:v>
                </c:pt>
                <c:pt idx="1400">
                  <c:v>0.1</c:v>
                </c:pt>
                <c:pt idx="1401">
                  <c:v>0.1</c:v>
                </c:pt>
                <c:pt idx="1402">
                  <c:v>0.11</c:v>
                </c:pt>
                <c:pt idx="1403">
                  <c:v>0.11</c:v>
                </c:pt>
                <c:pt idx="1404">
                  <c:v>0.1</c:v>
                </c:pt>
                <c:pt idx="1405">
                  <c:v>0.1</c:v>
                </c:pt>
                <c:pt idx="1406">
                  <c:v>0.11</c:v>
                </c:pt>
                <c:pt idx="1407">
                  <c:v>0.13</c:v>
                </c:pt>
                <c:pt idx="1408">
                  <c:v>0.14000000000000001</c:v>
                </c:pt>
                <c:pt idx="1409">
                  <c:v>0.12</c:v>
                </c:pt>
                <c:pt idx="1410">
                  <c:v>0.12</c:v>
                </c:pt>
                <c:pt idx="1411">
                  <c:v>0.11</c:v>
                </c:pt>
                <c:pt idx="1412">
                  <c:v>0.12</c:v>
                </c:pt>
                <c:pt idx="1413">
                  <c:v>0.11</c:v>
                </c:pt>
                <c:pt idx="1414">
                  <c:v>0.12</c:v>
                </c:pt>
                <c:pt idx="1415">
                  <c:v>0.13</c:v>
                </c:pt>
                <c:pt idx="1416">
                  <c:v>0.12</c:v>
                </c:pt>
                <c:pt idx="1417">
                  <c:v>0.13</c:v>
                </c:pt>
                <c:pt idx="1418">
                  <c:v>0.12</c:v>
                </c:pt>
                <c:pt idx="1419">
                  <c:v>0.12</c:v>
                </c:pt>
                <c:pt idx="1420">
                  <c:v>0.12</c:v>
                </c:pt>
                <c:pt idx="1421">
                  <c:v>0.12</c:v>
                </c:pt>
                <c:pt idx="1422">
                  <c:v>0.12</c:v>
                </c:pt>
                <c:pt idx="1423">
                  <c:v>0.12</c:v>
                </c:pt>
                <c:pt idx="1424">
                  <c:v>0.12</c:v>
                </c:pt>
                <c:pt idx="1425">
                  <c:v>0.11</c:v>
                </c:pt>
                <c:pt idx="1426">
                  <c:v>0.11</c:v>
                </c:pt>
                <c:pt idx="1427">
                  <c:v>0.11</c:v>
                </c:pt>
                <c:pt idx="1428">
                  <c:v>0.1</c:v>
                </c:pt>
                <c:pt idx="1429">
                  <c:v>0.1</c:v>
                </c:pt>
                <c:pt idx="1430">
                  <c:v>0.11</c:v>
                </c:pt>
                <c:pt idx="1431">
                  <c:v>0.13</c:v>
                </c:pt>
                <c:pt idx="1432">
                  <c:v>0.12</c:v>
                </c:pt>
                <c:pt idx="1433">
                  <c:v>0.12</c:v>
                </c:pt>
                <c:pt idx="1434">
                  <c:v>0.13</c:v>
                </c:pt>
                <c:pt idx="1435">
                  <c:v>0.11</c:v>
                </c:pt>
                <c:pt idx="1436">
                  <c:v>0.12</c:v>
                </c:pt>
                <c:pt idx="1437">
                  <c:v>0.13</c:v>
                </c:pt>
                <c:pt idx="1438">
                  <c:v>0.13</c:v>
                </c:pt>
                <c:pt idx="1439">
                  <c:v>0.13</c:v>
                </c:pt>
                <c:pt idx="1440">
                  <c:v>0.16</c:v>
                </c:pt>
                <c:pt idx="1441">
                  <c:v>0.21</c:v>
                </c:pt>
                <c:pt idx="1442">
                  <c:v>0.22</c:v>
                </c:pt>
                <c:pt idx="1443">
                  <c:v>0.23</c:v>
                </c:pt>
                <c:pt idx="1444">
                  <c:v>0.25</c:v>
                </c:pt>
                <c:pt idx="1445">
                  <c:v>0.34</c:v>
                </c:pt>
                <c:pt idx="1446">
                  <c:v>0.34</c:v>
                </c:pt>
                <c:pt idx="1447">
                  <c:v>0.35</c:v>
                </c:pt>
                <c:pt idx="1448">
                  <c:v>0.36</c:v>
                </c:pt>
                <c:pt idx="1449">
                  <c:v>0.44</c:v>
                </c:pt>
                <c:pt idx="1450">
                  <c:v>0.36</c:v>
                </c:pt>
                <c:pt idx="1451">
                  <c:v>0.36</c:v>
                </c:pt>
                <c:pt idx="1452">
                  <c:v>0.3</c:v>
                </c:pt>
                <c:pt idx="1453">
                  <c:v>0.27</c:v>
                </c:pt>
                <c:pt idx="1454">
                  <c:v>0.26</c:v>
                </c:pt>
                <c:pt idx="1455">
                  <c:v>0.25</c:v>
                </c:pt>
                <c:pt idx="1456">
                  <c:v>0.25</c:v>
                </c:pt>
                <c:pt idx="1457">
                  <c:v>0.25</c:v>
                </c:pt>
                <c:pt idx="1458">
                  <c:v>0.23</c:v>
                </c:pt>
                <c:pt idx="1459">
                  <c:v>0.21</c:v>
                </c:pt>
                <c:pt idx="1460">
                  <c:v>0.23</c:v>
                </c:pt>
                <c:pt idx="1461">
                  <c:v>0.21</c:v>
                </c:pt>
                <c:pt idx="1462">
                  <c:v>0.23</c:v>
                </c:pt>
                <c:pt idx="1463">
                  <c:v>0.2</c:v>
                </c:pt>
                <c:pt idx="1464">
                  <c:v>0.22</c:v>
                </c:pt>
                <c:pt idx="1465">
                  <c:v>0.19</c:v>
                </c:pt>
                <c:pt idx="1466">
                  <c:v>0.2</c:v>
                </c:pt>
                <c:pt idx="1467">
                  <c:v>0.19</c:v>
                </c:pt>
                <c:pt idx="1468">
                  <c:v>0.19</c:v>
                </c:pt>
                <c:pt idx="1469">
                  <c:v>0.19</c:v>
                </c:pt>
                <c:pt idx="1470">
                  <c:v>0.2</c:v>
                </c:pt>
                <c:pt idx="1471">
                  <c:v>0.18</c:v>
                </c:pt>
                <c:pt idx="1472">
                  <c:v>0.19</c:v>
                </c:pt>
                <c:pt idx="1473">
                  <c:v>0.18</c:v>
                </c:pt>
                <c:pt idx="1474">
                  <c:v>0.19</c:v>
                </c:pt>
                <c:pt idx="1475">
                  <c:v>0.19</c:v>
                </c:pt>
                <c:pt idx="1476">
                  <c:v>0.16</c:v>
                </c:pt>
                <c:pt idx="1477">
                  <c:v>0.18</c:v>
                </c:pt>
                <c:pt idx="1478">
                  <c:v>0.19</c:v>
                </c:pt>
                <c:pt idx="1479">
                  <c:v>0.19</c:v>
                </c:pt>
                <c:pt idx="1480">
                  <c:v>0.2</c:v>
                </c:pt>
                <c:pt idx="1481">
                  <c:v>0.21</c:v>
                </c:pt>
                <c:pt idx="1482">
                  <c:v>0.2</c:v>
                </c:pt>
                <c:pt idx="1483">
                  <c:v>0.19</c:v>
                </c:pt>
                <c:pt idx="1484">
                  <c:v>0.2</c:v>
                </c:pt>
                <c:pt idx="1485">
                  <c:v>0.18</c:v>
                </c:pt>
                <c:pt idx="1486">
                  <c:v>0.17</c:v>
                </c:pt>
                <c:pt idx="1487">
                  <c:v>0.16</c:v>
                </c:pt>
                <c:pt idx="1488">
                  <c:v>0.18</c:v>
                </c:pt>
                <c:pt idx="1489">
                  <c:v>0.18</c:v>
                </c:pt>
                <c:pt idx="1490">
                  <c:v>0.18</c:v>
                </c:pt>
                <c:pt idx="1491">
                  <c:v>0.2</c:v>
                </c:pt>
                <c:pt idx="1492">
                  <c:v>0.2</c:v>
                </c:pt>
                <c:pt idx="1493">
                  <c:v>0.2</c:v>
                </c:pt>
                <c:pt idx="1494">
                  <c:v>0.2</c:v>
                </c:pt>
                <c:pt idx="1495">
                  <c:v>0.19</c:v>
                </c:pt>
                <c:pt idx="1496">
                  <c:v>0.18</c:v>
                </c:pt>
                <c:pt idx="1497">
                  <c:v>0.22</c:v>
                </c:pt>
                <c:pt idx="1498">
                  <c:v>0.2</c:v>
                </c:pt>
                <c:pt idx="1499">
                  <c:v>0.19</c:v>
                </c:pt>
                <c:pt idx="1500">
                  <c:v>0.2</c:v>
                </c:pt>
                <c:pt idx="1501">
                  <c:v>0.21</c:v>
                </c:pt>
                <c:pt idx="1502">
                  <c:v>0.19</c:v>
                </c:pt>
                <c:pt idx="1503">
                  <c:v>0.21</c:v>
                </c:pt>
                <c:pt idx="1504">
                  <c:v>0.19</c:v>
                </c:pt>
                <c:pt idx="1505">
                  <c:v>0.18</c:v>
                </c:pt>
                <c:pt idx="1506">
                  <c:v>0.19</c:v>
                </c:pt>
                <c:pt idx="1507">
                  <c:v>0.18</c:v>
                </c:pt>
                <c:pt idx="1508">
                  <c:v>0.18</c:v>
                </c:pt>
                <c:pt idx="1509">
                  <c:v>0.17</c:v>
                </c:pt>
                <c:pt idx="1510">
                  <c:v>0.17</c:v>
                </c:pt>
                <c:pt idx="1511">
                  <c:v>0.19</c:v>
                </c:pt>
                <c:pt idx="1512">
                  <c:v>0.18</c:v>
                </c:pt>
                <c:pt idx="1513">
                  <c:v>0.19</c:v>
                </c:pt>
                <c:pt idx="1514">
                  <c:v>0.19</c:v>
                </c:pt>
                <c:pt idx="1515">
                  <c:v>0.19</c:v>
                </c:pt>
                <c:pt idx="1516">
                  <c:v>0.19</c:v>
                </c:pt>
                <c:pt idx="1517">
                  <c:v>0.16</c:v>
                </c:pt>
                <c:pt idx="1518">
                  <c:v>0.16</c:v>
                </c:pt>
                <c:pt idx="1519">
                  <c:v>0.17</c:v>
                </c:pt>
                <c:pt idx="1520">
                  <c:v>0.16</c:v>
                </c:pt>
                <c:pt idx="1521">
                  <c:v>0.16</c:v>
                </c:pt>
                <c:pt idx="1522">
                  <c:v>0.17</c:v>
                </c:pt>
                <c:pt idx="1523">
                  <c:v>0.18</c:v>
                </c:pt>
                <c:pt idx="1524">
                  <c:v>0.19</c:v>
                </c:pt>
                <c:pt idx="1525">
                  <c:v>0.17</c:v>
                </c:pt>
                <c:pt idx="1526">
                  <c:v>0.18</c:v>
                </c:pt>
                <c:pt idx="1527">
                  <c:v>0.17</c:v>
                </c:pt>
                <c:pt idx="1528">
                  <c:v>0.16</c:v>
                </c:pt>
                <c:pt idx="1529">
                  <c:v>0.15</c:v>
                </c:pt>
                <c:pt idx="1530">
                  <c:v>0.15</c:v>
                </c:pt>
                <c:pt idx="1531">
                  <c:v>0.16</c:v>
                </c:pt>
                <c:pt idx="1532">
                  <c:v>0.15</c:v>
                </c:pt>
                <c:pt idx="1533">
                  <c:v>0.17</c:v>
                </c:pt>
                <c:pt idx="1534">
                  <c:v>0.17</c:v>
                </c:pt>
                <c:pt idx="1535">
                  <c:v>0.17</c:v>
                </c:pt>
                <c:pt idx="1536">
                  <c:v>0.16</c:v>
                </c:pt>
                <c:pt idx="1537">
                  <c:v>0.16</c:v>
                </c:pt>
                <c:pt idx="1538">
                  <c:v>0.16</c:v>
                </c:pt>
                <c:pt idx="1539">
                  <c:v>0.16</c:v>
                </c:pt>
                <c:pt idx="1540">
                  <c:v>0.15</c:v>
                </c:pt>
                <c:pt idx="1541">
                  <c:v>0.15</c:v>
                </c:pt>
                <c:pt idx="1542">
                  <c:v>0.15</c:v>
                </c:pt>
                <c:pt idx="1543">
                  <c:v>0.15</c:v>
                </c:pt>
                <c:pt idx="1544">
                  <c:v>0.17</c:v>
                </c:pt>
                <c:pt idx="1545">
                  <c:v>0.16</c:v>
                </c:pt>
                <c:pt idx="1546">
                  <c:v>0.17</c:v>
                </c:pt>
                <c:pt idx="1547">
                  <c:v>0.16</c:v>
                </c:pt>
                <c:pt idx="1548">
                  <c:v>0.16</c:v>
                </c:pt>
                <c:pt idx="1549">
                  <c:v>0.16</c:v>
                </c:pt>
                <c:pt idx="1550">
                  <c:v>0.15</c:v>
                </c:pt>
                <c:pt idx="1551">
                  <c:v>0.15</c:v>
                </c:pt>
                <c:pt idx="1552">
                  <c:v>0.16</c:v>
                </c:pt>
                <c:pt idx="1553">
                  <c:v>0.2</c:v>
                </c:pt>
                <c:pt idx="1554">
                  <c:v>0.19</c:v>
                </c:pt>
                <c:pt idx="1555">
                  <c:v>0.19</c:v>
                </c:pt>
                <c:pt idx="1556">
                  <c:v>0.19</c:v>
                </c:pt>
                <c:pt idx="1557">
                  <c:v>0.19</c:v>
                </c:pt>
                <c:pt idx="1558">
                  <c:v>0.19</c:v>
                </c:pt>
                <c:pt idx="1559">
                  <c:v>0.19</c:v>
                </c:pt>
                <c:pt idx="1560">
                  <c:v>0.19</c:v>
                </c:pt>
                <c:pt idx="1561">
                  <c:v>0.19</c:v>
                </c:pt>
                <c:pt idx="1562">
                  <c:v>0.17</c:v>
                </c:pt>
                <c:pt idx="1563">
                  <c:v>0.17</c:v>
                </c:pt>
                <c:pt idx="1564">
                  <c:v>0.17</c:v>
                </c:pt>
                <c:pt idx="1565">
                  <c:v>0.17</c:v>
                </c:pt>
                <c:pt idx="1566">
                  <c:v>0.17</c:v>
                </c:pt>
                <c:pt idx="1567">
                  <c:v>0.16</c:v>
                </c:pt>
                <c:pt idx="1568">
                  <c:v>0.15</c:v>
                </c:pt>
                <c:pt idx="1569">
                  <c:v>0.16</c:v>
                </c:pt>
                <c:pt idx="1570">
                  <c:v>0.17</c:v>
                </c:pt>
                <c:pt idx="1571">
                  <c:v>0.16</c:v>
                </c:pt>
                <c:pt idx="1572">
                  <c:v>0.16</c:v>
                </c:pt>
                <c:pt idx="1573">
                  <c:v>0.15</c:v>
                </c:pt>
                <c:pt idx="1574">
                  <c:v>0.14000000000000001</c:v>
                </c:pt>
                <c:pt idx="1575">
                  <c:v>0.14000000000000001</c:v>
                </c:pt>
                <c:pt idx="1576">
                  <c:v>0.14000000000000001</c:v>
                </c:pt>
                <c:pt idx="1577">
                  <c:v>0.15</c:v>
                </c:pt>
                <c:pt idx="1578">
                  <c:v>0.15</c:v>
                </c:pt>
                <c:pt idx="1579">
                  <c:v>0.16</c:v>
                </c:pt>
                <c:pt idx="1580">
                  <c:v>0.15</c:v>
                </c:pt>
                <c:pt idx="1581">
                  <c:v>0.16</c:v>
                </c:pt>
                <c:pt idx="1582">
                  <c:v>0.16</c:v>
                </c:pt>
                <c:pt idx="1583">
                  <c:v>0.14000000000000001</c:v>
                </c:pt>
                <c:pt idx="1584">
                  <c:v>0.11</c:v>
                </c:pt>
                <c:pt idx="1585">
                  <c:v>0.12</c:v>
                </c:pt>
                <c:pt idx="1586">
                  <c:v>0.11</c:v>
                </c:pt>
                <c:pt idx="1587">
                  <c:v>0.13</c:v>
                </c:pt>
                <c:pt idx="1588">
                  <c:v>0.13</c:v>
                </c:pt>
                <c:pt idx="1589">
                  <c:v>0.13</c:v>
                </c:pt>
                <c:pt idx="1590">
                  <c:v>0.13</c:v>
                </c:pt>
                <c:pt idx="1591">
                  <c:v>0.12</c:v>
                </c:pt>
                <c:pt idx="1592">
                  <c:v>0.13</c:v>
                </c:pt>
                <c:pt idx="1593">
                  <c:v>0.12</c:v>
                </c:pt>
                <c:pt idx="1594">
                  <c:v>0.13</c:v>
                </c:pt>
                <c:pt idx="1595">
                  <c:v>0.16</c:v>
                </c:pt>
                <c:pt idx="1596">
                  <c:v>0.24</c:v>
                </c:pt>
                <c:pt idx="1597">
                  <c:v>0.24</c:v>
                </c:pt>
                <c:pt idx="1598">
                  <c:v>0.22</c:v>
                </c:pt>
                <c:pt idx="1599">
                  <c:v>0.23</c:v>
                </c:pt>
                <c:pt idx="1600">
                  <c:v>0.23</c:v>
                </c:pt>
                <c:pt idx="1601">
                  <c:v>0.22</c:v>
                </c:pt>
                <c:pt idx="1602">
                  <c:v>0.22</c:v>
                </c:pt>
                <c:pt idx="1603">
                  <c:v>0.22</c:v>
                </c:pt>
                <c:pt idx="1604">
                  <c:v>0.21</c:v>
                </c:pt>
                <c:pt idx="1605">
                  <c:v>0.21</c:v>
                </c:pt>
                <c:pt idx="1606">
                  <c:v>0.21</c:v>
                </c:pt>
                <c:pt idx="1607">
                  <c:v>0.22</c:v>
                </c:pt>
                <c:pt idx="1608">
                  <c:v>0.21</c:v>
                </c:pt>
                <c:pt idx="1609">
                  <c:v>0.22</c:v>
                </c:pt>
                <c:pt idx="1610">
                  <c:v>0.22</c:v>
                </c:pt>
                <c:pt idx="1611">
                  <c:v>0.2</c:v>
                </c:pt>
                <c:pt idx="1612">
                  <c:v>0.2</c:v>
                </c:pt>
                <c:pt idx="1613">
                  <c:v>0.21</c:v>
                </c:pt>
                <c:pt idx="1614">
                  <c:v>0.21</c:v>
                </c:pt>
                <c:pt idx="1615">
                  <c:v>0.21</c:v>
                </c:pt>
                <c:pt idx="1616">
                  <c:v>0.21</c:v>
                </c:pt>
                <c:pt idx="1617">
                  <c:v>0.2</c:v>
                </c:pt>
                <c:pt idx="1618">
                  <c:v>0.2</c:v>
                </c:pt>
                <c:pt idx="1619">
                  <c:v>0.2</c:v>
                </c:pt>
                <c:pt idx="1620">
                  <c:v>0.2</c:v>
                </c:pt>
                <c:pt idx="1621">
                  <c:v>0.2</c:v>
                </c:pt>
                <c:pt idx="1622">
                  <c:v>0.2</c:v>
                </c:pt>
                <c:pt idx="1623">
                  <c:v>0.2</c:v>
                </c:pt>
                <c:pt idx="1624">
                  <c:v>0.2</c:v>
                </c:pt>
                <c:pt idx="1625">
                  <c:v>0.2</c:v>
                </c:pt>
                <c:pt idx="1626">
                  <c:v>0.17</c:v>
                </c:pt>
                <c:pt idx="1627">
                  <c:v>0.17</c:v>
                </c:pt>
                <c:pt idx="1628">
                  <c:v>0.18</c:v>
                </c:pt>
                <c:pt idx="1629">
                  <c:v>0.18</c:v>
                </c:pt>
                <c:pt idx="1630">
                  <c:v>0.19</c:v>
                </c:pt>
                <c:pt idx="1631">
                  <c:v>0.2</c:v>
                </c:pt>
                <c:pt idx="1632">
                  <c:v>0.19</c:v>
                </c:pt>
                <c:pt idx="1633">
                  <c:v>0.2</c:v>
                </c:pt>
                <c:pt idx="1634">
                  <c:v>0.2</c:v>
                </c:pt>
                <c:pt idx="1635">
                  <c:v>0.21</c:v>
                </c:pt>
                <c:pt idx="1636">
                  <c:v>0.21</c:v>
                </c:pt>
                <c:pt idx="1637">
                  <c:v>0.21</c:v>
                </c:pt>
                <c:pt idx="1638">
                  <c:v>0.23</c:v>
                </c:pt>
                <c:pt idx="1639">
                  <c:v>0.22</c:v>
                </c:pt>
                <c:pt idx="1640">
                  <c:v>0.24</c:v>
                </c:pt>
                <c:pt idx="1641">
                  <c:v>0.26</c:v>
                </c:pt>
                <c:pt idx="1642">
                  <c:v>0.25</c:v>
                </c:pt>
                <c:pt idx="1643">
                  <c:v>0.25</c:v>
                </c:pt>
                <c:pt idx="1644">
                  <c:v>0.25</c:v>
                </c:pt>
                <c:pt idx="1645">
                  <c:v>0.25</c:v>
                </c:pt>
                <c:pt idx="1646">
                  <c:v>0.26</c:v>
                </c:pt>
                <c:pt idx="1647">
                  <c:v>0.26</c:v>
                </c:pt>
                <c:pt idx="1648">
                  <c:v>0.24</c:v>
                </c:pt>
                <c:pt idx="1649">
                  <c:v>0.23</c:v>
                </c:pt>
                <c:pt idx="1650">
                  <c:v>0.21</c:v>
                </c:pt>
                <c:pt idx="1651">
                  <c:v>0.22</c:v>
                </c:pt>
                <c:pt idx="1652">
                  <c:v>0.21</c:v>
                </c:pt>
                <c:pt idx="1653">
                  <c:v>0.2</c:v>
                </c:pt>
                <c:pt idx="1654">
                  <c:v>0.19</c:v>
                </c:pt>
                <c:pt idx="1655">
                  <c:v>0.2</c:v>
                </c:pt>
                <c:pt idx="1656">
                  <c:v>0.22</c:v>
                </c:pt>
                <c:pt idx="1657">
                  <c:v>0.22</c:v>
                </c:pt>
                <c:pt idx="1658">
                  <c:v>0.22</c:v>
                </c:pt>
                <c:pt idx="1659">
                  <c:v>0.22</c:v>
                </c:pt>
                <c:pt idx="1660">
                  <c:v>0.2</c:v>
                </c:pt>
                <c:pt idx="1661">
                  <c:v>0.2</c:v>
                </c:pt>
                <c:pt idx="1662">
                  <c:v>0.21</c:v>
                </c:pt>
                <c:pt idx="1663">
                  <c:v>0.21</c:v>
                </c:pt>
                <c:pt idx="1664">
                  <c:v>0.21</c:v>
                </c:pt>
                <c:pt idx="1665">
                  <c:v>0.21</c:v>
                </c:pt>
                <c:pt idx="1666">
                  <c:v>0.2</c:v>
                </c:pt>
                <c:pt idx="1667">
                  <c:v>0.21</c:v>
                </c:pt>
                <c:pt idx="1668">
                  <c:v>0.22</c:v>
                </c:pt>
                <c:pt idx="1669">
                  <c:v>0.22</c:v>
                </c:pt>
                <c:pt idx="1670">
                  <c:v>0.21</c:v>
                </c:pt>
                <c:pt idx="1671">
                  <c:v>0.2</c:v>
                </c:pt>
                <c:pt idx="1672">
                  <c:v>0.21</c:v>
                </c:pt>
                <c:pt idx="1673">
                  <c:v>0.21</c:v>
                </c:pt>
                <c:pt idx="1674">
                  <c:v>0.21</c:v>
                </c:pt>
                <c:pt idx="1675">
                  <c:v>0.21</c:v>
                </c:pt>
                <c:pt idx="1676">
                  <c:v>0.21</c:v>
                </c:pt>
                <c:pt idx="1677">
                  <c:v>0.2</c:v>
                </c:pt>
                <c:pt idx="1678">
                  <c:v>0.22</c:v>
                </c:pt>
                <c:pt idx="1679">
                  <c:v>0.21</c:v>
                </c:pt>
                <c:pt idx="1680">
                  <c:v>0.215</c:v>
                </c:pt>
                <c:pt idx="1681">
                  <c:v>0.22500000000000001</c:v>
                </c:pt>
                <c:pt idx="1682">
                  <c:v>0.22</c:v>
                </c:pt>
                <c:pt idx="1683">
                  <c:v>0.21</c:v>
                </c:pt>
                <c:pt idx="1684">
                  <c:v>0.21</c:v>
                </c:pt>
                <c:pt idx="1685">
                  <c:v>0.22</c:v>
                </c:pt>
                <c:pt idx="1686">
                  <c:v>0.23</c:v>
                </c:pt>
                <c:pt idx="1687">
                  <c:v>0.24</c:v>
                </c:pt>
                <c:pt idx="1688">
                  <c:v>0.26</c:v>
                </c:pt>
                <c:pt idx="1689">
                  <c:v>0.25</c:v>
                </c:pt>
                <c:pt idx="1690">
                  <c:v>0.26</c:v>
                </c:pt>
                <c:pt idx="1691">
                  <c:v>0.28499999999999998</c:v>
                </c:pt>
                <c:pt idx="1692">
                  <c:v>0.28999999999999998</c:v>
                </c:pt>
                <c:pt idx="1693">
                  <c:v>0.28999999999999998</c:v>
                </c:pt>
                <c:pt idx="1694">
                  <c:v>0.28999999999999998</c:v>
                </c:pt>
                <c:pt idx="1695">
                  <c:v>0.28999999999999998</c:v>
                </c:pt>
                <c:pt idx="1696">
                  <c:v>0.28999999999999998</c:v>
                </c:pt>
                <c:pt idx="1697">
                  <c:v>0.3</c:v>
                </c:pt>
                <c:pt idx="1698">
                  <c:v>0.3</c:v>
                </c:pt>
                <c:pt idx="1699">
                  <c:v>0.3</c:v>
                </c:pt>
                <c:pt idx="1700">
                  <c:v>0.3</c:v>
                </c:pt>
                <c:pt idx="1701">
                  <c:v>0.3</c:v>
                </c:pt>
                <c:pt idx="1702">
                  <c:v>0.29499999999999998</c:v>
                </c:pt>
                <c:pt idx="1703">
                  <c:v>0.3</c:v>
                </c:pt>
                <c:pt idx="1704">
                  <c:v>0.3</c:v>
                </c:pt>
                <c:pt idx="1705">
                  <c:v>0.3</c:v>
                </c:pt>
                <c:pt idx="1706">
                  <c:v>0.3</c:v>
                </c:pt>
                <c:pt idx="1707">
                  <c:v>0.3</c:v>
                </c:pt>
                <c:pt idx="1708">
                  <c:v>0.3</c:v>
                </c:pt>
                <c:pt idx="1709">
                  <c:v>0.3</c:v>
                </c:pt>
                <c:pt idx="1710">
                  <c:v>0.29499999999999998</c:v>
                </c:pt>
                <c:pt idx="1711">
                  <c:v>0.28999999999999998</c:v>
                </c:pt>
                <c:pt idx="1712">
                  <c:v>0.28999999999999998</c:v>
                </c:pt>
                <c:pt idx="1713">
                  <c:v>0.29499999999999998</c:v>
                </c:pt>
                <c:pt idx="1714">
                  <c:v>0.28499999999999998</c:v>
                </c:pt>
                <c:pt idx="1715">
                  <c:v>0.28499999999999998</c:v>
                </c:pt>
                <c:pt idx="1716">
                  <c:v>0.315</c:v>
                </c:pt>
                <c:pt idx="1717">
                  <c:v>0.315</c:v>
                </c:pt>
                <c:pt idx="1718">
                  <c:v>0.315</c:v>
                </c:pt>
                <c:pt idx="1719">
                  <c:v>0.34</c:v>
                </c:pt>
                <c:pt idx="1720">
                  <c:v>0.33</c:v>
                </c:pt>
                <c:pt idx="1721">
                  <c:v>0.31</c:v>
                </c:pt>
                <c:pt idx="1722">
                  <c:v>0.32</c:v>
                </c:pt>
                <c:pt idx="1723">
                  <c:v>0.31</c:v>
                </c:pt>
                <c:pt idx="1724">
                  <c:v>0.31</c:v>
                </c:pt>
                <c:pt idx="1725">
                  <c:v>0.31</c:v>
                </c:pt>
                <c:pt idx="1726">
                  <c:v>0.31</c:v>
                </c:pt>
                <c:pt idx="1727">
                  <c:v>0.31</c:v>
                </c:pt>
                <c:pt idx="1728">
                  <c:v>0.315</c:v>
                </c:pt>
                <c:pt idx="1729">
                  <c:v>0.28499999999999998</c:v>
                </c:pt>
                <c:pt idx="1730">
                  <c:v>0.26500000000000001</c:v>
                </c:pt>
                <c:pt idx="1731">
                  <c:v>0.27</c:v>
                </c:pt>
                <c:pt idx="1732">
                  <c:v>0.28999999999999998</c:v>
                </c:pt>
                <c:pt idx="1733">
                  <c:v>0.27500000000000002</c:v>
                </c:pt>
                <c:pt idx="1734">
                  <c:v>0.27</c:v>
                </c:pt>
                <c:pt idx="1735">
                  <c:v>0.3</c:v>
                </c:pt>
                <c:pt idx="1736">
                  <c:v>0.3</c:v>
                </c:pt>
                <c:pt idx="1737">
                  <c:v>0.30499999999999999</c:v>
                </c:pt>
                <c:pt idx="1738">
                  <c:v>0.32500000000000001</c:v>
                </c:pt>
                <c:pt idx="1739">
                  <c:v>0.33500000000000002</c:v>
                </c:pt>
                <c:pt idx="1740">
                  <c:v>0.29499999999999998</c:v>
                </c:pt>
                <c:pt idx="1741">
                  <c:v>0.33</c:v>
                </c:pt>
                <c:pt idx="1742">
                  <c:v>0.32</c:v>
                </c:pt>
                <c:pt idx="1743">
                  <c:v>0.30499999999999999</c:v>
                </c:pt>
                <c:pt idx="1744">
                  <c:v>0.28999999999999998</c:v>
                </c:pt>
                <c:pt idx="1745">
                  <c:v>0.32</c:v>
                </c:pt>
                <c:pt idx="1746">
                  <c:v>0.34</c:v>
                </c:pt>
                <c:pt idx="1747">
                  <c:v>0.34</c:v>
                </c:pt>
                <c:pt idx="1748">
                  <c:v>0.32</c:v>
                </c:pt>
                <c:pt idx="1749">
                  <c:v>0.36</c:v>
                </c:pt>
                <c:pt idx="1750">
                  <c:v>0.35</c:v>
                </c:pt>
                <c:pt idx="1751">
                  <c:v>0.37</c:v>
                </c:pt>
                <c:pt idx="1752">
                  <c:v>0.35</c:v>
                </c:pt>
                <c:pt idx="1753">
                  <c:v>0.38</c:v>
                </c:pt>
                <c:pt idx="1754">
                  <c:v>0.38</c:v>
                </c:pt>
                <c:pt idx="1755">
                  <c:v>0.37</c:v>
                </c:pt>
                <c:pt idx="1756">
                  <c:v>0.38</c:v>
                </c:pt>
                <c:pt idx="1757">
                  <c:v>0.38</c:v>
                </c:pt>
                <c:pt idx="1758">
                  <c:v>0.375</c:v>
                </c:pt>
                <c:pt idx="1759">
                  <c:v>0.38500000000000001</c:v>
                </c:pt>
                <c:pt idx="1760">
                  <c:v>0.35499999999999998</c:v>
                </c:pt>
                <c:pt idx="1761">
                  <c:v>0.33500000000000002</c:v>
                </c:pt>
                <c:pt idx="1762">
                  <c:v>0.34</c:v>
                </c:pt>
                <c:pt idx="1763">
                  <c:v>0.33500000000000002</c:v>
                </c:pt>
                <c:pt idx="1764">
                  <c:v>0.36</c:v>
                </c:pt>
                <c:pt idx="1765">
                  <c:v>0.35</c:v>
                </c:pt>
                <c:pt idx="1766">
                  <c:v>0.33500000000000002</c:v>
                </c:pt>
                <c:pt idx="1767">
                  <c:v>0.33</c:v>
                </c:pt>
                <c:pt idx="1768">
                  <c:v>0.33</c:v>
                </c:pt>
                <c:pt idx="1769">
                  <c:v>0.33</c:v>
                </c:pt>
                <c:pt idx="1770">
                  <c:v>0.315</c:v>
                </c:pt>
                <c:pt idx="1771">
                  <c:v>0.315</c:v>
                </c:pt>
                <c:pt idx="1772">
                  <c:v>0.28499999999999998</c:v>
                </c:pt>
                <c:pt idx="1773">
                  <c:v>0.28999999999999998</c:v>
                </c:pt>
                <c:pt idx="1774">
                  <c:v>0.29499999999999998</c:v>
                </c:pt>
                <c:pt idx="1775">
                  <c:v>0.30499999999999999</c:v>
                </c:pt>
                <c:pt idx="1776">
                  <c:v>0.30499999999999999</c:v>
                </c:pt>
                <c:pt idx="1777">
                  <c:v>0.28999999999999998</c:v>
                </c:pt>
                <c:pt idx="1778">
                  <c:v>0.28999999999999998</c:v>
                </c:pt>
                <c:pt idx="1779">
                  <c:v>0.28000000000000003</c:v>
                </c:pt>
                <c:pt idx="1780">
                  <c:v>0.28999999999999998</c:v>
                </c:pt>
                <c:pt idx="1781">
                  <c:v>0.27500000000000002</c:v>
                </c:pt>
                <c:pt idx="1782">
                  <c:v>0.28999999999999998</c:v>
                </c:pt>
                <c:pt idx="1783">
                  <c:v>0.28499999999999998</c:v>
                </c:pt>
                <c:pt idx="1784">
                  <c:v>0.28499999999999998</c:v>
                </c:pt>
                <c:pt idx="1785">
                  <c:v>0.27</c:v>
                </c:pt>
                <c:pt idx="1786">
                  <c:v>0.28499999999999998</c:v>
                </c:pt>
                <c:pt idx="1787">
                  <c:v>0.28000000000000003</c:v>
                </c:pt>
                <c:pt idx="1788">
                  <c:v>0.27500000000000002</c:v>
                </c:pt>
                <c:pt idx="1789">
                  <c:v>0.245</c:v>
                </c:pt>
                <c:pt idx="1790">
                  <c:v>0.21</c:v>
                </c:pt>
                <c:pt idx="1791">
                  <c:v>0.21</c:v>
                </c:pt>
                <c:pt idx="1792">
                  <c:v>0.22500000000000001</c:v>
                </c:pt>
                <c:pt idx="1793">
                  <c:v>0.23</c:v>
                </c:pt>
                <c:pt idx="1794">
                  <c:v>0.23</c:v>
                </c:pt>
                <c:pt idx="1795">
                  <c:v>0.23499999999999999</c:v>
                </c:pt>
                <c:pt idx="1796">
                  <c:v>0.245</c:v>
                </c:pt>
                <c:pt idx="1797">
                  <c:v>0.245</c:v>
                </c:pt>
                <c:pt idx="1798">
                  <c:v>0.255</c:v>
                </c:pt>
                <c:pt idx="1799">
                  <c:v>0.255</c:v>
                </c:pt>
                <c:pt idx="1800">
                  <c:v>0.255</c:v>
                </c:pt>
                <c:pt idx="1801">
                  <c:v>0.255</c:v>
                </c:pt>
                <c:pt idx="1802">
                  <c:v>0.23</c:v>
                </c:pt>
                <c:pt idx="1803">
                  <c:v>0.25</c:v>
                </c:pt>
                <c:pt idx="1804">
                  <c:v>0.25</c:v>
                </c:pt>
                <c:pt idx="1805">
                  <c:v>0.25</c:v>
                </c:pt>
                <c:pt idx="1806">
                  <c:v>0.25</c:v>
                </c:pt>
                <c:pt idx="1807">
                  <c:v>0.25</c:v>
                </c:pt>
                <c:pt idx="1808">
                  <c:v>0.27</c:v>
                </c:pt>
                <c:pt idx="1809">
                  <c:v>0.28999999999999998</c:v>
                </c:pt>
                <c:pt idx="1810">
                  <c:v>0.27</c:v>
                </c:pt>
                <c:pt idx="1811">
                  <c:v>0.27</c:v>
                </c:pt>
                <c:pt idx="1812">
                  <c:v>0.26</c:v>
                </c:pt>
                <c:pt idx="1813">
                  <c:v>0.27</c:v>
                </c:pt>
                <c:pt idx="1814">
                  <c:v>0.32</c:v>
                </c:pt>
                <c:pt idx="1815">
                  <c:v>0.34</c:v>
                </c:pt>
                <c:pt idx="1816">
                  <c:v>0.35</c:v>
                </c:pt>
                <c:pt idx="1817">
                  <c:v>0.34</c:v>
                </c:pt>
                <c:pt idx="1818">
                  <c:v>0.33</c:v>
                </c:pt>
                <c:pt idx="1819">
                  <c:v>0.33</c:v>
                </c:pt>
                <c:pt idx="1820">
                  <c:v>0.37</c:v>
                </c:pt>
                <c:pt idx="1821">
                  <c:v>0.37</c:v>
                </c:pt>
                <c:pt idx="1822">
                  <c:v>0.37</c:v>
                </c:pt>
                <c:pt idx="1823">
                  <c:v>0.37</c:v>
                </c:pt>
                <c:pt idx="1824">
                  <c:v>0.36</c:v>
                </c:pt>
                <c:pt idx="1825">
                  <c:v>0.36</c:v>
                </c:pt>
                <c:pt idx="1826">
                  <c:v>0.38</c:v>
                </c:pt>
                <c:pt idx="1827">
                  <c:v>0.4</c:v>
                </c:pt>
                <c:pt idx="1828">
                  <c:v>0.39</c:v>
                </c:pt>
                <c:pt idx="1829">
                  <c:v>0.37</c:v>
                </c:pt>
                <c:pt idx="1830">
                  <c:v>0.38</c:v>
                </c:pt>
                <c:pt idx="1831">
                  <c:v>0.39</c:v>
                </c:pt>
                <c:pt idx="1832">
                  <c:v>0.39</c:v>
                </c:pt>
                <c:pt idx="1833">
                  <c:v>0.39</c:v>
                </c:pt>
                <c:pt idx="1834">
                  <c:v>0.39</c:v>
                </c:pt>
                <c:pt idx="1835">
                  <c:v>0.38</c:v>
                </c:pt>
                <c:pt idx="1836">
                  <c:v>0.34</c:v>
                </c:pt>
                <c:pt idx="1837">
                  <c:v>0.36</c:v>
                </c:pt>
                <c:pt idx="1838">
                  <c:v>0.38</c:v>
                </c:pt>
                <c:pt idx="1839">
                  <c:v>0.4</c:v>
                </c:pt>
                <c:pt idx="1840">
                  <c:v>0.42499999999999999</c:v>
                </c:pt>
                <c:pt idx="1841">
                  <c:v>0.435</c:v>
                </c:pt>
                <c:pt idx="1842">
                  <c:v>0.45</c:v>
                </c:pt>
                <c:pt idx="1843">
                  <c:v>0.45500000000000002</c:v>
                </c:pt>
                <c:pt idx="1844">
                  <c:v>0.46500000000000002</c:v>
                </c:pt>
                <c:pt idx="1845">
                  <c:v>0.495</c:v>
                </c:pt>
                <c:pt idx="1846">
                  <c:v>0.49</c:v>
                </c:pt>
                <c:pt idx="1847">
                  <c:v>0.48499999999999999</c:v>
                </c:pt>
                <c:pt idx="1848">
                  <c:v>0.49</c:v>
                </c:pt>
                <c:pt idx="1849">
                  <c:v>0.49</c:v>
                </c:pt>
                <c:pt idx="1850">
                  <c:v>0.48</c:v>
                </c:pt>
                <c:pt idx="1851">
                  <c:v>0.46500000000000002</c:v>
                </c:pt>
                <c:pt idx="1852">
                  <c:v>0.47</c:v>
                </c:pt>
                <c:pt idx="1853">
                  <c:v>0.47499999999999998</c:v>
                </c:pt>
                <c:pt idx="1854">
                  <c:v>0.47</c:v>
                </c:pt>
                <c:pt idx="1855">
                  <c:v>0.46500000000000002</c:v>
                </c:pt>
                <c:pt idx="1856">
                  <c:v>0.48499999999999999</c:v>
                </c:pt>
                <c:pt idx="1857">
                  <c:v>0.46500000000000002</c:v>
                </c:pt>
                <c:pt idx="1858">
                  <c:v>0.48499999999999999</c:v>
                </c:pt>
                <c:pt idx="1859">
                  <c:v>0.46</c:v>
                </c:pt>
                <c:pt idx="1860">
                  <c:v>0.47</c:v>
                </c:pt>
                <c:pt idx="1861">
                  <c:v>0.5</c:v>
                </c:pt>
                <c:pt idx="1862">
                  <c:v>0.495</c:v>
                </c:pt>
                <c:pt idx="1863">
                  <c:v>0.48499999999999999</c:v>
                </c:pt>
                <c:pt idx="1864">
                  <c:v>0.44500000000000001</c:v>
                </c:pt>
                <c:pt idx="1865">
                  <c:v>0.44</c:v>
                </c:pt>
                <c:pt idx="1866">
                  <c:v>0.45</c:v>
                </c:pt>
                <c:pt idx="1867">
                  <c:v>0.46</c:v>
                </c:pt>
                <c:pt idx="1868">
                  <c:v>0.51500000000000001</c:v>
                </c:pt>
                <c:pt idx="1869">
                  <c:v>0.56000000000000005</c:v>
                </c:pt>
                <c:pt idx="1870">
                  <c:v>0.48499999999999999</c:v>
                </c:pt>
                <c:pt idx="1871">
                  <c:v>0.45500000000000002</c:v>
                </c:pt>
                <c:pt idx="1872">
                  <c:v>0.46</c:v>
                </c:pt>
                <c:pt idx="1873">
                  <c:v>0.45500000000000002</c:v>
                </c:pt>
                <c:pt idx="1874">
                  <c:v>0.44</c:v>
                </c:pt>
                <c:pt idx="1875">
                  <c:v>0.42499999999999999</c:v>
                </c:pt>
                <c:pt idx="1876">
                  <c:v>0.45</c:v>
                </c:pt>
                <c:pt idx="1877">
                  <c:v>0.46</c:v>
                </c:pt>
                <c:pt idx="1878">
                  <c:v>0.48</c:v>
                </c:pt>
                <c:pt idx="1879">
                  <c:v>0.52500000000000002</c:v>
                </c:pt>
                <c:pt idx="1880">
                  <c:v>0.55500000000000005</c:v>
                </c:pt>
                <c:pt idx="1881">
                  <c:v>0.56000000000000005</c:v>
                </c:pt>
                <c:pt idx="1882">
                  <c:v>0.57999999999999996</c:v>
                </c:pt>
                <c:pt idx="1883">
                  <c:v>0.56499999999999995</c:v>
                </c:pt>
                <c:pt idx="1884">
                  <c:v>0.56499999999999995</c:v>
                </c:pt>
                <c:pt idx="1885">
                  <c:v>0.58499999999999996</c:v>
                </c:pt>
                <c:pt idx="1886">
                  <c:v>0.58499999999999996</c:v>
                </c:pt>
                <c:pt idx="1887">
                  <c:v>0.48</c:v>
                </c:pt>
                <c:pt idx="1888">
                  <c:v>0.48</c:v>
                </c:pt>
                <c:pt idx="1889">
                  <c:v>0.48</c:v>
                </c:pt>
                <c:pt idx="1890">
                  <c:v>0.52</c:v>
                </c:pt>
                <c:pt idx="1891">
                  <c:v>0.52</c:v>
                </c:pt>
                <c:pt idx="1892">
                  <c:v>0.52</c:v>
                </c:pt>
                <c:pt idx="1893">
                  <c:v>0.52</c:v>
                </c:pt>
                <c:pt idx="1894">
                  <c:v>0.56000000000000005</c:v>
                </c:pt>
                <c:pt idx="1895">
                  <c:v>0.56000000000000005</c:v>
                </c:pt>
                <c:pt idx="1896">
                  <c:v>0.55000000000000004</c:v>
                </c:pt>
                <c:pt idx="1897">
                  <c:v>0.51</c:v>
                </c:pt>
                <c:pt idx="1898">
                  <c:v>0.49</c:v>
                </c:pt>
                <c:pt idx="1899">
                  <c:v>0.5</c:v>
                </c:pt>
                <c:pt idx="1900">
                  <c:v>0.5</c:v>
                </c:pt>
                <c:pt idx="1901">
                  <c:v>0.5</c:v>
                </c:pt>
                <c:pt idx="1902">
                  <c:v>0.53500000000000003</c:v>
                </c:pt>
                <c:pt idx="1903">
                  <c:v>0.51</c:v>
                </c:pt>
                <c:pt idx="1904">
                  <c:v>0.51500000000000001</c:v>
                </c:pt>
                <c:pt idx="1905">
                  <c:v>0.55000000000000004</c:v>
                </c:pt>
                <c:pt idx="1906">
                  <c:v>0.56499999999999995</c:v>
                </c:pt>
                <c:pt idx="1907">
                  <c:v>0.56000000000000005</c:v>
                </c:pt>
                <c:pt idx="1908">
                  <c:v>0.56000000000000005</c:v>
                </c:pt>
                <c:pt idx="1909">
                  <c:v>0.56000000000000005</c:v>
                </c:pt>
                <c:pt idx="1910">
                  <c:v>0.56999999999999995</c:v>
                </c:pt>
                <c:pt idx="1911">
                  <c:v>0.56999999999999995</c:v>
                </c:pt>
                <c:pt idx="1912">
                  <c:v>0.56999999999999995</c:v>
                </c:pt>
                <c:pt idx="1913">
                  <c:v>0.61</c:v>
                </c:pt>
                <c:pt idx="1914">
                  <c:v>0.66500000000000004</c:v>
                </c:pt>
                <c:pt idx="1915">
                  <c:v>0.61499999999999999</c:v>
                </c:pt>
                <c:pt idx="1916">
                  <c:v>0.71499999999999997</c:v>
                </c:pt>
                <c:pt idx="1917">
                  <c:v>0.82</c:v>
                </c:pt>
                <c:pt idx="1918">
                  <c:v>0.82</c:v>
                </c:pt>
                <c:pt idx="1919">
                  <c:v>0.84</c:v>
                </c:pt>
                <c:pt idx="1920">
                  <c:v>0.77</c:v>
                </c:pt>
                <c:pt idx="1921">
                  <c:v>0.76</c:v>
                </c:pt>
                <c:pt idx="1922">
                  <c:v>0.77</c:v>
                </c:pt>
                <c:pt idx="1923">
                  <c:v>0.77</c:v>
                </c:pt>
                <c:pt idx="1924">
                  <c:v>0.74</c:v>
                </c:pt>
                <c:pt idx="1925">
                  <c:v>0.74</c:v>
                </c:pt>
                <c:pt idx="1926">
                  <c:v>0.81</c:v>
                </c:pt>
                <c:pt idx="1927">
                  <c:v>0.73</c:v>
                </c:pt>
                <c:pt idx="1928">
                  <c:v>0.7</c:v>
                </c:pt>
                <c:pt idx="1929">
                  <c:v>0.7</c:v>
                </c:pt>
                <c:pt idx="1930">
                  <c:v>0.7</c:v>
                </c:pt>
                <c:pt idx="1931">
                  <c:v>0.68</c:v>
                </c:pt>
                <c:pt idx="1932">
                  <c:v>0.69</c:v>
                </c:pt>
                <c:pt idx="1933">
                  <c:v>0.69</c:v>
                </c:pt>
                <c:pt idx="1934">
                  <c:v>0.87</c:v>
                </c:pt>
                <c:pt idx="1935">
                  <c:v>0.69</c:v>
                </c:pt>
                <c:pt idx="1936">
                  <c:v>0.7</c:v>
                </c:pt>
                <c:pt idx="1937">
                  <c:v>0.86</c:v>
                </c:pt>
                <c:pt idx="1938">
                  <c:v>0.8</c:v>
                </c:pt>
                <c:pt idx="1939">
                  <c:v>0.8</c:v>
                </c:pt>
                <c:pt idx="1940">
                  <c:v>0.81</c:v>
                </c:pt>
                <c:pt idx="1941">
                  <c:v>0.82</c:v>
                </c:pt>
                <c:pt idx="1942">
                  <c:v>0.82</c:v>
                </c:pt>
                <c:pt idx="1943">
                  <c:v>0.76</c:v>
                </c:pt>
                <c:pt idx="1944">
                  <c:v>0.77</c:v>
                </c:pt>
                <c:pt idx="1945">
                  <c:v>0.75</c:v>
                </c:pt>
                <c:pt idx="1946">
                  <c:v>0.83</c:v>
                </c:pt>
                <c:pt idx="1947">
                  <c:v>0.84</c:v>
                </c:pt>
                <c:pt idx="1948">
                  <c:v>0.8</c:v>
                </c:pt>
                <c:pt idx="1949">
                  <c:v>0.73</c:v>
                </c:pt>
                <c:pt idx="1950">
                  <c:v>0.73</c:v>
                </c:pt>
                <c:pt idx="1951">
                  <c:v>0.68</c:v>
                </c:pt>
                <c:pt idx="1952">
                  <c:v>0.68</c:v>
                </c:pt>
                <c:pt idx="1953">
                  <c:v>0.69</c:v>
                </c:pt>
                <c:pt idx="1954">
                  <c:v>0.66</c:v>
                </c:pt>
                <c:pt idx="1955">
                  <c:v>0.63</c:v>
                </c:pt>
                <c:pt idx="1956">
                  <c:v>0.62</c:v>
                </c:pt>
                <c:pt idx="1957">
                  <c:v>0.62</c:v>
                </c:pt>
                <c:pt idx="1958">
                  <c:v>0.62</c:v>
                </c:pt>
                <c:pt idx="1959">
                  <c:v>0.54</c:v>
                </c:pt>
                <c:pt idx="1960">
                  <c:v>0.54</c:v>
                </c:pt>
                <c:pt idx="1961">
                  <c:v>0.54</c:v>
                </c:pt>
                <c:pt idx="1962">
                  <c:v>0.78</c:v>
                </c:pt>
                <c:pt idx="1963">
                  <c:v>0.75</c:v>
                </c:pt>
                <c:pt idx="1964">
                  <c:v>0.71</c:v>
                </c:pt>
                <c:pt idx="1965">
                  <c:v>0.73</c:v>
                </c:pt>
                <c:pt idx="1966">
                  <c:v>0.71</c:v>
                </c:pt>
                <c:pt idx="1967">
                  <c:v>0.87</c:v>
                </c:pt>
                <c:pt idx="1968">
                  <c:v>0.78</c:v>
                </c:pt>
                <c:pt idx="1969">
                  <c:v>0.76500000000000001</c:v>
                </c:pt>
                <c:pt idx="1970">
                  <c:v>0.755</c:v>
                </c:pt>
                <c:pt idx="1971">
                  <c:v>0.72</c:v>
                </c:pt>
                <c:pt idx="1972">
                  <c:v>0.71</c:v>
                </c:pt>
                <c:pt idx="1973">
                  <c:v>0.7</c:v>
                </c:pt>
                <c:pt idx="1974">
                  <c:v>0.74</c:v>
                </c:pt>
                <c:pt idx="1975">
                  <c:v>0.88</c:v>
                </c:pt>
                <c:pt idx="1976">
                  <c:v>0.97499999999999998</c:v>
                </c:pt>
                <c:pt idx="1977">
                  <c:v>0.97499999999999998</c:v>
                </c:pt>
                <c:pt idx="1978">
                  <c:v>0.96</c:v>
                </c:pt>
                <c:pt idx="1979">
                  <c:v>0.95499999999999996</c:v>
                </c:pt>
                <c:pt idx="1980">
                  <c:v>0.97</c:v>
                </c:pt>
                <c:pt idx="1981">
                  <c:v>0.98499999999999999</c:v>
                </c:pt>
                <c:pt idx="1982">
                  <c:v>0.97</c:v>
                </c:pt>
                <c:pt idx="1983">
                  <c:v>0.95499999999999996</c:v>
                </c:pt>
                <c:pt idx="1984">
                  <c:v>0.96</c:v>
                </c:pt>
                <c:pt idx="1985">
                  <c:v>0.96</c:v>
                </c:pt>
                <c:pt idx="1986">
                  <c:v>0.96</c:v>
                </c:pt>
                <c:pt idx="1987">
                  <c:v>0.93500000000000005</c:v>
                </c:pt>
                <c:pt idx="1988">
                  <c:v>0.85499999999999998</c:v>
                </c:pt>
                <c:pt idx="1989">
                  <c:v>0.81499999999999995</c:v>
                </c:pt>
                <c:pt idx="1990">
                  <c:v>0.82499999999999996</c:v>
                </c:pt>
                <c:pt idx="1991">
                  <c:v>0.81</c:v>
                </c:pt>
                <c:pt idx="1992">
                  <c:v>0.73</c:v>
                </c:pt>
                <c:pt idx="1993">
                  <c:v>0.66</c:v>
                </c:pt>
                <c:pt idx="1994">
                  <c:v>0.68</c:v>
                </c:pt>
                <c:pt idx="1995">
                  <c:v>0.70499999999999996</c:v>
                </c:pt>
                <c:pt idx="1996">
                  <c:v>0.71499999999999997</c:v>
                </c:pt>
                <c:pt idx="1997">
                  <c:v>0.73499999999999999</c:v>
                </c:pt>
                <c:pt idx="1998">
                  <c:v>0.77</c:v>
                </c:pt>
                <c:pt idx="1999">
                  <c:v>0.76</c:v>
                </c:pt>
                <c:pt idx="2000">
                  <c:v>0.78</c:v>
                </c:pt>
                <c:pt idx="2001">
                  <c:v>0.79500000000000004</c:v>
                </c:pt>
                <c:pt idx="2002">
                  <c:v>0.83</c:v>
                </c:pt>
                <c:pt idx="2003">
                  <c:v>0.8</c:v>
                </c:pt>
                <c:pt idx="2004">
                  <c:v>0.8</c:v>
                </c:pt>
                <c:pt idx="2005">
                  <c:v>0.79</c:v>
                </c:pt>
                <c:pt idx="2006">
                  <c:v>0.85</c:v>
                </c:pt>
                <c:pt idx="2007">
                  <c:v>0.81</c:v>
                </c:pt>
                <c:pt idx="2008">
                  <c:v>0.81</c:v>
                </c:pt>
                <c:pt idx="2009">
                  <c:v>0.79</c:v>
                </c:pt>
                <c:pt idx="2010">
                  <c:v>0.72</c:v>
                </c:pt>
                <c:pt idx="2011">
                  <c:v>0.67</c:v>
                </c:pt>
                <c:pt idx="2012">
                  <c:v>0.67</c:v>
                </c:pt>
                <c:pt idx="2013">
                  <c:v>0.68500000000000005</c:v>
                </c:pt>
                <c:pt idx="2014">
                  <c:v>0.69499999999999995</c:v>
                </c:pt>
                <c:pt idx="2015">
                  <c:v>0.65</c:v>
                </c:pt>
                <c:pt idx="2016">
                  <c:v>0.7</c:v>
                </c:pt>
                <c:pt idx="2017">
                  <c:v>0.66</c:v>
                </c:pt>
                <c:pt idx="2018">
                  <c:v>0.65</c:v>
                </c:pt>
                <c:pt idx="2019">
                  <c:v>0.625</c:v>
                </c:pt>
                <c:pt idx="2020">
                  <c:v>0.63500000000000001</c:v>
                </c:pt>
                <c:pt idx="2021">
                  <c:v>0.61</c:v>
                </c:pt>
                <c:pt idx="2022">
                  <c:v>0.61499999999999999</c:v>
                </c:pt>
                <c:pt idx="2023">
                  <c:v>0.625</c:v>
                </c:pt>
                <c:pt idx="2024">
                  <c:v>0.625</c:v>
                </c:pt>
                <c:pt idx="2025">
                  <c:v>0.53500000000000003</c:v>
                </c:pt>
                <c:pt idx="2026">
                  <c:v>0.56000000000000005</c:v>
                </c:pt>
                <c:pt idx="2027">
                  <c:v>0.53</c:v>
                </c:pt>
                <c:pt idx="2028">
                  <c:v>0.505</c:v>
                </c:pt>
                <c:pt idx="2029">
                  <c:v>0.52500000000000002</c:v>
                </c:pt>
                <c:pt idx="2030">
                  <c:v>0.5</c:v>
                </c:pt>
                <c:pt idx="2031">
                  <c:v>0.48</c:v>
                </c:pt>
                <c:pt idx="2032">
                  <c:v>0.52</c:v>
                </c:pt>
                <c:pt idx="2033">
                  <c:v>0.53500000000000003</c:v>
                </c:pt>
                <c:pt idx="2034">
                  <c:v>0.52</c:v>
                </c:pt>
                <c:pt idx="2035">
                  <c:v>0.52500000000000002</c:v>
                </c:pt>
                <c:pt idx="2036">
                  <c:v>0.52500000000000002</c:v>
                </c:pt>
                <c:pt idx="2037">
                  <c:v>0.51</c:v>
                </c:pt>
                <c:pt idx="2038">
                  <c:v>0.47</c:v>
                </c:pt>
                <c:pt idx="2039">
                  <c:v>0.505</c:v>
                </c:pt>
                <c:pt idx="2040">
                  <c:v>0.48</c:v>
                </c:pt>
                <c:pt idx="2041">
                  <c:v>0.46</c:v>
                </c:pt>
                <c:pt idx="2042">
                  <c:v>0.45500000000000002</c:v>
                </c:pt>
                <c:pt idx="2043">
                  <c:v>0.44500000000000001</c:v>
                </c:pt>
                <c:pt idx="2044">
                  <c:v>0.435</c:v>
                </c:pt>
                <c:pt idx="2045">
                  <c:v>0.44</c:v>
                </c:pt>
                <c:pt idx="2046">
                  <c:v>0.43</c:v>
                </c:pt>
                <c:pt idx="2047">
                  <c:v>0.41</c:v>
                </c:pt>
                <c:pt idx="2048">
                  <c:v>0.40500000000000003</c:v>
                </c:pt>
                <c:pt idx="2049">
                  <c:v>0.41499999999999998</c:v>
                </c:pt>
                <c:pt idx="2050">
                  <c:v>0.42499999999999999</c:v>
                </c:pt>
                <c:pt idx="2051">
                  <c:v>0.42</c:v>
                </c:pt>
                <c:pt idx="2052">
                  <c:v>0.38500000000000001</c:v>
                </c:pt>
                <c:pt idx="2053">
                  <c:v>0.38</c:v>
                </c:pt>
                <c:pt idx="2054">
                  <c:v>0.38</c:v>
                </c:pt>
                <c:pt idx="2055">
                  <c:v>0.34</c:v>
                </c:pt>
                <c:pt idx="2056">
                  <c:v>0.36499999999999999</c:v>
                </c:pt>
                <c:pt idx="2057">
                  <c:v>0.41</c:v>
                </c:pt>
                <c:pt idx="2058">
                  <c:v>0.43</c:v>
                </c:pt>
                <c:pt idx="2059">
                  <c:v>0.41499999999999998</c:v>
                </c:pt>
                <c:pt idx="2060">
                  <c:v>0.42</c:v>
                </c:pt>
                <c:pt idx="2061">
                  <c:v>0.42499999999999999</c:v>
                </c:pt>
                <c:pt idx="2062">
                  <c:v>0.435</c:v>
                </c:pt>
                <c:pt idx="2063">
                  <c:v>0.48499999999999999</c:v>
                </c:pt>
                <c:pt idx="2064">
                  <c:v>0.42499999999999999</c:v>
                </c:pt>
                <c:pt idx="2065">
                  <c:v>0.44</c:v>
                </c:pt>
                <c:pt idx="2066">
                  <c:v>0.41499999999999998</c:v>
                </c:pt>
                <c:pt idx="2067">
                  <c:v>0.41</c:v>
                </c:pt>
                <c:pt idx="2068">
                  <c:v>0.41499999999999998</c:v>
                </c:pt>
                <c:pt idx="2069">
                  <c:v>0.47499999999999998</c:v>
                </c:pt>
                <c:pt idx="2070">
                  <c:v>0.44</c:v>
                </c:pt>
                <c:pt idx="2071">
                  <c:v>0.43</c:v>
                </c:pt>
                <c:pt idx="2072">
                  <c:v>0.42499999999999999</c:v>
                </c:pt>
                <c:pt idx="2073">
                  <c:v>0.435</c:v>
                </c:pt>
                <c:pt idx="2074">
                  <c:v>0.435</c:v>
                </c:pt>
                <c:pt idx="2075">
                  <c:v>0.46</c:v>
                </c:pt>
                <c:pt idx="2076">
                  <c:v>0.46</c:v>
                </c:pt>
                <c:pt idx="2077">
                  <c:v>0.52500000000000002</c:v>
                </c:pt>
                <c:pt idx="2078">
                  <c:v>0.51</c:v>
                </c:pt>
                <c:pt idx="2079">
                  <c:v>0.48499999999999999</c:v>
                </c:pt>
                <c:pt idx="2080">
                  <c:v>0.47</c:v>
                </c:pt>
                <c:pt idx="2081">
                  <c:v>0.47</c:v>
                </c:pt>
                <c:pt idx="2082">
                  <c:v>0.47499999999999998</c:v>
                </c:pt>
                <c:pt idx="2083">
                  <c:v>0.45</c:v>
                </c:pt>
                <c:pt idx="2084">
                  <c:v>0.44500000000000001</c:v>
                </c:pt>
                <c:pt idx="2085">
                  <c:v>0.44500000000000001</c:v>
                </c:pt>
                <c:pt idx="2086">
                  <c:v>0.47499999999999998</c:v>
                </c:pt>
                <c:pt idx="2087">
                  <c:v>0.47</c:v>
                </c:pt>
                <c:pt idx="2088">
                  <c:v>0.435</c:v>
                </c:pt>
                <c:pt idx="2089">
                  <c:v>0.435</c:v>
                </c:pt>
                <c:pt idx="2090">
                  <c:v>0.41499999999999998</c:v>
                </c:pt>
                <c:pt idx="2091">
                  <c:v>0.42499999999999999</c:v>
                </c:pt>
                <c:pt idx="2092">
                  <c:v>0.42499999999999999</c:v>
                </c:pt>
                <c:pt idx="2093">
                  <c:v>0.435</c:v>
                </c:pt>
                <c:pt idx="2094">
                  <c:v>0.44</c:v>
                </c:pt>
                <c:pt idx="2095">
                  <c:v>0.435</c:v>
                </c:pt>
                <c:pt idx="2096">
                  <c:v>0.43</c:v>
                </c:pt>
                <c:pt idx="2097">
                  <c:v>0.41</c:v>
                </c:pt>
                <c:pt idx="2098">
                  <c:v>0.40500000000000003</c:v>
                </c:pt>
                <c:pt idx="2099">
                  <c:v>0.435</c:v>
                </c:pt>
                <c:pt idx="2100">
                  <c:v>0.43</c:v>
                </c:pt>
                <c:pt idx="2101">
                  <c:v>0.435</c:v>
                </c:pt>
                <c:pt idx="2102">
                  <c:v>0.44</c:v>
                </c:pt>
                <c:pt idx="2103">
                  <c:v>0.51</c:v>
                </c:pt>
                <c:pt idx="2104">
                  <c:v>0.51500000000000001</c:v>
                </c:pt>
                <c:pt idx="2105">
                  <c:v>0.54</c:v>
                </c:pt>
                <c:pt idx="2106">
                  <c:v>0.54</c:v>
                </c:pt>
                <c:pt idx="2107">
                  <c:v>0.56999999999999995</c:v>
                </c:pt>
                <c:pt idx="2108">
                  <c:v>0.59499999999999997</c:v>
                </c:pt>
                <c:pt idx="2109">
                  <c:v>0.61499999999999999</c:v>
                </c:pt>
                <c:pt idx="2110">
                  <c:v>0.65500000000000003</c:v>
                </c:pt>
                <c:pt idx="2111">
                  <c:v>0.7</c:v>
                </c:pt>
                <c:pt idx="2112">
                  <c:v>0.65</c:v>
                </c:pt>
                <c:pt idx="2113">
                  <c:v>0.6</c:v>
                </c:pt>
                <c:pt idx="2114">
                  <c:v>0.59499999999999997</c:v>
                </c:pt>
                <c:pt idx="2115">
                  <c:v>0.6</c:v>
                </c:pt>
                <c:pt idx="2116">
                  <c:v>0.61499999999999999</c:v>
                </c:pt>
                <c:pt idx="2117">
                  <c:v>0.63500000000000001</c:v>
                </c:pt>
                <c:pt idx="2118">
                  <c:v>0.60499999999999998</c:v>
                </c:pt>
                <c:pt idx="2119">
                  <c:v>0.61499999999999999</c:v>
                </c:pt>
                <c:pt idx="2120">
                  <c:v>0.59</c:v>
                </c:pt>
                <c:pt idx="2121">
                  <c:v>0.65</c:v>
                </c:pt>
                <c:pt idx="2122">
                  <c:v>0.63500000000000001</c:v>
                </c:pt>
                <c:pt idx="2123">
                  <c:v>0.61499999999999999</c:v>
                </c:pt>
                <c:pt idx="2124">
                  <c:v>0.6</c:v>
                </c:pt>
                <c:pt idx="2125">
                  <c:v>0.59</c:v>
                </c:pt>
                <c:pt idx="2126">
                  <c:v>0.58499999999999996</c:v>
                </c:pt>
                <c:pt idx="2127">
                  <c:v>0.61</c:v>
                </c:pt>
                <c:pt idx="2128">
                  <c:v>0.55500000000000005</c:v>
                </c:pt>
                <c:pt idx="2129">
                  <c:v>0.51</c:v>
                </c:pt>
                <c:pt idx="2130">
                  <c:v>0.54</c:v>
                </c:pt>
                <c:pt idx="2131">
                  <c:v>0.65</c:v>
                </c:pt>
                <c:pt idx="2132">
                  <c:v>0.71</c:v>
                </c:pt>
                <c:pt idx="2133">
                  <c:v>0.7</c:v>
                </c:pt>
                <c:pt idx="2134">
                  <c:v>0.56999999999999995</c:v>
                </c:pt>
                <c:pt idx="2135">
                  <c:v>0.56000000000000005</c:v>
                </c:pt>
                <c:pt idx="2136">
                  <c:v>0.53</c:v>
                </c:pt>
                <c:pt idx="2137">
                  <c:v>0.48</c:v>
                </c:pt>
                <c:pt idx="2138">
                  <c:v>0.46</c:v>
                </c:pt>
                <c:pt idx="2139">
                  <c:v>0.45</c:v>
                </c:pt>
                <c:pt idx="2140">
                  <c:v>0.44</c:v>
                </c:pt>
                <c:pt idx="2141">
                  <c:v>0.45</c:v>
                </c:pt>
                <c:pt idx="2142">
                  <c:v>0.5</c:v>
                </c:pt>
                <c:pt idx="2143">
                  <c:v>0.52</c:v>
                </c:pt>
                <c:pt idx="2144">
                  <c:v>0.71</c:v>
                </c:pt>
                <c:pt idx="2145">
                  <c:v>0.47</c:v>
                </c:pt>
                <c:pt idx="2146">
                  <c:v>0.57999999999999996</c:v>
                </c:pt>
                <c:pt idx="2147">
                  <c:v>0.55000000000000004</c:v>
                </c:pt>
                <c:pt idx="2148">
                  <c:v>0.55000000000000004</c:v>
                </c:pt>
                <c:pt idx="2149">
                  <c:v>0.47</c:v>
                </c:pt>
                <c:pt idx="2150">
                  <c:v>0.46</c:v>
                </c:pt>
                <c:pt idx="2151">
                  <c:v>0.46</c:v>
                </c:pt>
                <c:pt idx="2152">
                  <c:v>0.43</c:v>
                </c:pt>
                <c:pt idx="2153">
                  <c:v>0.43</c:v>
                </c:pt>
                <c:pt idx="2154">
                  <c:v>0.42</c:v>
                </c:pt>
                <c:pt idx="2155">
                  <c:v>0.42499999999999999</c:v>
                </c:pt>
                <c:pt idx="2156">
                  <c:v>0.40500000000000003</c:v>
                </c:pt>
                <c:pt idx="2157">
                  <c:v>0.42</c:v>
                </c:pt>
                <c:pt idx="2158">
                  <c:v>0.42</c:v>
                </c:pt>
                <c:pt idx="2159">
                  <c:v>0.435</c:v>
                </c:pt>
                <c:pt idx="2160">
                  <c:v>0.42</c:v>
                </c:pt>
                <c:pt idx="2161">
                  <c:v>0.41499999999999998</c:v>
                </c:pt>
                <c:pt idx="2162">
                  <c:v>0.39</c:v>
                </c:pt>
                <c:pt idx="2163">
                  <c:v>0.36</c:v>
                </c:pt>
                <c:pt idx="2164">
                  <c:v>0.33</c:v>
                </c:pt>
                <c:pt idx="2165">
                  <c:v>0.35</c:v>
                </c:pt>
                <c:pt idx="2166">
                  <c:v>0.34499999999999997</c:v>
                </c:pt>
                <c:pt idx="2167">
                  <c:v>0.315</c:v>
                </c:pt>
                <c:pt idx="2168">
                  <c:v>0.30499999999999999</c:v>
                </c:pt>
                <c:pt idx="2169">
                  <c:v>0.31</c:v>
                </c:pt>
                <c:pt idx="2170">
                  <c:v>0.315</c:v>
                </c:pt>
                <c:pt idx="2171">
                  <c:v>0.29499999999999998</c:v>
                </c:pt>
                <c:pt idx="2172">
                  <c:v>0.35499999999999998</c:v>
                </c:pt>
                <c:pt idx="2173">
                  <c:v>0.34</c:v>
                </c:pt>
                <c:pt idx="2174">
                  <c:v>0.32</c:v>
                </c:pt>
                <c:pt idx="2175">
                  <c:v>0.32500000000000001</c:v>
                </c:pt>
                <c:pt idx="2176">
                  <c:v>0.32500000000000001</c:v>
                </c:pt>
                <c:pt idx="2177">
                  <c:v>0.35</c:v>
                </c:pt>
                <c:pt idx="2178">
                  <c:v>0.39500000000000002</c:v>
                </c:pt>
                <c:pt idx="2179">
                  <c:v>0.39</c:v>
                </c:pt>
                <c:pt idx="2180">
                  <c:v>0.39</c:v>
                </c:pt>
                <c:pt idx="2181">
                  <c:v>0.39</c:v>
                </c:pt>
                <c:pt idx="2182">
                  <c:v>0.37</c:v>
                </c:pt>
                <c:pt idx="2183">
                  <c:v>0.4</c:v>
                </c:pt>
                <c:pt idx="2184">
                  <c:v>0.36</c:v>
                </c:pt>
                <c:pt idx="2185">
                  <c:v>0.4</c:v>
                </c:pt>
                <c:pt idx="2186">
                  <c:v>0.4</c:v>
                </c:pt>
                <c:pt idx="2187">
                  <c:v>0.37</c:v>
                </c:pt>
                <c:pt idx="2188">
                  <c:v>0.46</c:v>
                </c:pt>
                <c:pt idx="2189">
                  <c:v>0.45500000000000002</c:v>
                </c:pt>
                <c:pt idx="2190">
                  <c:v>0.36499999999999999</c:v>
                </c:pt>
                <c:pt idx="2191">
                  <c:v>0.32</c:v>
                </c:pt>
                <c:pt idx="2192">
                  <c:v>0.3</c:v>
                </c:pt>
                <c:pt idx="2193">
                  <c:v>0.28499999999999998</c:v>
                </c:pt>
                <c:pt idx="2194">
                  <c:v>0.28499999999999998</c:v>
                </c:pt>
                <c:pt idx="2195">
                  <c:v>0.28499999999999998</c:v>
                </c:pt>
                <c:pt idx="2196">
                  <c:v>0.27500000000000002</c:v>
                </c:pt>
                <c:pt idx="2197">
                  <c:v>0.28000000000000003</c:v>
                </c:pt>
                <c:pt idx="2198">
                  <c:v>0.33500000000000002</c:v>
                </c:pt>
                <c:pt idx="2199">
                  <c:v>0.36499999999999999</c:v>
                </c:pt>
                <c:pt idx="2200">
                  <c:v>0.33500000000000002</c:v>
                </c:pt>
                <c:pt idx="2201">
                  <c:v>0.34499999999999997</c:v>
                </c:pt>
                <c:pt idx="2202">
                  <c:v>0.34499999999999997</c:v>
                </c:pt>
                <c:pt idx="2203">
                  <c:v>0.34</c:v>
                </c:pt>
                <c:pt idx="2204">
                  <c:v>0.32500000000000001</c:v>
                </c:pt>
                <c:pt idx="2205">
                  <c:v>0.315</c:v>
                </c:pt>
                <c:pt idx="2206">
                  <c:v>0.35499999999999998</c:v>
                </c:pt>
                <c:pt idx="2207">
                  <c:v>0.34499999999999997</c:v>
                </c:pt>
                <c:pt idx="2208">
                  <c:v>0.32500000000000001</c:v>
                </c:pt>
                <c:pt idx="2209">
                  <c:v>0.35</c:v>
                </c:pt>
                <c:pt idx="2210">
                  <c:v>0.34</c:v>
                </c:pt>
                <c:pt idx="2211">
                  <c:v>0.33</c:v>
                </c:pt>
                <c:pt idx="2212">
                  <c:v>0.34</c:v>
                </c:pt>
                <c:pt idx="2213">
                  <c:v>0.35499999999999998</c:v>
                </c:pt>
                <c:pt idx="2214">
                  <c:v>0.36</c:v>
                </c:pt>
                <c:pt idx="2215">
                  <c:v>0.33</c:v>
                </c:pt>
                <c:pt idx="2216">
                  <c:v>0.28499999999999998</c:v>
                </c:pt>
                <c:pt idx="2217">
                  <c:v>0.32500000000000001</c:v>
                </c:pt>
                <c:pt idx="2218">
                  <c:v>0.30499999999999999</c:v>
                </c:pt>
                <c:pt idx="2219">
                  <c:v>0.30499999999999999</c:v>
                </c:pt>
                <c:pt idx="2220">
                  <c:v>0.29499999999999998</c:v>
                </c:pt>
                <c:pt idx="2221">
                  <c:v>0.30499999999999999</c:v>
                </c:pt>
                <c:pt idx="2222">
                  <c:v>0.31</c:v>
                </c:pt>
                <c:pt idx="2223">
                  <c:v>0.375</c:v>
                </c:pt>
                <c:pt idx="2224">
                  <c:v>0.37</c:v>
                </c:pt>
                <c:pt idx="2225">
                  <c:v>0.32500000000000001</c:v>
                </c:pt>
                <c:pt idx="2226">
                  <c:v>0.32500000000000001</c:v>
                </c:pt>
                <c:pt idx="2227">
                  <c:v>0.32500000000000001</c:v>
                </c:pt>
                <c:pt idx="2228">
                  <c:v>0.35499999999999998</c:v>
                </c:pt>
                <c:pt idx="2229">
                  <c:v>0.42499999999999999</c:v>
                </c:pt>
                <c:pt idx="2230">
                  <c:v>0.43</c:v>
                </c:pt>
                <c:pt idx="2231">
                  <c:v>0.43</c:v>
                </c:pt>
                <c:pt idx="2232">
                  <c:v>0.42499999999999999</c:v>
                </c:pt>
                <c:pt idx="2233">
                  <c:v>0.4</c:v>
                </c:pt>
                <c:pt idx="2234">
                  <c:v>0.39500000000000002</c:v>
                </c:pt>
                <c:pt idx="2235">
                  <c:v>0.43</c:v>
                </c:pt>
                <c:pt idx="2236">
                  <c:v>0.38500000000000001</c:v>
                </c:pt>
                <c:pt idx="2237">
                  <c:v>0.38500000000000001</c:v>
                </c:pt>
                <c:pt idx="2238">
                  <c:v>0.43</c:v>
                </c:pt>
                <c:pt idx="2239">
                  <c:v>0.41</c:v>
                </c:pt>
                <c:pt idx="2240">
                  <c:v>0.4</c:v>
                </c:pt>
                <c:pt idx="2241">
                  <c:v>0.44</c:v>
                </c:pt>
                <c:pt idx="2242">
                  <c:v>0.41</c:v>
                </c:pt>
                <c:pt idx="2243">
                  <c:v>0.5</c:v>
                </c:pt>
                <c:pt idx="2244">
                  <c:v>0.49</c:v>
                </c:pt>
                <c:pt idx="2245">
                  <c:v>0.495</c:v>
                </c:pt>
                <c:pt idx="2246">
                  <c:v>0.495</c:v>
                </c:pt>
                <c:pt idx="2247">
                  <c:v>0.46500000000000002</c:v>
                </c:pt>
                <c:pt idx="2248">
                  <c:v>0.47</c:v>
                </c:pt>
                <c:pt idx="2249">
                  <c:v>0.46</c:v>
                </c:pt>
                <c:pt idx="2250">
                  <c:v>0.45500000000000002</c:v>
                </c:pt>
                <c:pt idx="2251">
                  <c:v>0.45500000000000002</c:v>
                </c:pt>
                <c:pt idx="2252">
                  <c:v>0.45</c:v>
                </c:pt>
                <c:pt idx="2253">
                  <c:v>0.435</c:v>
                </c:pt>
                <c:pt idx="2254">
                  <c:v>0.42499999999999999</c:v>
                </c:pt>
                <c:pt idx="2255">
                  <c:v>0.41499999999999998</c:v>
                </c:pt>
                <c:pt idx="2256">
                  <c:v>0.36499999999999999</c:v>
                </c:pt>
                <c:pt idx="2257">
                  <c:v>0.33500000000000002</c:v>
                </c:pt>
                <c:pt idx="2258">
                  <c:v>0.39</c:v>
                </c:pt>
                <c:pt idx="2259">
                  <c:v>0.38500000000000001</c:v>
                </c:pt>
                <c:pt idx="2260">
                  <c:v>0.41499999999999998</c:v>
                </c:pt>
                <c:pt idx="2261">
                  <c:v>0.41499999999999998</c:v>
                </c:pt>
                <c:pt idx="2262">
                  <c:v>0.41</c:v>
                </c:pt>
                <c:pt idx="2263">
                  <c:v>0.46500000000000002</c:v>
                </c:pt>
                <c:pt idx="2264">
                  <c:v>0.46</c:v>
                </c:pt>
                <c:pt idx="2265">
                  <c:v>0.45</c:v>
                </c:pt>
                <c:pt idx="2266">
                  <c:v>0.45</c:v>
                </c:pt>
                <c:pt idx="2267">
                  <c:v>0.44500000000000001</c:v>
                </c:pt>
                <c:pt idx="2268">
                  <c:v>0.39</c:v>
                </c:pt>
                <c:pt idx="2269">
                  <c:v>0.37</c:v>
                </c:pt>
                <c:pt idx="2270">
                  <c:v>0.35</c:v>
                </c:pt>
                <c:pt idx="2271">
                  <c:v>0.35</c:v>
                </c:pt>
                <c:pt idx="2272">
                  <c:v>0.36</c:v>
                </c:pt>
                <c:pt idx="2273">
                  <c:v>0.36</c:v>
                </c:pt>
                <c:pt idx="2274">
                  <c:v>0.37</c:v>
                </c:pt>
                <c:pt idx="2275">
                  <c:v>0.35</c:v>
                </c:pt>
                <c:pt idx="2276">
                  <c:v>0.33</c:v>
                </c:pt>
                <c:pt idx="2277">
                  <c:v>0.35</c:v>
                </c:pt>
                <c:pt idx="2278">
                  <c:v>0.28000000000000003</c:v>
                </c:pt>
                <c:pt idx="2279">
                  <c:v>0.28000000000000003</c:v>
                </c:pt>
                <c:pt idx="2280">
                  <c:v>0.27</c:v>
                </c:pt>
                <c:pt idx="2281">
                  <c:v>0.27</c:v>
                </c:pt>
                <c:pt idx="2282">
                  <c:v>0.3</c:v>
                </c:pt>
                <c:pt idx="2283">
                  <c:v>0.26</c:v>
                </c:pt>
                <c:pt idx="2284">
                  <c:v>0.25</c:v>
                </c:pt>
                <c:pt idx="2285">
                  <c:v>0.23</c:v>
                </c:pt>
                <c:pt idx="2286">
                  <c:v>0.24</c:v>
                </c:pt>
                <c:pt idx="2287">
                  <c:v>0.23</c:v>
                </c:pt>
                <c:pt idx="2288">
                  <c:v>0.22</c:v>
                </c:pt>
                <c:pt idx="2289">
                  <c:v>0.22</c:v>
                </c:pt>
                <c:pt idx="2290">
                  <c:v>0.18</c:v>
                </c:pt>
                <c:pt idx="2291">
                  <c:v>0.19</c:v>
                </c:pt>
                <c:pt idx="2292">
                  <c:v>0.19</c:v>
                </c:pt>
                <c:pt idx="2293">
                  <c:v>0.22</c:v>
                </c:pt>
                <c:pt idx="2294">
                  <c:v>0.22</c:v>
                </c:pt>
                <c:pt idx="2295">
                  <c:v>0.2</c:v>
                </c:pt>
                <c:pt idx="2296">
                  <c:v>0.19</c:v>
                </c:pt>
                <c:pt idx="2297">
                  <c:v>0.17</c:v>
                </c:pt>
                <c:pt idx="2298">
                  <c:v>0.17</c:v>
                </c:pt>
                <c:pt idx="2299">
                  <c:v>0.17</c:v>
                </c:pt>
                <c:pt idx="2300">
                  <c:v>0.15</c:v>
                </c:pt>
                <c:pt idx="2301">
                  <c:v>0.15</c:v>
                </c:pt>
                <c:pt idx="2302">
                  <c:v>0.15</c:v>
                </c:pt>
                <c:pt idx="2303">
                  <c:v>0.15</c:v>
                </c:pt>
                <c:pt idx="2304">
                  <c:v>0.16</c:v>
                </c:pt>
                <c:pt idx="2305">
                  <c:v>0.16</c:v>
                </c:pt>
                <c:pt idx="2306">
                  <c:v>0.15</c:v>
                </c:pt>
                <c:pt idx="2307">
                  <c:v>0.16</c:v>
                </c:pt>
                <c:pt idx="2308">
                  <c:v>0.16</c:v>
                </c:pt>
                <c:pt idx="2309">
                  <c:v>0.16500000000000001</c:v>
                </c:pt>
                <c:pt idx="2310">
                  <c:v>0.16</c:v>
                </c:pt>
                <c:pt idx="2311">
                  <c:v>0.16</c:v>
                </c:pt>
                <c:pt idx="2312">
                  <c:v>0.16500000000000001</c:v>
                </c:pt>
                <c:pt idx="2313">
                  <c:v>0.19</c:v>
                </c:pt>
                <c:pt idx="2314">
                  <c:v>0.215</c:v>
                </c:pt>
                <c:pt idx="2315">
                  <c:v>0.215</c:v>
                </c:pt>
                <c:pt idx="2316">
                  <c:v>0.19500000000000001</c:v>
                </c:pt>
                <c:pt idx="2317">
                  <c:v>0.19500000000000001</c:v>
                </c:pt>
                <c:pt idx="2318">
                  <c:v>0.215</c:v>
                </c:pt>
                <c:pt idx="2319">
                  <c:v>0.18</c:v>
                </c:pt>
                <c:pt idx="2320">
                  <c:v>0.22</c:v>
                </c:pt>
                <c:pt idx="2321">
                  <c:v>0.21</c:v>
                </c:pt>
                <c:pt idx="2322">
                  <c:v>0.22</c:v>
                </c:pt>
                <c:pt idx="2323">
                  <c:v>0.22</c:v>
                </c:pt>
                <c:pt idx="2324">
                  <c:v>0.22</c:v>
                </c:pt>
                <c:pt idx="2325">
                  <c:v>0.22</c:v>
                </c:pt>
                <c:pt idx="2326">
                  <c:v>0.215</c:v>
                </c:pt>
                <c:pt idx="2327">
                  <c:v>0.19</c:v>
                </c:pt>
                <c:pt idx="2328">
                  <c:v>0.2</c:v>
                </c:pt>
                <c:pt idx="2329">
                  <c:v>0.185</c:v>
                </c:pt>
                <c:pt idx="2330">
                  <c:v>0.19500000000000001</c:v>
                </c:pt>
                <c:pt idx="2331">
                  <c:v>0.19</c:v>
                </c:pt>
                <c:pt idx="2332">
                  <c:v>0.2</c:v>
                </c:pt>
                <c:pt idx="2333">
                  <c:v>0.20499999999999999</c:v>
                </c:pt>
                <c:pt idx="2334">
                  <c:v>0.19500000000000001</c:v>
                </c:pt>
                <c:pt idx="2335">
                  <c:v>0.19</c:v>
                </c:pt>
                <c:pt idx="2336">
                  <c:v>0.19</c:v>
                </c:pt>
                <c:pt idx="2337">
                  <c:v>0.19</c:v>
                </c:pt>
                <c:pt idx="2338">
                  <c:v>0.19</c:v>
                </c:pt>
                <c:pt idx="2339">
                  <c:v>0.19500000000000001</c:v>
                </c:pt>
                <c:pt idx="2340">
                  <c:v>0.19500000000000001</c:v>
                </c:pt>
                <c:pt idx="2341">
                  <c:v>0.2</c:v>
                </c:pt>
                <c:pt idx="2342">
                  <c:v>0.2</c:v>
                </c:pt>
                <c:pt idx="2343">
                  <c:v>0.20499999999999999</c:v>
                </c:pt>
                <c:pt idx="2344">
                  <c:v>0.20499999999999999</c:v>
                </c:pt>
                <c:pt idx="2345">
                  <c:v>0.20499999999999999</c:v>
                </c:pt>
                <c:pt idx="2346">
                  <c:v>0.22</c:v>
                </c:pt>
                <c:pt idx="2347">
                  <c:v>0.3</c:v>
                </c:pt>
                <c:pt idx="2348">
                  <c:v>0.33</c:v>
                </c:pt>
                <c:pt idx="2349">
                  <c:v>0.29499999999999998</c:v>
                </c:pt>
                <c:pt idx="2350">
                  <c:v>0.28499999999999998</c:v>
                </c:pt>
                <c:pt idx="2351">
                  <c:v>0.24</c:v>
                </c:pt>
                <c:pt idx="2352">
                  <c:v>0.23</c:v>
                </c:pt>
                <c:pt idx="2353">
                  <c:v>0.26</c:v>
                </c:pt>
                <c:pt idx="2354">
                  <c:v>0.31</c:v>
                </c:pt>
                <c:pt idx="2355">
                  <c:v>0.3</c:v>
                </c:pt>
                <c:pt idx="2356">
                  <c:v>0.28499999999999998</c:v>
                </c:pt>
                <c:pt idx="2357">
                  <c:v>0.3</c:v>
                </c:pt>
                <c:pt idx="2358">
                  <c:v>0.3</c:v>
                </c:pt>
                <c:pt idx="2359">
                  <c:v>0.28999999999999998</c:v>
                </c:pt>
                <c:pt idx="2360">
                  <c:v>0.28000000000000003</c:v>
                </c:pt>
                <c:pt idx="2361">
                  <c:v>0.38</c:v>
                </c:pt>
                <c:pt idx="2362">
                  <c:v>0.26500000000000001</c:v>
                </c:pt>
                <c:pt idx="2363">
                  <c:v>0.26</c:v>
                </c:pt>
                <c:pt idx="2364">
                  <c:v>0.255</c:v>
                </c:pt>
                <c:pt idx="2365">
                  <c:v>0.28000000000000003</c:v>
                </c:pt>
                <c:pt idx="2366">
                  <c:v>0.27</c:v>
                </c:pt>
                <c:pt idx="2367">
                  <c:v>0.26</c:v>
                </c:pt>
                <c:pt idx="2368">
                  <c:v>0.26</c:v>
                </c:pt>
                <c:pt idx="2369">
                  <c:v>0.3</c:v>
                </c:pt>
                <c:pt idx="2370">
                  <c:v>0.28000000000000003</c:v>
                </c:pt>
                <c:pt idx="2371">
                  <c:v>0.29499999999999998</c:v>
                </c:pt>
                <c:pt idx="2372">
                  <c:v>0.28499999999999998</c:v>
                </c:pt>
                <c:pt idx="2373">
                  <c:v>0.28000000000000003</c:v>
                </c:pt>
                <c:pt idx="2374">
                  <c:v>0.26500000000000001</c:v>
                </c:pt>
                <c:pt idx="2375">
                  <c:v>0.27</c:v>
                </c:pt>
                <c:pt idx="2376">
                  <c:v>0.29499999999999998</c:v>
                </c:pt>
                <c:pt idx="2377">
                  <c:v>0.33</c:v>
                </c:pt>
                <c:pt idx="2378">
                  <c:v>0.32</c:v>
                </c:pt>
                <c:pt idx="2379">
                  <c:v>0.34</c:v>
                </c:pt>
                <c:pt idx="2380">
                  <c:v>0.33</c:v>
                </c:pt>
                <c:pt idx="2381">
                  <c:v>0.29499999999999998</c:v>
                </c:pt>
                <c:pt idx="2382">
                  <c:v>0.29499999999999998</c:v>
                </c:pt>
                <c:pt idx="2383">
                  <c:v>0.29499999999999998</c:v>
                </c:pt>
                <c:pt idx="2384">
                  <c:v>0.28000000000000003</c:v>
                </c:pt>
                <c:pt idx="2385">
                  <c:v>0.28000000000000003</c:v>
                </c:pt>
                <c:pt idx="2386">
                  <c:v>0.28000000000000003</c:v>
                </c:pt>
                <c:pt idx="2387">
                  <c:v>0.26</c:v>
                </c:pt>
                <c:pt idx="2388">
                  <c:v>0.23</c:v>
                </c:pt>
                <c:pt idx="2389">
                  <c:v>0.22</c:v>
                </c:pt>
                <c:pt idx="2390">
                  <c:v>0.22</c:v>
                </c:pt>
                <c:pt idx="2391">
                  <c:v>0.2</c:v>
                </c:pt>
                <c:pt idx="2392">
                  <c:v>0.2</c:v>
                </c:pt>
                <c:pt idx="2393">
                  <c:v>0.19</c:v>
                </c:pt>
                <c:pt idx="2394">
                  <c:v>0.19</c:v>
                </c:pt>
                <c:pt idx="2395">
                  <c:v>0.18</c:v>
                </c:pt>
                <c:pt idx="2396">
                  <c:v>0.17</c:v>
                </c:pt>
                <c:pt idx="2397">
                  <c:v>0.16</c:v>
                </c:pt>
                <c:pt idx="2398">
                  <c:v>0.15</c:v>
                </c:pt>
                <c:pt idx="2399">
                  <c:v>0.17</c:v>
                </c:pt>
                <c:pt idx="2400">
                  <c:v>0.17</c:v>
                </c:pt>
                <c:pt idx="2401">
                  <c:v>0.19</c:v>
                </c:pt>
                <c:pt idx="2402">
                  <c:v>0.19</c:v>
                </c:pt>
                <c:pt idx="2403">
                  <c:v>0.2</c:v>
                </c:pt>
                <c:pt idx="2404">
                  <c:v>0.19</c:v>
                </c:pt>
                <c:pt idx="2405">
                  <c:v>0.19</c:v>
                </c:pt>
                <c:pt idx="2406">
                  <c:v>0.19</c:v>
                </c:pt>
                <c:pt idx="2407">
                  <c:v>0.19</c:v>
                </c:pt>
                <c:pt idx="2408">
                  <c:v>0.19</c:v>
                </c:pt>
                <c:pt idx="2409">
                  <c:v>0.185</c:v>
                </c:pt>
                <c:pt idx="2410">
                  <c:v>0.16500000000000001</c:v>
                </c:pt>
                <c:pt idx="2411">
                  <c:v>0.185</c:v>
                </c:pt>
                <c:pt idx="2412">
                  <c:v>0.21</c:v>
                </c:pt>
                <c:pt idx="2413">
                  <c:v>0.20499999999999999</c:v>
                </c:pt>
                <c:pt idx="2414">
                  <c:v>0.19500000000000001</c:v>
                </c:pt>
                <c:pt idx="2415">
                  <c:v>0.18</c:v>
                </c:pt>
                <c:pt idx="2416">
                  <c:v>0.16500000000000001</c:v>
                </c:pt>
                <c:pt idx="2417">
                  <c:v>0.17</c:v>
                </c:pt>
                <c:pt idx="2418">
                  <c:v>0.19500000000000001</c:v>
                </c:pt>
                <c:pt idx="2419">
                  <c:v>0.19500000000000001</c:v>
                </c:pt>
                <c:pt idx="2420">
                  <c:v>0.17</c:v>
                </c:pt>
                <c:pt idx="2421">
                  <c:v>0.185</c:v>
                </c:pt>
                <c:pt idx="2422">
                  <c:v>0.22500000000000001</c:v>
                </c:pt>
                <c:pt idx="2423">
                  <c:v>0.20499999999999999</c:v>
                </c:pt>
                <c:pt idx="2424">
                  <c:v>0.215</c:v>
                </c:pt>
                <c:pt idx="2425">
                  <c:v>0.2</c:v>
                </c:pt>
                <c:pt idx="2426">
                  <c:v>0.2</c:v>
                </c:pt>
                <c:pt idx="2427">
                  <c:v>0.19500000000000001</c:v>
                </c:pt>
                <c:pt idx="2428">
                  <c:v>0.18</c:v>
                </c:pt>
                <c:pt idx="2429">
                  <c:v>0.18</c:v>
                </c:pt>
                <c:pt idx="2430">
                  <c:v>0.17</c:v>
                </c:pt>
                <c:pt idx="2431">
                  <c:v>0.17499999999999999</c:v>
                </c:pt>
                <c:pt idx="2432">
                  <c:v>0.16</c:v>
                </c:pt>
                <c:pt idx="2433">
                  <c:v>0.18</c:v>
                </c:pt>
                <c:pt idx="2434">
                  <c:v>0.17499999999999999</c:v>
                </c:pt>
                <c:pt idx="2435">
                  <c:v>0.17499999999999999</c:v>
                </c:pt>
                <c:pt idx="2436">
                  <c:v>0.19</c:v>
                </c:pt>
                <c:pt idx="2437">
                  <c:v>0.18</c:v>
                </c:pt>
                <c:pt idx="2438">
                  <c:v>0.17499999999999999</c:v>
                </c:pt>
                <c:pt idx="2439">
                  <c:v>0.17</c:v>
                </c:pt>
                <c:pt idx="2440">
                  <c:v>0.18</c:v>
                </c:pt>
                <c:pt idx="2441">
                  <c:v>0.18</c:v>
                </c:pt>
                <c:pt idx="2442">
                  <c:v>0.185</c:v>
                </c:pt>
                <c:pt idx="2443">
                  <c:v>0.185</c:v>
                </c:pt>
                <c:pt idx="2444">
                  <c:v>0.19500000000000001</c:v>
                </c:pt>
                <c:pt idx="2445">
                  <c:v>0.2</c:v>
                </c:pt>
                <c:pt idx="2446">
                  <c:v>0.20499999999999999</c:v>
                </c:pt>
                <c:pt idx="2447">
                  <c:v>0.18</c:v>
                </c:pt>
                <c:pt idx="2448">
                  <c:v>0.17499999999999999</c:v>
                </c:pt>
                <c:pt idx="2449">
                  <c:v>0.18</c:v>
                </c:pt>
                <c:pt idx="2450">
                  <c:v>0.19</c:v>
                </c:pt>
                <c:pt idx="2451">
                  <c:v>0.18</c:v>
                </c:pt>
                <c:pt idx="2452">
                  <c:v>0.185</c:v>
                </c:pt>
                <c:pt idx="2453">
                  <c:v>0.19</c:v>
                </c:pt>
                <c:pt idx="2454">
                  <c:v>0.19</c:v>
                </c:pt>
                <c:pt idx="2455">
                  <c:v>0.215</c:v>
                </c:pt>
                <c:pt idx="2456">
                  <c:v>0.22</c:v>
                </c:pt>
                <c:pt idx="2457">
                  <c:v>0.2</c:v>
                </c:pt>
                <c:pt idx="2458">
                  <c:v>0.22</c:v>
                </c:pt>
                <c:pt idx="2459">
                  <c:v>0.215</c:v>
                </c:pt>
                <c:pt idx="2460">
                  <c:v>0.20499999999999999</c:v>
                </c:pt>
                <c:pt idx="2461">
                  <c:v>0.245</c:v>
                </c:pt>
                <c:pt idx="2462">
                  <c:v>0.245</c:v>
                </c:pt>
                <c:pt idx="2463">
                  <c:v>0.27500000000000002</c:v>
                </c:pt>
                <c:pt idx="2464">
                  <c:v>0.28499999999999998</c:v>
                </c:pt>
                <c:pt idx="2465">
                  <c:v>0.29499999999999998</c:v>
                </c:pt>
                <c:pt idx="2466">
                  <c:v>0.30499999999999999</c:v>
                </c:pt>
                <c:pt idx="2467">
                  <c:v>0.34</c:v>
                </c:pt>
                <c:pt idx="2468">
                  <c:v>0.31</c:v>
                </c:pt>
                <c:pt idx="2469">
                  <c:v>0.34</c:v>
                </c:pt>
                <c:pt idx="2470">
                  <c:v>0.34</c:v>
                </c:pt>
                <c:pt idx="2471">
                  <c:v>0.28000000000000003</c:v>
                </c:pt>
                <c:pt idx="2472">
                  <c:v>0.27</c:v>
                </c:pt>
                <c:pt idx="2473">
                  <c:v>0.245</c:v>
                </c:pt>
                <c:pt idx="2474">
                  <c:v>0.24</c:v>
                </c:pt>
                <c:pt idx="2475">
                  <c:v>0.22500000000000001</c:v>
                </c:pt>
                <c:pt idx="2476">
                  <c:v>0.215</c:v>
                </c:pt>
                <c:pt idx="2477">
                  <c:v>0.26</c:v>
                </c:pt>
                <c:pt idx="2478">
                  <c:v>0.29499999999999998</c:v>
                </c:pt>
                <c:pt idx="2479">
                  <c:v>0.28999999999999998</c:v>
                </c:pt>
                <c:pt idx="2480">
                  <c:v>0.31</c:v>
                </c:pt>
                <c:pt idx="2481">
                  <c:v>0.34499999999999997</c:v>
                </c:pt>
                <c:pt idx="2482">
                  <c:v>0.31</c:v>
                </c:pt>
                <c:pt idx="2483">
                  <c:v>0.29499999999999998</c:v>
                </c:pt>
                <c:pt idx="2484">
                  <c:v>0.35499999999999998</c:v>
                </c:pt>
                <c:pt idx="2485">
                  <c:v>0.38</c:v>
                </c:pt>
                <c:pt idx="2486">
                  <c:v>0.34499999999999997</c:v>
                </c:pt>
                <c:pt idx="2487">
                  <c:v>0.37</c:v>
                </c:pt>
                <c:pt idx="2488">
                  <c:v>0.375</c:v>
                </c:pt>
                <c:pt idx="2489">
                  <c:v>0.39500000000000002</c:v>
                </c:pt>
                <c:pt idx="2490">
                  <c:v>0.41</c:v>
                </c:pt>
                <c:pt idx="2491">
                  <c:v>0.41</c:v>
                </c:pt>
                <c:pt idx="2492">
                  <c:v>0.44</c:v>
                </c:pt>
                <c:pt idx="2493">
                  <c:v>0.39500000000000002</c:v>
                </c:pt>
                <c:pt idx="2494">
                  <c:v>0.36499999999999999</c:v>
                </c:pt>
                <c:pt idx="2495">
                  <c:v>0.32</c:v>
                </c:pt>
                <c:pt idx="2496">
                  <c:v>0.315</c:v>
                </c:pt>
                <c:pt idx="2497">
                  <c:v>0.35499999999999998</c:v>
                </c:pt>
                <c:pt idx="2498">
                  <c:v>0.27500000000000002</c:v>
                </c:pt>
                <c:pt idx="2499">
                  <c:v>0.23499999999999999</c:v>
                </c:pt>
                <c:pt idx="2500">
                  <c:v>0.23499999999999999</c:v>
                </c:pt>
                <c:pt idx="2501">
                  <c:v>0.26</c:v>
                </c:pt>
                <c:pt idx="2502">
                  <c:v>0.27</c:v>
                </c:pt>
                <c:pt idx="2503">
                  <c:v>0.29499999999999998</c:v>
                </c:pt>
                <c:pt idx="2504">
                  <c:v>0.28499999999999998</c:v>
                </c:pt>
                <c:pt idx="2505">
                  <c:v>0.28999999999999998</c:v>
                </c:pt>
                <c:pt idx="2506">
                  <c:v>0.34499999999999997</c:v>
                </c:pt>
                <c:pt idx="2507">
                  <c:v>0.32500000000000001</c:v>
                </c:pt>
                <c:pt idx="2508">
                  <c:v>0.28499999999999998</c:v>
                </c:pt>
                <c:pt idx="2509">
                  <c:v>0.28999999999999998</c:v>
                </c:pt>
                <c:pt idx="2510">
                  <c:v>0.27</c:v>
                </c:pt>
                <c:pt idx="2511">
                  <c:v>0.255</c:v>
                </c:pt>
                <c:pt idx="2512">
                  <c:v>0.28499999999999998</c:v>
                </c:pt>
                <c:pt idx="2513">
                  <c:v>0.27500000000000002</c:v>
                </c:pt>
                <c:pt idx="2514">
                  <c:v>0.27</c:v>
                </c:pt>
                <c:pt idx="2515">
                  <c:v>0.27</c:v>
                </c:pt>
                <c:pt idx="2516">
                  <c:v>0.245</c:v>
                </c:pt>
                <c:pt idx="2517">
                  <c:v>0.245</c:v>
                </c:pt>
                <c:pt idx="2518">
                  <c:v>0.24</c:v>
                </c:pt>
                <c:pt idx="2519">
                  <c:v>0.27</c:v>
                </c:pt>
                <c:pt idx="2520">
                  <c:v>0.24</c:v>
                </c:pt>
                <c:pt idx="2521">
                  <c:v>0.23499999999999999</c:v>
                </c:pt>
                <c:pt idx="2522">
                  <c:v>0.23</c:v>
                </c:pt>
                <c:pt idx="2523">
                  <c:v>0.23</c:v>
                </c:pt>
                <c:pt idx="2524">
                  <c:v>0.24</c:v>
                </c:pt>
                <c:pt idx="2525">
                  <c:v>0.24</c:v>
                </c:pt>
                <c:pt idx="2526">
                  <c:v>0.23499999999999999</c:v>
                </c:pt>
                <c:pt idx="2527">
                  <c:v>0.255</c:v>
                </c:pt>
                <c:pt idx="2528">
                  <c:v>0.315</c:v>
                </c:pt>
                <c:pt idx="2529">
                  <c:v>0.28999999999999998</c:v>
                </c:pt>
                <c:pt idx="2530">
                  <c:v>0.30499999999999999</c:v>
                </c:pt>
                <c:pt idx="2531">
                  <c:v>0.3</c:v>
                </c:pt>
                <c:pt idx="2532">
                  <c:v>0.28000000000000003</c:v>
                </c:pt>
                <c:pt idx="2533">
                  <c:v>0.28000000000000003</c:v>
                </c:pt>
                <c:pt idx="2534">
                  <c:v>0.26</c:v>
                </c:pt>
                <c:pt idx="2535">
                  <c:v>0.26</c:v>
                </c:pt>
                <c:pt idx="2536">
                  <c:v>0.26</c:v>
                </c:pt>
                <c:pt idx="2537">
                  <c:v>0.26</c:v>
                </c:pt>
                <c:pt idx="2538">
                  <c:v>0.26</c:v>
                </c:pt>
                <c:pt idx="2539">
                  <c:v>0.25</c:v>
                </c:pt>
                <c:pt idx="2540">
                  <c:v>0.24</c:v>
                </c:pt>
                <c:pt idx="2541">
                  <c:v>0.30499999999999999</c:v>
                </c:pt>
                <c:pt idx="2542">
                  <c:v>0.27</c:v>
                </c:pt>
                <c:pt idx="2543">
                  <c:v>0.25</c:v>
                </c:pt>
                <c:pt idx="2544">
                  <c:v>0.215</c:v>
                </c:pt>
                <c:pt idx="2545">
                  <c:v>0.26500000000000001</c:v>
                </c:pt>
                <c:pt idx="2546">
                  <c:v>0.23499999999999999</c:v>
                </c:pt>
                <c:pt idx="2547">
                  <c:v>0.20499999999999999</c:v>
                </c:pt>
                <c:pt idx="2548">
                  <c:v>0.2</c:v>
                </c:pt>
                <c:pt idx="2549">
                  <c:v>0.19</c:v>
                </c:pt>
                <c:pt idx="2550">
                  <c:v>0.18</c:v>
                </c:pt>
                <c:pt idx="2551">
                  <c:v>0.2</c:v>
                </c:pt>
                <c:pt idx="2552">
                  <c:v>0.19500000000000001</c:v>
                </c:pt>
                <c:pt idx="2553">
                  <c:v>0.2</c:v>
                </c:pt>
                <c:pt idx="2554">
                  <c:v>0.21</c:v>
                </c:pt>
                <c:pt idx="2555">
                  <c:v>0.22500000000000001</c:v>
                </c:pt>
                <c:pt idx="2556">
                  <c:v>0.215</c:v>
                </c:pt>
                <c:pt idx="2557">
                  <c:v>0.21</c:v>
                </c:pt>
                <c:pt idx="2558">
                  <c:v>0.2</c:v>
                </c:pt>
                <c:pt idx="2559">
                  <c:v>0.19</c:v>
                </c:pt>
                <c:pt idx="2560">
                  <c:v>0.19500000000000001</c:v>
                </c:pt>
                <c:pt idx="2561">
                  <c:v>0.19</c:v>
                </c:pt>
                <c:pt idx="2562">
                  <c:v>0.19</c:v>
                </c:pt>
                <c:pt idx="2563">
                  <c:v>0.20499999999999999</c:v>
                </c:pt>
                <c:pt idx="2564">
                  <c:v>0.2</c:v>
                </c:pt>
                <c:pt idx="2565">
                  <c:v>0.2</c:v>
                </c:pt>
                <c:pt idx="2566">
                  <c:v>0.19500000000000001</c:v>
                </c:pt>
                <c:pt idx="2567">
                  <c:v>0.19</c:v>
                </c:pt>
                <c:pt idx="2568">
                  <c:v>0.18</c:v>
                </c:pt>
                <c:pt idx="2569">
                  <c:v>0.18</c:v>
                </c:pt>
                <c:pt idx="2570">
                  <c:v>0.17499999999999999</c:v>
                </c:pt>
                <c:pt idx="2571">
                  <c:v>0.18</c:v>
                </c:pt>
                <c:pt idx="2572">
                  <c:v>0.18</c:v>
                </c:pt>
                <c:pt idx="2573">
                  <c:v>0.17</c:v>
                </c:pt>
                <c:pt idx="2574">
                  <c:v>0.16</c:v>
                </c:pt>
                <c:pt idx="2575">
                  <c:v>0.15</c:v>
                </c:pt>
                <c:pt idx="2576">
                  <c:v>0.155</c:v>
                </c:pt>
                <c:pt idx="2577">
                  <c:v>0.14499999999999999</c:v>
                </c:pt>
                <c:pt idx="2578">
                  <c:v>0.13500000000000001</c:v>
                </c:pt>
                <c:pt idx="2579">
                  <c:v>0.19</c:v>
                </c:pt>
                <c:pt idx="2580">
                  <c:v>0.19</c:v>
                </c:pt>
                <c:pt idx="2581">
                  <c:v>0.19</c:v>
                </c:pt>
                <c:pt idx="2582">
                  <c:v>0.19</c:v>
                </c:pt>
                <c:pt idx="2583">
                  <c:v>0.19</c:v>
                </c:pt>
                <c:pt idx="2584">
                  <c:v>0.16500000000000001</c:v>
                </c:pt>
                <c:pt idx="2585">
                  <c:v>0.16</c:v>
                </c:pt>
                <c:pt idx="2586">
                  <c:v>0.15</c:v>
                </c:pt>
                <c:pt idx="2587">
                  <c:v>0.13</c:v>
                </c:pt>
                <c:pt idx="2588">
                  <c:v>0.105</c:v>
                </c:pt>
                <c:pt idx="2589">
                  <c:v>0.11</c:v>
                </c:pt>
                <c:pt idx="2590">
                  <c:v>0.115</c:v>
                </c:pt>
                <c:pt idx="2591">
                  <c:v>0.13</c:v>
                </c:pt>
                <c:pt idx="2592">
                  <c:v>0.13</c:v>
                </c:pt>
                <c:pt idx="2593">
                  <c:v>0.15</c:v>
                </c:pt>
                <c:pt idx="2594">
                  <c:v>0.15</c:v>
                </c:pt>
                <c:pt idx="2595">
                  <c:v>0.15</c:v>
                </c:pt>
                <c:pt idx="2596">
                  <c:v>0.155</c:v>
                </c:pt>
                <c:pt idx="2597">
                  <c:v>0.14499999999999999</c:v>
                </c:pt>
                <c:pt idx="2598">
                  <c:v>0.13500000000000001</c:v>
                </c:pt>
                <c:pt idx="2599">
                  <c:v>0.125</c:v>
                </c:pt>
                <c:pt idx="2600">
                  <c:v>0.13500000000000001</c:v>
                </c:pt>
                <c:pt idx="2601">
                  <c:v>0.14000000000000001</c:v>
                </c:pt>
                <c:pt idx="2602">
                  <c:v>0.13</c:v>
                </c:pt>
                <c:pt idx="2603">
                  <c:v>0.155</c:v>
                </c:pt>
                <c:pt idx="2604">
                  <c:v>0.16500000000000001</c:v>
                </c:pt>
                <c:pt idx="2605">
                  <c:v>0.155</c:v>
                </c:pt>
                <c:pt idx="2606">
                  <c:v>0.15</c:v>
                </c:pt>
                <c:pt idx="2607">
                  <c:v>0.14499999999999999</c:v>
                </c:pt>
                <c:pt idx="2608">
                  <c:v>0.15</c:v>
                </c:pt>
                <c:pt idx="2609">
                  <c:v>0.155</c:v>
                </c:pt>
                <c:pt idx="2610">
                  <c:v>0.16</c:v>
                </c:pt>
                <c:pt idx="2611">
                  <c:v>0.15</c:v>
                </c:pt>
                <c:pt idx="2612">
                  <c:v>0.15</c:v>
                </c:pt>
                <c:pt idx="2613">
                  <c:v>0.14499999999999999</c:v>
                </c:pt>
                <c:pt idx="2614">
                  <c:v>0.16</c:v>
                </c:pt>
                <c:pt idx="2615">
                  <c:v>0.16</c:v>
                </c:pt>
                <c:pt idx="2616">
                  <c:v>0.16500000000000001</c:v>
                </c:pt>
                <c:pt idx="2617">
                  <c:v>0.19500000000000001</c:v>
                </c:pt>
                <c:pt idx="2618">
                  <c:v>0.2</c:v>
                </c:pt>
                <c:pt idx="2619">
                  <c:v>0.20499999999999999</c:v>
                </c:pt>
                <c:pt idx="2620">
                  <c:v>0.21</c:v>
                </c:pt>
                <c:pt idx="2621">
                  <c:v>0.20499999999999999</c:v>
                </c:pt>
                <c:pt idx="2622">
                  <c:v>0.22500000000000001</c:v>
                </c:pt>
                <c:pt idx="2623">
                  <c:v>0.22500000000000001</c:v>
                </c:pt>
                <c:pt idx="2624">
                  <c:v>0.25</c:v>
                </c:pt>
                <c:pt idx="2625">
                  <c:v>0.255</c:v>
                </c:pt>
                <c:pt idx="2626">
                  <c:v>0.255</c:v>
                </c:pt>
                <c:pt idx="2627">
                  <c:v>0.255</c:v>
                </c:pt>
                <c:pt idx="2628">
                  <c:v>0.255</c:v>
                </c:pt>
                <c:pt idx="2629">
                  <c:v>0.26</c:v>
                </c:pt>
                <c:pt idx="2630">
                  <c:v>0.26</c:v>
                </c:pt>
                <c:pt idx="2631">
                  <c:v>0.27</c:v>
                </c:pt>
                <c:pt idx="2632">
                  <c:v>0.27</c:v>
                </c:pt>
                <c:pt idx="2633">
                  <c:v>0.27</c:v>
                </c:pt>
                <c:pt idx="2634">
                  <c:v>0.32</c:v>
                </c:pt>
                <c:pt idx="2635">
                  <c:v>0.33</c:v>
                </c:pt>
                <c:pt idx="2636">
                  <c:v>0.32</c:v>
                </c:pt>
                <c:pt idx="2637">
                  <c:v>0.32</c:v>
                </c:pt>
                <c:pt idx="2638">
                  <c:v>0.38</c:v>
                </c:pt>
                <c:pt idx="2639">
                  <c:v>0.38</c:v>
                </c:pt>
                <c:pt idx="2640">
                  <c:v>0.41</c:v>
                </c:pt>
                <c:pt idx="2641">
                  <c:v>0.41</c:v>
                </c:pt>
                <c:pt idx="2642">
                  <c:v>0.4</c:v>
                </c:pt>
                <c:pt idx="2643">
                  <c:v>0.37</c:v>
                </c:pt>
                <c:pt idx="2644">
                  <c:v>0.32</c:v>
                </c:pt>
                <c:pt idx="2645">
                  <c:v>0.32</c:v>
                </c:pt>
                <c:pt idx="2646">
                  <c:v>0.31</c:v>
                </c:pt>
                <c:pt idx="2647">
                  <c:v>0.31</c:v>
                </c:pt>
                <c:pt idx="2648">
                  <c:v>0.34</c:v>
                </c:pt>
                <c:pt idx="2649">
                  <c:v>0.37</c:v>
                </c:pt>
                <c:pt idx="2650">
                  <c:v>0.37</c:v>
                </c:pt>
                <c:pt idx="2651">
                  <c:v>0.35</c:v>
                </c:pt>
                <c:pt idx="2652">
                  <c:v>0.35</c:v>
                </c:pt>
                <c:pt idx="2653">
                  <c:v>0.33</c:v>
                </c:pt>
                <c:pt idx="2654">
                  <c:v>0.34</c:v>
                </c:pt>
                <c:pt idx="2655">
                  <c:v>0.31</c:v>
                </c:pt>
                <c:pt idx="2656">
                  <c:v>0.32</c:v>
                </c:pt>
                <c:pt idx="2657">
                  <c:v>0.31</c:v>
                </c:pt>
                <c:pt idx="2658">
                  <c:v>0.27</c:v>
                </c:pt>
                <c:pt idx="2659">
                  <c:v>0.31</c:v>
                </c:pt>
                <c:pt idx="2660">
                  <c:v>0.27</c:v>
                </c:pt>
                <c:pt idx="2661">
                  <c:v>0.27</c:v>
                </c:pt>
                <c:pt idx="2662">
                  <c:v>0.28000000000000003</c:v>
                </c:pt>
                <c:pt idx="2663">
                  <c:v>0.26</c:v>
                </c:pt>
                <c:pt idx="2664">
                  <c:v>0.31</c:v>
                </c:pt>
                <c:pt idx="2665">
                  <c:v>0.28999999999999998</c:v>
                </c:pt>
                <c:pt idx="2666">
                  <c:v>0.28000000000000003</c:v>
                </c:pt>
                <c:pt idx="2667">
                  <c:v>0.28000000000000003</c:v>
                </c:pt>
                <c:pt idx="2668">
                  <c:v>0.28999999999999998</c:v>
                </c:pt>
                <c:pt idx="2669">
                  <c:v>0.27</c:v>
                </c:pt>
                <c:pt idx="2670">
                  <c:v>0.27</c:v>
                </c:pt>
                <c:pt idx="2671">
                  <c:v>0.25</c:v>
                </c:pt>
                <c:pt idx="2672">
                  <c:v>0.28999999999999998</c:v>
                </c:pt>
                <c:pt idx="2673">
                  <c:v>0.28999999999999998</c:v>
                </c:pt>
                <c:pt idx="2674">
                  <c:v>0.28999999999999998</c:v>
                </c:pt>
                <c:pt idx="2675">
                  <c:v>0.27</c:v>
                </c:pt>
                <c:pt idx="2676">
                  <c:v>0.27</c:v>
                </c:pt>
                <c:pt idx="2677">
                  <c:v>0.28999999999999998</c:v>
                </c:pt>
                <c:pt idx="2678">
                  <c:v>0.28000000000000003</c:v>
                </c:pt>
                <c:pt idx="2679">
                  <c:v>0.28000000000000003</c:v>
                </c:pt>
                <c:pt idx="2680">
                  <c:v>0.27</c:v>
                </c:pt>
                <c:pt idx="2681">
                  <c:v>0.34</c:v>
                </c:pt>
                <c:pt idx="2682">
                  <c:v>0.37</c:v>
                </c:pt>
                <c:pt idx="2683">
                  <c:v>0.32</c:v>
                </c:pt>
                <c:pt idx="2684">
                  <c:v>0.3</c:v>
                </c:pt>
                <c:pt idx="2685">
                  <c:v>0.36</c:v>
                </c:pt>
                <c:pt idx="2686">
                  <c:v>0.32</c:v>
                </c:pt>
                <c:pt idx="2687">
                  <c:v>0.34</c:v>
                </c:pt>
                <c:pt idx="2688">
                  <c:v>0.34</c:v>
                </c:pt>
                <c:pt idx="2689">
                  <c:v>0.35</c:v>
                </c:pt>
                <c:pt idx="2690">
                  <c:v>0.36</c:v>
                </c:pt>
                <c:pt idx="2691">
                  <c:v>0.36</c:v>
                </c:pt>
                <c:pt idx="2692">
                  <c:v>0.36</c:v>
                </c:pt>
                <c:pt idx="2693">
                  <c:v>0.36</c:v>
                </c:pt>
                <c:pt idx="2694">
                  <c:v>0.35</c:v>
                </c:pt>
                <c:pt idx="2695">
                  <c:v>0.3</c:v>
                </c:pt>
                <c:pt idx="2696">
                  <c:v>0.3</c:v>
                </c:pt>
                <c:pt idx="2697">
                  <c:v>0.33</c:v>
                </c:pt>
                <c:pt idx="2698">
                  <c:v>0.32</c:v>
                </c:pt>
                <c:pt idx="2699">
                  <c:v>0.36</c:v>
                </c:pt>
                <c:pt idx="2700">
                  <c:v>0.35</c:v>
                </c:pt>
                <c:pt idx="2701">
                  <c:v>0.35</c:v>
                </c:pt>
                <c:pt idx="2702">
                  <c:v>0.33</c:v>
                </c:pt>
                <c:pt idx="2703">
                  <c:v>0.32</c:v>
                </c:pt>
                <c:pt idx="2704">
                  <c:v>0.33</c:v>
                </c:pt>
                <c:pt idx="2705">
                  <c:v>0.31</c:v>
                </c:pt>
                <c:pt idx="2706">
                  <c:v>0.31</c:v>
                </c:pt>
                <c:pt idx="2707">
                  <c:v>0.3</c:v>
                </c:pt>
                <c:pt idx="2708">
                  <c:v>0.32</c:v>
                </c:pt>
                <c:pt idx="2709">
                  <c:v>0.32</c:v>
                </c:pt>
                <c:pt idx="2710">
                  <c:v>0.33</c:v>
                </c:pt>
                <c:pt idx="2711">
                  <c:v>0.32</c:v>
                </c:pt>
                <c:pt idx="2712">
                  <c:v>0.32</c:v>
                </c:pt>
                <c:pt idx="2713">
                  <c:v>0.32</c:v>
                </c:pt>
                <c:pt idx="2714">
                  <c:v>0.32</c:v>
                </c:pt>
                <c:pt idx="2715">
                  <c:v>0.32</c:v>
                </c:pt>
                <c:pt idx="2716">
                  <c:v>0.32</c:v>
                </c:pt>
                <c:pt idx="2717">
                  <c:v>0.31</c:v>
                </c:pt>
                <c:pt idx="2718">
                  <c:v>0.33</c:v>
                </c:pt>
                <c:pt idx="2719">
                  <c:v>0.32</c:v>
                </c:pt>
                <c:pt idx="2720">
                  <c:v>0.33</c:v>
                </c:pt>
                <c:pt idx="2721">
                  <c:v>0.33</c:v>
                </c:pt>
                <c:pt idx="2722">
                  <c:v>0.33</c:v>
                </c:pt>
                <c:pt idx="2723">
                  <c:v>0.31</c:v>
                </c:pt>
                <c:pt idx="2724">
                  <c:v>0.31</c:v>
                </c:pt>
                <c:pt idx="2725">
                  <c:v>0.31</c:v>
                </c:pt>
                <c:pt idx="2726">
                  <c:v>0.31</c:v>
                </c:pt>
                <c:pt idx="2727">
                  <c:v>0.31</c:v>
                </c:pt>
                <c:pt idx="2728">
                  <c:v>0.31</c:v>
                </c:pt>
                <c:pt idx="2729">
                  <c:v>0.31</c:v>
                </c:pt>
                <c:pt idx="2730">
                  <c:v>0.3</c:v>
                </c:pt>
                <c:pt idx="2731">
                  <c:v>0.3</c:v>
                </c:pt>
                <c:pt idx="2732">
                  <c:v>0.24</c:v>
                </c:pt>
                <c:pt idx="2733">
                  <c:v>0.23</c:v>
                </c:pt>
                <c:pt idx="2734">
                  <c:v>0.28000000000000003</c:v>
                </c:pt>
                <c:pt idx="2735">
                  <c:v>0.23</c:v>
                </c:pt>
                <c:pt idx="2736">
                  <c:v>0.26</c:v>
                </c:pt>
                <c:pt idx="2737">
                  <c:v>0.24</c:v>
                </c:pt>
                <c:pt idx="2738">
                  <c:v>0.25</c:v>
                </c:pt>
                <c:pt idx="2739">
                  <c:v>0.26</c:v>
                </c:pt>
                <c:pt idx="2740">
                  <c:v>0.25</c:v>
                </c:pt>
                <c:pt idx="2741">
                  <c:v>0.25</c:v>
                </c:pt>
                <c:pt idx="2742">
                  <c:v>0.26</c:v>
                </c:pt>
                <c:pt idx="2743">
                  <c:v>0.26</c:v>
                </c:pt>
                <c:pt idx="2744">
                  <c:v>0.245</c:v>
                </c:pt>
                <c:pt idx="2745">
                  <c:v>0.22500000000000001</c:v>
                </c:pt>
                <c:pt idx="2746">
                  <c:v>0.22500000000000001</c:v>
                </c:pt>
                <c:pt idx="2747">
                  <c:v>0.215</c:v>
                </c:pt>
                <c:pt idx="2748">
                  <c:v>0.215</c:v>
                </c:pt>
                <c:pt idx="2749">
                  <c:v>0.2</c:v>
                </c:pt>
                <c:pt idx="2750">
                  <c:v>0.2</c:v>
                </c:pt>
                <c:pt idx="2751">
                  <c:v>0.2</c:v>
                </c:pt>
                <c:pt idx="2752">
                  <c:v>0.2</c:v>
                </c:pt>
                <c:pt idx="2753">
                  <c:v>0.215</c:v>
                </c:pt>
                <c:pt idx="2754">
                  <c:v>0.23</c:v>
                </c:pt>
                <c:pt idx="2755">
                  <c:v>0.23</c:v>
                </c:pt>
                <c:pt idx="2756">
                  <c:v>0.22</c:v>
                </c:pt>
                <c:pt idx="2757">
                  <c:v>0.22</c:v>
                </c:pt>
                <c:pt idx="2758">
                  <c:v>0.22</c:v>
                </c:pt>
                <c:pt idx="2759">
                  <c:v>0.23</c:v>
                </c:pt>
                <c:pt idx="2760">
                  <c:v>0.22500000000000001</c:v>
                </c:pt>
                <c:pt idx="2761">
                  <c:v>0.22</c:v>
                </c:pt>
                <c:pt idx="2762">
                  <c:v>0.22</c:v>
                </c:pt>
                <c:pt idx="2763">
                  <c:v>0.22</c:v>
                </c:pt>
                <c:pt idx="2764">
                  <c:v>0.22500000000000001</c:v>
                </c:pt>
                <c:pt idx="2765">
                  <c:v>0.23</c:v>
                </c:pt>
                <c:pt idx="2766">
                  <c:v>0.22500000000000001</c:v>
                </c:pt>
                <c:pt idx="2767">
                  <c:v>0.245</c:v>
                </c:pt>
                <c:pt idx="2768">
                  <c:v>0.24</c:v>
                </c:pt>
                <c:pt idx="2769">
                  <c:v>0.23499999999999999</c:v>
                </c:pt>
                <c:pt idx="2770">
                  <c:v>0.23499999999999999</c:v>
                </c:pt>
                <c:pt idx="2771">
                  <c:v>0.23</c:v>
                </c:pt>
                <c:pt idx="2772">
                  <c:v>0.22</c:v>
                </c:pt>
                <c:pt idx="2773">
                  <c:v>0.23</c:v>
                </c:pt>
                <c:pt idx="2774">
                  <c:v>0.24</c:v>
                </c:pt>
                <c:pt idx="2775">
                  <c:v>0.23</c:v>
                </c:pt>
                <c:pt idx="2776">
                  <c:v>0.22</c:v>
                </c:pt>
                <c:pt idx="2777">
                  <c:v>0.23</c:v>
                </c:pt>
                <c:pt idx="2778">
                  <c:v>0.22500000000000001</c:v>
                </c:pt>
                <c:pt idx="2779">
                  <c:v>0.22</c:v>
                </c:pt>
                <c:pt idx="2780">
                  <c:v>0.215</c:v>
                </c:pt>
                <c:pt idx="2781">
                  <c:v>0.20499999999999999</c:v>
                </c:pt>
                <c:pt idx="2782">
                  <c:v>0.20499999999999999</c:v>
                </c:pt>
                <c:pt idx="2783">
                  <c:v>0.2</c:v>
                </c:pt>
                <c:pt idx="2784">
                  <c:v>0.2</c:v>
                </c:pt>
                <c:pt idx="2785">
                  <c:v>0.24</c:v>
                </c:pt>
                <c:pt idx="2786">
                  <c:v>0.22500000000000001</c:v>
                </c:pt>
                <c:pt idx="2787">
                  <c:v>0.24</c:v>
                </c:pt>
                <c:pt idx="2788">
                  <c:v>0.23</c:v>
                </c:pt>
                <c:pt idx="2789">
                  <c:v>0.22500000000000001</c:v>
                </c:pt>
                <c:pt idx="2790">
                  <c:v>0.21</c:v>
                </c:pt>
                <c:pt idx="2791">
                  <c:v>0.22500000000000001</c:v>
                </c:pt>
                <c:pt idx="2792">
                  <c:v>0.22</c:v>
                </c:pt>
                <c:pt idx="2793">
                  <c:v>0.28000000000000003</c:v>
                </c:pt>
                <c:pt idx="2794">
                  <c:v>0.22500000000000001</c:v>
                </c:pt>
                <c:pt idx="2795">
                  <c:v>0.22</c:v>
                </c:pt>
                <c:pt idx="2796">
                  <c:v>0.21</c:v>
                </c:pt>
                <c:pt idx="2797">
                  <c:v>0.23499999999999999</c:v>
                </c:pt>
                <c:pt idx="2798">
                  <c:v>0.22500000000000001</c:v>
                </c:pt>
                <c:pt idx="2799">
                  <c:v>0.22</c:v>
                </c:pt>
                <c:pt idx="2800">
                  <c:v>0.19500000000000001</c:v>
                </c:pt>
                <c:pt idx="2801">
                  <c:v>0.19</c:v>
                </c:pt>
                <c:pt idx="2802">
                  <c:v>0.2</c:v>
                </c:pt>
                <c:pt idx="2803">
                  <c:v>0.19</c:v>
                </c:pt>
                <c:pt idx="2804">
                  <c:v>0.19</c:v>
                </c:pt>
                <c:pt idx="2805">
                  <c:v>0.18</c:v>
                </c:pt>
                <c:pt idx="2806">
                  <c:v>0.17</c:v>
                </c:pt>
                <c:pt idx="2807">
                  <c:v>0.185</c:v>
                </c:pt>
                <c:pt idx="2808">
                  <c:v>0.185</c:v>
                </c:pt>
                <c:pt idx="2809">
                  <c:v>0.18</c:v>
                </c:pt>
                <c:pt idx="2810">
                  <c:v>0.17</c:v>
                </c:pt>
                <c:pt idx="2811">
                  <c:v>0.17</c:v>
                </c:pt>
                <c:pt idx="2812">
                  <c:v>0.17</c:v>
                </c:pt>
                <c:pt idx="2813">
                  <c:v>0.17</c:v>
                </c:pt>
                <c:pt idx="2814">
                  <c:v>0.17</c:v>
                </c:pt>
                <c:pt idx="2815">
                  <c:v>0.17</c:v>
                </c:pt>
                <c:pt idx="2816">
                  <c:v>0.18</c:v>
                </c:pt>
                <c:pt idx="2817">
                  <c:v>0.17499999999999999</c:v>
                </c:pt>
                <c:pt idx="2818">
                  <c:v>0.2</c:v>
                </c:pt>
                <c:pt idx="2819">
                  <c:v>0.2</c:v>
                </c:pt>
                <c:pt idx="2820">
                  <c:v>0.2</c:v>
                </c:pt>
                <c:pt idx="2821">
                  <c:v>0.2</c:v>
                </c:pt>
                <c:pt idx="2822">
                  <c:v>0.17</c:v>
                </c:pt>
                <c:pt idx="2823">
                  <c:v>0.17</c:v>
                </c:pt>
                <c:pt idx="2824">
                  <c:v>0.16</c:v>
                </c:pt>
                <c:pt idx="2825">
                  <c:v>0.16</c:v>
                </c:pt>
                <c:pt idx="2826">
                  <c:v>0.15</c:v>
                </c:pt>
                <c:pt idx="2827">
                  <c:v>0.14000000000000001</c:v>
                </c:pt>
                <c:pt idx="2828">
                  <c:v>0.13</c:v>
                </c:pt>
                <c:pt idx="2829">
                  <c:v>0.125</c:v>
                </c:pt>
                <c:pt idx="2830">
                  <c:v>0.12</c:v>
                </c:pt>
                <c:pt idx="2831">
                  <c:v>0.12</c:v>
                </c:pt>
                <c:pt idx="2832">
                  <c:v>0.11</c:v>
                </c:pt>
                <c:pt idx="2833">
                  <c:v>0.11</c:v>
                </c:pt>
                <c:pt idx="2834">
                  <c:v>0.1</c:v>
                </c:pt>
                <c:pt idx="2835">
                  <c:v>0.1</c:v>
                </c:pt>
                <c:pt idx="2836">
                  <c:v>0.1</c:v>
                </c:pt>
                <c:pt idx="2837">
                  <c:v>0.1</c:v>
                </c:pt>
                <c:pt idx="2838">
                  <c:v>0.09</c:v>
                </c:pt>
                <c:pt idx="2839">
                  <c:v>0.09</c:v>
                </c:pt>
                <c:pt idx="2840">
                  <c:v>0.09</c:v>
                </c:pt>
                <c:pt idx="2841">
                  <c:v>8.5000000000000006E-2</c:v>
                </c:pt>
                <c:pt idx="2842">
                  <c:v>0.09</c:v>
                </c:pt>
                <c:pt idx="2843">
                  <c:v>0.09</c:v>
                </c:pt>
                <c:pt idx="2844">
                  <c:v>0.09</c:v>
                </c:pt>
                <c:pt idx="2845">
                  <c:v>0.09</c:v>
                </c:pt>
                <c:pt idx="2846">
                  <c:v>0.09</c:v>
                </c:pt>
                <c:pt idx="2847">
                  <c:v>0.09</c:v>
                </c:pt>
                <c:pt idx="2848">
                  <c:v>8.5000000000000006E-2</c:v>
                </c:pt>
                <c:pt idx="2849">
                  <c:v>8.5000000000000006E-2</c:v>
                </c:pt>
                <c:pt idx="2850">
                  <c:v>0.09</c:v>
                </c:pt>
                <c:pt idx="2851">
                  <c:v>0.09</c:v>
                </c:pt>
                <c:pt idx="2852">
                  <c:v>0.09</c:v>
                </c:pt>
                <c:pt idx="2853">
                  <c:v>0.09</c:v>
                </c:pt>
                <c:pt idx="2854">
                  <c:v>9.5000000000000001E-2</c:v>
                </c:pt>
                <c:pt idx="2855">
                  <c:v>0.1</c:v>
                </c:pt>
                <c:pt idx="2856">
                  <c:v>0.1</c:v>
                </c:pt>
                <c:pt idx="2857">
                  <c:v>0.09</c:v>
                </c:pt>
                <c:pt idx="2858">
                  <c:v>0.09</c:v>
                </c:pt>
                <c:pt idx="2859">
                  <c:v>0.09</c:v>
                </c:pt>
                <c:pt idx="2860">
                  <c:v>0.09</c:v>
                </c:pt>
                <c:pt idx="2861">
                  <c:v>0.09</c:v>
                </c:pt>
                <c:pt idx="2862">
                  <c:v>0.09</c:v>
                </c:pt>
                <c:pt idx="2863">
                  <c:v>0.09</c:v>
                </c:pt>
                <c:pt idx="2864">
                  <c:v>0.09</c:v>
                </c:pt>
                <c:pt idx="2865">
                  <c:v>0.09</c:v>
                </c:pt>
                <c:pt idx="2866">
                  <c:v>9.5000000000000001E-2</c:v>
                </c:pt>
                <c:pt idx="2867">
                  <c:v>9.5000000000000001E-2</c:v>
                </c:pt>
                <c:pt idx="2868">
                  <c:v>9.5000000000000001E-2</c:v>
                </c:pt>
                <c:pt idx="2869">
                  <c:v>0.09</c:v>
                </c:pt>
                <c:pt idx="2870">
                  <c:v>0.1</c:v>
                </c:pt>
                <c:pt idx="2871">
                  <c:v>9.5000000000000001E-2</c:v>
                </c:pt>
                <c:pt idx="2872">
                  <c:v>9.5000000000000001E-2</c:v>
                </c:pt>
                <c:pt idx="2873">
                  <c:v>0.09</c:v>
                </c:pt>
                <c:pt idx="2874">
                  <c:v>0.09</c:v>
                </c:pt>
                <c:pt idx="2875">
                  <c:v>0.09</c:v>
                </c:pt>
                <c:pt idx="2876">
                  <c:v>0.09</c:v>
                </c:pt>
                <c:pt idx="2877">
                  <c:v>0.09</c:v>
                </c:pt>
                <c:pt idx="2878">
                  <c:v>0.09</c:v>
                </c:pt>
                <c:pt idx="2879">
                  <c:v>0.09</c:v>
                </c:pt>
                <c:pt idx="2880">
                  <c:v>8.5000000000000006E-2</c:v>
                </c:pt>
                <c:pt idx="2881">
                  <c:v>8.5000000000000006E-2</c:v>
                </c:pt>
                <c:pt idx="2882">
                  <c:v>8.5000000000000006E-2</c:v>
                </c:pt>
                <c:pt idx="2883">
                  <c:v>0.09</c:v>
                </c:pt>
                <c:pt idx="2884">
                  <c:v>0.09</c:v>
                </c:pt>
                <c:pt idx="2885">
                  <c:v>0.09</c:v>
                </c:pt>
                <c:pt idx="2886">
                  <c:v>0.09</c:v>
                </c:pt>
                <c:pt idx="2887">
                  <c:v>0.09</c:v>
                </c:pt>
                <c:pt idx="2888">
                  <c:v>0.09</c:v>
                </c:pt>
                <c:pt idx="2889">
                  <c:v>0.09</c:v>
                </c:pt>
                <c:pt idx="2890">
                  <c:v>0.09</c:v>
                </c:pt>
                <c:pt idx="2891">
                  <c:v>0.09</c:v>
                </c:pt>
                <c:pt idx="2892">
                  <c:v>0.09</c:v>
                </c:pt>
                <c:pt idx="2893">
                  <c:v>0.08</c:v>
                </c:pt>
                <c:pt idx="2894">
                  <c:v>0.08</c:v>
                </c:pt>
                <c:pt idx="2895">
                  <c:v>0.08</c:v>
                </c:pt>
                <c:pt idx="2896">
                  <c:v>0.08</c:v>
                </c:pt>
                <c:pt idx="2897">
                  <c:v>0.08</c:v>
                </c:pt>
                <c:pt idx="2898">
                  <c:v>0.08</c:v>
                </c:pt>
                <c:pt idx="2899">
                  <c:v>7.0000000000000007E-2</c:v>
                </c:pt>
                <c:pt idx="2900">
                  <c:v>7.0000000000000007E-2</c:v>
                </c:pt>
                <c:pt idx="2901">
                  <c:v>7.0000000000000007E-2</c:v>
                </c:pt>
                <c:pt idx="2902">
                  <c:v>7.0000000000000007E-2</c:v>
                </c:pt>
                <c:pt idx="2903">
                  <c:v>7.0000000000000007E-2</c:v>
                </c:pt>
                <c:pt idx="2904">
                  <c:v>7.0000000000000007E-2</c:v>
                </c:pt>
                <c:pt idx="2905">
                  <c:v>7.0000000000000007E-2</c:v>
                </c:pt>
                <c:pt idx="2906">
                  <c:v>7.0000000000000007E-2</c:v>
                </c:pt>
                <c:pt idx="2907">
                  <c:v>7.0000000000000007E-2</c:v>
                </c:pt>
                <c:pt idx="2908">
                  <c:v>7.0000000000000007E-2</c:v>
                </c:pt>
                <c:pt idx="2909">
                  <c:v>7.0000000000000007E-2</c:v>
                </c:pt>
                <c:pt idx="2910">
                  <c:v>7.0000000000000007E-2</c:v>
                </c:pt>
                <c:pt idx="2911">
                  <c:v>7.0000000000000007E-2</c:v>
                </c:pt>
                <c:pt idx="2912">
                  <c:v>0.06</c:v>
                </c:pt>
                <c:pt idx="2913">
                  <c:v>0.06</c:v>
                </c:pt>
                <c:pt idx="2914">
                  <c:v>0.08</c:v>
                </c:pt>
                <c:pt idx="2915">
                  <c:v>0.08</c:v>
                </c:pt>
                <c:pt idx="2916">
                  <c:v>0.08</c:v>
                </c:pt>
                <c:pt idx="2917">
                  <c:v>0.09</c:v>
                </c:pt>
                <c:pt idx="2918">
                  <c:v>0.09</c:v>
                </c:pt>
                <c:pt idx="2919">
                  <c:v>0.08</c:v>
                </c:pt>
                <c:pt idx="2920">
                  <c:v>7.0000000000000007E-2</c:v>
                </c:pt>
                <c:pt idx="2921">
                  <c:v>0.08</c:v>
                </c:pt>
                <c:pt idx="2922">
                  <c:v>0.08</c:v>
                </c:pt>
                <c:pt idx="2923">
                  <c:v>0.08</c:v>
                </c:pt>
                <c:pt idx="2924">
                  <c:v>0.08</c:v>
                </c:pt>
                <c:pt idx="2925">
                  <c:v>0.08</c:v>
                </c:pt>
                <c:pt idx="2926">
                  <c:v>0.08</c:v>
                </c:pt>
                <c:pt idx="2927">
                  <c:v>0.08</c:v>
                </c:pt>
                <c:pt idx="2928">
                  <c:v>0.08</c:v>
                </c:pt>
                <c:pt idx="2929">
                  <c:v>0.08</c:v>
                </c:pt>
                <c:pt idx="2930">
                  <c:v>0.08</c:v>
                </c:pt>
                <c:pt idx="2931">
                  <c:v>0.08</c:v>
                </c:pt>
                <c:pt idx="2932">
                  <c:v>0.08</c:v>
                </c:pt>
                <c:pt idx="2933">
                  <c:v>0.08</c:v>
                </c:pt>
                <c:pt idx="2934">
                  <c:v>0.08</c:v>
                </c:pt>
                <c:pt idx="2935">
                  <c:v>7.0000000000000007E-2</c:v>
                </c:pt>
                <c:pt idx="2936">
                  <c:v>0.08</c:v>
                </c:pt>
                <c:pt idx="2937">
                  <c:v>0.08</c:v>
                </c:pt>
                <c:pt idx="2938">
                  <c:v>7.0000000000000007E-2</c:v>
                </c:pt>
                <c:pt idx="2939">
                  <c:v>7.0000000000000007E-2</c:v>
                </c:pt>
                <c:pt idx="2940">
                  <c:v>0.09</c:v>
                </c:pt>
                <c:pt idx="2941">
                  <c:v>0.1</c:v>
                </c:pt>
                <c:pt idx="2942">
                  <c:v>0.1</c:v>
                </c:pt>
                <c:pt idx="2943">
                  <c:v>0.11</c:v>
                </c:pt>
                <c:pt idx="2944">
                  <c:v>0.12</c:v>
                </c:pt>
                <c:pt idx="2945">
                  <c:v>0.11</c:v>
                </c:pt>
                <c:pt idx="2946">
                  <c:v>0.11</c:v>
                </c:pt>
                <c:pt idx="2947">
                  <c:v>0.12</c:v>
                </c:pt>
                <c:pt idx="2948">
                  <c:v>0.11</c:v>
                </c:pt>
                <c:pt idx="2949">
                  <c:v>0.11</c:v>
                </c:pt>
                <c:pt idx="2950">
                  <c:v>0.1</c:v>
                </c:pt>
                <c:pt idx="2951">
                  <c:v>0.1</c:v>
                </c:pt>
                <c:pt idx="2952">
                  <c:v>0.11</c:v>
                </c:pt>
                <c:pt idx="2953">
                  <c:v>0.11</c:v>
                </c:pt>
                <c:pt idx="2954">
                  <c:v>0.1</c:v>
                </c:pt>
                <c:pt idx="2955">
                  <c:v>0.1</c:v>
                </c:pt>
                <c:pt idx="2956">
                  <c:v>0.11</c:v>
                </c:pt>
                <c:pt idx="2957">
                  <c:v>0.11</c:v>
                </c:pt>
                <c:pt idx="2958">
                  <c:v>0.11</c:v>
                </c:pt>
                <c:pt idx="2959">
                  <c:v>0.12</c:v>
                </c:pt>
                <c:pt idx="2960">
                  <c:v>0.12</c:v>
                </c:pt>
                <c:pt idx="2961">
                  <c:v>0.13</c:v>
                </c:pt>
                <c:pt idx="2962">
                  <c:v>0.12</c:v>
                </c:pt>
                <c:pt idx="2963">
                  <c:v>0.13</c:v>
                </c:pt>
                <c:pt idx="2964">
                  <c:v>0.12</c:v>
                </c:pt>
                <c:pt idx="2965">
                  <c:v>0.12</c:v>
                </c:pt>
                <c:pt idx="2966">
                  <c:v>0.12</c:v>
                </c:pt>
                <c:pt idx="2967">
                  <c:v>0.11</c:v>
                </c:pt>
                <c:pt idx="2968">
                  <c:v>0.11</c:v>
                </c:pt>
                <c:pt idx="2969">
                  <c:v>0.12</c:v>
                </c:pt>
                <c:pt idx="2970">
                  <c:v>0.11</c:v>
                </c:pt>
                <c:pt idx="2971">
                  <c:v>0.12</c:v>
                </c:pt>
                <c:pt idx="2972">
                  <c:v>0.12</c:v>
                </c:pt>
                <c:pt idx="2973">
                  <c:v>0.11</c:v>
                </c:pt>
                <c:pt idx="2974">
                  <c:v>0.11</c:v>
                </c:pt>
                <c:pt idx="2975">
                  <c:v>0.1</c:v>
                </c:pt>
                <c:pt idx="2976">
                  <c:v>0.13</c:v>
                </c:pt>
                <c:pt idx="2977">
                  <c:v>0.12</c:v>
                </c:pt>
                <c:pt idx="2978">
                  <c:v>0.13</c:v>
                </c:pt>
                <c:pt idx="2979">
                  <c:v>0.12</c:v>
                </c:pt>
                <c:pt idx="2980">
                  <c:v>0.12</c:v>
                </c:pt>
                <c:pt idx="2981">
                  <c:v>0.12</c:v>
                </c:pt>
                <c:pt idx="2982">
                  <c:v>0.12</c:v>
                </c:pt>
                <c:pt idx="2983">
                  <c:v>0.12</c:v>
                </c:pt>
                <c:pt idx="2984">
                  <c:v>0.12</c:v>
                </c:pt>
                <c:pt idx="2985">
                  <c:v>0.12</c:v>
                </c:pt>
                <c:pt idx="2986">
                  <c:v>0.12</c:v>
                </c:pt>
                <c:pt idx="2987">
                  <c:v>0.12</c:v>
                </c:pt>
                <c:pt idx="2988">
                  <c:v>0.11</c:v>
                </c:pt>
                <c:pt idx="2989">
                  <c:v>0.11</c:v>
                </c:pt>
                <c:pt idx="2990">
                  <c:v>0.115</c:v>
                </c:pt>
                <c:pt idx="2991">
                  <c:v>0.115</c:v>
                </c:pt>
                <c:pt idx="2992">
                  <c:v>0.115</c:v>
                </c:pt>
                <c:pt idx="2993">
                  <c:v>0.115</c:v>
                </c:pt>
                <c:pt idx="2994">
                  <c:v>0.12</c:v>
                </c:pt>
                <c:pt idx="2995">
                  <c:v>0.11</c:v>
                </c:pt>
                <c:pt idx="2996">
                  <c:v>0.115</c:v>
                </c:pt>
                <c:pt idx="2997">
                  <c:v>0.115</c:v>
                </c:pt>
                <c:pt idx="2998">
                  <c:v>0.11</c:v>
                </c:pt>
                <c:pt idx="2999">
                  <c:v>0.11</c:v>
                </c:pt>
                <c:pt idx="3000">
                  <c:v>0.11</c:v>
                </c:pt>
                <c:pt idx="3001">
                  <c:v>0.105</c:v>
                </c:pt>
                <c:pt idx="3002">
                  <c:v>0.11</c:v>
                </c:pt>
                <c:pt idx="3003">
                  <c:v>0.11</c:v>
                </c:pt>
                <c:pt idx="3004">
                  <c:v>0.11</c:v>
                </c:pt>
                <c:pt idx="3005">
                  <c:v>0.12</c:v>
                </c:pt>
                <c:pt idx="3006">
                  <c:v>0.12</c:v>
                </c:pt>
                <c:pt idx="3007">
                  <c:v>0.12</c:v>
                </c:pt>
                <c:pt idx="3008">
                  <c:v>0.12</c:v>
                </c:pt>
                <c:pt idx="3009">
                  <c:v>0.105</c:v>
                </c:pt>
                <c:pt idx="3010">
                  <c:v>0.11</c:v>
                </c:pt>
                <c:pt idx="3011">
                  <c:v>0.105</c:v>
                </c:pt>
                <c:pt idx="3012">
                  <c:v>0.1</c:v>
                </c:pt>
                <c:pt idx="3013">
                  <c:v>0.1</c:v>
                </c:pt>
                <c:pt idx="3014">
                  <c:v>0.1</c:v>
                </c:pt>
                <c:pt idx="3015">
                  <c:v>0.1</c:v>
                </c:pt>
                <c:pt idx="3016">
                  <c:v>0.09</c:v>
                </c:pt>
                <c:pt idx="3017">
                  <c:v>0.08</c:v>
                </c:pt>
                <c:pt idx="3018">
                  <c:v>0.08</c:v>
                </c:pt>
                <c:pt idx="3019">
                  <c:v>0.08</c:v>
                </c:pt>
                <c:pt idx="3020">
                  <c:v>0.08</c:v>
                </c:pt>
                <c:pt idx="3021">
                  <c:v>0.08</c:v>
                </c:pt>
                <c:pt idx="3022">
                  <c:v>0.08</c:v>
                </c:pt>
                <c:pt idx="3023">
                  <c:v>0.08</c:v>
                </c:pt>
                <c:pt idx="3024">
                  <c:v>0.08</c:v>
                </c:pt>
                <c:pt idx="3025">
                  <c:v>8.5000000000000006E-2</c:v>
                </c:pt>
                <c:pt idx="3026">
                  <c:v>7.0000000000000007E-2</c:v>
                </c:pt>
                <c:pt idx="3027">
                  <c:v>7.0000000000000007E-2</c:v>
                </c:pt>
                <c:pt idx="3028">
                  <c:v>7.0000000000000007E-2</c:v>
                </c:pt>
                <c:pt idx="3029">
                  <c:v>7.0000000000000007E-2</c:v>
                </c:pt>
                <c:pt idx="3030">
                  <c:v>7.0000000000000007E-2</c:v>
                </c:pt>
                <c:pt idx="3031">
                  <c:v>7.0000000000000007E-2</c:v>
                </c:pt>
                <c:pt idx="3032">
                  <c:v>7.0000000000000007E-2</c:v>
                </c:pt>
                <c:pt idx="3033">
                  <c:v>7.0000000000000007E-2</c:v>
                </c:pt>
                <c:pt idx="3034">
                  <c:v>7.0000000000000007E-2</c:v>
                </c:pt>
                <c:pt idx="3035">
                  <c:v>7.4999999999999997E-2</c:v>
                </c:pt>
                <c:pt idx="3036">
                  <c:v>0.14000000000000001</c:v>
                </c:pt>
                <c:pt idx="3037">
                  <c:v>0.17499999999999999</c:v>
                </c:pt>
                <c:pt idx="3038">
                  <c:v>0.185</c:v>
                </c:pt>
                <c:pt idx="3039">
                  <c:v>0.2</c:v>
                </c:pt>
                <c:pt idx="3040">
                  <c:v>0.16500000000000001</c:v>
                </c:pt>
                <c:pt idx="3041">
                  <c:v>0.17</c:v>
                </c:pt>
                <c:pt idx="3042">
                  <c:v>0.16</c:v>
                </c:pt>
                <c:pt idx="3043">
                  <c:v>0.155</c:v>
                </c:pt>
                <c:pt idx="3044">
                  <c:v>0.155</c:v>
                </c:pt>
                <c:pt idx="3045">
                  <c:v>0.16500000000000001</c:v>
                </c:pt>
                <c:pt idx="3046">
                  <c:v>0.17</c:v>
                </c:pt>
                <c:pt idx="3047">
                  <c:v>0.14000000000000001</c:v>
                </c:pt>
                <c:pt idx="3048">
                  <c:v>0.14000000000000001</c:v>
                </c:pt>
                <c:pt idx="3049">
                  <c:v>0.12</c:v>
                </c:pt>
                <c:pt idx="3050">
                  <c:v>0.12</c:v>
                </c:pt>
                <c:pt idx="3051">
                  <c:v>0.12</c:v>
                </c:pt>
                <c:pt idx="3052">
                  <c:v>0.12</c:v>
                </c:pt>
                <c:pt idx="3053">
                  <c:v>0.12</c:v>
                </c:pt>
                <c:pt idx="3054">
                  <c:v>0.09</c:v>
                </c:pt>
                <c:pt idx="3055">
                  <c:v>0.09</c:v>
                </c:pt>
                <c:pt idx="3056">
                  <c:v>9.5000000000000001E-2</c:v>
                </c:pt>
                <c:pt idx="3057">
                  <c:v>0.09</c:v>
                </c:pt>
                <c:pt idx="3058">
                  <c:v>0.09</c:v>
                </c:pt>
                <c:pt idx="3059">
                  <c:v>8.5000000000000006E-2</c:v>
                </c:pt>
                <c:pt idx="3060">
                  <c:v>0.09</c:v>
                </c:pt>
                <c:pt idx="3061">
                  <c:v>0.08</c:v>
                </c:pt>
                <c:pt idx="3062">
                  <c:v>0.08</c:v>
                </c:pt>
                <c:pt idx="3063">
                  <c:v>7.4999999999999997E-2</c:v>
                </c:pt>
                <c:pt idx="3064">
                  <c:v>0.08</c:v>
                </c:pt>
                <c:pt idx="3065">
                  <c:v>0.08</c:v>
                </c:pt>
                <c:pt idx="3066">
                  <c:v>0.08</c:v>
                </c:pt>
                <c:pt idx="3067">
                  <c:v>0.08</c:v>
                </c:pt>
                <c:pt idx="3068">
                  <c:v>0.08</c:v>
                </c:pt>
                <c:pt idx="3069">
                  <c:v>0.08</c:v>
                </c:pt>
                <c:pt idx="3070">
                  <c:v>8.5000000000000006E-2</c:v>
                </c:pt>
                <c:pt idx="3071">
                  <c:v>0.08</c:v>
                </c:pt>
                <c:pt idx="3072">
                  <c:v>0.08</c:v>
                </c:pt>
                <c:pt idx="3073">
                  <c:v>0.08</c:v>
                </c:pt>
                <c:pt idx="3074">
                  <c:v>0.08</c:v>
                </c:pt>
                <c:pt idx="3075">
                  <c:v>0.08</c:v>
                </c:pt>
                <c:pt idx="3076">
                  <c:v>0.08</c:v>
                </c:pt>
                <c:pt idx="3077">
                  <c:v>0.08</c:v>
                </c:pt>
                <c:pt idx="3078">
                  <c:v>7.4999999999999997E-2</c:v>
                </c:pt>
                <c:pt idx="3079">
                  <c:v>7.4999999999999997E-2</c:v>
                </c:pt>
                <c:pt idx="3080">
                  <c:v>8.5000000000000006E-2</c:v>
                </c:pt>
                <c:pt idx="3081">
                  <c:v>8.5000000000000006E-2</c:v>
                </c:pt>
                <c:pt idx="3082">
                  <c:v>8.5000000000000006E-2</c:v>
                </c:pt>
                <c:pt idx="3083">
                  <c:v>8.5000000000000006E-2</c:v>
                </c:pt>
                <c:pt idx="3084">
                  <c:v>0.08</c:v>
                </c:pt>
                <c:pt idx="3085">
                  <c:v>7.4999999999999997E-2</c:v>
                </c:pt>
                <c:pt idx="3086">
                  <c:v>7.4999999999999997E-2</c:v>
                </c:pt>
                <c:pt idx="3087">
                  <c:v>7.0000000000000007E-2</c:v>
                </c:pt>
                <c:pt idx="3088">
                  <c:v>7.0000000000000007E-2</c:v>
                </c:pt>
                <c:pt idx="3089">
                  <c:v>0.09</c:v>
                </c:pt>
                <c:pt idx="3090">
                  <c:v>0.105</c:v>
                </c:pt>
                <c:pt idx="3091">
                  <c:v>0.105</c:v>
                </c:pt>
              </c:numCache>
            </c:numRef>
          </c:val>
          <c:smooth val="0"/>
          <c:extLst>
            <c:ext xmlns:c16="http://schemas.microsoft.com/office/drawing/2014/chart" uri="{C3380CC4-5D6E-409C-BE32-E72D297353CC}">
              <c16:uniqueId val="{00000000-8686-481B-AA7A-FC9A71FFB254}"/>
            </c:ext>
          </c:extLst>
        </c:ser>
        <c:dLbls>
          <c:showLegendKey val="0"/>
          <c:showVal val="0"/>
          <c:showCatName val="0"/>
          <c:showSerName val="0"/>
          <c:showPercent val="0"/>
          <c:showBubbleSize val="0"/>
        </c:dLbls>
        <c:marker val="1"/>
        <c:smooth val="0"/>
        <c:axId val="1947355504"/>
        <c:axId val="1224606720"/>
      </c:lineChart>
      <c:lineChart>
        <c:grouping val="standard"/>
        <c:varyColors val="0"/>
        <c:ser>
          <c:idx val="1"/>
          <c:order val="1"/>
          <c:tx>
            <c:strRef>
              <c:f>Sheet1!$C$1</c:f>
              <c:strCache>
                <c:ptCount val="1"/>
                <c:pt idx="0">
                  <c:v>Small caps (RHS)</c:v>
                </c:pt>
              </c:strCache>
            </c:strRef>
          </c:tx>
          <c:spPr>
            <a:ln w="28575" cap="rnd">
              <a:solidFill>
                <a:schemeClr val="accent1"/>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Sheet1!$C$2:$C$3093</c:f>
              <c:numCache>
                <c:formatCode>m/d/yyyy</c:formatCode>
                <c:ptCount val="3092"/>
                <c:pt idx="0">
                  <c:v>3.7850000000000001</c:v>
                </c:pt>
                <c:pt idx="1">
                  <c:v>3.88</c:v>
                </c:pt>
                <c:pt idx="2">
                  <c:v>3.67</c:v>
                </c:pt>
                <c:pt idx="3">
                  <c:v>3.42</c:v>
                </c:pt>
                <c:pt idx="4">
                  <c:v>3.5150000000000001</c:v>
                </c:pt>
                <c:pt idx="5">
                  <c:v>3.82</c:v>
                </c:pt>
                <c:pt idx="6">
                  <c:v>3.68</c:v>
                </c:pt>
                <c:pt idx="7">
                  <c:v>3.55</c:v>
                </c:pt>
                <c:pt idx="8">
                  <c:v>3.11</c:v>
                </c:pt>
                <c:pt idx="9">
                  <c:v>2.95</c:v>
                </c:pt>
                <c:pt idx="10">
                  <c:v>3.01</c:v>
                </c:pt>
                <c:pt idx="11">
                  <c:v>3.24</c:v>
                </c:pt>
                <c:pt idx="12">
                  <c:v>3.21</c:v>
                </c:pt>
                <c:pt idx="13">
                  <c:v>3.5</c:v>
                </c:pt>
                <c:pt idx="14">
                  <c:v>3.0550000000000002</c:v>
                </c:pt>
                <c:pt idx="15">
                  <c:v>3.06</c:v>
                </c:pt>
                <c:pt idx="16">
                  <c:v>3.165</c:v>
                </c:pt>
                <c:pt idx="17">
                  <c:v>3.07</c:v>
                </c:pt>
                <c:pt idx="18">
                  <c:v>3.14</c:v>
                </c:pt>
                <c:pt idx="19">
                  <c:v>2.98</c:v>
                </c:pt>
                <c:pt idx="20">
                  <c:v>2.7</c:v>
                </c:pt>
                <c:pt idx="21">
                  <c:v>2.95</c:v>
                </c:pt>
                <c:pt idx="22">
                  <c:v>3.0150000000000001</c:v>
                </c:pt>
                <c:pt idx="23">
                  <c:v>2.92</c:v>
                </c:pt>
                <c:pt idx="24">
                  <c:v>3.16</c:v>
                </c:pt>
                <c:pt idx="25">
                  <c:v>2.9750000000000001</c:v>
                </c:pt>
                <c:pt idx="26">
                  <c:v>3.05</c:v>
                </c:pt>
                <c:pt idx="27">
                  <c:v>2.9849999999999999</c:v>
                </c:pt>
                <c:pt idx="28">
                  <c:v>3.125</c:v>
                </c:pt>
                <c:pt idx="29">
                  <c:v>2.79</c:v>
                </c:pt>
                <c:pt idx="30">
                  <c:v>3.0150000000000001</c:v>
                </c:pt>
                <c:pt idx="31">
                  <c:v>3.0049999999999999</c:v>
                </c:pt>
                <c:pt idx="32">
                  <c:v>2.9</c:v>
                </c:pt>
                <c:pt idx="33">
                  <c:v>2.56</c:v>
                </c:pt>
                <c:pt idx="34">
                  <c:v>2.85</c:v>
                </c:pt>
                <c:pt idx="35">
                  <c:v>2.8250000000000002</c:v>
                </c:pt>
                <c:pt idx="36">
                  <c:v>2.5</c:v>
                </c:pt>
                <c:pt idx="37">
                  <c:v>2.75</c:v>
                </c:pt>
                <c:pt idx="38">
                  <c:v>2.58</c:v>
                </c:pt>
                <c:pt idx="39">
                  <c:v>2.7850000000000001</c:v>
                </c:pt>
                <c:pt idx="40">
                  <c:v>2.6349999999999998</c:v>
                </c:pt>
                <c:pt idx="41">
                  <c:v>2.62</c:v>
                </c:pt>
                <c:pt idx="42">
                  <c:v>2.4500000000000002</c:v>
                </c:pt>
                <c:pt idx="43">
                  <c:v>2.61</c:v>
                </c:pt>
                <c:pt idx="44">
                  <c:v>2.2599999999999998</c:v>
                </c:pt>
                <c:pt idx="45">
                  <c:v>2.4300000000000002</c:v>
                </c:pt>
                <c:pt idx="46">
                  <c:v>2.4</c:v>
                </c:pt>
                <c:pt idx="47">
                  <c:v>2.3199999999999998</c:v>
                </c:pt>
                <c:pt idx="48">
                  <c:v>2.89</c:v>
                </c:pt>
                <c:pt idx="49">
                  <c:v>2.2799999999999998</c:v>
                </c:pt>
                <c:pt idx="50">
                  <c:v>2.44</c:v>
                </c:pt>
                <c:pt idx="51">
                  <c:v>2.5</c:v>
                </c:pt>
                <c:pt idx="52">
                  <c:v>2.4900000000000002</c:v>
                </c:pt>
                <c:pt idx="53">
                  <c:v>2.41</c:v>
                </c:pt>
                <c:pt idx="54">
                  <c:v>2.31</c:v>
                </c:pt>
                <c:pt idx="55">
                  <c:v>2.13</c:v>
                </c:pt>
                <c:pt idx="56">
                  <c:v>2.4500000000000002</c:v>
                </c:pt>
                <c:pt idx="57">
                  <c:v>2.44</c:v>
                </c:pt>
                <c:pt idx="58">
                  <c:v>2</c:v>
                </c:pt>
                <c:pt idx="59">
                  <c:v>2.59</c:v>
                </c:pt>
                <c:pt idx="60">
                  <c:v>2.5499999999999998</c:v>
                </c:pt>
                <c:pt idx="61">
                  <c:v>2.63</c:v>
                </c:pt>
                <c:pt idx="62">
                  <c:v>2.54</c:v>
                </c:pt>
                <c:pt idx="63">
                  <c:v>2.54</c:v>
                </c:pt>
                <c:pt idx="64">
                  <c:v>2.27</c:v>
                </c:pt>
                <c:pt idx="65">
                  <c:v>2.2450000000000001</c:v>
                </c:pt>
                <c:pt idx="66">
                  <c:v>2.69</c:v>
                </c:pt>
                <c:pt idx="67">
                  <c:v>2.16</c:v>
                </c:pt>
                <c:pt idx="68">
                  <c:v>2.46</c:v>
                </c:pt>
                <c:pt idx="69">
                  <c:v>2.125</c:v>
                </c:pt>
                <c:pt idx="70">
                  <c:v>2.2349999999999999</c:v>
                </c:pt>
                <c:pt idx="71">
                  <c:v>2.0699999999999998</c:v>
                </c:pt>
                <c:pt idx="72">
                  <c:v>1.98</c:v>
                </c:pt>
                <c:pt idx="73">
                  <c:v>1.85</c:v>
                </c:pt>
                <c:pt idx="74">
                  <c:v>2.0249999999999999</c:v>
                </c:pt>
                <c:pt idx="75">
                  <c:v>1.99</c:v>
                </c:pt>
                <c:pt idx="76">
                  <c:v>1.9950000000000001</c:v>
                </c:pt>
                <c:pt idx="77">
                  <c:v>1.9750000000000001</c:v>
                </c:pt>
                <c:pt idx="78">
                  <c:v>2.0299999999999998</c:v>
                </c:pt>
                <c:pt idx="79">
                  <c:v>2.0950000000000002</c:v>
                </c:pt>
                <c:pt idx="80">
                  <c:v>2</c:v>
                </c:pt>
                <c:pt idx="81">
                  <c:v>1.78</c:v>
                </c:pt>
                <c:pt idx="82">
                  <c:v>1.9</c:v>
                </c:pt>
                <c:pt idx="83">
                  <c:v>1.84</c:v>
                </c:pt>
                <c:pt idx="84">
                  <c:v>1.94</c:v>
                </c:pt>
                <c:pt idx="85">
                  <c:v>1.91</c:v>
                </c:pt>
                <c:pt idx="86">
                  <c:v>1.75</c:v>
                </c:pt>
                <c:pt idx="87">
                  <c:v>1.69</c:v>
                </c:pt>
                <c:pt idx="88">
                  <c:v>2.0150000000000001</c:v>
                </c:pt>
                <c:pt idx="89">
                  <c:v>1.91</c:v>
                </c:pt>
                <c:pt idx="90">
                  <c:v>1.94</c:v>
                </c:pt>
                <c:pt idx="91">
                  <c:v>1.75</c:v>
                </c:pt>
                <c:pt idx="92">
                  <c:v>1.6</c:v>
                </c:pt>
                <c:pt idx="93">
                  <c:v>1.8</c:v>
                </c:pt>
                <c:pt idx="94">
                  <c:v>1.57</c:v>
                </c:pt>
                <c:pt idx="95">
                  <c:v>1.67</c:v>
                </c:pt>
                <c:pt idx="96">
                  <c:v>1.71</c:v>
                </c:pt>
                <c:pt idx="97">
                  <c:v>1.605</c:v>
                </c:pt>
                <c:pt idx="98">
                  <c:v>1.7250000000000001</c:v>
                </c:pt>
                <c:pt idx="99">
                  <c:v>1.65</c:v>
                </c:pt>
                <c:pt idx="100">
                  <c:v>1.65</c:v>
                </c:pt>
                <c:pt idx="101">
                  <c:v>1.85</c:v>
                </c:pt>
                <c:pt idx="102">
                  <c:v>1.78</c:v>
                </c:pt>
                <c:pt idx="103">
                  <c:v>1.87</c:v>
                </c:pt>
                <c:pt idx="104">
                  <c:v>1.65</c:v>
                </c:pt>
                <c:pt idx="105">
                  <c:v>1.65</c:v>
                </c:pt>
                <c:pt idx="106">
                  <c:v>1.89</c:v>
                </c:pt>
                <c:pt idx="107">
                  <c:v>1.615</c:v>
                </c:pt>
                <c:pt idx="108">
                  <c:v>1.79</c:v>
                </c:pt>
                <c:pt idx="109">
                  <c:v>1.68</c:v>
                </c:pt>
                <c:pt idx="110">
                  <c:v>1.68</c:v>
                </c:pt>
                <c:pt idx="111">
                  <c:v>1.625</c:v>
                </c:pt>
                <c:pt idx="112">
                  <c:v>1.63</c:v>
                </c:pt>
                <c:pt idx="113">
                  <c:v>1.51</c:v>
                </c:pt>
                <c:pt idx="114">
                  <c:v>1.55</c:v>
                </c:pt>
                <c:pt idx="115">
                  <c:v>1.77</c:v>
                </c:pt>
                <c:pt idx="116">
                  <c:v>1.72</c:v>
                </c:pt>
                <c:pt idx="117">
                  <c:v>1.93</c:v>
                </c:pt>
                <c:pt idx="118">
                  <c:v>1.87</c:v>
                </c:pt>
                <c:pt idx="119">
                  <c:v>2.02</c:v>
                </c:pt>
                <c:pt idx="120">
                  <c:v>1.91</c:v>
                </c:pt>
                <c:pt idx="121">
                  <c:v>2.11</c:v>
                </c:pt>
                <c:pt idx="122">
                  <c:v>1.89</c:v>
                </c:pt>
                <c:pt idx="123">
                  <c:v>1.89</c:v>
                </c:pt>
                <c:pt idx="124">
                  <c:v>2.02</c:v>
                </c:pt>
                <c:pt idx="125">
                  <c:v>2</c:v>
                </c:pt>
                <c:pt idx="126">
                  <c:v>2.0049999999999999</c:v>
                </c:pt>
                <c:pt idx="127">
                  <c:v>1.9650000000000001</c:v>
                </c:pt>
                <c:pt idx="128">
                  <c:v>2.21</c:v>
                </c:pt>
                <c:pt idx="129">
                  <c:v>2.21</c:v>
                </c:pt>
                <c:pt idx="130">
                  <c:v>2</c:v>
                </c:pt>
                <c:pt idx="131">
                  <c:v>2.13</c:v>
                </c:pt>
                <c:pt idx="132">
                  <c:v>2.15</c:v>
                </c:pt>
                <c:pt idx="133">
                  <c:v>2.14</c:v>
                </c:pt>
                <c:pt idx="134">
                  <c:v>2.13</c:v>
                </c:pt>
                <c:pt idx="135">
                  <c:v>2.08</c:v>
                </c:pt>
                <c:pt idx="136">
                  <c:v>2.0449999999999999</c:v>
                </c:pt>
                <c:pt idx="137">
                  <c:v>2.085</c:v>
                </c:pt>
                <c:pt idx="138">
                  <c:v>2.0150000000000001</c:v>
                </c:pt>
                <c:pt idx="139">
                  <c:v>2.1150000000000002</c:v>
                </c:pt>
                <c:pt idx="140">
                  <c:v>2.0099999999999998</c:v>
                </c:pt>
                <c:pt idx="141">
                  <c:v>2.02</c:v>
                </c:pt>
                <c:pt idx="142">
                  <c:v>1.95</c:v>
                </c:pt>
                <c:pt idx="143">
                  <c:v>1.98</c:v>
                </c:pt>
                <c:pt idx="144">
                  <c:v>2.02</c:v>
                </c:pt>
                <c:pt idx="145">
                  <c:v>2.105</c:v>
                </c:pt>
                <c:pt idx="146">
                  <c:v>2.02</c:v>
                </c:pt>
                <c:pt idx="147">
                  <c:v>1.96</c:v>
                </c:pt>
                <c:pt idx="148">
                  <c:v>2.09</c:v>
                </c:pt>
                <c:pt idx="149">
                  <c:v>2.25</c:v>
                </c:pt>
                <c:pt idx="150">
                  <c:v>2.29</c:v>
                </c:pt>
                <c:pt idx="151">
                  <c:v>2.1800000000000002</c:v>
                </c:pt>
                <c:pt idx="152">
                  <c:v>2.2599999999999998</c:v>
                </c:pt>
                <c:pt idx="153">
                  <c:v>2.335</c:v>
                </c:pt>
                <c:pt idx="154">
                  <c:v>2.1549999999999998</c:v>
                </c:pt>
                <c:pt idx="155">
                  <c:v>2.33</c:v>
                </c:pt>
                <c:pt idx="156">
                  <c:v>2.21</c:v>
                </c:pt>
                <c:pt idx="157">
                  <c:v>2.08</c:v>
                </c:pt>
                <c:pt idx="158">
                  <c:v>2.0249999999999999</c:v>
                </c:pt>
                <c:pt idx="159">
                  <c:v>2.2450000000000001</c:v>
                </c:pt>
                <c:pt idx="160">
                  <c:v>2.1800000000000002</c:v>
                </c:pt>
                <c:pt idx="161">
                  <c:v>2.1800000000000002</c:v>
                </c:pt>
                <c:pt idx="162">
                  <c:v>2.13</c:v>
                </c:pt>
                <c:pt idx="163">
                  <c:v>2.2200000000000002</c:v>
                </c:pt>
                <c:pt idx="164">
                  <c:v>2.16</c:v>
                </c:pt>
                <c:pt idx="165">
                  <c:v>2.02</c:v>
                </c:pt>
                <c:pt idx="166">
                  <c:v>2.2400000000000002</c:v>
                </c:pt>
                <c:pt idx="167">
                  <c:v>2.27</c:v>
                </c:pt>
                <c:pt idx="168">
                  <c:v>2.02</c:v>
                </c:pt>
                <c:pt idx="169">
                  <c:v>2.0299999999999998</c:v>
                </c:pt>
                <c:pt idx="170">
                  <c:v>2.13</c:v>
                </c:pt>
                <c:pt idx="171">
                  <c:v>2.13</c:v>
                </c:pt>
                <c:pt idx="172">
                  <c:v>2.0950000000000002</c:v>
                </c:pt>
                <c:pt idx="173">
                  <c:v>2.11</c:v>
                </c:pt>
                <c:pt idx="174">
                  <c:v>2.11</c:v>
                </c:pt>
                <c:pt idx="175">
                  <c:v>2</c:v>
                </c:pt>
                <c:pt idx="176">
                  <c:v>2.16</c:v>
                </c:pt>
                <c:pt idx="177">
                  <c:v>2.0099999999999998</c:v>
                </c:pt>
                <c:pt idx="178">
                  <c:v>2.085</c:v>
                </c:pt>
                <c:pt idx="179">
                  <c:v>2.2000000000000002</c:v>
                </c:pt>
                <c:pt idx="180">
                  <c:v>2.1949999999999998</c:v>
                </c:pt>
                <c:pt idx="181">
                  <c:v>2.15</c:v>
                </c:pt>
                <c:pt idx="182">
                  <c:v>2.33</c:v>
                </c:pt>
                <c:pt idx="183">
                  <c:v>2.2650000000000001</c:v>
                </c:pt>
                <c:pt idx="184">
                  <c:v>2.2799999999999998</c:v>
                </c:pt>
                <c:pt idx="185">
                  <c:v>2.29</c:v>
                </c:pt>
                <c:pt idx="186">
                  <c:v>2.2799999999999998</c:v>
                </c:pt>
                <c:pt idx="187">
                  <c:v>2.29</c:v>
                </c:pt>
                <c:pt idx="188">
                  <c:v>2.2650000000000001</c:v>
                </c:pt>
                <c:pt idx="189">
                  <c:v>2.17</c:v>
                </c:pt>
                <c:pt idx="190">
                  <c:v>2.35</c:v>
                </c:pt>
                <c:pt idx="191">
                  <c:v>2.2799999999999998</c:v>
                </c:pt>
                <c:pt idx="192">
                  <c:v>2.2400000000000002</c:v>
                </c:pt>
                <c:pt idx="193">
                  <c:v>2.27</c:v>
                </c:pt>
                <c:pt idx="194">
                  <c:v>2.27</c:v>
                </c:pt>
                <c:pt idx="195">
                  <c:v>2.23</c:v>
                </c:pt>
                <c:pt idx="196">
                  <c:v>2.335</c:v>
                </c:pt>
                <c:pt idx="197">
                  <c:v>2.2450000000000001</c:v>
                </c:pt>
                <c:pt idx="198">
                  <c:v>2.0750000000000002</c:v>
                </c:pt>
                <c:pt idx="199">
                  <c:v>2.42</c:v>
                </c:pt>
                <c:pt idx="200">
                  <c:v>2.375</c:v>
                </c:pt>
                <c:pt idx="201">
                  <c:v>2.375</c:v>
                </c:pt>
                <c:pt idx="202">
                  <c:v>2.4300000000000002</c:v>
                </c:pt>
                <c:pt idx="203">
                  <c:v>2.76</c:v>
                </c:pt>
                <c:pt idx="204">
                  <c:v>2.605</c:v>
                </c:pt>
                <c:pt idx="205">
                  <c:v>2.5049999999999999</c:v>
                </c:pt>
                <c:pt idx="206">
                  <c:v>2.375</c:v>
                </c:pt>
                <c:pt idx="207">
                  <c:v>2.4500000000000002</c:v>
                </c:pt>
                <c:pt idx="208">
                  <c:v>2.375</c:v>
                </c:pt>
                <c:pt idx="209">
                  <c:v>2.16</c:v>
                </c:pt>
                <c:pt idx="210">
                  <c:v>2.3250000000000002</c:v>
                </c:pt>
                <c:pt idx="211">
                  <c:v>2.25</c:v>
                </c:pt>
                <c:pt idx="212">
                  <c:v>2.4300000000000002</c:v>
                </c:pt>
                <c:pt idx="213">
                  <c:v>2.95</c:v>
                </c:pt>
                <c:pt idx="214">
                  <c:v>2.61</c:v>
                </c:pt>
                <c:pt idx="215">
                  <c:v>2.66</c:v>
                </c:pt>
                <c:pt idx="216">
                  <c:v>2.86</c:v>
                </c:pt>
                <c:pt idx="217">
                  <c:v>2.62</c:v>
                </c:pt>
                <c:pt idx="218">
                  <c:v>2.2949999999999999</c:v>
                </c:pt>
                <c:pt idx="219">
                  <c:v>2.33</c:v>
                </c:pt>
                <c:pt idx="220">
                  <c:v>2.8650000000000002</c:v>
                </c:pt>
                <c:pt idx="221">
                  <c:v>2.67</c:v>
                </c:pt>
                <c:pt idx="222">
                  <c:v>2.71</c:v>
                </c:pt>
                <c:pt idx="223">
                  <c:v>2.8</c:v>
                </c:pt>
                <c:pt idx="224">
                  <c:v>2.86</c:v>
                </c:pt>
                <c:pt idx="225">
                  <c:v>2.84</c:v>
                </c:pt>
                <c:pt idx="226">
                  <c:v>2.8</c:v>
                </c:pt>
                <c:pt idx="227">
                  <c:v>2.97</c:v>
                </c:pt>
                <c:pt idx="228">
                  <c:v>3</c:v>
                </c:pt>
                <c:pt idx="229">
                  <c:v>2.76</c:v>
                </c:pt>
                <c:pt idx="230">
                  <c:v>2.81</c:v>
                </c:pt>
                <c:pt idx="231">
                  <c:v>2.64</c:v>
                </c:pt>
                <c:pt idx="232">
                  <c:v>2.42</c:v>
                </c:pt>
                <c:pt idx="233">
                  <c:v>2.67</c:v>
                </c:pt>
                <c:pt idx="234">
                  <c:v>2.73</c:v>
                </c:pt>
                <c:pt idx="235">
                  <c:v>2.69</c:v>
                </c:pt>
                <c:pt idx="236">
                  <c:v>2.63</c:v>
                </c:pt>
                <c:pt idx="237">
                  <c:v>2.63</c:v>
                </c:pt>
                <c:pt idx="238">
                  <c:v>2.27</c:v>
                </c:pt>
                <c:pt idx="239">
                  <c:v>2.5249999999999999</c:v>
                </c:pt>
                <c:pt idx="240">
                  <c:v>2.44</c:v>
                </c:pt>
                <c:pt idx="241">
                  <c:v>2.4350000000000001</c:v>
                </c:pt>
                <c:pt idx="242">
                  <c:v>2.52</c:v>
                </c:pt>
                <c:pt idx="243">
                  <c:v>2.5950000000000002</c:v>
                </c:pt>
                <c:pt idx="244">
                  <c:v>2.5750000000000002</c:v>
                </c:pt>
                <c:pt idx="245">
                  <c:v>2.5099999999999998</c:v>
                </c:pt>
                <c:pt idx="246">
                  <c:v>2.62</c:v>
                </c:pt>
                <c:pt idx="247">
                  <c:v>2.56</c:v>
                </c:pt>
                <c:pt idx="248">
                  <c:v>2.69</c:v>
                </c:pt>
                <c:pt idx="249">
                  <c:v>2.52</c:v>
                </c:pt>
                <c:pt idx="250">
                  <c:v>2.44</c:v>
                </c:pt>
                <c:pt idx="251">
                  <c:v>2.5</c:v>
                </c:pt>
                <c:pt idx="252">
                  <c:v>2.54</c:v>
                </c:pt>
                <c:pt idx="253">
                  <c:v>2.13</c:v>
                </c:pt>
                <c:pt idx="254">
                  <c:v>2.3050000000000002</c:v>
                </c:pt>
                <c:pt idx="255">
                  <c:v>2.2149999999999999</c:v>
                </c:pt>
                <c:pt idx="256">
                  <c:v>2.1150000000000002</c:v>
                </c:pt>
                <c:pt idx="257">
                  <c:v>2.0499999999999998</c:v>
                </c:pt>
                <c:pt idx="258">
                  <c:v>2.35</c:v>
                </c:pt>
                <c:pt idx="259">
                  <c:v>2.1949999999999998</c:v>
                </c:pt>
                <c:pt idx="260">
                  <c:v>2.19</c:v>
                </c:pt>
                <c:pt idx="261">
                  <c:v>2.0699999999999998</c:v>
                </c:pt>
                <c:pt idx="262">
                  <c:v>2.06</c:v>
                </c:pt>
                <c:pt idx="263">
                  <c:v>2.2999999999999998</c:v>
                </c:pt>
                <c:pt idx="264">
                  <c:v>2.36</c:v>
                </c:pt>
                <c:pt idx="265">
                  <c:v>2.37</c:v>
                </c:pt>
                <c:pt idx="266">
                  <c:v>2.38</c:v>
                </c:pt>
                <c:pt idx="267">
                  <c:v>2.16</c:v>
                </c:pt>
                <c:pt idx="268">
                  <c:v>2.4750000000000001</c:v>
                </c:pt>
                <c:pt idx="269">
                  <c:v>2.4249999999999998</c:v>
                </c:pt>
                <c:pt idx="270">
                  <c:v>2.48</c:v>
                </c:pt>
                <c:pt idx="271">
                  <c:v>2.2450000000000001</c:v>
                </c:pt>
                <c:pt idx="272">
                  <c:v>2.4449999999999998</c:v>
                </c:pt>
                <c:pt idx="273">
                  <c:v>2.4950000000000001</c:v>
                </c:pt>
                <c:pt idx="274">
                  <c:v>2.09</c:v>
                </c:pt>
                <c:pt idx="275">
                  <c:v>2.5299999999999998</c:v>
                </c:pt>
                <c:pt idx="276">
                  <c:v>2.33</c:v>
                </c:pt>
                <c:pt idx="277">
                  <c:v>2.2450000000000001</c:v>
                </c:pt>
                <c:pt idx="278">
                  <c:v>2.17</c:v>
                </c:pt>
                <c:pt idx="279">
                  <c:v>2.29</c:v>
                </c:pt>
                <c:pt idx="280">
                  <c:v>2.2149999999999999</c:v>
                </c:pt>
                <c:pt idx="281">
                  <c:v>2.2650000000000001</c:v>
                </c:pt>
                <c:pt idx="282">
                  <c:v>2</c:v>
                </c:pt>
                <c:pt idx="283">
                  <c:v>2.15</c:v>
                </c:pt>
                <c:pt idx="284">
                  <c:v>1.94</c:v>
                </c:pt>
                <c:pt idx="285">
                  <c:v>2.23</c:v>
                </c:pt>
                <c:pt idx="286">
                  <c:v>2.12</c:v>
                </c:pt>
                <c:pt idx="287">
                  <c:v>2.0299999999999998</c:v>
                </c:pt>
                <c:pt idx="288">
                  <c:v>2.08</c:v>
                </c:pt>
                <c:pt idx="289">
                  <c:v>2.2549999999999999</c:v>
                </c:pt>
                <c:pt idx="290">
                  <c:v>2.0350000000000001</c:v>
                </c:pt>
                <c:pt idx="291">
                  <c:v>2.085</c:v>
                </c:pt>
                <c:pt idx="292">
                  <c:v>1.92</c:v>
                </c:pt>
                <c:pt idx="293">
                  <c:v>1.96</c:v>
                </c:pt>
                <c:pt idx="294">
                  <c:v>1.79</c:v>
                </c:pt>
                <c:pt idx="295">
                  <c:v>2.02</c:v>
                </c:pt>
                <c:pt idx="296">
                  <c:v>1.89</c:v>
                </c:pt>
                <c:pt idx="297">
                  <c:v>2.0099999999999998</c:v>
                </c:pt>
                <c:pt idx="298">
                  <c:v>1.96</c:v>
                </c:pt>
                <c:pt idx="299">
                  <c:v>2.0049999999999999</c:v>
                </c:pt>
                <c:pt idx="300">
                  <c:v>1.98</c:v>
                </c:pt>
                <c:pt idx="301">
                  <c:v>1.845</c:v>
                </c:pt>
                <c:pt idx="302">
                  <c:v>2.0099999999999998</c:v>
                </c:pt>
                <c:pt idx="303">
                  <c:v>1.97</c:v>
                </c:pt>
                <c:pt idx="304">
                  <c:v>1.92</c:v>
                </c:pt>
                <c:pt idx="305">
                  <c:v>2.0350000000000001</c:v>
                </c:pt>
                <c:pt idx="306">
                  <c:v>1.915</c:v>
                </c:pt>
                <c:pt idx="307">
                  <c:v>1.92</c:v>
                </c:pt>
                <c:pt idx="308">
                  <c:v>1.9850000000000001</c:v>
                </c:pt>
                <c:pt idx="309">
                  <c:v>1.98</c:v>
                </c:pt>
                <c:pt idx="310">
                  <c:v>1.86</c:v>
                </c:pt>
                <c:pt idx="311">
                  <c:v>1.85</c:v>
                </c:pt>
                <c:pt idx="312">
                  <c:v>1.905</c:v>
                </c:pt>
                <c:pt idx="313">
                  <c:v>1.85</c:v>
                </c:pt>
                <c:pt idx="314">
                  <c:v>1.915</c:v>
                </c:pt>
                <c:pt idx="315">
                  <c:v>2.0049999999999999</c:v>
                </c:pt>
                <c:pt idx="316">
                  <c:v>1.93</c:v>
                </c:pt>
                <c:pt idx="317">
                  <c:v>2</c:v>
                </c:pt>
                <c:pt idx="318">
                  <c:v>1.94</c:v>
                </c:pt>
                <c:pt idx="319">
                  <c:v>1.9950000000000001</c:v>
                </c:pt>
                <c:pt idx="320">
                  <c:v>1.92</c:v>
                </c:pt>
                <c:pt idx="321">
                  <c:v>1.94</c:v>
                </c:pt>
                <c:pt idx="322">
                  <c:v>1.94</c:v>
                </c:pt>
                <c:pt idx="323">
                  <c:v>1.96</c:v>
                </c:pt>
                <c:pt idx="324">
                  <c:v>1.96</c:v>
                </c:pt>
                <c:pt idx="325">
                  <c:v>1.94</c:v>
                </c:pt>
                <c:pt idx="326">
                  <c:v>1.97</c:v>
                </c:pt>
                <c:pt idx="327">
                  <c:v>2.06</c:v>
                </c:pt>
                <c:pt idx="328">
                  <c:v>2.0099999999999998</c:v>
                </c:pt>
                <c:pt idx="329">
                  <c:v>2.14</c:v>
                </c:pt>
                <c:pt idx="330">
                  <c:v>2.0299999999999998</c:v>
                </c:pt>
                <c:pt idx="331">
                  <c:v>2.08</c:v>
                </c:pt>
                <c:pt idx="332">
                  <c:v>2.2050000000000001</c:v>
                </c:pt>
                <c:pt idx="333">
                  <c:v>2.4049999999999998</c:v>
                </c:pt>
                <c:pt idx="334">
                  <c:v>2.46</c:v>
                </c:pt>
                <c:pt idx="335">
                  <c:v>2.37</c:v>
                </c:pt>
                <c:pt idx="336">
                  <c:v>2.42</c:v>
                </c:pt>
                <c:pt idx="337">
                  <c:v>2.56</c:v>
                </c:pt>
                <c:pt idx="338">
                  <c:v>2.585</c:v>
                </c:pt>
                <c:pt idx="339">
                  <c:v>2.4900000000000002</c:v>
                </c:pt>
                <c:pt idx="340">
                  <c:v>2.59</c:v>
                </c:pt>
                <c:pt idx="341">
                  <c:v>2.74</c:v>
                </c:pt>
                <c:pt idx="342">
                  <c:v>2.59</c:v>
                </c:pt>
                <c:pt idx="343">
                  <c:v>2.67</c:v>
                </c:pt>
                <c:pt idx="344">
                  <c:v>2.61</c:v>
                </c:pt>
                <c:pt idx="345">
                  <c:v>2.62</c:v>
                </c:pt>
                <c:pt idx="346">
                  <c:v>2.7050000000000001</c:v>
                </c:pt>
                <c:pt idx="347">
                  <c:v>2.63</c:v>
                </c:pt>
                <c:pt idx="348">
                  <c:v>2.79</c:v>
                </c:pt>
                <c:pt idx="349">
                  <c:v>2.83</c:v>
                </c:pt>
                <c:pt idx="350">
                  <c:v>2.68</c:v>
                </c:pt>
                <c:pt idx="351">
                  <c:v>2.87</c:v>
                </c:pt>
                <c:pt idx="352">
                  <c:v>2.68</c:v>
                </c:pt>
                <c:pt idx="353">
                  <c:v>2.87</c:v>
                </c:pt>
                <c:pt idx="354">
                  <c:v>2.83</c:v>
                </c:pt>
                <c:pt idx="355">
                  <c:v>2.85</c:v>
                </c:pt>
                <c:pt idx="356">
                  <c:v>2.8</c:v>
                </c:pt>
                <c:pt idx="357">
                  <c:v>2.82</c:v>
                </c:pt>
                <c:pt idx="358">
                  <c:v>2.9849999999999999</c:v>
                </c:pt>
                <c:pt idx="359">
                  <c:v>2.9849999999999999</c:v>
                </c:pt>
                <c:pt idx="360">
                  <c:v>3.1</c:v>
                </c:pt>
                <c:pt idx="361">
                  <c:v>3.2450000000000001</c:v>
                </c:pt>
                <c:pt idx="362">
                  <c:v>3.04</c:v>
                </c:pt>
                <c:pt idx="363">
                  <c:v>3.21</c:v>
                </c:pt>
                <c:pt idx="364">
                  <c:v>3.09</c:v>
                </c:pt>
                <c:pt idx="365">
                  <c:v>3.02</c:v>
                </c:pt>
                <c:pt idx="366">
                  <c:v>3.07</c:v>
                </c:pt>
                <c:pt idx="367">
                  <c:v>3.1150000000000002</c:v>
                </c:pt>
                <c:pt idx="368">
                  <c:v>3.1349999999999998</c:v>
                </c:pt>
                <c:pt idx="369">
                  <c:v>3.1</c:v>
                </c:pt>
                <c:pt idx="370">
                  <c:v>2.94</c:v>
                </c:pt>
                <c:pt idx="371">
                  <c:v>3.14</c:v>
                </c:pt>
                <c:pt idx="372">
                  <c:v>3.34</c:v>
                </c:pt>
                <c:pt idx="373">
                  <c:v>3.165</c:v>
                </c:pt>
                <c:pt idx="374">
                  <c:v>3.13</c:v>
                </c:pt>
                <c:pt idx="375">
                  <c:v>3.13</c:v>
                </c:pt>
                <c:pt idx="376">
                  <c:v>3.09</c:v>
                </c:pt>
                <c:pt idx="377">
                  <c:v>3.1</c:v>
                </c:pt>
                <c:pt idx="378">
                  <c:v>3.19</c:v>
                </c:pt>
                <c:pt idx="379">
                  <c:v>3.18</c:v>
                </c:pt>
                <c:pt idx="380">
                  <c:v>3.1749999999999998</c:v>
                </c:pt>
                <c:pt idx="381">
                  <c:v>3.16</c:v>
                </c:pt>
                <c:pt idx="382">
                  <c:v>3.2</c:v>
                </c:pt>
                <c:pt idx="383">
                  <c:v>3.21</c:v>
                </c:pt>
                <c:pt idx="384">
                  <c:v>3.16</c:v>
                </c:pt>
                <c:pt idx="385">
                  <c:v>3.19</c:v>
                </c:pt>
                <c:pt idx="386">
                  <c:v>3.13</c:v>
                </c:pt>
                <c:pt idx="387">
                  <c:v>3.23</c:v>
                </c:pt>
                <c:pt idx="388">
                  <c:v>3.1949999999999998</c:v>
                </c:pt>
                <c:pt idx="389">
                  <c:v>3.08</c:v>
                </c:pt>
                <c:pt idx="390">
                  <c:v>3.32</c:v>
                </c:pt>
                <c:pt idx="391">
                  <c:v>3.2949999999999999</c:v>
                </c:pt>
                <c:pt idx="392">
                  <c:v>2.99</c:v>
                </c:pt>
                <c:pt idx="393">
                  <c:v>3.28</c:v>
                </c:pt>
                <c:pt idx="394">
                  <c:v>3.21</c:v>
                </c:pt>
                <c:pt idx="395">
                  <c:v>3.27</c:v>
                </c:pt>
                <c:pt idx="396">
                  <c:v>3.16</c:v>
                </c:pt>
                <c:pt idx="397">
                  <c:v>3.13</c:v>
                </c:pt>
                <c:pt idx="398">
                  <c:v>3.28</c:v>
                </c:pt>
                <c:pt idx="399">
                  <c:v>3.38</c:v>
                </c:pt>
                <c:pt idx="400">
                  <c:v>3.21</c:v>
                </c:pt>
                <c:pt idx="401">
                  <c:v>3.47</c:v>
                </c:pt>
                <c:pt idx="402">
                  <c:v>3.37</c:v>
                </c:pt>
                <c:pt idx="403">
                  <c:v>3.32</c:v>
                </c:pt>
                <c:pt idx="404">
                  <c:v>3.14</c:v>
                </c:pt>
                <c:pt idx="405">
                  <c:v>3.2349999999999999</c:v>
                </c:pt>
                <c:pt idx="406">
                  <c:v>3.22</c:v>
                </c:pt>
                <c:pt idx="407">
                  <c:v>3.22</c:v>
                </c:pt>
                <c:pt idx="408">
                  <c:v>3.18</c:v>
                </c:pt>
                <c:pt idx="409">
                  <c:v>3.22</c:v>
                </c:pt>
                <c:pt idx="410">
                  <c:v>3.22</c:v>
                </c:pt>
                <c:pt idx="411">
                  <c:v>3.2450000000000001</c:v>
                </c:pt>
                <c:pt idx="412">
                  <c:v>3.12</c:v>
                </c:pt>
                <c:pt idx="413">
                  <c:v>3.0950000000000002</c:v>
                </c:pt>
                <c:pt idx="414">
                  <c:v>3.06</c:v>
                </c:pt>
                <c:pt idx="415">
                  <c:v>3.145</c:v>
                </c:pt>
                <c:pt idx="416">
                  <c:v>3.12</c:v>
                </c:pt>
                <c:pt idx="417">
                  <c:v>3.12</c:v>
                </c:pt>
                <c:pt idx="418">
                  <c:v>2.99</c:v>
                </c:pt>
                <c:pt idx="419">
                  <c:v>3</c:v>
                </c:pt>
                <c:pt idx="420">
                  <c:v>3.03</c:v>
                </c:pt>
                <c:pt idx="421">
                  <c:v>3</c:v>
                </c:pt>
                <c:pt idx="422">
                  <c:v>3.02</c:v>
                </c:pt>
                <c:pt idx="423">
                  <c:v>2.9950000000000001</c:v>
                </c:pt>
                <c:pt idx="424">
                  <c:v>3.0550000000000002</c:v>
                </c:pt>
                <c:pt idx="425">
                  <c:v>3.05</c:v>
                </c:pt>
                <c:pt idx="426">
                  <c:v>3</c:v>
                </c:pt>
                <c:pt idx="427">
                  <c:v>3.08</c:v>
                </c:pt>
                <c:pt idx="428">
                  <c:v>3.19</c:v>
                </c:pt>
                <c:pt idx="429">
                  <c:v>3.19</c:v>
                </c:pt>
                <c:pt idx="430">
                  <c:v>3.23</c:v>
                </c:pt>
                <c:pt idx="431">
                  <c:v>3.1150000000000002</c:v>
                </c:pt>
                <c:pt idx="432">
                  <c:v>3.1</c:v>
                </c:pt>
                <c:pt idx="433">
                  <c:v>3.1749999999999998</c:v>
                </c:pt>
                <c:pt idx="434">
                  <c:v>3.165</c:v>
                </c:pt>
                <c:pt idx="435">
                  <c:v>3.2</c:v>
                </c:pt>
                <c:pt idx="436">
                  <c:v>3.01</c:v>
                </c:pt>
                <c:pt idx="437">
                  <c:v>3.2</c:v>
                </c:pt>
                <c:pt idx="438">
                  <c:v>3.1749999999999998</c:v>
                </c:pt>
                <c:pt idx="439">
                  <c:v>2.9</c:v>
                </c:pt>
                <c:pt idx="440">
                  <c:v>3.06</c:v>
                </c:pt>
                <c:pt idx="441">
                  <c:v>3.04</c:v>
                </c:pt>
                <c:pt idx="442">
                  <c:v>2.915</c:v>
                </c:pt>
                <c:pt idx="443">
                  <c:v>2.9449999999999998</c:v>
                </c:pt>
                <c:pt idx="444">
                  <c:v>2.9950000000000001</c:v>
                </c:pt>
                <c:pt idx="445">
                  <c:v>2.95</c:v>
                </c:pt>
                <c:pt idx="446">
                  <c:v>3.06</c:v>
                </c:pt>
                <c:pt idx="447">
                  <c:v>2.915</c:v>
                </c:pt>
                <c:pt idx="448">
                  <c:v>2.98</c:v>
                </c:pt>
                <c:pt idx="449">
                  <c:v>3.13</c:v>
                </c:pt>
                <c:pt idx="450">
                  <c:v>3.04</c:v>
                </c:pt>
                <c:pt idx="451">
                  <c:v>3.09</c:v>
                </c:pt>
                <c:pt idx="452">
                  <c:v>3.0550000000000002</c:v>
                </c:pt>
                <c:pt idx="453">
                  <c:v>3.1949999999999998</c:v>
                </c:pt>
                <c:pt idx="454">
                  <c:v>3.165</c:v>
                </c:pt>
                <c:pt idx="455">
                  <c:v>3.11</c:v>
                </c:pt>
                <c:pt idx="456">
                  <c:v>3.2</c:v>
                </c:pt>
                <c:pt idx="457">
                  <c:v>3.15</c:v>
                </c:pt>
                <c:pt idx="458">
                  <c:v>3.32</c:v>
                </c:pt>
                <c:pt idx="459">
                  <c:v>3.19</c:v>
                </c:pt>
                <c:pt idx="460">
                  <c:v>3.24</c:v>
                </c:pt>
                <c:pt idx="461">
                  <c:v>3.06</c:v>
                </c:pt>
                <c:pt idx="462">
                  <c:v>3.16</c:v>
                </c:pt>
                <c:pt idx="463">
                  <c:v>3.03</c:v>
                </c:pt>
                <c:pt idx="464">
                  <c:v>3.06</c:v>
                </c:pt>
                <c:pt idx="465">
                  <c:v>2.81</c:v>
                </c:pt>
                <c:pt idx="466">
                  <c:v>3.105</c:v>
                </c:pt>
                <c:pt idx="467">
                  <c:v>3.16</c:v>
                </c:pt>
                <c:pt idx="468">
                  <c:v>3.04</c:v>
                </c:pt>
                <c:pt idx="469">
                  <c:v>3.1</c:v>
                </c:pt>
                <c:pt idx="470">
                  <c:v>3.22</c:v>
                </c:pt>
                <c:pt idx="471">
                  <c:v>3.1850000000000001</c:v>
                </c:pt>
                <c:pt idx="472">
                  <c:v>3.07</c:v>
                </c:pt>
                <c:pt idx="473">
                  <c:v>2.99</c:v>
                </c:pt>
                <c:pt idx="474">
                  <c:v>3.03</c:v>
                </c:pt>
                <c:pt idx="475">
                  <c:v>2.97</c:v>
                </c:pt>
                <c:pt idx="476">
                  <c:v>2.92</c:v>
                </c:pt>
                <c:pt idx="477">
                  <c:v>2.89</c:v>
                </c:pt>
                <c:pt idx="478">
                  <c:v>2.9649999999999999</c:v>
                </c:pt>
                <c:pt idx="479">
                  <c:v>2.92</c:v>
                </c:pt>
                <c:pt idx="480">
                  <c:v>2.895</c:v>
                </c:pt>
                <c:pt idx="481">
                  <c:v>2.81</c:v>
                </c:pt>
                <c:pt idx="482">
                  <c:v>2.79</c:v>
                </c:pt>
                <c:pt idx="483">
                  <c:v>2.9249999999999998</c:v>
                </c:pt>
                <c:pt idx="484">
                  <c:v>2.895</c:v>
                </c:pt>
                <c:pt idx="485">
                  <c:v>3.0649999999999999</c:v>
                </c:pt>
                <c:pt idx="486">
                  <c:v>2.84</c:v>
                </c:pt>
                <c:pt idx="487">
                  <c:v>2.895</c:v>
                </c:pt>
                <c:pt idx="488">
                  <c:v>3.0049999999999999</c:v>
                </c:pt>
                <c:pt idx="489">
                  <c:v>2.9449999999999998</c:v>
                </c:pt>
                <c:pt idx="490">
                  <c:v>2.86</c:v>
                </c:pt>
                <c:pt idx="491">
                  <c:v>2.98</c:v>
                </c:pt>
                <c:pt idx="492">
                  <c:v>2.915</c:v>
                </c:pt>
                <c:pt idx="493">
                  <c:v>2.95</c:v>
                </c:pt>
                <c:pt idx="494">
                  <c:v>2.94</c:v>
                </c:pt>
                <c:pt idx="495">
                  <c:v>2.94</c:v>
                </c:pt>
                <c:pt idx="496">
                  <c:v>2.9249999999999998</c:v>
                </c:pt>
                <c:pt idx="497">
                  <c:v>2.87</c:v>
                </c:pt>
                <c:pt idx="498">
                  <c:v>2.84</c:v>
                </c:pt>
                <c:pt idx="499">
                  <c:v>2.87</c:v>
                </c:pt>
                <c:pt idx="500">
                  <c:v>3</c:v>
                </c:pt>
                <c:pt idx="501">
                  <c:v>3.04</c:v>
                </c:pt>
                <c:pt idx="502">
                  <c:v>2.89</c:v>
                </c:pt>
                <c:pt idx="503">
                  <c:v>3.11</c:v>
                </c:pt>
                <c:pt idx="504">
                  <c:v>2.74</c:v>
                </c:pt>
                <c:pt idx="505">
                  <c:v>2.81</c:v>
                </c:pt>
                <c:pt idx="506">
                  <c:v>2.7850000000000001</c:v>
                </c:pt>
                <c:pt idx="507">
                  <c:v>2.8050000000000002</c:v>
                </c:pt>
                <c:pt idx="508">
                  <c:v>2.71</c:v>
                </c:pt>
                <c:pt idx="509">
                  <c:v>2.5499999999999998</c:v>
                </c:pt>
                <c:pt idx="510">
                  <c:v>2.84</c:v>
                </c:pt>
                <c:pt idx="511">
                  <c:v>3.03</c:v>
                </c:pt>
                <c:pt idx="512">
                  <c:v>2.62</c:v>
                </c:pt>
                <c:pt idx="513">
                  <c:v>2.92</c:v>
                </c:pt>
                <c:pt idx="514">
                  <c:v>2.79</c:v>
                </c:pt>
                <c:pt idx="515">
                  <c:v>2.7650000000000001</c:v>
                </c:pt>
                <c:pt idx="516">
                  <c:v>2.7650000000000001</c:v>
                </c:pt>
                <c:pt idx="517">
                  <c:v>2.54</c:v>
                </c:pt>
                <c:pt idx="518">
                  <c:v>2.54</c:v>
                </c:pt>
                <c:pt idx="519">
                  <c:v>2.585</c:v>
                </c:pt>
                <c:pt idx="520">
                  <c:v>2.57</c:v>
                </c:pt>
                <c:pt idx="521">
                  <c:v>2.5299999999999998</c:v>
                </c:pt>
                <c:pt idx="522">
                  <c:v>2.7549999999999999</c:v>
                </c:pt>
                <c:pt idx="523">
                  <c:v>2.48</c:v>
                </c:pt>
                <c:pt idx="524">
                  <c:v>2.5950000000000002</c:v>
                </c:pt>
                <c:pt idx="525">
                  <c:v>2.57</c:v>
                </c:pt>
                <c:pt idx="526">
                  <c:v>2.5449999999999999</c:v>
                </c:pt>
                <c:pt idx="527">
                  <c:v>2.56</c:v>
                </c:pt>
                <c:pt idx="528">
                  <c:v>2.6</c:v>
                </c:pt>
                <c:pt idx="529">
                  <c:v>2.71</c:v>
                </c:pt>
                <c:pt idx="530">
                  <c:v>2.59</c:v>
                </c:pt>
                <c:pt idx="531">
                  <c:v>2.6749999999999998</c:v>
                </c:pt>
                <c:pt idx="532">
                  <c:v>2.37</c:v>
                </c:pt>
                <c:pt idx="533">
                  <c:v>2.38</c:v>
                </c:pt>
                <c:pt idx="534">
                  <c:v>2.52</c:v>
                </c:pt>
                <c:pt idx="535">
                  <c:v>2.38</c:v>
                </c:pt>
                <c:pt idx="536">
                  <c:v>2.4350000000000001</c:v>
                </c:pt>
                <c:pt idx="537">
                  <c:v>2.48</c:v>
                </c:pt>
                <c:pt idx="538">
                  <c:v>2.5049999999999999</c:v>
                </c:pt>
                <c:pt idx="539">
                  <c:v>2.41</c:v>
                </c:pt>
                <c:pt idx="540">
                  <c:v>2.5550000000000002</c:v>
                </c:pt>
                <c:pt idx="541">
                  <c:v>2.5099999999999998</c:v>
                </c:pt>
                <c:pt idx="542">
                  <c:v>2.86</c:v>
                </c:pt>
                <c:pt idx="543">
                  <c:v>2.7349999999999999</c:v>
                </c:pt>
                <c:pt idx="544">
                  <c:v>2.64</c:v>
                </c:pt>
                <c:pt idx="545">
                  <c:v>2.8650000000000002</c:v>
                </c:pt>
                <c:pt idx="546">
                  <c:v>2.835</c:v>
                </c:pt>
                <c:pt idx="547">
                  <c:v>2.79</c:v>
                </c:pt>
                <c:pt idx="548">
                  <c:v>2.86</c:v>
                </c:pt>
                <c:pt idx="549">
                  <c:v>2.93</c:v>
                </c:pt>
                <c:pt idx="550">
                  <c:v>2.6349999999999998</c:v>
                </c:pt>
                <c:pt idx="551">
                  <c:v>2.6</c:v>
                </c:pt>
                <c:pt idx="552">
                  <c:v>2.72</c:v>
                </c:pt>
                <c:pt idx="553">
                  <c:v>2.72</c:v>
                </c:pt>
                <c:pt idx="554">
                  <c:v>2.5499999999999998</c:v>
                </c:pt>
                <c:pt idx="555">
                  <c:v>2.69</c:v>
                </c:pt>
                <c:pt idx="556">
                  <c:v>2.63</c:v>
                </c:pt>
                <c:pt idx="557">
                  <c:v>2.69</c:v>
                </c:pt>
                <c:pt idx="558">
                  <c:v>2.7650000000000001</c:v>
                </c:pt>
                <c:pt idx="559">
                  <c:v>2.6150000000000002</c:v>
                </c:pt>
                <c:pt idx="560">
                  <c:v>2.73</c:v>
                </c:pt>
                <c:pt idx="561">
                  <c:v>2.56</c:v>
                </c:pt>
                <c:pt idx="562">
                  <c:v>2.5</c:v>
                </c:pt>
                <c:pt idx="563">
                  <c:v>2.7050000000000001</c:v>
                </c:pt>
                <c:pt idx="564">
                  <c:v>2.605</c:v>
                </c:pt>
                <c:pt idx="565">
                  <c:v>2.5249999999999999</c:v>
                </c:pt>
                <c:pt idx="566">
                  <c:v>2.56</c:v>
                </c:pt>
                <c:pt idx="567">
                  <c:v>2.56</c:v>
                </c:pt>
                <c:pt idx="568">
                  <c:v>2.5649999999999999</c:v>
                </c:pt>
                <c:pt idx="569">
                  <c:v>2.6150000000000002</c:v>
                </c:pt>
                <c:pt idx="570">
                  <c:v>2.7050000000000001</c:v>
                </c:pt>
                <c:pt idx="571">
                  <c:v>2.74</c:v>
                </c:pt>
                <c:pt idx="572">
                  <c:v>2.87</c:v>
                </c:pt>
                <c:pt idx="573">
                  <c:v>2.84</c:v>
                </c:pt>
                <c:pt idx="574">
                  <c:v>2.13</c:v>
                </c:pt>
                <c:pt idx="575">
                  <c:v>2.5099999999999998</c:v>
                </c:pt>
                <c:pt idx="576">
                  <c:v>2.54</c:v>
                </c:pt>
                <c:pt idx="577">
                  <c:v>2.4550000000000001</c:v>
                </c:pt>
                <c:pt idx="578">
                  <c:v>2.5299999999999998</c:v>
                </c:pt>
                <c:pt idx="579">
                  <c:v>2.5299999999999998</c:v>
                </c:pt>
                <c:pt idx="580">
                  <c:v>2.5299999999999998</c:v>
                </c:pt>
                <c:pt idx="581">
                  <c:v>2.7</c:v>
                </c:pt>
                <c:pt idx="582">
                  <c:v>2.73</c:v>
                </c:pt>
                <c:pt idx="583">
                  <c:v>2.7</c:v>
                </c:pt>
                <c:pt idx="584">
                  <c:v>2.7</c:v>
                </c:pt>
                <c:pt idx="585">
                  <c:v>2.7549999999999999</c:v>
                </c:pt>
                <c:pt idx="586">
                  <c:v>2.75</c:v>
                </c:pt>
                <c:pt idx="587">
                  <c:v>2.74</c:v>
                </c:pt>
                <c:pt idx="588">
                  <c:v>2.64</c:v>
                </c:pt>
                <c:pt idx="589">
                  <c:v>2.64</c:v>
                </c:pt>
                <c:pt idx="590">
                  <c:v>2.81</c:v>
                </c:pt>
                <c:pt idx="591">
                  <c:v>2.72</c:v>
                </c:pt>
                <c:pt idx="592">
                  <c:v>2.6150000000000002</c:v>
                </c:pt>
                <c:pt idx="593">
                  <c:v>2.63</c:v>
                </c:pt>
                <c:pt idx="594">
                  <c:v>2.65</c:v>
                </c:pt>
                <c:pt idx="595">
                  <c:v>2.62</c:v>
                </c:pt>
                <c:pt idx="596">
                  <c:v>2.42</c:v>
                </c:pt>
                <c:pt idx="597">
                  <c:v>2.4700000000000002</c:v>
                </c:pt>
                <c:pt idx="598">
                  <c:v>2.37</c:v>
                </c:pt>
                <c:pt idx="599">
                  <c:v>2.39</c:v>
                </c:pt>
                <c:pt idx="600">
                  <c:v>2.54</c:v>
                </c:pt>
                <c:pt idx="601">
                  <c:v>2.48</c:v>
                </c:pt>
                <c:pt idx="602">
                  <c:v>2.46</c:v>
                </c:pt>
                <c:pt idx="603">
                  <c:v>2.7</c:v>
                </c:pt>
                <c:pt idx="604">
                  <c:v>2.69</c:v>
                </c:pt>
                <c:pt idx="605">
                  <c:v>2.48</c:v>
                </c:pt>
                <c:pt idx="606">
                  <c:v>2.6549999999999998</c:v>
                </c:pt>
                <c:pt idx="607">
                  <c:v>2.5499999999999998</c:v>
                </c:pt>
                <c:pt idx="608">
                  <c:v>2.46</c:v>
                </c:pt>
                <c:pt idx="609">
                  <c:v>2.4500000000000002</c:v>
                </c:pt>
                <c:pt idx="610">
                  <c:v>2.4</c:v>
                </c:pt>
                <c:pt idx="611">
                  <c:v>2.34</c:v>
                </c:pt>
                <c:pt idx="612">
                  <c:v>2.5449999999999999</c:v>
                </c:pt>
                <c:pt idx="613">
                  <c:v>2.46</c:v>
                </c:pt>
                <c:pt idx="614">
                  <c:v>2.2999999999999998</c:v>
                </c:pt>
                <c:pt idx="615">
                  <c:v>2.5299999999999998</c:v>
                </c:pt>
                <c:pt idx="616">
                  <c:v>2.5</c:v>
                </c:pt>
                <c:pt idx="617">
                  <c:v>2.5550000000000002</c:v>
                </c:pt>
                <c:pt idx="618">
                  <c:v>2.38</c:v>
                </c:pt>
                <c:pt idx="619">
                  <c:v>2.41</c:v>
                </c:pt>
                <c:pt idx="620">
                  <c:v>2.39</c:v>
                </c:pt>
                <c:pt idx="621">
                  <c:v>2.4500000000000002</c:v>
                </c:pt>
                <c:pt idx="622">
                  <c:v>2.4449999999999998</c:v>
                </c:pt>
                <c:pt idx="623">
                  <c:v>2.4700000000000002</c:v>
                </c:pt>
                <c:pt idx="624">
                  <c:v>2.5099999999999998</c:v>
                </c:pt>
                <c:pt idx="625">
                  <c:v>2.5249999999999999</c:v>
                </c:pt>
                <c:pt idx="626">
                  <c:v>2.5299999999999998</c:v>
                </c:pt>
                <c:pt idx="627">
                  <c:v>2.59</c:v>
                </c:pt>
                <c:pt idx="628">
                  <c:v>2.6</c:v>
                </c:pt>
                <c:pt idx="629">
                  <c:v>2.5</c:v>
                </c:pt>
                <c:pt idx="630">
                  <c:v>2.5649999999999999</c:v>
                </c:pt>
                <c:pt idx="631">
                  <c:v>2.35</c:v>
                </c:pt>
                <c:pt idx="632">
                  <c:v>2.36</c:v>
                </c:pt>
                <c:pt idx="633">
                  <c:v>2.33</c:v>
                </c:pt>
                <c:pt idx="634">
                  <c:v>2.4300000000000002</c:v>
                </c:pt>
                <c:pt idx="635">
                  <c:v>2.5299999999999998</c:v>
                </c:pt>
                <c:pt idx="636">
                  <c:v>2.58</c:v>
                </c:pt>
                <c:pt idx="637">
                  <c:v>2.4849999999999999</c:v>
                </c:pt>
                <c:pt idx="638">
                  <c:v>2.59</c:v>
                </c:pt>
                <c:pt idx="639">
                  <c:v>2.48</c:v>
                </c:pt>
                <c:pt idx="640">
                  <c:v>2.27</c:v>
                </c:pt>
                <c:pt idx="641">
                  <c:v>2.29</c:v>
                </c:pt>
                <c:pt idx="642">
                  <c:v>2.2400000000000002</c:v>
                </c:pt>
                <c:pt idx="643">
                  <c:v>2.27</c:v>
                </c:pt>
                <c:pt idx="644">
                  <c:v>2.29</c:v>
                </c:pt>
                <c:pt idx="645">
                  <c:v>2.2749999999999999</c:v>
                </c:pt>
                <c:pt idx="646">
                  <c:v>2.25</c:v>
                </c:pt>
                <c:pt idx="647">
                  <c:v>2.2149999999999999</c:v>
                </c:pt>
                <c:pt idx="648">
                  <c:v>2.2799999999999998</c:v>
                </c:pt>
                <c:pt idx="649">
                  <c:v>2.2349999999999999</c:v>
                </c:pt>
                <c:pt idx="650">
                  <c:v>2.42</c:v>
                </c:pt>
                <c:pt idx="651">
                  <c:v>2.57</c:v>
                </c:pt>
                <c:pt idx="652">
                  <c:v>2.27</c:v>
                </c:pt>
                <c:pt idx="653">
                  <c:v>2.5499999999999998</c:v>
                </c:pt>
                <c:pt idx="654">
                  <c:v>2.34</c:v>
                </c:pt>
                <c:pt idx="655">
                  <c:v>2.3149999999999999</c:v>
                </c:pt>
                <c:pt idx="656">
                  <c:v>2.3149999999999999</c:v>
                </c:pt>
                <c:pt idx="657">
                  <c:v>2.5099999999999998</c:v>
                </c:pt>
                <c:pt idx="658">
                  <c:v>2.23</c:v>
                </c:pt>
                <c:pt idx="659">
                  <c:v>2.08</c:v>
                </c:pt>
                <c:pt idx="660">
                  <c:v>2.34</c:v>
                </c:pt>
                <c:pt idx="661">
                  <c:v>2.2549999999999999</c:v>
                </c:pt>
                <c:pt idx="662">
                  <c:v>2.3149999999999999</c:v>
                </c:pt>
                <c:pt idx="663">
                  <c:v>2.27</c:v>
                </c:pt>
                <c:pt idx="664">
                  <c:v>2.15</c:v>
                </c:pt>
                <c:pt idx="665">
                  <c:v>2.06</c:v>
                </c:pt>
                <c:pt idx="666">
                  <c:v>2</c:v>
                </c:pt>
                <c:pt idx="667">
                  <c:v>2.02</c:v>
                </c:pt>
                <c:pt idx="668">
                  <c:v>2.0449999999999999</c:v>
                </c:pt>
                <c:pt idx="669">
                  <c:v>2.19</c:v>
                </c:pt>
                <c:pt idx="670">
                  <c:v>2.12</c:v>
                </c:pt>
                <c:pt idx="671">
                  <c:v>2.0699999999999998</c:v>
                </c:pt>
                <c:pt idx="672">
                  <c:v>2.125</c:v>
                </c:pt>
                <c:pt idx="673">
                  <c:v>2.2050000000000001</c:v>
                </c:pt>
                <c:pt idx="674">
                  <c:v>2.2200000000000002</c:v>
                </c:pt>
                <c:pt idx="675">
                  <c:v>2.34</c:v>
                </c:pt>
                <c:pt idx="676">
                  <c:v>2.2850000000000001</c:v>
                </c:pt>
                <c:pt idx="677">
                  <c:v>2.1150000000000002</c:v>
                </c:pt>
                <c:pt idx="678">
                  <c:v>2.2549999999999999</c:v>
                </c:pt>
                <c:pt idx="679">
                  <c:v>2.39</c:v>
                </c:pt>
                <c:pt idx="680">
                  <c:v>2.4049999999999998</c:v>
                </c:pt>
                <c:pt idx="681">
                  <c:v>2.4249999999999998</c:v>
                </c:pt>
                <c:pt idx="682">
                  <c:v>2.2000000000000002</c:v>
                </c:pt>
                <c:pt idx="683">
                  <c:v>2.2200000000000002</c:v>
                </c:pt>
                <c:pt idx="684">
                  <c:v>2.25</c:v>
                </c:pt>
                <c:pt idx="685">
                  <c:v>2.34</c:v>
                </c:pt>
                <c:pt idx="686">
                  <c:v>2.39</c:v>
                </c:pt>
                <c:pt idx="687">
                  <c:v>2.4350000000000001</c:v>
                </c:pt>
                <c:pt idx="688">
                  <c:v>2.4550000000000001</c:v>
                </c:pt>
                <c:pt idx="689">
                  <c:v>2.2850000000000001</c:v>
                </c:pt>
                <c:pt idx="690">
                  <c:v>2.38</c:v>
                </c:pt>
                <c:pt idx="691">
                  <c:v>2.36</c:v>
                </c:pt>
                <c:pt idx="692">
                  <c:v>2.4700000000000002</c:v>
                </c:pt>
                <c:pt idx="693">
                  <c:v>2.4</c:v>
                </c:pt>
                <c:pt idx="694">
                  <c:v>2.1</c:v>
                </c:pt>
                <c:pt idx="695">
                  <c:v>2.31</c:v>
                </c:pt>
                <c:pt idx="696">
                  <c:v>2.06</c:v>
                </c:pt>
                <c:pt idx="697">
                  <c:v>2.1800000000000002</c:v>
                </c:pt>
                <c:pt idx="698">
                  <c:v>2.19</c:v>
                </c:pt>
                <c:pt idx="699">
                  <c:v>2.0099999999999998</c:v>
                </c:pt>
                <c:pt idx="700">
                  <c:v>2.14</c:v>
                </c:pt>
                <c:pt idx="701">
                  <c:v>2.1150000000000002</c:v>
                </c:pt>
                <c:pt idx="702">
                  <c:v>2.17</c:v>
                </c:pt>
                <c:pt idx="703">
                  <c:v>2.1800000000000002</c:v>
                </c:pt>
                <c:pt idx="704">
                  <c:v>1.99</c:v>
                </c:pt>
                <c:pt idx="705">
                  <c:v>2.38</c:v>
                </c:pt>
                <c:pt idx="706">
                  <c:v>2.25</c:v>
                </c:pt>
                <c:pt idx="707">
                  <c:v>2.44</c:v>
                </c:pt>
                <c:pt idx="708">
                  <c:v>2.2599999999999998</c:v>
                </c:pt>
                <c:pt idx="709">
                  <c:v>2.4</c:v>
                </c:pt>
                <c:pt idx="710">
                  <c:v>2.34</c:v>
                </c:pt>
                <c:pt idx="711">
                  <c:v>2.4700000000000002</c:v>
                </c:pt>
                <c:pt idx="712">
                  <c:v>2.41</c:v>
                </c:pt>
                <c:pt idx="713">
                  <c:v>2.21</c:v>
                </c:pt>
                <c:pt idx="714">
                  <c:v>1.99</c:v>
                </c:pt>
                <c:pt idx="715">
                  <c:v>2.23</c:v>
                </c:pt>
                <c:pt idx="716">
                  <c:v>2.21</c:v>
                </c:pt>
                <c:pt idx="717">
                  <c:v>2.4</c:v>
                </c:pt>
                <c:pt idx="718">
                  <c:v>2.3199999999999998</c:v>
                </c:pt>
                <c:pt idx="719">
                  <c:v>2.3199999999999998</c:v>
                </c:pt>
                <c:pt idx="720">
                  <c:v>2.37</c:v>
                </c:pt>
                <c:pt idx="721">
                  <c:v>2.25</c:v>
                </c:pt>
                <c:pt idx="722">
                  <c:v>2.3050000000000002</c:v>
                </c:pt>
                <c:pt idx="723">
                  <c:v>2.2799999999999998</c:v>
                </c:pt>
                <c:pt idx="724">
                  <c:v>2.2599999999999998</c:v>
                </c:pt>
                <c:pt idx="725">
                  <c:v>2.2999999999999998</c:v>
                </c:pt>
                <c:pt idx="726">
                  <c:v>2.19</c:v>
                </c:pt>
                <c:pt idx="727">
                  <c:v>2.25</c:v>
                </c:pt>
                <c:pt idx="728">
                  <c:v>2.33</c:v>
                </c:pt>
                <c:pt idx="729">
                  <c:v>2.29</c:v>
                </c:pt>
                <c:pt idx="730">
                  <c:v>2.29</c:v>
                </c:pt>
                <c:pt idx="731">
                  <c:v>2.2599999999999998</c:v>
                </c:pt>
                <c:pt idx="732">
                  <c:v>2.2349999999999999</c:v>
                </c:pt>
                <c:pt idx="733">
                  <c:v>2.3199999999999998</c:v>
                </c:pt>
                <c:pt idx="734">
                  <c:v>2.3149999999999999</c:v>
                </c:pt>
                <c:pt idx="735">
                  <c:v>2.3199999999999998</c:v>
                </c:pt>
                <c:pt idx="736">
                  <c:v>2.31</c:v>
                </c:pt>
                <c:pt idx="737">
                  <c:v>2.2799999999999998</c:v>
                </c:pt>
                <c:pt idx="738">
                  <c:v>2.335</c:v>
                </c:pt>
                <c:pt idx="739">
                  <c:v>2.25</c:v>
                </c:pt>
                <c:pt idx="740">
                  <c:v>2.23</c:v>
                </c:pt>
                <c:pt idx="741">
                  <c:v>2.2200000000000002</c:v>
                </c:pt>
                <c:pt idx="742">
                  <c:v>2.1850000000000001</c:v>
                </c:pt>
                <c:pt idx="743">
                  <c:v>2.2149999999999999</c:v>
                </c:pt>
                <c:pt idx="744">
                  <c:v>2.2400000000000002</c:v>
                </c:pt>
                <c:pt idx="745">
                  <c:v>2.2400000000000002</c:v>
                </c:pt>
                <c:pt idx="746">
                  <c:v>2.33</c:v>
                </c:pt>
                <c:pt idx="747">
                  <c:v>2.33</c:v>
                </c:pt>
                <c:pt idx="748">
                  <c:v>2.37</c:v>
                </c:pt>
                <c:pt idx="749">
                  <c:v>2.2200000000000002</c:v>
                </c:pt>
                <c:pt idx="750">
                  <c:v>2.6</c:v>
                </c:pt>
                <c:pt idx="751">
                  <c:v>2.625</c:v>
                </c:pt>
                <c:pt idx="752">
                  <c:v>2.4649999999999999</c:v>
                </c:pt>
                <c:pt idx="753">
                  <c:v>2.39</c:v>
                </c:pt>
                <c:pt idx="754">
                  <c:v>2.29</c:v>
                </c:pt>
                <c:pt idx="755">
                  <c:v>2.4900000000000002</c:v>
                </c:pt>
                <c:pt idx="756">
                  <c:v>2.605</c:v>
                </c:pt>
                <c:pt idx="757">
                  <c:v>2.61</c:v>
                </c:pt>
                <c:pt idx="758">
                  <c:v>2.38</c:v>
                </c:pt>
                <c:pt idx="759">
                  <c:v>2.6</c:v>
                </c:pt>
                <c:pt idx="760">
                  <c:v>2.5049999999999999</c:v>
                </c:pt>
                <c:pt idx="761">
                  <c:v>2.4950000000000001</c:v>
                </c:pt>
                <c:pt idx="762">
                  <c:v>2.48</c:v>
                </c:pt>
                <c:pt idx="763">
                  <c:v>2.62</c:v>
                </c:pt>
                <c:pt idx="764">
                  <c:v>2.44</c:v>
                </c:pt>
                <c:pt idx="765">
                  <c:v>2.54</c:v>
                </c:pt>
                <c:pt idx="766">
                  <c:v>2.46</c:v>
                </c:pt>
                <c:pt idx="767">
                  <c:v>2.52</c:v>
                </c:pt>
                <c:pt idx="768">
                  <c:v>2.5350000000000001</c:v>
                </c:pt>
                <c:pt idx="769">
                  <c:v>2.4300000000000002</c:v>
                </c:pt>
                <c:pt idx="770">
                  <c:v>2.4700000000000002</c:v>
                </c:pt>
                <c:pt idx="771">
                  <c:v>2.39</c:v>
                </c:pt>
                <c:pt idx="772">
                  <c:v>2.4500000000000002</c:v>
                </c:pt>
                <c:pt idx="773">
                  <c:v>2.42</c:v>
                </c:pt>
                <c:pt idx="774">
                  <c:v>2.42</c:v>
                </c:pt>
                <c:pt idx="775">
                  <c:v>2.415</c:v>
                </c:pt>
                <c:pt idx="776">
                  <c:v>2.4300000000000002</c:v>
                </c:pt>
                <c:pt idx="777">
                  <c:v>2.46</c:v>
                </c:pt>
                <c:pt idx="778">
                  <c:v>2.4350000000000001</c:v>
                </c:pt>
                <c:pt idx="779">
                  <c:v>2.35</c:v>
                </c:pt>
                <c:pt idx="780">
                  <c:v>2.37</c:v>
                </c:pt>
                <c:pt idx="781">
                  <c:v>2.29</c:v>
                </c:pt>
                <c:pt idx="782">
                  <c:v>2.25</c:v>
                </c:pt>
                <c:pt idx="783">
                  <c:v>2.2799999999999998</c:v>
                </c:pt>
                <c:pt idx="784">
                  <c:v>2.08</c:v>
                </c:pt>
                <c:pt idx="785">
                  <c:v>2.2149999999999999</c:v>
                </c:pt>
                <c:pt idx="786">
                  <c:v>2.09</c:v>
                </c:pt>
                <c:pt idx="787">
                  <c:v>2.09</c:v>
                </c:pt>
                <c:pt idx="788">
                  <c:v>2.11</c:v>
                </c:pt>
                <c:pt idx="789">
                  <c:v>2.0150000000000001</c:v>
                </c:pt>
                <c:pt idx="790">
                  <c:v>2.1850000000000001</c:v>
                </c:pt>
                <c:pt idx="791">
                  <c:v>2.2999999999999998</c:v>
                </c:pt>
                <c:pt idx="792">
                  <c:v>2.2000000000000002</c:v>
                </c:pt>
                <c:pt idx="793">
                  <c:v>2.25</c:v>
                </c:pt>
                <c:pt idx="794">
                  <c:v>2.1800000000000002</c:v>
                </c:pt>
                <c:pt idx="795">
                  <c:v>2.17</c:v>
                </c:pt>
                <c:pt idx="796">
                  <c:v>2.2799999999999998</c:v>
                </c:pt>
                <c:pt idx="797">
                  <c:v>2.2400000000000002</c:v>
                </c:pt>
                <c:pt idx="798">
                  <c:v>2.38</c:v>
                </c:pt>
                <c:pt idx="799">
                  <c:v>2.375</c:v>
                </c:pt>
                <c:pt idx="800">
                  <c:v>2.4649999999999999</c:v>
                </c:pt>
                <c:pt idx="801">
                  <c:v>2.2549999999999999</c:v>
                </c:pt>
                <c:pt idx="802">
                  <c:v>2.1549999999999998</c:v>
                </c:pt>
                <c:pt idx="803">
                  <c:v>2.38</c:v>
                </c:pt>
                <c:pt idx="804">
                  <c:v>2.48</c:v>
                </c:pt>
                <c:pt idx="805">
                  <c:v>2.39</c:v>
                </c:pt>
                <c:pt idx="806">
                  <c:v>2.4900000000000002</c:v>
                </c:pt>
                <c:pt idx="807">
                  <c:v>2.4049999999999998</c:v>
                </c:pt>
                <c:pt idx="808">
                  <c:v>2.2200000000000002</c:v>
                </c:pt>
                <c:pt idx="809">
                  <c:v>2.39</c:v>
                </c:pt>
                <c:pt idx="810">
                  <c:v>2.13</c:v>
                </c:pt>
                <c:pt idx="811">
                  <c:v>2.2850000000000001</c:v>
                </c:pt>
                <c:pt idx="812">
                  <c:v>2.14</c:v>
                </c:pt>
                <c:pt idx="813">
                  <c:v>2.34</c:v>
                </c:pt>
                <c:pt idx="814">
                  <c:v>2.12</c:v>
                </c:pt>
                <c:pt idx="815">
                  <c:v>2.11</c:v>
                </c:pt>
                <c:pt idx="816">
                  <c:v>1.6</c:v>
                </c:pt>
                <c:pt idx="817">
                  <c:v>1.4550000000000001</c:v>
                </c:pt>
                <c:pt idx="818">
                  <c:v>1.5249999999999999</c:v>
                </c:pt>
                <c:pt idx="819">
                  <c:v>1.42</c:v>
                </c:pt>
                <c:pt idx="820">
                  <c:v>1.925</c:v>
                </c:pt>
                <c:pt idx="821">
                  <c:v>1.77</c:v>
                </c:pt>
                <c:pt idx="822">
                  <c:v>1.72</c:v>
                </c:pt>
                <c:pt idx="823">
                  <c:v>1.61</c:v>
                </c:pt>
                <c:pt idx="824">
                  <c:v>1.76</c:v>
                </c:pt>
                <c:pt idx="825">
                  <c:v>1.82</c:v>
                </c:pt>
                <c:pt idx="826">
                  <c:v>1.8</c:v>
                </c:pt>
                <c:pt idx="827">
                  <c:v>1.51</c:v>
                </c:pt>
                <c:pt idx="828">
                  <c:v>1.4650000000000001</c:v>
                </c:pt>
                <c:pt idx="829">
                  <c:v>1.91</c:v>
                </c:pt>
                <c:pt idx="830">
                  <c:v>1.7150000000000001</c:v>
                </c:pt>
                <c:pt idx="831">
                  <c:v>1.8</c:v>
                </c:pt>
                <c:pt idx="832">
                  <c:v>1.875</c:v>
                </c:pt>
                <c:pt idx="833">
                  <c:v>1.77</c:v>
                </c:pt>
                <c:pt idx="834">
                  <c:v>2.06</c:v>
                </c:pt>
                <c:pt idx="835">
                  <c:v>1.95</c:v>
                </c:pt>
                <c:pt idx="836">
                  <c:v>1.81</c:v>
                </c:pt>
                <c:pt idx="837">
                  <c:v>1.99</c:v>
                </c:pt>
                <c:pt idx="838">
                  <c:v>1.635</c:v>
                </c:pt>
                <c:pt idx="839">
                  <c:v>1.76</c:v>
                </c:pt>
                <c:pt idx="840">
                  <c:v>1.65</c:v>
                </c:pt>
                <c:pt idx="841">
                  <c:v>1.6950000000000001</c:v>
                </c:pt>
                <c:pt idx="842">
                  <c:v>1.45</c:v>
                </c:pt>
                <c:pt idx="843">
                  <c:v>1.76</c:v>
                </c:pt>
                <c:pt idx="844">
                  <c:v>1.6</c:v>
                </c:pt>
                <c:pt idx="845">
                  <c:v>1.44</c:v>
                </c:pt>
                <c:pt idx="846">
                  <c:v>1.2949999999999999</c:v>
                </c:pt>
                <c:pt idx="847">
                  <c:v>1.32</c:v>
                </c:pt>
                <c:pt idx="848">
                  <c:v>1.4</c:v>
                </c:pt>
                <c:pt idx="849">
                  <c:v>1.3149999999999999</c:v>
                </c:pt>
                <c:pt idx="850">
                  <c:v>1.21</c:v>
                </c:pt>
                <c:pt idx="851">
                  <c:v>1.52</c:v>
                </c:pt>
                <c:pt idx="852">
                  <c:v>1.22</c:v>
                </c:pt>
                <c:pt idx="853">
                  <c:v>1.34</c:v>
                </c:pt>
                <c:pt idx="854">
                  <c:v>1.1599999999999999</c:v>
                </c:pt>
                <c:pt idx="855">
                  <c:v>1.2649999999999999</c:v>
                </c:pt>
                <c:pt idx="856">
                  <c:v>0.99</c:v>
                </c:pt>
                <c:pt idx="857">
                  <c:v>1.03</c:v>
                </c:pt>
                <c:pt idx="858">
                  <c:v>1.2450000000000001</c:v>
                </c:pt>
                <c:pt idx="859">
                  <c:v>1.2</c:v>
                </c:pt>
                <c:pt idx="860">
                  <c:v>1.0649999999999999</c:v>
                </c:pt>
                <c:pt idx="861">
                  <c:v>1.01</c:v>
                </c:pt>
                <c:pt idx="862">
                  <c:v>0.88500000000000001</c:v>
                </c:pt>
                <c:pt idx="863">
                  <c:v>0.93</c:v>
                </c:pt>
                <c:pt idx="864">
                  <c:v>0.90500000000000003</c:v>
                </c:pt>
                <c:pt idx="865">
                  <c:v>1.0649999999999999</c:v>
                </c:pt>
                <c:pt idx="866">
                  <c:v>0.96</c:v>
                </c:pt>
                <c:pt idx="867">
                  <c:v>1.05</c:v>
                </c:pt>
                <c:pt idx="868">
                  <c:v>1.0449999999999999</c:v>
                </c:pt>
                <c:pt idx="869">
                  <c:v>1.07</c:v>
                </c:pt>
                <c:pt idx="870">
                  <c:v>1.0349999999999999</c:v>
                </c:pt>
                <c:pt idx="871">
                  <c:v>1.04</c:v>
                </c:pt>
                <c:pt idx="872">
                  <c:v>1.0449999999999999</c:v>
                </c:pt>
                <c:pt idx="873">
                  <c:v>1.05</c:v>
                </c:pt>
                <c:pt idx="874">
                  <c:v>1.04</c:v>
                </c:pt>
                <c:pt idx="875">
                  <c:v>1.0049999999999999</c:v>
                </c:pt>
                <c:pt idx="876">
                  <c:v>0.99</c:v>
                </c:pt>
                <c:pt idx="877">
                  <c:v>1.08</c:v>
                </c:pt>
                <c:pt idx="878">
                  <c:v>1.07</c:v>
                </c:pt>
                <c:pt idx="879">
                  <c:v>0.83499999999999996</c:v>
                </c:pt>
                <c:pt idx="880">
                  <c:v>0.85</c:v>
                </c:pt>
                <c:pt idx="881">
                  <c:v>0.78500000000000003</c:v>
                </c:pt>
                <c:pt idx="882">
                  <c:v>0.86</c:v>
                </c:pt>
                <c:pt idx="883">
                  <c:v>0.83499999999999996</c:v>
                </c:pt>
                <c:pt idx="884">
                  <c:v>0.67</c:v>
                </c:pt>
                <c:pt idx="885">
                  <c:v>0.59</c:v>
                </c:pt>
                <c:pt idx="886">
                  <c:v>0.65</c:v>
                </c:pt>
                <c:pt idx="887">
                  <c:v>0.73</c:v>
                </c:pt>
                <c:pt idx="888">
                  <c:v>0.79</c:v>
                </c:pt>
                <c:pt idx="889">
                  <c:v>0.63</c:v>
                </c:pt>
                <c:pt idx="890">
                  <c:v>0.52500000000000002</c:v>
                </c:pt>
                <c:pt idx="891">
                  <c:v>0.65</c:v>
                </c:pt>
                <c:pt idx="892">
                  <c:v>0.81</c:v>
                </c:pt>
                <c:pt idx="893">
                  <c:v>0.51</c:v>
                </c:pt>
                <c:pt idx="894">
                  <c:v>0.77500000000000002</c:v>
                </c:pt>
                <c:pt idx="895">
                  <c:v>0.92</c:v>
                </c:pt>
                <c:pt idx="896">
                  <c:v>0.95</c:v>
                </c:pt>
                <c:pt idx="897">
                  <c:v>0.77500000000000002</c:v>
                </c:pt>
                <c:pt idx="898">
                  <c:v>0.81</c:v>
                </c:pt>
                <c:pt idx="899">
                  <c:v>0.72</c:v>
                </c:pt>
                <c:pt idx="900">
                  <c:v>0.69499999999999995</c:v>
                </c:pt>
                <c:pt idx="901">
                  <c:v>0.61</c:v>
                </c:pt>
                <c:pt idx="902">
                  <c:v>0.61499999999999999</c:v>
                </c:pt>
                <c:pt idx="903">
                  <c:v>0.66500000000000004</c:v>
                </c:pt>
                <c:pt idx="904">
                  <c:v>0.55500000000000005</c:v>
                </c:pt>
                <c:pt idx="905">
                  <c:v>0.74</c:v>
                </c:pt>
                <c:pt idx="906">
                  <c:v>0.57999999999999996</c:v>
                </c:pt>
                <c:pt idx="907">
                  <c:v>0.61</c:v>
                </c:pt>
                <c:pt idx="908">
                  <c:v>0.65500000000000003</c:v>
                </c:pt>
                <c:pt idx="909">
                  <c:v>0.49</c:v>
                </c:pt>
                <c:pt idx="910">
                  <c:v>0.55500000000000005</c:v>
                </c:pt>
                <c:pt idx="911">
                  <c:v>0.59</c:v>
                </c:pt>
                <c:pt idx="912">
                  <c:v>0.48499999999999999</c:v>
                </c:pt>
                <c:pt idx="913">
                  <c:v>0.495</c:v>
                </c:pt>
                <c:pt idx="914">
                  <c:v>0.47</c:v>
                </c:pt>
                <c:pt idx="915">
                  <c:v>0.44</c:v>
                </c:pt>
                <c:pt idx="916">
                  <c:v>0.42499999999999999</c:v>
                </c:pt>
                <c:pt idx="917">
                  <c:v>0.42</c:v>
                </c:pt>
                <c:pt idx="918">
                  <c:v>0.35</c:v>
                </c:pt>
                <c:pt idx="919">
                  <c:v>0.38</c:v>
                </c:pt>
                <c:pt idx="920">
                  <c:v>0.36</c:v>
                </c:pt>
                <c:pt idx="921">
                  <c:v>0.37</c:v>
                </c:pt>
                <c:pt idx="922">
                  <c:v>0.45</c:v>
                </c:pt>
                <c:pt idx="923">
                  <c:v>0.35</c:v>
                </c:pt>
                <c:pt idx="924">
                  <c:v>0.37</c:v>
                </c:pt>
                <c:pt idx="925">
                  <c:v>0.39</c:v>
                </c:pt>
                <c:pt idx="926">
                  <c:v>0.36</c:v>
                </c:pt>
                <c:pt idx="927">
                  <c:v>0.41</c:v>
                </c:pt>
                <c:pt idx="928">
                  <c:v>0.39</c:v>
                </c:pt>
                <c:pt idx="929">
                  <c:v>0.435</c:v>
                </c:pt>
                <c:pt idx="930">
                  <c:v>0.44</c:v>
                </c:pt>
                <c:pt idx="931">
                  <c:v>0.39</c:v>
                </c:pt>
                <c:pt idx="932">
                  <c:v>0.35</c:v>
                </c:pt>
                <c:pt idx="933">
                  <c:v>0.27</c:v>
                </c:pt>
                <c:pt idx="934">
                  <c:v>0.28999999999999998</c:v>
                </c:pt>
                <c:pt idx="935">
                  <c:v>0.31</c:v>
                </c:pt>
                <c:pt idx="936">
                  <c:v>0.34</c:v>
                </c:pt>
                <c:pt idx="937">
                  <c:v>0.41</c:v>
                </c:pt>
                <c:pt idx="938">
                  <c:v>0.32</c:v>
                </c:pt>
                <c:pt idx="939">
                  <c:v>0.34</c:v>
                </c:pt>
                <c:pt idx="940">
                  <c:v>0.245</c:v>
                </c:pt>
                <c:pt idx="941">
                  <c:v>0.30499999999999999</c:v>
                </c:pt>
                <c:pt idx="942">
                  <c:v>0.245</c:v>
                </c:pt>
                <c:pt idx="943">
                  <c:v>0.3</c:v>
                </c:pt>
                <c:pt idx="944">
                  <c:v>0.31</c:v>
                </c:pt>
                <c:pt idx="945">
                  <c:v>0.38</c:v>
                </c:pt>
                <c:pt idx="946">
                  <c:v>0.41</c:v>
                </c:pt>
                <c:pt idx="947">
                  <c:v>0.39500000000000002</c:v>
                </c:pt>
                <c:pt idx="948">
                  <c:v>0.38</c:v>
                </c:pt>
                <c:pt idx="949">
                  <c:v>0.43</c:v>
                </c:pt>
                <c:pt idx="950">
                  <c:v>0.4</c:v>
                </c:pt>
                <c:pt idx="951">
                  <c:v>0.40500000000000003</c:v>
                </c:pt>
                <c:pt idx="952">
                  <c:v>0.39</c:v>
                </c:pt>
                <c:pt idx="953">
                  <c:v>0.44</c:v>
                </c:pt>
                <c:pt idx="954">
                  <c:v>0.41</c:v>
                </c:pt>
                <c:pt idx="955">
                  <c:v>0.375</c:v>
                </c:pt>
                <c:pt idx="956">
                  <c:v>0.4</c:v>
                </c:pt>
                <c:pt idx="957">
                  <c:v>0.36499999999999999</c:v>
                </c:pt>
                <c:pt idx="958">
                  <c:v>0.35</c:v>
                </c:pt>
                <c:pt idx="959">
                  <c:v>0.34</c:v>
                </c:pt>
                <c:pt idx="960">
                  <c:v>0.32</c:v>
                </c:pt>
                <c:pt idx="961">
                  <c:v>0.31</c:v>
                </c:pt>
                <c:pt idx="962">
                  <c:v>0.32</c:v>
                </c:pt>
                <c:pt idx="963">
                  <c:v>0.35499999999999998</c:v>
                </c:pt>
                <c:pt idx="964">
                  <c:v>0.33</c:v>
                </c:pt>
                <c:pt idx="965">
                  <c:v>0.3</c:v>
                </c:pt>
                <c:pt idx="966">
                  <c:v>0.28999999999999998</c:v>
                </c:pt>
                <c:pt idx="967">
                  <c:v>0.27</c:v>
                </c:pt>
                <c:pt idx="968">
                  <c:v>0.255</c:v>
                </c:pt>
                <c:pt idx="969">
                  <c:v>0.28000000000000003</c:v>
                </c:pt>
                <c:pt idx="970">
                  <c:v>0.28499999999999998</c:v>
                </c:pt>
                <c:pt idx="971">
                  <c:v>0.31</c:v>
                </c:pt>
                <c:pt idx="972">
                  <c:v>0.31</c:v>
                </c:pt>
                <c:pt idx="973">
                  <c:v>0.31</c:v>
                </c:pt>
                <c:pt idx="974">
                  <c:v>0.3</c:v>
                </c:pt>
                <c:pt idx="975">
                  <c:v>0.28999999999999998</c:v>
                </c:pt>
                <c:pt idx="976">
                  <c:v>0.33</c:v>
                </c:pt>
                <c:pt idx="977">
                  <c:v>0.38</c:v>
                </c:pt>
                <c:pt idx="978">
                  <c:v>0.39</c:v>
                </c:pt>
                <c:pt idx="979">
                  <c:v>0.35</c:v>
                </c:pt>
                <c:pt idx="980">
                  <c:v>0.33</c:v>
                </c:pt>
                <c:pt idx="981">
                  <c:v>0.34499999999999997</c:v>
                </c:pt>
                <c:pt idx="982">
                  <c:v>0.33</c:v>
                </c:pt>
                <c:pt idx="983">
                  <c:v>0.38500000000000001</c:v>
                </c:pt>
                <c:pt idx="984">
                  <c:v>0.36</c:v>
                </c:pt>
                <c:pt idx="985">
                  <c:v>0.39500000000000002</c:v>
                </c:pt>
                <c:pt idx="986">
                  <c:v>0.35</c:v>
                </c:pt>
                <c:pt idx="987">
                  <c:v>0.34499999999999997</c:v>
                </c:pt>
                <c:pt idx="988">
                  <c:v>0.32</c:v>
                </c:pt>
                <c:pt idx="989">
                  <c:v>0.34499999999999997</c:v>
                </c:pt>
                <c:pt idx="990">
                  <c:v>0.35</c:v>
                </c:pt>
                <c:pt idx="991">
                  <c:v>0.33</c:v>
                </c:pt>
                <c:pt idx="992">
                  <c:v>0.41</c:v>
                </c:pt>
                <c:pt idx="993">
                  <c:v>0.45</c:v>
                </c:pt>
                <c:pt idx="994">
                  <c:v>0.48</c:v>
                </c:pt>
                <c:pt idx="995">
                  <c:v>0.54</c:v>
                </c:pt>
                <c:pt idx="996">
                  <c:v>0.39500000000000002</c:v>
                </c:pt>
                <c:pt idx="997">
                  <c:v>0.38500000000000001</c:v>
                </c:pt>
                <c:pt idx="998">
                  <c:v>0.44</c:v>
                </c:pt>
                <c:pt idx="999">
                  <c:v>0.41499999999999998</c:v>
                </c:pt>
                <c:pt idx="1000">
                  <c:v>0.44</c:v>
                </c:pt>
                <c:pt idx="1001">
                  <c:v>0.44</c:v>
                </c:pt>
                <c:pt idx="1002">
                  <c:v>0.53</c:v>
                </c:pt>
                <c:pt idx="1003">
                  <c:v>0.53500000000000003</c:v>
                </c:pt>
                <c:pt idx="1004">
                  <c:v>0.56499999999999995</c:v>
                </c:pt>
                <c:pt idx="1005">
                  <c:v>0.62</c:v>
                </c:pt>
                <c:pt idx="1006">
                  <c:v>0.61499999999999999</c:v>
                </c:pt>
                <c:pt idx="1007">
                  <c:v>0.54</c:v>
                </c:pt>
                <c:pt idx="1008">
                  <c:v>0.61</c:v>
                </c:pt>
                <c:pt idx="1009">
                  <c:v>0.59</c:v>
                </c:pt>
                <c:pt idx="1010">
                  <c:v>0.64</c:v>
                </c:pt>
                <c:pt idx="1011">
                  <c:v>0.64</c:v>
                </c:pt>
                <c:pt idx="1012">
                  <c:v>0.61</c:v>
                </c:pt>
                <c:pt idx="1013">
                  <c:v>0.77500000000000002</c:v>
                </c:pt>
                <c:pt idx="1014">
                  <c:v>0.69</c:v>
                </c:pt>
                <c:pt idx="1015">
                  <c:v>0.75</c:v>
                </c:pt>
                <c:pt idx="1016">
                  <c:v>0.72499999999999998</c:v>
                </c:pt>
                <c:pt idx="1017">
                  <c:v>0.62</c:v>
                </c:pt>
                <c:pt idx="1018">
                  <c:v>0.76500000000000001</c:v>
                </c:pt>
                <c:pt idx="1019">
                  <c:v>0.71499999999999997</c:v>
                </c:pt>
                <c:pt idx="1020">
                  <c:v>0.745</c:v>
                </c:pt>
                <c:pt idx="1021">
                  <c:v>0.75</c:v>
                </c:pt>
                <c:pt idx="1022">
                  <c:v>0.73499999999999999</c:v>
                </c:pt>
                <c:pt idx="1023">
                  <c:v>0.75</c:v>
                </c:pt>
                <c:pt idx="1024">
                  <c:v>0.88</c:v>
                </c:pt>
                <c:pt idx="1025">
                  <c:v>0.77500000000000002</c:v>
                </c:pt>
                <c:pt idx="1026">
                  <c:v>0.65500000000000003</c:v>
                </c:pt>
                <c:pt idx="1027">
                  <c:v>0.58499999999999996</c:v>
                </c:pt>
                <c:pt idx="1028">
                  <c:v>0.61</c:v>
                </c:pt>
                <c:pt idx="1029">
                  <c:v>0.53500000000000003</c:v>
                </c:pt>
                <c:pt idx="1030">
                  <c:v>0.495</c:v>
                </c:pt>
                <c:pt idx="1031">
                  <c:v>0.56999999999999995</c:v>
                </c:pt>
                <c:pt idx="1032">
                  <c:v>0.56499999999999995</c:v>
                </c:pt>
                <c:pt idx="1033">
                  <c:v>0.56999999999999995</c:v>
                </c:pt>
                <c:pt idx="1034">
                  <c:v>0.64</c:v>
                </c:pt>
                <c:pt idx="1035">
                  <c:v>0.58499999999999996</c:v>
                </c:pt>
                <c:pt idx="1036">
                  <c:v>0.63</c:v>
                </c:pt>
                <c:pt idx="1037">
                  <c:v>0.52</c:v>
                </c:pt>
                <c:pt idx="1038">
                  <c:v>0.47</c:v>
                </c:pt>
                <c:pt idx="1039">
                  <c:v>0.54500000000000004</c:v>
                </c:pt>
                <c:pt idx="1040">
                  <c:v>0.68</c:v>
                </c:pt>
                <c:pt idx="1041">
                  <c:v>0.65500000000000003</c:v>
                </c:pt>
                <c:pt idx="1042">
                  <c:v>0.52</c:v>
                </c:pt>
                <c:pt idx="1043">
                  <c:v>0.62</c:v>
                </c:pt>
                <c:pt idx="1044">
                  <c:v>0.65500000000000003</c:v>
                </c:pt>
                <c:pt idx="1045">
                  <c:v>0.63500000000000001</c:v>
                </c:pt>
                <c:pt idx="1046">
                  <c:v>0.61499999999999999</c:v>
                </c:pt>
                <c:pt idx="1047">
                  <c:v>0.60499999999999998</c:v>
                </c:pt>
                <c:pt idx="1048">
                  <c:v>0.64500000000000002</c:v>
                </c:pt>
                <c:pt idx="1049">
                  <c:v>0.61</c:v>
                </c:pt>
                <c:pt idx="1050">
                  <c:v>0.54500000000000004</c:v>
                </c:pt>
                <c:pt idx="1051">
                  <c:v>0.56999999999999995</c:v>
                </c:pt>
                <c:pt idx="1052">
                  <c:v>0.53500000000000003</c:v>
                </c:pt>
                <c:pt idx="1053">
                  <c:v>0.55000000000000004</c:v>
                </c:pt>
                <c:pt idx="1054">
                  <c:v>0.625</c:v>
                </c:pt>
                <c:pt idx="1055">
                  <c:v>0.56000000000000005</c:v>
                </c:pt>
                <c:pt idx="1056">
                  <c:v>0.56000000000000005</c:v>
                </c:pt>
                <c:pt idx="1057">
                  <c:v>0.57999999999999996</c:v>
                </c:pt>
                <c:pt idx="1058">
                  <c:v>0.57499999999999996</c:v>
                </c:pt>
                <c:pt idx="1059">
                  <c:v>0.51</c:v>
                </c:pt>
                <c:pt idx="1060">
                  <c:v>0.57499999999999996</c:v>
                </c:pt>
                <c:pt idx="1061">
                  <c:v>0.47</c:v>
                </c:pt>
                <c:pt idx="1062">
                  <c:v>0.48</c:v>
                </c:pt>
                <c:pt idx="1063">
                  <c:v>0.43</c:v>
                </c:pt>
                <c:pt idx="1064">
                  <c:v>0.46</c:v>
                </c:pt>
                <c:pt idx="1065">
                  <c:v>0.44500000000000001</c:v>
                </c:pt>
                <c:pt idx="1066">
                  <c:v>0.49</c:v>
                </c:pt>
                <c:pt idx="1067">
                  <c:v>0.51</c:v>
                </c:pt>
                <c:pt idx="1068">
                  <c:v>0.44</c:v>
                </c:pt>
                <c:pt idx="1069">
                  <c:v>0.49</c:v>
                </c:pt>
                <c:pt idx="1070">
                  <c:v>0.46500000000000002</c:v>
                </c:pt>
                <c:pt idx="1071">
                  <c:v>0.49</c:v>
                </c:pt>
                <c:pt idx="1072">
                  <c:v>0.46</c:v>
                </c:pt>
                <c:pt idx="1073">
                  <c:v>0.4</c:v>
                </c:pt>
                <c:pt idx="1074">
                  <c:v>0.37</c:v>
                </c:pt>
                <c:pt idx="1075">
                  <c:v>0.44500000000000001</c:v>
                </c:pt>
                <c:pt idx="1076">
                  <c:v>0.38500000000000001</c:v>
                </c:pt>
                <c:pt idx="1077">
                  <c:v>0.46</c:v>
                </c:pt>
                <c:pt idx="1078">
                  <c:v>0.37</c:v>
                </c:pt>
                <c:pt idx="1079">
                  <c:v>0.36</c:v>
                </c:pt>
                <c:pt idx="1080">
                  <c:v>0.37</c:v>
                </c:pt>
                <c:pt idx="1081">
                  <c:v>0.33</c:v>
                </c:pt>
                <c:pt idx="1082">
                  <c:v>0.36</c:v>
                </c:pt>
                <c:pt idx="1083">
                  <c:v>0.36</c:v>
                </c:pt>
                <c:pt idx="1084">
                  <c:v>0.28999999999999998</c:v>
                </c:pt>
                <c:pt idx="1085">
                  <c:v>0.31</c:v>
                </c:pt>
                <c:pt idx="1086">
                  <c:v>0.32</c:v>
                </c:pt>
                <c:pt idx="1087">
                  <c:v>0.34</c:v>
                </c:pt>
                <c:pt idx="1088">
                  <c:v>0.41</c:v>
                </c:pt>
                <c:pt idx="1089">
                  <c:v>0.34</c:v>
                </c:pt>
                <c:pt idx="1090">
                  <c:v>0.37</c:v>
                </c:pt>
                <c:pt idx="1091">
                  <c:v>0.39500000000000002</c:v>
                </c:pt>
                <c:pt idx="1092">
                  <c:v>0.37</c:v>
                </c:pt>
                <c:pt idx="1093">
                  <c:v>0.44500000000000001</c:v>
                </c:pt>
                <c:pt idx="1094">
                  <c:v>0.36</c:v>
                </c:pt>
                <c:pt idx="1095">
                  <c:v>0.45</c:v>
                </c:pt>
                <c:pt idx="1096">
                  <c:v>0.45</c:v>
                </c:pt>
                <c:pt idx="1097">
                  <c:v>0.49</c:v>
                </c:pt>
                <c:pt idx="1098">
                  <c:v>0.49</c:v>
                </c:pt>
                <c:pt idx="1099">
                  <c:v>0.49</c:v>
                </c:pt>
                <c:pt idx="1100">
                  <c:v>0.49</c:v>
                </c:pt>
                <c:pt idx="1101">
                  <c:v>0.4</c:v>
                </c:pt>
                <c:pt idx="1102">
                  <c:v>0.43</c:v>
                </c:pt>
                <c:pt idx="1103">
                  <c:v>0.47</c:v>
                </c:pt>
                <c:pt idx="1104">
                  <c:v>0.34</c:v>
                </c:pt>
                <c:pt idx="1105">
                  <c:v>0.5</c:v>
                </c:pt>
                <c:pt idx="1106">
                  <c:v>0.47</c:v>
                </c:pt>
                <c:pt idx="1107">
                  <c:v>0.43</c:v>
                </c:pt>
                <c:pt idx="1108">
                  <c:v>0.43</c:v>
                </c:pt>
                <c:pt idx="1109">
                  <c:v>0.41</c:v>
                </c:pt>
                <c:pt idx="1110">
                  <c:v>0.4</c:v>
                </c:pt>
                <c:pt idx="1111">
                  <c:v>0.46</c:v>
                </c:pt>
                <c:pt idx="1112">
                  <c:v>0.46</c:v>
                </c:pt>
                <c:pt idx="1113">
                  <c:v>0.42</c:v>
                </c:pt>
                <c:pt idx="1114">
                  <c:v>0.4</c:v>
                </c:pt>
                <c:pt idx="1115">
                  <c:v>0.45</c:v>
                </c:pt>
                <c:pt idx="1116">
                  <c:v>0.42</c:v>
                </c:pt>
                <c:pt idx="1117">
                  <c:v>0.39</c:v>
                </c:pt>
                <c:pt idx="1118">
                  <c:v>0.42499999999999999</c:v>
                </c:pt>
                <c:pt idx="1119">
                  <c:v>0.39</c:v>
                </c:pt>
                <c:pt idx="1120">
                  <c:v>0.375</c:v>
                </c:pt>
                <c:pt idx="1121">
                  <c:v>0.34499999999999997</c:v>
                </c:pt>
                <c:pt idx="1122">
                  <c:v>0.47</c:v>
                </c:pt>
                <c:pt idx="1123">
                  <c:v>0.43</c:v>
                </c:pt>
                <c:pt idx="1124">
                  <c:v>0.42499999999999999</c:v>
                </c:pt>
                <c:pt idx="1125">
                  <c:v>0.44</c:v>
                </c:pt>
                <c:pt idx="1126">
                  <c:v>0.41</c:v>
                </c:pt>
                <c:pt idx="1127">
                  <c:v>0.41</c:v>
                </c:pt>
                <c:pt idx="1128">
                  <c:v>0.4</c:v>
                </c:pt>
                <c:pt idx="1129">
                  <c:v>0.46</c:v>
                </c:pt>
                <c:pt idx="1130">
                  <c:v>0.44</c:v>
                </c:pt>
                <c:pt idx="1131">
                  <c:v>0.40500000000000003</c:v>
                </c:pt>
                <c:pt idx="1132">
                  <c:v>0.4</c:v>
                </c:pt>
                <c:pt idx="1133">
                  <c:v>0.41</c:v>
                </c:pt>
                <c:pt idx="1134">
                  <c:v>0.4</c:v>
                </c:pt>
                <c:pt idx="1135">
                  <c:v>0.42</c:v>
                </c:pt>
                <c:pt idx="1136">
                  <c:v>0.42</c:v>
                </c:pt>
                <c:pt idx="1137">
                  <c:v>0.39</c:v>
                </c:pt>
                <c:pt idx="1138">
                  <c:v>0.42499999999999999</c:v>
                </c:pt>
                <c:pt idx="1139">
                  <c:v>0.46</c:v>
                </c:pt>
                <c:pt idx="1140">
                  <c:v>0.44</c:v>
                </c:pt>
                <c:pt idx="1141">
                  <c:v>0.4</c:v>
                </c:pt>
                <c:pt idx="1142">
                  <c:v>0.3</c:v>
                </c:pt>
                <c:pt idx="1143">
                  <c:v>0.3</c:v>
                </c:pt>
                <c:pt idx="1144">
                  <c:v>0.34499999999999997</c:v>
                </c:pt>
                <c:pt idx="1145">
                  <c:v>0.36</c:v>
                </c:pt>
                <c:pt idx="1146">
                  <c:v>0.38500000000000001</c:v>
                </c:pt>
                <c:pt idx="1147">
                  <c:v>0.37</c:v>
                </c:pt>
                <c:pt idx="1148">
                  <c:v>0.35</c:v>
                </c:pt>
                <c:pt idx="1149">
                  <c:v>0.34</c:v>
                </c:pt>
                <c:pt idx="1150">
                  <c:v>0.37</c:v>
                </c:pt>
                <c:pt idx="1151">
                  <c:v>0.37</c:v>
                </c:pt>
                <c:pt idx="1152">
                  <c:v>0.39500000000000002</c:v>
                </c:pt>
                <c:pt idx="1153">
                  <c:v>0.4</c:v>
                </c:pt>
                <c:pt idx="1154">
                  <c:v>0.37</c:v>
                </c:pt>
                <c:pt idx="1155">
                  <c:v>0.40500000000000003</c:v>
                </c:pt>
                <c:pt idx="1156">
                  <c:v>0.38500000000000001</c:v>
                </c:pt>
                <c:pt idx="1157">
                  <c:v>0.4</c:v>
                </c:pt>
                <c:pt idx="1158">
                  <c:v>0.39</c:v>
                </c:pt>
                <c:pt idx="1159">
                  <c:v>0.37</c:v>
                </c:pt>
                <c:pt idx="1160">
                  <c:v>0.34</c:v>
                </c:pt>
                <c:pt idx="1161">
                  <c:v>0.315</c:v>
                </c:pt>
                <c:pt idx="1162">
                  <c:v>0.315</c:v>
                </c:pt>
                <c:pt idx="1163">
                  <c:v>0.28000000000000003</c:v>
                </c:pt>
                <c:pt idx="1164">
                  <c:v>0.32500000000000001</c:v>
                </c:pt>
                <c:pt idx="1165">
                  <c:v>0.315</c:v>
                </c:pt>
                <c:pt idx="1166">
                  <c:v>0.30499999999999999</c:v>
                </c:pt>
                <c:pt idx="1167">
                  <c:v>0.315</c:v>
                </c:pt>
                <c:pt idx="1168">
                  <c:v>0.32500000000000001</c:v>
                </c:pt>
                <c:pt idx="1169">
                  <c:v>0.31</c:v>
                </c:pt>
                <c:pt idx="1170">
                  <c:v>0.28000000000000003</c:v>
                </c:pt>
                <c:pt idx="1171">
                  <c:v>0.28499999999999998</c:v>
                </c:pt>
                <c:pt idx="1172">
                  <c:v>0.32500000000000001</c:v>
                </c:pt>
                <c:pt idx="1173">
                  <c:v>0.36</c:v>
                </c:pt>
                <c:pt idx="1174">
                  <c:v>0.37</c:v>
                </c:pt>
                <c:pt idx="1175">
                  <c:v>0.39</c:v>
                </c:pt>
                <c:pt idx="1176">
                  <c:v>0.33500000000000002</c:v>
                </c:pt>
                <c:pt idx="1177">
                  <c:v>0.34</c:v>
                </c:pt>
                <c:pt idx="1178">
                  <c:v>0.37</c:v>
                </c:pt>
                <c:pt idx="1179">
                  <c:v>0.35499999999999998</c:v>
                </c:pt>
                <c:pt idx="1180">
                  <c:v>0.39</c:v>
                </c:pt>
                <c:pt idx="1181">
                  <c:v>0.36499999999999999</c:v>
                </c:pt>
                <c:pt idx="1182">
                  <c:v>0.31</c:v>
                </c:pt>
                <c:pt idx="1183">
                  <c:v>0.29499999999999998</c:v>
                </c:pt>
                <c:pt idx="1184">
                  <c:v>0.3</c:v>
                </c:pt>
                <c:pt idx="1185">
                  <c:v>0.3</c:v>
                </c:pt>
                <c:pt idx="1186">
                  <c:v>0.28999999999999998</c:v>
                </c:pt>
                <c:pt idx="1187">
                  <c:v>0.32500000000000001</c:v>
                </c:pt>
                <c:pt idx="1188">
                  <c:v>0.32</c:v>
                </c:pt>
                <c:pt idx="1189">
                  <c:v>0.32</c:v>
                </c:pt>
                <c:pt idx="1190">
                  <c:v>0.31</c:v>
                </c:pt>
                <c:pt idx="1191">
                  <c:v>0.31</c:v>
                </c:pt>
                <c:pt idx="1192">
                  <c:v>0.34</c:v>
                </c:pt>
                <c:pt idx="1193">
                  <c:v>0.3</c:v>
                </c:pt>
                <c:pt idx="1194">
                  <c:v>0.32</c:v>
                </c:pt>
                <c:pt idx="1195">
                  <c:v>0.31</c:v>
                </c:pt>
                <c:pt idx="1196">
                  <c:v>0.35</c:v>
                </c:pt>
                <c:pt idx="1197">
                  <c:v>0.28499999999999998</c:v>
                </c:pt>
                <c:pt idx="1198">
                  <c:v>0.36</c:v>
                </c:pt>
                <c:pt idx="1199">
                  <c:v>0.33500000000000002</c:v>
                </c:pt>
                <c:pt idx="1200">
                  <c:v>0.31</c:v>
                </c:pt>
                <c:pt idx="1201">
                  <c:v>0.32500000000000001</c:v>
                </c:pt>
                <c:pt idx="1202">
                  <c:v>0.28000000000000003</c:v>
                </c:pt>
                <c:pt idx="1203">
                  <c:v>0.32</c:v>
                </c:pt>
                <c:pt idx="1204">
                  <c:v>0.28999999999999998</c:v>
                </c:pt>
                <c:pt idx="1205">
                  <c:v>0.27</c:v>
                </c:pt>
                <c:pt idx="1206">
                  <c:v>0.27500000000000002</c:v>
                </c:pt>
                <c:pt idx="1207">
                  <c:v>0.31</c:v>
                </c:pt>
                <c:pt idx="1208">
                  <c:v>0.28999999999999998</c:v>
                </c:pt>
                <c:pt idx="1209">
                  <c:v>0.3</c:v>
                </c:pt>
                <c:pt idx="1210">
                  <c:v>0.27</c:v>
                </c:pt>
                <c:pt idx="1211">
                  <c:v>0.28999999999999998</c:v>
                </c:pt>
                <c:pt idx="1212">
                  <c:v>0.24</c:v>
                </c:pt>
                <c:pt idx="1213">
                  <c:v>0.28000000000000003</c:v>
                </c:pt>
                <c:pt idx="1214">
                  <c:v>0.26</c:v>
                </c:pt>
                <c:pt idx="1215">
                  <c:v>0.25</c:v>
                </c:pt>
                <c:pt idx="1216">
                  <c:v>0.24</c:v>
                </c:pt>
                <c:pt idx="1217">
                  <c:v>0.245</c:v>
                </c:pt>
                <c:pt idx="1218">
                  <c:v>0.23499999999999999</c:v>
                </c:pt>
                <c:pt idx="1219">
                  <c:v>0.2</c:v>
                </c:pt>
                <c:pt idx="1220">
                  <c:v>0.2</c:v>
                </c:pt>
                <c:pt idx="1221">
                  <c:v>0.22</c:v>
                </c:pt>
                <c:pt idx="1222">
                  <c:v>0.24</c:v>
                </c:pt>
                <c:pt idx="1223">
                  <c:v>0.23499999999999999</c:v>
                </c:pt>
                <c:pt idx="1224">
                  <c:v>0.23</c:v>
                </c:pt>
                <c:pt idx="1225">
                  <c:v>0.2</c:v>
                </c:pt>
                <c:pt idx="1226">
                  <c:v>0.23</c:v>
                </c:pt>
                <c:pt idx="1227">
                  <c:v>0.21</c:v>
                </c:pt>
                <c:pt idx="1228">
                  <c:v>0.19</c:v>
                </c:pt>
                <c:pt idx="1229">
                  <c:v>0.23</c:v>
                </c:pt>
                <c:pt idx="1230">
                  <c:v>0.21</c:v>
                </c:pt>
                <c:pt idx="1231">
                  <c:v>0.185</c:v>
                </c:pt>
                <c:pt idx="1232">
                  <c:v>0.22</c:v>
                </c:pt>
                <c:pt idx="1233">
                  <c:v>0.21</c:v>
                </c:pt>
                <c:pt idx="1234">
                  <c:v>0.22</c:v>
                </c:pt>
                <c:pt idx="1235">
                  <c:v>0.21</c:v>
                </c:pt>
                <c:pt idx="1236">
                  <c:v>0.2</c:v>
                </c:pt>
                <c:pt idx="1237">
                  <c:v>0.21</c:v>
                </c:pt>
                <c:pt idx="1238">
                  <c:v>0.19</c:v>
                </c:pt>
                <c:pt idx="1239">
                  <c:v>0.19</c:v>
                </c:pt>
                <c:pt idx="1240">
                  <c:v>0.21</c:v>
                </c:pt>
                <c:pt idx="1241">
                  <c:v>0.18</c:v>
                </c:pt>
                <c:pt idx="1242">
                  <c:v>0.2</c:v>
                </c:pt>
                <c:pt idx="1243">
                  <c:v>0.2</c:v>
                </c:pt>
                <c:pt idx="1244">
                  <c:v>0.21</c:v>
                </c:pt>
                <c:pt idx="1245">
                  <c:v>0.21</c:v>
                </c:pt>
                <c:pt idx="1246">
                  <c:v>0.22</c:v>
                </c:pt>
                <c:pt idx="1247">
                  <c:v>0.22</c:v>
                </c:pt>
                <c:pt idx="1248">
                  <c:v>0.21</c:v>
                </c:pt>
                <c:pt idx="1249">
                  <c:v>0.2</c:v>
                </c:pt>
                <c:pt idx="1250">
                  <c:v>0.2</c:v>
                </c:pt>
                <c:pt idx="1251">
                  <c:v>0.2</c:v>
                </c:pt>
                <c:pt idx="1252">
                  <c:v>0.2</c:v>
                </c:pt>
                <c:pt idx="1253">
                  <c:v>0.18</c:v>
                </c:pt>
                <c:pt idx="1254">
                  <c:v>0.18</c:v>
                </c:pt>
                <c:pt idx="1255">
                  <c:v>0.2</c:v>
                </c:pt>
                <c:pt idx="1256">
                  <c:v>0.2</c:v>
                </c:pt>
                <c:pt idx="1257">
                  <c:v>0.21</c:v>
                </c:pt>
                <c:pt idx="1258">
                  <c:v>0.21</c:v>
                </c:pt>
                <c:pt idx="1259">
                  <c:v>0.2</c:v>
                </c:pt>
                <c:pt idx="1260">
                  <c:v>0.2</c:v>
                </c:pt>
                <c:pt idx="1261">
                  <c:v>0.18</c:v>
                </c:pt>
                <c:pt idx="1262">
                  <c:v>0.19</c:v>
                </c:pt>
                <c:pt idx="1263">
                  <c:v>0.19</c:v>
                </c:pt>
                <c:pt idx="1264">
                  <c:v>0.18</c:v>
                </c:pt>
                <c:pt idx="1265">
                  <c:v>0.18</c:v>
                </c:pt>
                <c:pt idx="1266">
                  <c:v>0.18</c:v>
                </c:pt>
                <c:pt idx="1267">
                  <c:v>0.19500000000000001</c:v>
                </c:pt>
                <c:pt idx="1268">
                  <c:v>0.18</c:v>
                </c:pt>
                <c:pt idx="1269">
                  <c:v>0.19</c:v>
                </c:pt>
                <c:pt idx="1270">
                  <c:v>0.2</c:v>
                </c:pt>
                <c:pt idx="1271">
                  <c:v>0.24</c:v>
                </c:pt>
                <c:pt idx="1272">
                  <c:v>0.21</c:v>
                </c:pt>
                <c:pt idx="1273">
                  <c:v>0.21</c:v>
                </c:pt>
                <c:pt idx="1274">
                  <c:v>0.22</c:v>
                </c:pt>
                <c:pt idx="1275">
                  <c:v>0.2</c:v>
                </c:pt>
                <c:pt idx="1276">
                  <c:v>0.18</c:v>
                </c:pt>
                <c:pt idx="1277">
                  <c:v>0.19</c:v>
                </c:pt>
                <c:pt idx="1278">
                  <c:v>0.2</c:v>
                </c:pt>
                <c:pt idx="1279">
                  <c:v>0.19</c:v>
                </c:pt>
                <c:pt idx="1280">
                  <c:v>0.19</c:v>
                </c:pt>
                <c:pt idx="1281">
                  <c:v>0.23</c:v>
                </c:pt>
                <c:pt idx="1282">
                  <c:v>0.19</c:v>
                </c:pt>
                <c:pt idx="1283">
                  <c:v>0.21</c:v>
                </c:pt>
                <c:pt idx="1284">
                  <c:v>0.19</c:v>
                </c:pt>
                <c:pt idx="1285">
                  <c:v>0.19</c:v>
                </c:pt>
                <c:pt idx="1286">
                  <c:v>0.21</c:v>
                </c:pt>
                <c:pt idx="1287">
                  <c:v>0.19</c:v>
                </c:pt>
                <c:pt idx="1288">
                  <c:v>0.2</c:v>
                </c:pt>
                <c:pt idx="1289">
                  <c:v>0.19</c:v>
                </c:pt>
                <c:pt idx="1290">
                  <c:v>0.2</c:v>
                </c:pt>
                <c:pt idx="1291">
                  <c:v>0.17</c:v>
                </c:pt>
                <c:pt idx="1292">
                  <c:v>0.19</c:v>
                </c:pt>
                <c:pt idx="1293">
                  <c:v>0.19</c:v>
                </c:pt>
                <c:pt idx="1294">
                  <c:v>0.19</c:v>
                </c:pt>
                <c:pt idx="1295">
                  <c:v>0.2</c:v>
                </c:pt>
                <c:pt idx="1296">
                  <c:v>0.2</c:v>
                </c:pt>
                <c:pt idx="1297">
                  <c:v>0.19</c:v>
                </c:pt>
                <c:pt idx="1298">
                  <c:v>0.2</c:v>
                </c:pt>
                <c:pt idx="1299">
                  <c:v>0.19</c:v>
                </c:pt>
                <c:pt idx="1300">
                  <c:v>0.21</c:v>
                </c:pt>
                <c:pt idx="1301">
                  <c:v>0.22</c:v>
                </c:pt>
                <c:pt idx="1302">
                  <c:v>0.18</c:v>
                </c:pt>
                <c:pt idx="1303">
                  <c:v>0.21</c:v>
                </c:pt>
                <c:pt idx="1304">
                  <c:v>0.21</c:v>
                </c:pt>
                <c:pt idx="1305">
                  <c:v>0.21</c:v>
                </c:pt>
                <c:pt idx="1306">
                  <c:v>0.2</c:v>
                </c:pt>
                <c:pt idx="1307">
                  <c:v>0.2</c:v>
                </c:pt>
                <c:pt idx="1308">
                  <c:v>0.18</c:v>
                </c:pt>
                <c:pt idx="1309">
                  <c:v>0.18</c:v>
                </c:pt>
                <c:pt idx="1310">
                  <c:v>0.18</c:v>
                </c:pt>
                <c:pt idx="1311">
                  <c:v>0.18</c:v>
                </c:pt>
                <c:pt idx="1312">
                  <c:v>0.20499999999999999</c:v>
                </c:pt>
                <c:pt idx="1313">
                  <c:v>0.2</c:v>
                </c:pt>
                <c:pt idx="1314">
                  <c:v>0.19</c:v>
                </c:pt>
                <c:pt idx="1315">
                  <c:v>0.17499999999999999</c:v>
                </c:pt>
                <c:pt idx="1316">
                  <c:v>0.19</c:v>
                </c:pt>
                <c:pt idx="1317">
                  <c:v>0.17499999999999999</c:v>
                </c:pt>
                <c:pt idx="1318">
                  <c:v>0.19</c:v>
                </c:pt>
                <c:pt idx="1319">
                  <c:v>0.18</c:v>
                </c:pt>
                <c:pt idx="1320">
                  <c:v>0.2</c:v>
                </c:pt>
                <c:pt idx="1321">
                  <c:v>0.185</c:v>
                </c:pt>
                <c:pt idx="1322">
                  <c:v>0.17499999999999999</c:v>
                </c:pt>
                <c:pt idx="1323">
                  <c:v>0.19</c:v>
                </c:pt>
                <c:pt idx="1324">
                  <c:v>0.17499999999999999</c:v>
                </c:pt>
                <c:pt idx="1325">
                  <c:v>0.19</c:v>
                </c:pt>
                <c:pt idx="1326">
                  <c:v>0.17499999999999999</c:v>
                </c:pt>
                <c:pt idx="1327">
                  <c:v>0.185</c:v>
                </c:pt>
                <c:pt idx="1328">
                  <c:v>0.2</c:v>
                </c:pt>
                <c:pt idx="1329">
                  <c:v>0.17499999999999999</c:v>
                </c:pt>
                <c:pt idx="1330">
                  <c:v>0.18</c:v>
                </c:pt>
                <c:pt idx="1331">
                  <c:v>0.21</c:v>
                </c:pt>
                <c:pt idx="1332">
                  <c:v>0.2</c:v>
                </c:pt>
                <c:pt idx="1333">
                  <c:v>0.2</c:v>
                </c:pt>
                <c:pt idx="1334">
                  <c:v>0.2</c:v>
                </c:pt>
                <c:pt idx="1335">
                  <c:v>0.18</c:v>
                </c:pt>
                <c:pt idx="1336">
                  <c:v>0.2</c:v>
                </c:pt>
                <c:pt idx="1337">
                  <c:v>0.22</c:v>
                </c:pt>
                <c:pt idx="1338">
                  <c:v>0.21</c:v>
                </c:pt>
                <c:pt idx="1339">
                  <c:v>0.20499999999999999</c:v>
                </c:pt>
                <c:pt idx="1340">
                  <c:v>0.2</c:v>
                </c:pt>
                <c:pt idx="1341">
                  <c:v>0.2</c:v>
                </c:pt>
                <c:pt idx="1342">
                  <c:v>0.2</c:v>
                </c:pt>
                <c:pt idx="1343">
                  <c:v>0.20499999999999999</c:v>
                </c:pt>
                <c:pt idx="1344">
                  <c:v>0.2</c:v>
                </c:pt>
                <c:pt idx="1345">
                  <c:v>0.20499999999999999</c:v>
                </c:pt>
                <c:pt idx="1346">
                  <c:v>0.22</c:v>
                </c:pt>
                <c:pt idx="1347">
                  <c:v>0.22500000000000001</c:v>
                </c:pt>
                <c:pt idx="1348">
                  <c:v>0.215</c:v>
                </c:pt>
                <c:pt idx="1349">
                  <c:v>0.20499999999999999</c:v>
                </c:pt>
                <c:pt idx="1350">
                  <c:v>0.2</c:v>
                </c:pt>
                <c:pt idx="1351">
                  <c:v>0.22</c:v>
                </c:pt>
                <c:pt idx="1352">
                  <c:v>0.22500000000000001</c:v>
                </c:pt>
                <c:pt idx="1353">
                  <c:v>0.22</c:v>
                </c:pt>
                <c:pt idx="1354">
                  <c:v>0.19500000000000001</c:v>
                </c:pt>
                <c:pt idx="1355">
                  <c:v>0.22</c:v>
                </c:pt>
                <c:pt idx="1356">
                  <c:v>0.2</c:v>
                </c:pt>
                <c:pt idx="1357">
                  <c:v>0.23</c:v>
                </c:pt>
                <c:pt idx="1358">
                  <c:v>0.25</c:v>
                </c:pt>
                <c:pt idx="1359">
                  <c:v>0.215</c:v>
                </c:pt>
                <c:pt idx="1360">
                  <c:v>0.2</c:v>
                </c:pt>
                <c:pt idx="1361">
                  <c:v>0.215</c:v>
                </c:pt>
                <c:pt idx="1362">
                  <c:v>0.22500000000000001</c:v>
                </c:pt>
                <c:pt idx="1363">
                  <c:v>0.19</c:v>
                </c:pt>
                <c:pt idx="1364">
                  <c:v>0.2</c:v>
                </c:pt>
                <c:pt idx="1365">
                  <c:v>0.22</c:v>
                </c:pt>
                <c:pt idx="1366">
                  <c:v>0.24</c:v>
                </c:pt>
                <c:pt idx="1367">
                  <c:v>0.22</c:v>
                </c:pt>
                <c:pt idx="1368">
                  <c:v>0.20499999999999999</c:v>
                </c:pt>
                <c:pt idx="1369">
                  <c:v>0.22</c:v>
                </c:pt>
                <c:pt idx="1370">
                  <c:v>0.255</c:v>
                </c:pt>
                <c:pt idx="1371">
                  <c:v>0.25</c:v>
                </c:pt>
                <c:pt idx="1372">
                  <c:v>0.26</c:v>
                </c:pt>
                <c:pt idx="1373">
                  <c:v>0.26500000000000001</c:v>
                </c:pt>
                <c:pt idx="1374">
                  <c:v>0.26</c:v>
                </c:pt>
                <c:pt idx="1375">
                  <c:v>0.25</c:v>
                </c:pt>
                <c:pt idx="1376">
                  <c:v>0.25</c:v>
                </c:pt>
                <c:pt idx="1377">
                  <c:v>0.23</c:v>
                </c:pt>
                <c:pt idx="1378">
                  <c:v>0.23</c:v>
                </c:pt>
                <c:pt idx="1379">
                  <c:v>0.23</c:v>
                </c:pt>
                <c:pt idx="1380">
                  <c:v>0.21</c:v>
                </c:pt>
                <c:pt idx="1381">
                  <c:v>0.215</c:v>
                </c:pt>
                <c:pt idx="1382">
                  <c:v>0.21</c:v>
                </c:pt>
                <c:pt idx="1383">
                  <c:v>0.21</c:v>
                </c:pt>
                <c:pt idx="1384">
                  <c:v>0.22</c:v>
                </c:pt>
                <c:pt idx="1385">
                  <c:v>0.20499999999999999</c:v>
                </c:pt>
                <c:pt idx="1386">
                  <c:v>0.22500000000000001</c:v>
                </c:pt>
                <c:pt idx="1387">
                  <c:v>0.23</c:v>
                </c:pt>
                <c:pt idx="1388">
                  <c:v>0.22500000000000001</c:v>
                </c:pt>
                <c:pt idx="1389">
                  <c:v>0.23</c:v>
                </c:pt>
                <c:pt idx="1390">
                  <c:v>0.23</c:v>
                </c:pt>
                <c:pt idx="1391">
                  <c:v>0.2</c:v>
                </c:pt>
                <c:pt idx="1392">
                  <c:v>0.19</c:v>
                </c:pt>
                <c:pt idx="1393">
                  <c:v>0.26</c:v>
                </c:pt>
                <c:pt idx="1394">
                  <c:v>0.245</c:v>
                </c:pt>
                <c:pt idx="1395">
                  <c:v>0.23499999999999999</c:v>
                </c:pt>
                <c:pt idx="1396">
                  <c:v>0.22</c:v>
                </c:pt>
                <c:pt idx="1397">
                  <c:v>0.215</c:v>
                </c:pt>
                <c:pt idx="1398">
                  <c:v>0.22500000000000001</c:v>
                </c:pt>
                <c:pt idx="1399">
                  <c:v>0.18</c:v>
                </c:pt>
                <c:pt idx="1400">
                  <c:v>0.19500000000000001</c:v>
                </c:pt>
                <c:pt idx="1401">
                  <c:v>0.21</c:v>
                </c:pt>
                <c:pt idx="1402">
                  <c:v>0.21</c:v>
                </c:pt>
                <c:pt idx="1403">
                  <c:v>0.2</c:v>
                </c:pt>
                <c:pt idx="1404">
                  <c:v>0.22</c:v>
                </c:pt>
                <c:pt idx="1405">
                  <c:v>0.23499999999999999</c:v>
                </c:pt>
                <c:pt idx="1406">
                  <c:v>0.245</c:v>
                </c:pt>
                <c:pt idx="1407">
                  <c:v>0.255</c:v>
                </c:pt>
                <c:pt idx="1408">
                  <c:v>0.245</c:v>
                </c:pt>
                <c:pt idx="1409">
                  <c:v>0.23</c:v>
                </c:pt>
                <c:pt idx="1410">
                  <c:v>0.26</c:v>
                </c:pt>
                <c:pt idx="1411">
                  <c:v>0.255</c:v>
                </c:pt>
                <c:pt idx="1412">
                  <c:v>0.24</c:v>
                </c:pt>
                <c:pt idx="1413">
                  <c:v>0.245</c:v>
                </c:pt>
                <c:pt idx="1414">
                  <c:v>0.22500000000000001</c:v>
                </c:pt>
                <c:pt idx="1415">
                  <c:v>0.24</c:v>
                </c:pt>
                <c:pt idx="1416">
                  <c:v>0.23</c:v>
                </c:pt>
                <c:pt idx="1417">
                  <c:v>0.22500000000000001</c:v>
                </c:pt>
                <c:pt idx="1418">
                  <c:v>0.22500000000000001</c:v>
                </c:pt>
                <c:pt idx="1419">
                  <c:v>0.23499999999999999</c:v>
                </c:pt>
                <c:pt idx="1420">
                  <c:v>0.23</c:v>
                </c:pt>
                <c:pt idx="1421">
                  <c:v>0.22500000000000001</c:v>
                </c:pt>
                <c:pt idx="1422">
                  <c:v>0.21</c:v>
                </c:pt>
                <c:pt idx="1423">
                  <c:v>0.21</c:v>
                </c:pt>
                <c:pt idx="1424">
                  <c:v>0.19</c:v>
                </c:pt>
                <c:pt idx="1425">
                  <c:v>0.19500000000000001</c:v>
                </c:pt>
                <c:pt idx="1426">
                  <c:v>0.19500000000000001</c:v>
                </c:pt>
                <c:pt idx="1427">
                  <c:v>0.19</c:v>
                </c:pt>
                <c:pt idx="1428">
                  <c:v>0.16</c:v>
                </c:pt>
                <c:pt idx="1429">
                  <c:v>0.18</c:v>
                </c:pt>
                <c:pt idx="1430">
                  <c:v>0.19500000000000001</c:v>
                </c:pt>
                <c:pt idx="1431">
                  <c:v>0.19500000000000001</c:v>
                </c:pt>
                <c:pt idx="1432">
                  <c:v>0.21</c:v>
                </c:pt>
                <c:pt idx="1433">
                  <c:v>0.19</c:v>
                </c:pt>
                <c:pt idx="1434">
                  <c:v>0.20499999999999999</c:v>
                </c:pt>
                <c:pt idx="1435">
                  <c:v>0.18</c:v>
                </c:pt>
                <c:pt idx="1436">
                  <c:v>0.19500000000000001</c:v>
                </c:pt>
                <c:pt idx="1437">
                  <c:v>0.18</c:v>
                </c:pt>
                <c:pt idx="1438">
                  <c:v>0.19</c:v>
                </c:pt>
                <c:pt idx="1439">
                  <c:v>0.19</c:v>
                </c:pt>
                <c:pt idx="1440">
                  <c:v>0.22500000000000001</c:v>
                </c:pt>
                <c:pt idx="1441">
                  <c:v>0.24</c:v>
                </c:pt>
                <c:pt idx="1442">
                  <c:v>0.26</c:v>
                </c:pt>
                <c:pt idx="1443">
                  <c:v>0.25</c:v>
                </c:pt>
                <c:pt idx="1444">
                  <c:v>0.36499999999999999</c:v>
                </c:pt>
                <c:pt idx="1445">
                  <c:v>0.38</c:v>
                </c:pt>
                <c:pt idx="1446">
                  <c:v>0.55500000000000005</c:v>
                </c:pt>
                <c:pt idx="1447">
                  <c:v>0.49</c:v>
                </c:pt>
                <c:pt idx="1448">
                  <c:v>0.57999999999999996</c:v>
                </c:pt>
                <c:pt idx="1449">
                  <c:v>0.625</c:v>
                </c:pt>
                <c:pt idx="1450">
                  <c:v>0.54500000000000004</c:v>
                </c:pt>
                <c:pt idx="1451">
                  <c:v>0.495</c:v>
                </c:pt>
                <c:pt idx="1452">
                  <c:v>0.51500000000000001</c:v>
                </c:pt>
                <c:pt idx="1453">
                  <c:v>0.47499999999999998</c:v>
                </c:pt>
                <c:pt idx="1454">
                  <c:v>0.41</c:v>
                </c:pt>
                <c:pt idx="1455">
                  <c:v>0.41499999999999998</c:v>
                </c:pt>
                <c:pt idx="1456">
                  <c:v>0.38500000000000001</c:v>
                </c:pt>
                <c:pt idx="1457">
                  <c:v>0.35499999999999998</c:v>
                </c:pt>
                <c:pt idx="1458">
                  <c:v>0.35</c:v>
                </c:pt>
                <c:pt idx="1459">
                  <c:v>0.29499999999999998</c:v>
                </c:pt>
                <c:pt idx="1460">
                  <c:v>0.315</c:v>
                </c:pt>
                <c:pt idx="1461">
                  <c:v>0.375</c:v>
                </c:pt>
                <c:pt idx="1462">
                  <c:v>0.34</c:v>
                </c:pt>
                <c:pt idx="1463">
                  <c:v>0.32</c:v>
                </c:pt>
                <c:pt idx="1464">
                  <c:v>0.31</c:v>
                </c:pt>
                <c:pt idx="1465">
                  <c:v>0.28499999999999998</c:v>
                </c:pt>
                <c:pt idx="1466">
                  <c:v>0.28999999999999998</c:v>
                </c:pt>
                <c:pt idx="1467">
                  <c:v>0.34</c:v>
                </c:pt>
                <c:pt idx="1468">
                  <c:v>0.31</c:v>
                </c:pt>
                <c:pt idx="1469">
                  <c:v>0.31</c:v>
                </c:pt>
                <c:pt idx="1470">
                  <c:v>0.32</c:v>
                </c:pt>
                <c:pt idx="1471">
                  <c:v>0.28499999999999998</c:v>
                </c:pt>
                <c:pt idx="1472">
                  <c:v>0.3</c:v>
                </c:pt>
                <c:pt idx="1473">
                  <c:v>0.28999999999999998</c:v>
                </c:pt>
                <c:pt idx="1474">
                  <c:v>0.33500000000000002</c:v>
                </c:pt>
                <c:pt idx="1475">
                  <c:v>0.315</c:v>
                </c:pt>
                <c:pt idx="1476">
                  <c:v>0.28999999999999998</c:v>
                </c:pt>
                <c:pt idx="1477">
                  <c:v>0.255</c:v>
                </c:pt>
                <c:pt idx="1478">
                  <c:v>0.28999999999999998</c:v>
                </c:pt>
                <c:pt idx="1479">
                  <c:v>0.255</c:v>
                </c:pt>
                <c:pt idx="1480">
                  <c:v>0.26</c:v>
                </c:pt>
                <c:pt idx="1481">
                  <c:v>0.26</c:v>
                </c:pt>
                <c:pt idx="1482">
                  <c:v>0.25</c:v>
                </c:pt>
                <c:pt idx="1483">
                  <c:v>0.27</c:v>
                </c:pt>
                <c:pt idx="1484">
                  <c:v>0.28499999999999998</c:v>
                </c:pt>
                <c:pt idx="1485">
                  <c:v>0.35</c:v>
                </c:pt>
                <c:pt idx="1486">
                  <c:v>0.34499999999999997</c:v>
                </c:pt>
                <c:pt idx="1487">
                  <c:v>0.37</c:v>
                </c:pt>
                <c:pt idx="1488">
                  <c:v>0.34499999999999997</c:v>
                </c:pt>
                <c:pt idx="1489">
                  <c:v>0.32</c:v>
                </c:pt>
                <c:pt idx="1490">
                  <c:v>0.28000000000000003</c:v>
                </c:pt>
                <c:pt idx="1491">
                  <c:v>0.34</c:v>
                </c:pt>
                <c:pt idx="1492">
                  <c:v>0.31</c:v>
                </c:pt>
                <c:pt idx="1493">
                  <c:v>0.30499999999999999</c:v>
                </c:pt>
                <c:pt idx="1494">
                  <c:v>0.28000000000000003</c:v>
                </c:pt>
                <c:pt idx="1495">
                  <c:v>0.27</c:v>
                </c:pt>
                <c:pt idx="1496">
                  <c:v>0.26</c:v>
                </c:pt>
                <c:pt idx="1497">
                  <c:v>0.26</c:v>
                </c:pt>
                <c:pt idx="1498">
                  <c:v>0.255</c:v>
                </c:pt>
                <c:pt idx="1499">
                  <c:v>0.28000000000000003</c:v>
                </c:pt>
                <c:pt idx="1500">
                  <c:v>0.27</c:v>
                </c:pt>
                <c:pt idx="1501">
                  <c:v>0.32</c:v>
                </c:pt>
                <c:pt idx="1502">
                  <c:v>0.315</c:v>
                </c:pt>
                <c:pt idx="1503">
                  <c:v>0.315</c:v>
                </c:pt>
                <c:pt idx="1504">
                  <c:v>0.31</c:v>
                </c:pt>
                <c:pt idx="1505">
                  <c:v>0.28499999999999998</c:v>
                </c:pt>
                <c:pt idx="1506">
                  <c:v>0.26</c:v>
                </c:pt>
                <c:pt idx="1507">
                  <c:v>0.27</c:v>
                </c:pt>
                <c:pt idx="1508">
                  <c:v>0.28000000000000003</c:v>
                </c:pt>
                <c:pt idx="1509">
                  <c:v>0.25</c:v>
                </c:pt>
                <c:pt idx="1510">
                  <c:v>0.25</c:v>
                </c:pt>
                <c:pt idx="1511">
                  <c:v>0.27</c:v>
                </c:pt>
                <c:pt idx="1512">
                  <c:v>0.28999999999999998</c:v>
                </c:pt>
                <c:pt idx="1513">
                  <c:v>0.28999999999999998</c:v>
                </c:pt>
                <c:pt idx="1514">
                  <c:v>0.28999999999999998</c:v>
                </c:pt>
                <c:pt idx="1515">
                  <c:v>0.29499999999999998</c:v>
                </c:pt>
                <c:pt idx="1516">
                  <c:v>0.28000000000000003</c:v>
                </c:pt>
                <c:pt idx="1517">
                  <c:v>0.28499999999999998</c:v>
                </c:pt>
                <c:pt idx="1518">
                  <c:v>0.32500000000000001</c:v>
                </c:pt>
                <c:pt idx="1519">
                  <c:v>0.34499999999999997</c:v>
                </c:pt>
                <c:pt idx="1520">
                  <c:v>0.32</c:v>
                </c:pt>
                <c:pt idx="1521">
                  <c:v>0.3</c:v>
                </c:pt>
                <c:pt idx="1522">
                  <c:v>0.28000000000000003</c:v>
                </c:pt>
                <c:pt idx="1523">
                  <c:v>0.28000000000000003</c:v>
                </c:pt>
                <c:pt idx="1524">
                  <c:v>0.28999999999999998</c:v>
                </c:pt>
                <c:pt idx="1525">
                  <c:v>0.29499999999999998</c:v>
                </c:pt>
                <c:pt idx="1526">
                  <c:v>0.28000000000000003</c:v>
                </c:pt>
                <c:pt idx="1527">
                  <c:v>0.27500000000000002</c:v>
                </c:pt>
                <c:pt idx="1528">
                  <c:v>0.25</c:v>
                </c:pt>
                <c:pt idx="1529">
                  <c:v>0.24</c:v>
                </c:pt>
                <c:pt idx="1530">
                  <c:v>0.24</c:v>
                </c:pt>
                <c:pt idx="1531">
                  <c:v>0.245</c:v>
                </c:pt>
                <c:pt idx="1532">
                  <c:v>0.26500000000000001</c:v>
                </c:pt>
                <c:pt idx="1533">
                  <c:v>0.27</c:v>
                </c:pt>
                <c:pt idx="1534">
                  <c:v>0.24</c:v>
                </c:pt>
                <c:pt idx="1535">
                  <c:v>0.255</c:v>
                </c:pt>
                <c:pt idx="1536">
                  <c:v>0.23</c:v>
                </c:pt>
                <c:pt idx="1537">
                  <c:v>0.255</c:v>
                </c:pt>
                <c:pt idx="1538">
                  <c:v>0.255</c:v>
                </c:pt>
                <c:pt idx="1539">
                  <c:v>0.26500000000000001</c:v>
                </c:pt>
                <c:pt idx="1540">
                  <c:v>0.22</c:v>
                </c:pt>
                <c:pt idx="1541">
                  <c:v>0.24</c:v>
                </c:pt>
                <c:pt idx="1542">
                  <c:v>0.26500000000000001</c:v>
                </c:pt>
                <c:pt idx="1543">
                  <c:v>0.24</c:v>
                </c:pt>
                <c:pt idx="1544">
                  <c:v>0.26500000000000001</c:v>
                </c:pt>
                <c:pt idx="1545">
                  <c:v>0.245</c:v>
                </c:pt>
                <c:pt idx="1546">
                  <c:v>0.22</c:v>
                </c:pt>
                <c:pt idx="1547">
                  <c:v>0.25</c:v>
                </c:pt>
                <c:pt idx="1548">
                  <c:v>0.24</c:v>
                </c:pt>
                <c:pt idx="1549">
                  <c:v>0.23</c:v>
                </c:pt>
                <c:pt idx="1550">
                  <c:v>0.215</c:v>
                </c:pt>
                <c:pt idx="1551">
                  <c:v>0.255</c:v>
                </c:pt>
                <c:pt idx="1552">
                  <c:v>0.25</c:v>
                </c:pt>
                <c:pt idx="1553">
                  <c:v>0.23499999999999999</c:v>
                </c:pt>
                <c:pt idx="1554">
                  <c:v>0.24</c:v>
                </c:pt>
                <c:pt idx="1555">
                  <c:v>0.28000000000000003</c:v>
                </c:pt>
                <c:pt idx="1556">
                  <c:v>0.27</c:v>
                </c:pt>
                <c:pt idx="1557">
                  <c:v>0.27500000000000002</c:v>
                </c:pt>
                <c:pt idx="1558">
                  <c:v>0.28499999999999998</c:v>
                </c:pt>
                <c:pt idx="1559">
                  <c:v>0.29499999999999998</c:v>
                </c:pt>
                <c:pt idx="1560">
                  <c:v>0.26500000000000001</c:v>
                </c:pt>
                <c:pt idx="1561">
                  <c:v>0.29499999999999998</c:v>
                </c:pt>
                <c:pt idx="1562">
                  <c:v>0.31</c:v>
                </c:pt>
                <c:pt idx="1563">
                  <c:v>0.3</c:v>
                </c:pt>
                <c:pt idx="1564">
                  <c:v>0.3</c:v>
                </c:pt>
                <c:pt idx="1565">
                  <c:v>0.32</c:v>
                </c:pt>
                <c:pt idx="1566">
                  <c:v>0.33</c:v>
                </c:pt>
                <c:pt idx="1567">
                  <c:v>0.32</c:v>
                </c:pt>
                <c:pt idx="1568">
                  <c:v>0.31</c:v>
                </c:pt>
                <c:pt idx="1569">
                  <c:v>0.30499999999999999</c:v>
                </c:pt>
                <c:pt idx="1570">
                  <c:v>0.28999999999999998</c:v>
                </c:pt>
                <c:pt idx="1571">
                  <c:v>0.26</c:v>
                </c:pt>
                <c:pt idx="1572">
                  <c:v>0.26</c:v>
                </c:pt>
                <c:pt idx="1573">
                  <c:v>0.26</c:v>
                </c:pt>
                <c:pt idx="1574">
                  <c:v>0.28999999999999998</c:v>
                </c:pt>
                <c:pt idx="1575">
                  <c:v>0.26</c:v>
                </c:pt>
                <c:pt idx="1576">
                  <c:v>0.27</c:v>
                </c:pt>
                <c:pt idx="1577">
                  <c:v>0.28000000000000003</c:v>
                </c:pt>
                <c:pt idx="1578">
                  <c:v>0.25</c:v>
                </c:pt>
                <c:pt idx="1579">
                  <c:v>0.3</c:v>
                </c:pt>
                <c:pt idx="1580">
                  <c:v>0.33</c:v>
                </c:pt>
                <c:pt idx="1581">
                  <c:v>0.28000000000000003</c:v>
                </c:pt>
                <c:pt idx="1582">
                  <c:v>0.28000000000000003</c:v>
                </c:pt>
                <c:pt idx="1583">
                  <c:v>0.23</c:v>
                </c:pt>
                <c:pt idx="1584">
                  <c:v>0.24</c:v>
                </c:pt>
                <c:pt idx="1585">
                  <c:v>0.21</c:v>
                </c:pt>
                <c:pt idx="1586">
                  <c:v>0.2</c:v>
                </c:pt>
                <c:pt idx="1587">
                  <c:v>0.27</c:v>
                </c:pt>
                <c:pt idx="1588">
                  <c:v>0.25</c:v>
                </c:pt>
                <c:pt idx="1589">
                  <c:v>0.24</c:v>
                </c:pt>
                <c:pt idx="1590">
                  <c:v>0.24</c:v>
                </c:pt>
                <c:pt idx="1591">
                  <c:v>0.23</c:v>
                </c:pt>
                <c:pt idx="1592">
                  <c:v>0.2</c:v>
                </c:pt>
                <c:pt idx="1593">
                  <c:v>0.18</c:v>
                </c:pt>
                <c:pt idx="1594">
                  <c:v>0.18</c:v>
                </c:pt>
                <c:pt idx="1595">
                  <c:v>0.27</c:v>
                </c:pt>
                <c:pt idx="1596">
                  <c:v>0.41</c:v>
                </c:pt>
                <c:pt idx="1597">
                  <c:v>0.48</c:v>
                </c:pt>
                <c:pt idx="1598">
                  <c:v>0.42</c:v>
                </c:pt>
                <c:pt idx="1599">
                  <c:v>0.47</c:v>
                </c:pt>
                <c:pt idx="1600">
                  <c:v>0.46</c:v>
                </c:pt>
                <c:pt idx="1601">
                  <c:v>0.49</c:v>
                </c:pt>
                <c:pt idx="1602">
                  <c:v>0.5</c:v>
                </c:pt>
                <c:pt idx="1603">
                  <c:v>0.5</c:v>
                </c:pt>
                <c:pt idx="1604">
                  <c:v>0.5</c:v>
                </c:pt>
                <c:pt idx="1605">
                  <c:v>0.5</c:v>
                </c:pt>
                <c:pt idx="1606">
                  <c:v>0.53</c:v>
                </c:pt>
                <c:pt idx="1607">
                  <c:v>0.52</c:v>
                </c:pt>
                <c:pt idx="1608">
                  <c:v>0.52</c:v>
                </c:pt>
                <c:pt idx="1609">
                  <c:v>0.56000000000000005</c:v>
                </c:pt>
                <c:pt idx="1610">
                  <c:v>0.56000000000000005</c:v>
                </c:pt>
                <c:pt idx="1611">
                  <c:v>0.56000000000000005</c:v>
                </c:pt>
                <c:pt idx="1612">
                  <c:v>0.55000000000000004</c:v>
                </c:pt>
                <c:pt idx="1613">
                  <c:v>0.53</c:v>
                </c:pt>
                <c:pt idx="1614">
                  <c:v>0.52</c:v>
                </c:pt>
                <c:pt idx="1615">
                  <c:v>0.55000000000000004</c:v>
                </c:pt>
                <c:pt idx="1616">
                  <c:v>0.53</c:v>
                </c:pt>
                <c:pt idx="1617">
                  <c:v>0.54</c:v>
                </c:pt>
                <c:pt idx="1618">
                  <c:v>0.5</c:v>
                </c:pt>
                <c:pt idx="1619">
                  <c:v>0.54500000000000004</c:v>
                </c:pt>
                <c:pt idx="1620">
                  <c:v>0.57999999999999996</c:v>
                </c:pt>
                <c:pt idx="1621">
                  <c:v>0.61</c:v>
                </c:pt>
                <c:pt idx="1622">
                  <c:v>0.61</c:v>
                </c:pt>
                <c:pt idx="1623">
                  <c:v>0.66</c:v>
                </c:pt>
                <c:pt idx="1624">
                  <c:v>0.69</c:v>
                </c:pt>
                <c:pt idx="1625">
                  <c:v>0.71</c:v>
                </c:pt>
                <c:pt idx="1626">
                  <c:v>0.71</c:v>
                </c:pt>
                <c:pt idx="1627">
                  <c:v>0.7</c:v>
                </c:pt>
                <c:pt idx="1628">
                  <c:v>0.69499999999999995</c:v>
                </c:pt>
                <c:pt idx="1629">
                  <c:v>0.68</c:v>
                </c:pt>
                <c:pt idx="1630">
                  <c:v>0.7</c:v>
                </c:pt>
                <c:pt idx="1631">
                  <c:v>0.7</c:v>
                </c:pt>
                <c:pt idx="1632">
                  <c:v>0.72</c:v>
                </c:pt>
                <c:pt idx="1633">
                  <c:v>0.84</c:v>
                </c:pt>
                <c:pt idx="1634">
                  <c:v>0.85</c:v>
                </c:pt>
                <c:pt idx="1635">
                  <c:v>0.83</c:v>
                </c:pt>
                <c:pt idx="1636">
                  <c:v>0.82</c:v>
                </c:pt>
                <c:pt idx="1637">
                  <c:v>0.88</c:v>
                </c:pt>
                <c:pt idx="1638">
                  <c:v>0.93</c:v>
                </c:pt>
                <c:pt idx="1639">
                  <c:v>0.82</c:v>
                </c:pt>
                <c:pt idx="1640">
                  <c:v>0.79</c:v>
                </c:pt>
                <c:pt idx="1641">
                  <c:v>0.89</c:v>
                </c:pt>
                <c:pt idx="1642">
                  <c:v>0.88</c:v>
                </c:pt>
                <c:pt idx="1643">
                  <c:v>0.88</c:v>
                </c:pt>
                <c:pt idx="1644">
                  <c:v>0.88</c:v>
                </c:pt>
                <c:pt idx="1645">
                  <c:v>0.81</c:v>
                </c:pt>
                <c:pt idx="1646">
                  <c:v>0.83</c:v>
                </c:pt>
                <c:pt idx="1647">
                  <c:v>0.83</c:v>
                </c:pt>
                <c:pt idx="1648">
                  <c:v>0.85</c:v>
                </c:pt>
                <c:pt idx="1649">
                  <c:v>0.89</c:v>
                </c:pt>
                <c:pt idx="1650">
                  <c:v>1.02</c:v>
                </c:pt>
                <c:pt idx="1651">
                  <c:v>0.95</c:v>
                </c:pt>
                <c:pt idx="1652">
                  <c:v>0.97</c:v>
                </c:pt>
                <c:pt idx="1653">
                  <c:v>0.97</c:v>
                </c:pt>
                <c:pt idx="1654">
                  <c:v>1.03</c:v>
                </c:pt>
                <c:pt idx="1655">
                  <c:v>1.04</c:v>
                </c:pt>
                <c:pt idx="1656">
                  <c:v>1.0449999999999999</c:v>
                </c:pt>
                <c:pt idx="1657">
                  <c:v>1.08</c:v>
                </c:pt>
                <c:pt idx="1658">
                  <c:v>1.1200000000000001</c:v>
                </c:pt>
                <c:pt idx="1659">
                  <c:v>1.1850000000000001</c:v>
                </c:pt>
                <c:pt idx="1660">
                  <c:v>1.31</c:v>
                </c:pt>
                <c:pt idx="1661">
                  <c:v>1.42</c:v>
                </c:pt>
                <c:pt idx="1662">
                  <c:v>1.32</c:v>
                </c:pt>
                <c:pt idx="1663">
                  <c:v>1.3149999999999999</c:v>
                </c:pt>
                <c:pt idx="1664">
                  <c:v>1.35</c:v>
                </c:pt>
                <c:pt idx="1665">
                  <c:v>1.37</c:v>
                </c:pt>
                <c:pt idx="1666">
                  <c:v>1.45</c:v>
                </c:pt>
                <c:pt idx="1667">
                  <c:v>1.45</c:v>
                </c:pt>
                <c:pt idx="1668">
                  <c:v>1.4750000000000001</c:v>
                </c:pt>
                <c:pt idx="1669">
                  <c:v>1.4750000000000001</c:v>
                </c:pt>
                <c:pt idx="1670">
                  <c:v>1.52</c:v>
                </c:pt>
                <c:pt idx="1671">
                  <c:v>1.5549999999999999</c:v>
                </c:pt>
                <c:pt idx="1672">
                  <c:v>1.4950000000000001</c:v>
                </c:pt>
                <c:pt idx="1673">
                  <c:v>1.51</c:v>
                </c:pt>
                <c:pt idx="1674">
                  <c:v>1.51</c:v>
                </c:pt>
                <c:pt idx="1675">
                  <c:v>1.5249999999999999</c:v>
                </c:pt>
                <c:pt idx="1676">
                  <c:v>1.55</c:v>
                </c:pt>
                <c:pt idx="1677">
                  <c:v>1.65</c:v>
                </c:pt>
                <c:pt idx="1678">
                  <c:v>1.63</c:v>
                </c:pt>
                <c:pt idx="1679">
                  <c:v>1.615</c:v>
                </c:pt>
                <c:pt idx="1680">
                  <c:v>1.62</c:v>
                </c:pt>
                <c:pt idx="1681">
                  <c:v>1.66</c:v>
                </c:pt>
                <c:pt idx="1682">
                  <c:v>1.64</c:v>
                </c:pt>
                <c:pt idx="1683">
                  <c:v>1.75</c:v>
                </c:pt>
                <c:pt idx="1684">
                  <c:v>1.7549999999999999</c:v>
                </c:pt>
                <c:pt idx="1685">
                  <c:v>1.7849999999999999</c:v>
                </c:pt>
                <c:pt idx="1686">
                  <c:v>1.7849999999999999</c:v>
                </c:pt>
                <c:pt idx="1687">
                  <c:v>1.77</c:v>
                </c:pt>
                <c:pt idx="1688">
                  <c:v>1.75</c:v>
                </c:pt>
                <c:pt idx="1689">
                  <c:v>1.75</c:v>
                </c:pt>
                <c:pt idx="1690">
                  <c:v>1.7549999999999999</c:v>
                </c:pt>
                <c:pt idx="1691">
                  <c:v>1.77</c:v>
                </c:pt>
                <c:pt idx="1692">
                  <c:v>1.88</c:v>
                </c:pt>
                <c:pt idx="1693">
                  <c:v>1.82</c:v>
                </c:pt>
                <c:pt idx="1694">
                  <c:v>1.74</c:v>
                </c:pt>
                <c:pt idx="1695">
                  <c:v>1.98</c:v>
                </c:pt>
                <c:pt idx="1696">
                  <c:v>1.76</c:v>
                </c:pt>
                <c:pt idx="1697">
                  <c:v>1.74</c:v>
                </c:pt>
                <c:pt idx="1698">
                  <c:v>1.75</c:v>
                </c:pt>
                <c:pt idx="1699">
                  <c:v>1.74</c:v>
                </c:pt>
                <c:pt idx="1700">
                  <c:v>1.7450000000000001</c:v>
                </c:pt>
                <c:pt idx="1701">
                  <c:v>1.74</c:v>
                </c:pt>
                <c:pt idx="1702">
                  <c:v>1.74</c:v>
                </c:pt>
                <c:pt idx="1703">
                  <c:v>1.7050000000000001</c:v>
                </c:pt>
                <c:pt idx="1704">
                  <c:v>1.7050000000000001</c:v>
                </c:pt>
                <c:pt idx="1705">
                  <c:v>1.63</c:v>
                </c:pt>
                <c:pt idx="1706">
                  <c:v>1.6950000000000001</c:v>
                </c:pt>
                <c:pt idx="1707">
                  <c:v>1.61</c:v>
                </c:pt>
                <c:pt idx="1708">
                  <c:v>1.57</c:v>
                </c:pt>
                <c:pt idx="1709">
                  <c:v>1.78</c:v>
                </c:pt>
                <c:pt idx="1710">
                  <c:v>1.8</c:v>
                </c:pt>
                <c:pt idx="1711">
                  <c:v>1.7949999999999999</c:v>
                </c:pt>
                <c:pt idx="1712">
                  <c:v>1.7849999999999999</c:v>
                </c:pt>
                <c:pt idx="1713">
                  <c:v>1.865</c:v>
                </c:pt>
                <c:pt idx="1714">
                  <c:v>1.865</c:v>
                </c:pt>
                <c:pt idx="1715">
                  <c:v>1.75</c:v>
                </c:pt>
                <c:pt idx="1716">
                  <c:v>1.7450000000000001</c:v>
                </c:pt>
                <c:pt idx="1717">
                  <c:v>1.68</c:v>
                </c:pt>
                <c:pt idx="1718">
                  <c:v>1.68</c:v>
                </c:pt>
                <c:pt idx="1719">
                  <c:v>1.66</c:v>
                </c:pt>
                <c:pt idx="1720">
                  <c:v>1.85</c:v>
                </c:pt>
                <c:pt idx="1721">
                  <c:v>2.0249999999999999</c:v>
                </c:pt>
                <c:pt idx="1722">
                  <c:v>2.0350000000000001</c:v>
                </c:pt>
                <c:pt idx="1723">
                  <c:v>1.9350000000000001</c:v>
                </c:pt>
                <c:pt idx="1724">
                  <c:v>1.915</c:v>
                </c:pt>
                <c:pt idx="1725">
                  <c:v>1.87</c:v>
                </c:pt>
                <c:pt idx="1726">
                  <c:v>1.96</c:v>
                </c:pt>
                <c:pt idx="1727">
                  <c:v>1.98</c:v>
                </c:pt>
                <c:pt idx="1728">
                  <c:v>1.95</c:v>
                </c:pt>
                <c:pt idx="1729">
                  <c:v>1.9</c:v>
                </c:pt>
                <c:pt idx="1730">
                  <c:v>1.895</c:v>
                </c:pt>
                <c:pt idx="1731">
                  <c:v>1.9</c:v>
                </c:pt>
                <c:pt idx="1732">
                  <c:v>1.74</c:v>
                </c:pt>
                <c:pt idx="1733">
                  <c:v>1.7350000000000001</c:v>
                </c:pt>
                <c:pt idx="1734">
                  <c:v>1.62</c:v>
                </c:pt>
                <c:pt idx="1735">
                  <c:v>1.67</c:v>
                </c:pt>
                <c:pt idx="1736">
                  <c:v>1.68</c:v>
                </c:pt>
                <c:pt idx="1737">
                  <c:v>1.85</c:v>
                </c:pt>
                <c:pt idx="1738">
                  <c:v>1.58</c:v>
                </c:pt>
                <c:pt idx="1739">
                  <c:v>1.57</c:v>
                </c:pt>
                <c:pt idx="1740">
                  <c:v>1.65</c:v>
                </c:pt>
                <c:pt idx="1741">
                  <c:v>1.625</c:v>
                </c:pt>
                <c:pt idx="1742">
                  <c:v>1.7649999999999999</c:v>
                </c:pt>
                <c:pt idx="1743">
                  <c:v>1.865</c:v>
                </c:pt>
                <c:pt idx="1744">
                  <c:v>1.7549999999999999</c:v>
                </c:pt>
                <c:pt idx="1745">
                  <c:v>1.855</c:v>
                </c:pt>
                <c:pt idx="1746">
                  <c:v>1.83</c:v>
                </c:pt>
                <c:pt idx="1747">
                  <c:v>1.8</c:v>
                </c:pt>
                <c:pt idx="1748">
                  <c:v>1.83</c:v>
                </c:pt>
                <c:pt idx="1749">
                  <c:v>1.87</c:v>
                </c:pt>
                <c:pt idx="1750">
                  <c:v>1.83</c:v>
                </c:pt>
                <c:pt idx="1751">
                  <c:v>1.835</c:v>
                </c:pt>
                <c:pt idx="1752">
                  <c:v>1.835</c:v>
                </c:pt>
                <c:pt idx="1753">
                  <c:v>1.93</c:v>
                </c:pt>
                <c:pt idx="1754">
                  <c:v>2</c:v>
                </c:pt>
                <c:pt idx="1755">
                  <c:v>1.97</c:v>
                </c:pt>
                <c:pt idx="1756">
                  <c:v>1.82</c:v>
                </c:pt>
                <c:pt idx="1757">
                  <c:v>1.82</c:v>
                </c:pt>
                <c:pt idx="1758">
                  <c:v>1.79</c:v>
                </c:pt>
                <c:pt idx="1759">
                  <c:v>1.9350000000000001</c:v>
                </c:pt>
                <c:pt idx="1760">
                  <c:v>1.88</c:v>
                </c:pt>
                <c:pt idx="1761">
                  <c:v>1.875</c:v>
                </c:pt>
                <c:pt idx="1762">
                  <c:v>1.905</c:v>
                </c:pt>
                <c:pt idx="1763">
                  <c:v>1.92</c:v>
                </c:pt>
                <c:pt idx="1764">
                  <c:v>1.96</c:v>
                </c:pt>
                <c:pt idx="1765">
                  <c:v>1.9750000000000001</c:v>
                </c:pt>
                <c:pt idx="1766">
                  <c:v>1.82</c:v>
                </c:pt>
                <c:pt idx="1767">
                  <c:v>1.82</c:v>
                </c:pt>
                <c:pt idx="1768">
                  <c:v>1.605</c:v>
                </c:pt>
                <c:pt idx="1769">
                  <c:v>1.57</c:v>
                </c:pt>
                <c:pt idx="1770">
                  <c:v>1.49</c:v>
                </c:pt>
                <c:pt idx="1771">
                  <c:v>1.4850000000000001</c:v>
                </c:pt>
                <c:pt idx="1772">
                  <c:v>1.49</c:v>
                </c:pt>
                <c:pt idx="1773">
                  <c:v>1.47</c:v>
                </c:pt>
                <c:pt idx="1774">
                  <c:v>1.48</c:v>
                </c:pt>
                <c:pt idx="1775">
                  <c:v>1.48</c:v>
                </c:pt>
                <c:pt idx="1776">
                  <c:v>1.55</c:v>
                </c:pt>
                <c:pt idx="1777">
                  <c:v>1.62</c:v>
                </c:pt>
                <c:pt idx="1778">
                  <c:v>1.665</c:v>
                </c:pt>
                <c:pt idx="1779">
                  <c:v>1.665</c:v>
                </c:pt>
                <c:pt idx="1780">
                  <c:v>1.665</c:v>
                </c:pt>
                <c:pt idx="1781">
                  <c:v>1.6</c:v>
                </c:pt>
                <c:pt idx="1782">
                  <c:v>1.56</c:v>
                </c:pt>
                <c:pt idx="1783">
                  <c:v>1.55</c:v>
                </c:pt>
                <c:pt idx="1784">
                  <c:v>1.5549999999999999</c:v>
                </c:pt>
                <c:pt idx="1785">
                  <c:v>1.5349999999999999</c:v>
                </c:pt>
                <c:pt idx="1786">
                  <c:v>1.4650000000000001</c:v>
                </c:pt>
                <c:pt idx="1787">
                  <c:v>1.415</c:v>
                </c:pt>
                <c:pt idx="1788">
                  <c:v>1.44</c:v>
                </c:pt>
                <c:pt idx="1789">
                  <c:v>1.37</c:v>
                </c:pt>
                <c:pt idx="1790">
                  <c:v>1.4</c:v>
                </c:pt>
                <c:pt idx="1791">
                  <c:v>1.36</c:v>
                </c:pt>
                <c:pt idx="1792">
                  <c:v>1.335</c:v>
                </c:pt>
                <c:pt idx="1793">
                  <c:v>1.4</c:v>
                </c:pt>
                <c:pt idx="1794">
                  <c:v>1.42</c:v>
                </c:pt>
                <c:pt idx="1795">
                  <c:v>1.425</c:v>
                </c:pt>
                <c:pt idx="1796">
                  <c:v>1.385</c:v>
                </c:pt>
                <c:pt idx="1797">
                  <c:v>1.385</c:v>
                </c:pt>
                <c:pt idx="1798">
                  <c:v>1.42</c:v>
                </c:pt>
                <c:pt idx="1799">
                  <c:v>1.37</c:v>
                </c:pt>
                <c:pt idx="1800">
                  <c:v>1.42</c:v>
                </c:pt>
                <c:pt idx="1801">
                  <c:v>1.43</c:v>
                </c:pt>
                <c:pt idx="1802">
                  <c:v>1.4350000000000001</c:v>
                </c:pt>
                <c:pt idx="1803">
                  <c:v>1.45</c:v>
                </c:pt>
                <c:pt idx="1804">
                  <c:v>1.43</c:v>
                </c:pt>
                <c:pt idx="1805">
                  <c:v>1.4</c:v>
                </c:pt>
                <c:pt idx="1806">
                  <c:v>1.415</c:v>
                </c:pt>
                <c:pt idx="1807">
                  <c:v>1.4350000000000001</c:v>
                </c:pt>
                <c:pt idx="1808">
                  <c:v>2</c:v>
                </c:pt>
                <c:pt idx="1809">
                  <c:v>2</c:v>
                </c:pt>
                <c:pt idx="1810">
                  <c:v>2.085</c:v>
                </c:pt>
                <c:pt idx="1811">
                  <c:v>2.2599999999999998</c:v>
                </c:pt>
                <c:pt idx="1812">
                  <c:v>2.15</c:v>
                </c:pt>
                <c:pt idx="1813">
                  <c:v>2.2599999999999998</c:v>
                </c:pt>
                <c:pt idx="1814">
                  <c:v>2.2250000000000001</c:v>
                </c:pt>
                <c:pt idx="1815">
                  <c:v>2.31</c:v>
                </c:pt>
                <c:pt idx="1816">
                  <c:v>2.2949999999999999</c:v>
                </c:pt>
                <c:pt idx="1817">
                  <c:v>2.3650000000000002</c:v>
                </c:pt>
                <c:pt idx="1818">
                  <c:v>2.36</c:v>
                </c:pt>
                <c:pt idx="1819">
                  <c:v>2.355</c:v>
                </c:pt>
                <c:pt idx="1820">
                  <c:v>2.2850000000000001</c:v>
                </c:pt>
                <c:pt idx="1821">
                  <c:v>2.2999999999999998</c:v>
                </c:pt>
                <c:pt idx="1822">
                  <c:v>2.25</c:v>
                </c:pt>
                <c:pt idx="1823">
                  <c:v>2.2000000000000002</c:v>
                </c:pt>
                <c:pt idx="1824">
                  <c:v>2.21</c:v>
                </c:pt>
                <c:pt idx="1825">
                  <c:v>2.2400000000000002</c:v>
                </c:pt>
                <c:pt idx="1826">
                  <c:v>2.2400000000000002</c:v>
                </c:pt>
                <c:pt idx="1827">
                  <c:v>2.14</c:v>
                </c:pt>
                <c:pt idx="1828">
                  <c:v>2.11</c:v>
                </c:pt>
                <c:pt idx="1829">
                  <c:v>1.86</c:v>
                </c:pt>
                <c:pt idx="1830">
                  <c:v>2.2050000000000001</c:v>
                </c:pt>
                <c:pt idx="1831">
                  <c:v>2.25</c:v>
                </c:pt>
                <c:pt idx="1832">
                  <c:v>2.1800000000000002</c:v>
                </c:pt>
                <c:pt idx="1833">
                  <c:v>1.71</c:v>
                </c:pt>
                <c:pt idx="1834">
                  <c:v>2.0649999999999999</c:v>
                </c:pt>
                <c:pt idx="1835">
                  <c:v>1.9350000000000001</c:v>
                </c:pt>
                <c:pt idx="1836">
                  <c:v>1.88</c:v>
                </c:pt>
                <c:pt idx="1837">
                  <c:v>1.94</c:v>
                </c:pt>
                <c:pt idx="1838">
                  <c:v>1.77</c:v>
                </c:pt>
                <c:pt idx="1839">
                  <c:v>1.74</c:v>
                </c:pt>
                <c:pt idx="1840">
                  <c:v>1.855</c:v>
                </c:pt>
                <c:pt idx="1841">
                  <c:v>1.9650000000000001</c:v>
                </c:pt>
                <c:pt idx="1842">
                  <c:v>2.04</c:v>
                </c:pt>
                <c:pt idx="1843">
                  <c:v>2.09</c:v>
                </c:pt>
                <c:pt idx="1844">
                  <c:v>2.33</c:v>
                </c:pt>
                <c:pt idx="1845">
                  <c:v>2.16</c:v>
                </c:pt>
                <c:pt idx="1846">
                  <c:v>2.105</c:v>
                </c:pt>
                <c:pt idx="1847">
                  <c:v>2.12</c:v>
                </c:pt>
                <c:pt idx="1848">
                  <c:v>2.15</c:v>
                </c:pt>
                <c:pt idx="1849">
                  <c:v>2.0299999999999998</c:v>
                </c:pt>
                <c:pt idx="1850">
                  <c:v>2.0099999999999998</c:v>
                </c:pt>
                <c:pt idx="1851">
                  <c:v>2.02</c:v>
                </c:pt>
                <c:pt idx="1852">
                  <c:v>2.1850000000000001</c:v>
                </c:pt>
                <c:pt idx="1853">
                  <c:v>2.0699999999999998</c:v>
                </c:pt>
                <c:pt idx="1854">
                  <c:v>2.1</c:v>
                </c:pt>
                <c:pt idx="1855">
                  <c:v>2.1</c:v>
                </c:pt>
                <c:pt idx="1856">
                  <c:v>2.38</c:v>
                </c:pt>
                <c:pt idx="1857">
                  <c:v>2.37</c:v>
                </c:pt>
                <c:pt idx="1858">
                  <c:v>2.39</c:v>
                </c:pt>
                <c:pt idx="1859">
                  <c:v>2.4</c:v>
                </c:pt>
                <c:pt idx="1860">
                  <c:v>2.4049999999999998</c:v>
                </c:pt>
                <c:pt idx="1861">
                  <c:v>2.39</c:v>
                </c:pt>
                <c:pt idx="1862">
                  <c:v>2.39</c:v>
                </c:pt>
                <c:pt idx="1863">
                  <c:v>2.41</c:v>
                </c:pt>
                <c:pt idx="1864">
                  <c:v>2.39</c:v>
                </c:pt>
                <c:pt idx="1865">
                  <c:v>2.38</c:v>
                </c:pt>
                <c:pt idx="1866">
                  <c:v>2.38</c:v>
                </c:pt>
                <c:pt idx="1867">
                  <c:v>2.39</c:v>
                </c:pt>
                <c:pt idx="1868">
                  <c:v>2.39</c:v>
                </c:pt>
                <c:pt idx="1869">
                  <c:v>2.39</c:v>
                </c:pt>
                <c:pt idx="1870">
                  <c:v>2.2450000000000001</c:v>
                </c:pt>
                <c:pt idx="1871">
                  <c:v>2.39</c:v>
                </c:pt>
                <c:pt idx="1872">
                  <c:v>2.39</c:v>
                </c:pt>
                <c:pt idx="1873">
                  <c:v>2.39</c:v>
                </c:pt>
                <c:pt idx="1874">
                  <c:v>2.37</c:v>
                </c:pt>
                <c:pt idx="1875">
                  <c:v>2.1800000000000002</c:v>
                </c:pt>
                <c:pt idx="1876">
                  <c:v>2.2650000000000001</c:v>
                </c:pt>
                <c:pt idx="1877">
                  <c:v>2.2599999999999998</c:v>
                </c:pt>
                <c:pt idx="1878">
                  <c:v>2.2549999999999999</c:v>
                </c:pt>
                <c:pt idx="1879">
                  <c:v>2.2050000000000001</c:v>
                </c:pt>
                <c:pt idx="1880">
                  <c:v>2.125</c:v>
                </c:pt>
                <c:pt idx="1881">
                  <c:v>2.16</c:v>
                </c:pt>
                <c:pt idx="1882">
                  <c:v>1.99</c:v>
                </c:pt>
                <c:pt idx="1883">
                  <c:v>2.0499999999999998</c:v>
                </c:pt>
                <c:pt idx="1884">
                  <c:v>2.02</c:v>
                </c:pt>
                <c:pt idx="1885">
                  <c:v>2.02</c:v>
                </c:pt>
                <c:pt idx="1886">
                  <c:v>1.99</c:v>
                </c:pt>
                <c:pt idx="1887">
                  <c:v>2.15</c:v>
                </c:pt>
                <c:pt idx="1888">
                  <c:v>2.2200000000000002</c:v>
                </c:pt>
                <c:pt idx="1889">
                  <c:v>2.4900000000000002</c:v>
                </c:pt>
                <c:pt idx="1890">
                  <c:v>2.34</c:v>
                </c:pt>
                <c:pt idx="1891">
                  <c:v>2.35</c:v>
                </c:pt>
                <c:pt idx="1892">
                  <c:v>2.46</c:v>
                </c:pt>
                <c:pt idx="1893">
                  <c:v>2.58</c:v>
                </c:pt>
                <c:pt idx="1894">
                  <c:v>2.58</c:v>
                </c:pt>
                <c:pt idx="1895">
                  <c:v>2.5350000000000001</c:v>
                </c:pt>
                <c:pt idx="1896">
                  <c:v>2.4900000000000002</c:v>
                </c:pt>
                <c:pt idx="1897">
                  <c:v>2.4449999999999998</c:v>
                </c:pt>
                <c:pt idx="1898">
                  <c:v>2.5</c:v>
                </c:pt>
                <c:pt idx="1899">
                  <c:v>2.36</c:v>
                </c:pt>
                <c:pt idx="1900">
                  <c:v>3.11</c:v>
                </c:pt>
                <c:pt idx="1901">
                  <c:v>3.23</c:v>
                </c:pt>
                <c:pt idx="1902">
                  <c:v>2.97</c:v>
                </c:pt>
                <c:pt idx="1903">
                  <c:v>2.59</c:v>
                </c:pt>
                <c:pt idx="1904">
                  <c:v>2.8</c:v>
                </c:pt>
                <c:pt idx="1905">
                  <c:v>2.78</c:v>
                </c:pt>
                <c:pt idx="1906">
                  <c:v>3.12</c:v>
                </c:pt>
                <c:pt idx="1907">
                  <c:v>3.2050000000000001</c:v>
                </c:pt>
                <c:pt idx="1908">
                  <c:v>3.04</c:v>
                </c:pt>
                <c:pt idx="1909">
                  <c:v>2.66</c:v>
                </c:pt>
                <c:pt idx="1910">
                  <c:v>3.04</c:v>
                </c:pt>
                <c:pt idx="1911">
                  <c:v>3.02</c:v>
                </c:pt>
                <c:pt idx="1912">
                  <c:v>2.4700000000000002</c:v>
                </c:pt>
                <c:pt idx="1913">
                  <c:v>2.71</c:v>
                </c:pt>
                <c:pt idx="1914">
                  <c:v>2.77</c:v>
                </c:pt>
                <c:pt idx="1915">
                  <c:v>2.7450000000000001</c:v>
                </c:pt>
                <c:pt idx="1916">
                  <c:v>2.72</c:v>
                </c:pt>
                <c:pt idx="1917">
                  <c:v>2.61</c:v>
                </c:pt>
                <c:pt idx="1918">
                  <c:v>2.48</c:v>
                </c:pt>
                <c:pt idx="1919">
                  <c:v>2.62</c:v>
                </c:pt>
                <c:pt idx="1920">
                  <c:v>2.54</c:v>
                </c:pt>
                <c:pt idx="1921">
                  <c:v>2.4</c:v>
                </c:pt>
                <c:pt idx="1922">
                  <c:v>2.6</c:v>
                </c:pt>
                <c:pt idx="1923">
                  <c:v>2.6</c:v>
                </c:pt>
                <c:pt idx="1924">
                  <c:v>2.4900000000000002</c:v>
                </c:pt>
                <c:pt idx="1925">
                  <c:v>2.59</c:v>
                </c:pt>
                <c:pt idx="1926">
                  <c:v>2.65</c:v>
                </c:pt>
                <c:pt idx="1927">
                  <c:v>2.46</c:v>
                </c:pt>
                <c:pt idx="1928">
                  <c:v>2.5099999999999998</c:v>
                </c:pt>
                <c:pt idx="1929">
                  <c:v>2.65</c:v>
                </c:pt>
                <c:pt idx="1930">
                  <c:v>2.64</c:v>
                </c:pt>
                <c:pt idx="1931">
                  <c:v>2.64</c:v>
                </c:pt>
                <c:pt idx="1932">
                  <c:v>2.7</c:v>
                </c:pt>
                <c:pt idx="1933">
                  <c:v>2.7349999999999999</c:v>
                </c:pt>
                <c:pt idx="1934">
                  <c:v>2.9</c:v>
                </c:pt>
                <c:pt idx="1935">
                  <c:v>2.74</c:v>
                </c:pt>
                <c:pt idx="1936">
                  <c:v>2.97</c:v>
                </c:pt>
                <c:pt idx="1937">
                  <c:v>3.3</c:v>
                </c:pt>
                <c:pt idx="1938">
                  <c:v>3.3</c:v>
                </c:pt>
                <c:pt idx="1939">
                  <c:v>3.3</c:v>
                </c:pt>
                <c:pt idx="1940">
                  <c:v>3.14</c:v>
                </c:pt>
                <c:pt idx="1941">
                  <c:v>3.14</c:v>
                </c:pt>
                <c:pt idx="1942">
                  <c:v>3.29</c:v>
                </c:pt>
                <c:pt idx="1943">
                  <c:v>3.14</c:v>
                </c:pt>
                <c:pt idx="1944">
                  <c:v>3.1749999999999998</c:v>
                </c:pt>
                <c:pt idx="1945">
                  <c:v>3.22</c:v>
                </c:pt>
                <c:pt idx="1946">
                  <c:v>3.18</c:v>
                </c:pt>
                <c:pt idx="1947">
                  <c:v>3.0550000000000002</c:v>
                </c:pt>
                <c:pt idx="1948">
                  <c:v>2.9049999999999998</c:v>
                </c:pt>
                <c:pt idx="1949">
                  <c:v>3.13</c:v>
                </c:pt>
                <c:pt idx="1950">
                  <c:v>3.0249999999999999</c:v>
                </c:pt>
                <c:pt idx="1951">
                  <c:v>3.0150000000000001</c:v>
                </c:pt>
                <c:pt idx="1952">
                  <c:v>3.0750000000000002</c:v>
                </c:pt>
                <c:pt idx="1953">
                  <c:v>3.165</c:v>
                </c:pt>
                <c:pt idx="1954">
                  <c:v>3</c:v>
                </c:pt>
                <c:pt idx="1955">
                  <c:v>3.06</c:v>
                </c:pt>
                <c:pt idx="1956">
                  <c:v>3.0950000000000002</c:v>
                </c:pt>
                <c:pt idx="1957">
                  <c:v>3</c:v>
                </c:pt>
                <c:pt idx="1958">
                  <c:v>2.95</c:v>
                </c:pt>
                <c:pt idx="1959">
                  <c:v>2.95</c:v>
                </c:pt>
                <c:pt idx="1960">
                  <c:v>2.88</c:v>
                </c:pt>
                <c:pt idx="1961">
                  <c:v>2.9</c:v>
                </c:pt>
                <c:pt idx="1962">
                  <c:v>2.9750000000000001</c:v>
                </c:pt>
                <c:pt idx="1963">
                  <c:v>2.84</c:v>
                </c:pt>
                <c:pt idx="1964">
                  <c:v>2.89</c:v>
                </c:pt>
                <c:pt idx="1965">
                  <c:v>2.9249999999999998</c:v>
                </c:pt>
                <c:pt idx="1966">
                  <c:v>2.93</c:v>
                </c:pt>
                <c:pt idx="1967">
                  <c:v>2.96</c:v>
                </c:pt>
                <c:pt idx="1968">
                  <c:v>2.94</c:v>
                </c:pt>
                <c:pt idx="1969">
                  <c:v>2.91</c:v>
                </c:pt>
                <c:pt idx="1970">
                  <c:v>2.91</c:v>
                </c:pt>
                <c:pt idx="1971">
                  <c:v>2.92</c:v>
                </c:pt>
                <c:pt idx="1972">
                  <c:v>3.07</c:v>
                </c:pt>
                <c:pt idx="1973">
                  <c:v>3.12</c:v>
                </c:pt>
                <c:pt idx="1974">
                  <c:v>3.22</c:v>
                </c:pt>
                <c:pt idx="1975">
                  <c:v>3.25</c:v>
                </c:pt>
                <c:pt idx="1976">
                  <c:v>3.25</c:v>
                </c:pt>
                <c:pt idx="1977">
                  <c:v>3.25</c:v>
                </c:pt>
                <c:pt idx="1978">
                  <c:v>3.25</c:v>
                </c:pt>
                <c:pt idx="1979">
                  <c:v>3.25</c:v>
                </c:pt>
                <c:pt idx="1980">
                  <c:v>3.25</c:v>
                </c:pt>
                <c:pt idx="1981">
                  <c:v>3.25</c:v>
                </c:pt>
                <c:pt idx="1982">
                  <c:v>3.31</c:v>
                </c:pt>
                <c:pt idx="1983">
                  <c:v>3.47</c:v>
                </c:pt>
                <c:pt idx="1984">
                  <c:v>3.32</c:v>
                </c:pt>
                <c:pt idx="1985">
                  <c:v>3.25</c:v>
                </c:pt>
                <c:pt idx="1986">
                  <c:v>3.25</c:v>
                </c:pt>
                <c:pt idx="1987">
                  <c:v>3.04</c:v>
                </c:pt>
                <c:pt idx="1988">
                  <c:v>3.04</c:v>
                </c:pt>
                <c:pt idx="1989">
                  <c:v>2.94</c:v>
                </c:pt>
                <c:pt idx="1990">
                  <c:v>2.99</c:v>
                </c:pt>
                <c:pt idx="1991">
                  <c:v>2.92</c:v>
                </c:pt>
                <c:pt idx="1992">
                  <c:v>2.7650000000000001</c:v>
                </c:pt>
                <c:pt idx="1993">
                  <c:v>2.7050000000000001</c:v>
                </c:pt>
                <c:pt idx="1994">
                  <c:v>2.73</c:v>
                </c:pt>
                <c:pt idx="1995">
                  <c:v>2.7450000000000001</c:v>
                </c:pt>
                <c:pt idx="1996">
                  <c:v>2.7349999999999999</c:v>
                </c:pt>
                <c:pt idx="1997">
                  <c:v>2.71</c:v>
                </c:pt>
                <c:pt idx="1998">
                  <c:v>2.71</c:v>
                </c:pt>
                <c:pt idx="1999">
                  <c:v>2.73</c:v>
                </c:pt>
                <c:pt idx="2000">
                  <c:v>2.75</c:v>
                </c:pt>
                <c:pt idx="2001">
                  <c:v>2.75</c:v>
                </c:pt>
                <c:pt idx="2002">
                  <c:v>2.75</c:v>
                </c:pt>
                <c:pt idx="2003">
                  <c:v>2.9</c:v>
                </c:pt>
                <c:pt idx="2004">
                  <c:v>2.9</c:v>
                </c:pt>
                <c:pt idx="2005">
                  <c:v>2.9</c:v>
                </c:pt>
                <c:pt idx="2006">
                  <c:v>2.895</c:v>
                </c:pt>
                <c:pt idx="2007">
                  <c:v>2.895</c:v>
                </c:pt>
                <c:pt idx="2008">
                  <c:v>2.9</c:v>
                </c:pt>
                <c:pt idx="2009">
                  <c:v>2.88</c:v>
                </c:pt>
                <c:pt idx="2010">
                  <c:v>2.87</c:v>
                </c:pt>
                <c:pt idx="2011">
                  <c:v>2.9</c:v>
                </c:pt>
                <c:pt idx="2012">
                  <c:v>2.91</c:v>
                </c:pt>
                <c:pt idx="2013">
                  <c:v>2.75</c:v>
                </c:pt>
                <c:pt idx="2014">
                  <c:v>2.83</c:v>
                </c:pt>
                <c:pt idx="2015">
                  <c:v>2.83</c:v>
                </c:pt>
                <c:pt idx="2016">
                  <c:v>2.85</c:v>
                </c:pt>
                <c:pt idx="2017">
                  <c:v>2.86</c:v>
                </c:pt>
                <c:pt idx="2018">
                  <c:v>2.83</c:v>
                </c:pt>
                <c:pt idx="2019">
                  <c:v>2.75</c:v>
                </c:pt>
                <c:pt idx="2020">
                  <c:v>2.75</c:v>
                </c:pt>
                <c:pt idx="2021">
                  <c:v>2.82</c:v>
                </c:pt>
                <c:pt idx="2022">
                  <c:v>2.91</c:v>
                </c:pt>
                <c:pt idx="2023">
                  <c:v>2.82</c:v>
                </c:pt>
                <c:pt idx="2024">
                  <c:v>2.73</c:v>
                </c:pt>
                <c:pt idx="2025">
                  <c:v>2.73</c:v>
                </c:pt>
                <c:pt idx="2026">
                  <c:v>2.73</c:v>
                </c:pt>
                <c:pt idx="2027">
                  <c:v>2.73</c:v>
                </c:pt>
                <c:pt idx="2028">
                  <c:v>2.71</c:v>
                </c:pt>
                <c:pt idx="2029">
                  <c:v>2.66</c:v>
                </c:pt>
                <c:pt idx="2030">
                  <c:v>2.64</c:v>
                </c:pt>
                <c:pt idx="2031">
                  <c:v>2.64</c:v>
                </c:pt>
                <c:pt idx="2032">
                  <c:v>2.5099999999999998</c:v>
                </c:pt>
                <c:pt idx="2033">
                  <c:v>2.4900000000000002</c:v>
                </c:pt>
                <c:pt idx="2034">
                  <c:v>2.4900000000000002</c:v>
                </c:pt>
                <c:pt idx="2035">
                  <c:v>2.4750000000000001</c:v>
                </c:pt>
                <c:pt idx="2036">
                  <c:v>2.3650000000000002</c:v>
                </c:pt>
                <c:pt idx="2037">
                  <c:v>2.0499999999999998</c:v>
                </c:pt>
                <c:pt idx="2038">
                  <c:v>2.23</c:v>
                </c:pt>
                <c:pt idx="2039">
                  <c:v>2.27</c:v>
                </c:pt>
                <c:pt idx="2040">
                  <c:v>2.44</c:v>
                </c:pt>
                <c:pt idx="2041">
                  <c:v>2.37</c:v>
                </c:pt>
                <c:pt idx="2042">
                  <c:v>2.2000000000000002</c:v>
                </c:pt>
                <c:pt idx="2043">
                  <c:v>2.2000000000000002</c:v>
                </c:pt>
                <c:pt idx="2044">
                  <c:v>2.12</c:v>
                </c:pt>
                <c:pt idx="2045">
                  <c:v>2.09</c:v>
                </c:pt>
                <c:pt idx="2046">
                  <c:v>2.2799999999999998</c:v>
                </c:pt>
                <c:pt idx="2047">
                  <c:v>2.2799999999999998</c:v>
                </c:pt>
                <c:pt idx="2048">
                  <c:v>2.2799999999999998</c:v>
                </c:pt>
                <c:pt idx="2049">
                  <c:v>2.36</c:v>
                </c:pt>
                <c:pt idx="2050">
                  <c:v>2.31</c:v>
                </c:pt>
                <c:pt idx="2051">
                  <c:v>2.36</c:v>
                </c:pt>
                <c:pt idx="2052">
                  <c:v>2.2799999999999998</c:v>
                </c:pt>
                <c:pt idx="2053">
                  <c:v>2.2650000000000001</c:v>
                </c:pt>
                <c:pt idx="2054">
                  <c:v>2.2650000000000001</c:v>
                </c:pt>
                <c:pt idx="2055">
                  <c:v>2.2799999999999998</c:v>
                </c:pt>
                <c:pt idx="2056">
                  <c:v>2.2799999999999998</c:v>
                </c:pt>
                <c:pt idx="2057">
                  <c:v>1.9</c:v>
                </c:pt>
                <c:pt idx="2058">
                  <c:v>1.855</c:v>
                </c:pt>
                <c:pt idx="2059">
                  <c:v>1.855</c:v>
                </c:pt>
                <c:pt idx="2060">
                  <c:v>1.78</c:v>
                </c:pt>
                <c:pt idx="2061">
                  <c:v>1.845</c:v>
                </c:pt>
                <c:pt idx="2062">
                  <c:v>1.9950000000000001</c:v>
                </c:pt>
                <c:pt idx="2063">
                  <c:v>2.12</c:v>
                </c:pt>
                <c:pt idx="2064">
                  <c:v>2.21</c:v>
                </c:pt>
                <c:pt idx="2065">
                  <c:v>2.0699999999999998</c:v>
                </c:pt>
                <c:pt idx="2066">
                  <c:v>2.0699999999999998</c:v>
                </c:pt>
                <c:pt idx="2067">
                  <c:v>2.06</c:v>
                </c:pt>
                <c:pt idx="2068">
                  <c:v>2.1</c:v>
                </c:pt>
                <c:pt idx="2069">
                  <c:v>2.2000000000000002</c:v>
                </c:pt>
                <c:pt idx="2070">
                  <c:v>2.08</c:v>
                </c:pt>
                <c:pt idx="2071">
                  <c:v>2.0750000000000002</c:v>
                </c:pt>
                <c:pt idx="2072">
                  <c:v>1.9950000000000001</c:v>
                </c:pt>
                <c:pt idx="2073">
                  <c:v>2.0049999999999999</c:v>
                </c:pt>
                <c:pt idx="2074">
                  <c:v>2.09</c:v>
                </c:pt>
                <c:pt idx="2075">
                  <c:v>2.09</c:v>
                </c:pt>
                <c:pt idx="2076">
                  <c:v>2.1549999999999998</c:v>
                </c:pt>
                <c:pt idx="2077">
                  <c:v>1.96</c:v>
                </c:pt>
                <c:pt idx="2078">
                  <c:v>1.98</c:v>
                </c:pt>
                <c:pt idx="2079">
                  <c:v>1.9950000000000001</c:v>
                </c:pt>
                <c:pt idx="2080">
                  <c:v>1.9950000000000001</c:v>
                </c:pt>
                <c:pt idx="2081">
                  <c:v>2.0049999999999999</c:v>
                </c:pt>
                <c:pt idx="2082">
                  <c:v>2</c:v>
                </c:pt>
                <c:pt idx="2083">
                  <c:v>1.825</c:v>
                </c:pt>
                <c:pt idx="2084">
                  <c:v>1.86</c:v>
                </c:pt>
                <c:pt idx="2085">
                  <c:v>1.7350000000000001</c:v>
                </c:pt>
                <c:pt idx="2086">
                  <c:v>1.83</c:v>
                </c:pt>
                <c:pt idx="2087">
                  <c:v>1.83</c:v>
                </c:pt>
                <c:pt idx="2088">
                  <c:v>1.9450000000000001</c:v>
                </c:pt>
                <c:pt idx="2089">
                  <c:v>1.9450000000000001</c:v>
                </c:pt>
                <c:pt idx="2090">
                  <c:v>1.97</c:v>
                </c:pt>
                <c:pt idx="2091">
                  <c:v>1.9350000000000001</c:v>
                </c:pt>
                <c:pt idx="2092">
                  <c:v>1.95</c:v>
                </c:pt>
                <c:pt idx="2093">
                  <c:v>1.9650000000000001</c:v>
                </c:pt>
                <c:pt idx="2094">
                  <c:v>1.95</c:v>
                </c:pt>
                <c:pt idx="2095">
                  <c:v>1.9650000000000001</c:v>
                </c:pt>
                <c:pt idx="2096">
                  <c:v>1.92</c:v>
                </c:pt>
                <c:pt idx="2097">
                  <c:v>1.84</c:v>
                </c:pt>
                <c:pt idx="2098">
                  <c:v>1.885</c:v>
                </c:pt>
                <c:pt idx="2099">
                  <c:v>1.86</c:v>
                </c:pt>
                <c:pt idx="2100">
                  <c:v>1.875</c:v>
                </c:pt>
                <c:pt idx="2101">
                  <c:v>1.905</c:v>
                </c:pt>
                <c:pt idx="2102">
                  <c:v>1.915</c:v>
                </c:pt>
                <c:pt idx="2103">
                  <c:v>1.92</c:v>
                </c:pt>
                <c:pt idx="2104">
                  <c:v>1.91</c:v>
                </c:pt>
                <c:pt idx="2105">
                  <c:v>1.875</c:v>
                </c:pt>
                <c:pt idx="2106">
                  <c:v>1.925</c:v>
                </c:pt>
                <c:pt idx="2107">
                  <c:v>1.925</c:v>
                </c:pt>
                <c:pt idx="2108">
                  <c:v>2.19</c:v>
                </c:pt>
                <c:pt idx="2109">
                  <c:v>2.16</c:v>
                </c:pt>
                <c:pt idx="2110">
                  <c:v>2.1800000000000002</c:v>
                </c:pt>
                <c:pt idx="2111">
                  <c:v>1.89</c:v>
                </c:pt>
                <c:pt idx="2112">
                  <c:v>1.895</c:v>
                </c:pt>
                <c:pt idx="2113">
                  <c:v>1.92</c:v>
                </c:pt>
                <c:pt idx="2114">
                  <c:v>1.93</c:v>
                </c:pt>
                <c:pt idx="2115">
                  <c:v>2.02</c:v>
                </c:pt>
                <c:pt idx="2116">
                  <c:v>2.04</c:v>
                </c:pt>
                <c:pt idx="2117">
                  <c:v>1.99</c:v>
                </c:pt>
                <c:pt idx="2118">
                  <c:v>2.0299999999999998</c:v>
                </c:pt>
                <c:pt idx="2119">
                  <c:v>2.04</c:v>
                </c:pt>
                <c:pt idx="2120">
                  <c:v>2.1</c:v>
                </c:pt>
                <c:pt idx="2121">
                  <c:v>2.04</c:v>
                </c:pt>
                <c:pt idx="2122">
                  <c:v>2.16</c:v>
                </c:pt>
                <c:pt idx="2123">
                  <c:v>2.0750000000000002</c:v>
                </c:pt>
                <c:pt idx="2124">
                  <c:v>2.12</c:v>
                </c:pt>
                <c:pt idx="2125">
                  <c:v>2.12</c:v>
                </c:pt>
                <c:pt idx="2126">
                  <c:v>2.12</c:v>
                </c:pt>
                <c:pt idx="2127">
                  <c:v>2.13</c:v>
                </c:pt>
                <c:pt idx="2128">
                  <c:v>2.13</c:v>
                </c:pt>
                <c:pt idx="2129">
                  <c:v>2.06</c:v>
                </c:pt>
                <c:pt idx="2130">
                  <c:v>2.2400000000000002</c:v>
                </c:pt>
                <c:pt idx="2131">
                  <c:v>2.2400000000000002</c:v>
                </c:pt>
                <c:pt idx="2132">
                  <c:v>2.2599999999999998</c:v>
                </c:pt>
                <c:pt idx="2133">
                  <c:v>2.21</c:v>
                </c:pt>
                <c:pt idx="2134">
                  <c:v>2.2400000000000002</c:v>
                </c:pt>
                <c:pt idx="2135">
                  <c:v>2.2949999999999999</c:v>
                </c:pt>
                <c:pt idx="2136">
                  <c:v>2.29</c:v>
                </c:pt>
                <c:pt idx="2137">
                  <c:v>2.12</c:v>
                </c:pt>
                <c:pt idx="2138">
                  <c:v>2.08</c:v>
                </c:pt>
                <c:pt idx="2139">
                  <c:v>1.96</c:v>
                </c:pt>
                <c:pt idx="2140">
                  <c:v>2.19</c:v>
                </c:pt>
                <c:pt idx="2141">
                  <c:v>2.13</c:v>
                </c:pt>
                <c:pt idx="2142">
                  <c:v>2.12</c:v>
                </c:pt>
                <c:pt idx="2143">
                  <c:v>1.89</c:v>
                </c:pt>
                <c:pt idx="2144">
                  <c:v>2.19</c:v>
                </c:pt>
                <c:pt idx="2145">
                  <c:v>2.1800000000000002</c:v>
                </c:pt>
                <c:pt idx="2146">
                  <c:v>1.98</c:v>
                </c:pt>
                <c:pt idx="2147">
                  <c:v>1.99</c:v>
                </c:pt>
                <c:pt idx="2148">
                  <c:v>1.97</c:v>
                </c:pt>
                <c:pt idx="2149">
                  <c:v>1.97</c:v>
                </c:pt>
                <c:pt idx="2150">
                  <c:v>1.9</c:v>
                </c:pt>
                <c:pt idx="2151">
                  <c:v>1.7849999999999999</c:v>
                </c:pt>
                <c:pt idx="2152">
                  <c:v>1.7749999999999999</c:v>
                </c:pt>
                <c:pt idx="2153">
                  <c:v>1.7150000000000001</c:v>
                </c:pt>
                <c:pt idx="2154">
                  <c:v>1.645</c:v>
                </c:pt>
                <c:pt idx="2155">
                  <c:v>1.645</c:v>
                </c:pt>
                <c:pt idx="2156">
                  <c:v>1.67</c:v>
                </c:pt>
                <c:pt idx="2157">
                  <c:v>1.7849999999999999</c:v>
                </c:pt>
                <c:pt idx="2158">
                  <c:v>1.665</c:v>
                </c:pt>
                <c:pt idx="2159">
                  <c:v>1.7549999999999999</c:v>
                </c:pt>
                <c:pt idx="2160">
                  <c:v>1.73</c:v>
                </c:pt>
                <c:pt idx="2161">
                  <c:v>1.655</c:v>
                </c:pt>
                <c:pt idx="2162">
                  <c:v>1.63</c:v>
                </c:pt>
                <c:pt idx="2163">
                  <c:v>1.615</c:v>
                </c:pt>
                <c:pt idx="2164">
                  <c:v>1.54</c:v>
                </c:pt>
                <c:pt idx="2165">
                  <c:v>1.5349999999999999</c:v>
                </c:pt>
                <c:pt idx="2166">
                  <c:v>1.47</c:v>
                </c:pt>
                <c:pt idx="2167">
                  <c:v>1.48</c:v>
                </c:pt>
                <c:pt idx="2168">
                  <c:v>1.47</c:v>
                </c:pt>
                <c:pt idx="2169">
                  <c:v>1.46</c:v>
                </c:pt>
                <c:pt idx="2170">
                  <c:v>1.4650000000000001</c:v>
                </c:pt>
                <c:pt idx="2171">
                  <c:v>1.42</c:v>
                </c:pt>
                <c:pt idx="2172">
                  <c:v>1.405</c:v>
                </c:pt>
                <c:pt idx="2173">
                  <c:v>1.41</c:v>
                </c:pt>
                <c:pt idx="2174">
                  <c:v>1.42</c:v>
                </c:pt>
                <c:pt idx="2175">
                  <c:v>1.41</c:v>
                </c:pt>
                <c:pt idx="2176">
                  <c:v>1.41</c:v>
                </c:pt>
                <c:pt idx="2177">
                  <c:v>1.385</c:v>
                </c:pt>
                <c:pt idx="2178">
                  <c:v>1.385</c:v>
                </c:pt>
                <c:pt idx="2179">
                  <c:v>1.405</c:v>
                </c:pt>
                <c:pt idx="2180">
                  <c:v>1.37</c:v>
                </c:pt>
                <c:pt idx="2181">
                  <c:v>1.39</c:v>
                </c:pt>
                <c:pt idx="2182">
                  <c:v>1.395</c:v>
                </c:pt>
                <c:pt idx="2183">
                  <c:v>1.405</c:v>
                </c:pt>
                <c:pt idx="2184">
                  <c:v>1.38</c:v>
                </c:pt>
                <c:pt idx="2185">
                  <c:v>1.4</c:v>
                </c:pt>
                <c:pt idx="2186">
                  <c:v>1.4450000000000001</c:v>
                </c:pt>
                <c:pt idx="2187">
                  <c:v>1.405</c:v>
                </c:pt>
                <c:pt idx="2188">
                  <c:v>1.415</c:v>
                </c:pt>
                <c:pt idx="2189">
                  <c:v>1.425</c:v>
                </c:pt>
                <c:pt idx="2190">
                  <c:v>1.425</c:v>
                </c:pt>
                <c:pt idx="2191">
                  <c:v>1.43</c:v>
                </c:pt>
                <c:pt idx="2192">
                  <c:v>1.49</c:v>
                </c:pt>
                <c:pt idx="2193">
                  <c:v>1.37</c:v>
                </c:pt>
                <c:pt idx="2194">
                  <c:v>1.37</c:v>
                </c:pt>
                <c:pt idx="2195">
                  <c:v>1.335</c:v>
                </c:pt>
                <c:pt idx="2196">
                  <c:v>1.33</c:v>
                </c:pt>
                <c:pt idx="2197">
                  <c:v>1.27</c:v>
                </c:pt>
                <c:pt idx="2198">
                  <c:v>1.21</c:v>
                </c:pt>
                <c:pt idx="2199">
                  <c:v>1.25</c:v>
                </c:pt>
                <c:pt idx="2200">
                  <c:v>1.31</c:v>
                </c:pt>
                <c:pt idx="2201">
                  <c:v>1.33</c:v>
                </c:pt>
                <c:pt idx="2202">
                  <c:v>1.34</c:v>
                </c:pt>
                <c:pt idx="2203">
                  <c:v>1.38</c:v>
                </c:pt>
                <c:pt idx="2204">
                  <c:v>1.38</c:v>
                </c:pt>
                <c:pt idx="2205">
                  <c:v>1.39</c:v>
                </c:pt>
                <c:pt idx="2206">
                  <c:v>1.32</c:v>
                </c:pt>
                <c:pt idx="2207">
                  <c:v>1.32</c:v>
                </c:pt>
                <c:pt idx="2208">
                  <c:v>1.3</c:v>
                </c:pt>
                <c:pt idx="2209">
                  <c:v>1.31</c:v>
                </c:pt>
                <c:pt idx="2210">
                  <c:v>1.31</c:v>
                </c:pt>
                <c:pt idx="2211">
                  <c:v>1.25</c:v>
                </c:pt>
                <c:pt idx="2212">
                  <c:v>1.31</c:v>
                </c:pt>
                <c:pt idx="2213">
                  <c:v>1.37</c:v>
                </c:pt>
                <c:pt idx="2214">
                  <c:v>1.26</c:v>
                </c:pt>
                <c:pt idx="2215">
                  <c:v>1.375</c:v>
                </c:pt>
                <c:pt idx="2216">
                  <c:v>1.37</c:v>
                </c:pt>
                <c:pt idx="2217">
                  <c:v>1.26</c:v>
                </c:pt>
                <c:pt idx="2218">
                  <c:v>1.2</c:v>
                </c:pt>
                <c:pt idx="2219">
                  <c:v>1.2</c:v>
                </c:pt>
                <c:pt idx="2220">
                  <c:v>1.27</c:v>
                </c:pt>
                <c:pt idx="2221">
                  <c:v>1.28</c:v>
                </c:pt>
                <c:pt idx="2222">
                  <c:v>1.32</c:v>
                </c:pt>
                <c:pt idx="2223">
                  <c:v>1.335</c:v>
                </c:pt>
                <c:pt idx="2224">
                  <c:v>1.345</c:v>
                </c:pt>
                <c:pt idx="2225">
                  <c:v>1.335</c:v>
                </c:pt>
                <c:pt idx="2226">
                  <c:v>1.3049999999999999</c:v>
                </c:pt>
                <c:pt idx="2227">
                  <c:v>1.28</c:v>
                </c:pt>
                <c:pt idx="2228">
                  <c:v>1.32</c:v>
                </c:pt>
                <c:pt idx="2229">
                  <c:v>1.26</c:v>
                </c:pt>
                <c:pt idx="2230">
                  <c:v>1.19</c:v>
                </c:pt>
                <c:pt idx="2231">
                  <c:v>1.22</c:v>
                </c:pt>
                <c:pt idx="2232">
                  <c:v>1.23</c:v>
                </c:pt>
                <c:pt idx="2233">
                  <c:v>1.23</c:v>
                </c:pt>
                <c:pt idx="2234">
                  <c:v>1.1499999999999999</c:v>
                </c:pt>
                <c:pt idx="2235">
                  <c:v>1.1200000000000001</c:v>
                </c:pt>
                <c:pt idx="2236">
                  <c:v>0.99</c:v>
                </c:pt>
                <c:pt idx="2237">
                  <c:v>1.04</c:v>
                </c:pt>
                <c:pt idx="2238">
                  <c:v>1.1200000000000001</c:v>
                </c:pt>
                <c:pt idx="2239">
                  <c:v>1.1399999999999999</c:v>
                </c:pt>
                <c:pt idx="2240">
                  <c:v>1.1499999999999999</c:v>
                </c:pt>
                <c:pt idx="2241">
                  <c:v>1.19</c:v>
                </c:pt>
                <c:pt idx="2242">
                  <c:v>1.19</c:v>
                </c:pt>
                <c:pt idx="2243">
                  <c:v>1.19</c:v>
                </c:pt>
                <c:pt idx="2244">
                  <c:v>1.19</c:v>
                </c:pt>
                <c:pt idx="2245">
                  <c:v>1.05</c:v>
                </c:pt>
                <c:pt idx="2246">
                  <c:v>0.98</c:v>
                </c:pt>
                <c:pt idx="2247">
                  <c:v>0.98</c:v>
                </c:pt>
                <c:pt idx="2248">
                  <c:v>0.97</c:v>
                </c:pt>
                <c:pt idx="2249">
                  <c:v>0.97</c:v>
                </c:pt>
                <c:pt idx="2250">
                  <c:v>0.92</c:v>
                </c:pt>
                <c:pt idx="2251">
                  <c:v>0.95</c:v>
                </c:pt>
                <c:pt idx="2252">
                  <c:v>0.97</c:v>
                </c:pt>
                <c:pt idx="2253">
                  <c:v>0.91</c:v>
                </c:pt>
                <c:pt idx="2254">
                  <c:v>0.94</c:v>
                </c:pt>
                <c:pt idx="2255">
                  <c:v>0.93</c:v>
                </c:pt>
                <c:pt idx="2256">
                  <c:v>0.94</c:v>
                </c:pt>
                <c:pt idx="2257">
                  <c:v>0.96</c:v>
                </c:pt>
                <c:pt idx="2258">
                  <c:v>0.98</c:v>
                </c:pt>
                <c:pt idx="2259">
                  <c:v>1</c:v>
                </c:pt>
                <c:pt idx="2260">
                  <c:v>1</c:v>
                </c:pt>
                <c:pt idx="2261">
                  <c:v>1.03</c:v>
                </c:pt>
                <c:pt idx="2262">
                  <c:v>1.05</c:v>
                </c:pt>
                <c:pt idx="2263">
                  <c:v>0.96499999999999997</c:v>
                </c:pt>
                <c:pt idx="2264">
                  <c:v>0.93500000000000005</c:v>
                </c:pt>
                <c:pt idx="2265">
                  <c:v>0.95499999999999996</c:v>
                </c:pt>
                <c:pt idx="2266">
                  <c:v>0.96</c:v>
                </c:pt>
                <c:pt idx="2267">
                  <c:v>0.92500000000000004</c:v>
                </c:pt>
                <c:pt idx="2268">
                  <c:v>0.92</c:v>
                </c:pt>
                <c:pt idx="2269">
                  <c:v>0.95</c:v>
                </c:pt>
                <c:pt idx="2270">
                  <c:v>0.95</c:v>
                </c:pt>
                <c:pt idx="2271">
                  <c:v>0.95</c:v>
                </c:pt>
                <c:pt idx="2272">
                  <c:v>0.95</c:v>
                </c:pt>
                <c:pt idx="2273">
                  <c:v>1.03</c:v>
                </c:pt>
                <c:pt idx="2274">
                  <c:v>1.06</c:v>
                </c:pt>
                <c:pt idx="2275">
                  <c:v>1.01</c:v>
                </c:pt>
                <c:pt idx="2276">
                  <c:v>1.01</c:v>
                </c:pt>
                <c:pt idx="2277">
                  <c:v>1.02</c:v>
                </c:pt>
                <c:pt idx="2278">
                  <c:v>0.96</c:v>
                </c:pt>
                <c:pt idx="2279">
                  <c:v>0.96</c:v>
                </c:pt>
                <c:pt idx="2280">
                  <c:v>0.94</c:v>
                </c:pt>
                <c:pt idx="2281">
                  <c:v>0.8</c:v>
                </c:pt>
                <c:pt idx="2282">
                  <c:v>0.82</c:v>
                </c:pt>
                <c:pt idx="2283">
                  <c:v>0.8</c:v>
                </c:pt>
                <c:pt idx="2284">
                  <c:v>0.8</c:v>
                </c:pt>
                <c:pt idx="2285">
                  <c:v>0.8</c:v>
                </c:pt>
                <c:pt idx="2286">
                  <c:v>0.79</c:v>
                </c:pt>
                <c:pt idx="2287">
                  <c:v>0.75</c:v>
                </c:pt>
                <c:pt idx="2288">
                  <c:v>0.73</c:v>
                </c:pt>
                <c:pt idx="2289">
                  <c:v>0.72</c:v>
                </c:pt>
                <c:pt idx="2290">
                  <c:v>0.72</c:v>
                </c:pt>
                <c:pt idx="2291">
                  <c:v>0.73</c:v>
                </c:pt>
                <c:pt idx="2292">
                  <c:v>0.72499999999999998</c:v>
                </c:pt>
                <c:pt idx="2293">
                  <c:v>0.73499999999999999</c:v>
                </c:pt>
                <c:pt idx="2294">
                  <c:v>0.755</c:v>
                </c:pt>
                <c:pt idx="2295">
                  <c:v>0.755</c:v>
                </c:pt>
                <c:pt idx="2296">
                  <c:v>0.745</c:v>
                </c:pt>
                <c:pt idx="2297">
                  <c:v>0.75</c:v>
                </c:pt>
                <c:pt idx="2298">
                  <c:v>0.755</c:v>
                </c:pt>
                <c:pt idx="2299">
                  <c:v>0.76</c:v>
                </c:pt>
                <c:pt idx="2300">
                  <c:v>0.75</c:v>
                </c:pt>
                <c:pt idx="2301">
                  <c:v>0.74</c:v>
                </c:pt>
                <c:pt idx="2302">
                  <c:v>0.78</c:v>
                </c:pt>
                <c:pt idx="2303">
                  <c:v>0.79</c:v>
                </c:pt>
                <c:pt idx="2304">
                  <c:v>0.79</c:v>
                </c:pt>
                <c:pt idx="2305">
                  <c:v>0.75</c:v>
                </c:pt>
                <c:pt idx="2306">
                  <c:v>0.85</c:v>
                </c:pt>
                <c:pt idx="2307">
                  <c:v>0.88</c:v>
                </c:pt>
                <c:pt idx="2308">
                  <c:v>0.91</c:v>
                </c:pt>
                <c:pt idx="2309">
                  <c:v>0.88</c:v>
                </c:pt>
                <c:pt idx="2310">
                  <c:v>0.88</c:v>
                </c:pt>
                <c:pt idx="2311">
                  <c:v>0.88</c:v>
                </c:pt>
                <c:pt idx="2312">
                  <c:v>0.88</c:v>
                </c:pt>
                <c:pt idx="2313">
                  <c:v>0.88</c:v>
                </c:pt>
                <c:pt idx="2314">
                  <c:v>0.89</c:v>
                </c:pt>
                <c:pt idx="2315">
                  <c:v>0.89</c:v>
                </c:pt>
                <c:pt idx="2316">
                  <c:v>0.89</c:v>
                </c:pt>
                <c:pt idx="2317">
                  <c:v>0.89</c:v>
                </c:pt>
                <c:pt idx="2318">
                  <c:v>0.89</c:v>
                </c:pt>
                <c:pt idx="2319">
                  <c:v>0.82</c:v>
                </c:pt>
                <c:pt idx="2320">
                  <c:v>0.89</c:v>
                </c:pt>
                <c:pt idx="2321">
                  <c:v>0.89</c:v>
                </c:pt>
                <c:pt idx="2322">
                  <c:v>0.89</c:v>
                </c:pt>
                <c:pt idx="2323">
                  <c:v>0.84</c:v>
                </c:pt>
                <c:pt idx="2324">
                  <c:v>0.83</c:v>
                </c:pt>
                <c:pt idx="2325">
                  <c:v>0.86</c:v>
                </c:pt>
                <c:pt idx="2326">
                  <c:v>0.86</c:v>
                </c:pt>
                <c:pt idx="2327">
                  <c:v>0.86</c:v>
                </c:pt>
                <c:pt idx="2328">
                  <c:v>0.89</c:v>
                </c:pt>
                <c:pt idx="2329">
                  <c:v>0.77</c:v>
                </c:pt>
                <c:pt idx="2330">
                  <c:v>0.77</c:v>
                </c:pt>
                <c:pt idx="2331">
                  <c:v>0.78</c:v>
                </c:pt>
                <c:pt idx="2332">
                  <c:v>0.78</c:v>
                </c:pt>
                <c:pt idx="2333">
                  <c:v>0.79</c:v>
                </c:pt>
                <c:pt idx="2334">
                  <c:v>0.81</c:v>
                </c:pt>
                <c:pt idx="2335">
                  <c:v>0.77500000000000002</c:v>
                </c:pt>
                <c:pt idx="2336">
                  <c:v>0.78</c:v>
                </c:pt>
                <c:pt idx="2337">
                  <c:v>0.76</c:v>
                </c:pt>
                <c:pt idx="2338">
                  <c:v>0.74</c:v>
                </c:pt>
                <c:pt idx="2339">
                  <c:v>0.75</c:v>
                </c:pt>
                <c:pt idx="2340">
                  <c:v>0.74</c:v>
                </c:pt>
                <c:pt idx="2341">
                  <c:v>0.74</c:v>
                </c:pt>
                <c:pt idx="2342">
                  <c:v>0.69499999999999995</c:v>
                </c:pt>
                <c:pt idx="2343">
                  <c:v>0.69499999999999995</c:v>
                </c:pt>
                <c:pt idx="2344">
                  <c:v>0.68500000000000005</c:v>
                </c:pt>
                <c:pt idx="2345">
                  <c:v>0.71</c:v>
                </c:pt>
                <c:pt idx="2346">
                  <c:v>0.71</c:v>
                </c:pt>
                <c:pt idx="2347">
                  <c:v>0.74</c:v>
                </c:pt>
                <c:pt idx="2348">
                  <c:v>0.73</c:v>
                </c:pt>
                <c:pt idx="2349">
                  <c:v>0.73</c:v>
                </c:pt>
                <c:pt idx="2350">
                  <c:v>0.71</c:v>
                </c:pt>
                <c:pt idx="2351">
                  <c:v>0.67</c:v>
                </c:pt>
                <c:pt idx="2352">
                  <c:v>0.68</c:v>
                </c:pt>
                <c:pt idx="2353">
                  <c:v>0.69</c:v>
                </c:pt>
                <c:pt idx="2354">
                  <c:v>0.67</c:v>
                </c:pt>
                <c:pt idx="2355">
                  <c:v>0.67</c:v>
                </c:pt>
                <c:pt idx="2356">
                  <c:v>0.67</c:v>
                </c:pt>
                <c:pt idx="2357">
                  <c:v>0.67</c:v>
                </c:pt>
                <c:pt idx="2358">
                  <c:v>0.66</c:v>
                </c:pt>
                <c:pt idx="2359">
                  <c:v>0.66</c:v>
                </c:pt>
                <c:pt idx="2360">
                  <c:v>0.66</c:v>
                </c:pt>
                <c:pt idx="2361">
                  <c:v>0.76500000000000001</c:v>
                </c:pt>
                <c:pt idx="2362">
                  <c:v>0.78</c:v>
                </c:pt>
                <c:pt idx="2363">
                  <c:v>0.74</c:v>
                </c:pt>
                <c:pt idx="2364">
                  <c:v>0.72</c:v>
                </c:pt>
                <c:pt idx="2365">
                  <c:v>0.74</c:v>
                </c:pt>
                <c:pt idx="2366">
                  <c:v>0.78</c:v>
                </c:pt>
                <c:pt idx="2367">
                  <c:v>0.79</c:v>
                </c:pt>
                <c:pt idx="2368">
                  <c:v>0.79</c:v>
                </c:pt>
                <c:pt idx="2369">
                  <c:v>0.78</c:v>
                </c:pt>
                <c:pt idx="2370">
                  <c:v>0.69</c:v>
                </c:pt>
                <c:pt idx="2371">
                  <c:v>0.66</c:v>
                </c:pt>
                <c:pt idx="2372">
                  <c:v>0.71</c:v>
                </c:pt>
                <c:pt idx="2373">
                  <c:v>0.71</c:v>
                </c:pt>
                <c:pt idx="2374">
                  <c:v>0.71</c:v>
                </c:pt>
                <c:pt idx="2375">
                  <c:v>0.66</c:v>
                </c:pt>
                <c:pt idx="2376">
                  <c:v>0.63</c:v>
                </c:pt>
                <c:pt idx="2377">
                  <c:v>0.63</c:v>
                </c:pt>
                <c:pt idx="2378">
                  <c:v>0.61</c:v>
                </c:pt>
                <c:pt idx="2379">
                  <c:v>0.64</c:v>
                </c:pt>
                <c:pt idx="2380">
                  <c:v>0.64</c:v>
                </c:pt>
                <c:pt idx="2381">
                  <c:v>0.6</c:v>
                </c:pt>
                <c:pt idx="2382">
                  <c:v>0.59</c:v>
                </c:pt>
                <c:pt idx="2383">
                  <c:v>0.63</c:v>
                </c:pt>
                <c:pt idx="2384">
                  <c:v>0.63</c:v>
                </c:pt>
                <c:pt idx="2385">
                  <c:v>0.59</c:v>
                </c:pt>
                <c:pt idx="2386">
                  <c:v>0.63500000000000001</c:v>
                </c:pt>
                <c:pt idx="2387">
                  <c:v>0.63500000000000001</c:v>
                </c:pt>
                <c:pt idx="2388">
                  <c:v>0.58499999999999996</c:v>
                </c:pt>
                <c:pt idx="2389">
                  <c:v>0.56000000000000005</c:v>
                </c:pt>
                <c:pt idx="2390">
                  <c:v>0.56499999999999995</c:v>
                </c:pt>
                <c:pt idx="2391">
                  <c:v>0.54500000000000004</c:v>
                </c:pt>
                <c:pt idx="2392">
                  <c:v>0.52</c:v>
                </c:pt>
                <c:pt idx="2393">
                  <c:v>0.52</c:v>
                </c:pt>
                <c:pt idx="2394">
                  <c:v>0.51</c:v>
                </c:pt>
                <c:pt idx="2395">
                  <c:v>0.51500000000000001</c:v>
                </c:pt>
                <c:pt idx="2396">
                  <c:v>0.5</c:v>
                </c:pt>
                <c:pt idx="2397">
                  <c:v>0.49</c:v>
                </c:pt>
                <c:pt idx="2398">
                  <c:v>0.49</c:v>
                </c:pt>
                <c:pt idx="2399">
                  <c:v>0.53</c:v>
                </c:pt>
                <c:pt idx="2400">
                  <c:v>0.53</c:v>
                </c:pt>
                <c:pt idx="2401">
                  <c:v>0.56000000000000005</c:v>
                </c:pt>
                <c:pt idx="2402">
                  <c:v>0.59499999999999997</c:v>
                </c:pt>
                <c:pt idx="2403">
                  <c:v>0.57999999999999996</c:v>
                </c:pt>
                <c:pt idx="2404">
                  <c:v>0.55500000000000005</c:v>
                </c:pt>
                <c:pt idx="2405">
                  <c:v>0.55000000000000004</c:v>
                </c:pt>
                <c:pt idx="2406">
                  <c:v>0.56999999999999995</c:v>
                </c:pt>
                <c:pt idx="2407">
                  <c:v>0.56999999999999995</c:v>
                </c:pt>
                <c:pt idx="2408">
                  <c:v>0.56999999999999995</c:v>
                </c:pt>
                <c:pt idx="2409">
                  <c:v>0.56999999999999995</c:v>
                </c:pt>
                <c:pt idx="2410">
                  <c:v>0.56999999999999995</c:v>
                </c:pt>
                <c:pt idx="2411">
                  <c:v>0.56999999999999995</c:v>
                </c:pt>
                <c:pt idx="2412">
                  <c:v>0.56000000000000005</c:v>
                </c:pt>
                <c:pt idx="2413">
                  <c:v>0.56000000000000005</c:v>
                </c:pt>
                <c:pt idx="2414">
                  <c:v>0.56000000000000005</c:v>
                </c:pt>
                <c:pt idx="2415">
                  <c:v>0.56000000000000005</c:v>
                </c:pt>
                <c:pt idx="2416">
                  <c:v>0.56000000000000005</c:v>
                </c:pt>
                <c:pt idx="2417">
                  <c:v>0.56000000000000005</c:v>
                </c:pt>
                <c:pt idx="2418">
                  <c:v>0.55000000000000004</c:v>
                </c:pt>
                <c:pt idx="2419">
                  <c:v>0.55000000000000004</c:v>
                </c:pt>
                <c:pt idx="2420">
                  <c:v>0.55000000000000004</c:v>
                </c:pt>
                <c:pt idx="2421">
                  <c:v>0.55000000000000004</c:v>
                </c:pt>
                <c:pt idx="2422">
                  <c:v>0.56000000000000005</c:v>
                </c:pt>
                <c:pt idx="2423">
                  <c:v>0.56000000000000005</c:v>
                </c:pt>
                <c:pt idx="2424">
                  <c:v>0.56000000000000005</c:v>
                </c:pt>
                <c:pt idx="2425">
                  <c:v>0.59</c:v>
                </c:pt>
                <c:pt idx="2426">
                  <c:v>0.52</c:v>
                </c:pt>
                <c:pt idx="2427">
                  <c:v>0.52</c:v>
                </c:pt>
                <c:pt idx="2428">
                  <c:v>0.57999999999999996</c:v>
                </c:pt>
                <c:pt idx="2429">
                  <c:v>0.51</c:v>
                </c:pt>
                <c:pt idx="2430">
                  <c:v>0.51</c:v>
                </c:pt>
                <c:pt idx="2431">
                  <c:v>0.55000000000000004</c:v>
                </c:pt>
                <c:pt idx="2432">
                  <c:v>0.51</c:v>
                </c:pt>
                <c:pt idx="2433">
                  <c:v>0.47</c:v>
                </c:pt>
                <c:pt idx="2434">
                  <c:v>0.45</c:v>
                </c:pt>
                <c:pt idx="2435">
                  <c:v>0.46</c:v>
                </c:pt>
                <c:pt idx="2436">
                  <c:v>0.47</c:v>
                </c:pt>
                <c:pt idx="2437">
                  <c:v>0.48</c:v>
                </c:pt>
                <c:pt idx="2438">
                  <c:v>0.51</c:v>
                </c:pt>
                <c:pt idx="2439">
                  <c:v>0.51</c:v>
                </c:pt>
                <c:pt idx="2440">
                  <c:v>0.51</c:v>
                </c:pt>
                <c:pt idx="2441">
                  <c:v>0.48</c:v>
                </c:pt>
                <c:pt idx="2442">
                  <c:v>0.48</c:v>
                </c:pt>
                <c:pt idx="2443">
                  <c:v>0.49</c:v>
                </c:pt>
                <c:pt idx="2444">
                  <c:v>0.5</c:v>
                </c:pt>
                <c:pt idx="2445">
                  <c:v>0.49</c:v>
                </c:pt>
                <c:pt idx="2446">
                  <c:v>0.49</c:v>
                </c:pt>
                <c:pt idx="2447">
                  <c:v>0.48</c:v>
                </c:pt>
                <c:pt idx="2448">
                  <c:v>0.47</c:v>
                </c:pt>
                <c:pt idx="2449">
                  <c:v>0.47</c:v>
                </c:pt>
                <c:pt idx="2450">
                  <c:v>0.47</c:v>
                </c:pt>
                <c:pt idx="2451">
                  <c:v>0.45</c:v>
                </c:pt>
                <c:pt idx="2452">
                  <c:v>0.43</c:v>
                </c:pt>
                <c:pt idx="2453">
                  <c:v>0.41</c:v>
                </c:pt>
                <c:pt idx="2454">
                  <c:v>0.41</c:v>
                </c:pt>
                <c:pt idx="2455">
                  <c:v>0.42</c:v>
                </c:pt>
                <c:pt idx="2456">
                  <c:v>0.43</c:v>
                </c:pt>
                <c:pt idx="2457">
                  <c:v>0.41</c:v>
                </c:pt>
                <c:pt idx="2458">
                  <c:v>0.45</c:v>
                </c:pt>
                <c:pt idx="2459">
                  <c:v>0.45</c:v>
                </c:pt>
                <c:pt idx="2460">
                  <c:v>0.47</c:v>
                </c:pt>
                <c:pt idx="2461">
                  <c:v>0.48</c:v>
                </c:pt>
                <c:pt idx="2462">
                  <c:v>0.49</c:v>
                </c:pt>
                <c:pt idx="2463">
                  <c:v>0.48</c:v>
                </c:pt>
                <c:pt idx="2464">
                  <c:v>0.62</c:v>
                </c:pt>
                <c:pt idx="2465">
                  <c:v>0.69</c:v>
                </c:pt>
                <c:pt idx="2466">
                  <c:v>0.71</c:v>
                </c:pt>
                <c:pt idx="2467">
                  <c:v>0.73</c:v>
                </c:pt>
                <c:pt idx="2468">
                  <c:v>0.71</c:v>
                </c:pt>
                <c:pt idx="2469">
                  <c:v>0.82</c:v>
                </c:pt>
                <c:pt idx="2470">
                  <c:v>0.87</c:v>
                </c:pt>
                <c:pt idx="2471">
                  <c:v>0.85499999999999998</c:v>
                </c:pt>
                <c:pt idx="2472">
                  <c:v>0.9</c:v>
                </c:pt>
                <c:pt idx="2473">
                  <c:v>0.99</c:v>
                </c:pt>
                <c:pt idx="2474">
                  <c:v>0.995</c:v>
                </c:pt>
                <c:pt idx="2475">
                  <c:v>0.95</c:v>
                </c:pt>
                <c:pt idx="2476">
                  <c:v>0.99</c:v>
                </c:pt>
                <c:pt idx="2477">
                  <c:v>0.99</c:v>
                </c:pt>
                <c:pt idx="2478">
                  <c:v>0.99</c:v>
                </c:pt>
                <c:pt idx="2479">
                  <c:v>0.92</c:v>
                </c:pt>
                <c:pt idx="2480">
                  <c:v>0.97499999999999998</c:v>
                </c:pt>
                <c:pt idx="2481">
                  <c:v>0.97499999999999998</c:v>
                </c:pt>
                <c:pt idx="2482">
                  <c:v>0.95</c:v>
                </c:pt>
                <c:pt idx="2483">
                  <c:v>0.97</c:v>
                </c:pt>
                <c:pt idx="2484">
                  <c:v>1.01</c:v>
                </c:pt>
                <c:pt idx="2485">
                  <c:v>1.0149999999999999</c:v>
                </c:pt>
                <c:pt idx="2486">
                  <c:v>0.98499999999999999</c:v>
                </c:pt>
                <c:pt idx="2487">
                  <c:v>0.87</c:v>
                </c:pt>
                <c:pt idx="2488">
                  <c:v>0.91500000000000004</c:v>
                </c:pt>
                <c:pt idx="2489">
                  <c:v>0.87</c:v>
                </c:pt>
                <c:pt idx="2490">
                  <c:v>1.0149999999999999</c:v>
                </c:pt>
                <c:pt idx="2491">
                  <c:v>0.93</c:v>
                </c:pt>
                <c:pt idx="2492">
                  <c:v>0.995</c:v>
                </c:pt>
                <c:pt idx="2493">
                  <c:v>0.98</c:v>
                </c:pt>
                <c:pt idx="2494">
                  <c:v>0.98</c:v>
                </c:pt>
                <c:pt idx="2495">
                  <c:v>0.995</c:v>
                </c:pt>
                <c:pt idx="2496">
                  <c:v>0.98</c:v>
                </c:pt>
                <c:pt idx="2497">
                  <c:v>0.98</c:v>
                </c:pt>
                <c:pt idx="2498">
                  <c:v>0.97499999999999998</c:v>
                </c:pt>
                <c:pt idx="2499">
                  <c:v>0.97</c:v>
                </c:pt>
                <c:pt idx="2500">
                  <c:v>0.92</c:v>
                </c:pt>
                <c:pt idx="2501">
                  <c:v>0.91500000000000004</c:v>
                </c:pt>
                <c:pt idx="2502">
                  <c:v>0.91</c:v>
                </c:pt>
                <c:pt idx="2503">
                  <c:v>0.98</c:v>
                </c:pt>
                <c:pt idx="2504">
                  <c:v>0.88500000000000001</c:v>
                </c:pt>
                <c:pt idx="2505">
                  <c:v>0.88500000000000001</c:v>
                </c:pt>
                <c:pt idx="2506">
                  <c:v>0.88500000000000001</c:v>
                </c:pt>
                <c:pt idx="2507">
                  <c:v>0.88500000000000001</c:v>
                </c:pt>
                <c:pt idx="2508">
                  <c:v>0.88500000000000001</c:v>
                </c:pt>
                <c:pt idx="2509">
                  <c:v>0.89500000000000002</c:v>
                </c:pt>
                <c:pt idx="2510">
                  <c:v>0.89500000000000002</c:v>
                </c:pt>
                <c:pt idx="2511">
                  <c:v>0.9</c:v>
                </c:pt>
                <c:pt idx="2512">
                  <c:v>0.91</c:v>
                </c:pt>
                <c:pt idx="2513">
                  <c:v>0.91</c:v>
                </c:pt>
                <c:pt idx="2514">
                  <c:v>0.91</c:v>
                </c:pt>
                <c:pt idx="2515">
                  <c:v>0.88500000000000001</c:v>
                </c:pt>
                <c:pt idx="2516">
                  <c:v>0.89</c:v>
                </c:pt>
                <c:pt idx="2517">
                  <c:v>0.9</c:v>
                </c:pt>
                <c:pt idx="2518">
                  <c:v>0.9</c:v>
                </c:pt>
                <c:pt idx="2519">
                  <c:v>0.87</c:v>
                </c:pt>
                <c:pt idx="2520">
                  <c:v>0.91</c:v>
                </c:pt>
                <c:pt idx="2521">
                  <c:v>0.89</c:v>
                </c:pt>
                <c:pt idx="2522">
                  <c:v>0.89</c:v>
                </c:pt>
                <c:pt idx="2523">
                  <c:v>0.91</c:v>
                </c:pt>
                <c:pt idx="2524">
                  <c:v>0.91</c:v>
                </c:pt>
                <c:pt idx="2525">
                  <c:v>0.90500000000000003</c:v>
                </c:pt>
                <c:pt idx="2526">
                  <c:v>0.91</c:v>
                </c:pt>
                <c:pt idx="2527">
                  <c:v>0.91</c:v>
                </c:pt>
                <c:pt idx="2528">
                  <c:v>0.90500000000000003</c:v>
                </c:pt>
                <c:pt idx="2529">
                  <c:v>0.9</c:v>
                </c:pt>
                <c:pt idx="2530">
                  <c:v>0.92500000000000004</c:v>
                </c:pt>
                <c:pt idx="2531">
                  <c:v>0.93500000000000005</c:v>
                </c:pt>
                <c:pt idx="2532">
                  <c:v>0.93</c:v>
                </c:pt>
                <c:pt idx="2533">
                  <c:v>0.93</c:v>
                </c:pt>
                <c:pt idx="2534">
                  <c:v>0.93500000000000005</c:v>
                </c:pt>
                <c:pt idx="2535">
                  <c:v>0.90500000000000003</c:v>
                </c:pt>
                <c:pt idx="2536">
                  <c:v>0.89</c:v>
                </c:pt>
                <c:pt idx="2537">
                  <c:v>0.86</c:v>
                </c:pt>
                <c:pt idx="2538">
                  <c:v>0.85</c:v>
                </c:pt>
                <c:pt idx="2539">
                  <c:v>0.79500000000000004</c:v>
                </c:pt>
                <c:pt idx="2540">
                  <c:v>0.77500000000000002</c:v>
                </c:pt>
                <c:pt idx="2541">
                  <c:v>0.76</c:v>
                </c:pt>
                <c:pt idx="2542">
                  <c:v>0.75</c:v>
                </c:pt>
                <c:pt idx="2543">
                  <c:v>0.68</c:v>
                </c:pt>
                <c:pt idx="2544">
                  <c:v>0.67</c:v>
                </c:pt>
                <c:pt idx="2545">
                  <c:v>0.68</c:v>
                </c:pt>
                <c:pt idx="2546">
                  <c:v>0.67</c:v>
                </c:pt>
                <c:pt idx="2547">
                  <c:v>0.63</c:v>
                </c:pt>
                <c:pt idx="2548">
                  <c:v>0.63</c:v>
                </c:pt>
                <c:pt idx="2549">
                  <c:v>0.64</c:v>
                </c:pt>
                <c:pt idx="2550">
                  <c:v>0.60499999999999998</c:v>
                </c:pt>
                <c:pt idx="2551">
                  <c:v>0.64</c:v>
                </c:pt>
                <c:pt idx="2552">
                  <c:v>0.64</c:v>
                </c:pt>
                <c:pt idx="2553">
                  <c:v>0.71</c:v>
                </c:pt>
                <c:pt idx="2554">
                  <c:v>0.7</c:v>
                </c:pt>
                <c:pt idx="2555">
                  <c:v>0.7</c:v>
                </c:pt>
                <c:pt idx="2556">
                  <c:v>0.69</c:v>
                </c:pt>
                <c:pt idx="2557">
                  <c:v>0.68</c:v>
                </c:pt>
                <c:pt idx="2558">
                  <c:v>0.68</c:v>
                </c:pt>
                <c:pt idx="2559">
                  <c:v>0.67</c:v>
                </c:pt>
                <c:pt idx="2560">
                  <c:v>0.67</c:v>
                </c:pt>
                <c:pt idx="2561">
                  <c:v>0.67</c:v>
                </c:pt>
                <c:pt idx="2562">
                  <c:v>0.66</c:v>
                </c:pt>
                <c:pt idx="2563">
                  <c:v>0.66500000000000004</c:v>
                </c:pt>
                <c:pt idx="2564">
                  <c:v>0.71</c:v>
                </c:pt>
                <c:pt idx="2565">
                  <c:v>0.7</c:v>
                </c:pt>
                <c:pt idx="2566">
                  <c:v>0.66</c:v>
                </c:pt>
                <c:pt idx="2567">
                  <c:v>0.68</c:v>
                </c:pt>
                <c:pt idx="2568">
                  <c:v>0.67</c:v>
                </c:pt>
                <c:pt idx="2569">
                  <c:v>0.67</c:v>
                </c:pt>
                <c:pt idx="2570">
                  <c:v>0.65</c:v>
                </c:pt>
                <c:pt idx="2571">
                  <c:v>0.65</c:v>
                </c:pt>
                <c:pt idx="2572">
                  <c:v>0.65</c:v>
                </c:pt>
                <c:pt idx="2573">
                  <c:v>0.65</c:v>
                </c:pt>
                <c:pt idx="2574">
                  <c:v>0.62</c:v>
                </c:pt>
                <c:pt idx="2575">
                  <c:v>0.64</c:v>
                </c:pt>
                <c:pt idx="2576">
                  <c:v>0.62</c:v>
                </c:pt>
                <c:pt idx="2577">
                  <c:v>0.61</c:v>
                </c:pt>
                <c:pt idx="2578">
                  <c:v>0.62</c:v>
                </c:pt>
                <c:pt idx="2579">
                  <c:v>0.61</c:v>
                </c:pt>
                <c:pt idx="2580">
                  <c:v>0.56000000000000005</c:v>
                </c:pt>
                <c:pt idx="2581">
                  <c:v>0.56000000000000005</c:v>
                </c:pt>
                <c:pt idx="2582">
                  <c:v>0.56000000000000005</c:v>
                </c:pt>
                <c:pt idx="2583">
                  <c:v>0.55000000000000004</c:v>
                </c:pt>
                <c:pt idx="2584">
                  <c:v>0.55000000000000004</c:v>
                </c:pt>
                <c:pt idx="2585">
                  <c:v>0.62</c:v>
                </c:pt>
                <c:pt idx="2586">
                  <c:v>0.61499999999999999</c:v>
                </c:pt>
                <c:pt idx="2587">
                  <c:v>0.59499999999999997</c:v>
                </c:pt>
                <c:pt idx="2588">
                  <c:v>0.59</c:v>
                </c:pt>
                <c:pt idx="2589">
                  <c:v>0.60499999999999998</c:v>
                </c:pt>
                <c:pt idx="2590">
                  <c:v>0.59</c:v>
                </c:pt>
                <c:pt idx="2591">
                  <c:v>0.57999999999999996</c:v>
                </c:pt>
                <c:pt idx="2592">
                  <c:v>0.52</c:v>
                </c:pt>
                <c:pt idx="2593">
                  <c:v>0.51500000000000001</c:v>
                </c:pt>
                <c:pt idx="2594">
                  <c:v>0.49</c:v>
                </c:pt>
                <c:pt idx="2595">
                  <c:v>0.47499999999999998</c:v>
                </c:pt>
                <c:pt idx="2596">
                  <c:v>0.49</c:v>
                </c:pt>
                <c:pt idx="2597">
                  <c:v>0.49</c:v>
                </c:pt>
                <c:pt idx="2598">
                  <c:v>0.49</c:v>
                </c:pt>
                <c:pt idx="2599">
                  <c:v>0.53</c:v>
                </c:pt>
                <c:pt idx="2600">
                  <c:v>0.49</c:v>
                </c:pt>
                <c:pt idx="2601">
                  <c:v>0.56000000000000005</c:v>
                </c:pt>
                <c:pt idx="2602">
                  <c:v>0.56999999999999995</c:v>
                </c:pt>
                <c:pt idx="2603">
                  <c:v>0.55000000000000004</c:v>
                </c:pt>
                <c:pt idx="2604">
                  <c:v>0.61</c:v>
                </c:pt>
                <c:pt idx="2605">
                  <c:v>0.60499999999999998</c:v>
                </c:pt>
                <c:pt idx="2606">
                  <c:v>0.65</c:v>
                </c:pt>
                <c:pt idx="2607">
                  <c:v>0.65</c:v>
                </c:pt>
                <c:pt idx="2608">
                  <c:v>0.62</c:v>
                </c:pt>
                <c:pt idx="2609">
                  <c:v>0.62</c:v>
                </c:pt>
                <c:pt idx="2610">
                  <c:v>0.62</c:v>
                </c:pt>
                <c:pt idx="2611">
                  <c:v>0.6</c:v>
                </c:pt>
                <c:pt idx="2612">
                  <c:v>0.64</c:v>
                </c:pt>
                <c:pt idx="2613">
                  <c:v>0.63</c:v>
                </c:pt>
                <c:pt idx="2614">
                  <c:v>0.63</c:v>
                </c:pt>
                <c:pt idx="2615">
                  <c:v>0.61</c:v>
                </c:pt>
                <c:pt idx="2616">
                  <c:v>0.67</c:v>
                </c:pt>
                <c:pt idx="2617">
                  <c:v>0.63</c:v>
                </c:pt>
                <c:pt idx="2618">
                  <c:v>0.67</c:v>
                </c:pt>
                <c:pt idx="2619">
                  <c:v>0.67</c:v>
                </c:pt>
                <c:pt idx="2620">
                  <c:v>0.7</c:v>
                </c:pt>
                <c:pt idx="2621">
                  <c:v>0.72</c:v>
                </c:pt>
                <c:pt idx="2622">
                  <c:v>0.74</c:v>
                </c:pt>
                <c:pt idx="2623">
                  <c:v>0.74</c:v>
                </c:pt>
                <c:pt idx="2624">
                  <c:v>0.7</c:v>
                </c:pt>
                <c:pt idx="2625">
                  <c:v>0.7</c:v>
                </c:pt>
                <c:pt idx="2626">
                  <c:v>0.7</c:v>
                </c:pt>
                <c:pt idx="2627">
                  <c:v>0.69</c:v>
                </c:pt>
                <c:pt idx="2628">
                  <c:v>0.69</c:v>
                </c:pt>
                <c:pt idx="2629">
                  <c:v>0.71</c:v>
                </c:pt>
                <c:pt idx="2630">
                  <c:v>0.73</c:v>
                </c:pt>
                <c:pt idx="2631">
                  <c:v>0.755</c:v>
                </c:pt>
                <c:pt idx="2632">
                  <c:v>0.77500000000000002</c:v>
                </c:pt>
                <c:pt idx="2633">
                  <c:v>0.8</c:v>
                </c:pt>
                <c:pt idx="2634">
                  <c:v>0.8</c:v>
                </c:pt>
                <c:pt idx="2635">
                  <c:v>0.81</c:v>
                </c:pt>
                <c:pt idx="2636">
                  <c:v>0.79</c:v>
                </c:pt>
                <c:pt idx="2637">
                  <c:v>0.82</c:v>
                </c:pt>
                <c:pt idx="2638">
                  <c:v>0.82499999999999996</c:v>
                </c:pt>
                <c:pt idx="2639">
                  <c:v>0.83</c:v>
                </c:pt>
                <c:pt idx="2640">
                  <c:v>0.82499999999999996</c:v>
                </c:pt>
                <c:pt idx="2641">
                  <c:v>0.85499999999999998</c:v>
                </c:pt>
                <c:pt idx="2642">
                  <c:v>0.85</c:v>
                </c:pt>
                <c:pt idx="2643">
                  <c:v>0.86499999999999999</c:v>
                </c:pt>
                <c:pt idx="2644">
                  <c:v>0.87</c:v>
                </c:pt>
                <c:pt idx="2645">
                  <c:v>0.87</c:v>
                </c:pt>
                <c:pt idx="2646">
                  <c:v>0.85</c:v>
                </c:pt>
                <c:pt idx="2647">
                  <c:v>0.87</c:v>
                </c:pt>
                <c:pt idx="2648">
                  <c:v>0.875</c:v>
                </c:pt>
                <c:pt idx="2649">
                  <c:v>0.87</c:v>
                </c:pt>
                <c:pt idx="2650">
                  <c:v>0.875</c:v>
                </c:pt>
                <c:pt idx="2651">
                  <c:v>0.86499999999999999</c:v>
                </c:pt>
                <c:pt idx="2652">
                  <c:v>0.85</c:v>
                </c:pt>
                <c:pt idx="2653">
                  <c:v>0.85</c:v>
                </c:pt>
                <c:pt idx="2654">
                  <c:v>0.83499999999999996</c:v>
                </c:pt>
                <c:pt idx="2655">
                  <c:v>0.79</c:v>
                </c:pt>
                <c:pt idx="2656">
                  <c:v>0.76500000000000001</c:v>
                </c:pt>
                <c:pt idx="2657">
                  <c:v>0.74</c:v>
                </c:pt>
                <c:pt idx="2658">
                  <c:v>0.72499999999999998</c:v>
                </c:pt>
                <c:pt idx="2659">
                  <c:v>0.72499999999999998</c:v>
                </c:pt>
                <c:pt idx="2660">
                  <c:v>0.72499999999999998</c:v>
                </c:pt>
                <c:pt idx="2661">
                  <c:v>0.69499999999999995</c:v>
                </c:pt>
                <c:pt idx="2662">
                  <c:v>0.69</c:v>
                </c:pt>
                <c:pt idx="2663">
                  <c:v>0.68500000000000005</c:v>
                </c:pt>
                <c:pt idx="2664">
                  <c:v>0.69</c:v>
                </c:pt>
                <c:pt idx="2665">
                  <c:v>0.69</c:v>
                </c:pt>
                <c:pt idx="2666">
                  <c:v>0.69499999999999995</c:v>
                </c:pt>
                <c:pt idx="2667">
                  <c:v>0.69499999999999995</c:v>
                </c:pt>
                <c:pt idx="2668">
                  <c:v>0.69499999999999995</c:v>
                </c:pt>
                <c:pt idx="2669">
                  <c:v>0.72</c:v>
                </c:pt>
                <c:pt idx="2670">
                  <c:v>0.72</c:v>
                </c:pt>
                <c:pt idx="2671">
                  <c:v>0.72</c:v>
                </c:pt>
                <c:pt idx="2672">
                  <c:v>0.72</c:v>
                </c:pt>
                <c:pt idx="2673">
                  <c:v>0.72</c:v>
                </c:pt>
                <c:pt idx="2674">
                  <c:v>0.76</c:v>
                </c:pt>
                <c:pt idx="2675">
                  <c:v>0.83</c:v>
                </c:pt>
                <c:pt idx="2676">
                  <c:v>0.83</c:v>
                </c:pt>
                <c:pt idx="2677">
                  <c:v>0.84</c:v>
                </c:pt>
                <c:pt idx="2678">
                  <c:v>0.84</c:v>
                </c:pt>
                <c:pt idx="2679">
                  <c:v>0.84</c:v>
                </c:pt>
                <c:pt idx="2680">
                  <c:v>0.83</c:v>
                </c:pt>
                <c:pt idx="2681">
                  <c:v>0.83</c:v>
                </c:pt>
                <c:pt idx="2682">
                  <c:v>0.83</c:v>
                </c:pt>
                <c:pt idx="2683">
                  <c:v>0.83</c:v>
                </c:pt>
                <c:pt idx="2684">
                  <c:v>0.83</c:v>
                </c:pt>
                <c:pt idx="2685">
                  <c:v>0.85</c:v>
                </c:pt>
                <c:pt idx="2686">
                  <c:v>0.85</c:v>
                </c:pt>
                <c:pt idx="2687">
                  <c:v>0.85</c:v>
                </c:pt>
                <c:pt idx="2688">
                  <c:v>0.85</c:v>
                </c:pt>
                <c:pt idx="2689">
                  <c:v>0.82</c:v>
                </c:pt>
                <c:pt idx="2690">
                  <c:v>0.68</c:v>
                </c:pt>
                <c:pt idx="2691">
                  <c:v>0.68</c:v>
                </c:pt>
                <c:pt idx="2692">
                  <c:v>0.68</c:v>
                </c:pt>
                <c:pt idx="2693">
                  <c:v>0.76</c:v>
                </c:pt>
                <c:pt idx="2694">
                  <c:v>0.77</c:v>
                </c:pt>
                <c:pt idx="2695">
                  <c:v>0.77</c:v>
                </c:pt>
                <c:pt idx="2696">
                  <c:v>0.76</c:v>
                </c:pt>
                <c:pt idx="2697">
                  <c:v>0.69499999999999995</c:v>
                </c:pt>
                <c:pt idx="2698">
                  <c:v>0.71</c:v>
                </c:pt>
                <c:pt idx="2699">
                  <c:v>0.76500000000000001</c:v>
                </c:pt>
                <c:pt idx="2700">
                  <c:v>0.78500000000000003</c:v>
                </c:pt>
                <c:pt idx="2701">
                  <c:v>0.77</c:v>
                </c:pt>
                <c:pt idx="2702">
                  <c:v>0.8</c:v>
                </c:pt>
                <c:pt idx="2703">
                  <c:v>0.755</c:v>
                </c:pt>
                <c:pt idx="2704">
                  <c:v>0.79500000000000004</c:v>
                </c:pt>
                <c:pt idx="2705">
                  <c:v>0.8</c:v>
                </c:pt>
                <c:pt idx="2706">
                  <c:v>0.79500000000000004</c:v>
                </c:pt>
                <c:pt idx="2707">
                  <c:v>0.755</c:v>
                </c:pt>
                <c:pt idx="2708">
                  <c:v>0.68500000000000005</c:v>
                </c:pt>
                <c:pt idx="2709">
                  <c:v>0.67500000000000004</c:v>
                </c:pt>
                <c:pt idx="2710">
                  <c:v>0.68500000000000005</c:v>
                </c:pt>
                <c:pt idx="2711">
                  <c:v>0.68500000000000005</c:v>
                </c:pt>
                <c:pt idx="2712">
                  <c:v>0.68</c:v>
                </c:pt>
                <c:pt idx="2713">
                  <c:v>0.65500000000000003</c:v>
                </c:pt>
                <c:pt idx="2714">
                  <c:v>0.65500000000000003</c:v>
                </c:pt>
                <c:pt idx="2715">
                  <c:v>0.63500000000000001</c:v>
                </c:pt>
                <c:pt idx="2716">
                  <c:v>0.62</c:v>
                </c:pt>
                <c:pt idx="2717">
                  <c:v>0.59</c:v>
                </c:pt>
                <c:pt idx="2718">
                  <c:v>0.56999999999999995</c:v>
                </c:pt>
                <c:pt idx="2719">
                  <c:v>0.59</c:v>
                </c:pt>
                <c:pt idx="2720">
                  <c:v>0.59</c:v>
                </c:pt>
                <c:pt idx="2721">
                  <c:v>0.61</c:v>
                </c:pt>
                <c:pt idx="2722">
                  <c:v>0.6</c:v>
                </c:pt>
                <c:pt idx="2723">
                  <c:v>0.61</c:v>
                </c:pt>
                <c:pt idx="2724">
                  <c:v>0.61</c:v>
                </c:pt>
                <c:pt idx="2725">
                  <c:v>0.61</c:v>
                </c:pt>
                <c:pt idx="2726">
                  <c:v>0.6</c:v>
                </c:pt>
                <c:pt idx="2727">
                  <c:v>0.59</c:v>
                </c:pt>
                <c:pt idx="2728">
                  <c:v>0.59</c:v>
                </c:pt>
                <c:pt idx="2729">
                  <c:v>0.59</c:v>
                </c:pt>
                <c:pt idx="2730">
                  <c:v>0.59</c:v>
                </c:pt>
                <c:pt idx="2731">
                  <c:v>0.59</c:v>
                </c:pt>
                <c:pt idx="2732">
                  <c:v>0.57999999999999996</c:v>
                </c:pt>
                <c:pt idx="2733">
                  <c:v>0.57999999999999996</c:v>
                </c:pt>
                <c:pt idx="2734">
                  <c:v>0.55000000000000004</c:v>
                </c:pt>
                <c:pt idx="2735">
                  <c:v>0.49</c:v>
                </c:pt>
                <c:pt idx="2736">
                  <c:v>0.48499999999999999</c:v>
                </c:pt>
                <c:pt idx="2737">
                  <c:v>0.52500000000000002</c:v>
                </c:pt>
                <c:pt idx="2738">
                  <c:v>0.54</c:v>
                </c:pt>
                <c:pt idx="2739">
                  <c:v>0.53</c:v>
                </c:pt>
                <c:pt idx="2740">
                  <c:v>0.53</c:v>
                </c:pt>
                <c:pt idx="2741">
                  <c:v>0.53</c:v>
                </c:pt>
                <c:pt idx="2742">
                  <c:v>0.53</c:v>
                </c:pt>
                <c:pt idx="2743">
                  <c:v>0.53</c:v>
                </c:pt>
                <c:pt idx="2744">
                  <c:v>0.51</c:v>
                </c:pt>
                <c:pt idx="2745">
                  <c:v>0.48499999999999999</c:v>
                </c:pt>
                <c:pt idx="2746">
                  <c:v>0.48</c:v>
                </c:pt>
                <c:pt idx="2747">
                  <c:v>0.46</c:v>
                </c:pt>
                <c:pt idx="2748">
                  <c:v>0.46</c:v>
                </c:pt>
                <c:pt idx="2749">
                  <c:v>0.495</c:v>
                </c:pt>
                <c:pt idx="2750">
                  <c:v>0.46500000000000002</c:v>
                </c:pt>
                <c:pt idx="2751">
                  <c:v>0.435</c:v>
                </c:pt>
                <c:pt idx="2752">
                  <c:v>0.44</c:v>
                </c:pt>
                <c:pt idx="2753">
                  <c:v>0.46</c:v>
                </c:pt>
                <c:pt idx="2754">
                  <c:v>0.41499999999999998</c:v>
                </c:pt>
                <c:pt idx="2755">
                  <c:v>0.41499999999999998</c:v>
                </c:pt>
                <c:pt idx="2756">
                  <c:v>0.41499999999999998</c:v>
                </c:pt>
                <c:pt idx="2757">
                  <c:v>0.41</c:v>
                </c:pt>
                <c:pt idx="2758">
                  <c:v>0.41499999999999998</c:v>
                </c:pt>
                <c:pt idx="2759">
                  <c:v>0.41499999999999998</c:v>
                </c:pt>
                <c:pt idx="2760">
                  <c:v>0.42499999999999999</c:v>
                </c:pt>
                <c:pt idx="2761">
                  <c:v>0.38</c:v>
                </c:pt>
                <c:pt idx="2762">
                  <c:v>0.38</c:v>
                </c:pt>
                <c:pt idx="2763">
                  <c:v>0.35</c:v>
                </c:pt>
                <c:pt idx="2764">
                  <c:v>0.37</c:v>
                </c:pt>
                <c:pt idx="2765">
                  <c:v>0.36</c:v>
                </c:pt>
                <c:pt idx="2766">
                  <c:v>0.36</c:v>
                </c:pt>
                <c:pt idx="2767">
                  <c:v>0.4</c:v>
                </c:pt>
                <c:pt idx="2768">
                  <c:v>0.42499999999999999</c:v>
                </c:pt>
                <c:pt idx="2769">
                  <c:v>0.42499999999999999</c:v>
                </c:pt>
                <c:pt idx="2770">
                  <c:v>0.42</c:v>
                </c:pt>
                <c:pt idx="2771">
                  <c:v>0.435</c:v>
                </c:pt>
                <c:pt idx="2772">
                  <c:v>0.44</c:v>
                </c:pt>
                <c:pt idx="2773">
                  <c:v>0.44500000000000001</c:v>
                </c:pt>
                <c:pt idx="2774">
                  <c:v>0.45</c:v>
                </c:pt>
                <c:pt idx="2775">
                  <c:v>0.45</c:v>
                </c:pt>
                <c:pt idx="2776">
                  <c:v>0.47499999999999998</c:v>
                </c:pt>
                <c:pt idx="2777">
                  <c:v>0.48</c:v>
                </c:pt>
                <c:pt idx="2778">
                  <c:v>0.48</c:v>
                </c:pt>
                <c:pt idx="2779">
                  <c:v>0.48</c:v>
                </c:pt>
                <c:pt idx="2780">
                  <c:v>0.48</c:v>
                </c:pt>
                <c:pt idx="2781">
                  <c:v>0.46</c:v>
                </c:pt>
                <c:pt idx="2782">
                  <c:v>0.44500000000000001</c:v>
                </c:pt>
                <c:pt idx="2783">
                  <c:v>0.42499999999999999</c:v>
                </c:pt>
                <c:pt idx="2784">
                  <c:v>0.42499999999999999</c:v>
                </c:pt>
                <c:pt idx="2785">
                  <c:v>0.42499999999999999</c:v>
                </c:pt>
                <c:pt idx="2786">
                  <c:v>0.39500000000000002</c:v>
                </c:pt>
                <c:pt idx="2787">
                  <c:v>0.38</c:v>
                </c:pt>
                <c:pt idx="2788">
                  <c:v>0.38</c:v>
                </c:pt>
                <c:pt idx="2789">
                  <c:v>0.36499999999999999</c:v>
                </c:pt>
                <c:pt idx="2790">
                  <c:v>0.34</c:v>
                </c:pt>
                <c:pt idx="2791">
                  <c:v>0.35</c:v>
                </c:pt>
                <c:pt idx="2792">
                  <c:v>0.33500000000000002</c:v>
                </c:pt>
                <c:pt idx="2793">
                  <c:v>0.35499999999999998</c:v>
                </c:pt>
                <c:pt idx="2794">
                  <c:v>0.30499999999999999</c:v>
                </c:pt>
                <c:pt idx="2795">
                  <c:v>0.28999999999999998</c:v>
                </c:pt>
                <c:pt idx="2796">
                  <c:v>0.28999999999999998</c:v>
                </c:pt>
                <c:pt idx="2797">
                  <c:v>0.29499999999999998</c:v>
                </c:pt>
                <c:pt idx="2798">
                  <c:v>0.29499999999999998</c:v>
                </c:pt>
                <c:pt idx="2799">
                  <c:v>0.28499999999999998</c:v>
                </c:pt>
                <c:pt idx="2800">
                  <c:v>0.28499999999999998</c:v>
                </c:pt>
                <c:pt idx="2801">
                  <c:v>0.28000000000000003</c:v>
                </c:pt>
                <c:pt idx="2802">
                  <c:v>0.27500000000000002</c:v>
                </c:pt>
                <c:pt idx="2803">
                  <c:v>0.27</c:v>
                </c:pt>
                <c:pt idx="2804">
                  <c:v>0.27500000000000002</c:v>
                </c:pt>
                <c:pt idx="2805">
                  <c:v>0.26</c:v>
                </c:pt>
                <c:pt idx="2806">
                  <c:v>0.245</c:v>
                </c:pt>
                <c:pt idx="2807">
                  <c:v>0.23499999999999999</c:v>
                </c:pt>
                <c:pt idx="2808">
                  <c:v>0.26</c:v>
                </c:pt>
                <c:pt idx="2809">
                  <c:v>0.26</c:v>
                </c:pt>
                <c:pt idx="2810">
                  <c:v>0.26</c:v>
                </c:pt>
                <c:pt idx="2811">
                  <c:v>0.25</c:v>
                </c:pt>
                <c:pt idx="2812">
                  <c:v>0.26</c:v>
                </c:pt>
                <c:pt idx="2813">
                  <c:v>0.24</c:v>
                </c:pt>
                <c:pt idx="2814">
                  <c:v>0.23</c:v>
                </c:pt>
                <c:pt idx="2815">
                  <c:v>0.22</c:v>
                </c:pt>
                <c:pt idx="2816">
                  <c:v>0.22</c:v>
                </c:pt>
                <c:pt idx="2817">
                  <c:v>0.22</c:v>
                </c:pt>
                <c:pt idx="2818">
                  <c:v>0.21</c:v>
                </c:pt>
                <c:pt idx="2819">
                  <c:v>0.21</c:v>
                </c:pt>
                <c:pt idx="2820">
                  <c:v>0.22</c:v>
                </c:pt>
                <c:pt idx="2821">
                  <c:v>0.22</c:v>
                </c:pt>
                <c:pt idx="2822">
                  <c:v>0.2</c:v>
                </c:pt>
                <c:pt idx="2823">
                  <c:v>0.2</c:v>
                </c:pt>
                <c:pt idx="2824">
                  <c:v>0.19</c:v>
                </c:pt>
                <c:pt idx="2825">
                  <c:v>0.18</c:v>
                </c:pt>
                <c:pt idx="2826">
                  <c:v>0.18</c:v>
                </c:pt>
                <c:pt idx="2827">
                  <c:v>0.18</c:v>
                </c:pt>
                <c:pt idx="2828">
                  <c:v>0.17</c:v>
                </c:pt>
                <c:pt idx="2829">
                  <c:v>0.16</c:v>
                </c:pt>
                <c:pt idx="2830">
                  <c:v>0.15</c:v>
                </c:pt>
                <c:pt idx="2831">
                  <c:v>0.15</c:v>
                </c:pt>
                <c:pt idx="2832">
                  <c:v>0.15</c:v>
                </c:pt>
                <c:pt idx="2833">
                  <c:v>0.15</c:v>
                </c:pt>
                <c:pt idx="2834">
                  <c:v>0.15</c:v>
                </c:pt>
                <c:pt idx="2835">
                  <c:v>0.15</c:v>
                </c:pt>
                <c:pt idx="2836">
                  <c:v>0.15</c:v>
                </c:pt>
                <c:pt idx="2837">
                  <c:v>0.14000000000000001</c:v>
                </c:pt>
                <c:pt idx="2838">
                  <c:v>0.14000000000000001</c:v>
                </c:pt>
                <c:pt idx="2839">
                  <c:v>0.14000000000000001</c:v>
                </c:pt>
                <c:pt idx="2840">
                  <c:v>0.13500000000000001</c:v>
                </c:pt>
                <c:pt idx="2841">
                  <c:v>0.13</c:v>
                </c:pt>
                <c:pt idx="2842">
                  <c:v>0.13</c:v>
                </c:pt>
                <c:pt idx="2843">
                  <c:v>0.13</c:v>
                </c:pt>
                <c:pt idx="2844">
                  <c:v>0.13</c:v>
                </c:pt>
                <c:pt idx="2845">
                  <c:v>0.13</c:v>
                </c:pt>
                <c:pt idx="2846">
                  <c:v>0.125</c:v>
                </c:pt>
                <c:pt idx="2847">
                  <c:v>0.125</c:v>
                </c:pt>
                <c:pt idx="2848">
                  <c:v>0.12</c:v>
                </c:pt>
                <c:pt idx="2849">
                  <c:v>0.12</c:v>
                </c:pt>
                <c:pt idx="2850">
                  <c:v>0.12</c:v>
                </c:pt>
                <c:pt idx="2851">
                  <c:v>0.12</c:v>
                </c:pt>
                <c:pt idx="2852">
                  <c:v>0.12</c:v>
                </c:pt>
                <c:pt idx="2853">
                  <c:v>0.12</c:v>
                </c:pt>
                <c:pt idx="2854">
                  <c:v>0.12</c:v>
                </c:pt>
                <c:pt idx="2855">
                  <c:v>0.12</c:v>
                </c:pt>
                <c:pt idx="2856">
                  <c:v>0.12</c:v>
                </c:pt>
                <c:pt idx="2857">
                  <c:v>0.13</c:v>
                </c:pt>
                <c:pt idx="2858">
                  <c:v>0.13</c:v>
                </c:pt>
                <c:pt idx="2859">
                  <c:v>0.13</c:v>
                </c:pt>
                <c:pt idx="2860">
                  <c:v>0.13</c:v>
                </c:pt>
                <c:pt idx="2861">
                  <c:v>0.12</c:v>
                </c:pt>
                <c:pt idx="2862">
                  <c:v>0.12</c:v>
                </c:pt>
                <c:pt idx="2863">
                  <c:v>0.12</c:v>
                </c:pt>
                <c:pt idx="2864">
                  <c:v>0.12</c:v>
                </c:pt>
                <c:pt idx="2865">
                  <c:v>0.12</c:v>
                </c:pt>
                <c:pt idx="2866">
                  <c:v>0.12</c:v>
                </c:pt>
                <c:pt idx="2867">
                  <c:v>0.12</c:v>
                </c:pt>
                <c:pt idx="2868">
                  <c:v>0.12</c:v>
                </c:pt>
                <c:pt idx="2869">
                  <c:v>0.12</c:v>
                </c:pt>
                <c:pt idx="2870">
                  <c:v>0.12</c:v>
                </c:pt>
                <c:pt idx="2871">
                  <c:v>0.12</c:v>
                </c:pt>
                <c:pt idx="2872">
                  <c:v>0.12</c:v>
                </c:pt>
                <c:pt idx="2873">
                  <c:v>0.12</c:v>
                </c:pt>
                <c:pt idx="2874">
                  <c:v>0.12</c:v>
                </c:pt>
                <c:pt idx="2875">
                  <c:v>0.12</c:v>
                </c:pt>
                <c:pt idx="2876">
                  <c:v>0.12</c:v>
                </c:pt>
                <c:pt idx="2877">
                  <c:v>0.12</c:v>
                </c:pt>
                <c:pt idx="2878">
                  <c:v>0.12</c:v>
                </c:pt>
                <c:pt idx="2879">
                  <c:v>0.12</c:v>
                </c:pt>
                <c:pt idx="2880">
                  <c:v>0.12</c:v>
                </c:pt>
                <c:pt idx="2881">
                  <c:v>0.12</c:v>
                </c:pt>
                <c:pt idx="2882">
                  <c:v>0.12</c:v>
                </c:pt>
                <c:pt idx="2883">
                  <c:v>0.12</c:v>
                </c:pt>
                <c:pt idx="2884">
                  <c:v>0.12</c:v>
                </c:pt>
                <c:pt idx="2885">
                  <c:v>0.12</c:v>
                </c:pt>
                <c:pt idx="2886">
                  <c:v>0.12</c:v>
                </c:pt>
                <c:pt idx="2887">
                  <c:v>0.12</c:v>
                </c:pt>
                <c:pt idx="2888">
                  <c:v>0.12</c:v>
                </c:pt>
                <c:pt idx="2889">
                  <c:v>0.12</c:v>
                </c:pt>
                <c:pt idx="2890">
                  <c:v>0.12</c:v>
                </c:pt>
                <c:pt idx="2891">
                  <c:v>0.12</c:v>
                </c:pt>
                <c:pt idx="2892">
                  <c:v>0.12</c:v>
                </c:pt>
                <c:pt idx="2893">
                  <c:v>0.12</c:v>
                </c:pt>
                <c:pt idx="2894">
                  <c:v>0.12</c:v>
                </c:pt>
                <c:pt idx="2895">
                  <c:v>0.12</c:v>
                </c:pt>
                <c:pt idx="2896">
                  <c:v>0.12</c:v>
                </c:pt>
                <c:pt idx="2897">
                  <c:v>0.12</c:v>
                </c:pt>
                <c:pt idx="2898">
                  <c:v>0.12</c:v>
                </c:pt>
                <c:pt idx="2899">
                  <c:v>0.12</c:v>
                </c:pt>
                <c:pt idx="2900">
                  <c:v>0.12</c:v>
                </c:pt>
                <c:pt idx="2901">
                  <c:v>0.12</c:v>
                </c:pt>
                <c:pt idx="2902">
                  <c:v>0.12</c:v>
                </c:pt>
                <c:pt idx="2903">
                  <c:v>0.12</c:v>
                </c:pt>
                <c:pt idx="2904">
                  <c:v>0.12</c:v>
                </c:pt>
                <c:pt idx="2905">
                  <c:v>0.115</c:v>
                </c:pt>
                <c:pt idx="2906">
                  <c:v>0.115</c:v>
                </c:pt>
                <c:pt idx="2907">
                  <c:v>0.125</c:v>
                </c:pt>
                <c:pt idx="2908">
                  <c:v>0.12</c:v>
                </c:pt>
                <c:pt idx="2909">
                  <c:v>0.12</c:v>
                </c:pt>
                <c:pt idx="2910">
                  <c:v>0.12</c:v>
                </c:pt>
                <c:pt idx="2911">
                  <c:v>0.125</c:v>
                </c:pt>
                <c:pt idx="2912">
                  <c:v>0.125</c:v>
                </c:pt>
                <c:pt idx="2913">
                  <c:v>0.13</c:v>
                </c:pt>
                <c:pt idx="2914">
                  <c:v>0.125</c:v>
                </c:pt>
                <c:pt idx="2915">
                  <c:v>0.115</c:v>
                </c:pt>
                <c:pt idx="2916">
                  <c:v>0.115</c:v>
                </c:pt>
                <c:pt idx="2917">
                  <c:v>0.11</c:v>
                </c:pt>
                <c:pt idx="2918">
                  <c:v>0.11</c:v>
                </c:pt>
                <c:pt idx="2919">
                  <c:v>0.11</c:v>
                </c:pt>
                <c:pt idx="2920">
                  <c:v>0.105</c:v>
                </c:pt>
                <c:pt idx="2921">
                  <c:v>0.11</c:v>
                </c:pt>
                <c:pt idx="2922">
                  <c:v>0.11</c:v>
                </c:pt>
                <c:pt idx="2923">
                  <c:v>0.105</c:v>
                </c:pt>
                <c:pt idx="2924">
                  <c:v>0.105</c:v>
                </c:pt>
                <c:pt idx="2925">
                  <c:v>0.105</c:v>
                </c:pt>
                <c:pt idx="2926">
                  <c:v>0.09</c:v>
                </c:pt>
                <c:pt idx="2927">
                  <c:v>0.09</c:v>
                </c:pt>
                <c:pt idx="2928">
                  <c:v>0.105</c:v>
                </c:pt>
                <c:pt idx="2929">
                  <c:v>9.5000000000000001E-2</c:v>
                </c:pt>
                <c:pt idx="2930">
                  <c:v>9.5000000000000001E-2</c:v>
                </c:pt>
                <c:pt idx="2931">
                  <c:v>0.09</c:v>
                </c:pt>
                <c:pt idx="2932">
                  <c:v>0.09</c:v>
                </c:pt>
                <c:pt idx="2933">
                  <c:v>0.09</c:v>
                </c:pt>
                <c:pt idx="2934">
                  <c:v>0.09</c:v>
                </c:pt>
                <c:pt idx="2935">
                  <c:v>0.09</c:v>
                </c:pt>
                <c:pt idx="2936">
                  <c:v>0.1</c:v>
                </c:pt>
                <c:pt idx="2937">
                  <c:v>0.1</c:v>
                </c:pt>
                <c:pt idx="2938">
                  <c:v>0.1</c:v>
                </c:pt>
                <c:pt idx="2939">
                  <c:v>0.1</c:v>
                </c:pt>
                <c:pt idx="2940">
                  <c:v>9.5000000000000001E-2</c:v>
                </c:pt>
                <c:pt idx="2941">
                  <c:v>0.1</c:v>
                </c:pt>
                <c:pt idx="2942">
                  <c:v>0.1</c:v>
                </c:pt>
                <c:pt idx="2943">
                  <c:v>0.1</c:v>
                </c:pt>
                <c:pt idx="2944">
                  <c:v>0.12</c:v>
                </c:pt>
                <c:pt idx="2945">
                  <c:v>0.125</c:v>
                </c:pt>
                <c:pt idx="2946">
                  <c:v>0.12</c:v>
                </c:pt>
                <c:pt idx="2947">
                  <c:v>0.12</c:v>
                </c:pt>
                <c:pt idx="2948">
                  <c:v>0.115</c:v>
                </c:pt>
                <c:pt idx="2949">
                  <c:v>0.115</c:v>
                </c:pt>
                <c:pt idx="2950">
                  <c:v>0.12</c:v>
                </c:pt>
                <c:pt idx="2951">
                  <c:v>0.12</c:v>
                </c:pt>
                <c:pt idx="2952">
                  <c:v>0.12</c:v>
                </c:pt>
                <c:pt idx="2953">
                  <c:v>0.12</c:v>
                </c:pt>
                <c:pt idx="2954">
                  <c:v>0.13</c:v>
                </c:pt>
                <c:pt idx="2955">
                  <c:v>0.13500000000000001</c:v>
                </c:pt>
                <c:pt idx="2956">
                  <c:v>0.13500000000000001</c:v>
                </c:pt>
                <c:pt idx="2957">
                  <c:v>0.15</c:v>
                </c:pt>
                <c:pt idx="2958">
                  <c:v>0.15</c:v>
                </c:pt>
                <c:pt idx="2959">
                  <c:v>0.13</c:v>
                </c:pt>
                <c:pt idx="2960">
                  <c:v>0.13</c:v>
                </c:pt>
                <c:pt idx="2961">
                  <c:v>0.13</c:v>
                </c:pt>
                <c:pt idx="2962">
                  <c:v>0.13</c:v>
                </c:pt>
                <c:pt idx="2963">
                  <c:v>0.13</c:v>
                </c:pt>
                <c:pt idx="2964">
                  <c:v>0.13</c:v>
                </c:pt>
                <c:pt idx="2965">
                  <c:v>0.13</c:v>
                </c:pt>
                <c:pt idx="2966">
                  <c:v>0.14499999999999999</c:v>
                </c:pt>
                <c:pt idx="2967">
                  <c:v>0.15</c:v>
                </c:pt>
                <c:pt idx="2968">
                  <c:v>0.13</c:v>
                </c:pt>
                <c:pt idx="2969">
                  <c:v>0.13</c:v>
                </c:pt>
                <c:pt idx="2970">
                  <c:v>0.13</c:v>
                </c:pt>
                <c:pt idx="2971">
                  <c:v>0.13</c:v>
                </c:pt>
                <c:pt idx="2972">
                  <c:v>0.125</c:v>
                </c:pt>
                <c:pt idx="2973">
                  <c:v>0.13</c:v>
                </c:pt>
                <c:pt idx="2974">
                  <c:v>0.13</c:v>
                </c:pt>
                <c:pt idx="2975">
                  <c:v>0.13</c:v>
                </c:pt>
                <c:pt idx="2976">
                  <c:v>0.14000000000000001</c:v>
                </c:pt>
                <c:pt idx="2977">
                  <c:v>0.155</c:v>
                </c:pt>
                <c:pt idx="2978">
                  <c:v>0.16</c:v>
                </c:pt>
                <c:pt idx="2979">
                  <c:v>0.16500000000000001</c:v>
                </c:pt>
                <c:pt idx="2980">
                  <c:v>0.16</c:v>
                </c:pt>
                <c:pt idx="2981">
                  <c:v>0.16</c:v>
                </c:pt>
                <c:pt idx="2982">
                  <c:v>0.16</c:v>
                </c:pt>
                <c:pt idx="2983">
                  <c:v>0.16500000000000001</c:v>
                </c:pt>
                <c:pt idx="2984">
                  <c:v>0.16500000000000001</c:v>
                </c:pt>
                <c:pt idx="2985">
                  <c:v>0.17</c:v>
                </c:pt>
                <c:pt idx="2986">
                  <c:v>0.16500000000000001</c:v>
                </c:pt>
                <c:pt idx="2987">
                  <c:v>0.16</c:v>
                </c:pt>
                <c:pt idx="2988">
                  <c:v>0.16</c:v>
                </c:pt>
                <c:pt idx="2989">
                  <c:v>0.15</c:v>
                </c:pt>
                <c:pt idx="2990">
                  <c:v>0.15</c:v>
                </c:pt>
                <c:pt idx="2991">
                  <c:v>0.155</c:v>
                </c:pt>
                <c:pt idx="2992">
                  <c:v>0.16</c:v>
                </c:pt>
                <c:pt idx="2993">
                  <c:v>0.16</c:v>
                </c:pt>
                <c:pt idx="2994">
                  <c:v>0.16</c:v>
                </c:pt>
                <c:pt idx="2995">
                  <c:v>0.16</c:v>
                </c:pt>
                <c:pt idx="2996">
                  <c:v>0.16500000000000001</c:v>
                </c:pt>
                <c:pt idx="2997">
                  <c:v>0.155</c:v>
                </c:pt>
                <c:pt idx="2998">
                  <c:v>0.155</c:v>
                </c:pt>
                <c:pt idx="2999">
                  <c:v>0.16</c:v>
                </c:pt>
                <c:pt idx="3000">
                  <c:v>0.155</c:v>
                </c:pt>
                <c:pt idx="3001">
                  <c:v>0.15</c:v>
                </c:pt>
                <c:pt idx="3002">
                  <c:v>0.15</c:v>
                </c:pt>
                <c:pt idx="3003">
                  <c:v>0.14000000000000001</c:v>
                </c:pt>
                <c:pt idx="3004">
                  <c:v>0.14499999999999999</c:v>
                </c:pt>
                <c:pt idx="3005">
                  <c:v>0.15</c:v>
                </c:pt>
                <c:pt idx="3006">
                  <c:v>0.15</c:v>
                </c:pt>
                <c:pt idx="3007">
                  <c:v>0.15</c:v>
                </c:pt>
                <c:pt idx="3008">
                  <c:v>0.14000000000000001</c:v>
                </c:pt>
                <c:pt idx="3009">
                  <c:v>0.13500000000000001</c:v>
                </c:pt>
                <c:pt idx="3010">
                  <c:v>0.13500000000000001</c:v>
                </c:pt>
                <c:pt idx="3011">
                  <c:v>0.14000000000000001</c:v>
                </c:pt>
                <c:pt idx="3012">
                  <c:v>0.13500000000000001</c:v>
                </c:pt>
                <c:pt idx="3013">
                  <c:v>0.13</c:v>
                </c:pt>
                <c:pt idx="3014">
                  <c:v>0.13</c:v>
                </c:pt>
                <c:pt idx="3015">
                  <c:v>0.13</c:v>
                </c:pt>
                <c:pt idx="3016">
                  <c:v>0.13500000000000001</c:v>
                </c:pt>
                <c:pt idx="3017">
                  <c:v>0.125</c:v>
                </c:pt>
                <c:pt idx="3018">
                  <c:v>0.12</c:v>
                </c:pt>
                <c:pt idx="3019">
                  <c:v>0.12</c:v>
                </c:pt>
                <c:pt idx="3020">
                  <c:v>0.12</c:v>
                </c:pt>
                <c:pt idx="3021">
                  <c:v>0.12</c:v>
                </c:pt>
                <c:pt idx="3022">
                  <c:v>0.12</c:v>
                </c:pt>
                <c:pt idx="3023">
                  <c:v>0.11</c:v>
                </c:pt>
                <c:pt idx="3024">
                  <c:v>0.11</c:v>
                </c:pt>
                <c:pt idx="3025">
                  <c:v>0.11</c:v>
                </c:pt>
                <c:pt idx="3026">
                  <c:v>0.11</c:v>
                </c:pt>
                <c:pt idx="3027">
                  <c:v>0.1</c:v>
                </c:pt>
                <c:pt idx="3028">
                  <c:v>0.11</c:v>
                </c:pt>
                <c:pt idx="3029">
                  <c:v>0.11</c:v>
                </c:pt>
                <c:pt idx="3030">
                  <c:v>0.11</c:v>
                </c:pt>
                <c:pt idx="3031">
                  <c:v>0.11</c:v>
                </c:pt>
                <c:pt idx="3032">
                  <c:v>0.11</c:v>
                </c:pt>
                <c:pt idx="3033">
                  <c:v>0.11</c:v>
                </c:pt>
                <c:pt idx="3034">
                  <c:v>0.11</c:v>
                </c:pt>
                <c:pt idx="3035">
                  <c:v>0.11</c:v>
                </c:pt>
                <c:pt idx="3036">
                  <c:v>0.13</c:v>
                </c:pt>
                <c:pt idx="3037">
                  <c:v>0.13</c:v>
                </c:pt>
                <c:pt idx="3038">
                  <c:v>0.14000000000000001</c:v>
                </c:pt>
                <c:pt idx="3039">
                  <c:v>0.14000000000000001</c:v>
                </c:pt>
                <c:pt idx="3040">
                  <c:v>0.15</c:v>
                </c:pt>
                <c:pt idx="3041">
                  <c:v>0.15</c:v>
                </c:pt>
                <c:pt idx="3042">
                  <c:v>0.155</c:v>
                </c:pt>
                <c:pt idx="3043">
                  <c:v>0.15</c:v>
                </c:pt>
                <c:pt idx="3044">
                  <c:v>0.15</c:v>
                </c:pt>
                <c:pt idx="3045">
                  <c:v>0.15</c:v>
                </c:pt>
                <c:pt idx="3046">
                  <c:v>0.155</c:v>
                </c:pt>
                <c:pt idx="3047">
                  <c:v>0.15</c:v>
                </c:pt>
                <c:pt idx="3048">
                  <c:v>0.15</c:v>
                </c:pt>
                <c:pt idx="3049">
                  <c:v>0.15</c:v>
                </c:pt>
                <c:pt idx="3050">
                  <c:v>0.14000000000000001</c:v>
                </c:pt>
                <c:pt idx="3051">
                  <c:v>0.15</c:v>
                </c:pt>
                <c:pt idx="3052">
                  <c:v>0.15</c:v>
                </c:pt>
                <c:pt idx="3053">
                  <c:v>0.15</c:v>
                </c:pt>
                <c:pt idx="3054">
                  <c:v>0.15</c:v>
                </c:pt>
                <c:pt idx="3055">
                  <c:v>0.155</c:v>
                </c:pt>
                <c:pt idx="3056">
                  <c:v>0.155</c:v>
                </c:pt>
                <c:pt idx="3057">
                  <c:v>0.15</c:v>
                </c:pt>
                <c:pt idx="3058">
                  <c:v>0.14499999999999999</c:v>
                </c:pt>
                <c:pt idx="3059">
                  <c:v>0.15</c:v>
                </c:pt>
                <c:pt idx="3060">
                  <c:v>0.14499999999999999</c:v>
                </c:pt>
                <c:pt idx="3061">
                  <c:v>0.14499999999999999</c:v>
                </c:pt>
                <c:pt idx="3062">
                  <c:v>0.14499999999999999</c:v>
                </c:pt>
                <c:pt idx="3063">
                  <c:v>0.14499999999999999</c:v>
                </c:pt>
                <c:pt idx="3064">
                  <c:v>0.14499999999999999</c:v>
                </c:pt>
                <c:pt idx="3065">
                  <c:v>0.14000000000000001</c:v>
                </c:pt>
                <c:pt idx="3066">
                  <c:v>0.14499999999999999</c:v>
                </c:pt>
                <c:pt idx="3067">
                  <c:v>0.15</c:v>
                </c:pt>
                <c:pt idx="3068">
                  <c:v>0.14499999999999999</c:v>
                </c:pt>
                <c:pt idx="3069">
                  <c:v>0.14499999999999999</c:v>
                </c:pt>
                <c:pt idx="3070">
                  <c:v>0.14000000000000001</c:v>
                </c:pt>
                <c:pt idx="3071">
                  <c:v>0.14000000000000001</c:v>
                </c:pt>
                <c:pt idx="3072">
                  <c:v>0.14000000000000001</c:v>
                </c:pt>
                <c:pt idx="3073">
                  <c:v>0.14499999999999999</c:v>
                </c:pt>
                <c:pt idx="3074">
                  <c:v>0.15</c:v>
                </c:pt>
                <c:pt idx="3075">
                  <c:v>0.14499999999999999</c:v>
                </c:pt>
                <c:pt idx="3076">
                  <c:v>0.14499999999999999</c:v>
                </c:pt>
                <c:pt idx="3077">
                  <c:v>0.15</c:v>
                </c:pt>
                <c:pt idx="3078">
                  <c:v>0.16500000000000001</c:v>
                </c:pt>
                <c:pt idx="3079">
                  <c:v>0.13500000000000001</c:v>
                </c:pt>
                <c:pt idx="3080">
                  <c:v>0.13</c:v>
                </c:pt>
                <c:pt idx="3081">
                  <c:v>0.13</c:v>
                </c:pt>
                <c:pt idx="3082">
                  <c:v>0.13</c:v>
                </c:pt>
                <c:pt idx="3083">
                  <c:v>0.13</c:v>
                </c:pt>
                <c:pt idx="3084">
                  <c:v>0.13500000000000001</c:v>
                </c:pt>
                <c:pt idx="3085">
                  <c:v>0.125</c:v>
                </c:pt>
                <c:pt idx="3086">
                  <c:v>0.125</c:v>
                </c:pt>
                <c:pt idx="3087">
                  <c:v>0.125</c:v>
                </c:pt>
                <c:pt idx="3088">
                  <c:v>0.13</c:v>
                </c:pt>
                <c:pt idx="3089">
                  <c:v>0.13</c:v>
                </c:pt>
                <c:pt idx="3090">
                  <c:v>0.21</c:v>
                </c:pt>
                <c:pt idx="3091">
                  <c:v>0.21</c:v>
                </c:pt>
              </c:numCache>
            </c:numRef>
          </c:val>
          <c:smooth val="0"/>
          <c:extLst>
            <c:ext xmlns:c16="http://schemas.microsoft.com/office/drawing/2014/chart" uri="{C3380CC4-5D6E-409C-BE32-E72D297353CC}">
              <c16:uniqueId val="{00000001-8686-481B-AA7A-FC9A71FFB254}"/>
            </c:ext>
          </c:extLst>
        </c:ser>
        <c:dLbls>
          <c:showLegendKey val="0"/>
          <c:showVal val="0"/>
          <c:showCatName val="0"/>
          <c:showSerName val="0"/>
          <c:showPercent val="0"/>
          <c:showBubbleSize val="0"/>
        </c:dLbls>
        <c:marker val="1"/>
        <c:smooth val="0"/>
        <c:axId val="2034940448"/>
        <c:axId val="2034383616"/>
      </c:lineChart>
      <c:dateAx>
        <c:axId val="1947355504"/>
        <c:scaling>
          <c:orientation val="minMax"/>
          <c:min val="41774"/>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800" b="0" i="0" u="none" strike="noStrike" kern="1200" baseline="0">
                <a:solidFill>
                  <a:schemeClr val="tx1"/>
                </a:solidFill>
                <a:latin typeface="+mn-lt"/>
                <a:ea typeface="+mn-ea"/>
                <a:cs typeface="+mn-cs"/>
              </a:defRPr>
            </a:pPr>
            <a:endParaRPr lang="pt-BR"/>
          </a:p>
        </c:txPr>
        <c:crossAx val="1224606720"/>
        <c:crosses val="autoZero"/>
        <c:auto val="1"/>
        <c:lblOffset val="100"/>
        <c:baseTimeUnit val="days"/>
        <c:majorUnit val="1"/>
        <c:majorTimeUnit val="years"/>
      </c:dateAx>
      <c:valAx>
        <c:axId val="1224606720"/>
        <c:scaling>
          <c:orientation val="minMax"/>
          <c:max val="3"/>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crossAx val="1947355504"/>
        <c:crosses val="autoZero"/>
        <c:crossBetween val="between"/>
        <c:majorUnit val="1"/>
      </c:valAx>
      <c:valAx>
        <c:axId val="2034383616"/>
        <c:scaling>
          <c:orientation val="minMax"/>
          <c:max val="6"/>
          <c:min val="0"/>
        </c:scaling>
        <c:delete val="0"/>
        <c:axPos val="r"/>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crossAx val="2034940448"/>
        <c:crosses val="max"/>
        <c:crossBetween val="between"/>
        <c:majorUnit val="2"/>
      </c:valAx>
      <c:dateAx>
        <c:axId val="2034940448"/>
        <c:scaling>
          <c:orientation val="minMax"/>
        </c:scaling>
        <c:delete val="1"/>
        <c:axPos val="b"/>
        <c:numFmt formatCode="yyyy\-mm\-dd" sourceLinked="1"/>
        <c:majorTickMark val="out"/>
        <c:minorTickMark val="none"/>
        <c:tickLblPos val="nextTo"/>
        <c:crossAx val="2034383616"/>
        <c:crosses val="autoZero"/>
        <c:auto val="1"/>
        <c:lblOffset val="100"/>
        <c:baseTimeUnit val="days"/>
      </c:date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legend>
    <c:plotVisOnly val="1"/>
    <c:dispBlanksAs val="span"/>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solidFill>
            <a:schemeClr val="tx1"/>
          </a:solidFill>
        </a:defRPr>
      </a:pPr>
      <a:endParaRPr lang="pt-BR"/>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Ibovespa</c:v>
                </c:pt>
              </c:strCache>
            </c:strRef>
          </c:tx>
          <c:spPr>
            <a:ln w="28575" cap="rnd">
              <a:solidFill>
                <a:schemeClr val="accent3"/>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Sheet1!$B$2:$B$3093</c:f>
              <c:numCache>
                <c:formatCode>m/d/yyyy</c:formatCode>
                <c:ptCount val="3092"/>
                <c:pt idx="0">
                  <c:v>4.96</c:v>
                </c:pt>
                <c:pt idx="1">
                  <c:v>5.0170000000000003</c:v>
                </c:pt>
                <c:pt idx="2">
                  <c:v>5.0369999999999999</c:v>
                </c:pt>
                <c:pt idx="3">
                  <c:v>4.9480000000000004</c:v>
                </c:pt>
                <c:pt idx="4">
                  <c:v>5.1109999999999998</c:v>
                </c:pt>
                <c:pt idx="5">
                  <c:v>5.33</c:v>
                </c:pt>
                <c:pt idx="6">
                  <c:v>5.165</c:v>
                </c:pt>
                <c:pt idx="7">
                  <c:v>5.1950000000000003</c:v>
                </c:pt>
                <c:pt idx="8">
                  <c:v>4.7939999999999996</c:v>
                </c:pt>
                <c:pt idx="9">
                  <c:v>4.7629999999999999</c:v>
                </c:pt>
                <c:pt idx="10">
                  <c:v>4.66</c:v>
                </c:pt>
                <c:pt idx="11">
                  <c:v>4.5519999999999996</c:v>
                </c:pt>
                <c:pt idx="12">
                  <c:v>4.7690000000000001</c:v>
                </c:pt>
                <c:pt idx="13">
                  <c:v>5.0309999999999997</c:v>
                </c:pt>
                <c:pt idx="14">
                  <c:v>5.1219999999999999</c:v>
                </c:pt>
                <c:pt idx="15">
                  <c:v>5.53</c:v>
                </c:pt>
                <c:pt idx="16">
                  <c:v>5.1870000000000003</c:v>
                </c:pt>
                <c:pt idx="17">
                  <c:v>5.0419999999999998</c:v>
                </c:pt>
                <c:pt idx="18">
                  <c:v>5.2249999999999996</c:v>
                </c:pt>
                <c:pt idx="19">
                  <c:v>5.0670000000000002</c:v>
                </c:pt>
                <c:pt idx="20">
                  <c:v>4.9269999999999996</c:v>
                </c:pt>
                <c:pt idx="21">
                  <c:v>4.899</c:v>
                </c:pt>
                <c:pt idx="22">
                  <c:v>4.7889999999999997</c:v>
                </c:pt>
                <c:pt idx="23">
                  <c:v>4.6509999999999998</c:v>
                </c:pt>
                <c:pt idx="24">
                  <c:v>4.57</c:v>
                </c:pt>
                <c:pt idx="25">
                  <c:v>4.7930000000000001</c:v>
                </c:pt>
                <c:pt idx="26">
                  <c:v>4.702</c:v>
                </c:pt>
                <c:pt idx="27">
                  <c:v>4.6879999999999997</c:v>
                </c:pt>
                <c:pt idx="28">
                  <c:v>4.6550000000000002</c:v>
                </c:pt>
                <c:pt idx="29">
                  <c:v>4.4420000000000002</c:v>
                </c:pt>
                <c:pt idx="30">
                  <c:v>4.7300000000000004</c:v>
                </c:pt>
                <c:pt idx="31">
                  <c:v>4.6550000000000002</c:v>
                </c:pt>
                <c:pt idx="32">
                  <c:v>5.0730000000000004</c:v>
                </c:pt>
                <c:pt idx="33">
                  <c:v>5.3680000000000003</c:v>
                </c:pt>
                <c:pt idx="34">
                  <c:v>5.8410000000000002</c:v>
                </c:pt>
                <c:pt idx="35">
                  <c:v>5.508</c:v>
                </c:pt>
                <c:pt idx="36">
                  <c:v>5.7350000000000003</c:v>
                </c:pt>
                <c:pt idx="37">
                  <c:v>5.8120000000000003</c:v>
                </c:pt>
                <c:pt idx="38">
                  <c:v>5.75</c:v>
                </c:pt>
                <c:pt idx="39">
                  <c:v>5.7850000000000001</c:v>
                </c:pt>
                <c:pt idx="40">
                  <c:v>5.79</c:v>
                </c:pt>
                <c:pt idx="41">
                  <c:v>5.681</c:v>
                </c:pt>
                <c:pt idx="42">
                  <c:v>5.3659999999999997</c:v>
                </c:pt>
                <c:pt idx="43">
                  <c:v>5.1449999999999996</c:v>
                </c:pt>
                <c:pt idx="44">
                  <c:v>5.1449999999999996</c:v>
                </c:pt>
                <c:pt idx="45">
                  <c:v>4.7919999999999998</c:v>
                </c:pt>
                <c:pt idx="46">
                  <c:v>4.5540000000000003</c:v>
                </c:pt>
                <c:pt idx="47">
                  <c:v>4.093</c:v>
                </c:pt>
                <c:pt idx="48">
                  <c:v>4.1180000000000003</c:v>
                </c:pt>
                <c:pt idx="49">
                  <c:v>3.9750000000000001</c:v>
                </c:pt>
                <c:pt idx="50">
                  <c:v>3.786</c:v>
                </c:pt>
                <c:pt idx="51">
                  <c:v>3.839</c:v>
                </c:pt>
                <c:pt idx="52">
                  <c:v>3.82</c:v>
                </c:pt>
                <c:pt idx="53">
                  <c:v>3.8559999999999999</c:v>
                </c:pt>
                <c:pt idx="54">
                  <c:v>3.702</c:v>
                </c:pt>
                <c:pt idx="55">
                  <c:v>3.7450000000000001</c:v>
                </c:pt>
                <c:pt idx="56">
                  <c:v>4.2759999999999998</c:v>
                </c:pt>
                <c:pt idx="57">
                  <c:v>4.0060000000000002</c:v>
                </c:pt>
                <c:pt idx="58">
                  <c:v>4.2140000000000004</c:v>
                </c:pt>
                <c:pt idx="59">
                  <c:v>4.327</c:v>
                </c:pt>
                <c:pt idx="60">
                  <c:v>4.2549999999999999</c:v>
                </c:pt>
                <c:pt idx="61">
                  <c:v>4.3879999999999999</c:v>
                </c:pt>
                <c:pt idx="62">
                  <c:v>4.3949999999999996</c:v>
                </c:pt>
                <c:pt idx="63">
                  <c:v>4.2679999999999998</c:v>
                </c:pt>
                <c:pt idx="64">
                  <c:v>4.1920000000000002</c:v>
                </c:pt>
                <c:pt idx="65">
                  <c:v>4.1449999999999996</c:v>
                </c:pt>
                <c:pt idx="66">
                  <c:v>3.8559999999999999</c:v>
                </c:pt>
                <c:pt idx="67">
                  <c:v>3.8279999999999998</c:v>
                </c:pt>
                <c:pt idx="68">
                  <c:v>3.9049999999999998</c:v>
                </c:pt>
                <c:pt idx="69">
                  <c:v>3.7149999999999999</c:v>
                </c:pt>
                <c:pt idx="70">
                  <c:v>3.65</c:v>
                </c:pt>
                <c:pt idx="71">
                  <c:v>3.7650000000000001</c:v>
                </c:pt>
                <c:pt idx="72">
                  <c:v>3.6389999999999998</c:v>
                </c:pt>
                <c:pt idx="73">
                  <c:v>3.9830000000000001</c:v>
                </c:pt>
                <c:pt idx="74">
                  <c:v>4.1459999999999999</c:v>
                </c:pt>
                <c:pt idx="75">
                  <c:v>4.0309999999999997</c:v>
                </c:pt>
                <c:pt idx="76">
                  <c:v>4.2229999999999999</c:v>
                </c:pt>
                <c:pt idx="77">
                  <c:v>4.1589999999999998</c:v>
                </c:pt>
                <c:pt idx="78">
                  <c:v>3.6150000000000002</c:v>
                </c:pt>
                <c:pt idx="79">
                  <c:v>3.4020000000000001</c:v>
                </c:pt>
                <c:pt idx="80">
                  <c:v>3.2610000000000001</c:v>
                </c:pt>
                <c:pt idx="81">
                  <c:v>3.7120000000000002</c:v>
                </c:pt>
                <c:pt idx="82">
                  <c:v>3.5089999999999999</c:v>
                </c:pt>
                <c:pt idx="83">
                  <c:v>3.3490000000000002</c:v>
                </c:pt>
                <c:pt idx="84">
                  <c:v>3.2639999999999998</c:v>
                </c:pt>
                <c:pt idx="85">
                  <c:v>3.3290000000000002</c:v>
                </c:pt>
                <c:pt idx="86">
                  <c:v>3.2749999999999999</c:v>
                </c:pt>
                <c:pt idx="87">
                  <c:v>3.1850000000000001</c:v>
                </c:pt>
                <c:pt idx="88">
                  <c:v>3.1560000000000001</c:v>
                </c:pt>
                <c:pt idx="89">
                  <c:v>3.0830000000000002</c:v>
                </c:pt>
                <c:pt idx="90">
                  <c:v>3.0830000000000002</c:v>
                </c:pt>
                <c:pt idx="91">
                  <c:v>2.9609999999999999</c:v>
                </c:pt>
                <c:pt idx="92">
                  <c:v>3.258</c:v>
                </c:pt>
                <c:pt idx="93">
                  <c:v>3.27</c:v>
                </c:pt>
                <c:pt idx="94">
                  <c:v>3.258</c:v>
                </c:pt>
                <c:pt idx="95">
                  <c:v>3.2280000000000002</c:v>
                </c:pt>
                <c:pt idx="96">
                  <c:v>3.3010000000000002</c:v>
                </c:pt>
                <c:pt idx="97">
                  <c:v>3.4660000000000002</c:v>
                </c:pt>
                <c:pt idx="98">
                  <c:v>3.4430000000000001</c:v>
                </c:pt>
                <c:pt idx="99">
                  <c:v>4.1870000000000003</c:v>
                </c:pt>
                <c:pt idx="100">
                  <c:v>3.597</c:v>
                </c:pt>
                <c:pt idx="101">
                  <c:v>3.601</c:v>
                </c:pt>
                <c:pt idx="102">
                  <c:v>3.4449999999999998</c:v>
                </c:pt>
                <c:pt idx="103">
                  <c:v>3.194</c:v>
                </c:pt>
                <c:pt idx="104">
                  <c:v>3.3260000000000001</c:v>
                </c:pt>
                <c:pt idx="105">
                  <c:v>3.2639999999999998</c:v>
                </c:pt>
                <c:pt idx="106">
                  <c:v>3.0249999999999999</c:v>
                </c:pt>
                <c:pt idx="107">
                  <c:v>2.9</c:v>
                </c:pt>
                <c:pt idx="108">
                  <c:v>2.9060000000000001</c:v>
                </c:pt>
                <c:pt idx="109">
                  <c:v>2.8780000000000001</c:v>
                </c:pt>
                <c:pt idx="110">
                  <c:v>3.0880000000000001</c:v>
                </c:pt>
                <c:pt idx="111">
                  <c:v>3.1909999999999998</c:v>
                </c:pt>
                <c:pt idx="112">
                  <c:v>2.7989999999999999</c:v>
                </c:pt>
                <c:pt idx="113">
                  <c:v>2.7480000000000002</c:v>
                </c:pt>
                <c:pt idx="114">
                  <c:v>3.157</c:v>
                </c:pt>
                <c:pt idx="115">
                  <c:v>3.4950000000000001</c:v>
                </c:pt>
                <c:pt idx="116">
                  <c:v>3.294</c:v>
                </c:pt>
                <c:pt idx="117">
                  <c:v>3.2160000000000002</c:v>
                </c:pt>
                <c:pt idx="118">
                  <c:v>3.3519999999999999</c:v>
                </c:pt>
                <c:pt idx="119">
                  <c:v>3.452</c:v>
                </c:pt>
                <c:pt idx="120">
                  <c:v>3.633</c:v>
                </c:pt>
                <c:pt idx="121">
                  <c:v>3.8730000000000002</c:v>
                </c:pt>
                <c:pt idx="122">
                  <c:v>3.8330000000000002</c:v>
                </c:pt>
                <c:pt idx="123">
                  <c:v>3.61</c:v>
                </c:pt>
                <c:pt idx="124">
                  <c:v>3.7280000000000002</c:v>
                </c:pt>
                <c:pt idx="125">
                  <c:v>3.8530000000000002</c:v>
                </c:pt>
                <c:pt idx="126">
                  <c:v>3.8109999999999999</c:v>
                </c:pt>
                <c:pt idx="127">
                  <c:v>3.8290000000000002</c:v>
                </c:pt>
                <c:pt idx="128">
                  <c:v>3.9670000000000001</c:v>
                </c:pt>
                <c:pt idx="129">
                  <c:v>4.0679999999999996</c:v>
                </c:pt>
                <c:pt idx="130">
                  <c:v>4.0789999999999997</c:v>
                </c:pt>
                <c:pt idx="131">
                  <c:v>4.1689999999999996</c:v>
                </c:pt>
                <c:pt idx="132">
                  <c:v>4.3419999999999996</c:v>
                </c:pt>
                <c:pt idx="133">
                  <c:v>4.2859999999999996</c:v>
                </c:pt>
                <c:pt idx="134">
                  <c:v>4.1669999999999998</c:v>
                </c:pt>
                <c:pt idx="135">
                  <c:v>4.0449999999999999</c:v>
                </c:pt>
                <c:pt idx="136">
                  <c:v>4.069</c:v>
                </c:pt>
                <c:pt idx="137">
                  <c:v>3.8490000000000002</c:v>
                </c:pt>
                <c:pt idx="138">
                  <c:v>3.8519999999999999</c:v>
                </c:pt>
                <c:pt idx="139">
                  <c:v>4.2549999999999999</c:v>
                </c:pt>
                <c:pt idx="140">
                  <c:v>4.4089999999999998</c:v>
                </c:pt>
                <c:pt idx="141">
                  <c:v>4.6920000000000002</c:v>
                </c:pt>
                <c:pt idx="142">
                  <c:v>4.2640000000000002</c:v>
                </c:pt>
                <c:pt idx="143">
                  <c:v>4.6120000000000001</c:v>
                </c:pt>
                <c:pt idx="144">
                  <c:v>4.5069999999999997</c:v>
                </c:pt>
                <c:pt idx="145">
                  <c:v>4.742</c:v>
                </c:pt>
                <c:pt idx="146">
                  <c:v>4.6390000000000002</c:v>
                </c:pt>
                <c:pt idx="147">
                  <c:v>4.9359999999999999</c:v>
                </c:pt>
                <c:pt idx="148">
                  <c:v>5.0510000000000002</c:v>
                </c:pt>
                <c:pt idx="149">
                  <c:v>4.7880000000000003</c:v>
                </c:pt>
                <c:pt idx="150">
                  <c:v>4.3280000000000003</c:v>
                </c:pt>
                <c:pt idx="151">
                  <c:v>4.6349999999999998</c:v>
                </c:pt>
                <c:pt idx="152">
                  <c:v>4.7229999999999999</c:v>
                </c:pt>
                <c:pt idx="153">
                  <c:v>4.91</c:v>
                </c:pt>
                <c:pt idx="154">
                  <c:v>4.8159999999999998</c:v>
                </c:pt>
                <c:pt idx="155">
                  <c:v>5.0910000000000002</c:v>
                </c:pt>
                <c:pt idx="156">
                  <c:v>5.6639999999999997</c:v>
                </c:pt>
                <c:pt idx="157">
                  <c:v>5.2240000000000002</c:v>
                </c:pt>
                <c:pt idx="158">
                  <c:v>4.5549999999999997</c:v>
                </c:pt>
                <c:pt idx="159">
                  <c:v>4.7679999999999998</c:v>
                </c:pt>
                <c:pt idx="160">
                  <c:v>4.6289999999999996</c:v>
                </c:pt>
                <c:pt idx="161">
                  <c:v>4.6950000000000003</c:v>
                </c:pt>
                <c:pt idx="162">
                  <c:v>4.9180000000000001</c:v>
                </c:pt>
                <c:pt idx="163">
                  <c:v>4.9749999999999996</c:v>
                </c:pt>
                <c:pt idx="164">
                  <c:v>4.9550000000000001</c:v>
                </c:pt>
                <c:pt idx="165">
                  <c:v>4.8280000000000003</c:v>
                </c:pt>
                <c:pt idx="166">
                  <c:v>5.0060000000000002</c:v>
                </c:pt>
                <c:pt idx="167">
                  <c:v>5.16</c:v>
                </c:pt>
                <c:pt idx="168">
                  <c:v>5.2450000000000001</c:v>
                </c:pt>
                <c:pt idx="169">
                  <c:v>5.9279999999999999</c:v>
                </c:pt>
                <c:pt idx="170">
                  <c:v>5.9809999999999999</c:v>
                </c:pt>
                <c:pt idx="171">
                  <c:v>6.056</c:v>
                </c:pt>
                <c:pt idx="172">
                  <c:v>5.9409999999999998</c:v>
                </c:pt>
                <c:pt idx="173">
                  <c:v>5.9169999999999998</c:v>
                </c:pt>
                <c:pt idx="174">
                  <c:v>5.3959999999999999</c:v>
                </c:pt>
                <c:pt idx="175">
                  <c:v>4.992</c:v>
                </c:pt>
                <c:pt idx="176">
                  <c:v>4.6059999999999999</c:v>
                </c:pt>
                <c:pt idx="177">
                  <c:v>4.5990000000000002</c:v>
                </c:pt>
                <c:pt idx="178">
                  <c:v>4.72</c:v>
                </c:pt>
                <c:pt idx="179">
                  <c:v>4.8040000000000003</c:v>
                </c:pt>
                <c:pt idx="180">
                  <c:v>4.9260000000000002</c:v>
                </c:pt>
                <c:pt idx="181">
                  <c:v>5.048</c:v>
                </c:pt>
                <c:pt idx="182">
                  <c:v>5.1070000000000002</c:v>
                </c:pt>
                <c:pt idx="183">
                  <c:v>4.8129999999999997</c:v>
                </c:pt>
                <c:pt idx="184">
                  <c:v>4.6630000000000003</c:v>
                </c:pt>
                <c:pt idx="185">
                  <c:v>4.7690000000000001</c:v>
                </c:pt>
                <c:pt idx="186">
                  <c:v>4.92</c:v>
                </c:pt>
                <c:pt idx="187">
                  <c:v>4.8150000000000004</c:v>
                </c:pt>
                <c:pt idx="188">
                  <c:v>5.1079999999999997</c:v>
                </c:pt>
                <c:pt idx="189">
                  <c:v>5.1669999999999998</c:v>
                </c:pt>
                <c:pt idx="190">
                  <c:v>4.8979999999999997</c:v>
                </c:pt>
                <c:pt idx="191">
                  <c:v>5.1150000000000002</c:v>
                </c:pt>
                <c:pt idx="192">
                  <c:v>5.149</c:v>
                </c:pt>
                <c:pt idx="193">
                  <c:v>5.17</c:v>
                </c:pt>
                <c:pt idx="194">
                  <c:v>5.2839999999999998</c:v>
                </c:pt>
                <c:pt idx="195">
                  <c:v>5.577</c:v>
                </c:pt>
                <c:pt idx="196">
                  <c:v>5.4450000000000003</c:v>
                </c:pt>
                <c:pt idx="197">
                  <c:v>5.258</c:v>
                </c:pt>
                <c:pt idx="198">
                  <c:v>5.1980000000000004</c:v>
                </c:pt>
                <c:pt idx="199">
                  <c:v>5.2370000000000001</c:v>
                </c:pt>
                <c:pt idx="200">
                  <c:v>5.3280000000000003</c:v>
                </c:pt>
                <c:pt idx="201">
                  <c:v>5.5810000000000004</c:v>
                </c:pt>
                <c:pt idx="202">
                  <c:v>5.5410000000000004</c:v>
                </c:pt>
                <c:pt idx="203">
                  <c:v>5.4989999999999997</c:v>
                </c:pt>
                <c:pt idx="204">
                  <c:v>5.4370000000000003</c:v>
                </c:pt>
                <c:pt idx="205">
                  <c:v>5.4409999999999998</c:v>
                </c:pt>
                <c:pt idx="206">
                  <c:v>5.0659999999999998</c:v>
                </c:pt>
                <c:pt idx="207">
                  <c:v>5.3239999999999998</c:v>
                </c:pt>
                <c:pt idx="208">
                  <c:v>5.0149999999999997</c:v>
                </c:pt>
                <c:pt idx="209">
                  <c:v>5.1369999999999996</c:v>
                </c:pt>
                <c:pt idx="210">
                  <c:v>5.32</c:v>
                </c:pt>
                <c:pt idx="211">
                  <c:v>4.9809999999999999</c:v>
                </c:pt>
                <c:pt idx="212">
                  <c:v>5.13</c:v>
                </c:pt>
                <c:pt idx="213">
                  <c:v>5.069</c:v>
                </c:pt>
                <c:pt idx="214">
                  <c:v>5.1890000000000001</c:v>
                </c:pt>
                <c:pt idx="215">
                  <c:v>4.8680000000000003</c:v>
                </c:pt>
                <c:pt idx="216">
                  <c:v>5.1470000000000002</c:v>
                </c:pt>
                <c:pt idx="217">
                  <c:v>5.4210000000000003</c:v>
                </c:pt>
                <c:pt idx="218">
                  <c:v>5.3819999999999997</c:v>
                </c:pt>
                <c:pt idx="219">
                  <c:v>5.5309999999999997</c:v>
                </c:pt>
                <c:pt idx="220">
                  <c:v>5.5819999999999999</c:v>
                </c:pt>
                <c:pt idx="221">
                  <c:v>5.6479999999999997</c:v>
                </c:pt>
                <c:pt idx="222">
                  <c:v>5.484</c:v>
                </c:pt>
                <c:pt idx="223">
                  <c:v>5.4829999999999997</c:v>
                </c:pt>
                <c:pt idx="224">
                  <c:v>5.5069999999999997</c:v>
                </c:pt>
                <c:pt idx="225">
                  <c:v>5.6050000000000004</c:v>
                </c:pt>
                <c:pt idx="226">
                  <c:v>5.492</c:v>
                </c:pt>
                <c:pt idx="227">
                  <c:v>5.4740000000000002</c:v>
                </c:pt>
                <c:pt idx="228">
                  <c:v>5.3630000000000004</c:v>
                </c:pt>
                <c:pt idx="229">
                  <c:v>5.633</c:v>
                </c:pt>
                <c:pt idx="230">
                  <c:v>5.524</c:v>
                </c:pt>
                <c:pt idx="231">
                  <c:v>5.4130000000000003</c:v>
                </c:pt>
                <c:pt idx="232">
                  <c:v>5.7080000000000002</c:v>
                </c:pt>
                <c:pt idx="233">
                  <c:v>5.7119999999999997</c:v>
                </c:pt>
                <c:pt idx="234">
                  <c:v>5.5650000000000004</c:v>
                </c:pt>
                <c:pt idx="235">
                  <c:v>5.33</c:v>
                </c:pt>
                <c:pt idx="236">
                  <c:v>5.3769999999999998</c:v>
                </c:pt>
                <c:pt idx="237">
                  <c:v>5.4139999999999997</c:v>
                </c:pt>
                <c:pt idx="238">
                  <c:v>5.5090000000000003</c:v>
                </c:pt>
                <c:pt idx="239">
                  <c:v>5.3680000000000003</c:v>
                </c:pt>
                <c:pt idx="240">
                  <c:v>5.4249999999999998</c:v>
                </c:pt>
                <c:pt idx="241">
                  <c:v>5.0780000000000003</c:v>
                </c:pt>
                <c:pt idx="242">
                  <c:v>5.0179999999999998</c:v>
                </c:pt>
                <c:pt idx="243">
                  <c:v>5.0179999999999998</c:v>
                </c:pt>
                <c:pt idx="244">
                  <c:v>4.9039999999999999</c:v>
                </c:pt>
                <c:pt idx="245">
                  <c:v>4.915</c:v>
                </c:pt>
                <c:pt idx="246">
                  <c:v>5.0730000000000004</c:v>
                </c:pt>
                <c:pt idx="247">
                  <c:v>5.3049999999999997</c:v>
                </c:pt>
                <c:pt idx="248">
                  <c:v>5.2119999999999997</c:v>
                </c:pt>
                <c:pt idx="249">
                  <c:v>5.0890000000000004</c:v>
                </c:pt>
                <c:pt idx="250">
                  <c:v>5.1289999999999996</c:v>
                </c:pt>
                <c:pt idx="251">
                  <c:v>4.8410000000000002</c:v>
                </c:pt>
                <c:pt idx="252">
                  <c:v>4.47</c:v>
                </c:pt>
                <c:pt idx="253">
                  <c:v>4.5919999999999996</c:v>
                </c:pt>
                <c:pt idx="254">
                  <c:v>4.5019999999999998</c:v>
                </c:pt>
                <c:pt idx="255">
                  <c:v>4.6529999999999996</c:v>
                </c:pt>
                <c:pt idx="256">
                  <c:v>4.3689999999999998</c:v>
                </c:pt>
                <c:pt idx="257">
                  <c:v>4.5419999999999998</c:v>
                </c:pt>
                <c:pt idx="258">
                  <c:v>4.383</c:v>
                </c:pt>
                <c:pt idx="259">
                  <c:v>4.681</c:v>
                </c:pt>
                <c:pt idx="260">
                  <c:v>4.4610000000000003</c:v>
                </c:pt>
                <c:pt idx="261">
                  <c:v>4.452</c:v>
                </c:pt>
                <c:pt idx="262">
                  <c:v>4.6360000000000001</c:v>
                </c:pt>
                <c:pt idx="263">
                  <c:v>4.7560000000000002</c:v>
                </c:pt>
                <c:pt idx="264">
                  <c:v>4.766</c:v>
                </c:pt>
                <c:pt idx="265">
                  <c:v>4.7880000000000003</c:v>
                </c:pt>
                <c:pt idx="266">
                  <c:v>4.7919999999999998</c:v>
                </c:pt>
                <c:pt idx="267">
                  <c:v>5.0640000000000001</c:v>
                </c:pt>
                <c:pt idx="268">
                  <c:v>5.2009999999999996</c:v>
                </c:pt>
                <c:pt idx="269">
                  <c:v>5.3959999999999999</c:v>
                </c:pt>
                <c:pt idx="270">
                  <c:v>5.4530000000000003</c:v>
                </c:pt>
                <c:pt idx="271">
                  <c:v>5.6719999999999997</c:v>
                </c:pt>
                <c:pt idx="272">
                  <c:v>5.73</c:v>
                </c:pt>
                <c:pt idx="273">
                  <c:v>5.7869999999999999</c:v>
                </c:pt>
                <c:pt idx="274">
                  <c:v>5.8380000000000001</c:v>
                </c:pt>
                <c:pt idx="275">
                  <c:v>5.8319999999999999</c:v>
                </c:pt>
                <c:pt idx="276">
                  <c:v>5.7839999999999998</c:v>
                </c:pt>
                <c:pt idx="277">
                  <c:v>5.7089999999999996</c:v>
                </c:pt>
                <c:pt idx="278">
                  <c:v>5.8220000000000001</c:v>
                </c:pt>
                <c:pt idx="279">
                  <c:v>5.88</c:v>
                </c:pt>
                <c:pt idx="280">
                  <c:v>5.95</c:v>
                </c:pt>
                <c:pt idx="281">
                  <c:v>6.23</c:v>
                </c:pt>
                <c:pt idx="282">
                  <c:v>6.2069999999999999</c:v>
                </c:pt>
                <c:pt idx="283">
                  <c:v>6.4560000000000004</c:v>
                </c:pt>
                <c:pt idx="284">
                  <c:v>6.226</c:v>
                </c:pt>
                <c:pt idx="285">
                  <c:v>6.3179999999999996</c:v>
                </c:pt>
                <c:pt idx="286">
                  <c:v>6.0810000000000004</c:v>
                </c:pt>
                <c:pt idx="287">
                  <c:v>6.2789999999999999</c:v>
                </c:pt>
                <c:pt idx="288">
                  <c:v>6.0730000000000004</c:v>
                </c:pt>
                <c:pt idx="289">
                  <c:v>6.5759999999999996</c:v>
                </c:pt>
                <c:pt idx="290">
                  <c:v>6.726</c:v>
                </c:pt>
                <c:pt idx="291">
                  <c:v>6.7149999999999999</c:v>
                </c:pt>
                <c:pt idx="292">
                  <c:v>6.8109999999999999</c:v>
                </c:pt>
                <c:pt idx="293">
                  <c:v>7.0359999999999996</c:v>
                </c:pt>
                <c:pt idx="294">
                  <c:v>7.0060000000000002</c:v>
                </c:pt>
                <c:pt idx="295">
                  <c:v>6.3339999999999996</c:v>
                </c:pt>
                <c:pt idx="296">
                  <c:v>6.3840000000000003</c:v>
                </c:pt>
                <c:pt idx="297">
                  <c:v>6.3280000000000003</c:v>
                </c:pt>
                <c:pt idx="298">
                  <c:v>6.2889999999999997</c:v>
                </c:pt>
                <c:pt idx="299">
                  <c:v>6.7430000000000003</c:v>
                </c:pt>
                <c:pt idx="300">
                  <c:v>5.9509999999999996</c:v>
                </c:pt>
                <c:pt idx="301">
                  <c:v>6.351</c:v>
                </c:pt>
                <c:pt idx="302">
                  <c:v>6.5810000000000004</c:v>
                </c:pt>
                <c:pt idx="303">
                  <c:v>6.516</c:v>
                </c:pt>
                <c:pt idx="304">
                  <c:v>6.3810000000000002</c:v>
                </c:pt>
                <c:pt idx="305">
                  <c:v>6.4139999999999997</c:v>
                </c:pt>
                <c:pt idx="306">
                  <c:v>6.6340000000000003</c:v>
                </c:pt>
                <c:pt idx="307">
                  <c:v>6.2060000000000004</c:v>
                </c:pt>
                <c:pt idx="308">
                  <c:v>5.9870000000000001</c:v>
                </c:pt>
                <c:pt idx="309">
                  <c:v>5.7869999999999999</c:v>
                </c:pt>
                <c:pt idx="310">
                  <c:v>5.6239999999999997</c:v>
                </c:pt>
                <c:pt idx="311">
                  <c:v>6.1239999999999997</c:v>
                </c:pt>
                <c:pt idx="312">
                  <c:v>6.1859999999999999</c:v>
                </c:pt>
                <c:pt idx="313">
                  <c:v>6.2320000000000002</c:v>
                </c:pt>
                <c:pt idx="314">
                  <c:v>6.2489999999999997</c:v>
                </c:pt>
                <c:pt idx="315">
                  <c:v>6.2270000000000003</c:v>
                </c:pt>
                <c:pt idx="316">
                  <c:v>6.2249999999999996</c:v>
                </c:pt>
                <c:pt idx="317">
                  <c:v>6.1509999999999998</c:v>
                </c:pt>
                <c:pt idx="318">
                  <c:v>6.1660000000000004</c:v>
                </c:pt>
                <c:pt idx="319">
                  <c:v>6.024</c:v>
                </c:pt>
                <c:pt idx="320">
                  <c:v>6.0759999999999996</c:v>
                </c:pt>
                <c:pt idx="321">
                  <c:v>5.992</c:v>
                </c:pt>
                <c:pt idx="322">
                  <c:v>5.9770000000000003</c:v>
                </c:pt>
                <c:pt idx="323">
                  <c:v>5.7060000000000004</c:v>
                </c:pt>
                <c:pt idx="324">
                  <c:v>5.7409999999999997</c:v>
                </c:pt>
                <c:pt idx="325">
                  <c:v>5.633</c:v>
                </c:pt>
                <c:pt idx="326">
                  <c:v>4.9729999999999999</c:v>
                </c:pt>
                <c:pt idx="327">
                  <c:v>4.9450000000000003</c:v>
                </c:pt>
                <c:pt idx="328">
                  <c:v>5.3040000000000003</c:v>
                </c:pt>
                <c:pt idx="329">
                  <c:v>4.6399999999999997</c:v>
                </c:pt>
                <c:pt idx="330">
                  <c:v>5.0839999999999996</c:v>
                </c:pt>
                <c:pt idx="331">
                  <c:v>4.9169999999999998</c:v>
                </c:pt>
                <c:pt idx="332">
                  <c:v>4.742</c:v>
                </c:pt>
                <c:pt idx="333">
                  <c:v>4.6929999999999996</c:v>
                </c:pt>
                <c:pt idx="334">
                  <c:v>4.6269999999999998</c:v>
                </c:pt>
                <c:pt idx="335">
                  <c:v>4.4740000000000002</c:v>
                </c:pt>
                <c:pt idx="336">
                  <c:v>4.5149999999999997</c:v>
                </c:pt>
                <c:pt idx="337">
                  <c:v>4.5279999999999996</c:v>
                </c:pt>
                <c:pt idx="338">
                  <c:v>4.593</c:v>
                </c:pt>
                <c:pt idx="339">
                  <c:v>4.359</c:v>
                </c:pt>
                <c:pt idx="340">
                  <c:v>4.28</c:v>
                </c:pt>
                <c:pt idx="341">
                  <c:v>4.3440000000000003</c:v>
                </c:pt>
                <c:pt idx="342">
                  <c:v>4.2850000000000001</c:v>
                </c:pt>
                <c:pt idx="343">
                  <c:v>4.2960000000000003</c:v>
                </c:pt>
                <c:pt idx="344">
                  <c:v>4.585</c:v>
                </c:pt>
                <c:pt idx="345">
                  <c:v>4.5830000000000002</c:v>
                </c:pt>
                <c:pt idx="346">
                  <c:v>4.944</c:v>
                </c:pt>
                <c:pt idx="347">
                  <c:v>4.6230000000000002</c:v>
                </c:pt>
                <c:pt idx="348">
                  <c:v>4.5140000000000002</c:v>
                </c:pt>
                <c:pt idx="349">
                  <c:v>4.4770000000000003</c:v>
                </c:pt>
                <c:pt idx="350">
                  <c:v>4.4690000000000003</c:v>
                </c:pt>
                <c:pt idx="351">
                  <c:v>4.5049999999999999</c:v>
                </c:pt>
                <c:pt idx="352">
                  <c:v>4.4349999999999996</c:v>
                </c:pt>
                <c:pt idx="353">
                  <c:v>5.0289999999999999</c:v>
                </c:pt>
                <c:pt idx="354">
                  <c:v>4.8499999999999996</c:v>
                </c:pt>
                <c:pt idx="355">
                  <c:v>4.6950000000000003</c:v>
                </c:pt>
                <c:pt idx="356">
                  <c:v>5.1879999999999997</c:v>
                </c:pt>
                <c:pt idx="357">
                  <c:v>5.0830000000000002</c:v>
                </c:pt>
                <c:pt idx="358">
                  <c:v>4.8520000000000003</c:v>
                </c:pt>
                <c:pt idx="359">
                  <c:v>5.0609999999999999</c:v>
                </c:pt>
                <c:pt idx="360">
                  <c:v>5.1440000000000001</c:v>
                </c:pt>
                <c:pt idx="361">
                  <c:v>5.2270000000000003</c:v>
                </c:pt>
                <c:pt idx="362">
                  <c:v>5.1219999999999999</c:v>
                </c:pt>
                <c:pt idx="363">
                  <c:v>5.1340000000000003</c:v>
                </c:pt>
                <c:pt idx="364">
                  <c:v>5.3049999999999997</c:v>
                </c:pt>
                <c:pt idx="365">
                  <c:v>5.2990000000000004</c:v>
                </c:pt>
                <c:pt idx="366">
                  <c:v>5.3470000000000004</c:v>
                </c:pt>
                <c:pt idx="367">
                  <c:v>5.3940000000000001</c:v>
                </c:pt>
                <c:pt idx="368">
                  <c:v>5.4880000000000004</c:v>
                </c:pt>
                <c:pt idx="369">
                  <c:v>5.4370000000000003</c:v>
                </c:pt>
                <c:pt idx="370">
                  <c:v>5.2430000000000003</c:v>
                </c:pt>
                <c:pt idx="371">
                  <c:v>5.56</c:v>
                </c:pt>
                <c:pt idx="372">
                  <c:v>5.5880000000000001</c:v>
                </c:pt>
                <c:pt idx="373">
                  <c:v>5.7489999999999997</c:v>
                </c:pt>
                <c:pt idx="374">
                  <c:v>5.9260000000000002</c:v>
                </c:pt>
                <c:pt idx="375">
                  <c:v>6.2359999999999998</c:v>
                </c:pt>
                <c:pt idx="376">
                  <c:v>6.34</c:v>
                </c:pt>
                <c:pt idx="377">
                  <c:v>6.367</c:v>
                </c:pt>
                <c:pt idx="378">
                  <c:v>6.024</c:v>
                </c:pt>
                <c:pt idx="379">
                  <c:v>5.8869999999999996</c:v>
                </c:pt>
                <c:pt idx="380">
                  <c:v>5.9539999999999997</c:v>
                </c:pt>
                <c:pt idx="381">
                  <c:v>5.9459999999999997</c:v>
                </c:pt>
                <c:pt idx="382">
                  <c:v>6.1680000000000001</c:v>
                </c:pt>
                <c:pt idx="383">
                  <c:v>6.2119999999999997</c:v>
                </c:pt>
                <c:pt idx="384">
                  <c:v>5.6529999999999996</c:v>
                </c:pt>
                <c:pt idx="385">
                  <c:v>5.6529999999999996</c:v>
                </c:pt>
                <c:pt idx="386">
                  <c:v>5.4450000000000003</c:v>
                </c:pt>
                <c:pt idx="387">
                  <c:v>5.5179999999999998</c:v>
                </c:pt>
                <c:pt idx="388">
                  <c:v>5.7469999999999999</c:v>
                </c:pt>
                <c:pt idx="389">
                  <c:v>5.508</c:v>
                </c:pt>
                <c:pt idx="390">
                  <c:v>5.0570000000000004</c:v>
                </c:pt>
                <c:pt idx="391">
                  <c:v>4.9809999999999999</c:v>
                </c:pt>
                <c:pt idx="392">
                  <c:v>5.0650000000000004</c:v>
                </c:pt>
                <c:pt idx="393">
                  <c:v>5.1870000000000003</c:v>
                </c:pt>
                <c:pt idx="394">
                  <c:v>5.2779999999999996</c:v>
                </c:pt>
                <c:pt idx="395">
                  <c:v>5.2729999999999997</c:v>
                </c:pt>
                <c:pt idx="396">
                  <c:v>5.3780000000000001</c:v>
                </c:pt>
                <c:pt idx="397">
                  <c:v>5.1139999999999999</c:v>
                </c:pt>
                <c:pt idx="398">
                  <c:v>5.1929999999999996</c:v>
                </c:pt>
                <c:pt idx="399">
                  <c:v>5.2380000000000004</c:v>
                </c:pt>
                <c:pt idx="400">
                  <c:v>5.5090000000000003</c:v>
                </c:pt>
                <c:pt idx="401">
                  <c:v>5.13</c:v>
                </c:pt>
                <c:pt idx="402">
                  <c:v>5.1230000000000002</c:v>
                </c:pt>
                <c:pt idx="403">
                  <c:v>4.8479999999999999</c:v>
                </c:pt>
                <c:pt idx="404">
                  <c:v>4.9850000000000003</c:v>
                </c:pt>
                <c:pt idx="405">
                  <c:v>5.26</c:v>
                </c:pt>
                <c:pt idx="406">
                  <c:v>5.2750000000000004</c:v>
                </c:pt>
                <c:pt idx="407">
                  <c:v>5.5110000000000001</c:v>
                </c:pt>
                <c:pt idx="408">
                  <c:v>5.6539999999999999</c:v>
                </c:pt>
                <c:pt idx="409">
                  <c:v>5.8879999999999999</c:v>
                </c:pt>
                <c:pt idx="410">
                  <c:v>5.8780000000000001</c:v>
                </c:pt>
                <c:pt idx="411">
                  <c:v>6.1050000000000004</c:v>
                </c:pt>
                <c:pt idx="412">
                  <c:v>5.9720000000000004</c:v>
                </c:pt>
                <c:pt idx="413">
                  <c:v>6.008</c:v>
                </c:pt>
                <c:pt idx="414">
                  <c:v>6.2089999999999996</c:v>
                </c:pt>
                <c:pt idx="415">
                  <c:v>6.2949999999999999</c:v>
                </c:pt>
                <c:pt idx="416">
                  <c:v>6.282</c:v>
                </c:pt>
                <c:pt idx="417">
                  <c:v>6.2270000000000003</c:v>
                </c:pt>
                <c:pt idx="418">
                  <c:v>6.3170000000000002</c:v>
                </c:pt>
                <c:pt idx="419">
                  <c:v>6.2619999999999996</c:v>
                </c:pt>
                <c:pt idx="420">
                  <c:v>6.3840000000000003</c:v>
                </c:pt>
                <c:pt idx="421">
                  <c:v>6.71</c:v>
                </c:pt>
                <c:pt idx="422">
                  <c:v>6.1879999999999997</c:v>
                </c:pt>
                <c:pt idx="423">
                  <c:v>5.649</c:v>
                </c:pt>
                <c:pt idx="424">
                  <c:v>5.1790000000000003</c:v>
                </c:pt>
                <c:pt idx="425">
                  <c:v>5.3479999999999999</c:v>
                </c:pt>
                <c:pt idx="426">
                  <c:v>5.2450000000000001</c:v>
                </c:pt>
                <c:pt idx="427">
                  <c:v>5.3920000000000003</c:v>
                </c:pt>
                <c:pt idx="428">
                  <c:v>5.548</c:v>
                </c:pt>
                <c:pt idx="429">
                  <c:v>5.2519999999999998</c:v>
                </c:pt>
                <c:pt idx="430">
                  <c:v>5.2110000000000003</c:v>
                </c:pt>
                <c:pt idx="431">
                  <c:v>5.1100000000000003</c:v>
                </c:pt>
                <c:pt idx="432">
                  <c:v>5.1420000000000003</c:v>
                </c:pt>
                <c:pt idx="433">
                  <c:v>5.0369999999999999</c:v>
                </c:pt>
                <c:pt idx="434">
                  <c:v>4.7430000000000003</c:v>
                </c:pt>
                <c:pt idx="435">
                  <c:v>4.7699999999999996</c:v>
                </c:pt>
                <c:pt idx="436">
                  <c:v>4.806</c:v>
                </c:pt>
                <c:pt idx="437">
                  <c:v>4.8319999999999999</c:v>
                </c:pt>
                <c:pt idx="438">
                  <c:v>4.9130000000000003</c:v>
                </c:pt>
                <c:pt idx="439">
                  <c:v>4.931</c:v>
                </c:pt>
                <c:pt idx="440">
                  <c:v>5.0350000000000001</c:v>
                </c:pt>
                <c:pt idx="441">
                  <c:v>4.9009999999999998</c:v>
                </c:pt>
                <c:pt idx="442">
                  <c:v>4.8380000000000001</c:v>
                </c:pt>
                <c:pt idx="443">
                  <c:v>4.9349999999999996</c:v>
                </c:pt>
                <c:pt idx="444">
                  <c:v>4.6879999999999997</c:v>
                </c:pt>
                <c:pt idx="445">
                  <c:v>4.968</c:v>
                </c:pt>
                <c:pt idx="446">
                  <c:v>4.7469999999999999</c:v>
                </c:pt>
                <c:pt idx="447">
                  <c:v>4.4690000000000003</c:v>
                </c:pt>
                <c:pt idx="448">
                  <c:v>4.32</c:v>
                </c:pt>
                <c:pt idx="449">
                  <c:v>4.3419999999999996</c:v>
                </c:pt>
                <c:pt idx="450">
                  <c:v>4.2160000000000002</c:v>
                </c:pt>
                <c:pt idx="451">
                  <c:v>4.3</c:v>
                </c:pt>
                <c:pt idx="452">
                  <c:v>4.0590000000000002</c:v>
                </c:pt>
                <c:pt idx="453">
                  <c:v>3.9359999999999999</c:v>
                </c:pt>
                <c:pt idx="454">
                  <c:v>3.871</c:v>
                </c:pt>
                <c:pt idx="455">
                  <c:v>3.8530000000000002</c:v>
                </c:pt>
                <c:pt idx="456">
                  <c:v>3.67</c:v>
                </c:pt>
                <c:pt idx="457">
                  <c:v>3.798</c:v>
                </c:pt>
                <c:pt idx="458">
                  <c:v>3.734</c:v>
                </c:pt>
                <c:pt idx="459">
                  <c:v>3.5529999999999999</c:v>
                </c:pt>
                <c:pt idx="460">
                  <c:v>3.5139999999999998</c:v>
                </c:pt>
                <c:pt idx="461">
                  <c:v>3.4049999999999998</c:v>
                </c:pt>
                <c:pt idx="462">
                  <c:v>3.4180000000000001</c:v>
                </c:pt>
                <c:pt idx="463">
                  <c:v>3.3439999999999999</c:v>
                </c:pt>
                <c:pt idx="464">
                  <c:v>3.448</c:v>
                </c:pt>
                <c:pt idx="465">
                  <c:v>3.5590000000000002</c:v>
                </c:pt>
                <c:pt idx="466">
                  <c:v>3.8180000000000001</c:v>
                </c:pt>
                <c:pt idx="467">
                  <c:v>3.5760000000000001</c:v>
                </c:pt>
                <c:pt idx="468">
                  <c:v>3.5470000000000002</c:v>
                </c:pt>
                <c:pt idx="469">
                  <c:v>3.79</c:v>
                </c:pt>
                <c:pt idx="470">
                  <c:v>4.048</c:v>
                </c:pt>
                <c:pt idx="471">
                  <c:v>4.0330000000000004</c:v>
                </c:pt>
                <c:pt idx="472">
                  <c:v>3.9289999999999998</c:v>
                </c:pt>
                <c:pt idx="473">
                  <c:v>4.1449999999999996</c:v>
                </c:pt>
                <c:pt idx="474">
                  <c:v>4.1909999999999998</c:v>
                </c:pt>
                <c:pt idx="475">
                  <c:v>4.04</c:v>
                </c:pt>
                <c:pt idx="476">
                  <c:v>3.9089999999999998</c:v>
                </c:pt>
                <c:pt idx="477">
                  <c:v>3.855</c:v>
                </c:pt>
                <c:pt idx="478">
                  <c:v>3.8180000000000001</c:v>
                </c:pt>
                <c:pt idx="479">
                  <c:v>3.8650000000000002</c:v>
                </c:pt>
                <c:pt idx="480">
                  <c:v>4.0720000000000001</c:v>
                </c:pt>
                <c:pt idx="481">
                  <c:v>3.746</c:v>
                </c:pt>
                <c:pt idx="482">
                  <c:v>3.6179999999999999</c:v>
                </c:pt>
                <c:pt idx="483">
                  <c:v>3.61</c:v>
                </c:pt>
                <c:pt idx="484">
                  <c:v>3.61</c:v>
                </c:pt>
                <c:pt idx="485">
                  <c:v>3.7970000000000002</c:v>
                </c:pt>
                <c:pt idx="486">
                  <c:v>3.7589999999999999</c:v>
                </c:pt>
                <c:pt idx="487">
                  <c:v>3.7730000000000001</c:v>
                </c:pt>
                <c:pt idx="488">
                  <c:v>3.8039999999999998</c:v>
                </c:pt>
                <c:pt idx="489">
                  <c:v>3.59</c:v>
                </c:pt>
                <c:pt idx="490">
                  <c:v>3.8069999999999999</c:v>
                </c:pt>
                <c:pt idx="491">
                  <c:v>3.8610000000000002</c:v>
                </c:pt>
                <c:pt idx="492">
                  <c:v>3.895</c:v>
                </c:pt>
                <c:pt idx="493">
                  <c:v>3.9620000000000002</c:v>
                </c:pt>
                <c:pt idx="494">
                  <c:v>4.1870000000000003</c:v>
                </c:pt>
                <c:pt idx="495">
                  <c:v>4.2320000000000002</c:v>
                </c:pt>
                <c:pt idx="496">
                  <c:v>4.1630000000000003</c:v>
                </c:pt>
                <c:pt idx="497">
                  <c:v>4.0179999999999998</c:v>
                </c:pt>
                <c:pt idx="498">
                  <c:v>4.0110000000000001</c:v>
                </c:pt>
                <c:pt idx="499">
                  <c:v>4.008</c:v>
                </c:pt>
                <c:pt idx="500">
                  <c:v>4.0369999999999999</c:v>
                </c:pt>
                <c:pt idx="501">
                  <c:v>3.847</c:v>
                </c:pt>
                <c:pt idx="502">
                  <c:v>3.863</c:v>
                </c:pt>
                <c:pt idx="503">
                  <c:v>4.0140000000000002</c:v>
                </c:pt>
                <c:pt idx="504">
                  <c:v>3.907</c:v>
                </c:pt>
                <c:pt idx="505">
                  <c:v>3.843</c:v>
                </c:pt>
                <c:pt idx="506">
                  <c:v>3.907</c:v>
                </c:pt>
                <c:pt idx="507">
                  <c:v>4.0940000000000003</c:v>
                </c:pt>
                <c:pt idx="508">
                  <c:v>4.4459999999999997</c:v>
                </c:pt>
                <c:pt idx="509">
                  <c:v>4.2830000000000004</c:v>
                </c:pt>
                <c:pt idx="510">
                  <c:v>4.1459999999999999</c:v>
                </c:pt>
                <c:pt idx="511">
                  <c:v>4.4820000000000002</c:v>
                </c:pt>
                <c:pt idx="512">
                  <c:v>4.5869999999999997</c:v>
                </c:pt>
                <c:pt idx="513">
                  <c:v>4.6619999999999999</c:v>
                </c:pt>
                <c:pt idx="514">
                  <c:v>4.5</c:v>
                </c:pt>
                <c:pt idx="515">
                  <c:v>4.3810000000000002</c:v>
                </c:pt>
                <c:pt idx="516">
                  <c:v>4.6040000000000001</c:v>
                </c:pt>
                <c:pt idx="517">
                  <c:v>4.5350000000000001</c:v>
                </c:pt>
                <c:pt idx="518">
                  <c:v>4.7709999999999999</c:v>
                </c:pt>
                <c:pt idx="519">
                  <c:v>5.0039999999999996</c:v>
                </c:pt>
                <c:pt idx="520">
                  <c:v>5.1980000000000004</c:v>
                </c:pt>
                <c:pt idx="521">
                  <c:v>5.17</c:v>
                </c:pt>
                <c:pt idx="522">
                  <c:v>5.1909999999999998</c:v>
                </c:pt>
                <c:pt idx="523">
                  <c:v>5.0999999999999996</c:v>
                </c:pt>
                <c:pt idx="524">
                  <c:v>5.1029999999999998</c:v>
                </c:pt>
                <c:pt idx="525">
                  <c:v>5.125</c:v>
                </c:pt>
                <c:pt idx="526">
                  <c:v>4.9050000000000002</c:v>
                </c:pt>
                <c:pt idx="527">
                  <c:v>5.0140000000000002</c:v>
                </c:pt>
                <c:pt idx="528">
                  <c:v>5.1390000000000002</c:v>
                </c:pt>
                <c:pt idx="529">
                  <c:v>5.1760000000000002</c:v>
                </c:pt>
                <c:pt idx="530">
                  <c:v>5.2030000000000003</c:v>
                </c:pt>
                <c:pt idx="531">
                  <c:v>5.0910000000000002</c:v>
                </c:pt>
                <c:pt idx="532">
                  <c:v>5.0750000000000002</c:v>
                </c:pt>
                <c:pt idx="533">
                  <c:v>5.3419999999999996</c:v>
                </c:pt>
                <c:pt idx="534">
                  <c:v>5.2489999999999997</c:v>
                </c:pt>
                <c:pt idx="535">
                  <c:v>5.19</c:v>
                </c:pt>
                <c:pt idx="536">
                  <c:v>4.7169999999999996</c:v>
                </c:pt>
                <c:pt idx="537">
                  <c:v>4.7539999999999996</c:v>
                </c:pt>
                <c:pt idx="538">
                  <c:v>5.0709999999999997</c:v>
                </c:pt>
                <c:pt idx="539">
                  <c:v>4.88</c:v>
                </c:pt>
                <c:pt idx="540">
                  <c:v>4.5330000000000004</c:v>
                </c:pt>
                <c:pt idx="541">
                  <c:v>4.5810000000000004</c:v>
                </c:pt>
                <c:pt idx="542">
                  <c:v>4.7229999999999999</c:v>
                </c:pt>
                <c:pt idx="543">
                  <c:v>4.8040000000000003</c:v>
                </c:pt>
                <c:pt idx="544">
                  <c:v>4.6630000000000003</c:v>
                </c:pt>
                <c:pt idx="545">
                  <c:v>4.6189999999999998</c:v>
                </c:pt>
                <c:pt idx="546">
                  <c:v>4.8630000000000004</c:v>
                </c:pt>
                <c:pt idx="547">
                  <c:v>4.8869999999999996</c:v>
                </c:pt>
                <c:pt idx="548">
                  <c:v>5.1509999999999998</c:v>
                </c:pt>
                <c:pt idx="549">
                  <c:v>5.1580000000000004</c:v>
                </c:pt>
                <c:pt idx="550">
                  <c:v>5.3289999999999997</c:v>
                </c:pt>
                <c:pt idx="551">
                  <c:v>5.327</c:v>
                </c:pt>
                <c:pt idx="552">
                  <c:v>5.3109999999999999</c:v>
                </c:pt>
                <c:pt idx="553">
                  <c:v>5.31</c:v>
                </c:pt>
                <c:pt idx="554">
                  <c:v>5.2939999999999996</c:v>
                </c:pt>
                <c:pt idx="555">
                  <c:v>5.2949999999999999</c:v>
                </c:pt>
                <c:pt idx="556">
                  <c:v>5.2889999999999997</c:v>
                </c:pt>
                <c:pt idx="557">
                  <c:v>5.2729999999999997</c:v>
                </c:pt>
                <c:pt idx="558">
                  <c:v>5.2560000000000002</c:v>
                </c:pt>
                <c:pt idx="559">
                  <c:v>5.3079999999999998</c:v>
                </c:pt>
                <c:pt idx="560">
                  <c:v>5.2140000000000004</c:v>
                </c:pt>
                <c:pt idx="561">
                  <c:v>5.1379999999999999</c:v>
                </c:pt>
                <c:pt idx="562">
                  <c:v>5.0229999999999997</c:v>
                </c:pt>
                <c:pt idx="563">
                  <c:v>5.0069999999999997</c:v>
                </c:pt>
                <c:pt idx="564">
                  <c:v>4.8470000000000004</c:v>
                </c:pt>
                <c:pt idx="565">
                  <c:v>4.9340000000000002</c:v>
                </c:pt>
                <c:pt idx="566">
                  <c:v>4.7690000000000001</c:v>
                </c:pt>
                <c:pt idx="567">
                  <c:v>4.6319999999999997</c:v>
                </c:pt>
                <c:pt idx="568">
                  <c:v>4.6890000000000001</c:v>
                </c:pt>
                <c:pt idx="569">
                  <c:v>5.274</c:v>
                </c:pt>
                <c:pt idx="570">
                  <c:v>5.1539999999999999</c:v>
                </c:pt>
                <c:pt idx="571">
                  <c:v>4.5999999999999996</c:v>
                </c:pt>
                <c:pt idx="572">
                  <c:v>4.7750000000000004</c:v>
                </c:pt>
                <c:pt idx="573">
                  <c:v>4.7949999999999999</c:v>
                </c:pt>
                <c:pt idx="574">
                  <c:v>4.5339999999999998</c:v>
                </c:pt>
                <c:pt idx="575">
                  <c:v>4.3559999999999999</c:v>
                </c:pt>
                <c:pt idx="576">
                  <c:v>4.3810000000000002</c:v>
                </c:pt>
                <c:pt idx="577">
                  <c:v>4.516</c:v>
                </c:pt>
                <c:pt idx="578">
                  <c:v>4.7359999999999998</c:v>
                </c:pt>
                <c:pt idx="579">
                  <c:v>4.5529999999999999</c:v>
                </c:pt>
                <c:pt idx="580">
                  <c:v>4.6500000000000004</c:v>
                </c:pt>
                <c:pt idx="581">
                  <c:v>4.7169999999999996</c:v>
                </c:pt>
                <c:pt idx="582">
                  <c:v>4.5720000000000001</c:v>
                </c:pt>
                <c:pt idx="583">
                  <c:v>4.6749999999999998</c:v>
                </c:pt>
                <c:pt idx="584">
                  <c:v>4.6639999999999997</c:v>
                </c:pt>
                <c:pt idx="585">
                  <c:v>4.3209999999999997</c:v>
                </c:pt>
                <c:pt idx="586">
                  <c:v>4.2549999999999999</c:v>
                </c:pt>
                <c:pt idx="587">
                  <c:v>4.4859999999999998</c:v>
                </c:pt>
                <c:pt idx="588">
                  <c:v>4.4429999999999996</c:v>
                </c:pt>
                <c:pt idx="589">
                  <c:v>4.601</c:v>
                </c:pt>
                <c:pt idx="590">
                  <c:v>4.5830000000000002</c:v>
                </c:pt>
                <c:pt idx="591">
                  <c:v>4.5220000000000002</c:v>
                </c:pt>
                <c:pt idx="592">
                  <c:v>4.431</c:v>
                </c:pt>
                <c:pt idx="593">
                  <c:v>4.4720000000000004</c:v>
                </c:pt>
                <c:pt idx="594">
                  <c:v>4.3789999999999996</c:v>
                </c:pt>
                <c:pt idx="595">
                  <c:v>4.3879999999999999</c:v>
                </c:pt>
                <c:pt idx="596">
                  <c:v>4.5220000000000002</c:v>
                </c:pt>
                <c:pt idx="597">
                  <c:v>4.875</c:v>
                </c:pt>
                <c:pt idx="598">
                  <c:v>4.8979999999999997</c:v>
                </c:pt>
                <c:pt idx="599">
                  <c:v>4.8369999999999997</c:v>
                </c:pt>
                <c:pt idx="600">
                  <c:v>4.8620000000000001</c:v>
                </c:pt>
                <c:pt idx="601">
                  <c:v>4.8760000000000003</c:v>
                </c:pt>
                <c:pt idx="602">
                  <c:v>4.7140000000000004</c:v>
                </c:pt>
                <c:pt idx="603">
                  <c:v>4.3810000000000002</c:v>
                </c:pt>
                <c:pt idx="604">
                  <c:v>4.2629999999999999</c:v>
                </c:pt>
                <c:pt idx="605">
                  <c:v>4.1260000000000003</c:v>
                </c:pt>
                <c:pt idx="606">
                  <c:v>4.2119999999999997</c:v>
                </c:pt>
                <c:pt idx="607">
                  <c:v>4.22</c:v>
                </c:pt>
                <c:pt idx="608">
                  <c:v>3.956</c:v>
                </c:pt>
                <c:pt idx="609">
                  <c:v>3.8959999999999999</c:v>
                </c:pt>
                <c:pt idx="610">
                  <c:v>3.8279999999999998</c:v>
                </c:pt>
                <c:pt idx="611">
                  <c:v>3.6659999999999999</c:v>
                </c:pt>
                <c:pt idx="612">
                  <c:v>3.718</c:v>
                </c:pt>
                <c:pt idx="613">
                  <c:v>3.6219999999999999</c:v>
                </c:pt>
                <c:pt idx="614">
                  <c:v>3.698</c:v>
                </c:pt>
                <c:pt idx="615">
                  <c:v>3.6019999999999999</c:v>
                </c:pt>
                <c:pt idx="616">
                  <c:v>3.64</c:v>
                </c:pt>
                <c:pt idx="617">
                  <c:v>3.5230000000000001</c:v>
                </c:pt>
                <c:pt idx="618">
                  <c:v>3.472</c:v>
                </c:pt>
                <c:pt idx="619">
                  <c:v>3.5009999999999999</c:v>
                </c:pt>
                <c:pt idx="620">
                  <c:v>3.6019999999999999</c:v>
                </c:pt>
                <c:pt idx="621">
                  <c:v>3.6150000000000002</c:v>
                </c:pt>
                <c:pt idx="622">
                  <c:v>3.77</c:v>
                </c:pt>
                <c:pt idx="623">
                  <c:v>3.7730000000000001</c:v>
                </c:pt>
                <c:pt idx="624">
                  <c:v>3.7519999999999998</c:v>
                </c:pt>
                <c:pt idx="625">
                  <c:v>3.7789999999999999</c:v>
                </c:pt>
                <c:pt idx="626">
                  <c:v>3.8530000000000002</c:v>
                </c:pt>
                <c:pt idx="627">
                  <c:v>3.702</c:v>
                </c:pt>
                <c:pt idx="628">
                  <c:v>3.6280000000000001</c:v>
                </c:pt>
                <c:pt idx="629">
                  <c:v>3.4609999999999999</c:v>
                </c:pt>
                <c:pt idx="630">
                  <c:v>3.5910000000000002</c:v>
                </c:pt>
                <c:pt idx="631">
                  <c:v>3.6749999999999998</c:v>
                </c:pt>
                <c:pt idx="632">
                  <c:v>3.573</c:v>
                </c:pt>
                <c:pt idx="633">
                  <c:v>3.77</c:v>
                </c:pt>
                <c:pt idx="634">
                  <c:v>3.9729999999999999</c:v>
                </c:pt>
                <c:pt idx="635">
                  <c:v>3.972</c:v>
                </c:pt>
                <c:pt idx="636">
                  <c:v>3.9009999999999998</c:v>
                </c:pt>
                <c:pt idx="637">
                  <c:v>3.911</c:v>
                </c:pt>
                <c:pt idx="638">
                  <c:v>4.226</c:v>
                </c:pt>
                <c:pt idx="639">
                  <c:v>4.1130000000000004</c:v>
                </c:pt>
                <c:pt idx="640">
                  <c:v>4.3259999999999996</c:v>
                </c:pt>
                <c:pt idx="641">
                  <c:v>4.4390000000000001</c:v>
                </c:pt>
                <c:pt idx="642">
                  <c:v>4.6669999999999998</c:v>
                </c:pt>
                <c:pt idx="643">
                  <c:v>4.5970000000000004</c:v>
                </c:pt>
                <c:pt idx="644">
                  <c:v>4.6980000000000004</c:v>
                </c:pt>
                <c:pt idx="645">
                  <c:v>4.8490000000000002</c:v>
                </c:pt>
                <c:pt idx="646">
                  <c:v>5.0049999999999999</c:v>
                </c:pt>
                <c:pt idx="647">
                  <c:v>4.9359999999999999</c:v>
                </c:pt>
                <c:pt idx="648">
                  <c:v>5.1289999999999996</c:v>
                </c:pt>
                <c:pt idx="649">
                  <c:v>5.157</c:v>
                </c:pt>
                <c:pt idx="650">
                  <c:v>5.1310000000000002</c:v>
                </c:pt>
                <c:pt idx="651">
                  <c:v>5.173</c:v>
                </c:pt>
                <c:pt idx="652">
                  <c:v>5.516</c:v>
                </c:pt>
                <c:pt idx="653">
                  <c:v>5.7610000000000001</c:v>
                </c:pt>
                <c:pt idx="654">
                  <c:v>5.8550000000000004</c:v>
                </c:pt>
                <c:pt idx="655">
                  <c:v>5.7709999999999999</c:v>
                </c:pt>
                <c:pt idx="656">
                  <c:v>5.81</c:v>
                </c:pt>
                <c:pt idx="657">
                  <c:v>5.9550000000000001</c:v>
                </c:pt>
                <c:pt idx="658">
                  <c:v>6.02</c:v>
                </c:pt>
                <c:pt idx="659">
                  <c:v>6.1689999999999996</c:v>
                </c:pt>
                <c:pt idx="660">
                  <c:v>6.2110000000000003</c:v>
                </c:pt>
                <c:pt idx="661">
                  <c:v>6.0869999999999997</c:v>
                </c:pt>
                <c:pt idx="662">
                  <c:v>6.1970000000000001</c:v>
                </c:pt>
                <c:pt idx="663">
                  <c:v>6.3319999999999999</c:v>
                </c:pt>
                <c:pt idx="664">
                  <c:v>6.2190000000000003</c:v>
                </c:pt>
                <c:pt idx="665">
                  <c:v>6.1639999999999997</c:v>
                </c:pt>
                <c:pt idx="666">
                  <c:v>6.274</c:v>
                </c:pt>
                <c:pt idx="667">
                  <c:v>5.9660000000000002</c:v>
                </c:pt>
                <c:pt idx="668">
                  <c:v>5.68</c:v>
                </c:pt>
                <c:pt idx="669">
                  <c:v>5.351</c:v>
                </c:pt>
                <c:pt idx="670">
                  <c:v>5.4589999999999996</c:v>
                </c:pt>
                <c:pt idx="671">
                  <c:v>5.0129999999999999</c:v>
                </c:pt>
                <c:pt idx="672">
                  <c:v>4.88</c:v>
                </c:pt>
                <c:pt idx="673">
                  <c:v>4.8920000000000003</c:v>
                </c:pt>
                <c:pt idx="674">
                  <c:v>4.6970000000000001</c:v>
                </c:pt>
                <c:pt idx="675">
                  <c:v>4.657</c:v>
                </c:pt>
                <c:pt idx="676">
                  <c:v>4.5090000000000003</c:v>
                </c:pt>
                <c:pt idx="677">
                  <c:v>4.476</c:v>
                </c:pt>
                <c:pt idx="678">
                  <c:v>4.3600000000000003</c:v>
                </c:pt>
                <c:pt idx="679">
                  <c:v>4.7039999999999997</c:v>
                </c:pt>
                <c:pt idx="680">
                  <c:v>4.79</c:v>
                </c:pt>
                <c:pt idx="681">
                  <c:v>4.524</c:v>
                </c:pt>
                <c:pt idx="682">
                  <c:v>4.92</c:v>
                </c:pt>
                <c:pt idx="683">
                  <c:v>4.76</c:v>
                </c:pt>
                <c:pt idx="684">
                  <c:v>4.5590000000000002</c:v>
                </c:pt>
                <c:pt idx="685">
                  <c:v>4.4089999999999998</c:v>
                </c:pt>
                <c:pt idx="686">
                  <c:v>4.6219999999999999</c:v>
                </c:pt>
                <c:pt idx="687">
                  <c:v>4.58</c:v>
                </c:pt>
                <c:pt idx="688">
                  <c:v>4.585</c:v>
                </c:pt>
                <c:pt idx="689">
                  <c:v>4.6340000000000003</c:v>
                </c:pt>
                <c:pt idx="690">
                  <c:v>4.2969999999999997</c:v>
                </c:pt>
                <c:pt idx="691">
                  <c:v>4.2309999999999999</c:v>
                </c:pt>
                <c:pt idx="692">
                  <c:v>4.2229999999999999</c:v>
                </c:pt>
                <c:pt idx="693">
                  <c:v>4.0609999999999999</c:v>
                </c:pt>
                <c:pt idx="694">
                  <c:v>4.0229999999999997</c:v>
                </c:pt>
                <c:pt idx="695">
                  <c:v>4.0979999999999999</c:v>
                </c:pt>
                <c:pt idx="696">
                  <c:v>4.0640000000000001</c:v>
                </c:pt>
                <c:pt idx="697">
                  <c:v>4.125</c:v>
                </c:pt>
                <c:pt idx="698">
                  <c:v>4.1079999999999997</c:v>
                </c:pt>
                <c:pt idx="699">
                  <c:v>4.165</c:v>
                </c:pt>
                <c:pt idx="700">
                  <c:v>4.202</c:v>
                </c:pt>
                <c:pt idx="701">
                  <c:v>4.2640000000000002</c:v>
                </c:pt>
                <c:pt idx="702">
                  <c:v>4.2080000000000002</c:v>
                </c:pt>
                <c:pt idx="703">
                  <c:v>4.4240000000000004</c:v>
                </c:pt>
                <c:pt idx="704">
                  <c:v>4.2690000000000001</c:v>
                </c:pt>
                <c:pt idx="705">
                  <c:v>4.2560000000000002</c:v>
                </c:pt>
                <c:pt idx="706">
                  <c:v>4.0910000000000002</c:v>
                </c:pt>
                <c:pt idx="707">
                  <c:v>3.8340000000000001</c:v>
                </c:pt>
                <c:pt idx="708">
                  <c:v>3.677</c:v>
                </c:pt>
                <c:pt idx="709">
                  <c:v>3.7389999999999999</c:v>
                </c:pt>
                <c:pt idx="710">
                  <c:v>3.681</c:v>
                </c:pt>
                <c:pt idx="711">
                  <c:v>3.7559999999999998</c:v>
                </c:pt>
                <c:pt idx="712">
                  <c:v>3.887</c:v>
                </c:pt>
                <c:pt idx="713">
                  <c:v>3.8479999999999999</c:v>
                </c:pt>
                <c:pt idx="714">
                  <c:v>4.016</c:v>
                </c:pt>
                <c:pt idx="715">
                  <c:v>4.0119999999999996</c:v>
                </c:pt>
                <c:pt idx="716">
                  <c:v>3.95</c:v>
                </c:pt>
                <c:pt idx="717">
                  <c:v>3.988</c:v>
                </c:pt>
                <c:pt idx="718">
                  <c:v>4.08</c:v>
                </c:pt>
                <c:pt idx="719">
                  <c:v>4.3220000000000001</c:v>
                </c:pt>
                <c:pt idx="720">
                  <c:v>4.5640000000000001</c:v>
                </c:pt>
                <c:pt idx="721">
                  <c:v>4.5549999999999997</c:v>
                </c:pt>
                <c:pt idx="722">
                  <c:v>4.258</c:v>
                </c:pt>
                <c:pt idx="723">
                  <c:v>4.3540000000000001</c:v>
                </c:pt>
                <c:pt idx="724">
                  <c:v>4.5650000000000004</c:v>
                </c:pt>
                <c:pt idx="725">
                  <c:v>4.5179999999999998</c:v>
                </c:pt>
                <c:pt idx="726">
                  <c:v>4.7089999999999996</c:v>
                </c:pt>
                <c:pt idx="727">
                  <c:v>4.3079999999999998</c:v>
                </c:pt>
                <c:pt idx="728">
                  <c:v>4.4169999999999998</c:v>
                </c:pt>
                <c:pt idx="729">
                  <c:v>4.29</c:v>
                </c:pt>
                <c:pt idx="730">
                  <c:v>4.1959999999999997</c:v>
                </c:pt>
                <c:pt idx="731">
                  <c:v>4.069</c:v>
                </c:pt>
                <c:pt idx="732">
                  <c:v>3.6509999999999998</c:v>
                </c:pt>
                <c:pt idx="733">
                  <c:v>3.448</c:v>
                </c:pt>
                <c:pt idx="734">
                  <c:v>3.6469999999999998</c:v>
                </c:pt>
                <c:pt idx="735">
                  <c:v>3.5059999999999998</c:v>
                </c:pt>
                <c:pt idx="736">
                  <c:v>3.5110000000000001</c:v>
                </c:pt>
                <c:pt idx="737">
                  <c:v>3.5579999999999998</c:v>
                </c:pt>
                <c:pt idx="738">
                  <c:v>3.468</c:v>
                </c:pt>
                <c:pt idx="739">
                  <c:v>3.3759999999999999</c:v>
                </c:pt>
                <c:pt idx="740">
                  <c:v>3.492</c:v>
                </c:pt>
                <c:pt idx="741">
                  <c:v>3.51</c:v>
                </c:pt>
                <c:pt idx="742">
                  <c:v>3.6240000000000001</c:v>
                </c:pt>
                <c:pt idx="743">
                  <c:v>3.7879999999999998</c:v>
                </c:pt>
                <c:pt idx="744">
                  <c:v>3.64</c:v>
                </c:pt>
                <c:pt idx="745">
                  <c:v>3.7290000000000001</c:v>
                </c:pt>
                <c:pt idx="746">
                  <c:v>3.508</c:v>
                </c:pt>
                <c:pt idx="747">
                  <c:v>3.43</c:v>
                </c:pt>
                <c:pt idx="748">
                  <c:v>3.4319999999999999</c:v>
                </c:pt>
                <c:pt idx="749">
                  <c:v>3.3170000000000002</c:v>
                </c:pt>
                <c:pt idx="750">
                  <c:v>3.3889999999999998</c:v>
                </c:pt>
                <c:pt idx="751">
                  <c:v>3.3319999999999999</c:v>
                </c:pt>
                <c:pt idx="752">
                  <c:v>3.448</c:v>
                </c:pt>
                <c:pt idx="753">
                  <c:v>3.5710000000000002</c:v>
                </c:pt>
                <c:pt idx="754">
                  <c:v>3.2650000000000001</c:v>
                </c:pt>
                <c:pt idx="755">
                  <c:v>3.165</c:v>
                </c:pt>
                <c:pt idx="756">
                  <c:v>3.286</c:v>
                </c:pt>
                <c:pt idx="757">
                  <c:v>3.319</c:v>
                </c:pt>
                <c:pt idx="758">
                  <c:v>3.25</c:v>
                </c:pt>
                <c:pt idx="759">
                  <c:v>3.2490000000000001</c:v>
                </c:pt>
                <c:pt idx="760">
                  <c:v>3.4950000000000001</c:v>
                </c:pt>
                <c:pt idx="761">
                  <c:v>3.581</c:v>
                </c:pt>
                <c:pt idx="762">
                  <c:v>3.6360000000000001</c:v>
                </c:pt>
                <c:pt idx="763">
                  <c:v>3.7069999999999999</c:v>
                </c:pt>
                <c:pt idx="764">
                  <c:v>3.4369999999999998</c:v>
                </c:pt>
                <c:pt idx="765">
                  <c:v>3.47</c:v>
                </c:pt>
                <c:pt idx="766">
                  <c:v>3.7440000000000002</c:v>
                </c:pt>
                <c:pt idx="767">
                  <c:v>3.7519999999999998</c:v>
                </c:pt>
                <c:pt idx="768">
                  <c:v>3.9980000000000002</c:v>
                </c:pt>
                <c:pt idx="769">
                  <c:v>3.6869999999999998</c:v>
                </c:pt>
                <c:pt idx="770">
                  <c:v>3.89</c:v>
                </c:pt>
                <c:pt idx="771">
                  <c:v>4.0739999999999998</c:v>
                </c:pt>
                <c:pt idx="772">
                  <c:v>3.996</c:v>
                </c:pt>
                <c:pt idx="773">
                  <c:v>3.899</c:v>
                </c:pt>
                <c:pt idx="774">
                  <c:v>4.0170000000000003</c:v>
                </c:pt>
                <c:pt idx="775">
                  <c:v>4.0330000000000004</c:v>
                </c:pt>
                <c:pt idx="776">
                  <c:v>4.0590000000000002</c:v>
                </c:pt>
                <c:pt idx="777">
                  <c:v>4.0250000000000004</c:v>
                </c:pt>
                <c:pt idx="778">
                  <c:v>3.9079999999999999</c:v>
                </c:pt>
                <c:pt idx="779">
                  <c:v>3.9319999999999999</c:v>
                </c:pt>
                <c:pt idx="780">
                  <c:v>4.0880000000000001</c:v>
                </c:pt>
                <c:pt idx="781">
                  <c:v>4.28</c:v>
                </c:pt>
                <c:pt idx="782">
                  <c:v>4.1719999999999997</c:v>
                </c:pt>
                <c:pt idx="783">
                  <c:v>3.7959999999999998</c:v>
                </c:pt>
                <c:pt idx="784">
                  <c:v>3.8660000000000001</c:v>
                </c:pt>
                <c:pt idx="785">
                  <c:v>4.0659999999999998</c:v>
                </c:pt>
                <c:pt idx="786">
                  <c:v>4.1369999999999996</c:v>
                </c:pt>
                <c:pt idx="787">
                  <c:v>4.1639999999999997</c:v>
                </c:pt>
                <c:pt idx="788">
                  <c:v>4.4779999999999998</c:v>
                </c:pt>
                <c:pt idx="789">
                  <c:v>4.4109999999999996</c:v>
                </c:pt>
                <c:pt idx="790">
                  <c:v>4.4480000000000004</c:v>
                </c:pt>
                <c:pt idx="791">
                  <c:v>4.4169999999999998</c:v>
                </c:pt>
                <c:pt idx="792">
                  <c:v>4.351</c:v>
                </c:pt>
                <c:pt idx="793">
                  <c:v>4.2759999999999998</c:v>
                </c:pt>
                <c:pt idx="794">
                  <c:v>4.4530000000000003</c:v>
                </c:pt>
                <c:pt idx="795">
                  <c:v>4.4809999999999999</c:v>
                </c:pt>
                <c:pt idx="796">
                  <c:v>4.5149999999999997</c:v>
                </c:pt>
                <c:pt idx="797">
                  <c:v>4.5380000000000003</c:v>
                </c:pt>
                <c:pt idx="798">
                  <c:v>4.4420000000000002</c:v>
                </c:pt>
                <c:pt idx="799">
                  <c:v>4.3920000000000003</c:v>
                </c:pt>
                <c:pt idx="800">
                  <c:v>4.0990000000000002</c:v>
                </c:pt>
                <c:pt idx="801">
                  <c:v>4.3570000000000002</c:v>
                </c:pt>
                <c:pt idx="802">
                  <c:v>4.2469999999999999</c:v>
                </c:pt>
                <c:pt idx="803">
                  <c:v>4.1319999999999997</c:v>
                </c:pt>
                <c:pt idx="804">
                  <c:v>4.1760000000000002</c:v>
                </c:pt>
                <c:pt idx="805">
                  <c:v>4.2359999999999998</c:v>
                </c:pt>
                <c:pt idx="806">
                  <c:v>4.12</c:v>
                </c:pt>
                <c:pt idx="807">
                  <c:v>3.7610000000000001</c:v>
                </c:pt>
                <c:pt idx="808">
                  <c:v>3.6110000000000002</c:v>
                </c:pt>
                <c:pt idx="809">
                  <c:v>3.73</c:v>
                </c:pt>
                <c:pt idx="810">
                  <c:v>3.4660000000000002</c:v>
                </c:pt>
                <c:pt idx="811">
                  <c:v>3.4529999999999998</c:v>
                </c:pt>
                <c:pt idx="812">
                  <c:v>3.73</c:v>
                </c:pt>
                <c:pt idx="813">
                  <c:v>3.782</c:v>
                </c:pt>
                <c:pt idx="814">
                  <c:v>3.621</c:v>
                </c:pt>
                <c:pt idx="815">
                  <c:v>3.4140000000000001</c:v>
                </c:pt>
                <c:pt idx="816">
                  <c:v>3.4359999999999999</c:v>
                </c:pt>
                <c:pt idx="817">
                  <c:v>3.375</c:v>
                </c:pt>
                <c:pt idx="818">
                  <c:v>3.2570000000000001</c:v>
                </c:pt>
                <c:pt idx="819">
                  <c:v>3.2639999999999998</c:v>
                </c:pt>
                <c:pt idx="820">
                  <c:v>3.3460000000000001</c:v>
                </c:pt>
                <c:pt idx="821">
                  <c:v>3.6019999999999999</c:v>
                </c:pt>
                <c:pt idx="822">
                  <c:v>3.55</c:v>
                </c:pt>
                <c:pt idx="823">
                  <c:v>3.621</c:v>
                </c:pt>
                <c:pt idx="824">
                  <c:v>3.8250000000000002</c:v>
                </c:pt>
                <c:pt idx="825">
                  <c:v>4.2450000000000001</c:v>
                </c:pt>
                <c:pt idx="826">
                  <c:v>4.2830000000000004</c:v>
                </c:pt>
                <c:pt idx="827">
                  <c:v>4.3630000000000004</c:v>
                </c:pt>
                <c:pt idx="828">
                  <c:v>4.226</c:v>
                </c:pt>
                <c:pt idx="829">
                  <c:v>4.1849999999999996</c:v>
                </c:pt>
                <c:pt idx="830">
                  <c:v>3.931</c:v>
                </c:pt>
                <c:pt idx="831">
                  <c:v>3.7759999999999998</c:v>
                </c:pt>
                <c:pt idx="832">
                  <c:v>3.9169999999999998</c:v>
                </c:pt>
                <c:pt idx="833">
                  <c:v>4.0739999999999998</c:v>
                </c:pt>
                <c:pt idx="834">
                  <c:v>4.0609999999999999</c:v>
                </c:pt>
                <c:pt idx="835">
                  <c:v>4.0839999999999996</c:v>
                </c:pt>
                <c:pt idx="836">
                  <c:v>3.99</c:v>
                </c:pt>
                <c:pt idx="837">
                  <c:v>4.0289999999999999</c:v>
                </c:pt>
                <c:pt idx="838">
                  <c:v>3.8439999999999999</c:v>
                </c:pt>
                <c:pt idx="839">
                  <c:v>3.742</c:v>
                </c:pt>
                <c:pt idx="840">
                  <c:v>4.0069999999999997</c:v>
                </c:pt>
                <c:pt idx="841">
                  <c:v>3.8090000000000002</c:v>
                </c:pt>
                <c:pt idx="842">
                  <c:v>3.7069999999999999</c:v>
                </c:pt>
                <c:pt idx="843">
                  <c:v>4.1079999999999997</c:v>
                </c:pt>
                <c:pt idx="844">
                  <c:v>3.7360000000000002</c:v>
                </c:pt>
                <c:pt idx="845">
                  <c:v>4.1710000000000003</c:v>
                </c:pt>
                <c:pt idx="846">
                  <c:v>4.117</c:v>
                </c:pt>
                <c:pt idx="847">
                  <c:v>3.5939999999999999</c:v>
                </c:pt>
                <c:pt idx="848">
                  <c:v>3.56</c:v>
                </c:pt>
                <c:pt idx="849">
                  <c:v>3.6080000000000001</c:v>
                </c:pt>
                <c:pt idx="850">
                  <c:v>3.5489999999999999</c:v>
                </c:pt>
                <c:pt idx="851">
                  <c:v>4.33</c:v>
                </c:pt>
                <c:pt idx="852">
                  <c:v>4.181</c:v>
                </c:pt>
                <c:pt idx="853">
                  <c:v>3.6110000000000002</c:v>
                </c:pt>
                <c:pt idx="854">
                  <c:v>3.5910000000000002</c:v>
                </c:pt>
                <c:pt idx="855">
                  <c:v>3.6349999999999998</c:v>
                </c:pt>
                <c:pt idx="856">
                  <c:v>3.4940000000000002</c:v>
                </c:pt>
                <c:pt idx="857">
                  <c:v>3.423</c:v>
                </c:pt>
                <c:pt idx="858">
                  <c:v>3.6480000000000001</c:v>
                </c:pt>
                <c:pt idx="859">
                  <c:v>3.5720000000000001</c:v>
                </c:pt>
                <c:pt idx="860">
                  <c:v>3.67</c:v>
                </c:pt>
                <c:pt idx="861">
                  <c:v>3.5830000000000002</c:v>
                </c:pt>
                <c:pt idx="862">
                  <c:v>3.5990000000000002</c:v>
                </c:pt>
                <c:pt idx="863">
                  <c:v>3.3149999999999999</c:v>
                </c:pt>
                <c:pt idx="864">
                  <c:v>3.2570000000000001</c:v>
                </c:pt>
                <c:pt idx="865">
                  <c:v>3.323</c:v>
                </c:pt>
                <c:pt idx="866">
                  <c:v>3.3039999999999998</c:v>
                </c:pt>
                <c:pt idx="867">
                  <c:v>3.3340000000000001</c:v>
                </c:pt>
                <c:pt idx="868">
                  <c:v>3.2869999999999999</c:v>
                </c:pt>
                <c:pt idx="869">
                  <c:v>3.26</c:v>
                </c:pt>
                <c:pt idx="870">
                  <c:v>3.27</c:v>
                </c:pt>
                <c:pt idx="871">
                  <c:v>3.2589999999999999</c:v>
                </c:pt>
                <c:pt idx="872">
                  <c:v>3.24</c:v>
                </c:pt>
                <c:pt idx="873">
                  <c:v>3.343</c:v>
                </c:pt>
                <c:pt idx="874">
                  <c:v>3.3250000000000002</c:v>
                </c:pt>
                <c:pt idx="875">
                  <c:v>3.3069999999999999</c:v>
                </c:pt>
                <c:pt idx="876">
                  <c:v>3.1579999999999999</c:v>
                </c:pt>
                <c:pt idx="877">
                  <c:v>3.2370000000000001</c:v>
                </c:pt>
                <c:pt idx="878">
                  <c:v>2.9009999999999998</c:v>
                </c:pt>
                <c:pt idx="879">
                  <c:v>2.903</c:v>
                </c:pt>
                <c:pt idx="880">
                  <c:v>3.1019999999999999</c:v>
                </c:pt>
                <c:pt idx="881">
                  <c:v>3.383</c:v>
                </c:pt>
                <c:pt idx="882">
                  <c:v>3.5470000000000002</c:v>
                </c:pt>
                <c:pt idx="883">
                  <c:v>3.6579999999999999</c:v>
                </c:pt>
                <c:pt idx="884">
                  <c:v>3.512</c:v>
                </c:pt>
                <c:pt idx="885">
                  <c:v>3.5169999999999999</c:v>
                </c:pt>
                <c:pt idx="886">
                  <c:v>3.8079999999999998</c:v>
                </c:pt>
                <c:pt idx="887">
                  <c:v>3.8220000000000001</c:v>
                </c:pt>
                <c:pt idx="888">
                  <c:v>3.9620000000000002</c:v>
                </c:pt>
                <c:pt idx="889">
                  <c:v>3.7850000000000001</c:v>
                </c:pt>
                <c:pt idx="890">
                  <c:v>3.9449999999999998</c:v>
                </c:pt>
                <c:pt idx="891">
                  <c:v>4.0709999999999997</c:v>
                </c:pt>
                <c:pt idx="892">
                  <c:v>3.996</c:v>
                </c:pt>
                <c:pt idx="893">
                  <c:v>4.0410000000000004</c:v>
                </c:pt>
                <c:pt idx="894">
                  <c:v>4.03</c:v>
                </c:pt>
                <c:pt idx="895">
                  <c:v>4.0119999999999996</c:v>
                </c:pt>
                <c:pt idx="896">
                  <c:v>3.9820000000000002</c:v>
                </c:pt>
                <c:pt idx="897">
                  <c:v>4.3019999999999996</c:v>
                </c:pt>
                <c:pt idx="898">
                  <c:v>3.7120000000000002</c:v>
                </c:pt>
                <c:pt idx="899">
                  <c:v>3.657</c:v>
                </c:pt>
                <c:pt idx="900">
                  <c:v>3.738</c:v>
                </c:pt>
                <c:pt idx="901">
                  <c:v>3.706</c:v>
                </c:pt>
                <c:pt idx="902">
                  <c:v>3.859</c:v>
                </c:pt>
                <c:pt idx="903">
                  <c:v>3.9889999999999999</c:v>
                </c:pt>
                <c:pt idx="904">
                  <c:v>3.8559999999999999</c:v>
                </c:pt>
                <c:pt idx="905">
                  <c:v>3.8559999999999999</c:v>
                </c:pt>
                <c:pt idx="906">
                  <c:v>3.774</c:v>
                </c:pt>
                <c:pt idx="907">
                  <c:v>3.8809999999999998</c:v>
                </c:pt>
                <c:pt idx="908">
                  <c:v>4.0720000000000001</c:v>
                </c:pt>
                <c:pt idx="909">
                  <c:v>4.0579999999999998</c:v>
                </c:pt>
                <c:pt idx="910">
                  <c:v>3.992</c:v>
                </c:pt>
                <c:pt idx="911">
                  <c:v>3.9740000000000002</c:v>
                </c:pt>
                <c:pt idx="912">
                  <c:v>4.0289999999999999</c:v>
                </c:pt>
                <c:pt idx="913">
                  <c:v>4.2789999999999999</c:v>
                </c:pt>
                <c:pt idx="914">
                  <c:v>4.0119999999999996</c:v>
                </c:pt>
                <c:pt idx="915">
                  <c:v>4.3369999999999997</c:v>
                </c:pt>
                <c:pt idx="916">
                  <c:v>4.1120000000000001</c:v>
                </c:pt>
                <c:pt idx="917">
                  <c:v>4.0010000000000003</c:v>
                </c:pt>
                <c:pt idx="918">
                  <c:v>3.9510000000000001</c:v>
                </c:pt>
                <c:pt idx="919">
                  <c:v>3.694</c:v>
                </c:pt>
                <c:pt idx="920">
                  <c:v>3.5470000000000002</c:v>
                </c:pt>
                <c:pt idx="921">
                  <c:v>3.6059999999999999</c:v>
                </c:pt>
                <c:pt idx="922">
                  <c:v>3.548</c:v>
                </c:pt>
                <c:pt idx="923">
                  <c:v>3.8180000000000001</c:v>
                </c:pt>
                <c:pt idx="924">
                  <c:v>3.3879999999999999</c:v>
                </c:pt>
                <c:pt idx="925">
                  <c:v>3.33</c:v>
                </c:pt>
                <c:pt idx="926">
                  <c:v>3.1139999999999999</c:v>
                </c:pt>
                <c:pt idx="927">
                  <c:v>3.2010000000000001</c:v>
                </c:pt>
                <c:pt idx="928">
                  <c:v>3.3759999999999999</c:v>
                </c:pt>
                <c:pt idx="929">
                  <c:v>3.2570000000000001</c:v>
                </c:pt>
                <c:pt idx="930">
                  <c:v>3.6850000000000001</c:v>
                </c:pt>
                <c:pt idx="931">
                  <c:v>3.2360000000000002</c:v>
                </c:pt>
                <c:pt idx="932">
                  <c:v>3.1960000000000002</c:v>
                </c:pt>
                <c:pt idx="933">
                  <c:v>3.0459999999999998</c:v>
                </c:pt>
                <c:pt idx="934">
                  <c:v>2.9969999999999999</c:v>
                </c:pt>
                <c:pt idx="935">
                  <c:v>2.835</c:v>
                </c:pt>
                <c:pt idx="936">
                  <c:v>2.7410000000000001</c:v>
                </c:pt>
                <c:pt idx="937">
                  <c:v>2.7890000000000001</c:v>
                </c:pt>
                <c:pt idx="938">
                  <c:v>3.0640000000000001</c:v>
                </c:pt>
                <c:pt idx="939">
                  <c:v>3.1989999999999998</c:v>
                </c:pt>
                <c:pt idx="940">
                  <c:v>3.2189999999999999</c:v>
                </c:pt>
                <c:pt idx="941">
                  <c:v>3.11</c:v>
                </c:pt>
                <c:pt idx="942">
                  <c:v>3.246</c:v>
                </c:pt>
                <c:pt idx="943">
                  <c:v>2.9929999999999999</c:v>
                </c:pt>
                <c:pt idx="944">
                  <c:v>3.1059999999999999</c:v>
                </c:pt>
                <c:pt idx="945">
                  <c:v>3.1360000000000001</c:v>
                </c:pt>
                <c:pt idx="946">
                  <c:v>3.4969999999999999</c:v>
                </c:pt>
                <c:pt idx="947">
                  <c:v>3.875</c:v>
                </c:pt>
                <c:pt idx="948">
                  <c:v>3.9079999999999999</c:v>
                </c:pt>
                <c:pt idx="949">
                  <c:v>3.4420000000000002</c:v>
                </c:pt>
                <c:pt idx="950">
                  <c:v>3.6680000000000001</c:v>
                </c:pt>
                <c:pt idx="951">
                  <c:v>3.6080000000000001</c:v>
                </c:pt>
                <c:pt idx="952">
                  <c:v>3.798</c:v>
                </c:pt>
                <c:pt idx="953">
                  <c:v>3.7149999999999999</c:v>
                </c:pt>
                <c:pt idx="954">
                  <c:v>3.8580000000000001</c:v>
                </c:pt>
                <c:pt idx="955">
                  <c:v>3.9420000000000002</c:v>
                </c:pt>
                <c:pt idx="956">
                  <c:v>4.0229999999999997</c:v>
                </c:pt>
                <c:pt idx="957">
                  <c:v>3.8969999999999998</c:v>
                </c:pt>
                <c:pt idx="958">
                  <c:v>3.7930000000000001</c:v>
                </c:pt>
                <c:pt idx="959">
                  <c:v>3.8</c:v>
                </c:pt>
                <c:pt idx="960">
                  <c:v>3.7970000000000002</c:v>
                </c:pt>
                <c:pt idx="961">
                  <c:v>4.0780000000000003</c:v>
                </c:pt>
                <c:pt idx="962">
                  <c:v>4.0010000000000003</c:v>
                </c:pt>
                <c:pt idx="963">
                  <c:v>3.9540000000000002</c:v>
                </c:pt>
                <c:pt idx="964">
                  <c:v>3.83</c:v>
                </c:pt>
                <c:pt idx="965">
                  <c:v>3.883</c:v>
                </c:pt>
                <c:pt idx="966">
                  <c:v>3.895</c:v>
                </c:pt>
                <c:pt idx="967">
                  <c:v>3.8109999999999999</c:v>
                </c:pt>
                <c:pt idx="968">
                  <c:v>3.8769999999999998</c:v>
                </c:pt>
                <c:pt idx="969">
                  <c:v>3.9390000000000001</c:v>
                </c:pt>
                <c:pt idx="970">
                  <c:v>3.9279999999999999</c:v>
                </c:pt>
                <c:pt idx="971">
                  <c:v>3.7829999999999999</c:v>
                </c:pt>
                <c:pt idx="972">
                  <c:v>3.7290000000000001</c:v>
                </c:pt>
                <c:pt idx="973">
                  <c:v>3.915</c:v>
                </c:pt>
                <c:pt idx="974">
                  <c:v>3.7709999999999999</c:v>
                </c:pt>
                <c:pt idx="975">
                  <c:v>3.9209999999999998</c:v>
                </c:pt>
                <c:pt idx="976">
                  <c:v>3.7829999999999999</c:v>
                </c:pt>
                <c:pt idx="977">
                  <c:v>4.0279999999999996</c:v>
                </c:pt>
                <c:pt idx="978">
                  <c:v>3.8439999999999999</c:v>
                </c:pt>
                <c:pt idx="979">
                  <c:v>3.681</c:v>
                </c:pt>
                <c:pt idx="980">
                  <c:v>3.609</c:v>
                </c:pt>
                <c:pt idx="981">
                  <c:v>3.7989999999999999</c:v>
                </c:pt>
                <c:pt idx="982">
                  <c:v>3.798</c:v>
                </c:pt>
                <c:pt idx="983">
                  <c:v>3.847</c:v>
                </c:pt>
                <c:pt idx="984">
                  <c:v>3.7759999999999998</c:v>
                </c:pt>
                <c:pt idx="985">
                  <c:v>3.7069999999999999</c:v>
                </c:pt>
                <c:pt idx="986">
                  <c:v>3.9060000000000001</c:v>
                </c:pt>
                <c:pt idx="987">
                  <c:v>3.8730000000000002</c:v>
                </c:pt>
                <c:pt idx="988">
                  <c:v>3.6720000000000002</c:v>
                </c:pt>
                <c:pt idx="989">
                  <c:v>3.7930000000000001</c:v>
                </c:pt>
                <c:pt idx="990">
                  <c:v>3.706</c:v>
                </c:pt>
                <c:pt idx="991">
                  <c:v>3.1629999999999998</c:v>
                </c:pt>
                <c:pt idx="992">
                  <c:v>3.1360000000000001</c:v>
                </c:pt>
                <c:pt idx="993">
                  <c:v>3.2040000000000002</c:v>
                </c:pt>
                <c:pt idx="994">
                  <c:v>3.2509999999999999</c:v>
                </c:pt>
                <c:pt idx="995">
                  <c:v>3.0990000000000002</c:v>
                </c:pt>
                <c:pt idx="996">
                  <c:v>2.9649999999999999</c:v>
                </c:pt>
                <c:pt idx="997">
                  <c:v>3.1080000000000001</c:v>
                </c:pt>
                <c:pt idx="998">
                  <c:v>2.8620000000000001</c:v>
                </c:pt>
                <c:pt idx="999">
                  <c:v>2.8690000000000002</c:v>
                </c:pt>
                <c:pt idx="1000">
                  <c:v>2.952</c:v>
                </c:pt>
                <c:pt idx="1001">
                  <c:v>2.9889999999999999</c:v>
                </c:pt>
                <c:pt idx="1002">
                  <c:v>2.9239999999999999</c:v>
                </c:pt>
                <c:pt idx="1003">
                  <c:v>2.8140000000000001</c:v>
                </c:pt>
                <c:pt idx="1004">
                  <c:v>2.7989999999999999</c:v>
                </c:pt>
                <c:pt idx="1005">
                  <c:v>2.8479999999999999</c:v>
                </c:pt>
                <c:pt idx="1006">
                  <c:v>3.1629999999999998</c:v>
                </c:pt>
                <c:pt idx="1007">
                  <c:v>3.1019999999999999</c:v>
                </c:pt>
                <c:pt idx="1008">
                  <c:v>3.1080000000000001</c:v>
                </c:pt>
                <c:pt idx="1009">
                  <c:v>3.0630000000000002</c:v>
                </c:pt>
                <c:pt idx="1010">
                  <c:v>3.1259999999999999</c:v>
                </c:pt>
                <c:pt idx="1011">
                  <c:v>3.0619999999999998</c:v>
                </c:pt>
                <c:pt idx="1012">
                  <c:v>3.0579999999999998</c:v>
                </c:pt>
                <c:pt idx="1013">
                  <c:v>3.1230000000000002</c:v>
                </c:pt>
                <c:pt idx="1014">
                  <c:v>3.1629999999999998</c:v>
                </c:pt>
                <c:pt idx="1015">
                  <c:v>3.1429999999999998</c:v>
                </c:pt>
                <c:pt idx="1016">
                  <c:v>3.2069999999999999</c:v>
                </c:pt>
                <c:pt idx="1017">
                  <c:v>3.1469999999999998</c:v>
                </c:pt>
                <c:pt idx="1018">
                  <c:v>3.1680000000000001</c:v>
                </c:pt>
                <c:pt idx="1019">
                  <c:v>3.258</c:v>
                </c:pt>
                <c:pt idx="1020">
                  <c:v>3.2970000000000002</c:v>
                </c:pt>
                <c:pt idx="1021">
                  <c:v>3.3620000000000001</c:v>
                </c:pt>
                <c:pt idx="1022">
                  <c:v>3.4729999999999999</c:v>
                </c:pt>
                <c:pt idx="1023">
                  <c:v>3.5270000000000001</c:v>
                </c:pt>
                <c:pt idx="1024">
                  <c:v>3.3860000000000001</c:v>
                </c:pt>
                <c:pt idx="1025">
                  <c:v>3.7690000000000001</c:v>
                </c:pt>
                <c:pt idx="1026">
                  <c:v>3.774</c:v>
                </c:pt>
                <c:pt idx="1027">
                  <c:v>3.9260000000000002</c:v>
                </c:pt>
                <c:pt idx="1028">
                  <c:v>3.9929999999999999</c:v>
                </c:pt>
                <c:pt idx="1029">
                  <c:v>3.8570000000000002</c:v>
                </c:pt>
                <c:pt idx="1030">
                  <c:v>3.851</c:v>
                </c:pt>
                <c:pt idx="1031">
                  <c:v>4.0709999999999997</c:v>
                </c:pt>
                <c:pt idx="1032">
                  <c:v>4.3159999999999998</c:v>
                </c:pt>
                <c:pt idx="1033">
                  <c:v>4.4320000000000004</c:v>
                </c:pt>
                <c:pt idx="1034">
                  <c:v>4.5759999999999996</c:v>
                </c:pt>
                <c:pt idx="1035">
                  <c:v>4.5069999999999997</c:v>
                </c:pt>
                <c:pt idx="1036">
                  <c:v>4.5019999999999998</c:v>
                </c:pt>
                <c:pt idx="1037">
                  <c:v>4.5359999999999996</c:v>
                </c:pt>
                <c:pt idx="1038">
                  <c:v>4.5810000000000004</c:v>
                </c:pt>
                <c:pt idx="1039">
                  <c:v>4.952</c:v>
                </c:pt>
                <c:pt idx="1040">
                  <c:v>5.2279999999999998</c:v>
                </c:pt>
                <c:pt idx="1041">
                  <c:v>5.194</c:v>
                </c:pt>
                <c:pt idx="1042">
                  <c:v>5.3010000000000002</c:v>
                </c:pt>
                <c:pt idx="1043">
                  <c:v>5.2910000000000004</c:v>
                </c:pt>
                <c:pt idx="1044">
                  <c:v>5.32</c:v>
                </c:pt>
                <c:pt idx="1045">
                  <c:v>5.2489999999999997</c:v>
                </c:pt>
                <c:pt idx="1046">
                  <c:v>5.22</c:v>
                </c:pt>
                <c:pt idx="1047">
                  <c:v>5.0209999999999999</c:v>
                </c:pt>
                <c:pt idx="1048">
                  <c:v>4.9569999999999999</c:v>
                </c:pt>
                <c:pt idx="1049">
                  <c:v>4.9320000000000004</c:v>
                </c:pt>
                <c:pt idx="1050">
                  <c:v>4.8949999999999996</c:v>
                </c:pt>
                <c:pt idx="1051">
                  <c:v>4.7949999999999999</c:v>
                </c:pt>
                <c:pt idx="1052">
                  <c:v>4.601</c:v>
                </c:pt>
                <c:pt idx="1053">
                  <c:v>4.57</c:v>
                </c:pt>
                <c:pt idx="1054">
                  <c:v>4.4770000000000003</c:v>
                </c:pt>
                <c:pt idx="1055">
                  <c:v>4.4379999999999997</c:v>
                </c:pt>
                <c:pt idx="1056">
                  <c:v>4.3719999999999999</c:v>
                </c:pt>
                <c:pt idx="1057">
                  <c:v>4.3959999999999999</c:v>
                </c:pt>
                <c:pt idx="1058">
                  <c:v>4.3550000000000004</c:v>
                </c:pt>
                <c:pt idx="1059">
                  <c:v>4.407</c:v>
                </c:pt>
                <c:pt idx="1060">
                  <c:v>4.2770000000000001</c:v>
                </c:pt>
                <c:pt idx="1061">
                  <c:v>4.335</c:v>
                </c:pt>
                <c:pt idx="1062">
                  <c:v>4.2939999999999996</c:v>
                </c:pt>
                <c:pt idx="1063">
                  <c:v>4.2370000000000001</c:v>
                </c:pt>
                <c:pt idx="1064">
                  <c:v>4.2480000000000002</c:v>
                </c:pt>
                <c:pt idx="1065">
                  <c:v>4.3719999999999999</c:v>
                </c:pt>
                <c:pt idx="1066">
                  <c:v>4.2359999999999998</c:v>
                </c:pt>
                <c:pt idx="1067">
                  <c:v>4.3369999999999997</c:v>
                </c:pt>
                <c:pt idx="1068">
                  <c:v>4.4740000000000002</c:v>
                </c:pt>
                <c:pt idx="1069">
                  <c:v>4.4790000000000001</c:v>
                </c:pt>
                <c:pt idx="1070">
                  <c:v>4.5819999999999999</c:v>
                </c:pt>
                <c:pt idx="1071">
                  <c:v>4.8170000000000002</c:v>
                </c:pt>
                <c:pt idx="1072">
                  <c:v>4.859</c:v>
                </c:pt>
                <c:pt idx="1073">
                  <c:v>5.0609999999999999</c:v>
                </c:pt>
                <c:pt idx="1074">
                  <c:v>5.07</c:v>
                </c:pt>
                <c:pt idx="1075">
                  <c:v>5.1630000000000003</c:v>
                </c:pt>
                <c:pt idx="1076">
                  <c:v>5.1470000000000002</c:v>
                </c:pt>
                <c:pt idx="1077">
                  <c:v>5.2430000000000003</c:v>
                </c:pt>
                <c:pt idx="1078">
                  <c:v>5.3529999999999998</c:v>
                </c:pt>
                <c:pt idx="1079">
                  <c:v>5.14</c:v>
                </c:pt>
                <c:pt idx="1080">
                  <c:v>5.101</c:v>
                </c:pt>
                <c:pt idx="1081">
                  <c:v>5.2869999999999999</c:v>
                </c:pt>
                <c:pt idx="1082">
                  <c:v>5.2149999999999999</c:v>
                </c:pt>
                <c:pt idx="1083">
                  <c:v>4.8719999999999999</c:v>
                </c:pt>
                <c:pt idx="1084">
                  <c:v>4.6399999999999997</c:v>
                </c:pt>
                <c:pt idx="1085">
                  <c:v>4.7830000000000004</c:v>
                </c:pt>
                <c:pt idx="1086">
                  <c:v>4.6260000000000003</c:v>
                </c:pt>
                <c:pt idx="1087">
                  <c:v>4.5949999999999998</c:v>
                </c:pt>
                <c:pt idx="1088">
                  <c:v>4.5129999999999999</c:v>
                </c:pt>
                <c:pt idx="1089">
                  <c:v>4.3639999999999999</c:v>
                </c:pt>
                <c:pt idx="1090">
                  <c:v>4.01</c:v>
                </c:pt>
                <c:pt idx="1091">
                  <c:v>3.8879999999999999</c:v>
                </c:pt>
                <c:pt idx="1092">
                  <c:v>3.859</c:v>
                </c:pt>
                <c:pt idx="1093">
                  <c:v>3.8290000000000002</c:v>
                </c:pt>
                <c:pt idx="1094">
                  <c:v>3.4870000000000001</c:v>
                </c:pt>
                <c:pt idx="1095">
                  <c:v>3.524</c:v>
                </c:pt>
                <c:pt idx="1096">
                  <c:v>3.1139999999999999</c:v>
                </c:pt>
                <c:pt idx="1097">
                  <c:v>3.165</c:v>
                </c:pt>
                <c:pt idx="1098">
                  <c:v>3.141</c:v>
                </c:pt>
                <c:pt idx="1099">
                  <c:v>3.1469999999999998</c:v>
                </c:pt>
                <c:pt idx="1100">
                  <c:v>3.3759999999999999</c:v>
                </c:pt>
                <c:pt idx="1101">
                  <c:v>3.3410000000000002</c:v>
                </c:pt>
                <c:pt idx="1102">
                  <c:v>3.3220000000000001</c:v>
                </c:pt>
                <c:pt idx="1103">
                  <c:v>3.2959999999999998</c:v>
                </c:pt>
                <c:pt idx="1104">
                  <c:v>3.1080000000000001</c:v>
                </c:pt>
                <c:pt idx="1105">
                  <c:v>3.1160000000000001</c:v>
                </c:pt>
                <c:pt idx="1106">
                  <c:v>3.1379999999999999</c:v>
                </c:pt>
                <c:pt idx="1107">
                  <c:v>2.8730000000000002</c:v>
                </c:pt>
                <c:pt idx="1108">
                  <c:v>2.9529999999999998</c:v>
                </c:pt>
                <c:pt idx="1109">
                  <c:v>2.9510000000000001</c:v>
                </c:pt>
                <c:pt idx="1110">
                  <c:v>2.9860000000000002</c:v>
                </c:pt>
                <c:pt idx="1111">
                  <c:v>3.0470000000000002</c:v>
                </c:pt>
                <c:pt idx="1112">
                  <c:v>3.3159999999999998</c:v>
                </c:pt>
                <c:pt idx="1113">
                  <c:v>3.347</c:v>
                </c:pt>
                <c:pt idx="1114">
                  <c:v>3.1160000000000001</c:v>
                </c:pt>
                <c:pt idx="1115">
                  <c:v>3.1829999999999998</c:v>
                </c:pt>
                <c:pt idx="1116">
                  <c:v>3.169</c:v>
                </c:pt>
                <c:pt idx="1117">
                  <c:v>3.3809999999999998</c:v>
                </c:pt>
                <c:pt idx="1118">
                  <c:v>3.3740000000000001</c:v>
                </c:pt>
                <c:pt idx="1119">
                  <c:v>3.302</c:v>
                </c:pt>
                <c:pt idx="1120">
                  <c:v>3.4569999999999999</c:v>
                </c:pt>
                <c:pt idx="1121">
                  <c:v>3.395</c:v>
                </c:pt>
                <c:pt idx="1122">
                  <c:v>3.3159999999999998</c:v>
                </c:pt>
                <c:pt idx="1123">
                  <c:v>3.3490000000000002</c:v>
                </c:pt>
                <c:pt idx="1124">
                  <c:v>3.3</c:v>
                </c:pt>
                <c:pt idx="1125">
                  <c:v>3.2610000000000001</c:v>
                </c:pt>
                <c:pt idx="1126">
                  <c:v>3.294</c:v>
                </c:pt>
                <c:pt idx="1127">
                  <c:v>3.2650000000000001</c:v>
                </c:pt>
                <c:pt idx="1128">
                  <c:v>3.3340000000000001</c:v>
                </c:pt>
                <c:pt idx="1129">
                  <c:v>3.3109999999999999</c:v>
                </c:pt>
                <c:pt idx="1130">
                  <c:v>3.2269999999999999</c:v>
                </c:pt>
                <c:pt idx="1131">
                  <c:v>3.254</c:v>
                </c:pt>
                <c:pt idx="1132">
                  <c:v>3.2549999999999999</c:v>
                </c:pt>
                <c:pt idx="1133">
                  <c:v>3.2909999999999999</c:v>
                </c:pt>
                <c:pt idx="1134">
                  <c:v>3.359</c:v>
                </c:pt>
                <c:pt idx="1135">
                  <c:v>3.3239999999999998</c:v>
                </c:pt>
                <c:pt idx="1136">
                  <c:v>3.4660000000000002</c:v>
                </c:pt>
                <c:pt idx="1137">
                  <c:v>3.6459999999999999</c:v>
                </c:pt>
                <c:pt idx="1138">
                  <c:v>3.552</c:v>
                </c:pt>
                <c:pt idx="1139">
                  <c:v>3.5289999999999999</c:v>
                </c:pt>
                <c:pt idx="1140">
                  <c:v>3.4</c:v>
                </c:pt>
                <c:pt idx="1141">
                  <c:v>3.448</c:v>
                </c:pt>
                <c:pt idx="1142">
                  <c:v>3.4849999999999999</c:v>
                </c:pt>
                <c:pt idx="1143">
                  <c:v>3.9049999999999998</c:v>
                </c:pt>
                <c:pt idx="1144">
                  <c:v>3.2829999999999999</c:v>
                </c:pt>
                <c:pt idx="1145">
                  <c:v>3.476</c:v>
                </c:pt>
                <c:pt idx="1146">
                  <c:v>3.6549999999999998</c:v>
                </c:pt>
                <c:pt idx="1147">
                  <c:v>3.6669999999999998</c:v>
                </c:pt>
                <c:pt idx="1148">
                  <c:v>3.8109999999999999</c:v>
                </c:pt>
                <c:pt idx="1149">
                  <c:v>3.5960000000000001</c:v>
                </c:pt>
                <c:pt idx="1150">
                  <c:v>3.5649999999999999</c:v>
                </c:pt>
                <c:pt idx="1151">
                  <c:v>3.4969999999999999</c:v>
                </c:pt>
                <c:pt idx="1152">
                  <c:v>3.4430000000000001</c:v>
                </c:pt>
                <c:pt idx="1153">
                  <c:v>3.4369999999999998</c:v>
                </c:pt>
                <c:pt idx="1154">
                  <c:v>3.45</c:v>
                </c:pt>
                <c:pt idx="1155">
                  <c:v>3.827</c:v>
                </c:pt>
                <c:pt idx="1156">
                  <c:v>3.5030000000000001</c:v>
                </c:pt>
                <c:pt idx="1157">
                  <c:v>3.6080000000000001</c:v>
                </c:pt>
                <c:pt idx="1158">
                  <c:v>3.5379999999999998</c:v>
                </c:pt>
                <c:pt idx="1159">
                  <c:v>3.6019999999999999</c:v>
                </c:pt>
                <c:pt idx="1160">
                  <c:v>3.48</c:v>
                </c:pt>
                <c:pt idx="1161">
                  <c:v>3.3050000000000002</c:v>
                </c:pt>
                <c:pt idx="1162">
                  <c:v>3.2629999999999999</c:v>
                </c:pt>
                <c:pt idx="1163">
                  <c:v>3.1520000000000001</c:v>
                </c:pt>
                <c:pt idx="1164">
                  <c:v>3.1429999999999998</c:v>
                </c:pt>
                <c:pt idx="1165">
                  <c:v>3.0059999999999998</c:v>
                </c:pt>
                <c:pt idx="1166">
                  <c:v>3.2509999999999999</c:v>
                </c:pt>
                <c:pt idx="1167">
                  <c:v>3.3010000000000002</c:v>
                </c:pt>
                <c:pt idx="1168">
                  <c:v>3.1030000000000002</c:v>
                </c:pt>
                <c:pt idx="1169">
                  <c:v>3.0430000000000001</c:v>
                </c:pt>
                <c:pt idx="1170">
                  <c:v>3.0190000000000001</c:v>
                </c:pt>
                <c:pt idx="1171">
                  <c:v>3.0110000000000001</c:v>
                </c:pt>
                <c:pt idx="1172">
                  <c:v>2.98</c:v>
                </c:pt>
                <c:pt idx="1173">
                  <c:v>2.8860000000000001</c:v>
                </c:pt>
                <c:pt idx="1174">
                  <c:v>2.9849999999999999</c:v>
                </c:pt>
                <c:pt idx="1175">
                  <c:v>3.0950000000000002</c:v>
                </c:pt>
                <c:pt idx="1176">
                  <c:v>3.0169999999999999</c:v>
                </c:pt>
                <c:pt idx="1177">
                  <c:v>3</c:v>
                </c:pt>
                <c:pt idx="1178">
                  <c:v>2.9780000000000002</c:v>
                </c:pt>
                <c:pt idx="1179">
                  <c:v>3.0030000000000001</c:v>
                </c:pt>
                <c:pt idx="1180">
                  <c:v>3</c:v>
                </c:pt>
                <c:pt idx="1181">
                  <c:v>3.14</c:v>
                </c:pt>
                <c:pt idx="1182">
                  <c:v>3.2309999999999999</c:v>
                </c:pt>
                <c:pt idx="1183">
                  <c:v>3.161</c:v>
                </c:pt>
                <c:pt idx="1184">
                  <c:v>3.581</c:v>
                </c:pt>
                <c:pt idx="1185">
                  <c:v>3.4289999999999998</c:v>
                </c:pt>
                <c:pt idx="1186">
                  <c:v>3.4590000000000001</c:v>
                </c:pt>
                <c:pt idx="1187">
                  <c:v>3.56</c:v>
                </c:pt>
                <c:pt idx="1188">
                  <c:v>3.4830000000000001</c:v>
                </c:pt>
                <c:pt idx="1189">
                  <c:v>3.5819999999999999</c:v>
                </c:pt>
                <c:pt idx="1190">
                  <c:v>3.496</c:v>
                </c:pt>
                <c:pt idx="1191">
                  <c:v>3.5190000000000001</c:v>
                </c:pt>
                <c:pt idx="1192">
                  <c:v>3.7309999999999999</c:v>
                </c:pt>
                <c:pt idx="1193">
                  <c:v>3.5329999999999999</c:v>
                </c:pt>
                <c:pt idx="1194">
                  <c:v>3.5790000000000002</c:v>
                </c:pt>
                <c:pt idx="1195">
                  <c:v>4.3529999999999998</c:v>
                </c:pt>
                <c:pt idx="1196">
                  <c:v>3.9740000000000002</c:v>
                </c:pt>
                <c:pt idx="1197">
                  <c:v>3.448</c:v>
                </c:pt>
                <c:pt idx="1198">
                  <c:v>3.4980000000000002</c:v>
                </c:pt>
                <c:pt idx="1199">
                  <c:v>3.7050000000000001</c:v>
                </c:pt>
                <c:pt idx="1200">
                  <c:v>3.839</c:v>
                </c:pt>
                <c:pt idx="1201">
                  <c:v>3.8420000000000001</c:v>
                </c:pt>
                <c:pt idx="1202">
                  <c:v>3.899</c:v>
                </c:pt>
                <c:pt idx="1203">
                  <c:v>3.87</c:v>
                </c:pt>
                <c:pt idx="1204">
                  <c:v>3.7850000000000001</c:v>
                </c:pt>
                <c:pt idx="1205">
                  <c:v>3.8959999999999999</c:v>
                </c:pt>
                <c:pt idx="1206">
                  <c:v>4.0890000000000004</c:v>
                </c:pt>
                <c:pt idx="1207">
                  <c:v>3.7429999999999999</c:v>
                </c:pt>
                <c:pt idx="1208">
                  <c:v>3.923</c:v>
                </c:pt>
                <c:pt idx="1209">
                  <c:v>3.742</c:v>
                </c:pt>
                <c:pt idx="1210">
                  <c:v>3.78</c:v>
                </c:pt>
                <c:pt idx="1211">
                  <c:v>3.778</c:v>
                </c:pt>
                <c:pt idx="1212">
                  <c:v>4.0209999999999999</c:v>
                </c:pt>
                <c:pt idx="1213">
                  <c:v>3.665</c:v>
                </c:pt>
                <c:pt idx="1214">
                  <c:v>3.746</c:v>
                </c:pt>
                <c:pt idx="1215">
                  <c:v>3.88</c:v>
                </c:pt>
                <c:pt idx="1216">
                  <c:v>3.7370000000000001</c:v>
                </c:pt>
                <c:pt idx="1217">
                  <c:v>3.9209999999999998</c:v>
                </c:pt>
                <c:pt idx="1218">
                  <c:v>4.1849999999999996</c:v>
                </c:pt>
                <c:pt idx="1219">
                  <c:v>4.2409999999999997</c:v>
                </c:pt>
                <c:pt idx="1220">
                  <c:v>4.1689999999999996</c:v>
                </c:pt>
                <c:pt idx="1221">
                  <c:v>4.1870000000000003</c:v>
                </c:pt>
                <c:pt idx="1222">
                  <c:v>4.3630000000000004</c:v>
                </c:pt>
                <c:pt idx="1223">
                  <c:v>4.5919999999999996</c:v>
                </c:pt>
                <c:pt idx="1224">
                  <c:v>4.556</c:v>
                </c:pt>
                <c:pt idx="1225">
                  <c:v>4.532</c:v>
                </c:pt>
                <c:pt idx="1226">
                  <c:v>4.0439999999999996</c:v>
                </c:pt>
                <c:pt idx="1227">
                  <c:v>4.1449999999999996</c:v>
                </c:pt>
                <c:pt idx="1228">
                  <c:v>4.5679999999999996</c:v>
                </c:pt>
                <c:pt idx="1229">
                  <c:v>4.5439999999999996</c:v>
                </c:pt>
                <c:pt idx="1230">
                  <c:v>4.4450000000000003</c:v>
                </c:pt>
                <c:pt idx="1231">
                  <c:v>4.1349999999999998</c:v>
                </c:pt>
                <c:pt idx="1232">
                  <c:v>4.516</c:v>
                </c:pt>
                <c:pt idx="1233">
                  <c:v>4.3390000000000004</c:v>
                </c:pt>
                <c:pt idx="1234">
                  <c:v>4.2969999999999997</c:v>
                </c:pt>
                <c:pt idx="1235">
                  <c:v>4.1859999999999999</c:v>
                </c:pt>
                <c:pt idx="1236">
                  <c:v>4.3070000000000004</c:v>
                </c:pt>
                <c:pt idx="1237">
                  <c:v>4.5069999999999997</c:v>
                </c:pt>
                <c:pt idx="1238">
                  <c:v>4.53</c:v>
                </c:pt>
                <c:pt idx="1239">
                  <c:v>4.6139999999999999</c:v>
                </c:pt>
                <c:pt idx="1240">
                  <c:v>4.2140000000000004</c:v>
                </c:pt>
                <c:pt idx="1241">
                  <c:v>4.133</c:v>
                </c:pt>
                <c:pt idx="1242">
                  <c:v>4.0199999999999996</c:v>
                </c:pt>
                <c:pt idx="1243">
                  <c:v>4.008</c:v>
                </c:pt>
                <c:pt idx="1244">
                  <c:v>4.0739999999999998</c:v>
                </c:pt>
                <c:pt idx="1245">
                  <c:v>4.0350000000000001</c:v>
                </c:pt>
                <c:pt idx="1246">
                  <c:v>3.9980000000000002</c:v>
                </c:pt>
                <c:pt idx="1247">
                  <c:v>3.9249999999999998</c:v>
                </c:pt>
                <c:pt idx="1248">
                  <c:v>3.9180000000000001</c:v>
                </c:pt>
                <c:pt idx="1249">
                  <c:v>3.911</c:v>
                </c:pt>
                <c:pt idx="1250">
                  <c:v>4.0919999999999996</c:v>
                </c:pt>
                <c:pt idx="1251">
                  <c:v>4.173</c:v>
                </c:pt>
                <c:pt idx="1252">
                  <c:v>4.1749999999999998</c:v>
                </c:pt>
                <c:pt idx="1253">
                  <c:v>4.1150000000000002</c:v>
                </c:pt>
                <c:pt idx="1254">
                  <c:v>4.0979999999999999</c:v>
                </c:pt>
                <c:pt idx="1255">
                  <c:v>4.1790000000000003</c:v>
                </c:pt>
                <c:pt idx="1256">
                  <c:v>4.2430000000000003</c:v>
                </c:pt>
                <c:pt idx="1257">
                  <c:v>4.5430000000000001</c:v>
                </c:pt>
                <c:pt idx="1258">
                  <c:v>4.452</c:v>
                </c:pt>
                <c:pt idx="1259">
                  <c:v>4.6589999999999998</c:v>
                </c:pt>
                <c:pt idx="1260">
                  <c:v>4.4969999999999999</c:v>
                </c:pt>
                <c:pt idx="1261">
                  <c:v>4.4109999999999996</c:v>
                </c:pt>
                <c:pt idx="1262">
                  <c:v>4.0720000000000001</c:v>
                </c:pt>
                <c:pt idx="1263">
                  <c:v>3.9569999999999999</c:v>
                </c:pt>
                <c:pt idx="1264">
                  <c:v>3.9359999999999999</c:v>
                </c:pt>
                <c:pt idx="1265">
                  <c:v>4.0810000000000004</c:v>
                </c:pt>
                <c:pt idx="1266">
                  <c:v>4.2640000000000002</c:v>
                </c:pt>
                <c:pt idx="1267">
                  <c:v>4.1790000000000003</c:v>
                </c:pt>
                <c:pt idx="1268">
                  <c:v>3.875</c:v>
                </c:pt>
                <c:pt idx="1269">
                  <c:v>3.97</c:v>
                </c:pt>
                <c:pt idx="1270">
                  <c:v>3.7839999999999998</c:v>
                </c:pt>
                <c:pt idx="1271">
                  <c:v>3.778</c:v>
                </c:pt>
                <c:pt idx="1272">
                  <c:v>3.7389999999999999</c:v>
                </c:pt>
                <c:pt idx="1273">
                  <c:v>3.8809999999999998</c:v>
                </c:pt>
                <c:pt idx="1274">
                  <c:v>3.9239999999999999</c:v>
                </c:pt>
                <c:pt idx="1275">
                  <c:v>4.0019999999999998</c:v>
                </c:pt>
                <c:pt idx="1276">
                  <c:v>4.3579999999999997</c:v>
                </c:pt>
                <c:pt idx="1277">
                  <c:v>4.5460000000000003</c:v>
                </c:pt>
                <c:pt idx="1278">
                  <c:v>4.5919999999999996</c:v>
                </c:pt>
                <c:pt idx="1279">
                  <c:v>4.57</c:v>
                </c:pt>
                <c:pt idx="1280">
                  <c:v>4.5780000000000003</c:v>
                </c:pt>
                <c:pt idx="1281">
                  <c:v>4.6500000000000004</c:v>
                </c:pt>
                <c:pt idx="1282">
                  <c:v>4.7560000000000002</c:v>
                </c:pt>
                <c:pt idx="1283">
                  <c:v>4.6470000000000002</c:v>
                </c:pt>
                <c:pt idx="1284">
                  <c:v>4.569</c:v>
                </c:pt>
                <c:pt idx="1285">
                  <c:v>4.6369999999999996</c:v>
                </c:pt>
                <c:pt idx="1286">
                  <c:v>4.4859999999999998</c:v>
                </c:pt>
                <c:pt idx="1287">
                  <c:v>4.2759999999999998</c:v>
                </c:pt>
                <c:pt idx="1288">
                  <c:v>4.3460000000000001</c:v>
                </c:pt>
                <c:pt idx="1289">
                  <c:v>4.3220000000000001</c:v>
                </c:pt>
                <c:pt idx="1290">
                  <c:v>4.2850000000000001</c:v>
                </c:pt>
                <c:pt idx="1291">
                  <c:v>4.3230000000000004</c:v>
                </c:pt>
                <c:pt idx="1292">
                  <c:v>4.4160000000000004</c:v>
                </c:pt>
                <c:pt idx="1293">
                  <c:v>4.2839999999999998</c:v>
                </c:pt>
                <c:pt idx="1294">
                  <c:v>4.2990000000000004</c:v>
                </c:pt>
                <c:pt idx="1295">
                  <c:v>4.3879999999999999</c:v>
                </c:pt>
                <c:pt idx="1296">
                  <c:v>4.3209999999999997</c:v>
                </c:pt>
                <c:pt idx="1297">
                  <c:v>4.3760000000000003</c:v>
                </c:pt>
                <c:pt idx="1298">
                  <c:v>4.2039999999999997</c:v>
                </c:pt>
                <c:pt idx="1299">
                  <c:v>4.0270000000000001</c:v>
                </c:pt>
                <c:pt idx="1300">
                  <c:v>4.0650000000000004</c:v>
                </c:pt>
                <c:pt idx="1301">
                  <c:v>4.0350000000000001</c:v>
                </c:pt>
                <c:pt idx="1302">
                  <c:v>3.911</c:v>
                </c:pt>
                <c:pt idx="1303">
                  <c:v>3.7679999999999998</c:v>
                </c:pt>
                <c:pt idx="1304">
                  <c:v>3.6829999999999998</c:v>
                </c:pt>
                <c:pt idx="1305">
                  <c:v>3.665</c:v>
                </c:pt>
                <c:pt idx="1306">
                  <c:v>3.5939999999999999</c:v>
                </c:pt>
                <c:pt idx="1307">
                  <c:v>3.6659999999999999</c:v>
                </c:pt>
                <c:pt idx="1308">
                  <c:v>3.7149999999999999</c:v>
                </c:pt>
                <c:pt idx="1309">
                  <c:v>3.69</c:v>
                </c:pt>
                <c:pt idx="1310">
                  <c:v>3.7440000000000002</c:v>
                </c:pt>
                <c:pt idx="1311">
                  <c:v>3.7360000000000002</c:v>
                </c:pt>
                <c:pt idx="1312">
                  <c:v>3.988</c:v>
                </c:pt>
                <c:pt idx="1313">
                  <c:v>4.0650000000000004</c:v>
                </c:pt>
                <c:pt idx="1314">
                  <c:v>4.2309999999999999</c:v>
                </c:pt>
                <c:pt idx="1315">
                  <c:v>3.968</c:v>
                </c:pt>
                <c:pt idx="1316">
                  <c:v>4.1379999999999999</c:v>
                </c:pt>
                <c:pt idx="1317">
                  <c:v>4.2640000000000002</c:v>
                </c:pt>
                <c:pt idx="1318">
                  <c:v>4.2880000000000003</c:v>
                </c:pt>
                <c:pt idx="1319">
                  <c:v>4.4109999999999996</c:v>
                </c:pt>
                <c:pt idx="1320">
                  <c:v>4.476</c:v>
                </c:pt>
                <c:pt idx="1321">
                  <c:v>4.3330000000000002</c:v>
                </c:pt>
                <c:pt idx="1322">
                  <c:v>4.3339999999999996</c:v>
                </c:pt>
                <c:pt idx="1323">
                  <c:v>4.3650000000000002</c:v>
                </c:pt>
                <c:pt idx="1324">
                  <c:v>4.3959999999999999</c:v>
                </c:pt>
                <c:pt idx="1325">
                  <c:v>4.5990000000000002</c:v>
                </c:pt>
                <c:pt idx="1326">
                  <c:v>4.4880000000000004</c:v>
                </c:pt>
                <c:pt idx="1327">
                  <c:v>4.8070000000000004</c:v>
                </c:pt>
                <c:pt idx="1328">
                  <c:v>4.4720000000000004</c:v>
                </c:pt>
                <c:pt idx="1329">
                  <c:v>4.7699999999999996</c:v>
                </c:pt>
                <c:pt idx="1330">
                  <c:v>4.9880000000000004</c:v>
                </c:pt>
                <c:pt idx="1331">
                  <c:v>4.7510000000000003</c:v>
                </c:pt>
                <c:pt idx="1332">
                  <c:v>4.6420000000000003</c:v>
                </c:pt>
                <c:pt idx="1333">
                  <c:v>4.4640000000000004</c:v>
                </c:pt>
                <c:pt idx="1334">
                  <c:v>4.8019999999999996</c:v>
                </c:pt>
                <c:pt idx="1335">
                  <c:v>4.758</c:v>
                </c:pt>
                <c:pt idx="1336">
                  <c:v>4.8739999999999997</c:v>
                </c:pt>
                <c:pt idx="1337">
                  <c:v>4.7409999999999997</c:v>
                </c:pt>
                <c:pt idx="1338">
                  <c:v>4.609</c:v>
                </c:pt>
                <c:pt idx="1339">
                  <c:v>4.6550000000000002</c:v>
                </c:pt>
                <c:pt idx="1340">
                  <c:v>4.62</c:v>
                </c:pt>
                <c:pt idx="1341">
                  <c:v>4.6109999999999998</c:v>
                </c:pt>
                <c:pt idx="1342">
                  <c:v>4.6130000000000004</c:v>
                </c:pt>
                <c:pt idx="1343">
                  <c:v>4.72</c:v>
                </c:pt>
                <c:pt idx="1344">
                  <c:v>4.7240000000000002</c:v>
                </c:pt>
                <c:pt idx="1345">
                  <c:v>4.6239999999999997</c:v>
                </c:pt>
                <c:pt idx="1346">
                  <c:v>4.5350000000000001</c:v>
                </c:pt>
                <c:pt idx="1347">
                  <c:v>4.6260000000000003</c:v>
                </c:pt>
                <c:pt idx="1348">
                  <c:v>4.5439999999999996</c:v>
                </c:pt>
                <c:pt idx="1349">
                  <c:v>4.492</c:v>
                </c:pt>
                <c:pt idx="1350">
                  <c:v>4.4980000000000002</c:v>
                </c:pt>
                <c:pt idx="1351">
                  <c:v>4.5890000000000004</c:v>
                </c:pt>
                <c:pt idx="1352">
                  <c:v>4.4329999999999998</c:v>
                </c:pt>
                <c:pt idx="1353">
                  <c:v>4.657</c:v>
                </c:pt>
                <c:pt idx="1354">
                  <c:v>4.609</c:v>
                </c:pt>
                <c:pt idx="1355">
                  <c:v>4.4729999999999999</c:v>
                </c:pt>
                <c:pt idx="1356">
                  <c:v>4.5549999999999997</c:v>
                </c:pt>
                <c:pt idx="1357">
                  <c:v>4.7080000000000002</c:v>
                </c:pt>
                <c:pt idx="1358">
                  <c:v>4.548</c:v>
                </c:pt>
                <c:pt idx="1359">
                  <c:v>4.5049999999999999</c:v>
                </c:pt>
                <c:pt idx="1360">
                  <c:v>4.6849999999999996</c:v>
                </c:pt>
                <c:pt idx="1361">
                  <c:v>4.4340000000000002</c:v>
                </c:pt>
                <c:pt idx="1362">
                  <c:v>4.3540000000000001</c:v>
                </c:pt>
                <c:pt idx="1363">
                  <c:v>4.41</c:v>
                </c:pt>
                <c:pt idx="1364">
                  <c:v>4.4020000000000001</c:v>
                </c:pt>
                <c:pt idx="1365">
                  <c:v>4.3760000000000003</c:v>
                </c:pt>
                <c:pt idx="1366">
                  <c:v>4.1840000000000002</c:v>
                </c:pt>
                <c:pt idx="1367">
                  <c:v>4.1219999999999999</c:v>
                </c:pt>
                <c:pt idx="1368">
                  <c:v>4.1619999999999999</c:v>
                </c:pt>
                <c:pt idx="1369">
                  <c:v>3.956</c:v>
                </c:pt>
                <c:pt idx="1370">
                  <c:v>3.91</c:v>
                </c:pt>
                <c:pt idx="1371">
                  <c:v>3.9569999999999999</c:v>
                </c:pt>
                <c:pt idx="1372">
                  <c:v>4.0890000000000004</c:v>
                </c:pt>
                <c:pt idx="1373">
                  <c:v>3.9729999999999999</c:v>
                </c:pt>
                <c:pt idx="1374">
                  <c:v>3.8740000000000001</c:v>
                </c:pt>
                <c:pt idx="1375">
                  <c:v>3.9790000000000001</c:v>
                </c:pt>
                <c:pt idx="1376">
                  <c:v>3.927</c:v>
                </c:pt>
                <c:pt idx="1377">
                  <c:v>4.117</c:v>
                </c:pt>
                <c:pt idx="1378">
                  <c:v>4.0380000000000003</c:v>
                </c:pt>
                <c:pt idx="1379">
                  <c:v>4.2409999999999997</c:v>
                </c:pt>
                <c:pt idx="1380">
                  <c:v>4.0090000000000003</c:v>
                </c:pt>
                <c:pt idx="1381">
                  <c:v>4.0410000000000004</c:v>
                </c:pt>
                <c:pt idx="1382">
                  <c:v>3.8929999999999998</c:v>
                </c:pt>
                <c:pt idx="1383">
                  <c:v>3.9790000000000001</c:v>
                </c:pt>
                <c:pt idx="1384">
                  <c:v>3.81</c:v>
                </c:pt>
                <c:pt idx="1385">
                  <c:v>3.71</c:v>
                </c:pt>
                <c:pt idx="1386">
                  <c:v>3.8290000000000002</c:v>
                </c:pt>
                <c:pt idx="1387">
                  <c:v>3.5609999999999999</c:v>
                </c:pt>
                <c:pt idx="1388">
                  <c:v>3.613</c:v>
                </c:pt>
                <c:pt idx="1389">
                  <c:v>3.6680000000000001</c:v>
                </c:pt>
                <c:pt idx="1390">
                  <c:v>3.7349999999999999</c:v>
                </c:pt>
                <c:pt idx="1391">
                  <c:v>4.1539999999999999</c:v>
                </c:pt>
                <c:pt idx="1392">
                  <c:v>4.0179999999999998</c:v>
                </c:pt>
                <c:pt idx="1393">
                  <c:v>4.0199999999999996</c:v>
                </c:pt>
                <c:pt idx="1394">
                  <c:v>3.8620000000000001</c:v>
                </c:pt>
                <c:pt idx="1395">
                  <c:v>3.8260000000000001</c:v>
                </c:pt>
                <c:pt idx="1396">
                  <c:v>3.7869999999999999</c:v>
                </c:pt>
                <c:pt idx="1397">
                  <c:v>3.4809999999999999</c:v>
                </c:pt>
                <c:pt idx="1398">
                  <c:v>3.5529999999999999</c:v>
                </c:pt>
                <c:pt idx="1399">
                  <c:v>3.4260000000000002</c:v>
                </c:pt>
                <c:pt idx="1400">
                  <c:v>3.5979999999999999</c:v>
                </c:pt>
                <c:pt idx="1401">
                  <c:v>3.633</c:v>
                </c:pt>
                <c:pt idx="1402">
                  <c:v>3.617</c:v>
                </c:pt>
                <c:pt idx="1403">
                  <c:v>3.5619999999999998</c:v>
                </c:pt>
                <c:pt idx="1404">
                  <c:v>3.5310000000000001</c:v>
                </c:pt>
                <c:pt idx="1405">
                  <c:v>3.633</c:v>
                </c:pt>
                <c:pt idx="1406">
                  <c:v>3.4689999999999999</c:v>
                </c:pt>
                <c:pt idx="1407">
                  <c:v>3.29</c:v>
                </c:pt>
                <c:pt idx="1408">
                  <c:v>3.6669999999999998</c:v>
                </c:pt>
                <c:pt idx="1409">
                  <c:v>3.6389999999999998</c:v>
                </c:pt>
                <c:pt idx="1410">
                  <c:v>3.6970000000000001</c:v>
                </c:pt>
                <c:pt idx="1411">
                  <c:v>3.508</c:v>
                </c:pt>
                <c:pt idx="1412">
                  <c:v>3.5590000000000002</c:v>
                </c:pt>
                <c:pt idx="1413">
                  <c:v>3.6110000000000002</c:v>
                </c:pt>
                <c:pt idx="1414">
                  <c:v>3.5840000000000001</c:v>
                </c:pt>
                <c:pt idx="1415">
                  <c:v>3.3660000000000001</c:v>
                </c:pt>
                <c:pt idx="1416">
                  <c:v>3.2879999999999998</c:v>
                </c:pt>
                <c:pt idx="1417">
                  <c:v>3.2829999999999999</c:v>
                </c:pt>
                <c:pt idx="1418">
                  <c:v>3.2080000000000002</c:v>
                </c:pt>
                <c:pt idx="1419">
                  <c:v>3.113</c:v>
                </c:pt>
                <c:pt idx="1420">
                  <c:v>3.0680000000000001</c:v>
                </c:pt>
                <c:pt idx="1421">
                  <c:v>3.0449999999999999</c:v>
                </c:pt>
                <c:pt idx="1422">
                  <c:v>3.2040000000000002</c:v>
                </c:pt>
                <c:pt idx="1423">
                  <c:v>3.0720000000000001</c:v>
                </c:pt>
                <c:pt idx="1424">
                  <c:v>3.2469999999999999</c:v>
                </c:pt>
                <c:pt idx="1425">
                  <c:v>3.2</c:v>
                </c:pt>
                <c:pt idx="1426">
                  <c:v>3.1459999999999999</c:v>
                </c:pt>
                <c:pt idx="1427">
                  <c:v>3.0920000000000001</c:v>
                </c:pt>
                <c:pt idx="1428">
                  <c:v>3.1259999999999999</c:v>
                </c:pt>
                <c:pt idx="1429">
                  <c:v>3.16</c:v>
                </c:pt>
                <c:pt idx="1430">
                  <c:v>3.2040000000000002</c:v>
                </c:pt>
                <c:pt idx="1431">
                  <c:v>3.2370000000000001</c:v>
                </c:pt>
                <c:pt idx="1432">
                  <c:v>3.4260000000000002</c:v>
                </c:pt>
                <c:pt idx="1433">
                  <c:v>3.1379999999999999</c:v>
                </c:pt>
                <c:pt idx="1434">
                  <c:v>3.165</c:v>
                </c:pt>
                <c:pt idx="1435">
                  <c:v>3.15</c:v>
                </c:pt>
                <c:pt idx="1436">
                  <c:v>2.9329999999999998</c:v>
                </c:pt>
                <c:pt idx="1437">
                  <c:v>2.774</c:v>
                </c:pt>
                <c:pt idx="1438">
                  <c:v>2.6760000000000002</c:v>
                </c:pt>
                <c:pt idx="1439">
                  <c:v>2.5979999999999999</c:v>
                </c:pt>
                <c:pt idx="1440">
                  <c:v>2.657</c:v>
                </c:pt>
                <c:pt idx="1441">
                  <c:v>2.798</c:v>
                </c:pt>
                <c:pt idx="1442">
                  <c:v>2.8679999999999999</c:v>
                </c:pt>
                <c:pt idx="1443">
                  <c:v>2.883</c:v>
                </c:pt>
                <c:pt idx="1444">
                  <c:v>2.79</c:v>
                </c:pt>
                <c:pt idx="1445">
                  <c:v>2.5790000000000002</c:v>
                </c:pt>
                <c:pt idx="1446">
                  <c:v>2.5649999999999999</c:v>
                </c:pt>
                <c:pt idx="1447">
                  <c:v>2.3809999999999998</c:v>
                </c:pt>
                <c:pt idx="1448">
                  <c:v>2.3730000000000002</c:v>
                </c:pt>
                <c:pt idx="1449">
                  <c:v>2.177</c:v>
                </c:pt>
                <c:pt idx="1450">
                  <c:v>2.145</c:v>
                </c:pt>
                <c:pt idx="1451">
                  <c:v>2.052</c:v>
                </c:pt>
                <c:pt idx="1452">
                  <c:v>2.0750000000000002</c:v>
                </c:pt>
                <c:pt idx="1453">
                  <c:v>2.012</c:v>
                </c:pt>
                <c:pt idx="1454">
                  <c:v>2.0489999999999999</c:v>
                </c:pt>
                <c:pt idx="1455">
                  <c:v>2.145</c:v>
                </c:pt>
                <c:pt idx="1456">
                  <c:v>2.0880000000000001</c:v>
                </c:pt>
                <c:pt idx="1457">
                  <c:v>2.081</c:v>
                </c:pt>
                <c:pt idx="1458">
                  <c:v>2.1309999999999998</c:v>
                </c:pt>
                <c:pt idx="1459">
                  <c:v>2.1280000000000001</c:v>
                </c:pt>
                <c:pt idx="1460">
                  <c:v>2.0649999999999999</c:v>
                </c:pt>
                <c:pt idx="1461">
                  <c:v>1.954</c:v>
                </c:pt>
                <c:pt idx="1462">
                  <c:v>1.887</c:v>
                </c:pt>
                <c:pt idx="1463">
                  <c:v>2.161</c:v>
                </c:pt>
                <c:pt idx="1464">
                  <c:v>2.1890000000000001</c:v>
                </c:pt>
                <c:pt idx="1465">
                  <c:v>2.1789999999999998</c:v>
                </c:pt>
                <c:pt idx="1466">
                  <c:v>2.3050000000000002</c:v>
                </c:pt>
                <c:pt idx="1467">
                  <c:v>2.3740000000000001</c:v>
                </c:pt>
                <c:pt idx="1468">
                  <c:v>2.431</c:v>
                </c:pt>
                <c:pt idx="1469">
                  <c:v>2.4390000000000001</c:v>
                </c:pt>
                <c:pt idx="1470">
                  <c:v>2.5760000000000001</c:v>
                </c:pt>
                <c:pt idx="1471">
                  <c:v>2.6190000000000002</c:v>
                </c:pt>
                <c:pt idx="1472">
                  <c:v>2.8050000000000002</c:v>
                </c:pt>
                <c:pt idx="1473">
                  <c:v>2.5670000000000002</c:v>
                </c:pt>
                <c:pt idx="1474">
                  <c:v>2.573</c:v>
                </c:pt>
                <c:pt idx="1475">
                  <c:v>2.5230000000000001</c:v>
                </c:pt>
                <c:pt idx="1476">
                  <c:v>2.6859999999999999</c:v>
                </c:pt>
                <c:pt idx="1477">
                  <c:v>2.5379999999999998</c:v>
                </c:pt>
                <c:pt idx="1478">
                  <c:v>2.6030000000000002</c:v>
                </c:pt>
                <c:pt idx="1479">
                  <c:v>2.7709999999999999</c:v>
                </c:pt>
                <c:pt idx="1480">
                  <c:v>2.8879999999999999</c:v>
                </c:pt>
                <c:pt idx="1481">
                  <c:v>2.8109999999999999</c:v>
                </c:pt>
                <c:pt idx="1482">
                  <c:v>2.4449999999999998</c:v>
                </c:pt>
                <c:pt idx="1483">
                  <c:v>2.464</c:v>
                </c:pt>
                <c:pt idx="1484">
                  <c:v>2.472</c:v>
                </c:pt>
                <c:pt idx="1485">
                  <c:v>2.5409999999999999</c:v>
                </c:pt>
                <c:pt idx="1486">
                  <c:v>2.5379999999999998</c:v>
                </c:pt>
                <c:pt idx="1487">
                  <c:v>2.5099999999999998</c:v>
                </c:pt>
                <c:pt idx="1488">
                  <c:v>2.58</c:v>
                </c:pt>
                <c:pt idx="1489">
                  <c:v>2.5870000000000002</c:v>
                </c:pt>
                <c:pt idx="1490">
                  <c:v>2.637</c:v>
                </c:pt>
                <c:pt idx="1491">
                  <c:v>2.8029999999999999</c:v>
                </c:pt>
                <c:pt idx="1492">
                  <c:v>2.875</c:v>
                </c:pt>
                <c:pt idx="1493">
                  <c:v>2.827</c:v>
                </c:pt>
                <c:pt idx="1494">
                  <c:v>2.843</c:v>
                </c:pt>
                <c:pt idx="1495">
                  <c:v>2.3929999999999998</c:v>
                </c:pt>
                <c:pt idx="1496">
                  <c:v>2.3679999999999999</c:v>
                </c:pt>
                <c:pt idx="1497">
                  <c:v>2.3740000000000001</c:v>
                </c:pt>
                <c:pt idx="1498">
                  <c:v>2.3540000000000001</c:v>
                </c:pt>
                <c:pt idx="1499">
                  <c:v>2.2679999999999998</c:v>
                </c:pt>
                <c:pt idx="1500">
                  <c:v>2.1890000000000001</c:v>
                </c:pt>
                <c:pt idx="1501">
                  <c:v>2.1080000000000001</c:v>
                </c:pt>
                <c:pt idx="1502">
                  <c:v>2.085</c:v>
                </c:pt>
                <c:pt idx="1503">
                  <c:v>2.1669999999999998</c:v>
                </c:pt>
                <c:pt idx="1504">
                  <c:v>2.2450000000000001</c:v>
                </c:pt>
                <c:pt idx="1505">
                  <c:v>2.1970000000000001</c:v>
                </c:pt>
                <c:pt idx="1506">
                  <c:v>2.169</c:v>
                </c:pt>
                <c:pt idx="1507">
                  <c:v>2.077</c:v>
                </c:pt>
                <c:pt idx="1508">
                  <c:v>2.2349999999999999</c:v>
                </c:pt>
                <c:pt idx="1509">
                  <c:v>2.1579999999999999</c:v>
                </c:pt>
                <c:pt idx="1510">
                  <c:v>2.198</c:v>
                </c:pt>
                <c:pt idx="1511">
                  <c:v>2.1459999999999999</c:v>
                </c:pt>
                <c:pt idx="1512">
                  <c:v>2.363</c:v>
                </c:pt>
                <c:pt idx="1513">
                  <c:v>2.4119999999999999</c:v>
                </c:pt>
                <c:pt idx="1514">
                  <c:v>2.5</c:v>
                </c:pt>
                <c:pt idx="1515">
                  <c:v>2.431</c:v>
                </c:pt>
                <c:pt idx="1516">
                  <c:v>2.5409999999999999</c:v>
                </c:pt>
                <c:pt idx="1517">
                  <c:v>2.6080000000000001</c:v>
                </c:pt>
                <c:pt idx="1518">
                  <c:v>2.573</c:v>
                </c:pt>
                <c:pt idx="1519">
                  <c:v>2.742</c:v>
                </c:pt>
                <c:pt idx="1520">
                  <c:v>2.718</c:v>
                </c:pt>
                <c:pt idx="1521">
                  <c:v>2.9180000000000001</c:v>
                </c:pt>
                <c:pt idx="1522">
                  <c:v>2.875</c:v>
                </c:pt>
                <c:pt idx="1523">
                  <c:v>2.8639999999999999</c:v>
                </c:pt>
                <c:pt idx="1524">
                  <c:v>2.7759999999999998</c:v>
                </c:pt>
                <c:pt idx="1525">
                  <c:v>3.056</c:v>
                </c:pt>
                <c:pt idx="1526">
                  <c:v>2.968</c:v>
                </c:pt>
                <c:pt idx="1527">
                  <c:v>2.86</c:v>
                </c:pt>
                <c:pt idx="1528">
                  <c:v>3.0259999999999998</c:v>
                </c:pt>
                <c:pt idx="1529">
                  <c:v>2.8769999999999998</c:v>
                </c:pt>
                <c:pt idx="1530">
                  <c:v>3.012</c:v>
                </c:pt>
                <c:pt idx="1531">
                  <c:v>2.9630000000000001</c:v>
                </c:pt>
                <c:pt idx="1532">
                  <c:v>2.9889999999999999</c:v>
                </c:pt>
                <c:pt idx="1533">
                  <c:v>2.92</c:v>
                </c:pt>
                <c:pt idx="1534">
                  <c:v>3.0750000000000002</c:v>
                </c:pt>
                <c:pt idx="1535">
                  <c:v>3.0569999999999999</c:v>
                </c:pt>
                <c:pt idx="1536">
                  <c:v>3.09</c:v>
                </c:pt>
                <c:pt idx="1537">
                  <c:v>2.99</c:v>
                </c:pt>
                <c:pt idx="1538">
                  <c:v>2.956</c:v>
                </c:pt>
                <c:pt idx="1539">
                  <c:v>2.8140000000000001</c:v>
                </c:pt>
                <c:pt idx="1540">
                  <c:v>2.8540000000000001</c:v>
                </c:pt>
                <c:pt idx="1541">
                  <c:v>2.984</c:v>
                </c:pt>
                <c:pt idx="1542">
                  <c:v>3.0590000000000002</c:v>
                </c:pt>
                <c:pt idx="1543">
                  <c:v>2.8220000000000001</c:v>
                </c:pt>
                <c:pt idx="1544">
                  <c:v>2.641</c:v>
                </c:pt>
                <c:pt idx="1545">
                  <c:v>2.585</c:v>
                </c:pt>
                <c:pt idx="1546">
                  <c:v>2.8149999999999999</c:v>
                </c:pt>
                <c:pt idx="1547">
                  <c:v>2.8889999999999998</c:v>
                </c:pt>
                <c:pt idx="1548">
                  <c:v>2.855</c:v>
                </c:pt>
                <c:pt idx="1549">
                  <c:v>2.754</c:v>
                </c:pt>
                <c:pt idx="1550">
                  <c:v>2.7530000000000001</c:v>
                </c:pt>
                <c:pt idx="1551">
                  <c:v>2.6720000000000002</c:v>
                </c:pt>
                <c:pt idx="1552">
                  <c:v>2.7240000000000002</c:v>
                </c:pt>
                <c:pt idx="1553">
                  <c:v>2.5720000000000001</c:v>
                </c:pt>
                <c:pt idx="1554">
                  <c:v>2.6150000000000002</c:v>
                </c:pt>
                <c:pt idx="1555">
                  <c:v>2.794</c:v>
                </c:pt>
                <c:pt idx="1556">
                  <c:v>3.1760000000000002</c:v>
                </c:pt>
                <c:pt idx="1557">
                  <c:v>3.2120000000000002</c:v>
                </c:pt>
                <c:pt idx="1558">
                  <c:v>3.09</c:v>
                </c:pt>
                <c:pt idx="1559">
                  <c:v>3.1219999999999999</c:v>
                </c:pt>
                <c:pt idx="1560">
                  <c:v>2.9630000000000001</c:v>
                </c:pt>
                <c:pt idx="1561">
                  <c:v>2.98</c:v>
                </c:pt>
                <c:pt idx="1562">
                  <c:v>2.9420000000000002</c:v>
                </c:pt>
                <c:pt idx="1563">
                  <c:v>2.98</c:v>
                </c:pt>
                <c:pt idx="1564">
                  <c:v>3.097</c:v>
                </c:pt>
                <c:pt idx="1565">
                  <c:v>3.048</c:v>
                </c:pt>
                <c:pt idx="1566">
                  <c:v>3.085</c:v>
                </c:pt>
                <c:pt idx="1567">
                  <c:v>3.177</c:v>
                </c:pt>
                <c:pt idx="1568">
                  <c:v>2.96</c:v>
                </c:pt>
                <c:pt idx="1569">
                  <c:v>3.04</c:v>
                </c:pt>
                <c:pt idx="1570">
                  <c:v>3.081</c:v>
                </c:pt>
                <c:pt idx="1571">
                  <c:v>2.98</c:v>
                </c:pt>
                <c:pt idx="1572">
                  <c:v>3.0910000000000002</c:v>
                </c:pt>
                <c:pt idx="1573">
                  <c:v>3.3069999999999999</c:v>
                </c:pt>
                <c:pt idx="1574">
                  <c:v>3.09</c:v>
                </c:pt>
                <c:pt idx="1575">
                  <c:v>3.157</c:v>
                </c:pt>
                <c:pt idx="1576">
                  <c:v>3.1509999999999998</c:v>
                </c:pt>
                <c:pt idx="1577">
                  <c:v>3.137</c:v>
                </c:pt>
                <c:pt idx="1578">
                  <c:v>3.1139999999999999</c:v>
                </c:pt>
                <c:pt idx="1579">
                  <c:v>3.198</c:v>
                </c:pt>
                <c:pt idx="1580">
                  <c:v>3.141</c:v>
                </c:pt>
                <c:pt idx="1581">
                  <c:v>3.0449999999999999</c:v>
                </c:pt>
                <c:pt idx="1582">
                  <c:v>3.1419999999999999</c:v>
                </c:pt>
                <c:pt idx="1583">
                  <c:v>3.1869999999999998</c:v>
                </c:pt>
                <c:pt idx="1584">
                  <c:v>3.0390000000000001</c:v>
                </c:pt>
                <c:pt idx="1585">
                  <c:v>3.0049999999999999</c:v>
                </c:pt>
                <c:pt idx="1586">
                  <c:v>3.0529999999999999</c:v>
                </c:pt>
                <c:pt idx="1587">
                  <c:v>2.9449999999999998</c:v>
                </c:pt>
                <c:pt idx="1588">
                  <c:v>3.14</c:v>
                </c:pt>
                <c:pt idx="1589">
                  <c:v>3.1219999999999999</c:v>
                </c:pt>
                <c:pt idx="1590">
                  <c:v>3.2690000000000001</c:v>
                </c:pt>
                <c:pt idx="1591">
                  <c:v>3.3809999999999998</c:v>
                </c:pt>
                <c:pt idx="1592">
                  <c:v>3.444</c:v>
                </c:pt>
                <c:pt idx="1593">
                  <c:v>3.5750000000000002</c:v>
                </c:pt>
                <c:pt idx="1594">
                  <c:v>3.4649999999999999</c:v>
                </c:pt>
                <c:pt idx="1595">
                  <c:v>3.597</c:v>
                </c:pt>
                <c:pt idx="1596">
                  <c:v>3.6720000000000002</c:v>
                </c:pt>
                <c:pt idx="1597">
                  <c:v>3.5430000000000001</c:v>
                </c:pt>
                <c:pt idx="1598">
                  <c:v>3.3410000000000002</c:v>
                </c:pt>
                <c:pt idx="1599">
                  <c:v>3.3239999999999998</c:v>
                </c:pt>
                <c:pt idx="1600">
                  <c:v>3.2490000000000001</c:v>
                </c:pt>
                <c:pt idx="1601">
                  <c:v>3.6309999999999998</c:v>
                </c:pt>
                <c:pt idx="1602">
                  <c:v>3.5910000000000002</c:v>
                </c:pt>
                <c:pt idx="1603">
                  <c:v>3.4820000000000002</c:v>
                </c:pt>
                <c:pt idx="1604">
                  <c:v>3.57</c:v>
                </c:pt>
                <c:pt idx="1605">
                  <c:v>3.4390000000000001</c:v>
                </c:pt>
                <c:pt idx="1606">
                  <c:v>3.1840000000000002</c:v>
                </c:pt>
                <c:pt idx="1607">
                  <c:v>3.081</c:v>
                </c:pt>
                <c:pt idx="1608">
                  <c:v>3.1579999999999999</c:v>
                </c:pt>
                <c:pt idx="1609">
                  <c:v>3.085</c:v>
                </c:pt>
                <c:pt idx="1610">
                  <c:v>2.923</c:v>
                </c:pt>
                <c:pt idx="1611">
                  <c:v>2.859</c:v>
                </c:pt>
                <c:pt idx="1612">
                  <c:v>2.899</c:v>
                </c:pt>
                <c:pt idx="1613">
                  <c:v>2.7829999999999999</c:v>
                </c:pt>
                <c:pt idx="1614">
                  <c:v>2.6579999999999999</c:v>
                </c:pt>
                <c:pt idx="1615">
                  <c:v>2.7250000000000001</c:v>
                </c:pt>
                <c:pt idx="1616">
                  <c:v>2.6850000000000001</c:v>
                </c:pt>
                <c:pt idx="1617">
                  <c:v>2.7309999999999999</c:v>
                </c:pt>
                <c:pt idx="1618">
                  <c:v>2.754</c:v>
                </c:pt>
                <c:pt idx="1619">
                  <c:v>2.6819999999999999</c:v>
                </c:pt>
                <c:pt idx="1620">
                  <c:v>2.8220000000000001</c:v>
                </c:pt>
                <c:pt idx="1621">
                  <c:v>2.8839999999999999</c:v>
                </c:pt>
                <c:pt idx="1622">
                  <c:v>2.694</c:v>
                </c:pt>
                <c:pt idx="1623">
                  <c:v>2.83</c:v>
                </c:pt>
                <c:pt idx="1624">
                  <c:v>2.65</c:v>
                </c:pt>
                <c:pt idx="1625">
                  <c:v>2.774</c:v>
                </c:pt>
                <c:pt idx="1626">
                  <c:v>2.7810000000000001</c:v>
                </c:pt>
                <c:pt idx="1627">
                  <c:v>2.8780000000000001</c:v>
                </c:pt>
                <c:pt idx="1628">
                  <c:v>2.7269999999999999</c:v>
                </c:pt>
                <c:pt idx="1629">
                  <c:v>2.7989999999999999</c:v>
                </c:pt>
                <c:pt idx="1630">
                  <c:v>2.94</c:v>
                </c:pt>
                <c:pt idx="1631">
                  <c:v>2.9820000000000002</c:v>
                </c:pt>
                <c:pt idx="1632">
                  <c:v>3.1779999999999999</c:v>
                </c:pt>
                <c:pt idx="1633">
                  <c:v>3.1190000000000002</c:v>
                </c:pt>
                <c:pt idx="1634">
                  <c:v>3.0019999999999998</c:v>
                </c:pt>
                <c:pt idx="1635">
                  <c:v>3.1429999999999998</c:v>
                </c:pt>
                <c:pt idx="1636">
                  <c:v>3.1949999999999998</c:v>
                </c:pt>
                <c:pt idx="1637">
                  <c:v>3.234</c:v>
                </c:pt>
                <c:pt idx="1638">
                  <c:v>3.1739999999999999</c:v>
                </c:pt>
                <c:pt idx="1639">
                  <c:v>3.3580000000000001</c:v>
                </c:pt>
                <c:pt idx="1640">
                  <c:v>3.2639999999999998</c:v>
                </c:pt>
                <c:pt idx="1641">
                  <c:v>3.343</c:v>
                </c:pt>
                <c:pt idx="1642">
                  <c:v>3.39</c:v>
                </c:pt>
                <c:pt idx="1643">
                  <c:v>3.38</c:v>
                </c:pt>
                <c:pt idx="1644">
                  <c:v>3.496</c:v>
                </c:pt>
                <c:pt idx="1645">
                  <c:v>3.4630000000000001</c:v>
                </c:pt>
                <c:pt idx="1646">
                  <c:v>3.351</c:v>
                </c:pt>
                <c:pt idx="1647">
                  <c:v>3.407</c:v>
                </c:pt>
                <c:pt idx="1648">
                  <c:v>3.1339999999999999</c:v>
                </c:pt>
                <c:pt idx="1649">
                  <c:v>3.2149999999999999</c:v>
                </c:pt>
                <c:pt idx="1650">
                  <c:v>3.31</c:v>
                </c:pt>
                <c:pt idx="1651">
                  <c:v>3.3290000000000002</c:v>
                </c:pt>
                <c:pt idx="1652">
                  <c:v>3.5369999999999999</c:v>
                </c:pt>
                <c:pt idx="1653">
                  <c:v>3.306</c:v>
                </c:pt>
                <c:pt idx="1654">
                  <c:v>3.2440000000000002</c:v>
                </c:pt>
                <c:pt idx="1655">
                  <c:v>3.4729999999999999</c:v>
                </c:pt>
                <c:pt idx="1656">
                  <c:v>3.3290000000000002</c:v>
                </c:pt>
                <c:pt idx="1657">
                  <c:v>3.3439999999999999</c:v>
                </c:pt>
                <c:pt idx="1658">
                  <c:v>3.351</c:v>
                </c:pt>
                <c:pt idx="1659">
                  <c:v>3.3</c:v>
                </c:pt>
                <c:pt idx="1660">
                  <c:v>3.3820000000000001</c:v>
                </c:pt>
                <c:pt idx="1661">
                  <c:v>3.2650000000000001</c:v>
                </c:pt>
                <c:pt idx="1662">
                  <c:v>3.1850000000000001</c:v>
                </c:pt>
                <c:pt idx="1663">
                  <c:v>3.0640000000000001</c:v>
                </c:pt>
                <c:pt idx="1664">
                  <c:v>3.1339999999999999</c:v>
                </c:pt>
                <c:pt idx="1665">
                  <c:v>3.2160000000000002</c:v>
                </c:pt>
                <c:pt idx="1666">
                  <c:v>3.226</c:v>
                </c:pt>
                <c:pt idx="1667">
                  <c:v>3.234</c:v>
                </c:pt>
                <c:pt idx="1668">
                  <c:v>3.1869999999999998</c:v>
                </c:pt>
                <c:pt idx="1669">
                  <c:v>3.2349999999999999</c:v>
                </c:pt>
                <c:pt idx="1670">
                  <c:v>3.1379999999999999</c:v>
                </c:pt>
                <c:pt idx="1671">
                  <c:v>3.2450000000000001</c:v>
                </c:pt>
                <c:pt idx="1672">
                  <c:v>3.1309999999999998</c:v>
                </c:pt>
                <c:pt idx="1673">
                  <c:v>3.0680000000000001</c:v>
                </c:pt>
                <c:pt idx="1674">
                  <c:v>3.0449999999999999</c:v>
                </c:pt>
                <c:pt idx="1675">
                  <c:v>2.9249999999999998</c:v>
                </c:pt>
                <c:pt idx="1676">
                  <c:v>2.9820000000000002</c:v>
                </c:pt>
                <c:pt idx="1677">
                  <c:v>2.9209999999999998</c:v>
                </c:pt>
                <c:pt idx="1678">
                  <c:v>2.879</c:v>
                </c:pt>
                <c:pt idx="1679">
                  <c:v>2.9129999999999998</c:v>
                </c:pt>
                <c:pt idx="1680">
                  <c:v>2.8839999999999999</c:v>
                </c:pt>
                <c:pt idx="1681">
                  <c:v>2.6850000000000001</c:v>
                </c:pt>
                <c:pt idx="1682">
                  <c:v>2.66</c:v>
                </c:pt>
                <c:pt idx="1683">
                  <c:v>2.6219999999999999</c:v>
                </c:pt>
                <c:pt idx="1684">
                  <c:v>2.7869999999999999</c:v>
                </c:pt>
                <c:pt idx="1685">
                  <c:v>2.5590000000000002</c:v>
                </c:pt>
                <c:pt idx="1686">
                  <c:v>2.5089999999999999</c:v>
                </c:pt>
                <c:pt idx="1687">
                  <c:v>2.5209999999999999</c:v>
                </c:pt>
                <c:pt idx="1688">
                  <c:v>2.5760000000000001</c:v>
                </c:pt>
                <c:pt idx="1689">
                  <c:v>2.6579999999999999</c:v>
                </c:pt>
                <c:pt idx="1690">
                  <c:v>2.7040000000000002</c:v>
                </c:pt>
                <c:pt idx="1691">
                  <c:v>2.7130000000000001</c:v>
                </c:pt>
                <c:pt idx="1692">
                  <c:v>2.6509999999999998</c:v>
                </c:pt>
                <c:pt idx="1693">
                  <c:v>2.786</c:v>
                </c:pt>
                <c:pt idx="1694">
                  <c:v>2.823</c:v>
                </c:pt>
                <c:pt idx="1695">
                  <c:v>2.8239999999999998</c:v>
                </c:pt>
                <c:pt idx="1696">
                  <c:v>2.907</c:v>
                </c:pt>
                <c:pt idx="1697">
                  <c:v>2.9180000000000001</c:v>
                </c:pt>
                <c:pt idx="1698">
                  <c:v>3.0470000000000002</c:v>
                </c:pt>
                <c:pt idx="1699">
                  <c:v>3</c:v>
                </c:pt>
                <c:pt idx="1700">
                  <c:v>3.0169999999999999</c:v>
                </c:pt>
                <c:pt idx="1701">
                  <c:v>3.3119999999999998</c:v>
                </c:pt>
                <c:pt idx="1702">
                  <c:v>3.419</c:v>
                </c:pt>
                <c:pt idx="1703">
                  <c:v>3.43</c:v>
                </c:pt>
                <c:pt idx="1704">
                  <c:v>3.5190000000000001</c:v>
                </c:pt>
                <c:pt idx="1705">
                  <c:v>3.5179999999999998</c:v>
                </c:pt>
                <c:pt idx="1706">
                  <c:v>3.5569999999999999</c:v>
                </c:pt>
                <c:pt idx="1707">
                  <c:v>3.6989999999999998</c:v>
                </c:pt>
                <c:pt idx="1708">
                  <c:v>3.7709999999999999</c:v>
                </c:pt>
                <c:pt idx="1709">
                  <c:v>3.8540000000000001</c:v>
                </c:pt>
                <c:pt idx="1710">
                  <c:v>3.9</c:v>
                </c:pt>
                <c:pt idx="1711">
                  <c:v>3.8119999999999998</c:v>
                </c:pt>
                <c:pt idx="1712">
                  <c:v>3.7879999999999998</c:v>
                </c:pt>
                <c:pt idx="1713">
                  <c:v>3.923</c:v>
                </c:pt>
                <c:pt idx="1714">
                  <c:v>3.891</c:v>
                </c:pt>
                <c:pt idx="1715">
                  <c:v>3.7650000000000001</c:v>
                </c:pt>
                <c:pt idx="1716">
                  <c:v>3.8620000000000001</c:v>
                </c:pt>
                <c:pt idx="1717">
                  <c:v>3.694</c:v>
                </c:pt>
                <c:pt idx="1718">
                  <c:v>3.72</c:v>
                </c:pt>
                <c:pt idx="1719">
                  <c:v>3.7989999999999999</c:v>
                </c:pt>
                <c:pt idx="1720">
                  <c:v>3.694</c:v>
                </c:pt>
                <c:pt idx="1721">
                  <c:v>3.6640000000000001</c:v>
                </c:pt>
                <c:pt idx="1722">
                  <c:v>3.7080000000000002</c:v>
                </c:pt>
                <c:pt idx="1723">
                  <c:v>3.6360000000000001</c:v>
                </c:pt>
                <c:pt idx="1724">
                  <c:v>3.6880000000000002</c:v>
                </c:pt>
                <c:pt idx="1725">
                  <c:v>3.6880000000000002</c:v>
                </c:pt>
                <c:pt idx="1726">
                  <c:v>3.7469999999999999</c:v>
                </c:pt>
                <c:pt idx="1727">
                  <c:v>3.6880000000000002</c:v>
                </c:pt>
                <c:pt idx="1728">
                  <c:v>3.6190000000000002</c:v>
                </c:pt>
                <c:pt idx="1729">
                  <c:v>3.6469999999999998</c:v>
                </c:pt>
                <c:pt idx="1730">
                  <c:v>3.7789999999999999</c:v>
                </c:pt>
                <c:pt idx="1731">
                  <c:v>3.6269999999999998</c:v>
                </c:pt>
                <c:pt idx="1732">
                  <c:v>3.5609999999999999</c:v>
                </c:pt>
                <c:pt idx="1733">
                  <c:v>3.43</c:v>
                </c:pt>
                <c:pt idx="1734">
                  <c:v>3.4079999999999999</c:v>
                </c:pt>
                <c:pt idx="1735">
                  <c:v>3.403</c:v>
                </c:pt>
                <c:pt idx="1736">
                  <c:v>3.5529999999999999</c:v>
                </c:pt>
                <c:pt idx="1737">
                  <c:v>3.3130000000000002</c:v>
                </c:pt>
                <c:pt idx="1738">
                  <c:v>3.2069999999999999</c:v>
                </c:pt>
                <c:pt idx="1739">
                  <c:v>3.169</c:v>
                </c:pt>
                <c:pt idx="1740">
                  <c:v>3.0859999999999999</c:v>
                </c:pt>
                <c:pt idx="1741">
                  <c:v>3.0990000000000002</c:v>
                </c:pt>
                <c:pt idx="1742">
                  <c:v>3.0190000000000001</c:v>
                </c:pt>
                <c:pt idx="1743">
                  <c:v>2.9569999999999999</c:v>
                </c:pt>
                <c:pt idx="1744">
                  <c:v>2.895</c:v>
                </c:pt>
                <c:pt idx="1745">
                  <c:v>2.8090000000000002</c:v>
                </c:pt>
                <c:pt idx="1746">
                  <c:v>2.8290000000000002</c:v>
                </c:pt>
                <c:pt idx="1747">
                  <c:v>2.8559999999999999</c:v>
                </c:pt>
                <c:pt idx="1748">
                  <c:v>2.9409999999999998</c:v>
                </c:pt>
                <c:pt idx="1749">
                  <c:v>2.9590000000000001</c:v>
                </c:pt>
                <c:pt idx="1750">
                  <c:v>3.024</c:v>
                </c:pt>
                <c:pt idx="1751">
                  <c:v>3.1930000000000001</c:v>
                </c:pt>
                <c:pt idx="1752">
                  <c:v>3.0470000000000002</c:v>
                </c:pt>
                <c:pt idx="1753">
                  <c:v>3.2170000000000001</c:v>
                </c:pt>
                <c:pt idx="1754">
                  <c:v>3.137</c:v>
                </c:pt>
                <c:pt idx="1755">
                  <c:v>3.4390000000000001</c:v>
                </c:pt>
                <c:pt idx="1756">
                  <c:v>3.0539999999999998</c:v>
                </c:pt>
                <c:pt idx="1757">
                  <c:v>3.3610000000000002</c:v>
                </c:pt>
                <c:pt idx="1758">
                  <c:v>3.48</c:v>
                </c:pt>
                <c:pt idx="1759">
                  <c:v>3.3730000000000002</c:v>
                </c:pt>
                <c:pt idx="1760">
                  <c:v>3.4540000000000002</c:v>
                </c:pt>
                <c:pt idx="1761">
                  <c:v>3.4129999999999998</c:v>
                </c:pt>
                <c:pt idx="1762">
                  <c:v>3.2450000000000001</c:v>
                </c:pt>
                <c:pt idx="1763">
                  <c:v>3.3860000000000001</c:v>
                </c:pt>
                <c:pt idx="1764">
                  <c:v>3.504</c:v>
                </c:pt>
                <c:pt idx="1765">
                  <c:v>3.5910000000000002</c:v>
                </c:pt>
                <c:pt idx="1766">
                  <c:v>3.6139999999999999</c:v>
                </c:pt>
                <c:pt idx="1767">
                  <c:v>3.6160000000000001</c:v>
                </c:pt>
                <c:pt idx="1768">
                  <c:v>3.5070000000000001</c:v>
                </c:pt>
                <c:pt idx="1769">
                  <c:v>3.5329999999999999</c:v>
                </c:pt>
                <c:pt idx="1770">
                  <c:v>3.601</c:v>
                </c:pt>
                <c:pt idx="1771">
                  <c:v>3.5169999999999999</c:v>
                </c:pt>
                <c:pt idx="1772">
                  <c:v>3.5379999999999998</c:v>
                </c:pt>
                <c:pt idx="1773">
                  <c:v>3.6389999999999998</c:v>
                </c:pt>
                <c:pt idx="1774">
                  <c:v>3.754</c:v>
                </c:pt>
                <c:pt idx="1775">
                  <c:v>3.6680000000000001</c:v>
                </c:pt>
                <c:pt idx="1776">
                  <c:v>3.8069999999999999</c:v>
                </c:pt>
                <c:pt idx="1777">
                  <c:v>3.7349999999999999</c:v>
                </c:pt>
                <c:pt idx="1778">
                  <c:v>3.7189999999999999</c:v>
                </c:pt>
                <c:pt idx="1779">
                  <c:v>3.7989999999999999</c:v>
                </c:pt>
                <c:pt idx="1780">
                  <c:v>3.835</c:v>
                </c:pt>
                <c:pt idx="1781">
                  <c:v>3.9870000000000001</c:v>
                </c:pt>
                <c:pt idx="1782">
                  <c:v>3.9820000000000002</c:v>
                </c:pt>
                <c:pt idx="1783">
                  <c:v>3.9169999999999998</c:v>
                </c:pt>
                <c:pt idx="1784">
                  <c:v>3.8130000000000002</c:v>
                </c:pt>
                <c:pt idx="1785">
                  <c:v>3.851</c:v>
                </c:pt>
                <c:pt idx="1786">
                  <c:v>3.782</c:v>
                </c:pt>
                <c:pt idx="1787">
                  <c:v>3.7480000000000002</c:v>
                </c:pt>
                <c:pt idx="1788">
                  <c:v>3.778</c:v>
                </c:pt>
                <c:pt idx="1789">
                  <c:v>3.706</c:v>
                </c:pt>
                <c:pt idx="1790">
                  <c:v>3.7989999999999999</c:v>
                </c:pt>
                <c:pt idx="1791">
                  <c:v>3.6360000000000001</c:v>
                </c:pt>
                <c:pt idx="1792">
                  <c:v>3.714</c:v>
                </c:pt>
                <c:pt idx="1793">
                  <c:v>3.5720000000000001</c:v>
                </c:pt>
                <c:pt idx="1794">
                  <c:v>3.5179999999999998</c:v>
                </c:pt>
                <c:pt idx="1795">
                  <c:v>3.5379999999999998</c:v>
                </c:pt>
                <c:pt idx="1796">
                  <c:v>3.5369999999999999</c:v>
                </c:pt>
                <c:pt idx="1797">
                  <c:v>3.4470000000000001</c:v>
                </c:pt>
                <c:pt idx="1798">
                  <c:v>3.4990000000000001</c:v>
                </c:pt>
                <c:pt idx="1799">
                  <c:v>3.5249999999999999</c:v>
                </c:pt>
                <c:pt idx="1800">
                  <c:v>3.423</c:v>
                </c:pt>
                <c:pt idx="1801">
                  <c:v>3.5110000000000001</c:v>
                </c:pt>
                <c:pt idx="1802">
                  <c:v>3.6</c:v>
                </c:pt>
                <c:pt idx="1803">
                  <c:v>3.5350000000000001</c:v>
                </c:pt>
                <c:pt idx="1804">
                  <c:v>3.5539999999999998</c:v>
                </c:pt>
                <c:pt idx="1805">
                  <c:v>3.581</c:v>
                </c:pt>
                <c:pt idx="1806">
                  <c:v>3.6309999999999998</c:v>
                </c:pt>
                <c:pt idx="1807">
                  <c:v>3.5459999999999998</c:v>
                </c:pt>
                <c:pt idx="1808">
                  <c:v>3.4409999999999998</c:v>
                </c:pt>
                <c:pt idx="1809">
                  <c:v>3.3519999999999999</c:v>
                </c:pt>
                <c:pt idx="1810">
                  <c:v>3.2669999999999999</c:v>
                </c:pt>
                <c:pt idx="1811">
                  <c:v>3.1030000000000002</c:v>
                </c:pt>
                <c:pt idx="1812">
                  <c:v>3.1360000000000001</c:v>
                </c:pt>
                <c:pt idx="1813">
                  <c:v>3.3570000000000002</c:v>
                </c:pt>
                <c:pt idx="1814">
                  <c:v>3.3879999999999999</c:v>
                </c:pt>
                <c:pt idx="1815">
                  <c:v>3.3769999999999998</c:v>
                </c:pt>
                <c:pt idx="1816">
                  <c:v>3.544</c:v>
                </c:pt>
                <c:pt idx="1817">
                  <c:v>3.556</c:v>
                </c:pt>
                <c:pt idx="1818">
                  <c:v>3.8809999999999998</c:v>
                </c:pt>
                <c:pt idx="1819">
                  <c:v>3.6339999999999999</c:v>
                </c:pt>
                <c:pt idx="1820">
                  <c:v>3.581</c:v>
                </c:pt>
                <c:pt idx="1821">
                  <c:v>3.52</c:v>
                </c:pt>
                <c:pt idx="1822">
                  <c:v>3.5009999999999999</c:v>
                </c:pt>
                <c:pt idx="1823">
                  <c:v>3.4969999999999999</c:v>
                </c:pt>
                <c:pt idx="1824">
                  <c:v>3.4409999999999998</c:v>
                </c:pt>
                <c:pt idx="1825">
                  <c:v>3.5609999999999999</c:v>
                </c:pt>
                <c:pt idx="1826">
                  <c:v>3.5249999999999999</c:v>
                </c:pt>
                <c:pt idx="1827">
                  <c:v>3.4950000000000001</c:v>
                </c:pt>
                <c:pt idx="1828">
                  <c:v>3.4569999999999999</c:v>
                </c:pt>
                <c:pt idx="1829">
                  <c:v>3.492</c:v>
                </c:pt>
                <c:pt idx="1830">
                  <c:v>3.41</c:v>
                </c:pt>
                <c:pt idx="1831">
                  <c:v>3.718</c:v>
                </c:pt>
                <c:pt idx="1832">
                  <c:v>3.6349999999999998</c:v>
                </c:pt>
                <c:pt idx="1833">
                  <c:v>3.7589999999999999</c:v>
                </c:pt>
                <c:pt idx="1834">
                  <c:v>3.7949999999999999</c:v>
                </c:pt>
                <c:pt idx="1835">
                  <c:v>3.7109999999999999</c:v>
                </c:pt>
                <c:pt idx="1836">
                  <c:v>3.504</c:v>
                </c:pt>
                <c:pt idx="1837">
                  <c:v>3.4910000000000001</c:v>
                </c:pt>
                <c:pt idx="1838">
                  <c:v>3.5840000000000001</c:v>
                </c:pt>
                <c:pt idx="1839">
                  <c:v>3.8610000000000002</c:v>
                </c:pt>
                <c:pt idx="1840">
                  <c:v>3.802</c:v>
                </c:pt>
                <c:pt idx="1841">
                  <c:v>3.9620000000000002</c:v>
                </c:pt>
                <c:pt idx="1842">
                  <c:v>4.0129999999999999</c:v>
                </c:pt>
                <c:pt idx="1843">
                  <c:v>3.7909999999999999</c:v>
                </c:pt>
                <c:pt idx="1844">
                  <c:v>3.802</c:v>
                </c:pt>
                <c:pt idx="1845">
                  <c:v>3.9009999999999998</c:v>
                </c:pt>
                <c:pt idx="1846">
                  <c:v>3.6709999999999998</c:v>
                </c:pt>
                <c:pt idx="1847">
                  <c:v>3.6269999999999998</c:v>
                </c:pt>
                <c:pt idx="1848">
                  <c:v>3.516</c:v>
                </c:pt>
                <c:pt idx="1849">
                  <c:v>3.3330000000000002</c:v>
                </c:pt>
                <c:pt idx="1850">
                  <c:v>3.367</c:v>
                </c:pt>
                <c:pt idx="1851">
                  <c:v>3.4809999999999999</c:v>
                </c:pt>
                <c:pt idx="1852">
                  <c:v>3.38</c:v>
                </c:pt>
                <c:pt idx="1853">
                  <c:v>3.3090000000000002</c:v>
                </c:pt>
                <c:pt idx="1854">
                  <c:v>3.3239999999999998</c:v>
                </c:pt>
                <c:pt idx="1855">
                  <c:v>3.4060000000000001</c:v>
                </c:pt>
                <c:pt idx="1856">
                  <c:v>3.37</c:v>
                </c:pt>
                <c:pt idx="1857">
                  <c:v>3.3740000000000001</c:v>
                </c:pt>
                <c:pt idx="1858">
                  <c:v>3.5009999999999999</c:v>
                </c:pt>
                <c:pt idx="1859">
                  <c:v>3.5950000000000002</c:v>
                </c:pt>
                <c:pt idx="1860">
                  <c:v>3.423</c:v>
                </c:pt>
                <c:pt idx="1861">
                  <c:v>3.3039999999999998</c:v>
                </c:pt>
                <c:pt idx="1862">
                  <c:v>3.5019999999999998</c:v>
                </c:pt>
                <c:pt idx="1863">
                  <c:v>3.468</c:v>
                </c:pt>
                <c:pt idx="1864">
                  <c:v>3.51</c:v>
                </c:pt>
                <c:pt idx="1865">
                  <c:v>3.64</c:v>
                </c:pt>
                <c:pt idx="1866">
                  <c:v>3.6680000000000001</c:v>
                </c:pt>
                <c:pt idx="1867">
                  <c:v>3.6930000000000001</c:v>
                </c:pt>
                <c:pt idx="1868">
                  <c:v>3.5430000000000001</c:v>
                </c:pt>
                <c:pt idx="1869">
                  <c:v>3.5190000000000001</c:v>
                </c:pt>
                <c:pt idx="1870">
                  <c:v>3.4769999999999999</c:v>
                </c:pt>
                <c:pt idx="1871">
                  <c:v>3.51</c:v>
                </c:pt>
                <c:pt idx="1872">
                  <c:v>3.46</c:v>
                </c:pt>
                <c:pt idx="1873">
                  <c:v>3.714</c:v>
                </c:pt>
                <c:pt idx="1874">
                  <c:v>3.7130000000000001</c:v>
                </c:pt>
                <c:pt idx="1875">
                  <c:v>3.6749999999999998</c:v>
                </c:pt>
                <c:pt idx="1876">
                  <c:v>3.702</c:v>
                </c:pt>
                <c:pt idx="1877">
                  <c:v>3.544</c:v>
                </c:pt>
                <c:pt idx="1878">
                  <c:v>3.6760000000000002</c:v>
                </c:pt>
                <c:pt idx="1879">
                  <c:v>3.71</c:v>
                </c:pt>
                <c:pt idx="1880">
                  <c:v>3.9369999999999998</c:v>
                </c:pt>
                <c:pt idx="1881">
                  <c:v>3.6160000000000001</c:v>
                </c:pt>
                <c:pt idx="1882">
                  <c:v>3.5609999999999999</c:v>
                </c:pt>
                <c:pt idx="1883">
                  <c:v>3.6480000000000001</c:v>
                </c:pt>
                <c:pt idx="1884">
                  <c:v>3.694</c:v>
                </c:pt>
                <c:pt idx="1885">
                  <c:v>3.726</c:v>
                </c:pt>
                <c:pt idx="1886">
                  <c:v>3.7509999999999999</c:v>
                </c:pt>
                <c:pt idx="1887">
                  <c:v>3.931</c:v>
                </c:pt>
                <c:pt idx="1888">
                  <c:v>4.093</c:v>
                </c:pt>
                <c:pt idx="1889">
                  <c:v>4.03</c:v>
                </c:pt>
                <c:pt idx="1890">
                  <c:v>4.0599999999999996</c:v>
                </c:pt>
                <c:pt idx="1891">
                  <c:v>4.2119999999999997</c:v>
                </c:pt>
                <c:pt idx="1892">
                  <c:v>4.3319999999999999</c:v>
                </c:pt>
                <c:pt idx="1893">
                  <c:v>4.5469999999999997</c:v>
                </c:pt>
                <c:pt idx="1894">
                  <c:v>4.5789999999999997</c:v>
                </c:pt>
                <c:pt idx="1895">
                  <c:v>4.51</c:v>
                </c:pt>
                <c:pt idx="1896">
                  <c:v>4.4669999999999996</c:v>
                </c:pt>
                <c:pt idx="1897">
                  <c:v>4.6520000000000001</c:v>
                </c:pt>
                <c:pt idx="1898">
                  <c:v>4.8360000000000003</c:v>
                </c:pt>
                <c:pt idx="1899">
                  <c:v>4.6970000000000001</c:v>
                </c:pt>
                <c:pt idx="1900">
                  <c:v>4.6970000000000001</c:v>
                </c:pt>
                <c:pt idx="1901">
                  <c:v>4.7510000000000003</c:v>
                </c:pt>
                <c:pt idx="1902">
                  <c:v>4.7649999999999997</c:v>
                </c:pt>
                <c:pt idx="1903">
                  <c:v>4.6719999999999997</c:v>
                </c:pt>
                <c:pt idx="1904">
                  <c:v>4.4749999999999996</c:v>
                </c:pt>
                <c:pt idx="1905">
                  <c:v>4.2110000000000003</c:v>
                </c:pt>
                <c:pt idx="1906">
                  <c:v>4.2590000000000003</c:v>
                </c:pt>
                <c:pt idx="1907">
                  <c:v>3.9</c:v>
                </c:pt>
                <c:pt idx="1908">
                  <c:v>3.8919999999999999</c:v>
                </c:pt>
                <c:pt idx="1909">
                  <c:v>3.903</c:v>
                </c:pt>
                <c:pt idx="1910">
                  <c:v>3.96</c:v>
                </c:pt>
                <c:pt idx="1911">
                  <c:v>4.0129999999999999</c:v>
                </c:pt>
                <c:pt idx="1912">
                  <c:v>4.0640000000000001</c:v>
                </c:pt>
                <c:pt idx="1913">
                  <c:v>3.9849999999999999</c:v>
                </c:pt>
                <c:pt idx="1914">
                  <c:v>4.1319999999999997</c:v>
                </c:pt>
                <c:pt idx="1915">
                  <c:v>4.1470000000000002</c:v>
                </c:pt>
                <c:pt idx="1916">
                  <c:v>4.1360000000000001</c:v>
                </c:pt>
                <c:pt idx="1917">
                  <c:v>4.1189999999999998</c:v>
                </c:pt>
                <c:pt idx="1918">
                  <c:v>3.9950000000000001</c:v>
                </c:pt>
                <c:pt idx="1919">
                  <c:v>3.996</c:v>
                </c:pt>
                <c:pt idx="1920">
                  <c:v>4.0039999999999996</c:v>
                </c:pt>
                <c:pt idx="1921">
                  <c:v>4.1500000000000004</c:v>
                </c:pt>
                <c:pt idx="1922">
                  <c:v>4.3289999999999997</c:v>
                </c:pt>
                <c:pt idx="1923">
                  <c:v>4.1399999999999997</c:v>
                </c:pt>
                <c:pt idx="1924">
                  <c:v>4.274</c:v>
                </c:pt>
                <c:pt idx="1925">
                  <c:v>4.3419999999999996</c:v>
                </c:pt>
                <c:pt idx="1926">
                  <c:v>4.2869999999999999</c:v>
                </c:pt>
                <c:pt idx="1927">
                  <c:v>4.0049999999999999</c:v>
                </c:pt>
                <c:pt idx="1928">
                  <c:v>4.2489999999999997</c:v>
                </c:pt>
                <c:pt idx="1929">
                  <c:v>4.3289999999999997</c:v>
                </c:pt>
                <c:pt idx="1930">
                  <c:v>4.2469999999999999</c:v>
                </c:pt>
                <c:pt idx="1931">
                  <c:v>4.0880000000000001</c:v>
                </c:pt>
                <c:pt idx="1932">
                  <c:v>4.1840000000000002</c:v>
                </c:pt>
                <c:pt idx="1933">
                  <c:v>4.1150000000000002</c:v>
                </c:pt>
                <c:pt idx="1934">
                  <c:v>4.0330000000000004</c:v>
                </c:pt>
                <c:pt idx="1935">
                  <c:v>3.9689999999999999</c:v>
                </c:pt>
                <c:pt idx="1936">
                  <c:v>4.0890000000000004</c:v>
                </c:pt>
                <c:pt idx="1937">
                  <c:v>4.181</c:v>
                </c:pt>
                <c:pt idx="1938">
                  <c:v>4.0590000000000002</c:v>
                </c:pt>
                <c:pt idx="1939">
                  <c:v>4.2960000000000003</c:v>
                </c:pt>
                <c:pt idx="1940">
                  <c:v>4.3239999999999998</c:v>
                </c:pt>
                <c:pt idx="1941">
                  <c:v>4.5709999999999997</c:v>
                </c:pt>
                <c:pt idx="1942">
                  <c:v>4.3689999999999998</c:v>
                </c:pt>
                <c:pt idx="1943">
                  <c:v>4.5</c:v>
                </c:pt>
                <c:pt idx="1944">
                  <c:v>4.2039999999999997</c:v>
                </c:pt>
                <c:pt idx="1945">
                  <c:v>4.1070000000000002</c:v>
                </c:pt>
                <c:pt idx="1946">
                  <c:v>3.8250000000000002</c:v>
                </c:pt>
                <c:pt idx="1947">
                  <c:v>3.8570000000000002</c:v>
                </c:pt>
                <c:pt idx="1948">
                  <c:v>3.891</c:v>
                </c:pt>
                <c:pt idx="1949">
                  <c:v>3.9319999999999999</c:v>
                </c:pt>
                <c:pt idx="1950">
                  <c:v>3.7269999999999999</c:v>
                </c:pt>
                <c:pt idx="1951">
                  <c:v>3.8730000000000002</c:v>
                </c:pt>
                <c:pt idx="1952">
                  <c:v>3.86</c:v>
                </c:pt>
                <c:pt idx="1953">
                  <c:v>3.8239999999999998</c:v>
                </c:pt>
                <c:pt idx="1954">
                  <c:v>3.911</c:v>
                </c:pt>
                <c:pt idx="1955">
                  <c:v>3.9460000000000002</c:v>
                </c:pt>
                <c:pt idx="1956">
                  <c:v>3.9689999999999999</c:v>
                </c:pt>
                <c:pt idx="1957">
                  <c:v>4.0199999999999996</c:v>
                </c:pt>
                <c:pt idx="1958">
                  <c:v>4.0720000000000001</c:v>
                </c:pt>
                <c:pt idx="1959">
                  <c:v>4.3789999999999996</c:v>
                </c:pt>
                <c:pt idx="1960">
                  <c:v>4.516</c:v>
                </c:pt>
                <c:pt idx="1961">
                  <c:v>4.6619999999999999</c:v>
                </c:pt>
                <c:pt idx="1962">
                  <c:v>4.6029999999999998</c:v>
                </c:pt>
                <c:pt idx="1963">
                  <c:v>4.71</c:v>
                </c:pt>
                <c:pt idx="1964">
                  <c:v>4.6390000000000002</c:v>
                </c:pt>
                <c:pt idx="1965">
                  <c:v>4.5270000000000001</c:v>
                </c:pt>
                <c:pt idx="1966">
                  <c:v>4.6619999999999999</c:v>
                </c:pt>
                <c:pt idx="1967">
                  <c:v>4.62</c:v>
                </c:pt>
                <c:pt idx="1968">
                  <c:v>4.7130000000000001</c:v>
                </c:pt>
                <c:pt idx="1969">
                  <c:v>4.7119999999999997</c:v>
                </c:pt>
                <c:pt idx="1970">
                  <c:v>4.5190000000000001</c:v>
                </c:pt>
                <c:pt idx="1971">
                  <c:v>4.6109999999999998</c:v>
                </c:pt>
                <c:pt idx="1972">
                  <c:v>4.43</c:v>
                </c:pt>
                <c:pt idx="1973">
                  <c:v>4.6890000000000001</c:v>
                </c:pt>
                <c:pt idx="1974">
                  <c:v>4.7729999999999997</c:v>
                </c:pt>
                <c:pt idx="1975">
                  <c:v>4.4829999999999997</c:v>
                </c:pt>
                <c:pt idx="1976">
                  <c:v>4.3</c:v>
                </c:pt>
                <c:pt idx="1977">
                  <c:v>4.3620000000000001</c:v>
                </c:pt>
                <c:pt idx="1978">
                  <c:v>4.343</c:v>
                </c:pt>
                <c:pt idx="1979">
                  <c:v>4.3209999999999997</c:v>
                </c:pt>
                <c:pt idx="1980">
                  <c:v>4.1660000000000004</c:v>
                </c:pt>
                <c:pt idx="1981">
                  <c:v>4.2320000000000002</c:v>
                </c:pt>
                <c:pt idx="1982">
                  <c:v>4.282</c:v>
                </c:pt>
                <c:pt idx="1983">
                  <c:v>4.1130000000000004</c:v>
                </c:pt>
                <c:pt idx="1984">
                  <c:v>4.1820000000000004</c:v>
                </c:pt>
                <c:pt idx="1985">
                  <c:v>4.1779999999999999</c:v>
                </c:pt>
                <c:pt idx="1986">
                  <c:v>4.28</c:v>
                </c:pt>
                <c:pt idx="1987">
                  <c:v>4.17</c:v>
                </c:pt>
                <c:pt idx="1988">
                  <c:v>4.3419999999999996</c:v>
                </c:pt>
                <c:pt idx="1989">
                  <c:v>4.66</c:v>
                </c:pt>
                <c:pt idx="1990">
                  <c:v>4.774</c:v>
                </c:pt>
                <c:pt idx="1991">
                  <c:v>4.8280000000000003</c:v>
                </c:pt>
                <c:pt idx="1992">
                  <c:v>4.859</c:v>
                </c:pt>
                <c:pt idx="1993">
                  <c:v>4.7750000000000004</c:v>
                </c:pt>
                <c:pt idx="1994">
                  <c:v>4.6890000000000001</c:v>
                </c:pt>
                <c:pt idx="1995">
                  <c:v>5.0620000000000003</c:v>
                </c:pt>
                <c:pt idx="1996">
                  <c:v>4.78</c:v>
                </c:pt>
                <c:pt idx="1997">
                  <c:v>4.6989999999999998</c:v>
                </c:pt>
                <c:pt idx="1998">
                  <c:v>4.55</c:v>
                </c:pt>
                <c:pt idx="1999">
                  <c:v>4.5350000000000001</c:v>
                </c:pt>
                <c:pt idx="2000">
                  <c:v>4.5780000000000003</c:v>
                </c:pt>
                <c:pt idx="2001">
                  <c:v>4.2990000000000004</c:v>
                </c:pt>
                <c:pt idx="2002">
                  <c:v>4.3940000000000001</c:v>
                </c:pt>
                <c:pt idx="2003">
                  <c:v>4.5039999999999996</c:v>
                </c:pt>
                <c:pt idx="2004">
                  <c:v>4.3310000000000004</c:v>
                </c:pt>
                <c:pt idx="2005">
                  <c:v>4.407</c:v>
                </c:pt>
                <c:pt idx="2006">
                  <c:v>4.4809999999999999</c:v>
                </c:pt>
                <c:pt idx="2007">
                  <c:v>4.5069999999999997</c:v>
                </c:pt>
                <c:pt idx="2008">
                  <c:v>4.8220000000000001</c:v>
                </c:pt>
                <c:pt idx="2009">
                  <c:v>4.4630000000000001</c:v>
                </c:pt>
                <c:pt idx="2010">
                  <c:v>4.2759999999999998</c:v>
                </c:pt>
                <c:pt idx="2011">
                  <c:v>4.2590000000000003</c:v>
                </c:pt>
                <c:pt idx="2012">
                  <c:v>4.2309999999999999</c:v>
                </c:pt>
                <c:pt idx="2013">
                  <c:v>4.1790000000000003</c:v>
                </c:pt>
                <c:pt idx="2014">
                  <c:v>4.2489999999999997</c:v>
                </c:pt>
                <c:pt idx="2015">
                  <c:v>4.4210000000000003</c:v>
                </c:pt>
                <c:pt idx="2016">
                  <c:v>4.202</c:v>
                </c:pt>
                <c:pt idx="2017">
                  <c:v>4.4749999999999996</c:v>
                </c:pt>
                <c:pt idx="2018">
                  <c:v>4.4130000000000003</c:v>
                </c:pt>
                <c:pt idx="2019">
                  <c:v>4.3319999999999999</c:v>
                </c:pt>
                <c:pt idx="2020">
                  <c:v>4.508</c:v>
                </c:pt>
                <c:pt idx="2021">
                  <c:v>4.415</c:v>
                </c:pt>
                <c:pt idx="2022">
                  <c:v>4.5149999999999997</c:v>
                </c:pt>
                <c:pt idx="2023">
                  <c:v>4.7850000000000001</c:v>
                </c:pt>
                <c:pt idx="2024">
                  <c:v>4.79</c:v>
                </c:pt>
                <c:pt idx="2025">
                  <c:v>4.851</c:v>
                </c:pt>
                <c:pt idx="2026">
                  <c:v>4.9379999999999997</c:v>
                </c:pt>
                <c:pt idx="2027">
                  <c:v>5.0149999999999997</c:v>
                </c:pt>
                <c:pt idx="2028">
                  <c:v>5.0609999999999999</c:v>
                </c:pt>
                <c:pt idx="2029">
                  <c:v>4.8150000000000004</c:v>
                </c:pt>
                <c:pt idx="2030">
                  <c:v>4.8840000000000003</c:v>
                </c:pt>
                <c:pt idx="2031">
                  <c:v>5.2190000000000003</c:v>
                </c:pt>
                <c:pt idx="2032">
                  <c:v>5.5549999999999997</c:v>
                </c:pt>
                <c:pt idx="2033">
                  <c:v>5.7709999999999999</c:v>
                </c:pt>
                <c:pt idx="2034">
                  <c:v>5.6029999999999998</c:v>
                </c:pt>
                <c:pt idx="2035">
                  <c:v>5.5810000000000004</c:v>
                </c:pt>
                <c:pt idx="2036">
                  <c:v>5.3920000000000003</c:v>
                </c:pt>
                <c:pt idx="2037">
                  <c:v>5.5339999999999998</c:v>
                </c:pt>
                <c:pt idx="2038">
                  <c:v>5.5469999999999997</c:v>
                </c:pt>
                <c:pt idx="2039">
                  <c:v>5.22</c:v>
                </c:pt>
                <c:pt idx="2040">
                  <c:v>5.28</c:v>
                </c:pt>
                <c:pt idx="2041">
                  <c:v>5.0590000000000002</c:v>
                </c:pt>
                <c:pt idx="2042">
                  <c:v>4.9509999999999996</c:v>
                </c:pt>
                <c:pt idx="2043">
                  <c:v>4.8419999999999996</c:v>
                </c:pt>
                <c:pt idx="2044">
                  <c:v>4.9800000000000004</c:v>
                </c:pt>
                <c:pt idx="2045">
                  <c:v>4.907</c:v>
                </c:pt>
                <c:pt idx="2046">
                  <c:v>4.9820000000000002</c:v>
                </c:pt>
                <c:pt idx="2047">
                  <c:v>4.7309999999999999</c:v>
                </c:pt>
                <c:pt idx="2048">
                  <c:v>4.8170000000000002</c:v>
                </c:pt>
                <c:pt idx="2049">
                  <c:v>4.6070000000000002</c:v>
                </c:pt>
                <c:pt idx="2050">
                  <c:v>4.5570000000000004</c:v>
                </c:pt>
                <c:pt idx="2051">
                  <c:v>4.5890000000000004</c:v>
                </c:pt>
                <c:pt idx="2052">
                  <c:v>4.6529999999999996</c:v>
                </c:pt>
                <c:pt idx="2053">
                  <c:v>4.6769999999999996</c:v>
                </c:pt>
                <c:pt idx="2054">
                  <c:v>4.7610000000000001</c:v>
                </c:pt>
                <c:pt idx="2055">
                  <c:v>4.72</c:v>
                </c:pt>
                <c:pt idx="2056">
                  <c:v>4.6950000000000003</c:v>
                </c:pt>
                <c:pt idx="2057">
                  <c:v>4.5750000000000002</c:v>
                </c:pt>
                <c:pt idx="2058">
                  <c:v>4.7450000000000001</c:v>
                </c:pt>
                <c:pt idx="2059">
                  <c:v>4.5830000000000002</c:v>
                </c:pt>
                <c:pt idx="2060">
                  <c:v>4.6269999999999998</c:v>
                </c:pt>
                <c:pt idx="2061">
                  <c:v>4.617</c:v>
                </c:pt>
                <c:pt idx="2062">
                  <c:v>4.7169999999999996</c:v>
                </c:pt>
                <c:pt idx="2063">
                  <c:v>4.9050000000000002</c:v>
                </c:pt>
                <c:pt idx="2064">
                  <c:v>4.9950000000000001</c:v>
                </c:pt>
                <c:pt idx="2065">
                  <c:v>4.9960000000000004</c:v>
                </c:pt>
                <c:pt idx="2066">
                  <c:v>4.9889999999999999</c:v>
                </c:pt>
                <c:pt idx="2067">
                  <c:v>5.2039999999999997</c:v>
                </c:pt>
                <c:pt idx="2068">
                  <c:v>5.0940000000000003</c:v>
                </c:pt>
                <c:pt idx="2069">
                  <c:v>5.101</c:v>
                </c:pt>
                <c:pt idx="2070">
                  <c:v>4.7809999999999997</c:v>
                </c:pt>
                <c:pt idx="2071">
                  <c:v>4.5579999999999998</c:v>
                </c:pt>
                <c:pt idx="2072">
                  <c:v>4.6959999999999997</c:v>
                </c:pt>
                <c:pt idx="2073">
                  <c:v>4.444</c:v>
                </c:pt>
                <c:pt idx="2074">
                  <c:v>4.3129999999999997</c:v>
                </c:pt>
                <c:pt idx="2075">
                  <c:v>4.2560000000000002</c:v>
                </c:pt>
                <c:pt idx="2076">
                  <c:v>4.2949999999999999</c:v>
                </c:pt>
                <c:pt idx="2077">
                  <c:v>4.2640000000000002</c:v>
                </c:pt>
                <c:pt idx="2078">
                  <c:v>4.3239999999999998</c:v>
                </c:pt>
                <c:pt idx="2079">
                  <c:v>4.0339999999999998</c:v>
                </c:pt>
                <c:pt idx="2080">
                  <c:v>4.0179999999999998</c:v>
                </c:pt>
                <c:pt idx="2081">
                  <c:v>4.0709999999999997</c:v>
                </c:pt>
                <c:pt idx="2082">
                  <c:v>4.0860000000000003</c:v>
                </c:pt>
                <c:pt idx="2083">
                  <c:v>4.101</c:v>
                </c:pt>
                <c:pt idx="2084">
                  <c:v>4.0439999999999996</c:v>
                </c:pt>
                <c:pt idx="2085">
                  <c:v>4.093</c:v>
                </c:pt>
                <c:pt idx="2086">
                  <c:v>3.8959999999999999</c:v>
                </c:pt>
                <c:pt idx="2087">
                  <c:v>4.0810000000000004</c:v>
                </c:pt>
                <c:pt idx="2088">
                  <c:v>4.1449999999999996</c:v>
                </c:pt>
                <c:pt idx="2089">
                  <c:v>4.109</c:v>
                </c:pt>
                <c:pt idx="2090">
                  <c:v>4.0819999999999999</c:v>
                </c:pt>
                <c:pt idx="2091">
                  <c:v>4.2969999999999997</c:v>
                </c:pt>
                <c:pt idx="2092">
                  <c:v>4.165</c:v>
                </c:pt>
                <c:pt idx="2093">
                  <c:v>4.2149999999999999</c:v>
                </c:pt>
                <c:pt idx="2094">
                  <c:v>4.0659999999999998</c:v>
                </c:pt>
                <c:pt idx="2095">
                  <c:v>4.194</c:v>
                </c:pt>
                <c:pt idx="2096">
                  <c:v>4.0430000000000001</c:v>
                </c:pt>
                <c:pt idx="2097">
                  <c:v>4.109</c:v>
                </c:pt>
                <c:pt idx="2098">
                  <c:v>4.3879999999999999</c:v>
                </c:pt>
                <c:pt idx="2099">
                  <c:v>4.2279999999999998</c:v>
                </c:pt>
                <c:pt idx="2100">
                  <c:v>4.3140000000000001</c:v>
                </c:pt>
                <c:pt idx="2101">
                  <c:v>4.2060000000000004</c:v>
                </c:pt>
                <c:pt idx="2102">
                  <c:v>4.367</c:v>
                </c:pt>
                <c:pt idx="2103">
                  <c:v>4.12</c:v>
                </c:pt>
                <c:pt idx="2104">
                  <c:v>4.0860000000000003</c:v>
                </c:pt>
                <c:pt idx="2105">
                  <c:v>4.1479999999999997</c:v>
                </c:pt>
                <c:pt idx="2106">
                  <c:v>3.8109999999999999</c:v>
                </c:pt>
                <c:pt idx="2107">
                  <c:v>3.6960000000000002</c:v>
                </c:pt>
                <c:pt idx="2108">
                  <c:v>3.681</c:v>
                </c:pt>
                <c:pt idx="2109">
                  <c:v>3.61</c:v>
                </c:pt>
                <c:pt idx="2110">
                  <c:v>3.544</c:v>
                </c:pt>
                <c:pt idx="2111">
                  <c:v>3.5649999999999999</c:v>
                </c:pt>
                <c:pt idx="2112">
                  <c:v>3.5089999999999999</c:v>
                </c:pt>
                <c:pt idx="2113">
                  <c:v>3.4329999999999998</c:v>
                </c:pt>
                <c:pt idx="2114">
                  <c:v>3.5350000000000001</c:v>
                </c:pt>
                <c:pt idx="2115">
                  <c:v>3.8439999999999999</c:v>
                </c:pt>
                <c:pt idx="2116">
                  <c:v>3.6909999999999998</c:v>
                </c:pt>
                <c:pt idx="2117">
                  <c:v>3.9550000000000001</c:v>
                </c:pt>
                <c:pt idx="2118">
                  <c:v>3.9790000000000001</c:v>
                </c:pt>
                <c:pt idx="2119">
                  <c:v>3.948</c:v>
                </c:pt>
                <c:pt idx="2120">
                  <c:v>3.9350000000000001</c:v>
                </c:pt>
                <c:pt idx="2121">
                  <c:v>3.9820000000000002</c:v>
                </c:pt>
                <c:pt idx="2122">
                  <c:v>3.9740000000000002</c:v>
                </c:pt>
                <c:pt idx="2123">
                  <c:v>4.0339999999999998</c:v>
                </c:pt>
                <c:pt idx="2124">
                  <c:v>4.0880000000000001</c:v>
                </c:pt>
                <c:pt idx="2125">
                  <c:v>4.032</c:v>
                </c:pt>
                <c:pt idx="2126">
                  <c:v>3.9540000000000002</c:v>
                </c:pt>
                <c:pt idx="2127">
                  <c:v>4.3680000000000003</c:v>
                </c:pt>
                <c:pt idx="2128">
                  <c:v>4.4640000000000004</c:v>
                </c:pt>
                <c:pt idx="2129">
                  <c:v>4.5789999999999997</c:v>
                </c:pt>
                <c:pt idx="2130">
                  <c:v>4.4340000000000002</c:v>
                </c:pt>
                <c:pt idx="2131">
                  <c:v>4.2720000000000002</c:v>
                </c:pt>
                <c:pt idx="2132">
                  <c:v>4.3600000000000003</c:v>
                </c:pt>
                <c:pt idx="2133">
                  <c:v>4.3419999999999996</c:v>
                </c:pt>
                <c:pt idx="2134">
                  <c:v>4.4340000000000002</c:v>
                </c:pt>
                <c:pt idx="2135">
                  <c:v>4.4039999999999999</c:v>
                </c:pt>
                <c:pt idx="2136">
                  <c:v>4.4539999999999997</c:v>
                </c:pt>
                <c:pt idx="2137">
                  <c:v>4.5869999999999997</c:v>
                </c:pt>
                <c:pt idx="2138">
                  <c:v>4.7649999999999997</c:v>
                </c:pt>
                <c:pt idx="2139">
                  <c:v>4.8010000000000002</c:v>
                </c:pt>
                <c:pt idx="2140">
                  <c:v>4.9240000000000004</c:v>
                </c:pt>
                <c:pt idx="2141">
                  <c:v>4.8959999999999999</c:v>
                </c:pt>
                <c:pt idx="2142">
                  <c:v>5.2430000000000003</c:v>
                </c:pt>
                <c:pt idx="2143">
                  <c:v>5.2510000000000003</c:v>
                </c:pt>
                <c:pt idx="2144">
                  <c:v>5.0469999999999997</c:v>
                </c:pt>
                <c:pt idx="2145">
                  <c:v>5.05</c:v>
                </c:pt>
                <c:pt idx="2146">
                  <c:v>5.024</c:v>
                </c:pt>
                <c:pt idx="2147">
                  <c:v>5.4039999999999999</c:v>
                </c:pt>
                <c:pt idx="2148">
                  <c:v>5.3209999999999997</c:v>
                </c:pt>
                <c:pt idx="2149">
                  <c:v>5.2889999999999997</c:v>
                </c:pt>
                <c:pt idx="2150">
                  <c:v>5.3659999999999997</c:v>
                </c:pt>
                <c:pt idx="2151">
                  <c:v>5.2190000000000003</c:v>
                </c:pt>
                <c:pt idx="2152">
                  <c:v>5.2009999999999996</c:v>
                </c:pt>
                <c:pt idx="2153">
                  <c:v>5.2809999999999997</c:v>
                </c:pt>
                <c:pt idx="2154">
                  <c:v>5.2640000000000002</c:v>
                </c:pt>
                <c:pt idx="2155">
                  <c:v>5.1100000000000003</c:v>
                </c:pt>
                <c:pt idx="2156">
                  <c:v>5.12</c:v>
                </c:pt>
                <c:pt idx="2157">
                  <c:v>4.9930000000000003</c:v>
                </c:pt>
                <c:pt idx="2158">
                  <c:v>4.9909999999999997</c:v>
                </c:pt>
                <c:pt idx="2159">
                  <c:v>4.915</c:v>
                </c:pt>
                <c:pt idx="2160">
                  <c:v>4.9829999999999997</c:v>
                </c:pt>
                <c:pt idx="2161">
                  <c:v>5.0140000000000002</c:v>
                </c:pt>
                <c:pt idx="2162">
                  <c:v>4.8869999999999996</c:v>
                </c:pt>
                <c:pt idx="2163">
                  <c:v>4.9770000000000003</c:v>
                </c:pt>
                <c:pt idx="2164">
                  <c:v>5.0019999999999998</c:v>
                </c:pt>
                <c:pt idx="2165">
                  <c:v>5.069</c:v>
                </c:pt>
                <c:pt idx="2166">
                  <c:v>5.0650000000000004</c:v>
                </c:pt>
                <c:pt idx="2167">
                  <c:v>5.4109999999999996</c:v>
                </c:pt>
                <c:pt idx="2168">
                  <c:v>5.3470000000000004</c:v>
                </c:pt>
                <c:pt idx="2169">
                  <c:v>5.13</c:v>
                </c:pt>
                <c:pt idx="2170">
                  <c:v>5.01</c:v>
                </c:pt>
                <c:pt idx="2171">
                  <c:v>5.15</c:v>
                </c:pt>
                <c:pt idx="2172">
                  <c:v>5.1020000000000003</c:v>
                </c:pt>
                <c:pt idx="2173">
                  <c:v>5.33</c:v>
                </c:pt>
                <c:pt idx="2174">
                  <c:v>5.1479999999999997</c:v>
                </c:pt>
                <c:pt idx="2175">
                  <c:v>5.298</c:v>
                </c:pt>
                <c:pt idx="2176">
                  <c:v>5.3460000000000001</c:v>
                </c:pt>
                <c:pt idx="2177">
                  <c:v>5.4640000000000004</c:v>
                </c:pt>
                <c:pt idx="2178">
                  <c:v>5.343</c:v>
                </c:pt>
                <c:pt idx="2179">
                  <c:v>5.4960000000000004</c:v>
                </c:pt>
                <c:pt idx="2180">
                  <c:v>5.6509999999999998</c:v>
                </c:pt>
                <c:pt idx="2181">
                  <c:v>5.6189999999999998</c:v>
                </c:pt>
                <c:pt idx="2182">
                  <c:v>5.5110000000000001</c:v>
                </c:pt>
                <c:pt idx="2183">
                  <c:v>5.47</c:v>
                </c:pt>
                <c:pt idx="2184">
                  <c:v>5.4710000000000001</c:v>
                </c:pt>
                <c:pt idx="2185">
                  <c:v>5.4619999999999997</c:v>
                </c:pt>
                <c:pt idx="2186">
                  <c:v>5.3719999999999999</c:v>
                </c:pt>
                <c:pt idx="2187">
                  <c:v>5.6150000000000002</c:v>
                </c:pt>
                <c:pt idx="2188">
                  <c:v>5.4009999999999998</c:v>
                </c:pt>
                <c:pt idx="2189">
                  <c:v>5.2640000000000002</c:v>
                </c:pt>
                <c:pt idx="2190">
                  <c:v>5.0730000000000004</c:v>
                </c:pt>
                <c:pt idx="2191">
                  <c:v>5.2160000000000002</c:v>
                </c:pt>
                <c:pt idx="2192">
                  <c:v>5.0460000000000003</c:v>
                </c:pt>
                <c:pt idx="2193">
                  <c:v>5.0979999999999999</c:v>
                </c:pt>
                <c:pt idx="2194">
                  <c:v>4.8019999999999996</c:v>
                </c:pt>
                <c:pt idx="2195">
                  <c:v>4.7489999999999997</c:v>
                </c:pt>
                <c:pt idx="2196">
                  <c:v>4.875</c:v>
                </c:pt>
                <c:pt idx="2197">
                  <c:v>4.7850000000000001</c:v>
                </c:pt>
                <c:pt idx="2198">
                  <c:v>4.734</c:v>
                </c:pt>
                <c:pt idx="2199">
                  <c:v>4.7809999999999997</c:v>
                </c:pt>
                <c:pt idx="2200">
                  <c:v>4.7279999999999998</c:v>
                </c:pt>
                <c:pt idx="2201">
                  <c:v>4.8220000000000001</c:v>
                </c:pt>
                <c:pt idx="2202">
                  <c:v>4.8090000000000002</c:v>
                </c:pt>
                <c:pt idx="2203">
                  <c:v>4.6900000000000004</c:v>
                </c:pt>
                <c:pt idx="2204">
                  <c:v>4.915</c:v>
                </c:pt>
                <c:pt idx="2205">
                  <c:v>4.9379999999999997</c:v>
                </c:pt>
                <c:pt idx="2206">
                  <c:v>5.0449999999999999</c:v>
                </c:pt>
                <c:pt idx="2207">
                  <c:v>4.8150000000000004</c:v>
                </c:pt>
                <c:pt idx="2208">
                  <c:v>4.8760000000000003</c:v>
                </c:pt>
                <c:pt idx="2209">
                  <c:v>4.7789999999999999</c:v>
                </c:pt>
                <c:pt idx="2210">
                  <c:v>4.9409999999999998</c:v>
                </c:pt>
                <c:pt idx="2211">
                  <c:v>4.9109999999999996</c:v>
                </c:pt>
                <c:pt idx="2212">
                  <c:v>4.968</c:v>
                </c:pt>
                <c:pt idx="2213">
                  <c:v>5.0190000000000001</c:v>
                </c:pt>
                <c:pt idx="2214">
                  <c:v>5.1719999999999997</c:v>
                </c:pt>
                <c:pt idx="2215">
                  <c:v>5.234</c:v>
                </c:pt>
                <c:pt idx="2216">
                  <c:v>5.3529999999999998</c:v>
                </c:pt>
                <c:pt idx="2217">
                  <c:v>5.4169999999999998</c:v>
                </c:pt>
                <c:pt idx="2218">
                  <c:v>5.3140000000000001</c:v>
                </c:pt>
                <c:pt idx="2219">
                  <c:v>5.343</c:v>
                </c:pt>
                <c:pt idx="2220">
                  <c:v>5.2679999999999998</c:v>
                </c:pt>
                <c:pt idx="2221">
                  <c:v>5.258</c:v>
                </c:pt>
                <c:pt idx="2222">
                  <c:v>5.2510000000000003</c:v>
                </c:pt>
                <c:pt idx="2223">
                  <c:v>5.2770000000000001</c:v>
                </c:pt>
                <c:pt idx="2224">
                  <c:v>5.218</c:v>
                </c:pt>
                <c:pt idx="2225">
                  <c:v>5.0190000000000001</c:v>
                </c:pt>
                <c:pt idx="2226">
                  <c:v>5.0179999999999998</c:v>
                </c:pt>
                <c:pt idx="2227">
                  <c:v>5.1589999999999998</c:v>
                </c:pt>
                <c:pt idx="2228">
                  <c:v>5.069</c:v>
                </c:pt>
                <c:pt idx="2229">
                  <c:v>5.1040000000000001</c:v>
                </c:pt>
                <c:pt idx="2230">
                  <c:v>5.2370000000000001</c:v>
                </c:pt>
                <c:pt idx="2231">
                  <c:v>5.0620000000000003</c:v>
                </c:pt>
                <c:pt idx="2232">
                  <c:v>4.8920000000000003</c:v>
                </c:pt>
                <c:pt idx="2233">
                  <c:v>5.032</c:v>
                </c:pt>
                <c:pt idx="2234">
                  <c:v>4.96</c:v>
                </c:pt>
                <c:pt idx="2235">
                  <c:v>5.1189999999999998</c:v>
                </c:pt>
                <c:pt idx="2236">
                  <c:v>4.9880000000000004</c:v>
                </c:pt>
                <c:pt idx="2237">
                  <c:v>5.008</c:v>
                </c:pt>
                <c:pt idx="2238">
                  <c:v>5.21</c:v>
                </c:pt>
                <c:pt idx="2239">
                  <c:v>5.1509999999999998</c:v>
                </c:pt>
                <c:pt idx="2240">
                  <c:v>5.1840000000000002</c:v>
                </c:pt>
                <c:pt idx="2241">
                  <c:v>5.0439999999999996</c:v>
                </c:pt>
                <c:pt idx="2242">
                  <c:v>4.7969999999999997</c:v>
                </c:pt>
                <c:pt idx="2243">
                  <c:v>4.8979999999999997</c:v>
                </c:pt>
                <c:pt idx="2244">
                  <c:v>4.8209999999999997</c:v>
                </c:pt>
                <c:pt idx="2245">
                  <c:v>4.8209999999999997</c:v>
                </c:pt>
                <c:pt idx="2246">
                  <c:v>4.7430000000000003</c:v>
                </c:pt>
                <c:pt idx="2247">
                  <c:v>4.6660000000000004</c:v>
                </c:pt>
                <c:pt idx="2248">
                  <c:v>4.7089999999999996</c:v>
                </c:pt>
                <c:pt idx="2249">
                  <c:v>4.5369999999999999</c:v>
                </c:pt>
                <c:pt idx="2250">
                  <c:v>4.5720000000000001</c:v>
                </c:pt>
                <c:pt idx="2251">
                  <c:v>4.5019999999999998</c:v>
                </c:pt>
                <c:pt idx="2252">
                  <c:v>4.6879999999999997</c:v>
                </c:pt>
                <c:pt idx="2253">
                  <c:v>4.54</c:v>
                </c:pt>
                <c:pt idx="2254">
                  <c:v>4.4359999999999999</c:v>
                </c:pt>
                <c:pt idx="2255">
                  <c:v>4.5129999999999999</c:v>
                </c:pt>
                <c:pt idx="2256">
                  <c:v>4.5190000000000001</c:v>
                </c:pt>
                <c:pt idx="2257">
                  <c:v>4.6180000000000003</c:v>
                </c:pt>
                <c:pt idx="2258">
                  <c:v>4.6109999999999998</c:v>
                </c:pt>
                <c:pt idx="2259">
                  <c:v>4.4880000000000004</c:v>
                </c:pt>
                <c:pt idx="2260">
                  <c:v>4.585</c:v>
                </c:pt>
                <c:pt idx="2261">
                  <c:v>4.4409999999999998</c:v>
                </c:pt>
                <c:pt idx="2262">
                  <c:v>4.6020000000000003</c:v>
                </c:pt>
                <c:pt idx="2263">
                  <c:v>4.8390000000000004</c:v>
                </c:pt>
                <c:pt idx="2264">
                  <c:v>4.6890000000000001</c:v>
                </c:pt>
                <c:pt idx="2265">
                  <c:v>4.9359999999999999</c:v>
                </c:pt>
                <c:pt idx="2266">
                  <c:v>4.9089999999999998</c:v>
                </c:pt>
                <c:pt idx="2267">
                  <c:v>5.1109999999999998</c:v>
                </c:pt>
                <c:pt idx="2268">
                  <c:v>5.0179999999999998</c:v>
                </c:pt>
                <c:pt idx="2269">
                  <c:v>5.1459999999999999</c:v>
                </c:pt>
                <c:pt idx="2270">
                  <c:v>5.2649999999999997</c:v>
                </c:pt>
                <c:pt idx="2271">
                  <c:v>5.4109999999999996</c:v>
                </c:pt>
                <c:pt idx="2272">
                  <c:v>5.6740000000000004</c:v>
                </c:pt>
                <c:pt idx="2273">
                  <c:v>5.6959999999999997</c:v>
                </c:pt>
                <c:pt idx="2274">
                  <c:v>5.673</c:v>
                </c:pt>
                <c:pt idx="2275">
                  <c:v>5.8840000000000003</c:v>
                </c:pt>
                <c:pt idx="2276">
                  <c:v>5.97</c:v>
                </c:pt>
                <c:pt idx="2277">
                  <c:v>5.9109999999999996</c:v>
                </c:pt>
                <c:pt idx="2278">
                  <c:v>5.7060000000000004</c:v>
                </c:pt>
                <c:pt idx="2279">
                  <c:v>5.4260000000000002</c:v>
                </c:pt>
                <c:pt idx="2280">
                  <c:v>5.6539999999999999</c:v>
                </c:pt>
                <c:pt idx="2281">
                  <c:v>5.585</c:v>
                </c:pt>
                <c:pt idx="2282">
                  <c:v>5.6449999999999996</c:v>
                </c:pt>
                <c:pt idx="2283">
                  <c:v>5.6890000000000001</c:v>
                </c:pt>
                <c:pt idx="2284">
                  <c:v>5.6029999999999998</c:v>
                </c:pt>
                <c:pt idx="2285">
                  <c:v>5.7329999999999997</c:v>
                </c:pt>
                <c:pt idx="2286">
                  <c:v>5.7729999999999997</c:v>
                </c:pt>
                <c:pt idx="2287">
                  <c:v>5.7450000000000001</c:v>
                </c:pt>
                <c:pt idx="2288">
                  <c:v>5.673</c:v>
                </c:pt>
                <c:pt idx="2289">
                  <c:v>5.7009999999999996</c:v>
                </c:pt>
                <c:pt idx="2290">
                  <c:v>5.66</c:v>
                </c:pt>
                <c:pt idx="2291">
                  <c:v>5.5540000000000003</c:v>
                </c:pt>
                <c:pt idx="2292">
                  <c:v>5.5179999999999998</c:v>
                </c:pt>
                <c:pt idx="2293">
                  <c:v>5.5129999999999999</c:v>
                </c:pt>
                <c:pt idx="2294">
                  <c:v>5.33</c:v>
                </c:pt>
                <c:pt idx="2295">
                  <c:v>5.2409999999999997</c:v>
                </c:pt>
                <c:pt idx="2296">
                  <c:v>5.3239999999999998</c:v>
                </c:pt>
                <c:pt idx="2297">
                  <c:v>5.2789999999999999</c:v>
                </c:pt>
                <c:pt idx="2298">
                  <c:v>5.2320000000000002</c:v>
                </c:pt>
                <c:pt idx="2299">
                  <c:v>5.3419999999999996</c:v>
                </c:pt>
                <c:pt idx="2300">
                  <c:v>5.4480000000000004</c:v>
                </c:pt>
                <c:pt idx="2301">
                  <c:v>5.22</c:v>
                </c:pt>
                <c:pt idx="2302">
                  <c:v>5.4080000000000004</c:v>
                </c:pt>
                <c:pt idx="2303">
                  <c:v>5.5590000000000002</c:v>
                </c:pt>
                <c:pt idx="2304">
                  <c:v>5.58</c:v>
                </c:pt>
                <c:pt idx="2305">
                  <c:v>5.3380000000000001</c:v>
                </c:pt>
                <c:pt idx="2306">
                  <c:v>5.2949999999999999</c:v>
                </c:pt>
                <c:pt idx="2307">
                  <c:v>5.5519999999999996</c:v>
                </c:pt>
                <c:pt idx="2308">
                  <c:v>5.3819999999999997</c:v>
                </c:pt>
                <c:pt idx="2309">
                  <c:v>5.1820000000000004</c:v>
                </c:pt>
                <c:pt idx="2310">
                  <c:v>5.1379999999999999</c:v>
                </c:pt>
                <c:pt idx="2311">
                  <c:v>5.2889999999999997</c:v>
                </c:pt>
                <c:pt idx="2312">
                  <c:v>5.5110000000000001</c:v>
                </c:pt>
                <c:pt idx="2313">
                  <c:v>5.6550000000000002</c:v>
                </c:pt>
                <c:pt idx="2314">
                  <c:v>5.8159999999999998</c:v>
                </c:pt>
                <c:pt idx="2315">
                  <c:v>5.9729999999999999</c:v>
                </c:pt>
                <c:pt idx="2316">
                  <c:v>6.1150000000000002</c:v>
                </c:pt>
                <c:pt idx="2317">
                  <c:v>5.923</c:v>
                </c:pt>
                <c:pt idx="2318">
                  <c:v>5.8810000000000002</c:v>
                </c:pt>
                <c:pt idx="2319">
                  <c:v>5.5960000000000001</c:v>
                </c:pt>
                <c:pt idx="2320">
                  <c:v>5.8529999999999998</c:v>
                </c:pt>
                <c:pt idx="2321">
                  <c:v>5.8129999999999997</c:v>
                </c:pt>
                <c:pt idx="2322">
                  <c:v>5.76</c:v>
                </c:pt>
                <c:pt idx="2323">
                  <c:v>5.798</c:v>
                </c:pt>
                <c:pt idx="2324">
                  <c:v>5.8689999999999998</c:v>
                </c:pt>
                <c:pt idx="2325">
                  <c:v>5.5110000000000001</c:v>
                </c:pt>
                <c:pt idx="2326">
                  <c:v>5.7569999999999997</c:v>
                </c:pt>
                <c:pt idx="2327">
                  <c:v>5.8639999999999999</c:v>
                </c:pt>
                <c:pt idx="2328">
                  <c:v>5.7789999999999999</c:v>
                </c:pt>
                <c:pt idx="2329">
                  <c:v>5.6269999999999998</c:v>
                </c:pt>
                <c:pt idx="2330">
                  <c:v>5.8579999999999997</c:v>
                </c:pt>
                <c:pt idx="2331">
                  <c:v>5.7190000000000003</c:v>
                </c:pt>
                <c:pt idx="2332">
                  <c:v>5.6829999999999998</c:v>
                </c:pt>
                <c:pt idx="2333">
                  <c:v>5.766</c:v>
                </c:pt>
                <c:pt idx="2334">
                  <c:v>5.673</c:v>
                </c:pt>
                <c:pt idx="2335">
                  <c:v>5.6740000000000004</c:v>
                </c:pt>
                <c:pt idx="2336">
                  <c:v>5.8929999999999998</c:v>
                </c:pt>
                <c:pt idx="2337">
                  <c:v>5.7370000000000001</c:v>
                </c:pt>
                <c:pt idx="2338">
                  <c:v>5.8440000000000003</c:v>
                </c:pt>
                <c:pt idx="2339">
                  <c:v>5.649</c:v>
                </c:pt>
                <c:pt idx="2340">
                  <c:v>5.8319999999999999</c:v>
                </c:pt>
                <c:pt idx="2341">
                  <c:v>5.8090000000000002</c:v>
                </c:pt>
                <c:pt idx="2342">
                  <c:v>5.7990000000000004</c:v>
                </c:pt>
                <c:pt idx="2343">
                  <c:v>6.0030000000000001</c:v>
                </c:pt>
                <c:pt idx="2344">
                  <c:v>6.0720000000000001</c:v>
                </c:pt>
                <c:pt idx="2345">
                  <c:v>6.2370000000000001</c:v>
                </c:pt>
                <c:pt idx="2346">
                  <c:v>6.35</c:v>
                </c:pt>
                <c:pt idx="2347">
                  <c:v>6.3280000000000003</c:v>
                </c:pt>
                <c:pt idx="2348">
                  <c:v>6.2249999999999996</c:v>
                </c:pt>
                <c:pt idx="2349">
                  <c:v>6.1479999999999997</c:v>
                </c:pt>
                <c:pt idx="2350">
                  <c:v>6.0129999999999999</c:v>
                </c:pt>
                <c:pt idx="2351">
                  <c:v>6.07</c:v>
                </c:pt>
                <c:pt idx="2352">
                  <c:v>5.8319999999999999</c:v>
                </c:pt>
                <c:pt idx="2353">
                  <c:v>5.6</c:v>
                </c:pt>
                <c:pt idx="2354">
                  <c:v>5.4909999999999997</c:v>
                </c:pt>
                <c:pt idx="2355">
                  <c:v>5.5119999999999996</c:v>
                </c:pt>
                <c:pt idx="2356">
                  <c:v>5.2779999999999996</c:v>
                </c:pt>
                <c:pt idx="2357">
                  <c:v>5.1349999999999998</c:v>
                </c:pt>
                <c:pt idx="2358">
                  <c:v>5.3419999999999996</c:v>
                </c:pt>
                <c:pt idx="2359">
                  <c:v>5.0720000000000001</c:v>
                </c:pt>
                <c:pt idx="2360">
                  <c:v>5.0880000000000001</c:v>
                </c:pt>
                <c:pt idx="2361">
                  <c:v>5.18</c:v>
                </c:pt>
                <c:pt idx="2362">
                  <c:v>5.1630000000000003</c:v>
                </c:pt>
                <c:pt idx="2363">
                  <c:v>5.24</c:v>
                </c:pt>
                <c:pt idx="2364">
                  <c:v>5.327</c:v>
                </c:pt>
                <c:pt idx="2365">
                  <c:v>5.3380000000000001</c:v>
                </c:pt>
                <c:pt idx="2366">
                  <c:v>5.0990000000000002</c:v>
                </c:pt>
                <c:pt idx="2367">
                  <c:v>5.2039999999999997</c:v>
                </c:pt>
                <c:pt idx="2368">
                  <c:v>5.3120000000000003</c:v>
                </c:pt>
                <c:pt idx="2369">
                  <c:v>5.5389999999999997</c:v>
                </c:pt>
                <c:pt idx="2370">
                  <c:v>5.6120000000000001</c:v>
                </c:pt>
                <c:pt idx="2371">
                  <c:v>5.5940000000000003</c:v>
                </c:pt>
                <c:pt idx="2372">
                  <c:v>5.5030000000000001</c:v>
                </c:pt>
                <c:pt idx="2373">
                  <c:v>5.726</c:v>
                </c:pt>
                <c:pt idx="2374">
                  <c:v>5.7439999999999998</c:v>
                </c:pt>
                <c:pt idx="2375">
                  <c:v>5.5049999999999999</c:v>
                </c:pt>
                <c:pt idx="2376">
                  <c:v>5.7149999999999999</c:v>
                </c:pt>
                <c:pt idx="2377">
                  <c:v>5.9279999999999999</c:v>
                </c:pt>
                <c:pt idx="2378">
                  <c:v>6.0659999999999998</c:v>
                </c:pt>
                <c:pt idx="2379">
                  <c:v>5.766</c:v>
                </c:pt>
                <c:pt idx="2380">
                  <c:v>5.6150000000000002</c:v>
                </c:pt>
                <c:pt idx="2381">
                  <c:v>5.9020000000000001</c:v>
                </c:pt>
                <c:pt idx="2382">
                  <c:v>5.8570000000000002</c:v>
                </c:pt>
                <c:pt idx="2383">
                  <c:v>5.8440000000000003</c:v>
                </c:pt>
                <c:pt idx="2384">
                  <c:v>5.9020000000000001</c:v>
                </c:pt>
                <c:pt idx="2385">
                  <c:v>5.851</c:v>
                </c:pt>
                <c:pt idx="2386">
                  <c:v>5.8250000000000002</c:v>
                </c:pt>
                <c:pt idx="2387">
                  <c:v>6.1559999999999997</c:v>
                </c:pt>
                <c:pt idx="2388">
                  <c:v>6.26</c:v>
                </c:pt>
                <c:pt idx="2389">
                  <c:v>6.2069999999999999</c:v>
                </c:pt>
                <c:pt idx="2390">
                  <c:v>6.2779999999999996</c:v>
                </c:pt>
                <c:pt idx="2391">
                  <c:v>6.1180000000000003</c:v>
                </c:pt>
                <c:pt idx="2392">
                  <c:v>6.4450000000000003</c:v>
                </c:pt>
                <c:pt idx="2393">
                  <c:v>6.3410000000000002</c:v>
                </c:pt>
                <c:pt idx="2394">
                  <c:v>6.2359999999999998</c:v>
                </c:pt>
                <c:pt idx="2395">
                  <c:v>6.3140000000000001</c:v>
                </c:pt>
                <c:pt idx="2396">
                  <c:v>6.36</c:v>
                </c:pt>
                <c:pt idx="2397">
                  <c:v>6.6989999999999998</c:v>
                </c:pt>
                <c:pt idx="2398">
                  <c:v>6.944</c:v>
                </c:pt>
                <c:pt idx="2399">
                  <c:v>7.2830000000000004</c:v>
                </c:pt>
                <c:pt idx="2400">
                  <c:v>7.2290000000000001</c:v>
                </c:pt>
                <c:pt idx="2401">
                  <c:v>6.6340000000000003</c:v>
                </c:pt>
                <c:pt idx="2402">
                  <c:v>6.8310000000000004</c:v>
                </c:pt>
                <c:pt idx="2403">
                  <c:v>6.8869999999999996</c:v>
                </c:pt>
                <c:pt idx="2404">
                  <c:v>6.8579999999999997</c:v>
                </c:pt>
                <c:pt idx="2405">
                  <c:v>6.5090000000000003</c:v>
                </c:pt>
                <c:pt idx="2406">
                  <c:v>6.452</c:v>
                </c:pt>
                <c:pt idx="2407">
                  <c:v>6.4749999999999996</c:v>
                </c:pt>
                <c:pt idx="2408">
                  <c:v>6.6050000000000004</c:v>
                </c:pt>
                <c:pt idx="2409">
                  <c:v>6.3479999999999999</c:v>
                </c:pt>
                <c:pt idx="2410">
                  <c:v>6.2519999999999998</c:v>
                </c:pt>
                <c:pt idx="2411">
                  <c:v>6.0960000000000001</c:v>
                </c:pt>
                <c:pt idx="2412">
                  <c:v>6.1529999999999996</c:v>
                </c:pt>
                <c:pt idx="2413">
                  <c:v>6.242</c:v>
                </c:pt>
                <c:pt idx="2414">
                  <c:v>6.2720000000000002</c:v>
                </c:pt>
                <c:pt idx="2415">
                  <c:v>6.1390000000000002</c:v>
                </c:pt>
                <c:pt idx="2416">
                  <c:v>5.6820000000000004</c:v>
                </c:pt>
                <c:pt idx="2417">
                  <c:v>5.7690000000000001</c:v>
                </c:pt>
                <c:pt idx="2418">
                  <c:v>6.0339999999999998</c:v>
                </c:pt>
                <c:pt idx="2419">
                  <c:v>5.9729999999999999</c:v>
                </c:pt>
                <c:pt idx="2420">
                  <c:v>6.1180000000000003</c:v>
                </c:pt>
                <c:pt idx="2421">
                  <c:v>6.0469999999999997</c:v>
                </c:pt>
                <c:pt idx="2422">
                  <c:v>5.758</c:v>
                </c:pt>
                <c:pt idx="2423">
                  <c:v>6.0510000000000002</c:v>
                </c:pt>
                <c:pt idx="2424">
                  <c:v>6.0330000000000004</c:v>
                </c:pt>
                <c:pt idx="2425">
                  <c:v>6.1909999999999998</c:v>
                </c:pt>
                <c:pt idx="2426">
                  <c:v>6.117</c:v>
                </c:pt>
                <c:pt idx="2427">
                  <c:v>6.0990000000000002</c:v>
                </c:pt>
                <c:pt idx="2428">
                  <c:v>6.2350000000000003</c:v>
                </c:pt>
                <c:pt idx="2429">
                  <c:v>6.2830000000000004</c:v>
                </c:pt>
                <c:pt idx="2430">
                  <c:v>6.34</c:v>
                </c:pt>
                <c:pt idx="2431">
                  <c:v>6.24</c:v>
                </c:pt>
                <c:pt idx="2432">
                  <c:v>6.0549999999999997</c:v>
                </c:pt>
                <c:pt idx="2433">
                  <c:v>6.4809999999999999</c:v>
                </c:pt>
                <c:pt idx="2434">
                  <c:v>6.2969999999999997</c:v>
                </c:pt>
                <c:pt idx="2435">
                  <c:v>6.3440000000000003</c:v>
                </c:pt>
                <c:pt idx="2436">
                  <c:v>6.3230000000000004</c:v>
                </c:pt>
                <c:pt idx="2437">
                  <c:v>6.7329999999999997</c:v>
                </c:pt>
                <c:pt idx="2438">
                  <c:v>7.0780000000000003</c:v>
                </c:pt>
                <c:pt idx="2439">
                  <c:v>6.51</c:v>
                </c:pt>
                <c:pt idx="2440">
                  <c:v>6.4459999999999997</c:v>
                </c:pt>
                <c:pt idx="2441">
                  <c:v>6.351</c:v>
                </c:pt>
                <c:pt idx="2442">
                  <c:v>6.3460000000000001</c:v>
                </c:pt>
                <c:pt idx="2443">
                  <c:v>6.2770000000000001</c:v>
                </c:pt>
                <c:pt idx="2444">
                  <c:v>6.3689999999999998</c:v>
                </c:pt>
                <c:pt idx="2445">
                  <c:v>6.26</c:v>
                </c:pt>
                <c:pt idx="2446">
                  <c:v>6.5110000000000001</c:v>
                </c:pt>
                <c:pt idx="2447">
                  <c:v>6.2809999999999997</c:v>
                </c:pt>
                <c:pt idx="2448">
                  <c:v>6.1920000000000002</c:v>
                </c:pt>
                <c:pt idx="2449">
                  <c:v>6.0750000000000002</c:v>
                </c:pt>
                <c:pt idx="2450">
                  <c:v>5.9429999999999996</c:v>
                </c:pt>
                <c:pt idx="2451">
                  <c:v>6.109</c:v>
                </c:pt>
                <c:pt idx="2452">
                  <c:v>6.2610000000000001</c:v>
                </c:pt>
                <c:pt idx="2453">
                  <c:v>6.2839999999999998</c:v>
                </c:pt>
                <c:pt idx="2454">
                  <c:v>6.3460000000000001</c:v>
                </c:pt>
                <c:pt idx="2455">
                  <c:v>6.1929999999999996</c:v>
                </c:pt>
                <c:pt idx="2456">
                  <c:v>6.5839999999999996</c:v>
                </c:pt>
                <c:pt idx="2457">
                  <c:v>6.4160000000000004</c:v>
                </c:pt>
                <c:pt idx="2458">
                  <c:v>6.3780000000000001</c:v>
                </c:pt>
                <c:pt idx="2459">
                  <c:v>6.2690000000000001</c:v>
                </c:pt>
                <c:pt idx="2460">
                  <c:v>6.3289999999999997</c:v>
                </c:pt>
                <c:pt idx="2461">
                  <c:v>6.4619999999999997</c:v>
                </c:pt>
                <c:pt idx="2462">
                  <c:v>6.4749999999999996</c:v>
                </c:pt>
                <c:pt idx="2463">
                  <c:v>6.3639999999999999</c:v>
                </c:pt>
                <c:pt idx="2464">
                  <c:v>6.12</c:v>
                </c:pt>
                <c:pt idx="2465">
                  <c:v>5.9640000000000004</c:v>
                </c:pt>
                <c:pt idx="2466">
                  <c:v>5.806</c:v>
                </c:pt>
                <c:pt idx="2467">
                  <c:v>5.97</c:v>
                </c:pt>
                <c:pt idx="2468">
                  <c:v>5.6879999999999997</c:v>
                </c:pt>
                <c:pt idx="2469">
                  <c:v>5.5190000000000001</c:v>
                </c:pt>
                <c:pt idx="2470">
                  <c:v>5.5860000000000003</c:v>
                </c:pt>
                <c:pt idx="2471">
                  <c:v>5.67</c:v>
                </c:pt>
                <c:pt idx="2472">
                  <c:v>5.7329999999999997</c:v>
                </c:pt>
                <c:pt idx="2473">
                  <c:v>5.6959999999999997</c:v>
                </c:pt>
                <c:pt idx="2474">
                  <c:v>5.548</c:v>
                </c:pt>
                <c:pt idx="2475">
                  <c:v>5.484</c:v>
                </c:pt>
                <c:pt idx="2476">
                  <c:v>5.5170000000000003</c:v>
                </c:pt>
                <c:pt idx="2477">
                  <c:v>5.5129999999999999</c:v>
                </c:pt>
                <c:pt idx="2478">
                  <c:v>5.7160000000000002</c:v>
                </c:pt>
                <c:pt idx="2479">
                  <c:v>5.6840000000000002</c:v>
                </c:pt>
                <c:pt idx="2480">
                  <c:v>6.0720000000000001</c:v>
                </c:pt>
                <c:pt idx="2481">
                  <c:v>6.0960000000000001</c:v>
                </c:pt>
                <c:pt idx="2482">
                  <c:v>6.0469999999999997</c:v>
                </c:pt>
                <c:pt idx="2483">
                  <c:v>5.6820000000000004</c:v>
                </c:pt>
                <c:pt idx="2484">
                  <c:v>5.8170000000000002</c:v>
                </c:pt>
                <c:pt idx="2485">
                  <c:v>5.9429999999999996</c:v>
                </c:pt>
                <c:pt idx="2486">
                  <c:v>5.9610000000000003</c:v>
                </c:pt>
                <c:pt idx="2487">
                  <c:v>5.7720000000000002</c:v>
                </c:pt>
                <c:pt idx="2488">
                  <c:v>5.9020000000000001</c:v>
                </c:pt>
                <c:pt idx="2489">
                  <c:v>5.798</c:v>
                </c:pt>
                <c:pt idx="2490">
                  <c:v>6.069</c:v>
                </c:pt>
                <c:pt idx="2491">
                  <c:v>5.8230000000000004</c:v>
                </c:pt>
                <c:pt idx="2492">
                  <c:v>5.726</c:v>
                </c:pt>
                <c:pt idx="2493">
                  <c:v>5.7469999999999999</c:v>
                </c:pt>
                <c:pt idx="2494">
                  <c:v>6.008</c:v>
                </c:pt>
                <c:pt idx="2495">
                  <c:v>6.3860000000000001</c:v>
                </c:pt>
                <c:pt idx="2496">
                  <c:v>6.306</c:v>
                </c:pt>
                <c:pt idx="2497">
                  <c:v>6.43</c:v>
                </c:pt>
                <c:pt idx="2498">
                  <c:v>6.4960000000000004</c:v>
                </c:pt>
                <c:pt idx="2499">
                  <c:v>6.4870000000000001</c:v>
                </c:pt>
                <c:pt idx="2500">
                  <c:v>6.516</c:v>
                </c:pt>
                <c:pt idx="2501">
                  <c:v>6.6970000000000001</c:v>
                </c:pt>
                <c:pt idx="2502">
                  <c:v>6.6130000000000004</c:v>
                </c:pt>
                <c:pt idx="2503">
                  <c:v>6.391</c:v>
                </c:pt>
                <c:pt idx="2504">
                  <c:v>6.6210000000000004</c:v>
                </c:pt>
                <c:pt idx="2505">
                  <c:v>6.7130000000000001</c:v>
                </c:pt>
                <c:pt idx="2506">
                  <c:v>6.3540000000000001</c:v>
                </c:pt>
                <c:pt idx="2507">
                  <c:v>6.2389999999999999</c:v>
                </c:pt>
                <c:pt idx="2508">
                  <c:v>6.3630000000000004</c:v>
                </c:pt>
                <c:pt idx="2509">
                  <c:v>6.5279999999999996</c:v>
                </c:pt>
                <c:pt idx="2510">
                  <c:v>6.6379999999999999</c:v>
                </c:pt>
                <c:pt idx="2511">
                  <c:v>6.4450000000000003</c:v>
                </c:pt>
                <c:pt idx="2512">
                  <c:v>6.4989999999999997</c:v>
                </c:pt>
                <c:pt idx="2513">
                  <c:v>6.5869999999999997</c:v>
                </c:pt>
                <c:pt idx="2514">
                  <c:v>6.6180000000000003</c:v>
                </c:pt>
                <c:pt idx="2515">
                  <c:v>6.67</c:v>
                </c:pt>
                <c:pt idx="2516">
                  <c:v>6.57</c:v>
                </c:pt>
                <c:pt idx="2517">
                  <c:v>6.8259999999999996</c:v>
                </c:pt>
                <c:pt idx="2518">
                  <c:v>6.718</c:v>
                </c:pt>
                <c:pt idx="2519">
                  <c:v>6.92</c:v>
                </c:pt>
                <c:pt idx="2520">
                  <c:v>7.0279999999999996</c:v>
                </c:pt>
                <c:pt idx="2521">
                  <c:v>7.0780000000000003</c:v>
                </c:pt>
                <c:pt idx="2522">
                  <c:v>7.0590000000000002</c:v>
                </c:pt>
                <c:pt idx="2523">
                  <c:v>6.9740000000000002</c:v>
                </c:pt>
                <c:pt idx="2524">
                  <c:v>7.4669999999999996</c:v>
                </c:pt>
                <c:pt idx="2525">
                  <c:v>7.5430000000000001</c:v>
                </c:pt>
                <c:pt idx="2526">
                  <c:v>7.4359999999999999</c:v>
                </c:pt>
                <c:pt idx="2527">
                  <c:v>7.55</c:v>
                </c:pt>
                <c:pt idx="2528">
                  <c:v>7.8479999999999999</c:v>
                </c:pt>
                <c:pt idx="2529">
                  <c:v>8.0419999999999998</c:v>
                </c:pt>
                <c:pt idx="2530">
                  <c:v>8.2029999999999994</c:v>
                </c:pt>
                <c:pt idx="2531">
                  <c:v>8.0069999999999997</c:v>
                </c:pt>
                <c:pt idx="2532">
                  <c:v>7.8559999999999999</c:v>
                </c:pt>
                <c:pt idx="2533">
                  <c:v>7.9509999999999996</c:v>
                </c:pt>
                <c:pt idx="2534">
                  <c:v>7.8949999999999996</c:v>
                </c:pt>
                <c:pt idx="2535">
                  <c:v>7.9420000000000002</c:v>
                </c:pt>
                <c:pt idx="2536">
                  <c:v>7.8239999999999998</c:v>
                </c:pt>
                <c:pt idx="2537">
                  <c:v>7.8</c:v>
                </c:pt>
                <c:pt idx="2538">
                  <c:v>7.891</c:v>
                </c:pt>
                <c:pt idx="2539">
                  <c:v>7.8890000000000002</c:v>
                </c:pt>
                <c:pt idx="2540">
                  <c:v>7.8029999999999999</c:v>
                </c:pt>
                <c:pt idx="2541">
                  <c:v>7.4809999999999999</c:v>
                </c:pt>
                <c:pt idx="2542">
                  <c:v>7.5439999999999996</c:v>
                </c:pt>
                <c:pt idx="2543">
                  <c:v>7.3819999999999997</c:v>
                </c:pt>
                <c:pt idx="2544">
                  <c:v>7.181</c:v>
                </c:pt>
                <c:pt idx="2545">
                  <c:v>6.9870000000000001</c:v>
                </c:pt>
                <c:pt idx="2546">
                  <c:v>6.6020000000000003</c:v>
                </c:pt>
                <c:pt idx="2547">
                  <c:v>6.5439999999999996</c:v>
                </c:pt>
                <c:pt idx="2548">
                  <c:v>6.556</c:v>
                </c:pt>
                <c:pt idx="2549">
                  <c:v>6.5579999999999998</c:v>
                </c:pt>
                <c:pt idx="2550">
                  <c:v>6.4080000000000004</c:v>
                </c:pt>
                <c:pt idx="2551">
                  <c:v>6.4109999999999996</c:v>
                </c:pt>
                <c:pt idx="2552">
                  <c:v>6.4210000000000003</c:v>
                </c:pt>
                <c:pt idx="2553">
                  <c:v>6.5010000000000003</c:v>
                </c:pt>
                <c:pt idx="2554">
                  <c:v>6.6029999999999998</c:v>
                </c:pt>
                <c:pt idx="2555">
                  <c:v>6.5069999999999997</c:v>
                </c:pt>
                <c:pt idx="2556">
                  <c:v>6.4429999999999996</c:v>
                </c:pt>
                <c:pt idx="2557">
                  <c:v>6.4530000000000003</c:v>
                </c:pt>
                <c:pt idx="2558">
                  <c:v>6.4</c:v>
                </c:pt>
                <c:pt idx="2559">
                  <c:v>6.3419999999999996</c:v>
                </c:pt>
                <c:pt idx="2560">
                  <c:v>6.2460000000000004</c:v>
                </c:pt>
                <c:pt idx="2561">
                  <c:v>6.6059999999999999</c:v>
                </c:pt>
                <c:pt idx="2562">
                  <c:v>6.4279999999999999</c:v>
                </c:pt>
                <c:pt idx="2563">
                  <c:v>6.5890000000000004</c:v>
                </c:pt>
                <c:pt idx="2564">
                  <c:v>6.6470000000000002</c:v>
                </c:pt>
                <c:pt idx="2565">
                  <c:v>6.5049999999999999</c:v>
                </c:pt>
                <c:pt idx="2566">
                  <c:v>6.8369999999999997</c:v>
                </c:pt>
                <c:pt idx="2567">
                  <c:v>6.86</c:v>
                </c:pt>
                <c:pt idx="2568">
                  <c:v>6.7640000000000002</c:v>
                </c:pt>
                <c:pt idx="2569">
                  <c:v>7.0469999999999997</c:v>
                </c:pt>
                <c:pt idx="2570">
                  <c:v>6.9630000000000001</c:v>
                </c:pt>
                <c:pt idx="2571">
                  <c:v>6.8879999999999999</c:v>
                </c:pt>
                <c:pt idx="2572">
                  <c:v>6.72</c:v>
                </c:pt>
                <c:pt idx="2573">
                  <c:v>6.6989999999999998</c:v>
                </c:pt>
                <c:pt idx="2574">
                  <c:v>6.7</c:v>
                </c:pt>
                <c:pt idx="2575">
                  <c:v>6.6109999999999998</c:v>
                </c:pt>
                <c:pt idx="2576">
                  <c:v>6.7610000000000001</c:v>
                </c:pt>
                <c:pt idx="2577">
                  <c:v>6.6529999999999996</c:v>
                </c:pt>
                <c:pt idx="2578">
                  <c:v>6.915</c:v>
                </c:pt>
                <c:pt idx="2579">
                  <c:v>7.0279999999999996</c:v>
                </c:pt>
                <c:pt idx="2580">
                  <c:v>6.8929999999999998</c:v>
                </c:pt>
                <c:pt idx="2581">
                  <c:v>7.141</c:v>
                </c:pt>
                <c:pt idx="2582">
                  <c:v>7.0839999999999996</c:v>
                </c:pt>
                <c:pt idx="2583">
                  <c:v>7.234</c:v>
                </c:pt>
                <c:pt idx="2584">
                  <c:v>7.0279999999999996</c:v>
                </c:pt>
                <c:pt idx="2585">
                  <c:v>7.0970000000000004</c:v>
                </c:pt>
                <c:pt idx="2586">
                  <c:v>6.6130000000000004</c:v>
                </c:pt>
                <c:pt idx="2587">
                  <c:v>6.8550000000000004</c:v>
                </c:pt>
                <c:pt idx="2588">
                  <c:v>6.5720000000000001</c:v>
                </c:pt>
                <c:pt idx="2589">
                  <c:v>7.056</c:v>
                </c:pt>
                <c:pt idx="2590">
                  <c:v>6.819</c:v>
                </c:pt>
                <c:pt idx="2591">
                  <c:v>6.84</c:v>
                </c:pt>
                <c:pt idx="2592">
                  <c:v>7.0469999999999997</c:v>
                </c:pt>
                <c:pt idx="2593">
                  <c:v>7.0780000000000003</c:v>
                </c:pt>
                <c:pt idx="2594">
                  <c:v>7.016</c:v>
                </c:pt>
                <c:pt idx="2595">
                  <c:v>6.9470000000000001</c:v>
                </c:pt>
                <c:pt idx="2596">
                  <c:v>7.19</c:v>
                </c:pt>
                <c:pt idx="2597">
                  <c:v>7.4429999999999996</c:v>
                </c:pt>
                <c:pt idx="2598">
                  <c:v>7.681</c:v>
                </c:pt>
                <c:pt idx="2599">
                  <c:v>7.2640000000000002</c:v>
                </c:pt>
                <c:pt idx="2600">
                  <c:v>7.5369999999999999</c:v>
                </c:pt>
                <c:pt idx="2601">
                  <c:v>7.2329999999999997</c:v>
                </c:pt>
                <c:pt idx="2602">
                  <c:v>6.9450000000000003</c:v>
                </c:pt>
                <c:pt idx="2603">
                  <c:v>6.9770000000000003</c:v>
                </c:pt>
                <c:pt idx="2604">
                  <c:v>7.0650000000000004</c:v>
                </c:pt>
                <c:pt idx="2605">
                  <c:v>7.1779999999999999</c:v>
                </c:pt>
                <c:pt idx="2606">
                  <c:v>6.867</c:v>
                </c:pt>
                <c:pt idx="2607">
                  <c:v>7.3289999999999997</c:v>
                </c:pt>
                <c:pt idx="2608">
                  <c:v>7.2939999999999996</c:v>
                </c:pt>
                <c:pt idx="2609">
                  <c:v>7.4560000000000004</c:v>
                </c:pt>
                <c:pt idx="2610">
                  <c:v>7.0860000000000003</c:v>
                </c:pt>
                <c:pt idx="2611">
                  <c:v>6.8979999999999997</c:v>
                </c:pt>
                <c:pt idx="2612">
                  <c:v>6.8630000000000004</c:v>
                </c:pt>
                <c:pt idx="2613">
                  <c:v>6.8419999999999996</c:v>
                </c:pt>
                <c:pt idx="2614">
                  <c:v>6.3979999999999997</c:v>
                </c:pt>
                <c:pt idx="2615">
                  <c:v>6.38</c:v>
                </c:pt>
                <c:pt idx="2616">
                  <c:v>6.2690000000000001</c:v>
                </c:pt>
                <c:pt idx="2617">
                  <c:v>6.4169999999999998</c:v>
                </c:pt>
                <c:pt idx="2618">
                  <c:v>6.1980000000000004</c:v>
                </c:pt>
                <c:pt idx="2619">
                  <c:v>6.3120000000000003</c:v>
                </c:pt>
                <c:pt idx="2620">
                  <c:v>6.1619999999999999</c:v>
                </c:pt>
                <c:pt idx="2621">
                  <c:v>6.0419999999999998</c:v>
                </c:pt>
                <c:pt idx="2622">
                  <c:v>6.1660000000000004</c:v>
                </c:pt>
                <c:pt idx="2623">
                  <c:v>6.3280000000000003</c:v>
                </c:pt>
                <c:pt idx="2624">
                  <c:v>6.2149999999999999</c:v>
                </c:pt>
                <c:pt idx="2625">
                  <c:v>6.1790000000000003</c:v>
                </c:pt>
                <c:pt idx="2626">
                  <c:v>6.0570000000000004</c:v>
                </c:pt>
                <c:pt idx="2627">
                  <c:v>6.1710000000000003</c:v>
                </c:pt>
                <c:pt idx="2628">
                  <c:v>6.2039999999999997</c:v>
                </c:pt>
                <c:pt idx="2629">
                  <c:v>6.093</c:v>
                </c:pt>
                <c:pt idx="2630">
                  <c:v>6.0010000000000003</c:v>
                </c:pt>
                <c:pt idx="2631">
                  <c:v>5.7350000000000003</c:v>
                </c:pt>
                <c:pt idx="2632">
                  <c:v>5.7140000000000004</c:v>
                </c:pt>
                <c:pt idx="2633">
                  <c:v>5.8929999999999998</c:v>
                </c:pt>
                <c:pt idx="2634">
                  <c:v>5.8719999999999999</c:v>
                </c:pt>
                <c:pt idx="2635">
                  <c:v>5.7190000000000003</c:v>
                </c:pt>
                <c:pt idx="2636">
                  <c:v>5.9729999999999999</c:v>
                </c:pt>
                <c:pt idx="2637">
                  <c:v>5.9349999999999996</c:v>
                </c:pt>
                <c:pt idx="2638">
                  <c:v>6.1989999999999998</c:v>
                </c:pt>
                <c:pt idx="2639">
                  <c:v>5.6920000000000002</c:v>
                </c:pt>
                <c:pt idx="2640">
                  <c:v>6.1029999999999998</c:v>
                </c:pt>
                <c:pt idx="2641">
                  <c:v>6.1630000000000003</c:v>
                </c:pt>
                <c:pt idx="2642">
                  <c:v>5.9169999999999998</c:v>
                </c:pt>
                <c:pt idx="2643">
                  <c:v>6.0830000000000002</c:v>
                </c:pt>
                <c:pt idx="2644">
                  <c:v>6.3310000000000004</c:v>
                </c:pt>
                <c:pt idx="2645">
                  <c:v>6.5190000000000001</c:v>
                </c:pt>
                <c:pt idx="2646">
                  <c:v>6.5419999999999998</c:v>
                </c:pt>
                <c:pt idx="2647">
                  <c:v>6.758</c:v>
                </c:pt>
                <c:pt idx="2648">
                  <c:v>6.8449999999999998</c:v>
                </c:pt>
                <c:pt idx="2649">
                  <c:v>6.7530000000000001</c:v>
                </c:pt>
                <c:pt idx="2650">
                  <c:v>6.8920000000000003</c:v>
                </c:pt>
                <c:pt idx="2651">
                  <c:v>7.1829999999999998</c:v>
                </c:pt>
                <c:pt idx="2652">
                  <c:v>7.3419999999999996</c:v>
                </c:pt>
                <c:pt idx="2653">
                  <c:v>7.32</c:v>
                </c:pt>
                <c:pt idx="2654">
                  <c:v>7.4370000000000003</c:v>
                </c:pt>
                <c:pt idx="2655">
                  <c:v>7.3029999999999999</c:v>
                </c:pt>
                <c:pt idx="2656">
                  <c:v>7.0919999999999996</c:v>
                </c:pt>
                <c:pt idx="2657">
                  <c:v>6.9960000000000004</c:v>
                </c:pt>
                <c:pt idx="2658">
                  <c:v>7.2510000000000003</c:v>
                </c:pt>
                <c:pt idx="2659">
                  <c:v>7.1440000000000001</c:v>
                </c:pt>
                <c:pt idx="2660">
                  <c:v>7.54</c:v>
                </c:pt>
                <c:pt idx="2661">
                  <c:v>7.5679999999999996</c:v>
                </c:pt>
                <c:pt idx="2662">
                  <c:v>7.4710000000000001</c:v>
                </c:pt>
                <c:pt idx="2663">
                  <c:v>7.3789999999999996</c:v>
                </c:pt>
                <c:pt idx="2664">
                  <c:v>7.23</c:v>
                </c:pt>
                <c:pt idx="2665">
                  <c:v>7.2320000000000002</c:v>
                </c:pt>
                <c:pt idx="2666">
                  <c:v>7.524</c:v>
                </c:pt>
                <c:pt idx="2667">
                  <c:v>7.3529999999999998</c:v>
                </c:pt>
                <c:pt idx="2668">
                  <c:v>7.6870000000000003</c:v>
                </c:pt>
                <c:pt idx="2669">
                  <c:v>7.3710000000000004</c:v>
                </c:pt>
                <c:pt idx="2670">
                  <c:v>7.4690000000000003</c:v>
                </c:pt>
                <c:pt idx="2671">
                  <c:v>7.3639999999999999</c:v>
                </c:pt>
                <c:pt idx="2672">
                  <c:v>7.5359999999999996</c:v>
                </c:pt>
                <c:pt idx="2673">
                  <c:v>7.7830000000000004</c:v>
                </c:pt>
                <c:pt idx="2674">
                  <c:v>7.4720000000000004</c:v>
                </c:pt>
                <c:pt idx="2675">
                  <c:v>7.5819999999999999</c:v>
                </c:pt>
                <c:pt idx="2676">
                  <c:v>7.3310000000000004</c:v>
                </c:pt>
                <c:pt idx="2677">
                  <c:v>7.266</c:v>
                </c:pt>
                <c:pt idx="2678">
                  <c:v>7.4560000000000004</c:v>
                </c:pt>
                <c:pt idx="2679">
                  <c:v>7.3490000000000002</c:v>
                </c:pt>
                <c:pt idx="2680">
                  <c:v>7.1210000000000004</c:v>
                </c:pt>
                <c:pt idx="2681">
                  <c:v>7.2519999999999998</c:v>
                </c:pt>
                <c:pt idx="2682">
                  <c:v>7.08</c:v>
                </c:pt>
                <c:pt idx="2683">
                  <c:v>7.2149999999999999</c:v>
                </c:pt>
                <c:pt idx="2684">
                  <c:v>7.1909999999999998</c:v>
                </c:pt>
                <c:pt idx="2685">
                  <c:v>7.0650000000000004</c:v>
                </c:pt>
                <c:pt idx="2686">
                  <c:v>7.1059999999999999</c:v>
                </c:pt>
                <c:pt idx="2687">
                  <c:v>7.0229999999999997</c:v>
                </c:pt>
                <c:pt idx="2688">
                  <c:v>6.9340000000000002</c:v>
                </c:pt>
                <c:pt idx="2689">
                  <c:v>6.7949999999999999</c:v>
                </c:pt>
                <c:pt idx="2690">
                  <c:v>6.7069999999999999</c:v>
                </c:pt>
                <c:pt idx="2691">
                  <c:v>6.7110000000000003</c:v>
                </c:pt>
                <c:pt idx="2692">
                  <c:v>6.3449999999999998</c:v>
                </c:pt>
                <c:pt idx="2693">
                  <c:v>6.4080000000000004</c:v>
                </c:pt>
                <c:pt idx="2694">
                  <c:v>6.2759999999999998</c:v>
                </c:pt>
                <c:pt idx="2695">
                  <c:v>6.2729999999999997</c:v>
                </c:pt>
                <c:pt idx="2696">
                  <c:v>6.38</c:v>
                </c:pt>
                <c:pt idx="2697">
                  <c:v>6.5949999999999998</c:v>
                </c:pt>
                <c:pt idx="2698">
                  <c:v>6.4610000000000003</c:v>
                </c:pt>
                <c:pt idx="2699">
                  <c:v>6.3739999999999997</c:v>
                </c:pt>
                <c:pt idx="2700">
                  <c:v>6.23</c:v>
                </c:pt>
                <c:pt idx="2701">
                  <c:v>6.133</c:v>
                </c:pt>
                <c:pt idx="2702">
                  <c:v>6.5439999999999996</c:v>
                </c:pt>
                <c:pt idx="2703">
                  <c:v>6.4</c:v>
                </c:pt>
                <c:pt idx="2704">
                  <c:v>5.9950000000000001</c:v>
                </c:pt>
                <c:pt idx="2705">
                  <c:v>6.0960000000000001</c:v>
                </c:pt>
                <c:pt idx="2706">
                  <c:v>6.2279999999999998</c:v>
                </c:pt>
                <c:pt idx="2707">
                  <c:v>6.0019999999999998</c:v>
                </c:pt>
                <c:pt idx="2708">
                  <c:v>5.899</c:v>
                </c:pt>
                <c:pt idx="2709">
                  <c:v>5.9710000000000001</c:v>
                </c:pt>
                <c:pt idx="2710">
                  <c:v>5.8769999999999998</c:v>
                </c:pt>
                <c:pt idx="2711">
                  <c:v>5.8659999999999997</c:v>
                </c:pt>
                <c:pt idx="2712">
                  <c:v>5.86</c:v>
                </c:pt>
                <c:pt idx="2713">
                  <c:v>5.7270000000000003</c:v>
                </c:pt>
                <c:pt idx="2714">
                  <c:v>5.8949999999999996</c:v>
                </c:pt>
                <c:pt idx="2715">
                  <c:v>5.9770000000000003</c:v>
                </c:pt>
                <c:pt idx="2716">
                  <c:v>5.9240000000000004</c:v>
                </c:pt>
                <c:pt idx="2717">
                  <c:v>5.9470000000000001</c:v>
                </c:pt>
                <c:pt idx="2718">
                  <c:v>5.8179999999999996</c:v>
                </c:pt>
                <c:pt idx="2719">
                  <c:v>5.819</c:v>
                </c:pt>
                <c:pt idx="2720">
                  <c:v>5.806</c:v>
                </c:pt>
                <c:pt idx="2721">
                  <c:v>5.8220000000000001</c:v>
                </c:pt>
                <c:pt idx="2722">
                  <c:v>5.9909999999999997</c:v>
                </c:pt>
                <c:pt idx="2723">
                  <c:v>6.032</c:v>
                </c:pt>
                <c:pt idx="2724">
                  <c:v>6.367</c:v>
                </c:pt>
                <c:pt idx="2725">
                  <c:v>6.38</c:v>
                </c:pt>
                <c:pt idx="2726">
                  <c:v>6.343</c:v>
                </c:pt>
                <c:pt idx="2727">
                  <c:v>6.2919999999999998</c:v>
                </c:pt>
                <c:pt idx="2728">
                  <c:v>6.5590000000000002</c:v>
                </c:pt>
                <c:pt idx="2729">
                  <c:v>6.3319999999999999</c:v>
                </c:pt>
                <c:pt idx="2730">
                  <c:v>6.508</c:v>
                </c:pt>
                <c:pt idx="2731">
                  <c:v>6.3680000000000003</c:v>
                </c:pt>
                <c:pt idx="2732">
                  <c:v>6.2949999999999999</c:v>
                </c:pt>
                <c:pt idx="2733">
                  <c:v>6.4359999999999999</c:v>
                </c:pt>
                <c:pt idx="2734">
                  <c:v>6.6459999999999999</c:v>
                </c:pt>
                <c:pt idx="2735">
                  <c:v>6.6970000000000001</c:v>
                </c:pt>
                <c:pt idx="2736">
                  <c:v>6.484</c:v>
                </c:pt>
                <c:pt idx="2737">
                  <c:v>6.5830000000000002</c:v>
                </c:pt>
                <c:pt idx="2738">
                  <c:v>7.0469999999999997</c:v>
                </c:pt>
                <c:pt idx="2739">
                  <c:v>6.891</c:v>
                </c:pt>
                <c:pt idx="2740">
                  <c:v>7.0810000000000004</c:v>
                </c:pt>
                <c:pt idx="2741">
                  <c:v>6.9210000000000003</c:v>
                </c:pt>
                <c:pt idx="2742">
                  <c:v>7.1319999999999997</c:v>
                </c:pt>
                <c:pt idx="2743">
                  <c:v>6.7690000000000001</c:v>
                </c:pt>
                <c:pt idx="2744">
                  <c:v>6.8680000000000003</c:v>
                </c:pt>
                <c:pt idx="2745">
                  <c:v>6.91</c:v>
                </c:pt>
                <c:pt idx="2746">
                  <c:v>6.9619999999999997</c:v>
                </c:pt>
                <c:pt idx="2747">
                  <c:v>6.9450000000000003</c:v>
                </c:pt>
                <c:pt idx="2748">
                  <c:v>7.0650000000000004</c:v>
                </c:pt>
                <c:pt idx="2749">
                  <c:v>7.085</c:v>
                </c:pt>
                <c:pt idx="2750">
                  <c:v>7.3319999999999999</c:v>
                </c:pt>
                <c:pt idx="2751">
                  <c:v>7.3390000000000004</c:v>
                </c:pt>
                <c:pt idx="2752">
                  <c:v>7.6710000000000003</c:v>
                </c:pt>
                <c:pt idx="2753">
                  <c:v>7.15</c:v>
                </c:pt>
                <c:pt idx="2754">
                  <c:v>6.8460000000000001</c:v>
                </c:pt>
                <c:pt idx="2755">
                  <c:v>6.8449999999999998</c:v>
                </c:pt>
                <c:pt idx="2756">
                  <c:v>6.8449999999999998</c:v>
                </c:pt>
                <c:pt idx="2757">
                  <c:v>6.657</c:v>
                </c:pt>
                <c:pt idx="2758">
                  <c:v>6.8220000000000001</c:v>
                </c:pt>
                <c:pt idx="2759">
                  <c:v>6.9859999999999998</c:v>
                </c:pt>
                <c:pt idx="2760">
                  <c:v>7.1879999999999997</c:v>
                </c:pt>
                <c:pt idx="2761">
                  <c:v>7.3289999999999997</c:v>
                </c:pt>
                <c:pt idx="2762">
                  <c:v>7.4489999999999998</c:v>
                </c:pt>
                <c:pt idx="2763">
                  <c:v>7.2720000000000002</c:v>
                </c:pt>
                <c:pt idx="2764">
                  <c:v>7.5490000000000004</c:v>
                </c:pt>
                <c:pt idx="2765">
                  <c:v>7.6559999999999997</c:v>
                </c:pt>
                <c:pt idx="2766">
                  <c:v>7.7439999999999998</c:v>
                </c:pt>
                <c:pt idx="2767">
                  <c:v>8.0079999999999991</c:v>
                </c:pt>
                <c:pt idx="2768">
                  <c:v>8.19</c:v>
                </c:pt>
                <c:pt idx="2769">
                  <c:v>8.6630000000000003</c:v>
                </c:pt>
                <c:pt idx="2770">
                  <c:v>8.68</c:v>
                </c:pt>
                <c:pt idx="2771">
                  <c:v>8.7100000000000009</c:v>
                </c:pt>
                <c:pt idx="2772">
                  <c:v>9.0299999999999994</c:v>
                </c:pt>
                <c:pt idx="2773">
                  <c:v>8.7449999999999992</c:v>
                </c:pt>
                <c:pt idx="2774">
                  <c:v>8.9009999999999998</c:v>
                </c:pt>
                <c:pt idx="2775">
                  <c:v>8.8010000000000002</c:v>
                </c:pt>
                <c:pt idx="2776">
                  <c:v>8.9429999999999996</c:v>
                </c:pt>
                <c:pt idx="2777">
                  <c:v>9.0050000000000008</c:v>
                </c:pt>
                <c:pt idx="2778">
                  <c:v>9.3480000000000008</c:v>
                </c:pt>
                <c:pt idx="2779">
                  <c:v>9.0419999999999998</c:v>
                </c:pt>
                <c:pt idx="2780">
                  <c:v>9.2100000000000009</c:v>
                </c:pt>
                <c:pt idx="2781">
                  <c:v>9.1340000000000003</c:v>
                </c:pt>
                <c:pt idx="2782">
                  <c:v>8.9079999999999995</c:v>
                </c:pt>
                <c:pt idx="2783">
                  <c:v>8.7050000000000001</c:v>
                </c:pt>
                <c:pt idx="2784">
                  <c:v>8.59</c:v>
                </c:pt>
                <c:pt idx="2785">
                  <c:v>8.6460000000000008</c:v>
                </c:pt>
                <c:pt idx="2786">
                  <c:v>8.9359999999999999</c:v>
                </c:pt>
                <c:pt idx="2787">
                  <c:v>9.0220000000000002</c:v>
                </c:pt>
                <c:pt idx="2788">
                  <c:v>9.2750000000000004</c:v>
                </c:pt>
                <c:pt idx="2789">
                  <c:v>8.8019999999999996</c:v>
                </c:pt>
                <c:pt idx="2790">
                  <c:v>9.1120000000000001</c:v>
                </c:pt>
                <c:pt idx="2791">
                  <c:v>8.9239999999999995</c:v>
                </c:pt>
                <c:pt idx="2792">
                  <c:v>9.06</c:v>
                </c:pt>
                <c:pt idx="2793">
                  <c:v>8.9049999999999994</c:v>
                </c:pt>
                <c:pt idx="2794">
                  <c:v>8.92</c:v>
                </c:pt>
                <c:pt idx="2795">
                  <c:v>8.7949999999999999</c:v>
                </c:pt>
                <c:pt idx="2796">
                  <c:v>8.4749999999999996</c:v>
                </c:pt>
                <c:pt idx="2797">
                  <c:v>8.2680000000000007</c:v>
                </c:pt>
                <c:pt idx="2798">
                  <c:v>8.2899999999999991</c:v>
                </c:pt>
                <c:pt idx="2799">
                  <c:v>8.3010000000000002</c:v>
                </c:pt>
                <c:pt idx="2800">
                  <c:v>8.2769999999999992</c:v>
                </c:pt>
                <c:pt idx="2801">
                  <c:v>8.3780000000000001</c:v>
                </c:pt>
                <c:pt idx="2802">
                  <c:v>8.6950000000000003</c:v>
                </c:pt>
                <c:pt idx="2803">
                  <c:v>8.6859999999999999</c:v>
                </c:pt>
                <c:pt idx="2804">
                  <c:v>8.9649999999999999</c:v>
                </c:pt>
                <c:pt idx="2805">
                  <c:v>8.7550000000000008</c:v>
                </c:pt>
                <c:pt idx="2806">
                  <c:v>8.8460000000000001</c:v>
                </c:pt>
                <c:pt idx="2807">
                  <c:v>8.7070000000000007</c:v>
                </c:pt>
                <c:pt idx="2808">
                  <c:v>8.8539999999999992</c:v>
                </c:pt>
                <c:pt idx="2809">
                  <c:v>8.9830000000000005</c:v>
                </c:pt>
                <c:pt idx="2810">
                  <c:v>9.3290000000000006</c:v>
                </c:pt>
                <c:pt idx="2811">
                  <c:v>9.3390000000000004</c:v>
                </c:pt>
                <c:pt idx="2812">
                  <c:v>9.6690000000000005</c:v>
                </c:pt>
                <c:pt idx="2813">
                  <c:v>9.5359999999999996</c:v>
                </c:pt>
                <c:pt idx="2814">
                  <c:v>9.6180000000000003</c:v>
                </c:pt>
                <c:pt idx="2815">
                  <c:v>9.5079999999999991</c:v>
                </c:pt>
                <c:pt idx="2816">
                  <c:v>9.2639999999999993</c:v>
                </c:pt>
                <c:pt idx="2817">
                  <c:v>9.3450000000000006</c:v>
                </c:pt>
                <c:pt idx="2818">
                  <c:v>9.1790000000000003</c:v>
                </c:pt>
                <c:pt idx="2819">
                  <c:v>9.41</c:v>
                </c:pt>
                <c:pt idx="2820">
                  <c:v>9.4909999999999997</c:v>
                </c:pt>
                <c:pt idx="2821">
                  <c:v>9.31</c:v>
                </c:pt>
                <c:pt idx="2822">
                  <c:v>9.3469999999999995</c:v>
                </c:pt>
                <c:pt idx="2823">
                  <c:v>9.0419999999999998</c:v>
                </c:pt>
                <c:pt idx="2824">
                  <c:v>9.1180000000000003</c:v>
                </c:pt>
                <c:pt idx="2825">
                  <c:v>8.9649999999999999</c:v>
                </c:pt>
                <c:pt idx="2826">
                  <c:v>9.0830000000000002</c:v>
                </c:pt>
                <c:pt idx="2827">
                  <c:v>9.0380000000000003</c:v>
                </c:pt>
                <c:pt idx="2828">
                  <c:v>8.9830000000000005</c:v>
                </c:pt>
                <c:pt idx="2829">
                  <c:v>9.4220000000000006</c:v>
                </c:pt>
                <c:pt idx="2830">
                  <c:v>9.0739999999999998</c:v>
                </c:pt>
                <c:pt idx="2831">
                  <c:v>8.8149999999999995</c:v>
                </c:pt>
                <c:pt idx="2832">
                  <c:v>8.8160000000000007</c:v>
                </c:pt>
                <c:pt idx="2833">
                  <c:v>8.8759999999999994</c:v>
                </c:pt>
                <c:pt idx="2834">
                  <c:v>8.9819999999999993</c:v>
                </c:pt>
                <c:pt idx="2835">
                  <c:v>9.0579999999999998</c:v>
                </c:pt>
                <c:pt idx="2836">
                  <c:v>8.9689999999999994</c:v>
                </c:pt>
                <c:pt idx="2837">
                  <c:v>9.4510000000000005</c:v>
                </c:pt>
                <c:pt idx="2838">
                  <c:v>9.266</c:v>
                </c:pt>
                <c:pt idx="2839">
                  <c:v>8.9939999999999998</c:v>
                </c:pt>
                <c:pt idx="2840">
                  <c:v>9.0839999999999996</c:v>
                </c:pt>
                <c:pt idx="2841">
                  <c:v>9.2490000000000006</c:v>
                </c:pt>
                <c:pt idx="2842">
                  <c:v>9.3640000000000008</c:v>
                </c:pt>
                <c:pt idx="2843">
                  <c:v>9.1829999999999998</c:v>
                </c:pt>
                <c:pt idx="2844">
                  <c:v>9.2569999999999997</c:v>
                </c:pt>
                <c:pt idx="2845">
                  <c:v>9.5259999999999998</c:v>
                </c:pt>
                <c:pt idx="2846">
                  <c:v>9.5169999999999995</c:v>
                </c:pt>
                <c:pt idx="2847">
                  <c:v>9.4499999999999993</c:v>
                </c:pt>
                <c:pt idx="2848">
                  <c:v>9.1660000000000004</c:v>
                </c:pt>
                <c:pt idx="2849">
                  <c:v>9.0990000000000002</c:v>
                </c:pt>
                <c:pt idx="2850">
                  <c:v>9.08</c:v>
                </c:pt>
                <c:pt idx="2851">
                  <c:v>9.0009999999999994</c:v>
                </c:pt>
                <c:pt idx="2852">
                  <c:v>8.9329999999999998</c:v>
                </c:pt>
                <c:pt idx="2853">
                  <c:v>8.4489999999999998</c:v>
                </c:pt>
                <c:pt idx="2854">
                  <c:v>8.5060000000000002</c:v>
                </c:pt>
                <c:pt idx="2855">
                  <c:v>8.6940000000000008</c:v>
                </c:pt>
                <c:pt idx="2856">
                  <c:v>8.5860000000000003</c:v>
                </c:pt>
                <c:pt idx="2857">
                  <c:v>8.3160000000000007</c:v>
                </c:pt>
                <c:pt idx="2858">
                  <c:v>8.3949999999999996</c:v>
                </c:pt>
                <c:pt idx="2859">
                  <c:v>8.1829999999999998</c:v>
                </c:pt>
                <c:pt idx="2860">
                  <c:v>8.0839999999999996</c:v>
                </c:pt>
                <c:pt idx="2861">
                  <c:v>8.1790000000000003</c:v>
                </c:pt>
                <c:pt idx="2862">
                  <c:v>7.8520000000000003</c:v>
                </c:pt>
                <c:pt idx="2863">
                  <c:v>7.44</c:v>
                </c:pt>
                <c:pt idx="2864">
                  <c:v>7.4429999999999996</c:v>
                </c:pt>
                <c:pt idx="2865">
                  <c:v>7.3579999999999997</c:v>
                </c:pt>
                <c:pt idx="2866">
                  <c:v>7.3380000000000001</c:v>
                </c:pt>
                <c:pt idx="2867">
                  <c:v>7.327</c:v>
                </c:pt>
                <c:pt idx="2868">
                  <c:v>7.1459999999999999</c:v>
                </c:pt>
                <c:pt idx="2869">
                  <c:v>6.9850000000000003</c:v>
                </c:pt>
                <c:pt idx="2870">
                  <c:v>7.2770000000000001</c:v>
                </c:pt>
                <c:pt idx="2871">
                  <c:v>7.218</c:v>
                </c:pt>
                <c:pt idx="2872">
                  <c:v>7.0149999999999997</c:v>
                </c:pt>
                <c:pt idx="2873">
                  <c:v>7.0119999999999996</c:v>
                </c:pt>
                <c:pt idx="2874">
                  <c:v>7.1619999999999999</c:v>
                </c:pt>
                <c:pt idx="2875">
                  <c:v>7.1639999999999997</c:v>
                </c:pt>
                <c:pt idx="2876">
                  <c:v>7.6669999999999998</c:v>
                </c:pt>
                <c:pt idx="2877">
                  <c:v>7.641</c:v>
                </c:pt>
                <c:pt idx="2878">
                  <c:v>7.4930000000000003</c:v>
                </c:pt>
                <c:pt idx="2879">
                  <c:v>7.6230000000000002</c:v>
                </c:pt>
                <c:pt idx="2880">
                  <c:v>7.2030000000000003</c:v>
                </c:pt>
                <c:pt idx="2881">
                  <c:v>7.2069999999999999</c:v>
                </c:pt>
                <c:pt idx="2882">
                  <c:v>7.4790000000000001</c:v>
                </c:pt>
                <c:pt idx="2883">
                  <c:v>7.3689999999999998</c:v>
                </c:pt>
                <c:pt idx="2884">
                  <c:v>7.7060000000000004</c:v>
                </c:pt>
                <c:pt idx="2885">
                  <c:v>7.32</c:v>
                </c:pt>
                <c:pt idx="2886">
                  <c:v>7.5039999999999996</c:v>
                </c:pt>
                <c:pt idx="2887">
                  <c:v>7.4320000000000004</c:v>
                </c:pt>
                <c:pt idx="2888">
                  <c:v>7.4969999999999999</c:v>
                </c:pt>
                <c:pt idx="2889">
                  <c:v>7.4580000000000002</c:v>
                </c:pt>
                <c:pt idx="2890">
                  <c:v>7.7130000000000001</c:v>
                </c:pt>
                <c:pt idx="2891">
                  <c:v>7.5350000000000001</c:v>
                </c:pt>
                <c:pt idx="2892">
                  <c:v>8.1069999999999993</c:v>
                </c:pt>
                <c:pt idx="2893">
                  <c:v>7.984</c:v>
                </c:pt>
                <c:pt idx="2894">
                  <c:v>8.1129999999999995</c:v>
                </c:pt>
                <c:pt idx="2895">
                  <c:v>7.952</c:v>
                </c:pt>
                <c:pt idx="2896">
                  <c:v>8.15</c:v>
                </c:pt>
                <c:pt idx="2897">
                  <c:v>8.5</c:v>
                </c:pt>
                <c:pt idx="2898">
                  <c:v>8.25</c:v>
                </c:pt>
                <c:pt idx="2899">
                  <c:v>8.2919999999999998</c:v>
                </c:pt>
                <c:pt idx="2900">
                  <c:v>8.2070000000000007</c:v>
                </c:pt>
                <c:pt idx="2901">
                  <c:v>7.883</c:v>
                </c:pt>
                <c:pt idx="2902">
                  <c:v>7.6420000000000003</c:v>
                </c:pt>
                <c:pt idx="2903">
                  <c:v>7.0739999999999998</c:v>
                </c:pt>
                <c:pt idx="2904">
                  <c:v>7.33</c:v>
                </c:pt>
                <c:pt idx="2905">
                  <c:v>6.6260000000000003</c:v>
                </c:pt>
                <c:pt idx="2906">
                  <c:v>6.423</c:v>
                </c:pt>
                <c:pt idx="2907">
                  <c:v>6.367</c:v>
                </c:pt>
                <c:pt idx="2908">
                  <c:v>6.0119999999999996</c:v>
                </c:pt>
                <c:pt idx="2909">
                  <c:v>6.2240000000000002</c:v>
                </c:pt>
                <c:pt idx="2910">
                  <c:v>6.3109999999999999</c:v>
                </c:pt>
                <c:pt idx="2911">
                  <c:v>6.5339999999999998</c:v>
                </c:pt>
                <c:pt idx="2912">
                  <c:v>6.5469999999999997</c:v>
                </c:pt>
                <c:pt idx="2913">
                  <c:v>6.1379999999999999</c:v>
                </c:pt>
                <c:pt idx="2914">
                  <c:v>5.92</c:v>
                </c:pt>
                <c:pt idx="2915">
                  <c:v>5.7969999999999997</c:v>
                </c:pt>
                <c:pt idx="2916">
                  <c:v>5.5860000000000003</c:v>
                </c:pt>
                <c:pt idx="2917">
                  <c:v>5.7270000000000003</c:v>
                </c:pt>
                <c:pt idx="2918">
                  <c:v>5.6440000000000001</c:v>
                </c:pt>
                <c:pt idx="2919">
                  <c:v>5.4909999999999997</c:v>
                </c:pt>
                <c:pt idx="2920">
                  <c:v>5.72</c:v>
                </c:pt>
                <c:pt idx="2921">
                  <c:v>5.4720000000000004</c:v>
                </c:pt>
                <c:pt idx="2922">
                  <c:v>5.7009999999999996</c:v>
                </c:pt>
                <c:pt idx="2923">
                  <c:v>5.649</c:v>
                </c:pt>
                <c:pt idx="2924">
                  <c:v>5.7729999999999997</c:v>
                </c:pt>
                <c:pt idx="2925">
                  <c:v>6.1390000000000002</c:v>
                </c:pt>
                <c:pt idx="2926">
                  <c:v>6.0860000000000003</c:v>
                </c:pt>
                <c:pt idx="2927">
                  <c:v>6.1829999999999998</c:v>
                </c:pt>
                <c:pt idx="2928">
                  <c:v>6.226</c:v>
                </c:pt>
                <c:pt idx="2929">
                  <c:v>6.13</c:v>
                </c:pt>
                <c:pt idx="2930">
                  <c:v>6.1130000000000004</c:v>
                </c:pt>
                <c:pt idx="2931">
                  <c:v>6.157</c:v>
                </c:pt>
                <c:pt idx="2932">
                  <c:v>6.2809999999999997</c:v>
                </c:pt>
                <c:pt idx="2933">
                  <c:v>6.1580000000000004</c:v>
                </c:pt>
                <c:pt idx="2934">
                  <c:v>6.36</c:v>
                </c:pt>
                <c:pt idx="2935">
                  <c:v>6.2439999999999998</c:v>
                </c:pt>
                <c:pt idx="2936">
                  <c:v>6.3070000000000004</c:v>
                </c:pt>
                <c:pt idx="2937">
                  <c:v>6.4539999999999997</c:v>
                </c:pt>
                <c:pt idx="2938">
                  <c:v>6.3170000000000002</c:v>
                </c:pt>
                <c:pt idx="2939">
                  <c:v>6.109</c:v>
                </c:pt>
                <c:pt idx="2940">
                  <c:v>6.3090000000000002</c:v>
                </c:pt>
                <c:pt idx="2941">
                  <c:v>6.2279999999999998</c:v>
                </c:pt>
                <c:pt idx="2942">
                  <c:v>6.274</c:v>
                </c:pt>
                <c:pt idx="2943">
                  <c:v>6.0880000000000001</c:v>
                </c:pt>
                <c:pt idx="2944">
                  <c:v>6.1210000000000004</c:v>
                </c:pt>
                <c:pt idx="2945">
                  <c:v>6.3520000000000003</c:v>
                </c:pt>
                <c:pt idx="2946">
                  <c:v>6.0460000000000003</c:v>
                </c:pt>
                <c:pt idx="2947">
                  <c:v>6.33</c:v>
                </c:pt>
                <c:pt idx="2948">
                  <c:v>6.14</c:v>
                </c:pt>
                <c:pt idx="2949">
                  <c:v>6.2519999999999998</c:v>
                </c:pt>
                <c:pt idx="2950">
                  <c:v>6.3609999999999998</c:v>
                </c:pt>
                <c:pt idx="2951">
                  <c:v>6.157</c:v>
                </c:pt>
                <c:pt idx="2952">
                  <c:v>6.2649999999999997</c:v>
                </c:pt>
                <c:pt idx="2953">
                  <c:v>6.2110000000000003</c:v>
                </c:pt>
                <c:pt idx="2954">
                  <c:v>6.2549999999999999</c:v>
                </c:pt>
                <c:pt idx="2955">
                  <c:v>6.2539999999999996</c:v>
                </c:pt>
                <c:pt idx="2956">
                  <c:v>6.0220000000000002</c:v>
                </c:pt>
                <c:pt idx="2957">
                  <c:v>6.3170000000000002</c:v>
                </c:pt>
                <c:pt idx="2958">
                  <c:v>6.0309999999999997</c:v>
                </c:pt>
                <c:pt idx="2959">
                  <c:v>6.2930000000000001</c:v>
                </c:pt>
                <c:pt idx="2960">
                  <c:v>6.1079999999999997</c:v>
                </c:pt>
                <c:pt idx="2961">
                  <c:v>6.1070000000000002</c:v>
                </c:pt>
                <c:pt idx="2962">
                  <c:v>6.1920000000000002</c:v>
                </c:pt>
                <c:pt idx="2963">
                  <c:v>6.5460000000000003</c:v>
                </c:pt>
                <c:pt idx="2964">
                  <c:v>6.3970000000000002</c:v>
                </c:pt>
                <c:pt idx="2965">
                  <c:v>6.202</c:v>
                </c:pt>
                <c:pt idx="2966">
                  <c:v>6.3010000000000002</c:v>
                </c:pt>
                <c:pt idx="2967">
                  <c:v>6.4429999999999996</c:v>
                </c:pt>
                <c:pt idx="2968">
                  <c:v>6.6230000000000002</c:v>
                </c:pt>
                <c:pt idx="2969">
                  <c:v>6.5579999999999998</c:v>
                </c:pt>
                <c:pt idx="2970">
                  <c:v>6.3479999999999999</c:v>
                </c:pt>
                <c:pt idx="2971">
                  <c:v>6.298</c:v>
                </c:pt>
                <c:pt idx="2972">
                  <c:v>6.5940000000000003</c:v>
                </c:pt>
                <c:pt idx="2973">
                  <c:v>6.6120000000000001</c:v>
                </c:pt>
                <c:pt idx="2974">
                  <c:v>6.431</c:v>
                </c:pt>
                <c:pt idx="2975">
                  <c:v>6.5339999999999998</c:v>
                </c:pt>
                <c:pt idx="2976">
                  <c:v>6.3280000000000003</c:v>
                </c:pt>
                <c:pt idx="2977">
                  <c:v>6.806</c:v>
                </c:pt>
                <c:pt idx="2978">
                  <c:v>6.1289999999999996</c:v>
                </c:pt>
                <c:pt idx="2979">
                  <c:v>6.3159999999999998</c:v>
                </c:pt>
                <c:pt idx="2980">
                  <c:v>6.06</c:v>
                </c:pt>
                <c:pt idx="2981">
                  <c:v>6.2039999999999997</c:v>
                </c:pt>
                <c:pt idx="2982">
                  <c:v>6.3959999999999999</c:v>
                </c:pt>
                <c:pt idx="2983">
                  <c:v>6.2489999999999997</c:v>
                </c:pt>
                <c:pt idx="2984">
                  <c:v>6.11</c:v>
                </c:pt>
                <c:pt idx="2985">
                  <c:v>6.3250000000000002</c:v>
                </c:pt>
                <c:pt idx="2986">
                  <c:v>6.1479999999999997</c:v>
                </c:pt>
                <c:pt idx="2987">
                  <c:v>6.2220000000000004</c:v>
                </c:pt>
                <c:pt idx="2988">
                  <c:v>6.0609999999999999</c:v>
                </c:pt>
                <c:pt idx="2989">
                  <c:v>6.1859999999999999</c:v>
                </c:pt>
                <c:pt idx="2990">
                  <c:v>6.1740000000000004</c:v>
                </c:pt>
                <c:pt idx="2991">
                  <c:v>6.4050000000000002</c:v>
                </c:pt>
                <c:pt idx="2992">
                  <c:v>6.5250000000000004</c:v>
                </c:pt>
                <c:pt idx="2993">
                  <c:v>6.3689999999999998</c:v>
                </c:pt>
                <c:pt idx="2994">
                  <c:v>6.524</c:v>
                </c:pt>
                <c:pt idx="2995">
                  <c:v>6.6950000000000003</c:v>
                </c:pt>
                <c:pt idx="2996">
                  <c:v>6.62</c:v>
                </c:pt>
                <c:pt idx="2997">
                  <c:v>6.8360000000000003</c:v>
                </c:pt>
                <c:pt idx="2998">
                  <c:v>7.0759999999999996</c:v>
                </c:pt>
                <c:pt idx="2999">
                  <c:v>7.0119999999999996</c:v>
                </c:pt>
                <c:pt idx="3000">
                  <c:v>7.1120000000000001</c:v>
                </c:pt>
                <c:pt idx="3001">
                  <c:v>7.2649999999999997</c:v>
                </c:pt>
                <c:pt idx="3002">
                  <c:v>7.2249999999999996</c:v>
                </c:pt>
                <c:pt idx="3003">
                  <c:v>6.7370000000000001</c:v>
                </c:pt>
                <c:pt idx="3004">
                  <c:v>6.774</c:v>
                </c:pt>
                <c:pt idx="3005">
                  <c:v>6.8289999999999997</c:v>
                </c:pt>
                <c:pt idx="3006">
                  <c:v>6.9770000000000003</c:v>
                </c:pt>
                <c:pt idx="3007">
                  <c:v>7.2649999999999997</c:v>
                </c:pt>
                <c:pt idx="3008">
                  <c:v>7.016</c:v>
                </c:pt>
                <c:pt idx="3009">
                  <c:v>7.008</c:v>
                </c:pt>
                <c:pt idx="3010">
                  <c:v>7.5049999999999999</c:v>
                </c:pt>
                <c:pt idx="3011">
                  <c:v>7.6719999999999997</c:v>
                </c:pt>
                <c:pt idx="3012">
                  <c:v>7.4969999999999999</c:v>
                </c:pt>
                <c:pt idx="3013">
                  <c:v>7.58</c:v>
                </c:pt>
                <c:pt idx="3014">
                  <c:v>7.6319999999999997</c:v>
                </c:pt>
                <c:pt idx="3015">
                  <c:v>7.5030000000000001</c:v>
                </c:pt>
                <c:pt idx="3016">
                  <c:v>7.3639999999999999</c:v>
                </c:pt>
                <c:pt idx="3017">
                  <c:v>7.5679999999999996</c:v>
                </c:pt>
                <c:pt idx="3018">
                  <c:v>7.3890000000000002</c:v>
                </c:pt>
                <c:pt idx="3019">
                  <c:v>7.8159999999999998</c:v>
                </c:pt>
                <c:pt idx="3020">
                  <c:v>7.9710000000000001</c:v>
                </c:pt>
                <c:pt idx="3021">
                  <c:v>8.0449999999999999</c:v>
                </c:pt>
                <c:pt idx="3022">
                  <c:v>7.8639999999999999</c:v>
                </c:pt>
                <c:pt idx="3023">
                  <c:v>7.94</c:v>
                </c:pt>
                <c:pt idx="3024">
                  <c:v>7.88</c:v>
                </c:pt>
                <c:pt idx="3025">
                  <c:v>7.8680000000000003</c:v>
                </c:pt>
                <c:pt idx="3026">
                  <c:v>7.968</c:v>
                </c:pt>
                <c:pt idx="3027">
                  <c:v>7.923</c:v>
                </c:pt>
                <c:pt idx="3028">
                  <c:v>7.9390000000000001</c:v>
                </c:pt>
                <c:pt idx="3029">
                  <c:v>7.6230000000000002</c:v>
                </c:pt>
                <c:pt idx="3030">
                  <c:v>7.6639999999999997</c:v>
                </c:pt>
                <c:pt idx="3031">
                  <c:v>7.984</c:v>
                </c:pt>
                <c:pt idx="3032">
                  <c:v>7.9550000000000001</c:v>
                </c:pt>
                <c:pt idx="3033">
                  <c:v>7.9960000000000004</c:v>
                </c:pt>
                <c:pt idx="3034">
                  <c:v>8.18</c:v>
                </c:pt>
                <c:pt idx="3035">
                  <c:v>8.3889999999999993</c:v>
                </c:pt>
                <c:pt idx="3036">
                  <c:v>8.4779999999999998</c:v>
                </c:pt>
                <c:pt idx="3037">
                  <c:v>8.5120000000000005</c:v>
                </c:pt>
                <c:pt idx="3038">
                  <c:v>8.1760000000000002</c:v>
                </c:pt>
                <c:pt idx="3039">
                  <c:v>8.2360000000000007</c:v>
                </c:pt>
                <c:pt idx="3040">
                  <c:v>7.5960000000000001</c:v>
                </c:pt>
                <c:pt idx="3041">
                  <c:v>7.4029999999999996</c:v>
                </c:pt>
                <c:pt idx="3042">
                  <c:v>7.5990000000000002</c:v>
                </c:pt>
                <c:pt idx="3043">
                  <c:v>7.5060000000000002</c:v>
                </c:pt>
                <c:pt idx="3044">
                  <c:v>7.4889999999999999</c:v>
                </c:pt>
                <c:pt idx="3045">
                  <c:v>7.2969999999999997</c:v>
                </c:pt>
                <c:pt idx="3046">
                  <c:v>7.3449999999999998</c:v>
                </c:pt>
                <c:pt idx="3047">
                  <c:v>7.13</c:v>
                </c:pt>
                <c:pt idx="3048">
                  <c:v>7.0279999999999996</c:v>
                </c:pt>
                <c:pt idx="3049">
                  <c:v>6.6239999999999997</c:v>
                </c:pt>
                <c:pt idx="3050">
                  <c:v>6.5960000000000001</c:v>
                </c:pt>
                <c:pt idx="3051">
                  <c:v>6.444</c:v>
                </c:pt>
                <c:pt idx="3052">
                  <c:v>6.48</c:v>
                </c:pt>
                <c:pt idx="3053">
                  <c:v>6.2089999999999996</c:v>
                </c:pt>
                <c:pt idx="3054">
                  <c:v>6.2309999999999999</c:v>
                </c:pt>
                <c:pt idx="3055">
                  <c:v>6.0229999999999997</c:v>
                </c:pt>
                <c:pt idx="3056">
                  <c:v>5.7450000000000001</c:v>
                </c:pt>
                <c:pt idx="3057">
                  <c:v>5.6689999999999996</c:v>
                </c:pt>
                <c:pt idx="3058">
                  <c:v>5.6150000000000002</c:v>
                </c:pt>
                <c:pt idx="3059">
                  <c:v>5.601</c:v>
                </c:pt>
                <c:pt idx="3060">
                  <c:v>5.5389999999999997</c:v>
                </c:pt>
                <c:pt idx="3061">
                  <c:v>6.0049999999999999</c:v>
                </c:pt>
                <c:pt idx="3062">
                  <c:v>5.9669999999999996</c:v>
                </c:pt>
                <c:pt idx="3063">
                  <c:v>6.1550000000000002</c:v>
                </c:pt>
                <c:pt idx="3064">
                  <c:v>6.2889999999999997</c:v>
                </c:pt>
                <c:pt idx="3065">
                  <c:v>6.6340000000000003</c:v>
                </c:pt>
                <c:pt idx="3066">
                  <c:v>6.1589999999999998</c:v>
                </c:pt>
                <c:pt idx="3067">
                  <c:v>6.2130000000000001</c:v>
                </c:pt>
                <c:pt idx="3068">
                  <c:v>5.9249999999999998</c:v>
                </c:pt>
                <c:pt idx="3069">
                  <c:v>5.9080000000000004</c:v>
                </c:pt>
                <c:pt idx="3070">
                  <c:v>5.7119999999999997</c:v>
                </c:pt>
                <c:pt idx="3071">
                  <c:v>5.4359999999999999</c:v>
                </c:pt>
                <c:pt idx="3072">
                  <c:v>5.327</c:v>
                </c:pt>
                <c:pt idx="3073">
                  <c:v>5.4080000000000004</c:v>
                </c:pt>
                <c:pt idx="3074">
                  <c:v>5.2770000000000001</c:v>
                </c:pt>
                <c:pt idx="3075">
                  <c:v>5.3029999999999999</c:v>
                </c:pt>
                <c:pt idx="3076">
                  <c:v>5.1769999999999996</c:v>
                </c:pt>
                <c:pt idx="3077">
                  <c:v>4.8150000000000004</c:v>
                </c:pt>
                <c:pt idx="3078">
                  <c:v>4.6269999999999998</c:v>
                </c:pt>
                <c:pt idx="3079">
                  <c:v>4.5350000000000001</c:v>
                </c:pt>
                <c:pt idx="3080">
                  <c:v>4.49</c:v>
                </c:pt>
                <c:pt idx="3081">
                  <c:v>4.5540000000000003</c:v>
                </c:pt>
                <c:pt idx="3082">
                  <c:v>4.5960000000000001</c:v>
                </c:pt>
                <c:pt idx="3083">
                  <c:v>4.4530000000000003</c:v>
                </c:pt>
                <c:pt idx="3084">
                  <c:v>4.6929999999999996</c:v>
                </c:pt>
                <c:pt idx="3085">
                  <c:v>4.556</c:v>
                </c:pt>
                <c:pt idx="3086">
                  <c:v>4.4630000000000001</c:v>
                </c:pt>
                <c:pt idx="3087">
                  <c:v>4.7030000000000003</c:v>
                </c:pt>
                <c:pt idx="3088">
                  <c:v>4.4539999999999997</c:v>
                </c:pt>
                <c:pt idx="3089">
                  <c:v>4.3860000000000001</c:v>
                </c:pt>
                <c:pt idx="3090">
                  <c:v>4.548</c:v>
                </c:pt>
                <c:pt idx="3091">
                  <c:v>4.2050000000000001</c:v>
                </c:pt>
              </c:numCache>
            </c:numRef>
          </c:val>
          <c:smooth val="0"/>
          <c:extLst>
            <c:ext xmlns:c16="http://schemas.microsoft.com/office/drawing/2014/chart" uri="{C3380CC4-5D6E-409C-BE32-E72D297353CC}">
              <c16:uniqueId val="{00000000-0835-4064-A648-96525A59486F}"/>
            </c:ext>
          </c:extLst>
        </c:ser>
        <c:dLbls>
          <c:showLegendKey val="0"/>
          <c:showVal val="0"/>
          <c:showCatName val="0"/>
          <c:showSerName val="0"/>
          <c:showPercent val="0"/>
          <c:showBubbleSize val="0"/>
        </c:dLbls>
        <c:marker val="1"/>
        <c:smooth val="0"/>
        <c:axId val="1947355504"/>
        <c:axId val="1224606720"/>
      </c:lineChart>
      <c:lineChart>
        <c:grouping val="standard"/>
        <c:varyColors val="0"/>
        <c:ser>
          <c:idx val="1"/>
          <c:order val="1"/>
          <c:tx>
            <c:strRef>
              <c:f>Sheet1!$C$1</c:f>
              <c:strCache>
                <c:ptCount val="1"/>
                <c:pt idx="0">
                  <c:v>Small caps</c:v>
                </c:pt>
              </c:strCache>
            </c:strRef>
          </c:tx>
          <c:spPr>
            <a:ln w="28575" cap="rnd">
              <a:solidFill>
                <a:schemeClr val="accent1"/>
              </a:solidFill>
              <a:round/>
            </a:ln>
            <a:effectLst/>
          </c:spPr>
          <c:marker>
            <c:symbol val="none"/>
          </c:marker>
          <c:cat>
            <c:numRef>
              <c:f>Sheet1!$A$2:$A$3093</c:f>
              <c:numCache>
                <c:formatCode>yyyy\-mm\-dd</c:formatCode>
                <c:ptCount val="3092"/>
                <c:pt idx="0">
                  <c:v>41774</c:v>
                </c:pt>
                <c:pt idx="1">
                  <c:v>41775</c:v>
                </c:pt>
                <c:pt idx="2">
                  <c:v>41778</c:v>
                </c:pt>
                <c:pt idx="3">
                  <c:v>41779</c:v>
                </c:pt>
                <c:pt idx="4">
                  <c:v>41780</c:v>
                </c:pt>
                <c:pt idx="5">
                  <c:v>41781</c:v>
                </c:pt>
                <c:pt idx="6">
                  <c:v>41782</c:v>
                </c:pt>
                <c:pt idx="7">
                  <c:v>41785</c:v>
                </c:pt>
                <c:pt idx="8">
                  <c:v>41786</c:v>
                </c:pt>
                <c:pt idx="9">
                  <c:v>41787</c:v>
                </c:pt>
                <c:pt idx="10">
                  <c:v>41788</c:v>
                </c:pt>
                <c:pt idx="11">
                  <c:v>41789</c:v>
                </c:pt>
                <c:pt idx="12">
                  <c:v>41792</c:v>
                </c:pt>
                <c:pt idx="13">
                  <c:v>41793</c:v>
                </c:pt>
                <c:pt idx="14">
                  <c:v>41794</c:v>
                </c:pt>
                <c:pt idx="15">
                  <c:v>41795</c:v>
                </c:pt>
                <c:pt idx="16">
                  <c:v>41796</c:v>
                </c:pt>
                <c:pt idx="17">
                  <c:v>41799</c:v>
                </c:pt>
                <c:pt idx="18">
                  <c:v>41800</c:v>
                </c:pt>
                <c:pt idx="19">
                  <c:v>41801</c:v>
                </c:pt>
                <c:pt idx="20">
                  <c:v>41803</c:v>
                </c:pt>
                <c:pt idx="21">
                  <c:v>41806</c:v>
                </c:pt>
                <c:pt idx="22">
                  <c:v>41807</c:v>
                </c:pt>
                <c:pt idx="23">
                  <c:v>41808</c:v>
                </c:pt>
                <c:pt idx="24">
                  <c:v>41810</c:v>
                </c:pt>
                <c:pt idx="25">
                  <c:v>41813</c:v>
                </c:pt>
                <c:pt idx="26">
                  <c:v>41814</c:v>
                </c:pt>
                <c:pt idx="27">
                  <c:v>41815</c:v>
                </c:pt>
                <c:pt idx="28">
                  <c:v>41816</c:v>
                </c:pt>
                <c:pt idx="29">
                  <c:v>41817</c:v>
                </c:pt>
                <c:pt idx="30">
                  <c:v>41820</c:v>
                </c:pt>
                <c:pt idx="31">
                  <c:v>41821</c:v>
                </c:pt>
                <c:pt idx="32">
                  <c:v>41822</c:v>
                </c:pt>
                <c:pt idx="33">
                  <c:v>41823</c:v>
                </c:pt>
                <c:pt idx="34">
                  <c:v>41824</c:v>
                </c:pt>
                <c:pt idx="35">
                  <c:v>41827</c:v>
                </c:pt>
                <c:pt idx="36">
                  <c:v>41828</c:v>
                </c:pt>
                <c:pt idx="37">
                  <c:v>41830</c:v>
                </c:pt>
                <c:pt idx="38">
                  <c:v>41831</c:v>
                </c:pt>
                <c:pt idx="39">
                  <c:v>41834</c:v>
                </c:pt>
                <c:pt idx="40">
                  <c:v>41835</c:v>
                </c:pt>
                <c:pt idx="41">
                  <c:v>41836</c:v>
                </c:pt>
                <c:pt idx="42">
                  <c:v>41837</c:v>
                </c:pt>
                <c:pt idx="43">
                  <c:v>41838</c:v>
                </c:pt>
                <c:pt idx="44">
                  <c:v>41841</c:v>
                </c:pt>
                <c:pt idx="45">
                  <c:v>41842</c:v>
                </c:pt>
                <c:pt idx="46">
                  <c:v>41843</c:v>
                </c:pt>
                <c:pt idx="47">
                  <c:v>41844</c:v>
                </c:pt>
                <c:pt idx="48">
                  <c:v>41845</c:v>
                </c:pt>
                <c:pt idx="49">
                  <c:v>41848</c:v>
                </c:pt>
                <c:pt idx="50">
                  <c:v>41849</c:v>
                </c:pt>
                <c:pt idx="51">
                  <c:v>41850</c:v>
                </c:pt>
                <c:pt idx="52">
                  <c:v>41851</c:v>
                </c:pt>
                <c:pt idx="53">
                  <c:v>41852</c:v>
                </c:pt>
                <c:pt idx="54">
                  <c:v>41855</c:v>
                </c:pt>
                <c:pt idx="55">
                  <c:v>41856</c:v>
                </c:pt>
                <c:pt idx="56">
                  <c:v>41857</c:v>
                </c:pt>
                <c:pt idx="57">
                  <c:v>41858</c:v>
                </c:pt>
                <c:pt idx="58">
                  <c:v>41859</c:v>
                </c:pt>
                <c:pt idx="59">
                  <c:v>41862</c:v>
                </c:pt>
                <c:pt idx="60">
                  <c:v>41863</c:v>
                </c:pt>
                <c:pt idx="61">
                  <c:v>41864</c:v>
                </c:pt>
                <c:pt idx="62">
                  <c:v>41865</c:v>
                </c:pt>
                <c:pt idx="63">
                  <c:v>41866</c:v>
                </c:pt>
                <c:pt idx="64">
                  <c:v>41869</c:v>
                </c:pt>
                <c:pt idx="65">
                  <c:v>41870</c:v>
                </c:pt>
                <c:pt idx="66">
                  <c:v>41871</c:v>
                </c:pt>
                <c:pt idx="67">
                  <c:v>41872</c:v>
                </c:pt>
                <c:pt idx="68">
                  <c:v>41873</c:v>
                </c:pt>
                <c:pt idx="69">
                  <c:v>41876</c:v>
                </c:pt>
                <c:pt idx="70">
                  <c:v>41877</c:v>
                </c:pt>
                <c:pt idx="71">
                  <c:v>41878</c:v>
                </c:pt>
                <c:pt idx="72">
                  <c:v>41879</c:v>
                </c:pt>
                <c:pt idx="73">
                  <c:v>41880</c:v>
                </c:pt>
                <c:pt idx="74">
                  <c:v>41883</c:v>
                </c:pt>
                <c:pt idx="75">
                  <c:v>41884</c:v>
                </c:pt>
                <c:pt idx="76">
                  <c:v>41885</c:v>
                </c:pt>
                <c:pt idx="77">
                  <c:v>41886</c:v>
                </c:pt>
                <c:pt idx="78">
                  <c:v>41887</c:v>
                </c:pt>
                <c:pt idx="79">
                  <c:v>41890</c:v>
                </c:pt>
                <c:pt idx="80">
                  <c:v>41891</c:v>
                </c:pt>
                <c:pt idx="81">
                  <c:v>41892</c:v>
                </c:pt>
                <c:pt idx="82">
                  <c:v>41893</c:v>
                </c:pt>
                <c:pt idx="83">
                  <c:v>41894</c:v>
                </c:pt>
                <c:pt idx="84">
                  <c:v>41897</c:v>
                </c:pt>
                <c:pt idx="85">
                  <c:v>41898</c:v>
                </c:pt>
                <c:pt idx="86">
                  <c:v>41899</c:v>
                </c:pt>
                <c:pt idx="87">
                  <c:v>41900</c:v>
                </c:pt>
                <c:pt idx="88">
                  <c:v>41901</c:v>
                </c:pt>
                <c:pt idx="89">
                  <c:v>41904</c:v>
                </c:pt>
                <c:pt idx="90">
                  <c:v>41905</c:v>
                </c:pt>
                <c:pt idx="91">
                  <c:v>41906</c:v>
                </c:pt>
                <c:pt idx="92">
                  <c:v>41907</c:v>
                </c:pt>
                <c:pt idx="93">
                  <c:v>41908</c:v>
                </c:pt>
                <c:pt idx="94">
                  <c:v>41911</c:v>
                </c:pt>
                <c:pt idx="95">
                  <c:v>41912</c:v>
                </c:pt>
                <c:pt idx="96">
                  <c:v>41913</c:v>
                </c:pt>
                <c:pt idx="97">
                  <c:v>41914</c:v>
                </c:pt>
                <c:pt idx="98">
                  <c:v>41915</c:v>
                </c:pt>
                <c:pt idx="99">
                  <c:v>41918</c:v>
                </c:pt>
                <c:pt idx="100">
                  <c:v>41919</c:v>
                </c:pt>
                <c:pt idx="101">
                  <c:v>41920</c:v>
                </c:pt>
                <c:pt idx="102">
                  <c:v>41921</c:v>
                </c:pt>
                <c:pt idx="103">
                  <c:v>41922</c:v>
                </c:pt>
                <c:pt idx="104">
                  <c:v>41925</c:v>
                </c:pt>
                <c:pt idx="105">
                  <c:v>41926</c:v>
                </c:pt>
                <c:pt idx="106">
                  <c:v>41927</c:v>
                </c:pt>
                <c:pt idx="107">
                  <c:v>41928</c:v>
                </c:pt>
                <c:pt idx="108">
                  <c:v>41929</c:v>
                </c:pt>
                <c:pt idx="109">
                  <c:v>41932</c:v>
                </c:pt>
                <c:pt idx="110">
                  <c:v>41933</c:v>
                </c:pt>
                <c:pt idx="111">
                  <c:v>41934</c:v>
                </c:pt>
                <c:pt idx="112">
                  <c:v>41935</c:v>
                </c:pt>
                <c:pt idx="113">
                  <c:v>41936</c:v>
                </c:pt>
                <c:pt idx="114">
                  <c:v>41939</c:v>
                </c:pt>
                <c:pt idx="115">
                  <c:v>41940</c:v>
                </c:pt>
                <c:pt idx="116">
                  <c:v>41941</c:v>
                </c:pt>
                <c:pt idx="117">
                  <c:v>41942</c:v>
                </c:pt>
                <c:pt idx="118">
                  <c:v>41943</c:v>
                </c:pt>
                <c:pt idx="119">
                  <c:v>41946</c:v>
                </c:pt>
                <c:pt idx="120">
                  <c:v>41947</c:v>
                </c:pt>
                <c:pt idx="121">
                  <c:v>41948</c:v>
                </c:pt>
                <c:pt idx="122">
                  <c:v>41949</c:v>
                </c:pt>
                <c:pt idx="123">
                  <c:v>41950</c:v>
                </c:pt>
                <c:pt idx="124">
                  <c:v>41953</c:v>
                </c:pt>
                <c:pt idx="125">
                  <c:v>41954</c:v>
                </c:pt>
                <c:pt idx="126">
                  <c:v>41955</c:v>
                </c:pt>
                <c:pt idx="127">
                  <c:v>41956</c:v>
                </c:pt>
                <c:pt idx="128">
                  <c:v>41957</c:v>
                </c:pt>
                <c:pt idx="129">
                  <c:v>41960</c:v>
                </c:pt>
                <c:pt idx="130">
                  <c:v>41961</c:v>
                </c:pt>
                <c:pt idx="131">
                  <c:v>41962</c:v>
                </c:pt>
                <c:pt idx="132">
                  <c:v>41964</c:v>
                </c:pt>
                <c:pt idx="133">
                  <c:v>41967</c:v>
                </c:pt>
                <c:pt idx="134">
                  <c:v>41968</c:v>
                </c:pt>
                <c:pt idx="135">
                  <c:v>41969</c:v>
                </c:pt>
                <c:pt idx="136">
                  <c:v>41970</c:v>
                </c:pt>
                <c:pt idx="137">
                  <c:v>41971</c:v>
                </c:pt>
                <c:pt idx="138">
                  <c:v>41974</c:v>
                </c:pt>
                <c:pt idx="139">
                  <c:v>41975</c:v>
                </c:pt>
                <c:pt idx="140">
                  <c:v>41976</c:v>
                </c:pt>
                <c:pt idx="141">
                  <c:v>41977</c:v>
                </c:pt>
                <c:pt idx="142">
                  <c:v>41978</c:v>
                </c:pt>
                <c:pt idx="143">
                  <c:v>41981</c:v>
                </c:pt>
                <c:pt idx="144">
                  <c:v>41982</c:v>
                </c:pt>
                <c:pt idx="145">
                  <c:v>41983</c:v>
                </c:pt>
                <c:pt idx="146">
                  <c:v>41984</c:v>
                </c:pt>
                <c:pt idx="147">
                  <c:v>41985</c:v>
                </c:pt>
                <c:pt idx="148">
                  <c:v>41988</c:v>
                </c:pt>
                <c:pt idx="149">
                  <c:v>41989</c:v>
                </c:pt>
                <c:pt idx="150">
                  <c:v>41990</c:v>
                </c:pt>
                <c:pt idx="151">
                  <c:v>41991</c:v>
                </c:pt>
                <c:pt idx="152">
                  <c:v>41992</c:v>
                </c:pt>
                <c:pt idx="153">
                  <c:v>41995</c:v>
                </c:pt>
                <c:pt idx="154">
                  <c:v>41996</c:v>
                </c:pt>
                <c:pt idx="155">
                  <c:v>41999</c:v>
                </c:pt>
                <c:pt idx="156">
                  <c:v>42002</c:v>
                </c:pt>
                <c:pt idx="157">
                  <c:v>42003</c:v>
                </c:pt>
                <c:pt idx="158">
                  <c:v>42006</c:v>
                </c:pt>
                <c:pt idx="159">
                  <c:v>42009</c:v>
                </c:pt>
                <c:pt idx="160">
                  <c:v>42010</c:v>
                </c:pt>
                <c:pt idx="161">
                  <c:v>42011</c:v>
                </c:pt>
                <c:pt idx="162">
                  <c:v>42012</c:v>
                </c:pt>
                <c:pt idx="163">
                  <c:v>42013</c:v>
                </c:pt>
                <c:pt idx="164">
                  <c:v>42016</c:v>
                </c:pt>
                <c:pt idx="165">
                  <c:v>42017</c:v>
                </c:pt>
                <c:pt idx="166">
                  <c:v>42018</c:v>
                </c:pt>
                <c:pt idx="167">
                  <c:v>42019</c:v>
                </c:pt>
                <c:pt idx="168">
                  <c:v>42020</c:v>
                </c:pt>
                <c:pt idx="169">
                  <c:v>42023</c:v>
                </c:pt>
                <c:pt idx="170">
                  <c:v>42024</c:v>
                </c:pt>
                <c:pt idx="171">
                  <c:v>42025</c:v>
                </c:pt>
                <c:pt idx="172">
                  <c:v>42026</c:v>
                </c:pt>
                <c:pt idx="173">
                  <c:v>42027</c:v>
                </c:pt>
                <c:pt idx="174">
                  <c:v>42030</c:v>
                </c:pt>
                <c:pt idx="175">
                  <c:v>42031</c:v>
                </c:pt>
                <c:pt idx="176">
                  <c:v>42032</c:v>
                </c:pt>
                <c:pt idx="177">
                  <c:v>42033</c:v>
                </c:pt>
                <c:pt idx="178">
                  <c:v>42034</c:v>
                </c:pt>
                <c:pt idx="179">
                  <c:v>42037</c:v>
                </c:pt>
                <c:pt idx="180">
                  <c:v>42038</c:v>
                </c:pt>
                <c:pt idx="181">
                  <c:v>42039</c:v>
                </c:pt>
                <c:pt idx="182">
                  <c:v>42040</c:v>
                </c:pt>
                <c:pt idx="183">
                  <c:v>42041</c:v>
                </c:pt>
                <c:pt idx="184">
                  <c:v>42044</c:v>
                </c:pt>
                <c:pt idx="185">
                  <c:v>42045</c:v>
                </c:pt>
                <c:pt idx="186">
                  <c:v>42046</c:v>
                </c:pt>
                <c:pt idx="187">
                  <c:v>42047</c:v>
                </c:pt>
                <c:pt idx="188">
                  <c:v>42048</c:v>
                </c:pt>
                <c:pt idx="189">
                  <c:v>42053</c:v>
                </c:pt>
                <c:pt idx="190">
                  <c:v>42054</c:v>
                </c:pt>
                <c:pt idx="191">
                  <c:v>42055</c:v>
                </c:pt>
                <c:pt idx="192">
                  <c:v>42058</c:v>
                </c:pt>
                <c:pt idx="193">
                  <c:v>42059</c:v>
                </c:pt>
                <c:pt idx="194">
                  <c:v>42060</c:v>
                </c:pt>
                <c:pt idx="195">
                  <c:v>42061</c:v>
                </c:pt>
                <c:pt idx="196">
                  <c:v>42062</c:v>
                </c:pt>
                <c:pt idx="197">
                  <c:v>42065</c:v>
                </c:pt>
                <c:pt idx="198">
                  <c:v>42066</c:v>
                </c:pt>
                <c:pt idx="199">
                  <c:v>42067</c:v>
                </c:pt>
                <c:pt idx="200">
                  <c:v>42068</c:v>
                </c:pt>
                <c:pt idx="201">
                  <c:v>42069</c:v>
                </c:pt>
                <c:pt idx="202">
                  <c:v>42072</c:v>
                </c:pt>
                <c:pt idx="203">
                  <c:v>42073</c:v>
                </c:pt>
                <c:pt idx="204">
                  <c:v>42074</c:v>
                </c:pt>
                <c:pt idx="205">
                  <c:v>42075</c:v>
                </c:pt>
                <c:pt idx="206">
                  <c:v>42076</c:v>
                </c:pt>
                <c:pt idx="207">
                  <c:v>42079</c:v>
                </c:pt>
                <c:pt idx="208">
                  <c:v>42080</c:v>
                </c:pt>
                <c:pt idx="209">
                  <c:v>42081</c:v>
                </c:pt>
                <c:pt idx="210">
                  <c:v>42082</c:v>
                </c:pt>
                <c:pt idx="211">
                  <c:v>42083</c:v>
                </c:pt>
                <c:pt idx="212">
                  <c:v>42086</c:v>
                </c:pt>
                <c:pt idx="213">
                  <c:v>42087</c:v>
                </c:pt>
                <c:pt idx="214">
                  <c:v>42088</c:v>
                </c:pt>
                <c:pt idx="215">
                  <c:v>42089</c:v>
                </c:pt>
                <c:pt idx="216">
                  <c:v>42090</c:v>
                </c:pt>
                <c:pt idx="217">
                  <c:v>42093</c:v>
                </c:pt>
                <c:pt idx="218">
                  <c:v>42094</c:v>
                </c:pt>
                <c:pt idx="219">
                  <c:v>42095</c:v>
                </c:pt>
                <c:pt idx="220">
                  <c:v>42096</c:v>
                </c:pt>
                <c:pt idx="221">
                  <c:v>42100</c:v>
                </c:pt>
                <c:pt idx="222">
                  <c:v>42101</c:v>
                </c:pt>
                <c:pt idx="223">
                  <c:v>42102</c:v>
                </c:pt>
                <c:pt idx="224">
                  <c:v>42103</c:v>
                </c:pt>
                <c:pt idx="225">
                  <c:v>42104</c:v>
                </c:pt>
                <c:pt idx="226">
                  <c:v>42107</c:v>
                </c:pt>
                <c:pt idx="227">
                  <c:v>42108</c:v>
                </c:pt>
                <c:pt idx="228">
                  <c:v>42109</c:v>
                </c:pt>
                <c:pt idx="229">
                  <c:v>42110</c:v>
                </c:pt>
                <c:pt idx="230">
                  <c:v>42111</c:v>
                </c:pt>
                <c:pt idx="231">
                  <c:v>42114</c:v>
                </c:pt>
                <c:pt idx="232">
                  <c:v>42116</c:v>
                </c:pt>
                <c:pt idx="233">
                  <c:v>42117</c:v>
                </c:pt>
                <c:pt idx="234">
                  <c:v>42118</c:v>
                </c:pt>
                <c:pt idx="235">
                  <c:v>42121</c:v>
                </c:pt>
                <c:pt idx="236">
                  <c:v>42122</c:v>
                </c:pt>
                <c:pt idx="237">
                  <c:v>42123</c:v>
                </c:pt>
                <c:pt idx="238">
                  <c:v>42124</c:v>
                </c:pt>
                <c:pt idx="239">
                  <c:v>42128</c:v>
                </c:pt>
                <c:pt idx="240">
                  <c:v>42129</c:v>
                </c:pt>
                <c:pt idx="241">
                  <c:v>42130</c:v>
                </c:pt>
                <c:pt idx="242">
                  <c:v>42131</c:v>
                </c:pt>
                <c:pt idx="243">
                  <c:v>42132</c:v>
                </c:pt>
                <c:pt idx="244">
                  <c:v>42135</c:v>
                </c:pt>
                <c:pt idx="245">
                  <c:v>42136</c:v>
                </c:pt>
                <c:pt idx="246">
                  <c:v>42137</c:v>
                </c:pt>
                <c:pt idx="247">
                  <c:v>42138</c:v>
                </c:pt>
                <c:pt idx="248">
                  <c:v>42139</c:v>
                </c:pt>
                <c:pt idx="249">
                  <c:v>42142</c:v>
                </c:pt>
                <c:pt idx="250">
                  <c:v>42143</c:v>
                </c:pt>
                <c:pt idx="251">
                  <c:v>42144</c:v>
                </c:pt>
                <c:pt idx="252">
                  <c:v>42145</c:v>
                </c:pt>
                <c:pt idx="253">
                  <c:v>42146</c:v>
                </c:pt>
                <c:pt idx="254">
                  <c:v>42149</c:v>
                </c:pt>
                <c:pt idx="255">
                  <c:v>42150</c:v>
                </c:pt>
                <c:pt idx="256">
                  <c:v>42151</c:v>
                </c:pt>
                <c:pt idx="257">
                  <c:v>42152</c:v>
                </c:pt>
                <c:pt idx="258">
                  <c:v>42153</c:v>
                </c:pt>
                <c:pt idx="259">
                  <c:v>42156</c:v>
                </c:pt>
                <c:pt idx="260">
                  <c:v>42157</c:v>
                </c:pt>
                <c:pt idx="261">
                  <c:v>42158</c:v>
                </c:pt>
                <c:pt idx="262">
                  <c:v>42160</c:v>
                </c:pt>
                <c:pt idx="263">
                  <c:v>42163</c:v>
                </c:pt>
                <c:pt idx="264">
                  <c:v>42164</c:v>
                </c:pt>
                <c:pt idx="265">
                  <c:v>42165</c:v>
                </c:pt>
                <c:pt idx="266">
                  <c:v>42166</c:v>
                </c:pt>
                <c:pt idx="267">
                  <c:v>42167</c:v>
                </c:pt>
                <c:pt idx="268">
                  <c:v>42170</c:v>
                </c:pt>
                <c:pt idx="269">
                  <c:v>42171</c:v>
                </c:pt>
                <c:pt idx="270">
                  <c:v>42172</c:v>
                </c:pt>
                <c:pt idx="271">
                  <c:v>42173</c:v>
                </c:pt>
                <c:pt idx="272">
                  <c:v>42174</c:v>
                </c:pt>
                <c:pt idx="273">
                  <c:v>42177</c:v>
                </c:pt>
                <c:pt idx="274">
                  <c:v>42178</c:v>
                </c:pt>
                <c:pt idx="275">
                  <c:v>42179</c:v>
                </c:pt>
                <c:pt idx="276">
                  <c:v>42180</c:v>
                </c:pt>
                <c:pt idx="277">
                  <c:v>42181</c:v>
                </c:pt>
                <c:pt idx="278">
                  <c:v>42184</c:v>
                </c:pt>
                <c:pt idx="279">
                  <c:v>42185</c:v>
                </c:pt>
                <c:pt idx="280">
                  <c:v>42186</c:v>
                </c:pt>
                <c:pt idx="281">
                  <c:v>42187</c:v>
                </c:pt>
                <c:pt idx="282">
                  <c:v>42188</c:v>
                </c:pt>
                <c:pt idx="283">
                  <c:v>42191</c:v>
                </c:pt>
                <c:pt idx="284">
                  <c:v>42192</c:v>
                </c:pt>
                <c:pt idx="285">
                  <c:v>42193</c:v>
                </c:pt>
                <c:pt idx="286">
                  <c:v>42195</c:v>
                </c:pt>
                <c:pt idx="287">
                  <c:v>42198</c:v>
                </c:pt>
                <c:pt idx="288">
                  <c:v>42199</c:v>
                </c:pt>
                <c:pt idx="289">
                  <c:v>42200</c:v>
                </c:pt>
                <c:pt idx="290">
                  <c:v>42201</c:v>
                </c:pt>
                <c:pt idx="291">
                  <c:v>42202</c:v>
                </c:pt>
                <c:pt idx="292">
                  <c:v>42205</c:v>
                </c:pt>
                <c:pt idx="293">
                  <c:v>42206</c:v>
                </c:pt>
                <c:pt idx="294">
                  <c:v>42207</c:v>
                </c:pt>
                <c:pt idx="295">
                  <c:v>42208</c:v>
                </c:pt>
                <c:pt idx="296">
                  <c:v>42209</c:v>
                </c:pt>
                <c:pt idx="297">
                  <c:v>42212</c:v>
                </c:pt>
                <c:pt idx="298">
                  <c:v>42213</c:v>
                </c:pt>
                <c:pt idx="299">
                  <c:v>42214</c:v>
                </c:pt>
                <c:pt idx="300">
                  <c:v>42215</c:v>
                </c:pt>
                <c:pt idx="301">
                  <c:v>42216</c:v>
                </c:pt>
                <c:pt idx="302">
                  <c:v>42219</c:v>
                </c:pt>
                <c:pt idx="303">
                  <c:v>42220</c:v>
                </c:pt>
                <c:pt idx="304">
                  <c:v>42221</c:v>
                </c:pt>
                <c:pt idx="305">
                  <c:v>42222</c:v>
                </c:pt>
                <c:pt idx="306">
                  <c:v>42223</c:v>
                </c:pt>
                <c:pt idx="307">
                  <c:v>42226</c:v>
                </c:pt>
                <c:pt idx="308">
                  <c:v>42227</c:v>
                </c:pt>
                <c:pt idx="309">
                  <c:v>42228</c:v>
                </c:pt>
                <c:pt idx="310">
                  <c:v>42229</c:v>
                </c:pt>
                <c:pt idx="311">
                  <c:v>42230</c:v>
                </c:pt>
                <c:pt idx="312">
                  <c:v>42233</c:v>
                </c:pt>
                <c:pt idx="313">
                  <c:v>42234</c:v>
                </c:pt>
                <c:pt idx="314">
                  <c:v>42235</c:v>
                </c:pt>
                <c:pt idx="315">
                  <c:v>42236</c:v>
                </c:pt>
                <c:pt idx="316">
                  <c:v>42237</c:v>
                </c:pt>
                <c:pt idx="317">
                  <c:v>42240</c:v>
                </c:pt>
                <c:pt idx="318">
                  <c:v>42241</c:v>
                </c:pt>
                <c:pt idx="319">
                  <c:v>42242</c:v>
                </c:pt>
                <c:pt idx="320">
                  <c:v>42243</c:v>
                </c:pt>
                <c:pt idx="321">
                  <c:v>42244</c:v>
                </c:pt>
                <c:pt idx="322">
                  <c:v>42247</c:v>
                </c:pt>
                <c:pt idx="323">
                  <c:v>42248</c:v>
                </c:pt>
                <c:pt idx="324">
                  <c:v>42249</c:v>
                </c:pt>
                <c:pt idx="325">
                  <c:v>42250</c:v>
                </c:pt>
                <c:pt idx="326">
                  <c:v>42251</c:v>
                </c:pt>
                <c:pt idx="327">
                  <c:v>42255</c:v>
                </c:pt>
                <c:pt idx="328">
                  <c:v>42256</c:v>
                </c:pt>
                <c:pt idx="329">
                  <c:v>42257</c:v>
                </c:pt>
                <c:pt idx="330">
                  <c:v>42258</c:v>
                </c:pt>
                <c:pt idx="331">
                  <c:v>42261</c:v>
                </c:pt>
                <c:pt idx="332">
                  <c:v>42262</c:v>
                </c:pt>
                <c:pt idx="333">
                  <c:v>42263</c:v>
                </c:pt>
                <c:pt idx="334">
                  <c:v>42264</c:v>
                </c:pt>
                <c:pt idx="335">
                  <c:v>42265</c:v>
                </c:pt>
                <c:pt idx="336">
                  <c:v>42268</c:v>
                </c:pt>
                <c:pt idx="337">
                  <c:v>42269</c:v>
                </c:pt>
                <c:pt idx="338">
                  <c:v>42270</c:v>
                </c:pt>
                <c:pt idx="339">
                  <c:v>42271</c:v>
                </c:pt>
                <c:pt idx="340">
                  <c:v>42272</c:v>
                </c:pt>
                <c:pt idx="341">
                  <c:v>42275</c:v>
                </c:pt>
                <c:pt idx="342">
                  <c:v>42276</c:v>
                </c:pt>
                <c:pt idx="343">
                  <c:v>42277</c:v>
                </c:pt>
                <c:pt idx="344">
                  <c:v>42278</c:v>
                </c:pt>
                <c:pt idx="345">
                  <c:v>42279</c:v>
                </c:pt>
                <c:pt idx="346">
                  <c:v>42282</c:v>
                </c:pt>
                <c:pt idx="347">
                  <c:v>42283</c:v>
                </c:pt>
                <c:pt idx="348">
                  <c:v>42284</c:v>
                </c:pt>
                <c:pt idx="349">
                  <c:v>42285</c:v>
                </c:pt>
                <c:pt idx="350">
                  <c:v>42286</c:v>
                </c:pt>
                <c:pt idx="351">
                  <c:v>42290</c:v>
                </c:pt>
                <c:pt idx="352">
                  <c:v>42291</c:v>
                </c:pt>
                <c:pt idx="353">
                  <c:v>42292</c:v>
                </c:pt>
                <c:pt idx="354">
                  <c:v>42293</c:v>
                </c:pt>
                <c:pt idx="355">
                  <c:v>42296</c:v>
                </c:pt>
                <c:pt idx="356">
                  <c:v>42297</c:v>
                </c:pt>
                <c:pt idx="357">
                  <c:v>42298</c:v>
                </c:pt>
                <c:pt idx="358">
                  <c:v>42299</c:v>
                </c:pt>
                <c:pt idx="359">
                  <c:v>42300</c:v>
                </c:pt>
                <c:pt idx="360">
                  <c:v>42303</c:v>
                </c:pt>
                <c:pt idx="361">
                  <c:v>42304</c:v>
                </c:pt>
                <c:pt idx="362">
                  <c:v>42305</c:v>
                </c:pt>
                <c:pt idx="363">
                  <c:v>42306</c:v>
                </c:pt>
                <c:pt idx="364">
                  <c:v>42307</c:v>
                </c:pt>
                <c:pt idx="365">
                  <c:v>42311</c:v>
                </c:pt>
                <c:pt idx="366">
                  <c:v>42312</c:v>
                </c:pt>
                <c:pt idx="367">
                  <c:v>42313</c:v>
                </c:pt>
                <c:pt idx="368">
                  <c:v>42314</c:v>
                </c:pt>
                <c:pt idx="369">
                  <c:v>42317</c:v>
                </c:pt>
                <c:pt idx="370">
                  <c:v>42318</c:v>
                </c:pt>
                <c:pt idx="371">
                  <c:v>42319</c:v>
                </c:pt>
                <c:pt idx="372">
                  <c:v>42320</c:v>
                </c:pt>
                <c:pt idx="373">
                  <c:v>42321</c:v>
                </c:pt>
                <c:pt idx="374">
                  <c:v>42324</c:v>
                </c:pt>
                <c:pt idx="375">
                  <c:v>42325</c:v>
                </c:pt>
                <c:pt idx="376">
                  <c:v>42326</c:v>
                </c:pt>
                <c:pt idx="377">
                  <c:v>42327</c:v>
                </c:pt>
                <c:pt idx="378">
                  <c:v>42331</c:v>
                </c:pt>
                <c:pt idx="379">
                  <c:v>42332</c:v>
                </c:pt>
                <c:pt idx="380">
                  <c:v>42333</c:v>
                </c:pt>
                <c:pt idx="381">
                  <c:v>42334</c:v>
                </c:pt>
                <c:pt idx="382">
                  <c:v>42335</c:v>
                </c:pt>
                <c:pt idx="383">
                  <c:v>42338</c:v>
                </c:pt>
                <c:pt idx="384">
                  <c:v>42339</c:v>
                </c:pt>
                <c:pt idx="385">
                  <c:v>42340</c:v>
                </c:pt>
                <c:pt idx="386">
                  <c:v>42341</c:v>
                </c:pt>
                <c:pt idx="387">
                  <c:v>42342</c:v>
                </c:pt>
                <c:pt idx="388">
                  <c:v>42345</c:v>
                </c:pt>
                <c:pt idx="389">
                  <c:v>42346</c:v>
                </c:pt>
                <c:pt idx="390">
                  <c:v>42347</c:v>
                </c:pt>
                <c:pt idx="391">
                  <c:v>42348</c:v>
                </c:pt>
                <c:pt idx="392">
                  <c:v>42349</c:v>
                </c:pt>
                <c:pt idx="393">
                  <c:v>42352</c:v>
                </c:pt>
                <c:pt idx="394">
                  <c:v>42353</c:v>
                </c:pt>
                <c:pt idx="395">
                  <c:v>42354</c:v>
                </c:pt>
                <c:pt idx="396">
                  <c:v>42355</c:v>
                </c:pt>
                <c:pt idx="397">
                  <c:v>42356</c:v>
                </c:pt>
                <c:pt idx="398">
                  <c:v>42359</c:v>
                </c:pt>
                <c:pt idx="399">
                  <c:v>42360</c:v>
                </c:pt>
                <c:pt idx="400">
                  <c:v>42361</c:v>
                </c:pt>
                <c:pt idx="401">
                  <c:v>42366</c:v>
                </c:pt>
                <c:pt idx="402">
                  <c:v>42367</c:v>
                </c:pt>
                <c:pt idx="403">
                  <c:v>42368</c:v>
                </c:pt>
                <c:pt idx="404">
                  <c:v>42373</c:v>
                </c:pt>
                <c:pt idx="405">
                  <c:v>42374</c:v>
                </c:pt>
                <c:pt idx="406">
                  <c:v>42375</c:v>
                </c:pt>
                <c:pt idx="407">
                  <c:v>42376</c:v>
                </c:pt>
                <c:pt idx="408">
                  <c:v>42377</c:v>
                </c:pt>
                <c:pt idx="409">
                  <c:v>42380</c:v>
                </c:pt>
                <c:pt idx="410">
                  <c:v>42381</c:v>
                </c:pt>
                <c:pt idx="411">
                  <c:v>42382</c:v>
                </c:pt>
                <c:pt idx="412">
                  <c:v>42383</c:v>
                </c:pt>
                <c:pt idx="413">
                  <c:v>42384</c:v>
                </c:pt>
                <c:pt idx="414">
                  <c:v>42387</c:v>
                </c:pt>
                <c:pt idx="415">
                  <c:v>42388</c:v>
                </c:pt>
                <c:pt idx="416">
                  <c:v>42389</c:v>
                </c:pt>
                <c:pt idx="417">
                  <c:v>42390</c:v>
                </c:pt>
                <c:pt idx="418">
                  <c:v>42391</c:v>
                </c:pt>
                <c:pt idx="419">
                  <c:v>42395</c:v>
                </c:pt>
                <c:pt idx="420">
                  <c:v>42396</c:v>
                </c:pt>
                <c:pt idx="421">
                  <c:v>42397</c:v>
                </c:pt>
                <c:pt idx="422">
                  <c:v>42398</c:v>
                </c:pt>
                <c:pt idx="423">
                  <c:v>42401</c:v>
                </c:pt>
                <c:pt idx="424">
                  <c:v>42402</c:v>
                </c:pt>
                <c:pt idx="425">
                  <c:v>42403</c:v>
                </c:pt>
                <c:pt idx="426">
                  <c:v>42404</c:v>
                </c:pt>
                <c:pt idx="427">
                  <c:v>42405</c:v>
                </c:pt>
                <c:pt idx="428">
                  <c:v>42410</c:v>
                </c:pt>
                <c:pt idx="429">
                  <c:v>42411</c:v>
                </c:pt>
                <c:pt idx="430">
                  <c:v>42412</c:v>
                </c:pt>
                <c:pt idx="431">
                  <c:v>42415</c:v>
                </c:pt>
                <c:pt idx="432">
                  <c:v>42416</c:v>
                </c:pt>
                <c:pt idx="433">
                  <c:v>42417</c:v>
                </c:pt>
                <c:pt idx="434">
                  <c:v>42418</c:v>
                </c:pt>
                <c:pt idx="435">
                  <c:v>42419</c:v>
                </c:pt>
                <c:pt idx="436">
                  <c:v>42422</c:v>
                </c:pt>
                <c:pt idx="437">
                  <c:v>42423</c:v>
                </c:pt>
                <c:pt idx="438">
                  <c:v>42424</c:v>
                </c:pt>
                <c:pt idx="439">
                  <c:v>42425</c:v>
                </c:pt>
                <c:pt idx="440">
                  <c:v>42426</c:v>
                </c:pt>
                <c:pt idx="441">
                  <c:v>42429</c:v>
                </c:pt>
                <c:pt idx="442">
                  <c:v>42430</c:v>
                </c:pt>
                <c:pt idx="443">
                  <c:v>42431</c:v>
                </c:pt>
                <c:pt idx="444">
                  <c:v>42432</c:v>
                </c:pt>
                <c:pt idx="445">
                  <c:v>42433</c:v>
                </c:pt>
                <c:pt idx="446">
                  <c:v>42436</c:v>
                </c:pt>
                <c:pt idx="447">
                  <c:v>42437</c:v>
                </c:pt>
                <c:pt idx="448">
                  <c:v>42438</c:v>
                </c:pt>
                <c:pt idx="449">
                  <c:v>42439</c:v>
                </c:pt>
                <c:pt idx="450">
                  <c:v>42440</c:v>
                </c:pt>
                <c:pt idx="451">
                  <c:v>42443</c:v>
                </c:pt>
                <c:pt idx="452">
                  <c:v>42444</c:v>
                </c:pt>
                <c:pt idx="453">
                  <c:v>42445</c:v>
                </c:pt>
                <c:pt idx="454">
                  <c:v>42446</c:v>
                </c:pt>
                <c:pt idx="455">
                  <c:v>42447</c:v>
                </c:pt>
                <c:pt idx="456">
                  <c:v>42450</c:v>
                </c:pt>
                <c:pt idx="457">
                  <c:v>42451</c:v>
                </c:pt>
                <c:pt idx="458">
                  <c:v>42452</c:v>
                </c:pt>
                <c:pt idx="459">
                  <c:v>42453</c:v>
                </c:pt>
                <c:pt idx="460">
                  <c:v>42457</c:v>
                </c:pt>
                <c:pt idx="461">
                  <c:v>42458</c:v>
                </c:pt>
                <c:pt idx="462">
                  <c:v>42459</c:v>
                </c:pt>
                <c:pt idx="463">
                  <c:v>42460</c:v>
                </c:pt>
                <c:pt idx="464">
                  <c:v>42461</c:v>
                </c:pt>
                <c:pt idx="465">
                  <c:v>42464</c:v>
                </c:pt>
                <c:pt idx="466">
                  <c:v>42465</c:v>
                </c:pt>
                <c:pt idx="467">
                  <c:v>42466</c:v>
                </c:pt>
                <c:pt idx="468">
                  <c:v>42467</c:v>
                </c:pt>
                <c:pt idx="469">
                  <c:v>42468</c:v>
                </c:pt>
                <c:pt idx="470">
                  <c:v>42471</c:v>
                </c:pt>
                <c:pt idx="471">
                  <c:v>42472</c:v>
                </c:pt>
                <c:pt idx="472">
                  <c:v>42473</c:v>
                </c:pt>
                <c:pt idx="473">
                  <c:v>42474</c:v>
                </c:pt>
                <c:pt idx="474">
                  <c:v>42475</c:v>
                </c:pt>
                <c:pt idx="475">
                  <c:v>42478</c:v>
                </c:pt>
                <c:pt idx="476">
                  <c:v>42479</c:v>
                </c:pt>
                <c:pt idx="477">
                  <c:v>42480</c:v>
                </c:pt>
                <c:pt idx="478">
                  <c:v>42482</c:v>
                </c:pt>
                <c:pt idx="479">
                  <c:v>42485</c:v>
                </c:pt>
                <c:pt idx="480">
                  <c:v>42486</c:v>
                </c:pt>
                <c:pt idx="481">
                  <c:v>42487</c:v>
                </c:pt>
                <c:pt idx="482">
                  <c:v>42488</c:v>
                </c:pt>
                <c:pt idx="483">
                  <c:v>42489</c:v>
                </c:pt>
                <c:pt idx="484">
                  <c:v>42492</c:v>
                </c:pt>
                <c:pt idx="485">
                  <c:v>42493</c:v>
                </c:pt>
                <c:pt idx="486">
                  <c:v>42494</c:v>
                </c:pt>
                <c:pt idx="487">
                  <c:v>42495</c:v>
                </c:pt>
                <c:pt idx="488">
                  <c:v>42496</c:v>
                </c:pt>
                <c:pt idx="489">
                  <c:v>42499</c:v>
                </c:pt>
                <c:pt idx="490">
                  <c:v>42500</c:v>
                </c:pt>
                <c:pt idx="491">
                  <c:v>42501</c:v>
                </c:pt>
                <c:pt idx="492">
                  <c:v>42502</c:v>
                </c:pt>
                <c:pt idx="493">
                  <c:v>42503</c:v>
                </c:pt>
                <c:pt idx="494">
                  <c:v>42506</c:v>
                </c:pt>
                <c:pt idx="495">
                  <c:v>42507</c:v>
                </c:pt>
                <c:pt idx="496">
                  <c:v>42508</c:v>
                </c:pt>
                <c:pt idx="497">
                  <c:v>42509</c:v>
                </c:pt>
                <c:pt idx="498">
                  <c:v>42510</c:v>
                </c:pt>
                <c:pt idx="499">
                  <c:v>42513</c:v>
                </c:pt>
                <c:pt idx="500">
                  <c:v>42514</c:v>
                </c:pt>
                <c:pt idx="501">
                  <c:v>42515</c:v>
                </c:pt>
                <c:pt idx="502">
                  <c:v>42517</c:v>
                </c:pt>
                <c:pt idx="503">
                  <c:v>42520</c:v>
                </c:pt>
                <c:pt idx="504">
                  <c:v>42521</c:v>
                </c:pt>
                <c:pt idx="505">
                  <c:v>42522</c:v>
                </c:pt>
                <c:pt idx="506">
                  <c:v>42523</c:v>
                </c:pt>
                <c:pt idx="507">
                  <c:v>42524</c:v>
                </c:pt>
                <c:pt idx="508">
                  <c:v>42527</c:v>
                </c:pt>
                <c:pt idx="509">
                  <c:v>42528</c:v>
                </c:pt>
                <c:pt idx="510">
                  <c:v>42529</c:v>
                </c:pt>
                <c:pt idx="511">
                  <c:v>42530</c:v>
                </c:pt>
                <c:pt idx="512">
                  <c:v>42531</c:v>
                </c:pt>
                <c:pt idx="513">
                  <c:v>42534</c:v>
                </c:pt>
                <c:pt idx="514">
                  <c:v>42535</c:v>
                </c:pt>
                <c:pt idx="515">
                  <c:v>42536</c:v>
                </c:pt>
                <c:pt idx="516">
                  <c:v>42537</c:v>
                </c:pt>
                <c:pt idx="517">
                  <c:v>42538</c:v>
                </c:pt>
                <c:pt idx="518">
                  <c:v>42541</c:v>
                </c:pt>
                <c:pt idx="519">
                  <c:v>42542</c:v>
                </c:pt>
                <c:pt idx="520">
                  <c:v>42543</c:v>
                </c:pt>
                <c:pt idx="521">
                  <c:v>42544</c:v>
                </c:pt>
                <c:pt idx="522">
                  <c:v>42545</c:v>
                </c:pt>
                <c:pt idx="523">
                  <c:v>42548</c:v>
                </c:pt>
                <c:pt idx="524">
                  <c:v>42549</c:v>
                </c:pt>
                <c:pt idx="525">
                  <c:v>42550</c:v>
                </c:pt>
                <c:pt idx="526">
                  <c:v>42551</c:v>
                </c:pt>
                <c:pt idx="527">
                  <c:v>42552</c:v>
                </c:pt>
                <c:pt idx="528">
                  <c:v>42555</c:v>
                </c:pt>
                <c:pt idx="529">
                  <c:v>42556</c:v>
                </c:pt>
                <c:pt idx="530">
                  <c:v>42557</c:v>
                </c:pt>
                <c:pt idx="531">
                  <c:v>42558</c:v>
                </c:pt>
                <c:pt idx="532">
                  <c:v>42559</c:v>
                </c:pt>
                <c:pt idx="533">
                  <c:v>42562</c:v>
                </c:pt>
                <c:pt idx="534">
                  <c:v>42563</c:v>
                </c:pt>
                <c:pt idx="535">
                  <c:v>42564</c:v>
                </c:pt>
                <c:pt idx="536">
                  <c:v>42565</c:v>
                </c:pt>
                <c:pt idx="537">
                  <c:v>42566</c:v>
                </c:pt>
                <c:pt idx="538">
                  <c:v>42569</c:v>
                </c:pt>
                <c:pt idx="539">
                  <c:v>42570</c:v>
                </c:pt>
                <c:pt idx="540">
                  <c:v>42571</c:v>
                </c:pt>
                <c:pt idx="541">
                  <c:v>42572</c:v>
                </c:pt>
                <c:pt idx="542">
                  <c:v>42573</c:v>
                </c:pt>
                <c:pt idx="543">
                  <c:v>42576</c:v>
                </c:pt>
                <c:pt idx="544">
                  <c:v>42577</c:v>
                </c:pt>
                <c:pt idx="545">
                  <c:v>42578</c:v>
                </c:pt>
                <c:pt idx="546">
                  <c:v>42579</c:v>
                </c:pt>
                <c:pt idx="547">
                  <c:v>42580</c:v>
                </c:pt>
                <c:pt idx="548">
                  <c:v>42583</c:v>
                </c:pt>
                <c:pt idx="549">
                  <c:v>42584</c:v>
                </c:pt>
                <c:pt idx="550">
                  <c:v>42585</c:v>
                </c:pt>
                <c:pt idx="551">
                  <c:v>42586</c:v>
                </c:pt>
                <c:pt idx="552">
                  <c:v>42587</c:v>
                </c:pt>
                <c:pt idx="553">
                  <c:v>42590</c:v>
                </c:pt>
                <c:pt idx="554">
                  <c:v>42591</c:v>
                </c:pt>
                <c:pt idx="555">
                  <c:v>42592</c:v>
                </c:pt>
                <c:pt idx="556">
                  <c:v>42593</c:v>
                </c:pt>
                <c:pt idx="557">
                  <c:v>42594</c:v>
                </c:pt>
                <c:pt idx="558">
                  <c:v>42597</c:v>
                </c:pt>
                <c:pt idx="559">
                  <c:v>42598</c:v>
                </c:pt>
                <c:pt idx="560">
                  <c:v>42599</c:v>
                </c:pt>
                <c:pt idx="561">
                  <c:v>42600</c:v>
                </c:pt>
                <c:pt idx="562">
                  <c:v>42601</c:v>
                </c:pt>
                <c:pt idx="563">
                  <c:v>42604</c:v>
                </c:pt>
                <c:pt idx="564">
                  <c:v>42605</c:v>
                </c:pt>
                <c:pt idx="565">
                  <c:v>42606</c:v>
                </c:pt>
                <c:pt idx="566">
                  <c:v>42607</c:v>
                </c:pt>
                <c:pt idx="567">
                  <c:v>42608</c:v>
                </c:pt>
                <c:pt idx="568">
                  <c:v>42611</c:v>
                </c:pt>
                <c:pt idx="569">
                  <c:v>42612</c:v>
                </c:pt>
                <c:pt idx="570">
                  <c:v>42613</c:v>
                </c:pt>
                <c:pt idx="571">
                  <c:v>42614</c:v>
                </c:pt>
                <c:pt idx="572">
                  <c:v>42615</c:v>
                </c:pt>
                <c:pt idx="573">
                  <c:v>42618</c:v>
                </c:pt>
                <c:pt idx="574">
                  <c:v>42619</c:v>
                </c:pt>
                <c:pt idx="575">
                  <c:v>42621</c:v>
                </c:pt>
                <c:pt idx="576">
                  <c:v>42622</c:v>
                </c:pt>
                <c:pt idx="577">
                  <c:v>42625</c:v>
                </c:pt>
                <c:pt idx="578">
                  <c:v>42626</c:v>
                </c:pt>
                <c:pt idx="579">
                  <c:v>42627</c:v>
                </c:pt>
                <c:pt idx="580">
                  <c:v>42628</c:v>
                </c:pt>
                <c:pt idx="581">
                  <c:v>42629</c:v>
                </c:pt>
                <c:pt idx="582">
                  <c:v>42632</c:v>
                </c:pt>
                <c:pt idx="583">
                  <c:v>42633</c:v>
                </c:pt>
                <c:pt idx="584">
                  <c:v>42634</c:v>
                </c:pt>
                <c:pt idx="585">
                  <c:v>42635</c:v>
                </c:pt>
                <c:pt idx="586">
                  <c:v>42636</c:v>
                </c:pt>
                <c:pt idx="587">
                  <c:v>42639</c:v>
                </c:pt>
                <c:pt idx="588">
                  <c:v>42640</c:v>
                </c:pt>
                <c:pt idx="589">
                  <c:v>42641</c:v>
                </c:pt>
                <c:pt idx="590">
                  <c:v>42642</c:v>
                </c:pt>
                <c:pt idx="591">
                  <c:v>42643</c:v>
                </c:pt>
                <c:pt idx="592">
                  <c:v>42646</c:v>
                </c:pt>
                <c:pt idx="593">
                  <c:v>42647</c:v>
                </c:pt>
                <c:pt idx="594">
                  <c:v>42648</c:v>
                </c:pt>
                <c:pt idx="595">
                  <c:v>42649</c:v>
                </c:pt>
                <c:pt idx="596">
                  <c:v>42650</c:v>
                </c:pt>
                <c:pt idx="597">
                  <c:v>42653</c:v>
                </c:pt>
                <c:pt idx="598">
                  <c:v>42654</c:v>
                </c:pt>
                <c:pt idx="599">
                  <c:v>42656</c:v>
                </c:pt>
                <c:pt idx="600">
                  <c:v>42657</c:v>
                </c:pt>
                <c:pt idx="601">
                  <c:v>42660</c:v>
                </c:pt>
                <c:pt idx="602">
                  <c:v>42661</c:v>
                </c:pt>
                <c:pt idx="603">
                  <c:v>42662</c:v>
                </c:pt>
                <c:pt idx="604">
                  <c:v>42663</c:v>
                </c:pt>
                <c:pt idx="605">
                  <c:v>42664</c:v>
                </c:pt>
                <c:pt idx="606">
                  <c:v>42667</c:v>
                </c:pt>
                <c:pt idx="607">
                  <c:v>42668</c:v>
                </c:pt>
                <c:pt idx="608">
                  <c:v>42669</c:v>
                </c:pt>
                <c:pt idx="609">
                  <c:v>42670</c:v>
                </c:pt>
                <c:pt idx="610">
                  <c:v>42671</c:v>
                </c:pt>
                <c:pt idx="611">
                  <c:v>42674</c:v>
                </c:pt>
                <c:pt idx="612">
                  <c:v>42675</c:v>
                </c:pt>
                <c:pt idx="613">
                  <c:v>42677</c:v>
                </c:pt>
                <c:pt idx="614">
                  <c:v>42678</c:v>
                </c:pt>
                <c:pt idx="615">
                  <c:v>42681</c:v>
                </c:pt>
                <c:pt idx="616">
                  <c:v>42682</c:v>
                </c:pt>
                <c:pt idx="617">
                  <c:v>42683</c:v>
                </c:pt>
                <c:pt idx="618">
                  <c:v>42684</c:v>
                </c:pt>
                <c:pt idx="619">
                  <c:v>42685</c:v>
                </c:pt>
                <c:pt idx="620">
                  <c:v>42688</c:v>
                </c:pt>
                <c:pt idx="621">
                  <c:v>42690</c:v>
                </c:pt>
                <c:pt idx="622">
                  <c:v>42691</c:v>
                </c:pt>
                <c:pt idx="623">
                  <c:v>42692</c:v>
                </c:pt>
                <c:pt idx="624">
                  <c:v>42695</c:v>
                </c:pt>
                <c:pt idx="625">
                  <c:v>42696</c:v>
                </c:pt>
                <c:pt idx="626">
                  <c:v>42697</c:v>
                </c:pt>
                <c:pt idx="627">
                  <c:v>42698</c:v>
                </c:pt>
                <c:pt idx="628">
                  <c:v>42699</c:v>
                </c:pt>
                <c:pt idx="629">
                  <c:v>42702</c:v>
                </c:pt>
                <c:pt idx="630">
                  <c:v>42703</c:v>
                </c:pt>
                <c:pt idx="631">
                  <c:v>42704</c:v>
                </c:pt>
                <c:pt idx="632">
                  <c:v>42705</c:v>
                </c:pt>
                <c:pt idx="633">
                  <c:v>42706</c:v>
                </c:pt>
                <c:pt idx="634">
                  <c:v>42709</c:v>
                </c:pt>
                <c:pt idx="635">
                  <c:v>42710</c:v>
                </c:pt>
                <c:pt idx="636">
                  <c:v>42711</c:v>
                </c:pt>
                <c:pt idx="637">
                  <c:v>42712</c:v>
                </c:pt>
                <c:pt idx="638">
                  <c:v>42713</c:v>
                </c:pt>
                <c:pt idx="639">
                  <c:v>42716</c:v>
                </c:pt>
                <c:pt idx="640">
                  <c:v>42717</c:v>
                </c:pt>
                <c:pt idx="641">
                  <c:v>42718</c:v>
                </c:pt>
                <c:pt idx="642">
                  <c:v>42719</c:v>
                </c:pt>
                <c:pt idx="643">
                  <c:v>42720</c:v>
                </c:pt>
                <c:pt idx="644">
                  <c:v>42723</c:v>
                </c:pt>
                <c:pt idx="645">
                  <c:v>42724</c:v>
                </c:pt>
                <c:pt idx="646">
                  <c:v>42725</c:v>
                </c:pt>
                <c:pt idx="647">
                  <c:v>42726</c:v>
                </c:pt>
                <c:pt idx="648">
                  <c:v>42727</c:v>
                </c:pt>
                <c:pt idx="649">
                  <c:v>42730</c:v>
                </c:pt>
                <c:pt idx="650">
                  <c:v>42731</c:v>
                </c:pt>
                <c:pt idx="651">
                  <c:v>42732</c:v>
                </c:pt>
                <c:pt idx="652">
                  <c:v>42733</c:v>
                </c:pt>
                <c:pt idx="653">
                  <c:v>42737</c:v>
                </c:pt>
                <c:pt idx="654">
                  <c:v>42738</c:v>
                </c:pt>
                <c:pt idx="655">
                  <c:v>42739</c:v>
                </c:pt>
                <c:pt idx="656">
                  <c:v>42740</c:v>
                </c:pt>
                <c:pt idx="657">
                  <c:v>42741</c:v>
                </c:pt>
                <c:pt idx="658">
                  <c:v>42744</c:v>
                </c:pt>
                <c:pt idx="659">
                  <c:v>42745</c:v>
                </c:pt>
                <c:pt idx="660">
                  <c:v>42746</c:v>
                </c:pt>
                <c:pt idx="661">
                  <c:v>42747</c:v>
                </c:pt>
                <c:pt idx="662">
                  <c:v>42748</c:v>
                </c:pt>
                <c:pt idx="663">
                  <c:v>42751</c:v>
                </c:pt>
                <c:pt idx="664">
                  <c:v>42752</c:v>
                </c:pt>
                <c:pt idx="665">
                  <c:v>42753</c:v>
                </c:pt>
                <c:pt idx="666">
                  <c:v>42754</c:v>
                </c:pt>
                <c:pt idx="667">
                  <c:v>42755</c:v>
                </c:pt>
                <c:pt idx="668">
                  <c:v>42758</c:v>
                </c:pt>
                <c:pt idx="669">
                  <c:v>42759</c:v>
                </c:pt>
                <c:pt idx="670">
                  <c:v>42761</c:v>
                </c:pt>
                <c:pt idx="671">
                  <c:v>42762</c:v>
                </c:pt>
                <c:pt idx="672">
                  <c:v>42765</c:v>
                </c:pt>
                <c:pt idx="673">
                  <c:v>42766</c:v>
                </c:pt>
                <c:pt idx="674">
                  <c:v>42767</c:v>
                </c:pt>
                <c:pt idx="675">
                  <c:v>42768</c:v>
                </c:pt>
                <c:pt idx="676">
                  <c:v>42769</c:v>
                </c:pt>
                <c:pt idx="677">
                  <c:v>42772</c:v>
                </c:pt>
                <c:pt idx="678">
                  <c:v>42773</c:v>
                </c:pt>
                <c:pt idx="679">
                  <c:v>42774</c:v>
                </c:pt>
                <c:pt idx="680">
                  <c:v>42775</c:v>
                </c:pt>
                <c:pt idx="681">
                  <c:v>42776</c:v>
                </c:pt>
                <c:pt idx="682">
                  <c:v>42779</c:v>
                </c:pt>
                <c:pt idx="683">
                  <c:v>42780</c:v>
                </c:pt>
                <c:pt idx="684">
                  <c:v>42781</c:v>
                </c:pt>
                <c:pt idx="685">
                  <c:v>42782</c:v>
                </c:pt>
                <c:pt idx="686">
                  <c:v>42783</c:v>
                </c:pt>
                <c:pt idx="687">
                  <c:v>42786</c:v>
                </c:pt>
                <c:pt idx="688">
                  <c:v>42787</c:v>
                </c:pt>
                <c:pt idx="689">
                  <c:v>42788</c:v>
                </c:pt>
                <c:pt idx="690">
                  <c:v>42789</c:v>
                </c:pt>
                <c:pt idx="691">
                  <c:v>42790</c:v>
                </c:pt>
                <c:pt idx="692">
                  <c:v>42795</c:v>
                </c:pt>
                <c:pt idx="693">
                  <c:v>42796</c:v>
                </c:pt>
                <c:pt idx="694">
                  <c:v>42797</c:v>
                </c:pt>
                <c:pt idx="695">
                  <c:v>42800</c:v>
                </c:pt>
                <c:pt idx="696">
                  <c:v>42801</c:v>
                </c:pt>
                <c:pt idx="697">
                  <c:v>42802</c:v>
                </c:pt>
                <c:pt idx="698">
                  <c:v>42803</c:v>
                </c:pt>
                <c:pt idx="699">
                  <c:v>42804</c:v>
                </c:pt>
                <c:pt idx="700">
                  <c:v>42807</c:v>
                </c:pt>
                <c:pt idx="701">
                  <c:v>42808</c:v>
                </c:pt>
                <c:pt idx="702">
                  <c:v>42809</c:v>
                </c:pt>
                <c:pt idx="703">
                  <c:v>42810</c:v>
                </c:pt>
                <c:pt idx="704">
                  <c:v>42811</c:v>
                </c:pt>
                <c:pt idx="705">
                  <c:v>42814</c:v>
                </c:pt>
                <c:pt idx="706">
                  <c:v>42815</c:v>
                </c:pt>
                <c:pt idx="707">
                  <c:v>42816</c:v>
                </c:pt>
                <c:pt idx="708">
                  <c:v>42817</c:v>
                </c:pt>
                <c:pt idx="709">
                  <c:v>42818</c:v>
                </c:pt>
                <c:pt idx="710">
                  <c:v>42821</c:v>
                </c:pt>
                <c:pt idx="711">
                  <c:v>42822</c:v>
                </c:pt>
                <c:pt idx="712">
                  <c:v>42823</c:v>
                </c:pt>
                <c:pt idx="713">
                  <c:v>42824</c:v>
                </c:pt>
                <c:pt idx="714">
                  <c:v>42825</c:v>
                </c:pt>
                <c:pt idx="715">
                  <c:v>42828</c:v>
                </c:pt>
                <c:pt idx="716">
                  <c:v>42829</c:v>
                </c:pt>
                <c:pt idx="717">
                  <c:v>42830</c:v>
                </c:pt>
                <c:pt idx="718">
                  <c:v>42831</c:v>
                </c:pt>
                <c:pt idx="719">
                  <c:v>42832</c:v>
                </c:pt>
                <c:pt idx="720">
                  <c:v>42835</c:v>
                </c:pt>
                <c:pt idx="721">
                  <c:v>42836</c:v>
                </c:pt>
                <c:pt idx="722">
                  <c:v>42837</c:v>
                </c:pt>
                <c:pt idx="723">
                  <c:v>42838</c:v>
                </c:pt>
                <c:pt idx="724">
                  <c:v>42842</c:v>
                </c:pt>
                <c:pt idx="725">
                  <c:v>42843</c:v>
                </c:pt>
                <c:pt idx="726">
                  <c:v>42844</c:v>
                </c:pt>
                <c:pt idx="727">
                  <c:v>42845</c:v>
                </c:pt>
                <c:pt idx="728">
                  <c:v>42849</c:v>
                </c:pt>
                <c:pt idx="729">
                  <c:v>42850</c:v>
                </c:pt>
                <c:pt idx="730">
                  <c:v>42851</c:v>
                </c:pt>
                <c:pt idx="731">
                  <c:v>42852</c:v>
                </c:pt>
                <c:pt idx="732">
                  <c:v>42853</c:v>
                </c:pt>
                <c:pt idx="733">
                  <c:v>42857</c:v>
                </c:pt>
                <c:pt idx="734">
                  <c:v>42858</c:v>
                </c:pt>
                <c:pt idx="735">
                  <c:v>42859</c:v>
                </c:pt>
                <c:pt idx="736">
                  <c:v>42860</c:v>
                </c:pt>
                <c:pt idx="737">
                  <c:v>42863</c:v>
                </c:pt>
                <c:pt idx="738">
                  <c:v>42864</c:v>
                </c:pt>
                <c:pt idx="739">
                  <c:v>42865</c:v>
                </c:pt>
                <c:pt idx="740">
                  <c:v>42866</c:v>
                </c:pt>
                <c:pt idx="741">
                  <c:v>42867</c:v>
                </c:pt>
                <c:pt idx="742">
                  <c:v>42870</c:v>
                </c:pt>
                <c:pt idx="743">
                  <c:v>42871</c:v>
                </c:pt>
                <c:pt idx="744">
                  <c:v>42872</c:v>
                </c:pt>
                <c:pt idx="745">
                  <c:v>42873</c:v>
                </c:pt>
                <c:pt idx="746">
                  <c:v>42874</c:v>
                </c:pt>
                <c:pt idx="747">
                  <c:v>42877</c:v>
                </c:pt>
                <c:pt idx="748">
                  <c:v>42878</c:v>
                </c:pt>
                <c:pt idx="749">
                  <c:v>42879</c:v>
                </c:pt>
                <c:pt idx="750">
                  <c:v>42880</c:v>
                </c:pt>
                <c:pt idx="751">
                  <c:v>42881</c:v>
                </c:pt>
                <c:pt idx="752">
                  <c:v>42884</c:v>
                </c:pt>
                <c:pt idx="753">
                  <c:v>42885</c:v>
                </c:pt>
                <c:pt idx="754">
                  <c:v>42886</c:v>
                </c:pt>
                <c:pt idx="755">
                  <c:v>42887</c:v>
                </c:pt>
                <c:pt idx="756">
                  <c:v>42888</c:v>
                </c:pt>
                <c:pt idx="757">
                  <c:v>42891</c:v>
                </c:pt>
                <c:pt idx="758">
                  <c:v>42892</c:v>
                </c:pt>
                <c:pt idx="759">
                  <c:v>42893</c:v>
                </c:pt>
                <c:pt idx="760">
                  <c:v>42894</c:v>
                </c:pt>
                <c:pt idx="761">
                  <c:v>42895</c:v>
                </c:pt>
                <c:pt idx="762">
                  <c:v>42898</c:v>
                </c:pt>
                <c:pt idx="763">
                  <c:v>42899</c:v>
                </c:pt>
                <c:pt idx="764">
                  <c:v>42900</c:v>
                </c:pt>
                <c:pt idx="765">
                  <c:v>42902</c:v>
                </c:pt>
                <c:pt idx="766">
                  <c:v>42905</c:v>
                </c:pt>
                <c:pt idx="767">
                  <c:v>42906</c:v>
                </c:pt>
                <c:pt idx="768">
                  <c:v>42907</c:v>
                </c:pt>
                <c:pt idx="769">
                  <c:v>42908</c:v>
                </c:pt>
                <c:pt idx="770">
                  <c:v>42909</c:v>
                </c:pt>
                <c:pt idx="771">
                  <c:v>42912</c:v>
                </c:pt>
                <c:pt idx="772">
                  <c:v>42913</c:v>
                </c:pt>
                <c:pt idx="773">
                  <c:v>42914</c:v>
                </c:pt>
                <c:pt idx="774">
                  <c:v>42915</c:v>
                </c:pt>
                <c:pt idx="775">
                  <c:v>42916</c:v>
                </c:pt>
                <c:pt idx="776">
                  <c:v>42919</c:v>
                </c:pt>
                <c:pt idx="777">
                  <c:v>42920</c:v>
                </c:pt>
                <c:pt idx="778">
                  <c:v>42921</c:v>
                </c:pt>
                <c:pt idx="779">
                  <c:v>42922</c:v>
                </c:pt>
                <c:pt idx="780">
                  <c:v>42923</c:v>
                </c:pt>
                <c:pt idx="781">
                  <c:v>42926</c:v>
                </c:pt>
                <c:pt idx="782">
                  <c:v>42927</c:v>
                </c:pt>
                <c:pt idx="783">
                  <c:v>42928</c:v>
                </c:pt>
                <c:pt idx="784">
                  <c:v>42929</c:v>
                </c:pt>
                <c:pt idx="785">
                  <c:v>42930</c:v>
                </c:pt>
                <c:pt idx="786">
                  <c:v>42933</c:v>
                </c:pt>
                <c:pt idx="787">
                  <c:v>42934</c:v>
                </c:pt>
                <c:pt idx="788">
                  <c:v>42935</c:v>
                </c:pt>
                <c:pt idx="789">
                  <c:v>42936</c:v>
                </c:pt>
                <c:pt idx="790">
                  <c:v>42937</c:v>
                </c:pt>
                <c:pt idx="791">
                  <c:v>42940</c:v>
                </c:pt>
                <c:pt idx="792">
                  <c:v>42941</c:v>
                </c:pt>
                <c:pt idx="793">
                  <c:v>42942</c:v>
                </c:pt>
                <c:pt idx="794">
                  <c:v>42943</c:v>
                </c:pt>
                <c:pt idx="795">
                  <c:v>42944</c:v>
                </c:pt>
                <c:pt idx="796">
                  <c:v>42947</c:v>
                </c:pt>
                <c:pt idx="797">
                  <c:v>42948</c:v>
                </c:pt>
                <c:pt idx="798">
                  <c:v>42949</c:v>
                </c:pt>
                <c:pt idx="799">
                  <c:v>42950</c:v>
                </c:pt>
                <c:pt idx="800">
                  <c:v>42951</c:v>
                </c:pt>
                <c:pt idx="801">
                  <c:v>42954</c:v>
                </c:pt>
                <c:pt idx="802">
                  <c:v>42955</c:v>
                </c:pt>
                <c:pt idx="803">
                  <c:v>42956</c:v>
                </c:pt>
                <c:pt idx="804">
                  <c:v>42957</c:v>
                </c:pt>
                <c:pt idx="805">
                  <c:v>42958</c:v>
                </c:pt>
                <c:pt idx="806">
                  <c:v>42961</c:v>
                </c:pt>
                <c:pt idx="807">
                  <c:v>42962</c:v>
                </c:pt>
                <c:pt idx="808">
                  <c:v>42963</c:v>
                </c:pt>
                <c:pt idx="809">
                  <c:v>42964</c:v>
                </c:pt>
                <c:pt idx="810">
                  <c:v>42965</c:v>
                </c:pt>
                <c:pt idx="811">
                  <c:v>42968</c:v>
                </c:pt>
                <c:pt idx="812">
                  <c:v>42969</c:v>
                </c:pt>
                <c:pt idx="813">
                  <c:v>42970</c:v>
                </c:pt>
                <c:pt idx="814">
                  <c:v>42971</c:v>
                </c:pt>
                <c:pt idx="815">
                  <c:v>42972</c:v>
                </c:pt>
                <c:pt idx="816">
                  <c:v>42975</c:v>
                </c:pt>
                <c:pt idx="817">
                  <c:v>42976</c:v>
                </c:pt>
                <c:pt idx="818">
                  <c:v>42977</c:v>
                </c:pt>
                <c:pt idx="819">
                  <c:v>42978</c:v>
                </c:pt>
                <c:pt idx="820">
                  <c:v>42979</c:v>
                </c:pt>
                <c:pt idx="821">
                  <c:v>42982</c:v>
                </c:pt>
                <c:pt idx="822">
                  <c:v>42983</c:v>
                </c:pt>
                <c:pt idx="823">
                  <c:v>42984</c:v>
                </c:pt>
                <c:pt idx="824">
                  <c:v>42986</c:v>
                </c:pt>
                <c:pt idx="825">
                  <c:v>42989</c:v>
                </c:pt>
                <c:pt idx="826">
                  <c:v>42990</c:v>
                </c:pt>
                <c:pt idx="827">
                  <c:v>42991</c:v>
                </c:pt>
                <c:pt idx="828">
                  <c:v>42992</c:v>
                </c:pt>
                <c:pt idx="829">
                  <c:v>42993</c:v>
                </c:pt>
                <c:pt idx="830">
                  <c:v>42996</c:v>
                </c:pt>
                <c:pt idx="831">
                  <c:v>42997</c:v>
                </c:pt>
                <c:pt idx="832">
                  <c:v>42998</c:v>
                </c:pt>
                <c:pt idx="833">
                  <c:v>42999</c:v>
                </c:pt>
                <c:pt idx="834">
                  <c:v>43000</c:v>
                </c:pt>
                <c:pt idx="835">
                  <c:v>43003</c:v>
                </c:pt>
                <c:pt idx="836">
                  <c:v>43004</c:v>
                </c:pt>
                <c:pt idx="837">
                  <c:v>43005</c:v>
                </c:pt>
                <c:pt idx="838">
                  <c:v>43006</c:v>
                </c:pt>
                <c:pt idx="839">
                  <c:v>43007</c:v>
                </c:pt>
                <c:pt idx="840">
                  <c:v>43010</c:v>
                </c:pt>
                <c:pt idx="841">
                  <c:v>43011</c:v>
                </c:pt>
                <c:pt idx="842">
                  <c:v>43012</c:v>
                </c:pt>
                <c:pt idx="843">
                  <c:v>43013</c:v>
                </c:pt>
                <c:pt idx="844">
                  <c:v>43014</c:v>
                </c:pt>
                <c:pt idx="845">
                  <c:v>43017</c:v>
                </c:pt>
                <c:pt idx="846">
                  <c:v>43018</c:v>
                </c:pt>
                <c:pt idx="847">
                  <c:v>43019</c:v>
                </c:pt>
                <c:pt idx="848">
                  <c:v>43021</c:v>
                </c:pt>
                <c:pt idx="849">
                  <c:v>43024</c:v>
                </c:pt>
                <c:pt idx="850">
                  <c:v>43025</c:v>
                </c:pt>
                <c:pt idx="851">
                  <c:v>43026</c:v>
                </c:pt>
                <c:pt idx="852">
                  <c:v>43027</c:v>
                </c:pt>
                <c:pt idx="853">
                  <c:v>43028</c:v>
                </c:pt>
                <c:pt idx="854">
                  <c:v>43031</c:v>
                </c:pt>
                <c:pt idx="855">
                  <c:v>43032</c:v>
                </c:pt>
                <c:pt idx="856">
                  <c:v>43033</c:v>
                </c:pt>
                <c:pt idx="857">
                  <c:v>43034</c:v>
                </c:pt>
                <c:pt idx="858">
                  <c:v>43035</c:v>
                </c:pt>
                <c:pt idx="859">
                  <c:v>43038</c:v>
                </c:pt>
                <c:pt idx="860">
                  <c:v>43039</c:v>
                </c:pt>
                <c:pt idx="861">
                  <c:v>43040</c:v>
                </c:pt>
                <c:pt idx="862">
                  <c:v>43042</c:v>
                </c:pt>
                <c:pt idx="863">
                  <c:v>43045</c:v>
                </c:pt>
                <c:pt idx="864">
                  <c:v>43046</c:v>
                </c:pt>
                <c:pt idx="865">
                  <c:v>43047</c:v>
                </c:pt>
                <c:pt idx="866">
                  <c:v>43048</c:v>
                </c:pt>
                <c:pt idx="867">
                  <c:v>43049</c:v>
                </c:pt>
                <c:pt idx="868">
                  <c:v>43052</c:v>
                </c:pt>
                <c:pt idx="869">
                  <c:v>43053</c:v>
                </c:pt>
                <c:pt idx="870">
                  <c:v>43055</c:v>
                </c:pt>
                <c:pt idx="871">
                  <c:v>43056</c:v>
                </c:pt>
                <c:pt idx="872">
                  <c:v>43060</c:v>
                </c:pt>
                <c:pt idx="873">
                  <c:v>43061</c:v>
                </c:pt>
                <c:pt idx="874">
                  <c:v>43062</c:v>
                </c:pt>
                <c:pt idx="875">
                  <c:v>43063</c:v>
                </c:pt>
                <c:pt idx="876">
                  <c:v>43066</c:v>
                </c:pt>
                <c:pt idx="877">
                  <c:v>43067</c:v>
                </c:pt>
                <c:pt idx="878">
                  <c:v>43068</c:v>
                </c:pt>
                <c:pt idx="879">
                  <c:v>43069</c:v>
                </c:pt>
                <c:pt idx="880">
                  <c:v>43070</c:v>
                </c:pt>
                <c:pt idx="881">
                  <c:v>43073</c:v>
                </c:pt>
                <c:pt idx="882">
                  <c:v>43074</c:v>
                </c:pt>
                <c:pt idx="883">
                  <c:v>43075</c:v>
                </c:pt>
                <c:pt idx="884">
                  <c:v>43076</c:v>
                </c:pt>
                <c:pt idx="885">
                  <c:v>43077</c:v>
                </c:pt>
                <c:pt idx="886">
                  <c:v>43080</c:v>
                </c:pt>
                <c:pt idx="887">
                  <c:v>43081</c:v>
                </c:pt>
                <c:pt idx="888">
                  <c:v>43082</c:v>
                </c:pt>
                <c:pt idx="889">
                  <c:v>43083</c:v>
                </c:pt>
                <c:pt idx="890">
                  <c:v>43084</c:v>
                </c:pt>
                <c:pt idx="891">
                  <c:v>43087</c:v>
                </c:pt>
                <c:pt idx="892">
                  <c:v>43088</c:v>
                </c:pt>
                <c:pt idx="893">
                  <c:v>43089</c:v>
                </c:pt>
                <c:pt idx="894">
                  <c:v>43090</c:v>
                </c:pt>
                <c:pt idx="895">
                  <c:v>43091</c:v>
                </c:pt>
                <c:pt idx="896">
                  <c:v>43095</c:v>
                </c:pt>
                <c:pt idx="897">
                  <c:v>43096</c:v>
                </c:pt>
                <c:pt idx="898">
                  <c:v>43097</c:v>
                </c:pt>
                <c:pt idx="899">
                  <c:v>43102</c:v>
                </c:pt>
                <c:pt idx="900">
                  <c:v>43103</c:v>
                </c:pt>
                <c:pt idx="901">
                  <c:v>43104</c:v>
                </c:pt>
                <c:pt idx="902">
                  <c:v>43105</c:v>
                </c:pt>
                <c:pt idx="903">
                  <c:v>43108</c:v>
                </c:pt>
                <c:pt idx="904">
                  <c:v>43109</c:v>
                </c:pt>
                <c:pt idx="905">
                  <c:v>43110</c:v>
                </c:pt>
                <c:pt idx="906">
                  <c:v>43111</c:v>
                </c:pt>
                <c:pt idx="907">
                  <c:v>43112</c:v>
                </c:pt>
                <c:pt idx="908">
                  <c:v>43115</c:v>
                </c:pt>
                <c:pt idx="909">
                  <c:v>43116</c:v>
                </c:pt>
                <c:pt idx="910">
                  <c:v>43117</c:v>
                </c:pt>
                <c:pt idx="911">
                  <c:v>43118</c:v>
                </c:pt>
                <c:pt idx="912">
                  <c:v>43119</c:v>
                </c:pt>
                <c:pt idx="913">
                  <c:v>43122</c:v>
                </c:pt>
                <c:pt idx="914">
                  <c:v>43123</c:v>
                </c:pt>
                <c:pt idx="915">
                  <c:v>43124</c:v>
                </c:pt>
                <c:pt idx="916">
                  <c:v>43126</c:v>
                </c:pt>
                <c:pt idx="917">
                  <c:v>43129</c:v>
                </c:pt>
                <c:pt idx="918">
                  <c:v>43130</c:v>
                </c:pt>
                <c:pt idx="919">
                  <c:v>43131</c:v>
                </c:pt>
                <c:pt idx="920">
                  <c:v>43132</c:v>
                </c:pt>
                <c:pt idx="921">
                  <c:v>43133</c:v>
                </c:pt>
                <c:pt idx="922">
                  <c:v>43136</c:v>
                </c:pt>
                <c:pt idx="923">
                  <c:v>43137</c:v>
                </c:pt>
                <c:pt idx="924">
                  <c:v>43138</c:v>
                </c:pt>
                <c:pt idx="925">
                  <c:v>43139</c:v>
                </c:pt>
                <c:pt idx="926">
                  <c:v>43140</c:v>
                </c:pt>
                <c:pt idx="927">
                  <c:v>43145</c:v>
                </c:pt>
                <c:pt idx="928">
                  <c:v>43146</c:v>
                </c:pt>
                <c:pt idx="929">
                  <c:v>43147</c:v>
                </c:pt>
                <c:pt idx="930">
                  <c:v>43150</c:v>
                </c:pt>
                <c:pt idx="931">
                  <c:v>43151</c:v>
                </c:pt>
                <c:pt idx="932">
                  <c:v>43152</c:v>
                </c:pt>
                <c:pt idx="933">
                  <c:v>43153</c:v>
                </c:pt>
                <c:pt idx="934">
                  <c:v>43154</c:v>
                </c:pt>
                <c:pt idx="935">
                  <c:v>43157</c:v>
                </c:pt>
                <c:pt idx="936">
                  <c:v>43158</c:v>
                </c:pt>
                <c:pt idx="937">
                  <c:v>43159</c:v>
                </c:pt>
                <c:pt idx="938">
                  <c:v>43160</c:v>
                </c:pt>
                <c:pt idx="939">
                  <c:v>43161</c:v>
                </c:pt>
                <c:pt idx="940">
                  <c:v>43164</c:v>
                </c:pt>
                <c:pt idx="941">
                  <c:v>43165</c:v>
                </c:pt>
                <c:pt idx="942">
                  <c:v>43166</c:v>
                </c:pt>
                <c:pt idx="943">
                  <c:v>43167</c:v>
                </c:pt>
                <c:pt idx="944">
                  <c:v>43168</c:v>
                </c:pt>
                <c:pt idx="945">
                  <c:v>43171</c:v>
                </c:pt>
                <c:pt idx="946">
                  <c:v>43172</c:v>
                </c:pt>
                <c:pt idx="947">
                  <c:v>43173</c:v>
                </c:pt>
                <c:pt idx="948">
                  <c:v>43174</c:v>
                </c:pt>
                <c:pt idx="949">
                  <c:v>43175</c:v>
                </c:pt>
                <c:pt idx="950">
                  <c:v>43178</c:v>
                </c:pt>
                <c:pt idx="951">
                  <c:v>43179</c:v>
                </c:pt>
                <c:pt idx="952">
                  <c:v>43180</c:v>
                </c:pt>
                <c:pt idx="953">
                  <c:v>43181</c:v>
                </c:pt>
                <c:pt idx="954">
                  <c:v>43182</c:v>
                </c:pt>
                <c:pt idx="955">
                  <c:v>43185</c:v>
                </c:pt>
                <c:pt idx="956">
                  <c:v>43186</c:v>
                </c:pt>
                <c:pt idx="957">
                  <c:v>43187</c:v>
                </c:pt>
                <c:pt idx="958">
                  <c:v>43188</c:v>
                </c:pt>
                <c:pt idx="959">
                  <c:v>43192</c:v>
                </c:pt>
                <c:pt idx="960">
                  <c:v>43193</c:v>
                </c:pt>
                <c:pt idx="961">
                  <c:v>43194</c:v>
                </c:pt>
                <c:pt idx="962">
                  <c:v>43195</c:v>
                </c:pt>
                <c:pt idx="963">
                  <c:v>43196</c:v>
                </c:pt>
                <c:pt idx="964">
                  <c:v>43199</c:v>
                </c:pt>
                <c:pt idx="965">
                  <c:v>43200</c:v>
                </c:pt>
                <c:pt idx="966">
                  <c:v>43201</c:v>
                </c:pt>
                <c:pt idx="967">
                  <c:v>43202</c:v>
                </c:pt>
                <c:pt idx="968">
                  <c:v>43203</c:v>
                </c:pt>
                <c:pt idx="969">
                  <c:v>43206</c:v>
                </c:pt>
                <c:pt idx="970">
                  <c:v>43207</c:v>
                </c:pt>
                <c:pt idx="971">
                  <c:v>43208</c:v>
                </c:pt>
                <c:pt idx="972">
                  <c:v>43209</c:v>
                </c:pt>
                <c:pt idx="973">
                  <c:v>43210</c:v>
                </c:pt>
                <c:pt idx="974">
                  <c:v>43213</c:v>
                </c:pt>
                <c:pt idx="975">
                  <c:v>43214</c:v>
                </c:pt>
                <c:pt idx="976">
                  <c:v>43215</c:v>
                </c:pt>
                <c:pt idx="977">
                  <c:v>43216</c:v>
                </c:pt>
                <c:pt idx="978">
                  <c:v>43217</c:v>
                </c:pt>
                <c:pt idx="979">
                  <c:v>43220</c:v>
                </c:pt>
                <c:pt idx="980">
                  <c:v>43222</c:v>
                </c:pt>
                <c:pt idx="981">
                  <c:v>43223</c:v>
                </c:pt>
                <c:pt idx="982">
                  <c:v>43224</c:v>
                </c:pt>
                <c:pt idx="983">
                  <c:v>43227</c:v>
                </c:pt>
                <c:pt idx="984">
                  <c:v>43228</c:v>
                </c:pt>
                <c:pt idx="985">
                  <c:v>43229</c:v>
                </c:pt>
                <c:pt idx="986">
                  <c:v>43230</c:v>
                </c:pt>
                <c:pt idx="987">
                  <c:v>43231</c:v>
                </c:pt>
                <c:pt idx="988">
                  <c:v>43234</c:v>
                </c:pt>
                <c:pt idx="989">
                  <c:v>43235</c:v>
                </c:pt>
                <c:pt idx="990">
                  <c:v>43236</c:v>
                </c:pt>
                <c:pt idx="991">
                  <c:v>43237</c:v>
                </c:pt>
                <c:pt idx="992">
                  <c:v>43238</c:v>
                </c:pt>
                <c:pt idx="993">
                  <c:v>43241</c:v>
                </c:pt>
                <c:pt idx="994">
                  <c:v>43242</c:v>
                </c:pt>
                <c:pt idx="995">
                  <c:v>43243</c:v>
                </c:pt>
                <c:pt idx="996">
                  <c:v>43244</c:v>
                </c:pt>
                <c:pt idx="997">
                  <c:v>43245</c:v>
                </c:pt>
                <c:pt idx="998">
                  <c:v>43248</c:v>
                </c:pt>
                <c:pt idx="999">
                  <c:v>43249</c:v>
                </c:pt>
                <c:pt idx="1000">
                  <c:v>43250</c:v>
                </c:pt>
                <c:pt idx="1001">
                  <c:v>43252</c:v>
                </c:pt>
                <c:pt idx="1002">
                  <c:v>43255</c:v>
                </c:pt>
                <c:pt idx="1003">
                  <c:v>43256</c:v>
                </c:pt>
                <c:pt idx="1004">
                  <c:v>43257</c:v>
                </c:pt>
                <c:pt idx="1005">
                  <c:v>43258</c:v>
                </c:pt>
                <c:pt idx="1006">
                  <c:v>43259</c:v>
                </c:pt>
                <c:pt idx="1007">
                  <c:v>43262</c:v>
                </c:pt>
                <c:pt idx="1008">
                  <c:v>43263</c:v>
                </c:pt>
                <c:pt idx="1009">
                  <c:v>43264</c:v>
                </c:pt>
                <c:pt idx="1010">
                  <c:v>43265</c:v>
                </c:pt>
                <c:pt idx="1011">
                  <c:v>43266</c:v>
                </c:pt>
                <c:pt idx="1012">
                  <c:v>43269</c:v>
                </c:pt>
                <c:pt idx="1013">
                  <c:v>43270</c:v>
                </c:pt>
                <c:pt idx="1014">
                  <c:v>43271</c:v>
                </c:pt>
                <c:pt idx="1015">
                  <c:v>43272</c:v>
                </c:pt>
                <c:pt idx="1016">
                  <c:v>43273</c:v>
                </c:pt>
                <c:pt idx="1017">
                  <c:v>43276</c:v>
                </c:pt>
                <c:pt idx="1018">
                  <c:v>43277</c:v>
                </c:pt>
                <c:pt idx="1019">
                  <c:v>43278</c:v>
                </c:pt>
                <c:pt idx="1020">
                  <c:v>43279</c:v>
                </c:pt>
                <c:pt idx="1021">
                  <c:v>43280</c:v>
                </c:pt>
                <c:pt idx="1022">
                  <c:v>43283</c:v>
                </c:pt>
                <c:pt idx="1023">
                  <c:v>43284</c:v>
                </c:pt>
                <c:pt idx="1024">
                  <c:v>43285</c:v>
                </c:pt>
                <c:pt idx="1025">
                  <c:v>43286</c:v>
                </c:pt>
                <c:pt idx="1026">
                  <c:v>43287</c:v>
                </c:pt>
                <c:pt idx="1027">
                  <c:v>43291</c:v>
                </c:pt>
                <c:pt idx="1028">
                  <c:v>43292</c:v>
                </c:pt>
                <c:pt idx="1029">
                  <c:v>43293</c:v>
                </c:pt>
                <c:pt idx="1030">
                  <c:v>43294</c:v>
                </c:pt>
                <c:pt idx="1031">
                  <c:v>43297</c:v>
                </c:pt>
                <c:pt idx="1032">
                  <c:v>43298</c:v>
                </c:pt>
                <c:pt idx="1033">
                  <c:v>43299</c:v>
                </c:pt>
                <c:pt idx="1034">
                  <c:v>43300</c:v>
                </c:pt>
                <c:pt idx="1035">
                  <c:v>43301</c:v>
                </c:pt>
                <c:pt idx="1036">
                  <c:v>43304</c:v>
                </c:pt>
                <c:pt idx="1037">
                  <c:v>43305</c:v>
                </c:pt>
                <c:pt idx="1038">
                  <c:v>43306</c:v>
                </c:pt>
                <c:pt idx="1039">
                  <c:v>43307</c:v>
                </c:pt>
                <c:pt idx="1040">
                  <c:v>43308</c:v>
                </c:pt>
                <c:pt idx="1041">
                  <c:v>43311</c:v>
                </c:pt>
                <c:pt idx="1042">
                  <c:v>43312</c:v>
                </c:pt>
                <c:pt idx="1043">
                  <c:v>43313</c:v>
                </c:pt>
                <c:pt idx="1044">
                  <c:v>43314</c:v>
                </c:pt>
                <c:pt idx="1045">
                  <c:v>43315</c:v>
                </c:pt>
                <c:pt idx="1046">
                  <c:v>43318</c:v>
                </c:pt>
                <c:pt idx="1047">
                  <c:v>43319</c:v>
                </c:pt>
                <c:pt idx="1048">
                  <c:v>43320</c:v>
                </c:pt>
                <c:pt idx="1049">
                  <c:v>43321</c:v>
                </c:pt>
                <c:pt idx="1050">
                  <c:v>43322</c:v>
                </c:pt>
                <c:pt idx="1051">
                  <c:v>43325</c:v>
                </c:pt>
                <c:pt idx="1052">
                  <c:v>43326</c:v>
                </c:pt>
                <c:pt idx="1053">
                  <c:v>43327</c:v>
                </c:pt>
                <c:pt idx="1054">
                  <c:v>43328</c:v>
                </c:pt>
                <c:pt idx="1055">
                  <c:v>43329</c:v>
                </c:pt>
                <c:pt idx="1056">
                  <c:v>43332</c:v>
                </c:pt>
                <c:pt idx="1057">
                  <c:v>43333</c:v>
                </c:pt>
                <c:pt idx="1058">
                  <c:v>43334</c:v>
                </c:pt>
                <c:pt idx="1059">
                  <c:v>43335</c:v>
                </c:pt>
                <c:pt idx="1060">
                  <c:v>43336</c:v>
                </c:pt>
                <c:pt idx="1061">
                  <c:v>43339</c:v>
                </c:pt>
                <c:pt idx="1062">
                  <c:v>43340</c:v>
                </c:pt>
                <c:pt idx="1063">
                  <c:v>43341</c:v>
                </c:pt>
                <c:pt idx="1064">
                  <c:v>43342</c:v>
                </c:pt>
                <c:pt idx="1065">
                  <c:v>43343</c:v>
                </c:pt>
                <c:pt idx="1066">
                  <c:v>43346</c:v>
                </c:pt>
                <c:pt idx="1067">
                  <c:v>43347</c:v>
                </c:pt>
                <c:pt idx="1068">
                  <c:v>43348</c:v>
                </c:pt>
                <c:pt idx="1069">
                  <c:v>43349</c:v>
                </c:pt>
                <c:pt idx="1070">
                  <c:v>43353</c:v>
                </c:pt>
                <c:pt idx="1071">
                  <c:v>43354</c:v>
                </c:pt>
                <c:pt idx="1072">
                  <c:v>43355</c:v>
                </c:pt>
                <c:pt idx="1073">
                  <c:v>43356</c:v>
                </c:pt>
                <c:pt idx="1074">
                  <c:v>43357</c:v>
                </c:pt>
                <c:pt idx="1075">
                  <c:v>43360</c:v>
                </c:pt>
                <c:pt idx="1076">
                  <c:v>43361</c:v>
                </c:pt>
                <c:pt idx="1077">
                  <c:v>43362</c:v>
                </c:pt>
                <c:pt idx="1078">
                  <c:v>43363</c:v>
                </c:pt>
                <c:pt idx="1079">
                  <c:v>43364</c:v>
                </c:pt>
                <c:pt idx="1080">
                  <c:v>43367</c:v>
                </c:pt>
                <c:pt idx="1081">
                  <c:v>43368</c:v>
                </c:pt>
                <c:pt idx="1082">
                  <c:v>43369</c:v>
                </c:pt>
                <c:pt idx="1083">
                  <c:v>43370</c:v>
                </c:pt>
                <c:pt idx="1084">
                  <c:v>43371</c:v>
                </c:pt>
                <c:pt idx="1085">
                  <c:v>43374</c:v>
                </c:pt>
                <c:pt idx="1086">
                  <c:v>43375</c:v>
                </c:pt>
                <c:pt idx="1087">
                  <c:v>43376</c:v>
                </c:pt>
                <c:pt idx="1088">
                  <c:v>43377</c:v>
                </c:pt>
                <c:pt idx="1089">
                  <c:v>43378</c:v>
                </c:pt>
                <c:pt idx="1090">
                  <c:v>43381</c:v>
                </c:pt>
                <c:pt idx="1091">
                  <c:v>43382</c:v>
                </c:pt>
                <c:pt idx="1092">
                  <c:v>43383</c:v>
                </c:pt>
                <c:pt idx="1093">
                  <c:v>43384</c:v>
                </c:pt>
                <c:pt idx="1094">
                  <c:v>43388</c:v>
                </c:pt>
                <c:pt idx="1095">
                  <c:v>43389</c:v>
                </c:pt>
                <c:pt idx="1096">
                  <c:v>43390</c:v>
                </c:pt>
                <c:pt idx="1097">
                  <c:v>43391</c:v>
                </c:pt>
                <c:pt idx="1098">
                  <c:v>43392</c:v>
                </c:pt>
                <c:pt idx="1099">
                  <c:v>43395</c:v>
                </c:pt>
                <c:pt idx="1100">
                  <c:v>43396</c:v>
                </c:pt>
                <c:pt idx="1101">
                  <c:v>43397</c:v>
                </c:pt>
                <c:pt idx="1102">
                  <c:v>43398</c:v>
                </c:pt>
                <c:pt idx="1103">
                  <c:v>43399</c:v>
                </c:pt>
                <c:pt idx="1104">
                  <c:v>43402</c:v>
                </c:pt>
                <c:pt idx="1105">
                  <c:v>43403</c:v>
                </c:pt>
                <c:pt idx="1106">
                  <c:v>43404</c:v>
                </c:pt>
                <c:pt idx="1107">
                  <c:v>43405</c:v>
                </c:pt>
                <c:pt idx="1108">
                  <c:v>43409</c:v>
                </c:pt>
                <c:pt idx="1109">
                  <c:v>43410</c:v>
                </c:pt>
                <c:pt idx="1110">
                  <c:v>43411</c:v>
                </c:pt>
                <c:pt idx="1111">
                  <c:v>43412</c:v>
                </c:pt>
                <c:pt idx="1112">
                  <c:v>43413</c:v>
                </c:pt>
                <c:pt idx="1113">
                  <c:v>43416</c:v>
                </c:pt>
                <c:pt idx="1114">
                  <c:v>43417</c:v>
                </c:pt>
                <c:pt idx="1115">
                  <c:v>43418</c:v>
                </c:pt>
                <c:pt idx="1116">
                  <c:v>43420</c:v>
                </c:pt>
                <c:pt idx="1117">
                  <c:v>43423</c:v>
                </c:pt>
                <c:pt idx="1118">
                  <c:v>43425</c:v>
                </c:pt>
                <c:pt idx="1119">
                  <c:v>43426</c:v>
                </c:pt>
                <c:pt idx="1120">
                  <c:v>43427</c:v>
                </c:pt>
                <c:pt idx="1121">
                  <c:v>43430</c:v>
                </c:pt>
                <c:pt idx="1122">
                  <c:v>43431</c:v>
                </c:pt>
                <c:pt idx="1123">
                  <c:v>43432</c:v>
                </c:pt>
                <c:pt idx="1124">
                  <c:v>43433</c:v>
                </c:pt>
                <c:pt idx="1125">
                  <c:v>43434</c:v>
                </c:pt>
                <c:pt idx="1126">
                  <c:v>43437</c:v>
                </c:pt>
                <c:pt idx="1127">
                  <c:v>43438</c:v>
                </c:pt>
                <c:pt idx="1128">
                  <c:v>43439</c:v>
                </c:pt>
                <c:pt idx="1129">
                  <c:v>43440</c:v>
                </c:pt>
                <c:pt idx="1130">
                  <c:v>43441</c:v>
                </c:pt>
                <c:pt idx="1131">
                  <c:v>43444</c:v>
                </c:pt>
                <c:pt idx="1132">
                  <c:v>43445</c:v>
                </c:pt>
                <c:pt idx="1133">
                  <c:v>43446</c:v>
                </c:pt>
                <c:pt idx="1134">
                  <c:v>43447</c:v>
                </c:pt>
                <c:pt idx="1135">
                  <c:v>43448</c:v>
                </c:pt>
                <c:pt idx="1136">
                  <c:v>43451</c:v>
                </c:pt>
                <c:pt idx="1137">
                  <c:v>43452</c:v>
                </c:pt>
                <c:pt idx="1138">
                  <c:v>43453</c:v>
                </c:pt>
                <c:pt idx="1139">
                  <c:v>43454</c:v>
                </c:pt>
                <c:pt idx="1140">
                  <c:v>43455</c:v>
                </c:pt>
                <c:pt idx="1141">
                  <c:v>43460</c:v>
                </c:pt>
                <c:pt idx="1142">
                  <c:v>43461</c:v>
                </c:pt>
                <c:pt idx="1143">
                  <c:v>43462</c:v>
                </c:pt>
                <c:pt idx="1144">
                  <c:v>43467</c:v>
                </c:pt>
                <c:pt idx="1145">
                  <c:v>43468</c:v>
                </c:pt>
                <c:pt idx="1146">
                  <c:v>43469</c:v>
                </c:pt>
                <c:pt idx="1147">
                  <c:v>43472</c:v>
                </c:pt>
                <c:pt idx="1148">
                  <c:v>43473</c:v>
                </c:pt>
                <c:pt idx="1149">
                  <c:v>43474</c:v>
                </c:pt>
                <c:pt idx="1150">
                  <c:v>43475</c:v>
                </c:pt>
                <c:pt idx="1151">
                  <c:v>43476</c:v>
                </c:pt>
                <c:pt idx="1152">
                  <c:v>43479</c:v>
                </c:pt>
                <c:pt idx="1153">
                  <c:v>43480</c:v>
                </c:pt>
                <c:pt idx="1154">
                  <c:v>43481</c:v>
                </c:pt>
                <c:pt idx="1155">
                  <c:v>43482</c:v>
                </c:pt>
                <c:pt idx="1156">
                  <c:v>43483</c:v>
                </c:pt>
                <c:pt idx="1157">
                  <c:v>43486</c:v>
                </c:pt>
                <c:pt idx="1158">
                  <c:v>43487</c:v>
                </c:pt>
                <c:pt idx="1159">
                  <c:v>43488</c:v>
                </c:pt>
                <c:pt idx="1160">
                  <c:v>43489</c:v>
                </c:pt>
                <c:pt idx="1161">
                  <c:v>43493</c:v>
                </c:pt>
                <c:pt idx="1162">
                  <c:v>43494</c:v>
                </c:pt>
                <c:pt idx="1163">
                  <c:v>43495</c:v>
                </c:pt>
                <c:pt idx="1164">
                  <c:v>43496</c:v>
                </c:pt>
                <c:pt idx="1165">
                  <c:v>43497</c:v>
                </c:pt>
                <c:pt idx="1166">
                  <c:v>43500</c:v>
                </c:pt>
                <c:pt idx="1167">
                  <c:v>43501</c:v>
                </c:pt>
                <c:pt idx="1168">
                  <c:v>43502</c:v>
                </c:pt>
                <c:pt idx="1169">
                  <c:v>43503</c:v>
                </c:pt>
                <c:pt idx="1170">
                  <c:v>43504</c:v>
                </c:pt>
                <c:pt idx="1171">
                  <c:v>43507</c:v>
                </c:pt>
                <c:pt idx="1172">
                  <c:v>43508</c:v>
                </c:pt>
                <c:pt idx="1173">
                  <c:v>43509</c:v>
                </c:pt>
                <c:pt idx="1174">
                  <c:v>43510</c:v>
                </c:pt>
                <c:pt idx="1175">
                  <c:v>43511</c:v>
                </c:pt>
                <c:pt idx="1176">
                  <c:v>43514</c:v>
                </c:pt>
                <c:pt idx="1177">
                  <c:v>43515</c:v>
                </c:pt>
                <c:pt idx="1178">
                  <c:v>43516</c:v>
                </c:pt>
                <c:pt idx="1179">
                  <c:v>43517</c:v>
                </c:pt>
                <c:pt idx="1180">
                  <c:v>43518</c:v>
                </c:pt>
                <c:pt idx="1181">
                  <c:v>43521</c:v>
                </c:pt>
                <c:pt idx="1182">
                  <c:v>43522</c:v>
                </c:pt>
                <c:pt idx="1183">
                  <c:v>43523</c:v>
                </c:pt>
                <c:pt idx="1184">
                  <c:v>43524</c:v>
                </c:pt>
                <c:pt idx="1185">
                  <c:v>43525</c:v>
                </c:pt>
                <c:pt idx="1186">
                  <c:v>43530</c:v>
                </c:pt>
                <c:pt idx="1187">
                  <c:v>43531</c:v>
                </c:pt>
                <c:pt idx="1188">
                  <c:v>43532</c:v>
                </c:pt>
                <c:pt idx="1189">
                  <c:v>43535</c:v>
                </c:pt>
                <c:pt idx="1190">
                  <c:v>43536</c:v>
                </c:pt>
                <c:pt idx="1191">
                  <c:v>43537</c:v>
                </c:pt>
                <c:pt idx="1192">
                  <c:v>43538</c:v>
                </c:pt>
                <c:pt idx="1193">
                  <c:v>43539</c:v>
                </c:pt>
                <c:pt idx="1194">
                  <c:v>43542</c:v>
                </c:pt>
                <c:pt idx="1195">
                  <c:v>43543</c:v>
                </c:pt>
                <c:pt idx="1196">
                  <c:v>43544</c:v>
                </c:pt>
                <c:pt idx="1197">
                  <c:v>43545</c:v>
                </c:pt>
                <c:pt idx="1198">
                  <c:v>43546</c:v>
                </c:pt>
                <c:pt idx="1199">
                  <c:v>43549</c:v>
                </c:pt>
                <c:pt idx="1200">
                  <c:v>43550</c:v>
                </c:pt>
                <c:pt idx="1201">
                  <c:v>43551</c:v>
                </c:pt>
                <c:pt idx="1202">
                  <c:v>43552</c:v>
                </c:pt>
                <c:pt idx="1203">
                  <c:v>43553</c:v>
                </c:pt>
                <c:pt idx="1204">
                  <c:v>43556</c:v>
                </c:pt>
                <c:pt idx="1205">
                  <c:v>43557</c:v>
                </c:pt>
                <c:pt idx="1206">
                  <c:v>43558</c:v>
                </c:pt>
                <c:pt idx="1207">
                  <c:v>43559</c:v>
                </c:pt>
                <c:pt idx="1208">
                  <c:v>43560</c:v>
                </c:pt>
                <c:pt idx="1209">
                  <c:v>43563</c:v>
                </c:pt>
                <c:pt idx="1210">
                  <c:v>43564</c:v>
                </c:pt>
                <c:pt idx="1211">
                  <c:v>43565</c:v>
                </c:pt>
                <c:pt idx="1212">
                  <c:v>43566</c:v>
                </c:pt>
                <c:pt idx="1213">
                  <c:v>43567</c:v>
                </c:pt>
                <c:pt idx="1214">
                  <c:v>43570</c:v>
                </c:pt>
                <c:pt idx="1215">
                  <c:v>43571</c:v>
                </c:pt>
                <c:pt idx="1216">
                  <c:v>43572</c:v>
                </c:pt>
                <c:pt idx="1217">
                  <c:v>43573</c:v>
                </c:pt>
                <c:pt idx="1218">
                  <c:v>43577</c:v>
                </c:pt>
                <c:pt idx="1219">
                  <c:v>43578</c:v>
                </c:pt>
                <c:pt idx="1220">
                  <c:v>43579</c:v>
                </c:pt>
                <c:pt idx="1221">
                  <c:v>43580</c:v>
                </c:pt>
                <c:pt idx="1222">
                  <c:v>43581</c:v>
                </c:pt>
                <c:pt idx="1223">
                  <c:v>43584</c:v>
                </c:pt>
                <c:pt idx="1224">
                  <c:v>43585</c:v>
                </c:pt>
                <c:pt idx="1225">
                  <c:v>43587</c:v>
                </c:pt>
                <c:pt idx="1226">
                  <c:v>43588</c:v>
                </c:pt>
                <c:pt idx="1227">
                  <c:v>43591</c:v>
                </c:pt>
                <c:pt idx="1228">
                  <c:v>43592</c:v>
                </c:pt>
                <c:pt idx="1229">
                  <c:v>43593</c:v>
                </c:pt>
                <c:pt idx="1230">
                  <c:v>43594</c:v>
                </c:pt>
                <c:pt idx="1231">
                  <c:v>43595</c:v>
                </c:pt>
                <c:pt idx="1232">
                  <c:v>43598</c:v>
                </c:pt>
                <c:pt idx="1233">
                  <c:v>43599</c:v>
                </c:pt>
                <c:pt idx="1234">
                  <c:v>43600</c:v>
                </c:pt>
                <c:pt idx="1235">
                  <c:v>43601</c:v>
                </c:pt>
                <c:pt idx="1236">
                  <c:v>43602</c:v>
                </c:pt>
                <c:pt idx="1237">
                  <c:v>43605</c:v>
                </c:pt>
                <c:pt idx="1238">
                  <c:v>43606</c:v>
                </c:pt>
                <c:pt idx="1239">
                  <c:v>43607</c:v>
                </c:pt>
                <c:pt idx="1240">
                  <c:v>43608</c:v>
                </c:pt>
                <c:pt idx="1241">
                  <c:v>43609</c:v>
                </c:pt>
                <c:pt idx="1242">
                  <c:v>43612</c:v>
                </c:pt>
                <c:pt idx="1243">
                  <c:v>43613</c:v>
                </c:pt>
                <c:pt idx="1244">
                  <c:v>43614</c:v>
                </c:pt>
                <c:pt idx="1245">
                  <c:v>43615</c:v>
                </c:pt>
                <c:pt idx="1246">
                  <c:v>43616</c:v>
                </c:pt>
                <c:pt idx="1247">
                  <c:v>43619</c:v>
                </c:pt>
                <c:pt idx="1248">
                  <c:v>43620</c:v>
                </c:pt>
                <c:pt idx="1249">
                  <c:v>43621</c:v>
                </c:pt>
                <c:pt idx="1250">
                  <c:v>43622</c:v>
                </c:pt>
                <c:pt idx="1251">
                  <c:v>43623</c:v>
                </c:pt>
                <c:pt idx="1252">
                  <c:v>43626</c:v>
                </c:pt>
                <c:pt idx="1253">
                  <c:v>43627</c:v>
                </c:pt>
                <c:pt idx="1254">
                  <c:v>43628</c:v>
                </c:pt>
                <c:pt idx="1255">
                  <c:v>43629</c:v>
                </c:pt>
                <c:pt idx="1256">
                  <c:v>43630</c:v>
                </c:pt>
                <c:pt idx="1257">
                  <c:v>43633</c:v>
                </c:pt>
                <c:pt idx="1258">
                  <c:v>43634</c:v>
                </c:pt>
                <c:pt idx="1259">
                  <c:v>43635</c:v>
                </c:pt>
                <c:pt idx="1260">
                  <c:v>43637</c:v>
                </c:pt>
                <c:pt idx="1261">
                  <c:v>43640</c:v>
                </c:pt>
                <c:pt idx="1262">
                  <c:v>43641</c:v>
                </c:pt>
                <c:pt idx="1263">
                  <c:v>43642</c:v>
                </c:pt>
                <c:pt idx="1264">
                  <c:v>43643</c:v>
                </c:pt>
                <c:pt idx="1265">
                  <c:v>43644</c:v>
                </c:pt>
                <c:pt idx="1266">
                  <c:v>43647</c:v>
                </c:pt>
                <c:pt idx="1267">
                  <c:v>43648</c:v>
                </c:pt>
                <c:pt idx="1268">
                  <c:v>43649</c:v>
                </c:pt>
                <c:pt idx="1269">
                  <c:v>43650</c:v>
                </c:pt>
                <c:pt idx="1270">
                  <c:v>43651</c:v>
                </c:pt>
                <c:pt idx="1271">
                  <c:v>43654</c:v>
                </c:pt>
                <c:pt idx="1272">
                  <c:v>43656</c:v>
                </c:pt>
                <c:pt idx="1273">
                  <c:v>43657</c:v>
                </c:pt>
                <c:pt idx="1274">
                  <c:v>43658</c:v>
                </c:pt>
                <c:pt idx="1275">
                  <c:v>43661</c:v>
                </c:pt>
                <c:pt idx="1276">
                  <c:v>43662</c:v>
                </c:pt>
                <c:pt idx="1277">
                  <c:v>43663</c:v>
                </c:pt>
                <c:pt idx="1278">
                  <c:v>43664</c:v>
                </c:pt>
                <c:pt idx="1279">
                  <c:v>43665</c:v>
                </c:pt>
                <c:pt idx="1280">
                  <c:v>43668</c:v>
                </c:pt>
                <c:pt idx="1281">
                  <c:v>43669</c:v>
                </c:pt>
                <c:pt idx="1282">
                  <c:v>43670</c:v>
                </c:pt>
                <c:pt idx="1283">
                  <c:v>43671</c:v>
                </c:pt>
                <c:pt idx="1284">
                  <c:v>43672</c:v>
                </c:pt>
                <c:pt idx="1285">
                  <c:v>43675</c:v>
                </c:pt>
                <c:pt idx="1286">
                  <c:v>43676</c:v>
                </c:pt>
                <c:pt idx="1287">
                  <c:v>43677</c:v>
                </c:pt>
                <c:pt idx="1288">
                  <c:v>43678</c:v>
                </c:pt>
                <c:pt idx="1289">
                  <c:v>43679</c:v>
                </c:pt>
                <c:pt idx="1290">
                  <c:v>43682</c:v>
                </c:pt>
                <c:pt idx="1291">
                  <c:v>43683</c:v>
                </c:pt>
                <c:pt idx="1292">
                  <c:v>43684</c:v>
                </c:pt>
                <c:pt idx="1293">
                  <c:v>43685</c:v>
                </c:pt>
                <c:pt idx="1294">
                  <c:v>43686</c:v>
                </c:pt>
                <c:pt idx="1295">
                  <c:v>43689</c:v>
                </c:pt>
                <c:pt idx="1296">
                  <c:v>43690</c:v>
                </c:pt>
                <c:pt idx="1297">
                  <c:v>43691</c:v>
                </c:pt>
                <c:pt idx="1298">
                  <c:v>43692</c:v>
                </c:pt>
                <c:pt idx="1299">
                  <c:v>43693</c:v>
                </c:pt>
                <c:pt idx="1300">
                  <c:v>43696</c:v>
                </c:pt>
                <c:pt idx="1301">
                  <c:v>43697</c:v>
                </c:pt>
                <c:pt idx="1302">
                  <c:v>43698</c:v>
                </c:pt>
                <c:pt idx="1303">
                  <c:v>43699</c:v>
                </c:pt>
                <c:pt idx="1304">
                  <c:v>43700</c:v>
                </c:pt>
                <c:pt idx="1305">
                  <c:v>43703</c:v>
                </c:pt>
                <c:pt idx="1306">
                  <c:v>43704</c:v>
                </c:pt>
                <c:pt idx="1307">
                  <c:v>43705</c:v>
                </c:pt>
                <c:pt idx="1308">
                  <c:v>43706</c:v>
                </c:pt>
                <c:pt idx="1309">
                  <c:v>43707</c:v>
                </c:pt>
                <c:pt idx="1310">
                  <c:v>43710</c:v>
                </c:pt>
                <c:pt idx="1311">
                  <c:v>43711</c:v>
                </c:pt>
                <c:pt idx="1312">
                  <c:v>43712</c:v>
                </c:pt>
                <c:pt idx="1313">
                  <c:v>43713</c:v>
                </c:pt>
                <c:pt idx="1314">
                  <c:v>43714</c:v>
                </c:pt>
                <c:pt idx="1315">
                  <c:v>43717</c:v>
                </c:pt>
                <c:pt idx="1316">
                  <c:v>43718</c:v>
                </c:pt>
                <c:pt idx="1317">
                  <c:v>43719</c:v>
                </c:pt>
                <c:pt idx="1318">
                  <c:v>43720</c:v>
                </c:pt>
                <c:pt idx="1319">
                  <c:v>43721</c:v>
                </c:pt>
                <c:pt idx="1320">
                  <c:v>43724</c:v>
                </c:pt>
                <c:pt idx="1321">
                  <c:v>43725</c:v>
                </c:pt>
                <c:pt idx="1322">
                  <c:v>43726</c:v>
                </c:pt>
                <c:pt idx="1323">
                  <c:v>43727</c:v>
                </c:pt>
                <c:pt idx="1324">
                  <c:v>43728</c:v>
                </c:pt>
                <c:pt idx="1325">
                  <c:v>43731</c:v>
                </c:pt>
                <c:pt idx="1326">
                  <c:v>43732</c:v>
                </c:pt>
                <c:pt idx="1327">
                  <c:v>43733</c:v>
                </c:pt>
                <c:pt idx="1328">
                  <c:v>43734</c:v>
                </c:pt>
                <c:pt idx="1329">
                  <c:v>43735</c:v>
                </c:pt>
                <c:pt idx="1330">
                  <c:v>43738</c:v>
                </c:pt>
                <c:pt idx="1331">
                  <c:v>43739</c:v>
                </c:pt>
                <c:pt idx="1332">
                  <c:v>43740</c:v>
                </c:pt>
                <c:pt idx="1333">
                  <c:v>43741</c:v>
                </c:pt>
                <c:pt idx="1334">
                  <c:v>43742</c:v>
                </c:pt>
                <c:pt idx="1335">
                  <c:v>43745</c:v>
                </c:pt>
                <c:pt idx="1336">
                  <c:v>43746</c:v>
                </c:pt>
                <c:pt idx="1337">
                  <c:v>43747</c:v>
                </c:pt>
                <c:pt idx="1338">
                  <c:v>43748</c:v>
                </c:pt>
                <c:pt idx="1339">
                  <c:v>43749</c:v>
                </c:pt>
                <c:pt idx="1340">
                  <c:v>43752</c:v>
                </c:pt>
                <c:pt idx="1341">
                  <c:v>43753</c:v>
                </c:pt>
                <c:pt idx="1342">
                  <c:v>43754</c:v>
                </c:pt>
                <c:pt idx="1343">
                  <c:v>43755</c:v>
                </c:pt>
                <c:pt idx="1344">
                  <c:v>43756</c:v>
                </c:pt>
                <c:pt idx="1345">
                  <c:v>43759</c:v>
                </c:pt>
                <c:pt idx="1346">
                  <c:v>43760</c:v>
                </c:pt>
                <c:pt idx="1347">
                  <c:v>43761</c:v>
                </c:pt>
                <c:pt idx="1348">
                  <c:v>43762</c:v>
                </c:pt>
                <c:pt idx="1349">
                  <c:v>43763</c:v>
                </c:pt>
                <c:pt idx="1350">
                  <c:v>43766</c:v>
                </c:pt>
                <c:pt idx="1351">
                  <c:v>43767</c:v>
                </c:pt>
                <c:pt idx="1352">
                  <c:v>43768</c:v>
                </c:pt>
                <c:pt idx="1353">
                  <c:v>43769</c:v>
                </c:pt>
                <c:pt idx="1354">
                  <c:v>43770</c:v>
                </c:pt>
                <c:pt idx="1355">
                  <c:v>43773</c:v>
                </c:pt>
                <c:pt idx="1356">
                  <c:v>43774</c:v>
                </c:pt>
                <c:pt idx="1357">
                  <c:v>43775</c:v>
                </c:pt>
                <c:pt idx="1358">
                  <c:v>43776</c:v>
                </c:pt>
                <c:pt idx="1359">
                  <c:v>43777</c:v>
                </c:pt>
                <c:pt idx="1360">
                  <c:v>43780</c:v>
                </c:pt>
                <c:pt idx="1361">
                  <c:v>43781</c:v>
                </c:pt>
                <c:pt idx="1362">
                  <c:v>43782</c:v>
                </c:pt>
                <c:pt idx="1363">
                  <c:v>43783</c:v>
                </c:pt>
                <c:pt idx="1364">
                  <c:v>43787</c:v>
                </c:pt>
                <c:pt idx="1365">
                  <c:v>43788</c:v>
                </c:pt>
                <c:pt idx="1366">
                  <c:v>43790</c:v>
                </c:pt>
                <c:pt idx="1367">
                  <c:v>43791</c:v>
                </c:pt>
                <c:pt idx="1368">
                  <c:v>43794</c:v>
                </c:pt>
                <c:pt idx="1369">
                  <c:v>43795</c:v>
                </c:pt>
                <c:pt idx="1370">
                  <c:v>43796</c:v>
                </c:pt>
                <c:pt idx="1371">
                  <c:v>43797</c:v>
                </c:pt>
                <c:pt idx="1372">
                  <c:v>43798</c:v>
                </c:pt>
                <c:pt idx="1373">
                  <c:v>43801</c:v>
                </c:pt>
                <c:pt idx="1374">
                  <c:v>43802</c:v>
                </c:pt>
                <c:pt idx="1375">
                  <c:v>43803</c:v>
                </c:pt>
                <c:pt idx="1376">
                  <c:v>43804</c:v>
                </c:pt>
                <c:pt idx="1377">
                  <c:v>43805</c:v>
                </c:pt>
                <c:pt idx="1378">
                  <c:v>43808</c:v>
                </c:pt>
                <c:pt idx="1379">
                  <c:v>43809</c:v>
                </c:pt>
                <c:pt idx="1380">
                  <c:v>43810</c:v>
                </c:pt>
                <c:pt idx="1381">
                  <c:v>43811</c:v>
                </c:pt>
                <c:pt idx="1382">
                  <c:v>43812</c:v>
                </c:pt>
                <c:pt idx="1383">
                  <c:v>43815</c:v>
                </c:pt>
                <c:pt idx="1384">
                  <c:v>43816</c:v>
                </c:pt>
                <c:pt idx="1385">
                  <c:v>43817</c:v>
                </c:pt>
                <c:pt idx="1386">
                  <c:v>43818</c:v>
                </c:pt>
                <c:pt idx="1387">
                  <c:v>43819</c:v>
                </c:pt>
                <c:pt idx="1388">
                  <c:v>43822</c:v>
                </c:pt>
                <c:pt idx="1389">
                  <c:v>43825</c:v>
                </c:pt>
                <c:pt idx="1390">
                  <c:v>43826</c:v>
                </c:pt>
                <c:pt idx="1391">
                  <c:v>43829</c:v>
                </c:pt>
                <c:pt idx="1392">
                  <c:v>43832</c:v>
                </c:pt>
                <c:pt idx="1393">
                  <c:v>43833</c:v>
                </c:pt>
                <c:pt idx="1394">
                  <c:v>43836</c:v>
                </c:pt>
                <c:pt idx="1395">
                  <c:v>43837</c:v>
                </c:pt>
                <c:pt idx="1396">
                  <c:v>43838</c:v>
                </c:pt>
                <c:pt idx="1397">
                  <c:v>43839</c:v>
                </c:pt>
                <c:pt idx="1398">
                  <c:v>43840</c:v>
                </c:pt>
                <c:pt idx="1399">
                  <c:v>43843</c:v>
                </c:pt>
                <c:pt idx="1400">
                  <c:v>43844</c:v>
                </c:pt>
                <c:pt idx="1401">
                  <c:v>43845</c:v>
                </c:pt>
                <c:pt idx="1402">
                  <c:v>43846</c:v>
                </c:pt>
                <c:pt idx="1403">
                  <c:v>43847</c:v>
                </c:pt>
                <c:pt idx="1404">
                  <c:v>43850</c:v>
                </c:pt>
                <c:pt idx="1405">
                  <c:v>43851</c:v>
                </c:pt>
                <c:pt idx="1406">
                  <c:v>43852</c:v>
                </c:pt>
                <c:pt idx="1407">
                  <c:v>43853</c:v>
                </c:pt>
                <c:pt idx="1408">
                  <c:v>43854</c:v>
                </c:pt>
                <c:pt idx="1409">
                  <c:v>43857</c:v>
                </c:pt>
                <c:pt idx="1410">
                  <c:v>43858</c:v>
                </c:pt>
                <c:pt idx="1411">
                  <c:v>43859</c:v>
                </c:pt>
                <c:pt idx="1412">
                  <c:v>43860</c:v>
                </c:pt>
                <c:pt idx="1413">
                  <c:v>43861</c:v>
                </c:pt>
                <c:pt idx="1414">
                  <c:v>43864</c:v>
                </c:pt>
                <c:pt idx="1415">
                  <c:v>43865</c:v>
                </c:pt>
                <c:pt idx="1416">
                  <c:v>43866</c:v>
                </c:pt>
                <c:pt idx="1417">
                  <c:v>43867</c:v>
                </c:pt>
                <c:pt idx="1418">
                  <c:v>43868</c:v>
                </c:pt>
                <c:pt idx="1419">
                  <c:v>43871</c:v>
                </c:pt>
                <c:pt idx="1420">
                  <c:v>43872</c:v>
                </c:pt>
                <c:pt idx="1421">
                  <c:v>43873</c:v>
                </c:pt>
                <c:pt idx="1422">
                  <c:v>43874</c:v>
                </c:pt>
                <c:pt idx="1423">
                  <c:v>43875</c:v>
                </c:pt>
                <c:pt idx="1424">
                  <c:v>43878</c:v>
                </c:pt>
                <c:pt idx="1425">
                  <c:v>43879</c:v>
                </c:pt>
                <c:pt idx="1426">
                  <c:v>43880</c:v>
                </c:pt>
                <c:pt idx="1427">
                  <c:v>43881</c:v>
                </c:pt>
                <c:pt idx="1428">
                  <c:v>43882</c:v>
                </c:pt>
                <c:pt idx="1429">
                  <c:v>43887</c:v>
                </c:pt>
                <c:pt idx="1430">
                  <c:v>43888</c:v>
                </c:pt>
                <c:pt idx="1431">
                  <c:v>43889</c:v>
                </c:pt>
                <c:pt idx="1432">
                  <c:v>43892</c:v>
                </c:pt>
                <c:pt idx="1433">
                  <c:v>43893</c:v>
                </c:pt>
                <c:pt idx="1434">
                  <c:v>43894</c:v>
                </c:pt>
                <c:pt idx="1435">
                  <c:v>43895</c:v>
                </c:pt>
                <c:pt idx="1436">
                  <c:v>43896</c:v>
                </c:pt>
                <c:pt idx="1437">
                  <c:v>43899</c:v>
                </c:pt>
                <c:pt idx="1438">
                  <c:v>43900</c:v>
                </c:pt>
                <c:pt idx="1439">
                  <c:v>43901</c:v>
                </c:pt>
                <c:pt idx="1440">
                  <c:v>43902</c:v>
                </c:pt>
                <c:pt idx="1441">
                  <c:v>43903</c:v>
                </c:pt>
                <c:pt idx="1442">
                  <c:v>43906</c:v>
                </c:pt>
                <c:pt idx="1443">
                  <c:v>43907</c:v>
                </c:pt>
                <c:pt idx="1444">
                  <c:v>43908</c:v>
                </c:pt>
                <c:pt idx="1445">
                  <c:v>43909</c:v>
                </c:pt>
                <c:pt idx="1446">
                  <c:v>43910</c:v>
                </c:pt>
                <c:pt idx="1447">
                  <c:v>43913</c:v>
                </c:pt>
                <c:pt idx="1448">
                  <c:v>43914</c:v>
                </c:pt>
                <c:pt idx="1449">
                  <c:v>43915</c:v>
                </c:pt>
                <c:pt idx="1450">
                  <c:v>43916</c:v>
                </c:pt>
                <c:pt idx="1451">
                  <c:v>43917</c:v>
                </c:pt>
                <c:pt idx="1452">
                  <c:v>43920</c:v>
                </c:pt>
                <c:pt idx="1453">
                  <c:v>43921</c:v>
                </c:pt>
                <c:pt idx="1454">
                  <c:v>43922</c:v>
                </c:pt>
                <c:pt idx="1455">
                  <c:v>43923</c:v>
                </c:pt>
                <c:pt idx="1456">
                  <c:v>43924</c:v>
                </c:pt>
                <c:pt idx="1457">
                  <c:v>43927</c:v>
                </c:pt>
                <c:pt idx="1458">
                  <c:v>43928</c:v>
                </c:pt>
                <c:pt idx="1459">
                  <c:v>43929</c:v>
                </c:pt>
                <c:pt idx="1460">
                  <c:v>43930</c:v>
                </c:pt>
                <c:pt idx="1461">
                  <c:v>43934</c:v>
                </c:pt>
                <c:pt idx="1462">
                  <c:v>43935</c:v>
                </c:pt>
                <c:pt idx="1463">
                  <c:v>43936</c:v>
                </c:pt>
                <c:pt idx="1464">
                  <c:v>43937</c:v>
                </c:pt>
                <c:pt idx="1465">
                  <c:v>43938</c:v>
                </c:pt>
                <c:pt idx="1466">
                  <c:v>43941</c:v>
                </c:pt>
                <c:pt idx="1467">
                  <c:v>43943</c:v>
                </c:pt>
                <c:pt idx="1468">
                  <c:v>43944</c:v>
                </c:pt>
                <c:pt idx="1469">
                  <c:v>43945</c:v>
                </c:pt>
                <c:pt idx="1470">
                  <c:v>43948</c:v>
                </c:pt>
                <c:pt idx="1471">
                  <c:v>43949</c:v>
                </c:pt>
                <c:pt idx="1472">
                  <c:v>43950</c:v>
                </c:pt>
                <c:pt idx="1473">
                  <c:v>43951</c:v>
                </c:pt>
                <c:pt idx="1474">
                  <c:v>43955</c:v>
                </c:pt>
                <c:pt idx="1475">
                  <c:v>43956</c:v>
                </c:pt>
                <c:pt idx="1476">
                  <c:v>43957</c:v>
                </c:pt>
                <c:pt idx="1477">
                  <c:v>43958</c:v>
                </c:pt>
                <c:pt idx="1478">
                  <c:v>43959</c:v>
                </c:pt>
                <c:pt idx="1479">
                  <c:v>43962</c:v>
                </c:pt>
                <c:pt idx="1480">
                  <c:v>43963</c:v>
                </c:pt>
                <c:pt idx="1481">
                  <c:v>43964</c:v>
                </c:pt>
                <c:pt idx="1482">
                  <c:v>43965</c:v>
                </c:pt>
                <c:pt idx="1483">
                  <c:v>43966</c:v>
                </c:pt>
                <c:pt idx="1484">
                  <c:v>43969</c:v>
                </c:pt>
                <c:pt idx="1485">
                  <c:v>43970</c:v>
                </c:pt>
                <c:pt idx="1486">
                  <c:v>43971</c:v>
                </c:pt>
                <c:pt idx="1487">
                  <c:v>43972</c:v>
                </c:pt>
                <c:pt idx="1488">
                  <c:v>43973</c:v>
                </c:pt>
                <c:pt idx="1489">
                  <c:v>43976</c:v>
                </c:pt>
                <c:pt idx="1490">
                  <c:v>43977</c:v>
                </c:pt>
                <c:pt idx="1491">
                  <c:v>43978</c:v>
                </c:pt>
                <c:pt idx="1492">
                  <c:v>43979</c:v>
                </c:pt>
                <c:pt idx="1493">
                  <c:v>43980</c:v>
                </c:pt>
                <c:pt idx="1494">
                  <c:v>43983</c:v>
                </c:pt>
                <c:pt idx="1495">
                  <c:v>43984</c:v>
                </c:pt>
                <c:pt idx="1496">
                  <c:v>43985</c:v>
                </c:pt>
                <c:pt idx="1497">
                  <c:v>43986</c:v>
                </c:pt>
                <c:pt idx="1498">
                  <c:v>43987</c:v>
                </c:pt>
                <c:pt idx="1499">
                  <c:v>43990</c:v>
                </c:pt>
                <c:pt idx="1500">
                  <c:v>43991</c:v>
                </c:pt>
                <c:pt idx="1501">
                  <c:v>43992</c:v>
                </c:pt>
                <c:pt idx="1502">
                  <c:v>43994</c:v>
                </c:pt>
                <c:pt idx="1503">
                  <c:v>43997</c:v>
                </c:pt>
                <c:pt idx="1504">
                  <c:v>43998</c:v>
                </c:pt>
                <c:pt idx="1505">
                  <c:v>43999</c:v>
                </c:pt>
                <c:pt idx="1506">
                  <c:v>44000</c:v>
                </c:pt>
                <c:pt idx="1507">
                  <c:v>44001</c:v>
                </c:pt>
                <c:pt idx="1508">
                  <c:v>44004</c:v>
                </c:pt>
                <c:pt idx="1509">
                  <c:v>44005</c:v>
                </c:pt>
                <c:pt idx="1510">
                  <c:v>44006</c:v>
                </c:pt>
                <c:pt idx="1511">
                  <c:v>44007</c:v>
                </c:pt>
                <c:pt idx="1512">
                  <c:v>44008</c:v>
                </c:pt>
                <c:pt idx="1513">
                  <c:v>44011</c:v>
                </c:pt>
                <c:pt idx="1514">
                  <c:v>44012</c:v>
                </c:pt>
                <c:pt idx="1515">
                  <c:v>44013</c:v>
                </c:pt>
                <c:pt idx="1516">
                  <c:v>44014</c:v>
                </c:pt>
                <c:pt idx="1517">
                  <c:v>44015</c:v>
                </c:pt>
                <c:pt idx="1518">
                  <c:v>44018</c:v>
                </c:pt>
                <c:pt idx="1519">
                  <c:v>44019</c:v>
                </c:pt>
                <c:pt idx="1520">
                  <c:v>44020</c:v>
                </c:pt>
                <c:pt idx="1521">
                  <c:v>44021</c:v>
                </c:pt>
                <c:pt idx="1522">
                  <c:v>44022</c:v>
                </c:pt>
                <c:pt idx="1523">
                  <c:v>44025</c:v>
                </c:pt>
                <c:pt idx="1524">
                  <c:v>44026</c:v>
                </c:pt>
                <c:pt idx="1525">
                  <c:v>44027</c:v>
                </c:pt>
                <c:pt idx="1526">
                  <c:v>44028</c:v>
                </c:pt>
                <c:pt idx="1527">
                  <c:v>44029</c:v>
                </c:pt>
                <c:pt idx="1528">
                  <c:v>44032</c:v>
                </c:pt>
                <c:pt idx="1529">
                  <c:v>44033</c:v>
                </c:pt>
                <c:pt idx="1530">
                  <c:v>44034</c:v>
                </c:pt>
                <c:pt idx="1531">
                  <c:v>44035</c:v>
                </c:pt>
                <c:pt idx="1532">
                  <c:v>44036</c:v>
                </c:pt>
                <c:pt idx="1533">
                  <c:v>44039</c:v>
                </c:pt>
                <c:pt idx="1534">
                  <c:v>44040</c:v>
                </c:pt>
                <c:pt idx="1535">
                  <c:v>44041</c:v>
                </c:pt>
                <c:pt idx="1536">
                  <c:v>44042</c:v>
                </c:pt>
                <c:pt idx="1537">
                  <c:v>44043</c:v>
                </c:pt>
                <c:pt idx="1538">
                  <c:v>44046</c:v>
                </c:pt>
                <c:pt idx="1539">
                  <c:v>44047</c:v>
                </c:pt>
                <c:pt idx="1540">
                  <c:v>44048</c:v>
                </c:pt>
                <c:pt idx="1541">
                  <c:v>44049</c:v>
                </c:pt>
                <c:pt idx="1542">
                  <c:v>44050</c:v>
                </c:pt>
                <c:pt idx="1543">
                  <c:v>44053</c:v>
                </c:pt>
                <c:pt idx="1544">
                  <c:v>44054</c:v>
                </c:pt>
                <c:pt idx="1545">
                  <c:v>44055</c:v>
                </c:pt>
                <c:pt idx="1546">
                  <c:v>44056</c:v>
                </c:pt>
                <c:pt idx="1547">
                  <c:v>44057</c:v>
                </c:pt>
                <c:pt idx="1548">
                  <c:v>44060</c:v>
                </c:pt>
                <c:pt idx="1549">
                  <c:v>44061</c:v>
                </c:pt>
                <c:pt idx="1550">
                  <c:v>44062</c:v>
                </c:pt>
                <c:pt idx="1551">
                  <c:v>44063</c:v>
                </c:pt>
                <c:pt idx="1552">
                  <c:v>44064</c:v>
                </c:pt>
                <c:pt idx="1553">
                  <c:v>44067</c:v>
                </c:pt>
                <c:pt idx="1554">
                  <c:v>44068</c:v>
                </c:pt>
                <c:pt idx="1555">
                  <c:v>44069</c:v>
                </c:pt>
                <c:pt idx="1556">
                  <c:v>44070</c:v>
                </c:pt>
                <c:pt idx="1557">
                  <c:v>44071</c:v>
                </c:pt>
                <c:pt idx="1558">
                  <c:v>44074</c:v>
                </c:pt>
                <c:pt idx="1559">
                  <c:v>44075</c:v>
                </c:pt>
                <c:pt idx="1560">
                  <c:v>44076</c:v>
                </c:pt>
                <c:pt idx="1561">
                  <c:v>44077</c:v>
                </c:pt>
                <c:pt idx="1562">
                  <c:v>44078</c:v>
                </c:pt>
                <c:pt idx="1563">
                  <c:v>44082</c:v>
                </c:pt>
                <c:pt idx="1564">
                  <c:v>44083</c:v>
                </c:pt>
                <c:pt idx="1565">
                  <c:v>44084</c:v>
                </c:pt>
                <c:pt idx="1566">
                  <c:v>44085</c:v>
                </c:pt>
                <c:pt idx="1567">
                  <c:v>44088</c:v>
                </c:pt>
                <c:pt idx="1568">
                  <c:v>44089</c:v>
                </c:pt>
                <c:pt idx="1569">
                  <c:v>44090</c:v>
                </c:pt>
                <c:pt idx="1570">
                  <c:v>44091</c:v>
                </c:pt>
                <c:pt idx="1571">
                  <c:v>44092</c:v>
                </c:pt>
                <c:pt idx="1572">
                  <c:v>44095</c:v>
                </c:pt>
                <c:pt idx="1573">
                  <c:v>44096</c:v>
                </c:pt>
                <c:pt idx="1574">
                  <c:v>44097</c:v>
                </c:pt>
                <c:pt idx="1575">
                  <c:v>44098</c:v>
                </c:pt>
                <c:pt idx="1576">
                  <c:v>44099</c:v>
                </c:pt>
                <c:pt idx="1577">
                  <c:v>44102</c:v>
                </c:pt>
                <c:pt idx="1578">
                  <c:v>44103</c:v>
                </c:pt>
                <c:pt idx="1579">
                  <c:v>44104</c:v>
                </c:pt>
                <c:pt idx="1580">
                  <c:v>44105</c:v>
                </c:pt>
                <c:pt idx="1581">
                  <c:v>44106</c:v>
                </c:pt>
                <c:pt idx="1582">
                  <c:v>44109</c:v>
                </c:pt>
                <c:pt idx="1583">
                  <c:v>44110</c:v>
                </c:pt>
                <c:pt idx="1584">
                  <c:v>44111</c:v>
                </c:pt>
                <c:pt idx="1585">
                  <c:v>44112</c:v>
                </c:pt>
                <c:pt idx="1586">
                  <c:v>44113</c:v>
                </c:pt>
                <c:pt idx="1587">
                  <c:v>44117</c:v>
                </c:pt>
                <c:pt idx="1588">
                  <c:v>44118</c:v>
                </c:pt>
                <c:pt idx="1589">
                  <c:v>44119</c:v>
                </c:pt>
                <c:pt idx="1590">
                  <c:v>44120</c:v>
                </c:pt>
                <c:pt idx="1591">
                  <c:v>44123</c:v>
                </c:pt>
                <c:pt idx="1592">
                  <c:v>44124</c:v>
                </c:pt>
                <c:pt idx="1593">
                  <c:v>44125</c:v>
                </c:pt>
                <c:pt idx="1594">
                  <c:v>44126</c:v>
                </c:pt>
                <c:pt idx="1595">
                  <c:v>44127</c:v>
                </c:pt>
                <c:pt idx="1596">
                  <c:v>44130</c:v>
                </c:pt>
                <c:pt idx="1597">
                  <c:v>44131</c:v>
                </c:pt>
                <c:pt idx="1598">
                  <c:v>44132</c:v>
                </c:pt>
                <c:pt idx="1599">
                  <c:v>44133</c:v>
                </c:pt>
                <c:pt idx="1600">
                  <c:v>44134</c:v>
                </c:pt>
                <c:pt idx="1601">
                  <c:v>44138</c:v>
                </c:pt>
                <c:pt idx="1602">
                  <c:v>44139</c:v>
                </c:pt>
                <c:pt idx="1603">
                  <c:v>44140</c:v>
                </c:pt>
                <c:pt idx="1604">
                  <c:v>44141</c:v>
                </c:pt>
                <c:pt idx="1605">
                  <c:v>44144</c:v>
                </c:pt>
                <c:pt idx="1606">
                  <c:v>44145</c:v>
                </c:pt>
                <c:pt idx="1607">
                  <c:v>44146</c:v>
                </c:pt>
                <c:pt idx="1608">
                  <c:v>44147</c:v>
                </c:pt>
                <c:pt idx="1609">
                  <c:v>44148</c:v>
                </c:pt>
                <c:pt idx="1610">
                  <c:v>44151</c:v>
                </c:pt>
                <c:pt idx="1611">
                  <c:v>44152</c:v>
                </c:pt>
                <c:pt idx="1612">
                  <c:v>44153</c:v>
                </c:pt>
                <c:pt idx="1613">
                  <c:v>44154</c:v>
                </c:pt>
                <c:pt idx="1614">
                  <c:v>44155</c:v>
                </c:pt>
                <c:pt idx="1615">
                  <c:v>44158</c:v>
                </c:pt>
                <c:pt idx="1616">
                  <c:v>44159</c:v>
                </c:pt>
                <c:pt idx="1617">
                  <c:v>44160</c:v>
                </c:pt>
                <c:pt idx="1618">
                  <c:v>44161</c:v>
                </c:pt>
                <c:pt idx="1619">
                  <c:v>44162</c:v>
                </c:pt>
                <c:pt idx="1620">
                  <c:v>44165</c:v>
                </c:pt>
                <c:pt idx="1621">
                  <c:v>44166</c:v>
                </c:pt>
                <c:pt idx="1622">
                  <c:v>44167</c:v>
                </c:pt>
                <c:pt idx="1623">
                  <c:v>44168</c:v>
                </c:pt>
                <c:pt idx="1624">
                  <c:v>44169</c:v>
                </c:pt>
                <c:pt idx="1625">
                  <c:v>44172</c:v>
                </c:pt>
                <c:pt idx="1626">
                  <c:v>44173</c:v>
                </c:pt>
                <c:pt idx="1627">
                  <c:v>44174</c:v>
                </c:pt>
                <c:pt idx="1628">
                  <c:v>44175</c:v>
                </c:pt>
                <c:pt idx="1629">
                  <c:v>44176</c:v>
                </c:pt>
                <c:pt idx="1630">
                  <c:v>44179</c:v>
                </c:pt>
                <c:pt idx="1631">
                  <c:v>44180</c:v>
                </c:pt>
                <c:pt idx="1632">
                  <c:v>44181</c:v>
                </c:pt>
                <c:pt idx="1633">
                  <c:v>44182</c:v>
                </c:pt>
                <c:pt idx="1634">
                  <c:v>44183</c:v>
                </c:pt>
                <c:pt idx="1635">
                  <c:v>44186</c:v>
                </c:pt>
                <c:pt idx="1636">
                  <c:v>44187</c:v>
                </c:pt>
                <c:pt idx="1637">
                  <c:v>44188</c:v>
                </c:pt>
                <c:pt idx="1638">
                  <c:v>44193</c:v>
                </c:pt>
                <c:pt idx="1639">
                  <c:v>44194</c:v>
                </c:pt>
                <c:pt idx="1640">
                  <c:v>44195</c:v>
                </c:pt>
                <c:pt idx="1641">
                  <c:v>44200</c:v>
                </c:pt>
                <c:pt idx="1642">
                  <c:v>44201</c:v>
                </c:pt>
                <c:pt idx="1643">
                  <c:v>44202</c:v>
                </c:pt>
                <c:pt idx="1644">
                  <c:v>44203</c:v>
                </c:pt>
                <c:pt idx="1645">
                  <c:v>44204</c:v>
                </c:pt>
                <c:pt idx="1646">
                  <c:v>44207</c:v>
                </c:pt>
                <c:pt idx="1647">
                  <c:v>44208</c:v>
                </c:pt>
                <c:pt idx="1648">
                  <c:v>44209</c:v>
                </c:pt>
                <c:pt idx="1649">
                  <c:v>44210</c:v>
                </c:pt>
                <c:pt idx="1650">
                  <c:v>44211</c:v>
                </c:pt>
                <c:pt idx="1651">
                  <c:v>44214</c:v>
                </c:pt>
                <c:pt idx="1652">
                  <c:v>44215</c:v>
                </c:pt>
                <c:pt idx="1653">
                  <c:v>44216</c:v>
                </c:pt>
                <c:pt idx="1654">
                  <c:v>44217</c:v>
                </c:pt>
                <c:pt idx="1655">
                  <c:v>44218</c:v>
                </c:pt>
                <c:pt idx="1656">
                  <c:v>44222</c:v>
                </c:pt>
                <c:pt idx="1657">
                  <c:v>44223</c:v>
                </c:pt>
                <c:pt idx="1658">
                  <c:v>44224</c:v>
                </c:pt>
                <c:pt idx="1659">
                  <c:v>44225</c:v>
                </c:pt>
                <c:pt idx="1660">
                  <c:v>44228</c:v>
                </c:pt>
                <c:pt idx="1661">
                  <c:v>44229</c:v>
                </c:pt>
                <c:pt idx="1662">
                  <c:v>44230</c:v>
                </c:pt>
                <c:pt idx="1663">
                  <c:v>44231</c:v>
                </c:pt>
                <c:pt idx="1664">
                  <c:v>44232</c:v>
                </c:pt>
                <c:pt idx="1665">
                  <c:v>44235</c:v>
                </c:pt>
                <c:pt idx="1666">
                  <c:v>44236</c:v>
                </c:pt>
                <c:pt idx="1667">
                  <c:v>44237</c:v>
                </c:pt>
                <c:pt idx="1668">
                  <c:v>44238</c:v>
                </c:pt>
                <c:pt idx="1669">
                  <c:v>44239</c:v>
                </c:pt>
                <c:pt idx="1670">
                  <c:v>44244</c:v>
                </c:pt>
                <c:pt idx="1671">
                  <c:v>44245</c:v>
                </c:pt>
                <c:pt idx="1672">
                  <c:v>44246</c:v>
                </c:pt>
                <c:pt idx="1673">
                  <c:v>44249</c:v>
                </c:pt>
                <c:pt idx="1674">
                  <c:v>44250</c:v>
                </c:pt>
                <c:pt idx="1675">
                  <c:v>44251</c:v>
                </c:pt>
                <c:pt idx="1676">
                  <c:v>44252</c:v>
                </c:pt>
                <c:pt idx="1677">
                  <c:v>44253</c:v>
                </c:pt>
                <c:pt idx="1678">
                  <c:v>44256</c:v>
                </c:pt>
                <c:pt idx="1679">
                  <c:v>44257</c:v>
                </c:pt>
                <c:pt idx="1680">
                  <c:v>44258</c:v>
                </c:pt>
                <c:pt idx="1681">
                  <c:v>44259</c:v>
                </c:pt>
                <c:pt idx="1682">
                  <c:v>44260</c:v>
                </c:pt>
                <c:pt idx="1683">
                  <c:v>44263</c:v>
                </c:pt>
                <c:pt idx="1684">
                  <c:v>44264</c:v>
                </c:pt>
                <c:pt idx="1685">
                  <c:v>44265</c:v>
                </c:pt>
                <c:pt idx="1686">
                  <c:v>44266</c:v>
                </c:pt>
                <c:pt idx="1687">
                  <c:v>44267</c:v>
                </c:pt>
                <c:pt idx="1688">
                  <c:v>44270</c:v>
                </c:pt>
                <c:pt idx="1689">
                  <c:v>44271</c:v>
                </c:pt>
                <c:pt idx="1690">
                  <c:v>44272</c:v>
                </c:pt>
                <c:pt idx="1691">
                  <c:v>44273</c:v>
                </c:pt>
                <c:pt idx="1692">
                  <c:v>44274</c:v>
                </c:pt>
                <c:pt idx="1693">
                  <c:v>44277</c:v>
                </c:pt>
                <c:pt idx="1694">
                  <c:v>44278</c:v>
                </c:pt>
                <c:pt idx="1695">
                  <c:v>44279</c:v>
                </c:pt>
                <c:pt idx="1696">
                  <c:v>44280</c:v>
                </c:pt>
                <c:pt idx="1697">
                  <c:v>44281</c:v>
                </c:pt>
                <c:pt idx="1698">
                  <c:v>44284</c:v>
                </c:pt>
                <c:pt idx="1699">
                  <c:v>44285</c:v>
                </c:pt>
                <c:pt idx="1700">
                  <c:v>44286</c:v>
                </c:pt>
                <c:pt idx="1701">
                  <c:v>44287</c:v>
                </c:pt>
                <c:pt idx="1702">
                  <c:v>44291</c:v>
                </c:pt>
                <c:pt idx="1703">
                  <c:v>44292</c:v>
                </c:pt>
                <c:pt idx="1704">
                  <c:v>44293</c:v>
                </c:pt>
                <c:pt idx="1705">
                  <c:v>44294</c:v>
                </c:pt>
                <c:pt idx="1706">
                  <c:v>44295</c:v>
                </c:pt>
                <c:pt idx="1707">
                  <c:v>44298</c:v>
                </c:pt>
                <c:pt idx="1708">
                  <c:v>44299</c:v>
                </c:pt>
                <c:pt idx="1709">
                  <c:v>44300</c:v>
                </c:pt>
                <c:pt idx="1710">
                  <c:v>44301</c:v>
                </c:pt>
                <c:pt idx="1711">
                  <c:v>44302</c:v>
                </c:pt>
                <c:pt idx="1712">
                  <c:v>44305</c:v>
                </c:pt>
                <c:pt idx="1713">
                  <c:v>44306</c:v>
                </c:pt>
                <c:pt idx="1714">
                  <c:v>44308</c:v>
                </c:pt>
                <c:pt idx="1715">
                  <c:v>44309</c:v>
                </c:pt>
                <c:pt idx="1716">
                  <c:v>44312</c:v>
                </c:pt>
                <c:pt idx="1717">
                  <c:v>44313</c:v>
                </c:pt>
                <c:pt idx="1718">
                  <c:v>44314</c:v>
                </c:pt>
                <c:pt idx="1719">
                  <c:v>44315</c:v>
                </c:pt>
                <c:pt idx="1720">
                  <c:v>44316</c:v>
                </c:pt>
                <c:pt idx="1721">
                  <c:v>44319</c:v>
                </c:pt>
                <c:pt idx="1722">
                  <c:v>44320</c:v>
                </c:pt>
                <c:pt idx="1723">
                  <c:v>44321</c:v>
                </c:pt>
                <c:pt idx="1724">
                  <c:v>44322</c:v>
                </c:pt>
                <c:pt idx="1725">
                  <c:v>44323</c:v>
                </c:pt>
                <c:pt idx="1726">
                  <c:v>44326</c:v>
                </c:pt>
                <c:pt idx="1727">
                  <c:v>44327</c:v>
                </c:pt>
                <c:pt idx="1728">
                  <c:v>44328</c:v>
                </c:pt>
                <c:pt idx="1729">
                  <c:v>44329</c:v>
                </c:pt>
                <c:pt idx="1730">
                  <c:v>44330</c:v>
                </c:pt>
                <c:pt idx="1731">
                  <c:v>44333</c:v>
                </c:pt>
                <c:pt idx="1732">
                  <c:v>44334</c:v>
                </c:pt>
                <c:pt idx="1733">
                  <c:v>44335</c:v>
                </c:pt>
                <c:pt idx="1734">
                  <c:v>44336</c:v>
                </c:pt>
                <c:pt idx="1735">
                  <c:v>44337</c:v>
                </c:pt>
                <c:pt idx="1736">
                  <c:v>44340</c:v>
                </c:pt>
                <c:pt idx="1737">
                  <c:v>44341</c:v>
                </c:pt>
                <c:pt idx="1738">
                  <c:v>44342</c:v>
                </c:pt>
                <c:pt idx="1739">
                  <c:v>44343</c:v>
                </c:pt>
                <c:pt idx="1740">
                  <c:v>44344</c:v>
                </c:pt>
                <c:pt idx="1741">
                  <c:v>44347</c:v>
                </c:pt>
                <c:pt idx="1742">
                  <c:v>44348</c:v>
                </c:pt>
                <c:pt idx="1743">
                  <c:v>44349</c:v>
                </c:pt>
                <c:pt idx="1744">
                  <c:v>44351</c:v>
                </c:pt>
                <c:pt idx="1745">
                  <c:v>44354</c:v>
                </c:pt>
                <c:pt idx="1746">
                  <c:v>44355</c:v>
                </c:pt>
                <c:pt idx="1747">
                  <c:v>44356</c:v>
                </c:pt>
                <c:pt idx="1748">
                  <c:v>44357</c:v>
                </c:pt>
                <c:pt idx="1749">
                  <c:v>44358</c:v>
                </c:pt>
                <c:pt idx="1750">
                  <c:v>44361</c:v>
                </c:pt>
                <c:pt idx="1751">
                  <c:v>44362</c:v>
                </c:pt>
                <c:pt idx="1752">
                  <c:v>44363</c:v>
                </c:pt>
                <c:pt idx="1753">
                  <c:v>44364</c:v>
                </c:pt>
                <c:pt idx="1754">
                  <c:v>44365</c:v>
                </c:pt>
                <c:pt idx="1755">
                  <c:v>44368</c:v>
                </c:pt>
                <c:pt idx="1756">
                  <c:v>44369</c:v>
                </c:pt>
                <c:pt idx="1757">
                  <c:v>44370</c:v>
                </c:pt>
                <c:pt idx="1758">
                  <c:v>44371</c:v>
                </c:pt>
                <c:pt idx="1759">
                  <c:v>44372</c:v>
                </c:pt>
                <c:pt idx="1760">
                  <c:v>44375</c:v>
                </c:pt>
                <c:pt idx="1761">
                  <c:v>44376</c:v>
                </c:pt>
                <c:pt idx="1762">
                  <c:v>44377</c:v>
                </c:pt>
                <c:pt idx="1763">
                  <c:v>44378</c:v>
                </c:pt>
                <c:pt idx="1764">
                  <c:v>44379</c:v>
                </c:pt>
                <c:pt idx="1765">
                  <c:v>44382</c:v>
                </c:pt>
                <c:pt idx="1766">
                  <c:v>44383</c:v>
                </c:pt>
                <c:pt idx="1767">
                  <c:v>44384</c:v>
                </c:pt>
                <c:pt idx="1768">
                  <c:v>44385</c:v>
                </c:pt>
                <c:pt idx="1769">
                  <c:v>44389</c:v>
                </c:pt>
                <c:pt idx="1770">
                  <c:v>44390</c:v>
                </c:pt>
                <c:pt idx="1771">
                  <c:v>44391</c:v>
                </c:pt>
                <c:pt idx="1772">
                  <c:v>44392</c:v>
                </c:pt>
                <c:pt idx="1773">
                  <c:v>44393</c:v>
                </c:pt>
                <c:pt idx="1774">
                  <c:v>44396</c:v>
                </c:pt>
                <c:pt idx="1775">
                  <c:v>44397</c:v>
                </c:pt>
                <c:pt idx="1776">
                  <c:v>44398</c:v>
                </c:pt>
                <c:pt idx="1777">
                  <c:v>44399</c:v>
                </c:pt>
                <c:pt idx="1778">
                  <c:v>44400</c:v>
                </c:pt>
                <c:pt idx="1779">
                  <c:v>44403</c:v>
                </c:pt>
                <c:pt idx="1780">
                  <c:v>44404</c:v>
                </c:pt>
                <c:pt idx="1781">
                  <c:v>44405</c:v>
                </c:pt>
                <c:pt idx="1782">
                  <c:v>44406</c:v>
                </c:pt>
                <c:pt idx="1783">
                  <c:v>44407</c:v>
                </c:pt>
                <c:pt idx="1784">
                  <c:v>44410</c:v>
                </c:pt>
                <c:pt idx="1785">
                  <c:v>44411</c:v>
                </c:pt>
                <c:pt idx="1786">
                  <c:v>44412</c:v>
                </c:pt>
                <c:pt idx="1787">
                  <c:v>44413</c:v>
                </c:pt>
                <c:pt idx="1788">
                  <c:v>44414</c:v>
                </c:pt>
                <c:pt idx="1789">
                  <c:v>44417</c:v>
                </c:pt>
                <c:pt idx="1790">
                  <c:v>44418</c:v>
                </c:pt>
                <c:pt idx="1791">
                  <c:v>44419</c:v>
                </c:pt>
                <c:pt idx="1792">
                  <c:v>44420</c:v>
                </c:pt>
                <c:pt idx="1793">
                  <c:v>44421</c:v>
                </c:pt>
                <c:pt idx="1794">
                  <c:v>44424</c:v>
                </c:pt>
                <c:pt idx="1795">
                  <c:v>44425</c:v>
                </c:pt>
                <c:pt idx="1796">
                  <c:v>44426</c:v>
                </c:pt>
                <c:pt idx="1797">
                  <c:v>44427</c:v>
                </c:pt>
                <c:pt idx="1798">
                  <c:v>44428</c:v>
                </c:pt>
                <c:pt idx="1799">
                  <c:v>44431</c:v>
                </c:pt>
                <c:pt idx="1800">
                  <c:v>44432</c:v>
                </c:pt>
                <c:pt idx="1801">
                  <c:v>44433</c:v>
                </c:pt>
                <c:pt idx="1802">
                  <c:v>44434</c:v>
                </c:pt>
                <c:pt idx="1803">
                  <c:v>44435</c:v>
                </c:pt>
                <c:pt idx="1804">
                  <c:v>44438</c:v>
                </c:pt>
                <c:pt idx="1805">
                  <c:v>44439</c:v>
                </c:pt>
                <c:pt idx="1806">
                  <c:v>44440</c:v>
                </c:pt>
                <c:pt idx="1807">
                  <c:v>44441</c:v>
                </c:pt>
                <c:pt idx="1808">
                  <c:v>44442</c:v>
                </c:pt>
                <c:pt idx="1809">
                  <c:v>44445</c:v>
                </c:pt>
                <c:pt idx="1810">
                  <c:v>44447</c:v>
                </c:pt>
                <c:pt idx="1811">
                  <c:v>44448</c:v>
                </c:pt>
                <c:pt idx="1812">
                  <c:v>44449</c:v>
                </c:pt>
                <c:pt idx="1813">
                  <c:v>44452</c:v>
                </c:pt>
                <c:pt idx="1814">
                  <c:v>44453</c:v>
                </c:pt>
                <c:pt idx="1815">
                  <c:v>44454</c:v>
                </c:pt>
                <c:pt idx="1816">
                  <c:v>44455</c:v>
                </c:pt>
                <c:pt idx="1817">
                  <c:v>44456</c:v>
                </c:pt>
                <c:pt idx="1818">
                  <c:v>44459</c:v>
                </c:pt>
                <c:pt idx="1819">
                  <c:v>44460</c:v>
                </c:pt>
                <c:pt idx="1820">
                  <c:v>44461</c:v>
                </c:pt>
                <c:pt idx="1821">
                  <c:v>44462</c:v>
                </c:pt>
                <c:pt idx="1822">
                  <c:v>44463</c:v>
                </c:pt>
                <c:pt idx="1823">
                  <c:v>44466</c:v>
                </c:pt>
                <c:pt idx="1824">
                  <c:v>44467</c:v>
                </c:pt>
                <c:pt idx="1825">
                  <c:v>44468</c:v>
                </c:pt>
                <c:pt idx="1826">
                  <c:v>44469</c:v>
                </c:pt>
                <c:pt idx="1827">
                  <c:v>44470</c:v>
                </c:pt>
                <c:pt idx="1828">
                  <c:v>44473</c:v>
                </c:pt>
                <c:pt idx="1829">
                  <c:v>44474</c:v>
                </c:pt>
                <c:pt idx="1830">
                  <c:v>44475</c:v>
                </c:pt>
                <c:pt idx="1831">
                  <c:v>44476</c:v>
                </c:pt>
                <c:pt idx="1832">
                  <c:v>44477</c:v>
                </c:pt>
                <c:pt idx="1833">
                  <c:v>44480</c:v>
                </c:pt>
                <c:pt idx="1834">
                  <c:v>44482</c:v>
                </c:pt>
                <c:pt idx="1835">
                  <c:v>44483</c:v>
                </c:pt>
                <c:pt idx="1836">
                  <c:v>44484</c:v>
                </c:pt>
                <c:pt idx="1837">
                  <c:v>44487</c:v>
                </c:pt>
                <c:pt idx="1838">
                  <c:v>44488</c:v>
                </c:pt>
                <c:pt idx="1839">
                  <c:v>44489</c:v>
                </c:pt>
                <c:pt idx="1840">
                  <c:v>44490</c:v>
                </c:pt>
                <c:pt idx="1841">
                  <c:v>44491</c:v>
                </c:pt>
                <c:pt idx="1842">
                  <c:v>44494</c:v>
                </c:pt>
                <c:pt idx="1843">
                  <c:v>44495</c:v>
                </c:pt>
                <c:pt idx="1844">
                  <c:v>44496</c:v>
                </c:pt>
                <c:pt idx="1845">
                  <c:v>44497</c:v>
                </c:pt>
                <c:pt idx="1846">
                  <c:v>44498</c:v>
                </c:pt>
                <c:pt idx="1847">
                  <c:v>44501</c:v>
                </c:pt>
                <c:pt idx="1848">
                  <c:v>44503</c:v>
                </c:pt>
                <c:pt idx="1849">
                  <c:v>44504</c:v>
                </c:pt>
                <c:pt idx="1850">
                  <c:v>44505</c:v>
                </c:pt>
                <c:pt idx="1851">
                  <c:v>44508</c:v>
                </c:pt>
                <c:pt idx="1852">
                  <c:v>44509</c:v>
                </c:pt>
                <c:pt idx="1853">
                  <c:v>44510</c:v>
                </c:pt>
                <c:pt idx="1854">
                  <c:v>44511</c:v>
                </c:pt>
                <c:pt idx="1855">
                  <c:v>44512</c:v>
                </c:pt>
                <c:pt idx="1856">
                  <c:v>44516</c:v>
                </c:pt>
                <c:pt idx="1857">
                  <c:v>44517</c:v>
                </c:pt>
                <c:pt idx="1858">
                  <c:v>44518</c:v>
                </c:pt>
                <c:pt idx="1859">
                  <c:v>44519</c:v>
                </c:pt>
                <c:pt idx="1860">
                  <c:v>44522</c:v>
                </c:pt>
                <c:pt idx="1861">
                  <c:v>44523</c:v>
                </c:pt>
                <c:pt idx="1862">
                  <c:v>44524</c:v>
                </c:pt>
                <c:pt idx="1863">
                  <c:v>44525</c:v>
                </c:pt>
                <c:pt idx="1864">
                  <c:v>44526</c:v>
                </c:pt>
                <c:pt idx="1865">
                  <c:v>44529</c:v>
                </c:pt>
                <c:pt idx="1866">
                  <c:v>44530</c:v>
                </c:pt>
                <c:pt idx="1867">
                  <c:v>44531</c:v>
                </c:pt>
                <c:pt idx="1868">
                  <c:v>44532</c:v>
                </c:pt>
                <c:pt idx="1869">
                  <c:v>44533</c:v>
                </c:pt>
                <c:pt idx="1870">
                  <c:v>44536</c:v>
                </c:pt>
                <c:pt idx="1871">
                  <c:v>44537</c:v>
                </c:pt>
                <c:pt idx="1872">
                  <c:v>44538</c:v>
                </c:pt>
                <c:pt idx="1873">
                  <c:v>44539</c:v>
                </c:pt>
                <c:pt idx="1874">
                  <c:v>44540</c:v>
                </c:pt>
                <c:pt idx="1875">
                  <c:v>44543</c:v>
                </c:pt>
                <c:pt idx="1876">
                  <c:v>44544</c:v>
                </c:pt>
                <c:pt idx="1877">
                  <c:v>44545</c:v>
                </c:pt>
                <c:pt idx="1878">
                  <c:v>44546</c:v>
                </c:pt>
                <c:pt idx="1879">
                  <c:v>44547</c:v>
                </c:pt>
                <c:pt idx="1880">
                  <c:v>44550</c:v>
                </c:pt>
                <c:pt idx="1881">
                  <c:v>44551</c:v>
                </c:pt>
                <c:pt idx="1882">
                  <c:v>44552</c:v>
                </c:pt>
                <c:pt idx="1883">
                  <c:v>44553</c:v>
                </c:pt>
                <c:pt idx="1884">
                  <c:v>44557</c:v>
                </c:pt>
                <c:pt idx="1885">
                  <c:v>44558</c:v>
                </c:pt>
                <c:pt idx="1886">
                  <c:v>44559</c:v>
                </c:pt>
                <c:pt idx="1887">
                  <c:v>44560</c:v>
                </c:pt>
                <c:pt idx="1888">
                  <c:v>44564</c:v>
                </c:pt>
                <c:pt idx="1889">
                  <c:v>44565</c:v>
                </c:pt>
                <c:pt idx="1890">
                  <c:v>44566</c:v>
                </c:pt>
                <c:pt idx="1891">
                  <c:v>44567</c:v>
                </c:pt>
                <c:pt idx="1892">
                  <c:v>44568</c:v>
                </c:pt>
                <c:pt idx="1893">
                  <c:v>44571</c:v>
                </c:pt>
                <c:pt idx="1894">
                  <c:v>44572</c:v>
                </c:pt>
                <c:pt idx="1895">
                  <c:v>44573</c:v>
                </c:pt>
                <c:pt idx="1896">
                  <c:v>44574</c:v>
                </c:pt>
                <c:pt idx="1897">
                  <c:v>44575</c:v>
                </c:pt>
                <c:pt idx="1898">
                  <c:v>44578</c:v>
                </c:pt>
                <c:pt idx="1899">
                  <c:v>44579</c:v>
                </c:pt>
                <c:pt idx="1900">
                  <c:v>44580</c:v>
                </c:pt>
                <c:pt idx="1901">
                  <c:v>44581</c:v>
                </c:pt>
                <c:pt idx="1902">
                  <c:v>44582</c:v>
                </c:pt>
                <c:pt idx="1903">
                  <c:v>44585</c:v>
                </c:pt>
                <c:pt idx="1904">
                  <c:v>44586</c:v>
                </c:pt>
                <c:pt idx="1905">
                  <c:v>44587</c:v>
                </c:pt>
                <c:pt idx="1906">
                  <c:v>44588</c:v>
                </c:pt>
                <c:pt idx="1907">
                  <c:v>44589</c:v>
                </c:pt>
                <c:pt idx="1908">
                  <c:v>44592</c:v>
                </c:pt>
                <c:pt idx="1909">
                  <c:v>44593</c:v>
                </c:pt>
                <c:pt idx="1910">
                  <c:v>44594</c:v>
                </c:pt>
                <c:pt idx="1911">
                  <c:v>44595</c:v>
                </c:pt>
                <c:pt idx="1912">
                  <c:v>44596</c:v>
                </c:pt>
                <c:pt idx="1913">
                  <c:v>44599</c:v>
                </c:pt>
                <c:pt idx="1914">
                  <c:v>44600</c:v>
                </c:pt>
                <c:pt idx="1915">
                  <c:v>44601</c:v>
                </c:pt>
                <c:pt idx="1916">
                  <c:v>44602</c:v>
                </c:pt>
                <c:pt idx="1917">
                  <c:v>44603</c:v>
                </c:pt>
                <c:pt idx="1918">
                  <c:v>44606</c:v>
                </c:pt>
                <c:pt idx="1919">
                  <c:v>44607</c:v>
                </c:pt>
                <c:pt idx="1920">
                  <c:v>44608</c:v>
                </c:pt>
                <c:pt idx="1921">
                  <c:v>44609</c:v>
                </c:pt>
                <c:pt idx="1922">
                  <c:v>44610</c:v>
                </c:pt>
                <c:pt idx="1923">
                  <c:v>44613</c:v>
                </c:pt>
                <c:pt idx="1924">
                  <c:v>44614</c:v>
                </c:pt>
                <c:pt idx="1925">
                  <c:v>44615</c:v>
                </c:pt>
                <c:pt idx="1926">
                  <c:v>44616</c:v>
                </c:pt>
                <c:pt idx="1927">
                  <c:v>44617</c:v>
                </c:pt>
                <c:pt idx="1928">
                  <c:v>44622</c:v>
                </c:pt>
                <c:pt idx="1929">
                  <c:v>44623</c:v>
                </c:pt>
                <c:pt idx="1930">
                  <c:v>44624</c:v>
                </c:pt>
                <c:pt idx="1931">
                  <c:v>44627</c:v>
                </c:pt>
                <c:pt idx="1932">
                  <c:v>44628</c:v>
                </c:pt>
                <c:pt idx="1933">
                  <c:v>44629</c:v>
                </c:pt>
                <c:pt idx="1934">
                  <c:v>44630</c:v>
                </c:pt>
                <c:pt idx="1935">
                  <c:v>44631</c:v>
                </c:pt>
                <c:pt idx="1936">
                  <c:v>44634</c:v>
                </c:pt>
                <c:pt idx="1937">
                  <c:v>44635</c:v>
                </c:pt>
                <c:pt idx="1938">
                  <c:v>44636</c:v>
                </c:pt>
                <c:pt idx="1939">
                  <c:v>44637</c:v>
                </c:pt>
                <c:pt idx="1940">
                  <c:v>44638</c:v>
                </c:pt>
                <c:pt idx="1941">
                  <c:v>44641</c:v>
                </c:pt>
                <c:pt idx="1942">
                  <c:v>44642</c:v>
                </c:pt>
                <c:pt idx="1943">
                  <c:v>44643</c:v>
                </c:pt>
                <c:pt idx="1944">
                  <c:v>44644</c:v>
                </c:pt>
                <c:pt idx="1945">
                  <c:v>44645</c:v>
                </c:pt>
                <c:pt idx="1946">
                  <c:v>44648</c:v>
                </c:pt>
                <c:pt idx="1947">
                  <c:v>44649</c:v>
                </c:pt>
                <c:pt idx="1948">
                  <c:v>44650</c:v>
                </c:pt>
                <c:pt idx="1949">
                  <c:v>44651</c:v>
                </c:pt>
                <c:pt idx="1950">
                  <c:v>44652</c:v>
                </c:pt>
                <c:pt idx="1951">
                  <c:v>44655</c:v>
                </c:pt>
                <c:pt idx="1952">
                  <c:v>44656</c:v>
                </c:pt>
                <c:pt idx="1953">
                  <c:v>44657</c:v>
                </c:pt>
                <c:pt idx="1954">
                  <c:v>44658</c:v>
                </c:pt>
                <c:pt idx="1955">
                  <c:v>44659</c:v>
                </c:pt>
                <c:pt idx="1956">
                  <c:v>44662</c:v>
                </c:pt>
                <c:pt idx="1957">
                  <c:v>44663</c:v>
                </c:pt>
                <c:pt idx="1958">
                  <c:v>44664</c:v>
                </c:pt>
                <c:pt idx="1959">
                  <c:v>44665</c:v>
                </c:pt>
                <c:pt idx="1960">
                  <c:v>44669</c:v>
                </c:pt>
                <c:pt idx="1961">
                  <c:v>44670</c:v>
                </c:pt>
                <c:pt idx="1962">
                  <c:v>44671</c:v>
                </c:pt>
                <c:pt idx="1963">
                  <c:v>44673</c:v>
                </c:pt>
                <c:pt idx="1964">
                  <c:v>44676</c:v>
                </c:pt>
                <c:pt idx="1965">
                  <c:v>44677</c:v>
                </c:pt>
                <c:pt idx="1966">
                  <c:v>44678</c:v>
                </c:pt>
                <c:pt idx="1967">
                  <c:v>44679</c:v>
                </c:pt>
                <c:pt idx="1968">
                  <c:v>44680</c:v>
                </c:pt>
                <c:pt idx="1969">
                  <c:v>44683</c:v>
                </c:pt>
                <c:pt idx="1970">
                  <c:v>44684</c:v>
                </c:pt>
                <c:pt idx="1971">
                  <c:v>44685</c:v>
                </c:pt>
                <c:pt idx="1972">
                  <c:v>44686</c:v>
                </c:pt>
                <c:pt idx="1973">
                  <c:v>44687</c:v>
                </c:pt>
                <c:pt idx="1974">
                  <c:v>44690</c:v>
                </c:pt>
                <c:pt idx="1975">
                  <c:v>44691</c:v>
                </c:pt>
                <c:pt idx="1976">
                  <c:v>44692</c:v>
                </c:pt>
                <c:pt idx="1977">
                  <c:v>44693</c:v>
                </c:pt>
                <c:pt idx="1978">
                  <c:v>44694</c:v>
                </c:pt>
                <c:pt idx="1979">
                  <c:v>44697</c:v>
                </c:pt>
                <c:pt idx="1980">
                  <c:v>44698</c:v>
                </c:pt>
                <c:pt idx="1981">
                  <c:v>44699</c:v>
                </c:pt>
                <c:pt idx="1982">
                  <c:v>44700</c:v>
                </c:pt>
                <c:pt idx="1983">
                  <c:v>44701</c:v>
                </c:pt>
                <c:pt idx="1984">
                  <c:v>44704</c:v>
                </c:pt>
                <c:pt idx="1985">
                  <c:v>44705</c:v>
                </c:pt>
                <c:pt idx="1986">
                  <c:v>44706</c:v>
                </c:pt>
                <c:pt idx="1987">
                  <c:v>44707</c:v>
                </c:pt>
                <c:pt idx="1988">
                  <c:v>44708</c:v>
                </c:pt>
                <c:pt idx="1989">
                  <c:v>44711</c:v>
                </c:pt>
                <c:pt idx="1990">
                  <c:v>44712</c:v>
                </c:pt>
                <c:pt idx="1991">
                  <c:v>44713</c:v>
                </c:pt>
                <c:pt idx="1992">
                  <c:v>44714</c:v>
                </c:pt>
                <c:pt idx="1993">
                  <c:v>44715</c:v>
                </c:pt>
                <c:pt idx="1994">
                  <c:v>44718</c:v>
                </c:pt>
                <c:pt idx="1995">
                  <c:v>44719</c:v>
                </c:pt>
                <c:pt idx="1996">
                  <c:v>44720</c:v>
                </c:pt>
                <c:pt idx="1997">
                  <c:v>44721</c:v>
                </c:pt>
                <c:pt idx="1998">
                  <c:v>44722</c:v>
                </c:pt>
                <c:pt idx="1999">
                  <c:v>44725</c:v>
                </c:pt>
                <c:pt idx="2000">
                  <c:v>44726</c:v>
                </c:pt>
                <c:pt idx="2001">
                  <c:v>44727</c:v>
                </c:pt>
                <c:pt idx="2002">
                  <c:v>44729</c:v>
                </c:pt>
                <c:pt idx="2003">
                  <c:v>44732</c:v>
                </c:pt>
                <c:pt idx="2004">
                  <c:v>44733</c:v>
                </c:pt>
                <c:pt idx="2005">
                  <c:v>44734</c:v>
                </c:pt>
                <c:pt idx="2006">
                  <c:v>44735</c:v>
                </c:pt>
                <c:pt idx="2007">
                  <c:v>44736</c:v>
                </c:pt>
                <c:pt idx="2008">
                  <c:v>44739</c:v>
                </c:pt>
                <c:pt idx="2009">
                  <c:v>44740</c:v>
                </c:pt>
                <c:pt idx="2010">
                  <c:v>44741</c:v>
                </c:pt>
                <c:pt idx="2011">
                  <c:v>44742</c:v>
                </c:pt>
                <c:pt idx="2012">
                  <c:v>44743</c:v>
                </c:pt>
                <c:pt idx="2013">
                  <c:v>44746</c:v>
                </c:pt>
                <c:pt idx="2014">
                  <c:v>44747</c:v>
                </c:pt>
                <c:pt idx="2015">
                  <c:v>44748</c:v>
                </c:pt>
                <c:pt idx="2016">
                  <c:v>44749</c:v>
                </c:pt>
                <c:pt idx="2017">
                  <c:v>44750</c:v>
                </c:pt>
                <c:pt idx="2018">
                  <c:v>44753</c:v>
                </c:pt>
                <c:pt idx="2019">
                  <c:v>44754</c:v>
                </c:pt>
                <c:pt idx="2020">
                  <c:v>44755</c:v>
                </c:pt>
                <c:pt idx="2021">
                  <c:v>44756</c:v>
                </c:pt>
                <c:pt idx="2022">
                  <c:v>44757</c:v>
                </c:pt>
                <c:pt idx="2023">
                  <c:v>44760</c:v>
                </c:pt>
                <c:pt idx="2024">
                  <c:v>44761</c:v>
                </c:pt>
                <c:pt idx="2025">
                  <c:v>44762</c:v>
                </c:pt>
                <c:pt idx="2026">
                  <c:v>44763</c:v>
                </c:pt>
                <c:pt idx="2027">
                  <c:v>44764</c:v>
                </c:pt>
                <c:pt idx="2028">
                  <c:v>44767</c:v>
                </c:pt>
                <c:pt idx="2029">
                  <c:v>44768</c:v>
                </c:pt>
                <c:pt idx="2030">
                  <c:v>44769</c:v>
                </c:pt>
                <c:pt idx="2031">
                  <c:v>44770</c:v>
                </c:pt>
                <c:pt idx="2032">
                  <c:v>44771</c:v>
                </c:pt>
                <c:pt idx="2033">
                  <c:v>44774</c:v>
                </c:pt>
                <c:pt idx="2034">
                  <c:v>44775</c:v>
                </c:pt>
                <c:pt idx="2035">
                  <c:v>44776</c:v>
                </c:pt>
                <c:pt idx="2036">
                  <c:v>44777</c:v>
                </c:pt>
                <c:pt idx="2037">
                  <c:v>44778</c:v>
                </c:pt>
                <c:pt idx="2038">
                  <c:v>44781</c:v>
                </c:pt>
                <c:pt idx="2039">
                  <c:v>44782</c:v>
                </c:pt>
                <c:pt idx="2040">
                  <c:v>44783</c:v>
                </c:pt>
                <c:pt idx="2041">
                  <c:v>44784</c:v>
                </c:pt>
                <c:pt idx="2042">
                  <c:v>44785</c:v>
                </c:pt>
                <c:pt idx="2043">
                  <c:v>44788</c:v>
                </c:pt>
                <c:pt idx="2044">
                  <c:v>44789</c:v>
                </c:pt>
                <c:pt idx="2045">
                  <c:v>44790</c:v>
                </c:pt>
                <c:pt idx="2046">
                  <c:v>44791</c:v>
                </c:pt>
                <c:pt idx="2047">
                  <c:v>44792</c:v>
                </c:pt>
                <c:pt idx="2048">
                  <c:v>44795</c:v>
                </c:pt>
                <c:pt idx="2049">
                  <c:v>44796</c:v>
                </c:pt>
                <c:pt idx="2050">
                  <c:v>44797</c:v>
                </c:pt>
                <c:pt idx="2051">
                  <c:v>44798</c:v>
                </c:pt>
                <c:pt idx="2052">
                  <c:v>44799</c:v>
                </c:pt>
                <c:pt idx="2053">
                  <c:v>44802</c:v>
                </c:pt>
                <c:pt idx="2054">
                  <c:v>44803</c:v>
                </c:pt>
                <c:pt idx="2055">
                  <c:v>44804</c:v>
                </c:pt>
                <c:pt idx="2056">
                  <c:v>44805</c:v>
                </c:pt>
                <c:pt idx="2057">
                  <c:v>44806</c:v>
                </c:pt>
                <c:pt idx="2058">
                  <c:v>44809</c:v>
                </c:pt>
                <c:pt idx="2059">
                  <c:v>44810</c:v>
                </c:pt>
                <c:pt idx="2060">
                  <c:v>44812</c:v>
                </c:pt>
                <c:pt idx="2061">
                  <c:v>44813</c:v>
                </c:pt>
                <c:pt idx="2062">
                  <c:v>44816</c:v>
                </c:pt>
                <c:pt idx="2063">
                  <c:v>44817</c:v>
                </c:pt>
                <c:pt idx="2064">
                  <c:v>44818</c:v>
                </c:pt>
                <c:pt idx="2065">
                  <c:v>44819</c:v>
                </c:pt>
                <c:pt idx="2066">
                  <c:v>44820</c:v>
                </c:pt>
                <c:pt idx="2067">
                  <c:v>44823</c:v>
                </c:pt>
                <c:pt idx="2068">
                  <c:v>44824</c:v>
                </c:pt>
                <c:pt idx="2069">
                  <c:v>44825</c:v>
                </c:pt>
                <c:pt idx="2070">
                  <c:v>44826</c:v>
                </c:pt>
                <c:pt idx="2071">
                  <c:v>44827</c:v>
                </c:pt>
                <c:pt idx="2072">
                  <c:v>44830</c:v>
                </c:pt>
                <c:pt idx="2073">
                  <c:v>44831</c:v>
                </c:pt>
                <c:pt idx="2074">
                  <c:v>44832</c:v>
                </c:pt>
                <c:pt idx="2075">
                  <c:v>44833</c:v>
                </c:pt>
                <c:pt idx="2076">
                  <c:v>44834</c:v>
                </c:pt>
                <c:pt idx="2077">
                  <c:v>44837</c:v>
                </c:pt>
                <c:pt idx="2078">
                  <c:v>44838</c:v>
                </c:pt>
                <c:pt idx="2079">
                  <c:v>44839</c:v>
                </c:pt>
                <c:pt idx="2080">
                  <c:v>44840</c:v>
                </c:pt>
                <c:pt idx="2081">
                  <c:v>44841</c:v>
                </c:pt>
                <c:pt idx="2082">
                  <c:v>44844</c:v>
                </c:pt>
                <c:pt idx="2083">
                  <c:v>44845</c:v>
                </c:pt>
                <c:pt idx="2084">
                  <c:v>44847</c:v>
                </c:pt>
                <c:pt idx="2085">
                  <c:v>44848</c:v>
                </c:pt>
                <c:pt idx="2086">
                  <c:v>44851</c:v>
                </c:pt>
                <c:pt idx="2087">
                  <c:v>44852</c:v>
                </c:pt>
                <c:pt idx="2088">
                  <c:v>44853</c:v>
                </c:pt>
                <c:pt idx="2089">
                  <c:v>44854</c:v>
                </c:pt>
                <c:pt idx="2090">
                  <c:v>44855</c:v>
                </c:pt>
                <c:pt idx="2091">
                  <c:v>44858</c:v>
                </c:pt>
                <c:pt idx="2092">
                  <c:v>44859</c:v>
                </c:pt>
                <c:pt idx="2093">
                  <c:v>44860</c:v>
                </c:pt>
                <c:pt idx="2094">
                  <c:v>44861</c:v>
                </c:pt>
                <c:pt idx="2095">
                  <c:v>44862</c:v>
                </c:pt>
                <c:pt idx="2096">
                  <c:v>44865</c:v>
                </c:pt>
                <c:pt idx="2097">
                  <c:v>44866</c:v>
                </c:pt>
                <c:pt idx="2098">
                  <c:v>44868</c:v>
                </c:pt>
                <c:pt idx="2099">
                  <c:v>44869</c:v>
                </c:pt>
                <c:pt idx="2100">
                  <c:v>44872</c:v>
                </c:pt>
                <c:pt idx="2101">
                  <c:v>44873</c:v>
                </c:pt>
                <c:pt idx="2102">
                  <c:v>44874</c:v>
                </c:pt>
                <c:pt idx="2103">
                  <c:v>44875</c:v>
                </c:pt>
                <c:pt idx="2104">
                  <c:v>44876</c:v>
                </c:pt>
                <c:pt idx="2105">
                  <c:v>44879</c:v>
                </c:pt>
                <c:pt idx="2106">
                  <c:v>44881</c:v>
                </c:pt>
                <c:pt idx="2107">
                  <c:v>44882</c:v>
                </c:pt>
                <c:pt idx="2108">
                  <c:v>44883</c:v>
                </c:pt>
                <c:pt idx="2109">
                  <c:v>44886</c:v>
                </c:pt>
                <c:pt idx="2110">
                  <c:v>44887</c:v>
                </c:pt>
                <c:pt idx="2111">
                  <c:v>44888</c:v>
                </c:pt>
                <c:pt idx="2112">
                  <c:v>44889</c:v>
                </c:pt>
                <c:pt idx="2113">
                  <c:v>44890</c:v>
                </c:pt>
                <c:pt idx="2114">
                  <c:v>44893</c:v>
                </c:pt>
                <c:pt idx="2115">
                  <c:v>44894</c:v>
                </c:pt>
                <c:pt idx="2116">
                  <c:v>44895</c:v>
                </c:pt>
                <c:pt idx="2117">
                  <c:v>44896</c:v>
                </c:pt>
                <c:pt idx="2118">
                  <c:v>44897</c:v>
                </c:pt>
                <c:pt idx="2119">
                  <c:v>44900</c:v>
                </c:pt>
                <c:pt idx="2120">
                  <c:v>44901</c:v>
                </c:pt>
                <c:pt idx="2121">
                  <c:v>44902</c:v>
                </c:pt>
                <c:pt idx="2122">
                  <c:v>44903</c:v>
                </c:pt>
                <c:pt idx="2123">
                  <c:v>44904</c:v>
                </c:pt>
                <c:pt idx="2124">
                  <c:v>44907</c:v>
                </c:pt>
                <c:pt idx="2125">
                  <c:v>44908</c:v>
                </c:pt>
                <c:pt idx="2126">
                  <c:v>44909</c:v>
                </c:pt>
                <c:pt idx="2127">
                  <c:v>44910</c:v>
                </c:pt>
                <c:pt idx="2128">
                  <c:v>44911</c:v>
                </c:pt>
                <c:pt idx="2129">
                  <c:v>44914</c:v>
                </c:pt>
                <c:pt idx="2130">
                  <c:v>44915</c:v>
                </c:pt>
                <c:pt idx="2131">
                  <c:v>44916</c:v>
                </c:pt>
                <c:pt idx="2132">
                  <c:v>44917</c:v>
                </c:pt>
                <c:pt idx="2133">
                  <c:v>44918</c:v>
                </c:pt>
                <c:pt idx="2134">
                  <c:v>44921</c:v>
                </c:pt>
                <c:pt idx="2135">
                  <c:v>44922</c:v>
                </c:pt>
                <c:pt idx="2136">
                  <c:v>44923</c:v>
                </c:pt>
                <c:pt idx="2137">
                  <c:v>44924</c:v>
                </c:pt>
                <c:pt idx="2138">
                  <c:v>44928</c:v>
                </c:pt>
                <c:pt idx="2139">
                  <c:v>44929</c:v>
                </c:pt>
                <c:pt idx="2140">
                  <c:v>44930</c:v>
                </c:pt>
                <c:pt idx="2141">
                  <c:v>44931</c:v>
                </c:pt>
                <c:pt idx="2142">
                  <c:v>44932</c:v>
                </c:pt>
                <c:pt idx="2143">
                  <c:v>44935</c:v>
                </c:pt>
                <c:pt idx="2144">
                  <c:v>44936</c:v>
                </c:pt>
                <c:pt idx="2145">
                  <c:v>44937</c:v>
                </c:pt>
                <c:pt idx="2146">
                  <c:v>44938</c:v>
                </c:pt>
                <c:pt idx="2147">
                  <c:v>44939</c:v>
                </c:pt>
                <c:pt idx="2148">
                  <c:v>44942</c:v>
                </c:pt>
                <c:pt idx="2149">
                  <c:v>44943</c:v>
                </c:pt>
                <c:pt idx="2150">
                  <c:v>44944</c:v>
                </c:pt>
                <c:pt idx="2151">
                  <c:v>44945</c:v>
                </c:pt>
                <c:pt idx="2152">
                  <c:v>44946</c:v>
                </c:pt>
                <c:pt idx="2153">
                  <c:v>44949</c:v>
                </c:pt>
                <c:pt idx="2154">
                  <c:v>44950</c:v>
                </c:pt>
                <c:pt idx="2155">
                  <c:v>44951</c:v>
                </c:pt>
                <c:pt idx="2156">
                  <c:v>44952</c:v>
                </c:pt>
                <c:pt idx="2157">
                  <c:v>44953</c:v>
                </c:pt>
                <c:pt idx="2158">
                  <c:v>44956</c:v>
                </c:pt>
                <c:pt idx="2159">
                  <c:v>44957</c:v>
                </c:pt>
                <c:pt idx="2160">
                  <c:v>44958</c:v>
                </c:pt>
                <c:pt idx="2161">
                  <c:v>44959</c:v>
                </c:pt>
                <c:pt idx="2162">
                  <c:v>44960</c:v>
                </c:pt>
                <c:pt idx="2163">
                  <c:v>44963</c:v>
                </c:pt>
                <c:pt idx="2164">
                  <c:v>44964</c:v>
                </c:pt>
                <c:pt idx="2165">
                  <c:v>44965</c:v>
                </c:pt>
                <c:pt idx="2166">
                  <c:v>44966</c:v>
                </c:pt>
                <c:pt idx="2167">
                  <c:v>44967</c:v>
                </c:pt>
                <c:pt idx="2168">
                  <c:v>44970</c:v>
                </c:pt>
                <c:pt idx="2169">
                  <c:v>44971</c:v>
                </c:pt>
                <c:pt idx="2170">
                  <c:v>44972</c:v>
                </c:pt>
                <c:pt idx="2171">
                  <c:v>44973</c:v>
                </c:pt>
                <c:pt idx="2172">
                  <c:v>44974</c:v>
                </c:pt>
                <c:pt idx="2173">
                  <c:v>44979</c:v>
                </c:pt>
                <c:pt idx="2174">
                  <c:v>44980</c:v>
                </c:pt>
                <c:pt idx="2175">
                  <c:v>44981</c:v>
                </c:pt>
                <c:pt idx="2176">
                  <c:v>44984</c:v>
                </c:pt>
                <c:pt idx="2177">
                  <c:v>44985</c:v>
                </c:pt>
                <c:pt idx="2178">
                  <c:v>44986</c:v>
                </c:pt>
                <c:pt idx="2179">
                  <c:v>44987</c:v>
                </c:pt>
                <c:pt idx="2180">
                  <c:v>44988</c:v>
                </c:pt>
                <c:pt idx="2181">
                  <c:v>44991</c:v>
                </c:pt>
                <c:pt idx="2182">
                  <c:v>44992</c:v>
                </c:pt>
                <c:pt idx="2183">
                  <c:v>44993</c:v>
                </c:pt>
                <c:pt idx="2184">
                  <c:v>44994</c:v>
                </c:pt>
                <c:pt idx="2185">
                  <c:v>44995</c:v>
                </c:pt>
                <c:pt idx="2186">
                  <c:v>44998</c:v>
                </c:pt>
                <c:pt idx="2187">
                  <c:v>44999</c:v>
                </c:pt>
                <c:pt idx="2188">
                  <c:v>45000</c:v>
                </c:pt>
                <c:pt idx="2189">
                  <c:v>45001</c:v>
                </c:pt>
                <c:pt idx="2190">
                  <c:v>45002</c:v>
                </c:pt>
                <c:pt idx="2191">
                  <c:v>45005</c:v>
                </c:pt>
                <c:pt idx="2192">
                  <c:v>45006</c:v>
                </c:pt>
                <c:pt idx="2193">
                  <c:v>45007</c:v>
                </c:pt>
                <c:pt idx="2194">
                  <c:v>45008</c:v>
                </c:pt>
                <c:pt idx="2195">
                  <c:v>45009</c:v>
                </c:pt>
                <c:pt idx="2196">
                  <c:v>45012</c:v>
                </c:pt>
                <c:pt idx="2197">
                  <c:v>45013</c:v>
                </c:pt>
                <c:pt idx="2198">
                  <c:v>45014</c:v>
                </c:pt>
                <c:pt idx="2199">
                  <c:v>45015</c:v>
                </c:pt>
                <c:pt idx="2200">
                  <c:v>45016</c:v>
                </c:pt>
                <c:pt idx="2201">
                  <c:v>45019</c:v>
                </c:pt>
                <c:pt idx="2202">
                  <c:v>45020</c:v>
                </c:pt>
                <c:pt idx="2203">
                  <c:v>45021</c:v>
                </c:pt>
                <c:pt idx="2204">
                  <c:v>45022</c:v>
                </c:pt>
                <c:pt idx="2205">
                  <c:v>45026</c:v>
                </c:pt>
                <c:pt idx="2206">
                  <c:v>45027</c:v>
                </c:pt>
                <c:pt idx="2207">
                  <c:v>45028</c:v>
                </c:pt>
                <c:pt idx="2208">
                  <c:v>45029</c:v>
                </c:pt>
                <c:pt idx="2209">
                  <c:v>45030</c:v>
                </c:pt>
                <c:pt idx="2210">
                  <c:v>45033</c:v>
                </c:pt>
                <c:pt idx="2211">
                  <c:v>45034</c:v>
                </c:pt>
                <c:pt idx="2212">
                  <c:v>45035</c:v>
                </c:pt>
                <c:pt idx="2213">
                  <c:v>45036</c:v>
                </c:pt>
                <c:pt idx="2214">
                  <c:v>45040</c:v>
                </c:pt>
                <c:pt idx="2215">
                  <c:v>45041</c:v>
                </c:pt>
                <c:pt idx="2216">
                  <c:v>45042</c:v>
                </c:pt>
                <c:pt idx="2217">
                  <c:v>45043</c:v>
                </c:pt>
                <c:pt idx="2218">
                  <c:v>45044</c:v>
                </c:pt>
                <c:pt idx="2219">
                  <c:v>45048</c:v>
                </c:pt>
                <c:pt idx="2220">
                  <c:v>45049</c:v>
                </c:pt>
                <c:pt idx="2221">
                  <c:v>45050</c:v>
                </c:pt>
                <c:pt idx="2222">
                  <c:v>45051</c:v>
                </c:pt>
                <c:pt idx="2223">
                  <c:v>45054</c:v>
                </c:pt>
                <c:pt idx="2224">
                  <c:v>45055</c:v>
                </c:pt>
                <c:pt idx="2225">
                  <c:v>45056</c:v>
                </c:pt>
                <c:pt idx="2226">
                  <c:v>45057</c:v>
                </c:pt>
                <c:pt idx="2227">
                  <c:v>45058</c:v>
                </c:pt>
                <c:pt idx="2228">
                  <c:v>45061</c:v>
                </c:pt>
                <c:pt idx="2229">
                  <c:v>45062</c:v>
                </c:pt>
                <c:pt idx="2230">
                  <c:v>45063</c:v>
                </c:pt>
                <c:pt idx="2231">
                  <c:v>45064</c:v>
                </c:pt>
                <c:pt idx="2232">
                  <c:v>45065</c:v>
                </c:pt>
                <c:pt idx="2233">
                  <c:v>45068</c:v>
                </c:pt>
                <c:pt idx="2234">
                  <c:v>45069</c:v>
                </c:pt>
                <c:pt idx="2235">
                  <c:v>45070</c:v>
                </c:pt>
                <c:pt idx="2236">
                  <c:v>45071</c:v>
                </c:pt>
                <c:pt idx="2237">
                  <c:v>45072</c:v>
                </c:pt>
                <c:pt idx="2238">
                  <c:v>45075</c:v>
                </c:pt>
                <c:pt idx="2239">
                  <c:v>45076</c:v>
                </c:pt>
                <c:pt idx="2240">
                  <c:v>45077</c:v>
                </c:pt>
                <c:pt idx="2241">
                  <c:v>45078</c:v>
                </c:pt>
                <c:pt idx="2242">
                  <c:v>45079</c:v>
                </c:pt>
                <c:pt idx="2243">
                  <c:v>45082</c:v>
                </c:pt>
                <c:pt idx="2244">
                  <c:v>45083</c:v>
                </c:pt>
                <c:pt idx="2245">
                  <c:v>45084</c:v>
                </c:pt>
                <c:pt idx="2246">
                  <c:v>45086</c:v>
                </c:pt>
                <c:pt idx="2247">
                  <c:v>45089</c:v>
                </c:pt>
                <c:pt idx="2248">
                  <c:v>45090</c:v>
                </c:pt>
                <c:pt idx="2249">
                  <c:v>45091</c:v>
                </c:pt>
                <c:pt idx="2250">
                  <c:v>45092</c:v>
                </c:pt>
                <c:pt idx="2251">
                  <c:v>45093</c:v>
                </c:pt>
                <c:pt idx="2252">
                  <c:v>45096</c:v>
                </c:pt>
                <c:pt idx="2253">
                  <c:v>45097</c:v>
                </c:pt>
                <c:pt idx="2254">
                  <c:v>45098</c:v>
                </c:pt>
                <c:pt idx="2255">
                  <c:v>45099</c:v>
                </c:pt>
                <c:pt idx="2256">
                  <c:v>45100</c:v>
                </c:pt>
                <c:pt idx="2257">
                  <c:v>45103</c:v>
                </c:pt>
                <c:pt idx="2258">
                  <c:v>45104</c:v>
                </c:pt>
                <c:pt idx="2259">
                  <c:v>45105</c:v>
                </c:pt>
                <c:pt idx="2260">
                  <c:v>45106</c:v>
                </c:pt>
                <c:pt idx="2261">
                  <c:v>45107</c:v>
                </c:pt>
                <c:pt idx="2262">
                  <c:v>45110</c:v>
                </c:pt>
                <c:pt idx="2263">
                  <c:v>45111</c:v>
                </c:pt>
                <c:pt idx="2264">
                  <c:v>45112</c:v>
                </c:pt>
                <c:pt idx="2265">
                  <c:v>45113</c:v>
                </c:pt>
                <c:pt idx="2266">
                  <c:v>45114</c:v>
                </c:pt>
                <c:pt idx="2267">
                  <c:v>45117</c:v>
                </c:pt>
                <c:pt idx="2268">
                  <c:v>45118</c:v>
                </c:pt>
                <c:pt idx="2269">
                  <c:v>45119</c:v>
                </c:pt>
                <c:pt idx="2270">
                  <c:v>45120</c:v>
                </c:pt>
                <c:pt idx="2271">
                  <c:v>45121</c:v>
                </c:pt>
                <c:pt idx="2272">
                  <c:v>45124</c:v>
                </c:pt>
                <c:pt idx="2273">
                  <c:v>45125</c:v>
                </c:pt>
                <c:pt idx="2274">
                  <c:v>45126</c:v>
                </c:pt>
                <c:pt idx="2275">
                  <c:v>45127</c:v>
                </c:pt>
                <c:pt idx="2276">
                  <c:v>45128</c:v>
                </c:pt>
                <c:pt idx="2277">
                  <c:v>45131</c:v>
                </c:pt>
                <c:pt idx="2278">
                  <c:v>45132</c:v>
                </c:pt>
                <c:pt idx="2279">
                  <c:v>45133</c:v>
                </c:pt>
                <c:pt idx="2280">
                  <c:v>45134</c:v>
                </c:pt>
                <c:pt idx="2281">
                  <c:v>45135</c:v>
                </c:pt>
                <c:pt idx="2282">
                  <c:v>45138</c:v>
                </c:pt>
                <c:pt idx="2283">
                  <c:v>45139</c:v>
                </c:pt>
                <c:pt idx="2284">
                  <c:v>45140</c:v>
                </c:pt>
                <c:pt idx="2285">
                  <c:v>45141</c:v>
                </c:pt>
                <c:pt idx="2286">
                  <c:v>45142</c:v>
                </c:pt>
                <c:pt idx="2287">
                  <c:v>45145</c:v>
                </c:pt>
                <c:pt idx="2288">
                  <c:v>45146</c:v>
                </c:pt>
                <c:pt idx="2289">
                  <c:v>45147</c:v>
                </c:pt>
                <c:pt idx="2290">
                  <c:v>45148</c:v>
                </c:pt>
                <c:pt idx="2291">
                  <c:v>45149</c:v>
                </c:pt>
                <c:pt idx="2292">
                  <c:v>45152</c:v>
                </c:pt>
                <c:pt idx="2293">
                  <c:v>45153</c:v>
                </c:pt>
                <c:pt idx="2294">
                  <c:v>45154</c:v>
                </c:pt>
                <c:pt idx="2295">
                  <c:v>45155</c:v>
                </c:pt>
                <c:pt idx="2296">
                  <c:v>45156</c:v>
                </c:pt>
                <c:pt idx="2297">
                  <c:v>45159</c:v>
                </c:pt>
                <c:pt idx="2298">
                  <c:v>45160</c:v>
                </c:pt>
                <c:pt idx="2299">
                  <c:v>45161</c:v>
                </c:pt>
                <c:pt idx="2300">
                  <c:v>45162</c:v>
                </c:pt>
                <c:pt idx="2301">
                  <c:v>45163</c:v>
                </c:pt>
                <c:pt idx="2302">
                  <c:v>45166</c:v>
                </c:pt>
                <c:pt idx="2303">
                  <c:v>45167</c:v>
                </c:pt>
                <c:pt idx="2304">
                  <c:v>45168</c:v>
                </c:pt>
                <c:pt idx="2305">
                  <c:v>45169</c:v>
                </c:pt>
                <c:pt idx="2306">
                  <c:v>45170</c:v>
                </c:pt>
                <c:pt idx="2307">
                  <c:v>45173</c:v>
                </c:pt>
                <c:pt idx="2308">
                  <c:v>45174</c:v>
                </c:pt>
                <c:pt idx="2309">
                  <c:v>45175</c:v>
                </c:pt>
                <c:pt idx="2310">
                  <c:v>45177</c:v>
                </c:pt>
                <c:pt idx="2311">
                  <c:v>45180</c:v>
                </c:pt>
                <c:pt idx="2312">
                  <c:v>45181</c:v>
                </c:pt>
                <c:pt idx="2313">
                  <c:v>45182</c:v>
                </c:pt>
                <c:pt idx="2314">
                  <c:v>45183</c:v>
                </c:pt>
                <c:pt idx="2315">
                  <c:v>45184</c:v>
                </c:pt>
                <c:pt idx="2316">
                  <c:v>45187</c:v>
                </c:pt>
                <c:pt idx="2317">
                  <c:v>45188</c:v>
                </c:pt>
                <c:pt idx="2318">
                  <c:v>45189</c:v>
                </c:pt>
                <c:pt idx="2319">
                  <c:v>45190</c:v>
                </c:pt>
                <c:pt idx="2320">
                  <c:v>45191</c:v>
                </c:pt>
                <c:pt idx="2321">
                  <c:v>45194</c:v>
                </c:pt>
                <c:pt idx="2322">
                  <c:v>45195</c:v>
                </c:pt>
                <c:pt idx="2323">
                  <c:v>45196</c:v>
                </c:pt>
                <c:pt idx="2324">
                  <c:v>45197</c:v>
                </c:pt>
                <c:pt idx="2325">
                  <c:v>45198</c:v>
                </c:pt>
                <c:pt idx="2326">
                  <c:v>45201</c:v>
                </c:pt>
                <c:pt idx="2327">
                  <c:v>45202</c:v>
                </c:pt>
                <c:pt idx="2328">
                  <c:v>45203</c:v>
                </c:pt>
                <c:pt idx="2329">
                  <c:v>45204</c:v>
                </c:pt>
                <c:pt idx="2330">
                  <c:v>45205</c:v>
                </c:pt>
                <c:pt idx="2331">
                  <c:v>45208</c:v>
                </c:pt>
                <c:pt idx="2332">
                  <c:v>45209</c:v>
                </c:pt>
                <c:pt idx="2333">
                  <c:v>45210</c:v>
                </c:pt>
                <c:pt idx="2334">
                  <c:v>45212</c:v>
                </c:pt>
                <c:pt idx="2335">
                  <c:v>45215</c:v>
                </c:pt>
                <c:pt idx="2336">
                  <c:v>45216</c:v>
                </c:pt>
                <c:pt idx="2337">
                  <c:v>45217</c:v>
                </c:pt>
                <c:pt idx="2338">
                  <c:v>45218</c:v>
                </c:pt>
                <c:pt idx="2339">
                  <c:v>45219</c:v>
                </c:pt>
                <c:pt idx="2340">
                  <c:v>45222</c:v>
                </c:pt>
                <c:pt idx="2341">
                  <c:v>45223</c:v>
                </c:pt>
                <c:pt idx="2342">
                  <c:v>45224</c:v>
                </c:pt>
                <c:pt idx="2343">
                  <c:v>45225</c:v>
                </c:pt>
                <c:pt idx="2344">
                  <c:v>45226</c:v>
                </c:pt>
                <c:pt idx="2345">
                  <c:v>45229</c:v>
                </c:pt>
                <c:pt idx="2346">
                  <c:v>45230</c:v>
                </c:pt>
                <c:pt idx="2347">
                  <c:v>45231</c:v>
                </c:pt>
                <c:pt idx="2348">
                  <c:v>45233</c:v>
                </c:pt>
                <c:pt idx="2349">
                  <c:v>45236</c:v>
                </c:pt>
                <c:pt idx="2350">
                  <c:v>45237</c:v>
                </c:pt>
                <c:pt idx="2351">
                  <c:v>45238</c:v>
                </c:pt>
                <c:pt idx="2352">
                  <c:v>45239</c:v>
                </c:pt>
                <c:pt idx="2353">
                  <c:v>45240</c:v>
                </c:pt>
                <c:pt idx="2354">
                  <c:v>45243</c:v>
                </c:pt>
                <c:pt idx="2355">
                  <c:v>45244</c:v>
                </c:pt>
                <c:pt idx="2356">
                  <c:v>45246</c:v>
                </c:pt>
                <c:pt idx="2357">
                  <c:v>45247</c:v>
                </c:pt>
                <c:pt idx="2358">
                  <c:v>45250</c:v>
                </c:pt>
                <c:pt idx="2359">
                  <c:v>45251</c:v>
                </c:pt>
                <c:pt idx="2360">
                  <c:v>45252</c:v>
                </c:pt>
                <c:pt idx="2361">
                  <c:v>45253</c:v>
                </c:pt>
                <c:pt idx="2362">
                  <c:v>45254</c:v>
                </c:pt>
                <c:pt idx="2363">
                  <c:v>45257</c:v>
                </c:pt>
                <c:pt idx="2364">
                  <c:v>45258</c:v>
                </c:pt>
                <c:pt idx="2365">
                  <c:v>45259</c:v>
                </c:pt>
                <c:pt idx="2366">
                  <c:v>45260</c:v>
                </c:pt>
                <c:pt idx="2367">
                  <c:v>45261</c:v>
                </c:pt>
                <c:pt idx="2368">
                  <c:v>45264</c:v>
                </c:pt>
                <c:pt idx="2369">
                  <c:v>45265</c:v>
                </c:pt>
                <c:pt idx="2370">
                  <c:v>45266</c:v>
                </c:pt>
                <c:pt idx="2371">
                  <c:v>45267</c:v>
                </c:pt>
                <c:pt idx="2372">
                  <c:v>45268</c:v>
                </c:pt>
                <c:pt idx="2373">
                  <c:v>45271</c:v>
                </c:pt>
                <c:pt idx="2374">
                  <c:v>45272</c:v>
                </c:pt>
                <c:pt idx="2375">
                  <c:v>45273</c:v>
                </c:pt>
                <c:pt idx="2376">
                  <c:v>45274</c:v>
                </c:pt>
                <c:pt idx="2377">
                  <c:v>45275</c:v>
                </c:pt>
                <c:pt idx="2378">
                  <c:v>45278</c:v>
                </c:pt>
                <c:pt idx="2379">
                  <c:v>45279</c:v>
                </c:pt>
                <c:pt idx="2380">
                  <c:v>45280</c:v>
                </c:pt>
                <c:pt idx="2381">
                  <c:v>45281</c:v>
                </c:pt>
                <c:pt idx="2382">
                  <c:v>45282</c:v>
                </c:pt>
                <c:pt idx="2383">
                  <c:v>45286</c:v>
                </c:pt>
                <c:pt idx="2384">
                  <c:v>45287</c:v>
                </c:pt>
                <c:pt idx="2385">
                  <c:v>45288</c:v>
                </c:pt>
                <c:pt idx="2386">
                  <c:v>45293</c:v>
                </c:pt>
                <c:pt idx="2387">
                  <c:v>45294</c:v>
                </c:pt>
                <c:pt idx="2388">
                  <c:v>45295</c:v>
                </c:pt>
                <c:pt idx="2389">
                  <c:v>45296</c:v>
                </c:pt>
                <c:pt idx="2390">
                  <c:v>45299</c:v>
                </c:pt>
                <c:pt idx="2391">
                  <c:v>45300</c:v>
                </c:pt>
                <c:pt idx="2392">
                  <c:v>45301</c:v>
                </c:pt>
                <c:pt idx="2393">
                  <c:v>45302</c:v>
                </c:pt>
                <c:pt idx="2394">
                  <c:v>45303</c:v>
                </c:pt>
                <c:pt idx="2395">
                  <c:v>45306</c:v>
                </c:pt>
                <c:pt idx="2396">
                  <c:v>45307</c:v>
                </c:pt>
                <c:pt idx="2397">
                  <c:v>45308</c:v>
                </c:pt>
                <c:pt idx="2398">
                  <c:v>45309</c:v>
                </c:pt>
                <c:pt idx="2399">
                  <c:v>45310</c:v>
                </c:pt>
                <c:pt idx="2400">
                  <c:v>45313</c:v>
                </c:pt>
                <c:pt idx="2401">
                  <c:v>45314</c:v>
                </c:pt>
                <c:pt idx="2402">
                  <c:v>45315</c:v>
                </c:pt>
                <c:pt idx="2403">
                  <c:v>45316</c:v>
                </c:pt>
                <c:pt idx="2404">
                  <c:v>45317</c:v>
                </c:pt>
                <c:pt idx="2405">
                  <c:v>45320</c:v>
                </c:pt>
                <c:pt idx="2406">
                  <c:v>45321</c:v>
                </c:pt>
                <c:pt idx="2407">
                  <c:v>45322</c:v>
                </c:pt>
                <c:pt idx="2408">
                  <c:v>45323</c:v>
                </c:pt>
                <c:pt idx="2409">
                  <c:v>45324</c:v>
                </c:pt>
                <c:pt idx="2410">
                  <c:v>45327</c:v>
                </c:pt>
                <c:pt idx="2411">
                  <c:v>45328</c:v>
                </c:pt>
                <c:pt idx="2412">
                  <c:v>45329</c:v>
                </c:pt>
                <c:pt idx="2413">
                  <c:v>45330</c:v>
                </c:pt>
                <c:pt idx="2414">
                  <c:v>45331</c:v>
                </c:pt>
                <c:pt idx="2415">
                  <c:v>45336</c:v>
                </c:pt>
                <c:pt idx="2416">
                  <c:v>45337</c:v>
                </c:pt>
                <c:pt idx="2417">
                  <c:v>45338</c:v>
                </c:pt>
                <c:pt idx="2418">
                  <c:v>45341</c:v>
                </c:pt>
                <c:pt idx="2419">
                  <c:v>45342</c:v>
                </c:pt>
                <c:pt idx="2420">
                  <c:v>45343</c:v>
                </c:pt>
                <c:pt idx="2421">
                  <c:v>45344</c:v>
                </c:pt>
                <c:pt idx="2422">
                  <c:v>45345</c:v>
                </c:pt>
                <c:pt idx="2423">
                  <c:v>45348</c:v>
                </c:pt>
                <c:pt idx="2424">
                  <c:v>45349</c:v>
                </c:pt>
                <c:pt idx="2425">
                  <c:v>45350</c:v>
                </c:pt>
                <c:pt idx="2426">
                  <c:v>45351</c:v>
                </c:pt>
                <c:pt idx="2427">
                  <c:v>45352</c:v>
                </c:pt>
                <c:pt idx="2428">
                  <c:v>45355</c:v>
                </c:pt>
                <c:pt idx="2429">
                  <c:v>45356</c:v>
                </c:pt>
                <c:pt idx="2430">
                  <c:v>45357</c:v>
                </c:pt>
                <c:pt idx="2431">
                  <c:v>45358</c:v>
                </c:pt>
                <c:pt idx="2432">
                  <c:v>45359</c:v>
                </c:pt>
                <c:pt idx="2433">
                  <c:v>45362</c:v>
                </c:pt>
                <c:pt idx="2434">
                  <c:v>45363</c:v>
                </c:pt>
                <c:pt idx="2435">
                  <c:v>45364</c:v>
                </c:pt>
                <c:pt idx="2436">
                  <c:v>45365</c:v>
                </c:pt>
                <c:pt idx="2437">
                  <c:v>45366</c:v>
                </c:pt>
                <c:pt idx="2438">
                  <c:v>45369</c:v>
                </c:pt>
                <c:pt idx="2439">
                  <c:v>45370</c:v>
                </c:pt>
                <c:pt idx="2440">
                  <c:v>45371</c:v>
                </c:pt>
                <c:pt idx="2441">
                  <c:v>45372</c:v>
                </c:pt>
                <c:pt idx="2442">
                  <c:v>45373</c:v>
                </c:pt>
                <c:pt idx="2443">
                  <c:v>45376</c:v>
                </c:pt>
                <c:pt idx="2444">
                  <c:v>45377</c:v>
                </c:pt>
                <c:pt idx="2445">
                  <c:v>45378</c:v>
                </c:pt>
                <c:pt idx="2446">
                  <c:v>45379</c:v>
                </c:pt>
                <c:pt idx="2447">
                  <c:v>45383</c:v>
                </c:pt>
                <c:pt idx="2448">
                  <c:v>45384</c:v>
                </c:pt>
                <c:pt idx="2449">
                  <c:v>45385</c:v>
                </c:pt>
                <c:pt idx="2450">
                  <c:v>45386</c:v>
                </c:pt>
                <c:pt idx="2451">
                  <c:v>45387</c:v>
                </c:pt>
                <c:pt idx="2452">
                  <c:v>45390</c:v>
                </c:pt>
                <c:pt idx="2453">
                  <c:v>45391</c:v>
                </c:pt>
                <c:pt idx="2454">
                  <c:v>45392</c:v>
                </c:pt>
                <c:pt idx="2455">
                  <c:v>45393</c:v>
                </c:pt>
                <c:pt idx="2456">
                  <c:v>45394</c:v>
                </c:pt>
                <c:pt idx="2457">
                  <c:v>45397</c:v>
                </c:pt>
                <c:pt idx="2458">
                  <c:v>45398</c:v>
                </c:pt>
                <c:pt idx="2459">
                  <c:v>45399</c:v>
                </c:pt>
                <c:pt idx="2460">
                  <c:v>45400</c:v>
                </c:pt>
                <c:pt idx="2461">
                  <c:v>45401</c:v>
                </c:pt>
                <c:pt idx="2462">
                  <c:v>45404</c:v>
                </c:pt>
                <c:pt idx="2463">
                  <c:v>45405</c:v>
                </c:pt>
                <c:pt idx="2464">
                  <c:v>45406</c:v>
                </c:pt>
                <c:pt idx="2465">
                  <c:v>45407</c:v>
                </c:pt>
                <c:pt idx="2466">
                  <c:v>45408</c:v>
                </c:pt>
                <c:pt idx="2467">
                  <c:v>45411</c:v>
                </c:pt>
                <c:pt idx="2468">
                  <c:v>45412</c:v>
                </c:pt>
                <c:pt idx="2469">
                  <c:v>45414</c:v>
                </c:pt>
                <c:pt idx="2470">
                  <c:v>45415</c:v>
                </c:pt>
                <c:pt idx="2471">
                  <c:v>45418</c:v>
                </c:pt>
                <c:pt idx="2472">
                  <c:v>45419</c:v>
                </c:pt>
                <c:pt idx="2473">
                  <c:v>45420</c:v>
                </c:pt>
                <c:pt idx="2474">
                  <c:v>45421</c:v>
                </c:pt>
                <c:pt idx="2475">
                  <c:v>45422</c:v>
                </c:pt>
                <c:pt idx="2476">
                  <c:v>45425</c:v>
                </c:pt>
                <c:pt idx="2477">
                  <c:v>45426</c:v>
                </c:pt>
                <c:pt idx="2478">
                  <c:v>45427</c:v>
                </c:pt>
                <c:pt idx="2479">
                  <c:v>45428</c:v>
                </c:pt>
                <c:pt idx="2480">
                  <c:v>45429</c:v>
                </c:pt>
                <c:pt idx="2481">
                  <c:v>45432</c:v>
                </c:pt>
                <c:pt idx="2482">
                  <c:v>45433</c:v>
                </c:pt>
                <c:pt idx="2483">
                  <c:v>45434</c:v>
                </c:pt>
                <c:pt idx="2484">
                  <c:v>45435</c:v>
                </c:pt>
                <c:pt idx="2485">
                  <c:v>45436</c:v>
                </c:pt>
                <c:pt idx="2486">
                  <c:v>45439</c:v>
                </c:pt>
                <c:pt idx="2487">
                  <c:v>45440</c:v>
                </c:pt>
                <c:pt idx="2488">
                  <c:v>45441</c:v>
                </c:pt>
                <c:pt idx="2489">
                  <c:v>45443</c:v>
                </c:pt>
                <c:pt idx="2490">
                  <c:v>45446</c:v>
                </c:pt>
                <c:pt idx="2491">
                  <c:v>45447</c:v>
                </c:pt>
                <c:pt idx="2492">
                  <c:v>45448</c:v>
                </c:pt>
                <c:pt idx="2493">
                  <c:v>45449</c:v>
                </c:pt>
                <c:pt idx="2494">
                  <c:v>45450</c:v>
                </c:pt>
                <c:pt idx="2495">
                  <c:v>45453</c:v>
                </c:pt>
                <c:pt idx="2496">
                  <c:v>45454</c:v>
                </c:pt>
                <c:pt idx="2497">
                  <c:v>45455</c:v>
                </c:pt>
                <c:pt idx="2498">
                  <c:v>45456</c:v>
                </c:pt>
                <c:pt idx="2499">
                  <c:v>45457</c:v>
                </c:pt>
                <c:pt idx="2500">
                  <c:v>45460</c:v>
                </c:pt>
                <c:pt idx="2501">
                  <c:v>45461</c:v>
                </c:pt>
                <c:pt idx="2502">
                  <c:v>45462</c:v>
                </c:pt>
                <c:pt idx="2503">
                  <c:v>45463</c:v>
                </c:pt>
                <c:pt idx="2504">
                  <c:v>45464</c:v>
                </c:pt>
                <c:pt idx="2505">
                  <c:v>45467</c:v>
                </c:pt>
                <c:pt idx="2506">
                  <c:v>45468</c:v>
                </c:pt>
                <c:pt idx="2507">
                  <c:v>45469</c:v>
                </c:pt>
                <c:pt idx="2508">
                  <c:v>45471</c:v>
                </c:pt>
                <c:pt idx="2509">
                  <c:v>45474</c:v>
                </c:pt>
                <c:pt idx="2510">
                  <c:v>45475</c:v>
                </c:pt>
                <c:pt idx="2511">
                  <c:v>45476</c:v>
                </c:pt>
                <c:pt idx="2512">
                  <c:v>45477</c:v>
                </c:pt>
                <c:pt idx="2513">
                  <c:v>45478</c:v>
                </c:pt>
                <c:pt idx="2514">
                  <c:v>45481</c:v>
                </c:pt>
                <c:pt idx="2515">
                  <c:v>45482</c:v>
                </c:pt>
                <c:pt idx="2516">
                  <c:v>45483</c:v>
                </c:pt>
                <c:pt idx="2517">
                  <c:v>45484</c:v>
                </c:pt>
                <c:pt idx="2518">
                  <c:v>45485</c:v>
                </c:pt>
                <c:pt idx="2519">
                  <c:v>45488</c:v>
                </c:pt>
                <c:pt idx="2520">
                  <c:v>45489</c:v>
                </c:pt>
                <c:pt idx="2521">
                  <c:v>45490</c:v>
                </c:pt>
                <c:pt idx="2522">
                  <c:v>45491</c:v>
                </c:pt>
                <c:pt idx="2523">
                  <c:v>45492</c:v>
                </c:pt>
                <c:pt idx="2524">
                  <c:v>45495</c:v>
                </c:pt>
                <c:pt idx="2525">
                  <c:v>45496</c:v>
                </c:pt>
                <c:pt idx="2526">
                  <c:v>45497</c:v>
                </c:pt>
                <c:pt idx="2527">
                  <c:v>45498</c:v>
                </c:pt>
                <c:pt idx="2528">
                  <c:v>45499</c:v>
                </c:pt>
                <c:pt idx="2529">
                  <c:v>45502</c:v>
                </c:pt>
                <c:pt idx="2530">
                  <c:v>45503</c:v>
                </c:pt>
                <c:pt idx="2531">
                  <c:v>45504</c:v>
                </c:pt>
                <c:pt idx="2532">
                  <c:v>45505</c:v>
                </c:pt>
                <c:pt idx="2533">
                  <c:v>45506</c:v>
                </c:pt>
                <c:pt idx="2534">
                  <c:v>45509</c:v>
                </c:pt>
                <c:pt idx="2535">
                  <c:v>45510</c:v>
                </c:pt>
                <c:pt idx="2536">
                  <c:v>45511</c:v>
                </c:pt>
                <c:pt idx="2537">
                  <c:v>45512</c:v>
                </c:pt>
                <c:pt idx="2538">
                  <c:v>45513</c:v>
                </c:pt>
                <c:pt idx="2539">
                  <c:v>45516</c:v>
                </c:pt>
                <c:pt idx="2540">
                  <c:v>45517</c:v>
                </c:pt>
                <c:pt idx="2541">
                  <c:v>45518</c:v>
                </c:pt>
                <c:pt idx="2542">
                  <c:v>45519</c:v>
                </c:pt>
                <c:pt idx="2543">
                  <c:v>45520</c:v>
                </c:pt>
                <c:pt idx="2544">
                  <c:v>45523</c:v>
                </c:pt>
                <c:pt idx="2545">
                  <c:v>45524</c:v>
                </c:pt>
                <c:pt idx="2546">
                  <c:v>45525</c:v>
                </c:pt>
                <c:pt idx="2547">
                  <c:v>45526</c:v>
                </c:pt>
                <c:pt idx="2548">
                  <c:v>45527</c:v>
                </c:pt>
                <c:pt idx="2549">
                  <c:v>45530</c:v>
                </c:pt>
                <c:pt idx="2550">
                  <c:v>45531</c:v>
                </c:pt>
                <c:pt idx="2551">
                  <c:v>45532</c:v>
                </c:pt>
                <c:pt idx="2552">
                  <c:v>45533</c:v>
                </c:pt>
                <c:pt idx="2553">
                  <c:v>45534</c:v>
                </c:pt>
                <c:pt idx="2554">
                  <c:v>45537</c:v>
                </c:pt>
                <c:pt idx="2555">
                  <c:v>45538</c:v>
                </c:pt>
                <c:pt idx="2556">
                  <c:v>45539</c:v>
                </c:pt>
                <c:pt idx="2557">
                  <c:v>45540</c:v>
                </c:pt>
                <c:pt idx="2558">
                  <c:v>45541</c:v>
                </c:pt>
                <c:pt idx="2559">
                  <c:v>45544</c:v>
                </c:pt>
                <c:pt idx="2560">
                  <c:v>45545</c:v>
                </c:pt>
                <c:pt idx="2561">
                  <c:v>45546</c:v>
                </c:pt>
                <c:pt idx="2562">
                  <c:v>45547</c:v>
                </c:pt>
                <c:pt idx="2563">
                  <c:v>45548</c:v>
                </c:pt>
                <c:pt idx="2564">
                  <c:v>45551</c:v>
                </c:pt>
                <c:pt idx="2565">
                  <c:v>45552</c:v>
                </c:pt>
                <c:pt idx="2566">
                  <c:v>45553</c:v>
                </c:pt>
                <c:pt idx="2567">
                  <c:v>45554</c:v>
                </c:pt>
                <c:pt idx="2568">
                  <c:v>45555</c:v>
                </c:pt>
                <c:pt idx="2569">
                  <c:v>45558</c:v>
                </c:pt>
                <c:pt idx="2570">
                  <c:v>45559</c:v>
                </c:pt>
                <c:pt idx="2571">
                  <c:v>45560</c:v>
                </c:pt>
                <c:pt idx="2572">
                  <c:v>45561</c:v>
                </c:pt>
                <c:pt idx="2573">
                  <c:v>45562</c:v>
                </c:pt>
                <c:pt idx="2574">
                  <c:v>45565</c:v>
                </c:pt>
                <c:pt idx="2575">
                  <c:v>45566</c:v>
                </c:pt>
                <c:pt idx="2576">
                  <c:v>45567</c:v>
                </c:pt>
                <c:pt idx="2577">
                  <c:v>45568</c:v>
                </c:pt>
                <c:pt idx="2578">
                  <c:v>45569</c:v>
                </c:pt>
                <c:pt idx="2579">
                  <c:v>45572</c:v>
                </c:pt>
                <c:pt idx="2580">
                  <c:v>45573</c:v>
                </c:pt>
                <c:pt idx="2581">
                  <c:v>45574</c:v>
                </c:pt>
                <c:pt idx="2582">
                  <c:v>45575</c:v>
                </c:pt>
                <c:pt idx="2583">
                  <c:v>45576</c:v>
                </c:pt>
                <c:pt idx="2584">
                  <c:v>45579</c:v>
                </c:pt>
                <c:pt idx="2585">
                  <c:v>45580</c:v>
                </c:pt>
                <c:pt idx="2586">
                  <c:v>45581</c:v>
                </c:pt>
                <c:pt idx="2587">
                  <c:v>45582</c:v>
                </c:pt>
                <c:pt idx="2588">
                  <c:v>45583</c:v>
                </c:pt>
                <c:pt idx="2589">
                  <c:v>45586</c:v>
                </c:pt>
                <c:pt idx="2590">
                  <c:v>45587</c:v>
                </c:pt>
                <c:pt idx="2591">
                  <c:v>45588</c:v>
                </c:pt>
                <c:pt idx="2592">
                  <c:v>45589</c:v>
                </c:pt>
                <c:pt idx="2593">
                  <c:v>45590</c:v>
                </c:pt>
                <c:pt idx="2594">
                  <c:v>45593</c:v>
                </c:pt>
                <c:pt idx="2595">
                  <c:v>45594</c:v>
                </c:pt>
                <c:pt idx="2596">
                  <c:v>45595</c:v>
                </c:pt>
                <c:pt idx="2597">
                  <c:v>45596</c:v>
                </c:pt>
                <c:pt idx="2598">
                  <c:v>45597</c:v>
                </c:pt>
                <c:pt idx="2599">
                  <c:v>45600</c:v>
                </c:pt>
                <c:pt idx="2600">
                  <c:v>45601</c:v>
                </c:pt>
                <c:pt idx="2601">
                  <c:v>45602</c:v>
                </c:pt>
                <c:pt idx="2602">
                  <c:v>45603</c:v>
                </c:pt>
                <c:pt idx="2603">
                  <c:v>45604</c:v>
                </c:pt>
                <c:pt idx="2604">
                  <c:v>45607</c:v>
                </c:pt>
                <c:pt idx="2605">
                  <c:v>45608</c:v>
                </c:pt>
                <c:pt idx="2606">
                  <c:v>45609</c:v>
                </c:pt>
                <c:pt idx="2607">
                  <c:v>45610</c:v>
                </c:pt>
                <c:pt idx="2608">
                  <c:v>45614</c:v>
                </c:pt>
                <c:pt idx="2609">
                  <c:v>45615</c:v>
                </c:pt>
                <c:pt idx="2610">
                  <c:v>45617</c:v>
                </c:pt>
                <c:pt idx="2611">
                  <c:v>45618</c:v>
                </c:pt>
                <c:pt idx="2612">
                  <c:v>45621</c:v>
                </c:pt>
                <c:pt idx="2613">
                  <c:v>45622</c:v>
                </c:pt>
                <c:pt idx="2614">
                  <c:v>45623</c:v>
                </c:pt>
                <c:pt idx="2615">
                  <c:v>45624</c:v>
                </c:pt>
                <c:pt idx="2616">
                  <c:v>45625</c:v>
                </c:pt>
                <c:pt idx="2617">
                  <c:v>45628</c:v>
                </c:pt>
                <c:pt idx="2618">
                  <c:v>45629</c:v>
                </c:pt>
                <c:pt idx="2619">
                  <c:v>45630</c:v>
                </c:pt>
                <c:pt idx="2620">
                  <c:v>45631</c:v>
                </c:pt>
                <c:pt idx="2621">
                  <c:v>45632</c:v>
                </c:pt>
                <c:pt idx="2622">
                  <c:v>45635</c:v>
                </c:pt>
                <c:pt idx="2623">
                  <c:v>45636</c:v>
                </c:pt>
                <c:pt idx="2624">
                  <c:v>45637</c:v>
                </c:pt>
                <c:pt idx="2625">
                  <c:v>45638</c:v>
                </c:pt>
                <c:pt idx="2626">
                  <c:v>45639</c:v>
                </c:pt>
                <c:pt idx="2627">
                  <c:v>45642</c:v>
                </c:pt>
                <c:pt idx="2628">
                  <c:v>45643</c:v>
                </c:pt>
                <c:pt idx="2629">
                  <c:v>45644</c:v>
                </c:pt>
                <c:pt idx="2630">
                  <c:v>45645</c:v>
                </c:pt>
                <c:pt idx="2631">
                  <c:v>45646</c:v>
                </c:pt>
                <c:pt idx="2632">
                  <c:v>45649</c:v>
                </c:pt>
                <c:pt idx="2633">
                  <c:v>45652</c:v>
                </c:pt>
                <c:pt idx="2634">
                  <c:v>45653</c:v>
                </c:pt>
                <c:pt idx="2635">
                  <c:v>45656</c:v>
                </c:pt>
                <c:pt idx="2636">
                  <c:v>45659</c:v>
                </c:pt>
                <c:pt idx="2637">
                  <c:v>45660</c:v>
                </c:pt>
                <c:pt idx="2638">
                  <c:v>45663</c:v>
                </c:pt>
                <c:pt idx="2639">
                  <c:v>45664</c:v>
                </c:pt>
                <c:pt idx="2640">
                  <c:v>45665</c:v>
                </c:pt>
                <c:pt idx="2641">
                  <c:v>45666</c:v>
                </c:pt>
                <c:pt idx="2642">
                  <c:v>45667</c:v>
                </c:pt>
                <c:pt idx="2643">
                  <c:v>45670</c:v>
                </c:pt>
                <c:pt idx="2644">
                  <c:v>45671</c:v>
                </c:pt>
                <c:pt idx="2645">
                  <c:v>45672</c:v>
                </c:pt>
                <c:pt idx="2646">
                  <c:v>45673</c:v>
                </c:pt>
                <c:pt idx="2647">
                  <c:v>45674</c:v>
                </c:pt>
                <c:pt idx="2648">
                  <c:v>45677</c:v>
                </c:pt>
                <c:pt idx="2649">
                  <c:v>45678</c:v>
                </c:pt>
                <c:pt idx="2650">
                  <c:v>45679</c:v>
                </c:pt>
                <c:pt idx="2651">
                  <c:v>45680</c:v>
                </c:pt>
                <c:pt idx="2652">
                  <c:v>45681</c:v>
                </c:pt>
                <c:pt idx="2653">
                  <c:v>45684</c:v>
                </c:pt>
                <c:pt idx="2654">
                  <c:v>45685</c:v>
                </c:pt>
                <c:pt idx="2655">
                  <c:v>45686</c:v>
                </c:pt>
                <c:pt idx="2656">
                  <c:v>45687</c:v>
                </c:pt>
                <c:pt idx="2657">
                  <c:v>45688</c:v>
                </c:pt>
                <c:pt idx="2658">
                  <c:v>45691</c:v>
                </c:pt>
                <c:pt idx="2659">
                  <c:v>45692</c:v>
                </c:pt>
                <c:pt idx="2660">
                  <c:v>45693</c:v>
                </c:pt>
                <c:pt idx="2661">
                  <c:v>45694</c:v>
                </c:pt>
                <c:pt idx="2662">
                  <c:v>45695</c:v>
                </c:pt>
                <c:pt idx="2663">
                  <c:v>45698</c:v>
                </c:pt>
                <c:pt idx="2664">
                  <c:v>45699</c:v>
                </c:pt>
                <c:pt idx="2665">
                  <c:v>45700</c:v>
                </c:pt>
                <c:pt idx="2666">
                  <c:v>45701</c:v>
                </c:pt>
                <c:pt idx="2667">
                  <c:v>45702</c:v>
                </c:pt>
                <c:pt idx="2668">
                  <c:v>45705</c:v>
                </c:pt>
                <c:pt idx="2669">
                  <c:v>45706</c:v>
                </c:pt>
                <c:pt idx="2670">
                  <c:v>45707</c:v>
                </c:pt>
                <c:pt idx="2671">
                  <c:v>45708</c:v>
                </c:pt>
                <c:pt idx="2672">
                  <c:v>45709</c:v>
                </c:pt>
                <c:pt idx="2673">
                  <c:v>45712</c:v>
                </c:pt>
                <c:pt idx="2674">
                  <c:v>45713</c:v>
                </c:pt>
                <c:pt idx="2675">
                  <c:v>45714</c:v>
                </c:pt>
                <c:pt idx="2676">
                  <c:v>45715</c:v>
                </c:pt>
                <c:pt idx="2677">
                  <c:v>45716</c:v>
                </c:pt>
                <c:pt idx="2678">
                  <c:v>45721</c:v>
                </c:pt>
                <c:pt idx="2679">
                  <c:v>45722</c:v>
                </c:pt>
                <c:pt idx="2680">
                  <c:v>45723</c:v>
                </c:pt>
                <c:pt idx="2681">
                  <c:v>45726</c:v>
                </c:pt>
                <c:pt idx="2682">
                  <c:v>45727</c:v>
                </c:pt>
                <c:pt idx="2683">
                  <c:v>45728</c:v>
                </c:pt>
                <c:pt idx="2684">
                  <c:v>45729</c:v>
                </c:pt>
                <c:pt idx="2685">
                  <c:v>45730</c:v>
                </c:pt>
                <c:pt idx="2686">
                  <c:v>45733</c:v>
                </c:pt>
                <c:pt idx="2687">
                  <c:v>45734</c:v>
                </c:pt>
                <c:pt idx="2688">
                  <c:v>45735</c:v>
                </c:pt>
                <c:pt idx="2689">
                  <c:v>45736</c:v>
                </c:pt>
                <c:pt idx="2690">
                  <c:v>45737</c:v>
                </c:pt>
                <c:pt idx="2691">
                  <c:v>45740</c:v>
                </c:pt>
                <c:pt idx="2692">
                  <c:v>45741</c:v>
                </c:pt>
                <c:pt idx="2693">
                  <c:v>45742</c:v>
                </c:pt>
                <c:pt idx="2694">
                  <c:v>45743</c:v>
                </c:pt>
                <c:pt idx="2695">
                  <c:v>45744</c:v>
                </c:pt>
                <c:pt idx="2696">
                  <c:v>45747</c:v>
                </c:pt>
                <c:pt idx="2697">
                  <c:v>45748</c:v>
                </c:pt>
                <c:pt idx="2698">
                  <c:v>45749</c:v>
                </c:pt>
                <c:pt idx="2699">
                  <c:v>45750</c:v>
                </c:pt>
                <c:pt idx="2700">
                  <c:v>45751</c:v>
                </c:pt>
                <c:pt idx="2701">
                  <c:v>45754</c:v>
                </c:pt>
                <c:pt idx="2702">
                  <c:v>45755</c:v>
                </c:pt>
                <c:pt idx="2703">
                  <c:v>45756</c:v>
                </c:pt>
                <c:pt idx="2704">
                  <c:v>45757</c:v>
                </c:pt>
                <c:pt idx="2705">
                  <c:v>45758</c:v>
                </c:pt>
                <c:pt idx="2706">
                  <c:v>45761</c:v>
                </c:pt>
                <c:pt idx="2707">
                  <c:v>45762</c:v>
                </c:pt>
                <c:pt idx="2708">
                  <c:v>45763</c:v>
                </c:pt>
                <c:pt idx="2709">
                  <c:v>45764</c:v>
                </c:pt>
                <c:pt idx="2710">
                  <c:v>45769</c:v>
                </c:pt>
                <c:pt idx="2711">
                  <c:v>45770</c:v>
                </c:pt>
                <c:pt idx="2712">
                  <c:v>45771</c:v>
                </c:pt>
                <c:pt idx="2713">
                  <c:v>45772</c:v>
                </c:pt>
                <c:pt idx="2714">
                  <c:v>45775</c:v>
                </c:pt>
                <c:pt idx="2715">
                  <c:v>45776</c:v>
                </c:pt>
                <c:pt idx="2716">
                  <c:v>45777</c:v>
                </c:pt>
                <c:pt idx="2717">
                  <c:v>45779</c:v>
                </c:pt>
                <c:pt idx="2718">
                  <c:v>45782</c:v>
                </c:pt>
                <c:pt idx="2719">
                  <c:v>45783</c:v>
                </c:pt>
                <c:pt idx="2720">
                  <c:v>45784</c:v>
                </c:pt>
                <c:pt idx="2721">
                  <c:v>45785</c:v>
                </c:pt>
                <c:pt idx="2722">
                  <c:v>45786</c:v>
                </c:pt>
                <c:pt idx="2723">
                  <c:v>45789</c:v>
                </c:pt>
                <c:pt idx="2724">
                  <c:v>45790</c:v>
                </c:pt>
                <c:pt idx="2725">
                  <c:v>45791</c:v>
                </c:pt>
                <c:pt idx="2726">
                  <c:v>45792</c:v>
                </c:pt>
                <c:pt idx="2727">
                  <c:v>45793</c:v>
                </c:pt>
                <c:pt idx="2728">
                  <c:v>45796</c:v>
                </c:pt>
                <c:pt idx="2729">
                  <c:v>45797</c:v>
                </c:pt>
                <c:pt idx="2730">
                  <c:v>45798</c:v>
                </c:pt>
                <c:pt idx="2731">
                  <c:v>45799</c:v>
                </c:pt>
                <c:pt idx="2732">
                  <c:v>45800</c:v>
                </c:pt>
                <c:pt idx="2733">
                  <c:v>45803</c:v>
                </c:pt>
                <c:pt idx="2734">
                  <c:v>45804</c:v>
                </c:pt>
                <c:pt idx="2735">
                  <c:v>45805</c:v>
                </c:pt>
                <c:pt idx="2736">
                  <c:v>45806</c:v>
                </c:pt>
                <c:pt idx="2737">
                  <c:v>45807</c:v>
                </c:pt>
                <c:pt idx="2738">
                  <c:v>45810</c:v>
                </c:pt>
                <c:pt idx="2739">
                  <c:v>45811</c:v>
                </c:pt>
                <c:pt idx="2740">
                  <c:v>45812</c:v>
                </c:pt>
                <c:pt idx="2741">
                  <c:v>45813</c:v>
                </c:pt>
                <c:pt idx="2742">
                  <c:v>45814</c:v>
                </c:pt>
                <c:pt idx="2743">
                  <c:v>45817</c:v>
                </c:pt>
                <c:pt idx="2744">
                  <c:v>45818</c:v>
                </c:pt>
                <c:pt idx="2745">
                  <c:v>45819</c:v>
                </c:pt>
                <c:pt idx="2746">
                  <c:v>45820</c:v>
                </c:pt>
                <c:pt idx="2747">
                  <c:v>45821</c:v>
                </c:pt>
                <c:pt idx="2748">
                  <c:v>45824</c:v>
                </c:pt>
                <c:pt idx="2749">
                  <c:v>45825</c:v>
                </c:pt>
                <c:pt idx="2750">
                  <c:v>45826</c:v>
                </c:pt>
                <c:pt idx="2751">
                  <c:v>45828</c:v>
                </c:pt>
                <c:pt idx="2752">
                  <c:v>45831</c:v>
                </c:pt>
                <c:pt idx="2753">
                  <c:v>45832</c:v>
                </c:pt>
                <c:pt idx="2754">
                  <c:v>45833</c:v>
                </c:pt>
                <c:pt idx="2755">
                  <c:v>45834</c:v>
                </c:pt>
                <c:pt idx="2756">
                  <c:v>45835</c:v>
                </c:pt>
                <c:pt idx="2757">
                  <c:v>45838</c:v>
                </c:pt>
                <c:pt idx="2758">
                  <c:v>45839</c:v>
                </c:pt>
                <c:pt idx="2759">
                  <c:v>45840</c:v>
                </c:pt>
                <c:pt idx="2760">
                  <c:v>45841</c:v>
                </c:pt>
                <c:pt idx="2761">
                  <c:v>45842</c:v>
                </c:pt>
                <c:pt idx="2762">
                  <c:v>45845</c:v>
                </c:pt>
                <c:pt idx="2763">
                  <c:v>45846</c:v>
                </c:pt>
                <c:pt idx="2764">
                  <c:v>45847</c:v>
                </c:pt>
                <c:pt idx="2765">
                  <c:v>45848</c:v>
                </c:pt>
                <c:pt idx="2766">
                  <c:v>45849</c:v>
                </c:pt>
                <c:pt idx="2767">
                  <c:v>45852</c:v>
                </c:pt>
                <c:pt idx="2768">
                  <c:v>45853</c:v>
                </c:pt>
                <c:pt idx="2769">
                  <c:v>45854</c:v>
                </c:pt>
                <c:pt idx="2770">
                  <c:v>45855</c:v>
                </c:pt>
                <c:pt idx="2771">
                  <c:v>45856</c:v>
                </c:pt>
                <c:pt idx="2772">
                  <c:v>45859</c:v>
                </c:pt>
                <c:pt idx="2773">
                  <c:v>45860</c:v>
                </c:pt>
                <c:pt idx="2774">
                  <c:v>45861</c:v>
                </c:pt>
                <c:pt idx="2775">
                  <c:v>45862</c:v>
                </c:pt>
                <c:pt idx="2776">
                  <c:v>45863</c:v>
                </c:pt>
                <c:pt idx="2777">
                  <c:v>45866</c:v>
                </c:pt>
                <c:pt idx="2778">
                  <c:v>45867</c:v>
                </c:pt>
                <c:pt idx="2779">
                  <c:v>45868</c:v>
                </c:pt>
                <c:pt idx="2780">
                  <c:v>45869</c:v>
                </c:pt>
                <c:pt idx="2781">
                  <c:v>45870</c:v>
                </c:pt>
                <c:pt idx="2782">
                  <c:v>45873</c:v>
                </c:pt>
                <c:pt idx="2783">
                  <c:v>45874</c:v>
                </c:pt>
                <c:pt idx="2784">
                  <c:v>45875</c:v>
                </c:pt>
                <c:pt idx="2785">
                  <c:v>45876</c:v>
                </c:pt>
                <c:pt idx="2786">
                  <c:v>45877</c:v>
                </c:pt>
                <c:pt idx="2787">
                  <c:v>45880</c:v>
                </c:pt>
                <c:pt idx="2788">
                  <c:v>45881</c:v>
                </c:pt>
                <c:pt idx="2789">
                  <c:v>45882</c:v>
                </c:pt>
                <c:pt idx="2790">
                  <c:v>45883</c:v>
                </c:pt>
                <c:pt idx="2791">
                  <c:v>45884</c:v>
                </c:pt>
                <c:pt idx="2792">
                  <c:v>45887</c:v>
                </c:pt>
                <c:pt idx="2793">
                  <c:v>45888</c:v>
                </c:pt>
                <c:pt idx="2794">
                  <c:v>45889</c:v>
                </c:pt>
                <c:pt idx="2795">
                  <c:v>45890</c:v>
                </c:pt>
                <c:pt idx="2796">
                  <c:v>45891</c:v>
                </c:pt>
                <c:pt idx="2797">
                  <c:v>45894</c:v>
                </c:pt>
                <c:pt idx="2798">
                  <c:v>45895</c:v>
                </c:pt>
                <c:pt idx="2799">
                  <c:v>45896</c:v>
                </c:pt>
                <c:pt idx="2800">
                  <c:v>45897</c:v>
                </c:pt>
                <c:pt idx="2801">
                  <c:v>45898</c:v>
                </c:pt>
                <c:pt idx="2802">
                  <c:v>45901</c:v>
                </c:pt>
                <c:pt idx="2803">
                  <c:v>45902</c:v>
                </c:pt>
                <c:pt idx="2804">
                  <c:v>45903</c:v>
                </c:pt>
                <c:pt idx="2805">
                  <c:v>45904</c:v>
                </c:pt>
                <c:pt idx="2806">
                  <c:v>45905</c:v>
                </c:pt>
                <c:pt idx="2807">
                  <c:v>45908</c:v>
                </c:pt>
                <c:pt idx="2808">
                  <c:v>45909</c:v>
                </c:pt>
                <c:pt idx="2809">
                  <c:v>45910</c:v>
                </c:pt>
                <c:pt idx="2810">
                  <c:v>45911</c:v>
                </c:pt>
                <c:pt idx="2811">
                  <c:v>45912</c:v>
                </c:pt>
                <c:pt idx="2812">
                  <c:v>45915</c:v>
                </c:pt>
                <c:pt idx="2813">
                  <c:v>45916</c:v>
                </c:pt>
                <c:pt idx="2814">
                  <c:v>45917</c:v>
                </c:pt>
                <c:pt idx="2815">
                  <c:v>45918</c:v>
                </c:pt>
                <c:pt idx="2816">
                  <c:v>45919</c:v>
                </c:pt>
                <c:pt idx="2817">
                  <c:v>45922</c:v>
                </c:pt>
                <c:pt idx="2818">
                  <c:v>45923</c:v>
                </c:pt>
                <c:pt idx="2819">
                  <c:v>45924</c:v>
                </c:pt>
                <c:pt idx="2820">
                  <c:v>45925</c:v>
                </c:pt>
                <c:pt idx="2821">
                  <c:v>45926</c:v>
                </c:pt>
                <c:pt idx="2822">
                  <c:v>45929</c:v>
                </c:pt>
                <c:pt idx="2823">
                  <c:v>45930</c:v>
                </c:pt>
                <c:pt idx="2824">
                  <c:v>45931</c:v>
                </c:pt>
                <c:pt idx="2825">
                  <c:v>45932</c:v>
                </c:pt>
                <c:pt idx="2826">
                  <c:v>45933</c:v>
                </c:pt>
                <c:pt idx="2827">
                  <c:v>45936</c:v>
                </c:pt>
                <c:pt idx="2828">
                  <c:v>45937</c:v>
                </c:pt>
                <c:pt idx="2829">
                  <c:v>45938</c:v>
                </c:pt>
                <c:pt idx="2830">
                  <c:v>45939</c:v>
                </c:pt>
                <c:pt idx="2831">
                  <c:v>45940</c:v>
                </c:pt>
                <c:pt idx="2832">
                  <c:v>45943</c:v>
                </c:pt>
                <c:pt idx="2833">
                  <c:v>45944</c:v>
                </c:pt>
                <c:pt idx="2834">
                  <c:v>45945</c:v>
                </c:pt>
                <c:pt idx="2835">
                  <c:v>45946</c:v>
                </c:pt>
                <c:pt idx="2836">
                  <c:v>45947</c:v>
                </c:pt>
                <c:pt idx="2837">
                  <c:v>45950</c:v>
                </c:pt>
                <c:pt idx="2838">
                  <c:v>45951</c:v>
                </c:pt>
                <c:pt idx="2839">
                  <c:v>45952</c:v>
                </c:pt>
                <c:pt idx="2840">
                  <c:v>45953</c:v>
                </c:pt>
                <c:pt idx="2841">
                  <c:v>45954</c:v>
                </c:pt>
                <c:pt idx="2842">
                  <c:v>45957</c:v>
                </c:pt>
                <c:pt idx="2843">
                  <c:v>45958</c:v>
                </c:pt>
                <c:pt idx="2844">
                  <c:v>45959</c:v>
                </c:pt>
                <c:pt idx="2845">
                  <c:v>45960</c:v>
                </c:pt>
                <c:pt idx="2846">
                  <c:v>45961</c:v>
                </c:pt>
                <c:pt idx="2847">
                  <c:v>45964</c:v>
                </c:pt>
                <c:pt idx="2848">
                  <c:v>45965</c:v>
                </c:pt>
                <c:pt idx="2849">
                  <c:v>45966</c:v>
                </c:pt>
                <c:pt idx="2850">
                  <c:v>45967</c:v>
                </c:pt>
                <c:pt idx="2851">
                  <c:v>45968</c:v>
                </c:pt>
                <c:pt idx="2852">
                  <c:v>45971</c:v>
                </c:pt>
                <c:pt idx="2853">
                  <c:v>45972</c:v>
                </c:pt>
                <c:pt idx="2854">
                  <c:v>45973</c:v>
                </c:pt>
                <c:pt idx="2855">
                  <c:v>45974</c:v>
                </c:pt>
                <c:pt idx="2856">
                  <c:v>45975</c:v>
                </c:pt>
                <c:pt idx="2857">
                  <c:v>45978</c:v>
                </c:pt>
                <c:pt idx="2858">
                  <c:v>45979</c:v>
                </c:pt>
                <c:pt idx="2859">
                  <c:v>45980</c:v>
                </c:pt>
                <c:pt idx="2860">
                  <c:v>45982</c:v>
                </c:pt>
                <c:pt idx="2861">
                  <c:v>45985</c:v>
                </c:pt>
                <c:pt idx="2862">
                  <c:v>45986</c:v>
                </c:pt>
                <c:pt idx="2863">
                  <c:v>45987</c:v>
                </c:pt>
                <c:pt idx="2864">
                  <c:v>45988</c:v>
                </c:pt>
                <c:pt idx="2865">
                  <c:v>45989</c:v>
                </c:pt>
                <c:pt idx="2866">
                  <c:v>45992</c:v>
                </c:pt>
                <c:pt idx="2867">
                  <c:v>45993</c:v>
                </c:pt>
                <c:pt idx="2868">
                  <c:v>45994</c:v>
                </c:pt>
                <c:pt idx="2869">
                  <c:v>45995</c:v>
                </c:pt>
                <c:pt idx="2870">
                  <c:v>45996</c:v>
                </c:pt>
                <c:pt idx="2871">
                  <c:v>45999</c:v>
                </c:pt>
                <c:pt idx="2872">
                  <c:v>46000</c:v>
                </c:pt>
                <c:pt idx="2873">
                  <c:v>46001</c:v>
                </c:pt>
                <c:pt idx="2874">
                  <c:v>46002</c:v>
                </c:pt>
                <c:pt idx="2875">
                  <c:v>46003</c:v>
                </c:pt>
                <c:pt idx="2876">
                  <c:v>46006</c:v>
                </c:pt>
                <c:pt idx="2877">
                  <c:v>46007</c:v>
                </c:pt>
                <c:pt idx="2878">
                  <c:v>46008</c:v>
                </c:pt>
                <c:pt idx="2879">
                  <c:v>46009</c:v>
                </c:pt>
                <c:pt idx="2880">
                  <c:v>46010</c:v>
                </c:pt>
                <c:pt idx="2881">
                  <c:v>46013</c:v>
                </c:pt>
                <c:pt idx="2882">
                  <c:v>46014</c:v>
                </c:pt>
                <c:pt idx="2883">
                  <c:v>46017</c:v>
                </c:pt>
                <c:pt idx="2884">
                  <c:v>46020</c:v>
                </c:pt>
                <c:pt idx="2885">
                  <c:v>46021</c:v>
                </c:pt>
                <c:pt idx="2886">
                  <c:v>46024</c:v>
                </c:pt>
                <c:pt idx="2887">
                  <c:v>46027</c:v>
                </c:pt>
                <c:pt idx="2888">
                  <c:v>46028</c:v>
                </c:pt>
                <c:pt idx="2889">
                  <c:v>46029</c:v>
                </c:pt>
                <c:pt idx="2890">
                  <c:v>46030</c:v>
                </c:pt>
                <c:pt idx="2891">
                  <c:v>46031</c:v>
                </c:pt>
                <c:pt idx="2892">
                  <c:v>46034</c:v>
                </c:pt>
                <c:pt idx="2893">
                  <c:v>46035</c:v>
                </c:pt>
                <c:pt idx="2894">
                  <c:v>46036</c:v>
                </c:pt>
                <c:pt idx="2895">
                  <c:v>46037</c:v>
                </c:pt>
                <c:pt idx="2896">
                  <c:v>46038</c:v>
                </c:pt>
                <c:pt idx="2897">
                  <c:v>46041</c:v>
                </c:pt>
                <c:pt idx="2898">
                  <c:v>46042</c:v>
                </c:pt>
                <c:pt idx="2899">
                  <c:v>46043</c:v>
                </c:pt>
                <c:pt idx="2900">
                  <c:v>46044</c:v>
                </c:pt>
                <c:pt idx="2901">
                  <c:v>46045</c:v>
                </c:pt>
                <c:pt idx="2902">
                  <c:v>46048</c:v>
                </c:pt>
                <c:pt idx="2903">
                  <c:v>46049</c:v>
                </c:pt>
                <c:pt idx="2904">
                  <c:v>46050</c:v>
                </c:pt>
                <c:pt idx="2905">
                  <c:v>46051</c:v>
                </c:pt>
                <c:pt idx="2906">
                  <c:v>46052</c:v>
                </c:pt>
                <c:pt idx="2907">
                  <c:v>46055</c:v>
                </c:pt>
                <c:pt idx="2908">
                  <c:v>46056</c:v>
                </c:pt>
                <c:pt idx="2909">
                  <c:v>46057</c:v>
                </c:pt>
                <c:pt idx="2910">
                  <c:v>46058</c:v>
                </c:pt>
                <c:pt idx="2911">
                  <c:v>46059</c:v>
                </c:pt>
                <c:pt idx="2912">
                  <c:v>46062</c:v>
                </c:pt>
                <c:pt idx="2913">
                  <c:v>46063</c:v>
                </c:pt>
                <c:pt idx="2914">
                  <c:v>46064</c:v>
                </c:pt>
                <c:pt idx="2915">
                  <c:v>46065</c:v>
                </c:pt>
                <c:pt idx="2916">
                  <c:v>46066</c:v>
                </c:pt>
                <c:pt idx="2917">
                  <c:v>46071</c:v>
                </c:pt>
                <c:pt idx="2918">
                  <c:v>46072</c:v>
                </c:pt>
                <c:pt idx="2919">
                  <c:v>46073</c:v>
                </c:pt>
                <c:pt idx="2920">
                  <c:v>46076</c:v>
                </c:pt>
                <c:pt idx="2921">
                  <c:v>46077</c:v>
                </c:pt>
                <c:pt idx="2922">
                  <c:v>46078</c:v>
                </c:pt>
                <c:pt idx="2923">
                  <c:v>46079</c:v>
                </c:pt>
                <c:pt idx="2924">
                  <c:v>46080</c:v>
                </c:pt>
                <c:pt idx="2925">
                  <c:v>46083</c:v>
                </c:pt>
                <c:pt idx="2926">
                  <c:v>46084</c:v>
                </c:pt>
                <c:pt idx="2927">
                  <c:v>46085</c:v>
                </c:pt>
                <c:pt idx="2928">
                  <c:v>46086</c:v>
                </c:pt>
                <c:pt idx="2929">
                  <c:v>46087</c:v>
                </c:pt>
                <c:pt idx="2930">
                  <c:v>46090</c:v>
                </c:pt>
                <c:pt idx="2931">
                  <c:v>46091</c:v>
                </c:pt>
                <c:pt idx="2932">
                  <c:v>46092</c:v>
                </c:pt>
                <c:pt idx="2933">
                  <c:v>46093</c:v>
                </c:pt>
                <c:pt idx="2934">
                  <c:v>46094</c:v>
                </c:pt>
                <c:pt idx="2935">
                  <c:v>46097</c:v>
                </c:pt>
                <c:pt idx="2936">
                  <c:v>46098</c:v>
                </c:pt>
                <c:pt idx="2937">
                  <c:v>46099</c:v>
                </c:pt>
                <c:pt idx="2938">
                  <c:v>46100</c:v>
                </c:pt>
                <c:pt idx="2939">
                  <c:v>46101</c:v>
                </c:pt>
                <c:pt idx="2940">
                  <c:v>46104</c:v>
                </c:pt>
                <c:pt idx="2941">
                  <c:v>46105</c:v>
                </c:pt>
                <c:pt idx="2942">
                  <c:v>46106</c:v>
                </c:pt>
                <c:pt idx="2943">
                  <c:v>46107</c:v>
                </c:pt>
                <c:pt idx="2944">
                  <c:v>46108</c:v>
                </c:pt>
                <c:pt idx="2945">
                  <c:v>46111</c:v>
                </c:pt>
                <c:pt idx="2946">
                  <c:v>46112</c:v>
                </c:pt>
                <c:pt idx="2947">
                  <c:v>46113</c:v>
                </c:pt>
                <c:pt idx="2948">
                  <c:v>46114</c:v>
                </c:pt>
                <c:pt idx="2949">
                  <c:v>46118</c:v>
                </c:pt>
                <c:pt idx="2950">
                  <c:v>46119</c:v>
                </c:pt>
                <c:pt idx="2951">
                  <c:v>46120</c:v>
                </c:pt>
                <c:pt idx="2952">
                  <c:v>46121</c:v>
                </c:pt>
                <c:pt idx="2953">
                  <c:v>46122</c:v>
                </c:pt>
                <c:pt idx="2954">
                  <c:v>46125</c:v>
                </c:pt>
                <c:pt idx="2955">
                  <c:v>46126</c:v>
                </c:pt>
                <c:pt idx="2956">
                  <c:v>46127</c:v>
                </c:pt>
                <c:pt idx="2957">
                  <c:v>46128</c:v>
                </c:pt>
                <c:pt idx="2958">
                  <c:v>46129</c:v>
                </c:pt>
                <c:pt idx="2959">
                  <c:v>46132</c:v>
                </c:pt>
                <c:pt idx="2960">
                  <c:v>46134</c:v>
                </c:pt>
                <c:pt idx="2961">
                  <c:v>46135</c:v>
                </c:pt>
                <c:pt idx="2962">
                  <c:v>46136</c:v>
                </c:pt>
                <c:pt idx="2963">
                  <c:v>46139</c:v>
                </c:pt>
                <c:pt idx="2964">
                  <c:v>46140</c:v>
                </c:pt>
                <c:pt idx="2965">
                  <c:v>46141</c:v>
                </c:pt>
                <c:pt idx="2966">
                  <c:v>46142</c:v>
                </c:pt>
                <c:pt idx="2967">
                  <c:v>46146</c:v>
                </c:pt>
                <c:pt idx="2968">
                  <c:v>46147</c:v>
                </c:pt>
                <c:pt idx="2969">
                  <c:v>46148</c:v>
                </c:pt>
                <c:pt idx="2970">
                  <c:v>46149</c:v>
                </c:pt>
                <c:pt idx="2971">
                  <c:v>46150</c:v>
                </c:pt>
                <c:pt idx="2972">
                  <c:v>46153</c:v>
                </c:pt>
                <c:pt idx="2973">
                  <c:v>46154</c:v>
                </c:pt>
                <c:pt idx="2974">
                  <c:v>46155</c:v>
                </c:pt>
                <c:pt idx="2975">
                  <c:v>46156</c:v>
                </c:pt>
                <c:pt idx="2976">
                  <c:v>46157</c:v>
                </c:pt>
                <c:pt idx="2977">
                  <c:v>46160</c:v>
                </c:pt>
                <c:pt idx="2978">
                  <c:v>46161</c:v>
                </c:pt>
                <c:pt idx="2979">
                  <c:v>46162</c:v>
                </c:pt>
                <c:pt idx="2980">
                  <c:v>46163</c:v>
                </c:pt>
                <c:pt idx="2981">
                  <c:v>46164</c:v>
                </c:pt>
                <c:pt idx="2982">
                  <c:v>46167</c:v>
                </c:pt>
                <c:pt idx="2983">
                  <c:v>46168</c:v>
                </c:pt>
                <c:pt idx="2984">
                  <c:v>46169</c:v>
                </c:pt>
                <c:pt idx="2985">
                  <c:v>46170</c:v>
                </c:pt>
                <c:pt idx="2986">
                  <c:v>46171</c:v>
                </c:pt>
                <c:pt idx="2987">
                  <c:v>46174</c:v>
                </c:pt>
                <c:pt idx="2988">
                  <c:v>46175</c:v>
                </c:pt>
                <c:pt idx="2989">
                  <c:v>46176</c:v>
                </c:pt>
                <c:pt idx="2990">
                  <c:v>46178</c:v>
                </c:pt>
                <c:pt idx="2991">
                  <c:v>46181</c:v>
                </c:pt>
                <c:pt idx="2992">
                  <c:v>46182</c:v>
                </c:pt>
                <c:pt idx="2993">
                  <c:v>46183</c:v>
                </c:pt>
                <c:pt idx="2994">
                  <c:v>46184</c:v>
                </c:pt>
                <c:pt idx="2995">
                  <c:v>46185</c:v>
                </c:pt>
                <c:pt idx="2996">
                  <c:v>46188</c:v>
                </c:pt>
                <c:pt idx="2997">
                  <c:v>46189</c:v>
                </c:pt>
                <c:pt idx="2998">
                  <c:v>46190</c:v>
                </c:pt>
                <c:pt idx="2999">
                  <c:v>46191</c:v>
                </c:pt>
                <c:pt idx="3000">
                  <c:v>46192</c:v>
                </c:pt>
                <c:pt idx="3001">
                  <c:v>46195</c:v>
                </c:pt>
                <c:pt idx="3002">
                  <c:v>46196</c:v>
                </c:pt>
                <c:pt idx="3003">
                  <c:v>46197</c:v>
                </c:pt>
                <c:pt idx="3004">
                  <c:v>46198</c:v>
                </c:pt>
                <c:pt idx="3005">
                  <c:v>46199</c:v>
                </c:pt>
                <c:pt idx="3006">
                  <c:v>46202</c:v>
                </c:pt>
                <c:pt idx="3007">
                  <c:v>46203</c:v>
                </c:pt>
                <c:pt idx="3008">
                  <c:v>46204</c:v>
                </c:pt>
                <c:pt idx="3009">
                  <c:v>46205</c:v>
                </c:pt>
                <c:pt idx="3010">
                  <c:v>46206</c:v>
                </c:pt>
                <c:pt idx="3011">
                  <c:v>46209</c:v>
                </c:pt>
                <c:pt idx="3012">
                  <c:v>46210</c:v>
                </c:pt>
                <c:pt idx="3013">
                  <c:v>46211</c:v>
                </c:pt>
                <c:pt idx="3014">
                  <c:v>46212</c:v>
                </c:pt>
                <c:pt idx="3015">
                  <c:v>46213</c:v>
                </c:pt>
                <c:pt idx="3016">
                  <c:v>46216</c:v>
                </c:pt>
                <c:pt idx="3017">
                  <c:v>46217</c:v>
                </c:pt>
                <c:pt idx="3018">
                  <c:v>46218</c:v>
                </c:pt>
                <c:pt idx="3019">
                  <c:v>46219</c:v>
                </c:pt>
                <c:pt idx="3020">
                  <c:v>46220</c:v>
                </c:pt>
                <c:pt idx="3021">
                  <c:v>46223</c:v>
                </c:pt>
                <c:pt idx="3022">
                  <c:v>46224</c:v>
                </c:pt>
                <c:pt idx="3023">
                  <c:v>46225</c:v>
                </c:pt>
                <c:pt idx="3024">
                  <c:v>46226</c:v>
                </c:pt>
                <c:pt idx="3025">
                  <c:v>46227</c:v>
                </c:pt>
                <c:pt idx="3026">
                  <c:v>46230</c:v>
                </c:pt>
                <c:pt idx="3027">
                  <c:v>46231</c:v>
                </c:pt>
                <c:pt idx="3028">
                  <c:v>46232</c:v>
                </c:pt>
                <c:pt idx="3029">
                  <c:v>46233</c:v>
                </c:pt>
                <c:pt idx="3030">
                  <c:v>46234</c:v>
                </c:pt>
                <c:pt idx="3031">
                  <c:v>46237</c:v>
                </c:pt>
                <c:pt idx="3032">
                  <c:v>46238</c:v>
                </c:pt>
                <c:pt idx="3033">
                  <c:v>46239</c:v>
                </c:pt>
                <c:pt idx="3034">
                  <c:v>46240</c:v>
                </c:pt>
                <c:pt idx="3035">
                  <c:v>46241</c:v>
                </c:pt>
                <c:pt idx="3036">
                  <c:v>46244</c:v>
                </c:pt>
                <c:pt idx="3037">
                  <c:v>46245</c:v>
                </c:pt>
                <c:pt idx="3038">
                  <c:v>46246</c:v>
                </c:pt>
                <c:pt idx="3039">
                  <c:v>46247</c:v>
                </c:pt>
                <c:pt idx="3040">
                  <c:v>46248</c:v>
                </c:pt>
                <c:pt idx="3041">
                  <c:v>46251</c:v>
                </c:pt>
                <c:pt idx="3042">
                  <c:v>46252</c:v>
                </c:pt>
                <c:pt idx="3043">
                  <c:v>46253</c:v>
                </c:pt>
                <c:pt idx="3044">
                  <c:v>46254</c:v>
                </c:pt>
                <c:pt idx="3045">
                  <c:v>46255</c:v>
                </c:pt>
                <c:pt idx="3046">
                  <c:v>46258</c:v>
                </c:pt>
                <c:pt idx="3047">
                  <c:v>46259</c:v>
                </c:pt>
                <c:pt idx="3048">
                  <c:v>46260</c:v>
                </c:pt>
                <c:pt idx="3049">
                  <c:v>46261</c:v>
                </c:pt>
                <c:pt idx="3050">
                  <c:v>46262</c:v>
                </c:pt>
                <c:pt idx="3051">
                  <c:v>46265</c:v>
                </c:pt>
                <c:pt idx="3052">
                  <c:v>46266</c:v>
                </c:pt>
                <c:pt idx="3053">
                  <c:v>46267</c:v>
                </c:pt>
                <c:pt idx="3054">
                  <c:v>46268</c:v>
                </c:pt>
                <c:pt idx="3055">
                  <c:v>46269</c:v>
                </c:pt>
                <c:pt idx="3056">
                  <c:v>46273</c:v>
                </c:pt>
                <c:pt idx="3057">
                  <c:v>46274</c:v>
                </c:pt>
                <c:pt idx="3058">
                  <c:v>46275</c:v>
                </c:pt>
                <c:pt idx="3059">
                  <c:v>46276</c:v>
                </c:pt>
                <c:pt idx="3060">
                  <c:v>46279</c:v>
                </c:pt>
                <c:pt idx="3061">
                  <c:v>46280</c:v>
                </c:pt>
                <c:pt idx="3062">
                  <c:v>46281</c:v>
                </c:pt>
                <c:pt idx="3063">
                  <c:v>46282</c:v>
                </c:pt>
                <c:pt idx="3064">
                  <c:v>46283</c:v>
                </c:pt>
                <c:pt idx="3065">
                  <c:v>46286</c:v>
                </c:pt>
                <c:pt idx="3066">
                  <c:v>46287</c:v>
                </c:pt>
                <c:pt idx="3067">
                  <c:v>46288</c:v>
                </c:pt>
                <c:pt idx="3068">
                  <c:v>46289</c:v>
                </c:pt>
                <c:pt idx="3069">
                  <c:v>46290</c:v>
                </c:pt>
                <c:pt idx="3070">
                  <c:v>46293</c:v>
                </c:pt>
                <c:pt idx="3071">
                  <c:v>46294</c:v>
                </c:pt>
                <c:pt idx="3072">
                  <c:v>46295</c:v>
                </c:pt>
                <c:pt idx="3073">
                  <c:v>46296</c:v>
                </c:pt>
                <c:pt idx="3074">
                  <c:v>46297</c:v>
                </c:pt>
                <c:pt idx="3075">
                  <c:v>46300</c:v>
                </c:pt>
                <c:pt idx="3076">
                  <c:v>46301</c:v>
                </c:pt>
                <c:pt idx="3077">
                  <c:v>46302</c:v>
                </c:pt>
                <c:pt idx="3078">
                  <c:v>46303</c:v>
                </c:pt>
                <c:pt idx="3079">
                  <c:v>46304</c:v>
                </c:pt>
                <c:pt idx="3080">
                  <c:v>46308</c:v>
                </c:pt>
                <c:pt idx="3081">
                  <c:v>46309</c:v>
                </c:pt>
                <c:pt idx="3082">
                  <c:v>46310</c:v>
                </c:pt>
                <c:pt idx="3083">
                  <c:v>46311</c:v>
                </c:pt>
                <c:pt idx="3084">
                  <c:v>46314</c:v>
                </c:pt>
                <c:pt idx="3085">
                  <c:v>46315</c:v>
                </c:pt>
                <c:pt idx="3086">
                  <c:v>46316</c:v>
                </c:pt>
                <c:pt idx="3087">
                  <c:v>46317</c:v>
                </c:pt>
                <c:pt idx="3088">
                  <c:v>46318</c:v>
                </c:pt>
                <c:pt idx="3089">
                  <c:v>46321</c:v>
                </c:pt>
                <c:pt idx="3090">
                  <c:v>46322</c:v>
                </c:pt>
                <c:pt idx="3091">
                  <c:v>46323</c:v>
                </c:pt>
              </c:numCache>
            </c:numRef>
          </c:cat>
          <c:val>
            <c:numRef>
              <c:f>Sheet1!$C$2:$C$3093</c:f>
              <c:numCache>
                <c:formatCode>m/d/yyyy</c:formatCode>
                <c:ptCount val="3092"/>
                <c:pt idx="0">
                  <c:v>3.6549999999999998</c:v>
                </c:pt>
                <c:pt idx="1">
                  <c:v>3.6579999999999999</c:v>
                </c:pt>
                <c:pt idx="2">
                  <c:v>3.6320000000000001</c:v>
                </c:pt>
                <c:pt idx="3">
                  <c:v>3.6970000000000001</c:v>
                </c:pt>
                <c:pt idx="4">
                  <c:v>3.59</c:v>
                </c:pt>
                <c:pt idx="5">
                  <c:v>3.2320000000000002</c:v>
                </c:pt>
                <c:pt idx="6">
                  <c:v>3.1970000000000001</c:v>
                </c:pt>
                <c:pt idx="7">
                  <c:v>3.4769999999999999</c:v>
                </c:pt>
                <c:pt idx="8">
                  <c:v>3.3279999999999998</c:v>
                </c:pt>
                <c:pt idx="9">
                  <c:v>3.2639999999999998</c:v>
                </c:pt>
                <c:pt idx="10">
                  <c:v>3.794</c:v>
                </c:pt>
                <c:pt idx="11">
                  <c:v>3.8069999999999999</c:v>
                </c:pt>
                <c:pt idx="12">
                  <c:v>3.9390000000000001</c:v>
                </c:pt>
                <c:pt idx="13">
                  <c:v>3.8170000000000002</c:v>
                </c:pt>
                <c:pt idx="14">
                  <c:v>3.69</c:v>
                </c:pt>
                <c:pt idx="15">
                  <c:v>3.7959999999999998</c:v>
                </c:pt>
                <c:pt idx="16">
                  <c:v>3.8719999999999999</c:v>
                </c:pt>
                <c:pt idx="17">
                  <c:v>3.8180000000000001</c:v>
                </c:pt>
                <c:pt idx="18">
                  <c:v>3.544</c:v>
                </c:pt>
                <c:pt idx="19">
                  <c:v>3.427</c:v>
                </c:pt>
                <c:pt idx="20">
                  <c:v>3.5129999999999999</c:v>
                </c:pt>
                <c:pt idx="21">
                  <c:v>3.9319999999999999</c:v>
                </c:pt>
                <c:pt idx="22">
                  <c:v>4.1680000000000001</c:v>
                </c:pt>
                <c:pt idx="23">
                  <c:v>4.3120000000000003</c:v>
                </c:pt>
                <c:pt idx="24">
                  <c:v>4.5410000000000004</c:v>
                </c:pt>
                <c:pt idx="25">
                  <c:v>4.7629999999999999</c:v>
                </c:pt>
                <c:pt idx="26">
                  <c:v>5.3639999999999999</c:v>
                </c:pt>
                <c:pt idx="27">
                  <c:v>5.1429999999999998</c:v>
                </c:pt>
                <c:pt idx="28">
                  <c:v>4.9770000000000003</c:v>
                </c:pt>
                <c:pt idx="29">
                  <c:v>4.9820000000000002</c:v>
                </c:pt>
                <c:pt idx="30">
                  <c:v>4.3819999999999997</c:v>
                </c:pt>
                <c:pt idx="31">
                  <c:v>4.7119999999999997</c:v>
                </c:pt>
                <c:pt idx="32">
                  <c:v>5.0490000000000004</c:v>
                </c:pt>
                <c:pt idx="33">
                  <c:v>5.09</c:v>
                </c:pt>
                <c:pt idx="34">
                  <c:v>5.5640000000000001</c:v>
                </c:pt>
                <c:pt idx="35">
                  <c:v>5.58</c:v>
                </c:pt>
                <c:pt idx="36">
                  <c:v>5.1529999999999996</c:v>
                </c:pt>
                <c:pt idx="37">
                  <c:v>5.2290000000000001</c:v>
                </c:pt>
                <c:pt idx="38">
                  <c:v>5.1719999999999997</c:v>
                </c:pt>
                <c:pt idx="39">
                  <c:v>5.4669999999999996</c:v>
                </c:pt>
                <c:pt idx="40">
                  <c:v>5.4880000000000004</c:v>
                </c:pt>
                <c:pt idx="41">
                  <c:v>5.5039999999999996</c:v>
                </c:pt>
                <c:pt idx="42">
                  <c:v>5.2949999999999999</c:v>
                </c:pt>
                <c:pt idx="43">
                  <c:v>4.8659999999999997</c:v>
                </c:pt>
                <c:pt idx="44">
                  <c:v>4.9260000000000002</c:v>
                </c:pt>
                <c:pt idx="45">
                  <c:v>5.008</c:v>
                </c:pt>
                <c:pt idx="46">
                  <c:v>5.13</c:v>
                </c:pt>
                <c:pt idx="47">
                  <c:v>5.2130000000000001</c:v>
                </c:pt>
                <c:pt idx="48">
                  <c:v>5.0609999999999999</c:v>
                </c:pt>
                <c:pt idx="49">
                  <c:v>5.1139999999999999</c:v>
                </c:pt>
                <c:pt idx="50">
                  <c:v>5.0670000000000002</c:v>
                </c:pt>
                <c:pt idx="51">
                  <c:v>5.1210000000000004</c:v>
                </c:pt>
                <c:pt idx="52">
                  <c:v>5.1710000000000003</c:v>
                </c:pt>
                <c:pt idx="53">
                  <c:v>5.1589999999999998</c:v>
                </c:pt>
                <c:pt idx="54">
                  <c:v>5.234</c:v>
                </c:pt>
                <c:pt idx="55">
                  <c:v>5.2080000000000002</c:v>
                </c:pt>
                <c:pt idx="56">
                  <c:v>5.4050000000000002</c:v>
                </c:pt>
                <c:pt idx="57">
                  <c:v>5.343</c:v>
                </c:pt>
                <c:pt idx="58">
                  <c:v>5.1920000000000002</c:v>
                </c:pt>
                <c:pt idx="59">
                  <c:v>5.1520000000000001</c:v>
                </c:pt>
                <c:pt idx="60">
                  <c:v>5.3769999999999998</c:v>
                </c:pt>
                <c:pt idx="61">
                  <c:v>6.008</c:v>
                </c:pt>
                <c:pt idx="62">
                  <c:v>5.17</c:v>
                </c:pt>
                <c:pt idx="63">
                  <c:v>5.48</c:v>
                </c:pt>
                <c:pt idx="64">
                  <c:v>5.65</c:v>
                </c:pt>
                <c:pt idx="65">
                  <c:v>5.5609999999999999</c:v>
                </c:pt>
                <c:pt idx="66">
                  <c:v>5.5140000000000002</c:v>
                </c:pt>
                <c:pt idx="67">
                  <c:v>4.7969999999999997</c:v>
                </c:pt>
                <c:pt idx="68">
                  <c:v>4.7560000000000002</c:v>
                </c:pt>
                <c:pt idx="69">
                  <c:v>4.6349999999999998</c:v>
                </c:pt>
                <c:pt idx="70">
                  <c:v>4.6500000000000004</c:v>
                </c:pt>
                <c:pt idx="71">
                  <c:v>4.4320000000000004</c:v>
                </c:pt>
                <c:pt idx="72">
                  <c:v>4.6319999999999997</c:v>
                </c:pt>
                <c:pt idx="73">
                  <c:v>3.548</c:v>
                </c:pt>
                <c:pt idx="74">
                  <c:v>3.8660000000000001</c:v>
                </c:pt>
                <c:pt idx="75">
                  <c:v>3.5579999999999998</c:v>
                </c:pt>
                <c:pt idx="76">
                  <c:v>3.5150000000000001</c:v>
                </c:pt>
                <c:pt idx="77">
                  <c:v>3.5569999999999999</c:v>
                </c:pt>
                <c:pt idx="78">
                  <c:v>3.6</c:v>
                </c:pt>
                <c:pt idx="79">
                  <c:v>3.6080000000000001</c:v>
                </c:pt>
                <c:pt idx="80">
                  <c:v>3.2639999999999998</c:v>
                </c:pt>
                <c:pt idx="81">
                  <c:v>3.617</c:v>
                </c:pt>
                <c:pt idx="82">
                  <c:v>3.4180000000000001</c:v>
                </c:pt>
                <c:pt idx="83">
                  <c:v>3.3330000000000002</c:v>
                </c:pt>
                <c:pt idx="84">
                  <c:v>3.3109999999999999</c:v>
                </c:pt>
                <c:pt idx="85">
                  <c:v>3.319</c:v>
                </c:pt>
                <c:pt idx="86">
                  <c:v>3.4359999999999999</c:v>
                </c:pt>
                <c:pt idx="87">
                  <c:v>3.4319999999999999</c:v>
                </c:pt>
                <c:pt idx="88">
                  <c:v>3.4329999999999998</c:v>
                </c:pt>
                <c:pt idx="89">
                  <c:v>3.4420000000000002</c:v>
                </c:pt>
                <c:pt idx="90">
                  <c:v>3.9249999999999998</c:v>
                </c:pt>
                <c:pt idx="91">
                  <c:v>3.9910000000000001</c:v>
                </c:pt>
                <c:pt idx="92">
                  <c:v>3.8929999999999998</c:v>
                </c:pt>
                <c:pt idx="93">
                  <c:v>3.613</c:v>
                </c:pt>
                <c:pt idx="94">
                  <c:v>3.5859999999999999</c:v>
                </c:pt>
                <c:pt idx="95">
                  <c:v>3.6640000000000001</c:v>
                </c:pt>
                <c:pt idx="96">
                  <c:v>4.0339999999999998</c:v>
                </c:pt>
                <c:pt idx="97">
                  <c:v>4.1740000000000004</c:v>
                </c:pt>
                <c:pt idx="98">
                  <c:v>4.524</c:v>
                </c:pt>
                <c:pt idx="99">
                  <c:v>4.2560000000000002</c:v>
                </c:pt>
                <c:pt idx="100">
                  <c:v>4.1399999999999997</c:v>
                </c:pt>
                <c:pt idx="101">
                  <c:v>4.2450000000000001</c:v>
                </c:pt>
                <c:pt idx="102">
                  <c:v>4.218</c:v>
                </c:pt>
                <c:pt idx="103">
                  <c:v>4.5060000000000002</c:v>
                </c:pt>
                <c:pt idx="104">
                  <c:v>4.4480000000000004</c:v>
                </c:pt>
                <c:pt idx="105">
                  <c:v>4.266</c:v>
                </c:pt>
                <c:pt idx="106">
                  <c:v>4.2329999999999997</c:v>
                </c:pt>
                <c:pt idx="107">
                  <c:v>4.28</c:v>
                </c:pt>
                <c:pt idx="108">
                  <c:v>4.0670000000000002</c:v>
                </c:pt>
                <c:pt idx="109">
                  <c:v>4.4169999999999998</c:v>
                </c:pt>
                <c:pt idx="110">
                  <c:v>4.0170000000000003</c:v>
                </c:pt>
                <c:pt idx="111">
                  <c:v>4.2610000000000001</c:v>
                </c:pt>
                <c:pt idx="112">
                  <c:v>3.9750000000000001</c:v>
                </c:pt>
                <c:pt idx="113">
                  <c:v>3.9239999999999999</c:v>
                </c:pt>
                <c:pt idx="114">
                  <c:v>3.5739999999999998</c:v>
                </c:pt>
                <c:pt idx="115">
                  <c:v>3.2730000000000001</c:v>
                </c:pt>
                <c:pt idx="116">
                  <c:v>3.278</c:v>
                </c:pt>
                <c:pt idx="117">
                  <c:v>3.339</c:v>
                </c:pt>
                <c:pt idx="118">
                  <c:v>3.387</c:v>
                </c:pt>
                <c:pt idx="119">
                  <c:v>3.22</c:v>
                </c:pt>
                <c:pt idx="120">
                  <c:v>3.3330000000000002</c:v>
                </c:pt>
                <c:pt idx="121">
                  <c:v>3.3079999999999998</c:v>
                </c:pt>
                <c:pt idx="122">
                  <c:v>3.3980000000000001</c:v>
                </c:pt>
                <c:pt idx="123">
                  <c:v>3.214</c:v>
                </c:pt>
                <c:pt idx="124">
                  <c:v>3.2709999999999999</c:v>
                </c:pt>
                <c:pt idx="125">
                  <c:v>3.391</c:v>
                </c:pt>
                <c:pt idx="126">
                  <c:v>3.532</c:v>
                </c:pt>
                <c:pt idx="127">
                  <c:v>3.9319999999999999</c:v>
                </c:pt>
                <c:pt idx="128">
                  <c:v>4.2370000000000001</c:v>
                </c:pt>
                <c:pt idx="129">
                  <c:v>4.2380000000000004</c:v>
                </c:pt>
                <c:pt idx="130">
                  <c:v>4.3460000000000001</c:v>
                </c:pt>
                <c:pt idx="131">
                  <c:v>4.5910000000000002</c:v>
                </c:pt>
                <c:pt idx="132">
                  <c:v>4.4400000000000004</c:v>
                </c:pt>
                <c:pt idx="133">
                  <c:v>4.7140000000000004</c:v>
                </c:pt>
                <c:pt idx="134">
                  <c:v>4.9569999999999999</c:v>
                </c:pt>
                <c:pt idx="135">
                  <c:v>5.1379999999999999</c:v>
                </c:pt>
                <c:pt idx="136">
                  <c:v>5.125</c:v>
                </c:pt>
                <c:pt idx="137">
                  <c:v>4.5759999999999996</c:v>
                </c:pt>
                <c:pt idx="138">
                  <c:v>4.5170000000000003</c:v>
                </c:pt>
                <c:pt idx="139">
                  <c:v>4.7119999999999997</c:v>
                </c:pt>
                <c:pt idx="140">
                  <c:v>4.8730000000000002</c:v>
                </c:pt>
                <c:pt idx="141">
                  <c:v>5.0890000000000004</c:v>
                </c:pt>
                <c:pt idx="142">
                  <c:v>4.79</c:v>
                </c:pt>
                <c:pt idx="143">
                  <c:v>4.9269999999999996</c:v>
                </c:pt>
                <c:pt idx="144">
                  <c:v>4.5599999999999996</c:v>
                </c:pt>
                <c:pt idx="145">
                  <c:v>4.8689999999999998</c:v>
                </c:pt>
                <c:pt idx="146">
                  <c:v>4.71</c:v>
                </c:pt>
                <c:pt idx="147">
                  <c:v>4.7850000000000001</c:v>
                </c:pt>
                <c:pt idx="148">
                  <c:v>4.7729999999999997</c:v>
                </c:pt>
                <c:pt idx="149">
                  <c:v>4.9539999999999997</c:v>
                </c:pt>
                <c:pt idx="150">
                  <c:v>4.5350000000000001</c:v>
                </c:pt>
                <c:pt idx="151">
                  <c:v>4.8280000000000003</c:v>
                </c:pt>
                <c:pt idx="152">
                  <c:v>4.78</c:v>
                </c:pt>
                <c:pt idx="153">
                  <c:v>4.9480000000000004</c:v>
                </c:pt>
                <c:pt idx="154">
                  <c:v>5.1740000000000004</c:v>
                </c:pt>
                <c:pt idx="155">
                  <c:v>5.44</c:v>
                </c:pt>
                <c:pt idx="156">
                  <c:v>5.44</c:v>
                </c:pt>
                <c:pt idx="157">
                  <c:v>5.101</c:v>
                </c:pt>
                <c:pt idx="158">
                  <c:v>5.61</c:v>
                </c:pt>
                <c:pt idx="159">
                  <c:v>5.7169999999999996</c:v>
                </c:pt>
                <c:pt idx="160">
                  <c:v>5.8529999999999998</c:v>
                </c:pt>
                <c:pt idx="161">
                  <c:v>5.383</c:v>
                </c:pt>
                <c:pt idx="162">
                  <c:v>5.1879999999999997</c:v>
                </c:pt>
                <c:pt idx="163">
                  <c:v>5.3920000000000003</c:v>
                </c:pt>
                <c:pt idx="164">
                  <c:v>5.407</c:v>
                </c:pt>
                <c:pt idx="165">
                  <c:v>5.5119999999999996</c:v>
                </c:pt>
                <c:pt idx="166">
                  <c:v>5.4489999999999998</c:v>
                </c:pt>
                <c:pt idx="167">
                  <c:v>5.6630000000000003</c:v>
                </c:pt>
                <c:pt idx="168">
                  <c:v>5.7460000000000004</c:v>
                </c:pt>
                <c:pt idx="169">
                  <c:v>5.9889999999999999</c:v>
                </c:pt>
                <c:pt idx="170">
                  <c:v>6.0229999999999997</c:v>
                </c:pt>
                <c:pt idx="171">
                  <c:v>6.1360000000000001</c:v>
                </c:pt>
                <c:pt idx="172">
                  <c:v>5.7729999999999997</c:v>
                </c:pt>
                <c:pt idx="173">
                  <c:v>5.806</c:v>
                </c:pt>
                <c:pt idx="174">
                  <c:v>5.6740000000000004</c:v>
                </c:pt>
                <c:pt idx="175">
                  <c:v>5.47</c:v>
                </c:pt>
                <c:pt idx="176">
                  <c:v>4.6180000000000003</c:v>
                </c:pt>
                <c:pt idx="177">
                  <c:v>4.4950000000000001</c:v>
                </c:pt>
                <c:pt idx="178">
                  <c:v>4.55</c:v>
                </c:pt>
                <c:pt idx="179">
                  <c:v>4.4660000000000002</c:v>
                </c:pt>
                <c:pt idx="180">
                  <c:v>4.5529999999999999</c:v>
                </c:pt>
                <c:pt idx="181">
                  <c:v>4.5529999999999999</c:v>
                </c:pt>
                <c:pt idx="182">
                  <c:v>4.516</c:v>
                </c:pt>
                <c:pt idx="183">
                  <c:v>4.4290000000000003</c:v>
                </c:pt>
                <c:pt idx="184">
                  <c:v>4.5540000000000003</c:v>
                </c:pt>
                <c:pt idx="185">
                  <c:v>4.641</c:v>
                </c:pt>
                <c:pt idx="186">
                  <c:v>4.2359999999999998</c:v>
                </c:pt>
                <c:pt idx="187">
                  <c:v>4.2679999999999998</c:v>
                </c:pt>
                <c:pt idx="188">
                  <c:v>4.109</c:v>
                </c:pt>
                <c:pt idx="189">
                  <c:v>3.9329999999999998</c:v>
                </c:pt>
                <c:pt idx="190">
                  <c:v>3.9340000000000002</c:v>
                </c:pt>
                <c:pt idx="191">
                  <c:v>4.0540000000000003</c:v>
                </c:pt>
                <c:pt idx="192">
                  <c:v>4.0220000000000002</c:v>
                </c:pt>
                <c:pt idx="193">
                  <c:v>4.1120000000000001</c:v>
                </c:pt>
                <c:pt idx="194">
                  <c:v>4.1100000000000003</c:v>
                </c:pt>
                <c:pt idx="195">
                  <c:v>4.29</c:v>
                </c:pt>
                <c:pt idx="196">
                  <c:v>4.1840000000000002</c:v>
                </c:pt>
                <c:pt idx="197">
                  <c:v>4.3360000000000003</c:v>
                </c:pt>
                <c:pt idx="198">
                  <c:v>4.4340000000000002</c:v>
                </c:pt>
                <c:pt idx="199">
                  <c:v>4.1980000000000004</c:v>
                </c:pt>
                <c:pt idx="200">
                  <c:v>3.9529999999999998</c:v>
                </c:pt>
                <c:pt idx="201">
                  <c:v>4.0060000000000002</c:v>
                </c:pt>
                <c:pt idx="202">
                  <c:v>4.1909999999999998</c:v>
                </c:pt>
                <c:pt idx="203">
                  <c:v>4.2279999999999998</c:v>
                </c:pt>
                <c:pt idx="204">
                  <c:v>4.2969999999999997</c:v>
                </c:pt>
                <c:pt idx="205">
                  <c:v>4.3120000000000003</c:v>
                </c:pt>
                <c:pt idx="206">
                  <c:v>4.3710000000000004</c:v>
                </c:pt>
                <c:pt idx="207">
                  <c:v>4.37</c:v>
                </c:pt>
                <c:pt idx="208">
                  <c:v>4.5439999999999996</c:v>
                </c:pt>
                <c:pt idx="209">
                  <c:v>4.47</c:v>
                </c:pt>
                <c:pt idx="210">
                  <c:v>4.4820000000000002</c:v>
                </c:pt>
                <c:pt idx="211">
                  <c:v>4.4640000000000004</c:v>
                </c:pt>
                <c:pt idx="212">
                  <c:v>4.3380000000000001</c:v>
                </c:pt>
                <c:pt idx="213">
                  <c:v>4.1159999999999997</c:v>
                </c:pt>
                <c:pt idx="214">
                  <c:v>3.9940000000000002</c:v>
                </c:pt>
                <c:pt idx="215">
                  <c:v>3.8679999999999999</c:v>
                </c:pt>
                <c:pt idx="216">
                  <c:v>3.84</c:v>
                </c:pt>
                <c:pt idx="217">
                  <c:v>3.81</c:v>
                </c:pt>
                <c:pt idx="218">
                  <c:v>3.802</c:v>
                </c:pt>
                <c:pt idx="219">
                  <c:v>3.7189999999999999</c:v>
                </c:pt>
                <c:pt idx="220">
                  <c:v>3.794</c:v>
                </c:pt>
                <c:pt idx="221">
                  <c:v>3.722</c:v>
                </c:pt>
                <c:pt idx="222">
                  <c:v>3.7530000000000001</c:v>
                </c:pt>
                <c:pt idx="223">
                  <c:v>3.7320000000000002</c:v>
                </c:pt>
                <c:pt idx="224">
                  <c:v>3.9039999999999999</c:v>
                </c:pt>
                <c:pt idx="225">
                  <c:v>3.895</c:v>
                </c:pt>
                <c:pt idx="226">
                  <c:v>4.16</c:v>
                </c:pt>
                <c:pt idx="227">
                  <c:v>4.1929999999999996</c:v>
                </c:pt>
                <c:pt idx="228">
                  <c:v>3.7610000000000001</c:v>
                </c:pt>
                <c:pt idx="229">
                  <c:v>4.0039999999999996</c:v>
                </c:pt>
                <c:pt idx="230">
                  <c:v>3.8780000000000001</c:v>
                </c:pt>
                <c:pt idx="231">
                  <c:v>3.9910000000000001</c:v>
                </c:pt>
                <c:pt idx="232">
                  <c:v>3.9950000000000001</c:v>
                </c:pt>
                <c:pt idx="233">
                  <c:v>4.0270000000000001</c:v>
                </c:pt>
                <c:pt idx="234">
                  <c:v>4.056</c:v>
                </c:pt>
                <c:pt idx="235">
                  <c:v>4.0259999999999998</c:v>
                </c:pt>
                <c:pt idx="236">
                  <c:v>4.274</c:v>
                </c:pt>
                <c:pt idx="237">
                  <c:v>4.1070000000000002</c:v>
                </c:pt>
                <c:pt idx="238">
                  <c:v>4.1470000000000002</c:v>
                </c:pt>
                <c:pt idx="239">
                  <c:v>4.1020000000000003</c:v>
                </c:pt>
                <c:pt idx="240">
                  <c:v>4.1820000000000004</c:v>
                </c:pt>
                <c:pt idx="241">
                  <c:v>4.0209999999999999</c:v>
                </c:pt>
                <c:pt idx="242">
                  <c:v>3.8260000000000001</c:v>
                </c:pt>
                <c:pt idx="243">
                  <c:v>3.5009999999999999</c:v>
                </c:pt>
                <c:pt idx="244">
                  <c:v>3.5209999999999999</c:v>
                </c:pt>
                <c:pt idx="245">
                  <c:v>3.56</c:v>
                </c:pt>
                <c:pt idx="246">
                  <c:v>3.8519999999999999</c:v>
                </c:pt>
                <c:pt idx="247">
                  <c:v>3.5819999999999999</c:v>
                </c:pt>
                <c:pt idx="248">
                  <c:v>3.2730000000000001</c:v>
                </c:pt>
                <c:pt idx="249">
                  <c:v>3.254</c:v>
                </c:pt>
                <c:pt idx="250">
                  <c:v>2.9209999999999998</c:v>
                </c:pt>
                <c:pt idx="251">
                  <c:v>3.0230000000000001</c:v>
                </c:pt>
                <c:pt idx="252">
                  <c:v>3.2349999999999999</c:v>
                </c:pt>
                <c:pt idx="253">
                  <c:v>3.1509999999999998</c:v>
                </c:pt>
                <c:pt idx="254">
                  <c:v>3.4529999999999998</c:v>
                </c:pt>
                <c:pt idx="255">
                  <c:v>3.57</c:v>
                </c:pt>
                <c:pt idx="256">
                  <c:v>3.577</c:v>
                </c:pt>
                <c:pt idx="257">
                  <c:v>3.5640000000000001</c:v>
                </c:pt>
                <c:pt idx="258">
                  <c:v>3.3439999999999999</c:v>
                </c:pt>
                <c:pt idx="259">
                  <c:v>3.28</c:v>
                </c:pt>
                <c:pt idx="260">
                  <c:v>3.4249999999999998</c:v>
                </c:pt>
                <c:pt idx="261">
                  <c:v>3.806</c:v>
                </c:pt>
                <c:pt idx="262">
                  <c:v>3.7719999999999998</c:v>
                </c:pt>
                <c:pt idx="263">
                  <c:v>4.0570000000000004</c:v>
                </c:pt>
                <c:pt idx="264">
                  <c:v>4.0129999999999999</c:v>
                </c:pt>
                <c:pt idx="265">
                  <c:v>3.855</c:v>
                </c:pt>
                <c:pt idx="266">
                  <c:v>3.9049999999999998</c:v>
                </c:pt>
                <c:pt idx="267">
                  <c:v>4.077</c:v>
                </c:pt>
                <c:pt idx="268">
                  <c:v>3.9359999999999999</c:v>
                </c:pt>
                <c:pt idx="269">
                  <c:v>4.0570000000000004</c:v>
                </c:pt>
                <c:pt idx="270">
                  <c:v>4.0730000000000004</c:v>
                </c:pt>
                <c:pt idx="271">
                  <c:v>4.1980000000000004</c:v>
                </c:pt>
                <c:pt idx="272">
                  <c:v>4.2869999999999999</c:v>
                </c:pt>
                <c:pt idx="273">
                  <c:v>4.5880000000000001</c:v>
                </c:pt>
                <c:pt idx="274">
                  <c:v>4.7670000000000003</c:v>
                </c:pt>
                <c:pt idx="275">
                  <c:v>4.7709999999999999</c:v>
                </c:pt>
                <c:pt idx="276">
                  <c:v>4.8380000000000001</c:v>
                </c:pt>
                <c:pt idx="277">
                  <c:v>4.9749999999999996</c:v>
                </c:pt>
                <c:pt idx="278">
                  <c:v>5.0049999999999999</c:v>
                </c:pt>
                <c:pt idx="279">
                  <c:v>4.9790000000000001</c:v>
                </c:pt>
                <c:pt idx="280">
                  <c:v>4.7670000000000003</c:v>
                </c:pt>
                <c:pt idx="281">
                  <c:v>4.7030000000000003</c:v>
                </c:pt>
                <c:pt idx="282">
                  <c:v>4.9119999999999999</c:v>
                </c:pt>
                <c:pt idx="283">
                  <c:v>4.8780000000000001</c:v>
                </c:pt>
                <c:pt idx="284">
                  <c:v>4.5910000000000002</c:v>
                </c:pt>
                <c:pt idx="285">
                  <c:v>4.5960000000000001</c:v>
                </c:pt>
                <c:pt idx="286">
                  <c:v>5.0170000000000003</c:v>
                </c:pt>
                <c:pt idx="287">
                  <c:v>4.4080000000000004</c:v>
                </c:pt>
                <c:pt idx="288">
                  <c:v>4.3070000000000004</c:v>
                </c:pt>
                <c:pt idx="289">
                  <c:v>4.4109999999999996</c:v>
                </c:pt>
                <c:pt idx="290">
                  <c:v>4.3789999999999996</c:v>
                </c:pt>
                <c:pt idx="291">
                  <c:v>4.2770000000000001</c:v>
                </c:pt>
                <c:pt idx="292">
                  <c:v>4.3120000000000003</c:v>
                </c:pt>
                <c:pt idx="293">
                  <c:v>4.2750000000000004</c:v>
                </c:pt>
                <c:pt idx="294">
                  <c:v>4.2699999999999996</c:v>
                </c:pt>
                <c:pt idx="295">
                  <c:v>4.2939999999999996</c:v>
                </c:pt>
                <c:pt idx="296">
                  <c:v>4.2779999999999996</c:v>
                </c:pt>
                <c:pt idx="297">
                  <c:v>4.109</c:v>
                </c:pt>
                <c:pt idx="298">
                  <c:v>4.0979999999999999</c:v>
                </c:pt>
                <c:pt idx="299">
                  <c:v>4.2679999999999998</c:v>
                </c:pt>
                <c:pt idx="300">
                  <c:v>4.4530000000000003</c:v>
                </c:pt>
                <c:pt idx="301">
                  <c:v>4.6749999999999998</c:v>
                </c:pt>
                <c:pt idx="302">
                  <c:v>4.8419999999999996</c:v>
                </c:pt>
                <c:pt idx="303">
                  <c:v>4.8869999999999996</c:v>
                </c:pt>
                <c:pt idx="304">
                  <c:v>4.7329999999999997</c:v>
                </c:pt>
                <c:pt idx="305">
                  <c:v>4.4480000000000004</c:v>
                </c:pt>
                <c:pt idx="306">
                  <c:v>4.5359999999999996</c:v>
                </c:pt>
                <c:pt idx="307">
                  <c:v>4.5030000000000001</c:v>
                </c:pt>
                <c:pt idx="308">
                  <c:v>4.5279999999999996</c:v>
                </c:pt>
                <c:pt idx="309">
                  <c:v>4.4829999999999997</c:v>
                </c:pt>
                <c:pt idx="310">
                  <c:v>4.7779999999999996</c:v>
                </c:pt>
                <c:pt idx="311">
                  <c:v>4.875</c:v>
                </c:pt>
                <c:pt idx="312">
                  <c:v>4.96</c:v>
                </c:pt>
                <c:pt idx="313">
                  <c:v>4.7750000000000004</c:v>
                </c:pt>
                <c:pt idx="314">
                  <c:v>4.6310000000000002</c:v>
                </c:pt>
                <c:pt idx="315">
                  <c:v>4.84</c:v>
                </c:pt>
                <c:pt idx="316">
                  <c:v>4.6319999999999997</c:v>
                </c:pt>
                <c:pt idx="317">
                  <c:v>4.4509999999999996</c:v>
                </c:pt>
                <c:pt idx="318">
                  <c:v>4.2519999999999998</c:v>
                </c:pt>
                <c:pt idx="319">
                  <c:v>4.1020000000000003</c:v>
                </c:pt>
                <c:pt idx="320">
                  <c:v>4.1150000000000002</c:v>
                </c:pt>
                <c:pt idx="321">
                  <c:v>4.593</c:v>
                </c:pt>
                <c:pt idx="322">
                  <c:v>4.3310000000000004</c:v>
                </c:pt>
                <c:pt idx="323">
                  <c:v>4.3860000000000001</c:v>
                </c:pt>
                <c:pt idx="324">
                  <c:v>4.3499999999999996</c:v>
                </c:pt>
                <c:pt idx="325">
                  <c:v>4.1040000000000001</c:v>
                </c:pt>
                <c:pt idx="326">
                  <c:v>4.3410000000000002</c:v>
                </c:pt>
                <c:pt idx="327">
                  <c:v>4.3520000000000003</c:v>
                </c:pt>
                <c:pt idx="328">
                  <c:v>4.32</c:v>
                </c:pt>
                <c:pt idx="329">
                  <c:v>4.2839999999999998</c:v>
                </c:pt>
                <c:pt idx="330">
                  <c:v>4.3529999999999998</c:v>
                </c:pt>
                <c:pt idx="331">
                  <c:v>4.4770000000000003</c:v>
                </c:pt>
                <c:pt idx="332">
                  <c:v>4.5940000000000003</c:v>
                </c:pt>
                <c:pt idx="333">
                  <c:v>4.258</c:v>
                </c:pt>
                <c:pt idx="334">
                  <c:v>4.3280000000000003</c:v>
                </c:pt>
                <c:pt idx="335">
                  <c:v>4.4029999999999996</c:v>
                </c:pt>
                <c:pt idx="336">
                  <c:v>4.4459999999999997</c:v>
                </c:pt>
                <c:pt idx="337">
                  <c:v>4.1619999999999999</c:v>
                </c:pt>
                <c:pt idx="338">
                  <c:v>4.1139999999999999</c:v>
                </c:pt>
                <c:pt idx="339">
                  <c:v>3.94</c:v>
                </c:pt>
                <c:pt idx="340">
                  <c:v>4.0199999999999996</c:v>
                </c:pt>
                <c:pt idx="341">
                  <c:v>4.42</c:v>
                </c:pt>
                <c:pt idx="342">
                  <c:v>4.5060000000000002</c:v>
                </c:pt>
                <c:pt idx="343">
                  <c:v>4.5220000000000002</c:v>
                </c:pt>
                <c:pt idx="344">
                  <c:v>4.4809999999999999</c:v>
                </c:pt>
                <c:pt idx="345">
                  <c:v>4.5620000000000003</c:v>
                </c:pt>
                <c:pt idx="346">
                  <c:v>4.5510000000000002</c:v>
                </c:pt>
                <c:pt idx="347">
                  <c:v>4.4850000000000003</c:v>
                </c:pt>
                <c:pt idx="348">
                  <c:v>4.42</c:v>
                </c:pt>
                <c:pt idx="349">
                  <c:v>4.6859999999999999</c:v>
                </c:pt>
                <c:pt idx="350">
                  <c:v>4.8250000000000002</c:v>
                </c:pt>
                <c:pt idx="351">
                  <c:v>4.593</c:v>
                </c:pt>
                <c:pt idx="352">
                  <c:v>4.4660000000000002</c:v>
                </c:pt>
                <c:pt idx="353">
                  <c:v>4.47</c:v>
                </c:pt>
                <c:pt idx="354">
                  <c:v>4.8099999999999996</c:v>
                </c:pt>
                <c:pt idx="355">
                  <c:v>4.4770000000000003</c:v>
                </c:pt>
                <c:pt idx="356">
                  <c:v>5.15</c:v>
                </c:pt>
                <c:pt idx="357">
                  <c:v>4.8559999999999999</c:v>
                </c:pt>
                <c:pt idx="358">
                  <c:v>4.6749999999999998</c:v>
                </c:pt>
                <c:pt idx="359">
                  <c:v>4.3540000000000001</c:v>
                </c:pt>
                <c:pt idx="360">
                  <c:v>4.2809999999999997</c:v>
                </c:pt>
                <c:pt idx="361">
                  <c:v>4.5940000000000003</c:v>
                </c:pt>
                <c:pt idx="362">
                  <c:v>4.67</c:v>
                </c:pt>
                <c:pt idx="363">
                  <c:v>4.6710000000000003</c:v>
                </c:pt>
                <c:pt idx="364">
                  <c:v>4.6779999999999999</c:v>
                </c:pt>
                <c:pt idx="365">
                  <c:v>4.8879999999999999</c:v>
                </c:pt>
                <c:pt idx="366">
                  <c:v>5.32</c:v>
                </c:pt>
                <c:pt idx="367">
                  <c:v>5.9480000000000004</c:v>
                </c:pt>
                <c:pt idx="368">
                  <c:v>5.9640000000000004</c:v>
                </c:pt>
                <c:pt idx="369">
                  <c:v>5.8280000000000003</c:v>
                </c:pt>
                <c:pt idx="370">
                  <c:v>5.27</c:v>
                </c:pt>
                <c:pt idx="371">
                  <c:v>5.5570000000000004</c:v>
                </c:pt>
                <c:pt idx="372">
                  <c:v>5.6980000000000004</c:v>
                </c:pt>
                <c:pt idx="373">
                  <c:v>5.6130000000000004</c:v>
                </c:pt>
                <c:pt idx="374">
                  <c:v>5.742</c:v>
                </c:pt>
                <c:pt idx="375">
                  <c:v>6.01</c:v>
                </c:pt>
                <c:pt idx="376">
                  <c:v>6.03</c:v>
                </c:pt>
                <c:pt idx="377">
                  <c:v>5.8220000000000001</c:v>
                </c:pt>
                <c:pt idx="378">
                  <c:v>5.7850000000000001</c:v>
                </c:pt>
                <c:pt idx="379">
                  <c:v>5.306</c:v>
                </c:pt>
                <c:pt idx="380">
                  <c:v>5.26</c:v>
                </c:pt>
                <c:pt idx="381">
                  <c:v>5.5289999999999999</c:v>
                </c:pt>
                <c:pt idx="382">
                  <c:v>4.992</c:v>
                </c:pt>
                <c:pt idx="383">
                  <c:v>5.1369999999999996</c:v>
                </c:pt>
                <c:pt idx="384">
                  <c:v>4.7110000000000003</c:v>
                </c:pt>
                <c:pt idx="385">
                  <c:v>4.8419999999999996</c:v>
                </c:pt>
                <c:pt idx="386">
                  <c:v>4.4180000000000001</c:v>
                </c:pt>
                <c:pt idx="387">
                  <c:v>4.1779999999999999</c:v>
                </c:pt>
                <c:pt idx="388">
                  <c:v>4.0309999999999997</c:v>
                </c:pt>
                <c:pt idx="389">
                  <c:v>3.98</c:v>
                </c:pt>
                <c:pt idx="390">
                  <c:v>3.7450000000000001</c:v>
                </c:pt>
                <c:pt idx="391">
                  <c:v>3.5510000000000002</c:v>
                </c:pt>
                <c:pt idx="392">
                  <c:v>3.6120000000000001</c:v>
                </c:pt>
                <c:pt idx="393">
                  <c:v>3.738</c:v>
                </c:pt>
                <c:pt idx="394">
                  <c:v>3.6960000000000002</c:v>
                </c:pt>
                <c:pt idx="395">
                  <c:v>3.867</c:v>
                </c:pt>
                <c:pt idx="396">
                  <c:v>3.794</c:v>
                </c:pt>
                <c:pt idx="397">
                  <c:v>3.9089999999999998</c:v>
                </c:pt>
                <c:pt idx="398">
                  <c:v>4.1269999999999998</c:v>
                </c:pt>
                <c:pt idx="399">
                  <c:v>3.9670000000000001</c:v>
                </c:pt>
                <c:pt idx="400">
                  <c:v>4.1749999999999998</c:v>
                </c:pt>
                <c:pt idx="401">
                  <c:v>4.181</c:v>
                </c:pt>
                <c:pt idx="402">
                  <c:v>4.226</c:v>
                </c:pt>
                <c:pt idx="403">
                  <c:v>3.2480000000000002</c:v>
                </c:pt>
                <c:pt idx="404">
                  <c:v>3.6520000000000001</c:v>
                </c:pt>
                <c:pt idx="405">
                  <c:v>3.984</c:v>
                </c:pt>
                <c:pt idx="406">
                  <c:v>3.9660000000000002</c:v>
                </c:pt>
                <c:pt idx="407">
                  <c:v>4.0819999999999999</c:v>
                </c:pt>
                <c:pt idx="408">
                  <c:v>4.16</c:v>
                </c:pt>
                <c:pt idx="409">
                  <c:v>4.452</c:v>
                </c:pt>
                <c:pt idx="410">
                  <c:v>4.3319999999999999</c:v>
                </c:pt>
                <c:pt idx="411">
                  <c:v>4.1719999999999997</c:v>
                </c:pt>
                <c:pt idx="412">
                  <c:v>4.4379999999999997</c:v>
                </c:pt>
                <c:pt idx="413">
                  <c:v>4.5890000000000004</c:v>
                </c:pt>
                <c:pt idx="414">
                  <c:v>4.6689999999999996</c:v>
                </c:pt>
                <c:pt idx="415">
                  <c:v>4.5389999999999997</c:v>
                </c:pt>
                <c:pt idx="416">
                  <c:v>4.415</c:v>
                </c:pt>
                <c:pt idx="417">
                  <c:v>4.274</c:v>
                </c:pt>
                <c:pt idx="418">
                  <c:v>4.2759999999999998</c:v>
                </c:pt>
                <c:pt idx="419">
                  <c:v>4.1639999999999997</c:v>
                </c:pt>
                <c:pt idx="420">
                  <c:v>4.2750000000000004</c:v>
                </c:pt>
                <c:pt idx="421">
                  <c:v>4.0199999999999996</c:v>
                </c:pt>
                <c:pt idx="422">
                  <c:v>4.1520000000000001</c:v>
                </c:pt>
                <c:pt idx="423">
                  <c:v>4.0629999999999997</c:v>
                </c:pt>
                <c:pt idx="424">
                  <c:v>3.8860000000000001</c:v>
                </c:pt>
                <c:pt idx="425">
                  <c:v>3.7770000000000001</c:v>
                </c:pt>
                <c:pt idx="426">
                  <c:v>4.1319999999999997</c:v>
                </c:pt>
                <c:pt idx="427">
                  <c:v>4.0999999999999996</c:v>
                </c:pt>
                <c:pt idx="428">
                  <c:v>3.8610000000000002</c:v>
                </c:pt>
                <c:pt idx="429">
                  <c:v>4.1139999999999999</c:v>
                </c:pt>
                <c:pt idx="430">
                  <c:v>3.98</c:v>
                </c:pt>
                <c:pt idx="431">
                  <c:v>3.726</c:v>
                </c:pt>
                <c:pt idx="432">
                  <c:v>3.81</c:v>
                </c:pt>
                <c:pt idx="433">
                  <c:v>3.7450000000000001</c:v>
                </c:pt>
                <c:pt idx="434">
                  <c:v>3.7559999999999998</c:v>
                </c:pt>
                <c:pt idx="435">
                  <c:v>3.7069999999999999</c:v>
                </c:pt>
                <c:pt idx="436">
                  <c:v>3.77</c:v>
                </c:pt>
                <c:pt idx="437">
                  <c:v>3.7709999999999999</c:v>
                </c:pt>
                <c:pt idx="438">
                  <c:v>3.73</c:v>
                </c:pt>
                <c:pt idx="439">
                  <c:v>3.617</c:v>
                </c:pt>
                <c:pt idx="440">
                  <c:v>3.5870000000000002</c:v>
                </c:pt>
                <c:pt idx="441">
                  <c:v>3.6120000000000001</c:v>
                </c:pt>
                <c:pt idx="442">
                  <c:v>3.573</c:v>
                </c:pt>
                <c:pt idx="443">
                  <c:v>3.6120000000000001</c:v>
                </c:pt>
                <c:pt idx="444">
                  <c:v>3.5049999999999999</c:v>
                </c:pt>
                <c:pt idx="445">
                  <c:v>3.3519999999999999</c:v>
                </c:pt>
                <c:pt idx="446">
                  <c:v>3.238</c:v>
                </c:pt>
                <c:pt idx="447">
                  <c:v>3.0630000000000002</c:v>
                </c:pt>
                <c:pt idx="448">
                  <c:v>2.988</c:v>
                </c:pt>
                <c:pt idx="449">
                  <c:v>2.8849999999999998</c:v>
                </c:pt>
                <c:pt idx="450">
                  <c:v>3.0339999999999998</c:v>
                </c:pt>
                <c:pt idx="451">
                  <c:v>3.05</c:v>
                </c:pt>
                <c:pt idx="452">
                  <c:v>3.1190000000000002</c:v>
                </c:pt>
                <c:pt idx="453">
                  <c:v>3.02</c:v>
                </c:pt>
                <c:pt idx="454">
                  <c:v>3.0049999999999999</c:v>
                </c:pt>
                <c:pt idx="455">
                  <c:v>2.9460000000000002</c:v>
                </c:pt>
                <c:pt idx="456">
                  <c:v>2.5670000000000002</c:v>
                </c:pt>
                <c:pt idx="457">
                  <c:v>2.7509999999999999</c:v>
                </c:pt>
                <c:pt idx="458">
                  <c:v>2.476</c:v>
                </c:pt>
                <c:pt idx="459">
                  <c:v>2.46</c:v>
                </c:pt>
                <c:pt idx="460">
                  <c:v>2.4409999999999998</c:v>
                </c:pt>
                <c:pt idx="461">
                  <c:v>2.4380000000000002</c:v>
                </c:pt>
                <c:pt idx="462">
                  <c:v>2.294</c:v>
                </c:pt>
                <c:pt idx="463">
                  <c:v>2.2890000000000001</c:v>
                </c:pt>
                <c:pt idx="464">
                  <c:v>2.335</c:v>
                </c:pt>
                <c:pt idx="465">
                  <c:v>2.3639999999999999</c:v>
                </c:pt>
                <c:pt idx="466">
                  <c:v>2.476</c:v>
                </c:pt>
                <c:pt idx="467">
                  <c:v>2.4670000000000001</c:v>
                </c:pt>
                <c:pt idx="468">
                  <c:v>2.4209999999999998</c:v>
                </c:pt>
                <c:pt idx="469">
                  <c:v>2.7789999999999999</c:v>
                </c:pt>
                <c:pt idx="470">
                  <c:v>2.7679999999999998</c:v>
                </c:pt>
                <c:pt idx="471">
                  <c:v>3</c:v>
                </c:pt>
                <c:pt idx="472">
                  <c:v>2.899</c:v>
                </c:pt>
                <c:pt idx="473">
                  <c:v>2.7949999999999999</c:v>
                </c:pt>
                <c:pt idx="474">
                  <c:v>2.7730000000000001</c:v>
                </c:pt>
                <c:pt idx="475">
                  <c:v>2.778</c:v>
                </c:pt>
                <c:pt idx="476">
                  <c:v>2.78</c:v>
                </c:pt>
                <c:pt idx="477">
                  <c:v>2.8450000000000002</c:v>
                </c:pt>
                <c:pt idx="478">
                  <c:v>2.56</c:v>
                </c:pt>
                <c:pt idx="479">
                  <c:v>2.5939999999999999</c:v>
                </c:pt>
                <c:pt idx="480">
                  <c:v>2.488</c:v>
                </c:pt>
                <c:pt idx="481">
                  <c:v>2.3279999999999998</c:v>
                </c:pt>
                <c:pt idx="482">
                  <c:v>2.3439999999999999</c:v>
                </c:pt>
                <c:pt idx="483">
                  <c:v>2.3919999999999999</c:v>
                </c:pt>
                <c:pt idx="484">
                  <c:v>2.4500000000000002</c:v>
                </c:pt>
                <c:pt idx="485">
                  <c:v>2.4670000000000001</c:v>
                </c:pt>
                <c:pt idx="486">
                  <c:v>2.456</c:v>
                </c:pt>
                <c:pt idx="487">
                  <c:v>2.4849999999999999</c:v>
                </c:pt>
                <c:pt idx="488">
                  <c:v>2.3730000000000002</c:v>
                </c:pt>
                <c:pt idx="489">
                  <c:v>2.363</c:v>
                </c:pt>
                <c:pt idx="490">
                  <c:v>2.4750000000000001</c:v>
                </c:pt>
                <c:pt idx="491">
                  <c:v>2.4620000000000002</c:v>
                </c:pt>
                <c:pt idx="492">
                  <c:v>2.3620000000000001</c:v>
                </c:pt>
                <c:pt idx="493">
                  <c:v>2.6110000000000002</c:v>
                </c:pt>
                <c:pt idx="494">
                  <c:v>2.5609999999999999</c:v>
                </c:pt>
                <c:pt idx="495">
                  <c:v>2.4620000000000002</c:v>
                </c:pt>
                <c:pt idx="496">
                  <c:v>2.4889999999999999</c:v>
                </c:pt>
                <c:pt idx="497">
                  <c:v>2.64</c:v>
                </c:pt>
                <c:pt idx="498">
                  <c:v>2.57</c:v>
                </c:pt>
                <c:pt idx="499">
                  <c:v>2.7120000000000002</c:v>
                </c:pt>
                <c:pt idx="500">
                  <c:v>2.593</c:v>
                </c:pt>
                <c:pt idx="501">
                  <c:v>2.6890000000000001</c:v>
                </c:pt>
                <c:pt idx="502">
                  <c:v>2.754</c:v>
                </c:pt>
                <c:pt idx="503">
                  <c:v>2.76</c:v>
                </c:pt>
                <c:pt idx="504">
                  <c:v>2.625</c:v>
                </c:pt>
                <c:pt idx="505">
                  <c:v>2.58</c:v>
                </c:pt>
                <c:pt idx="506">
                  <c:v>2.552</c:v>
                </c:pt>
                <c:pt idx="507">
                  <c:v>2.7240000000000002</c:v>
                </c:pt>
                <c:pt idx="508">
                  <c:v>2.556</c:v>
                </c:pt>
                <c:pt idx="509">
                  <c:v>2.5529999999999999</c:v>
                </c:pt>
                <c:pt idx="510">
                  <c:v>2.585</c:v>
                </c:pt>
                <c:pt idx="511">
                  <c:v>2.6120000000000001</c:v>
                </c:pt>
                <c:pt idx="512">
                  <c:v>2.6629999999999998</c:v>
                </c:pt>
                <c:pt idx="513">
                  <c:v>2.6259999999999999</c:v>
                </c:pt>
                <c:pt idx="514">
                  <c:v>2.54</c:v>
                </c:pt>
                <c:pt idx="515">
                  <c:v>2.73</c:v>
                </c:pt>
                <c:pt idx="516">
                  <c:v>2.7240000000000002</c:v>
                </c:pt>
                <c:pt idx="517">
                  <c:v>2.8849999999999998</c:v>
                </c:pt>
                <c:pt idx="518">
                  <c:v>2.9510000000000001</c:v>
                </c:pt>
                <c:pt idx="519">
                  <c:v>2.8370000000000002</c:v>
                </c:pt>
                <c:pt idx="520">
                  <c:v>2.9169999999999998</c:v>
                </c:pt>
                <c:pt idx="521">
                  <c:v>2.9209999999999998</c:v>
                </c:pt>
                <c:pt idx="522">
                  <c:v>2.9670000000000001</c:v>
                </c:pt>
                <c:pt idx="523">
                  <c:v>3.0270000000000001</c:v>
                </c:pt>
                <c:pt idx="524">
                  <c:v>2.81</c:v>
                </c:pt>
                <c:pt idx="525">
                  <c:v>2.7440000000000002</c:v>
                </c:pt>
                <c:pt idx="526">
                  <c:v>2.9529999999999998</c:v>
                </c:pt>
                <c:pt idx="527">
                  <c:v>3.2440000000000002</c:v>
                </c:pt>
                <c:pt idx="528">
                  <c:v>3.3210000000000002</c:v>
                </c:pt>
                <c:pt idx="529">
                  <c:v>3.2559999999999998</c:v>
                </c:pt>
                <c:pt idx="530">
                  <c:v>3.1970000000000001</c:v>
                </c:pt>
                <c:pt idx="531">
                  <c:v>3.2509999999999999</c:v>
                </c:pt>
                <c:pt idx="532">
                  <c:v>3.181</c:v>
                </c:pt>
                <c:pt idx="533">
                  <c:v>3.137</c:v>
                </c:pt>
                <c:pt idx="534">
                  <c:v>3.0449999999999999</c:v>
                </c:pt>
                <c:pt idx="535">
                  <c:v>3.3039999999999998</c:v>
                </c:pt>
                <c:pt idx="536">
                  <c:v>3.2789999999999999</c:v>
                </c:pt>
                <c:pt idx="537">
                  <c:v>3.2719999999999998</c:v>
                </c:pt>
                <c:pt idx="538">
                  <c:v>3.1179999999999999</c:v>
                </c:pt>
                <c:pt idx="539">
                  <c:v>3.12</c:v>
                </c:pt>
                <c:pt idx="540">
                  <c:v>3.1949999999999998</c:v>
                </c:pt>
                <c:pt idx="541">
                  <c:v>3.0950000000000002</c:v>
                </c:pt>
                <c:pt idx="542">
                  <c:v>3.024</c:v>
                </c:pt>
                <c:pt idx="543">
                  <c:v>2.8130000000000002</c:v>
                </c:pt>
                <c:pt idx="544">
                  <c:v>2.6429999999999998</c:v>
                </c:pt>
                <c:pt idx="545">
                  <c:v>2.9990000000000001</c:v>
                </c:pt>
                <c:pt idx="546">
                  <c:v>3.0049999999999999</c:v>
                </c:pt>
                <c:pt idx="547">
                  <c:v>2.7930000000000001</c:v>
                </c:pt>
                <c:pt idx="548">
                  <c:v>2.762</c:v>
                </c:pt>
                <c:pt idx="549">
                  <c:v>2.6259999999999999</c:v>
                </c:pt>
                <c:pt idx="550">
                  <c:v>2.57</c:v>
                </c:pt>
                <c:pt idx="551">
                  <c:v>2.6560000000000001</c:v>
                </c:pt>
                <c:pt idx="552">
                  <c:v>2.57</c:v>
                </c:pt>
                <c:pt idx="553">
                  <c:v>2.5790000000000002</c:v>
                </c:pt>
                <c:pt idx="554">
                  <c:v>2.5990000000000002</c:v>
                </c:pt>
                <c:pt idx="555">
                  <c:v>2.7090000000000001</c:v>
                </c:pt>
                <c:pt idx="556">
                  <c:v>2.702</c:v>
                </c:pt>
                <c:pt idx="557">
                  <c:v>2.762</c:v>
                </c:pt>
                <c:pt idx="558">
                  <c:v>2.6240000000000001</c:v>
                </c:pt>
                <c:pt idx="559">
                  <c:v>2.649</c:v>
                </c:pt>
                <c:pt idx="560">
                  <c:v>2.6309999999999998</c:v>
                </c:pt>
                <c:pt idx="561">
                  <c:v>2.5880000000000001</c:v>
                </c:pt>
                <c:pt idx="562">
                  <c:v>2.6440000000000001</c:v>
                </c:pt>
                <c:pt idx="563">
                  <c:v>2.7069999999999999</c:v>
                </c:pt>
                <c:pt idx="564">
                  <c:v>2.7519999999999998</c:v>
                </c:pt>
                <c:pt idx="565">
                  <c:v>3.02</c:v>
                </c:pt>
                <c:pt idx="566">
                  <c:v>2.8330000000000002</c:v>
                </c:pt>
                <c:pt idx="567">
                  <c:v>2.87</c:v>
                </c:pt>
                <c:pt idx="568">
                  <c:v>2.718</c:v>
                </c:pt>
                <c:pt idx="569">
                  <c:v>2.6869999999999998</c:v>
                </c:pt>
                <c:pt idx="570">
                  <c:v>2.645</c:v>
                </c:pt>
                <c:pt idx="571">
                  <c:v>2.6360000000000001</c:v>
                </c:pt>
                <c:pt idx="572">
                  <c:v>3.0939999999999999</c:v>
                </c:pt>
                <c:pt idx="573">
                  <c:v>2.972</c:v>
                </c:pt>
                <c:pt idx="574">
                  <c:v>2.899</c:v>
                </c:pt>
                <c:pt idx="575">
                  <c:v>2.923</c:v>
                </c:pt>
                <c:pt idx="576">
                  <c:v>3.0990000000000002</c:v>
                </c:pt>
                <c:pt idx="577">
                  <c:v>3.07</c:v>
                </c:pt>
                <c:pt idx="578">
                  <c:v>3.161</c:v>
                </c:pt>
                <c:pt idx="579">
                  <c:v>3.238</c:v>
                </c:pt>
                <c:pt idx="580">
                  <c:v>3.331</c:v>
                </c:pt>
                <c:pt idx="581">
                  <c:v>3.2839999999999998</c:v>
                </c:pt>
                <c:pt idx="582">
                  <c:v>3.399</c:v>
                </c:pt>
                <c:pt idx="583">
                  <c:v>3.3010000000000002</c:v>
                </c:pt>
                <c:pt idx="584">
                  <c:v>3.286</c:v>
                </c:pt>
                <c:pt idx="585">
                  <c:v>3.6619999999999999</c:v>
                </c:pt>
                <c:pt idx="586">
                  <c:v>3.8130000000000002</c:v>
                </c:pt>
                <c:pt idx="587">
                  <c:v>4.0190000000000001</c:v>
                </c:pt>
                <c:pt idx="588">
                  <c:v>4.03</c:v>
                </c:pt>
                <c:pt idx="589">
                  <c:v>4.0469999999999997</c:v>
                </c:pt>
                <c:pt idx="590">
                  <c:v>4.1390000000000002</c:v>
                </c:pt>
                <c:pt idx="591">
                  <c:v>4.133</c:v>
                </c:pt>
                <c:pt idx="592">
                  <c:v>4.1509999999999998</c:v>
                </c:pt>
                <c:pt idx="593">
                  <c:v>4.0410000000000004</c:v>
                </c:pt>
                <c:pt idx="594">
                  <c:v>3.9209999999999998</c:v>
                </c:pt>
                <c:pt idx="595">
                  <c:v>4.016</c:v>
                </c:pt>
                <c:pt idx="596">
                  <c:v>3.97</c:v>
                </c:pt>
                <c:pt idx="597">
                  <c:v>4.1360000000000001</c:v>
                </c:pt>
                <c:pt idx="598">
                  <c:v>4.1369999999999996</c:v>
                </c:pt>
                <c:pt idx="599">
                  <c:v>4.2220000000000004</c:v>
                </c:pt>
                <c:pt idx="600">
                  <c:v>4.2220000000000004</c:v>
                </c:pt>
                <c:pt idx="601">
                  <c:v>4.202</c:v>
                </c:pt>
                <c:pt idx="602">
                  <c:v>3.8340000000000001</c:v>
                </c:pt>
                <c:pt idx="603">
                  <c:v>4.0170000000000003</c:v>
                </c:pt>
                <c:pt idx="604">
                  <c:v>3.887</c:v>
                </c:pt>
                <c:pt idx="605">
                  <c:v>3.9260000000000002</c:v>
                </c:pt>
                <c:pt idx="606">
                  <c:v>4.1849999999999996</c:v>
                </c:pt>
                <c:pt idx="607">
                  <c:v>4.0890000000000004</c:v>
                </c:pt>
                <c:pt idx="608">
                  <c:v>3.9020000000000001</c:v>
                </c:pt>
                <c:pt idx="609">
                  <c:v>3.8279999999999998</c:v>
                </c:pt>
                <c:pt idx="610">
                  <c:v>3.915</c:v>
                </c:pt>
                <c:pt idx="611">
                  <c:v>3.83</c:v>
                </c:pt>
                <c:pt idx="612">
                  <c:v>3.7210000000000001</c:v>
                </c:pt>
                <c:pt idx="613">
                  <c:v>3.66</c:v>
                </c:pt>
                <c:pt idx="614">
                  <c:v>3.766</c:v>
                </c:pt>
                <c:pt idx="615">
                  <c:v>3.6749999999999998</c:v>
                </c:pt>
                <c:pt idx="616">
                  <c:v>3.8090000000000002</c:v>
                </c:pt>
                <c:pt idx="617">
                  <c:v>3.665</c:v>
                </c:pt>
                <c:pt idx="618">
                  <c:v>3.415</c:v>
                </c:pt>
                <c:pt idx="619">
                  <c:v>3.3730000000000002</c:v>
                </c:pt>
                <c:pt idx="620">
                  <c:v>3.4369999999999998</c:v>
                </c:pt>
                <c:pt idx="621">
                  <c:v>3.399</c:v>
                </c:pt>
                <c:pt idx="622">
                  <c:v>3.411</c:v>
                </c:pt>
                <c:pt idx="623">
                  <c:v>3.2949999999999999</c:v>
                </c:pt>
                <c:pt idx="624">
                  <c:v>3.2010000000000001</c:v>
                </c:pt>
                <c:pt idx="625">
                  <c:v>3.2309999999999999</c:v>
                </c:pt>
                <c:pt idx="626">
                  <c:v>3.246</c:v>
                </c:pt>
                <c:pt idx="627">
                  <c:v>3.2130000000000001</c:v>
                </c:pt>
                <c:pt idx="628">
                  <c:v>3.2130000000000001</c:v>
                </c:pt>
                <c:pt idx="629">
                  <c:v>3.036</c:v>
                </c:pt>
                <c:pt idx="630">
                  <c:v>2.976</c:v>
                </c:pt>
                <c:pt idx="631">
                  <c:v>2.9390000000000001</c:v>
                </c:pt>
                <c:pt idx="632">
                  <c:v>3.1190000000000002</c:v>
                </c:pt>
                <c:pt idx="633">
                  <c:v>3.2530000000000001</c:v>
                </c:pt>
                <c:pt idx="634">
                  <c:v>3.4129999999999998</c:v>
                </c:pt>
                <c:pt idx="635">
                  <c:v>3.3759999999999999</c:v>
                </c:pt>
                <c:pt idx="636">
                  <c:v>3.5150000000000001</c:v>
                </c:pt>
                <c:pt idx="637">
                  <c:v>3.5710000000000002</c:v>
                </c:pt>
                <c:pt idx="638">
                  <c:v>3.6320000000000001</c:v>
                </c:pt>
                <c:pt idx="639">
                  <c:v>3.6619999999999999</c:v>
                </c:pt>
                <c:pt idx="640">
                  <c:v>3.6160000000000001</c:v>
                </c:pt>
                <c:pt idx="641">
                  <c:v>3.82</c:v>
                </c:pt>
                <c:pt idx="642">
                  <c:v>3.9089999999999998</c:v>
                </c:pt>
                <c:pt idx="643">
                  <c:v>3.9220000000000002</c:v>
                </c:pt>
                <c:pt idx="644">
                  <c:v>3.9079999999999999</c:v>
                </c:pt>
                <c:pt idx="645">
                  <c:v>3.7330000000000001</c:v>
                </c:pt>
                <c:pt idx="646">
                  <c:v>3.9060000000000001</c:v>
                </c:pt>
                <c:pt idx="647">
                  <c:v>3.794</c:v>
                </c:pt>
                <c:pt idx="648">
                  <c:v>3.8090000000000002</c:v>
                </c:pt>
                <c:pt idx="649">
                  <c:v>3.8170000000000002</c:v>
                </c:pt>
                <c:pt idx="650">
                  <c:v>3.9740000000000002</c:v>
                </c:pt>
                <c:pt idx="651">
                  <c:v>4.258</c:v>
                </c:pt>
                <c:pt idx="652">
                  <c:v>4.1529999999999996</c:v>
                </c:pt>
                <c:pt idx="653">
                  <c:v>4.29</c:v>
                </c:pt>
                <c:pt idx="654">
                  <c:v>4.3760000000000003</c:v>
                </c:pt>
                <c:pt idx="655">
                  <c:v>4.1890000000000001</c:v>
                </c:pt>
                <c:pt idx="656">
                  <c:v>4.5339999999999998</c:v>
                </c:pt>
                <c:pt idx="657">
                  <c:v>4.6040000000000001</c:v>
                </c:pt>
                <c:pt idx="658">
                  <c:v>4.6970000000000001</c:v>
                </c:pt>
                <c:pt idx="659">
                  <c:v>4.7030000000000003</c:v>
                </c:pt>
                <c:pt idx="660">
                  <c:v>4.7290000000000001</c:v>
                </c:pt>
                <c:pt idx="661">
                  <c:v>4.6840000000000002</c:v>
                </c:pt>
                <c:pt idx="662">
                  <c:v>4.6790000000000003</c:v>
                </c:pt>
                <c:pt idx="663">
                  <c:v>5.3029999999999999</c:v>
                </c:pt>
                <c:pt idx="664">
                  <c:v>5.8</c:v>
                </c:pt>
                <c:pt idx="665">
                  <c:v>5.5679999999999996</c:v>
                </c:pt>
                <c:pt idx="666">
                  <c:v>5.4249999999999998</c:v>
                </c:pt>
                <c:pt idx="667">
                  <c:v>5.1340000000000003</c:v>
                </c:pt>
                <c:pt idx="668">
                  <c:v>5.3410000000000002</c:v>
                </c:pt>
                <c:pt idx="669">
                  <c:v>5.2089999999999996</c:v>
                </c:pt>
                <c:pt idx="670">
                  <c:v>5.0350000000000001</c:v>
                </c:pt>
                <c:pt idx="671">
                  <c:v>4.8739999999999997</c:v>
                </c:pt>
                <c:pt idx="672">
                  <c:v>4.7329999999999997</c:v>
                </c:pt>
                <c:pt idx="673">
                  <c:v>4.7640000000000002</c:v>
                </c:pt>
                <c:pt idx="674">
                  <c:v>4.3899999999999997</c:v>
                </c:pt>
                <c:pt idx="675">
                  <c:v>4.4000000000000004</c:v>
                </c:pt>
                <c:pt idx="676">
                  <c:v>4.37</c:v>
                </c:pt>
                <c:pt idx="677">
                  <c:v>4.4420000000000002</c:v>
                </c:pt>
                <c:pt idx="678">
                  <c:v>4.2460000000000004</c:v>
                </c:pt>
                <c:pt idx="679">
                  <c:v>4.37</c:v>
                </c:pt>
                <c:pt idx="680">
                  <c:v>4.3579999999999997</c:v>
                </c:pt>
                <c:pt idx="681">
                  <c:v>4.532</c:v>
                </c:pt>
                <c:pt idx="682">
                  <c:v>4.6479999999999997</c:v>
                </c:pt>
                <c:pt idx="683">
                  <c:v>4.5999999999999996</c:v>
                </c:pt>
                <c:pt idx="684">
                  <c:v>4.5119999999999996</c:v>
                </c:pt>
                <c:pt idx="685">
                  <c:v>4.6950000000000003</c:v>
                </c:pt>
                <c:pt idx="686">
                  <c:v>4.5940000000000003</c:v>
                </c:pt>
                <c:pt idx="687">
                  <c:v>4.4480000000000004</c:v>
                </c:pt>
                <c:pt idx="688">
                  <c:v>4.3600000000000003</c:v>
                </c:pt>
                <c:pt idx="689">
                  <c:v>4.2240000000000002</c:v>
                </c:pt>
                <c:pt idx="690">
                  <c:v>4.1589999999999998</c:v>
                </c:pt>
                <c:pt idx="691">
                  <c:v>4.2169999999999996</c:v>
                </c:pt>
                <c:pt idx="692">
                  <c:v>4.4930000000000003</c:v>
                </c:pt>
                <c:pt idx="693">
                  <c:v>4.3490000000000002</c:v>
                </c:pt>
                <c:pt idx="694">
                  <c:v>4.3499999999999996</c:v>
                </c:pt>
                <c:pt idx="695">
                  <c:v>4.78</c:v>
                </c:pt>
                <c:pt idx="696">
                  <c:v>4.4219999999999997</c:v>
                </c:pt>
                <c:pt idx="697">
                  <c:v>4.4829999999999997</c:v>
                </c:pt>
                <c:pt idx="698">
                  <c:v>4.6109999999999998</c:v>
                </c:pt>
                <c:pt idx="699">
                  <c:v>4.6139999999999999</c:v>
                </c:pt>
                <c:pt idx="700">
                  <c:v>4.524</c:v>
                </c:pt>
                <c:pt idx="701">
                  <c:v>4.6710000000000003</c:v>
                </c:pt>
                <c:pt idx="702">
                  <c:v>4.516</c:v>
                </c:pt>
                <c:pt idx="703">
                  <c:v>4.641</c:v>
                </c:pt>
                <c:pt idx="704">
                  <c:v>4.4480000000000004</c:v>
                </c:pt>
                <c:pt idx="705">
                  <c:v>4.415</c:v>
                </c:pt>
                <c:pt idx="706">
                  <c:v>4.4039999999999999</c:v>
                </c:pt>
                <c:pt idx="707">
                  <c:v>4.0759999999999996</c:v>
                </c:pt>
                <c:pt idx="708">
                  <c:v>4.117</c:v>
                </c:pt>
                <c:pt idx="709">
                  <c:v>4.3810000000000002</c:v>
                </c:pt>
                <c:pt idx="710">
                  <c:v>4.8499999999999996</c:v>
                </c:pt>
                <c:pt idx="711">
                  <c:v>4.9379999999999997</c:v>
                </c:pt>
                <c:pt idx="712">
                  <c:v>5.2160000000000002</c:v>
                </c:pt>
                <c:pt idx="713">
                  <c:v>5.0460000000000003</c:v>
                </c:pt>
                <c:pt idx="714">
                  <c:v>5.1349999999999998</c:v>
                </c:pt>
                <c:pt idx="715">
                  <c:v>5.1829999999999998</c:v>
                </c:pt>
                <c:pt idx="716">
                  <c:v>5.2729999999999997</c:v>
                </c:pt>
                <c:pt idx="717">
                  <c:v>5.36</c:v>
                </c:pt>
                <c:pt idx="718">
                  <c:v>5.6509999999999998</c:v>
                </c:pt>
                <c:pt idx="719">
                  <c:v>5.4960000000000004</c:v>
                </c:pt>
                <c:pt idx="720">
                  <c:v>5.6239999999999997</c:v>
                </c:pt>
                <c:pt idx="721">
                  <c:v>5.5220000000000002</c:v>
                </c:pt>
                <c:pt idx="722">
                  <c:v>5.2489999999999997</c:v>
                </c:pt>
                <c:pt idx="723">
                  <c:v>5.56</c:v>
                </c:pt>
                <c:pt idx="724">
                  <c:v>5.5869999999999997</c:v>
                </c:pt>
                <c:pt idx="725">
                  <c:v>5.673</c:v>
                </c:pt>
                <c:pt idx="726">
                  <c:v>5.6909999999999998</c:v>
                </c:pt>
                <c:pt idx="727">
                  <c:v>5.3769999999999998</c:v>
                </c:pt>
                <c:pt idx="728">
                  <c:v>5.3090000000000002</c:v>
                </c:pt>
                <c:pt idx="729">
                  <c:v>4.883</c:v>
                </c:pt>
                <c:pt idx="730">
                  <c:v>4.9800000000000004</c:v>
                </c:pt>
                <c:pt idx="731">
                  <c:v>4.891</c:v>
                </c:pt>
                <c:pt idx="732">
                  <c:v>4.4829999999999997</c:v>
                </c:pt>
                <c:pt idx="733">
                  <c:v>4.4820000000000002</c:v>
                </c:pt>
                <c:pt idx="734">
                  <c:v>4.3230000000000004</c:v>
                </c:pt>
                <c:pt idx="735">
                  <c:v>4.327</c:v>
                </c:pt>
                <c:pt idx="736">
                  <c:v>4.4530000000000003</c:v>
                </c:pt>
                <c:pt idx="737">
                  <c:v>4.32</c:v>
                </c:pt>
                <c:pt idx="738">
                  <c:v>4.2859999999999996</c:v>
                </c:pt>
                <c:pt idx="739">
                  <c:v>4.04</c:v>
                </c:pt>
                <c:pt idx="740">
                  <c:v>4.2450000000000001</c:v>
                </c:pt>
                <c:pt idx="741">
                  <c:v>4.125</c:v>
                </c:pt>
                <c:pt idx="742">
                  <c:v>4.0229999999999997</c:v>
                </c:pt>
                <c:pt idx="743">
                  <c:v>4.234</c:v>
                </c:pt>
                <c:pt idx="744">
                  <c:v>4.1159999999999997</c:v>
                </c:pt>
                <c:pt idx="745">
                  <c:v>3.7570000000000001</c:v>
                </c:pt>
                <c:pt idx="746">
                  <c:v>3.3319999999999999</c:v>
                </c:pt>
                <c:pt idx="747">
                  <c:v>3.3820000000000001</c:v>
                </c:pt>
                <c:pt idx="748">
                  <c:v>3.2250000000000001</c:v>
                </c:pt>
                <c:pt idx="749">
                  <c:v>3.1619999999999999</c:v>
                </c:pt>
                <c:pt idx="750">
                  <c:v>3.286</c:v>
                </c:pt>
                <c:pt idx="751">
                  <c:v>3.28</c:v>
                </c:pt>
                <c:pt idx="752">
                  <c:v>3.375</c:v>
                </c:pt>
                <c:pt idx="753">
                  <c:v>3.1560000000000001</c:v>
                </c:pt>
                <c:pt idx="754">
                  <c:v>3.24</c:v>
                </c:pt>
                <c:pt idx="755">
                  <c:v>3.3279999999999998</c:v>
                </c:pt>
                <c:pt idx="756">
                  <c:v>3.286</c:v>
                </c:pt>
                <c:pt idx="757">
                  <c:v>3.2730000000000001</c:v>
                </c:pt>
                <c:pt idx="758">
                  <c:v>3.173</c:v>
                </c:pt>
                <c:pt idx="759">
                  <c:v>3.2490000000000001</c:v>
                </c:pt>
                <c:pt idx="760">
                  <c:v>3.3220000000000001</c:v>
                </c:pt>
                <c:pt idx="761">
                  <c:v>3.157</c:v>
                </c:pt>
                <c:pt idx="762">
                  <c:v>3.1219999999999999</c:v>
                </c:pt>
                <c:pt idx="763">
                  <c:v>4.1210000000000004</c:v>
                </c:pt>
                <c:pt idx="764">
                  <c:v>4.1630000000000003</c:v>
                </c:pt>
                <c:pt idx="765">
                  <c:v>4.1340000000000003</c:v>
                </c:pt>
                <c:pt idx="766">
                  <c:v>4.1859999999999999</c:v>
                </c:pt>
                <c:pt idx="767">
                  <c:v>4.1639999999999997</c:v>
                </c:pt>
                <c:pt idx="768">
                  <c:v>3.9780000000000002</c:v>
                </c:pt>
                <c:pt idx="769">
                  <c:v>3.9889999999999999</c:v>
                </c:pt>
                <c:pt idx="770">
                  <c:v>3.9729999999999999</c:v>
                </c:pt>
                <c:pt idx="771">
                  <c:v>4.2729999999999997</c:v>
                </c:pt>
                <c:pt idx="772">
                  <c:v>4.4820000000000002</c:v>
                </c:pt>
                <c:pt idx="773">
                  <c:v>4.3609999999999998</c:v>
                </c:pt>
                <c:pt idx="774">
                  <c:v>4.4800000000000004</c:v>
                </c:pt>
                <c:pt idx="775">
                  <c:v>4.5090000000000003</c:v>
                </c:pt>
                <c:pt idx="776">
                  <c:v>4.8719999999999999</c:v>
                </c:pt>
                <c:pt idx="777">
                  <c:v>5.2089999999999996</c:v>
                </c:pt>
                <c:pt idx="778">
                  <c:v>4.9050000000000002</c:v>
                </c:pt>
                <c:pt idx="779">
                  <c:v>4.923</c:v>
                </c:pt>
                <c:pt idx="780">
                  <c:v>5.2910000000000004</c:v>
                </c:pt>
                <c:pt idx="781">
                  <c:v>5.3970000000000002</c:v>
                </c:pt>
                <c:pt idx="782">
                  <c:v>5.3929999999999998</c:v>
                </c:pt>
                <c:pt idx="783">
                  <c:v>5.516</c:v>
                </c:pt>
                <c:pt idx="784">
                  <c:v>5.4630000000000001</c:v>
                </c:pt>
                <c:pt idx="785">
                  <c:v>5.0650000000000004</c:v>
                </c:pt>
                <c:pt idx="786">
                  <c:v>5.1669999999999998</c:v>
                </c:pt>
                <c:pt idx="787">
                  <c:v>5.1369999999999996</c:v>
                </c:pt>
                <c:pt idx="788">
                  <c:v>5.0869999999999997</c:v>
                </c:pt>
                <c:pt idx="789">
                  <c:v>5.2720000000000002</c:v>
                </c:pt>
                <c:pt idx="790">
                  <c:v>5.22</c:v>
                </c:pt>
                <c:pt idx="791">
                  <c:v>5.6210000000000004</c:v>
                </c:pt>
                <c:pt idx="792">
                  <c:v>4.9009999999999998</c:v>
                </c:pt>
                <c:pt idx="793">
                  <c:v>4.9219999999999997</c:v>
                </c:pt>
                <c:pt idx="794">
                  <c:v>4.9470000000000001</c:v>
                </c:pt>
                <c:pt idx="795">
                  <c:v>4.8739999999999997</c:v>
                </c:pt>
                <c:pt idx="796">
                  <c:v>4.8529999999999998</c:v>
                </c:pt>
                <c:pt idx="797">
                  <c:v>5.2389999999999999</c:v>
                </c:pt>
                <c:pt idx="798">
                  <c:v>4.9210000000000003</c:v>
                </c:pt>
                <c:pt idx="799">
                  <c:v>4.9189999999999996</c:v>
                </c:pt>
                <c:pt idx="800">
                  <c:v>4.7809999999999997</c:v>
                </c:pt>
                <c:pt idx="801">
                  <c:v>4.7460000000000004</c:v>
                </c:pt>
                <c:pt idx="802">
                  <c:v>4.8869999999999996</c:v>
                </c:pt>
                <c:pt idx="803">
                  <c:v>4.9800000000000004</c:v>
                </c:pt>
                <c:pt idx="804">
                  <c:v>4.875</c:v>
                </c:pt>
                <c:pt idx="805">
                  <c:v>4.9960000000000004</c:v>
                </c:pt>
                <c:pt idx="806">
                  <c:v>4.8470000000000004</c:v>
                </c:pt>
                <c:pt idx="807">
                  <c:v>4.7699999999999996</c:v>
                </c:pt>
                <c:pt idx="808">
                  <c:v>4.7850000000000001</c:v>
                </c:pt>
                <c:pt idx="809">
                  <c:v>4.7990000000000004</c:v>
                </c:pt>
                <c:pt idx="810">
                  <c:v>5.1820000000000004</c:v>
                </c:pt>
                <c:pt idx="811">
                  <c:v>5.03</c:v>
                </c:pt>
                <c:pt idx="812">
                  <c:v>5.0179999999999998</c:v>
                </c:pt>
                <c:pt idx="813">
                  <c:v>4.9950000000000001</c:v>
                </c:pt>
                <c:pt idx="814">
                  <c:v>4.6100000000000003</c:v>
                </c:pt>
                <c:pt idx="815">
                  <c:v>4.3090000000000002</c:v>
                </c:pt>
                <c:pt idx="816">
                  <c:v>4.3460000000000001</c:v>
                </c:pt>
                <c:pt idx="817">
                  <c:v>4.4240000000000004</c:v>
                </c:pt>
                <c:pt idx="818">
                  <c:v>4.4130000000000003</c:v>
                </c:pt>
                <c:pt idx="819">
                  <c:v>4.7629999999999999</c:v>
                </c:pt>
                <c:pt idx="820">
                  <c:v>4.6669999999999998</c:v>
                </c:pt>
                <c:pt idx="821">
                  <c:v>4.9649999999999999</c:v>
                </c:pt>
                <c:pt idx="822">
                  <c:v>4.8890000000000002</c:v>
                </c:pt>
                <c:pt idx="823">
                  <c:v>4.3369999999999997</c:v>
                </c:pt>
                <c:pt idx="824">
                  <c:v>4.3170000000000002</c:v>
                </c:pt>
                <c:pt idx="825">
                  <c:v>4.1740000000000004</c:v>
                </c:pt>
                <c:pt idx="826">
                  <c:v>4.5359999999999996</c:v>
                </c:pt>
                <c:pt idx="827">
                  <c:v>4.8319999999999999</c:v>
                </c:pt>
                <c:pt idx="828">
                  <c:v>4.1180000000000003</c:v>
                </c:pt>
                <c:pt idx="829">
                  <c:v>4.3230000000000004</c:v>
                </c:pt>
                <c:pt idx="830">
                  <c:v>4.1710000000000003</c:v>
                </c:pt>
                <c:pt idx="831">
                  <c:v>3.9980000000000002</c:v>
                </c:pt>
                <c:pt idx="832">
                  <c:v>4.3780000000000001</c:v>
                </c:pt>
                <c:pt idx="833">
                  <c:v>4.5439999999999996</c:v>
                </c:pt>
                <c:pt idx="834">
                  <c:v>4.6500000000000004</c:v>
                </c:pt>
                <c:pt idx="835">
                  <c:v>4.657</c:v>
                </c:pt>
                <c:pt idx="836">
                  <c:v>4.7460000000000004</c:v>
                </c:pt>
                <c:pt idx="837">
                  <c:v>4.5979999999999999</c:v>
                </c:pt>
                <c:pt idx="838">
                  <c:v>4.5149999999999997</c:v>
                </c:pt>
                <c:pt idx="839">
                  <c:v>4.5629999999999997</c:v>
                </c:pt>
                <c:pt idx="840">
                  <c:v>4.556</c:v>
                </c:pt>
                <c:pt idx="841">
                  <c:v>4.5860000000000003</c:v>
                </c:pt>
                <c:pt idx="842">
                  <c:v>4.6109999999999998</c:v>
                </c:pt>
                <c:pt idx="843">
                  <c:v>5.173</c:v>
                </c:pt>
                <c:pt idx="844">
                  <c:v>4.9649999999999999</c:v>
                </c:pt>
                <c:pt idx="845">
                  <c:v>4.9029999999999996</c:v>
                </c:pt>
                <c:pt idx="846">
                  <c:v>4.7679999999999998</c:v>
                </c:pt>
                <c:pt idx="847">
                  <c:v>5.4370000000000003</c:v>
                </c:pt>
                <c:pt idx="848">
                  <c:v>5.5149999999999997</c:v>
                </c:pt>
                <c:pt idx="849">
                  <c:v>5.1719999999999997</c:v>
                </c:pt>
                <c:pt idx="850">
                  <c:v>5.1619999999999999</c:v>
                </c:pt>
                <c:pt idx="851">
                  <c:v>4.8339999999999996</c:v>
                </c:pt>
                <c:pt idx="852">
                  <c:v>5.0510000000000002</c:v>
                </c:pt>
                <c:pt idx="853">
                  <c:v>5.0430000000000001</c:v>
                </c:pt>
                <c:pt idx="854">
                  <c:v>5.0629999999999997</c:v>
                </c:pt>
                <c:pt idx="855">
                  <c:v>4.9249999999999998</c:v>
                </c:pt>
                <c:pt idx="856">
                  <c:v>4.9189999999999996</c:v>
                </c:pt>
                <c:pt idx="857">
                  <c:v>4.968</c:v>
                </c:pt>
                <c:pt idx="858">
                  <c:v>4.931</c:v>
                </c:pt>
                <c:pt idx="859">
                  <c:v>4.7380000000000004</c:v>
                </c:pt>
                <c:pt idx="860">
                  <c:v>4.7640000000000002</c:v>
                </c:pt>
                <c:pt idx="861">
                  <c:v>4.8319999999999999</c:v>
                </c:pt>
                <c:pt idx="862">
                  <c:v>5.14</c:v>
                </c:pt>
                <c:pt idx="863">
                  <c:v>5.1630000000000003</c:v>
                </c:pt>
                <c:pt idx="864">
                  <c:v>4.9269999999999996</c:v>
                </c:pt>
                <c:pt idx="865">
                  <c:v>5.5609999999999999</c:v>
                </c:pt>
                <c:pt idx="866">
                  <c:v>4.9909999999999997</c:v>
                </c:pt>
                <c:pt idx="867">
                  <c:v>4.9530000000000003</c:v>
                </c:pt>
                <c:pt idx="868">
                  <c:v>4.7240000000000002</c:v>
                </c:pt>
                <c:pt idx="869">
                  <c:v>4.2990000000000004</c:v>
                </c:pt>
                <c:pt idx="870">
                  <c:v>4.34</c:v>
                </c:pt>
                <c:pt idx="871">
                  <c:v>3.9510000000000001</c:v>
                </c:pt>
                <c:pt idx="872">
                  <c:v>3.956</c:v>
                </c:pt>
                <c:pt idx="873">
                  <c:v>4.0439999999999996</c:v>
                </c:pt>
                <c:pt idx="874">
                  <c:v>3.8159999999999998</c:v>
                </c:pt>
                <c:pt idx="875">
                  <c:v>3.6120000000000001</c:v>
                </c:pt>
                <c:pt idx="876">
                  <c:v>3.5720000000000001</c:v>
                </c:pt>
                <c:pt idx="877">
                  <c:v>3.524</c:v>
                </c:pt>
                <c:pt idx="878">
                  <c:v>3.8119999999999998</c:v>
                </c:pt>
                <c:pt idx="879">
                  <c:v>3.7189999999999999</c:v>
                </c:pt>
                <c:pt idx="880">
                  <c:v>3.726</c:v>
                </c:pt>
                <c:pt idx="881">
                  <c:v>4.2320000000000002</c:v>
                </c:pt>
                <c:pt idx="882">
                  <c:v>4.1459999999999999</c:v>
                </c:pt>
                <c:pt idx="883">
                  <c:v>4.0780000000000003</c:v>
                </c:pt>
                <c:pt idx="884">
                  <c:v>4.0060000000000002</c:v>
                </c:pt>
                <c:pt idx="885">
                  <c:v>4.0060000000000002</c:v>
                </c:pt>
                <c:pt idx="886">
                  <c:v>4.2679999999999998</c:v>
                </c:pt>
                <c:pt idx="887">
                  <c:v>4.2649999999999997</c:v>
                </c:pt>
                <c:pt idx="888">
                  <c:v>4.4690000000000003</c:v>
                </c:pt>
                <c:pt idx="889">
                  <c:v>4.4039999999999999</c:v>
                </c:pt>
                <c:pt idx="890">
                  <c:v>4.4160000000000004</c:v>
                </c:pt>
                <c:pt idx="891">
                  <c:v>4.4720000000000004</c:v>
                </c:pt>
                <c:pt idx="892">
                  <c:v>4.4420000000000002</c:v>
                </c:pt>
                <c:pt idx="893">
                  <c:v>4.6429999999999998</c:v>
                </c:pt>
                <c:pt idx="894">
                  <c:v>4.6390000000000002</c:v>
                </c:pt>
                <c:pt idx="895">
                  <c:v>4.0609999999999999</c:v>
                </c:pt>
                <c:pt idx="896">
                  <c:v>4.2290000000000001</c:v>
                </c:pt>
                <c:pt idx="897">
                  <c:v>4.4189999999999996</c:v>
                </c:pt>
                <c:pt idx="898">
                  <c:v>4.2949999999999999</c:v>
                </c:pt>
                <c:pt idx="899">
                  <c:v>4.3559999999999999</c:v>
                </c:pt>
                <c:pt idx="900">
                  <c:v>4.6459999999999999</c:v>
                </c:pt>
                <c:pt idx="901">
                  <c:v>4.4169999999999998</c:v>
                </c:pt>
                <c:pt idx="902">
                  <c:v>4.3929999999999998</c:v>
                </c:pt>
                <c:pt idx="903">
                  <c:v>4.51</c:v>
                </c:pt>
                <c:pt idx="904">
                  <c:v>4.78</c:v>
                </c:pt>
                <c:pt idx="905">
                  <c:v>4.3920000000000003</c:v>
                </c:pt>
                <c:pt idx="906">
                  <c:v>4.1900000000000004</c:v>
                </c:pt>
                <c:pt idx="907">
                  <c:v>4.25</c:v>
                </c:pt>
                <c:pt idx="908">
                  <c:v>4.431</c:v>
                </c:pt>
                <c:pt idx="909">
                  <c:v>4.9550000000000001</c:v>
                </c:pt>
                <c:pt idx="910">
                  <c:v>4.8630000000000004</c:v>
                </c:pt>
                <c:pt idx="911">
                  <c:v>4.7960000000000003</c:v>
                </c:pt>
                <c:pt idx="912">
                  <c:v>5.1150000000000002</c:v>
                </c:pt>
                <c:pt idx="913">
                  <c:v>5.0940000000000003</c:v>
                </c:pt>
                <c:pt idx="914">
                  <c:v>5.1440000000000001</c:v>
                </c:pt>
                <c:pt idx="915">
                  <c:v>4.8929999999999998</c:v>
                </c:pt>
                <c:pt idx="916">
                  <c:v>5.0119999999999996</c:v>
                </c:pt>
                <c:pt idx="917">
                  <c:v>4.6020000000000003</c:v>
                </c:pt>
                <c:pt idx="918">
                  <c:v>4.6319999999999997</c:v>
                </c:pt>
                <c:pt idx="919">
                  <c:v>4.2439999999999998</c:v>
                </c:pt>
                <c:pt idx="920">
                  <c:v>4.3769999999999998</c:v>
                </c:pt>
                <c:pt idx="921">
                  <c:v>4.6379999999999999</c:v>
                </c:pt>
                <c:pt idx="922">
                  <c:v>4.6070000000000002</c:v>
                </c:pt>
                <c:pt idx="923">
                  <c:v>4.5599999999999996</c:v>
                </c:pt>
                <c:pt idx="924">
                  <c:v>4.5049999999999999</c:v>
                </c:pt>
                <c:pt idx="925">
                  <c:v>4.2309999999999999</c:v>
                </c:pt>
                <c:pt idx="926">
                  <c:v>4.109</c:v>
                </c:pt>
                <c:pt idx="927">
                  <c:v>4.0759999999999996</c:v>
                </c:pt>
                <c:pt idx="928">
                  <c:v>4.0439999999999996</c:v>
                </c:pt>
                <c:pt idx="929">
                  <c:v>3.9159999999999999</c:v>
                </c:pt>
                <c:pt idx="930">
                  <c:v>4.4640000000000004</c:v>
                </c:pt>
                <c:pt idx="931">
                  <c:v>4.383</c:v>
                </c:pt>
                <c:pt idx="932">
                  <c:v>4.2320000000000002</c:v>
                </c:pt>
                <c:pt idx="933">
                  <c:v>4.0190000000000001</c:v>
                </c:pt>
                <c:pt idx="934">
                  <c:v>4.0599999999999996</c:v>
                </c:pt>
                <c:pt idx="935">
                  <c:v>4.1319999999999997</c:v>
                </c:pt>
                <c:pt idx="936">
                  <c:v>3.948</c:v>
                </c:pt>
                <c:pt idx="937">
                  <c:v>4.069</c:v>
                </c:pt>
                <c:pt idx="938">
                  <c:v>4.1500000000000004</c:v>
                </c:pt>
                <c:pt idx="939">
                  <c:v>4.2770000000000001</c:v>
                </c:pt>
                <c:pt idx="940">
                  <c:v>4.3659999999999997</c:v>
                </c:pt>
                <c:pt idx="941">
                  <c:v>4.2089999999999996</c:v>
                </c:pt>
                <c:pt idx="942">
                  <c:v>4.0979999999999999</c:v>
                </c:pt>
                <c:pt idx="943">
                  <c:v>4.2279999999999998</c:v>
                </c:pt>
                <c:pt idx="944">
                  <c:v>4.1349999999999998</c:v>
                </c:pt>
                <c:pt idx="945">
                  <c:v>4.319</c:v>
                </c:pt>
                <c:pt idx="946">
                  <c:v>4.0309999999999997</c:v>
                </c:pt>
                <c:pt idx="947">
                  <c:v>4.218</c:v>
                </c:pt>
                <c:pt idx="948">
                  <c:v>4.3239999999999998</c:v>
                </c:pt>
                <c:pt idx="949">
                  <c:v>4.008</c:v>
                </c:pt>
                <c:pt idx="950">
                  <c:v>3.871</c:v>
                </c:pt>
                <c:pt idx="951">
                  <c:v>3.8439999999999999</c:v>
                </c:pt>
                <c:pt idx="952">
                  <c:v>3.827</c:v>
                </c:pt>
                <c:pt idx="953">
                  <c:v>3.9319999999999999</c:v>
                </c:pt>
                <c:pt idx="954">
                  <c:v>3.9649999999999999</c:v>
                </c:pt>
                <c:pt idx="955">
                  <c:v>4.0410000000000004</c:v>
                </c:pt>
                <c:pt idx="956">
                  <c:v>3.9990000000000001</c:v>
                </c:pt>
                <c:pt idx="957">
                  <c:v>4.1150000000000002</c:v>
                </c:pt>
                <c:pt idx="958">
                  <c:v>4.1689999999999996</c:v>
                </c:pt>
                <c:pt idx="959">
                  <c:v>3.9980000000000002</c:v>
                </c:pt>
                <c:pt idx="960">
                  <c:v>4.0750000000000002</c:v>
                </c:pt>
                <c:pt idx="961">
                  <c:v>4.125</c:v>
                </c:pt>
                <c:pt idx="962">
                  <c:v>4.2889999999999997</c:v>
                </c:pt>
                <c:pt idx="963">
                  <c:v>4.46</c:v>
                </c:pt>
                <c:pt idx="964">
                  <c:v>4.3360000000000003</c:v>
                </c:pt>
                <c:pt idx="965">
                  <c:v>4.6420000000000003</c:v>
                </c:pt>
                <c:pt idx="966">
                  <c:v>4.3449999999999998</c:v>
                </c:pt>
                <c:pt idx="967">
                  <c:v>4.4400000000000004</c:v>
                </c:pt>
                <c:pt idx="968">
                  <c:v>4.524</c:v>
                </c:pt>
                <c:pt idx="969">
                  <c:v>4.3890000000000002</c:v>
                </c:pt>
                <c:pt idx="970">
                  <c:v>4.4009999999999998</c:v>
                </c:pt>
                <c:pt idx="971">
                  <c:v>4.548</c:v>
                </c:pt>
                <c:pt idx="972">
                  <c:v>4.6989999999999998</c:v>
                </c:pt>
                <c:pt idx="973">
                  <c:v>4.5629999999999997</c:v>
                </c:pt>
                <c:pt idx="974">
                  <c:v>4.1849999999999996</c:v>
                </c:pt>
                <c:pt idx="975">
                  <c:v>4.2050000000000001</c:v>
                </c:pt>
                <c:pt idx="976">
                  <c:v>4.234</c:v>
                </c:pt>
                <c:pt idx="977">
                  <c:v>4.5750000000000002</c:v>
                </c:pt>
                <c:pt idx="978">
                  <c:v>4.17</c:v>
                </c:pt>
                <c:pt idx="979">
                  <c:v>4.0979999999999999</c:v>
                </c:pt>
                <c:pt idx="980">
                  <c:v>4.1379999999999999</c:v>
                </c:pt>
                <c:pt idx="981">
                  <c:v>4.4039999999999999</c:v>
                </c:pt>
                <c:pt idx="982">
                  <c:v>4.2309999999999999</c:v>
                </c:pt>
                <c:pt idx="983">
                  <c:v>4.125</c:v>
                </c:pt>
                <c:pt idx="984">
                  <c:v>4.4160000000000004</c:v>
                </c:pt>
                <c:pt idx="985">
                  <c:v>4.3220000000000001</c:v>
                </c:pt>
                <c:pt idx="986">
                  <c:v>4.2060000000000004</c:v>
                </c:pt>
                <c:pt idx="987">
                  <c:v>4.18</c:v>
                </c:pt>
                <c:pt idx="988">
                  <c:v>4.2370000000000001</c:v>
                </c:pt>
                <c:pt idx="989">
                  <c:v>4.2359999999999998</c:v>
                </c:pt>
                <c:pt idx="990">
                  <c:v>4.2869999999999999</c:v>
                </c:pt>
                <c:pt idx="991">
                  <c:v>3.964</c:v>
                </c:pt>
                <c:pt idx="992">
                  <c:v>3.8660000000000001</c:v>
                </c:pt>
                <c:pt idx="993">
                  <c:v>4.149</c:v>
                </c:pt>
                <c:pt idx="994">
                  <c:v>3.8580000000000001</c:v>
                </c:pt>
                <c:pt idx="995">
                  <c:v>3.8740000000000001</c:v>
                </c:pt>
                <c:pt idx="996">
                  <c:v>3.5760000000000001</c:v>
                </c:pt>
                <c:pt idx="997">
                  <c:v>3.7120000000000002</c:v>
                </c:pt>
                <c:pt idx="998">
                  <c:v>3.7919999999999998</c:v>
                </c:pt>
                <c:pt idx="999">
                  <c:v>3.8620000000000001</c:v>
                </c:pt>
                <c:pt idx="1000">
                  <c:v>3.7850000000000001</c:v>
                </c:pt>
                <c:pt idx="1001">
                  <c:v>3.98</c:v>
                </c:pt>
                <c:pt idx="1002">
                  <c:v>4.2690000000000001</c:v>
                </c:pt>
                <c:pt idx="1003">
                  <c:v>4.3579999999999997</c:v>
                </c:pt>
                <c:pt idx="1004">
                  <c:v>4.3479999999999999</c:v>
                </c:pt>
                <c:pt idx="1005">
                  <c:v>3.9820000000000002</c:v>
                </c:pt>
                <c:pt idx="1006">
                  <c:v>3.7869999999999999</c:v>
                </c:pt>
                <c:pt idx="1007">
                  <c:v>3.92</c:v>
                </c:pt>
                <c:pt idx="1008">
                  <c:v>3.948</c:v>
                </c:pt>
                <c:pt idx="1009">
                  <c:v>3.79</c:v>
                </c:pt>
                <c:pt idx="1010">
                  <c:v>4.4089999999999998</c:v>
                </c:pt>
                <c:pt idx="1011">
                  <c:v>4.0140000000000002</c:v>
                </c:pt>
                <c:pt idx="1012">
                  <c:v>4.1829999999999998</c:v>
                </c:pt>
                <c:pt idx="1013">
                  <c:v>4.2140000000000004</c:v>
                </c:pt>
                <c:pt idx="1014">
                  <c:v>3.7869999999999999</c:v>
                </c:pt>
                <c:pt idx="1015">
                  <c:v>4.1079999999999997</c:v>
                </c:pt>
                <c:pt idx="1016">
                  <c:v>3.9830000000000001</c:v>
                </c:pt>
                <c:pt idx="1017">
                  <c:v>3.7829999999999999</c:v>
                </c:pt>
                <c:pt idx="1018">
                  <c:v>4.0330000000000004</c:v>
                </c:pt>
                <c:pt idx="1019">
                  <c:v>4.3289999999999997</c:v>
                </c:pt>
                <c:pt idx="1020">
                  <c:v>4.4729999999999999</c:v>
                </c:pt>
                <c:pt idx="1021">
                  <c:v>4.4509999999999996</c:v>
                </c:pt>
                <c:pt idx="1022">
                  <c:v>5.085</c:v>
                </c:pt>
                <c:pt idx="1023">
                  <c:v>5.27</c:v>
                </c:pt>
                <c:pt idx="1024">
                  <c:v>4.9829999999999997</c:v>
                </c:pt>
                <c:pt idx="1025">
                  <c:v>4.9050000000000002</c:v>
                </c:pt>
                <c:pt idx="1026">
                  <c:v>5.3070000000000004</c:v>
                </c:pt>
                <c:pt idx="1027">
                  <c:v>5.6580000000000004</c:v>
                </c:pt>
                <c:pt idx="1028">
                  <c:v>5.4649999999999999</c:v>
                </c:pt>
                <c:pt idx="1029">
                  <c:v>5.5309999999999997</c:v>
                </c:pt>
                <c:pt idx="1030">
                  <c:v>5.444</c:v>
                </c:pt>
                <c:pt idx="1031">
                  <c:v>5.5439999999999996</c:v>
                </c:pt>
                <c:pt idx="1032">
                  <c:v>5.4290000000000003</c:v>
                </c:pt>
                <c:pt idx="1033">
                  <c:v>5.3</c:v>
                </c:pt>
                <c:pt idx="1034">
                  <c:v>5.5259999999999998</c:v>
                </c:pt>
                <c:pt idx="1035">
                  <c:v>5.6520000000000001</c:v>
                </c:pt>
                <c:pt idx="1036">
                  <c:v>5.8369999999999997</c:v>
                </c:pt>
                <c:pt idx="1037">
                  <c:v>5.415</c:v>
                </c:pt>
                <c:pt idx="1038">
                  <c:v>4.9470000000000001</c:v>
                </c:pt>
                <c:pt idx="1039">
                  <c:v>4.952</c:v>
                </c:pt>
                <c:pt idx="1040">
                  <c:v>5.6349999999999998</c:v>
                </c:pt>
                <c:pt idx="1041">
                  <c:v>5.1779999999999999</c:v>
                </c:pt>
                <c:pt idx="1042">
                  <c:v>5.3010000000000002</c:v>
                </c:pt>
                <c:pt idx="1043">
                  <c:v>5.5190000000000001</c:v>
                </c:pt>
                <c:pt idx="1044">
                  <c:v>5.625</c:v>
                </c:pt>
                <c:pt idx="1045">
                  <c:v>5.3479999999999999</c:v>
                </c:pt>
                <c:pt idx="1046">
                  <c:v>5.9859999999999998</c:v>
                </c:pt>
                <c:pt idx="1047">
                  <c:v>5.5490000000000004</c:v>
                </c:pt>
                <c:pt idx="1048">
                  <c:v>6.0860000000000003</c:v>
                </c:pt>
                <c:pt idx="1049">
                  <c:v>5.5990000000000002</c:v>
                </c:pt>
                <c:pt idx="1050">
                  <c:v>5.9189999999999996</c:v>
                </c:pt>
                <c:pt idx="1051">
                  <c:v>5.74</c:v>
                </c:pt>
                <c:pt idx="1052">
                  <c:v>6.0339999999999998</c:v>
                </c:pt>
                <c:pt idx="1053">
                  <c:v>6.3140000000000001</c:v>
                </c:pt>
                <c:pt idx="1054">
                  <c:v>6.375</c:v>
                </c:pt>
                <c:pt idx="1055">
                  <c:v>5.9649999999999999</c:v>
                </c:pt>
                <c:pt idx="1056">
                  <c:v>5.8479999999999999</c:v>
                </c:pt>
                <c:pt idx="1057">
                  <c:v>5.931</c:v>
                </c:pt>
                <c:pt idx="1058">
                  <c:v>5.577</c:v>
                </c:pt>
                <c:pt idx="1059">
                  <c:v>5.5149999999999997</c:v>
                </c:pt>
                <c:pt idx="1060">
                  <c:v>5.6</c:v>
                </c:pt>
                <c:pt idx="1061">
                  <c:v>5.6210000000000004</c:v>
                </c:pt>
                <c:pt idx="1062">
                  <c:v>5.5179999999999998</c:v>
                </c:pt>
                <c:pt idx="1063">
                  <c:v>5.3380000000000001</c:v>
                </c:pt>
                <c:pt idx="1064">
                  <c:v>5.0599999999999996</c:v>
                </c:pt>
                <c:pt idx="1065">
                  <c:v>4.6040000000000001</c:v>
                </c:pt>
                <c:pt idx="1066">
                  <c:v>4.6660000000000004</c:v>
                </c:pt>
                <c:pt idx="1067">
                  <c:v>4.8070000000000004</c:v>
                </c:pt>
                <c:pt idx="1068">
                  <c:v>4.7750000000000004</c:v>
                </c:pt>
                <c:pt idx="1069">
                  <c:v>4.74</c:v>
                </c:pt>
                <c:pt idx="1070">
                  <c:v>4.8520000000000003</c:v>
                </c:pt>
                <c:pt idx="1071">
                  <c:v>4.923</c:v>
                </c:pt>
                <c:pt idx="1072">
                  <c:v>4.7670000000000003</c:v>
                </c:pt>
                <c:pt idx="1073">
                  <c:v>4.8520000000000003</c:v>
                </c:pt>
                <c:pt idx="1074">
                  <c:v>4.9829999999999997</c:v>
                </c:pt>
                <c:pt idx="1075">
                  <c:v>5.0039999999999996</c:v>
                </c:pt>
                <c:pt idx="1076">
                  <c:v>5.1769999999999996</c:v>
                </c:pt>
                <c:pt idx="1077">
                  <c:v>5.077</c:v>
                </c:pt>
                <c:pt idx="1078">
                  <c:v>5.2969999999999997</c:v>
                </c:pt>
                <c:pt idx="1079">
                  <c:v>5.3959999999999999</c:v>
                </c:pt>
                <c:pt idx="1080">
                  <c:v>5.5460000000000003</c:v>
                </c:pt>
                <c:pt idx="1081">
                  <c:v>5.6230000000000002</c:v>
                </c:pt>
                <c:pt idx="1082">
                  <c:v>5.19</c:v>
                </c:pt>
                <c:pt idx="1083">
                  <c:v>5.2119999999999997</c:v>
                </c:pt>
                <c:pt idx="1084">
                  <c:v>4.915</c:v>
                </c:pt>
                <c:pt idx="1085">
                  <c:v>5.4640000000000004</c:v>
                </c:pt>
                <c:pt idx="1086">
                  <c:v>5.5060000000000002</c:v>
                </c:pt>
                <c:pt idx="1087">
                  <c:v>5.2270000000000003</c:v>
                </c:pt>
                <c:pt idx="1088">
                  <c:v>5.2859999999999996</c:v>
                </c:pt>
                <c:pt idx="1089">
                  <c:v>5.1280000000000001</c:v>
                </c:pt>
                <c:pt idx="1090">
                  <c:v>5.2759999999999998</c:v>
                </c:pt>
                <c:pt idx="1091">
                  <c:v>4.8140000000000001</c:v>
                </c:pt>
                <c:pt idx="1092">
                  <c:v>4.8550000000000004</c:v>
                </c:pt>
                <c:pt idx="1093">
                  <c:v>4.7469999999999999</c:v>
                </c:pt>
                <c:pt idx="1094">
                  <c:v>4.5919999999999996</c:v>
                </c:pt>
                <c:pt idx="1095">
                  <c:v>4.601</c:v>
                </c:pt>
                <c:pt idx="1096">
                  <c:v>4.298</c:v>
                </c:pt>
                <c:pt idx="1097">
                  <c:v>4.4000000000000004</c:v>
                </c:pt>
                <c:pt idx="1098">
                  <c:v>4.2569999999999997</c:v>
                </c:pt>
                <c:pt idx="1099">
                  <c:v>4.141</c:v>
                </c:pt>
                <c:pt idx="1100">
                  <c:v>4.0570000000000004</c:v>
                </c:pt>
                <c:pt idx="1101">
                  <c:v>3.7919999999999998</c:v>
                </c:pt>
                <c:pt idx="1102">
                  <c:v>3.8559999999999999</c:v>
                </c:pt>
                <c:pt idx="1103">
                  <c:v>4.1879999999999997</c:v>
                </c:pt>
                <c:pt idx="1104">
                  <c:v>3.9940000000000002</c:v>
                </c:pt>
                <c:pt idx="1105">
                  <c:v>3.903</c:v>
                </c:pt>
                <c:pt idx="1106">
                  <c:v>3.7090000000000001</c:v>
                </c:pt>
                <c:pt idx="1107">
                  <c:v>3.4449999999999998</c:v>
                </c:pt>
                <c:pt idx="1108">
                  <c:v>3.718</c:v>
                </c:pt>
                <c:pt idx="1109">
                  <c:v>3.57</c:v>
                </c:pt>
                <c:pt idx="1110">
                  <c:v>3.6080000000000001</c:v>
                </c:pt>
                <c:pt idx="1111">
                  <c:v>3.5379999999999998</c:v>
                </c:pt>
                <c:pt idx="1112">
                  <c:v>3.55</c:v>
                </c:pt>
                <c:pt idx="1113">
                  <c:v>3.69</c:v>
                </c:pt>
                <c:pt idx="1114">
                  <c:v>3.94</c:v>
                </c:pt>
                <c:pt idx="1115">
                  <c:v>3.57</c:v>
                </c:pt>
                <c:pt idx="1116">
                  <c:v>3.4740000000000002</c:v>
                </c:pt>
                <c:pt idx="1117">
                  <c:v>3.6739999999999999</c:v>
                </c:pt>
                <c:pt idx="1118">
                  <c:v>3.9969999999999999</c:v>
                </c:pt>
                <c:pt idx="1119">
                  <c:v>3.9340000000000002</c:v>
                </c:pt>
                <c:pt idx="1120">
                  <c:v>3.8740000000000001</c:v>
                </c:pt>
                <c:pt idx="1121">
                  <c:v>3.8180000000000001</c:v>
                </c:pt>
                <c:pt idx="1122">
                  <c:v>3.8929999999999998</c:v>
                </c:pt>
                <c:pt idx="1123">
                  <c:v>3.903</c:v>
                </c:pt>
                <c:pt idx="1124">
                  <c:v>4.2060000000000004</c:v>
                </c:pt>
                <c:pt idx="1125">
                  <c:v>4.1710000000000003</c:v>
                </c:pt>
                <c:pt idx="1126">
                  <c:v>4.1719999999999997</c:v>
                </c:pt>
                <c:pt idx="1127">
                  <c:v>4.2149999999999999</c:v>
                </c:pt>
                <c:pt idx="1128">
                  <c:v>4.2009999999999996</c:v>
                </c:pt>
                <c:pt idx="1129">
                  <c:v>4.2110000000000003</c:v>
                </c:pt>
                <c:pt idx="1130">
                  <c:v>3.7759999999999998</c:v>
                </c:pt>
                <c:pt idx="1131">
                  <c:v>4.0490000000000004</c:v>
                </c:pt>
                <c:pt idx="1132">
                  <c:v>4.0599999999999996</c:v>
                </c:pt>
                <c:pt idx="1133">
                  <c:v>4.1539999999999999</c:v>
                </c:pt>
                <c:pt idx="1134">
                  <c:v>4.1050000000000004</c:v>
                </c:pt>
                <c:pt idx="1135">
                  <c:v>4.1589999999999998</c:v>
                </c:pt>
                <c:pt idx="1136">
                  <c:v>4.141</c:v>
                </c:pt>
                <c:pt idx="1137">
                  <c:v>4.2770000000000001</c:v>
                </c:pt>
                <c:pt idx="1138">
                  <c:v>4.2759999999999998</c:v>
                </c:pt>
                <c:pt idx="1139">
                  <c:v>4.5010000000000003</c:v>
                </c:pt>
                <c:pt idx="1140">
                  <c:v>4.5720000000000001</c:v>
                </c:pt>
                <c:pt idx="1141">
                  <c:v>4.53</c:v>
                </c:pt>
                <c:pt idx="1142">
                  <c:v>4.58</c:v>
                </c:pt>
                <c:pt idx="1143">
                  <c:v>4.7309999999999999</c:v>
                </c:pt>
                <c:pt idx="1144">
                  <c:v>4.258</c:v>
                </c:pt>
                <c:pt idx="1145">
                  <c:v>4.4050000000000002</c:v>
                </c:pt>
                <c:pt idx="1146">
                  <c:v>4.3360000000000003</c:v>
                </c:pt>
                <c:pt idx="1147">
                  <c:v>4.484</c:v>
                </c:pt>
                <c:pt idx="1148">
                  <c:v>4.6920000000000002</c:v>
                </c:pt>
                <c:pt idx="1149">
                  <c:v>4.3970000000000002</c:v>
                </c:pt>
                <c:pt idx="1150">
                  <c:v>4.12</c:v>
                </c:pt>
                <c:pt idx="1151">
                  <c:v>4.0750000000000002</c:v>
                </c:pt>
                <c:pt idx="1152">
                  <c:v>4.5750000000000002</c:v>
                </c:pt>
                <c:pt idx="1153">
                  <c:v>4.3879999999999999</c:v>
                </c:pt>
                <c:pt idx="1154">
                  <c:v>4.3220000000000001</c:v>
                </c:pt>
                <c:pt idx="1155">
                  <c:v>4.2839999999999998</c:v>
                </c:pt>
                <c:pt idx="1156">
                  <c:v>3.992</c:v>
                </c:pt>
                <c:pt idx="1157">
                  <c:v>4.274</c:v>
                </c:pt>
                <c:pt idx="1158">
                  <c:v>4.0670000000000002</c:v>
                </c:pt>
                <c:pt idx="1159">
                  <c:v>4.1189999999999998</c:v>
                </c:pt>
                <c:pt idx="1160">
                  <c:v>4.1609999999999996</c:v>
                </c:pt>
                <c:pt idx="1161">
                  <c:v>4.0410000000000004</c:v>
                </c:pt>
                <c:pt idx="1162">
                  <c:v>3.8439999999999999</c:v>
                </c:pt>
                <c:pt idx="1163">
                  <c:v>3.6629999999999998</c:v>
                </c:pt>
                <c:pt idx="1164">
                  <c:v>3.617</c:v>
                </c:pt>
                <c:pt idx="1165">
                  <c:v>3.516</c:v>
                </c:pt>
                <c:pt idx="1166">
                  <c:v>3.4319999999999999</c:v>
                </c:pt>
                <c:pt idx="1167">
                  <c:v>3.5009999999999999</c:v>
                </c:pt>
                <c:pt idx="1168">
                  <c:v>3.4119999999999999</c:v>
                </c:pt>
                <c:pt idx="1169">
                  <c:v>3.6139999999999999</c:v>
                </c:pt>
                <c:pt idx="1170">
                  <c:v>3.4710000000000001</c:v>
                </c:pt>
                <c:pt idx="1171">
                  <c:v>3.5030000000000001</c:v>
                </c:pt>
                <c:pt idx="1172">
                  <c:v>3.6040000000000001</c:v>
                </c:pt>
                <c:pt idx="1173">
                  <c:v>3.5179999999999998</c:v>
                </c:pt>
                <c:pt idx="1174">
                  <c:v>3.7109999999999999</c:v>
                </c:pt>
                <c:pt idx="1175">
                  <c:v>3.5409999999999999</c:v>
                </c:pt>
                <c:pt idx="1176">
                  <c:v>3.593</c:v>
                </c:pt>
                <c:pt idx="1177">
                  <c:v>3.69</c:v>
                </c:pt>
                <c:pt idx="1178">
                  <c:v>3.4159999999999999</c:v>
                </c:pt>
                <c:pt idx="1179">
                  <c:v>3.4609999999999999</c:v>
                </c:pt>
                <c:pt idx="1180">
                  <c:v>3.7029999999999998</c:v>
                </c:pt>
                <c:pt idx="1181">
                  <c:v>3.9649999999999999</c:v>
                </c:pt>
                <c:pt idx="1182">
                  <c:v>4.2110000000000003</c:v>
                </c:pt>
                <c:pt idx="1183">
                  <c:v>4.1790000000000003</c:v>
                </c:pt>
                <c:pt idx="1184">
                  <c:v>4.359</c:v>
                </c:pt>
                <c:pt idx="1185">
                  <c:v>4.25</c:v>
                </c:pt>
                <c:pt idx="1186">
                  <c:v>4.0960000000000001</c:v>
                </c:pt>
                <c:pt idx="1187">
                  <c:v>4.1790000000000003</c:v>
                </c:pt>
                <c:pt idx="1188">
                  <c:v>4.1980000000000004</c:v>
                </c:pt>
                <c:pt idx="1189">
                  <c:v>4.4349999999999996</c:v>
                </c:pt>
                <c:pt idx="1190">
                  <c:v>4.3570000000000002</c:v>
                </c:pt>
                <c:pt idx="1191">
                  <c:v>4.7149999999999999</c:v>
                </c:pt>
                <c:pt idx="1192">
                  <c:v>4.3449999999999998</c:v>
                </c:pt>
                <c:pt idx="1193">
                  <c:v>4.3940000000000001</c:v>
                </c:pt>
                <c:pt idx="1194">
                  <c:v>4.4119999999999999</c:v>
                </c:pt>
                <c:pt idx="1195">
                  <c:v>4.7709999999999999</c:v>
                </c:pt>
                <c:pt idx="1196">
                  <c:v>4.8369999999999997</c:v>
                </c:pt>
                <c:pt idx="1197">
                  <c:v>4.3049999999999997</c:v>
                </c:pt>
                <c:pt idx="1198">
                  <c:v>4.2370000000000001</c:v>
                </c:pt>
                <c:pt idx="1199">
                  <c:v>4.3659999999999997</c:v>
                </c:pt>
                <c:pt idx="1200">
                  <c:v>4.5350000000000001</c:v>
                </c:pt>
                <c:pt idx="1201">
                  <c:v>4.3920000000000003</c:v>
                </c:pt>
                <c:pt idx="1202">
                  <c:v>4.4619999999999997</c:v>
                </c:pt>
                <c:pt idx="1203">
                  <c:v>4.5339999999999998</c:v>
                </c:pt>
                <c:pt idx="1204">
                  <c:v>4.577</c:v>
                </c:pt>
                <c:pt idx="1205">
                  <c:v>4.5670000000000002</c:v>
                </c:pt>
                <c:pt idx="1206">
                  <c:v>4.6139999999999999</c:v>
                </c:pt>
                <c:pt idx="1207">
                  <c:v>4.6550000000000002</c:v>
                </c:pt>
                <c:pt idx="1208">
                  <c:v>4.4560000000000004</c:v>
                </c:pt>
                <c:pt idx="1209">
                  <c:v>4.6959999999999997</c:v>
                </c:pt>
                <c:pt idx="1210">
                  <c:v>4.6040000000000001</c:v>
                </c:pt>
                <c:pt idx="1211">
                  <c:v>4.5679999999999996</c:v>
                </c:pt>
                <c:pt idx="1212">
                  <c:v>4.5019999999999998</c:v>
                </c:pt>
                <c:pt idx="1213">
                  <c:v>4.0170000000000003</c:v>
                </c:pt>
                <c:pt idx="1214">
                  <c:v>4.2380000000000004</c:v>
                </c:pt>
                <c:pt idx="1215">
                  <c:v>4.0339999999999998</c:v>
                </c:pt>
                <c:pt idx="1216">
                  <c:v>4.1390000000000002</c:v>
                </c:pt>
                <c:pt idx="1217">
                  <c:v>4.3650000000000002</c:v>
                </c:pt>
                <c:pt idx="1218">
                  <c:v>4.0410000000000004</c:v>
                </c:pt>
                <c:pt idx="1219">
                  <c:v>4.5229999999999997</c:v>
                </c:pt>
                <c:pt idx="1220">
                  <c:v>4.2709999999999999</c:v>
                </c:pt>
                <c:pt idx="1221">
                  <c:v>4.3490000000000002</c:v>
                </c:pt>
                <c:pt idx="1222">
                  <c:v>4.6900000000000004</c:v>
                </c:pt>
                <c:pt idx="1223">
                  <c:v>4.8410000000000002</c:v>
                </c:pt>
                <c:pt idx="1224">
                  <c:v>4.952</c:v>
                </c:pt>
                <c:pt idx="1225">
                  <c:v>4.9320000000000004</c:v>
                </c:pt>
                <c:pt idx="1226">
                  <c:v>4.718</c:v>
                </c:pt>
                <c:pt idx="1227">
                  <c:v>4.7969999999999997</c:v>
                </c:pt>
                <c:pt idx="1228">
                  <c:v>4.9800000000000004</c:v>
                </c:pt>
                <c:pt idx="1229">
                  <c:v>4.9800000000000004</c:v>
                </c:pt>
                <c:pt idx="1230">
                  <c:v>5.0869999999999997</c:v>
                </c:pt>
                <c:pt idx="1231">
                  <c:v>5.2969999999999997</c:v>
                </c:pt>
                <c:pt idx="1232">
                  <c:v>5.0369999999999999</c:v>
                </c:pt>
                <c:pt idx="1233">
                  <c:v>4.7160000000000002</c:v>
                </c:pt>
                <c:pt idx="1234">
                  <c:v>5.0330000000000004</c:v>
                </c:pt>
                <c:pt idx="1235">
                  <c:v>4.7009999999999996</c:v>
                </c:pt>
                <c:pt idx="1236">
                  <c:v>4.6429999999999998</c:v>
                </c:pt>
                <c:pt idx="1237">
                  <c:v>4.6669999999999998</c:v>
                </c:pt>
                <c:pt idx="1238">
                  <c:v>4.4569999999999999</c:v>
                </c:pt>
                <c:pt idx="1239">
                  <c:v>4.4009999999999998</c:v>
                </c:pt>
                <c:pt idx="1240">
                  <c:v>4.2549999999999999</c:v>
                </c:pt>
                <c:pt idx="1241">
                  <c:v>4.4020000000000001</c:v>
                </c:pt>
                <c:pt idx="1242">
                  <c:v>4.4130000000000003</c:v>
                </c:pt>
                <c:pt idx="1243">
                  <c:v>4.5010000000000003</c:v>
                </c:pt>
                <c:pt idx="1244">
                  <c:v>4.5620000000000003</c:v>
                </c:pt>
                <c:pt idx="1245">
                  <c:v>4.5540000000000003</c:v>
                </c:pt>
                <c:pt idx="1246">
                  <c:v>4.5270000000000001</c:v>
                </c:pt>
                <c:pt idx="1247">
                  <c:v>4.343</c:v>
                </c:pt>
                <c:pt idx="1248">
                  <c:v>4.3010000000000002</c:v>
                </c:pt>
                <c:pt idx="1249">
                  <c:v>4.242</c:v>
                </c:pt>
                <c:pt idx="1250">
                  <c:v>4.1900000000000004</c:v>
                </c:pt>
                <c:pt idx="1251">
                  <c:v>4.2789999999999999</c:v>
                </c:pt>
                <c:pt idx="1252">
                  <c:v>4.3419999999999996</c:v>
                </c:pt>
                <c:pt idx="1253">
                  <c:v>4.33</c:v>
                </c:pt>
                <c:pt idx="1254">
                  <c:v>4.3380000000000001</c:v>
                </c:pt>
                <c:pt idx="1255">
                  <c:v>4.4729999999999999</c:v>
                </c:pt>
                <c:pt idx="1256">
                  <c:v>4.5620000000000003</c:v>
                </c:pt>
                <c:pt idx="1257">
                  <c:v>4.5830000000000002</c:v>
                </c:pt>
                <c:pt idx="1258">
                  <c:v>4.7990000000000004</c:v>
                </c:pt>
                <c:pt idx="1259">
                  <c:v>4.7809999999999997</c:v>
                </c:pt>
                <c:pt idx="1260">
                  <c:v>4.7750000000000004</c:v>
                </c:pt>
                <c:pt idx="1261">
                  <c:v>4.7270000000000003</c:v>
                </c:pt>
                <c:pt idx="1262">
                  <c:v>4.6369999999999996</c:v>
                </c:pt>
                <c:pt idx="1263">
                  <c:v>4.4320000000000004</c:v>
                </c:pt>
                <c:pt idx="1264">
                  <c:v>4.74</c:v>
                </c:pt>
                <c:pt idx="1265">
                  <c:v>4.843</c:v>
                </c:pt>
                <c:pt idx="1266">
                  <c:v>4.8390000000000004</c:v>
                </c:pt>
                <c:pt idx="1267">
                  <c:v>4.9470000000000001</c:v>
                </c:pt>
                <c:pt idx="1268">
                  <c:v>4.8929999999999998</c:v>
                </c:pt>
                <c:pt idx="1269">
                  <c:v>4.7809999999999997</c:v>
                </c:pt>
                <c:pt idx="1270">
                  <c:v>4.9109999999999996</c:v>
                </c:pt>
                <c:pt idx="1271">
                  <c:v>4.7370000000000001</c:v>
                </c:pt>
                <c:pt idx="1272">
                  <c:v>4.5490000000000004</c:v>
                </c:pt>
                <c:pt idx="1273">
                  <c:v>4.5039999999999996</c:v>
                </c:pt>
                <c:pt idx="1274">
                  <c:v>4.4119999999999999</c:v>
                </c:pt>
                <c:pt idx="1275">
                  <c:v>4.4210000000000003</c:v>
                </c:pt>
                <c:pt idx="1276">
                  <c:v>4.335</c:v>
                </c:pt>
                <c:pt idx="1277">
                  <c:v>4.2039999999999997</c:v>
                </c:pt>
                <c:pt idx="1278">
                  <c:v>4.22</c:v>
                </c:pt>
                <c:pt idx="1279">
                  <c:v>4.1120000000000001</c:v>
                </c:pt>
                <c:pt idx="1280">
                  <c:v>4.07</c:v>
                </c:pt>
                <c:pt idx="1281">
                  <c:v>4.109</c:v>
                </c:pt>
                <c:pt idx="1282">
                  <c:v>3.839</c:v>
                </c:pt>
                <c:pt idx="1283">
                  <c:v>4.1029999999999998</c:v>
                </c:pt>
                <c:pt idx="1284">
                  <c:v>4.1449999999999996</c:v>
                </c:pt>
                <c:pt idx="1285">
                  <c:v>4.1980000000000004</c:v>
                </c:pt>
                <c:pt idx="1286">
                  <c:v>4.3239999999999998</c:v>
                </c:pt>
                <c:pt idx="1287">
                  <c:v>4.0810000000000004</c:v>
                </c:pt>
                <c:pt idx="1288">
                  <c:v>4.0839999999999996</c:v>
                </c:pt>
                <c:pt idx="1289">
                  <c:v>4.0750000000000002</c:v>
                </c:pt>
                <c:pt idx="1290">
                  <c:v>3.87</c:v>
                </c:pt>
                <c:pt idx="1291">
                  <c:v>3.952</c:v>
                </c:pt>
                <c:pt idx="1292">
                  <c:v>4.0460000000000003</c:v>
                </c:pt>
                <c:pt idx="1293">
                  <c:v>4.0140000000000002</c:v>
                </c:pt>
                <c:pt idx="1294">
                  <c:v>4.1029999999999998</c:v>
                </c:pt>
                <c:pt idx="1295">
                  <c:v>4.2110000000000003</c:v>
                </c:pt>
                <c:pt idx="1296">
                  <c:v>3.9540000000000002</c:v>
                </c:pt>
                <c:pt idx="1297">
                  <c:v>4.0579999999999998</c:v>
                </c:pt>
                <c:pt idx="1298">
                  <c:v>4.0890000000000004</c:v>
                </c:pt>
                <c:pt idx="1299">
                  <c:v>3.8980000000000001</c:v>
                </c:pt>
                <c:pt idx="1300">
                  <c:v>3.8660000000000001</c:v>
                </c:pt>
                <c:pt idx="1301">
                  <c:v>3.8450000000000002</c:v>
                </c:pt>
                <c:pt idx="1302">
                  <c:v>3.8029999999999999</c:v>
                </c:pt>
                <c:pt idx="1303">
                  <c:v>3.6890000000000001</c:v>
                </c:pt>
                <c:pt idx="1304">
                  <c:v>3.72</c:v>
                </c:pt>
                <c:pt idx="1305">
                  <c:v>3.5640000000000001</c:v>
                </c:pt>
                <c:pt idx="1306">
                  <c:v>3.5859999999999999</c:v>
                </c:pt>
                <c:pt idx="1307">
                  <c:v>3.5880000000000001</c:v>
                </c:pt>
                <c:pt idx="1308">
                  <c:v>3.5310000000000001</c:v>
                </c:pt>
                <c:pt idx="1309">
                  <c:v>3.4790000000000001</c:v>
                </c:pt>
                <c:pt idx="1310">
                  <c:v>3.4039999999999999</c:v>
                </c:pt>
                <c:pt idx="1311">
                  <c:v>3.46</c:v>
                </c:pt>
                <c:pt idx="1312">
                  <c:v>3.7669999999999999</c:v>
                </c:pt>
                <c:pt idx="1313">
                  <c:v>3.7090000000000001</c:v>
                </c:pt>
                <c:pt idx="1314">
                  <c:v>3.8849999999999998</c:v>
                </c:pt>
                <c:pt idx="1315">
                  <c:v>3.7749999999999999</c:v>
                </c:pt>
                <c:pt idx="1316">
                  <c:v>3.8919999999999999</c:v>
                </c:pt>
                <c:pt idx="1317">
                  <c:v>4.1379999999999999</c:v>
                </c:pt>
                <c:pt idx="1318">
                  <c:v>4.0679999999999996</c:v>
                </c:pt>
                <c:pt idx="1319">
                  <c:v>4.2859999999999996</c:v>
                </c:pt>
                <c:pt idx="1320">
                  <c:v>4.3550000000000004</c:v>
                </c:pt>
                <c:pt idx="1321">
                  <c:v>4.226</c:v>
                </c:pt>
                <c:pt idx="1322">
                  <c:v>4.3230000000000004</c:v>
                </c:pt>
                <c:pt idx="1323">
                  <c:v>4.2859999999999996</c:v>
                </c:pt>
                <c:pt idx="1324">
                  <c:v>4.3730000000000002</c:v>
                </c:pt>
                <c:pt idx="1325">
                  <c:v>4.5439999999999996</c:v>
                </c:pt>
                <c:pt idx="1326">
                  <c:v>4.5739999999999998</c:v>
                </c:pt>
                <c:pt idx="1327">
                  <c:v>4.8639999999999999</c:v>
                </c:pt>
                <c:pt idx="1328">
                  <c:v>4.7089999999999996</c:v>
                </c:pt>
                <c:pt idx="1329">
                  <c:v>4.915</c:v>
                </c:pt>
                <c:pt idx="1330">
                  <c:v>4.7809999999999997</c:v>
                </c:pt>
                <c:pt idx="1331">
                  <c:v>4.7</c:v>
                </c:pt>
                <c:pt idx="1332">
                  <c:v>4.6159999999999997</c:v>
                </c:pt>
                <c:pt idx="1333">
                  <c:v>4.7670000000000003</c:v>
                </c:pt>
                <c:pt idx="1334">
                  <c:v>4.8869999999999996</c:v>
                </c:pt>
                <c:pt idx="1335">
                  <c:v>4.835</c:v>
                </c:pt>
                <c:pt idx="1336">
                  <c:v>4.9939999999999998</c:v>
                </c:pt>
                <c:pt idx="1337">
                  <c:v>4.9550000000000001</c:v>
                </c:pt>
                <c:pt idx="1338">
                  <c:v>4.883</c:v>
                </c:pt>
                <c:pt idx="1339">
                  <c:v>5.0720000000000001</c:v>
                </c:pt>
                <c:pt idx="1340">
                  <c:v>5.24</c:v>
                </c:pt>
                <c:pt idx="1341">
                  <c:v>5.12</c:v>
                </c:pt>
                <c:pt idx="1342">
                  <c:v>4.8220000000000001</c:v>
                </c:pt>
                <c:pt idx="1343">
                  <c:v>4.8579999999999997</c:v>
                </c:pt>
                <c:pt idx="1344">
                  <c:v>4.8890000000000002</c:v>
                </c:pt>
                <c:pt idx="1345">
                  <c:v>5.0259999999999998</c:v>
                </c:pt>
                <c:pt idx="1346">
                  <c:v>4.9740000000000002</c:v>
                </c:pt>
                <c:pt idx="1347">
                  <c:v>4.7930000000000001</c:v>
                </c:pt>
                <c:pt idx="1348">
                  <c:v>4.8129999999999997</c:v>
                </c:pt>
                <c:pt idx="1349">
                  <c:v>4.7519999999999998</c:v>
                </c:pt>
                <c:pt idx="1350">
                  <c:v>4.6660000000000004</c:v>
                </c:pt>
                <c:pt idx="1351">
                  <c:v>4.72</c:v>
                </c:pt>
                <c:pt idx="1352">
                  <c:v>4.7969999999999997</c:v>
                </c:pt>
                <c:pt idx="1353">
                  <c:v>4.7240000000000002</c:v>
                </c:pt>
                <c:pt idx="1354">
                  <c:v>4.6779999999999999</c:v>
                </c:pt>
                <c:pt idx="1355">
                  <c:v>4.87</c:v>
                </c:pt>
                <c:pt idx="1356">
                  <c:v>5.04</c:v>
                </c:pt>
                <c:pt idx="1357">
                  <c:v>5.0469999999999997</c:v>
                </c:pt>
                <c:pt idx="1358">
                  <c:v>5.0030000000000001</c:v>
                </c:pt>
                <c:pt idx="1359">
                  <c:v>4.6779999999999999</c:v>
                </c:pt>
                <c:pt idx="1360">
                  <c:v>4.6660000000000004</c:v>
                </c:pt>
                <c:pt idx="1361">
                  <c:v>4.4420000000000002</c:v>
                </c:pt>
                <c:pt idx="1362">
                  <c:v>4.359</c:v>
                </c:pt>
                <c:pt idx="1363">
                  <c:v>4.4820000000000002</c:v>
                </c:pt>
                <c:pt idx="1364">
                  <c:v>4.5579999999999998</c:v>
                </c:pt>
                <c:pt idx="1365">
                  <c:v>4.6429999999999998</c:v>
                </c:pt>
                <c:pt idx="1366">
                  <c:v>4.5529999999999999</c:v>
                </c:pt>
                <c:pt idx="1367">
                  <c:v>4.8230000000000004</c:v>
                </c:pt>
                <c:pt idx="1368">
                  <c:v>4.4029999999999996</c:v>
                </c:pt>
                <c:pt idx="1369">
                  <c:v>4.4939999999999998</c:v>
                </c:pt>
                <c:pt idx="1370">
                  <c:v>4.2160000000000002</c:v>
                </c:pt>
                <c:pt idx="1371">
                  <c:v>4.6959999999999997</c:v>
                </c:pt>
                <c:pt idx="1372">
                  <c:v>4.5090000000000003</c:v>
                </c:pt>
                <c:pt idx="1373">
                  <c:v>4.2300000000000004</c:v>
                </c:pt>
                <c:pt idx="1374">
                  <c:v>4.1719999999999997</c:v>
                </c:pt>
                <c:pt idx="1375">
                  <c:v>4.351</c:v>
                </c:pt>
                <c:pt idx="1376">
                  <c:v>4.0910000000000002</c:v>
                </c:pt>
                <c:pt idx="1377">
                  <c:v>4.2130000000000001</c:v>
                </c:pt>
                <c:pt idx="1378">
                  <c:v>4.367</c:v>
                </c:pt>
                <c:pt idx="1379">
                  <c:v>4.3559999999999999</c:v>
                </c:pt>
                <c:pt idx="1380">
                  <c:v>4.28</c:v>
                </c:pt>
                <c:pt idx="1381">
                  <c:v>4.2679999999999998</c:v>
                </c:pt>
                <c:pt idx="1382">
                  <c:v>4.3</c:v>
                </c:pt>
                <c:pt idx="1383">
                  <c:v>4.2169999999999996</c:v>
                </c:pt>
                <c:pt idx="1384">
                  <c:v>4.2530000000000001</c:v>
                </c:pt>
                <c:pt idx="1385">
                  <c:v>4.1790000000000003</c:v>
                </c:pt>
                <c:pt idx="1386">
                  <c:v>3.7650000000000001</c:v>
                </c:pt>
                <c:pt idx="1387">
                  <c:v>3.758</c:v>
                </c:pt>
                <c:pt idx="1388">
                  <c:v>3.6120000000000001</c:v>
                </c:pt>
                <c:pt idx="1389">
                  <c:v>3.5489999999999999</c:v>
                </c:pt>
                <c:pt idx="1390">
                  <c:v>3.528</c:v>
                </c:pt>
                <c:pt idx="1391">
                  <c:v>3.476</c:v>
                </c:pt>
                <c:pt idx="1392">
                  <c:v>3.6269999999999998</c:v>
                </c:pt>
                <c:pt idx="1393">
                  <c:v>3.4350000000000001</c:v>
                </c:pt>
                <c:pt idx="1394">
                  <c:v>3.1789999999999998</c:v>
                </c:pt>
                <c:pt idx="1395">
                  <c:v>3.0990000000000002</c:v>
                </c:pt>
                <c:pt idx="1396">
                  <c:v>3.1269999999999998</c:v>
                </c:pt>
                <c:pt idx="1397">
                  <c:v>3.1120000000000001</c:v>
                </c:pt>
                <c:pt idx="1398">
                  <c:v>3.1709999999999998</c:v>
                </c:pt>
                <c:pt idx="1399">
                  <c:v>3.206</c:v>
                </c:pt>
                <c:pt idx="1400">
                  <c:v>3.3820000000000001</c:v>
                </c:pt>
                <c:pt idx="1401">
                  <c:v>3.2559999999999998</c:v>
                </c:pt>
                <c:pt idx="1402">
                  <c:v>3.3679999999999999</c:v>
                </c:pt>
                <c:pt idx="1403">
                  <c:v>3.2050000000000001</c:v>
                </c:pt>
                <c:pt idx="1404">
                  <c:v>3.2629999999999999</c:v>
                </c:pt>
                <c:pt idx="1405">
                  <c:v>3.0139999999999998</c:v>
                </c:pt>
                <c:pt idx="1406">
                  <c:v>2.7480000000000002</c:v>
                </c:pt>
                <c:pt idx="1407">
                  <c:v>3.16</c:v>
                </c:pt>
                <c:pt idx="1408">
                  <c:v>3.1179999999999999</c:v>
                </c:pt>
                <c:pt idx="1409">
                  <c:v>3.1139999999999999</c:v>
                </c:pt>
                <c:pt idx="1410">
                  <c:v>2.802</c:v>
                </c:pt>
                <c:pt idx="1411">
                  <c:v>2.8610000000000002</c:v>
                </c:pt>
                <c:pt idx="1412">
                  <c:v>2.7850000000000001</c:v>
                </c:pt>
                <c:pt idx="1413">
                  <c:v>2.7719999999999998</c:v>
                </c:pt>
                <c:pt idx="1414">
                  <c:v>2.8050000000000002</c:v>
                </c:pt>
                <c:pt idx="1415">
                  <c:v>2.7570000000000001</c:v>
                </c:pt>
                <c:pt idx="1416">
                  <c:v>2.681</c:v>
                </c:pt>
                <c:pt idx="1417">
                  <c:v>2.7970000000000002</c:v>
                </c:pt>
                <c:pt idx="1418">
                  <c:v>2.9129999999999998</c:v>
                </c:pt>
                <c:pt idx="1419">
                  <c:v>2.8740000000000001</c:v>
                </c:pt>
                <c:pt idx="1420">
                  <c:v>3.0230000000000001</c:v>
                </c:pt>
                <c:pt idx="1421">
                  <c:v>2.79</c:v>
                </c:pt>
                <c:pt idx="1422">
                  <c:v>2.4409999999999998</c:v>
                </c:pt>
                <c:pt idx="1423">
                  <c:v>2.6949999999999998</c:v>
                </c:pt>
                <c:pt idx="1424">
                  <c:v>2.6970000000000001</c:v>
                </c:pt>
                <c:pt idx="1425">
                  <c:v>2.7029999999999998</c:v>
                </c:pt>
                <c:pt idx="1426">
                  <c:v>2.7080000000000002</c:v>
                </c:pt>
                <c:pt idx="1427">
                  <c:v>2.8940000000000001</c:v>
                </c:pt>
                <c:pt idx="1428">
                  <c:v>2.9129999999999998</c:v>
                </c:pt>
                <c:pt idx="1429">
                  <c:v>3.0350000000000001</c:v>
                </c:pt>
                <c:pt idx="1430">
                  <c:v>2.762</c:v>
                </c:pt>
                <c:pt idx="1431">
                  <c:v>2.91</c:v>
                </c:pt>
                <c:pt idx="1432">
                  <c:v>2.9089999999999998</c:v>
                </c:pt>
                <c:pt idx="1433">
                  <c:v>2.8849999999999998</c:v>
                </c:pt>
                <c:pt idx="1434">
                  <c:v>2.7029999999999998</c:v>
                </c:pt>
                <c:pt idx="1435">
                  <c:v>2.657</c:v>
                </c:pt>
                <c:pt idx="1436">
                  <c:v>2.629</c:v>
                </c:pt>
                <c:pt idx="1437">
                  <c:v>2.7050000000000001</c:v>
                </c:pt>
                <c:pt idx="1438">
                  <c:v>2.7719999999999998</c:v>
                </c:pt>
                <c:pt idx="1439">
                  <c:v>2.673</c:v>
                </c:pt>
                <c:pt idx="1440">
                  <c:v>2.8849999999999998</c:v>
                </c:pt>
                <c:pt idx="1441">
                  <c:v>2.726</c:v>
                </c:pt>
                <c:pt idx="1442">
                  <c:v>2.8220000000000001</c:v>
                </c:pt>
                <c:pt idx="1443">
                  <c:v>2.8860000000000001</c:v>
                </c:pt>
                <c:pt idx="1444">
                  <c:v>2.673</c:v>
                </c:pt>
                <c:pt idx="1445">
                  <c:v>2.5190000000000001</c:v>
                </c:pt>
                <c:pt idx="1446">
                  <c:v>2.4849999999999999</c:v>
                </c:pt>
                <c:pt idx="1447">
                  <c:v>2.5169999999999999</c:v>
                </c:pt>
                <c:pt idx="1448">
                  <c:v>2.4980000000000002</c:v>
                </c:pt>
                <c:pt idx="1449">
                  <c:v>2.343</c:v>
                </c:pt>
                <c:pt idx="1450">
                  <c:v>2.2709999999999999</c:v>
                </c:pt>
                <c:pt idx="1451">
                  <c:v>2.1619999999999999</c:v>
                </c:pt>
                <c:pt idx="1452">
                  <c:v>2.101</c:v>
                </c:pt>
                <c:pt idx="1453">
                  <c:v>2.0419999999999998</c:v>
                </c:pt>
                <c:pt idx="1454">
                  <c:v>1.9950000000000001</c:v>
                </c:pt>
                <c:pt idx="1455">
                  <c:v>1.98</c:v>
                </c:pt>
                <c:pt idx="1456">
                  <c:v>1.988</c:v>
                </c:pt>
                <c:pt idx="1457">
                  <c:v>2.0110000000000001</c:v>
                </c:pt>
                <c:pt idx="1458">
                  <c:v>2.0329999999999999</c:v>
                </c:pt>
                <c:pt idx="1459">
                  <c:v>2.169</c:v>
                </c:pt>
                <c:pt idx="1460">
                  <c:v>2.222</c:v>
                </c:pt>
                <c:pt idx="1461">
                  <c:v>2.1139999999999999</c:v>
                </c:pt>
                <c:pt idx="1462">
                  <c:v>2.0089999999999999</c:v>
                </c:pt>
                <c:pt idx="1463">
                  <c:v>1.9790000000000001</c:v>
                </c:pt>
                <c:pt idx="1464">
                  <c:v>2.1890000000000001</c:v>
                </c:pt>
                <c:pt idx="1465">
                  <c:v>2.0910000000000002</c:v>
                </c:pt>
                <c:pt idx="1466">
                  <c:v>2.343</c:v>
                </c:pt>
                <c:pt idx="1467">
                  <c:v>2.2690000000000001</c:v>
                </c:pt>
                <c:pt idx="1468">
                  <c:v>2.3250000000000002</c:v>
                </c:pt>
                <c:pt idx="1469">
                  <c:v>2.339</c:v>
                </c:pt>
                <c:pt idx="1470">
                  <c:v>2.5019999999999998</c:v>
                </c:pt>
                <c:pt idx="1471">
                  <c:v>2.5950000000000002</c:v>
                </c:pt>
                <c:pt idx="1472">
                  <c:v>2.524</c:v>
                </c:pt>
                <c:pt idx="1473">
                  <c:v>2.4380000000000002</c:v>
                </c:pt>
                <c:pt idx="1474">
                  <c:v>2.4980000000000002</c:v>
                </c:pt>
                <c:pt idx="1475">
                  <c:v>2.5590000000000002</c:v>
                </c:pt>
                <c:pt idx="1476">
                  <c:v>2.629</c:v>
                </c:pt>
                <c:pt idx="1477">
                  <c:v>2.7650000000000001</c:v>
                </c:pt>
                <c:pt idx="1478">
                  <c:v>2.6030000000000002</c:v>
                </c:pt>
                <c:pt idx="1479">
                  <c:v>2.9750000000000001</c:v>
                </c:pt>
                <c:pt idx="1480">
                  <c:v>2.871</c:v>
                </c:pt>
                <c:pt idx="1481">
                  <c:v>2.8580000000000001</c:v>
                </c:pt>
                <c:pt idx="1482">
                  <c:v>2.8380000000000001</c:v>
                </c:pt>
                <c:pt idx="1483">
                  <c:v>2.8570000000000002</c:v>
                </c:pt>
                <c:pt idx="1484">
                  <c:v>2.92</c:v>
                </c:pt>
                <c:pt idx="1485">
                  <c:v>2.9079999999999999</c:v>
                </c:pt>
                <c:pt idx="1486">
                  <c:v>2.9329999999999998</c:v>
                </c:pt>
                <c:pt idx="1487">
                  <c:v>2.6890000000000001</c:v>
                </c:pt>
                <c:pt idx="1488">
                  <c:v>2.5950000000000002</c:v>
                </c:pt>
                <c:pt idx="1489">
                  <c:v>2.6219999999999999</c:v>
                </c:pt>
                <c:pt idx="1490">
                  <c:v>2.74</c:v>
                </c:pt>
                <c:pt idx="1491">
                  <c:v>2.6930000000000001</c:v>
                </c:pt>
                <c:pt idx="1492">
                  <c:v>2.6190000000000002</c:v>
                </c:pt>
                <c:pt idx="1493">
                  <c:v>2.6219999999999999</c:v>
                </c:pt>
                <c:pt idx="1494">
                  <c:v>2.657</c:v>
                </c:pt>
                <c:pt idx="1495">
                  <c:v>2.524</c:v>
                </c:pt>
                <c:pt idx="1496">
                  <c:v>2.456</c:v>
                </c:pt>
                <c:pt idx="1497">
                  <c:v>2.3929999999999998</c:v>
                </c:pt>
                <c:pt idx="1498">
                  <c:v>2.3730000000000002</c:v>
                </c:pt>
                <c:pt idx="1499">
                  <c:v>2.343</c:v>
                </c:pt>
                <c:pt idx="1500">
                  <c:v>2.2480000000000002</c:v>
                </c:pt>
                <c:pt idx="1501">
                  <c:v>2.2229999999999999</c:v>
                </c:pt>
                <c:pt idx="1502">
                  <c:v>2.2149999999999999</c:v>
                </c:pt>
                <c:pt idx="1503">
                  <c:v>2.1669999999999998</c:v>
                </c:pt>
                <c:pt idx="1504">
                  <c:v>2.2000000000000002</c:v>
                </c:pt>
                <c:pt idx="1505">
                  <c:v>2.1190000000000002</c:v>
                </c:pt>
                <c:pt idx="1506">
                  <c:v>2.1429999999999998</c:v>
                </c:pt>
                <c:pt idx="1507">
                  <c:v>2.0699999999999998</c:v>
                </c:pt>
                <c:pt idx="1508">
                  <c:v>2.1379999999999999</c:v>
                </c:pt>
                <c:pt idx="1509">
                  <c:v>2.0960000000000001</c:v>
                </c:pt>
                <c:pt idx="1510">
                  <c:v>2.161</c:v>
                </c:pt>
                <c:pt idx="1511">
                  <c:v>2.1190000000000002</c:v>
                </c:pt>
                <c:pt idx="1512">
                  <c:v>2.2080000000000002</c:v>
                </c:pt>
                <c:pt idx="1513">
                  <c:v>2.2490000000000001</c:v>
                </c:pt>
                <c:pt idx="1514">
                  <c:v>2.3490000000000002</c:v>
                </c:pt>
                <c:pt idx="1515">
                  <c:v>2.3079999999999998</c:v>
                </c:pt>
                <c:pt idx="1516">
                  <c:v>2.42</c:v>
                </c:pt>
                <c:pt idx="1517">
                  <c:v>2.548</c:v>
                </c:pt>
                <c:pt idx="1518">
                  <c:v>2.5550000000000002</c:v>
                </c:pt>
                <c:pt idx="1519">
                  <c:v>2.6480000000000001</c:v>
                </c:pt>
                <c:pt idx="1520">
                  <c:v>2.7789999999999999</c:v>
                </c:pt>
                <c:pt idx="1521">
                  <c:v>2.645</c:v>
                </c:pt>
                <c:pt idx="1522">
                  <c:v>2.7719999999999998</c:v>
                </c:pt>
                <c:pt idx="1523">
                  <c:v>2.927</c:v>
                </c:pt>
                <c:pt idx="1524">
                  <c:v>2.7749999999999999</c:v>
                </c:pt>
                <c:pt idx="1525">
                  <c:v>3.0310000000000001</c:v>
                </c:pt>
                <c:pt idx="1526">
                  <c:v>3.0059999999999998</c:v>
                </c:pt>
                <c:pt idx="1527">
                  <c:v>2.8540000000000001</c:v>
                </c:pt>
                <c:pt idx="1528">
                  <c:v>2.923</c:v>
                </c:pt>
                <c:pt idx="1529">
                  <c:v>2.899</c:v>
                </c:pt>
                <c:pt idx="1530">
                  <c:v>3.0219999999999998</c:v>
                </c:pt>
                <c:pt idx="1531">
                  <c:v>2.931</c:v>
                </c:pt>
                <c:pt idx="1532">
                  <c:v>3.0670000000000002</c:v>
                </c:pt>
                <c:pt idx="1533">
                  <c:v>2.9159999999999999</c:v>
                </c:pt>
                <c:pt idx="1534">
                  <c:v>2.9260000000000002</c:v>
                </c:pt>
                <c:pt idx="1535">
                  <c:v>2.9990000000000001</c:v>
                </c:pt>
                <c:pt idx="1536">
                  <c:v>3.1059999999999999</c:v>
                </c:pt>
                <c:pt idx="1537">
                  <c:v>2.9870000000000001</c:v>
                </c:pt>
                <c:pt idx="1538">
                  <c:v>2.8959999999999999</c:v>
                </c:pt>
                <c:pt idx="1539">
                  <c:v>2.9590000000000001</c:v>
                </c:pt>
                <c:pt idx="1540">
                  <c:v>3.052</c:v>
                </c:pt>
                <c:pt idx="1541">
                  <c:v>3.032</c:v>
                </c:pt>
                <c:pt idx="1542">
                  <c:v>3.0880000000000001</c:v>
                </c:pt>
                <c:pt idx="1543">
                  <c:v>3.04</c:v>
                </c:pt>
                <c:pt idx="1544">
                  <c:v>3.1019999999999999</c:v>
                </c:pt>
                <c:pt idx="1545">
                  <c:v>3.06</c:v>
                </c:pt>
                <c:pt idx="1546">
                  <c:v>3.1230000000000002</c:v>
                </c:pt>
                <c:pt idx="1547">
                  <c:v>3.008</c:v>
                </c:pt>
                <c:pt idx="1548">
                  <c:v>3.0979999999999999</c:v>
                </c:pt>
                <c:pt idx="1549">
                  <c:v>3.2349999999999999</c:v>
                </c:pt>
                <c:pt idx="1550">
                  <c:v>3.1429999999999998</c:v>
                </c:pt>
                <c:pt idx="1551">
                  <c:v>3.2490000000000001</c:v>
                </c:pt>
                <c:pt idx="1552">
                  <c:v>3.3170000000000002</c:v>
                </c:pt>
                <c:pt idx="1553">
                  <c:v>3.355</c:v>
                </c:pt>
                <c:pt idx="1554">
                  <c:v>3.2290000000000001</c:v>
                </c:pt>
                <c:pt idx="1555">
                  <c:v>3.2320000000000002</c:v>
                </c:pt>
                <c:pt idx="1556">
                  <c:v>3.2789999999999999</c:v>
                </c:pt>
                <c:pt idx="1557">
                  <c:v>3.2909999999999999</c:v>
                </c:pt>
                <c:pt idx="1558">
                  <c:v>3.262</c:v>
                </c:pt>
                <c:pt idx="1559">
                  <c:v>3.2709999999999999</c:v>
                </c:pt>
                <c:pt idx="1560">
                  <c:v>3.3650000000000002</c:v>
                </c:pt>
                <c:pt idx="1561">
                  <c:v>3.4009999999999998</c:v>
                </c:pt>
                <c:pt idx="1562">
                  <c:v>3.036</c:v>
                </c:pt>
                <c:pt idx="1563">
                  <c:v>3.052</c:v>
                </c:pt>
                <c:pt idx="1564">
                  <c:v>2.9940000000000002</c:v>
                </c:pt>
                <c:pt idx="1565">
                  <c:v>2.9350000000000001</c:v>
                </c:pt>
                <c:pt idx="1566">
                  <c:v>2.9079999999999999</c:v>
                </c:pt>
                <c:pt idx="1567">
                  <c:v>2.9460000000000002</c:v>
                </c:pt>
                <c:pt idx="1568">
                  <c:v>2.9630000000000001</c:v>
                </c:pt>
                <c:pt idx="1569">
                  <c:v>2.9510000000000001</c:v>
                </c:pt>
                <c:pt idx="1570">
                  <c:v>2.9860000000000002</c:v>
                </c:pt>
                <c:pt idx="1571">
                  <c:v>2.8959999999999999</c:v>
                </c:pt>
                <c:pt idx="1572">
                  <c:v>3.0459999999999998</c:v>
                </c:pt>
                <c:pt idx="1573">
                  <c:v>3.016</c:v>
                </c:pt>
                <c:pt idx="1574">
                  <c:v>3.0449999999999999</c:v>
                </c:pt>
                <c:pt idx="1575">
                  <c:v>3.0030000000000001</c:v>
                </c:pt>
                <c:pt idx="1576">
                  <c:v>2.8759999999999999</c:v>
                </c:pt>
                <c:pt idx="1577">
                  <c:v>2.895</c:v>
                </c:pt>
                <c:pt idx="1578">
                  <c:v>3.0249999999999999</c:v>
                </c:pt>
                <c:pt idx="1579">
                  <c:v>3.0049999999999999</c:v>
                </c:pt>
                <c:pt idx="1580">
                  <c:v>2.9409999999999998</c:v>
                </c:pt>
                <c:pt idx="1581">
                  <c:v>2.956</c:v>
                </c:pt>
                <c:pt idx="1582">
                  <c:v>3.0289999999999999</c:v>
                </c:pt>
                <c:pt idx="1583">
                  <c:v>3.0150000000000001</c:v>
                </c:pt>
                <c:pt idx="1584">
                  <c:v>3.0409999999999999</c:v>
                </c:pt>
                <c:pt idx="1585">
                  <c:v>3.12</c:v>
                </c:pt>
                <c:pt idx="1586">
                  <c:v>3.0449999999999999</c:v>
                </c:pt>
                <c:pt idx="1587">
                  <c:v>3.1960000000000002</c:v>
                </c:pt>
                <c:pt idx="1588">
                  <c:v>3.1789999999999998</c:v>
                </c:pt>
                <c:pt idx="1589">
                  <c:v>3.2330000000000001</c:v>
                </c:pt>
                <c:pt idx="1590">
                  <c:v>3.351</c:v>
                </c:pt>
                <c:pt idx="1591">
                  <c:v>3.4</c:v>
                </c:pt>
                <c:pt idx="1592">
                  <c:v>3.4180000000000001</c:v>
                </c:pt>
                <c:pt idx="1593">
                  <c:v>3.597</c:v>
                </c:pt>
                <c:pt idx="1594">
                  <c:v>3.5270000000000001</c:v>
                </c:pt>
                <c:pt idx="1595">
                  <c:v>3.5790000000000002</c:v>
                </c:pt>
                <c:pt idx="1596">
                  <c:v>3.3969999999999998</c:v>
                </c:pt>
                <c:pt idx="1597">
                  <c:v>3.4580000000000002</c:v>
                </c:pt>
                <c:pt idx="1598">
                  <c:v>3.359</c:v>
                </c:pt>
                <c:pt idx="1599">
                  <c:v>3.4369999999999998</c:v>
                </c:pt>
                <c:pt idx="1600">
                  <c:v>3.395</c:v>
                </c:pt>
                <c:pt idx="1601">
                  <c:v>3.4049999999999998</c:v>
                </c:pt>
                <c:pt idx="1602">
                  <c:v>3.274</c:v>
                </c:pt>
                <c:pt idx="1603">
                  <c:v>3.5339999999999998</c:v>
                </c:pt>
                <c:pt idx="1604">
                  <c:v>3.395</c:v>
                </c:pt>
                <c:pt idx="1605">
                  <c:v>3.351</c:v>
                </c:pt>
                <c:pt idx="1606">
                  <c:v>3.2050000000000001</c:v>
                </c:pt>
                <c:pt idx="1607">
                  <c:v>3.1269999999999998</c:v>
                </c:pt>
                <c:pt idx="1608">
                  <c:v>3.032</c:v>
                </c:pt>
                <c:pt idx="1609">
                  <c:v>3.093</c:v>
                </c:pt>
                <c:pt idx="1610">
                  <c:v>2.8860000000000001</c:v>
                </c:pt>
                <c:pt idx="1611">
                  <c:v>2.8220000000000001</c:v>
                </c:pt>
                <c:pt idx="1612">
                  <c:v>2.778</c:v>
                </c:pt>
                <c:pt idx="1613">
                  <c:v>2.6779999999999999</c:v>
                </c:pt>
                <c:pt idx="1614">
                  <c:v>2.6829999999999998</c:v>
                </c:pt>
                <c:pt idx="1615">
                  <c:v>2.645</c:v>
                </c:pt>
                <c:pt idx="1616">
                  <c:v>2.5179999999999998</c:v>
                </c:pt>
                <c:pt idx="1617">
                  <c:v>2.4569999999999999</c:v>
                </c:pt>
                <c:pt idx="1618">
                  <c:v>2.351</c:v>
                </c:pt>
                <c:pt idx="1619">
                  <c:v>2.4489999999999998</c:v>
                </c:pt>
                <c:pt idx="1620">
                  <c:v>2.4860000000000002</c:v>
                </c:pt>
                <c:pt idx="1621">
                  <c:v>2.5310000000000001</c:v>
                </c:pt>
                <c:pt idx="1622">
                  <c:v>2.57</c:v>
                </c:pt>
                <c:pt idx="1623">
                  <c:v>2.5339999999999998</c:v>
                </c:pt>
                <c:pt idx="1624">
                  <c:v>2.5870000000000002</c:v>
                </c:pt>
                <c:pt idx="1625">
                  <c:v>2.653</c:v>
                </c:pt>
                <c:pt idx="1626">
                  <c:v>2.7029999999999998</c:v>
                </c:pt>
                <c:pt idx="1627">
                  <c:v>2.806</c:v>
                </c:pt>
                <c:pt idx="1628">
                  <c:v>2.71</c:v>
                </c:pt>
                <c:pt idx="1629">
                  <c:v>2.794</c:v>
                </c:pt>
                <c:pt idx="1630">
                  <c:v>2.91</c:v>
                </c:pt>
                <c:pt idx="1631">
                  <c:v>2.9990000000000001</c:v>
                </c:pt>
                <c:pt idx="1632">
                  <c:v>3.0339999999999998</c:v>
                </c:pt>
                <c:pt idx="1633">
                  <c:v>3.1139999999999999</c:v>
                </c:pt>
                <c:pt idx="1634">
                  <c:v>2.9129999999999998</c:v>
                </c:pt>
                <c:pt idx="1635">
                  <c:v>2.843</c:v>
                </c:pt>
                <c:pt idx="1636">
                  <c:v>2.7930000000000001</c:v>
                </c:pt>
                <c:pt idx="1637">
                  <c:v>2.7370000000000001</c:v>
                </c:pt>
                <c:pt idx="1638">
                  <c:v>2.8559999999999999</c:v>
                </c:pt>
                <c:pt idx="1639">
                  <c:v>2.88</c:v>
                </c:pt>
                <c:pt idx="1640">
                  <c:v>2.9689999999999999</c:v>
                </c:pt>
                <c:pt idx="1641">
                  <c:v>2.89</c:v>
                </c:pt>
                <c:pt idx="1642">
                  <c:v>2.99</c:v>
                </c:pt>
                <c:pt idx="1643">
                  <c:v>3.004</c:v>
                </c:pt>
                <c:pt idx="1644">
                  <c:v>2.9660000000000002</c:v>
                </c:pt>
                <c:pt idx="1645">
                  <c:v>2.95</c:v>
                </c:pt>
                <c:pt idx="1646">
                  <c:v>2.9940000000000002</c:v>
                </c:pt>
                <c:pt idx="1647">
                  <c:v>3.0939999999999999</c:v>
                </c:pt>
                <c:pt idx="1648">
                  <c:v>2.9220000000000002</c:v>
                </c:pt>
                <c:pt idx="1649">
                  <c:v>2.927</c:v>
                </c:pt>
                <c:pt idx="1650">
                  <c:v>2.875</c:v>
                </c:pt>
                <c:pt idx="1651">
                  <c:v>2.9510000000000001</c:v>
                </c:pt>
                <c:pt idx="1652">
                  <c:v>2.9980000000000002</c:v>
                </c:pt>
                <c:pt idx="1653">
                  <c:v>3.0510000000000002</c:v>
                </c:pt>
                <c:pt idx="1654">
                  <c:v>2.9630000000000001</c:v>
                </c:pt>
                <c:pt idx="1655">
                  <c:v>3.069</c:v>
                </c:pt>
                <c:pt idx="1656">
                  <c:v>3.0739999999999998</c:v>
                </c:pt>
                <c:pt idx="1657">
                  <c:v>3.0430000000000001</c:v>
                </c:pt>
                <c:pt idx="1658">
                  <c:v>3.0329999999999999</c:v>
                </c:pt>
                <c:pt idx="1659">
                  <c:v>3.0179999999999998</c:v>
                </c:pt>
                <c:pt idx="1660">
                  <c:v>3.0249999999999999</c:v>
                </c:pt>
                <c:pt idx="1661">
                  <c:v>2.9929999999999999</c:v>
                </c:pt>
                <c:pt idx="1662">
                  <c:v>2.8540000000000001</c:v>
                </c:pt>
                <c:pt idx="1663">
                  <c:v>2.8069999999999999</c:v>
                </c:pt>
                <c:pt idx="1664">
                  <c:v>2.9129999999999998</c:v>
                </c:pt>
                <c:pt idx="1665">
                  <c:v>2.9449999999999998</c:v>
                </c:pt>
                <c:pt idx="1666">
                  <c:v>2.9990000000000001</c:v>
                </c:pt>
                <c:pt idx="1667">
                  <c:v>3.1110000000000002</c:v>
                </c:pt>
                <c:pt idx="1668">
                  <c:v>3.1970000000000001</c:v>
                </c:pt>
                <c:pt idx="1669">
                  <c:v>3.0470000000000002</c:v>
                </c:pt>
                <c:pt idx="1670">
                  <c:v>3.1779999999999999</c:v>
                </c:pt>
                <c:pt idx="1671">
                  <c:v>3.1739999999999999</c:v>
                </c:pt>
                <c:pt idx="1672">
                  <c:v>3.129</c:v>
                </c:pt>
                <c:pt idx="1673">
                  <c:v>3.0880000000000001</c:v>
                </c:pt>
                <c:pt idx="1674">
                  <c:v>3.0059999999999998</c:v>
                </c:pt>
                <c:pt idx="1675">
                  <c:v>2.9380000000000002</c:v>
                </c:pt>
                <c:pt idx="1676">
                  <c:v>2.99</c:v>
                </c:pt>
                <c:pt idx="1677">
                  <c:v>2.9409999999999998</c:v>
                </c:pt>
                <c:pt idx="1678">
                  <c:v>2.8730000000000002</c:v>
                </c:pt>
                <c:pt idx="1679">
                  <c:v>2.931</c:v>
                </c:pt>
                <c:pt idx="1680">
                  <c:v>2.9049999999999998</c:v>
                </c:pt>
                <c:pt idx="1681">
                  <c:v>2.8109999999999999</c:v>
                </c:pt>
                <c:pt idx="1682">
                  <c:v>2.7890000000000001</c:v>
                </c:pt>
                <c:pt idx="1683">
                  <c:v>2.7080000000000002</c:v>
                </c:pt>
                <c:pt idx="1684">
                  <c:v>2.875</c:v>
                </c:pt>
                <c:pt idx="1685">
                  <c:v>2.8719999999999999</c:v>
                </c:pt>
                <c:pt idx="1686">
                  <c:v>2.7490000000000001</c:v>
                </c:pt>
                <c:pt idx="1687">
                  <c:v>2.605</c:v>
                </c:pt>
                <c:pt idx="1688">
                  <c:v>2.6909999999999998</c:v>
                </c:pt>
                <c:pt idx="1689">
                  <c:v>2.702</c:v>
                </c:pt>
                <c:pt idx="1690">
                  <c:v>2.7170000000000001</c:v>
                </c:pt>
                <c:pt idx="1691">
                  <c:v>2.8340000000000001</c:v>
                </c:pt>
                <c:pt idx="1692">
                  <c:v>2.7010000000000001</c:v>
                </c:pt>
                <c:pt idx="1693">
                  <c:v>2.8570000000000002</c:v>
                </c:pt>
                <c:pt idx="1694">
                  <c:v>2.8639999999999999</c:v>
                </c:pt>
                <c:pt idx="1695">
                  <c:v>2.8279999999999998</c:v>
                </c:pt>
                <c:pt idx="1696">
                  <c:v>2.8940000000000001</c:v>
                </c:pt>
                <c:pt idx="1697">
                  <c:v>2.8130000000000002</c:v>
                </c:pt>
                <c:pt idx="1698">
                  <c:v>2.7149999999999999</c:v>
                </c:pt>
                <c:pt idx="1699">
                  <c:v>2.71</c:v>
                </c:pt>
                <c:pt idx="1700">
                  <c:v>2.6890000000000001</c:v>
                </c:pt>
                <c:pt idx="1701">
                  <c:v>2.7869999999999999</c:v>
                </c:pt>
                <c:pt idx="1702">
                  <c:v>2.8519999999999999</c:v>
                </c:pt>
                <c:pt idx="1703">
                  <c:v>3.0649999999999999</c:v>
                </c:pt>
                <c:pt idx="1704">
                  <c:v>3.15</c:v>
                </c:pt>
                <c:pt idx="1705">
                  <c:v>3.2789999999999999</c:v>
                </c:pt>
                <c:pt idx="1706">
                  <c:v>3.3650000000000002</c:v>
                </c:pt>
                <c:pt idx="1707">
                  <c:v>3.54</c:v>
                </c:pt>
                <c:pt idx="1708">
                  <c:v>3.4689999999999999</c:v>
                </c:pt>
                <c:pt idx="1709">
                  <c:v>3.4420000000000002</c:v>
                </c:pt>
                <c:pt idx="1710">
                  <c:v>3.5779999999999998</c:v>
                </c:pt>
                <c:pt idx="1711">
                  <c:v>3.496</c:v>
                </c:pt>
                <c:pt idx="1712">
                  <c:v>3.3580000000000001</c:v>
                </c:pt>
                <c:pt idx="1713">
                  <c:v>3.44</c:v>
                </c:pt>
                <c:pt idx="1714">
                  <c:v>3.339</c:v>
                </c:pt>
                <c:pt idx="1715">
                  <c:v>3.2959999999999998</c:v>
                </c:pt>
                <c:pt idx="1716">
                  <c:v>3.3050000000000002</c:v>
                </c:pt>
                <c:pt idx="1717">
                  <c:v>3.2610000000000001</c:v>
                </c:pt>
                <c:pt idx="1718">
                  <c:v>3.34</c:v>
                </c:pt>
                <c:pt idx="1719">
                  <c:v>3.2490000000000001</c:v>
                </c:pt>
                <c:pt idx="1720">
                  <c:v>3.2719999999999998</c:v>
                </c:pt>
                <c:pt idx="1721">
                  <c:v>3.3839999999999999</c:v>
                </c:pt>
                <c:pt idx="1722">
                  <c:v>3.528</c:v>
                </c:pt>
                <c:pt idx="1723">
                  <c:v>3.589</c:v>
                </c:pt>
                <c:pt idx="1724">
                  <c:v>3.4060000000000001</c:v>
                </c:pt>
                <c:pt idx="1725">
                  <c:v>3.14</c:v>
                </c:pt>
                <c:pt idx="1726">
                  <c:v>3.081</c:v>
                </c:pt>
                <c:pt idx="1727">
                  <c:v>3.024</c:v>
                </c:pt>
                <c:pt idx="1728">
                  <c:v>3.0190000000000001</c:v>
                </c:pt>
                <c:pt idx="1729">
                  <c:v>3.1190000000000002</c:v>
                </c:pt>
                <c:pt idx="1730">
                  <c:v>3.1419999999999999</c:v>
                </c:pt>
                <c:pt idx="1731">
                  <c:v>3.1989999999999998</c:v>
                </c:pt>
                <c:pt idx="1732">
                  <c:v>3.262</c:v>
                </c:pt>
                <c:pt idx="1733">
                  <c:v>3.2690000000000001</c:v>
                </c:pt>
                <c:pt idx="1734">
                  <c:v>3.2429999999999999</c:v>
                </c:pt>
                <c:pt idx="1735">
                  <c:v>3.2629999999999999</c:v>
                </c:pt>
                <c:pt idx="1736">
                  <c:v>3.2280000000000002</c:v>
                </c:pt>
                <c:pt idx="1737">
                  <c:v>3.1579999999999999</c:v>
                </c:pt>
                <c:pt idx="1738">
                  <c:v>3.1160000000000001</c:v>
                </c:pt>
                <c:pt idx="1739">
                  <c:v>3.1230000000000002</c:v>
                </c:pt>
                <c:pt idx="1740">
                  <c:v>3.0819999999999999</c:v>
                </c:pt>
                <c:pt idx="1741">
                  <c:v>3.1840000000000002</c:v>
                </c:pt>
                <c:pt idx="1742">
                  <c:v>3.0259999999999998</c:v>
                </c:pt>
                <c:pt idx="1743">
                  <c:v>2.9980000000000002</c:v>
                </c:pt>
                <c:pt idx="1744">
                  <c:v>2.8660000000000001</c:v>
                </c:pt>
                <c:pt idx="1745">
                  <c:v>2.8650000000000002</c:v>
                </c:pt>
                <c:pt idx="1746">
                  <c:v>2.7650000000000001</c:v>
                </c:pt>
                <c:pt idx="1747">
                  <c:v>2.6709999999999998</c:v>
                </c:pt>
                <c:pt idx="1748">
                  <c:v>2.7029999999999998</c:v>
                </c:pt>
                <c:pt idx="1749">
                  <c:v>2.7570000000000001</c:v>
                </c:pt>
                <c:pt idx="1750">
                  <c:v>2.6019999999999999</c:v>
                </c:pt>
                <c:pt idx="1751">
                  <c:v>2.9409999999999998</c:v>
                </c:pt>
                <c:pt idx="1752">
                  <c:v>2.8170000000000002</c:v>
                </c:pt>
                <c:pt idx="1753">
                  <c:v>2.7930000000000001</c:v>
                </c:pt>
                <c:pt idx="1754">
                  <c:v>2.8010000000000002</c:v>
                </c:pt>
                <c:pt idx="1755">
                  <c:v>2.7719999999999998</c:v>
                </c:pt>
                <c:pt idx="1756">
                  <c:v>2.8809999999999998</c:v>
                </c:pt>
                <c:pt idx="1757">
                  <c:v>2.9239999999999999</c:v>
                </c:pt>
                <c:pt idx="1758">
                  <c:v>2.8639999999999999</c:v>
                </c:pt>
                <c:pt idx="1759">
                  <c:v>2.766</c:v>
                </c:pt>
                <c:pt idx="1760">
                  <c:v>2.9620000000000002</c:v>
                </c:pt>
                <c:pt idx="1761">
                  <c:v>2.8279999999999998</c:v>
                </c:pt>
                <c:pt idx="1762">
                  <c:v>2.7869999999999999</c:v>
                </c:pt>
                <c:pt idx="1763">
                  <c:v>2.9470000000000001</c:v>
                </c:pt>
                <c:pt idx="1764">
                  <c:v>3.0449999999999999</c:v>
                </c:pt>
                <c:pt idx="1765">
                  <c:v>3.1989999999999998</c:v>
                </c:pt>
                <c:pt idx="1766">
                  <c:v>3.1659999999999999</c:v>
                </c:pt>
                <c:pt idx="1767">
                  <c:v>3.306</c:v>
                </c:pt>
                <c:pt idx="1768">
                  <c:v>3.22</c:v>
                </c:pt>
                <c:pt idx="1769">
                  <c:v>3.0609999999999999</c:v>
                </c:pt>
                <c:pt idx="1770">
                  <c:v>2.8940000000000001</c:v>
                </c:pt>
                <c:pt idx="1771">
                  <c:v>2.9969999999999999</c:v>
                </c:pt>
                <c:pt idx="1772">
                  <c:v>2.9319999999999999</c:v>
                </c:pt>
                <c:pt idx="1773">
                  <c:v>2.907</c:v>
                </c:pt>
                <c:pt idx="1774">
                  <c:v>2.944</c:v>
                </c:pt>
                <c:pt idx="1775">
                  <c:v>3.0529999999999999</c:v>
                </c:pt>
                <c:pt idx="1776">
                  <c:v>2.9889999999999999</c:v>
                </c:pt>
                <c:pt idx="1777">
                  <c:v>3.032</c:v>
                </c:pt>
                <c:pt idx="1778">
                  <c:v>3.0430000000000001</c:v>
                </c:pt>
                <c:pt idx="1779">
                  <c:v>3.1179999999999999</c:v>
                </c:pt>
                <c:pt idx="1780">
                  <c:v>3.222</c:v>
                </c:pt>
                <c:pt idx="1781">
                  <c:v>3.2160000000000002</c:v>
                </c:pt>
                <c:pt idx="1782">
                  <c:v>3.2149999999999999</c:v>
                </c:pt>
                <c:pt idx="1783">
                  <c:v>3.206</c:v>
                </c:pt>
                <c:pt idx="1784">
                  <c:v>3.2330000000000001</c:v>
                </c:pt>
                <c:pt idx="1785">
                  <c:v>3.1819999999999999</c:v>
                </c:pt>
                <c:pt idx="1786">
                  <c:v>3.3410000000000002</c:v>
                </c:pt>
                <c:pt idx="1787">
                  <c:v>3.4279999999999999</c:v>
                </c:pt>
                <c:pt idx="1788">
                  <c:v>3.5640000000000001</c:v>
                </c:pt>
                <c:pt idx="1789">
                  <c:v>3.448</c:v>
                </c:pt>
                <c:pt idx="1790">
                  <c:v>3.476</c:v>
                </c:pt>
                <c:pt idx="1791">
                  <c:v>3.4860000000000002</c:v>
                </c:pt>
                <c:pt idx="1792">
                  <c:v>3.56</c:v>
                </c:pt>
                <c:pt idx="1793">
                  <c:v>3.669</c:v>
                </c:pt>
                <c:pt idx="1794">
                  <c:v>3.5910000000000002</c:v>
                </c:pt>
                <c:pt idx="1795">
                  <c:v>3.508</c:v>
                </c:pt>
                <c:pt idx="1796">
                  <c:v>3.5230000000000001</c:v>
                </c:pt>
                <c:pt idx="1797">
                  <c:v>3.4169999999999998</c:v>
                </c:pt>
                <c:pt idx="1798">
                  <c:v>3.3889999999999998</c:v>
                </c:pt>
                <c:pt idx="1799">
                  <c:v>3.202</c:v>
                </c:pt>
                <c:pt idx="1800">
                  <c:v>3.0329999999999999</c:v>
                </c:pt>
                <c:pt idx="1801">
                  <c:v>3.052</c:v>
                </c:pt>
                <c:pt idx="1802">
                  <c:v>3.0070000000000001</c:v>
                </c:pt>
                <c:pt idx="1803">
                  <c:v>3.09</c:v>
                </c:pt>
                <c:pt idx="1804">
                  <c:v>3.036</c:v>
                </c:pt>
                <c:pt idx="1805">
                  <c:v>2.9950000000000001</c:v>
                </c:pt>
                <c:pt idx="1806">
                  <c:v>3.1</c:v>
                </c:pt>
                <c:pt idx="1807">
                  <c:v>3.05</c:v>
                </c:pt>
                <c:pt idx="1808">
                  <c:v>2.605</c:v>
                </c:pt>
                <c:pt idx="1809">
                  <c:v>2.5840000000000001</c:v>
                </c:pt>
                <c:pt idx="1810">
                  <c:v>2.61</c:v>
                </c:pt>
                <c:pt idx="1811">
                  <c:v>2.6459999999999999</c:v>
                </c:pt>
                <c:pt idx="1812">
                  <c:v>2.5819999999999999</c:v>
                </c:pt>
                <c:pt idx="1813">
                  <c:v>2.6259999999999999</c:v>
                </c:pt>
                <c:pt idx="1814">
                  <c:v>2.6709999999999998</c:v>
                </c:pt>
                <c:pt idx="1815">
                  <c:v>2.738</c:v>
                </c:pt>
                <c:pt idx="1816">
                  <c:v>2.7530000000000001</c:v>
                </c:pt>
                <c:pt idx="1817">
                  <c:v>2.8050000000000002</c:v>
                </c:pt>
                <c:pt idx="1818">
                  <c:v>2.94</c:v>
                </c:pt>
                <c:pt idx="1819">
                  <c:v>2.996</c:v>
                </c:pt>
                <c:pt idx="1820">
                  <c:v>2.9169999999999998</c:v>
                </c:pt>
                <c:pt idx="1821">
                  <c:v>2.927</c:v>
                </c:pt>
                <c:pt idx="1822">
                  <c:v>3.0019999999999998</c:v>
                </c:pt>
                <c:pt idx="1823">
                  <c:v>2.9849999999999999</c:v>
                </c:pt>
                <c:pt idx="1824">
                  <c:v>2.8580000000000001</c:v>
                </c:pt>
                <c:pt idx="1825">
                  <c:v>2.9039999999999999</c:v>
                </c:pt>
                <c:pt idx="1826">
                  <c:v>2.9740000000000002</c:v>
                </c:pt>
                <c:pt idx="1827">
                  <c:v>3.048</c:v>
                </c:pt>
                <c:pt idx="1828">
                  <c:v>3.1829999999999998</c:v>
                </c:pt>
                <c:pt idx="1829">
                  <c:v>3.2959999999999998</c:v>
                </c:pt>
                <c:pt idx="1830">
                  <c:v>3.17</c:v>
                </c:pt>
                <c:pt idx="1831">
                  <c:v>3.0779999999999998</c:v>
                </c:pt>
                <c:pt idx="1832">
                  <c:v>3.2410000000000001</c:v>
                </c:pt>
                <c:pt idx="1833">
                  <c:v>3.4089999999999998</c:v>
                </c:pt>
                <c:pt idx="1834">
                  <c:v>3.37</c:v>
                </c:pt>
                <c:pt idx="1835">
                  <c:v>3.2730000000000001</c:v>
                </c:pt>
                <c:pt idx="1836">
                  <c:v>3.254</c:v>
                </c:pt>
                <c:pt idx="1837">
                  <c:v>3.2450000000000001</c:v>
                </c:pt>
                <c:pt idx="1838">
                  <c:v>3.177</c:v>
                </c:pt>
                <c:pt idx="1839">
                  <c:v>3.1840000000000002</c:v>
                </c:pt>
                <c:pt idx="1840">
                  <c:v>3.1709999999999998</c:v>
                </c:pt>
                <c:pt idx="1841">
                  <c:v>2.9609999999999999</c:v>
                </c:pt>
                <c:pt idx="1842">
                  <c:v>3.165</c:v>
                </c:pt>
                <c:pt idx="1843">
                  <c:v>3.2509999999999999</c:v>
                </c:pt>
                <c:pt idx="1844">
                  <c:v>3.2090000000000001</c:v>
                </c:pt>
                <c:pt idx="1845">
                  <c:v>3.2160000000000002</c:v>
                </c:pt>
                <c:pt idx="1846">
                  <c:v>2.9209999999999998</c:v>
                </c:pt>
                <c:pt idx="1847">
                  <c:v>2.875</c:v>
                </c:pt>
                <c:pt idx="1848">
                  <c:v>2.9089999999999998</c:v>
                </c:pt>
                <c:pt idx="1849">
                  <c:v>2.794</c:v>
                </c:pt>
                <c:pt idx="1850">
                  <c:v>2.8170000000000002</c:v>
                </c:pt>
                <c:pt idx="1851">
                  <c:v>2.629</c:v>
                </c:pt>
                <c:pt idx="1852">
                  <c:v>2.5619999999999998</c:v>
                </c:pt>
                <c:pt idx="1853">
                  <c:v>2.585</c:v>
                </c:pt>
                <c:pt idx="1854">
                  <c:v>2.4670000000000001</c:v>
                </c:pt>
                <c:pt idx="1855">
                  <c:v>2.448</c:v>
                </c:pt>
                <c:pt idx="1856">
                  <c:v>2.5390000000000001</c:v>
                </c:pt>
                <c:pt idx="1857">
                  <c:v>2.427</c:v>
                </c:pt>
                <c:pt idx="1858">
                  <c:v>2.5710000000000002</c:v>
                </c:pt>
                <c:pt idx="1859">
                  <c:v>2.5049999999999999</c:v>
                </c:pt>
                <c:pt idx="1860">
                  <c:v>2.589</c:v>
                </c:pt>
                <c:pt idx="1861">
                  <c:v>2.4620000000000002</c:v>
                </c:pt>
                <c:pt idx="1862">
                  <c:v>2.6480000000000001</c:v>
                </c:pt>
                <c:pt idx="1863">
                  <c:v>2.5720000000000001</c:v>
                </c:pt>
                <c:pt idx="1864">
                  <c:v>2.4950000000000001</c:v>
                </c:pt>
                <c:pt idx="1865">
                  <c:v>2.6309999999999998</c:v>
                </c:pt>
                <c:pt idx="1866">
                  <c:v>2.5129999999999999</c:v>
                </c:pt>
                <c:pt idx="1867">
                  <c:v>2.4670000000000001</c:v>
                </c:pt>
                <c:pt idx="1868">
                  <c:v>2.5619999999999998</c:v>
                </c:pt>
                <c:pt idx="1869">
                  <c:v>2.6219999999999999</c:v>
                </c:pt>
                <c:pt idx="1870">
                  <c:v>2.6749999999999998</c:v>
                </c:pt>
                <c:pt idx="1871">
                  <c:v>2.649</c:v>
                </c:pt>
                <c:pt idx="1872">
                  <c:v>2.5859999999999999</c:v>
                </c:pt>
                <c:pt idx="1873">
                  <c:v>2.5880000000000001</c:v>
                </c:pt>
                <c:pt idx="1874">
                  <c:v>2.5550000000000002</c:v>
                </c:pt>
                <c:pt idx="1875">
                  <c:v>2.67</c:v>
                </c:pt>
                <c:pt idx="1876">
                  <c:v>2.637</c:v>
                </c:pt>
                <c:pt idx="1877">
                  <c:v>2.706</c:v>
                </c:pt>
                <c:pt idx="1878">
                  <c:v>2.7949999999999999</c:v>
                </c:pt>
                <c:pt idx="1879">
                  <c:v>2.8639999999999999</c:v>
                </c:pt>
                <c:pt idx="1880">
                  <c:v>2.8410000000000002</c:v>
                </c:pt>
                <c:pt idx="1881">
                  <c:v>2.887</c:v>
                </c:pt>
                <c:pt idx="1882">
                  <c:v>2.98</c:v>
                </c:pt>
                <c:pt idx="1883">
                  <c:v>3.1709999999999998</c:v>
                </c:pt>
                <c:pt idx="1884">
                  <c:v>3.0920000000000001</c:v>
                </c:pt>
                <c:pt idx="1885">
                  <c:v>3.2149999999999999</c:v>
                </c:pt>
                <c:pt idx="1886">
                  <c:v>3.165</c:v>
                </c:pt>
                <c:pt idx="1887">
                  <c:v>3.327</c:v>
                </c:pt>
                <c:pt idx="1888">
                  <c:v>3.4409999999999998</c:v>
                </c:pt>
                <c:pt idx="1889">
                  <c:v>3.5350000000000001</c:v>
                </c:pt>
                <c:pt idx="1890">
                  <c:v>3.6150000000000002</c:v>
                </c:pt>
                <c:pt idx="1891">
                  <c:v>3.4279999999999999</c:v>
                </c:pt>
                <c:pt idx="1892">
                  <c:v>3.3980000000000001</c:v>
                </c:pt>
                <c:pt idx="1893">
                  <c:v>3.4609999999999999</c:v>
                </c:pt>
                <c:pt idx="1894">
                  <c:v>3.5779999999999998</c:v>
                </c:pt>
                <c:pt idx="1895">
                  <c:v>3.5459999999999998</c:v>
                </c:pt>
                <c:pt idx="1896">
                  <c:v>3.6560000000000001</c:v>
                </c:pt>
                <c:pt idx="1897">
                  <c:v>3.593</c:v>
                </c:pt>
                <c:pt idx="1898">
                  <c:v>3.7589999999999999</c:v>
                </c:pt>
                <c:pt idx="1899">
                  <c:v>3.6030000000000002</c:v>
                </c:pt>
                <c:pt idx="1900">
                  <c:v>3.8079999999999998</c:v>
                </c:pt>
                <c:pt idx="1901">
                  <c:v>3.7850000000000001</c:v>
                </c:pt>
                <c:pt idx="1902">
                  <c:v>3.7010000000000001</c:v>
                </c:pt>
                <c:pt idx="1903">
                  <c:v>3.6539999999999999</c:v>
                </c:pt>
                <c:pt idx="1904">
                  <c:v>3.61</c:v>
                </c:pt>
                <c:pt idx="1905">
                  <c:v>3.5409999999999999</c:v>
                </c:pt>
                <c:pt idx="1906">
                  <c:v>3.581</c:v>
                </c:pt>
                <c:pt idx="1907">
                  <c:v>3.4889999999999999</c:v>
                </c:pt>
                <c:pt idx="1908">
                  <c:v>3.411</c:v>
                </c:pt>
                <c:pt idx="1909">
                  <c:v>3.387</c:v>
                </c:pt>
                <c:pt idx="1910">
                  <c:v>3.3460000000000001</c:v>
                </c:pt>
                <c:pt idx="1911">
                  <c:v>3.355</c:v>
                </c:pt>
                <c:pt idx="1912">
                  <c:v>3.3559999999999999</c:v>
                </c:pt>
                <c:pt idx="1913">
                  <c:v>3.4540000000000002</c:v>
                </c:pt>
                <c:pt idx="1914">
                  <c:v>3.3660000000000001</c:v>
                </c:pt>
                <c:pt idx="1915">
                  <c:v>3.3889999999999998</c:v>
                </c:pt>
                <c:pt idx="1916">
                  <c:v>3.28</c:v>
                </c:pt>
                <c:pt idx="1917">
                  <c:v>3.117</c:v>
                </c:pt>
                <c:pt idx="1918">
                  <c:v>3.1480000000000001</c:v>
                </c:pt>
                <c:pt idx="1919">
                  <c:v>3.1840000000000002</c:v>
                </c:pt>
                <c:pt idx="1920">
                  <c:v>3.1779999999999999</c:v>
                </c:pt>
                <c:pt idx="1921">
                  <c:v>3.137</c:v>
                </c:pt>
                <c:pt idx="1922">
                  <c:v>3.2850000000000001</c:v>
                </c:pt>
                <c:pt idx="1923">
                  <c:v>3.41</c:v>
                </c:pt>
                <c:pt idx="1924">
                  <c:v>3.53</c:v>
                </c:pt>
                <c:pt idx="1925">
                  <c:v>3.6579999999999999</c:v>
                </c:pt>
                <c:pt idx="1926">
                  <c:v>3.665</c:v>
                </c:pt>
                <c:pt idx="1927">
                  <c:v>3.722</c:v>
                </c:pt>
                <c:pt idx="1928">
                  <c:v>3.7909999999999999</c:v>
                </c:pt>
                <c:pt idx="1929">
                  <c:v>3.7090000000000001</c:v>
                </c:pt>
                <c:pt idx="1930">
                  <c:v>3.6360000000000001</c:v>
                </c:pt>
                <c:pt idx="1931">
                  <c:v>3.8210000000000002</c:v>
                </c:pt>
                <c:pt idx="1932">
                  <c:v>3.45</c:v>
                </c:pt>
                <c:pt idx="1933">
                  <c:v>3.4780000000000002</c:v>
                </c:pt>
                <c:pt idx="1934">
                  <c:v>3.3260000000000001</c:v>
                </c:pt>
                <c:pt idx="1935">
                  <c:v>3.3380000000000001</c:v>
                </c:pt>
                <c:pt idx="1936">
                  <c:v>3.298</c:v>
                </c:pt>
                <c:pt idx="1937">
                  <c:v>3.1960000000000002</c:v>
                </c:pt>
                <c:pt idx="1938">
                  <c:v>3.1259999999999999</c:v>
                </c:pt>
                <c:pt idx="1939">
                  <c:v>3.1480000000000001</c:v>
                </c:pt>
                <c:pt idx="1940">
                  <c:v>3.2589999999999999</c:v>
                </c:pt>
                <c:pt idx="1941">
                  <c:v>3.266</c:v>
                </c:pt>
                <c:pt idx="1942">
                  <c:v>3.1669999999999998</c:v>
                </c:pt>
                <c:pt idx="1943">
                  <c:v>3.105</c:v>
                </c:pt>
                <c:pt idx="1944">
                  <c:v>2.8079999999999998</c:v>
                </c:pt>
                <c:pt idx="1945">
                  <c:v>2.7480000000000002</c:v>
                </c:pt>
                <c:pt idx="1946">
                  <c:v>2.8370000000000002</c:v>
                </c:pt>
                <c:pt idx="1947">
                  <c:v>2.8490000000000002</c:v>
                </c:pt>
                <c:pt idx="1948">
                  <c:v>2.8119999999999998</c:v>
                </c:pt>
                <c:pt idx="1949">
                  <c:v>2.8620000000000001</c:v>
                </c:pt>
                <c:pt idx="1950">
                  <c:v>2.827</c:v>
                </c:pt>
                <c:pt idx="1951">
                  <c:v>2.7730000000000001</c:v>
                </c:pt>
                <c:pt idx="1952">
                  <c:v>2.8759999999999999</c:v>
                </c:pt>
                <c:pt idx="1953">
                  <c:v>2.883</c:v>
                </c:pt>
                <c:pt idx="1954">
                  <c:v>3.036</c:v>
                </c:pt>
                <c:pt idx="1955">
                  <c:v>3.05</c:v>
                </c:pt>
                <c:pt idx="1956">
                  <c:v>3.145</c:v>
                </c:pt>
                <c:pt idx="1957">
                  <c:v>3.16</c:v>
                </c:pt>
                <c:pt idx="1958">
                  <c:v>3.2650000000000001</c:v>
                </c:pt>
                <c:pt idx="1959">
                  <c:v>3.448</c:v>
                </c:pt>
                <c:pt idx="1960">
                  <c:v>3.2730000000000001</c:v>
                </c:pt>
                <c:pt idx="1961">
                  <c:v>3.4289999999999998</c:v>
                </c:pt>
                <c:pt idx="1962">
                  <c:v>3.4209999999999998</c:v>
                </c:pt>
                <c:pt idx="1963">
                  <c:v>3.496</c:v>
                </c:pt>
                <c:pt idx="1964">
                  <c:v>3.55</c:v>
                </c:pt>
                <c:pt idx="1965">
                  <c:v>3.6909999999999998</c:v>
                </c:pt>
                <c:pt idx="1966">
                  <c:v>3.7370000000000001</c:v>
                </c:pt>
                <c:pt idx="1967">
                  <c:v>3.7010000000000001</c:v>
                </c:pt>
                <c:pt idx="1968">
                  <c:v>3.7759999999999998</c:v>
                </c:pt>
                <c:pt idx="1969">
                  <c:v>3.7589999999999999</c:v>
                </c:pt>
                <c:pt idx="1970">
                  <c:v>3.968</c:v>
                </c:pt>
                <c:pt idx="1971">
                  <c:v>3.758</c:v>
                </c:pt>
                <c:pt idx="1972">
                  <c:v>3.72</c:v>
                </c:pt>
                <c:pt idx="1973">
                  <c:v>3.6459999999999999</c:v>
                </c:pt>
                <c:pt idx="1974">
                  <c:v>3.9079999999999999</c:v>
                </c:pt>
                <c:pt idx="1975">
                  <c:v>3.8559999999999999</c:v>
                </c:pt>
                <c:pt idx="1976">
                  <c:v>3.6859999999999999</c:v>
                </c:pt>
                <c:pt idx="1977">
                  <c:v>3.7480000000000002</c:v>
                </c:pt>
                <c:pt idx="1978">
                  <c:v>3.766</c:v>
                </c:pt>
                <c:pt idx="1979">
                  <c:v>3.7320000000000002</c:v>
                </c:pt>
                <c:pt idx="1980">
                  <c:v>3.633</c:v>
                </c:pt>
                <c:pt idx="1981">
                  <c:v>3.5990000000000002</c:v>
                </c:pt>
                <c:pt idx="1982">
                  <c:v>3.63</c:v>
                </c:pt>
                <c:pt idx="1983">
                  <c:v>3.5819999999999999</c:v>
                </c:pt>
                <c:pt idx="1984">
                  <c:v>3.5750000000000002</c:v>
                </c:pt>
                <c:pt idx="1985">
                  <c:v>3.5550000000000002</c:v>
                </c:pt>
                <c:pt idx="1986">
                  <c:v>3.6240000000000001</c:v>
                </c:pt>
                <c:pt idx="1987">
                  <c:v>3.5329999999999999</c:v>
                </c:pt>
                <c:pt idx="1988">
                  <c:v>3.5070000000000001</c:v>
                </c:pt>
                <c:pt idx="1989">
                  <c:v>3.738</c:v>
                </c:pt>
                <c:pt idx="1990">
                  <c:v>3.69</c:v>
                </c:pt>
                <c:pt idx="1991">
                  <c:v>3.7759999999999998</c:v>
                </c:pt>
                <c:pt idx="1992">
                  <c:v>4.0469999999999997</c:v>
                </c:pt>
                <c:pt idx="1993">
                  <c:v>3.9969999999999999</c:v>
                </c:pt>
                <c:pt idx="1994">
                  <c:v>4.1280000000000001</c:v>
                </c:pt>
                <c:pt idx="1995">
                  <c:v>4.0880000000000001</c:v>
                </c:pt>
                <c:pt idx="1996">
                  <c:v>4.274</c:v>
                </c:pt>
                <c:pt idx="1997">
                  <c:v>4.4470000000000001</c:v>
                </c:pt>
                <c:pt idx="1998">
                  <c:v>4.18</c:v>
                </c:pt>
                <c:pt idx="1999">
                  <c:v>4.3029999999999999</c:v>
                </c:pt>
                <c:pt idx="2000">
                  <c:v>4.3579999999999997</c:v>
                </c:pt>
                <c:pt idx="2001">
                  <c:v>4.3719999999999999</c:v>
                </c:pt>
                <c:pt idx="2002">
                  <c:v>4.4130000000000003</c:v>
                </c:pt>
                <c:pt idx="2003">
                  <c:v>4.585</c:v>
                </c:pt>
                <c:pt idx="2004">
                  <c:v>4.6150000000000002</c:v>
                </c:pt>
                <c:pt idx="2005">
                  <c:v>4.5220000000000002</c:v>
                </c:pt>
                <c:pt idx="2006">
                  <c:v>4.6609999999999996</c:v>
                </c:pt>
                <c:pt idx="2007">
                  <c:v>4.516</c:v>
                </c:pt>
                <c:pt idx="2008">
                  <c:v>4.5810000000000004</c:v>
                </c:pt>
                <c:pt idx="2009">
                  <c:v>4.29</c:v>
                </c:pt>
                <c:pt idx="2010">
                  <c:v>4.3220000000000001</c:v>
                </c:pt>
                <c:pt idx="2011">
                  <c:v>4.3979999999999997</c:v>
                </c:pt>
                <c:pt idx="2012">
                  <c:v>4.6050000000000004</c:v>
                </c:pt>
                <c:pt idx="2013">
                  <c:v>4.6539999999999999</c:v>
                </c:pt>
                <c:pt idx="2014">
                  <c:v>4.5039999999999996</c:v>
                </c:pt>
                <c:pt idx="2015">
                  <c:v>4.2949999999999999</c:v>
                </c:pt>
                <c:pt idx="2016">
                  <c:v>4.3140000000000001</c:v>
                </c:pt>
                <c:pt idx="2017">
                  <c:v>4.3019999999999996</c:v>
                </c:pt>
                <c:pt idx="2018">
                  <c:v>4.298</c:v>
                </c:pt>
                <c:pt idx="2019">
                  <c:v>4.319</c:v>
                </c:pt>
                <c:pt idx="2020">
                  <c:v>4.4550000000000001</c:v>
                </c:pt>
                <c:pt idx="2021">
                  <c:v>4.4889999999999999</c:v>
                </c:pt>
                <c:pt idx="2022">
                  <c:v>4.5529999999999999</c:v>
                </c:pt>
                <c:pt idx="2023">
                  <c:v>4.7960000000000003</c:v>
                </c:pt>
                <c:pt idx="2024">
                  <c:v>4.7690000000000001</c:v>
                </c:pt>
                <c:pt idx="2025">
                  <c:v>4.7590000000000003</c:v>
                </c:pt>
                <c:pt idx="2026">
                  <c:v>4.7610000000000001</c:v>
                </c:pt>
                <c:pt idx="2027">
                  <c:v>4.9800000000000004</c:v>
                </c:pt>
                <c:pt idx="2028">
                  <c:v>4.819</c:v>
                </c:pt>
                <c:pt idx="2029">
                  <c:v>4.8150000000000004</c:v>
                </c:pt>
                <c:pt idx="2030">
                  <c:v>4.8780000000000001</c:v>
                </c:pt>
                <c:pt idx="2031">
                  <c:v>4.9249999999999998</c:v>
                </c:pt>
                <c:pt idx="2032">
                  <c:v>4.9050000000000002</c:v>
                </c:pt>
                <c:pt idx="2033">
                  <c:v>4.6879999999999997</c:v>
                </c:pt>
                <c:pt idx="2034">
                  <c:v>4.625</c:v>
                </c:pt>
                <c:pt idx="2035">
                  <c:v>4.6989999999999998</c:v>
                </c:pt>
                <c:pt idx="2036">
                  <c:v>4.4450000000000003</c:v>
                </c:pt>
                <c:pt idx="2037">
                  <c:v>4.7649999999999997</c:v>
                </c:pt>
                <c:pt idx="2038">
                  <c:v>5.0430000000000001</c:v>
                </c:pt>
                <c:pt idx="2039">
                  <c:v>4.7889999999999997</c:v>
                </c:pt>
                <c:pt idx="2040">
                  <c:v>4.5869999999999997</c:v>
                </c:pt>
                <c:pt idx="2041">
                  <c:v>4.5599999999999996</c:v>
                </c:pt>
                <c:pt idx="2042">
                  <c:v>4.4930000000000003</c:v>
                </c:pt>
                <c:pt idx="2043">
                  <c:v>4.5540000000000003</c:v>
                </c:pt>
                <c:pt idx="2044">
                  <c:v>4.4219999999999997</c:v>
                </c:pt>
                <c:pt idx="2045">
                  <c:v>4.3689999999999998</c:v>
                </c:pt>
                <c:pt idx="2046">
                  <c:v>4.3369999999999997</c:v>
                </c:pt>
                <c:pt idx="2047">
                  <c:v>4.2220000000000004</c:v>
                </c:pt>
                <c:pt idx="2048">
                  <c:v>4.1669999999999998</c:v>
                </c:pt>
                <c:pt idx="2049">
                  <c:v>4.319</c:v>
                </c:pt>
                <c:pt idx="2050">
                  <c:v>4.0670000000000002</c:v>
                </c:pt>
                <c:pt idx="2051">
                  <c:v>4.1310000000000002</c:v>
                </c:pt>
                <c:pt idx="2052">
                  <c:v>3.988</c:v>
                </c:pt>
                <c:pt idx="2053">
                  <c:v>4.1230000000000002</c:v>
                </c:pt>
                <c:pt idx="2054">
                  <c:v>4.2130000000000001</c:v>
                </c:pt>
                <c:pt idx="2055">
                  <c:v>4.1630000000000003</c:v>
                </c:pt>
                <c:pt idx="2056">
                  <c:v>4.1310000000000002</c:v>
                </c:pt>
                <c:pt idx="2057">
                  <c:v>4.1449999999999996</c:v>
                </c:pt>
                <c:pt idx="2058">
                  <c:v>4.0579999999999998</c:v>
                </c:pt>
                <c:pt idx="2059">
                  <c:v>4.1790000000000003</c:v>
                </c:pt>
                <c:pt idx="2060">
                  <c:v>4.2530000000000001</c:v>
                </c:pt>
                <c:pt idx="2061">
                  <c:v>4.1829999999999998</c:v>
                </c:pt>
                <c:pt idx="2062">
                  <c:v>4.47</c:v>
                </c:pt>
                <c:pt idx="2063">
                  <c:v>4.3650000000000002</c:v>
                </c:pt>
                <c:pt idx="2064">
                  <c:v>4.5970000000000004</c:v>
                </c:pt>
                <c:pt idx="2065">
                  <c:v>4.6630000000000003</c:v>
                </c:pt>
                <c:pt idx="2066">
                  <c:v>4.673</c:v>
                </c:pt>
                <c:pt idx="2067">
                  <c:v>4.88</c:v>
                </c:pt>
                <c:pt idx="2068">
                  <c:v>4.6660000000000004</c:v>
                </c:pt>
                <c:pt idx="2069">
                  <c:v>4.6079999999999997</c:v>
                </c:pt>
                <c:pt idx="2070">
                  <c:v>4.4710000000000001</c:v>
                </c:pt>
                <c:pt idx="2071">
                  <c:v>4.3449999999999998</c:v>
                </c:pt>
                <c:pt idx="2072">
                  <c:v>3.9950000000000001</c:v>
                </c:pt>
                <c:pt idx="2073">
                  <c:v>3.992</c:v>
                </c:pt>
                <c:pt idx="2074">
                  <c:v>4.0750000000000002</c:v>
                </c:pt>
                <c:pt idx="2075">
                  <c:v>4.1500000000000004</c:v>
                </c:pt>
                <c:pt idx="2076">
                  <c:v>4.0330000000000004</c:v>
                </c:pt>
                <c:pt idx="2077">
                  <c:v>4.0510000000000002</c:v>
                </c:pt>
                <c:pt idx="2078">
                  <c:v>4.0110000000000001</c:v>
                </c:pt>
                <c:pt idx="2079">
                  <c:v>3.8620000000000001</c:v>
                </c:pt>
                <c:pt idx="2080">
                  <c:v>3.79</c:v>
                </c:pt>
                <c:pt idx="2081">
                  <c:v>3.8479999999999999</c:v>
                </c:pt>
                <c:pt idx="2082">
                  <c:v>3.8010000000000002</c:v>
                </c:pt>
                <c:pt idx="2083">
                  <c:v>3.8660000000000001</c:v>
                </c:pt>
                <c:pt idx="2084">
                  <c:v>3.8340000000000001</c:v>
                </c:pt>
                <c:pt idx="2085">
                  <c:v>3.8</c:v>
                </c:pt>
                <c:pt idx="2086">
                  <c:v>3.98</c:v>
                </c:pt>
                <c:pt idx="2087">
                  <c:v>4.1669999999999998</c:v>
                </c:pt>
                <c:pt idx="2088">
                  <c:v>4.2779999999999996</c:v>
                </c:pt>
                <c:pt idx="2089">
                  <c:v>4.0389999999999997</c:v>
                </c:pt>
                <c:pt idx="2090">
                  <c:v>3.95</c:v>
                </c:pt>
                <c:pt idx="2091">
                  <c:v>4.0810000000000004</c:v>
                </c:pt>
                <c:pt idx="2092">
                  <c:v>4.1589999999999998</c:v>
                </c:pt>
                <c:pt idx="2093">
                  <c:v>4.0970000000000004</c:v>
                </c:pt>
                <c:pt idx="2094">
                  <c:v>4</c:v>
                </c:pt>
                <c:pt idx="2095">
                  <c:v>3.9849999999999999</c:v>
                </c:pt>
                <c:pt idx="2096">
                  <c:v>3.7829999999999999</c:v>
                </c:pt>
                <c:pt idx="2097">
                  <c:v>3.8210000000000002</c:v>
                </c:pt>
                <c:pt idx="2098">
                  <c:v>3.8370000000000002</c:v>
                </c:pt>
                <c:pt idx="2099">
                  <c:v>3.835</c:v>
                </c:pt>
                <c:pt idx="2100">
                  <c:v>3.8660000000000001</c:v>
                </c:pt>
                <c:pt idx="2101">
                  <c:v>3.952</c:v>
                </c:pt>
                <c:pt idx="2102">
                  <c:v>3.8090000000000002</c:v>
                </c:pt>
                <c:pt idx="2103">
                  <c:v>3.802</c:v>
                </c:pt>
                <c:pt idx="2104">
                  <c:v>3.8809999999999998</c:v>
                </c:pt>
                <c:pt idx="2105">
                  <c:v>3.706</c:v>
                </c:pt>
                <c:pt idx="2106">
                  <c:v>3.6230000000000002</c:v>
                </c:pt>
                <c:pt idx="2107">
                  <c:v>3.4260000000000002</c:v>
                </c:pt>
                <c:pt idx="2108">
                  <c:v>3.3759999999999999</c:v>
                </c:pt>
                <c:pt idx="2109">
                  <c:v>3.2280000000000002</c:v>
                </c:pt>
                <c:pt idx="2110">
                  <c:v>3.1859999999999999</c:v>
                </c:pt>
                <c:pt idx="2111">
                  <c:v>3.2919999999999998</c:v>
                </c:pt>
                <c:pt idx="2112">
                  <c:v>3.262</c:v>
                </c:pt>
                <c:pt idx="2113">
                  <c:v>3.2589999999999999</c:v>
                </c:pt>
                <c:pt idx="2114">
                  <c:v>3.2909999999999999</c:v>
                </c:pt>
                <c:pt idx="2115">
                  <c:v>3.327</c:v>
                </c:pt>
                <c:pt idx="2116">
                  <c:v>3.3250000000000002</c:v>
                </c:pt>
                <c:pt idx="2117">
                  <c:v>3.4689999999999999</c:v>
                </c:pt>
                <c:pt idx="2118">
                  <c:v>3.4740000000000002</c:v>
                </c:pt>
                <c:pt idx="2119">
                  <c:v>3.609</c:v>
                </c:pt>
                <c:pt idx="2120">
                  <c:v>3.6070000000000002</c:v>
                </c:pt>
                <c:pt idx="2121">
                  <c:v>3.677</c:v>
                </c:pt>
                <c:pt idx="2122">
                  <c:v>3.7290000000000001</c:v>
                </c:pt>
                <c:pt idx="2123">
                  <c:v>3.8010000000000002</c:v>
                </c:pt>
                <c:pt idx="2124">
                  <c:v>3.7759999999999998</c:v>
                </c:pt>
                <c:pt idx="2125">
                  <c:v>3.9849999999999999</c:v>
                </c:pt>
                <c:pt idx="2126">
                  <c:v>3.9580000000000002</c:v>
                </c:pt>
                <c:pt idx="2127">
                  <c:v>4.1079999999999997</c:v>
                </c:pt>
                <c:pt idx="2128">
                  <c:v>4.2619999999999996</c:v>
                </c:pt>
                <c:pt idx="2129">
                  <c:v>4.22</c:v>
                </c:pt>
                <c:pt idx="2130">
                  <c:v>4.1050000000000004</c:v>
                </c:pt>
                <c:pt idx="2131">
                  <c:v>4.0469999999999997</c:v>
                </c:pt>
                <c:pt idx="2132">
                  <c:v>4.0019999999999998</c:v>
                </c:pt>
                <c:pt idx="2133">
                  <c:v>3.9550000000000001</c:v>
                </c:pt>
                <c:pt idx="2134">
                  <c:v>3.8460000000000001</c:v>
                </c:pt>
                <c:pt idx="2135">
                  <c:v>3.75</c:v>
                </c:pt>
                <c:pt idx="2136">
                  <c:v>3.7</c:v>
                </c:pt>
                <c:pt idx="2137">
                  <c:v>3.7170000000000001</c:v>
                </c:pt>
                <c:pt idx="2138">
                  <c:v>4.1280000000000001</c:v>
                </c:pt>
                <c:pt idx="2139">
                  <c:v>4.0949999999999998</c:v>
                </c:pt>
                <c:pt idx="2140">
                  <c:v>3.9860000000000002</c:v>
                </c:pt>
                <c:pt idx="2141">
                  <c:v>3.8420000000000001</c:v>
                </c:pt>
                <c:pt idx="2142">
                  <c:v>3.8980000000000001</c:v>
                </c:pt>
                <c:pt idx="2143">
                  <c:v>4.1870000000000003</c:v>
                </c:pt>
                <c:pt idx="2144">
                  <c:v>3.9769999999999999</c:v>
                </c:pt>
                <c:pt idx="2145">
                  <c:v>4.1529999999999996</c:v>
                </c:pt>
                <c:pt idx="2146">
                  <c:v>4.16</c:v>
                </c:pt>
                <c:pt idx="2147">
                  <c:v>4.2590000000000003</c:v>
                </c:pt>
                <c:pt idx="2148">
                  <c:v>4.2869999999999999</c:v>
                </c:pt>
                <c:pt idx="2149">
                  <c:v>4.43</c:v>
                </c:pt>
                <c:pt idx="2150">
                  <c:v>4.3600000000000003</c:v>
                </c:pt>
                <c:pt idx="2151">
                  <c:v>4.4630000000000001</c:v>
                </c:pt>
                <c:pt idx="2152">
                  <c:v>4.3220000000000001</c:v>
                </c:pt>
                <c:pt idx="2153">
                  <c:v>4.4219999999999997</c:v>
                </c:pt>
                <c:pt idx="2154">
                  <c:v>4.2770000000000001</c:v>
                </c:pt>
                <c:pt idx="2155">
                  <c:v>4.4359999999999999</c:v>
                </c:pt>
                <c:pt idx="2156">
                  <c:v>4.2960000000000003</c:v>
                </c:pt>
                <c:pt idx="2157">
                  <c:v>4.306</c:v>
                </c:pt>
                <c:pt idx="2158">
                  <c:v>4.5739999999999998</c:v>
                </c:pt>
                <c:pt idx="2159">
                  <c:v>4.4569999999999999</c:v>
                </c:pt>
                <c:pt idx="2160">
                  <c:v>4.2859999999999996</c:v>
                </c:pt>
                <c:pt idx="2161">
                  <c:v>4.4610000000000003</c:v>
                </c:pt>
                <c:pt idx="2162">
                  <c:v>4.367</c:v>
                </c:pt>
                <c:pt idx="2163">
                  <c:v>4.5739999999999998</c:v>
                </c:pt>
                <c:pt idx="2164">
                  <c:v>4.4470000000000001</c:v>
                </c:pt>
                <c:pt idx="2165">
                  <c:v>4.2030000000000003</c:v>
                </c:pt>
                <c:pt idx="2166">
                  <c:v>4.2309999999999999</c:v>
                </c:pt>
                <c:pt idx="2167">
                  <c:v>4.4210000000000003</c:v>
                </c:pt>
                <c:pt idx="2168">
                  <c:v>4.3970000000000002</c:v>
                </c:pt>
                <c:pt idx="2169">
                  <c:v>4.4139999999999997</c:v>
                </c:pt>
                <c:pt idx="2170">
                  <c:v>4.3529999999999998</c:v>
                </c:pt>
                <c:pt idx="2171">
                  <c:v>4.4809999999999999</c:v>
                </c:pt>
                <c:pt idx="2172">
                  <c:v>4.593</c:v>
                </c:pt>
                <c:pt idx="2173">
                  <c:v>4.5179999999999998</c:v>
                </c:pt>
                <c:pt idx="2174">
                  <c:v>4.4550000000000001</c:v>
                </c:pt>
                <c:pt idx="2175">
                  <c:v>4.4770000000000003</c:v>
                </c:pt>
                <c:pt idx="2176">
                  <c:v>4.6470000000000002</c:v>
                </c:pt>
                <c:pt idx="2177">
                  <c:v>4.7350000000000003</c:v>
                </c:pt>
                <c:pt idx="2178">
                  <c:v>4.4740000000000002</c:v>
                </c:pt>
                <c:pt idx="2179">
                  <c:v>4.827</c:v>
                </c:pt>
                <c:pt idx="2180">
                  <c:v>4.5949999999999998</c:v>
                </c:pt>
                <c:pt idx="2181">
                  <c:v>4.82</c:v>
                </c:pt>
                <c:pt idx="2182">
                  <c:v>5.1280000000000001</c:v>
                </c:pt>
                <c:pt idx="2183">
                  <c:v>5</c:v>
                </c:pt>
                <c:pt idx="2184">
                  <c:v>4.8440000000000003</c:v>
                </c:pt>
                <c:pt idx="2185">
                  <c:v>4.9279999999999999</c:v>
                </c:pt>
                <c:pt idx="2186">
                  <c:v>4.867</c:v>
                </c:pt>
                <c:pt idx="2187">
                  <c:v>4.8460000000000001</c:v>
                </c:pt>
                <c:pt idx="2188">
                  <c:v>4.915</c:v>
                </c:pt>
                <c:pt idx="2189">
                  <c:v>4.4260000000000002</c:v>
                </c:pt>
                <c:pt idx="2190">
                  <c:v>4.5979999999999999</c:v>
                </c:pt>
                <c:pt idx="2191">
                  <c:v>4.6539999999999999</c:v>
                </c:pt>
                <c:pt idx="2192">
                  <c:v>4.6289999999999996</c:v>
                </c:pt>
                <c:pt idx="2193">
                  <c:v>4.4290000000000003</c:v>
                </c:pt>
                <c:pt idx="2194">
                  <c:v>4.1669999999999998</c:v>
                </c:pt>
                <c:pt idx="2195">
                  <c:v>4.1459999999999999</c:v>
                </c:pt>
                <c:pt idx="2196">
                  <c:v>4.1589999999999998</c:v>
                </c:pt>
                <c:pt idx="2197">
                  <c:v>4.1399999999999997</c:v>
                </c:pt>
                <c:pt idx="2198">
                  <c:v>4.2190000000000003</c:v>
                </c:pt>
                <c:pt idx="2199">
                  <c:v>4.3920000000000003</c:v>
                </c:pt>
                <c:pt idx="2200">
                  <c:v>4.1929999999999996</c:v>
                </c:pt>
                <c:pt idx="2201">
                  <c:v>4.3070000000000004</c:v>
                </c:pt>
                <c:pt idx="2202">
                  <c:v>4.4359999999999999</c:v>
                </c:pt>
                <c:pt idx="2203">
                  <c:v>4.3639999999999999</c:v>
                </c:pt>
                <c:pt idx="2204">
                  <c:v>4.4619999999999997</c:v>
                </c:pt>
                <c:pt idx="2205">
                  <c:v>4.3949999999999996</c:v>
                </c:pt>
                <c:pt idx="2206">
                  <c:v>4.3879999999999999</c:v>
                </c:pt>
                <c:pt idx="2207">
                  <c:v>4.5629999999999997</c:v>
                </c:pt>
                <c:pt idx="2208">
                  <c:v>4.43</c:v>
                </c:pt>
                <c:pt idx="2209">
                  <c:v>4.5430000000000001</c:v>
                </c:pt>
                <c:pt idx="2210">
                  <c:v>4.6349999999999998</c:v>
                </c:pt>
                <c:pt idx="2211">
                  <c:v>4.59</c:v>
                </c:pt>
                <c:pt idx="2212">
                  <c:v>4.5670000000000002</c:v>
                </c:pt>
                <c:pt idx="2213">
                  <c:v>4.71</c:v>
                </c:pt>
                <c:pt idx="2214">
                  <c:v>4.6100000000000003</c:v>
                </c:pt>
                <c:pt idx="2215">
                  <c:v>4.6150000000000002</c:v>
                </c:pt>
                <c:pt idx="2216">
                  <c:v>4.6289999999999996</c:v>
                </c:pt>
                <c:pt idx="2217">
                  <c:v>4.4710000000000001</c:v>
                </c:pt>
                <c:pt idx="2218">
                  <c:v>4.3970000000000002</c:v>
                </c:pt>
                <c:pt idx="2219">
                  <c:v>4.4489999999999998</c:v>
                </c:pt>
                <c:pt idx="2220">
                  <c:v>4.3440000000000003</c:v>
                </c:pt>
                <c:pt idx="2221">
                  <c:v>4.4340000000000002</c:v>
                </c:pt>
                <c:pt idx="2222">
                  <c:v>4.2329999999999997</c:v>
                </c:pt>
                <c:pt idx="2223">
                  <c:v>4.0519999999999996</c:v>
                </c:pt>
                <c:pt idx="2224">
                  <c:v>4.08</c:v>
                </c:pt>
                <c:pt idx="2225">
                  <c:v>4.1210000000000004</c:v>
                </c:pt>
                <c:pt idx="2226">
                  <c:v>4.125</c:v>
                </c:pt>
                <c:pt idx="2227">
                  <c:v>4.2670000000000003</c:v>
                </c:pt>
                <c:pt idx="2228">
                  <c:v>4.3010000000000002</c:v>
                </c:pt>
                <c:pt idx="2229">
                  <c:v>4.335</c:v>
                </c:pt>
                <c:pt idx="2230">
                  <c:v>4.165</c:v>
                </c:pt>
                <c:pt idx="2231">
                  <c:v>4.1520000000000001</c:v>
                </c:pt>
                <c:pt idx="2232">
                  <c:v>4.0949999999999998</c:v>
                </c:pt>
                <c:pt idx="2233">
                  <c:v>4.3019999999999996</c:v>
                </c:pt>
                <c:pt idx="2234">
                  <c:v>4.3840000000000003</c:v>
                </c:pt>
                <c:pt idx="2235">
                  <c:v>4.2519999999999998</c:v>
                </c:pt>
                <c:pt idx="2236">
                  <c:v>4.2119999999999997</c:v>
                </c:pt>
                <c:pt idx="2237">
                  <c:v>4.0060000000000002</c:v>
                </c:pt>
                <c:pt idx="2238">
                  <c:v>3.8439999999999999</c:v>
                </c:pt>
                <c:pt idx="2239">
                  <c:v>4.0540000000000003</c:v>
                </c:pt>
                <c:pt idx="2240">
                  <c:v>3.91</c:v>
                </c:pt>
                <c:pt idx="2241">
                  <c:v>4.069</c:v>
                </c:pt>
                <c:pt idx="2242">
                  <c:v>4.1219999999999999</c:v>
                </c:pt>
                <c:pt idx="2243">
                  <c:v>4.1079999999999997</c:v>
                </c:pt>
                <c:pt idx="2244">
                  <c:v>4.08</c:v>
                </c:pt>
                <c:pt idx="2245">
                  <c:v>4.077</c:v>
                </c:pt>
                <c:pt idx="2246">
                  <c:v>3.819</c:v>
                </c:pt>
                <c:pt idx="2247">
                  <c:v>3.7730000000000001</c:v>
                </c:pt>
                <c:pt idx="2248">
                  <c:v>3.7090000000000001</c:v>
                </c:pt>
                <c:pt idx="2249">
                  <c:v>3.6989999999999998</c:v>
                </c:pt>
                <c:pt idx="2250">
                  <c:v>3.8180000000000001</c:v>
                </c:pt>
                <c:pt idx="2251">
                  <c:v>4.125</c:v>
                </c:pt>
                <c:pt idx="2252">
                  <c:v>4.1070000000000002</c:v>
                </c:pt>
                <c:pt idx="2253">
                  <c:v>4.1890000000000001</c:v>
                </c:pt>
                <c:pt idx="2254">
                  <c:v>4.0060000000000002</c:v>
                </c:pt>
                <c:pt idx="2255">
                  <c:v>3.9350000000000001</c:v>
                </c:pt>
                <c:pt idx="2256">
                  <c:v>4.0910000000000002</c:v>
                </c:pt>
                <c:pt idx="2257">
                  <c:v>4.2389999999999999</c:v>
                </c:pt>
                <c:pt idx="2258">
                  <c:v>4.1929999999999996</c:v>
                </c:pt>
                <c:pt idx="2259">
                  <c:v>4.0570000000000004</c:v>
                </c:pt>
                <c:pt idx="2260">
                  <c:v>4.1589999999999998</c:v>
                </c:pt>
                <c:pt idx="2261">
                  <c:v>4.3490000000000002</c:v>
                </c:pt>
                <c:pt idx="2262">
                  <c:v>4.1420000000000003</c:v>
                </c:pt>
                <c:pt idx="2263">
                  <c:v>4.3220000000000001</c:v>
                </c:pt>
                <c:pt idx="2264">
                  <c:v>4.1820000000000004</c:v>
                </c:pt>
                <c:pt idx="2265">
                  <c:v>4.2359999999999998</c:v>
                </c:pt>
                <c:pt idx="2266">
                  <c:v>4.2380000000000004</c:v>
                </c:pt>
                <c:pt idx="2267">
                  <c:v>4.33</c:v>
                </c:pt>
                <c:pt idx="2268">
                  <c:v>4.1420000000000003</c:v>
                </c:pt>
                <c:pt idx="2269">
                  <c:v>4.2969999999999997</c:v>
                </c:pt>
                <c:pt idx="2270">
                  <c:v>4.4619999999999997</c:v>
                </c:pt>
                <c:pt idx="2271">
                  <c:v>4.4610000000000003</c:v>
                </c:pt>
                <c:pt idx="2272">
                  <c:v>4.4569999999999999</c:v>
                </c:pt>
                <c:pt idx="2273">
                  <c:v>4.3440000000000003</c:v>
                </c:pt>
                <c:pt idx="2274">
                  <c:v>4.4050000000000002</c:v>
                </c:pt>
                <c:pt idx="2275">
                  <c:v>4.5259999999999998</c:v>
                </c:pt>
                <c:pt idx="2276">
                  <c:v>4.5830000000000002</c:v>
                </c:pt>
                <c:pt idx="2277">
                  <c:v>4.6260000000000003</c:v>
                </c:pt>
                <c:pt idx="2278">
                  <c:v>4.5199999999999996</c:v>
                </c:pt>
                <c:pt idx="2279">
                  <c:v>4.5789999999999997</c:v>
                </c:pt>
                <c:pt idx="2280">
                  <c:v>4.6639999999999997</c:v>
                </c:pt>
                <c:pt idx="2281">
                  <c:v>4.5010000000000003</c:v>
                </c:pt>
                <c:pt idx="2282">
                  <c:v>4.6319999999999997</c:v>
                </c:pt>
                <c:pt idx="2283">
                  <c:v>4.5220000000000002</c:v>
                </c:pt>
                <c:pt idx="2284">
                  <c:v>4.3470000000000004</c:v>
                </c:pt>
                <c:pt idx="2285">
                  <c:v>4.3079999999999998</c:v>
                </c:pt>
                <c:pt idx="2286">
                  <c:v>4.3860000000000001</c:v>
                </c:pt>
                <c:pt idx="2287">
                  <c:v>4.2489999999999997</c:v>
                </c:pt>
                <c:pt idx="2288">
                  <c:v>4.202</c:v>
                </c:pt>
                <c:pt idx="2289">
                  <c:v>4.3499999999999996</c:v>
                </c:pt>
                <c:pt idx="2290">
                  <c:v>4.3689999999999998</c:v>
                </c:pt>
                <c:pt idx="2291">
                  <c:v>4.5439999999999996</c:v>
                </c:pt>
                <c:pt idx="2292">
                  <c:v>4.7130000000000001</c:v>
                </c:pt>
                <c:pt idx="2293">
                  <c:v>4.4489999999999998</c:v>
                </c:pt>
                <c:pt idx="2294">
                  <c:v>4.4459999999999997</c:v>
                </c:pt>
                <c:pt idx="2295">
                  <c:v>4.6029999999999998</c:v>
                </c:pt>
                <c:pt idx="2296">
                  <c:v>4.3659999999999997</c:v>
                </c:pt>
                <c:pt idx="2297">
                  <c:v>4.3550000000000004</c:v>
                </c:pt>
                <c:pt idx="2298">
                  <c:v>4.2080000000000002</c:v>
                </c:pt>
                <c:pt idx="2299">
                  <c:v>4.1079999999999997</c:v>
                </c:pt>
                <c:pt idx="2300">
                  <c:v>4.1470000000000002</c:v>
                </c:pt>
                <c:pt idx="2301">
                  <c:v>4.423</c:v>
                </c:pt>
                <c:pt idx="2302">
                  <c:v>4.3120000000000003</c:v>
                </c:pt>
                <c:pt idx="2303">
                  <c:v>4.5179999999999998</c:v>
                </c:pt>
                <c:pt idx="2304">
                  <c:v>4.62</c:v>
                </c:pt>
                <c:pt idx="2305">
                  <c:v>4.42</c:v>
                </c:pt>
                <c:pt idx="2306">
                  <c:v>4.2990000000000004</c:v>
                </c:pt>
                <c:pt idx="2307">
                  <c:v>4.4400000000000004</c:v>
                </c:pt>
                <c:pt idx="2308">
                  <c:v>4.165</c:v>
                </c:pt>
                <c:pt idx="2309">
                  <c:v>4.3739999999999997</c:v>
                </c:pt>
                <c:pt idx="2310">
                  <c:v>4.093</c:v>
                </c:pt>
                <c:pt idx="2311">
                  <c:v>4.1159999999999997</c:v>
                </c:pt>
                <c:pt idx="2312">
                  <c:v>4.077</c:v>
                </c:pt>
                <c:pt idx="2313">
                  <c:v>4.2480000000000002</c:v>
                </c:pt>
                <c:pt idx="2314">
                  <c:v>4.3600000000000003</c:v>
                </c:pt>
                <c:pt idx="2315">
                  <c:v>4.3109999999999999</c:v>
                </c:pt>
                <c:pt idx="2316">
                  <c:v>4.6269999999999998</c:v>
                </c:pt>
                <c:pt idx="2317">
                  <c:v>4.7190000000000003</c:v>
                </c:pt>
                <c:pt idx="2318">
                  <c:v>4.9539999999999997</c:v>
                </c:pt>
                <c:pt idx="2319">
                  <c:v>4.9829999999999997</c:v>
                </c:pt>
                <c:pt idx="2320">
                  <c:v>4.734</c:v>
                </c:pt>
                <c:pt idx="2321">
                  <c:v>4.835</c:v>
                </c:pt>
                <c:pt idx="2322">
                  <c:v>5.056</c:v>
                </c:pt>
                <c:pt idx="2323">
                  <c:v>5.1319999999999997</c:v>
                </c:pt>
                <c:pt idx="2324">
                  <c:v>4.9260000000000002</c:v>
                </c:pt>
                <c:pt idx="2325">
                  <c:v>4.883</c:v>
                </c:pt>
                <c:pt idx="2326">
                  <c:v>4.9080000000000004</c:v>
                </c:pt>
                <c:pt idx="2327">
                  <c:v>4.97</c:v>
                </c:pt>
                <c:pt idx="2328">
                  <c:v>5.0209999999999999</c:v>
                </c:pt>
                <c:pt idx="2329">
                  <c:v>4.9359999999999999</c:v>
                </c:pt>
                <c:pt idx="2330">
                  <c:v>4.9349999999999996</c:v>
                </c:pt>
                <c:pt idx="2331">
                  <c:v>4.9539999999999997</c:v>
                </c:pt>
                <c:pt idx="2332">
                  <c:v>4.87</c:v>
                </c:pt>
                <c:pt idx="2333">
                  <c:v>4.8010000000000002</c:v>
                </c:pt>
                <c:pt idx="2334">
                  <c:v>4.7359999999999998</c:v>
                </c:pt>
                <c:pt idx="2335">
                  <c:v>4.6719999999999997</c:v>
                </c:pt>
                <c:pt idx="2336">
                  <c:v>4.6950000000000003</c:v>
                </c:pt>
                <c:pt idx="2337">
                  <c:v>4.6139999999999999</c:v>
                </c:pt>
                <c:pt idx="2338">
                  <c:v>4.641</c:v>
                </c:pt>
                <c:pt idx="2339">
                  <c:v>4.6660000000000004</c:v>
                </c:pt>
                <c:pt idx="2340">
                  <c:v>4.843</c:v>
                </c:pt>
                <c:pt idx="2341">
                  <c:v>4.6630000000000003</c:v>
                </c:pt>
                <c:pt idx="2342">
                  <c:v>4.6630000000000003</c:v>
                </c:pt>
                <c:pt idx="2343">
                  <c:v>4.9640000000000004</c:v>
                </c:pt>
                <c:pt idx="2344">
                  <c:v>5.0380000000000003</c:v>
                </c:pt>
                <c:pt idx="2345">
                  <c:v>4.976</c:v>
                </c:pt>
                <c:pt idx="2346">
                  <c:v>4.8630000000000004</c:v>
                </c:pt>
                <c:pt idx="2347">
                  <c:v>4.9930000000000003</c:v>
                </c:pt>
                <c:pt idx="2348">
                  <c:v>5.0170000000000003</c:v>
                </c:pt>
                <c:pt idx="2349">
                  <c:v>4.9889999999999999</c:v>
                </c:pt>
                <c:pt idx="2350">
                  <c:v>4.8010000000000002</c:v>
                </c:pt>
                <c:pt idx="2351">
                  <c:v>4.8600000000000003</c:v>
                </c:pt>
                <c:pt idx="2352">
                  <c:v>4.6710000000000003</c:v>
                </c:pt>
                <c:pt idx="2353">
                  <c:v>4.6520000000000001</c:v>
                </c:pt>
                <c:pt idx="2354">
                  <c:v>4.6820000000000004</c:v>
                </c:pt>
                <c:pt idx="2355">
                  <c:v>4.2240000000000002</c:v>
                </c:pt>
                <c:pt idx="2356">
                  <c:v>4.1660000000000004</c:v>
                </c:pt>
                <c:pt idx="2357">
                  <c:v>4.016</c:v>
                </c:pt>
                <c:pt idx="2358">
                  <c:v>4.0880000000000001</c:v>
                </c:pt>
                <c:pt idx="2359">
                  <c:v>4.1079999999999997</c:v>
                </c:pt>
                <c:pt idx="2360">
                  <c:v>4.0570000000000004</c:v>
                </c:pt>
                <c:pt idx="2361">
                  <c:v>4.21</c:v>
                </c:pt>
                <c:pt idx="2362">
                  <c:v>4.4539999999999997</c:v>
                </c:pt>
                <c:pt idx="2363">
                  <c:v>4.3479999999999999</c:v>
                </c:pt>
                <c:pt idx="2364">
                  <c:v>4.3049999999999997</c:v>
                </c:pt>
                <c:pt idx="2365">
                  <c:v>4.2729999999999997</c:v>
                </c:pt>
                <c:pt idx="2366">
                  <c:v>4.3079999999999998</c:v>
                </c:pt>
                <c:pt idx="2367">
                  <c:v>4.2489999999999997</c:v>
                </c:pt>
                <c:pt idx="2368">
                  <c:v>4.3710000000000004</c:v>
                </c:pt>
                <c:pt idx="2369">
                  <c:v>4.4509999999999996</c:v>
                </c:pt>
                <c:pt idx="2370">
                  <c:v>4.1950000000000003</c:v>
                </c:pt>
                <c:pt idx="2371">
                  <c:v>4.2460000000000004</c:v>
                </c:pt>
                <c:pt idx="2372">
                  <c:v>4.1360000000000001</c:v>
                </c:pt>
                <c:pt idx="2373">
                  <c:v>4.2350000000000003</c:v>
                </c:pt>
                <c:pt idx="2374">
                  <c:v>4.2889999999999997</c:v>
                </c:pt>
                <c:pt idx="2375">
                  <c:v>4.3390000000000004</c:v>
                </c:pt>
                <c:pt idx="2376">
                  <c:v>4.4889999999999999</c:v>
                </c:pt>
                <c:pt idx="2377">
                  <c:v>4.5979999999999999</c:v>
                </c:pt>
                <c:pt idx="2378">
                  <c:v>4.6369999999999996</c:v>
                </c:pt>
                <c:pt idx="2379">
                  <c:v>4.5999999999999996</c:v>
                </c:pt>
                <c:pt idx="2380">
                  <c:v>4.49</c:v>
                </c:pt>
                <c:pt idx="2381">
                  <c:v>4.4580000000000002</c:v>
                </c:pt>
                <c:pt idx="2382">
                  <c:v>4.4409999999999998</c:v>
                </c:pt>
                <c:pt idx="2383">
                  <c:v>4.5540000000000003</c:v>
                </c:pt>
                <c:pt idx="2384">
                  <c:v>4.6639999999999997</c:v>
                </c:pt>
                <c:pt idx="2385">
                  <c:v>4.4509999999999996</c:v>
                </c:pt>
                <c:pt idx="2386">
                  <c:v>4.5279999999999996</c:v>
                </c:pt>
                <c:pt idx="2387">
                  <c:v>4.6520000000000001</c:v>
                </c:pt>
                <c:pt idx="2388">
                  <c:v>4.6970000000000001</c:v>
                </c:pt>
                <c:pt idx="2389">
                  <c:v>4.8</c:v>
                </c:pt>
                <c:pt idx="2390">
                  <c:v>4.8630000000000004</c:v>
                </c:pt>
                <c:pt idx="2391">
                  <c:v>4.7789999999999999</c:v>
                </c:pt>
                <c:pt idx="2392">
                  <c:v>4.8440000000000003</c:v>
                </c:pt>
                <c:pt idx="2393">
                  <c:v>4.806</c:v>
                </c:pt>
                <c:pt idx="2394">
                  <c:v>4.617</c:v>
                </c:pt>
                <c:pt idx="2395">
                  <c:v>4.5030000000000001</c:v>
                </c:pt>
                <c:pt idx="2396">
                  <c:v>4.4909999999999997</c:v>
                </c:pt>
                <c:pt idx="2397">
                  <c:v>4.7210000000000001</c:v>
                </c:pt>
                <c:pt idx="2398">
                  <c:v>4.843</c:v>
                </c:pt>
                <c:pt idx="2399">
                  <c:v>4.9039999999999999</c:v>
                </c:pt>
                <c:pt idx="2400">
                  <c:v>4.7089999999999996</c:v>
                </c:pt>
                <c:pt idx="2401">
                  <c:v>4.8360000000000003</c:v>
                </c:pt>
                <c:pt idx="2402">
                  <c:v>4.8879999999999999</c:v>
                </c:pt>
                <c:pt idx="2403">
                  <c:v>4.9989999999999997</c:v>
                </c:pt>
                <c:pt idx="2404">
                  <c:v>5.0019999999999998</c:v>
                </c:pt>
                <c:pt idx="2405">
                  <c:v>4.8150000000000004</c:v>
                </c:pt>
                <c:pt idx="2406">
                  <c:v>4.8419999999999996</c:v>
                </c:pt>
                <c:pt idx="2407">
                  <c:v>4.8940000000000001</c:v>
                </c:pt>
                <c:pt idx="2408">
                  <c:v>4.8570000000000002</c:v>
                </c:pt>
                <c:pt idx="2409">
                  <c:v>4.851</c:v>
                </c:pt>
                <c:pt idx="2410">
                  <c:v>4.8879999999999999</c:v>
                </c:pt>
                <c:pt idx="2411">
                  <c:v>4.8929999999999998</c:v>
                </c:pt>
                <c:pt idx="2412">
                  <c:v>4.76</c:v>
                </c:pt>
                <c:pt idx="2413">
                  <c:v>4.7530000000000001</c:v>
                </c:pt>
                <c:pt idx="2414">
                  <c:v>4.5540000000000003</c:v>
                </c:pt>
                <c:pt idx="2415">
                  <c:v>4.8550000000000004</c:v>
                </c:pt>
                <c:pt idx="2416">
                  <c:v>4.5519999999999996</c:v>
                </c:pt>
                <c:pt idx="2417">
                  <c:v>4.5270000000000001</c:v>
                </c:pt>
                <c:pt idx="2418">
                  <c:v>4.6390000000000002</c:v>
                </c:pt>
                <c:pt idx="2419">
                  <c:v>4.6639999999999997</c:v>
                </c:pt>
                <c:pt idx="2420">
                  <c:v>4.6660000000000004</c:v>
                </c:pt>
                <c:pt idx="2421">
                  <c:v>4.6769999999999996</c:v>
                </c:pt>
                <c:pt idx="2422">
                  <c:v>4.8159999999999998</c:v>
                </c:pt>
                <c:pt idx="2423">
                  <c:v>4.9710000000000001</c:v>
                </c:pt>
                <c:pt idx="2424">
                  <c:v>4.9710000000000001</c:v>
                </c:pt>
                <c:pt idx="2425">
                  <c:v>5.15</c:v>
                </c:pt>
                <c:pt idx="2426">
                  <c:v>5.0960000000000001</c:v>
                </c:pt>
                <c:pt idx="2427">
                  <c:v>4.931</c:v>
                </c:pt>
                <c:pt idx="2428">
                  <c:v>4.883</c:v>
                </c:pt>
                <c:pt idx="2429">
                  <c:v>4.9210000000000003</c:v>
                </c:pt>
                <c:pt idx="2430">
                  <c:v>4.9480000000000004</c:v>
                </c:pt>
                <c:pt idx="2431">
                  <c:v>4.8120000000000003</c:v>
                </c:pt>
                <c:pt idx="2432">
                  <c:v>4.9889999999999999</c:v>
                </c:pt>
                <c:pt idx="2433">
                  <c:v>5.47</c:v>
                </c:pt>
                <c:pt idx="2434">
                  <c:v>5.6559999999999997</c:v>
                </c:pt>
                <c:pt idx="2435">
                  <c:v>5.6449999999999996</c:v>
                </c:pt>
                <c:pt idx="2436">
                  <c:v>5.5549999999999997</c:v>
                </c:pt>
                <c:pt idx="2437">
                  <c:v>5.2220000000000004</c:v>
                </c:pt>
                <c:pt idx="2438">
                  <c:v>5.2439999999999998</c:v>
                </c:pt>
                <c:pt idx="2439">
                  <c:v>5.3</c:v>
                </c:pt>
                <c:pt idx="2440">
                  <c:v>5.3319999999999999</c:v>
                </c:pt>
                <c:pt idx="2441">
                  <c:v>5.2489999999999997</c:v>
                </c:pt>
                <c:pt idx="2442">
                  <c:v>5.3570000000000002</c:v>
                </c:pt>
                <c:pt idx="2443">
                  <c:v>5.3049999999999997</c:v>
                </c:pt>
                <c:pt idx="2444">
                  <c:v>5.5149999999999997</c:v>
                </c:pt>
                <c:pt idx="2445">
                  <c:v>5.5179999999999998</c:v>
                </c:pt>
                <c:pt idx="2446">
                  <c:v>5.48</c:v>
                </c:pt>
                <c:pt idx="2447">
                  <c:v>5.5940000000000003</c:v>
                </c:pt>
                <c:pt idx="2448">
                  <c:v>5.6150000000000002</c:v>
                </c:pt>
                <c:pt idx="2449">
                  <c:v>5.3890000000000002</c:v>
                </c:pt>
                <c:pt idx="2450">
                  <c:v>5.2389999999999999</c:v>
                </c:pt>
                <c:pt idx="2451">
                  <c:v>5.1379999999999999</c:v>
                </c:pt>
                <c:pt idx="2452">
                  <c:v>5.31</c:v>
                </c:pt>
                <c:pt idx="2453">
                  <c:v>5.1719999999999997</c:v>
                </c:pt>
                <c:pt idx="2454">
                  <c:v>5.194</c:v>
                </c:pt>
                <c:pt idx="2455">
                  <c:v>5.383</c:v>
                </c:pt>
                <c:pt idx="2456">
                  <c:v>5.1840000000000002</c:v>
                </c:pt>
                <c:pt idx="2457">
                  <c:v>5.16</c:v>
                </c:pt>
                <c:pt idx="2458">
                  <c:v>4.907</c:v>
                </c:pt>
                <c:pt idx="2459">
                  <c:v>4.9850000000000003</c:v>
                </c:pt>
                <c:pt idx="2460">
                  <c:v>5.0919999999999996</c:v>
                </c:pt>
                <c:pt idx="2461">
                  <c:v>5.1360000000000001</c:v>
                </c:pt>
                <c:pt idx="2462">
                  <c:v>5.2830000000000004</c:v>
                </c:pt>
                <c:pt idx="2463">
                  <c:v>5.4130000000000003</c:v>
                </c:pt>
                <c:pt idx="2464">
                  <c:v>5.3150000000000004</c:v>
                </c:pt>
                <c:pt idx="2465">
                  <c:v>5.4779999999999998</c:v>
                </c:pt>
                <c:pt idx="2466">
                  <c:v>5.4850000000000003</c:v>
                </c:pt>
                <c:pt idx="2467">
                  <c:v>5.5359999999999996</c:v>
                </c:pt>
                <c:pt idx="2468">
                  <c:v>5.5030000000000001</c:v>
                </c:pt>
                <c:pt idx="2469">
                  <c:v>5.5190000000000001</c:v>
                </c:pt>
                <c:pt idx="2470">
                  <c:v>5.42</c:v>
                </c:pt>
                <c:pt idx="2471">
                  <c:v>5.0990000000000002</c:v>
                </c:pt>
                <c:pt idx="2472">
                  <c:v>5.2370000000000001</c:v>
                </c:pt>
                <c:pt idx="2473">
                  <c:v>5.3550000000000004</c:v>
                </c:pt>
                <c:pt idx="2474">
                  <c:v>4.9619999999999997</c:v>
                </c:pt>
                <c:pt idx="2475">
                  <c:v>4.9400000000000004</c:v>
                </c:pt>
                <c:pt idx="2476">
                  <c:v>4.931</c:v>
                </c:pt>
                <c:pt idx="2477">
                  <c:v>4.867</c:v>
                </c:pt>
                <c:pt idx="2478">
                  <c:v>5.01</c:v>
                </c:pt>
                <c:pt idx="2479">
                  <c:v>5.008</c:v>
                </c:pt>
                <c:pt idx="2480">
                  <c:v>5.1989999999999998</c:v>
                </c:pt>
                <c:pt idx="2481">
                  <c:v>5.0010000000000003</c:v>
                </c:pt>
                <c:pt idx="2482">
                  <c:v>5.2160000000000002</c:v>
                </c:pt>
                <c:pt idx="2483">
                  <c:v>4.9379999999999997</c:v>
                </c:pt>
                <c:pt idx="2484">
                  <c:v>5.085</c:v>
                </c:pt>
                <c:pt idx="2485">
                  <c:v>5.1280000000000001</c:v>
                </c:pt>
                <c:pt idx="2486">
                  <c:v>4.8789999999999996</c:v>
                </c:pt>
                <c:pt idx="2487">
                  <c:v>4.7619999999999996</c:v>
                </c:pt>
                <c:pt idx="2488">
                  <c:v>4.9880000000000004</c:v>
                </c:pt>
                <c:pt idx="2489">
                  <c:v>4.8959999999999999</c:v>
                </c:pt>
                <c:pt idx="2490">
                  <c:v>5.1790000000000003</c:v>
                </c:pt>
                <c:pt idx="2491">
                  <c:v>5.4359999999999999</c:v>
                </c:pt>
                <c:pt idx="2492">
                  <c:v>5.2469999999999999</c:v>
                </c:pt>
                <c:pt idx="2493">
                  <c:v>5.1479999999999997</c:v>
                </c:pt>
                <c:pt idx="2494">
                  <c:v>5.2080000000000002</c:v>
                </c:pt>
                <c:pt idx="2495">
                  <c:v>5.4569999999999999</c:v>
                </c:pt>
                <c:pt idx="2496">
                  <c:v>5.4290000000000003</c:v>
                </c:pt>
                <c:pt idx="2497">
                  <c:v>5.5</c:v>
                </c:pt>
                <c:pt idx="2498">
                  <c:v>5.5540000000000003</c:v>
                </c:pt>
                <c:pt idx="2499">
                  <c:v>5.6289999999999996</c:v>
                </c:pt>
                <c:pt idx="2500">
                  <c:v>5.7030000000000003</c:v>
                </c:pt>
                <c:pt idx="2501">
                  <c:v>5.8390000000000004</c:v>
                </c:pt>
                <c:pt idx="2502">
                  <c:v>5.7549999999999999</c:v>
                </c:pt>
                <c:pt idx="2503">
                  <c:v>5.7039999999999997</c:v>
                </c:pt>
                <c:pt idx="2504">
                  <c:v>5.9790000000000001</c:v>
                </c:pt>
                <c:pt idx="2505">
                  <c:v>6.1040000000000001</c:v>
                </c:pt>
                <c:pt idx="2506">
                  <c:v>5.8559999999999999</c:v>
                </c:pt>
                <c:pt idx="2507">
                  <c:v>5.798</c:v>
                </c:pt>
                <c:pt idx="2508">
                  <c:v>5.7679999999999998</c:v>
                </c:pt>
                <c:pt idx="2509">
                  <c:v>5.6269999999999998</c:v>
                </c:pt>
                <c:pt idx="2510">
                  <c:v>5.5389999999999997</c:v>
                </c:pt>
                <c:pt idx="2511">
                  <c:v>5.5430000000000001</c:v>
                </c:pt>
                <c:pt idx="2512">
                  <c:v>5.7789999999999999</c:v>
                </c:pt>
                <c:pt idx="2513">
                  <c:v>5.6109999999999998</c:v>
                </c:pt>
                <c:pt idx="2514">
                  <c:v>5.6529999999999996</c:v>
                </c:pt>
                <c:pt idx="2515">
                  <c:v>5.5810000000000004</c:v>
                </c:pt>
                <c:pt idx="2516">
                  <c:v>5.64</c:v>
                </c:pt>
                <c:pt idx="2517">
                  <c:v>5.4790000000000001</c:v>
                </c:pt>
                <c:pt idx="2518">
                  <c:v>5.343</c:v>
                </c:pt>
                <c:pt idx="2519">
                  <c:v>5.431</c:v>
                </c:pt>
                <c:pt idx="2520">
                  <c:v>5.399</c:v>
                </c:pt>
                <c:pt idx="2521">
                  <c:v>5.6260000000000003</c:v>
                </c:pt>
                <c:pt idx="2522">
                  <c:v>5.274</c:v>
                </c:pt>
                <c:pt idx="2523">
                  <c:v>5.5010000000000003</c:v>
                </c:pt>
                <c:pt idx="2524">
                  <c:v>5.7249999999999996</c:v>
                </c:pt>
                <c:pt idx="2525">
                  <c:v>5.6749999999999998</c:v>
                </c:pt>
                <c:pt idx="2526">
                  <c:v>5.5279999999999996</c:v>
                </c:pt>
                <c:pt idx="2527">
                  <c:v>5.7389999999999999</c:v>
                </c:pt>
                <c:pt idx="2528">
                  <c:v>5.665</c:v>
                </c:pt>
                <c:pt idx="2529">
                  <c:v>5.7930000000000001</c:v>
                </c:pt>
                <c:pt idx="2530">
                  <c:v>6.1740000000000004</c:v>
                </c:pt>
                <c:pt idx="2531">
                  <c:v>6.3369999999999997</c:v>
                </c:pt>
                <c:pt idx="2532">
                  <c:v>6.2839999999999998</c:v>
                </c:pt>
                <c:pt idx="2533">
                  <c:v>5.85</c:v>
                </c:pt>
                <c:pt idx="2534">
                  <c:v>5.7990000000000004</c:v>
                </c:pt>
                <c:pt idx="2535">
                  <c:v>5.7990000000000004</c:v>
                </c:pt>
                <c:pt idx="2536">
                  <c:v>5.7169999999999996</c:v>
                </c:pt>
                <c:pt idx="2537">
                  <c:v>5.7789999999999999</c:v>
                </c:pt>
                <c:pt idx="2538">
                  <c:v>5.6989999999999998</c:v>
                </c:pt>
                <c:pt idx="2539">
                  <c:v>5.9409999999999998</c:v>
                </c:pt>
                <c:pt idx="2540">
                  <c:v>5.7009999999999996</c:v>
                </c:pt>
                <c:pt idx="2541">
                  <c:v>6.0990000000000002</c:v>
                </c:pt>
                <c:pt idx="2542">
                  <c:v>5.8929999999999998</c:v>
                </c:pt>
                <c:pt idx="2543">
                  <c:v>5.8789999999999996</c:v>
                </c:pt>
                <c:pt idx="2544">
                  <c:v>5.6479999999999997</c:v>
                </c:pt>
                <c:pt idx="2545">
                  <c:v>5.4589999999999996</c:v>
                </c:pt>
                <c:pt idx="2546">
                  <c:v>5.2439999999999998</c:v>
                </c:pt>
                <c:pt idx="2547">
                  <c:v>5.27</c:v>
                </c:pt>
                <c:pt idx="2548">
                  <c:v>5.2389999999999999</c:v>
                </c:pt>
                <c:pt idx="2549">
                  <c:v>4.9320000000000004</c:v>
                </c:pt>
                <c:pt idx="2550">
                  <c:v>4.766</c:v>
                </c:pt>
                <c:pt idx="2551">
                  <c:v>4.9279999999999999</c:v>
                </c:pt>
                <c:pt idx="2552">
                  <c:v>4.7629999999999999</c:v>
                </c:pt>
                <c:pt idx="2553">
                  <c:v>4.6760000000000002</c:v>
                </c:pt>
                <c:pt idx="2554">
                  <c:v>4.84</c:v>
                </c:pt>
                <c:pt idx="2555">
                  <c:v>4.6509999999999998</c:v>
                </c:pt>
                <c:pt idx="2556">
                  <c:v>4.6870000000000003</c:v>
                </c:pt>
                <c:pt idx="2557">
                  <c:v>4.766</c:v>
                </c:pt>
                <c:pt idx="2558">
                  <c:v>4.609</c:v>
                </c:pt>
                <c:pt idx="2559">
                  <c:v>4.7880000000000003</c:v>
                </c:pt>
                <c:pt idx="2560">
                  <c:v>4.915</c:v>
                </c:pt>
                <c:pt idx="2561">
                  <c:v>4.9980000000000002</c:v>
                </c:pt>
                <c:pt idx="2562">
                  <c:v>5.1210000000000004</c:v>
                </c:pt>
                <c:pt idx="2563">
                  <c:v>5.0570000000000004</c:v>
                </c:pt>
                <c:pt idx="2564">
                  <c:v>5.0149999999999997</c:v>
                </c:pt>
                <c:pt idx="2565">
                  <c:v>5.0880000000000001</c:v>
                </c:pt>
                <c:pt idx="2566">
                  <c:v>5.125</c:v>
                </c:pt>
                <c:pt idx="2567">
                  <c:v>5.0910000000000002</c:v>
                </c:pt>
                <c:pt idx="2568">
                  <c:v>4.9269999999999996</c:v>
                </c:pt>
                <c:pt idx="2569">
                  <c:v>4.8579999999999997</c:v>
                </c:pt>
                <c:pt idx="2570">
                  <c:v>4.8330000000000002</c:v>
                </c:pt>
                <c:pt idx="2571">
                  <c:v>4.9409999999999998</c:v>
                </c:pt>
                <c:pt idx="2572">
                  <c:v>5.0209999999999999</c:v>
                </c:pt>
                <c:pt idx="2573">
                  <c:v>5.1749999999999998</c:v>
                </c:pt>
                <c:pt idx="2574">
                  <c:v>5.4530000000000003</c:v>
                </c:pt>
                <c:pt idx="2575">
                  <c:v>5.17</c:v>
                </c:pt>
                <c:pt idx="2576">
                  <c:v>5.3449999999999998</c:v>
                </c:pt>
                <c:pt idx="2577">
                  <c:v>5.67</c:v>
                </c:pt>
                <c:pt idx="2578">
                  <c:v>5.42</c:v>
                </c:pt>
                <c:pt idx="2579">
                  <c:v>5.569</c:v>
                </c:pt>
                <c:pt idx="2580">
                  <c:v>5.2190000000000003</c:v>
                </c:pt>
                <c:pt idx="2581">
                  <c:v>5.4560000000000004</c:v>
                </c:pt>
                <c:pt idx="2582">
                  <c:v>5.6840000000000002</c:v>
                </c:pt>
                <c:pt idx="2583">
                  <c:v>5.6360000000000001</c:v>
                </c:pt>
                <c:pt idx="2584">
                  <c:v>5.5110000000000001</c:v>
                </c:pt>
                <c:pt idx="2585">
                  <c:v>5.3259999999999996</c:v>
                </c:pt>
                <c:pt idx="2586">
                  <c:v>5.4749999999999996</c:v>
                </c:pt>
                <c:pt idx="2587">
                  <c:v>5.6520000000000001</c:v>
                </c:pt>
                <c:pt idx="2588">
                  <c:v>5.3040000000000003</c:v>
                </c:pt>
                <c:pt idx="2589">
                  <c:v>5.6660000000000004</c:v>
                </c:pt>
                <c:pt idx="2590">
                  <c:v>5.9660000000000002</c:v>
                </c:pt>
                <c:pt idx="2591">
                  <c:v>5.6390000000000002</c:v>
                </c:pt>
                <c:pt idx="2592">
                  <c:v>5.7140000000000004</c:v>
                </c:pt>
                <c:pt idx="2593">
                  <c:v>5.407</c:v>
                </c:pt>
                <c:pt idx="2594">
                  <c:v>5.8330000000000002</c:v>
                </c:pt>
                <c:pt idx="2595">
                  <c:v>5.5579999999999998</c:v>
                </c:pt>
                <c:pt idx="2596">
                  <c:v>5.9290000000000003</c:v>
                </c:pt>
                <c:pt idx="2597">
                  <c:v>6.1509999999999998</c:v>
                </c:pt>
                <c:pt idx="2598">
                  <c:v>6.3360000000000003</c:v>
                </c:pt>
                <c:pt idx="2599">
                  <c:v>6.2549999999999999</c:v>
                </c:pt>
                <c:pt idx="2600">
                  <c:v>6.2930000000000001</c:v>
                </c:pt>
                <c:pt idx="2601">
                  <c:v>6.1020000000000003</c:v>
                </c:pt>
                <c:pt idx="2602">
                  <c:v>5.9950000000000001</c:v>
                </c:pt>
                <c:pt idx="2603">
                  <c:v>5.9729999999999999</c:v>
                </c:pt>
                <c:pt idx="2604">
                  <c:v>6.1289999999999996</c:v>
                </c:pt>
                <c:pt idx="2605">
                  <c:v>5.9119999999999999</c:v>
                </c:pt>
                <c:pt idx="2606">
                  <c:v>5.8680000000000003</c:v>
                </c:pt>
                <c:pt idx="2607">
                  <c:v>6.1630000000000003</c:v>
                </c:pt>
                <c:pt idx="2608">
                  <c:v>5.7320000000000002</c:v>
                </c:pt>
                <c:pt idx="2609">
                  <c:v>5.7560000000000002</c:v>
                </c:pt>
                <c:pt idx="2610">
                  <c:v>5.6769999999999996</c:v>
                </c:pt>
                <c:pt idx="2611">
                  <c:v>5.34</c:v>
                </c:pt>
                <c:pt idx="2612">
                  <c:v>5.4219999999999997</c:v>
                </c:pt>
                <c:pt idx="2613">
                  <c:v>5.3339999999999996</c:v>
                </c:pt>
                <c:pt idx="2614">
                  <c:v>5.3419999999999996</c:v>
                </c:pt>
                <c:pt idx="2615">
                  <c:v>5.0519999999999996</c:v>
                </c:pt>
                <c:pt idx="2616">
                  <c:v>5.1870000000000003</c:v>
                </c:pt>
                <c:pt idx="2617">
                  <c:v>4.774</c:v>
                </c:pt>
                <c:pt idx="2618">
                  <c:v>4.6369999999999996</c:v>
                </c:pt>
                <c:pt idx="2619">
                  <c:v>4.71</c:v>
                </c:pt>
                <c:pt idx="2620">
                  <c:v>4.6669999999999998</c:v>
                </c:pt>
                <c:pt idx="2621">
                  <c:v>4.641</c:v>
                </c:pt>
                <c:pt idx="2622">
                  <c:v>4.859</c:v>
                </c:pt>
                <c:pt idx="2623">
                  <c:v>4.6349999999999998</c:v>
                </c:pt>
                <c:pt idx="2624">
                  <c:v>4.6139999999999999</c:v>
                </c:pt>
                <c:pt idx="2625">
                  <c:v>4.5</c:v>
                </c:pt>
                <c:pt idx="2626">
                  <c:v>4.5359999999999996</c:v>
                </c:pt>
                <c:pt idx="2627">
                  <c:v>4.5620000000000003</c:v>
                </c:pt>
                <c:pt idx="2628">
                  <c:v>4.7290000000000001</c:v>
                </c:pt>
                <c:pt idx="2629">
                  <c:v>4.5069999999999997</c:v>
                </c:pt>
                <c:pt idx="2630">
                  <c:v>4.4189999999999996</c:v>
                </c:pt>
                <c:pt idx="2631">
                  <c:v>4.5449999999999999</c:v>
                </c:pt>
                <c:pt idx="2632">
                  <c:v>4.6959999999999997</c:v>
                </c:pt>
                <c:pt idx="2633">
                  <c:v>4.5419999999999998</c:v>
                </c:pt>
                <c:pt idx="2634">
                  <c:v>4.4059999999999997</c:v>
                </c:pt>
                <c:pt idx="2635">
                  <c:v>4.6029999999999998</c:v>
                </c:pt>
                <c:pt idx="2636">
                  <c:v>4.4989999999999997</c:v>
                </c:pt>
                <c:pt idx="2637">
                  <c:v>4.7009999999999996</c:v>
                </c:pt>
                <c:pt idx="2638">
                  <c:v>5.0069999999999997</c:v>
                </c:pt>
                <c:pt idx="2639">
                  <c:v>4.9329999999999998</c:v>
                </c:pt>
                <c:pt idx="2640">
                  <c:v>5.1130000000000004</c:v>
                </c:pt>
                <c:pt idx="2641">
                  <c:v>4.8419999999999996</c:v>
                </c:pt>
                <c:pt idx="2642">
                  <c:v>5.01</c:v>
                </c:pt>
                <c:pt idx="2643">
                  <c:v>5.2130000000000001</c:v>
                </c:pt>
                <c:pt idx="2644">
                  <c:v>5.0170000000000003</c:v>
                </c:pt>
                <c:pt idx="2645">
                  <c:v>4.99</c:v>
                </c:pt>
                <c:pt idx="2646">
                  <c:v>5.4790000000000001</c:v>
                </c:pt>
                <c:pt idx="2647">
                  <c:v>5.2370000000000001</c:v>
                </c:pt>
                <c:pt idx="2648">
                  <c:v>5.4790000000000001</c:v>
                </c:pt>
                <c:pt idx="2649">
                  <c:v>5.7610000000000001</c:v>
                </c:pt>
                <c:pt idx="2650">
                  <c:v>5.734</c:v>
                </c:pt>
                <c:pt idx="2651">
                  <c:v>5.7869999999999999</c:v>
                </c:pt>
                <c:pt idx="2652">
                  <c:v>6.0110000000000001</c:v>
                </c:pt>
                <c:pt idx="2653">
                  <c:v>5.9379999999999997</c:v>
                </c:pt>
                <c:pt idx="2654">
                  <c:v>6.0590000000000002</c:v>
                </c:pt>
                <c:pt idx="2655">
                  <c:v>6.1369999999999996</c:v>
                </c:pt>
                <c:pt idx="2656">
                  <c:v>6.1210000000000004</c:v>
                </c:pt>
                <c:pt idx="2657">
                  <c:v>6.0629999999999997</c:v>
                </c:pt>
                <c:pt idx="2658">
                  <c:v>6.1520000000000001</c:v>
                </c:pt>
                <c:pt idx="2659">
                  <c:v>6.0149999999999997</c:v>
                </c:pt>
                <c:pt idx="2660">
                  <c:v>5.899</c:v>
                </c:pt>
                <c:pt idx="2661">
                  <c:v>5.7750000000000004</c:v>
                </c:pt>
                <c:pt idx="2662">
                  <c:v>5.8289999999999997</c:v>
                </c:pt>
                <c:pt idx="2663">
                  <c:v>5.9660000000000002</c:v>
                </c:pt>
                <c:pt idx="2664">
                  <c:v>5.6440000000000001</c:v>
                </c:pt>
                <c:pt idx="2665">
                  <c:v>5.5880000000000001</c:v>
                </c:pt>
                <c:pt idx="2666">
                  <c:v>6.1210000000000004</c:v>
                </c:pt>
                <c:pt idx="2667">
                  <c:v>5.9029999999999996</c:v>
                </c:pt>
                <c:pt idx="2668">
                  <c:v>5.4569999999999999</c:v>
                </c:pt>
                <c:pt idx="2669">
                  <c:v>5.6859999999999999</c:v>
                </c:pt>
                <c:pt idx="2670">
                  <c:v>5.593</c:v>
                </c:pt>
                <c:pt idx="2671">
                  <c:v>5.617</c:v>
                </c:pt>
                <c:pt idx="2672">
                  <c:v>5.7960000000000003</c:v>
                </c:pt>
                <c:pt idx="2673">
                  <c:v>5.694</c:v>
                </c:pt>
                <c:pt idx="2674">
                  <c:v>5.8230000000000004</c:v>
                </c:pt>
                <c:pt idx="2675">
                  <c:v>5.76</c:v>
                </c:pt>
                <c:pt idx="2676">
                  <c:v>5.8789999999999996</c:v>
                </c:pt>
                <c:pt idx="2677">
                  <c:v>5.8470000000000004</c:v>
                </c:pt>
                <c:pt idx="2678">
                  <c:v>5.7089999999999996</c:v>
                </c:pt>
                <c:pt idx="2679">
                  <c:v>5.62</c:v>
                </c:pt>
                <c:pt idx="2680">
                  <c:v>5.57</c:v>
                </c:pt>
                <c:pt idx="2681">
                  <c:v>5.5190000000000001</c:v>
                </c:pt>
                <c:pt idx="2682">
                  <c:v>5.5510000000000002</c:v>
                </c:pt>
                <c:pt idx="2683">
                  <c:v>5.9630000000000001</c:v>
                </c:pt>
                <c:pt idx="2684">
                  <c:v>5.7809999999999997</c:v>
                </c:pt>
                <c:pt idx="2685">
                  <c:v>5.7510000000000003</c:v>
                </c:pt>
                <c:pt idx="2686">
                  <c:v>5.8680000000000003</c:v>
                </c:pt>
                <c:pt idx="2687">
                  <c:v>5.55</c:v>
                </c:pt>
                <c:pt idx="2688">
                  <c:v>5.173</c:v>
                </c:pt>
                <c:pt idx="2689">
                  <c:v>5.5339999999999998</c:v>
                </c:pt>
                <c:pt idx="2690">
                  <c:v>5.45</c:v>
                </c:pt>
                <c:pt idx="2691">
                  <c:v>5.3120000000000003</c:v>
                </c:pt>
                <c:pt idx="2692">
                  <c:v>5.3010000000000002</c:v>
                </c:pt>
                <c:pt idx="2693">
                  <c:v>5.2370000000000001</c:v>
                </c:pt>
                <c:pt idx="2694">
                  <c:v>5.1319999999999997</c:v>
                </c:pt>
                <c:pt idx="2695">
                  <c:v>5.3959999999999999</c:v>
                </c:pt>
                <c:pt idx="2696">
                  <c:v>5.3639999999999999</c:v>
                </c:pt>
                <c:pt idx="2697">
                  <c:v>5.2610000000000001</c:v>
                </c:pt>
                <c:pt idx="2698">
                  <c:v>5.351</c:v>
                </c:pt>
                <c:pt idx="2699">
                  <c:v>5.2510000000000003</c:v>
                </c:pt>
                <c:pt idx="2700">
                  <c:v>5.1100000000000003</c:v>
                </c:pt>
                <c:pt idx="2701">
                  <c:v>5.0309999999999997</c:v>
                </c:pt>
                <c:pt idx="2702">
                  <c:v>5.0739999999999998</c:v>
                </c:pt>
                <c:pt idx="2703">
                  <c:v>4.8280000000000003</c:v>
                </c:pt>
                <c:pt idx="2704">
                  <c:v>4.9039999999999999</c:v>
                </c:pt>
                <c:pt idx="2705">
                  <c:v>4.7629999999999999</c:v>
                </c:pt>
                <c:pt idx="2706">
                  <c:v>4.9080000000000004</c:v>
                </c:pt>
                <c:pt idx="2707">
                  <c:v>4.6710000000000003</c:v>
                </c:pt>
                <c:pt idx="2708">
                  <c:v>4.6269999999999998</c:v>
                </c:pt>
                <c:pt idx="2709">
                  <c:v>4.8390000000000004</c:v>
                </c:pt>
                <c:pt idx="2710">
                  <c:v>4.82</c:v>
                </c:pt>
                <c:pt idx="2711">
                  <c:v>4.5739999999999998</c:v>
                </c:pt>
                <c:pt idx="2712">
                  <c:v>4.4180000000000001</c:v>
                </c:pt>
                <c:pt idx="2713">
                  <c:v>4.6029999999999998</c:v>
                </c:pt>
                <c:pt idx="2714">
                  <c:v>4.5570000000000004</c:v>
                </c:pt>
                <c:pt idx="2715">
                  <c:v>4.6360000000000001</c:v>
                </c:pt>
                <c:pt idx="2716">
                  <c:v>4.3</c:v>
                </c:pt>
                <c:pt idx="2717">
                  <c:v>4.0350000000000001</c:v>
                </c:pt>
                <c:pt idx="2718">
                  <c:v>4.0910000000000002</c:v>
                </c:pt>
                <c:pt idx="2719">
                  <c:v>4.0069999999999997</c:v>
                </c:pt>
                <c:pt idx="2720">
                  <c:v>3.9750000000000001</c:v>
                </c:pt>
                <c:pt idx="2721">
                  <c:v>3.99</c:v>
                </c:pt>
                <c:pt idx="2722">
                  <c:v>4.0410000000000004</c:v>
                </c:pt>
                <c:pt idx="2723">
                  <c:v>4.1520000000000001</c:v>
                </c:pt>
                <c:pt idx="2724">
                  <c:v>4.26</c:v>
                </c:pt>
                <c:pt idx="2725">
                  <c:v>4.0590000000000002</c:v>
                </c:pt>
                <c:pt idx="2726">
                  <c:v>3.9729999999999999</c:v>
                </c:pt>
                <c:pt idx="2727">
                  <c:v>4.0410000000000004</c:v>
                </c:pt>
                <c:pt idx="2728">
                  <c:v>3.8849999999999998</c:v>
                </c:pt>
                <c:pt idx="2729">
                  <c:v>3.9039999999999999</c:v>
                </c:pt>
                <c:pt idx="2730">
                  <c:v>3.9340000000000002</c:v>
                </c:pt>
                <c:pt idx="2731">
                  <c:v>3.79</c:v>
                </c:pt>
                <c:pt idx="2732">
                  <c:v>3.7789999999999999</c:v>
                </c:pt>
                <c:pt idx="2733">
                  <c:v>4.085</c:v>
                </c:pt>
                <c:pt idx="2734">
                  <c:v>4.0430000000000001</c:v>
                </c:pt>
                <c:pt idx="2735">
                  <c:v>4.1589999999999998</c:v>
                </c:pt>
                <c:pt idx="2736">
                  <c:v>4.4560000000000004</c:v>
                </c:pt>
                <c:pt idx="2737">
                  <c:v>4.3970000000000002</c:v>
                </c:pt>
                <c:pt idx="2738">
                  <c:v>4.4130000000000003</c:v>
                </c:pt>
                <c:pt idx="2739">
                  <c:v>4.4109999999999996</c:v>
                </c:pt>
                <c:pt idx="2740">
                  <c:v>4.2569999999999997</c:v>
                </c:pt>
                <c:pt idx="2741">
                  <c:v>4.117</c:v>
                </c:pt>
                <c:pt idx="2742">
                  <c:v>4.2279999999999998</c:v>
                </c:pt>
                <c:pt idx="2743">
                  <c:v>4.2309999999999999</c:v>
                </c:pt>
                <c:pt idx="2744">
                  <c:v>4.5890000000000004</c:v>
                </c:pt>
                <c:pt idx="2745">
                  <c:v>4.601</c:v>
                </c:pt>
                <c:pt idx="2746">
                  <c:v>4.8689999999999998</c:v>
                </c:pt>
                <c:pt idx="2747">
                  <c:v>4.9080000000000004</c:v>
                </c:pt>
                <c:pt idx="2748">
                  <c:v>5.0549999999999997</c:v>
                </c:pt>
                <c:pt idx="2749">
                  <c:v>5.0490000000000004</c:v>
                </c:pt>
                <c:pt idx="2750">
                  <c:v>5.0640000000000001</c:v>
                </c:pt>
                <c:pt idx="2751">
                  <c:v>5.0309999999999997</c:v>
                </c:pt>
                <c:pt idx="2752">
                  <c:v>5.1020000000000003</c:v>
                </c:pt>
                <c:pt idx="2753">
                  <c:v>5.2270000000000003</c:v>
                </c:pt>
                <c:pt idx="2754">
                  <c:v>5.2990000000000004</c:v>
                </c:pt>
                <c:pt idx="2755">
                  <c:v>5.1859999999999999</c:v>
                </c:pt>
                <c:pt idx="2756">
                  <c:v>5.4050000000000002</c:v>
                </c:pt>
                <c:pt idx="2757">
                  <c:v>5.4279999999999999</c:v>
                </c:pt>
                <c:pt idx="2758">
                  <c:v>5.32</c:v>
                </c:pt>
                <c:pt idx="2759">
                  <c:v>5.3940000000000001</c:v>
                </c:pt>
                <c:pt idx="2760">
                  <c:v>5.4390000000000001</c:v>
                </c:pt>
                <c:pt idx="2761">
                  <c:v>5.4939999999999998</c:v>
                </c:pt>
                <c:pt idx="2762">
                  <c:v>5.306</c:v>
                </c:pt>
                <c:pt idx="2763">
                  <c:v>5.4530000000000003</c:v>
                </c:pt>
                <c:pt idx="2764">
                  <c:v>5.8079999999999998</c:v>
                </c:pt>
                <c:pt idx="2765">
                  <c:v>5.77</c:v>
                </c:pt>
                <c:pt idx="2766">
                  <c:v>5.5659999999999998</c:v>
                </c:pt>
                <c:pt idx="2767">
                  <c:v>5.6950000000000003</c:v>
                </c:pt>
                <c:pt idx="2768">
                  <c:v>5.7309999999999999</c:v>
                </c:pt>
                <c:pt idx="2769">
                  <c:v>5.9260000000000002</c:v>
                </c:pt>
                <c:pt idx="2770">
                  <c:v>5.915</c:v>
                </c:pt>
                <c:pt idx="2771">
                  <c:v>5.8849999999999998</c:v>
                </c:pt>
                <c:pt idx="2772">
                  <c:v>6.1319999999999997</c:v>
                </c:pt>
                <c:pt idx="2773">
                  <c:v>5.7469999999999999</c:v>
                </c:pt>
                <c:pt idx="2774">
                  <c:v>5.77</c:v>
                </c:pt>
                <c:pt idx="2775">
                  <c:v>5.8</c:v>
                </c:pt>
                <c:pt idx="2776">
                  <c:v>5.7770000000000001</c:v>
                </c:pt>
                <c:pt idx="2777">
                  <c:v>5.8620000000000001</c:v>
                </c:pt>
                <c:pt idx="2778">
                  <c:v>5.8979999999999997</c:v>
                </c:pt>
                <c:pt idx="2779">
                  <c:v>5.6609999999999996</c:v>
                </c:pt>
                <c:pt idx="2780">
                  <c:v>5.6589999999999998</c:v>
                </c:pt>
                <c:pt idx="2781">
                  <c:v>5.6619999999999999</c:v>
                </c:pt>
                <c:pt idx="2782">
                  <c:v>5.7640000000000002</c:v>
                </c:pt>
                <c:pt idx="2783">
                  <c:v>5.5819999999999999</c:v>
                </c:pt>
                <c:pt idx="2784">
                  <c:v>5.6079999999999997</c:v>
                </c:pt>
                <c:pt idx="2785">
                  <c:v>5.5609999999999999</c:v>
                </c:pt>
                <c:pt idx="2786">
                  <c:v>5.6189999999999998</c:v>
                </c:pt>
                <c:pt idx="2787">
                  <c:v>5.7</c:v>
                </c:pt>
                <c:pt idx="2788">
                  <c:v>5.7619999999999996</c:v>
                </c:pt>
                <c:pt idx="2789">
                  <c:v>5.952</c:v>
                </c:pt>
                <c:pt idx="2790">
                  <c:v>5.9320000000000004</c:v>
                </c:pt>
                <c:pt idx="2791">
                  <c:v>5.8760000000000003</c:v>
                </c:pt>
                <c:pt idx="2792">
                  <c:v>6.306</c:v>
                </c:pt>
                <c:pt idx="2793">
                  <c:v>6.1459999999999999</c:v>
                </c:pt>
                <c:pt idx="2794">
                  <c:v>6.2389999999999999</c:v>
                </c:pt>
                <c:pt idx="2795">
                  <c:v>6.0039999999999996</c:v>
                </c:pt>
                <c:pt idx="2796">
                  <c:v>6.0220000000000002</c:v>
                </c:pt>
                <c:pt idx="2797">
                  <c:v>6.0339999999999998</c:v>
                </c:pt>
                <c:pt idx="2798">
                  <c:v>6.17</c:v>
                </c:pt>
                <c:pt idx="2799">
                  <c:v>5.9989999999999997</c:v>
                </c:pt>
                <c:pt idx="2800">
                  <c:v>5.7949999999999999</c:v>
                </c:pt>
                <c:pt idx="2801">
                  <c:v>5.5309999999999997</c:v>
                </c:pt>
                <c:pt idx="2802">
                  <c:v>5.6239999999999997</c:v>
                </c:pt>
                <c:pt idx="2803">
                  <c:v>5.4930000000000003</c:v>
                </c:pt>
                <c:pt idx="2804">
                  <c:v>5.3730000000000002</c:v>
                </c:pt>
                <c:pt idx="2805">
                  <c:v>5.3840000000000003</c:v>
                </c:pt>
                <c:pt idx="2806">
                  <c:v>5.72</c:v>
                </c:pt>
                <c:pt idx="2807">
                  <c:v>5.8710000000000004</c:v>
                </c:pt>
                <c:pt idx="2808">
                  <c:v>5.923</c:v>
                </c:pt>
                <c:pt idx="2809">
                  <c:v>6.0869999999999997</c:v>
                </c:pt>
                <c:pt idx="2810">
                  <c:v>6.2969999999999997</c:v>
                </c:pt>
                <c:pt idx="2811">
                  <c:v>6.407</c:v>
                </c:pt>
                <c:pt idx="2812">
                  <c:v>6.5090000000000003</c:v>
                </c:pt>
                <c:pt idx="2813">
                  <c:v>6.9349999999999996</c:v>
                </c:pt>
                <c:pt idx="2814">
                  <c:v>6.8479999999999999</c:v>
                </c:pt>
                <c:pt idx="2815">
                  <c:v>6.5149999999999997</c:v>
                </c:pt>
                <c:pt idx="2816">
                  <c:v>6.883</c:v>
                </c:pt>
                <c:pt idx="2817">
                  <c:v>6.7830000000000004</c:v>
                </c:pt>
                <c:pt idx="2818">
                  <c:v>6.665</c:v>
                </c:pt>
                <c:pt idx="2819">
                  <c:v>6.6289999999999996</c:v>
                </c:pt>
                <c:pt idx="2820">
                  <c:v>6.4180000000000001</c:v>
                </c:pt>
                <c:pt idx="2821">
                  <c:v>6.69</c:v>
                </c:pt>
                <c:pt idx="2822">
                  <c:v>6.8520000000000003</c:v>
                </c:pt>
                <c:pt idx="2823">
                  <c:v>6.6120000000000001</c:v>
                </c:pt>
                <c:pt idx="2824">
                  <c:v>6.7720000000000002</c:v>
                </c:pt>
                <c:pt idx="2825">
                  <c:v>6.7350000000000003</c:v>
                </c:pt>
                <c:pt idx="2826">
                  <c:v>6.5629999999999997</c:v>
                </c:pt>
                <c:pt idx="2827">
                  <c:v>6.8090000000000002</c:v>
                </c:pt>
                <c:pt idx="2828">
                  <c:v>6.48</c:v>
                </c:pt>
                <c:pt idx="2829">
                  <c:v>6.6970000000000001</c:v>
                </c:pt>
                <c:pt idx="2830">
                  <c:v>6.8479999999999999</c:v>
                </c:pt>
                <c:pt idx="2831">
                  <c:v>6.8369999999999997</c:v>
                </c:pt>
                <c:pt idx="2832">
                  <c:v>6.665</c:v>
                </c:pt>
                <c:pt idx="2833">
                  <c:v>6.6120000000000001</c:v>
                </c:pt>
                <c:pt idx="2834">
                  <c:v>6.4320000000000004</c:v>
                </c:pt>
                <c:pt idx="2835">
                  <c:v>6.8120000000000003</c:v>
                </c:pt>
                <c:pt idx="2836">
                  <c:v>6.6539999999999999</c:v>
                </c:pt>
                <c:pt idx="2837">
                  <c:v>7.0019999999999998</c:v>
                </c:pt>
                <c:pt idx="2838">
                  <c:v>6.8040000000000003</c:v>
                </c:pt>
                <c:pt idx="2839">
                  <c:v>6.9050000000000002</c:v>
                </c:pt>
                <c:pt idx="2840">
                  <c:v>6.8940000000000001</c:v>
                </c:pt>
                <c:pt idx="2841">
                  <c:v>7.069</c:v>
                </c:pt>
                <c:pt idx="2842">
                  <c:v>7.0389999999999997</c:v>
                </c:pt>
                <c:pt idx="2843">
                  <c:v>7.0529999999999999</c:v>
                </c:pt>
                <c:pt idx="2844">
                  <c:v>6.8949999999999996</c:v>
                </c:pt>
                <c:pt idx="2845">
                  <c:v>6.5910000000000002</c:v>
                </c:pt>
                <c:pt idx="2846">
                  <c:v>6.798</c:v>
                </c:pt>
                <c:pt idx="2847">
                  <c:v>6.6929999999999996</c:v>
                </c:pt>
                <c:pt idx="2848">
                  <c:v>6.4649999999999999</c:v>
                </c:pt>
                <c:pt idx="2849">
                  <c:v>6.5060000000000002</c:v>
                </c:pt>
                <c:pt idx="2850">
                  <c:v>6.5940000000000003</c:v>
                </c:pt>
                <c:pt idx="2851">
                  <c:v>6.7960000000000003</c:v>
                </c:pt>
                <c:pt idx="2852">
                  <c:v>6.7050000000000001</c:v>
                </c:pt>
                <c:pt idx="2853">
                  <c:v>6.3529999999999998</c:v>
                </c:pt>
                <c:pt idx="2854">
                  <c:v>5.9720000000000004</c:v>
                </c:pt>
                <c:pt idx="2855">
                  <c:v>6.0430000000000001</c:v>
                </c:pt>
                <c:pt idx="2856">
                  <c:v>5.8639999999999999</c:v>
                </c:pt>
                <c:pt idx="2857">
                  <c:v>5.923</c:v>
                </c:pt>
                <c:pt idx="2858">
                  <c:v>5.8959999999999999</c:v>
                </c:pt>
                <c:pt idx="2859">
                  <c:v>5.8529999999999998</c:v>
                </c:pt>
                <c:pt idx="2860">
                  <c:v>5.8390000000000004</c:v>
                </c:pt>
                <c:pt idx="2861">
                  <c:v>6.0229999999999997</c:v>
                </c:pt>
                <c:pt idx="2862">
                  <c:v>5.8440000000000003</c:v>
                </c:pt>
                <c:pt idx="2863">
                  <c:v>5.452</c:v>
                </c:pt>
                <c:pt idx="2864">
                  <c:v>5.806</c:v>
                </c:pt>
                <c:pt idx="2865">
                  <c:v>5.5590000000000002</c:v>
                </c:pt>
                <c:pt idx="2866">
                  <c:v>5.74</c:v>
                </c:pt>
                <c:pt idx="2867">
                  <c:v>5.625</c:v>
                </c:pt>
                <c:pt idx="2868">
                  <c:v>5.5229999999999997</c:v>
                </c:pt>
                <c:pt idx="2869">
                  <c:v>5.2640000000000002</c:v>
                </c:pt>
                <c:pt idx="2870">
                  <c:v>5.2469999999999999</c:v>
                </c:pt>
                <c:pt idx="2871">
                  <c:v>5.234</c:v>
                </c:pt>
                <c:pt idx="2872">
                  <c:v>5.1740000000000004</c:v>
                </c:pt>
                <c:pt idx="2873">
                  <c:v>5.1219999999999999</c:v>
                </c:pt>
                <c:pt idx="2874">
                  <c:v>5.3869999999999996</c:v>
                </c:pt>
                <c:pt idx="2875">
                  <c:v>5.5380000000000003</c:v>
                </c:pt>
                <c:pt idx="2876">
                  <c:v>5.7290000000000001</c:v>
                </c:pt>
                <c:pt idx="2877">
                  <c:v>5.5019999999999998</c:v>
                </c:pt>
                <c:pt idx="2878">
                  <c:v>5.5670000000000002</c:v>
                </c:pt>
                <c:pt idx="2879">
                  <c:v>5.6769999999999996</c:v>
                </c:pt>
                <c:pt idx="2880">
                  <c:v>5.7210000000000001</c:v>
                </c:pt>
                <c:pt idx="2881">
                  <c:v>5.7370000000000001</c:v>
                </c:pt>
                <c:pt idx="2882">
                  <c:v>5.3570000000000002</c:v>
                </c:pt>
                <c:pt idx="2883">
                  <c:v>5.7190000000000003</c:v>
                </c:pt>
                <c:pt idx="2884">
                  <c:v>5.5830000000000002</c:v>
                </c:pt>
                <c:pt idx="2885">
                  <c:v>5.7050000000000001</c:v>
                </c:pt>
                <c:pt idx="2886">
                  <c:v>5.5519999999999996</c:v>
                </c:pt>
                <c:pt idx="2887">
                  <c:v>5.6749999999999998</c:v>
                </c:pt>
                <c:pt idx="2888">
                  <c:v>5.59</c:v>
                </c:pt>
                <c:pt idx="2889">
                  <c:v>5.7069999999999999</c:v>
                </c:pt>
                <c:pt idx="2890">
                  <c:v>5.6029999999999998</c:v>
                </c:pt>
                <c:pt idx="2891">
                  <c:v>5.68</c:v>
                </c:pt>
                <c:pt idx="2892">
                  <c:v>5.7610000000000001</c:v>
                </c:pt>
                <c:pt idx="2893">
                  <c:v>5.5170000000000003</c:v>
                </c:pt>
                <c:pt idx="2894">
                  <c:v>5.7629999999999999</c:v>
                </c:pt>
                <c:pt idx="2895">
                  <c:v>5.9950000000000001</c:v>
                </c:pt>
                <c:pt idx="2896">
                  <c:v>5.7320000000000002</c:v>
                </c:pt>
                <c:pt idx="2897">
                  <c:v>5.77</c:v>
                </c:pt>
                <c:pt idx="2898">
                  <c:v>6.0220000000000002</c:v>
                </c:pt>
                <c:pt idx="2899">
                  <c:v>5.9219999999999997</c:v>
                </c:pt>
                <c:pt idx="2900">
                  <c:v>5.7679999999999998</c:v>
                </c:pt>
                <c:pt idx="2901">
                  <c:v>5.9749999999999996</c:v>
                </c:pt>
                <c:pt idx="2902">
                  <c:v>5.7149999999999999</c:v>
                </c:pt>
                <c:pt idx="2903">
                  <c:v>5.2210000000000001</c:v>
                </c:pt>
                <c:pt idx="2904">
                  <c:v>4.9770000000000003</c:v>
                </c:pt>
                <c:pt idx="2905">
                  <c:v>4.63</c:v>
                </c:pt>
                <c:pt idx="2906">
                  <c:v>4.4450000000000003</c:v>
                </c:pt>
                <c:pt idx="2907">
                  <c:v>4.5430000000000001</c:v>
                </c:pt>
                <c:pt idx="2908">
                  <c:v>4.274</c:v>
                </c:pt>
                <c:pt idx="2909">
                  <c:v>4.2249999999999996</c:v>
                </c:pt>
                <c:pt idx="2910">
                  <c:v>4.2370000000000001</c:v>
                </c:pt>
                <c:pt idx="2911">
                  <c:v>4.1520000000000001</c:v>
                </c:pt>
                <c:pt idx="2912">
                  <c:v>4.1970000000000001</c:v>
                </c:pt>
                <c:pt idx="2913">
                  <c:v>4.1539999999999999</c:v>
                </c:pt>
                <c:pt idx="2914">
                  <c:v>4.2930000000000001</c:v>
                </c:pt>
                <c:pt idx="2915">
                  <c:v>4.1399999999999997</c:v>
                </c:pt>
                <c:pt idx="2916">
                  <c:v>4.1639999999999997</c:v>
                </c:pt>
                <c:pt idx="2917">
                  <c:v>4.1459999999999999</c:v>
                </c:pt>
                <c:pt idx="2918">
                  <c:v>4.3440000000000003</c:v>
                </c:pt>
                <c:pt idx="2919">
                  <c:v>4.2519999999999998</c:v>
                </c:pt>
                <c:pt idx="2920">
                  <c:v>4.4290000000000003</c:v>
                </c:pt>
                <c:pt idx="2921">
                  <c:v>4.1820000000000004</c:v>
                </c:pt>
                <c:pt idx="2922">
                  <c:v>4.5069999999999997</c:v>
                </c:pt>
                <c:pt idx="2923">
                  <c:v>4.4710000000000001</c:v>
                </c:pt>
                <c:pt idx="2924">
                  <c:v>4.4210000000000003</c:v>
                </c:pt>
                <c:pt idx="2925">
                  <c:v>4.6890000000000001</c:v>
                </c:pt>
                <c:pt idx="2926">
                  <c:v>4.5890000000000004</c:v>
                </c:pt>
                <c:pt idx="2927">
                  <c:v>4.7350000000000003</c:v>
                </c:pt>
                <c:pt idx="2928">
                  <c:v>4.5380000000000003</c:v>
                </c:pt>
                <c:pt idx="2929">
                  <c:v>4.6660000000000004</c:v>
                </c:pt>
                <c:pt idx="2930">
                  <c:v>4.9029999999999996</c:v>
                </c:pt>
                <c:pt idx="2931">
                  <c:v>4.9480000000000004</c:v>
                </c:pt>
                <c:pt idx="2932">
                  <c:v>5.2169999999999996</c:v>
                </c:pt>
                <c:pt idx="2933">
                  <c:v>5.1890000000000001</c:v>
                </c:pt>
                <c:pt idx="2934">
                  <c:v>5.117</c:v>
                </c:pt>
                <c:pt idx="2935">
                  <c:v>5.1440000000000001</c:v>
                </c:pt>
                <c:pt idx="2936">
                  <c:v>5.093</c:v>
                </c:pt>
                <c:pt idx="2937">
                  <c:v>5.0019999999999998</c:v>
                </c:pt>
                <c:pt idx="2938">
                  <c:v>4.8849999999999998</c:v>
                </c:pt>
                <c:pt idx="2939">
                  <c:v>4.9569999999999999</c:v>
                </c:pt>
                <c:pt idx="2940">
                  <c:v>5.2610000000000001</c:v>
                </c:pt>
                <c:pt idx="2941">
                  <c:v>5.31</c:v>
                </c:pt>
                <c:pt idx="2942">
                  <c:v>5.2949999999999999</c:v>
                </c:pt>
                <c:pt idx="2943">
                  <c:v>5.3170000000000002</c:v>
                </c:pt>
                <c:pt idx="2944">
                  <c:v>5.5739999999999998</c:v>
                </c:pt>
                <c:pt idx="2945">
                  <c:v>5.6379999999999999</c:v>
                </c:pt>
                <c:pt idx="2946">
                  <c:v>5.444</c:v>
                </c:pt>
                <c:pt idx="2947">
                  <c:v>5.5819999999999999</c:v>
                </c:pt>
                <c:pt idx="2948">
                  <c:v>5.5759999999999996</c:v>
                </c:pt>
                <c:pt idx="2949">
                  <c:v>5.5289999999999999</c:v>
                </c:pt>
                <c:pt idx="2950">
                  <c:v>5.4189999999999996</c:v>
                </c:pt>
                <c:pt idx="2951">
                  <c:v>5.593</c:v>
                </c:pt>
                <c:pt idx="2952">
                  <c:v>5.4980000000000002</c:v>
                </c:pt>
                <c:pt idx="2953">
                  <c:v>5.4089999999999998</c:v>
                </c:pt>
                <c:pt idx="2954">
                  <c:v>5.46</c:v>
                </c:pt>
                <c:pt idx="2955">
                  <c:v>5.6929999999999996</c:v>
                </c:pt>
                <c:pt idx="2956">
                  <c:v>5.6349999999999998</c:v>
                </c:pt>
                <c:pt idx="2957">
                  <c:v>5.524</c:v>
                </c:pt>
                <c:pt idx="2958">
                  <c:v>5.3620000000000001</c:v>
                </c:pt>
                <c:pt idx="2959">
                  <c:v>5.6029999999999998</c:v>
                </c:pt>
                <c:pt idx="2960">
                  <c:v>5.7990000000000004</c:v>
                </c:pt>
                <c:pt idx="2961">
                  <c:v>5.7930000000000001</c:v>
                </c:pt>
                <c:pt idx="2962">
                  <c:v>5.9370000000000003</c:v>
                </c:pt>
                <c:pt idx="2963">
                  <c:v>6.25</c:v>
                </c:pt>
                <c:pt idx="2964">
                  <c:v>6.2610000000000001</c:v>
                </c:pt>
                <c:pt idx="2965">
                  <c:v>6.02</c:v>
                </c:pt>
                <c:pt idx="2966">
                  <c:v>5.8769999999999998</c:v>
                </c:pt>
                <c:pt idx="2967">
                  <c:v>6.1079999999999997</c:v>
                </c:pt>
                <c:pt idx="2968">
                  <c:v>6.2370000000000001</c:v>
                </c:pt>
                <c:pt idx="2969">
                  <c:v>5.9770000000000003</c:v>
                </c:pt>
                <c:pt idx="2970">
                  <c:v>5.7450000000000001</c:v>
                </c:pt>
                <c:pt idx="2971">
                  <c:v>5.516</c:v>
                </c:pt>
                <c:pt idx="2972">
                  <c:v>6.2670000000000003</c:v>
                </c:pt>
                <c:pt idx="2973">
                  <c:v>6.4370000000000003</c:v>
                </c:pt>
                <c:pt idx="2974">
                  <c:v>6.23</c:v>
                </c:pt>
                <c:pt idx="2975">
                  <c:v>6.1</c:v>
                </c:pt>
                <c:pt idx="2976">
                  <c:v>6.032</c:v>
                </c:pt>
                <c:pt idx="2977">
                  <c:v>6.58</c:v>
                </c:pt>
                <c:pt idx="2978">
                  <c:v>6.34</c:v>
                </c:pt>
                <c:pt idx="2979">
                  <c:v>6.2720000000000002</c:v>
                </c:pt>
                <c:pt idx="2980">
                  <c:v>6.1529999999999996</c:v>
                </c:pt>
                <c:pt idx="2981">
                  <c:v>5.9880000000000004</c:v>
                </c:pt>
                <c:pt idx="2982">
                  <c:v>6.133</c:v>
                </c:pt>
                <c:pt idx="2983">
                  <c:v>6.1189999999999998</c:v>
                </c:pt>
                <c:pt idx="2984">
                  <c:v>6.0750000000000002</c:v>
                </c:pt>
                <c:pt idx="2985">
                  <c:v>6.4640000000000004</c:v>
                </c:pt>
                <c:pt idx="2986">
                  <c:v>6.6760000000000002</c:v>
                </c:pt>
                <c:pt idx="2987">
                  <c:v>6.7149999999999999</c:v>
                </c:pt>
                <c:pt idx="2988">
                  <c:v>6.4480000000000004</c:v>
                </c:pt>
                <c:pt idx="2989">
                  <c:v>6.6070000000000002</c:v>
                </c:pt>
                <c:pt idx="2990">
                  <c:v>6.7919999999999998</c:v>
                </c:pt>
                <c:pt idx="2991">
                  <c:v>7.1589999999999998</c:v>
                </c:pt>
                <c:pt idx="2992">
                  <c:v>6.6820000000000004</c:v>
                </c:pt>
                <c:pt idx="2993">
                  <c:v>7.03</c:v>
                </c:pt>
                <c:pt idx="2994">
                  <c:v>6.9939999999999998</c:v>
                </c:pt>
                <c:pt idx="2995">
                  <c:v>7.2670000000000003</c:v>
                </c:pt>
                <c:pt idx="2996">
                  <c:v>7.0979999999999999</c:v>
                </c:pt>
                <c:pt idx="2997">
                  <c:v>7.5529999999999999</c:v>
                </c:pt>
                <c:pt idx="2998">
                  <c:v>7.1639999999999997</c:v>
                </c:pt>
                <c:pt idx="2999">
                  <c:v>7.2629999999999999</c:v>
                </c:pt>
                <c:pt idx="3000">
                  <c:v>7.3019999999999996</c:v>
                </c:pt>
                <c:pt idx="3001">
                  <c:v>7.4480000000000004</c:v>
                </c:pt>
                <c:pt idx="3002">
                  <c:v>7.3419999999999996</c:v>
                </c:pt>
                <c:pt idx="3003">
                  <c:v>7.4569999999999999</c:v>
                </c:pt>
                <c:pt idx="3004">
                  <c:v>7.4359999999999999</c:v>
                </c:pt>
                <c:pt idx="3005">
                  <c:v>7.4690000000000003</c:v>
                </c:pt>
                <c:pt idx="3006">
                  <c:v>7.6769999999999996</c:v>
                </c:pt>
                <c:pt idx="3007">
                  <c:v>7.8380000000000001</c:v>
                </c:pt>
                <c:pt idx="3008">
                  <c:v>7.8789999999999996</c:v>
                </c:pt>
                <c:pt idx="3009">
                  <c:v>7.8760000000000003</c:v>
                </c:pt>
                <c:pt idx="3010">
                  <c:v>7.9080000000000004</c:v>
                </c:pt>
                <c:pt idx="3011">
                  <c:v>8.0310000000000006</c:v>
                </c:pt>
                <c:pt idx="3012">
                  <c:v>7.9930000000000003</c:v>
                </c:pt>
                <c:pt idx="3013">
                  <c:v>8.077</c:v>
                </c:pt>
                <c:pt idx="3014">
                  <c:v>8.31</c:v>
                </c:pt>
                <c:pt idx="3015">
                  <c:v>8.2609999999999992</c:v>
                </c:pt>
                <c:pt idx="3016">
                  <c:v>8.1850000000000005</c:v>
                </c:pt>
                <c:pt idx="3017">
                  <c:v>8.3480000000000008</c:v>
                </c:pt>
                <c:pt idx="3018">
                  <c:v>8.6159999999999997</c:v>
                </c:pt>
                <c:pt idx="3019">
                  <c:v>9.0299999999999994</c:v>
                </c:pt>
                <c:pt idx="3020">
                  <c:v>9.3699999999999992</c:v>
                </c:pt>
                <c:pt idx="3021">
                  <c:v>9.74</c:v>
                </c:pt>
                <c:pt idx="3022">
                  <c:v>9.4380000000000006</c:v>
                </c:pt>
                <c:pt idx="3023">
                  <c:v>9.6590000000000007</c:v>
                </c:pt>
                <c:pt idx="3024">
                  <c:v>9.6029999999999998</c:v>
                </c:pt>
                <c:pt idx="3025">
                  <c:v>9.8520000000000003</c:v>
                </c:pt>
                <c:pt idx="3026">
                  <c:v>9.875</c:v>
                </c:pt>
                <c:pt idx="3027">
                  <c:v>9.5790000000000006</c:v>
                </c:pt>
                <c:pt idx="3028">
                  <c:v>9.3320000000000007</c:v>
                </c:pt>
                <c:pt idx="3029">
                  <c:v>8.8979999999999997</c:v>
                </c:pt>
                <c:pt idx="3030">
                  <c:v>8.8140000000000001</c:v>
                </c:pt>
                <c:pt idx="3031">
                  <c:v>9.3659999999999997</c:v>
                </c:pt>
                <c:pt idx="3032">
                  <c:v>8.9649999999999999</c:v>
                </c:pt>
                <c:pt idx="3033">
                  <c:v>9.1419999999999995</c:v>
                </c:pt>
                <c:pt idx="3034">
                  <c:v>8.9139999999999997</c:v>
                </c:pt>
                <c:pt idx="3035">
                  <c:v>8.9209999999999994</c:v>
                </c:pt>
                <c:pt idx="3036">
                  <c:v>9.1890000000000001</c:v>
                </c:pt>
                <c:pt idx="3037">
                  <c:v>9.0459999999999994</c:v>
                </c:pt>
                <c:pt idx="3038">
                  <c:v>8.8680000000000003</c:v>
                </c:pt>
                <c:pt idx="3039">
                  <c:v>9.1310000000000002</c:v>
                </c:pt>
                <c:pt idx="3040">
                  <c:v>9.1050000000000004</c:v>
                </c:pt>
                <c:pt idx="3041">
                  <c:v>9.0280000000000005</c:v>
                </c:pt>
                <c:pt idx="3042">
                  <c:v>9.0329999999999995</c:v>
                </c:pt>
                <c:pt idx="3043">
                  <c:v>9.0559999999999992</c:v>
                </c:pt>
                <c:pt idx="3044">
                  <c:v>8.7319999999999993</c:v>
                </c:pt>
                <c:pt idx="3045">
                  <c:v>8.2100000000000009</c:v>
                </c:pt>
                <c:pt idx="3046">
                  <c:v>8.0419999999999998</c:v>
                </c:pt>
                <c:pt idx="3047">
                  <c:v>7.65</c:v>
                </c:pt>
                <c:pt idx="3048">
                  <c:v>7.5220000000000002</c:v>
                </c:pt>
                <c:pt idx="3049">
                  <c:v>7.5490000000000004</c:v>
                </c:pt>
                <c:pt idx="3050">
                  <c:v>7.2450000000000001</c:v>
                </c:pt>
                <c:pt idx="3051">
                  <c:v>7.2880000000000003</c:v>
                </c:pt>
                <c:pt idx="3052">
                  <c:v>7.165</c:v>
                </c:pt>
                <c:pt idx="3053">
                  <c:v>6.9539999999999997</c:v>
                </c:pt>
                <c:pt idx="3054">
                  <c:v>6.8630000000000004</c:v>
                </c:pt>
                <c:pt idx="3055">
                  <c:v>6.8869999999999996</c:v>
                </c:pt>
                <c:pt idx="3056">
                  <c:v>6.5860000000000003</c:v>
                </c:pt>
                <c:pt idx="3057">
                  <c:v>6.6529999999999996</c:v>
                </c:pt>
                <c:pt idx="3058">
                  <c:v>6.641</c:v>
                </c:pt>
                <c:pt idx="3059">
                  <c:v>6.601</c:v>
                </c:pt>
                <c:pt idx="3060">
                  <c:v>6.6189999999999998</c:v>
                </c:pt>
                <c:pt idx="3061">
                  <c:v>6.3529999999999998</c:v>
                </c:pt>
                <c:pt idx="3062">
                  <c:v>6.3019999999999996</c:v>
                </c:pt>
                <c:pt idx="3063">
                  <c:v>6.6559999999999997</c:v>
                </c:pt>
                <c:pt idx="3064">
                  <c:v>6.68</c:v>
                </c:pt>
                <c:pt idx="3065">
                  <c:v>6.6760000000000002</c:v>
                </c:pt>
                <c:pt idx="3066">
                  <c:v>6.8159999999999998</c:v>
                </c:pt>
                <c:pt idx="3067">
                  <c:v>6.8140000000000001</c:v>
                </c:pt>
                <c:pt idx="3068">
                  <c:v>6.6669999999999998</c:v>
                </c:pt>
                <c:pt idx="3069">
                  <c:v>6.84</c:v>
                </c:pt>
                <c:pt idx="3070">
                  <c:v>6.6779999999999999</c:v>
                </c:pt>
                <c:pt idx="3071">
                  <c:v>6.4660000000000002</c:v>
                </c:pt>
                <c:pt idx="3072">
                  <c:v>6.4130000000000003</c:v>
                </c:pt>
                <c:pt idx="3073">
                  <c:v>6.4630000000000001</c:v>
                </c:pt>
                <c:pt idx="3074">
                  <c:v>6.3330000000000002</c:v>
                </c:pt>
                <c:pt idx="3075">
                  <c:v>6.0389999999999997</c:v>
                </c:pt>
                <c:pt idx="3076">
                  <c:v>5.9610000000000003</c:v>
                </c:pt>
                <c:pt idx="3077">
                  <c:v>5.7709999999999999</c:v>
                </c:pt>
                <c:pt idx="3078">
                  <c:v>5.6109999999999998</c:v>
                </c:pt>
                <c:pt idx="3079">
                  <c:v>5.2480000000000002</c:v>
                </c:pt>
                <c:pt idx="3080">
                  <c:v>4.9050000000000002</c:v>
                </c:pt>
                <c:pt idx="3081">
                  <c:v>4.7770000000000001</c:v>
                </c:pt>
                <c:pt idx="3082">
                  <c:v>4.508</c:v>
                </c:pt>
                <c:pt idx="3083">
                  <c:v>4.3929999999999998</c:v>
                </c:pt>
                <c:pt idx="3084">
                  <c:v>4.3840000000000003</c:v>
                </c:pt>
                <c:pt idx="3085">
                  <c:v>4.16</c:v>
                </c:pt>
                <c:pt idx="3086">
                  <c:v>4.1609999999999996</c:v>
                </c:pt>
                <c:pt idx="3087">
                  <c:v>4.1289999999999996</c:v>
                </c:pt>
                <c:pt idx="3088">
                  <c:v>4.1100000000000003</c:v>
                </c:pt>
                <c:pt idx="3089">
                  <c:v>4.2279999999999998</c:v>
                </c:pt>
                <c:pt idx="3090">
                  <c:v>4.24</c:v>
                </c:pt>
                <c:pt idx="3091">
                  <c:v>4.1559999999999997</c:v>
                </c:pt>
              </c:numCache>
            </c:numRef>
          </c:val>
          <c:smooth val="0"/>
          <c:extLst>
            <c:ext xmlns:c16="http://schemas.microsoft.com/office/drawing/2014/chart" uri="{C3380CC4-5D6E-409C-BE32-E72D297353CC}">
              <c16:uniqueId val="{00000001-0835-4064-A648-96525A59486F}"/>
            </c:ext>
          </c:extLst>
        </c:ser>
        <c:dLbls>
          <c:showLegendKey val="0"/>
          <c:showVal val="0"/>
          <c:showCatName val="0"/>
          <c:showSerName val="0"/>
          <c:showPercent val="0"/>
          <c:showBubbleSize val="0"/>
        </c:dLbls>
        <c:marker val="1"/>
        <c:smooth val="0"/>
        <c:axId val="2034940448"/>
        <c:axId val="2034383616"/>
      </c:lineChart>
      <c:dateAx>
        <c:axId val="1947355504"/>
        <c:scaling>
          <c:orientation val="minMax"/>
          <c:min val="41774"/>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800" b="0" i="0" u="none" strike="noStrike" kern="1200" baseline="0">
                <a:solidFill>
                  <a:schemeClr val="tx1"/>
                </a:solidFill>
                <a:latin typeface="+mn-lt"/>
                <a:ea typeface="+mn-ea"/>
                <a:cs typeface="+mn-cs"/>
              </a:defRPr>
            </a:pPr>
            <a:endParaRPr lang="pt-BR"/>
          </a:p>
        </c:txPr>
        <c:crossAx val="1224606720"/>
        <c:crosses val="autoZero"/>
        <c:auto val="1"/>
        <c:lblOffset val="100"/>
        <c:baseTimeUnit val="days"/>
        <c:majorUnit val="1"/>
        <c:majorTimeUnit val="years"/>
      </c:dateAx>
      <c:valAx>
        <c:axId val="122460672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crossAx val="1947355504"/>
        <c:crosses val="autoZero"/>
        <c:crossBetween val="between"/>
      </c:valAx>
      <c:valAx>
        <c:axId val="2034383616"/>
        <c:scaling>
          <c:orientation val="minMax"/>
        </c:scaling>
        <c:delete val="1"/>
        <c:axPos val="r"/>
        <c:numFmt formatCode="0" sourceLinked="0"/>
        <c:majorTickMark val="out"/>
        <c:minorTickMark val="none"/>
        <c:tickLblPos val="nextTo"/>
        <c:crossAx val="2034940448"/>
        <c:crosses val="max"/>
        <c:crossBetween val="between"/>
      </c:valAx>
      <c:dateAx>
        <c:axId val="2034940448"/>
        <c:scaling>
          <c:orientation val="minMax"/>
        </c:scaling>
        <c:delete val="1"/>
        <c:axPos val="b"/>
        <c:numFmt formatCode="yyyy\-mm\-dd" sourceLinked="1"/>
        <c:majorTickMark val="out"/>
        <c:minorTickMark val="none"/>
        <c:tickLblPos val="nextTo"/>
        <c:crossAx val="2034383616"/>
        <c:crosses val="autoZero"/>
        <c:auto val="1"/>
        <c:lblOffset val="100"/>
        <c:baseTimeUnit val="days"/>
      </c:date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pt-BR"/>
        </a:p>
      </c:txPr>
    </c:legend>
    <c:plotVisOnly val="1"/>
    <c:dispBlanksAs val="span"/>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solidFill>
            <a:schemeClr val="tx1"/>
          </a:solidFill>
        </a:defRPr>
      </a:pPr>
      <a:endParaRPr lang="pt-BR"/>
    </a:p>
  </c:txPr>
  <c:externalData r:id="rId4">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Median short interest</c:v>
                </c:pt>
              </c:strCache>
            </c:strRef>
          </c:tx>
          <c:spPr>
            <a:solidFill>
              <a:srgbClr val="74797C"/>
            </a:solidFill>
            <a:ln>
              <a:noFill/>
            </a:ln>
          </c:spPr>
          <c:invertIfNegative val="0"/>
          <c:dPt>
            <c:idx val="9"/>
            <c:invertIfNegative val="0"/>
            <c:bubble3D val="0"/>
            <c:spPr>
              <a:solidFill>
                <a:srgbClr val="8EB3E9"/>
              </a:solidFill>
              <a:ln>
                <a:noFill/>
              </a:ln>
            </c:spPr>
            <c:extLst>
              <c:ext xmlns:c16="http://schemas.microsoft.com/office/drawing/2014/chart" uri="{C3380CC4-5D6E-409C-BE32-E72D297353CC}">
                <c16:uniqueId val="{00000001-ABE1-4D39-B80E-2AC536D9DA96}"/>
              </c:ext>
            </c:extLst>
          </c:dPt>
          <c:dPt>
            <c:idx val="12"/>
            <c:invertIfNegative val="0"/>
            <c:bubble3D val="0"/>
            <c:spPr>
              <a:solidFill>
                <a:srgbClr val="1F2F44"/>
              </a:solidFill>
              <a:ln>
                <a:noFill/>
              </a:ln>
            </c:spPr>
            <c:extLst>
              <c:ext xmlns:c16="http://schemas.microsoft.com/office/drawing/2014/chart" uri="{C3380CC4-5D6E-409C-BE32-E72D297353CC}">
                <c16:uniqueId val="{00000003-ABE1-4D39-B80E-2AC536D9DA96}"/>
              </c:ext>
            </c:extLst>
          </c:dPt>
          <c:dLbls>
            <c:dLbl>
              <c:idx val="0"/>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4.5%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ABE1-4D39-B80E-2AC536D9DA96}"/>
                </c:ext>
              </c:extLst>
            </c:dLbl>
            <c:dLbl>
              <c:idx val="1"/>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4.7%</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ABE1-4D39-B80E-2AC536D9DA96}"/>
                </c:ext>
              </c:extLst>
            </c:dLbl>
            <c:dLbl>
              <c:idx val="2"/>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4.8%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ABE1-4D39-B80E-2AC536D9DA96}"/>
                </c:ext>
              </c:extLst>
            </c:dLbl>
            <c:dLbl>
              <c:idx val="3"/>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4.9%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ABE1-4D39-B80E-2AC536D9DA96}"/>
                </c:ext>
              </c:extLst>
            </c:dLbl>
            <c:dLbl>
              <c:idx val="4"/>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5.0%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ABE1-4D39-B80E-2AC536D9DA96}"/>
                </c:ext>
              </c:extLst>
            </c:dLbl>
            <c:dLbl>
              <c:idx val="5"/>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5.2%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ABE1-4D39-B80E-2AC536D9DA96}"/>
                </c:ext>
              </c:extLst>
            </c:dLbl>
            <c:dLbl>
              <c:idx val="6"/>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6.2%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ABE1-4D39-B80E-2AC536D9DA96}"/>
                </c:ext>
              </c:extLst>
            </c:dLbl>
            <c:dLbl>
              <c:idx val="7"/>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6.3%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ABE1-4D39-B80E-2AC536D9DA96}"/>
                </c:ext>
              </c:extLst>
            </c:dLbl>
            <c:dLbl>
              <c:idx val="8"/>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7.4%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ABE1-4D39-B80E-2AC536D9DA96}"/>
                </c:ext>
              </c:extLst>
            </c:dLbl>
            <c:dLbl>
              <c:idx val="9"/>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7.8%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ABE1-4D39-B80E-2AC536D9DA96}"/>
                </c:ext>
              </c:extLst>
            </c:dLbl>
            <c:dLbl>
              <c:idx val="10"/>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8.0%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ABE1-4D39-B80E-2AC536D9DA96}"/>
                </c:ext>
              </c:extLst>
            </c:dLbl>
            <c:dLbl>
              <c:idx val="11"/>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9.1%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ABE1-4D39-B80E-2AC536D9DA96}"/>
                </c:ext>
              </c:extLst>
            </c:dLbl>
            <c:dLbl>
              <c:idx val="12"/>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9.6%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ABE1-4D39-B80E-2AC536D9DA96}"/>
                </c:ext>
              </c:extLst>
            </c:dLbl>
            <c:dLbl>
              <c:idx val="13"/>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10.2%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ABE1-4D39-B80E-2AC536D9DA96}"/>
                </c:ext>
              </c:extLst>
            </c:dLbl>
            <c:dLbl>
              <c:idx val="14"/>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10.3%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ABE1-4D39-B80E-2AC536D9DA96}"/>
                </c:ext>
              </c:extLst>
            </c:dLbl>
            <c:dLbl>
              <c:idx val="15"/>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10.3%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ABE1-4D39-B80E-2AC536D9DA96}"/>
                </c:ext>
              </c:extLst>
            </c:dLbl>
            <c:dLbl>
              <c:idx val="16"/>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10.4%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ABE1-4D39-B80E-2AC536D9DA96}"/>
                </c:ext>
              </c:extLst>
            </c:dLbl>
            <c:dLbl>
              <c:idx val="17"/>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13.5%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ABE1-4D39-B80E-2AC536D9DA96}"/>
                </c:ext>
              </c:extLst>
            </c:dLbl>
            <c:dLbl>
              <c:idx val="18"/>
              <c:tx>
                <c:rich>
                  <a:bodyPr/>
                  <a:lstStyle/>
                  <a:p>
                    <a:r>
                      <a:rPr lang="en-US" sz="900" b="0" i="0" u="none" strike="noStrike" kern="1200" baseline="0">
                        <a:solidFill>
                          <a:srgbClr val="404040"/>
                        </a:solidFill>
                        <a:latin typeface="Roboto Light" panose="02000000000000000000" pitchFamily="2" charset="0"/>
                        <a:cs typeface="Roboto Light" panose="02000000000000000000" pitchFamily="2" charset="0"/>
                      </a:rPr>
                      <a:t>17.1%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4-ABE1-4D39-B80E-2AC536D9DA96}"/>
                </c:ext>
              </c:extLst>
            </c:dLbl>
            <c:numFmt formatCode="0.0%" sourceLinked="0"/>
            <c:spPr>
              <a:noFill/>
              <a:ln>
                <a:noFill/>
              </a:ln>
            </c:spPr>
            <c:txPr>
              <a:bodyPr rot="0" spcFirstLastPara="1" vertOverflow="ellipsis" vert="horz" wrap="square" lIns="38100" tIns="19050" rIns="38100" bIns="19050" anchor="ctr" anchorCtr="1">
                <a:spAutoFit/>
              </a:bodyPr>
              <a:lstStyle/>
              <a:p>
                <a:pPr>
                  <a:defRPr sz="900" b="0" i="0" u="none" strike="noStrike" kern="1200" baseline="0">
                    <a:solidFill>
                      <a:srgbClr val="404040"/>
                    </a:solidFill>
                    <a:latin typeface="Roboto Light" panose="02000000000000000000" pitchFamily="2" charset="0"/>
                    <a:cs typeface="Roboto Light" panose="02000000000000000000" pitchFamily="2"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Sheet1!$A$2:$A$20</c:f>
              <c:strCache>
                <c:ptCount val="19"/>
                <c:pt idx="0">
                  <c:v>Banks</c:v>
                </c:pt>
                <c:pt idx="1">
                  <c:v>Oil, Gas &amp; Petrochemicals</c:v>
                </c:pt>
                <c:pt idx="2">
                  <c:v>TMT</c:v>
                </c:pt>
                <c:pt idx="3">
                  <c:v>Transportation</c:v>
                </c:pt>
                <c:pt idx="4">
                  <c:v>Utilities &amp; Energy</c:v>
                </c:pt>
                <c:pt idx="5">
                  <c:v>Capital Goods</c:v>
                </c:pt>
                <c:pt idx="6">
                  <c:v>Health Care</c:v>
                </c:pt>
                <c:pt idx="7">
                  <c:v>Sanitation</c:v>
                </c:pt>
                <c:pt idx="8">
                  <c:v>Pulp &amp; Paper</c:v>
                </c:pt>
                <c:pt idx="9">
                  <c:v>IBOV</c:v>
                </c:pt>
                <c:pt idx="10">
                  <c:v>Metals &amp; Mining</c:v>
                </c:pt>
                <c:pt idx="11">
                  <c:v>Financials Non-Banks</c:v>
                </c:pt>
                <c:pt idx="12">
                  <c:v>SMLL</c:v>
                </c:pt>
                <c:pt idx="13">
                  <c:v>Food &amp; Beverages</c:v>
                </c:pt>
                <c:pt idx="14">
                  <c:v>Education</c:v>
                </c:pt>
                <c:pt idx="15">
                  <c:v>Retail</c:v>
                </c:pt>
                <c:pt idx="16">
                  <c:v>Income Properties</c:v>
                </c:pt>
                <c:pt idx="17">
                  <c:v>Homebuilders</c:v>
                </c:pt>
                <c:pt idx="18">
                  <c:v>Agribusiness</c:v>
                </c:pt>
              </c:strCache>
            </c:strRef>
          </c:cat>
          <c:val>
            <c:numRef>
              <c:f>Sheet1!$B$2:$B$20</c:f>
              <c:numCache>
                <c:formatCode>General</c:formatCode>
                <c:ptCount val="19"/>
                <c:pt idx="0">
                  <c:v>4.473631697422311E-2</c:v>
                </c:pt>
                <c:pt idx="1">
                  <c:v>4.7494343483977186E-2</c:v>
                </c:pt>
                <c:pt idx="2">
                  <c:v>4.7534194983395291E-2</c:v>
                </c:pt>
                <c:pt idx="3">
                  <c:v>4.9480926529303818E-2</c:v>
                </c:pt>
                <c:pt idx="4">
                  <c:v>5.0090864594512979E-2</c:v>
                </c:pt>
                <c:pt idx="5">
                  <c:v>5.2161813656344674E-2</c:v>
                </c:pt>
                <c:pt idx="6">
                  <c:v>6.2346851927025944E-2</c:v>
                </c:pt>
                <c:pt idx="7">
                  <c:v>6.3218212538226778E-2</c:v>
                </c:pt>
                <c:pt idx="8">
                  <c:v>7.3763948873730362E-2</c:v>
                </c:pt>
                <c:pt idx="9">
                  <c:v>7.7607120957038742E-2</c:v>
                </c:pt>
                <c:pt idx="10">
                  <c:v>8.0198028921374315E-2</c:v>
                </c:pt>
                <c:pt idx="11">
                  <c:v>9.1327908261445379E-2</c:v>
                </c:pt>
                <c:pt idx="12">
                  <c:v>9.6305118079247243E-2</c:v>
                </c:pt>
                <c:pt idx="13">
                  <c:v>0.10168099699248762</c:v>
                </c:pt>
                <c:pt idx="14">
                  <c:v>0.10262540463956167</c:v>
                </c:pt>
                <c:pt idx="15">
                  <c:v>0.10277145330388188</c:v>
                </c:pt>
                <c:pt idx="16">
                  <c:v>0.10399342452609062</c:v>
                </c:pt>
                <c:pt idx="17">
                  <c:v>0.13452054428350088</c:v>
                </c:pt>
                <c:pt idx="18">
                  <c:v>0.17090849502837158</c:v>
                </c:pt>
              </c:numCache>
            </c:numRef>
          </c:val>
          <c:extLst>
            <c:ext xmlns:c16="http://schemas.microsoft.com/office/drawing/2014/chart" uri="{C3380CC4-5D6E-409C-BE32-E72D297353CC}">
              <c16:uniqueId val="{00000015-ABE1-4D39-B80E-2AC536D9DA96}"/>
            </c:ext>
          </c:extLst>
        </c:ser>
        <c:dLbls>
          <c:showLegendKey val="0"/>
          <c:showVal val="0"/>
          <c:showCatName val="0"/>
          <c:showSerName val="0"/>
          <c:showPercent val="0"/>
          <c:showBubbleSize val="0"/>
        </c:dLbls>
        <c:gapWidth val="55"/>
        <c:axId val="700000001"/>
        <c:axId val="700000002"/>
      </c:barChart>
      <c:catAx>
        <c:axId val="700000001"/>
        <c:scaling>
          <c:orientation val="maxMin"/>
        </c:scaling>
        <c:delete val="0"/>
        <c:axPos val="l"/>
        <c:numFmt formatCode="General" sourceLinked="1"/>
        <c:majorTickMark val="none"/>
        <c:minorTickMark val="none"/>
        <c:tickLblPos val="nextTo"/>
        <c:spPr>
          <a:noFill/>
          <a:ln w="9525" cap="flat" cmpd="sng" algn="ctr">
            <a:solidFill>
              <a:srgbClr val="D9D9D9"/>
            </a:solidFill>
            <a:round/>
          </a:ln>
        </c:spPr>
        <c:txPr>
          <a:bodyPr rot="-60000000" spcFirstLastPara="1" vertOverflow="ellipsis" vert="horz" wrap="square" anchor="ctr" anchorCtr="1"/>
          <a:lstStyle/>
          <a:p>
            <a:pPr>
              <a:defRPr sz="900" b="0" i="0" u="none" strike="noStrike" kern="1200" baseline="0">
                <a:solidFill>
                  <a:srgbClr val="404040"/>
                </a:solidFill>
                <a:latin typeface="Roboto Light" panose="02000000000000000000" pitchFamily="2" charset="0"/>
                <a:cs typeface="Roboto Light" panose="02000000000000000000" pitchFamily="2" charset="0"/>
              </a:defRPr>
            </a:pPr>
            <a:endParaRPr lang="en-US"/>
          </a:p>
        </c:txPr>
        <c:crossAx val="700000002"/>
        <c:crosses val="autoZero"/>
        <c:auto val="1"/>
        <c:lblAlgn val="ctr"/>
        <c:lblOffset val="100"/>
        <c:noMultiLvlLbl val="0"/>
      </c:catAx>
      <c:valAx>
        <c:axId val="700000002"/>
        <c:scaling>
          <c:orientation val="minMax"/>
          <c:min val="0"/>
        </c:scaling>
        <c:delete val="1"/>
        <c:axPos val="b"/>
        <c:numFmt formatCode="0%" sourceLinked="0"/>
        <c:majorTickMark val="none"/>
        <c:minorTickMark val="none"/>
        <c:tickLblPos val="nextTo"/>
        <c:crossAx val="700000001"/>
        <c:crosses val="max"/>
        <c:crossBetween val="between"/>
      </c:valAx>
      <c:spPr>
        <a:noFill/>
        <a:ln>
          <a:noFill/>
        </a:ln>
      </c:spPr>
    </c:plotArea>
    <c:plotVisOnly val="1"/>
    <c:dispBlanksAs val="gap"/>
    <c:showDLblsOverMax val="1"/>
  </c:chart>
  <c:spPr>
    <a:noFill/>
    <a:ln>
      <a:noFill/>
    </a:ln>
  </c:spPr>
  <c:txPr>
    <a:bodyPr/>
    <a:lstStyle/>
    <a:p>
      <a:pPr>
        <a:defRPr sz="900">
          <a:latin typeface="Roboto Light" panose="02000000000000000000" pitchFamily="2" charset="0"/>
          <a:cs typeface="Roboto Light" panose="02000000000000000000" pitchFamily="2" charset="0"/>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Sheet1!$B$1</c:f>
              <c:strCache>
                <c:ptCount val="1"/>
                <c:pt idx="0">
                  <c:v>Foreign</c:v>
                </c:pt>
              </c:strCache>
            </c:strRef>
          </c:tx>
          <c:spPr>
            <a:ln w="28575" cap="rnd">
              <a:solidFill>
                <a:schemeClr val="tx1"/>
              </a:solidFill>
              <a:round/>
            </a:ln>
            <a:effectLst/>
          </c:spPr>
          <c:marker>
            <c:symbol val="none"/>
          </c:marker>
          <c:cat>
            <c:numRef>
              <c:f>Sheet1!$A$2:$A$208</c:f>
              <c:numCache>
                <c:formatCode>yyyy\-mm\-dd</c:formatCode>
                <c:ptCount val="207"/>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46071</c:v>
                </c:pt>
                <c:pt idx="33">
                  <c:v>46072</c:v>
                </c:pt>
                <c:pt idx="34">
                  <c:v>46073</c:v>
                </c:pt>
                <c:pt idx="35">
                  <c:v>46076</c:v>
                </c:pt>
                <c:pt idx="36">
                  <c:v>46077</c:v>
                </c:pt>
                <c:pt idx="37">
                  <c:v>46078</c:v>
                </c:pt>
                <c:pt idx="38">
                  <c:v>46079</c:v>
                </c:pt>
                <c:pt idx="39">
                  <c:v>46080</c:v>
                </c:pt>
                <c:pt idx="40">
                  <c:v>46083</c:v>
                </c:pt>
                <c:pt idx="41">
                  <c:v>46084</c:v>
                </c:pt>
                <c:pt idx="42">
                  <c:v>46085</c:v>
                </c:pt>
                <c:pt idx="43">
                  <c:v>46086</c:v>
                </c:pt>
                <c:pt idx="44">
                  <c:v>46087</c:v>
                </c:pt>
                <c:pt idx="45">
                  <c:v>46090</c:v>
                </c:pt>
                <c:pt idx="46">
                  <c:v>46091</c:v>
                </c:pt>
                <c:pt idx="47">
                  <c:v>46092</c:v>
                </c:pt>
                <c:pt idx="48">
                  <c:v>46093</c:v>
                </c:pt>
                <c:pt idx="49">
                  <c:v>46094</c:v>
                </c:pt>
                <c:pt idx="50">
                  <c:v>46097</c:v>
                </c:pt>
                <c:pt idx="51">
                  <c:v>46098</c:v>
                </c:pt>
                <c:pt idx="52">
                  <c:v>46099</c:v>
                </c:pt>
                <c:pt idx="53">
                  <c:v>46100</c:v>
                </c:pt>
                <c:pt idx="54">
                  <c:v>46101</c:v>
                </c:pt>
                <c:pt idx="55">
                  <c:v>46104</c:v>
                </c:pt>
                <c:pt idx="56">
                  <c:v>46105</c:v>
                </c:pt>
                <c:pt idx="57">
                  <c:v>46106</c:v>
                </c:pt>
                <c:pt idx="58">
                  <c:v>46107</c:v>
                </c:pt>
                <c:pt idx="59">
                  <c:v>46108</c:v>
                </c:pt>
                <c:pt idx="60">
                  <c:v>46111</c:v>
                </c:pt>
                <c:pt idx="61">
                  <c:v>46112</c:v>
                </c:pt>
                <c:pt idx="62">
                  <c:v>46113</c:v>
                </c:pt>
                <c:pt idx="63">
                  <c:v>46114</c:v>
                </c:pt>
                <c:pt idx="64">
                  <c:v>46118</c:v>
                </c:pt>
                <c:pt idx="65">
                  <c:v>46119</c:v>
                </c:pt>
                <c:pt idx="66">
                  <c:v>46120</c:v>
                </c:pt>
                <c:pt idx="67">
                  <c:v>46121</c:v>
                </c:pt>
                <c:pt idx="68">
                  <c:v>46122</c:v>
                </c:pt>
                <c:pt idx="69">
                  <c:v>46125</c:v>
                </c:pt>
                <c:pt idx="70">
                  <c:v>46126</c:v>
                </c:pt>
                <c:pt idx="71">
                  <c:v>46127</c:v>
                </c:pt>
                <c:pt idx="72">
                  <c:v>46128</c:v>
                </c:pt>
                <c:pt idx="73">
                  <c:v>46129</c:v>
                </c:pt>
                <c:pt idx="74">
                  <c:v>46132</c:v>
                </c:pt>
                <c:pt idx="75">
                  <c:v>46134</c:v>
                </c:pt>
                <c:pt idx="76">
                  <c:v>46135</c:v>
                </c:pt>
                <c:pt idx="77">
                  <c:v>46136</c:v>
                </c:pt>
                <c:pt idx="78">
                  <c:v>46139</c:v>
                </c:pt>
                <c:pt idx="79">
                  <c:v>46140</c:v>
                </c:pt>
                <c:pt idx="80">
                  <c:v>46141</c:v>
                </c:pt>
                <c:pt idx="81">
                  <c:v>46142</c:v>
                </c:pt>
                <c:pt idx="82">
                  <c:v>46146</c:v>
                </c:pt>
                <c:pt idx="83">
                  <c:v>46147</c:v>
                </c:pt>
                <c:pt idx="84">
                  <c:v>46148</c:v>
                </c:pt>
                <c:pt idx="85">
                  <c:v>46149</c:v>
                </c:pt>
                <c:pt idx="86">
                  <c:v>46150</c:v>
                </c:pt>
                <c:pt idx="87">
                  <c:v>46153</c:v>
                </c:pt>
                <c:pt idx="88">
                  <c:v>46154</c:v>
                </c:pt>
                <c:pt idx="89">
                  <c:v>46155</c:v>
                </c:pt>
                <c:pt idx="90">
                  <c:v>46156</c:v>
                </c:pt>
                <c:pt idx="91">
                  <c:v>46157</c:v>
                </c:pt>
                <c:pt idx="92">
                  <c:v>46160</c:v>
                </c:pt>
                <c:pt idx="93">
                  <c:v>46161</c:v>
                </c:pt>
                <c:pt idx="94">
                  <c:v>46162</c:v>
                </c:pt>
                <c:pt idx="95">
                  <c:v>46163</c:v>
                </c:pt>
                <c:pt idx="96">
                  <c:v>46164</c:v>
                </c:pt>
                <c:pt idx="97">
                  <c:v>46167</c:v>
                </c:pt>
                <c:pt idx="98">
                  <c:v>46168</c:v>
                </c:pt>
                <c:pt idx="99">
                  <c:v>46169</c:v>
                </c:pt>
                <c:pt idx="100">
                  <c:v>46170</c:v>
                </c:pt>
                <c:pt idx="101">
                  <c:v>46171</c:v>
                </c:pt>
                <c:pt idx="102">
                  <c:v>46174</c:v>
                </c:pt>
                <c:pt idx="103">
                  <c:v>46175</c:v>
                </c:pt>
                <c:pt idx="104">
                  <c:v>46176</c:v>
                </c:pt>
                <c:pt idx="105">
                  <c:v>46178</c:v>
                </c:pt>
                <c:pt idx="106">
                  <c:v>46181</c:v>
                </c:pt>
                <c:pt idx="107">
                  <c:v>46182</c:v>
                </c:pt>
                <c:pt idx="108">
                  <c:v>46183</c:v>
                </c:pt>
                <c:pt idx="109">
                  <c:v>46184</c:v>
                </c:pt>
                <c:pt idx="110">
                  <c:v>46185</c:v>
                </c:pt>
                <c:pt idx="111">
                  <c:v>46188</c:v>
                </c:pt>
                <c:pt idx="112">
                  <c:v>46189</c:v>
                </c:pt>
                <c:pt idx="113">
                  <c:v>46190</c:v>
                </c:pt>
                <c:pt idx="114">
                  <c:v>46191</c:v>
                </c:pt>
                <c:pt idx="115">
                  <c:v>46192</c:v>
                </c:pt>
                <c:pt idx="116">
                  <c:v>46195</c:v>
                </c:pt>
                <c:pt idx="117">
                  <c:v>46196</c:v>
                </c:pt>
                <c:pt idx="118">
                  <c:v>46197</c:v>
                </c:pt>
                <c:pt idx="119">
                  <c:v>46198</c:v>
                </c:pt>
                <c:pt idx="120">
                  <c:v>46199</c:v>
                </c:pt>
                <c:pt idx="121">
                  <c:v>46202</c:v>
                </c:pt>
                <c:pt idx="122">
                  <c:v>46203</c:v>
                </c:pt>
                <c:pt idx="123">
                  <c:v>46204</c:v>
                </c:pt>
                <c:pt idx="124">
                  <c:v>46205</c:v>
                </c:pt>
                <c:pt idx="125">
                  <c:v>46206</c:v>
                </c:pt>
                <c:pt idx="126">
                  <c:v>46209</c:v>
                </c:pt>
                <c:pt idx="127">
                  <c:v>46210</c:v>
                </c:pt>
                <c:pt idx="128">
                  <c:v>46211</c:v>
                </c:pt>
                <c:pt idx="129">
                  <c:v>46212</c:v>
                </c:pt>
                <c:pt idx="130">
                  <c:v>46213</c:v>
                </c:pt>
                <c:pt idx="131">
                  <c:v>46216</c:v>
                </c:pt>
                <c:pt idx="132">
                  <c:v>46217</c:v>
                </c:pt>
                <c:pt idx="133">
                  <c:v>46218</c:v>
                </c:pt>
                <c:pt idx="134">
                  <c:v>46219</c:v>
                </c:pt>
                <c:pt idx="135">
                  <c:v>46220</c:v>
                </c:pt>
                <c:pt idx="136">
                  <c:v>46223</c:v>
                </c:pt>
                <c:pt idx="137">
                  <c:v>46224</c:v>
                </c:pt>
                <c:pt idx="138">
                  <c:v>46225</c:v>
                </c:pt>
                <c:pt idx="139">
                  <c:v>46226</c:v>
                </c:pt>
                <c:pt idx="140">
                  <c:v>46227</c:v>
                </c:pt>
                <c:pt idx="141">
                  <c:v>46230</c:v>
                </c:pt>
                <c:pt idx="142">
                  <c:v>46231</c:v>
                </c:pt>
                <c:pt idx="143">
                  <c:v>46232</c:v>
                </c:pt>
                <c:pt idx="144">
                  <c:v>46233</c:v>
                </c:pt>
                <c:pt idx="145">
                  <c:v>46234</c:v>
                </c:pt>
                <c:pt idx="146">
                  <c:v>46237</c:v>
                </c:pt>
                <c:pt idx="147">
                  <c:v>46238</c:v>
                </c:pt>
                <c:pt idx="148">
                  <c:v>46239</c:v>
                </c:pt>
                <c:pt idx="149">
                  <c:v>46240</c:v>
                </c:pt>
                <c:pt idx="150">
                  <c:v>46241</c:v>
                </c:pt>
                <c:pt idx="151">
                  <c:v>46244</c:v>
                </c:pt>
                <c:pt idx="152">
                  <c:v>46245</c:v>
                </c:pt>
                <c:pt idx="153">
                  <c:v>46246</c:v>
                </c:pt>
                <c:pt idx="154">
                  <c:v>46247</c:v>
                </c:pt>
                <c:pt idx="155">
                  <c:v>46248</c:v>
                </c:pt>
                <c:pt idx="156">
                  <c:v>46251</c:v>
                </c:pt>
                <c:pt idx="157">
                  <c:v>46252</c:v>
                </c:pt>
                <c:pt idx="158">
                  <c:v>46253</c:v>
                </c:pt>
                <c:pt idx="159">
                  <c:v>46254</c:v>
                </c:pt>
                <c:pt idx="160">
                  <c:v>46255</c:v>
                </c:pt>
                <c:pt idx="161">
                  <c:v>46258</c:v>
                </c:pt>
                <c:pt idx="162">
                  <c:v>46259</c:v>
                </c:pt>
                <c:pt idx="163">
                  <c:v>46260</c:v>
                </c:pt>
                <c:pt idx="164">
                  <c:v>46261</c:v>
                </c:pt>
                <c:pt idx="165">
                  <c:v>46262</c:v>
                </c:pt>
                <c:pt idx="166">
                  <c:v>46265</c:v>
                </c:pt>
                <c:pt idx="167">
                  <c:v>46266</c:v>
                </c:pt>
                <c:pt idx="168">
                  <c:v>46267</c:v>
                </c:pt>
                <c:pt idx="169">
                  <c:v>46268</c:v>
                </c:pt>
                <c:pt idx="170">
                  <c:v>46269</c:v>
                </c:pt>
                <c:pt idx="171">
                  <c:v>46273</c:v>
                </c:pt>
                <c:pt idx="172">
                  <c:v>46274</c:v>
                </c:pt>
                <c:pt idx="173">
                  <c:v>46275</c:v>
                </c:pt>
                <c:pt idx="174">
                  <c:v>46276</c:v>
                </c:pt>
                <c:pt idx="175">
                  <c:v>46279</c:v>
                </c:pt>
                <c:pt idx="176">
                  <c:v>46280</c:v>
                </c:pt>
                <c:pt idx="177">
                  <c:v>46281</c:v>
                </c:pt>
                <c:pt idx="178">
                  <c:v>46282</c:v>
                </c:pt>
                <c:pt idx="179">
                  <c:v>46283</c:v>
                </c:pt>
                <c:pt idx="180">
                  <c:v>46286</c:v>
                </c:pt>
                <c:pt idx="181">
                  <c:v>46287</c:v>
                </c:pt>
                <c:pt idx="182">
                  <c:v>46288</c:v>
                </c:pt>
                <c:pt idx="183">
                  <c:v>46289</c:v>
                </c:pt>
                <c:pt idx="184">
                  <c:v>46290</c:v>
                </c:pt>
                <c:pt idx="185">
                  <c:v>46293</c:v>
                </c:pt>
                <c:pt idx="186">
                  <c:v>46294</c:v>
                </c:pt>
                <c:pt idx="187">
                  <c:v>46295</c:v>
                </c:pt>
                <c:pt idx="188">
                  <c:v>46296</c:v>
                </c:pt>
                <c:pt idx="189">
                  <c:v>46297</c:v>
                </c:pt>
                <c:pt idx="190">
                  <c:v>46300</c:v>
                </c:pt>
                <c:pt idx="191">
                  <c:v>46301</c:v>
                </c:pt>
                <c:pt idx="192">
                  <c:v>46302</c:v>
                </c:pt>
                <c:pt idx="193">
                  <c:v>46303</c:v>
                </c:pt>
                <c:pt idx="194">
                  <c:v>46304</c:v>
                </c:pt>
                <c:pt idx="195">
                  <c:v>46308</c:v>
                </c:pt>
                <c:pt idx="196">
                  <c:v>46309</c:v>
                </c:pt>
                <c:pt idx="197">
                  <c:v>46310</c:v>
                </c:pt>
                <c:pt idx="198">
                  <c:v>46311</c:v>
                </c:pt>
                <c:pt idx="199">
                  <c:v>46314</c:v>
                </c:pt>
                <c:pt idx="200">
                  <c:v>46315</c:v>
                </c:pt>
                <c:pt idx="201">
                  <c:v>46316</c:v>
                </c:pt>
                <c:pt idx="202">
                  <c:v>46317</c:v>
                </c:pt>
                <c:pt idx="203">
                  <c:v>46318</c:v>
                </c:pt>
                <c:pt idx="204">
                  <c:v>46321</c:v>
                </c:pt>
                <c:pt idx="205">
                  <c:v>46322</c:v>
                </c:pt>
                <c:pt idx="206">
                  <c:v>46323</c:v>
                </c:pt>
              </c:numCache>
            </c:numRef>
          </c:cat>
          <c:val>
            <c:numRef>
              <c:f>Sheet1!$B$2:$B$208</c:f>
              <c:numCache>
                <c:formatCode>m/d/yyyy</c:formatCode>
                <c:ptCount val="207"/>
                <c:pt idx="1">
                  <c:v>-0.91752</c:v>
                </c:pt>
                <c:pt idx="2">
                  <c:v>-1.1298699999999999</c:v>
                </c:pt>
                <c:pt idx="3">
                  <c:v>-0.67274</c:v>
                </c:pt>
                <c:pt idx="4">
                  <c:v>0.56954000000000005</c:v>
                </c:pt>
                <c:pt idx="5">
                  <c:v>0.74961999999999995</c:v>
                </c:pt>
                <c:pt idx="6">
                  <c:v>1.37381</c:v>
                </c:pt>
                <c:pt idx="7">
                  <c:v>2.0224700000000002</c:v>
                </c:pt>
                <c:pt idx="8">
                  <c:v>2.98278</c:v>
                </c:pt>
                <c:pt idx="9">
                  <c:v>4.6288400000000003</c:v>
                </c:pt>
                <c:pt idx="10">
                  <c:v>5.2139199999999999</c:v>
                </c:pt>
                <c:pt idx="11">
                  <c:v>7.3293400000000002</c:v>
                </c:pt>
                <c:pt idx="12">
                  <c:v>7.6436999999999999</c:v>
                </c:pt>
                <c:pt idx="13">
                  <c:v>8.7669300000000003</c:v>
                </c:pt>
                <c:pt idx="14">
                  <c:v>12.35047</c:v>
                </c:pt>
                <c:pt idx="15">
                  <c:v>15.757389999999999</c:v>
                </c:pt>
                <c:pt idx="16">
                  <c:v>17.72831</c:v>
                </c:pt>
                <c:pt idx="17">
                  <c:v>20.200420000000001</c:v>
                </c:pt>
                <c:pt idx="18">
                  <c:v>21.72513</c:v>
                </c:pt>
                <c:pt idx="19">
                  <c:v>23.06183</c:v>
                </c:pt>
                <c:pt idx="20">
                  <c:v>25.319970000000001</c:v>
                </c:pt>
                <c:pt idx="21">
                  <c:v>26.313610000000001</c:v>
                </c:pt>
                <c:pt idx="22">
                  <c:v>27.90673</c:v>
                </c:pt>
                <c:pt idx="23">
                  <c:v>28.421430000000001</c:v>
                </c:pt>
                <c:pt idx="24">
                  <c:v>29.18262</c:v>
                </c:pt>
                <c:pt idx="25">
                  <c:v>29.256769999999999</c:v>
                </c:pt>
                <c:pt idx="26">
                  <c:v>29.298100000000002</c:v>
                </c:pt>
                <c:pt idx="27">
                  <c:v>30.51248</c:v>
                </c:pt>
                <c:pt idx="28">
                  <c:v>31.085930000000001</c:v>
                </c:pt>
                <c:pt idx="29">
                  <c:v>33.520150000000001</c:v>
                </c:pt>
                <c:pt idx="30">
                  <c:v>34.673099999999998</c:v>
                </c:pt>
                <c:pt idx="31">
                  <c:v>35.070279999999997</c:v>
                </c:pt>
                <c:pt idx="32">
                  <c:v>34.377020000000002</c:v>
                </c:pt>
                <c:pt idx="33">
                  <c:v>36.605110000000003</c:v>
                </c:pt>
                <c:pt idx="34">
                  <c:v>35.582859999999997</c:v>
                </c:pt>
                <c:pt idx="35">
                  <c:v>38.599319999999999</c:v>
                </c:pt>
                <c:pt idx="36">
                  <c:v>40.73227</c:v>
                </c:pt>
                <c:pt idx="37">
                  <c:v>41.580129999999997</c:v>
                </c:pt>
                <c:pt idx="38">
                  <c:v>42.405859999999997</c:v>
                </c:pt>
                <c:pt idx="39">
                  <c:v>41.709350000000001</c:v>
                </c:pt>
                <c:pt idx="40">
                  <c:v>42.422110000000004</c:v>
                </c:pt>
                <c:pt idx="41">
                  <c:v>42.031260000000003</c:v>
                </c:pt>
                <c:pt idx="42">
                  <c:v>42.724080000000001</c:v>
                </c:pt>
                <c:pt idx="43">
                  <c:v>42.117609999999999</c:v>
                </c:pt>
                <c:pt idx="44">
                  <c:v>42.490609999999997</c:v>
                </c:pt>
                <c:pt idx="45">
                  <c:v>43.959040000000002</c:v>
                </c:pt>
                <c:pt idx="46">
                  <c:v>44.417830000000002</c:v>
                </c:pt>
                <c:pt idx="47">
                  <c:v>43.841389999999997</c:v>
                </c:pt>
                <c:pt idx="48">
                  <c:v>43.996699999999997</c:v>
                </c:pt>
                <c:pt idx="49">
                  <c:v>45.169600000000003</c:v>
                </c:pt>
                <c:pt idx="50">
                  <c:v>45.720999999999997</c:v>
                </c:pt>
                <c:pt idx="51">
                  <c:v>46.286189999999998</c:v>
                </c:pt>
                <c:pt idx="52">
                  <c:v>46.908850000000001</c:v>
                </c:pt>
                <c:pt idx="53">
                  <c:v>48.574300000000001</c:v>
                </c:pt>
                <c:pt idx="54">
                  <c:v>47.063609999999997</c:v>
                </c:pt>
                <c:pt idx="55">
                  <c:v>47.527630000000002</c:v>
                </c:pt>
                <c:pt idx="56">
                  <c:v>48.758960000000002</c:v>
                </c:pt>
                <c:pt idx="57">
                  <c:v>49.793819999999997</c:v>
                </c:pt>
                <c:pt idx="58">
                  <c:v>49.605980000000002</c:v>
                </c:pt>
                <c:pt idx="59">
                  <c:v>50.581240000000001</c:v>
                </c:pt>
                <c:pt idx="60">
                  <c:v>51.184649999999998</c:v>
                </c:pt>
                <c:pt idx="61">
                  <c:v>53.364849999999997</c:v>
                </c:pt>
                <c:pt idx="62">
                  <c:v>54.776710000000001</c:v>
                </c:pt>
                <c:pt idx="63">
                  <c:v>55.153649999999999</c:v>
                </c:pt>
                <c:pt idx="64">
                  <c:v>54.976779999999998</c:v>
                </c:pt>
                <c:pt idx="65">
                  <c:v>53.903930000000003</c:v>
                </c:pt>
                <c:pt idx="66">
                  <c:v>56.518030000000003</c:v>
                </c:pt>
                <c:pt idx="67">
                  <c:v>64.916449999999998</c:v>
                </c:pt>
                <c:pt idx="68">
                  <c:v>67.389880000000005</c:v>
                </c:pt>
                <c:pt idx="69">
                  <c:v>67.807550000000006</c:v>
                </c:pt>
                <c:pt idx="70">
                  <c:v>69.070220000000006</c:v>
                </c:pt>
                <c:pt idx="71">
                  <c:v>68.038240000000002</c:v>
                </c:pt>
                <c:pt idx="72">
                  <c:v>67.267020000000002</c:v>
                </c:pt>
                <c:pt idx="73">
                  <c:v>64.845410000000001</c:v>
                </c:pt>
                <c:pt idx="74">
                  <c:v>64.877539999999996</c:v>
                </c:pt>
                <c:pt idx="75">
                  <c:v>64.417550000000006</c:v>
                </c:pt>
                <c:pt idx="76">
                  <c:v>63.499580000000002</c:v>
                </c:pt>
                <c:pt idx="77">
                  <c:v>61.953400000000002</c:v>
                </c:pt>
                <c:pt idx="78">
                  <c:v>61.529490000000003</c:v>
                </c:pt>
                <c:pt idx="79">
                  <c:v>60.23386</c:v>
                </c:pt>
                <c:pt idx="80">
                  <c:v>58.29419</c:v>
                </c:pt>
                <c:pt idx="81">
                  <c:v>56.543570000000003</c:v>
                </c:pt>
                <c:pt idx="82">
                  <c:v>55.14781</c:v>
                </c:pt>
                <c:pt idx="83">
                  <c:v>54.675690000000003</c:v>
                </c:pt>
                <c:pt idx="84">
                  <c:v>54.390259999999998</c:v>
                </c:pt>
                <c:pt idx="85">
                  <c:v>53.232469999999999</c:v>
                </c:pt>
                <c:pt idx="86">
                  <c:v>53.35125</c:v>
                </c:pt>
                <c:pt idx="87">
                  <c:v>52.224580000000003</c:v>
                </c:pt>
                <c:pt idx="88">
                  <c:v>51.290199999999999</c:v>
                </c:pt>
                <c:pt idx="89">
                  <c:v>50.093229999999998</c:v>
                </c:pt>
                <c:pt idx="90">
                  <c:v>49.375689999999999</c:v>
                </c:pt>
                <c:pt idx="91">
                  <c:v>46.903030000000001</c:v>
                </c:pt>
                <c:pt idx="92">
                  <c:v>46.01117</c:v>
                </c:pt>
                <c:pt idx="93">
                  <c:v>45.10783</c:v>
                </c:pt>
                <c:pt idx="94">
                  <c:v>44.83052</c:v>
                </c:pt>
                <c:pt idx="95">
                  <c:v>43.830559999999998</c:v>
                </c:pt>
                <c:pt idx="96">
                  <c:v>43.442360000000001</c:v>
                </c:pt>
                <c:pt idx="97">
                  <c:v>43.100340000000003</c:v>
                </c:pt>
                <c:pt idx="98">
                  <c:v>42.735849999999999</c:v>
                </c:pt>
                <c:pt idx="99">
                  <c:v>42.439810000000001</c:v>
                </c:pt>
                <c:pt idx="100">
                  <c:v>42.249029999999998</c:v>
                </c:pt>
                <c:pt idx="101">
                  <c:v>41.633580000000002</c:v>
                </c:pt>
                <c:pt idx="102">
                  <c:v>40.74859</c:v>
                </c:pt>
                <c:pt idx="103">
                  <c:v>40.703440000000001</c:v>
                </c:pt>
                <c:pt idx="104">
                  <c:v>40.22851</c:v>
                </c:pt>
                <c:pt idx="105">
                  <c:v>39.779710000000001</c:v>
                </c:pt>
                <c:pt idx="106">
                  <c:v>39.798609999999996</c:v>
                </c:pt>
                <c:pt idx="107">
                  <c:v>38.21687</c:v>
                </c:pt>
                <c:pt idx="108">
                  <c:v>38.067819999999998</c:v>
                </c:pt>
                <c:pt idx="109">
                  <c:v>37.316740000000003</c:v>
                </c:pt>
                <c:pt idx="110">
                  <c:v>37.314459999999997</c:v>
                </c:pt>
                <c:pt idx="111">
                  <c:v>38.312739999999998</c:v>
                </c:pt>
                <c:pt idx="112">
                  <c:v>37.108690000000003</c:v>
                </c:pt>
                <c:pt idx="113">
                  <c:v>37.181449999999998</c:v>
                </c:pt>
                <c:pt idx="114">
                  <c:v>37.262219999999999</c:v>
                </c:pt>
                <c:pt idx="115">
                  <c:v>37.2605</c:v>
                </c:pt>
                <c:pt idx="116">
                  <c:v>35.174280000000003</c:v>
                </c:pt>
                <c:pt idx="117">
                  <c:v>34.110950000000003</c:v>
                </c:pt>
                <c:pt idx="118">
                  <c:v>33.255429999999997</c:v>
                </c:pt>
                <c:pt idx="119">
                  <c:v>32.844650000000001</c:v>
                </c:pt>
                <c:pt idx="120">
                  <c:v>32.879390000000001</c:v>
                </c:pt>
                <c:pt idx="121">
                  <c:v>33.545909999999999</c:v>
                </c:pt>
                <c:pt idx="122">
                  <c:v>33.847999999999999</c:v>
                </c:pt>
                <c:pt idx="123">
                  <c:v>33.258180000000003</c:v>
                </c:pt>
                <c:pt idx="124">
                  <c:v>33.825780000000002</c:v>
                </c:pt>
                <c:pt idx="125">
                  <c:v>34.523919999999997</c:v>
                </c:pt>
                <c:pt idx="126">
                  <c:v>34.023600000000002</c:v>
                </c:pt>
                <c:pt idx="127">
                  <c:v>34.035780000000003</c:v>
                </c:pt>
                <c:pt idx="128">
                  <c:v>33.428159999999998</c:v>
                </c:pt>
                <c:pt idx="129">
                  <c:v>33.634529999999998</c:v>
                </c:pt>
                <c:pt idx="130">
                  <c:v>35.155999999999999</c:v>
                </c:pt>
                <c:pt idx="131">
                  <c:v>34.978499999999997</c:v>
                </c:pt>
                <c:pt idx="132">
                  <c:v>35.437280000000001</c:v>
                </c:pt>
                <c:pt idx="133">
                  <c:v>36.140720000000002</c:v>
                </c:pt>
                <c:pt idx="134">
                  <c:v>36.19894</c:v>
                </c:pt>
                <c:pt idx="135">
                  <c:v>38.561120000000003</c:v>
                </c:pt>
                <c:pt idx="136">
                  <c:v>38.063679999999998</c:v>
                </c:pt>
                <c:pt idx="137">
                  <c:v>38.183729999999997</c:v>
                </c:pt>
                <c:pt idx="138">
                  <c:v>38.46181</c:v>
                </c:pt>
                <c:pt idx="139">
                  <c:v>37.482039999999998</c:v>
                </c:pt>
                <c:pt idx="140">
                  <c:v>36.249270000000003</c:v>
                </c:pt>
                <c:pt idx="141">
                  <c:v>36.704039999999999</c:v>
                </c:pt>
                <c:pt idx="142">
                  <c:v>37.119250000000001</c:v>
                </c:pt>
                <c:pt idx="143">
                  <c:v>36.60904</c:v>
                </c:pt>
                <c:pt idx="144">
                  <c:v>35.974499999999999</c:v>
                </c:pt>
                <c:pt idx="145">
                  <c:v>36.406190000000002</c:v>
                </c:pt>
                <c:pt idx="146">
                  <c:v>36.457540000000002</c:v>
                </c:pt>
                <c:pt idx="147">
                  <c:v>36.286490000000001</c:v>
                </c:pt>
                <c:pt idx="148">
                  <c:v>35.571730000000002</c:v>
                </c:pt>
                <c:pt idx="149">
                  <c:v>33.11157</c:v>
                </c:pt>
                <c:pt idx="150">
                  <c:v>30.850190000000001</c:v>
                </c:pt>
                <c:pt idx="151">
                  <c:v>29.19445</c:v>
                </c:pt>
                <c:pt idx="152">
                  <c:v>24.477209999999999</c:v>
                </c:pt>
                <c:pt idx="153">
                  <c:v>22.845590000000001</c:v>
                </c:pt>
                <c:pt idx="154">
                  <c:v>20.774730000000002</c:v>
                </c:pt>
                <c:pt idx="155">
                  <c:v>18.25929</c:v>
                </c:pt>
                <c:pt idx="156">
                  <c:v>17.76322</c:v>
                </c:pt>
                <c:pt idx="157">
                  <c:v>15.981120000000001</c:v>
                </c:pt>
                <c:pt idx="158">
                  <c:v>14.398770000000001</c:v>
                </c:pt>
                <c:pt idx="159">
                  <c:v>13.20346</c:v>
                </c:pt>
                <c:pt idx="160">
                  <c:v>14.963509999999999</c:v>
                </c:pt>
                <c:pt idx="161">
                  <c:v>15.03275</c:v>
                </c:pt>
                <c:pt idx="162">
                  <c:v>16.40174</c:v>
                </c:pt>
                <c:pt idx="163">
                  <c:v>17.709150000000001</c:v>
                </c:pt>
                <c:pt idx="164">
                  <c:v>17.917480000000001</c:v>
                </c:pt>
                <c:pt idx="165">
                  <c:v>17.83128</c:v>
                </c:pt>
                <c:pt idx="166">
                  <c:v>18.289390000000001</c:v>
                </c:pt>
                <c:pt idx="167">
                  <c:v>19.100349999999999</c:v>
                </c:pt>
                <c:pt idx="168">
                  <c:v>20.4907</c:v>
                </c:pt>
                <c:pt idx="169">
                  <c:v>22.23395</c:v>
                </c:pt>
                <c:pt idx="170">
                  <c:v>23.62717</c:v>
                </c:pt>
                <c:pt idx="171">
                  <c:v>24.274100000000001</c:v>
                </c:pt>
                <c:pt idx="172">
                  <c:v>24.481480000000001</c:v>
                </c:pt>
                <c:pt idx="173">
                  <c:v>25.716470000000001</c:v>
                </c:pt>
                <c:pt idx="174">
                  <c:v>25.615639999999999</c:v>
                </c:pt>
                <c:pt idx="175">
                  <c:v>25.290990000000001</c:v>
                </c:pt>
                <c:pt idx="176">
                  <c:v>25.540500000000002</c:v>
                </c:pt>
                <c:pt idx="177">
                  <c:v>24.57648</c:v>
                </c:pt>
                <c:pt idx="178">
                  <c:v>23.886869999999998</c:v>
                </c:pt>
                <c:pt idx="179">
                  <c:v>27.519629999999999</c:v>
                </c:pt>
                <c:pt idx="180">
                  <c:v>27.92482</c:v>
                </c:pt>
                <c:pt idx="181">
                  <c:v>27.945270000000001</c:v>
                </c:pt>
                <c:pt idx="182">
                  <c:v>27.256630000000001</c:v>
                </c:pt>
                <c:pt idx="183">
                  <c:v>27.347709999999999</c:v>
                </c:pt>
                <c:pt idx="184">
                  <c:v>27.7178</c:v>
                </c:pt>
                <c:pt idx="185">
                  <c:v>27.859200000000001</c:v>
                </c:pt>
                <c:pt idx="186">
                  <c:v>27.07386</c:v>
                </c:pt>
                <c:pt idx="187">
                  <c:v>27.39622</c:v>
                </c:pt>
                <c:pt idx="188">
                  <c:v>27.664300000000001</c:v>
                </c:pt>
                <c:pt idx="189">
                  <c:v>29.94726</c:v>
                </c:pt>
                <c:pt idx="190">
                  <c:v>40.007159999999999</c:v>
                </c:pt>
                <c:pt idx="191">
                  <c:v>41.099299999999999</c:v>
                </c:pt>
                <c:pt idx="192">
                  <c:v>40.471440000000001</c:v>
                </c:pt>
                <c:pt idx="193">
                  <c:v>42.116889999999998</c:v>
                </c:pt>
                <c:pt idx="194">
                  <c:v>43.14761</c:v>
                </c:pt>
                <c:pt idx="195">
                  <c:v>45.223419999999997</c:v>
                </c:pt>
                <c:pt idx="196">
                  <c:v>45.931660000000001</c:v>
                </c:pt>
                <c:pt idx="197">
                  <c:v>46.14443</c:v>
                </c:pt>
                <c:pt idx="198">
                  <c:v>48.387990000000002</c:v>
                </c:pt>
                <c:pt idx="199">
                  <c:v>47.37923</c:v>
                </c:pt>
                <c:pt idx="200">
                  <c:v>47.396859999999997</c:v>
                </c:pt>
                <c:pt idx="201">
                  <c:v>47.553750000000001</c:v>
                </c:pt>
                <c:pt idx="202">
                  <c:v>46.523249999999997</c:v>
                </c:pt>
                <c:pt idx="203">
                  <c:v>43.578420000000001</c:v>
                </c:pt>
                <c:pt idx="204">
                  <c:v>40.732259999999997</c:v>
                </c:pt>
                <c:pt idx="205">
                  <c:v>38.693449999999999</c:v>
                </c:pt>
                <c:pt idx="206">
                  <c:v>35.981279999999998</c:v>
                </c:pt>
              </c:numCache>
            </c:numRef>
          </c:val>
          <c:smooth val="0"/>
          <c:extLst>
            <c:ext xmlns:c16="http://schemas.microsoft.com/office/drawing/2014/chart" uri="{C3380CC4-5D6E-409C-BE32-E72D297353CC}">
              <c16:uniqueId val="{00000000-DEE9-4FFF-8C6D-644BDBE9F2FD}"/>
            </c:ext>
          </c:extLst>
        </c:ser>
        <c:ser>
          <c:idx val="1"/>
          <c:order val="1"/>
          <c:tx>
            <c:strRef>
              <c:f>Sheet1!$C$1</c:f>
              <c:strCache>
                <c:ptCount val="1"/>
                <c:pt idx="0">
                  <c:v>Institutional</c:v>
                </c:pt>
              </c:strCache>
            </c:strRef>
          </c:tx>
          <c:spPr>
            <a:ln w="28575" cap="rnd">
              <a:solidFill>
                <a:schemeClr val="accent4"/>
              </a:solidFill>
              <a:round/>
            </a:ln>
            <a:effectLst/>
          </c:spPr>
          <c:marker>
            <c:symbol val="none"/>
          </c:marker>
          <c:cat>
            <c:numRef>
              <c:f>Sheet1!$A$2:$A$208</c:f>
              <c:numCache>
                <c:formatCode>yyyy\-mm\-dd</c:formatCode>
                <c:ptCount val="207"/>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46071</c:v>
                </c:pt>
                <c:pt idx="33">
                  <c:v>46072</c:v>
                </c:pt>
                <c:pt idx="34">
                  <c:v>46073</c:v>
                </c:pt>
                <c:pt idx="35">
                  <c:v>46076</c:v>
                </c:pt>
                <c:pt idx="36">
                  <c:v>46077</c:v>
                </c:pt>
                <c:pt idx="37">
                  <c:v>46078</c:v>
                </c:pt>
                <c:pt idx="38">
                  <c:v>46079</c:v>
                </c:pt>
                <c:pt idx="39">
                  <c:v>46080</c:v>
                </c:pt>
                <c:pt idx="40">
                  <c:v>46083</c:v>
                </c:pt>
                <c:pt idx="41">
                  <c:v>46084</c:v>
                </c:pt>
                <c:pt idx="42">
                  <c:v>46085</c:v>
                </c:pt>
                <c:pt idx="43">
                  <c:v>46086</c:v>
                </c:pt>
                <c:pt idx="44">
                  <c:v>46087</c:v>
                </c:pt>
                <c:pt idx="45">
                  <c:v>46090</c:v>
                </c:pt>
                <c:pt idx="46">
                  <c:v>46091</c:v>
                </c:pt>
                <c:pt idx="47">
                  <c:v>46092</c:v>
                </c:pt>
                <c:pt idx="48">
                  <c:v>46093</c:v>
                </c:pt>
                <c:pt idx="49">
                  <c:v>46094</c:v>
                </c:pt>
                <c:pt idx="50">
                  <c:v>46097</c:v>
                </c:pt>
                <c:pt idx="51">
                  <c:v>46098</c:v>
                </c:pt>
                <c:pt idx="52">
                  <c:v>46099</c:v>
                </c:pt>
                <c:pt idx="53">
                  <c:v>46100</c:v>
                </c:pt>
                <c:pt idx="54">
                  <c:v>46101</c:v>
                </c:pt>
                <c:pt idx="55">
                  <c:v>46104</c:v>
                </c:pt>
                <c:pt idx="56">
                  <c:v>46105</c:v>
                </c:pt>
                <c:pt idx="57">
                  <c:v>46106</c:v>
                </c:pt>
                <c:pt idx="58">
                  <c:v>46107</c:v>
                </c:pt>
                <c:pt idx="59">
                  <c:v>46108</c:v>
                </c:pt>
                <c:pt idx="60">
                  <c:v>46111</c:v>
                </c:pt>
                <c:pt idx="61">
                  <c:v>46112</c:v>
                </c:pt>
                <c:pt idx="62">
                  <c:v>46113</c:v>
                </c:pt>
                <c:pt idx="63">
                  <c:v>46114</c:v>
                </c:pt>
                <c:pt idx="64">
                  <c:v>46118</c:v>
                </c:pt>
                <c:pt idx="65">
                  <c:v>46119</c:v>
                </c:pt>
                <c:pt idx="66">
                  <c:v>46120</c:v>
                </c:pt>
                <c:pt idx="67">
                  <c:v>46121</c:v>
                </c:pt>
                <c:pt idx="68">
                  <c:v>46122</c:v>
                </c:pt>
                <c:pt idx="69">
                  <c:v>46125</c:v>
                </c:pt>
                <c:pt idx="70">
                  <c:v>46126</c:v>
                </c:pt>
                <c:pt idx="71">
                  <c:v>46127</c:v>
                </c:pt>
                <c:pt idx="72">
                  <c:v>46128</c:v>
                </c:pt>
                <c:pt idx="73">
                  <c:v>46129</c:v>
                </c:pt>
                <c:pt idx="74">
                  <c:v>46132</c:v>
                </c:pt>
                <c:pt idx="75">
                  <c:v>46134</c:v>
                </c:pt>
                <c:pt idx="76">
                  <c:v>46135</c:v>
                </c:pt>
                <c:pt idx="77">
                  <c:v>46136</c:v>
                </c:pt>
                <c:pt idx="78">
                  <c:v>46139</c:v>
                </c:pt>
                <c:pt idx="79">
                  <c:v>46140</c:v>
                </c:pt>
                <c:pt idx="80">
                  <c:v>46141</c:v>
                </c:pt>
                <c:pt idx="81">
                  <c:v>46142</c:v>
                </c:pt>
                <c:pt idx="82">
                  <c:v>46146</c:v>
                </c:pt>
                <c:pt idx="83">
                  <c:v>46147</c:v>
                </c:pt>
                <c:pt idx="84">
                  <c:v>46148</c:v>
                </c:pt>
                <c:pt idx="85">
                  <c:v>46149</c:v>
                </c:pt>
                <c:pt idx="86">
                  <c:v>46150</c:v>
                </c:pt>
                <c:pt idx="87">
                  <c:v>46153</c:v>
                </c:pt>
                <c:pt idx="88">
                  <c:v>46154</c:v>
                </c:pt>
                <c:pt idx="89">
                  <c:v>46155</c:v>
                </c:pt>
                <c:pt idx="90">
                  <c:v>46156</c:v>
                </c:pt>
                <c:pt idx="91">
                  <c:v>46157</c:v>
                </c:pt>
                <c:pt idx="92">
                  <c:v>46160</c:v>
                </c:pt>
                <c:pt idx="93">
                  <c:v>46161</c:v>
                </c:pt>
                <c:pt idx="94">
                  <c:v>46162</c:v>
                </c:pt>
                <c:pt idx="95">
                  <c:v>46163</c:v>
                </c:pt>
                <c:pt idx="96">
                  <c:v>46164</c:v>
                </c:pt>
                <c:pt idx="97">
                  <c:v>46167</c:v>
                </c:pt>
                <c:pt idx="98">
                  <c:v>46168</c:v>
                </c:pt>
                <c:pt idx="99">
                  <c:v>46169</c:v>
                </c:pt>
                <c:pt idx="100">
                  <c:v>46170</c:v>
                </c:pt>
                <c:pt idx="101">
                  <c:v>46171</c:v>
                </c:pt>
                <c:pt idx="102">
                  <c:v>46174</c:v>
                </c:pt>
                <c:pt idx="103">
                  <c:v>46175</c:v>
                </c:pt>
                <c:pt idx="104">
                  <c:v>46176</c:v>
                </c:pt>
                <c:pt idx="105">
                  <c:v>46178</c:v>
                </c:pt>
                <c:pt idx="106">
                  <c:v>46181</c:v>
                </c:pt>
                <c:pt idx="107">
                  <c:v>46182</c:v>
                </c:pt>
                <c:pt idx="108">
                  <c:v>46183</c:v>
                </c:pt>
                <c:pt idx="109">
                  <c:v>46184</c:v>
                </c:pt>
                <c:pt idx="110">
                  <c:v>46185</c:v>
                </c:pt>
                <c:pt idx="111">
                  <c:v>46188</c:v>
                </c:pt>
                <c:pt idx="112">
                  <c:v>46189</c:v>
                </c:pt>
                <c:pt idx="113">
                  <c:v>46190</c:v>
                </c:pt>
                <c:pt idx="114">
                  <c:v>46191</c:v>
                </c:pt>
                <c:pt idx="115">
                  <c:v>46192</c:v>
                </c:pt>
                <c:pt idx="116">
                  <c:v>46195</c:v>
                </c:pt>
                <c:pt idx="117">
                  <c:v>46196</c:v>
                </c:pt>
                <c:pt idx="118">
                  <c:v>46197</c:v>
                </c:pt>
                <c:pt idx="119">
                  <c:v>46198</c:v>
                </c:pt>
                <c:pt idx="120">
                  <c:v>46199</c:v>
                </c:pt>
                <c:pt idx="121">
                  <c:v>46202</c:v>
                </c:pt>
                <c:pt idx="122">
                  <c:v>46203</c:v>
                </c:pt>
                <c:pt idx="123">
                  <c:v>46204</c:v>
                </c:pt>
                <c:pt idx="124">
                  <c:v>46205</c:v>
                </c:pt>
                <c:pt idx="125">
                  <c:v>46206</c:v>
                </c:pt>
                <c:pt idx="126">
                  <c:v>46209</c:v>
                </c:pt>
                <c:pt idx="127">
                  <c:v>46210</c:v>
                </c:pt>
                <c:pt idx="128">
                  <c:v>46211</c:v>
                </c:pt>
                <c:pt idx="129">
                  <c:v>46212</c:v>
                </c:pt>
                <c:pt idx="130">
                  <c:v>46213</c:v>
                </c:pt>
                <c:pt idx="131">
                  <c:v>46216</c:v>
                </c:pt>
                <c:pt idx="132">
                  <c:v>46217</c:v>
                </c:pt>
                <c:pt idx="133">
                  <c:v>46218</c:v>
                </c:pt>
                <c:pt idx="134">
                  <c:v>46219</c:v>
                </c:pt>
                <c:pt idx="135">
                  <c:v>46220</c:v>
                </c:pt>
                <c:pt idx="136">
                  <c:v>46223</c:v>
                </c:pt>
                <c:pt idx="137">
                  <c:v>46224</c:v>
                </c:pt>
                <c:pt idx="138">
                  <c:v>46225</c:v>
                </c:pt>
                <c:pt idx="139">
                  <c:v>46226</c:v>
                </c:pt>
                <c:pt idx="140">
                  <c:v>46227</c:v>
                </c:pt>
                <c:pt idx="141">
                  <c:v>46230</c:v>
                </c:pt>
                <c:pt idx="142">
                  <c:v>46231</c:v>
                </c:pt>
                <c:pt idx="143">
                  <c:v>46232</c:v>
                </c:pt>
                <c:pt idx="144">
                  <c:v>46233</c:v>
                </c:pt>
                <c:pt idx="145">
                  <c:v>46234</c:v>
                </c:pt>
                <c:pt idx="146">
                  <c:v>46237</c:v>
                </c:pt>
                <c:pt idx="147">
                  <c:v>46238</c:v>
                </c:pt>
                <c:pt idx="148">
                  <c:v>46239</c:v>
                </c:pt>
                <c:pt idx="149">
                  <c:v>46240</c:v>
                </c:pt>
                <c:pt idx="150">
                  <c:v>46241</c:v>
                </c:pt>
                <c:pt idx="151">
                  <c:v>46244</c:v>
                </c:pt>
                <c:pt idx="152">
                  <c:v>46245</c:v>
                </c:pt>
                <c:pt idx="153">
                  <c:v>46246</c:v>
                </c:pt>
                <c:pt idx="154">
                  <c:v>46247</c:v>
                </c:pt>
                <c:pt idx="155">
                  <c:v>46248</c:v>
                </c:pt>
                <c:pt idx="156">
                  <c:v>46251</c:v>
                </c:pt>
                <c:pt idx="157">
                  <c:v>46252</c:v>
                </c:pt>
                <c:pt idx="158">
                  <c:v>46253</c:v>
                </c:pt>
                <c:pt idx="159">
                  <c:v>46254</c:v>
                </c:pt>
                <c:pt idx="160">
                  <c:v>46255</c:v>
                </c:pt>
                <c:pt idx="161">
                  <c:v>46258</c:v>
                </c:pt>
                <c:pt idx="162">
                  <c:v>46259</c:v>
                </c:pt>
                <c:pt idx="163">
                  <c:v>46260</c:v>
                </c:pt>
                <c:pt idx="164">
                  <c:v>46261</c:v>
                </c:pt>
                <c:pt idx="165">
                  <c:v>46262</c:v>
                </c:pt>
                <c:pt idx="166">
                  <c:v>46265</c:v>
                </c:pt>
                <c:pt idx="167">
                  <c:v>46266</c:v>
                </c:pt>
                <c:pt idx="168">
                  <c:v>46267</c:v>
                </c:pt>
                <c:pt idx="169">
                  <c:v>46268</c:v>
                </c:pt>
                <c:pt idx="170">
                  <c:v>46269</c:v>
                </c:pt>
                <c:pt idx="171">
                  <c:v>46273</c:v>
                </c:pt>
                <c:pt idx="172">
                  <c:v>46274</c:v>
                </c:pt>
                <c:pt idx="173">
                  <c:v>46275</c:v>
                </c:pt>
                <c:pt idx="174">
                  <c:v>46276</c:v>
                </c:pt>
                <c:pt idx="175">
                  <c:v>46279</c:v>
                </c:pt>
                <c:pt idx="176">
                  <c:v>46280</c:v>
                </c:pt>
                <c:pt idx="177">
                  <c:v>46281</c:v>
                </c:pt>
                <c:pt idx="178">
                  <c:v>46282</c:v>
                </c:pt>
                <c:pt idx="179">
                  <c:v>46283</c:v>
                </c:pt>
                <c:pt idx="180">
                  <c:v>46286</c:v>
                </c:pt>
                <c:pt idx="181">
                  <c:v>46287</c:v>
                </c:pt>
                <c:pt idx="182">
                  <c:v>46288</c:v>
                </c:pt>
                <c:pt idx="183">
                  <c:v>46289</c:v>
                </c:pt>
                <c:pt idx="184">
                  <c:v>46290</c:v>
                </c:pt>
                <c:pt idx="185">
                  <c:v>46293</c:v>
                </c:pt>
                <c:pt idx="186">
                  <c:v>46294</c:v>
                </c:pt>
                <c:pt idx="187">
                  <c:v>46295</c:v>
                </c:pt>
                <c:pt idx="188">
                  <c:v>46296</c:v>
                </c:pt>
                <c:pt idx="189">
                  <c:v>46297</c:v>
                </c:pt>
                <c:pt idx="190">
                  <c:v>46300</c:v>
                </c:pt>
                <c:pt idx="191">
                  <c:v>46301</c:v>
                </c:pt>
                <c:pt idx="192">
                  <c:v>46302</c:v>
                </c:pt>
                <c:pt idx="193">
                  <c:v>46303</c:v>
                </c:pt>
                <c:pt idx="194">
                  <c:v>46304</c:v>
                </c:pt>
                <c:pt idx="195">
                  <c:v>46308</c:v>
                </c:pt>
                <c:pt idx="196">
                  <c:v>46309</c:v>
                </c:pt>
                <c:pt idx="197">
                  <c:v>46310</c:v>
                </c:pt>
                <c:pt idx="198">
                  <c:v>46311</c:v>
                </c:pt>
                <c:pt idx="199">
                  <c:v>46314</c:v>
                </c:pt>
                <c:pt idx="200">
                  <c:v>46315</c:v>
                </c:pt>
                <c:pt idx="201">
                  <c:v>46316</c:v>
                </c:pt>
                <c:pt idx="202">
                  <c:v>46317</c:v>
                </c:pt>
                <c:pt idx="203">
                  <c:v>46318</c:v>
                </c:pt>
                <c:pt idx="204">
                  <c:v>46321</c:v>
                </c:pt>
                <c:pt idx="205">
                  <c:v>46322</c:v>
                </c:pt>
                <c:pt idx="206">
                  <c:v>46323</c:v>
                </c:pt>
              </c:numCache>
            </c:numRef>
          </c:cat>
          <c:val>
            <c:numRef>
              <c:f>Sheet1!$C$2:$C$208</c:f>
              <c:numCache>
                <c:formatCode>m/d/yyyy</c:formatCode>
                <c:ptCount val="207"/>
                <c:pt idx="1">
                  <c:v>0.34009</c:v>
                </c:pt>
                <c:pt idx="2">
                  <c:v>0.37615999999999999</c:v>
                </c:pt>
                <c:pt idx="3">
                  <c:v>-1.0489999999999999E-2</c:v>
                </c:pt>
                <c:pt idx="4">
                  <c:v>-0.40166000000000002</c:v>
                </c:pt>
                <c:pt idx="5">
                  <c:v>-0.26440000000000002</c:v>
                </c:pt>
                <c:pt idx="6">
                  <c:v>1.3427500000000001</c:v>
                </c:pt>
                <c:pt idx="7">
                  <c:v>0.88195000000000001</c:v>
                </c:pt>
                <c:pt idx="8">
                  <c:v>-0.43844</c:v>
                </c:pt>
                <c:pt idx="9">
                  <c:v>-1.04471</c:v>
                </c:pt>
                <c:pt idx="10">
                  <c:v>-2.1692100000000001</c:v>
                </c:pt>
                <c:pt idx="11">
                  <c:v>-3.38374</c:v>
                </c:pt>
                <c:pt idx="12">
                  <c:v>-3.5397500000000002</c:v>
                </c:pt>
                <c:pt idx="13">
                  <c:v>-4.6013500000000001</c:v>
                </c:pt>
                <c:pt idx="14">
                  <c:v>-6.5973199999999999</c:v>
                </c:pt>
                <c:pt idx="15">
                  <c:v>-8.8808900000000008</c:v>
                </c:pt>
                <c:pt idx="16">
                  <c:v>-9.7952100000000009</c:v>
                </c:pt>
                <c:pt idx="17">
                  <c:v>-12.435359999999999</c:v>
                </c:pt>
                <c:pt idx="18">
                  <c:v>-13.64452</c:v>
                </c:pt>
                <c:pt idx="19">
                  <c:v>-14.335979999999999</c:v>
                </c:pt>
                <c:pt idx="20">
                  <c:v>-16.66611</c:v>
                </c:pt>
                <c:pt idx="21">
                  <c:v>-17.538150000000002</c:v>
                </c:pt>
                <c:pt idx="22">
                  <c:v>-19.176200000000001</c:v>
                </c:pt>
                <c:pt idx="23">
                  <c:v>-18.621739999999999</c:v>
                </c:pt>
                <c:pt idx="24">
                  <c:v>-20.237500000000001</c:v>
                </c:pt>
                <c:pt idx="25">
                  <c:v>-21.359290000000001</c:v>
                </c:pt>
                <c:pt idx="26">
                  <c:v>-22.060669999999998</c:v>
                </c:pt>
                <c:pt idx="27">
                  <c:v>-23.0336</c:v>
                </c:pt>
                <c:pt idx="28">
                  <c:v>-24.701280000000001</c:v>
                </c:pt>
                <c:pt idx="29">
                  <c:v>-26.353339999999999</c:v>
                </c:pt>
                <c:pt idx="30">
                  <c:v>-27.152729999999998</c:v>
                </c:pt>
                <c:pt idx="31">
                  <c:v>-26.600149999999999</c:v>
                </c:pt>
                <c:pt idx="32">
                  <c:v>-25.9803</c:v>
                </c:pt>
                <c:pt idx="33">
                  <c:v>-27.371009999999998</c:v>
                </c:pt>
                <c:pt idx="34">
                  <c:v>-23.064530000000001</c:v>
                </c:pt>
                <c:pt idx="35">
                  <c:v>-26.29148</c:v>
                </c:pt>
                <c:pt idx="36">
                  <c:v>-28.183789999999998</c:v>
                </c:pt>
                <c:pt idx="37">
                  <c:v>-29.364070000000002</c:v>
                </c:pt>
                <c:pt idx="38">
                  <c:v>-30.904949999999999</c:v>
                </c:pt>
                <c:pt idx="39">
                  <c:v>-30.326640000000001</c:v>
                </c:pt>
                <c:pt idx="40">
                  <c:v>-30.554849999999998</c:v>
                </c:pt>
                <c:pt idx="41">
                  <c:v>-31.077120000000001</c:v>
                </c:pt>
                <c:pt idx="42">
                  <c:v>-31.699439999999999</c:v>
                </c:pt>
                <c:pt idx="43">
                  <c:v>-31.621870000000001</c:v>
                </c:pt>
                <c:pt idx="44">
                  <c:v>-31.706959999999999</c:v>
                </c:pt>
                <c:pt idx="45">
                  <c:v>-32.633459999999999</c:v>
                </c:pt>
                <c:pt idx="46">
                  <c:v>-32.639099999999999</c:v>
                </c:pt>
                <c:pt idx="47">
                  <c:v>-31.962720000000001</c:v>
                </c:pt>
                <c:pt idx="48">
                  <c:v>-33.289639999999999</c:v>
                </c:pt>
                <c:pt idx="49">
                  <c:v>-35.000410000000002</c:v>
                </c:pt>
                <c:pt idx="50">
                  <c:v>-34.804200000000002</c:v>
                </c:pt>
                <c:pt idx="51">
                  <c:v>-35.491750000000003</c:v>
                </c:pt>
                <c:pt idx="52">
                  <c:v>-36.341839999999998</c:v>
                </c:pt>
                <c:pt idx="53">
                  <c:v>-38.430489999999999</c:v>
                </c:pt>
                <c:pt idx="54">
                  <c:v>-34.845329999999997</c:v>
                </c:pt>
                <c:pt idx="55">
                  <c:v>-34.578609999999998</c:v>
                </c:pt>
                <c:pt idx="56">
                  <c:v>-35.942889999999998</c:v>
                </c:pt>
                <c:pt idx="57">
                  <c:v>-36.773420000000002</c:v>
                </c:pt>
                <c:pt idx="58">
                  <c:v>-37.425510000000003</c:v>
                </c:pt>
                <c:pt idx="59">
                  <c:v>-38.538159999999998</c:v>
                </c:pt>
                <c:pt idx="60">
                  <c:v>-39.262720000000002</c:v>
                </c:pt>
                <c:pt idx="61">
                  <c:v>-40.275889999999997</c:v>
                </c:pt>
                <c:pt idx="62">
                  <c:v>-41.630540000000003</c:v>
                </c:pt>
                <c:pt idx="63">
                  <c:v>-41.90081</c:v>
                </c:pt>
                <c:pt idx="64">
                  <c:v>-41.989089999999997</c:v>
                </c:pt>
                <c:pt idx="65">
                  <c:v>-41.731879999999997</c:v>
                </c:pt>
                <c:pt idx="66">
                  <c:v>-42.95476</c:v>
                </c:pt>
                <c:pt idx="67">
                  <c:v>-50.396949999999997</c:v>
                </c:pt>
                <c:pt idx="68">
                  <c:v>-52.083069999999999</c:v>
                </c:pt>
                <c:pt idx="69">
                  <c:v>-52.590490000000003</c:v>
                </c:pt>
                <c:pt idx="70">
                  <c:v>-54.295380000000002</c:v>
                </c:pt>
                <c:pt idx="71">
                  <c:v>-54.183570000000003</c:v>
                </c:pt>
                <c:pt idx="72">
                  <c:v>-54.372509999999998</c:v>
                </c:pt>
                <c:pt idx="73">
                  <c:v>-51.885860000000001</c:v>
                </c:pt>
                <c:pt idx="74">
                  <c:v>-52.270409999999998</c:v>
                </c:pt>
                <c:pt idx="75">
                  <c:v>-52.734879999999997</c:v>
                </c:pt>
                <c:pt idx="76">
                  <c:v>-52.890610000000002</c:v>
                </c:pt>
                <c:pt idx="77">
                  <c:v>-52.31447</c:v>
                </c:pt>
                <c:pt idx="78">
                  <c:v>-52.25123</c:v>
                </c:pt>
                <c:pt idx="79">
                  <c:v>-51.570970000000003</c:v>
                </c:pt>
                <c:pt idx="80">
                  <c:v>-50.736339999999998</c:v>
                </c:pt>
                <c:pt idx="81">
                  <c:v>-49.720480000000002</c:v>
                </c:pt>
                <c:pt idx="82">
                  <c:v>-49.06503</c:v>
                </c:pt>
                <c:pt idx="83">
                  <c:v>-48.504600000000003</c:v>
                </c:pt>
                <c:pt idx="84">
                  <c:v>-48.541879999999999</c:v>
                </c:pt>
                <c:pt idx="85">
                  <c:v>-48.38711</c:v>
                </c:pt>
                <c:pt idx="86">
                  <c:v>-48.88015</c:v>
                </c:pt>
                <c:pt idx="87">
                  <c:v>-48.63767</c:v>
                </c:pt>
                <c:pt idx="88">
                  <c:v>-47.630589999999998</c:v>
                </c:pt>
                <c:pt idx="89">
                  <c:v>-47.706000000000003</c:v>
                </c:pt>
                <c:pt idx="90">
                  <c:v>-46.721960000000003</c:v>
                </c:pt>
                <c:pt idx="91">
                  <c:v>-41.533479999999997</c:v>
                </c:pt>
                <c:pt idx="92">
                  <c:v>-40.963380000000001</c:v>
                </c:pt>
                <c:pt idx="93">
                  <c:v>-40.449159999999999</c:v>
                </c:pt>
                <c:pt idx="94">
                  <c:v>-39.874310000000001</c:v>
                </c:pt>
                <c:pt idx="95">
                  <c:v>-38.519089999999998</c:v>
                </c:pt>
                <c:pt idx="96">
                  <c:v>-38.393369999999997</c:v>
                </c:pt>
                <c:pt idx="97">
                  <c:v>-38.076369999999997</c:v>
                </c:pt>
                <c:pt idx="98">
                  <c:v>-38.039720000000003</c:v>
                </c:pt>
                <c:pt idx="99">
                  <c:v>-37.55274</c:v>
                </c:pt>
                <c:pt idx="100">
                  <c:v>-37.287140000000001</c:v>
                </c:pt>
                <c:pt idx="101">
                  <c:v>-36.391390000000001</c:v>
                </c:pt>
                <c:pt idx="102">
                  <c:v>-34.979390000000002</c:v>
                </c:pt>
                <c:pt idx="103">
                  <c:v>-34.582389999999997</c:v>
                </c:pt>
                <c:pt idx="104">
                  <c:v>-34.415979999999998</c:v>
                </c:pt>
                <c:pt idx="105">
                  <c:v>-35.189410000000002</c:v>
                </c:pt>
                <c:pt idx="106">
                  <c:v>-35.3979</c:v>
                </c:pt>
                <c:pt idx="107">
                  <c:v>-33.92098</c:v>
                </c:pt>
                <c:pt idx="108">
                  <c:v>-33.376179999999998</c:v>
                </c:pt>
                <c:pt idx="109">
                  <c:v>-32.909930000000003</c:v>
                </c:pt>
                <c:pt idx="110">
                  <c:v>-33.546700000000001</c:v>
                </c:pt>
                <c:pt idx="111">
                  <c:v>-34.220660000000002</c:v>
                </c:pt>
                <c:pt idx="112">
                  <c:v>-32.999929999999999</c:v>
                </c:pt>
                <c:pt idx="113">
                  <c:v>-33.17192</c:v>
                </c:pt>
                <c:pt idx="114">
                  <c:v>-33.544029999999999</c:v>
                </c:pt>
                <c:pt idx="115">
                  <c:v>-36.276859999999999</c:v>
                </c:pt>
                <c:pt idx="116">
                  <c:v>-34.756279999999997</c:v>
                </c:pt>
                <c:pt idx="117">
                  <c:v>-33.969929999999998</c:v>
                </c:pt>
                <c:pt idx="118">
                  <c:v>-33.630240000000001</c:v>
                </c:pt>
                <c:pt idx="119">
                  <c:v>-33.393030000000003</c:v>
                </c:pt>
                <c:pt idx="120">
                  <c:v>-32.984720000000003</c:v>
                </c:pt>
                <c:pt idx="121">
                  <c:v>-33.751710000000003</c:v>
                </c:pt>
                <c:pt idx="122">
                  <c:v>-34.602679999999999</c:v>
                </c:pt>
                <c:pt idx="123">
                  <c:v>-34.403640000000003</c:v>
                </c:pt>
                <c:pt idx="124">
                  <c:v>-34.522860000000001</c:v>
                </c:pt>
                <c:pt idx="125">
                  <c:v>-35.202489999999997</c:v>
                </c:pt>
                <c:pt idx="126">
                  <c:v>-35.594360000000002</c:v>
                </c:pt>
                <c:pt idx="127">
                  <c:v>-36.171460000000003</c:v>
                </c:pt>
                <c:pt idx="128">
                  <c:v>-35.999049999999997</c:v>
                </c:pt>
                <c:pt idx="129">
                  <c:v>-36.280540000000002</c:v>
                </c:pt>
                <c:pt idx="130">
                  <c:v>-37.121339999999996</c:v>
                </c:pt>
                <c:pt idx="131">
                  <c:v>-37.446219999999997</c:v>
                </c:pt>
                <c:pt idx="132">
                  <c:v>-38.046729999999997</c:v>
                </c:pt>
                <c:pt idx="133">
                  <c:v>-38.671849999999999</c:v>
                </c:pt>
                <c:pt idx="134">
                  <c:v>-38.98865</c:v>
                </c:pt>
                <c:pt idx="135">
                  <c:v>-42.402459999999998</c:v>
                </c:pt>
                <c:pt idx="136">
                  <c:v>-42.121020000000001</c:v>
                </c:pt>
                <c:pt idx="137">
                  <c:v>-42.43618</c:v>
                </c:pt>
                <c:pt idx="138">
                  <c:v>-42.299329999999998</c:v>
                </c:pt>
                <c:pt idx="139">
                  <c:v>-41.719740000000002</c:v>
                </c:pt>
                <c:pt idx="140">
                  <c:v>-41.045650000000002</c:v>
                </c:pt>
                <c:pt idx="141">
                  <c:v>-40.916139999999999</c:v>
                </c:pt>
                <c:pt idx="142">
                  <c:v>-41.320740000000001</c:v>
                </c:pt>
                <c:pt idx="143">
                  <c:v>-41.281419999999997</c:v>
                </c:pt>
                <c:pt idx="144">
                  <c:v>-39.954169999999998</c:v>
                </c:pt>
                <c:pt idx="145">
                  <c:v>-39.970109999999998</c:v>
                </c:pt>
                <c:pt idx="146">
                  <c:v>-40.176819999999999</c:v>
                </c:pt>
                <c:pt idx="147">
                  <c:v>-40.18788</c:v>
                </c:pt>
                <c:pt idx="148">
                  <c:v>-41.91048</c:v>
                </c:pt>
                <c:pt idx="149">
                  <c:v>-41.348050000000001</c:v>
                </c:pt>
                <c:pt idx="150">
                  <c:v>-39.075969999999998</c:v>
                </c:pt>
                <c:pt idx="151">
                  <c:v>-37.30733</c:v>
                </c:pt>
                <c:pt idx="152">
                  <c:v>-33.681040000000003</c:v>
                </c:pt>
                <c:pt idx="153">
                  <c:v>-32.469630000000002</c:v>
                </c:pt>
                <c:pt idx="154">
                  <c:v>-30.782019999999999</c:v>
                </c:pt>
                <c:pt idx="155">
                  <c:v>-29.063880000000001</c:v>
                </c:pt>
                <c:pt idx="156">
                  <c:v>-28.992629999999998</c:v>
                </c:pt>
                <c:pt idx="157">
                  <c:v>-27.630130000000001</c:v>
                </c:pt>
                <c:pt idx="158">
                  <c:v>-26.60032</c:v>
                </c:pt>
                <c:pt idx="159">
                  <c:v>-25.227640000000001</c:v>
                </c:pt>
                <c:pt idx="160">
                  <c:v>-25.191040000000001</c:v>
                </c:pt>
                <c:pt idx="161">
                  <c:v>-25.62829</c:v>
                </c:pt>
                <c:pt idx="162">
                  <c:v>-26.629100000000001</c:v>
                </c:pt>
                <c:pt idx="163">
                  <c:v>-27.862220000000001</c:v>
                </c:pt>
                <c:pt idx="164">
                  <c:v>-28.15616</c:v>
                </c:pt>
                <c:pt idx="165">
                  <c:v>-28.379280000000001</c:v>
                </c:pt>
                <c:pt idx="166">
                  <c:v>-28.581869999999999</c:v>
                </c:pt>
                <c:pt idx="167">
                  <c:v>-28.613800000000001</c:v>
                </c:pt>
                <c:pt idx="168">
                  <c:v>-28.584759999999999</c:v>
                </c:pt>
                <c:pt idx="169">
                  <c:v>-30.221969999999999</c:v>
                </c:pt>
                <c:pt idx="170">
                  <c:v>-31.45843</c:v>
                </c:pt>
                <c:pt idx="171">
                  <c:v>-31.852900000000002</c:v>
                </c:pt>
                <c:pt idx="172">
                  <c:v>-32.539360000000002</c:v>
                </c:pt>
                <c:pt idx="173">
                  <c:v>-33.14772</c:v>
                </c:pt>
                <c:pt idx="174">
                  <c:v>-33.590449999999997</c:v>
                </c:pt>
                <c:pt idx="175">
                  <c:v>-33.735439999999997</c:v>
                </c:pt>
                <c:pt idx="176">
                  <c:v>-33.87782</c:v>
                </c:pt>
                <c:pt idx="177">
                  <c:v>-33.267479999999999</c:v>
                </c:pt>
                <c:pt idx="178">
                  <c:v>-33.12238</c:v>
                </c:pt>
                <c:pt idx="179">
                  <c:v>-35.802259999999997</c:v>
                </c:pt>
                <c:pt idx="180">
                  <c:v>-35.491520000000001</c:v>
                </c:pt>
                <c:pt idx="181">
                  <c:v>-35.997059999999998</c:v>
                </c:pt>
                <c:pt idx="182">
                  <c:v>-35.764699999999998</c:v>
                </c:pt>
                <c:pt idx="183">
                  <c:v>-35.777299999999997</c:v>
                </c:pt>
                <c:pt idx="184">
                  <c:v>-36.228079999999999</c:v>
                </c:pt>
                <c:pt idx="185">
                  <c:v>-36.25311</c:v>
                </c:pt>
                <c:pt idx="186">
                  <c:v>-35.934629999999999</c:v>
                </c:pt>
                <c:pt idx="187">
                  <c:v>-35.480899999999998</c:v>
                </c:pt>
                <c:pt idx="188">
                  <c:v>-35.281019999999998</c:v>
                </c:pt>
                <c:pt idx="189">
                  <c:v>-35.572800000000001</c:v>
                </c:pt>
                <c:pt idx="190">
                  <c:v>-39.536859999999997</c:v>
                </c:pt>
                <c:pt idx="191">
                  <c:v>-40.174489999999999</c:v>
                </c:pt>
                <c:pt idx="192">
                  <c:v>-39.498330000000003</c:v>
                </c:pt>
                <c:pt idx="193">
                  <c:v>-39.55106</c:v>
                </c:pt>
                <c:pt idx="194">
                  <c:v>-40.260980000000004</c:v>
                </c:pt>
                <c:pt idx="195">
                  <c:v>-42.467559999999999</c:v>
                </c:pt>
                <c:pt idx="196">
                  <c:v>-43.269849999999998</c:v>
                </c:pt>
                <c:pt idx="197">
                  <c:v>-43.7271</c:v>
                </c:pt>
                <c:pt idx="198">
                  <c:v>-46.194740000000003</c:v>
                </c:pt>
                <c:pt idx="199">
                  <c:v>-45.731209999999997</c:v>
                </c:pt>
                <c:pt idx="200">
                  <c:v>-45.60089</c:v>
                </c:pt>
                <c:pt idx="201">
                  <c:v>-46.353929999999998</c:v>
                </c:pt>
                <c:pt idx="202">
                  <c:v>-46.183680000000003</c:v>
                </c:pt>
                <c:pt idx="203">
                  <c:v>-44.775390000000002</c:v>
                </c:pt>
                <c:pt idx="204">
                  <c:v>-48.116019999999999</c:v>
                </c:pt>
                <c:pt idx="205">
                  <c:v>-48.667589999999997</c:v>
                </c:pt>
                <c:pt idx="206">
                  <c:v>-47.537199999999999</c:v>
                </c:pt>
              </c:numCache>
            </c:numRef>
          </c:val>
          <c:smooth val="0"/>
          <c:extLst>
            <c:ext xmlns:c16="http://schemas.microsoft.com/office/drawing/2014/chart" uri="{C3380CC4-5D6E-409C-BE32-E72D297353CC}">
              <c16:uniqueId val="{00000001-DEE9-4FFF-8C6D-644BDBE9F2FD}"/>
            </c:ext>
          </c:extLst>
        </c:ser>
        <c:ser>
          <c:idx val="2"/>
          <c:order val="2"/>
          <c:tx>
            <c:strRef>
              <c:f>Sheet1!$D$1</c:f>
              <c:strCache>
                <c:ptCount val="1"/>
                <c:pt idx="0">
                  <c:v>Financial Inst.</c:v>
                </c:pt>
              </c:strCache>
            </c:strRef>
          </c:tx>
          <c:spPr>
            <a:ln w="28575" cap="rnd">
              <a:solidFill>
                <a:schemeClr val="accent3"/>
              </a:solidFill>
              <a:round/>
            </a:ln>
            <a:effectLst/>
          </c:spPr>
          <c:marker>
            <c:symbol val="none"/>
          </c:marker>
          <c:cat>
            <c:numRef>
              <c:f>Sheet1!$A$2:$A$208</c:f>
              <c:numCache>
                <c:formatCode>yyyy\-mm\-dd</c:formatCode>
                <c:ptCount val="207"/>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46071</c:v>
                </c:pt>
                <c:pt idx="33">
                  <c:v>46072</c:v>
                </c:pt>
                <c:pt idx="34">
                  <c:v>46073</c:v>
                </c:pt>
                <c:pt idx="35">
                  <c:v>46076</c:v>
                </c:pt>
                <c:pt idx="36">
                  <c:v>46077</c:v>
                </c:pt>
                <c:pt idx="37">
                  <c:v>46078</c:v>
                </c:pt>
                <c:pt idx="38">
                  <c:v>46079</c:v>
                </c:pt>
                <c:pt idx="39">
                  <c:v>46080</c:v>
                </c:pt>
                <c:pt idx="40">
                  <c:v>46083</c:v>
                </c:pt>
                <c:pt idx="41">
                  <c:v>46084</c:v>
                </c:pt>
                <c:pt idx="42">
                  <c:v>46085</c:v>
                </c:pt>
                <c:pt idx="43">
                  <c:v>46086</c:v>
                </c:pt>
                <c:pt idx="44">
                  <c:v>46087</c:v>
                </c:pt>
                <c:pt idx="45">
                  <c:v>46090</c:v>
                </c:pt>
                <c:pt idx="46">
                  <c:v>46091</c:v>
                </c:pt>
                <c:pt idx="47">
                  <c:v>46092</c:v>
                </c:pt>
                <c:pt idx="48">
                  <c:v>46093</c:v>
                </c:pt>
                <c:pt idx="49">
                  <c:v>46094</c:v>
                </c:pt>
                <c:pt idx="50">
                  <c:v>46097</c:v>
                </c:pt>
                <c:pt idx="51">
                  <c:v>46098</c:v>
                </c:pt>
                <c:pt idx="52">
                  <c:v>46099</c:v>
                </c:pt>
                <c:pt idx="53">
                  <c:v>46100</c:v>
                </c:pt>
                <c:pt idx="54">
                  <c:v>46101</c:v>
                </c:pt>
                <c:pt idx="55">
                  <c:v>46104</c:v>
                </c:pt>
                <c:pt idx="56">
                  <c:v>46105</c:v>
                </c:pt>
                <c:pt idx="57">
                  <c:v>46106</c:v>
                </c:pt>
                <c:pt idx="58">
                  <c:v>46107</c:v>
                </c:pt>
                <c:pt idx="59">
                  <c:v>46108</c:v>
                </c:pt>
                <c:pt idx="60">
                  <c:v>46111</c:v>
                </c:pt>
                <c:pt idx="61">
                  <c:v>46112</c:v>
                </c:pt>
                <c:pt idx="62">
                  <c:v>46113</c:v>
                </c:pt>
                <c:pt idx="63">
                  <c:v>46114</c:v>
                </c:pt>
                <c:pt idx="64">
                  <c:v>46118</c:v>
                </c:pt>
                <c:pt idx="65">
                  <c:v>46119</c:v>
                </c:pt>
                <c:pt idx="66">
                  <c:v>46120</c:v>
                </c:pt>
                <c:pt idx="67">
                  <c:v>46121</c:v>
                </c:pt>
                <c:pt idx="68">
                  <c:v>46122</c:v>
                </c:pt>
                <c:pt idx="69">
                  <c:v>46125</c:v>
                </c:pt>
                <c:pt idx="70">
                  <c:v>46126</c:v>
                </c:pt>
                <c:pt idx="71">
                  <c:v>46127</c:v>
                </c:pt>
                <c:pt idx="72">
                  <c:v>46128</c:v>
                </c:pt>
                <c:pt idx="73">
                  <c:v>46129</c:v>
                </c:pt>
                <c:pt idx="74">
                  <c:v>46132</c:v>
                </c:pt>
                <c:pt idx="75">
                  <c:v>46134</c:v>
                </c:pt>
                <c:pt idx="76">
                  <c:v>46135</c:v>
                </c:pt>
                <c:pt idx="77">
                  <c:v>46136</c:v>
                </c:pt>
                <c:pt idx="78">
                  <c:v>46139</c:v>
                </c:pt>
                <c:pt idx="79">
                  <c:v>46140</c:v>
                </c:pt>
                <c:pt idx="80">
                  <c:v>46141</c:v>
                </c:pt>
                <c:pt idx="81">
                  <c:v>46142</c:v>
                </c:pt>
                <c:pt idx="82">
                  <c:v>46146</c:v>
                </c:pt>
                <c:pt idx="83">
                  <c:v>46147</c:v>
                </c:pt>
                <c:pt idx="84">
                  <c:v>46148</c:v>
                </c:pt>
                <c:pt idx="85">
                  <c:v>46149</c:v>
                </c:pt>
                <c:pt idx="86">
                  <c:v>46150</c:v>
                </c:pt>
                <c:pt idx="87">
                  <c:v>46153</c:v>
                </c:pt>
                <c:pt idx="88">
                  <c:v>46154</c:v>
                </c:pt>
                <c:pt idx="89">
                  <c:v>46155</c:v>
                </c:pt>
                <c:pt idx="90">
                  <c:v>46156</c:v>
                </c:pt>
                <c:pt idx="91">
                  <c:v>46157</c:v>
                </c:pt>
                <c:pt idx="92">
                  <c:v>46160</c:v>
                </c:pt>
                <c:pt idx="93">
                  <c:v>46161</c:v>
                </c:pt>
                <c:pt idx="94">
                  <c:v>46162</c:v>
                </c:pt>
                <c:pt idx="95">
                  <c:v>46163</c:v>
                </c:pt>
                <c:pt idx="96">
                  <c:v>46164</c:v>
                </c:pt>
                <c:pt idx="97">
                  <c:v>46167</c:v>
                </c:pt>
                <c:pt idx="98">
                  <c:v>46168</c:v>
                </c:pt>
                <c:pt idx="99">
                  <c:v>46169</c:v>
                </c:pt>
                <c:pt idx="100">
                  <c:v>46170</c:v>
                </c:pt>
                <c:pt idx="101">
                  <c:v>46171</c:v>
                </c:pt>
                <c:pt idx="102">
                  <c:v>46174</c:v>
                </c:pt>
                <c:pt idx="103">
                  <c:v>46175</c:v>
                </c:pt>
                <c:pt idx="104">
                  <c:v>46176</c:v>
                </c:pt>
                <c:pt idx="105">
                  <c:v>46178</c:v>
                </c:pt>
                <c:pt idx="106">
                  <c:v>46181</c:v>
                </c:pt>
                <c:pt idx="107">
                  <c:v>46182</c:v>
                </c:pt>
                <c:pt idx="108">
                  <c:v>46183</c:v>
                </c:pt>
                <c:pt idx="109">
                  <c:v>46184</c:v>
                </c:pt>
                <c:pt idx="110">
                  <c:v>46185</c:v>
                </c:pt>
                <c:pt idx="111">
                  <c:v>46188</c:v>
                </c:pt>
                <c:pt idx="112">
                  <c:v>46189</c:v>
                </c:pt>
                <c:pt idx="113">
                  <c:v>46190</c:v>
                </c:pt>
                <c:pt idx="114">
                  <c:v>46191</c:v>
                </c:pt>
                <c:pt idx="115">
                  <c:v>46192</c:v>
                </c:pt>
                <c:pt idx="116">
                  <c:v>46195</c:v>
                </c:pt>
                <c:pt idx="117">
                  <c:v>46196</c:v>
                </c:pt>
                <c:pt idx="118">
                  <c:v>46197</c:v>
                </c:pt>
                <c:pt idx="119">
                  <c:v>46198</c:v>
                </c:pt>
                <c:pt idx="120">
                  <c:v>46199</c:v>
                </c:pt>
                <c:pt idx="121">
                  <c:v>46202</c:v>
                </c:pt>
                <c:pt idx="122">
                  <c:v>46203</c:v>
                </c:pt>
                <c:pt idx="123">
                  <c:v>46204</c:v>
                </c:pt>
                <c:pt idx="124">
                  <c:v>46205</c:v>
                </c:pt>
                <c:pt idx="125">
                  <c:v>46206</c:v>
                </c:pt>
                <c:pt idx="126">
                  <c:v>46209</c:v>
                </c:pt>
                <c:pt idx="127">
                  <c:v>46210</c:v>
                </c:pt>
                <c:pt idx="128">
                  <c:v>46211</c:v>
                </c:pt>
                <c:pt idx="129">
                  <c:v>46212</c:v>
                </c:pt>
                <c:pt idx="130">
                  <c:v>46213</c:v>
                </c:pt>
                <c:pt idx="131">
                  <c:v>46216</c:v>
                </c:pt>
                <c:pt idx="132">
                  <c:v>46217</c:v>
                </c:pt>
                <c:pt idx="133">
                  <c:v>46218</c:v>
                </c:pt>
                <c:pt idx="134">
                  <c:v>46219</c:v>
                </c:pt>
                <c:pt idx="135">
                  <c:v>46220</c:v>
                </c:pt>
                <c:pt idx="136">
                  <c:v>46223</c:v>
                </c:pt>
                <c:pt idx="137">
                  <c:v>46224</c:v>
                </c:pt>
                <c:pt idx="138">
                  <c:v>46225</c:v>
                </c:pt>
                <c:pt idx="139">
                  <c:v>46226</c:v>
                </c:pt>
                <c:pt idx="140">
                  <c:v>46227</c:v>
                </c:pt>
                <c:pt idx="141">
                  <c:v>46230</c:v>
                </c:pt>
                <c:pt idx="142">
                  <c:v>46231</c:v>
                </c:pt>
                <c:pt idx="143">
                  <c:v>46232</c:v>
                </c:pt>
                <c:pt idx="144">
                  <c:v>46233</c:v>
                </c:pt>
                <c:pt idx="145">
                  <c:v>46234</c:v>
                </c:pt>
                <c:pt idx="146">
                  <c:v>46237</c:v>
                </c:pt>
                <c:pt idx="147">
                  <c:v>46238</c:v>
                </c:pt>
                <c:pt idx="148">
                  <c:v>46239</c:v>
                </c:pt>
                <c:pt idx="149">
                  <c:v>46240</c:v>
                </c:pt>
                <c:pt idx="150">
                  <c:v>46241</c:v>
                </c:pt>
                <c:pt idx="151">
                  <c:v>46244</c:v>
                </c:pt>
                <c:pt idx="152">
                  <c:v>46245</c:v>
                </c:pt>
                <c:pt idx="153">
                  <c:v>46246</c:v>
                </c:pt>
                <c:pt idx="154">
                  <c:v>46247</c:v>
                </c:pt>
                <c:pt idx="155">
                  <c:v>46248</c:v>
                </c:pt>
                <c:pt idx="156">
                  <c:v>46251</c:v>
                </c:pt>
                <c:pt idx="157">
                  <c:v>46252</c:v>
                </c:pt>
                <c:pt idx="158">
                  <c:v>46253</c:v>
                </c:pt>
                <c:pt idx="159">
                  <c:v>46254</c:v>
                </c:pt>
                <c:pt idx="160">
                  <c:v>46255</c:v>
                </c:pt>
                <c:pt idx="161">
                  <c:v>46258</c:v>
                </c:pt>
                <c:pt idx="162">
                  <c:v>46259</c:v>
                </c:pt>
                <c:pt idx="163">
                  <c:v>46260</c:v>
                </c:pt>
                <c:pt idx="164">
                  <c:v>46261</c:v>
                </c:pt>
                <c:pt idx="165">
                  <c:v>46262</c:v>
                </c:pt>
                <c:pt idx="166">
                  <c:v>46265</c:v>
                </c:pt>
                <c:pt idx="167">
                  <c:v>46266</c:v>
                </c:pt>
                <c:pt idx="168">
                  <c:v>46267</c:v>
                </c:pt>
                <c:pt idx="169">
                  <c:v>46268</c:v>
                </c:pt>
                <c:pt idx="170">
                  <c:v>46269</c:v>
                </c:pt>
                <c:pt idx="171">
                  <c:v>46273</c:v>
                </c:pt>
                <c:pt idx="172">
                  <c:v>46274</c:v>
                </c:pt>
                <c:pt idx="173">
                  <c:v>46275</c:v>
                </c:pt>
                <c:pt idx="174">
                  <c:v>46276</c:v>
                </c:pt>
                <c:pt idx="175">
                  <c:v>46279</c:v>
                </c:pt>
                <c:pt idx="176">
                  <c:v>46280</c:v>
                </c:pt>
                <c:pt idx="177">
                  <c:v>46281</c:v>
                </c:pt>
                <c:pt idx="178">
                  <c:v>46282</c:v>
                </c:pt>
                <c:pt idx="179">
                  <c:v>46283</c:v>
                </c:pt>
                <c:pt idx="180">
                  <c:v>46286</c:v>
                </c:pt>
                <c:pt idx="181">
                  <c:v>46287</c:v>
                </c:pt>
                <c:pt idx="182">
                  <c:v>46288</c:v>
                </c:pt>
                <c:pt idx="183">
                  <c:v>46289</c:v>
                </c:pt>
                <c:pt idx="184">
                  <c:v>46290</c:v>
                </c:pt>
                <c:pt idx="185">
                  <c:v>46293</c:v>
                </c:pt>
                <c:pt idx="186">
                  <c:v>46294</c:v>
                </c:pt>
                <c:pt idx="187">
                  <c:v>46295</c:v>
                </c:pt>
                <c:pt idx="188">
                  <c:v>46296</c:v>
                </c:pt>
                <c:pt idx="189">
                  <c:v>46297</c:v>
                </c:pt>
                <c:pt idx="190">
                  <c:v>46300</c:v>
                </c:pt>
                <c:pt idx="191">
                  <c:v>46301</c:v>
                </c:pt>
                <c:pt idx="192">
                  <c:v>46302</c:v>
                </c:pt>
                <c:pt idx="193">
                  <c:v>46303</c:v>
                </c:pt>
                <c:pt idx="194">
                  <c:v>46304</c:v>
                </c:pt>
                <c:pt idx="195">
                  <c:v>46308</c:v>
                </c:pt>
                <c:pt idx="196">
                  <c:v>46309</c:v>
                </c:pt>
                <c:pt idx="197">
                  <c:v>46310</c:v>
                </c:pt>
                <c:pt idx="198">
                  <c:v>46311</c:v>
                </c:pt>
                <c:pt idx="199">
                  <c:v>46314</c:v>
                </c:pt>
                <c:pt idx="200">
                  <c:v>46315</c:v>
                </c:pt>
                <c:pt idx="201">
                  <c:v>46316</c:v>
                </c:pt>
                <c:pt idx="202">
                  <c:v>46317</c:v>
                </c:pt>
                <c:pt idx="203">
                  <c:v>46318</c:v>
                </c:pt>
                <c:pt idx="204">
                  <c:v>46321</c:v>
                </c:pt>
                <c:pt idx="205">
                  <c:v>46322</c:v>
                </c:pt>
                <c:pt idx="206">
                  <c:v>46323</c:v>
                </c:pt>
              </c:numCache>
            </c:numRef>
          </c:cat>
          <c:val>
            <c:numRef>
              <c:f>Sheet1!$D$2:$D$208</c:f>
              <c:numCache>
                <c:formatCode>m/d/yyyy</c:formatCode>
                <c:ptCount val="207"/>
                <c:pt idx="1">
                  <c:v>7.4770000000000003E-2</c:v>
                </c:pt>
                <c:pt idx="2">
                  <c:v>0.30642999999999998</c:v>
                </c:pt>
                <c:pt idx="3">
                  <c:v>0.13158</c:v>
                </c:pt>
                <c:pt idx="4">
                  <c:v>-1.0000100000000001</c:v>
                </c:pt>
                <c:pt idx="5">
                  <c:v>-1.0875900000000001</c:v>
                </c:pt>
                <c:pt idx="6">
                  <c:v>-3.0407700000000002</c:v>
                </c:pt>
                <c:pt idx="7">
                  <c:v>-3.5326599999999999</c:v>
                </c:pt>
                <c:pt idx="8">
                  <c:v>-3.8527300000000002</c:v>
                </c:pt>
                <c:pt idx="9">
                  <c:v>-4.3979799999999996</c:v>
                </c:pt>
                <c:pt idx="10">
                  <c:v>-3.8523000000000001</c:v>
                </c:pt>
                <c:pt idx="11">
                  <c:v>-4.3299200000000004</c:v>
                </c:pt>
                <c:pt idx="12">
                  <c:v>-4.5818700000000003</c:v>
                </c:pt>
                <c:pt idx="13">
                  <c:v>-4.65951</c:v>
                </c:pt>
                <c:pt idx="14">
                  <c:v>-4.7213599999999998</c:v>
                </c:pt>
                <c:pt idx="15">
                  <c:v>-4.7163599999999999</c:v>
                </c:pt>
                <c:pt idx="16">
                  <c:v>-4.7895000000000003</c:v>
                </c:pt>
                <c:pt idx="17">
                  <c:v>-4.6770100000000001</c:v>
                </c:pt>
                <c:pt idx="18">
                  <c:v>-4.4799800000000003</c:v>
                </c:pt>
                <c:pt idx="19">
                  <c:v>-4.5294299999999996</c:v>
                </c:pt>
                <c:pt idx="20">
                  <c:v>-4.6121800000000004</c:v>
                </c:pt>
                <c:pt idx="21">
                  <c:v>-4.6863599999999996</c:v>
                </c:pt>
                <c:pt idx="22">
                  <c:v>-4.4257</c:v>
                </c:pt>
                <c:pt idx="23">
                  <c:v>-4.5590200000000003</c:v>
                </c:pt>
                <c:pt idx="24">
                  <c:v>-4.3938800000000002</c:v>
                </c:pt>
                <c:pt idx="25">
                  <c:v>-3.4537</c:v>
                </c:pt>
                <c:pt idx="26">
                  <c:v>-2.86347</c:v>
                </c:pt>
                <c:pt idx="27">
                  <c:v>-2.4887100000000002</c:v>
                </c:pt>
                <c:pt idx="28">
                  <c:v>-1.4245099999999999</c:v>
                </c:pt>
                <c:pt idx="29">
                  <c:v>-0.96126</c:v>
                </c:pt>
                <c:pt idx="30">
                  <c:v>-1.8036700000000001</c:v>
                </c:pt>
                <c:pt idx="31">
                  <c:v>-3.07829</c:v>
                </c:pt>
                <c:pt idx="32">
                  <c:v>-3.1403500000000002</c:v>
                </c:pt>
                <c:pt idx="33">
                  <c:v>-3.4966699999999999</c:v>
                </c:pt>
                <c:pt idx="34">
                  <c:v>-3.83141</c:v>
                </c:pt>
                <c:pt idx="35">
                  <c:v>-4.2698900000000002</c:v>
                </c:pt>
                <c:pt idx="36">
                  <c:v>-3.70248</c:v>
                </c:pt>
                <c:pt idx="37">
                  <c:v>-3.56229</c:v>
                </c:pt>
                <c:pt idx="38">
                  <c:v>-3.1529199999999999</c:v>
                </c:pt>
                <c:pt idx="39">
                  <c:v>-3.0371100000000002</c:v>
                </c:pt>
                <c:pt idx="40">
                  <c:v>-3.2074600000000002</c:v>
                </c:pt>
                <c:pt idx="41">
                  <c:v>-3.2518600000000002</c:v>
                </c:pt>
                <c:pt idx="42">
                  <c:v>-3.3374299999999999</c:v>
                </c:pt>
                <c:pt idx="43">
                  <c:v>-3.5138500000000001</c:v>
                </c:pt>
                <c:pt idx="44">
                  <c:v>-4.7319699999999996</c:v>
                </c:pt>
                <c:pt idx="45">
                  <c:v>-4.86029</c:v>
                </c:pt>
                <c:pt idx="46">
                  <c:v>-4.9936499999999997</c:v>
                </c:pt>
                <c:pt idx="47">
                  <c:v>-5.0208700000000004</c:v>
                </c:pt>
                <c:pt idx="48">
                  <c:v>-4.9370099999999999</c:v>
                </c:pt>
                <c:pt idx="49">
                  <c:v>-5.0056599999999998</c:v>
                </c:pt>
                <c:pt idx="50">
                  <c:v>-5.4858000000000002</c:v>
                </c:pt>
                <c:pt idx="51">
                  <c:v>-5.5266599999999997</c:v>
                </c:pt>
                <c:pt idx="52">
                  <c:v>-5.6442300000000003</c:v>
                </c:pt>
                <c:pt idx="53">
                  <c:v>-5.64872</c:v>
                </c:pt>
                <c:pt idx="54">
                  <c:v>-7.9040299999999997</c:v>
                </c:pt>
                <c:pt idx="55">
                  <c:v>-7.8748399999999998</c:v>
                </c:pt>
                <c:pt idx="56">
                  <c:v>-7.8392600000000003</c:v>
                </c:pt>
                <c:pt idx="57">
                  <c:v>-7.7126000000000001</c:v>
                </c:pt>
                <c:pt idx="58">
                  <c:v>-7.3304600000000004</c:v>
                </c:pt>
                <c:pt idx="59">
                  <c:v>-7.5266200000000003</c:v>
                </c:pt>
                <c:pt idx="60">
                  <c:v>-7.4993999999999996</c:v>
                </c:pt>
                <c:pt idx="61">
                  <c:v>-7.80504</c:v>
                </c:pt>
                <c:pt idx="62">
                  <c:v>-7.5040399999999998</c:v>
                </c:pt>
                <c:pt idx="63">
                  <c:v>-7.5545200000000001</c:v>
                </c:pt>
                <c:pt idx="64">
                  <c:v>-7.4685100000000002</c:v>
                </c:pt>
                <c:pt idx="65">
                  <c:v>-7.2186599999999999</c:v>
                </c:pt>
                <c:pt idx="66">
                  <c:v>-7.2257300000000004</c:v>
                </c:pt>
                <c:pt idx="67">
                  <c:v>-7.1516500000000001</c:v>
                </c:pt>
                <c:pt idx="68">
                  <c:v>-7.3362699999999998</c:v>
                </c:pt>
                <c:pt idx="69">
                  <c:v>-7.24261</c:v>
                </c:pt>
                <c:pt idx="70">
                  <c:v>-7.0041799999999999</c:v>
                </c:pt>
                <c:pt idx="71">
                  <c:v>-6.5164900000000001</c:v>
                </c:pt>
                <c:pt idx="72">
                  <c:v>-5.7930599999999997</c:v>
                </c:pt>
                <c:pt idx="73">
                  <c:v>-5.0434599999999996</c:v>
                </c:pt>
                <c:pt idx="74">
                  <c:v>-4.9001299999999999</c:v>
                </c:pt>
                <c:pt idx="75">
                  <c:v>-4.92164</c:v>
                </c:pt>
                <c:pt idx="76">
                  <c:v>-4.3873800000000003</c:v>
                </c:pt>
                <c:pt idx="77">
                  <c:v>-3.9283299999999999</c:v>
                </c:pt>
                <c:pt idx="78">
                  <c:v>-3.7224400000000002</c:v>
                </c:pt>
                <c:pt idx="79">
                  <c:v>-3.3670499999999999</c:v>
                </c:pt>
                <c:pt idx="80">
                  <c:v>-3.2136999999999998</c:v>
                </c:pt>
                <c:pt idx="81">
                  <c:v>-2.8174100000000002</c:v>
                </c:pt>
                <c:pt idx="82">
                  <c:v>-2.3140200000000002</c:v>
                </c:pt>
                <c:pt idx="83">
                  <c:v>-2.5125600000000001</c:v>
                </c:pt>
                <c:pt idx="84">
                  <c:v>-2.2619400000000001</c:v>
                </c:pt>
                <c:pt idx="85">
                  <c:v>-2.11998</c:v>
                </c:pt>
                <c:pt idx="86">
                  <c:v>-1.8890499999999999</c:v>
                </c:pt>
                <c:pt idx="87">
                  <c:v>-1.7016800000000001</c:v>
                </c:pt>
                <c:pt idx="88">
                  <c:v>-1.6255299999999999</c:v>
                </c:pt>
                <c:pt idx="89">
                  <c:v>-0.73777999999999999</c:v>
                </c:pt>
                <c:pt idx="90">
                  <c:v>-0.76451000000000002</c:v>
                </c:pt>
                <c:pt idx="91">
                  <c:v>-3.8676599999999999</c:v>
                </c:pt>
                <c:pt idx="92">
                  <c:v>-3.34558</c:v>
                </c:pt>
                <c:pt idx="93">
                  <c:v>-3.29813</c:v>
                </c:pt>
                <c:pt idx="94">
                  <c:v>-3.2537799999999999</c:v>
                </c:pt>
                <c:pt idx="95">
                  <c:v>-3.43851</c:v>
                </c:pt>
                <c:pt idx="96">
                  <c:v>-3.4997699999999998</c:v>
                </c:pt>
                <c:pt idx="97">
                  <c:v>-3.4858600000000002</c:v>
                </c:pt>
                <c:pt idx="98">
                  <c:v>-3.2974100000000002</c:v>
                </c:pt>
                <c:pt idx="99">
                  <c:v>-3.5432000000000001</c:v>
                </c:pt>
                <c:pt idx="100">
                  <c:v>-3.6559499999999998</c:v>
                </c:pt>
                <c:pt idx="101">
                  <c:v>-4.34626</c:v>
                </c:pt>
                <c:pt idx="102">
                  <c:v>-4.9178699999999997</c:v>
                </c:pt>
                <c:pt idx="103">
                  <c:v>-5.0075799999999999</c:v>
                </c:pt>
                <c:pt idx="104">
                  <c:v>-5.3206199999999999</c:v>
                </c:pt>
                <c:pt idx="105">
                  <c:v>-4.5877499999999998</c:v>
                </c:pt>
                <c:pt idx="106">
                  <c:v>-4.3984800000000002</c:v>
                </c:pt>
                <c:pt idx="107">
                  <c:v>-4.2643000000000004</c:v>
                </c:pt>
                <c:pt idx="108">
                  <c:v>-4.5629799999999996</c:v>
                </c:pt>
                <c:pt idx="109">
                  <c:v>-4.0766799999999996</c:v>
                </c:pt>
                <c:pt idx="110">
                  <c:v>-3.7110699999999999</c:v>
                </c:pt>
                <c:pt idx="111">
                  <c:v>-3.6663299999999999</c:v>
                </c:pt>
                <c:pt idx="112">
                  <c:v>-4.3456599999999996</c:v>
                </c:pt>
                <c:pt idx="113">
                  <c:v>-4.6652199999999997</c:v>
                </c:pt>
                <c:pt idx="114">
                  <c:v>-4.70228</c:v>
                </c:pt>
                <c:pt idx="115">
                  <c:v>-2.7013600000000002</c:v>
                </c:pt>
                <c:pt idx="116">
                  <c:v>-2.2438199999999999</c:v>
                </c:pt>
                <c:pt idx="117">
                  <c:v>-2.2198799999999999</c:v>
                </c:pt>
                <c:pt idx="118">
                  <c:v>-2.0768</c:v>
                </c:pt>
                <c:pt idx="119">
                  <c:v>-1.85571</c:v>
                </c:pt>
                <c:pt idx="120">
                  <c:v>-2.19537</c:v>
                </c:pt>
                <c:pt idx="121">
                  <c:v>-2.1421100000000002</c:v>
                </c:pt>
                <c:pt idx="122">
                  <c:v>-1.9781</c:v>
                </c:pt>
                <c:pt idx="123">
                  <c:v>-1.8581300000000001</c:v>
                </c:pt>
                <c:pt idx="124">
                  <c:v>-2.4607399999999999</c:v>
                </c:pt>
                <c:pt idx="125">
                  <c:v>-2.25597</c:v>
                </c:pt>
                <c:pt idx="126">
                  <c:v>-1.9306700000000001</c:v>
                </c:pt>
                <c:pt idx="127">
                  <c:v>-1.75282</c:v>
                </c:pt>
                <c:pt idx="128">
                  <c:v>-1.68581</c:v>
                </c:pt>
                <c:pt idx="129">
                  <c:v>-1.39897</c:v>
                </c:pt>
                <c:pt idx="130">
                  <c:v>-1.4277500000000001</c:v>
                </c:pt>
                <c:pt idx="131">
                  <c:v>-1.2728999999999999</c:v>
                </c:pt>
                <c:pt idx="132">
                  <c:v>-1.3884000000000001</c:v>
                </c:pt>
                <c:pt idx="133">
                  <c:v>-1.82369</c:v>
                </c:pt>
                <c:pt idx="134">
                  <c:v>-1.8473900000000001</c:v>
                </c:pt>
                <c:pt idx="135">
                  <c:v>-0.73880000000000001</c:v>
                </c:pt>
                <c:pt idx="136">
                  <c:v>-0.62280999999999997</c:v>
                </c:pt>
                <c:pt idx="137">
                  <c:v>-0.39623999999999998</c:v>
                </c:pt>
                <c:pt idx="138">
                  <c:v>-0.25202999999999998</c:v>
                </c:pt>
                <c:pt idx="139">
                  <c:v>-1.7940000000000001E-2</c:v>
                </c:pt>
                <c:pt idx="140">
                  <c:v>0.16703000000000001</c:v>
                </c:pt>
                <c:pt idx="141">
                  <c:v>0.18356</c:v>
                </c:pt>
                <c:pt idx="142">
                  <c:v>0.35943999999999998</c:v>
                </c:pt>
                <c:pt idx="143">
                  <c:v>0.54951000000000005</c:v>
                </c:pt>
                <c:pt idx="144">
                  <c:v>0.52968999999999999</c:v>
                </c:pt>
                <c:pt idx="145">
                  <c:v>0.45939999999999998</c:v>
                </c:pt>
                <c:pt idx="146">
                  <c:v>0.5776</c:v>
                </c:pt>
                <c:pt idx="147">
                  <c:v>0.7923</c:v>
                </c:pt>
                <c:pt idx="148">
                  <c:v>0.99009999999999998</c:v>
                </c:pt>
                <c:pt idx="149">
                  <c:v>2.2541699999999998</c:v>
                </c:pt>
                <c:pt idx="150">
                  <c:v>1.40516</c:v>
                </c:pt>
                <c:pt idx="151">
                  <c:v>1.31586</c:v>
                </c:pt>
                <c:pt idx="152">
                  <c:v>1.6959</c:v>
                </c:pt>
                <c:pt idx="153">
                  <c:v>1.85995</c:v>
                </c:pt>
                <c:pt idx="154">
                  <c:v>2.0946400000000001</c:v>
                </c:pt>
                <c:pt idx="155">
                  <c:v>2.4049499999999999</c:v>
                </c:pt>
                <c:pt idx="156">
                  <c:v>2.5865300000000002</c:v>
                </c:pt>
                <c:pt idx="157">
                  <c:v>2.5768399999999998</c:v>
                </c:pt>
                <c:pt idx="158">
                  <c:v>3.09633</c:v>
                </c:pt>
                <c:pt idx="159">
                  <c:v>2.5683600000000002</c:v>
                </c:pt>
                <c:pt idx="160">
                  <c:v>0.92412000000000005</c:v>
                </c:pt>
                <c:pt idx="161">
                  <c:v>1.19641</c:v>
                </c:pt>
                <c:pt idx="162">
                  <c:v>0.93455999999999995</c:v>
                </c:pt>
                <c:pt idx="163">
                  <c:v>0.79039999999999999</c:v>
                </c:pt>
                <c:pt idx="164">
                  <c:v>0.91522999999999999</c:v>
                </c:pt>
                <c:pt idx="165">
                  <c:v>1.13809</c:v>
                </c:pt>
                <c:pt idx="166">
                  <c:v>1.17557</c:v>
                </c:pt>
                <c:pt idx="167">
                  <c:v>1.0570200000000001</c:v>
                </c:pt>
                <c:pt idx="168">
                  <c:v>0.98246999999999995</c:v>
                </c:pt>
                <c:pt idx="169">
                  <c:v>1.2258599999999999</c:v>
                </c:pt>
                <c:pt idx="170">
                  <c:v>1.2724</c:v>
                </c:pt>
                <c:pt idx="171">
                  <c:v>1.2538100000000001</c:v>
                </c:pt>
                <c:pt idx="172">
                  <c:v>1.35808</c:v>
                </c:pt>
                <c:pt idx="173">
                  <c:v>1.3295300000000001</c:v>
                </c:pt>
                <c:pt idx="174">
                  <c:v>1.56074</c:v>
                </c:pt>
                <c:pt idx="175">
                  <c:v>1.6160000000000001</c:v>
                </c:pt>
                <c:pt idx="176">
                  <c:v>1.6278300000000001</c:v>
                </c:pt>
                <c:pt idx="177">
                  <c:v>1.7372399999999999</c:v>
                </c:pt>
                <c:pt idx="178">
                  <c:v>2.0973199999999999</c:v>
                </c:pt>
                <c:pt idx="179">
                  <c:v>1.3084800000000001</c:v>
                </c:pt>
                <c:pt idx="180">
                  <c:v>0.71813000000000005</c:v>
                </c:pt>
                <c:pt idx="181">
                  <c:v>1.00244</c:v>
                </c:pt>
                <c:pt idx="182">
                  <c:v>0.92181000000000002</c:v>
                </c:pt>
                <c:pt idx="183">
                  <c:v>0.3412</c:v>
                </c:pt>
                <c:pt idx="184">
                  <c:v>0.153</c:v>
                </c:pt>
                <c:pt idx="185">
                  <c:v>-0.13392999999999999</c:v>
                </c:pt>
                <c:pt idx="186">
                  <c:v>3.0000000000000001E-3</c:v>
                </c:pt>
                <c:pt idx="187">
                  <c:v>-0.51222000000000001</c:v>
                </c:pt>
                <c:pt idx="188">
                  <c:v>-1.524</c:v>
                </c:pt>
                <c:pt idx="189">
                  <c:v>-1.4519</c:v>
                </c:pt>
                <c:pt idx="190">
                  <c:v>-0.65007999999999999</c:v>
                </c:pt>
                <c:pt idx="191">
                  <c:v>-0.53008</c:v>
                </c:pt>
                <c:pt idx="192">
                  <c:v>-0.35306999999999999</c:v>
                </c:pt>
                <c:pt idx="193">
                  <c:v>-1.76013</c:v>
                </c:pt>
                <c:pt idx="194">
                  <c:v>-1.56457</c:v>
                </c:pt>
                <c:pt idx="195">
                  <c:v>-1.7016</c:v>
                </c:pt>
                <c:pt idx="196">
                  <c:v>-1.70749</c:v>
                </c:pt>
                <c:pt idx="197">
                  <c:v>-1.5905499999999999</c:v>
                </c:pt>
                <c:pt idx="198">
                  <c:v>-0.38335000000000002</c:v>
                </c:pt>
                <c:pt idx="199">
                  <c:v>-0.43913999999999997</c:v>
                </c:pt>
                <c:pt idx="200">
                  <c:v>-0.47793999999999998</c:v>
                </c:pt>
                <c:pt idx="201">
                  <c:v>-0.90824000000000005</c:v>
                </c:pt>
                <c:pt idx="202">
                  <c:v>-1.0591200000000001</c:v>
                </c:pt>
                <c:pt idx="203">
                  <c:v>-1.0277799999999999</c:v>
                </c:pt>
                <c:pt idx="204">
                  <c:v>-1.4672700000000001</c:v>
                </c:pt>
                <c:pt idx="205">
                  <c:v>-1.3347899999999999</c:v>
                </c:pt>
                <c:pt idx="206">
                  <c:v>-1.52867</c:v>
                </c:pt>
              </c:numCache>
            </c:numRef>
          </c:val>
          <c:smooth val="0"/>
          <c:extLst>
            <c:ext xmlns:c16="http://schemas.microsoft.com/office/drawing/2014/chart" uri="{C3380CC4-5D6E-409C-BE32-E72D297353CC}">
              <c16:uniqueId val="{00000002-DEE9-4FFF-8C6D-644BDBE9F2FD}"/>
            </c:ext>
          </c:extLst>
        </c:ser>
        <c:ser>
          <c:idx val="3"/>
          <c:order val="3"/>
          <c:tx>
            <c:strRef>
              <c:f>Sheet1!$E$1</c:f>
              <c:strCache>
                <c:ptCount val="1"/>
                <c:pt idx="0">
                  <c:v>Retail</c:v>
                </c:pt>
              </c:strCache>
            </c:strRef>
          </c:tx>
          <c:spPr>
            <a:ln w="28575" cap="rnd">
              <a:solidFill>
                <a:schemeClr val="bg1">
                  <a:lumMod val="85000"/>
                </a:schemeClr>
              </a:solidFill>
              <a:round/>
            </a:ln>
            <a:effectLst/>
          </c:spPr>
          <c:marker>
            <c:symbol val="none"/>
          </c:marker>
          <c:cat>
            <c:numRef>
              <c:f>Sheet1!$A$2:$A$208</c:f>
              <c:numCache>
                <c:formatCode>yyyy\-mm\-dd</c:formatCode>
                <c:ptCount val="207"/>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46071</c:v>
                </c:pt>
                <c:pt idx="33">
                  <c:v>46072</c:v>
                </c:pt>
                <c:pt idx="34">
                  <c:v>46073</c:v>
                </c:pt>
                <c:pt idx="35">
                  <c:v>46076</c:v>
                </c:pt>
                <c:pt idx="36">
                  <c:v>46077</c:v>
                </c:pt>
                <c:pt idx="37">
                  <c:v>46078</c:v>
                </c:pt>
                <c:pt idx="38">
                  <c:v>46079</c:v>
                </c:pt>
                <c:pt idx="39">
                  <c:v>46080</c:v>
                </c:pt>
                <c:pt idx="40">
                  <c:v>46083</c:v>
                </c:pt>
                <c:pt idx="41">
                  <c:v>46084</c:v>
                </c:pt>
                <c:pt idx="42">
                  <c:v>46085</c:v>
                </c:pt>
                <c:pt idx="43">
                  <c:v>46086</c:v>
                </c:pt>
                <c:pt idx="44">
                  <c:v>46087</c:v>
                </c:pt>
                <c:pt idx="45">
                  <c:v>46090</c:v>
                </c:pt>
                <c:pt idx="46">
                  <c:v>46091</c:v>
                </c:pt>
                <c:pt idx="47">
                  <c:v>46092</c:v>
                </c:pt>
                <c:pt idx="48">
                  <c:v>46093</c:v>
                </c:pt>
                <c:pt idx="49">
                  <c:v>46094</c:v>
                </c:pt>
                <c:pt idx="50">
                  <c:v>46097</c:v>
                </c:pt>
                <c:pt idx="51">
                  <c:v>46098</c:v>
                </c:pt>
                <c:pt idx="52">
                  <c:v>46099</c:v>
                </c:pt>
                <c:pt idx="53">
                  <c:v>46100</c:v>
                </c:pt>
                <c:pt idx="54">
                  <c:v>46101</c:v>
                </c:pt>
                <c:pt idx="55">
                  <c:v>46104</c:v>
                </c:pt>
                <c:pt idx="56">
                  <c:v>46105</c:v>
                </c:pt>
                <c:pt idx="57">
                  <c:v>46106</c:v>
                </c:pt>
                <c:pt idx="58">
                  <c:v>46107</c:v>
                </c:pt>
                <c:pt idx="59">
                  <c:v>46108</c:v>
                </c:pt>
                <c:pt idx="60">
                  <c:v>46111</c:v>
                </c:pt>
                <c:pt idx="61">
                  <c:v>46112</c:v>
                </c:pt>
                <c:pt idx="62">
                  <c:v>46113</c:v>
                </c:pt>
                <c:pt idx="63">
                  <c:v>46114</c:v>
                </c:pt>
                <c:pt idx="64">
                  <c:v>46118</c:v>
                </c:pt>
                <c:pt idx="65">
                  <c:v>46119</c:v>
                </c:pt>
                <c:pt idx="66">
                  <c:v>46120</c:v>
                </c:pt>
                <c:pt idx="67">
                  <c:v>46121</c:v>
                </c:pt>
                <c:pt idx="68">
                  <c:v>46122</c:v>
                </c:pt>
                <c:pt idx="69">
                  <c:v>46125</c:v>
                </c:pt>
                <c:pt idx="70">
                  <c:v>46126</c:v>
                </c:pt>
                <c:pt idx="71">
                  <c:v>46127</c:v>
                </c:pt>
                <c:pt idx="72">
                  <c:v>46128</c:v>
                </c:pt>
                <c:pt idx="73">
                  <c:v>46129</c:v>
                </c:pt>
                <c:pt idx="74">
                  <c:v>46132</c:v>
                </c:pt>
                <c:pt idx="75">
                  <c:v>46134</c:v>
                </c:pt>
                <c:pt idx="76">
                  <c:v>46135</c:v>
                </c:pt>
                <c:pt idx="77">
                  <c:v>46136</c:v>
                </c:pt>
                <c:pt idx="78">
                  <c:v>46139</c:v>
                </c:pt>
                <c:pt idx="79">
                  <c:v>46140</c:v>
                </c:pt>
                <c:pt idx="80">
                  <c:v>46141</c:v>
                </c:pt>
                <c:pt idx="81">
                  <c:v>46142</c:v>
                </c:pt>
                <c:pt idx="82">
                  <c:v>46146</c:v>
                </c:pt>
                <c:pt idx="83">
                  <c:v>46147</c:v>
                </c:pt>
                <c:pt idx="84">
                  <c:v>46148</c:v>
                </c:pt>
                <c:pt idx="85">
                  <c:v>46149</c:v>
                </c:pt>
                <c:pt idx="86">
                  <c:v>46150</c:v>
                </c:pt>
                <c:pt idx="87">
                  <c:v>46153</c:v>
                </c:pt>
                <c:pt idx="88">
                  <c:v>46154</c:v>
                </c:pt>
                <c:pt idx="89">
                  <c:v>46155</c:v>
                </c:pt>
                <c:pt idx="90">
                  <c:v>46156</c:v>
                </c:pt>
                <c:pt idx="91">
                  <c:v>46157</c:v>
                </c:pt>
                <c:pt idx="92">
                  <c:v>46160</c:v>
                </c:pt>
                <c:pt idx="93">
                  <c:v>46161</c:v>
                </c:pt>
                <c:pt idx="94">
                  <c:v>46162</c:v>
                </c:pt>
                <c:pt idx="95">
                  <c:v>46163</c:v>
                </c:pt>
                <c:pt idx="96">
                  <c:v>46164</c:v>
                </c:pt>
                <c:pt idx="97">
                  <c:v>46167</c:v>
                </c:pt>
                <c:pt idx="98">
                  <c:v>46168</c:v>
                </c:pt>
                <c:pt idx="99">
                  <c:v>46169</c:v>
                </c:pt>
                <c:pt idx="100">
                  <c:v>46170</c:v>
                </c:pt>
                <c:pt idx="101">
                  <c:v>46171</c:v>
                </c:pt>
                <c:pt idx="102">
                  <c:v>46174</c:v>
                </c:pt>
                <c:pt idx="103">
                  <c:v>46175</c:v>
                </c:pt>
                <c:pt idx="104">
                  <c:v>46176</c:v>
                </c:pt>
                <c:pt idx="105">
                  <c:v>46178</c:v>
                </c:pt>
                <c:pt idx="106">
                  <c:v>46181</c:v>
                </c:pt>
                <c:pt idx="107">
                  <c:v>46182</c:v>
                </c:pt>
                <c:pt idx="108">
                  <c:v>46183</c:v>
                </c:pt>
                <c:pt idx="109">
                  <c:v>46184</c:v>
                </c:pt>
                <c:pt idx="110">
                  <c:v>46185</c:v>
                </c:pt>
                <c:pt idx="111">
                  <c:v>46188</c:v>
                </c:pt>
                <c:pt idx="112">
                  <c:v>46189</c:v>
                </c:pt>
                <c:pt idx="113">
                  <c:v>46190</c:v>
                </c:pt>
                <c:pt idx="114">
                  <c:v>46191</c:v>
                </c:pt>
                <c:pt idx="115">
                  <c:v>46192</c:v>
                </c:pt>
                <c:pt idx="116">
                  <c:v>46195</c:v>
                </c:pt>
                <c:pt idx="117">
                  <c:v>46196</c:v>
                </c:pt>
                <c:pt idx="118">
                  <c:v>46197</c:v>
                </c:pt>
                <c:pt idx="119">
                  <c:v>46198</c:v>
                </c:pt>
                <c:pt idx="120">
                  <c:v>46199</c:v>
                </c:pt>
                <c:pt idx="121">
                  <c:v>46202</c:v>
                </c:pt>
                <c:pt idx="122">
                  <c:v>46203</c:v>
                </c:pt>
                <c:pt idx="123">
                  <c:v>46204</c:v>
                </c:pt>
                <c:pt idx="124">
                  <c:v>46205</c:v>
                </c:pt>
                <c:pt idx="125">
                  <c:v>46206</c:v>
                </c:pt>
                <c:pt idx="126">
                  <c:v>46209</c:v>
                </c:pt>
                <c:pt idx="127">
                  <c:v>46210</c:v>
                </c:pt>
                <c:pt idx="128">
                  <c:v>46211</c:v>
                </c:pt>
                <c:pt idx="129">
                  <c:v>46212</c:v>
                </c:pt>
                <c:pt idx="130">
                  <c:v>46213</c:v>
                </c:pt>
                <c:pt idx="131">
                  <c:v>46216</c:v>
                </c:pt>
                <c:pt idx="132">
                  <c:v>46217</c:v>
                </c:pt>
                <c:pt idx="133">
                  <c:v>46218</c:v>
                </c:pt>
                <c:pt idx="134">
                  <c:v>46219</c:v>
                </c:pt>
                <c:pt idx="135">
                  <c:v>46220</c:v>
                </c:pt>
                <c:pt idx="136">
                  <c:v>46223</c:v>
                </c:pt>
                <c:pt idx="137">
                  <c:v>46224</c:v>
                </c:pt>
                <c:pt idx="138">
                  <c:v>46225</c:v>
                </c:pt>
                <c:pt idx="139">
                  <c:v>46226</c:v>
                </c:pt>
                <c:pt idx="140">
                  <c:v>46227</c:v>
                </c:pt>
                <c:pt idx="141">
                  <c:v>46230</c:v>
                </c:pt>
                <c:pt idx="142">
                  <c:v>46231</c:v>
                </c:pt>
                <c:pt idx="143">
                  <c:v>46232</c:v>
                </c:pt>
                <c:pt idx="144">
                  <c:v>46233</c:v>
                </c:pt>
                <c:pt idx="145">
                  <c:v>46234</c:v>
                </c:pt>
                <c:pt idx="146">
                  <c:v>46237</c:v>
                </c:pt>
                <c:pt idx="147">
                  <c:v>46238</c:v>
                </c:pt>
                <c:pt idx="148">
                  <c:v>46239</c:v>
                </c:pt>
                <c:pt idx="149">
                  <c:v>46240</c:v>
                </c:pt>
                <c:pt idx="150">
                  <c:v>46241</c:v>
                </c:pt>
                <c:pt idx="151">
                  <c:v>46244</c:v>
                </c:pt>
                <c:pt idx="152">
                  <c:v>46245</c:v>
                </c:pt>
                <c:pt idx="153">
                  <c:v>46246</c:v>
                </c:pt>
                <c:pt idx="154">
                  <c:v>46247</c:v>
                </c:pt>
                <c:pt idx="155">
                  <c:v>46248</c:v>
                </c:pt>
                <c:pt idx="156">
                  <c:v>46251</c:v>
                </c:pt>
                <c:pt idx="157">
                  <c:v>46252</c:v>
                </c:pt>
                <c:pt idx="158">
                  <c:v>46253</c:v>
                </c:pt>
                <c:pt idx="159">
                  <c:v>46254</c:v>
                </c:pt>
                <c:pt idx="160">
                  <c:v>46255</c:v>
                </c:pt>
                <c:pt idx="161">
                  <c:v>46258</c:v>
                </c:pt>
                <c:pt idx="162">
                  <c:v>46259</c:v>
                </c:pt>
                <c:pt idx="163">
                  <c:v>46260</c:v>
                </c:pt>
                <c:pt idx="164">
                  <c:v>46261</c:v>
                </c:pt>
                <c:pt idx="165">
                  <c:v>46262</c:v>
                </c:pt>
                <c:pt idx="166">
                  <c:v>46265</c:v>
                </c:pt>
                <c:pt idx="167">
                  <c:v>46266</c:v>
                </c:pt>
                <c:pt idx="168">
                  <c:v>46267</c:v>
                </c:pt>
                <c:pt idx="169">
                  <c:v>46268</c:v>
                </c:pt>
                <c:pt idx="170">
                  <c:v>46269</c:v>
                </c:pt>
                <c:pt idx="171">
                  <c:v>46273</c:v>
                </c:pt>
                <c:pt idx="172">
                  <c:v>46274</c:v>
                </c:pt>
                <c:pt idx="173">
                  <c:v>46275</c:v>
                </c:pt>
                <c:pt idx="174">
                  <c:v>46276</c:v>
                </c:pt>
                <c:pt idx="175">
                  <c:v>46279</c:v>
                </c:pt>
                <c:pt idx="176">
                  <c:v>46280</c:v>
                </c:pt>
                <c:pt idx="177">
                  <c:v>46281</c:v>
                </c:pt>
                <c:pt idx="178">
                  <c:v>46282</c:v>
                </c:pt>
                <c:pt idx="179">
                  <c:v>46283</c:v>
                </c:pt>
                <c:pt idx="180">
                  <c:v>46286</c:v>
                </c:pt>
                <c:pt idx="181">
                  <c:v>46287</c:v>
                </c:pt>
                <c:pt idx="182">
                  <c:v>46288</c:v>
                </c:pt>
                <c:pt idx="183">
                  <c:v>46289</c:v>
                </c:pt>
                <c:pt idx="184">
                  <c:v>46290</c:v>
                </c:pt>
                <c:pt idx="185">
                  <c:v>46293</c:v>
                </c:pt>
                <c:pt idx="186">
                  <c:v>46294</c:v>
                </c:pt>
                <c:pt idx="187">
                  <c:v>46295</c:v>
                </c:pt>
                <c:pt idx="188">
                  <c:v>46296</c:v>
                </c:pt>
                <c:pt idx="189">
                  <c:v>46297</c:v>
                </c:pt>
                <c:pt idx="190">
                  <c:v>46300</c:v>
                </c:pt>
                <c:pt idx="191">
                  <c:v>46301</c:v>
                </c:pt>
                <c:pt idx="192">
                  <c:v>46302</c:v>
                </c:pt>
                <c:pt idx="193">
                  <c:v>46303</c:v>
                </c:pt>
                <c:pt idx="194">
                  <c:v>46304</c:v>
                </c:pt>
                <c:pt idx="195">
                  <c:v>46308</c:v>
                </c:pt>
                <c:pt idx="196">
                  <c:v>46309</c:v>
                </c:pt>
                <c:pt idx="197">
                  <c:v>46310</c:v>
                </c:pt>
                <c:pt idx="198">
                  <c:v>46311</c:v>
                </c:pt>
                <c:pt idx="199">
                  <c:v>46314</c:v>
                </c:pt>
                <c:pt idx="200">
                  <c:v>46315</c:v>
                </c:pt>
                <c:pt idx="201">
                  <c:v>46316</c:v>
                </c:pt>
                <c:pt idx="202">
                  <c:v>46317</c:v>
                </c:pt>
                <c:pt idx="203">
                  <c:v>46318</c:v>
                </c:pt>
                <c:pt idx="204">
                  <c:v>46321</c:v>
                </c:pt>
                <c:pt idx="205">
                  <c:v>46322</c:v>
                </c:pt>
                <c:pt idx="206">
                  <c:v>46323</c:v>
                </c:pt>
              </c:numCache>
            </c:numRef>
          </c:cat>
          <c:val>
            <c:numRef>
              <c:f>Sheet1!$E$2:$E$208</c:f>
              <c:numCache>
                <c:formatCode>m/d/yyyy</c:formatCode>
                <c:ptCount val="207"/>
                <c:pt idx="1">
                  <c:v>0.49187999999999998</c:v>
                </c:pt>
                <c:pt idx="2">
                  <c:v>0.47260999999999997</c:v>
                </c:pt>
                <c:pt idx="3">
                  <c:v>0.60768999999999995</c:v>
                </c:pt>
                <c:pt idx="4">
                  <c:v>1.0325800000000001</c:v>
                </c:pt>
                <c:pt idx="5">
                  <c:v>1.15347</c:v>
                </c:pt>
                <c:pt idx="6">
                  <c:v>0.85877999999999999</c:v>
                </c:pt>
                <c:pt idx="7">
                  <c:v>0.99922</c:v>
                </c:pt>
                <c:pt idx="8">
                  <c:v>1.4109799999999999</c:v>
                </c:pt>
                <c:pt idx="9">
                  <c:v>0.90905999999999998</c:v>
                </c:pt>
                <c:pt idx="10">
                  <c:v>0.84767999999999999</c:v>
                </c:pt>
                <c:pt idx="11">
                  <c:v>0.42264000000000002</c:v>
                </c:pt>
                <c:pt idx="12">
                  <c:v>0.70545999999999998</c:v>
                </c:pt>
                <c:pt idx="13">
                  <c:v>0.72599000000000002</c:v>
                </c:pt>
                <c:pt idx="14">
                  <c:v>-0.75700000000000001</c:v>
                </c:pt>
                <c:pt idx="15">
                  <c:v>-1.7719199999999999</c:v>
                </c:pt>
                <c:pt idx="16">
                  <c:v>-2.6627399999999999</c:v>
                </c:pt>
                <c:pt idx="17">
                  <c:v>-2.5040900000000001</c:v>
                </c:pt>
                <c:pt idx="18">
                  <c:v>-2.9888300000000001</c:v>
                </c:pt>
                <c:pt idx="19">
                  <c:v>-3.66967</c:v>
                </c:pt>
                <c:pt idx="20">
                  <c:v>-3.5058099999999999</c:v>
                </c:pt>
                <c:pt idx="21">
                  <c:v>-3.57145</c:v>
                </c:pt>
                <c:pt idx="22">
                  <c:v>-3.7904599999999999</c:v>
                </c:pt>
                <c:pt idx="23">
                  <c:v>-4.5922400000000003</c:v>
                </c:pt>
                <c:pt idx="24">
                  <c:v>-3.8748200000000002</c:v>
                </c:pt>
                <c:pt idx="25">
                  <c:v>-3.74166</c:v>
                </c:pt>
                <c:pt idx="26">
                  <c:v>-3.6602299999999999</c:v>
                </c:pt>
                <c:pt idx="27">
                  <c:v>-4.2206599999999996</c:v>
                </c:pt>
                <c:pt idx="28">
                  <c:v>-4.1505099999999997</c:v>
                </c:pt>
                <c:pt idx="29">
                  <c:v>-5.2920299999999996</c:v>
                </c:pt>
                <c:pt idx="30">
                  <c:v>-4.8766600000000002</c:v>
                </c:pt>
                <c:pt idx="31">
                  <c:v>-4.5915699999999999</c:v>
                </c:pt>
                <c:pt idx="32">
                  <c:v>-4.4317500000000001</c:v>
                </c:pt>
                <c:pt idx="33">
                  <c:v>-4.8445600000000004</c:v>
                </c:pt>
                <c:pt idx="34">
                  <c:v>-7.3571799999999996</c:v>
                </c:pt>
                <c:pt idx="35">
                  <c:v>-6.6800899999999999</c:v>
                </c:pt>
                <c:pt idx="36">
                  <c:v>-7.0282600000000004</c:v>
                </c:pt>
                <c:pt idx="37">
                  <c:v>-6.7583799999999998</c:v>
                </c:pt>
                <c:pt idx="38">
                  <c:v>-6.5719099999999999</c:v>
                </c:pt>
                <c:pt idx="39">
                  <c:v>-6.3060299999999998</c:v>
                </c:pt>
                <c:pt idx="40">
                  <c:v>-6.4605399999999999</c:v>
                </c:pt>
                <c:pt idx="41">
                  <c:v>-5.5561299999999996</c:v>
                </c:pt>
                <c:pt idx="42">
                  <c:v>-5.5175700000000001</c:v>
                </c:pt>
                <c:pt idx="43">
                  <c:v>-4.8570200000000003</c:v>
                </c:pt>
                <c:pt idx="44">
                  <c:v>-4.9762500000000003</c:v>
                </c:pt>
                <c:pt idx="45">
                  <c:v>-5.3978099999999998</c:v>
                </c:pt>
                <c:pt idx="46">
                  <c:v>-5.7</c:v>
                </c:pt>
                <c:pt idx="47">
                  <c:v>-5.8009899999999996</c:v>
                </c:pt>
                <c:pt idx="48">
                  <c:v>-4.8537699999999999</c:v>
                </c:pt>
                <c:pt idx="49">
                  <c:v>-4.3929999999999998</c:v>
                </c:pt>
                <c:pt idx="50">
                  <c:v>-4.7014199999999997</c:v>
                </c:pt>
                <c:pt idx="51">
                  <c:v>-4.6356700000000002</c:v>
                </c:pt>
                <c:pt idx="52">
                  <c:v>-4.4743899999999996</c:v>
                </c:pt>
                <c:pt idx="53">
                  <c:v>-4.4872199999999998</c:v>
                </c:pt>
                <c:pt idx="54">
                  <c:v>-4.5514900000000003</c:v>
                </c:pt>
                <c:pt idx="55">
                  <c:v>-5.4429499999999997</c:v>
                </c:pt>
                <c:pt idx="56">
                  <c:v>-5.3883599999999996</c:v>
                </c:pt>
                <c:pt idx="57">
                  <c:v>-5.8399299999999998</c:v>
                </c:pt>
                <c:pt idx="58">
                  <c:v>-5.5076499999999999</c:v>
                </c:pt>
                <c:pt idx="59">
                  <c:v>-5.2153</c:v>
                </c:pt>
                <c:pt idx="60">
                  <c:v>-5.1749200000000002</c:v>
                </c:pt>
                <c:pt idx="61">
                  <c:v>-6.0292500000000002</c:v>
                </c:pt>
                <c:pt idx="62">
                  <c:v>-6.4353199999999999</c:v>
                </c:pt>
                <c:pt idx="63">
                  <c:v>-6.5503099999999996</c:v>
                </c:pt>
                <c:pt idx="64">
                  <c:v>-6.4264700000000001</c:v>
                </c:pt>
                <c:pt idx="65">
                  <c:v>-6.0945600000000004</c:v>
                </c:pt>
                <c:pt idx="66">
                  <c:v>-7.3647400000000003</c:v>
                </c:pt>
                <c:pt idx="67">
                  <c:v>-8.3229000000000006</c:v>
                </c:pt>
                <c:pt idx="68">
                  <c:v>-8.8746100000000006</c:v>
                </c:pt>
                <c:pt idx="69">
                  <c:v>-8.9263899999999996</c:v>
                </c:pt>
                <c:pt idx="70">
                  <c:v>-8.9330700000000007</c:v>
                </c:pt>
                <c:pt idx="71">
                  <c:v>-8.5601800000000008</c:v>
                </c:pt>
                <c:pt idx="72">
                  <c:v>-8.3066300000000002</c:v>
                </c:pt>
                <c:pt idx="73">
                  <c:v>-9.3836499999999994</c:v>
                </c:pt>
                <c:pt idx="74">
                  <c:v>-9.1617200000000008</c:v>
                </c:pt>
                <c:pt idx="75">
                  <c:v>-8.2840199999999999</c:v>
                </c:pt>
                <c:pt idx="76">
                  <c:v>-7.74993</c:v>
                </c:pt>
                <c:pt idx="77">
                  <c:v>-7.4691400000000003</c:v>
                </c:pt>
                <c:pt idx="78">
                  <c:v>-7.13788</c:v>
                </c:pt>
                <c:pt idx="79">
                  <c:v>-6.8807</c:v>
                </c:pt>
                <c:pt idx="80">
                  <c:v>-6.2934900000000003</c:v>
                </c:pt>
                <c:pt idx="81">
                  <c:v>-5.9962799999999996</c:v>
                </c:pt>
                <c:pt idx="82">
                  <c:v>-5.7732299999999999</c:v>
                </c:pt>
                <c:pt idx="83">
                  <c:v>-5.5339</c:v>
                </c:pt>
                <c:pt idx="84">
                  <c:v>-5.4811199999999998</c:v>
                </c:pt>
                <c:pt idx="85">
                  <c:v>-4.73916</c:v>
                </c:pt>
                <c:pt idx="86">
                  <c:v>-4.4711299999999996</c:v>
                </c:pt>
                <c:pt idx="87">
                  <c:v>-4.07524</c:v>
                </c:pt>
                <c:pt idx="88">
                  <c:v>-3.7459799999999999</c:v>
                </c:pt>
                <c:pt idx="89">
                  <c:v>-3.2994699999999999</c:v>
                </c:pt>
                <c:pt idx="90">
                  <c:v>-3.2395700000000001</c:v>
                </c:pt>
                <c:pt idx="91">
                  <c:v>-2.3951099999999999</c:v>
                </c:pt>
                <c:pt idx="92">
                  <c:v>-2.1113300000000002</c:v>
                </c:pt>
                <c:pt idx="93">
                  <c:v>-1.5972999999999999</c:v>
                </c:pt>
                <c:pt idx="94">
                  <c:v>-1.6362699999999999</c:v>
                </c:pt>
                <c:pt idx="95">
                  <c:v>-1.4306300000000001</c:v>
                </c:pt>
                <c:pt idx="96">
                  <c:v>-0.97294000000000003</c:v>
                </c:pt>
                <c:pt idx="97">
                  <c:v>-1.06359</c:v>
                </c:pt>
                <c:pt idx="98">
                  <c:v>-0.70757000000000003</c:v>
                </c:pt>
                <c:pt idx="99">
                  <c:v>-0.69435000000000002</c:v>
                </c:pt>
                <c:pt idx="100">
                  <c:v>-0.56501999999999997</c:v>
                </c:pt>
                <c:pt idx="101">
                  <c:v>-0.17566999999999999</c:v>
                </c:pt>
                <c:pt idx="102">
                  <c:v>3.6040000000000003E-2</c:v>
                </c:pt>
                <c:pt idx="103">
                  <c:v>4.7129999999999998E-2</c:v>
                </c:pt>
                <c:pt idx="104">
                  <c:v>0.68881999999999999</c:v>
                </c:pt>
                <c:pt idx="105">
                  <c:v>1.0021500000000001</c:v>
                </c:pt>
                <c:pt idx="106">
                  <c:v>1.1302700000000001</c:v>
                </c:pt>
                <c:pt idx="107">
                  <c:v>1.20949</c:v>
                </c:pt>
                <c:pt idx="108">
                  <c:v>1.5075799999999999</c:v>
                </c:pt>
                <c:pt idx="109">
                  <c:v>1.4033</c:v>
                </c:pt>
                <c:pt idx="110">
                  <c:v>1.66022</c:v>
                </c:pt>
                <c:pt idx="111">
                  <c:v>1.15195</c:v>
                </c:pt>
                <c:pt idx="112">
                  <c:v>1.51451</c:v>
                </c:pt>
                <c:pt idx="113">
                  <c:v>1.76854</c:v>
                </c:pt>
                <c:pt idx="114">
                  <c:v>1.84552</c:v>
                </c:pt>
                <c:pt idx="115">
                  <c:v>2.4019900000000001</c:v>
                </c:pt>
                <c:pt idx="116">
                  <c:v>2.42123</c:v>
                </c:pt>
                <c:pt idx="117">
                  <c:v>2.5593499999999998</c:v>
                </c:pt>
                <c:pt idx="118">
                  <c:v>2.82172</c:v>
                </c:pt>
                <c:pt idx="119">
                  <c:v>2.75176</c:v>
                </c:pt>
                <c:pt idx="120">
                  <c:v>2.6524399999999999</c:v>
                </c:pt>
                <c:pt idx="121">
                  <c:v>2.6604399999999999</c:v>
                </c:pt>
                <c:pt idx="122">
                  <c:v>2.97973</c:v>
                </c:pt>
                <c:pt idx="123">
                  <c:v>3.1663999999999999</c:v>
                </c:pt>
                <c:pt idx="124">
                  <c:v>3.2433100000000001</c:v>
                </c:pt>
                <c:pt idx="125">
                  <c:v>3.0301399999999998</c:v>
                </c:pt>
                <c:pt idx="126">
                  <c:v>3.4948000000000001</c:v>
                </c:pt>
                <c:pt idx="127">
                  <c:v>3.79732</c:v>
                </c:pt>
                <c:pt idx="128">
                  <c:v>4.0177500000000004</c:v>
                </c:pt>
                <c:pt idx="129">
                  <c:v>3.7698700000000001</c:v>
                </c:pt>
                <c:pt idx="130">
                  <c:v>3.1288999999999998</c:v>
                </c:pt>
                <c:pt idx="131">
                  <c:v>3.4995500000000002</c:v>
                </c:pt>
                <c:pt idx="132">
                  <c:v>3.59979</c:v>
                </c:pt>
                <c:pt idx="133">
                  <c:v>3.8950300000000002</c:v>
                </c:pt>
                <c:pt idx="134">
                  <c:v>4.1215599999999997</c:v>
                </c:pt>
                <c:pt idx="135">
                  <c:v>4.2894899999999998</c:v>
                </c:pt>
                <c:pt idx="136">
                  <c:v>4.4598300000000002</c:v>
                </c:pt>
                <c:pt idx="137">
                  <c:v>4.6085799999999999</c:v>
                </c:pt>
                <c:pt idx="138">
                  <c:v>4.27745</c:v>
                </c:pt>
                <c:pt idx="139">
                  <c:v>4.5445900000000004</c:v>
                </c:pt>
                <c:pt idx="140">
                  <c:v>4.9258199999999999</c:v>
                </c:pt>
                <c:pt idx="141">
                  <c:v>4.4538500000000001</c:v>
                </c:pt>
                <c:pt idx="142">
                  <c:v>4.3999600000000001</c:v>
                </c:pt>
                <c:pt idx="143">
                  <c:v>4.8103999999999996</c:v>
                </c:pt>
                <c:pt idx="144">
                  <c:v>4.391</c:v>
                </c:pt>
                <c:pt idx="145">
                  <c:v>4.11212</c:v>
                </c:pt>
                <c:pt idx="146">
                  <c:v>4.0860500000000002</c:v>
                </c:pt>
                <c:pt idx="147">
                  <c:v>4.0350900000000003</c:v>
                </c:pt>
                <c:pt idx="148">
                  <c:v>3.61633</c:v>
                </c:pt>
                <c:pt idx="149">
                  <c:v>4.13225</c:v>
                </c:pt>
                <c:pt idx="150">
                  <c:v>4.7876500000000002</c:v>
                </c:pt>
                <c:pt idx="151">
                  <c:v>4.8730599999999997</c:v>
                </c:pt>
                <c:pt idx="152">
                  <c:v>5.4337099999999996</c:v>
                </c:pt>
                <c:pt idx="153">
                  <c:v>5.7000799999999998</c:v>
                </c:pt>
                <c:pt idx="154">
                  <c:v>5.8033799999999998</c:v>
                </c:pt>
                <c:pt idx="155">
                  <c:v>6.1013299999999999</c:v>
                </c:pt>
                <c:pt idx="156">
                  <c:v>6.2561299999999997</c:v>
                </c:pt>
                <c:pt idx="157">
                  <c:v>6.61388</c:v>
                </c:pt>
                <c:pt idx="158">
                  <c:v>6.6562400000000004</c:v>
                </c:pt>
                <c:pt idx="159">
                  <c:v>6.81494</c:v>
                </c:pt>
                <c:pt idx="160">
                  <c:v>6.5358900000000002</c:v>
                </c:pt>
                <c:pt idx="161">
                  <c:v>6.60053</c:v>
                </c:pt>
                <c:pt idx="162">
                  <c:v>6.4182600000000001</c:v>
                </c:pt>
                <c:pt idx="163">
                  <c:v>6.4568700000000003</c:v>
                </c:pt>
                <c:pt idx="164">
                  <c:v>6.3868900000000002</c:v>
                </c:pt>
                <c:pt idx="165">
                  <c:v>6.4452699999999998</c:v>
                </c:pt>
                <c:pt idx="166">
                  <c:v>6.20573</c:v>
                </c:pt>
                <c:pt idx="167">
                  <c:v>5.6359300000000001</c:v>
                </c:pt>
                <c:pt idx="168">
                  <c:v>4.4222000000000001</c:v>
                </c:pt>
                <c:pt idx="169">
                  <c:v>4.1946899999999996</c:v>
                </c:pt>
                <c:pt idx="170">
                  <c:v>3.97628</c:v>
                </c:pt>
                <c:pt idx="171">
                  <c:v>3.8776999999999999</c:v>
                </c:pt>
                <c:pt idx="172">
                  <c:v>4.2003000000000004</c:v>
                </c:pt>
                <c:pt idx="173">
                  <c:v>3.6384300000000001</c:v>
                </c:pt>
                <c:pt idx="174">
                  <c:v>3.93892</c:v>
                </c:pt>
                <c:pt idx="175">
                  <c:v>4.3254999999999999</c:v>
                </c:pt>
                <c:pt idx="176">
                  <c:v>4.2087000000000003</c:v>
                </c:pt>
                <c:pt idx="177">
                  <c:v>4.4238</c:v>
                </c:pt>
                <c:pt idx="178">
                  <c:v>4.5723700000000003</c:v>
                </c:pt>
                <c:pt idx="179">
                  <c:v>4.3860000000000001</c:v>
                </c:pt>
                <c:pt idx="180">
                  <c:v>4.2599499999999999</c:v>
                </c:pt>
                <c:pt idx="181">
                  <c:v>4.4240399999999998</c:v>
                </c:pt>
                <c:pt idx="182">
                  <c:v>4.8556999999999997</c:v>
                </c:pt>
                <c:pt idx="183">
                  <c:v>5.3066899999999997</c:v>
                </c:pt>
                <c:pt idx="184">
                  <c:v>5.5450799999999996</c:v>
                </c:pt>
                <c:pt idx="185">
                  <c:v>5.75753</c:v>
                </c:pt>
                <c:pt idx="186">
                  <c:v>6.0461900000000002</c:v>
                </c:pt>
                <c:pt idx="187">
                  <c:v>5.7562100000000003</c:v>
                </c:pt>
                <c:pt idx="188">
                  <c:v>5.9141700000000004</c:v>
                </c:pt>
                <c:pt idx="189">
                  <c:v>4.9432299999999998</c:v>
                </c:pt>
                <c:pt idx="190">
                  <c:v>-0.35446</c:v>
                </c:pt>
                <c:pt idx="191">
                  <c:v>-0.62070999999999998</c:v>
                </c:pt>
                <c:pt idx="192">
                  <c:v>-0.46556999999999998</c:v>
                </c:pt>
                <c:pt idx="193">
                  <c:v>-0.43702999999999997</c:v>
                </c:pt>
                <c:pt idx="194">
                  <c:v>-0.75724000000000002</c:v>
                </c:pt>
                <c:pt idx="195">
                  <c:v>-0.37595000000000001</c:v>
                </c:pt>
                <c:pt idx="196">
                  <c:v>-0.21304000000000001</c:v>
                </c:pt>
                <c:pt idx="197">
                  <c:v>-3.2799999999999999E-3</c:v>
                </c:pt>
                <c:pt idx="198">
                  <c:v>-0.77375000000000005</c:v>
                </c:pt>
                <c:pt idx="199">
                  <c:v>-0.14169999999999999</c:v>
                </c:pt>
                <c:pt idx="200">
                  <c:v>-8.7190000000000004E-2</c:v>
                </c:pt>
                <c:pt idx="201">
                  <c:v>0.88310999999999995</c:v>
                </c:pt>
                <c:pt idx="202">
                  <c:v>1.81508</c:v>
                </c:pt>
                <c:pt idx="203">
                  <c:v>3.2039599999999999</c:v>
                </c:pt>
                <c:pt idx="204">
                  <c:v>9.3928499999999993</c:v>
                </c:pt>
                <c:pt idx="205">
                  <c:v>11.652659999999999</c:v>
                </c:pt>
                <c:pt idx="206">
                  <c:v>13.429919999999999</c:v>
                </c:pt>
              </c:numCache>
            </c:numRef>
          </c:val>
          <c:smooth val="0"/>
          <c:extLst>
            <c:ext xmlns:c16="http://schemas.microsoft.com/office/drawing/2014/chart" uri="{C3380CC4-5D6E-409C-BE32-E72D297353CC}">
              <c16:uniqueId val="{00000003-DEE9-4FFF-8C6D-644BDBE9F2FD}"/>
            </c:ext>
          </c:extLst>
        </c:ser>
        <c:ser>
          <c:idx val="4"/>
          <c:order val="4"/>
          <c:tx>
            <c:strRef>
              <c:f>Sheet1!$F$1</c:f>
              <c:strCache>
                <c:ptCount val="1"/>
                <c:pt idx="0">
                  <c:v>Others</c:v>
                </c:pt>
              </c:strCache>
            </c:strRef>
          </c:tx>
          <c:spPr>
            <a:ln w="28575" cap="rnd">
              <a:solidFill>
                <a:srgbClr val="8EB3DF"/>
              </a:solidFill>
              <a:round/>
            </a:ln>
            <a:effectLst/>
          </c:spPr>
          <c:marker>
            <c:symbol val="none"/>
          </c:marker>
          <c:cat>
            <c:numRef>
              <c:f>Sheet1!$A$2:$A$208</c:f>
              <c:numCache>
                <c:formatCode>yyyy\-mm\-dd</c:formatCode>
                <c:ptCount val="207"/>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46071</c:v>
                </c:pt>
                <c:pt idx="33">
                  <c:v>46072</c:v>
                </c:pt>
                <c:pt idx="34">
                  <c:v>46073</c:v>
                </c:pt>
                <c:pt idx="35">
                  <c:v>46076</c:v>
                </c:pt>
                <c:pt idx="36">
                  <c:v>46077</c:v>
                </c:pt>
                <c:pt idx="37">
                  <c:v>46078</c:v>
                </c:pt>
                <c:pt idx="38">
                  <c:v>46079</c:v>
                </c:pt>
                <c:pt idx="39">
                  <c:v>46080</c:v>
                </c:pt>
                <c:pt idx="40">
                  <c:v>46083</c:v>
                </c:pt>
                <c:pt idx="41">
                  <c:v>46084</c:v>
                </c:pt>
                <c:pt idx="42">
                  <c:v>46085</c:v>
                </c:pt>
                <c:pt idx="43">
                  <c:v>46086</c:v>
                </c:pt>
                <c:pt idx="44">
                  <c:v>46087</c:v>
                </c:pt>
                <c:pt idx="45">
                  <c:v>46090</c:v>
                </c:pt>
                <c:pt idx="46">
                  <c:v>46091</c:v>
                </c:pt>
                <c:pt idx="47">
                  <c:v>46092</c:v>
                </c:pt>
                <c:pt idx="48">
                  <c:v>46093</c:v>
                </c:pt>
                <c:pt idx="49">
                  <c:v>46094</c:v>
                </c:pt>
                <c:pt idx="50">
                  <c:v>46097</c:v>
                </c:pt>
                <c:pt idx="51">
                  <c:v>46098</c:v>
                </c:pt>
                <c:pt idx="52">
                  <c:v>46099</c:v>
                </c:pt>
                <c:pt idx="53">
                  <c:v>46100</c:v>
                </c:pt>
                <c:pt idx="54">
                  <c:v>46101</c:v>
                </c:pt>
                <c:pt idx="55">
                  <c:v>46104</c:v>
                </c:pt>
                <c:pt idx="56">
                  <c:v>46105</c:v>
                </c:pt>
                <c:pt idx="57">
                  <c:v>46106</c:v>
                </c:pt>
                <c:pt idx="58">
                  <c:v>46107</c:v>
                </c:pt>
                <c:pt idx="59">
                  <c:v>46108</c:v>
                </c:pt>
                <c:pt idx="60">
                  <c:v>46111</c:v>
                </c:pt>
                <c:pt idx="61">
                  <c:v>46112</c:v>
                </c:pt>
                <c:pt idx="62">
                  <c:v>46113</c:v>
                </c:pt>
                <c:pt idx="63">
                  <c:v>46114</c:v>
                </c:pt>
                <c:pt idx="64">
                  <c:v>46118</c:v>
                </c:pt>
                <c:pt idx="65">
                  <c:v>46119</c:v>
                </c:pt>
                <c:pt idx="66">
                  <c:v>46120</c:v>
                </c:pt>
                <c:pt idx="67">
                  <c:v>46121</c:v>
                </c:pt>
                <c:pt idx="68">
                  <c:v>46122</c:v>
                </c:pt>
                <c:pt idx="69">
                  <c:v>46125</c:v>
                </c:pt>
                <c:pt idx="70">
                  <c:v>46126</c:v>
                </c:pt>
                <c:pt idx="71">
                  <c:v>46127</c:v>
                </c:pt>
                <c:pt idx="72">
                  <c:v>46128</c:v>
                </c:pt>
                <c:pt idx="73">
                  <c:v>46129</c:v>
                </c:pt>
                <c:pt idx="74">
                  <c:v>46132</c:v>
                </c:pt>
                <c:pt idx="75">
                  <c:v>46134</c:v>
                </c:pt>
                <c:pt idx="76">
                  <c:v>46135</c:v>
                </c:pt>
                <c:pt idx="77">
                  <c:v>46136</c:v>
                </c:pt>
                <c:pt idx="78">
                  <c:v>46139</c:v>
                </c:pt>
                <c:pt idx="79">
                  <c:v>46140</c:v>
                </c:pt>
                <c:pt idx="80">
                  <c:v>46141</c:v>
                </c:pt>
                <c:pt idx="81">
                  <c:v>46142</c:v>
                </c:pt>
                <c:pt idx="82">
                  <c:v>46146</c:v>
                </c:pt>
                <c:pt idx="83">
                  <c:v>46147</c:v>
                </c:pt>
                <c:pt idx="84">
                  <c:v>46148</c:v>
                </c:pt>
                <c:pt idx="85">
                  <c:v>46149</c:v>
                </c:pt>
                <c:pt idx="86">
                  <c:v>46150</c:v>
                </c:pt>
                <c:pt idx="87">
                  <c:v>46153</c:v>
                </c:pt>
                <c:pt idx="88">
                  <c:v>46154</c:v>
                </c:pt>
                <c:pt idx="89">
                  <c:v>46155</c:v>
                </c:pt>
                <c:pt idx="90">
                  <c:v>46156</c:v>
                </c:pt>
                <c:pt idx="91">
                  <c:v>46157</c:v>
                </c:pt>
                <c:pt idx="92">
                  <c:v>46160</c:v>
                </c:pt>
                <c:pt idx="93">
                  <c:v>46161</c:v>
                </c:pt>
                <c:pt idx="94">
                  <c:v>46162</c:v>
                </c:pt>
                <c:pt idx="95">
                  <c:v>46163</c:v>
                </c:pt>
                <c:pt idx="96">
                  <c:v>46164</c:v>
                </c:pt>
                <c:pt idx="97">
                  <c:v>46167</c:v>
                </c:pt>
                <c:pt idx="98">
                  <c:v>46168</c:v>
                </c:pt>
                <c:pt idx="99">
                  <c:v>46169</c:v>
                </c:pt>
                <c:pt idx="100">
                  <c:v>46170</c:v>
                </c:pt>
                <c:pt idx="101">
                  <c:v>46171</c:v>
                </c:pt>
                <c:pt idx="102">
                  <c:v>46174</c:v>
                </c:pt>
                <c:pt idx="103">
                  <c:v>46175</c:v>
                </c:pt>
                <c:pt idx="104">
                  <c:v>46176</c:v>
                </c:pt>
                <c:pt idx="105">
                  <c:v>46178</c:v>
                </c:pt>
                <c:pt idx="106">
                  <c:v>46181</c:v>
                </c:pt>
                <c:pt idx="107">
                  <c:v>46182</c:v>
                </c:pt>
                <c:pt idx="108">
                  <c:v>46183</c:v>
                </c:pt>
                <c:pt idx="109">
                  <c:v>46184</c:v>
                </c:pt>
                <c:pt idx="110">
                  <c:v>46185</c:v>
                </c:pt>
                <c:pt idx="111">
                  <c:v>46188</c:v>
                </c:pt>
                <c:pt idx="112">
                  <c:v>46189</c:v>
                </c:pt>
                <c:pt idx="113">
                  <c:v>46190</c:v>
                </c:pt>
                <c:pt idx="114">
                  <c:v>46191</c:v>
                </c:pt>
                <c:pt idx="115">
                  <c:v>46192</c:v>
                </c:pt>
                <c:pt idx="116">
                  <c:v>46195</c:v>
                </c:pt>
                <c:pt idx="117">
                  <c:v>46196</c:v>
                </c:pt>
                <c:pt idx="118">
                  <c:v>46197</c:v>
                </c:pt>
                <c:pt idx="119">
                  <c:v>46198</c:v>
                </c:pt>
                <c:pt idx="120">
                  <c:v>46199</c:v>
                </c:pt>
                <c:pt idx="121">
                  <c:v>46202</c:v>
                </c:pt>
                <c:pt idx="122">
                  <c:v>46203</c:v>
                </c:pt>
                <c:pt idx="123">
                  <c:v>46204</c:v>
                </c:pt>
                <c:pt idx="124">
                  <c:v>46205</c:v>
                </c:pt>
                <c:pt idx="125">
                  <c:v>46206</c:v>
                </c:pt>
                <c:pt idx="126">
                  <c:v>46209</c:v>
                </c:pt>
                <c:pt idx="127">
                  <c:v>46210</c:v>
                </c:pt>
                <c:pt idx="128">
                  <c:v>46211</c:v>
                </c:pt>
                <c:pt idx="129">
                  <c:v>46212</c:v>
                </c:pt>
                <c:pt idx="130">
                  <c:v>46213</c:v>
                </c:pt>
                <c:pt idx="131">
                  <c:v>46216</c:v>
                </c:pt>
                <c:pt idx="132">
                  <c:v>46217</c:v>
                </c:pt>
                <c:pt idx="133">
                  <c:v>46218</c:v>
                </c:pt>
                <c:pt idx="134">
                  <c:v>46219</c:v>
                </c:pt>
                <c:pt idx="135">
                  <c:v>46220</c:v>
                </c:pt>
                <c:pt idx="136">
                  <c:v>46223</c:v>
                </c:pt>
                <c:pt idx="137">
                  <c:v>46224</c:v>
                </c:pt>
                <c:pt idx="138">
                  <c:v>46225</c:v>
                </c:pt>
                <c:pt idx="139">
                  <c:v>46226</c:v>
                </c:pt>
                <c:pt idx="140">
                  <c:v>46227</c:v>
                </c:pt>
                <c:pt idx="141">
                  <c:v>46230</c:v>
                </c:pt>
                <c:pt idx="142">
                  <c:v>46231</c:v>
                </c:pt>
                <c:pt idx="143">
                  <c:v>46232</c:v>
                </c:pt>
                <c:pt idx="144">
                  <c:v>46233</c:v>
                </c:pt>
                <c:pt idx="145">
                  <c:v>46234</c:v>
                </c:pt>
                <c:pt idx="146">
                  <c:v>46237</c:v>
                </c:pt>
                <c:pt idx="147">
                  <c:v>46238</c:v>
                </c:pt>
                <c:pt idx="148">
                  <c:v>46239</c:v>
                </c:pt>
                <c:pt idx="149">
                  <c:v>46240</c:v>
                </c:pt>
                <c:pt idx="150">
                  <c:v>46241</c:v>
                </c:pt>
                <c:pt idx="151">
                  <c:v>46244</c:v>
                </c:pt>
                <c:pt idx="152">
                  <c:v>46245</c:v>
                </c:pt>
                <c:pt idx="153">
                  <c:v>46246</c:v>
                </c:pt>
                <c:pt idx="154">
                  <c:v>46247</c:v>
                </c:pt>
                <c:pt idx="155">
                  <c:v>46248</c:v>
                </c:pt>
                <c:pt idx="156">
                  <c:v>46251</c:v>
                </c:pt>
                <c:pt idx="157">
                  <c:v>46252</c:v>
                </c:pt>
                <c:pt idx="158">
                  <c:v>46253</c:v>
                </c:pt>
                <c:pt idx="159">
                  <c:v>46254</c:v>
                </c:pt>
                <c:pt idx="160">
                  <c:v>46255</c:v>
                </c:pt>
                <c:pt idx="161">
                  <c:v>46258</c:v>
                </c:pt>
                <c:pt idx="162">
                  <c:v>46259</c:v>
                </c:pt>
                <c:pt idx="163">
                  <c:v>46260</c:v>
                </c:pt>
                <c:pt idx="164">
                  <c:v>46261</c:v>
                </c:pt>
                <c:pt idx="165">
                  <c:v>46262</c:v>
                </c:pt>
                <c:pt idx="166">
                  <c:v>46265</c:v>
                </c:pt>
                <c:pt idx="167">
                  <c:v>46266</c:v>
                </c:pt>
                <c:pt idx="168">
                  <c:v>46267</c:v>
                </c:pt>
                <c:pt idx="169">
                  <c:v>46268</c:v>
                </c:pt>
                <c:pt idx="170">
                  <c:v>46269</c:v>
                </c:pt>
                <c:pt idx="171">
                  <c:v>46273</c:v>
                </c:pt>
                <c:pt idx="172">
                  <c:v>46274</c:v>
                </c:pt>
                <c:pt idx="173">
                  <c:v>46275</c:v>
                </c:pt>
                <c:pt idx="174">
                  <c:v>46276</c:v>
                </c:pt>
                <c:pt idx="175">
                  <c:v>46279</c:v>
                </c:pt>
                <c:pt idx="176">
                  <c:v>46280</c:v>
                </c:pt>
                <c:pt idx="177">
                  <c:v>46281</c:v>
                </c:pt>
                <c:pt idx="178">
                  <c:v>46282</c:v>
                </c:pt>
                <c:pt idx="179">
                  <c:v>46283</c:v>
                </c:pt>
                <c:pt idx="180">
                  <c:v>46286</c:v>
                </c:pt>
                <c:pt idx="181">
                  <c:v>46287</c:v>
                </c:pt>
                <c:pt idx="182">
                  <c:v>46288</c:v>
                </c:pt>
                <c:pt idx="183">
                  <c:v>46289</c:v>
                </c:pt>
                <c:pt idx="184">
                  <c:v>46290</c:v>
                </c:pt>
                <c:pt idx="185">
                  <c:v>46293</c:v>
                </c:pt>
                <c:pt idx="186">
                  <c:v>46294</c:v>
                </c:pt>
                <c:pt idx="187">
                  <c:v>46295</c:v>
                </c:pt>
                <c:pt idx="188">
                  <c:v>46296</c:v>
                </c:pt>
                <c:pt idx="189">
                  <c:v>46297</c:v>
                </c:pt>
                <c:pt idx="190">
                  <c:v>46300</c:v>
                </c:pt>
                <c:pt idx="191">
                  <c:v>46301</c:v>
                </c:pt>
                <c:pt idx="192">
                  <c:v>46302</c:v>
                </c:pt>
                <c:pt idx="193">
                  <c:v>46303</c:v>
                </c:pt>
                <c:pt idx="194">
                  <c:v>46304</c:v>
                </c:pt>
                <c:pt idx="195">
                  <c:v>46308</c:v>
                </c:pt>
                <c:pt idx="196">
                  <c:v>46309</c:v>
                </c:pt>
                <c:pt idx="197">
                  <c:v>46310</c:v>
                </c:pt>
                <c:pt idx="198">
                  <c:v>46311</c:v>
                </c:pt>
                <c:pt idx="199">
                  <c:v>46314</c:v>
                </c:pt>
                <c:pt idx="200">
                  <c:v>46315</c:v>
                </c:pt>
                <c:pt idx="201">
                  <c:v>46316</c:v>
                </c:pt>
                <c:pt idx="202">
                  <c:v>46317</c:v>
                </c:pt>
                <c:pt idx="203">
                  <c:v>46318</c:v>
                </c:pt>
                <c:pt idx="204">
                  <c:v>46321</c:v>
                </c:pt>
                <c:pt idx="205">
                  <c:v>46322</c:v>
                </c:pt>
                <c:pt idx="206">
                  <c:v>46323</c:v>
                </c:pt>
              </c:numCache>
            </c:numRef>
          </c:cat>
          <c:val>
            <c:numRef>
              <c:f>Sheet1!$F$2:$F$208</c:f>
              <c:numCache>
                <c:formatCode>m/d/yyyy</c:formatCode>
                <c:ptCount val="207"/>
                <c:pt idx="1">
                  <c:v>1.078E-2</c:v>
                </c:pt>
                <c:pt idx="2">
                  <c:v>-2.5319999999999999E-2</c:v>
                </c:pt>
                <c:pt idx="3">
                  <c:v>-5.602E-2</c:v>
                </c:pt>
                <c:pt idx="4">
                  <c:v>-0.20044000000000001</c:v>
                </c:pt>
                <c:pt idx="5">
                  <c:v>-0.55108000000000001</c:v>
                </c:pt>
                <c:pt idx="6">
                  <c:v>-0.53454999999999997</c:v>
                </c:pt>
                <c:pt idx="7">
                  <c:v>-0.37095</c:v>
                </c:pt>
                <c:pt idx="8">
                  <c:v>-0.10256999999999999</c:v>
                </c:pt>
                <c:pt idx="9">
                  <c:v>-9.5189999999999997E-2</c:v>
                </c:pt>
                <c:pt idx="10">
                  <c:v>-4.0070000000000001E-2</c:v>
                </c:pt>
                <c:pt idx="11">
                  <c:v>-3.8289999999999998E-2</c:v>
                </c:pt>
                <c:pt idx="12">
                  <c:v>-0.22750000000000001</c:v>
                </c:pt>
                <c:pt idx="13">
                  <c:v>-0.23202</c:v>
                </c:pt>
                <c:pt idx="14">
                  <c:v>-0.27474999999999999</c:v>
                </c:pt>
                <c:pt idx="15">
                  <c:v>-0.38818999999999998</c:v>
                </c:pt>
                <c:pt idx="16">
                  <c:v>-0.48082999999999998</c:v>
                </c:pt>
                <c:pt idx="17">
                  <c:v>-0.58394999999999997</c:v>
                </c:pt>
                <c:pt idx="18">
                  <c:v>-0.61178999999999994</c:v>
                </c:pt>
                <c:pt idx="19">
                  <c:v>-0.52673000000000003</c:v>
                </c:pt>
                <c:pt idx="20">
                  <c:v>-0.53583999999999998</c:v>
                </c:pt>
                <c:pt idx="21">
                  <c:v>-0.51761000000000001</c:v>
                </c:pt>
                <c:pt idx="22">
                  <c:v>-0.51432999999999995</c:v>
                </c:pt>
                <c:pt idx="23">
                  <c:v>-0.64839999999999998</c:v>
                </c:pt>
                <c:pt idx="24">
                  <c:v>-0.67637999999999998</c:v>
                </c:pt>
                <c:pt idx="25">
                  <c:v>-0.70208000000000004</c:v>
                </c:pt>
                <c:pt idx="26">
                  <c:v>-0.71369000000000005</c:v>
                </c:pt>
                <c:pt idx="27">
                  <c:v>-0.76946999999999999</c:v>
                </c:pt>
                <c:pt idx="28">
                  <c:v>-0.80959000000000003</c:v>
                </c:pt>
                <c:pt idx="29">
                  <c:v>-0.91347</c:v>
                </c:pt>
                <c:pt idx="30">
                  <c:v>-0.84</c:v>
                </c:pt>
                <c:pt idx="31">
                  <c:v>-0.80023999999999995</c:v>
                </c:pt>
                <c:pt idx="32">
                  <c:v>-0.82457999999999998</c:v>
                </c:pt>
                <c:pt idx="33">
                  <c:v>-0.89283000000000001</c:v>
                </c:pt>
                <c:pt idx="34">
                  <c:v>-1.3297000000000001</c:v>
                </c:pt>
                <c:pt idx="35">
                  <c:v>-1.3578300000000001</c:v>
                </c:pt>
                <c:pt idx="36">
                  <c:v>-1.8177099999999999</c:v>
                </c:pt>
                <c:pt idx="37">
                  <c:v>-1.8953599999999999</c:v>
                </c:pt>
                <c:pt idx="38">
                  <c:v>-1.7760400000000001</c:v>
                </c:pt>
                <c:pt idx="39">
                  <c:v>-2.0395300000000001</c:v>
                </c:pt>
                <c:pt idx="40">
                  <c:v>-2.19922</c:v>
                </c:pt>
                <c:pt idx="41">
                  <c:v>-2.1461100000000002</c:v>
                </c:pt>
                <c:pt idx="42">
                  <c:v>-2.16961</c:v>
                </c:pt>
                <c:pt idx="43">
                  <c:v>-2.1248399999999998</c:v>
                </c:pt>
                <c:pt idx="44">
                  <c:v>-1.0753999999999999</c:v>
                </c:pt>
                <c:pt idx="45">
                  <c:v>-1.0674600000000001</c:v>
                </c:pt>
                <c:pt idx="46">
                  <c:v>-1.0850599999999999</c:v>
                </c:pt>
                <c:pt idx="47">
                  <c:v>-1.0568</c:v>
                </c:pt>
                <c:pt idx="48">
                  <c:v>-0.91627999999999998</c:v>
                </c:pt>
                <c:pt idx="49">
                  <c:v>-0.77054</c:v>
                </c:pt>
                <c:pt idx="50">
                  <c:v>-0.72960000000000003</c:v>
                </c:pt>
                <c:pt idx="51">
                  <c:v>-0.63212000000000002</c:v>
                </c:pt>
                <c:pt idx="52">
                  <c:v>-0.44840000000000002</c:v>
                </c:pt>
                <c:pt idx="53">
                  <c:v>-7.8799999999999999E-3</c:v>
                </c:pt>
                <c:pt idx="54">
                  <c:v>0.23723</c:v>
                </c:pt>
                <c:pt idx="55">
                  <c:v>0.36875000000000002</c:v>
                </c:pt>
                <c:pt idx="56">
                  <c:v>0.41153000000000001</c:v>
                </c:pt>
                <c:pt idx="57">
                  <c:v>0.53210999999999997</c:v>
                </c:pt>
                <c:pt idx="58">
                  <c:v>0.65761999999999998</c:v>
                </c:pt>
                <c:pt idx="59">
                  <c:v>0.69882</c:v>
                </c:pt>
                <c:pt idx="60">
                  <c:v>0.75236999999999998</c:v>
                </c:pt>
                <c:pt idx="61">
                  <c:v>0.74531000000000003</c:v>
                </c:pt>
                <c:pt idx="62">
                  <c:v>0.79317000000000004</c:v>
                </c:pt>
                <c:pt idx="63">
                  <c:v>0.85197000000000001</c:v>
                </c:pt>
                <c:pt idx="64">
                  <c:v>0.90727000000000002</c:v>
                </c:pt>
                <c:pt idx="65">
                  <c:v>1.14116</c:v>
                </c:pt>
                <c:pt idx="66">
                  <c:v>1.02718</c:v>
                </c:pt>
                <c:pt idx="67">
                  <c:v>0.95503000000000005</c:v>
                </c:pt>
                <c:pt idx="68">
                  <c:v>0.90405999999999997</c:v>
                </c:pt>
                <c:pt idx="69">
                  <c:v>0.95193000000000005</c:v>
                </c:pt>
                <c:pt idx="70">
                  <c:v>1.1624000000000001</c:v>
                </c:pt>
                <c:pt idx="71">
                  <c:v>1.2219899999999999</c:v>
                </c:pt>
                <c:pt idx="72">
                  <c:v>1.20516</c:v>
                </c:pt>
                <c:pt idx="73">
                  <c:v>1.4675400000000001</c:v>
                </c:pt>
                <c:pt idx="74">
                  <c:v>1.45469</c:v>
                </c:pt>
                <c:pt idx="75">
                  <c:v>1.52295</c:v>
                </c:pt>
                <c:pt idx="76">
                  <c:v>1.5282899999999999</c:v>
                </c:pt>
                <c:pt idx="77">
                  <c:v>1.75851</c:v>
                </c:pt>
                <c:pt idx="78">
                  <c:v>1.58202</c:v>
                </c:pt>
                <c:pt idx="79">
                  <c:v>1.58483</c:v>
                </c:pt>
                <c:pt idx="80">
                  <c:v>1.9493100000000001</c:v>
                </c:pt>
                <c:pt idx="81">
                  <c:v>1.99057</c:v>
                </c:pt>
                <c:pt idx="82">
                  <c:v>2.0044400000000002</c:v>
                </c:pt>
                <c:pt idx="83">
                  <c:v>1.87534</c:v>
                </c:pt>
                <c:pt idx="84">
                  <c:v>1.8946400000000001</c:v>
                </c:pt>
                <c:pt idx="85">
                  <c:v>2.0137399999999999</c:v>
                </c:pt>
                <c:pt idx="86">
                  <c:v>1.88903</c:v>
                </c:pt>
                <c:pt idx="87">
                  <c:v>2.1899500000000001</c:v>
                </c:pt>
                <c:pt idx="88">
                  <c:v>1.7118500000000001</c:v>
                </c:pt>
                <c:pt idx="89">
                  <c:v>1.6499699999999999</c:v>
                </c:pt>
                <c:pt idx="90">
                  <c:v>1.3503000000000001</c:v>
                </c:pt>
                <c:pt idx="91">
                  <c:v>0.89317000000000002</c:v>
                </c:pt>
                <c:pt idx="92">
                  <c:v>0.40908</c:v>
                </c:pt>
                <c:pt idx="93">
                  <c:v>0.23672000000000001</c:v>
                </c:pt>
                <c:pt idx="94">
                  <c:v>-6.6189999999999999E-2</c:v>
                </c:pt>
                <c:pt idx="95">
                  <c:v>-0.44235999999999998</c:v>
                </c:pt>
                <c:pt idx="96">
                  <c:v>-0.57630999999999999</c:v>
                </c:pt>
                <c:pt idx="97">
                  <c:v>-0.47455000000000003</c:v>
                </c:pt>
                <c:pt idx="98">
                  <c:v>-0.69118000000000002</c:v>
                </c:pt>
                <c:pt idx="99">
                  <c:v>-0.64954999999999996</c:v>
                </c:pt>
                <c:pt idx="100">
                  <c:v>-0.74095</c:v>
                </c:pt>
                <c:pt idx="101">
                  <c:v>-0.72028000000000003</c:v>
                </c:pt>
                <c:pt idx="102">
                  <c:v>-0.88739000000000001</c:v>
                </c:pt>
                <c:pt idx="103">
                  <c:v>-1.16062</c:v>
                </c:pt>
                <c:pt idx="104">
                  <c:v>-1.18075</c:v>
                </c:pt>
                <c:pt idx="105">
                  <c:v>-1.0047299999999999</c:v>
                </c:pt>
                <c:pt idx="106">
                  <c:v>-1.1325400000000001</c:v>
                </c:pt>
                <c:pt idx="107">
                  <c:v>-1.24112</c:v>
                </c:pt>
                <c:pt idx="108">
                  <c:v>-1.63629</c:v>
                </c:pt>
                <c:pt idx="109">
                  <c:v>-1.7334799999999999</c:v>
                </c:pt>
                <c:pt idx="110">
                  <c:v>-1.71696</c:v>
                </c:pt>
                <c:pt idx="111">
                  <c:v>-1.5777600000000001</c:v>
                </c:pt>
                <c:pt idx="112">
                  <c:v>-1.2776799999999999</c:v>
                </c:pt>
                <c:pt idx="113">
                  <c:v>-1.1129199999999999</c:v>
                </c:pt>
                <c:pt idx="114">
                  <c:v>-0.86150000000000004</c:v>
                </c:pt>
                <c:pt idx="115">
                  <c:v>-0.68435000000000001</c:v>
                </c:pt>
                <c:pt idx="116">
                  <c:v>-0.59548999999999996</c:v>
                </c:pt>
                <c:pt idx="117">
                  <c:v>-0.48054999999999998</c:v>
                </c:pt>
                <c:pt idx="118">
                  <c:v>-0.37018000000000001</c:v>
                </c:pt>
                <c:pt idx="119">
                  <c:v>-0.34772999999999998</c:v>
                </c:pt>
                <c:pt idx="120">
                  <c:v>-0.35181000000000001</c:v>
                </c:pt>
                <c:pt idx="121">
                  <c:v>-0.31261</c:v>
                </c:pt>
                <c:pt idx="122">
                  <c:v>-0.24703</c:v>
                </c:pt>
                <c:pt idx="123">
                  <c:v>-0.16289000000000001</c:v>
                </c:pt>
                <c:pt idx="124">
                  <c:v>-8.5569999999999993E-2</c:v>
                </c:pt>
                <c:pt idx="125">
                  <c:v>-9.5670000000000005E-2</c:v>
                </c:pt>
                <c:pt idx="126">
                  <c:v>6.5500000000000003E-3</c:v>
                </c:pt>
                <c:pt idx="127">
                  <c:v>9.1090000000000004E-2</c:v>
                </c:pt>
                <c:pt idx="128">
                  <c:v>0.23887</c:v>
                </c:pt>
                <c:pt idx="129">
                  <c:v>0.27503</c:v>
                </c:pt>
                <c:pt idx="130">
                  <c:v>0.26411000000000001</c:v>
                </c:pt>
                <c:pt idx="131">
                  <c:v>0.24099999999999999</c:v>
                </c:pt>
                <c:pt idx="132">
                  <c:v>0.39799000000000001</c:v>
                </c:pt>
                <c:pt idx="133">
                  <c:v>0.45972000000000002</c:v>
                </c:pt>
                <c:pt idx="134">
                  <c:v>0.51546999999999998</c:v>
                </c:pt>
                <c:pt idx="135">
                  <c:v>0.29056999999999999</c:v>
                </c:pt>
                <c:pt idx="136">
                  <c:v>0.22025</c:v>
                </c:pt>
                <c:pt idx="137">
                  <c:v>4.0050000000000002E-2</c:v>
                </c:pt>
                <c:pt idx="138">
                  <c:v>-0.18797</c:v>
                </c:pt>
                <c:pt idx="139">
                  <c:v>-0.28902</c:v>
                </c:pt>
                <c:pt idx="140">
                  <c:v>-0.29653000000000002</c:v>
                </c:pt>
                <c:pt idx="141">
                  <c:v>-0.42537000000000003</c:v>
                </c:pt>
                <c:pt idx="142">
                  <c:v>-0.55798000000000003</c:v>
                </c:pt>
                <c:pt idx="143">
                  <c:v>-0.68759999999999999</c:v>
                </c:pt>
                <c:pt idx="144">
                  <c:v>-0.94110000000000005</c:v>
                </c:pt>
                <c:pt idx="145">
                  <c:v>-1.00769</c:v>
                </c:pt>
                <c:pt idx="146">
                  <c:v>-0.94445999999999997</c:v>
                </c:pt>
                <c:pt idx="147">
                  <c:v>-0.92608999999999997</c:v>
                </c:pt>
                <c:pt idx="148">
                  <c:v>1.7322200000000001</c:v>
                </c:pt>
                <c:pt idx="149">
                  <c:v>1.8499699999999999</c:v>
                </c:pt>
                <c:pt idx="150">
                  <c:v>2.03288</c:v>
                </c:pt>
                <c:pt idx="151">
                  <c:v>1.92387</c:v>
                </c:pt>
                <c:pt idx="152">
                  <c:v>2.0741299999999998</c:v>
                </c:pt>
                <c:pt idx="153">
                  <c:v>2.06392</c:v>
                </c:pt>
                <c:pt idx="154">
                  <c:v>2.1091799999999998</c:v>
                </c:pt>
                <c:pt idx="155">
                  <c:v>2.2982200000000002</c:v>
                </c:pt>
                <c:pt idx="156">
                  <c:v>2.38666</c:v>
                </c:pt>
                <c:pt idx="157">
                  <c:v>2.4582000000000002</c:v>
                </c:pt>
                <c:pt idx="158">
                  <c:v>2.44889</c:v>
                </c:pt>
                <c:pt idx="159">
                  <c:v>2.64079</c:v>
                </c:pt>
                <c:pt idx="160">
                  <c:v>2.7674400000000001</c:v>
                </c:pt>
                <c:pt idx="161">
                  <c:v>2.7985199999999999</c:v>
                </c:pt>
                <c:pt idx="162">
                  <c:v>2.87446</c:v>
                </c:pt>
                <c:pt idx="163">
                  <c:v>2.9057300000000001</c:v>
                </c:pt>
                <c:pt idx="164">
                  <c:v>2.93649</c:v>
                </c:pt>
                <c:pt idx="165">
                  <c:v>2.9645700000000001</c:v>
                </c:pt>
                <c:pt idx="166">
                  <c:v>2.9111199999999999</c:v>
                </c:pt>
                <c:pt idx="167">
                  <c:v>2.8204400000000001</c:v>
                </c:pt>
                <c:pt idx="168">
                  <c:v>2.6893400000000001</c:v>
                </c:pt>
                <c:pt idx="169">
                  <c:v>2.5674199999999998</c:v>
                </c:pt>
                <c:pt idx="170">
                  <c:v>2.5825200000000001</c:v>
                </c:pt>
                <c:pt idx="171">
                  <c:v>2.4472299999999998</c:v>
                </c:pt>
                <c:pt idx="172">
                  <c:v>2.4994399999999999</c:v>
                </c:pt>
                <c:pt idx="173">
                  <c:v>2.4632299999999998</c:v>
                </c:pt>
                <c:pt idx="174">
                  <c:v>2.4750800000000002</c:v>
                </c:pt>
                <c:pt idx="175">
                  <c:v>2.5028800000000002</c:v>
                </c:pt>
                <c:pt idx="176">
                  <c:v>2.5007100000000002</c:v>
                </c:pt>
                <c:pt idx="177">
                  <c:v>2.52989</c:v>
                </c:pt>
                <c:pt idx="178">
                  <c:v>2.56576</c:v>
                </c:pt>
                <c:pt idx="179">
                  <c:v>2.5880899999999998</c:v>
                </c:pt>
                <c:pt idx="180">
                  <c:v>2.5885500000000001</c:v>
                </c:pt>
                <c:pt idx="181">
                  <c:v>2.6252399999999998</c:v>
                </c:pt>
                <c:pt idx="182">
                  <c:v>2.73048</c:v>
                </c:pt>
                <c:pt idx="183">
                  <c:v>2.7816200000000002</c:v>
                </c:pt>
                <c:pt idx="184">
                  <c:v>2.8121200000000002</c:v>
                </c:pt>
                <c:pt idx="185">
                  <c:v>2.7702399999999998</c:v>
                </c:pt>
                <c:pt idx="186">
                  <c:v>2.8115299999999999</c:v>
                </c:pt>
                <c:pt idx="187">
                  <c:v>2.8406400000000001</c:v>
                </c:pt>
                <c:pt idx="188">
                  <c:v>3.2265000000000001</c:v>
                </c:pt>
                <c:pt idx="189">
                  <c:v>2.1341600000000001</c:v>
                </c:pt>
                <c:pt idx="190">
                  <c:v>0.53419000000000005</c:v>
                </c:pt>
                <c:pt idx="191">
                  <c:v>0.22594</c:v>
                </c:pt>
                <c:pt idx="192">
                  <c:v>-0.1545</c:v>
                </c:pt>
                <c:pt idx="193">
                  <c:v>-0.36870000000000003</c:v>
                </c:pt>
                <c:pt idx="194">
                  <c:v>-0.56484000000000001</c:v>
                </c:pt>
                <c:pt idx="195">
                  <c:v>-0.67832000000000003</c:v>
                </c:pt>
                <c:pt idx="196">
                  <c:v>-0.74129</c:v>
                </c:pt>
                <c:pt idx="197">
                  <c:v>-0.82350000000000001</c:v>
                </c:pt>
                <c:pt idx="198">
                  <c:v>-1.0361499999999999</c:v>
                </c:pt>
                <c:pt idx="199">
                  <c:v>-1.06717</c:v>
                </c:pt>
                <c:pt idx="200">
                  <c:v>-1.2308300000000001</c:v>
                </c:pt>
                <c:pt idx="201">
                  <c:v>-1.1746799999999999</c:v>
                </c:pt>
                <c:pt idx="202">
                  <c:v>-1.09552</c:v>
                </c:pt>
                <c:pt idx="203">
                  <c:v>-0.97919999999999996</c:v>
                </c:pt>
                <c:pt idx="204">
                  <c:v>-0.54179999999999995</c:v>
                </c:pt>
                <c:pt idx="205">
                  <c:v>-0.34370000000000001</c:v>
                </c:pt>
                <c:pt idx="206">
                  <c:v>-0.3453</c:v>
                </c:pt>
              </c:numCache>
            </c:numRef>
          </c:val>
          <c:smooth val="0"/>
          <c:extLst>
            <c:ext xmlns:c16="http://schemas.microsoft.com/office/drawing/2014/chart" uri="{C3380CC4-5D6E-409C-BE32-E72D297353CC}">
              <c16:uniqueId val="{00000004-DEE9-4FFF-8C6D-644BDBE9F2FD}"/>
            </c:ext>
          </c:extLst>
        </c:ser>
        <c:dLbls>
          <c:showLegendKey val="0"/>
          <c:showVal val="0"/>
          <c:showCatName val="0"/>
          <c:showSerName val="0"/>
          <c:showPercent val="0"/>
          <c:showBubbleSize val="0"/>
        </c:dLbls>
        <c:smooth val="0"/>
        <c:axId val="1726777792"/>
        <c:axId val="1726778272"/>
      </c:lineChart>
      <c:dateAx>
        <c:axId val="1726777792"/>
        <c:scaling>
          <c:orientation val="minMax"/>
        </c:scaling>
        <c:delete val="0"/>
        <c:axPos val="b"/>
        <c:numFmt formatCode="[$-409]mmm\-yy;@" sourceLinked="0"/>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726778272"/>
        <c:crosses val="autoZero"/>
        <c:auto val="1"/>
        <c:lblOffset val="100"/>
        <c:baseTimeUnit val="days"/>
        <c:majorUnit val="1"/>
        <c:majorTimeUnit val="months"/>
      </c:dateAx>
      <c:valAx>
        <c:axId val="1726778272"/>
        <c:scaling>
          <c:orientation val="minMax"/>
        </c:scaling>
        <c:delete val="0"/>
        <c:axPos val="l"/>
        <c:majorGridlines>
          <c:spPr>
            <a:ln w="6350" cap="flat" cmpd="sng" algn="ctr">
              <a:solidFill>
                <a:schemeClr val="tx1">
                  <a:lumMod val="15000"/>
                  <a:lumOff val="85000"/>
                </a:schemeClr>
              </a:solidFill>
              <a:prstDash val="dash"/>
              <a:round/>
            </a:ln>
            <a:effectLst/>
          </c:spPr>
        </c:maj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72677779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718802284393539E-2"/>
          <c:y val="0.11074622671804753"/>
          <c:w val="0.9467804618573703"/>
          <c:h val="0.66529110550322812"/>
        </c:manualLayout>
      </c:layout>
      <c:barChart>
        <c:barDir val="col"/>
        <c:grouping val="stacked"/>
        <c:varyColors val="0"/>
        <c:ser>
          <c:idx val="1"/>
          <c:order val="0"/>
          <c:tx>
            <c:strRef>
              <c:f>Sheet1!$B$1</c:f>
              <c:strCache>
                <c:ptCount val="1"/>
                <c:pt idx="0">
                  <c:v>Fixed income funds</c:v>
                </c:pt>
              </c:strCache>
            </c:strRef>
          </c:tx>
          <c:spPr>
            <a:solidFill>
              <a:srgbClr val="7E7E7E"/>
            </a:solidFill>
            <a:ln>
              <a:noFill/>
            </a:ln>
            <a:effectLst/>
          </c:spPr>
          <c:invertIfNegative val="0"/>
          <c:dLbls>
            <c:dLbl>
              <c:idx val="0"/>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4.3</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C6A-4666-A7CF-E49C8559CE31}"/>
                </c:ext>
              </c:extLst>
            </c:dLbl>
            <c:dLbl>
              <c:idx val="1"/>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4.4</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C6A-4666-A7CF-E49C8559CE31}"/>
                </c:ext>
              </c:extLst>
            </c:dLbl>
            <c:dLbl>
              <c:idx val="2"/>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4.3</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C6A-4666-A7CF-E49C8559CE31}"/>
                </c:ext>
              </c:extLst>
            </c:dLbl>
            <c:dLbl>
              <c:idx val="3"/>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4.5</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C6A-4666-A7CF-E49C8559CE31}"/>
                </c:ext>
              </c:extLst>
            </c:dLbl>
            <c:dLbl>
              <c:idx val="4"/>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7C6A-4666-A7CF-E49C8559CE31}"/>
                </c:ext>
              </c:extLst>
            </c:dLbl>
            <c:dLbl>
              <c:idx val="5"/>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C6A-4666-A7CF-E49C8559CE31}"/>
                </c:ext>
              </c:extLst>
            </c:dLbl>
            <c:dLbl>
              <c:idx val="6"/>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C6A-4666-A7CF-E49C8559CE31}"/>
                </c:ext>
              </c:extLst>
            </c:dLbl>
            <c:dLbl>
              <c:idx val="7"/>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C6A-4666-A7CF-E49C8559CE31}"/>
                </c:ext>
              </c:extLst>
            </c:dLbl>
            <c:dLbl>
              <c:idx val="8"/>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4.8</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C6A-4666-A7CF-E49C8559CE31}"/>
                </c:ext>
              </c:extLst>
            </c:dLbl>
            <c:dLbl>
              <c:idx val="9"/>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4.8</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7C6A-4666-A7CF-E49C8559CE31}"/>
                </c:ext>
              </c:extLst>
            </c:dLbl>
            <c:dLbl>
              <c:idx val="10"/>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4.9</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C6A-4666-A7CF-E49C8559CE31}"/>
                </c:ext>
              </c:extLst>
            </c:dLbl>
            <c:dLbl>
              <c:idx val="11"/>
              <c:tx>
                <c:rich>
                  <a:bodyPr/>
                  <a:lstStyle/>
                  <a:p>
                    <a:r>
                      <a:rPr lang="en-US"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rPr>
                      <a:t>4.9</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C6A-4666-A7CF-E49C8559CE31}"/>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yyyy\-mm\-dd</c:formatCode>
                <c:ptCount val="12"/>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numCache>
            </c:numRef>
          </c:cat>
          <c:val>
            <c:numRef>
              <c:f>Sheet1!$B$2:$B$13</c:f>
              <c:numCache>
                <c:formatCode>m/d/yyyy</c:formatCode>
                <c:ptCount val="12"/>
                <c:pt idx="0">
                  <c:v>4.3186331277493535</c:v>
                </c:pt>
                <c:pt idx="1">
                  <c:v>4.3582489002323737</c:v>
                </c:pt>
                <c:pt idx="2">
                  <c:v>4.3371593847576797</c:v>
                </c:pt>
                <c:pt idx="3">
                  <c:v>4.4520799758177647</c:v>
                </c:pt>
                <c:pt idx="4">
                  <c:v>4.5558952205115357</c:v>
                </c:pt>
                <c:pt idx="5">
                  <c:v>4.6184730371068081</c:v>
                </c:pt>
                <c:pt idx="6">
                  <c:v>4.6468786452543425</c:v>
                </c:pt>
                <c:pt idx="7">
                  <c:v>4.6903829016783147</c:v>
                </c:pt>
                <c:pt idx="8">
                  <c:v>4.752337096962493</c:v>
                </c:pt>
                <c:pt idx="9">
                  <c:v>4.7910312980256009</c:v>
                </c:pt>
                <c:pt idx="10">
                  <c:v>4.8883163162055725</c:v>
                </c:pt>
                <c:pt idx="11">
                  <c:v>4.9131198330451644</c:v>
                </c:pt>
              </c:numCache>
            </c:numRef>
          </c:val>
          <c:extLst>
            <c:ext xmlns:c16="http://schemas.microsoft.com/office/drawing/2014/chart" uri="{C3380CC4-5D6E-409C-BE32-E72D297353CC}">
              <c16:uniqueId val="{0000000C-7C6A-4666-A7CF-E49C8559CE31}"/>
            </c:ext>
          </c:extLst>
        </c:ser>
        <c:ser>
          <c:idx val="0"/>
          <c:order val="1"/>
          <c:tx>
            <c:strRef>
              <c:f>Sheet1!$C$1</c:f>
              <c:strCache>
                <c:ptCount val="1"/>
                <c:pt idx="0">
                  <c:v>Equity funds</c:v>
                </c:pt>
              </c:strCache>
            </c:strRef>
          </c:tx>
          <c:spPr>
            <a:solidFill>
              <a:srgbClr val="8EB3DF"/>
            </a:solidFill>
            <a:ln>
              <a:noFill/>
            </a:ln>
            <a:effectLst/>
          </c:spPr>
          <c:invertIfNegative val="0"/>
          <c:dLbls>
            <c:dLbl>
              <c:idx val="0"/>
              <c:tx>
                <c:rich>
                  <a:bodyPr/>
                  <a:lstStyle/>
                  <a:p>
                    <a:r>
                      <a:rPr lang="en-US" sz="900" b="0" i="0" u="none" strike="noStrike" kern="1200" baseline="0">
                        <a:solidFill>
                          <a:schemeClr val="tx1"/>
                        </a:solidFill>
                        <a:latin typeface="+mn-lt"/>
                        <a:ea typeface="+mn-ea"/>
                        <a:cs typeface="+mn-cs"/>
                      </a:rPr>
                      <a:t>0.6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C6A-4666-A7CF-E49C8559CE31}"/>
                </c:ext>
              </c:extLst>
            </c:dLbl>
            <c:dLbl>
              <c:idx val="1"/>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7C6A-4666-A7CF-E49C8559CE31}"/>
                </c:ext>
              </c:extLst>
            </c:dLbl>
            <c:dLbl>
              <c:idx val="2"/>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C6A-4666-A7CF-E49C8559CE31}"/>
                </c:ext>
              </c:extLst>
            </c:dLbl>
            <c:dLbl>
              <c:idx val="3"/>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C6A-4666-A7CF-E49C8559CE31}"/>
                </c:ext>
              </c:extLst>
            </c:dLbl>
            <c:dLbl>
              <c:idx val="4"/>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C6A-4666-A7CF-E49C8559CE31}"/>
                </c:ext>
              </c:extLst>
            </c:dLbl>
            <c:dLbl>
              <c:idx val="5"/>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C6A-4666-A7CF-E49C8559CE31}"/>
                </c:ext>
              </c:extLst>
            </c:dLbl>
            <c:dLbl>
              <c:idx val="6"/>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7C6A-4666-A7CF-E49C8559CE31}"/>
                </c:ext>
              </c:extLst>
            </c:dLbl>
            <c:dLbl>
              <c:idx val="7"/>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4-7C6A-4666-A7CF-E49C8559CE31}"/>
                </c:ext>
              </c:extLst>
            </c:dLbl>
            <c:dLbl>
              <c:idx val="8"/>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7C6A-4666-A7CF-E49C8559CE31}"/>
                </c:ext>
              </c:extLst>
            </c:dLbl>
            <c:dLbl>
              <c:idx val="9"/>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7C6A-4666-A7CF-E49C8559CE31}"/>
                </c:ext>
              </c:extLst>
            </c:dLbl>
            <c:dLbl>
              <c:idx val="10"/>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7-7C6A-4666-A7CF-E49C8559CE31}"/>
                </c:ext>
              </c:extLst>
            </c:dLbl>
            <c:dLbl>
              <c:idx val="11"/>
              <c:tx>
                <c:rich>
                  <a:bodyPr/>
                  <a:lstStyle/>
                  <a:p>
                    <a:r>
                      <a:rPr lang="en-US" sz="900" b="0" i="0" u="none" strike="noStrike" kern="1200" baseline="0">
                        <a:solidFill>
                          <a:schemeClr val="tx1"/>
                        </a:solidFill>
                        <a:latin typeface="+mn-lt"/>
                        <a:ea typeface="+mn-ea"/>
                        <a:cs typeface="+mn-cs"/>
                      </a:rPr>
                      <a:t>0.7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8-7C6A-4666-A7CF-E49C8559CE3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pt-B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yyyy\-mm\-dd</c:formatCode>
                <c:ptCount val="12"/>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numCache>
            </c:numRef>
          </c:cat>
          <c:val>
            <c:numRef>
              <c:f>Sheet1!$C$2:$C$13</c:f>
              <c:numCache>
                <c:formatCode>m/d/yyyy</c:formatCode>
                <c:ptCount val="12"/>
                <c:pt idx="0">
                  <c:v>0.63980781348305849</c:v>
                </c:pt>
                <c:pt idx="1">
                  <c:v>0.66547793451019188</c:v>
                </c:pt>
                <c:pt idx="2">
                  <c:v>0.66785738438951758</c:v>
                </c:pt>
                <c:pt idx="3">
                  <c:v>0.70744468466322874</c:v>
                </c:pt>
                <c:pt idx="4">
                  <c:v>0.71473896119594116</c:v>
                </c:pt>
                <c:pt idx="5">
                  <c:v>0.69440830273752874</c:v>
                </c:pt>
                <c:pt idx="6">
                  <c:v>0.71144273798394464</c:v>
                </c:pt>
                <c:pt idx="7">
                  <c:v>0.68606531199454879</c:v>
                </c:pt>
                <c:pt idx="8">
                  <c:v>0.68253195855244131</c:v>
                </c:pt>
                <c:pt idx="9">
                  <c:v>0.67858486034914756</c:v>
                </c:pt>
                <c:pt idx="10">
                  <c:v>0.68667923216275051</c:v>
                </c:pt>
                <c:pt idx="11">
                  <c:v>0.70705565918469193</c:v>
                </c:pt>
              </c:numCache>
            </c:numRef>
          </c:val>
          <c:extLst>
            <c:ext xmlns:c16="http://schemas.microsoft.com/office/drawing/2014/chart" uri="{C3380CC4-5D6E-409C-BE32-E72D297353CC}">
              <c16:uniqueId val="{00000019-7C6A-4666-A7CF-E49C8559CE31}"/>
            </c:ext>
          </c:extLst>
        </c:ser>
        <c:ser>
          <c:idx val="2"/>
          <c:order val="2"/>
          <c:tx>
            <c:strRef>
              <c:f>Sheet1!$D$1</c:f>
              <c:strCache>
                <c:ptCount val="1"/>
                <c:pt idx="0">
                  <c:v>Hedge funds</c:v>
                </c:pt>
              </c:strCache>
            </c:strRef>
          </c:tx>
          <c:spPr>
            <a:solidFill>
              <a:srgbClr val="1F2F44"/>
            </a:solidFill>
            <a:ln>
              <a:noFill/>
            </a:ln>
            <a:effectLst/>
          </c:spPr>
          <c:invertIfNegative val="0"/>
          <c:dLbls>
            <c:dLbl>
              <c:idx val="0"/>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A-7C6A-4666-A7CF-E49C8559CE31}"/>
                </c:ext>
              </c:extLst>
            </c:dLbl>
            <c:dLbl>
              <c:idx val="1"/>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B-7C6A-4666-A7CF-E49C8559CE31}"/>
                </c:ext>
              </c:extLst>
            </c:dLbl>
            <c:dLbl>
              <c:idx val="2"/>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C-7C6A-4666-A7CF-E49C8559CE31}"/>
                </c:ext>
              </c:extLst>
            </c:dLbl>
            <c:dLbl>
              <c:idx val="3"/>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D-7C6A-4666-A7CF-E49C8559CE31}"/>
                </c:ext>
              </c:extLst>
            </c:dLbl>
            <c:dLbl>
              <c:idx val="4"/>
              <c:tx>
                <c:rich>
                  <a:bodyPr/>
                  <a:lstStyle/>
                  <a:p>
                    <a:r>
                      <a:rPr lang="en-US" sz="900" b="0" i="0" u="none" strike="noStrike" kern="1200" baseline="0">
                        <a:solidFill>
                          <a:schemeClr val="bg1"/>
                        </a:solidFill>
                        <a:latin typeface="+mn-lt"/>
                        <a:ea typeface="+mn-ea"/>
                        <a:cs typeface="+mn-cs"/>
                      </a:rPr>
                      <a:t>1.5</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E-7C6A-4666-A7CF-E49C8559CE31}"/>
                </c:ext>
              </c:extLst>
            </c:dLbl>
            <c:dLbl>
              <c:idx val="5"/>
              <c:tx>
                <c:rich>
                  <a:bodyPr/>
                  <a:lstStyle/>
                  <a:p>
                    <a:r>
                      <a:rPr lang="en-US" sz="900" b="0" i="0" u="none" strike="noStrike" kern="1200" baseline="0">
                        <a:solidFill>
                          <a:schemeClr val="bg1"/>
                        </a:solidFill>
                        <a:latin typeface="+mn-lt"/>
                        <a:ea typeface="+mn-ea"/>
                        <a:cs typeface="+mn-cs"/>
                      </a:rPr>
                      <a:t>1.5</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F-7C6A-4666-A7CF-E49C8559CE31}"/>
                </c:ext>
              </c:extLst>
            </c:dLbl>
            <c:dLbl>
              <c:idx val="6"/>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20-7C6A-4666-A7CF-E49C8559CE31}"/>
                </c:ext>
              </c:extLst>
            </c:dLbl>
            <c:dLbl>
              <c:idx val="7"/>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21-7C6A-4666-A7CF-E49C8559CE31}"/>
                </c:ext>
              </c:extLst>
            </c:dLbl>
            <c:dLbl>
              <c:idx val="8"/>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22-7C6A-4666-A7CF-E49C8559CE31}"/>
                </c:ext>
              </c:extLst>
            </c:dLbl>
            <c:dLbl>
              <c:idx val="9"/>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23-7C6A-4666-A7CF-E49C8559CE31}"/>
                </c:ext>
              </c:extLst>
            </c:dLbl>
            <c:dLbl>
              <c:idx val="10"/>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24-7C6A-4666-A7CF-E49C8559CE31}"/>
                </c:ext>
              </c:extLst>
            </c:dLbl>
            <c:dLbl>
              <c:idx val="11"/>
              <c:tx>
                <c:rich>
                  <a:bodyPr/>
                  <a:lstStyle/>
                  <a:p>
                    <a:r>
                      <a:rPr lang="en-US" sz="900" b="0" i="0" u="none" strike="noStrike" kern="1200" baseline="0">
                        <a:solidFill>
                          <a:schemeClr val="bg1"/>
                        </a:solidFill>
                        <a:latin typeface="+mn-lt"/>
                        <a:ea typeface="+mn-ea"/>
                        <a:cs typeface="+mn-cs"/>
                      </a:rPr>
                      <a:t>1.6</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25-7C6A-4666-A7CF-E49C8559CE3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pt-B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yyyy\-mm\-dd</c:formatCode>
                <c:ptCount val="12"/>
                <c:pt idx="0">
                  <c:v>45931</c:v>
                </c:pt>
                <c:pt idx="1">
                  <c:v>45962</c:v>
                </c:pt>
                <c:pt idx="2">
                  <c:v>45992</c:v>
                </c:pt>
                <c:pt idx="3">
                  <c:v>46023</c:v>
                </c:pt>
                <c:pt idx="4">
                  <c:v>46054</c:v>
                </c:pt>
                <c:pt idx="5">
                  <c:v>46082</c:v>
                </c:pt>
                <c:pt idx="6">
                  <c:v>46113</c:v>
                </c:pt>
                <c:pt idx="7">
                  <c:v>46143</c:v>
                </c:pt>
                <c:pt idx="8">
                  <c:v>46174</c:v>
                </c:pt>
                <c:pt idx="9">
                  <c:v>46204</c:v>
                </c:pt>
                <c:pt idx="10">
                  <c:v>46235</c:v>
                </c:pt>
                <c:pt idx="11">
                  <c:v>46266</c:v>
                </c:pt>
              </c:numCache>
            </c:numRef>
          </c:cat>
          <c:val>
            <c:numRef>
              <c:f>Sheet1!$D$2:$D$13</c:f>
              <c:numCache>
                <c:formatCode>m/d/yyyy</c:formatCode>
                <c:ptCount val="12"/>
                <c:pt idx="0">
                  <c:v>1.591665020338155</c:v>
                </c:pt>
                <c:pt idx="1">
                  <c:v>1.6045197803847251</c:v>
                </c:pt>
                <c:pt idx="2">
                  <c:v>1.6257541422317674</c:v>
                </c:pt>
                <c:pt idx="3">
                  <c:v>1.5909988270643645</c:v>
                </c:pt>
                <c:pt idx="4">
                  <c:v>1.5418538725627631</c:v>
                </c:pt>
                <c:pt idx="5">
                  <c:v>1.5363675353866795</c:v>
                </c:pt>
                <c:pt idx="6">
                  <c:v>1.5536396406552069</c:v>
                </c:pt>
                <c:pt idx="7">
                  <c:v>1.5626078110008312</c:v>
                </c:pt>
                <c:pt idx="8">
                  <c:v>1.552051594010416</c:v>
                </c:pt>
                <c:pt idx="9">
                  <c:v>1.5522973067106092</c:v>
                </c:pt>
                <c:pt idx="10">
                  <c:v>1.5640333488989178</c:v>
                </c:pt>
                <c:pt idx="11">
                  <c:v>1.5767280650269329</c:v>
                </c:pt>
              </c:numCache>
            </c:numRef>
          </c:val>
          <c:extLst>
            <c:ext xmlns:c16="http://schemas.microsoft.com/office/drawing/2014/chart" uri="{C3380CC4-5D6E-409C-BE32-E72D297353CC}">
              <c16:uniqueId val="{00000026-7C6A-4666-A7CF-E49C8559CE31}"/>
            </c:ext>
          </c:extLst>
        </c:ser>
        <c:dLbls>
          <c:dLblPos val="ctr"/>
          <c:showLegendKey val="0"/>
          <c:showVal val="1"/>
          <c:showCatName val="0"/>
          <c:showSerName val="0"/>
          <c:showPercent val="0"/>
          <c:showBubbleSize val="0"/>
        </c:dLbls>
        <c:gapWidth val="30"/>
        <c:overlap val="100"/>
        <c:axId val="1068918736"/>
        <c:axId val="648248064"/>
      </c:barChart>
      <c:dateAx>
        <c:axId val="1068918736"/>
        <c:scaling>
          <c:orientation val="minMax"/>
        </c:scaling>
        <c:delete val="0"/>
        <c:axPos val="b"/>
        <c:numFmt formatCode="[$-409]mmm\-yy;@" sourceLinked="0"/>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648248064"/>
        <c:crosses val="autoZero"/>
        <c:auto val="1"/>
        <c:lblOffset val="100"/>
        <c:baseTimeUnit val="months"/>
      </c:dateAx>
      <c:valAx>
        <c:axId val="648248064"/>
        <c:scaling>
          <c:orientation val="minMax"/>
        </c:scaling>
        <c:delete val="0"/>
        <c:axPos val="l"/>
        <c:numFmt formatCode="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068918736"/>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chart>
  <c:spPr>
    <a:solidFill>
      <a:schemeClr val="bg1"/>
    </a:solidFill>
    <a:ln w="9525" cap="flat" cmpd="sng" algn="ctr">
      <a:noFill/>
      <a:round/>
    </a:ln>
    <a:effectLst/>
  </c:spPr>
  <c:txPr>
    <a:bodyPr/>
    <a:lstStyle/>
    <a:p>
      <a:pPr>
        <a:defRPr>
          <a:solidFill>
            <a:schemeClr val="tx1"/>
          </a:solidFill>
        </a:defRPr>
      </a:pPr>
      <a:endParaRPr lang="pt-BR"/>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Fixed income funds</c:v>
                </c:pt>
              </c:strCache>
            </c:strRef>
          </c:tx>
          <c:spPr>
            <a:solidFill>
              <a:srgbClr val="7E7E7E"/>
            </a:solidFill>
            <a:ln>
              <a:noFill/>
            </a:ln>
            <a:effectLst/>
          </c:spPr>
          <c:invertIfNegative val="0"/>
          <c:dLbls>
            <c:dLbl>
              <c:idx val="0"/>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-16.5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937B-4912-B21B-5EE7B4879220}"/>
                </c:ext>
              </c:extLst>
            </c:dLbl>
            <c:dLbl>
              <c:idx val="1"/>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-1.8</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937B-4912-B21B-5EE7B4879220}"/>
                </c:ext>
              </c:extLst>
            </c:dLbl>
            <c:dLbl>
              <c:idx val="2"/>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15.1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937B-4912-B21B-5EE7B4879220}"/>
                </c:ext>
              </c:extLst>
            </c:dLbl>
            <c:dLbl>
              <c:idx val="3"/>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-16.1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937B-4912-B21B-5EE7B4879220}"/>
                </c:ext>
              </c:extLst>
            </c:dLbl>
            <c:dLbl>
              <c:idx val="4"/>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47.5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937B-4912-B21B-5EE7B4879220}"/>
                </c:ext>
              </c:extLst>
            </c:dLbl>
            <c:dLbl>
              <c:idx val="5"/>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-27.0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937B-4912-B21B-5EE7B4879220}"/>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yyyy\-mm\-dd</c:formatCode>
                <c:ptCount val="6"/>
                <c:pt idx="0">
                  <c:v>46113</c:v>
                </c:pt>
                <c:pt idx="1">
                  <c:v>46143</c:v>
                </c:pt>
                <c:pt idx="2">
                  <c:v>46174</c:v>
                </c:pt>
                <c:pt idx="3">
                  <c:v>46204</c:v>
                </c:pt>
                <c:pt idx="4">
                  <c:v>46235</c:v>
                </c:pt>
                <c:pt idx="5">
                  <c:v>46266</c:v>
                </c:pt>
              </c:numCache>
            </c:numRef>
          </c:cat>
          <c:val>
            <c:numRef>
              <c:f>Sheet1!$B$2:$B$7</c:f>
              <c:numCache>
                <c:formatCode>m/d/yyyy</c:formatCode>
                <c:ptCount val="6"/>
                <c:pt idx="0">
                  <c:v>-16.526703515431745</c:v>
                </c:pt>
                <c:pt idx="1">
                  <c:v>-1.8041256167534945</c:v>
                </c:pt>
                <c:pt idx="2">
                  <c:v>15.145786411790477</c:v>
                </c:pt>
                <c:pt idx="3">
                  <c:v>-16.148404886660188</c:v>
                </c:pt>
                <c:pt idx="4">
                  <c:v>47.487658202092128</c:v>
                </c:pt>
                <c:pt idx="5">
                  <c:v>-27.0478410257587</c:v>
                </c:pt>
              </c:numCache>
            </c:numRef>
          </c:val>
          <c:extLst>
            <c:ext xmlns:c16="http://schemas.microsoft.com/office/drawing/2014/chart" uri="{C3380CC4-5D6E-409C-BE32-E72D297353CC}">
              <c16:uniqueId val="{00000006-937B-4912-B21B-5EE7B4879220}"/>
            </c:ext>
          </c:extLst>
        </c:ser>
        <c:ser>
          <c:idx val="1"/>
          <c:order val="1"/>
          <c:tx>
            <c:strRef>
              <c:f>Sheet1!$C$1</c:f>
              <c:strCache>
                <c:ptCount val="1"/>
                <c:pt idx="0">
                  <c:v>Equity funds</c:v>
                </c:pt>
              </c:strCache>
            </c:strRef>
          </c:tx>
          <c:spPr>
            <a:solidFill>
              <a:srgbClr val="8EB3DF"/>
            </a:solidFill>
            <a:ln>
              <a:noFill/>
            </a:ln>
            <a:effectLst/>
          </c:spPr>
          <c:invertIfNegative val="0"/>
          <c:dLbls>
            <c:dLbl>
              <c:idx val="0"/>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-0.1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937B-4912-B21B-5EE7B4879220}"/>
                </c:ext>
              </c:extLst>
            </c:dLbl>
            <c:dLbl>
              <c:idx val="1"/>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-0.3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937B-4912-B21B-5EE7B4879220}"/>
                </c:ext>
              </c:extLst>
            </c:dLbl>
            <c:dLbl>
              <c:idx val="2"/>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0.1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937B-4912-B21B-5EE7B4879220}"/>
                </c:ext>
              </c:extLst>
            </c:dLbl>
            <c:dLbl>
              <c:idx val="3"/>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-0.4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937B-4912-B21B-5EE7B4879220}"/>
                </c:ext>
              </c:extLst>
            </c:dLbl>
            <c:dLbl>
              <c:idx val="4"/>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-0.6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937B-4912-B21B-5EE7B4879220}"/>
                </c:ext>
              </c:extLst>
            </c:dLbl>
            <c:dLbl>
              <c:idx val="5"/>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-3.9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937B-4912-B21B-5EE7B4879220}"/>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yyyy\-mm\-dd</c:formatCode>
                <c:ptCount val="6"/>
                <c:pt idx="0">
                  <c:v>46113</c:v>
                </c:pt>
                <c:pt idx="1">
                  <c:v>46143</c:v>
                </c:pt>
                <c:pt idx="2">
                  <c:v>46174</c:v>
                </c:pt>
                <c:pt idx="3">
                  <c:v>46204</c:v>
                </c:pt>
                <c:pt idx="4">
                  <c:v>46235</c:v>
                </c:pt>
                <c:pt idx="5">
                  <c:v>46266</c:v>
                </c:pt>
              </c:numCache>
            </c:numRef>
          </c:cat>
          <c:val>
            <c:numRef>
              <c:f>Sheet1!$C$2:$C$7</c:f>
              <c:numCache>
                <c:formatCode>m/d/yyyy</c:formatCode>
                <c:ptCount val="6"/>
                <c:pt idx="0">
                  <c:v>-8.5039295733389947E-2</c:v>
                </c:pt>
                <c:pt idx="1">
                  <c:v>-0.29830764695172002</c:v>
                </c:pt>
                <c:pt idx="2">
                  <c:v>5.4724195731770148E-2</c:v>
                </c:pt>
                <c:pt idx="3">
                  <c:v>-0.40805029876035015</c:v>
                </c:pt>
                <c:pt idx="4">
                  <c:v>-0.57890420165064005</c:v>
                </c:pt>
                <c:pt idx="5">
                  <c:v>-3.8805542442330303</c:v>
                </c:pt>
              </c:numCache>
            </c:numRef>
          </c:val>
          <c:extLst>
            <c:ext xmlns:c16="http://schemas.microsoft.com/office/drawing/2014/chart" uri="{C3380CC4-5D6E-409C-BE32-E72D297353CC}">
              <c16:uniqueId val="{0000000D-937B-4912-B21B-5EE7B4879220}"/>
            </c:ext>
          </c:extLst>
        </c:ser>
        <c:ser>
          <c:idx val="2"/>
          <c:order val="2"/>
          <c:tx>
            <c:strRef>
              <c:f>Sheet1!$D$1</c:f>
              <c:strCache>
                <c:ptCount val="1"/>
                <c:pt idx="0">
                  <c:v>Hedge funds</c:v>
                </c:pt>
              </c:strCache>
            </c:strRef>
          </c:tx>
          <c:spPr>
            <a:solidFill>
              <a:srgbClr val="1F2F44"/>
            </a:solidFill>
            <a:ln>
              <a:noFill/>
            </a:ln>
            <a:effectLst/>
          </c:spPr>
          <c:invertIfNegative val="0"/>
          <c:dLbls>
            <c:dLbl>
              <c:idx val="0"/>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937B-4912-B21B-5EE7B4879220}"/>
                </c:ext>
              </c:extLst>
            </c:dLbl>
            <c:dLbl>
              <c:idx val="1"/>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-3.6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937B-4912-B21B-5EE7B4879220}"/>
                </c:ext>
              </c:extLst>
            </c:dLbl>
            <c:dLbl>
              <c:idx val="2"/>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-10.0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937B-4912-B21B-5EE7B4879220}"/>
                </c:ext>
              </c:extLst>
            </c:dLbl>
            <c:dLbl>
              <c:idx val="3"/>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-2.0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937B-4912-B21B-5EE7B4879220}"/>
                </c:ext>
              </c:extLst>
            </c:dLbl>
            <c:dLbl>
              <c:idx val="4"/>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937B-4912-B21B-5EE7B4879220}"/>
                </c:ext>
              </c:extLst>
            </c:dLbl>
            <c:dLbl>
              <c:idx val="5"/>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-3.6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937B-4912-B21B-5EE7B4879220}"/>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yyyy\-mm\-dd</c:formatCode>
                <c:ptCount val="6"/>
                <c:pt idx="0">
                  <c:v>46113</c:v>
                </c:pt>
                <c:pt idx="1">
                  <c:v>46143</c:v>
                </c:pt>
                <c:pt idx="2">
                  <c:v>46174</c:v>
                </c:pt>
                <c:pt idx="3">
                  <c:v>46204</c:v>
                </c:pt>
                <c:pt idx="4">
                  <c:v>46235</c:v>
                </c:pt>
                <c:pt idx="5">
                  <c:v>46266</c:v>
                </c:pt>
              </c:numCache>
            </c:numRef>
          </c:cat>
          <c:val>
            <c:numRef>
              <c:f>Sheet1!$D$2:$D$7</c:f>
              <c:numCache>
                <c:formatCode>m/d/yyyy</c:formatCode>
                <c:ptCount val="6"/>
                <c:pt idx="0">
                  <c:v>-1.00494715039868</c:v>
                </c:pt>
                <c:pt idx="1">
                  <c:v>-3.5717178264753202</c:v>
                </c:pt>
                <c:pt idx="2">
                  <c:v>-10.00043033978154</c:v>
                </c:pt>
                <c:pt idx="3">
                  <c:v>-1.9617591841470203</c:v>
                </c:pt>
                <c:pt idx="4">
                  <c:v>-1.2220609354641794</c:v>
                </c:pt>
                <c:pt idx="5">
                  <c:v>-3.6401617439249416</c:v>
                </c:pt>
              </c:numCache>
            </c:numRef>
          </c:val>
          <c:extLst>
            <c:ext xmlns:c16="http://schemas.microsoft.com/office/drawing/2014/chart" uri="{C3380CC4-5D6E-409C-BE32-E72D297353CC}">
              <c16:uniqueId val="{00000014-937B-4912-B21B-5EE7B4879220}"/>
            </c:ext>
          </c:extLst>
        </c:ser>
        <c:dLbls>
          <c:dLblPos val="outEnd"/>
          <c:showLegendKey val="0"/>
          <c:showVal val="1"/>
          <c:showCatName val="0"/>
          <c:showSerName val="0"/>
          <c:showPercent val="0"/>
          <c:showBubbleSize val="0"/>
        </c:dLbls>
        <c:gapWidth val="30"/>
        <c:axId val="1040096127"/>
        <c:axId val="507972191"/>
      </c:barChart>
      <c:dateAx>
        <c:axId val="1040096127"/>
        <c:scaling>
          <c:orientation val="minMax"/>
        </c:scaling>
        <c:delete val="0"/>
        <c:axPos val="b"/>
        <c:numFmt formatCode="[$-409]mmm\-yy;@" sourceLinked="0"/>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507972191"/>
        <c:crosses val="autoZero"/>
        <c:auto val="1"/>
        <c:lblOffset val="100"/>
        <c:baseTimeUnit val="months"/>
      </c:dateAx>
      <c:valAx>
        <c:axId val="507972191"/>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04009612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Fixed income funds</c:v>
                </c:pt>
              </c:strCache>
            </c:strRef>
          </c:tx>
          <c:spPr>
            <a:solidFill>
              <a:srgbClr val="7E7E7E"/>
            </a:solidFill>
            <a:ln>
              <a:noFill/>
            </a:ln>
            <a:effectLst/>
          </c:spPr>
          <c:invertIfNegative val="0"/>
          <c:dLbls>
            <c:dLbl>
              <c:idx val="0"/>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241.0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4FFB-4E34-941D-EDC75098F37B}"/>
                </c:ext>
              </c:extLst>
            </c:dLbl>
            <c:dLbl>
              <c:idx val="1"/>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-44.7</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4FFB-4E34-941D-EDC75098F37B}"/>
                </c:ext>
              </c:extLst>
            </c:dLbl>
            <c:dLbl>
              <c:idx val="2"/>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-58.0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4FFB-4E34-941D-EDC75098F37B}"/>
                </c:ext>
              </c:extLst>
            </c:dLbl>
            <c:dLbl>
              <c:idx val="3"/>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258.0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4FFB-4E34-941D-EDC75098F37B}"/>
                </c:ext>
              </c:extLst>
            </c:dLbl>
            <c:dLbl>
              <c:idx val="4"/>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84.3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4FFB-4E34-941D-EDC75098F37B}"/>
                </c:ext>
              </c:extLst>
            </c:dLbl>
            <c:dLbl>
              <c:idx val="5"/>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136.1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4FFB-4E34-941D-EDC75098F37B}"/>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General</c:formatCode>
                <c:ptCount val="6"/>
                <c:pt idx="0">
                  <c:v>241</c:v>
                </c:pt>
                <c:pt idx="1">
                  <c:v>-44.7</c:v>
                </c:pt>
                <c:pt idx="2">
                  <c:v>-58</c:v>
                </c:pt>
                <c:pt idx="3">
                  <c:v>258</c:v>
                </c:pt>
                <c:pt idx="4">
                  <c:v>84.3</c:v>
                </c:pt>
                <c:pt idx="5">
                  <c:v>136.05079597792025</c:v>
                </c:pt>
              </c:numCache>
            </c:numRef>
          </c:val>
          <c:extLst>
            <c:ext xmlns:c16="http://schemas.microsoft.com/office/drawing/2014/chart" uri="{C3380CC4-5D6E-409C-BE32-E72D297353CC}">
              <c16:uniqueId val="{00000006-4FFB-4E34-941D-EDC75098F37B}"/>
            </c:ext>
          </c:extLst>
        </c:ser>
        <c:ser>
          <c:idx val="1"/>
          <c:order val="1"/>
          <c:tx>
            <c:strRef>
              <c:f>Sheet1!$C$1</c:f>
              <c:strCache>
                <c:ptCount val="1"/>
                <c:pt idx="0">
                  <c:v>Equity funds</c:v>
                </c:pt>
              </c:strCache>
            </c:strRef>
          </c:tx>
          <c:spPr>
            <a:solidFill>
              <a:srgbClr val="8EB3DF"/>
            </a:solidFill>
            <a:ln>
              <a:noFill/>
            </a:ln>
            <a:effectLst/>
          </c:spPr>
          <c:invertIfNegative val="0"/>
          <c:dLbls>
            <c:dLbl>
              <c:idx val="0"/>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5.6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4FFB-4E34-941D-EDC75098F37B}"/>
                </c:ext>
              </c:extLst>
            </c:dLbl>
            <c:dLbl>
              <c:idx val="1"/>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-28.1</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4FFB-4E34-941D-EDC75098F37B}"/>
                </c:ext>
              </c:extLst>
            </c:dLbl>
            <c:dLbl>
              <c:idx val="2"/>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3.6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4FFB-4E34-941D-EDC75098F37B}"/>
                </c:ext>
              </c:extLst>
            </c:dLbl>
            <c:dLbl>
              <c:idx val="3"/>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-15.6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4FFB-4E34-941D-EDC75098F37B}"/>
                </c:ext>
              </c:extLst>
            </c:dLbl>
            <c:dLbl>
              <c:idx val="4"/>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-54.5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4FFB-4E34-941D-EDC75098F37B}"/>
                </c:ext>
              </c:extLst>
            </c:dLbl>
            <c:dLbl>
              <c:idx val="5"/>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-10.9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4FFB-4E34-941D-EDC75098F37B}"/>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Sheet1!$C$2:$C$7</c:f>
              <c:numCache>
                <c:formatCode>General</c:formatCode>
                <c:ptCount val="6"/>
                <c:pt idx="0">
                  <c:v>5.6</c:v>
                </c:pt>
                <c:pt idx="1">
                  <c:v>-28.1</c:v>
                </c:pt>
                <c:pt idx="2">
                  <c:v>3.6</c:v>
                </c:pt>
                <c:pt idx="3">
                  <c:v>-15.6</c:v>
                </c:pt>
                <c:pt idx="4">
                  <c:v>-54.5</c:v>
                </c:pt>
                <c:pt idx="5">
                  <c:v>-10.911475781113531</c:v>
                </c:pt>
              </c:numCache>
            </c:numRef>
          </c:val>
          <c:extLst>
            <c:ext xmlns:c16="http://schemas.microsoft.com/office/drawing/2014/chart" uri="{C3380CC4-5D6E-409C-BE32-E72D297353CC}">
              <c16:uniqueId val="{0000000D-4FFB-4E34-941D-EDC75098F37B}"/>
            </c:ext>
          </c:extLst>
        </c:ser>
        <c:ser>
          <c:idx val="2"/>
          <c:order val="2"/>
          <c:tx>
            <c:strRef>
              <c:f>Sheet1!$D$1</c:f>
              <c:strCache>
                <c:ptCount val="1"/>
                <c:pt idx="0">
                  <c:v>Hedge funds</c:v>
                </c:pt>
              </c:strCache>
            </c:strRef>
          </c:tx>
          <c:spPr>
            <a:solidFill>
              <a:srgbClr val="1F2F44"/>
            </a:solidFill>
            <a:ln>
              <a:noFill/>
            </a:ln>
            <a:effectLst/>
          </c:spPr>
          <c:invertIfNegative val="0"/>
          <c:dLbls>
            <c:dLbl>
              <c:idx val="0"/>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59.9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4FFB-4E34-941D-EDC75098F37B}"/>
                </c:ext>
              </c:extLst>
            </c:dLbl>
            <c:dLbl>
              <c:idx val="1"/>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-86.3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4FFB-4E34-941D-EDC75098F37B}"/>
                </c:ext>
              </c:extLst>
            </c:dLbl>
            <c:dLbl>
              <c:idx val="2"/>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-181.3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4FFB-4E34-941D-EDC75098F37B}"/>
                </c:ext>
              </c:extLst>
            </c:dLbl>
            <c:dLbl>
              <c:idx val="3"/>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-349.5</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4FFB-4E34-941D-EDC75098F37B}"/>
                </c:ext>
              </c:extLst>
            </c:dLbl>
            <c:dLbl>
              <c:idx val="4"/>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-58.9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4FFB-4E34-941D-EDC75098F37B}"/>
                </c:ext>
              </c:extLst>
            </c:dLbl>
            <c:dLbl>
              <c:idx val="5"/>
              <c:tx>
                <c:rich>
                  <a:bodyPr/>
                  <a:lstStyle/>
                  <a:p>
                    <a:r>
                      <a:rPr lang="en-US"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rPr>
                      <a:t>-9.3</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4FFB-4E34-941D-EDC75098F37B}"/>
                </c:ext>
              </c:extLst>
            </c:dLbl>
            <c:numFmt formatCode="#,##0.0" sourceLinked="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Sheet1!$D$2:$D$7</c:f>
              <c:numCache>
                <c:formatCode>General</c:formatCode>
                <c:ptCount val="6"/>
                <c:pt idx="0">
                  <c:v>59.9</c:v>
                </c:pt>
                <c:pt idx="1">
                  <c:v>-86.3</c:v>
                </c:pt>
                <c:pt idx="2">
                  <c:v>-181.3</c:v>
                </c:pt>
                <c:pt idx="3">
                  <c:v>-349.5</c:v>
                </c:pt>
                <c:pt idx="4">
                  <c:v>-58.9</c:v>
                </c:pt>
                <c:pt idx="5">
                  <c:v>-9.3367530134281616</c:v>
                </c:pt>
              </c:numCache>
            </c:numRef>
          </c:val>
          <c:extLst>
            <c:ext xmlns:c16="http://schemas.microsoft.com/office/drawing/2014/chart" uri="{C3380CC4-5D6E-409C-BE32-E72D297353CC}">
              <c16:uniqueId val="{00000014-4FFB-4E34-941D-EDC75098F37B}"/>
            </c:ext>
          </c:extLst>
        </c:ser>
        <c:dLbls>
          <c:dLblPos val="outEnd"/>
          <c:showLegendKey val="0"/>
          <c:showVal val="1"/>
          <c:showCatName val="0"/>
          <c:showSerName val="0"/>
          <c:showPercent val="0"/>
          <c:showBubbleSize val="0"/>
        </c:dLbls>
        <c:gapWidth val="30"/>
        <c:axId val="1040096127"/>
        <c:axId val="507972191"/>
      </c:barChart>
      <c:catAx>
        <c:axId val="1040096127"/>
        <c:scaling>
          <c:orientation val="minMax"/>
        </c:scaling>
        <c:delete val="0"/>
        <c:axPos val="b"/>
        <c:numFmt formatCode="General" sourceLinked="0"/>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507972191"/>
        <c:crosses val="autoZero"/>
        <c:auto val="0"/>
        <c:lblAlgn val="ctr"/>
        <c:lblOffset val="100"/>
        <c:noMultiLvlLbl val="1"/>
      </c:catAx>
      <c:valAx>
        <c:axId val="507972191"/>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104009612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9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XP Sentiment Index (LHS)</c:v>
          </c:tx>
          <c:spPr>
            <a:ln w="22225" cap="rnd">
              <a:solidFill>
                <a:schemeClr val="accent4"/>
              </a:solidFill>
              <a:round/>
            </a:ln>
            <a:effectLst/>
          </c:spPr>
          <c:marker>
            <c:symbol val="none"/>
          </c:marker>
          <c:cat>
            <c:numRef>
              <c:f>'Composite treatment'!$B$5:$B$50000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45293</c:v>
                </c:pt>
                <c:pt idx="100">
                  <c:v>45294</c:v>
                </c:pt>
                <c:pt idx="101">
                  <c:v>45295</c:v>
                </c:pt>
                <c:pt idx="102">
                  <c:v>45296</c:v>
                </c:pt>
                <c:pt idx="103">
                  <c:v>45299</c:v>
                </c:pt>
                <c:pt idx="104">
                  <c:v>45300</c:v>
                </c:pt>
                <c:pt idx="105">
                  <c:v>45301</c:v>
                </c:pt>
                <c:pt idx="106">
                  <c:v>45302</c:v>
                </c:pt>
                <c:pt idx="107">
                  <c:v>45303</c:v>
                </c:pt>
                <c:pt idx="108">
                  <c:v>45306</c:v>
                </c:pt>
                <c:pt idx="109">
                  <c:v>45307</c:v>
                </c:pt>
                <c:pt idx="110">
                  <c:v>45308</c:v>
                </c:pt>
                <c:pt idx="111">
                  <c:v>45309</c:v>
                </c:pt>
                <c:pt idx="112">
                  <c:v>45310</c:v>
                </c:pt>
                <c:pt idx="113">
                  <c:v>45313</c:v>
                </c:pt>
                <c:pt idx="114">
                  <c:v>45314</c:v>
                </c:pt>
                <c:pt idx="115">
                  <c:v>45315</c:v>
                </c:pt>
                <c:pt idx="116">
                  <c:v>45316</c:v>
                </c:pt>
                <c:pt idx="117">
                  <c:v>45317</c:v>
                </c:pt>
                <c:pt idx="118">
                  <c:v>45320</c:v>
                </c:pt>
                <c:pt idx="119">
                  <c:v>45321</c:v>
                </c:pt>
                <c:pt idx="120">
                  <c:v>45322</c:v>
                </c:pt>
                <c:pt idx="121">
                  <c:v>45323</c:v>
                </c:pt>
                <c:pt idx="122">
                  <c:v>45324</c:v>
                </c:pt>
                <c:pt idx="123">
                  <c:v>45327</c:v>
                </c:pt>
                <c:pt idx="124">
                  <c:v>45328</c:v>
                </c:pt>
                <c:pt idx="125">
                  <c:v>45329</c:v>
                </c:pt>
                <c:pt idx="126">
                  <c:v>45330</c:v>
                </c:pt>
                <c:pt idx="127">
                  <c:v>45331</c:v>
                </c:pt>
                <c:pt idx="128">
                  <c:v>45336</c:v>
                </c:pt>
                <c:pt idx="129">
                  <c:v>45337</c:v>
                </c:pt>
                <c:pt idx="130">
                  <c:v>45338</c:v>
                </c:pt>
                <c:pt idx="131">
                  <c:v>45341</c:v>
                </c:pt>
                <c:pt idx="132">
                  <c:v>45342</c:v>
                </c:pt>
                <c:pt idx="133">
                  <c:v>45343</c:v>
                </c:pt>
                <c:pt idx="134">
                  <c:v>45344</c:v>
                </c:pt>
                <c:pt idx="135">
                  <c:v>45345</c:v>
                </c:pt>
                <c:pt idx="136">
                  <c:v>45348</c:v>
                </c:pt>
                <c:pt idx="137">
                  <c:v>45349</c:v>
                </c:pt>
                <c:pt idx="138">
                  <c:v>45350</c:v>
                </c:pt>
                <c:pt idx="139">
                  <c:v>45351</c:v>
                </c:pt>
                <c:pt idx="140">
                  <c:v>45352</c:v>
                </c:pt>
                <c:pt idx="141">
                  <c:v>45355</c:v>
                </c:pt>
                <c:pt idx="142">
                  <c:v>45356</c:v>
                </c:pt>
                <c:pt idx="143">
                  <c:v>45357</c:v>
                </c:pt>
                <c:pt idx="144">
                  <c:v>45358</c:v>
                </c:pt>
                <c:pt idx="145">
                  <c:v>45359</c:v>
                </c:pt>
                <c:pt idx="146">
                  <c:v>45362</c:v>
                </c:pt>
                <c:pt idx="147">
                  <c:v>45363</c:v>
                </c:pt>
                <c:pt idx="148">
                  <c:v>45364</c:v>
                </c:pt>
                <c:pt idx="149">
                  <c:v>45365</c:v>
                </c:pt>
                <c:pt idx="150">
                  <c:v>45366</c:v>
                </c:pt>
                <c:pt idx="151">
                  <c:v>45369</c:v>
                </c:pt>
                <c:pt idx="152">
                  <c:v>45370</c:v>
                </c:pt>
                <c:pt idx="153">
                  <c:v>45371</c:v>
                </c:pt>
                <c:pt idx="154">
                  <c:v>45372</c:v>
                </c:pt>
                <c:pt idx="155">
                  <c:v>45373</c:v>
                </c:pt>
                <c:pt idx="156">
                  <c:v>45376</c:v>
                </c:pt>
                <c:pt idx="157">
                  <c:v>45377</c:v>
                </c:pt>
                <c:pt idx="158">
                  <c:v>45378</c:v>
                </c:pt>
                <c:pt idx="159">
                  <c:v>45379</c:v>
                </c:pt>
                <c:pt idx="160">
                  <c:v>45383</c:v>
                </c:pt>
                <c:pt idx="161">
                  <c:v>45384</c:v>
                </c:pt>
                <c:pt idx="162">
                  <c:v>45385</c:v>
                </c:pt>
                <c:pt idx="163">
                  <c:v>45386</c:v>
                </c:pt>
                <c:pt idx="164">
                  <c:v>45387</c:v>
                </c:pt>
                <c:pt idx="165">
                  <c:v>45390</c:v>
                </c:pt>
                <c:pt idx="166">
                  <c:v>45391</c:v>
                </c:pt>
                <c:pt idx="167">
                  <c:v>45392</c:v>
                </c:pt>
                <c:pt idx="168">
                  <c:v>45393</c:v>
                </c:pt>
                <c:pt idx="169">
                  <c:v>45394</c:v>
                </c:pt>
                <c:pt idx="170">
                  <c:v>45397</c:v>
                </c:pt>
                <c:pt idx="171">
                  <c:v>45398</c:v>
                </c:pt>
                <c:pt idx="172">
                  <c:v>45399</c:v>
                </c:pt>
                <c:pt idx="173">
                  <c:v>45400</c:v>
                </c:pt>
                <c:pt idx="174">
                  <c:v>45401</c:v>
                </c:pt>
                <c:pt idx="175">
                  <c:v>45404</c:v>
                </c:pt>
                <c:pt idx="176">
                  <c:v>45405</c:v>
                </c:pt>
                <c:pt idx="177">
                  <c:v>45406</c:v>
                </c:pt>
                <c:pt idx="178">
                  <c:v>45407</c:v>
                </c:pt>
                <c:pt idx="179">
                  <c:v>45408</c:v>
                </c:pt>
                <c:pt idx="180">
                  <c:v>45411</c:v>
                </c:pt>
                <c:pt idx="181">
                  <c:v>45412</c:v>
                </c:pt>
                <c:pt idx="182">
                  <c:v>45414</c:v>
                </c:pt>
                <c:pt idx="183">
                  <c:v>45415</c:v>
                </c:pt>
                <c:pt idx="184">
                  <c:v>45418</c:v>
                </c:pt>
                <c:pt idx="185">
                  <c:v>45419</c:v>
                </c:pt>
                <c:pt idx="186">
                  <c:v>45420</c:v>
                </c:pt>
                <c:pt idx="187">
                  <c:v>45421</c:v>
                </c:pt>
                <c:pt idx="188">
                  <c:v>45422</c:v>
                </c:pt>
                <c:pt idx="189">
                  <c:v>45425</c:v>
                </c:pt>
                <c:pt idx="190">
                  <c:v>45426</c:v>
                </c:pt>
                <c:pt idx="191">
                  <c:v>45427</c:v>
                </c:pt>
                <c:pt idx="192">
                  <c:v>45428</c:v>
                </c:pt>
                <c:pt idx="193">
                  <c:v>45429</c:v>
                </c:pt>
                <c:pt idx="194">
                  <c:v>45432</c:v>
                </c:pt>
                <c:pt idx="195">
                  <c:v>45433</c:v>
                </c:pt>
                <c:pt idx="196">
                  <c:v>45434</c:v>
                </c:pt>
                <c:pt idx="197">
                  <c:v>45435</c:v>
                </c:pt>
                <c:pt idx="198">
                  <c:v>45436</c:v>
                </c:pt>
                <c:pt idx="199">
                  <c:v>45439</c:v>
                </c:pt>
                <c:pt idx="200">
                  <c:v>45440</c:v>
                </c:pt>
                <c:pt idx="201">
                  <c:v>45441</c:v>
                </c:pt>
                <c:pt idx="202">
                  <c:v>45443</c:v>
                </c:pt>
                <c:pt idx="203">
                  <c:v>45446</c:v>
                </c:pt>
                <c:pt idx="204">
                  <c:v>45447</c:v>
                </c:pt>
                <c:pt idx="205">
                  <c:v>45448</c:v>
                </c:pt>
                <c:pt idx="206">
                  <c:v>45449</c:v>
                </c:pt>
                <c:pt idx="207">
                  <c:v>45450</c:v>
                </c:pt>
                <c:pt idx="208">
                  <c:v>45453</c:v>
                </c:pt>
                <c:pt idx="209">
                  <c:v>45454</c:v>
                </c:pt>
                <c:pt idx="210">
                  <c:v>45455</c:v>
                </c:pt>
                <c:pt idx="211">
                  <c:v>45456</c:v>
                </c:pt>
                <c:pt idx="212">
                  <c:v>45457</c:v>
                </c:pt>
                <c:pt idx="213">
                  <c:v>45460</c:v>
                </c:pt>
                <c:pt idx="214">
                  <c:v>45461</c:v>
                </c:pt>
                <c:pt idx="215">
                  <c:v>45462</c:v>
                </c:pt>
                <c:pt idx="216">
                  <c:v>45463</c:v>
                </c:pt>
                <c:pt idx="217">
                  <c:v>45464</c:v>
                </c:pt>
                <c:pt idx="218">
                  <c:v>45467</c:v>
                </c:pt>
                <c:pt idx="219">
                  <c:v>45468</c:v>
                </c:pt>
                <c:pt idx="220">
                  <c:v>45469</c:v>
                </c:pt>
                <c:pt idx="221">
                  <c:v>45470</c:v>
                </c:pt>
                <c:pt idx="222">
                  <c:v>45471</c:v>
                </c:pt>
                <c:pt idx="223">
                  <c:v>45474</c:v>
                </c:pt>
                <c:pt idx="224">
                  <c:v>45475</c:v>
                </c:pt>
                <c:pt idx="225">
                  <c:v>45476</c:v>
                </c:pt>
                <c:pt idx="226">
                  <c:v>45477</c:v>
                </c:pt>
                <c:pt idx="227">
                  <c:v>45478</c:v>
                </c:pt>
                <c:pt idx="228">
                  <c:v>45481</c:v>
                </c:pt>
                <c:pt idx="229">
                  <c:v>45482</c:v>
                </c:pt>
                <c:pt idx="230">
                  <c:v>45483</c:v>
                </c:pt>
                <c:pt idx="231">
                  <c:v>45484</c:v>
                </c:pt>
                <c:pt idx="232">
                  <c:v>45485</c:v>
                </c:pt>
                <c:pt idx="233">
                  <c:v>45488</c:v>
                </c:pt>
                <c:pt idx="234">
                  <c:v>45489</c:v>
                </c:pt>
                <c:pt idx="235">
                  <c:v>45490</c:v>
                </c:pt>
                <c:pt idx="236">
                  <c:v>45491</c:v>
                </c:pt>
                <c:pt idx="237">
                  <c:v>45492</c:v>
                </c:pt>
                <c:pt idx="238">
                  <c:v>45495</c:v>
                </c:pt>
                <c:pt idx="239">
                  <c:v>45496</c:v>
                </c:pt>
                <c:pt idx="240">
                  <c:v>45497</c:v>
                </c:pt>
                <c:pt idx="241">
                  <c:v>45498</c:v>
                </c:pt>
                <c:pt idx="242">
                  <c:v>45499</c:v>
                </c:pt>
                <c:pt idx="243">
                  <c:v>45502</c:v>
                </c:pt>
                <c:pt idx="244">
                  <c:v>45503</c:v>
                </c:pt>
                <c:pt idx="245">
                  <c:v>45504</c:v>
                </c:pt>
                <c:pt idx="246">
                  <c:v>45505</c:v>
                </c:pt>
                <c:pt idx="247">
                  <c:v>45506</c:v>
                </c:pt>
                <c:pt idx="248">
                  <c:v>45509</c:v>
                </c:pt>
                <c:pt idx="249">
                  <c:v>45510</c:v>
                </c:pt>
                <c:pt idx="250">
                  <c:v>45511</c:v>
                </c:pt>
                <c:pt idx="251">
                  <c:v>45512</c:v>
                </c:pt>
                <c:pt idx="252">
                  <c:v>45513</c:v>
                </c:pt>
                <c:pt idx="253">
                  <c:v>45516</c:v>
                </c:pt>
                <c:pt idx="254">
                  <c:v>45517</c:v>
                </c:pt>
                <c:pt idx="255">
                  <c:v>45518</c:v>
                </c:pt>
                <c:pt idx="256">
                  <c:v>45519</c:v>
                </c:pt>
                <c:pt idx="257">
                  <c:v>45520</c:v>
                </c:pt>
                <c:pt idx="258">
                  <c:v>45523</c:v>
                </c:pt>
                <c:pt idx="259">
                  <c:v>45524</c:v>
                </c:pt>
                <c:pt idx="260">
                  <c:v>45525</c:v>
                </c:pt>
                <c:pt idx="261">
                  <c:v>45526</c:v>
                </c:pt>
                <c:pt idx="262">
                  <c:v>45527</c:v>
                </c:pt>
                <c:pt idx="263">
                  <c:v>45530</c:v>
                </c:pt>
                <c:pt idx="264">
                  <c:v>45531</c:v>
                </c:pt>
                <c:pt idx="265">
                  <c:v>45532</c:v>
                </c:pt>
                <c:pt idx="266">
                  <c:v>45533</c:v>
                </c:pt>
                <c:pt idx="267">
                  <c:v>45534</c:v>
                </c:pt>
                <c:pt idx="268">
                  <c:v>45537</c:v>
                </c:pt>
                <c:pt idx="269">
                  <c:v>45538</c:v>
                </c:pt>
                <c:pt idx="270">
                  <c:v>45539</c:v>
                </c:pt>
                <c:pt idx="271">
                  <c:v>45540</c:v>
                </c:pt>
                <c:pt idx="272">
                  <c:v>45541</c:v>
                </c:pt>
                <c:pt idx="273">
                  <c:v>45544</c:v>
                </c:pt>
                <c:pt idx="274">
                  <c:v>45545</c:v>
                </c:pt>
                <c:pt idx="275">
                  <c:v>45546</c:v>
                </c:pt>
                <c:pt idx="276">
                  <c:v>45547</c:v>
                </c:pt>
                <c:pt idx="277">
                  <c:v>45548</c:v>
                </c:pt>
                <c:pt idx="278">
                  <c:v>45551</c:v>
                </c:pt>
                <c:pt idx="279">
                  <c:v>45552</c:v>
                </c:pt>
                <c:pt idx="280">
                  <c:v>45553</c:v>
                </c:pt>
                <c:pt idx="281">
                  <c:v>45554</c:v>
                </c:pt>
                <c:pt idx="282">
                  <c:v>45555</c:v>
                </c:pt>
                <c:pt idx="283">
                  <c:v>45558</c:v>
                </c:pt>
                <c:pt idx="284">
                  <c:v>45559</c:v>
                </c:pt>
                <c:pt idx="285">
                  <c:v>45560</c:v>
                </c:pt>
                <c:pt idx="286">
                  <c:v>45561</c:v>
                </c:pt>
                <c:pt idx="287">
                  <c:v>45562</c:v>
                </c:pt>
                <c:pt idx="288">
                  <c:v>45565</c:v>
                </c:pt>
                <c:pt idx="289">
                  <c:v>45566</c:v>
                </c:pt>
                <c:pt idx="290">
                  <c:v>45567</c:v>
                </c:pt>
                <c:pt idx="291">
                  <c:v>45568</c:v>
                </c:pt>
                <c:pt idx="292">
                  <c:v>45569</c:v>
                </c:pt>
                <c:pt idx="293">
                  <c:v>45572</c:v>
                </c:pt>
                <c:pt idx="294">
                  <c:v>45573</c:v>
                </c:pt>
                <c:pt idx="295">
                  <c:v>45574</c:v>
                </c:pt>
                <c:pt idx="296">
                  <c:v>45575</c:v>
                </c:pt>
                <c:pt idx="297">
                  <c:v>45576</c:v>
                </c:pt>
                <c:pt idx="298">
                  <c:v>45579</c:v>
                </c:pt>
                <c:pt idx="299">
                  <c:v>45580</c:v>
                </c:pt>
                <c:pt idx="300">
                  <c:v>45581</c:v>
                </c:pt>
                <c:pt idx="301">
                  <c:v>45582</c:v>
                </c:pt>
                <c:pt idx="302">
                  <c:v>45583</c:v>
                </c:pt>
                <c:pt idx="303">
                  <c:v>45586</c:v>
                </c:pt>
                <c:pt idx="304">
                  <c:v>45587</c:v>
                </c:pt>
                <c:pt idx="305">
                  <c:v>45588</c:v>
                </c:pt>
                <c:pt idx="306">
                  <c:v>45589</c:v>
                </c:pt>
                <c:pt idx="307">
                  <c:v>45590</c:v>
                </c:pt>
                <c:pt idx="308">
                  <c:v>45593</c:v>
                </c:pt>
                <c:pt idx="309">
                  <c:v>45594</c:v>
                </c:pt>
                <c:pt idx="310">
                  <c:v>45595</c:v>
                </c:pt>
                <c:pt idx="311">
                  <c:v>45596</c:v>
                </c:pt>
                <c:pt idx="312">
                  <c:v>45597</c:v>
                </c:pt>
                <c:pt idx="313">
                  <c:v>45600</c:v>
                </c:pt>
                <c:pt idx="314">
                  <c:v>45601</c:v>
                </c:pt>
                <c:pt idx="315">
                  <c:v>45602</c:v>
                </c:pt>
                <c:pt idx="316">
                  <c:v>45603</c:v>
                </c:pt>
                <c:pt idx="317">
                  <c:v>45604</c:v>
                </c:pt>
                <c:pt idx="318">
                  <c:v>45607</c:v>
                </c:pt>
                <c:pt idx="319">
                  <c:v>45608</c:v>
                </c:pt>
                <c:pt idx="320">
                  <c:v>45609</c:v>
                </c:pt>
                <c:pt idx="321">
                  <c:v>45610</c:v>
                </c:pt>
                <c:pt idx="322">
                  <c:v>45614</c:v>
                </c:pt>
                <c:pt idx="323">
                  <c:v>45615</c:v>
                </c:pt>
                <c:pt idx="324">
                  <c:v>45617</c:v>
                </c:pt>
                <c:pt idx="325">
                  <c:v>45618</c:v>
                </c:pt>
                <c:pt idx="326">
                  <c:v>45621</c:v>
                </c:pt>
                <c:pt idx="327">
                  <c:v>45622</c:v>
                </c:pt>
                <c:pt idx="328">
                  <c:v>45623</c:v>
                </c:pt>
                <c:pt idx="329">
                  <c:v>45624</c:v>
                </c:pt>
                <c:pt idx="330">
                  <c:v>45625</c:v>
                </c:pt>
                <c:pt idx="331">
                  <c:v>45628</c:v>
                </c:pt>
                <c:pt idx="332">
                  <c:v>45629</c:v>
                </c:pt>
                <c:pt idx="333">
                  <c:v>45630</c:v>
                </c:pt>
                <c:pt idx="334">
                  <c:v>45631</c:v>
                </c:pt>
                <c:pt idx="335">
                  <c:v>45632</c:v>
                </c:pt>
                <c:pt idx="336">
                  <c:v>45635</c:v>
                </c:pt>
                <c:pt idx="337">
                  <c:v>45636</c:v>
                </c:pt>
                <c:pt idx="338">
                  <c:v>45637</c:v>
                </c:pt>
                <c:pt idx="339">
                  <c:v>45638</c:v>
                </c:pt>
                <c:pt idx="340">
                  <c:v>45639</c:v>
                </c:pt>
                <c:pt idx="341">
                  <c:v>45642</c:v>
                </c:pt>
                <c:pt idx="342">
                  <c:v>45643</c:v>
                </c:pt>
                <c:pt idx="343">
                  <c:v>45644</c:v>
                </c:pt>
                <c:pt idx="344">
                  <c:v>45645</c:v>
                </c:pt>
                <c:pt idx="345">
                  <c:v>45646</c:v>
                </c:pt>
                <c:pt idx="346">
                  <c:v>45649</c:v>
                </c:pt>
                <c:pt idx="347">
                  <c:v>45652</c:v>
                </c:pt>
                <c:pt idx="348">
                  <c:v>45653</c:v>
                </c:pt>
                <c:pt idx="349">
                  <c:v>45656</c:v>
                </c:pt>
                <c:pt idx="350">
                  <c:v>45659</c:v>
                </c:pt>
                <c:pt idx="351">
                  <c:v>45660</c:v>
                </c:pt>
                <c:pt idx="352">
                  <c:v>45663</c:v>
                </c:pt>
                <c:pt idx="353">
                  <c:v>45664</c:v>
                </c:pt>
                <c:pt idx="354">
                  <c:v>45665</c:v>
                </c:pt>
                <c:pt idx="355">
                  <c:v>45666</c:v>
                </c:pt>
                <c:pt idx="356">
                  <c:v>45667</c:v>
                </c:pt>
                <c:pt idx="357">
                  <c:v>45670</c:v>
                </c:pt>
                <c:pt idx="358">
                  <c:v>45671</c:v>
                </c:pt>
                <c:pt idx="359">
                  <c:v>45672</c:v>
                </c:pt>
                <c:pt idx="360">
                  <c:v>45673</c:v>
                </c:pt>
                <c:pt idx="361">
                  <c:v>45674</c:v>
                </c:pt>
                <c:pt idx="362">
                  <c:v>45677</c:v>
                </c:pt>
                <c:pt idx="363">
                  <c:v>45678</c:v>
                </c:pt>
                <c:pt idx="364">
                  <c:v>45679</c:v>
                </c:pt>
                <c:pt idx="365">
                  <c:v>45680</c:v>
                </c:pt>
                <c:pt idx="366">
                  <c:v>45681</c:v>
                </c:pt>
                <c:pt idx="367">
                  <c:v>45684</c:v>
                </c:pt>
                <c:pt idx="368">
                  <c:v>45685</c:v>
                </c:pt>
                <c:pt idx="369">
                  <c:v>45686</c:v>
                </c:pt>
                <c:pt idx="370">
                  <c:v>45687</c:v>
                </c:pt>
                <c:pt idx="371">
                  <c:v>45688</c:v>
                </c:pt>
                <c:pt idx="372">
                  <c:v>45691</c:v>
                </c:pt>
                <c:pt idx="373">
                  <c:v>45692</c:v>
                </c:pt>
                <c:pt idx="374">
                  <c:v>45693</c:v>
                </c:pt>
                <c:pt idx="375">
                  <c:v>45694</c:v>
                </c:pt>
                <c:pt idx="376">
                  <c:v>45695</c:v>
                </c:pt>
                <c:pt idx="377">
                  <c:v>45698</c:v>
                </c:pt>
                <c:pt idx="378">
                  <c:v>45699</c:v>
                </c:pt>
                <c:pt idx="379">
                  <c:v>45700</c:v>
                </c:pt>
                <c:pt idx="380">
                  <c:v>45701</c:v>
                </c:pt>
                <c:pt idx="381">
                  <c:v>45702</c:v>
                </c:pt>
                <c:pt idx="382">
                  <c:v>45705</c:v>
                </c:pt>
                <c:pt idx="383">
                  <c:v>45706</c:v>
                </c:pt>
                <c:pt idx="384">
                  <c:v>45707</c:v>
                </c:pt>
                <c:pt idx="385">
                  <c:v>45708</c:v>
                </c:pt>
                <c:pt idx="386">
                  <c:v>45709</c:v>
                </c:pt>
                <c:pt idx="387">
                  <c:v>45712</c:v>
                </c:pt>
                <c:pt idx="388">
                  <c:v>45713</c:v>
                </c:pt>
                <c:pt idx="389">
                  <c:v>45714</c:v>
                </c:pt>
                <c:pt idx="390">
                  <c:v>45715</c:v>
                </c:pt>
                <c:pt idx="391">
                  <c:v>45716</c:v>
                </c:pt>
                <c:pt idx="392">
                  <c:v>45721</c:v>
                </c:pt>
                <c:pt idx="393">
                  <c:v>45722</c:v>
                </c:pt>
                <c:pt idx="394">
                  <c:v>45723</c:v>
                </c:pt>
                <c:pt idx="395">
                  <c:v>45726</c:v>
                </c:pt>
                <c:pt idx="396">
                  <c:v>45727</c:v>
                </c:pt>
                <c:pt idx="397">
                  <c:v>45728</c:v>
                </c:pt>
                <c:pt idx="398">
                  <c:v>45729</c:v>
                </c:pt>
                <c:pt idx="399">
                  <c:v>45730</c:v>
                </c:pt>
                <c:pt idx="400">
                  <c:v>45733</c:v>
                </c:pt>
                <c:pt idx="401">
                  <c:v>45734</c:v>
                </c:pt>
                <c:pt idx="402">
                  <c:v>45735</c:v>
                </c:pt>
                <c:pt idx="403">
                  <c:v>45736</c:v>
                </c:pt>
                <c:pt idx="404">
                  <c:v>45737</c:v>
                </c:pt>
                <c:pt idx="405">
                  <c:v>45740</c:v>
                </c:pt>
                <c:pt idx="406">
                  <c:v>45741</c:v>
                </c:pt>
                <c:pt idx="407">
                  <c:v>45742</c:v>
                </c:pt>
                <c:pt idx="408">
                  <c:v>45743</c:v>
                </c:pt>
                <c:pt idx="409">
                  <c:v>45744</c:v>
                </c:pt>
                <c:pt idx="410">
                  <c:v>45747</c:v>
                </c:pt>
                <c:pt idx="411">
                  <c:v>45748</c:v>
                </c:pt>
                <c:pt idx="412">
                  <c:v>45749</c:v>
                </c:pt>
                <c:pt idx="413">
                  <c:v>45750</c:v>
                </c:pt>
                <c:pt idx="414">
                  <c:v>45751</c:v>
                </c:pt>
                <c:pt idx="415">
                  <c:v>45754</c:v>
                </c:pt>
                <c:pt idx="416">
                  <c:v>45755</c:v>
                </c:pt>
                <c:pt idx="417">
                  <c:v>45756</c:v>
                </c:pt>
                <c:pt idx="418">
                  <c:v>45757</c:v>
                </c:pt>
                <c:pt idx="419">
                  <c:v>45758</c:v>
                </c:pt>
                <c:pt idx="420">
                  <c:v>45761</c:v>
                </c:pt>
                <c:pt idx="421">
                  <c:v>45762</c:v>
                </c:pt>
                <c:pt idx="422">
                  <c:v>45763</c:v>
                </c:pt>
                <c:pt idx="423">
                  <c:v>45764</c:v>
                </c:pt>
                <c:pt idx="424">
                  <c:v>45769</c:v>
                </c:pt>
                <c:pt idx="425">
                  <c:v>45770</c:v>
                </c:pt>
                <c:pt idx="426">
                  <c:v>45771</c:v>
                </c:pt>
                <c:pt idx="427">
                  <c:v>45772</c:v>
                </c:pt>
                <c:pt idx="428">
                  <c:v>45775</c:v>
                </c:pt>
                <c:pt idx="429">
                  <c:v>45776</c:v>
                </c:pt>
                <c:pt idx="430">
                  <c:v>45777</c:v>
                </c:pt>
                <c:pt idx="431">
                  <c:v>45779</c:v>
                </c:pt>
                <c:pt idx="432">
                  <c:v>45782</c:v>
                </c:pt>
                <c:pt idx="433">
                  <c:v>45783</c:v>
                </c:pt>
                <c:pt idx="434">
                  <c:v>45784</c:v>
                </c:pt>
                <c:pt idx="435">
                  <c:v>45785</c:v>
                </c:pt>
                <c:pt idx="436">
                  <c:v>45786</c:v>
                </c:pt>
                <c:pt idx="437">
                  <c:v>45789</c:v>
                </c:pt>
                <c:pt idx="438">
                  <c:v>45790</c:v>
                </c:pt>
                <c:pt idx="439">
                  <c:v>45791</c:v>
                </c:pt>
                <c:pt idx="440">
                  <c:v>45792</c:v>
                </c:pt>
                <c:pt idx="441">
                  <c:v>45793</c:v>
                </c:pt>
                <c:pt idx="442">
                  <c:v>45796</c:v>
                </c:pt>
                <c:pt idx="443">
                  <c:v>45797</c:v>
                </c:pt>
                <c:pt idx="444">
                  <c:v>45798</c:v>
                </c:pt>
                <c:pt idx="445">
                  <c:v>45799</c:v>
                </c:pt>
                <c:pt idx="446">
                  <c:v>45800</c:v>
                </c:pt>
                <c:pt idx="447">
                  <c:v>45803</c:v>
                </c:pt>
                <c:pt idx="448">
                  <c:v>45804</c:v>
                </c:pt>
                <c:pt idx="449">
                  <c:v>45805</c:v>
                </c:pt>
                <c:pt idx="450">
                  <c:v>45806</c:v>
                </c:pt>
                <c:pt idx="451">
                  <c:v>45807</c:v>
                </c:pt>
                <c:pt idx="452">
                  <c:v>45810</c:v>
                </c:pt>
                <c:pt idx="453">
                  <c:v>45811</c:v>
                </c:pt>
                <c:pt idx="454">
                  <c:v>45812</c:v>
                </c:pt>
                <c:pt idx="455">
                  <c:v>45813</c:v>
                </c:pt>
                <c:pt idx="456">
                  <c:v>45814</c:v>
                </c:pt>
                <c:pt idx="457">
                  <c:v>45817</c:v>
                </c:pt>
                <c:pt idx="458">
                  <c:v>45818</c:v>
                </c:pt>
                <c:pt idx="459">
                  <c:v>45819</c:v>
                </c:pt>
                <c:pt idx="460">
                  <c:v>45820</c:v>
                </c:pt>
                <c:pt idx="461">
                  <c:v>45821</c:v>
                </c:pt>
                <c:pt idx="462">
                  <c:v>45824</c:v>
                </c:pt>
                <c:pt idx="463">
                  <c:v>45825</c:v>
                </c:pt>
                <c:pt idx="464">
                  <c:v>45826</c:v>
                </c:pt>
                <c:pt idx="465">
                  <c:v>45828</c:v>
                </c:pt>
                <c:pt idx="466">
                  <c:v>45831</c:v>
                </c:pt>
                <c:pt idx="467">
                  <c:v>45832</c:v>
                </c:pt>
                <c:pt idx="468">
                  <c:v>45833</c:v>
                </c:pt>
                <c:pt idx="469">
                  <c:v>45834</c:v>
                </c:pt>
                <c:pt idx="470">
                  <c:v>45835</c:v>
                </c:pt>
                <c:pt idx="471">
                  <c:v>45838</c:v>
                </c:pt>
                <c:pt idx="472">
                  <c:v>45839</c:v>
                </c:pt>
                <c:pt idx="473">
                  <c:v>45840</c:v>
                </c:pt>
                <c:pt idx="474">
                  <c:v>45841</c:v>
                </c:pt>
                <c:pt idx="475">
                  <c:v>45842</c:v>
                </c:pt>
                <c:pt idx="476">
                  <c:v>45845</c:v>
                </c:pt>
                <c:pt idx="477">
                  <c:v>45846</c:v>
                </c:pt>
                <c:pt idx="478">
                  <c:v>45847</c:v>
                </c:pt>
                <c:pt idx="479">
                  <c:v>45848</c:v>
                </c:pt>
                <c:pt idx="480">
                  <c:v>45849</c:v>
                </c:pt>
                <c:pt idx="481">
                  <c:v>45852</c:v>
                </c:pt>
                <c:pt idx="482">
                  <c:v>45853</c:v>
                </c:pt>
                <c:pt idx="483">
                  <c:v>45854</c:v>
                </c:pt>
                <c:pt idx="484">
                  <c:v>45855</c:v>
                </c:pt>
                <c:pt idx="485">
                  <c:v>45856</c:v>
                </c:pt>
                <c:pt idx="486">
                  <c:v>45859</c:v>
                </c:pt>
                <c:pt idx="487">
                  <c:v>45860</c:v>
                </c:pt>
                <c:pt idx="488">
                  <c:v>45861</c:v>
                </c:pt>
                <c:pt idx="489">
                  <c:v>45862</c:v>
                </c:pt>
                <c:pt idx="490">
                  <c:v>45863</c:v>
                </c:pt>
                <c:pt idx="491">
                  <c:v>45866</c:v>
                </c:pt>
                <c:pt idx="492">
                  <c:v>45867</c:v>
                </c:pt>
                <c:pt idx="493">
                  <c:v>45868</c:v>
                </c:pt>
                <c:pt idx="494">
                  <c:v>45869</c:v>
                </c:pt>
                <c:pt idx="495">
                  <c:v>45870</c:v>
                </c:pt>
                <c:pt idx="496">
                  <c:v>45873</c:v>
                </c:pt>
                <c:pt idx="497">
                  <c:v>45874</c:v>
                </c:pt>
                <c:pt idx="498">
                  <c:v>45875</c:v>
                </c:pt>
                <c:pt idx="499">
                  <c:v>45876</c:v>
                </c:pt>
                <c:pt idx="500">
                  <c:v>45877</c:v>
                </c:pt>
                <c:pt idx="501">
                  <c:v>45880</c:v>
                </c:pt>
                <c:pt idx="502">
                  <c:v>45881</c:v>
                </c:pt>
                <c:pt idx="503">
                  <c:v>45882</c:v>
                </c:pt>
                <c:pt idx="504">
                  <c:v>45883</c:v>
                </c:pt>
                <c:pt idx="505">
                  <c:v>45884</c:v>
                </c:pt>
                <c:pt idx="506">
                  <c:v>45887</c:v>
                </c:pt>
                <c:pt idx="507">
                  <c:v>45888</c:v>
                </c:pt>
                <c:pt idx="508">
                  <c:v>45889</c:v>
                </c:pt>
                <c:pt idx="509">
                  <c:v>45890</c:v>
                </c:pt>
                <c:pt idx="510">
                  <c:v>45891</c:v>
                </c:pt>
                <c:pt idx="511">
                  <c:v>45894</c:v>
                </c:pt>
                <c:pt idx="512">
                  <c:v>45895</c:v>
                </c:pt>
                <c:pt idx="513">
                  <c:v>45896</c:v>
                </c:pt>
                <c:pt idx="514">
                  <c:v>45897</c:v>
                </c:pt>
                <c:pt idx="515">
                  <c:v>45898</c:v>
                </c:pt>
                <c:pt idx="516">
                  <c:v>45901</c:v>
                </c:pt>
                <c:pt idx="517">
                  <c:v>45902</c:v>
                </c:pt>
                <c:pt idx="518">
                  <c:v>45903</c:v>
                </c:pt>
                <c:pt idx="519">
                  <c:v>45904</c:v>
                </c:pt>
                <c:pt idx="520">
                  <c:v>45905</c:v>
                </c:pt>
                <c:pt idx="521">
                  <c:v>45908</c:v>
                </c:pt>
                <c:pt idx="522">
                  <c:v>45909</c:v>
                </c:pt>
                <c:pt idx="523">
                  <c:v>45910</c:v>
                </c:pt>
                <c:pt idx="524">
                  <c:v>45911</c:v>
                </c:pt>
                <c:pt idx="525">
                  <c:v>45912</c:v>
                </c:pt>
                <c:pt idx="526">
                  <c:v>45915</c:v>
                </c:pt>
                <c:pt idx="527">
                  <c:v>45916</c:v>
                </c:pt>
                <c:pt idx="528">
                  <c:v>45917</c:v>
                </c:pt>
                <c:pt idx="529">
                  <c:v>45918</c:v>
                </c:pt>
                <c:pt idx="530">
                  <c:v>45919</c:v>
                </c:pt>
                <c:pt idx="531">
                  <c:v>45922</c:v>
                </c:pt>
                <c:pt idx="532">
                  <c:v>45923</c:v>
                </c:pt>
                <c:pt idx="533">
                  <c:v>45924</c:v>
                </c:pt>
                <c:pt idx="534">
                  <c:v>45925</c:v>
                </c:pt>
                <c:pt idx="535">
                  <c:v>45926</c:v>
                </c:pt>
                <c:pt idx="536">
                  <c:v>45929</c:v>
                </c:pt>
                <c:pt idx="537">
                  <c:v>45930</c:v>
                </c:pt>
                <c:pt idx="538">
                  <c:v>45931</c:v>
                </c:pt>
                <c:pt idx="539">
                  <c:v>45932</c:v>
                </c:pt>
                <c:pt idx="540">
                  <c:v>45933</c:v>
                </c:pt>
                <c:pt idx="541">
                  <c:v>45936</c:v>
                </c:pt>
                <c:pt idx="542">
                  <c:v>45937</c:v>
                </c:pt>
                <c:pt idx="543">
                  <c:v>45938</c:v>
                </c:pt>
                <c:pt idx="544">
                  <c:v>45939</c:v>
                </c:pt>
                <c:pt idx="545">
                  <c:v>45940</c:v>
                </c:pt>
                <c:pt idx="546">
                  <c:v>45943</c:v>
                </c:pt>
                <c:pt idx="547">
                  <c:v>45944</c:v>
                </c:pt>
                <c:pt idx="548">
                  <c:v>45945</c:v>
                </c:pt>
                <c:pt idx="549">
                  <c:v>45946</c:v>
                </c:pt>
                <c:pt idx="550">
                  <c:v>45947</c:v>
                </c:pt>
                <c:pt idx="551">
                  <c:v>45950</c:v>
                </c:pt>
                <c:pt idx="552">
                  <c:v>45951</c:v>
                </c:pt>
                <c:pt idx="553">
                  <c:v>45952</c:v>
                </c:pt>
                <c:pt idx="554">
                  <c:v>45953</c:v>
                </c:pt>
                <c:pt idx="555">
                  <c:v>45954</c:v>
                </c:pt>
                <c:pt idx="556">
                  <c:v>45957</c:v>
                </c:pt>
                <c:pt idx="557">
                  <c:v>45958</c:v>
                </c:pt>
                <c:pt idx="558">
                  <c:v>45959</c:v>
                </c:pt>
                <c:pt idx="559">
                  <c:v>45960</c:v>
                </c:pt>
                <c:pt idx="560">
                  <c:v>45961</c:v>
                </c:pt>
                <c:pt idx="561">
                  <c:v>45964</c:v>
                </c:pt>
                <c:pt idx="562">
                  <c:v>45965</c:v>
                </c:pt>
                <c:pt idx="563">
                  <c:v>45966</c:v>
                </c:pt>
                <c:pt idx="564">
                  <c:v>45967</c:v>
                </c:pt>
                <c:pt idx="565">
                  <c:v>45968</c:v>
                </c:pt>
                <c:pt idx="566">
                  <c:v>45971</c:v>
                </c:pt>
                <c:pt idx="567">
                  <c:v>45972</c:v>
                </c:pt>
                <c:pt idx="568">
                  <c:v>45973</c:v>
                </c:pt>
                <c:pt idx="569">
                  <c:v>45974</c:v>
                </c:pt>
                <c:pt idx="570">
                  <c:v>45975</c:v>
                </c:pt>
                <c:pt idx="571">
                  <c:v>45978</c:v>
                </c:pt>
                <c:pt idx="572">
                  <c:v>45979</c:v>
                </c:pt>
                <c:pt idx="573">
                  <c:v>45980</c:v>
                </c:pt>
                <c:pt idx="574">
                  <c:v>45982</c:v>
                </c:pt>
                <c:pt idx="575">
                  <c:v>45985</c:v>
                </c:pt>
                <c:pt idx="576">
                  <c:v>45986</c:v>
                </c:pt>
                <c:pt idx="577">
                  <c:v>45987</c:v>
                </c:pt>
                <c:pt idx="578">
                  <c:v>45988</c:v>
                </c:pt>
                <c:pt idx="579">
                  <c:v>45989</c:v>
                </c:pt>
                <c:pt idx="580">
                  <c:v>45992</c:v>
                </c:pt>
                <c:pt idx="581">
                  <c:v>45993</c:v>
                </c:pt>
                <c:pt idx="582">
                  <c:v>45994</c:v>
                </c:pt>
                <c:pt idx="583">
                  <c:v>45995</c:v>
                </c:pt>
                <c:pt idx="584">
                  <c:v>45996</c:v>
                </c:pt>
                <c:pt idx="585">
                  <c:v>45999</c:v>
                </c:pt>
                <c:pt idx="586">
                  <c:v>46000</c:v>
                </c:pt>
                <c:pt idx="587">
                  <c:v>46001</c:v>
                </c:pt>
                <c:pt idx="588">
                  <c:v>46002</c:v>
                </c:pt>
                <c:pt idx="589">
                  <c:v>46003</c:v>
                </c:pt>
                <c:pt idx="590">
                  <c:v>46006</c:v>
                </c:pt>
                <c:pt idx="591">
                  <c:v>46007</c:v>
                </c:pt>
                <c:pt idx="592">
                  <c:v>46008</c:v>
                </c:pt>
                <c:pt idx="593">
                  <c:v>46009</c:v>
                </c:pt>
                <c:pt idx="594">
                  <c:v>46010</c:v>
                </c:pt>
                <c:pt idx="595">
                  <c:v>46013</c:v>
                </c:pt>
                <c:pt idx="596">
                  <c:v>46014</c:v>
                </c:pt>
                <c:pt idx="597">
                  <c:v>46017</c:v>
                </c:pt>
                <c:pt idx="598">
                  <c:v>46020</c:v>
                </c:pt>
                <c:pt idx="599">
                  <c:v>46021</c:v>
                </c:pt>
                <c:pt idx="600">
                  <c:v>46024</c:v>
                </c:pt>
                <c:pt idx="601">
                  <c:v>46027</c:v>
                </c:pt>
                <c:pt idx="602">
                  <c:v>46028</c:v>
                </c:pt>
                <c:pt idx="603">
                  <c:v>46029</c:v>
                </c:pt>
                <c:pt idx="604">
                  <c:v>46030</c:v>
                </c:pt>
                <c:pt idx="605">
                  <c:v>46031</c:v>
                </c:pt>
                <c:pt idx="606">
                  <c:v>46034</c:v>
                </c:pt>
                <c:pt idx="607">
                  <c:v>46035</c:v>
                </c:pt>
                <c:pt idx="608">
                  <c:v>46036</c:v>
                </c:pt>
                <c:pt idx="609">
                  <c:v>46037</c:v>
                </c:pt>
                <c:pt idx="610">
                  <c:v>46038</c:v>
                </c:pt>
                <c:pt idx="611">
                  <c:v>46041</c:v>
                </c:pt>
                <c:pt idx="612">
                  <c:v>46042</c:v>
                </c:pt>
                <c:pt idx="613">
                  <c:v>46043</c:v>
                </c:pt>
                <c:pt idx="614">
                  <c:v>46044</c:v>
                </c:pt>
                <c:pt idx="615">
                  <c:v>46045</c:v>
                </c:pt>
                <c:pt idx="616">
                  <c:v>46048</c:v>
                </c:pt>
                <c:pt idx="617">
                  <c:v>46049</c:v>
                </c:pt>
                <c:pt idx="618">
                  <c:v>46050</c:v>
                </c:pt>
                <c:pt idx="619">
                  <c:v>46051</c:v>
                </c:pt>
                <c:pt idx="620">
                  <c:v>46052</c:v>
                </c:pt>
                <c:pt idx="621">
                  <c:v>46055</c:v>
                </c:pt>
                <c:pt idx="622">
                  <c:v>46056</c:v>
                </c:pt>
                <c:pt idx="623">
                  <c:v>46057</c:v>
                </c:pt>
                <c:pt idx="624">
                  <c:v>46058</c:v>
                </c:pt>
                <c:pt idx="625">
                  <c:v>46059</c:v>
                </c:pt>
                <c:pt idx="626">
                  <c:v>46062</c:v>
                </c:pt>
                <c:pt idx="627">
                  <c:v>46063</c:v>
                </c:pt>
                <c:pt idx="628">
                  <c:v>46064</c:v>
                </c:pt>
                <c:pt idx="629">
                  <c:v>46065</c:v>
                </c:pt>
                <c:pt idx="630">
                  <c:v>46066</c:v>
                </c:pt>
                <c:pt idx="631">
                  <c:v>46071</c:v>
                </c:pt>
                <c:pt idx="632">
                  <c:v>46072</c:v>
                </c:pt>
                <c:pt idx="633">
                  <c:v>46073</c:v>
                </c:pt>
                <c:pt idx="634">
                  <c:v>46076</c:v>
                </c:pt>
                <c:pt idx="635">
                  <c:v>46077</c:v>
                </c:pt>
                <c:pt idx="636">
                  <c:v>46078</c:v>
                </c:pt>
                <c:pt idx="637">
                  <c:v>46079</c:v>
                </c:pt>
                <c:pt idx="638">
                  <c:v>46080</c:v>
                </c:pt>
                <c:pt idx="639">
                  <c:v>46083</c:v>
                </c:pt>
                <c:pt idx="640">
                  <c:v>46084</c:v>
                </c:pt>
                <c:pt idx="641">
                  <c:v>46085</c:v>
                </c:pt>
                <c:pt idx="642">
                  <c:v>46086</c:v>
                </c:pt>
                <c:pt idx="643">
                  <c:v>46087</c:v>
                </c:pt>
                <c:pt idx="644">
                  <c:v>46090</c:v>
                </c:pt>
                <c:pt idx="645">
                  <c:v>46091</c:v>
                </c:pt>
                <c:pt idx="646">
                  <c:v>46092</c:v>
                </c:pt>
                <c:pt idx="647">
                  <c:v>46093</c:v>
                </c:pt>
                <c:pt idx="648">
                  <c:v>46094</c:v>
                </c:pt>
                <c:pt idx="649">
                  <c:v>46097</c:v>
                </c:pt>
                <c:pt idx="650">
                  <c:v>46098</c:v>
                </c:pt>
                <c:pt idx="651">
                  <c:v>46099</c:v>
                </c:pt>
                <c:pt idx="652">
                  <c:v>46100</c:v>
                </c:pt>
                <c:pt idx="653">
                  <c:v>46101</c:v>
                </c:pt>
                <c:pt idx="654">
                  <c:v>46104</c:v>
                </c:pt>
                <c:pt idx="655">
                  <c:v>46105</c:v>
                </c:pt>
                <c:pt idx="656">
                  <c:v>46106</c:v>
                </c:pt>
                <c:pt idx="657">
                  <c:v>46107</c:v>
                </c:pt>
                <c:pt idx="658">
                  <c:v>46108</c:v>
                </c:pt>
                <c:pt idx="659">
                  <c:v>46111</c:v>
                </c:pt>
                <c:pt idx="660">
                  <c:v>46112</c:v>
                </c:pt>
                <c:pt idx="661">
                  <c:v>46113</c:v>
                </c:pt>
                <c:pt idx="662">
                  <c:v>46114</c:v>
                </c:pt>
                <c:pt idx="663">
                  <c:v>46118</c:v>
                </c:pt>
                <c:pt idx="664">
                  <c:v>46119</c:v>
                </c:pt>
                <c:pt idx="665">
                  <c:v>46120</c:v>
                </c:pt>
                <c:pt idx="666">
                  <c:v>46121</c:v>
                </c:pt>
                <c:pt idx="667">
                  <c:v>46122</c:v>
                </c:pt>
                <c:pt idx="668">
                  <c:v>46125</c:v>
                </c:pt>
                <c:pt idx="669">
                  <c:v>46126</c:v>
                </c:pt>
                <c:pt idx="670">
                  <c:v>46127</c:v>
                </c:pt>
                <c:pt idx="671">
                  <c:v>46128</c:v>
                </c:pt>
                <c:pt idx="672">
                  <c:v>46129</c:v>
                </c:pt>
                <c:pt idx="673">
                  <c:v>46132</c:v>
                </c:pt>
                <c:pt idx="674">
                  <c:v>46134</c:v>
                </c:pt>
                <c:pt idx="675">
                  <c:v>46135</c:v>
                </c:pt>
                <c:pt idx="676">
                  <c:v>46136</c:v>
                </c:pt>
                <c:pt idx="677">
                  <c:v>46139</c:v>
                </c:pt>
                <c:pt idx="678">
                  <c:v>46140</c:v>
                </c:pt>
                <c:pt idx="679">
                  <c:v>46141</c:v>
                </c:pt>
                <c:pt idx="680">
                  <c:v>46142</c:v>
                </c:pt>
                <c:pt idx="681">
                  <c:v>46146</c:v>
                </c:pt>
                <c:pt idx="682">
                  <c:v>46147</c:v>
                </c:pt>
                <c:pt idx="683">
                  <c:v>46148</c:v>
                </c:pt>
                <c:pt idx="684">
                  <c:v>46149</c:v>
                </c:pt>
                <c:pt idx="685">
                  <c:v>46150</c:v>
                </c:pt>
                <c:pt idx="686">
                  <c:v>46153</c:v>
                </c:pt>
                <c:pt idx="687">
                  <c:v>46154</c:v>
                </c:pt>
                <c:pt idx="688">
                  <c:v>46155</c:v>
                </c:pt>
                <c:pt idx="689">
                  <c:v>46156</c:v>
                </c:pt>
                <c:pt idx="690">
                  <c:v>46157</c:v>
                </c:pt>
                <c:pt idx="691">
                  <c:v>46160</c:v>
                </c:pt>
                <c:pt idx="692">
                  <c:v>46161</c:v>
                </c:pt>
                <c:pt idx="693">
                  <c:v>46162</c:v>
                </c:pt>
                <c:pt idx="694">
                  <c:v>46163</c:v>
                </c:pt>
                <c:pt idx="695">
                  <c:v>46164</c:v>
                </c:pt>
                <c:pt idx="696">
                  <c:v>46167</c:v>
                </c:pt>
                <c:pt idx="697">
                  <c:v>46168</c:v>
                </c:pt>
                <c:pt idx="698">
                  <c:v>46169</c:v>
                </c:pt>
                <c:pt idx="699">
                  <c:v>46170</c:v>
                </c:pt>
                <c:pt idx="700">
                  <c:v>46171</c:v>
                </c:pt>
                <c:pt idx="701">
                  <c:v>46174</c:v>
                </c:pt>
                <c:pt idx="702">
                  <c:v>46175</c:v>
                </c:pt>
                <c:pt idx="703">
                  <c:v>46176</c:v>
                </c:pt>
                <c:pt idx="704">
                  <c:v>46178</c:v>
                </c:pt>
                <c:pt idx="705">
                  <c:v>46181</c:v>
                </c:pt>
                <c:pt idx="706">
                  <c:v>46182</c:v>
                </c:pt>
                <c:pt idx="707">
                  <c:v>46183</c:v>
                </c:pt>
                <c:pt idx="708">
                  <c:v>46184</c:v>
                </c:pt>
                <c:pt idx="709">
                  <c:v>46185</c:v>
                </c:pt>
                <c:pt idx="710">
                  <c:v>46188</c:v>
                </c:pt>
                <c:pt idx="711">
                  <c:v>46189</c:v>
                </c:pt>
                <c:pt idx="712">
                  <c:v>46190</c:v>
                </c:pt>
                <c:pt idx="713">
                  <c:v>46191</c:v>
                </c:pt>
                <c:pt idx="714">
                  <c:v>46192</c:v>
                </c:pt>
                <c:pt idx="715">
                  <c:v>46195</c:v>
                </c:pt>
                <c:pt idx="716">
                  <c:v>46196</c:v>
                </c:pt>
                <c:pt idx="717">
                  <c:v>46197</c:v>
                </c:pt>
                <c:pt idx="718">
                  <c:v>46198</c:v>
                </c:pt>
                <c:pt idx="719">
                  <c:v>46199</c:v>
                </c:pt>
                <c:pt idx="720">
                  <c:v>46202</c:v>
                </c:pt>
                <c:pt idx="721">
                  <c:v>46203</c:v>
                </c:pt>
                <c:pt idx="722">
                  <c:v>46204</c:v>
                </c:pt>
                <c:pt idx="723">
                  <c:v>46205</c:v>
                </c:pt>
                <c:pt idx="724">
                  <c:v>46206</c:v>
                </c:pt>
                <c:pt idx="725">
                  <c:v>46209</c:v>
                </c:pt>
                <c:pt idx="726">
                  <c:v>46210</c:v>
                </c:pt>
                <c:pt idx="727">
                  <c:v>46211</c:v>
                </c:pt>
                <c:pt idx="728">
                  <c:v>46212</c:v>
                </c:pt>
                <c:pt idx="729">
                  <c:v>46213</c:v>
                </c:pt>
                <c:pt idx="730">
                  <c:v>46216</c:v>
                </c:pt>
                <c:pt idx="731">
                  <c:v>46217</c:v>
                </c:pt>
                <c:pt idx="732">
                  <c:v>46218</c:v>
                </c:pt>
                <c:pt idx="733">
                  <c:v>46219</c:v>
                </c:pt>
                <c:pt idx="734">
                  <c:v>46220</c:v>
                </c:pt>
                <c:pt idx="735">
                  <c:v>46223</c:v>
                </c:pt>
                <c:pt idx="736">
                  <c:v>46224</c:v>
                </c:pt>
                <c:pt idx="737">
                  <c:v>46225</c:v>
                </c:pt>
                <c:pt idx="738">
                  <c:v>46226</c:v>
                </c:pt>
                <c:pt idx="739">
                  <c:v>46227</c:v>
                </c:pt>
                <c:pt idx="740">
                  <c:v>46230</c:v>
                </c:pt>
                <c:pt idx="741">
                  <c:v>46231</c:v>
                </c:pt>
                <c:pt idx="742">
                  <c:v>46232</c:v>
                </c:pt>
                <c:pt idx="743">
                  <c:v>46233</c:v>
                </c:pt>
                <c:pt idx="744">
                  <c:v>46234</c:v>
                </c:pt>
                <c:pt idx="745">
                  <c:v>46237</c:v>
                </c:pt>
                <c:pt idx="746">
                  <c:v>46238</c:v>
                </c:pt>
                <c:pt idx="747">
                  <c:v>46239</c:v>
                </c:pt>
                <c:pt idx="748">
                  <c:v>46240</c:v>
                </c:pt>
                <c:pt idx="749">
                  <c:v>46241</c:v>
                </c:pt>
                <c:pt idx="750">
                  <c:v>46244</c:v>
                </c:pt>
                <c:pt idx="751">
                  <c:v>46245</c:v>
                </c:pt>
                <c:pt idx="752">
                  <c:v>46246</c:v>
                </c:pt>
                <c:pt idx="753">
                  <c:v>46247</c:v>
                </c:pt>
                <c:pt idx="754">
                  <c:v>46248</c:v>
                </c:pt>
                <c:pt idx="755">
                  <c:v>46251</c:v>
                </c:pt>
                <c:pt idx="756">
                  <c:v>46252</c:v>
                </c:pt>
                <c:pt idx="757">
                  <c:v>46253</c:v>
                </c:pt>
                <c:pt idx="758">
                  <c:v>46254</c:v>
                </c:pt>
                <c:pt idx="759">
                  <c:v>46255</c:v>
                </c:pt>
                <c:pt idx="760">
                  <c:v>46258</c:v>
                </c:pt>
                <c:pt idx="761">
                  <c:v>46259</c:v>
                </c:pt>
                <c:pt idx="762">
                  <c:v>46260</c:v>
                </c:pt>
                <c:pt idx="763">
                  <c:v>46261</c:v>
                </c:pt>
                <c:pt idx="764">
                  <c:v>46262</c:v>
                </c:pt>
                <c:pt idx="765">
                  <c:v>46265</c:v>
                </c:pt>
                <c:pt idx="766">
                  <c:v>46266</c:v>
                </c:pt>
                <c:pt idx="767">
                  <c:v>46267</c:v>
                </c:pt>
                <c:pt idx="768">
                  <c:v>46268</c:v>
                </c:pt>
                <c:pt idx="769">
                  <c:v>46269</c:v>
                </c:pt>
                <c:pt idx="770">
                  <c:v>46273</c:v>
                </c:pt>
                <c:pt idx="771">
                  <c:v>46274</c:v>
                </c:pt>
                <c:pt idx="772">
                  <c:v>46275</c:v>
                </c:pt>
                <c:pt idx="773">
                  <c:v>46276</c:v>
                </c:pt>
                <c:pt idx="774">
                  <c:v>46279</c:v>
                </c:pt>
                <c:pt idx="775">
                  <c:v>46280</c:v>
                </c:pt>
                <c:pt idx="776">
                  <c:v>46281</c:v>
                </c:pt>
                <c:pt idx="777">
                  <c:v>46282</c:v>
                </c:pt>
                <c:pt idx="778">
                  <c:v>46283</c:v>
                </c:pt>
                <c:pt idx="779">
                  <c:v>46286</c:v>
                </c:pt>
                <c:pt idx="780">
                  <c:v>46287</c:v>
                </c:pt>
                <c:pt idx="781">
                  <c:v>46288</c:v>
                </c:pt>
                <c:pt idx="782">
                  <c:v>46289</c:v>
                </c:pt>
                <c:pt idx="783">
                  <c:v>46290</c:v>
                </c:pt>
                <c:pt idx="784">
                  <c:v>46293</c:v>
                </c:pt>
                <c:pt idx="785">
                  <c:v>46294</c:v>
                </c:pt>
                <c:pt idx="786">
                  <c:v>46295</c:v>
                </c:pt>
                <c:pt idx="787">
                  <c:v>46296</c:v>
                </c:pt>
                <c:pt idx="788">
                  <c:v>46297</c:v>
                </c:pt>
                <c:pt idx="789">
                  <c:v>46300</c:v>
                </c:pt>
                <c:pt idx="790">
                  <c:v>46301</c:v>
                </c:pt>
                <c:pt idx="791">
                  <c:v>46302</c:v>
                </c:pt>
                <c:pt idx="792">
                  <c:v>46303</c:v>
                </c:pt>
                <c:pt idx="793">
                  <c:v>46304</c:v>
                </c:pt>
                <c:pt idx="794">
                  <c:v>46308</c:v>
                </c:pt>
                <c:pt idx="795">
                  <c:v>46309</c:v>
                </c:pt>
                <c:pt idx="796">
                  <c:v>46310</c:v>
                </c:pt>
                <c:pt idx="797">
                  <c:v>46311</c:v>
                </c:pt>
                <c:pt idx="798">
                  <c:v>46314</c:v>
                </c:pt>
                <c:pt idx="799">
                  <c:v>46315</c:v>
                </c:pt>
                <c:pt idx="800">
                  <c:v>46316</c:v>
                </c:pt>
                <c:pt idx="801">
                  <c:v>46317</c:v>
                </c:pt>
                <c:pt idx="802">
                  <c:v>46318</c:v>
                </c:pt>
                <c:pt idx="803">
                  <c:v>46321</c:v>
                </c:pt>
                <c:pt idx="804">
                  <c:v>46322</c:v>
                </c:pt>
                <c:pt idx="805">
                  <c:v>46323</c:v>
                </c:pt>
                <c:pt idx="806">
                  <c:v>46324</c:v>
                </c:pt>
              </c:numCache>
            </c:numRef>
          </c:cat>
          <c:val>
            <c:numRef>
              <c:f>'Composite treatment'!$C$5:$C$50000</c:f>
              <c:numCache>
                <c:formatCode>0.00</c:formatCode>
                <c:ptCount val="49996"/>
                <c:pt idx="0">
                  <c:v>0.83852195980861388</c:v>
                </c:pt>
                <c:pt idx="1">
                  <c:v>0.73837203366890913</c:v>
                </c:pt>
                <c:pt idx="2">
                  <c:v>0.5936993230903046</c:v>
                </c:pt>
                <c:pt idx="3">
                  <c:v>0.63780571337259795</c:v>
                </c:pt>
                <c:pt idx="4">
                  <c:v>0.53912973445418566</c:v>
                </c:pt>
                <c:pt idx="5">
                  <c:v>0.35519118275562611</c:v>
                </c:pt>
                <c:pt idx="6">
                  <c:v>0.29907613479065798</c:v>
                </c:pt>
                <c:pt idx="7">
                  <c:v>0.24358990798529809</c:v>
                </c:pt>
                <c:pt idx="8">
                  <c:v>0.16781693067395939</c:v>
                </c:pt>
                <c:pt idx="9">
                  <c:v>0.33040427810230327</c:v>
                </c:pt>
                <c:pt idx="10">
                  <c:v>0.21084957893122899</c:v>
                </c:pt>
                <c:pt idx="11">
                  <c:v>0.39902846195588793</c:v>
                </c:pt>
                <c:pt idx="12">
                  <c:v>0.52601859509895166</c:v>
                </c:pt>
                <c:pt idx="13">
                  <c:v>0.30063223557482999</c:v>
                </c:pt>
                <c:pt idx="14">
                  <c:v>0.1023432375148708</c:v>
                </c:pt>
                <c:pt idx="15">
                  <c:v>0.17277214194726251</c:v>
                </c:pt>
                <c:pt idx="16">
                  <c:v>0.30528522160712612</c:v>
                </c:pt>
                <c:pt idx="17">
                  <c:v>0.23294282451074491</c:v>
                </c:pt>
                <c:pt idx="18">
                  <c:v>-6.6460642172570236E-2</c:v>
                </c:pt>
                <c:pt idx="19">
                  <c:v>0.22241234194586601</c:v>
                </c:pt>
                <c:pt idx="20">
                  <c:v>0.15519312052845649</c:v>
                </c:pt>
                <c:pt idx="21">
                  <c:v>4.7223581853776311E-3</c:v>
                </c:pt>
                <c:pt idx="22">
                  <c:v>-0.12096389940818369</c:v>
                </c:pt>
                <c:pt idx="23">
                  <c:v>-0.19162928811723329</c:v>
                </c:pt>
                <c:pt idx="24">
                  <c:v>-6.5274479073119734E-3</c:v>
                </c:pt>
                <c:pt idx="25">
                  <c:v>0.15204949518603461</c:v>
                </c:pt>
                <c:pt idx="26">
                  <c:v>0.16835773959618419</c:v>
                </c:pt>
                <c:pt idx="27">
                  <c:v>0.2140631906882815</c:v>
                </c:pt>
                <c:pt idx="28">
                  <c:v>7.3941495417535447E-2</c:v>
                </c:pt>
                <c:pt idx="29">
                  <c:v>2.4687955368053981E-2</c:v>
                </c:pt>
                <c:pt idx="30">
                  <c:v>-6.3161045782251832E-2</c:v>
                </c:pt>
                <c:pt idx="31">
                  <c:v>0.1167311889763171</c:v>
                </c:pt>
                <c:pt idx="32">
                  <c:v>-0.1244604739885774</c:v>
                </c:pt>
                <c:pt idx="33">
                  <c:v>-0.2309114298885068</c:v>
                </c:pt>
                <c:pt idx="34">
                  <c:v>-0.25062064016073959</c:v>
                </c:pt>
                <c:pt idx="35">
                  <c:v>-0.49058888585919253</c:v>
                </c:pt>
                <c:pt idx="36">
                  <c:v>-0.53099329270351026</c:v>
                </c:pt>
                <c:pt idx="37">
                  <c:v>-0.26076833365902391</c:v>
                </c:pt>
                <c:pt idx="38">
                  <c:v>-7.6088252182255345E-2</c:v>
                </c:pt>
                <c:pt idx="39">
                  <c:v>-0.34534330574144628</c:v>
                </c:pt>
                <c:pt idx="40">
                  <c:v>-0.5967484311714234</c:v>
                </c:pt>
                <c:pt idx="41">
                  <c:v>-0.45879538574563772</c:v>
                </c:pt>
                <c:pt idx="42">
                  <c:v>-0.51982435763463153</c:v>
                </c:pt>
                <c:pt idx="43">
                  <c:v>-0.52514424186524578</c:v>
                </c:pt>
                <c:pt idx="44">
                  <c:v>-0.33784758901158779</c:v>
                </c:pt>
                <c:pt idx="45">
                  <c:v>1.9146187056346959E-3</c:v>
                </c:pt>
                <c:pt idx="46">
                  <c:v>3.8633484839360548E-3</c:v>
                </c:pt>
                <c:pt idx="47">
                  <c:v>-0.29069583853536818</c:v>
                </c:pt>
                <c:pt idx="48">
                  <c:v>-0.22670999553061669</c:v>
                </c:pt>
                <c:pt idx="49">
                  <c:v>-0.50798200436051955</c:v>
                </c:pt>
                <c:pt idx="50">
                  <c:v>-0.7405613872498249</c:v>
                </c:pt>
                <c:pt idx="51">
                  <c:v>-0.73675158270549845</c:v>
                </c:pt>
                <c:pt idx="52">
                  <c:v>-0.85984556521572753</c:v>
                </c:pt>
                <c:pt idx="53">
                  <c:v>-0.7619387339780338</c:v>
                </c:pt>
                <c:pt idx="54">
                  <c:v>-0.54014118478775708</c:v>
                </c:pt>
                <c:pt idx="55">
                  <c:v>-0.75267350133402144</c:v>
                </c:pt>
                <c:pt idx="56">
                  <c:v>-0.46982027333850179</c:v>
                </c:pt>
                <c:pt idx="57">
                  <c:v>-0.78852950698989854</c:v>
                </c:pt>
                <c:pt idx="58">
                  <c:v>-0.92722580507560548</c:v>
                </c:pt>
                <c:pt idx="59">
                  <c:v>-0.78141360008893235</c:v>
                </c:pt>
                <c:pt idx="60">
                  <c:v>-0.56089820465877305</c:v>
                </c:pt>
                <c:pt idx="61">
                  <c:v>-9.1717532076725811E-2</c:v>
                </c:pt>
                <c:pt idx="62">
                  <c:v>-0.1188464301438321</c:v>
                </c:pt>
                <c:pt idx="63">
                  <c:v>9.5149704886497405E-2</c:v>
                </c:pt>
                <c:pt idx="64">
                  <c:v>9.1966266513136871E-2</c:v>
                </c:pt>
                <c:pt idx="65">
                  <c:v>9.1898242545514746E-3</c:v>
                </c:pt>
                <c:pt idx="66">
                  <c:v>0.17028763007693909</c:v>
                </c:pt>
                <c:pt idx="67">
                  <c:v>9.1338884541274992E-2</c:v>
                </c:pt>
                <c:pt idx="68">
                  <c:v>0.45842630353438169</c:v>
                </c:pt>
                <c:pt idx="69">
                  <c:v>0.68102327789679595</c:v>
                </c:pt>
                <c:pt idx="70">
                  <c:v>0.592555652875844</c:v>
                </c:pt>
                <c:pt idx="71">
                  <c:v>0.71403577620925285</c:v>
                </c:pt>
                <c:pt idx="72">
                  <c:v>0.55395014249733798</c:v>
                </c:pt>
                <c:pt idx="73">
                  <c:v>0.6392227555455906</c:v>
                </c:pt>
                <c:pt idx="74">
                  <c:v>0.73498783391842526</c:v>
                </c:pt>
                <c:pt idx="75">
                  <c:v>0.56425611261666608</c:v>
                </c:pt>
                <c:pt idx="76">
                  <c:v>0.59182630490134636</c:v>
                </c:pt>
                <c:pt idx="77">
                  <c:v>0.82983917340704016</c:v>
                </c:pt>
                <c:pt idx="78">
                  <c:v>0.74448214575342064</c:v>
                </c:pt>
                <c:pt idx="79">
                  <c:v>0.89692744898543675</c:v>
                </c:pt>
                <c:pt idx="80">
                  <c:v>1.087774167130851</c:v>
                </c:pt>
                <c:pt idx="81">
                  <c:v>0.90505000034904359</c:v>
                </c:pt>
                <c:pt idx="82">
                  <c:v>1.027818666304984</c:v>
                </c:pt>
                <c:pt idx="83">
                  <c:v>0.94205607241043576</c:v>
                </c:pt>
                <c:pt idx="84">
                  <c:v>1.052190300595748</c:v>
                </c:pt>
                <c:pt idx="85">
                  <c:v>1.170803689499025</c:v>
                </c:pt>
                <c:pt idx="86">
                  <c:v>1.045913434616103</c:v>
                </c:pt>
                <c:pt idx="87">
                  <c:v>0.98189653147942502</c:v>
                </c:pt>
                <c:pt idx="88">
                  <c:v>1.3478914820056569</c:v>
                </c:pt>
                <c:pt idx="89">
                  <c:v>1.5088337066996189</c:v>
                </c:pt>
                <c:pt idx="90">
                  <c:v>1.4155414879191379</c:v>
                </c:pt>
                <c:pt idx="91">
                  <c:v>1.5034139751507489</c:v>
                </c:pt>
                <c:pt idx="92">
                  <c:v>1.601404334401118</c:v>
                </c:pt>
                <c:pt idx="93">
                  <c:v>1.5057140921731389</c:v>
                </c:pt>
                <c:pt idx="94">
                  <c:v>1.589001622620547</c:v>
                </c:pt>
                <c:pt idx="95">
                  <c:v>1.7339778650360911</c:v>
                </c:pt>
                <c:pt idx="96">
                  <c:v>1.7817573589488911</c:v>
                </c:pt>
                <c:pt idx="97">
                  <c:v>1.888716793111153</c:v>
                </c:pt>
                <c:pt idx="98">
                  <c:v>1.817246875856553</c:v>
                </c:pt>
                <c:pt idx="99">
                  <c:v>1.3863267782700901</c:v>
                </c:pt>
                <c:pt idx="100">
                  <c:v>1.3297408995755839</c:v>
                </c:pt>
                <c:pt idx="101">
                  <c:v>0.99389634810326977</c:v>
                </c:pt>
                <c:pt idx="102">
                  <c:v>1.1432530954131019</c:v>
                </c:pt>
                <c:pt idx="103">
                  <c:v>1.274987343013483</c:v>
                </c:pt>
                <c:pt idx="104">
                  <c:v>1.1612293540237879</c:v>
                </c:pt>
                <c:pt idx="105">
                  <c:v>0.99585262816532372</c:v>
                </c:pt>
                <c:pt idx="106">
                  <c:v>0.90660699661125954</c:v>
                </c:pt>
                <c:pt idx="107">
                  <c:v>0.97131784736747062</c:v>
                </c:pt>
                <c:pt idx="108">
                  <c:v>1.043772798958998</c:v>
                </c:pt>
                <c:pt idx="109">
                  <c:v>0.66945116997178411</c:v>
                </c:pt>
                <c:pt idx="110">
                  <c:v>0.55116800184867853</c:v>
                </c:pt>
                <c:pt idx="111">
                  <c:v>0.35299044449673511</c:v>
                </c:pt>
                <c:pt idx="112">
                  <c:v>0.41493072040871598</c:v>
                </c:pt>
                <c:pt idx="113">
                  <c:v>0.2061587049338765</c:v>
                </c:pt>
                <c:pt idx="114">
                  <c:v>0.4612280537077777</c:v>
                </c:pt>
                <c:pt idx="115">
                  <c:v>0.36509437839896058</c:v>
                </c:pt>
                <c:pt idx="116">
                  <c:v>0.43161508502561979</c:v>
                </c:pt>
                <c:pt idx="117">
                  <c:v>0.37763250565724271</c:v>
                </c:pt>
                <c:pt idx="118">
                  <c:v>0.1246223368101622</c:v>
                </c:pt>
                <c:pt idx="119">
                  <c:v>-0.1825191477966259</c:v>
                </c:pt>
                <c:pt idx="120">
                  <c:v>-2.9718138808755949E-2</c:v>
                </c:pt>
                <c:pt idx="121">
                  <c:v>-6.0859040457950882E-2</c:v>
                </c:pt>
                <c:pt idx="122">
                  <c:v>-0.30807610668927971</c:v>
                </c:pt>
                <c:pt idx="123">
                  <c:v>-0.37763198068242232</c:v>
                </c:pt>
                <c:pt idx="124">
                  <c:v>-8.8466462822797048E-2</c:v>
                </c:pt>
                <c:pt idx="125">
                  <c:v>-0.14645080845922651</c:v>
                </c:pt>
                <c:pt idx="126">
                  <c:v>-0.40265058615724542</c:v>
                </c:pt>
                <c:pt idx="127">
                  <c:v>-0.39117382136169998</c:v>
                </c:pt>
                <c:pt idx="128">
                  <c:v>-0.60508739041229509</c:v>
                </c:pt>
                <c:pt idx="129">
                  <c:v>-0.55856503915507727</c:v>
                </c:pt>
                <c:pt idx="130">
                  <c:v>-0.3840309446406861</c:v>
                </c:pt>
                <c:pt idx="131">
                  <c:v>-0.3565502020387904</c:v>
                </c:pt>
                <c:pt idx="132">
                  <c:v>-0.1816196685423957</c:v>
                </c:pt>
                <c:pt idx="133">
                  <c:v>-0.25292874427909467</c:v>
                </c:pt>
                <c:pt idx="134">
                  <c:v>-6.8067107729510121E-2</c:v>
                </c:pt>
                <c:pt idx="135">
                  <c:v>-0.29365096866260659</c:v>
                </c:pt>
                <c:pt idx="136">
                  <c:v>-0.28644407443762071</c:v>
                </c:pt>
                <c:pt idx="137">
                  <c:v>5.5511468303875509E-2</c:v>
                </c:pt>
                <c:pt idx="138">
                  <c:v>-5.7203132272840032E-2</c:v>
                </c:pt>
                <c:pt idx="139">
                  <c:v>-0.1270337122365669</c:v>
                </c:pt>
                <c:pt idx="140">
                  <c:v>-5.4464971061060283E-2</c:v>
                </c:pt>
                <c:pt idx="141">
                  <c:v>-0.2349418451328591</c:v>
                </c:pt>
                <c:pt idx="142">
                  <c:v>-0.1935135477710114</c:v>
                </c:pt>
                <c:pt idx="143">
                  <c:v>-0.1061926806907708</c:v>
                </c:pt>
                <c:pt idx="144">
                  <c:v>-0.17256070414501459</c:v>
                </c:pt>
                <c:pt idx="145">
                  <c:v>-9.9766254542203392E-2</c:v>
                </c:pt>
                <c:pt idx="146">
                  <c:v>-0.27237846365561791</c:v>
                </c:pt>
                <c:pt idx="147">
                  <c:v>-5.0242933112771407E-2</c:v>
                </c:pt>
                <c:pt idx="148">
                  <c:v>-1.39614267770858E-3</c:v>
                </c:pt>
                <c:pt idx="149">
                  <c:v>-7.0286172032585761E-2</c:v>
                </c:pt>
                <c:pt idx="150">
                  <c:v>-0.12430545564184491</c:v>
                </c:pt>
                <c:pt idx="151">
                  <c:v>-0.1100235301614641</c:v>
                </c:pt>
                <c:pt idx="152">
                  <c:v>-3.1433180911333652E-2</c:v>
                </c:pt>
                <c:pt idx="153">
                  <c:v>0.26776890382239799</c:v>
                </c:pt>
                <c:pt idx="154">
                  <c:v>0.15896392401524359</c:v>
                </c:pt>
                <c:pt idx="155">
                  <c:v>1.5910279791796839E-2</c:v>
                </c:pt>
                <c:pt idx="156">
                  <c:v>-4.2150948717581342E-2</c:v>
                </c:pt>
                <c:pt idx="157">
                  <c:v>-6.9152516070794826E-2</c:v>
                </c:pt>
                <c:pt idx="158">
                  <c:v>0.1075275101963858</c:v>
                </c:pt>
                <c:pt idx="159">
                  <c:v>0.1232969259189361</c:v>
                </c:pt>
                <c:pt idx="160">
                  <c:v>-6.3756186713686561E-2</c:v>
                </c:pt>
                <c:pt idx="161">
                  <c:v>-5.1582306863897517E-2</c:v>
                </c:pt>
                <c:pt idx="162">
                  <c:v>-9.6155131515167983E-2</c:v>
                </c:pt>
                <c:pt idx="163">
                  <c:v>-1.7821154220722939E-2</c:v>
                </c:pt>
                <c:pt idx="164">
                  <c:v>-0.1402862823898679</c:v>
                </c:pt>
                <c:pt idx="165">
                  <c:v>8.9232581514967602E-2</c:v>
                </c:pt>
                <c:pt idx="166">
                  <c:v>0.26512447493649682</c:v>
                </c:pt>
                <c:pt idx="167">
                  <c:v>-5.8687743497744423E-2</c:v>
                </c:pt>
                <c:pt idx="168">
                  <c:v>-0.19712272720165611</c:v>
                </c:pt>
                <c:pt idx="169">
                  <c:v>-0.49108535402600351</c:v>
                </c:pt>
                <c:pt idx="170">
                  <c:v>-0.79028638993752898</c:v>
                </c:pt>
                <c:pt idx="171">
                  <c:v>-0.9544426442218481</c:v>
                </c:pt>
                <c:pt idx="172">
                  <c:v>-1.025539646862009</c:v>
                </c:pt>
                <c:pt idx="173">
                  <c:v>-1.0499101786842</c:v>
                </c:pt>
                <c:pt idx="174">
                  <c:v>-0.82275881491176583</c:v>
                </c:pt>
                <c:pt idx="175">
                  <c:v>-0.75664817833567843</c:v>
                </c:pt>
                <c:pt idx="176">
                  <c:v>-0.78186092754298286</c:v>
                </c:pt>
                <c:pt idx="177">
                  <c:v>-0.87772343669600494</c:v>
                </c:pt>
                <c:pt idx="178">
                  <c:v>-0.926779116759189</c:v>
                </c:pt>
                <c:pt idx="179">
                  <c:v>-0.59045864441326423</c:v>
                </c:pt>
                <c:pt idx="180">
                  <c:v>-0.52977519630439884</c:v>
                </c:pt>
                <c:pt idx="181">
                  <c:v>-0.76536268593832835</c:v>
                </c:pt>
                <c:pt idx="182">
                  <c:v>-0.544545985029394</c:v>
                </c:pt>
                <c:pt idx="183">
                  <c:v>-0.20303996507636371</c:v>
                </c:pt>
                <c:pt idx="184">
                  <c:v>-0.28100268887808039</c:v>
                </c:pt>
                <c:pt idx="185">
                  <c:v>-0.2353162576237593</c:v>
                </c:pt>
                <c:pt idx="186">
                  <c:v>-0.16941756288709839</c:v>
                </c:pt>
                <c:pt idx="187">
                  <c:v>-0.37704687747770932</c:v>
                </c:pt>
                <c:pt idx="188">
                  <c:v>-0.63035191687916015</c:v>
                </c:pt>
                <c:pt idx="189">
                  <c:v>-0.54892752359444807</c:v>
                </c:pt>
                <c:pt idx="190">
                  <c:v>-0.3813347159587252</c:v>
                </c:pt>
                <c:pt idx="191">
                  <c:v>-0.36137190484445292</c:v>
                </c:pt>
                <c:pt idx="192">
                  <c:v>-0.28219902875657538</c:v>
                </c:pt>
                <c:pt idx="193">
                  <c:v>-0.31034561366243058</c:v>
                </c:pt>
                <c:pt idx="194">
                  <c:v>-0.2491746197733444</c:v>
                </c:pt>
                <c:pt idx="195">
                  <c:v>-0.29266347700205891</c:v>
                </c:pt>
                <c:pt idx="196">
                  <c:v>-0.54633654348611393</c:v>
                </c:pt>
                <c:pt idx="197">
                  <c:v>-0.65136133755564196</c:v>
                </c:pt>
                <c:pt idx="198">
                  <c:v>-0.68950771198096661</c:v>
                </c:pt>
                <c:pt idx="199">
                  <c:v>-0.64258204360560078</c:v>
                </c:pt>
                <c:pt idx="200">
                  <c:v>-0.73958452756566295</c:v>
                </c:pt>
                <c:pt idx="201">
                  <c:v>-0.89637632773581055</c:v>
                </c:pt>
                <c:pt idx="202">
                  <c:v>-0.98847602785017774</c:v>
                </c:pt>
                <c:pt idx="203">
                  <c:v>-0.87579759409340918</c:v>
                </c:pt>
                <c:pt idx="204">
                  <c:v>-0.89430007699447689</c:v>
                </c:pt>
                <c:pt idx="205">
                  <c:v>-0.94383510514641578</c:v>
                </c:pt>
                <c:pt idx="206">
                  <c:v>-0.67883339945087151</c:v>
                </c:pt>
                <c:pt idx="207">
                  <c:v>-0.96097512792274276</c:v>
                </c:pt>
                <c:pt idx="208">
                  <c:v>-1.056379267071663</c:v>
                </c:pt>
                <c:pt idx="209">
                  <c:v>-0.8514053269431282</c:v>
                </c:pt>
                <c:pt idx="210">
                  <c:v>-1.1216099278586891</c:v>
                </c:pt>
                <c:pt idx="211">
                  <c:v>-1.1755950623827101</c:v>
                </c:pt>
                <c:pt idx="212">
                  <c:v>-1.04542331648253</c:v>
                </c:pt>
                <c:pt idx="213">
                  <c:v>-1.222891695780816</c:v>
                </c:pt>
                <c:pt idx="214">
                  <c:v>-1.197788177595474</c:v>
                </c:pt>
                <c:pt idx="215">
                  <c:v>-1.0950318576322859</c:v>
                </c:pt>
                <c:pt idx="216">
                  <c:v>-1.1330989716631259</c:v>
                </c:pt>
                <c:pt idx="217">
                  <c:v>-0.98063745655486678</c:v>
                </c:pt>
                <c:pt idx="218">
                  <c:v>-0.75563344948941547</c:v>
                </c:pt>
                <c:pt idx="219">
                  <c:v>-0.80880802727556123</c:v>
                </c:pt>
                <c:pt idx="220">
                  <c:v>-0.85827600004778182</c:v>
                </c:pt>
                <c:pt idx="221">
                  <c:v>-0.32091871885891282</c:v>
                </c:pt>
                <c:pt idx="222">
                  <c:v>-0.75015730711472384</c:v>
                </c:pt>
                <c:pt idx="223">
                  <c:v>-0.70563501420032859</c:v>
                </c:pt>
                <c:pt idx="224">
                  <c:v>-0.67310078310883925</c:v>
                </c:pt>
                <c:pt idx="225">
                  <c:v>-0.4652445719826041</c:v>
                </c:pt>
                <c:pt idx="226">
                  <c:v>-0.2398256343347322</c:v>
                </c:pt>
                <c:pt idx="227">
                  <c:v>-7.9287124512377585E-2</c:v>
                </c:pt>
                <c:pt idx="228">
                  <c:v>-0.1664984258587128</c:v>
                </c:pt>
                <c:pt idx="229">
                  <c:v>-7.242493277506383E-2</c:v>
                </c:pt>
                <c:pt idx="230">
                  <c:v>-1.178730950105593E-3</c:v>
                </c:pt>
                <c:pt idx="231">
                  <c:v>0.26435199879924359</c:v>
                </c:pt>
                <c:pt idx="232">
                  <c:v>0.26730315982679159</c:v>
                </c:pt>
                <c:pt idx="233">
                  <c:v>0.41233181476463021</c:v>
                </c:pt>
                <c:pt idx="234">
                  <c:v>0.38578061765255339</c:v>
                </c:pt>
                <c:pt idx="235">
                  <c:v>0.45443513290467269</c:v>
                </c:pt>
                <c:pt idx="236">
                  <c:v>9.8741353685082259E-2</c:v>
                </c:pt>
                <c:pt idx="237">
                  <c:v>9.9566038125675285E-2</c:v>
                </c:pt>
                <c:pt idx="238">
                  <c:v>0.24567512252743401</c:v>
                </c:pt>
                <c:pt idx="239">
                  <c:v>5.0058519786726131E-2</c:v>
                </c:pt>
                <c:pt idx="240">
                  <c:v>-4.1738042044019222E-2</c:v>
                </c:pt>
                <c:pt idx="241">
                  <c:v>-0.14833952488027449</c:v>
                </c:pt>
                <c:pt idx="242">
                  <c:v>-5.7187786659632991E-3</c:v>
                </c:pt>
                <c:pt idx="243">
                  <c:v>-0.17745651099541851</c:v>
                </c:pt>
                <c:pt idx="244">
                  <c:v>-0.2895774124960559</c:v>
                </c:pt>
                <c:pt idx="245">
                  <c:v>-0.16104798888643571</c:v>
                </c:pt>
                <c:pt idx="246">
                  <c:v>-0.17333491680688201</c:v>
                </c:pt>
                <c:pt idx="247">
                  <c:v>-0.18709237343775789</c:v>
                </c:pt>
                <c:pt idx="248">
                  <c:v>-0.29933591479544341</c:v>
                </c:pt>
                <c:pt idx="249">
                  <c:v>-0.21230641891235341</c:v>
                </c:pt>
                <c:pt idx="250">
                  <c:v>6.0004638886931631E-2</c:v>
                </c:pt>
                <c:pt idx="251">
                  <c:v>0.20304214971607459</c:v>
                </c:pt>
                <c:pt idx="252">
                  <c:v>0.41175900347446343</c:v>
                </c:pt>
                <c:pt idx="253">
                  <c:v>0.38945137019324588</c:v>
                </c:pt>
                <c:pt idx="254">
                  <c:v>0.47116379536868958</c:v>
                </c:pt>
                <c:pt idx="255">
                  <c:v>0.4162782493389427</c:v>
                </c:pt>
                <c:pt idx="256">
                  <c:v>0.46495569759094962</c:v>
                </c:pt>
                <c:pt idx="257">
                  <c:v>0.34501777425013569</c:v>
                </c:pt>
                <c:pt idx="258">
                  <c:v>0.63809454416835465</c:v>
                </c:pt>
                <c:pt idx="259">
                  <c:v>0.64824664116855846</c:v>
                </c:pt>
                <c:pt idx="260">
                  <c:v>0.64037650267463053</c:v>
                </c:pt>
                <c:pt idx="261">
                  <c:v>0.39872991412241482</c:v>
                </c:pt>
                <c:pt idx="262">
                  <c:v>0.65975809393856144</c:v>
                </c:pt>
                <c:pt idx="263">
                  <c:v>0.65300055104226706</c:v>
                </c:pt>
                <c:pt idx="264">
                  <c:v>0.63715408966089437</c:v>
                </c:pt>
                <c:pt idx="265">
                  <c:v>0.56492728214746435</c:v>
                </c:pt>
                <c:pt idx="266">
                  <c:v>0.3287589581121641</c:v>
                </c:pt>
                <c:pt idx="267">
                  <c:v>0.29153238183245478</c:v>
                </c:pt>
                <c:pt idx="268">
                  <c:v>0.16878406730527651</c:v>
                </c:pt>
                <c:pt idx="269">
                  <c:v>0.17796866651090959</c:v>
                </c:pt>
                <c:pt idx="270">
                  <c:v>0.46361474750194692</c:v>
                </c:pt>
                <c:pt idx="271">
                  <c:v>0.56020955321478816</c:v>
                </c:pt>
                <c:pt idx="272">
                  <c:v>0.36421041906932827</c:v>
                </c:pt>
                <c:pt idx="273">
                  <c:v>0.32972944842993662</c:v>
                </c:pt>
                <c:pt idx="274">
                  <c:v>0.32364258002797658</c:v>
                </c:pt>
                <c:pt idx="275">
                  <c:v>0.37763001567201709</c:v>
                </c:pt>
                <c:pt idx="276">
                  <c:v>0.21722153567843849</c:v>
                </c:pt>
                <c:pt idx="277">
                  <c:v>0.49311279849973738</c:v>
                </c:pt>
                <c:pt idx="278">
                  <c:v>0.49277239286702379</c:v>
                </c:pt>
                <c:pt idx="279">
                  <c:v>0.53333088924165528</c:v>
                </c:pt>
                <c:pt idx="280">
                  <c:v>0.30675061525366298</c:v>
                </c:pt>
                <c:pt idx="281">
                  <c:v>0.1095595146737614</c:v>
                </c:pt>
                <c:pt idx="282">
                  <c:v>-0.20961045592892791</c:v>
                </c:pt>
                <c:pt idx="283">
                  <c:v>-0.38324245956665171</c:v>
                </c:pt>
                <c:pt idx="284">
                  <c:v>-0.2297826025083731</c:v>
                </c:pt>
                <c:pt idx="285">
                  <c:v>-0.29795303294739672</c:v>
                </c:pt>
                <c:pt idx="286">
                  <c:v>-0.1214604472179842</c:v>
                </c:pt>
                <c:pt idx="287">
                  <c:v>-0.15861420156739869</c:v>
                </c:pt>
                <c:pt idx="288">
                  <c:v>-0.30536148905497468</c:v>
                </c:pt>
                <c:pt idx="289">
                  <c:v>-0.25800397214405912</c:v>
                </c:pt>
                <c:pt idx="290">
                  <c:v>-2.4597421303070108E-2</c:v>
                </c:pt>
                <c:pt idx="291">
                  <c:v>-0.34044430742303589</c:v>
                </c:pt>
                <c:pt idx="292">
                  <c:v>-0.29897134434183797</c:v>
                </c:pt>
                <c:pt idx="293">
                  <c:v>-0.32583230289850967</c:v>
                </c:pt>
                <c:pt idx="294">
                  <c:v>-0.25209256590967161</c:v>
                </c:pt>
                <c:pt idx="295">
                  <c:v>-0.60440309779495127</c:v>
                </c:pt>
                <c:pt idx="296">
                  <c:v>-0.65781981588789062</c:v>
                </c:pt>
                <c:pt idx="297">
                  <c:v>-0.66704051142589882</c:v>
                </c:pt>
                <c:pt idx="298">
                  <c:v>-0.38420539117073182</c:v>
                </c:pt>
                <c:pt idx="299">
                  <c:v>-0.43326335477260841</c:v>
                </c:pt>
                <c:pt idx="300">
                  <c:v>-0.35893356235712409</c:v>
                </c:pt>
                <c:pt idx="301">
                  <c:v>-0.50536790329374892</c:v>
                </c:pt>
                <c:pt idx="302">
                  <c:v>-0.56406671313338241</c:v>
                </c:pt>
                <c:pt idx="303">
                  <c:v>-0.56409270429615832</c:v>
                </c:pt>
                <c:pt idx="304">
                  <c:v>-0.62907663095911315</c:v>
                </c:pt>
                <c:pt idx="305">
                  <c:v>-0.65087011223988367</c:v>
                </c:pt>
                <c:pt idx="306">
                  <c:v>-0.44842501870637458</c:v>
                </c:pt>
                <c:pt idx="307">
                  <c:v>-0.52306716298769573</c:v>
                </c:pt>
                <c:pt idx="308">
                  <c:v>-0.36516316047920921</c:v>
                </c:pt>
                <c:pt idx="309">
                  <c:v>-0.53829791961661189</c:v>
                </c:pt>
                <c:pt idx="310">
                  <c:v>-0.39007048959499041</c:v>
                </c:pt>
                <c:pt idx="311">
                  <c:v>-0.55405431811894257</c:v>
                </c:pt>
                <c:pt idx="312">
                  <c:v>-0.85481590991343592</c:v>
                </c:pt>
                <c:pt idx="313">
                  <c:v>-0.47216868636015791</c:v>
                </c:pt>
                <c:pt idx="314">
                  <c:v>-0.42632988599378008</c:v>
                </c:pt>
                <c:pt idx="315">
                  <c:v>-0.42563595858687081</c:v>
                </c:pt>
                <c:pt idx="316">
                  <c:v>-0.5793594642330907</c:v>
                </c:pt>
                <c:pt idx="317">
                  <c:v>-0.7241138009677307</c:v>
                </c:pt>
                <c:pt idx="318">
                  <c:v>-0.71191270332487711</c:v>
                </c:pt>
                <c:pt idx="319">
                  <c:v>-0.74220569936304348</c:v>
                </c:pt>
                <c:pt idx="320">
                  <c:v>-0.77545162684049296</c:v>
                </c:pt>
                <c:pt idx="321">
                  <c:v>-0.75344000549965418</c:v>
                </c:pt>
                <c:pt idx="322">
                  <c:v>-0.82508014592589096</c:v>
                </c:pt>
                <c:pt idx="323">
                  <c:v>-0.69312118672753298</c:v>
                </c:pt>
                <c:pt idx="324">
                  <c:v>-0.89021403063064286</c:v>
                </c:pt>
                <c:pt idx="325">
                  <c:v>-0.51323275471103913</c:v>
                </c:pt>
                <c:pt idx="326">
                  <c:v>-0.42316163121284373</c:v>
                </c:pt>
                <c:pt idx="327">
                  <c:v>-0.21847028830265011</c:v>
                </c:pt>
                <c:pt idx="328">
                  <c:v>-0.49298752466335227</c:v>
                </c:pt>
                <c:pt idx="329">
                  <c:v>-0.91927851556233708</c:v>
                </c:pt>
                <c:pt idx="330">
                  <c:v>-0.86485387182051188</c:v>
                </c:pt>
                <c:pt idx="331">
                  <c:v>-0.9323908131262082</c:v>
                </c:pt>
                <c:pt idx="332">
                  <c:v>-0.82118893680663485</c:v>
                </c:pt>
                <c:pt idx="333">
                  <c:v>-0.82227177716027</c:v>
                </c:pt>
                <c:pt idx="334">
                  <c:v>-0.5856145081066112</c:v>
                </c:pt>
                <c:pt idx="335">
                  <c:v>-0.84174554639822463</c:v>
                </c:pt>
                <c:pt idx="336">
                  <c:v>-0.89927440251487645</c:v>
                </c:pt>
                <c:pt idx="337">
                  <c:v>-0.65816676283797459</c:v>
                </c:pt>
                <c:pt idx="338">
                  <c:v>-0.4456537216290844</c:v>
                </c:pt>
                <c:pt idx="339">
                  <c:v>-0.85385795675420817</c:v>
                </c:pt>
                <c:pt idx="340">
                  <c:v>-1.0840858741859869</c:v>
                </c:pt>
                <c:pt idx="341">
                  <c:v>-1.3550062519785879</c:v>
                </c:pt>
                <c:pt idx="342">
                  <c:v>-1.207810561997025</c:v>
                </c:pt>
                <c:pt idx="343">
                  <c:v>-1.574043592120296</c:v>
                </c:pt>
                <c:pt idx="344">
                  <c:v>-1.345633944721691</c:v>
                </c:pt>
                <c:pt idx="345">
                  <c:v>-1.093305621994616</c:v>
                </c:pt>
                <c:pt idx="346">
                  <c:v>-1.3381860140765189</c:v>
                </c:pt>
                <c:pt idx="347">
                  <c:v>-1.3344631391509341</c:v>
                </c:pt>
                <c:pt idx="348">
                  <c:v>-1.391856379993349</c:v>
                </c:pt>
                <c:pt idx="349">
                  <c:v>-1.513780093249766</c:v>
                </c:pt>
                <c:pt idx="350">
                  <c:v>-1.5924665340719899</c:v>
                </c:pt>
                <c:pt idx="351">
                  <c:v>-1.7246039629304371</c:v>
                </c:pt>
                <c:pt idx="352">
                  <c:v>-1.4774707642036771</c:v>
                </c:pt>
                <c:pt idx="353">
                  <c:v>-1.31339018396268</c:v>
                </c:pt>
                <c:pt idx="354">
                  <c:v>-1.4971384461759969</c:v>
                </c:pt>
                <c:pt idx="355">
                  <c:v>-1.4445025785589509</c:v>
                </c:pt>
                <c:pt idx="356">
                  <c:v>-1.54491765019748</c:v>
                </c:pt>
                <c:pt idx="357">
                  <c:v>-1.485681394252695</c:v>
                </c:pt>
                <c:pt idx="358">
                  <c:v>-1.3564577990821269</c:v>
                </c:pt>
                <c:pt idx="359">
                  <c:v>-1.0397813788289141</c:v>
                </c:pt>
                <c:pt idx="360">
                  <c:v>-1.027026842007204</c:v>
                </c:pt>
                <c:pt idx="361">
                  <c:v>-0.78384794833673888</c:v>
                </c:pt>
                <c:pt idx="362">
                  <c:v>-0.72470280520134345</c:v>
                </c:pt>
                <c:pt idx="363">
                  <c:v>-0.55809617317453541</c:v>
                </c:pt>
                <c:pt idx="364">
                  <c:v>-0.50598131383626033</c:v>
                </c:pt>
                <c:pt idx="365">
                  <c:v>-0.57710326891678709</c:v>
                </c:pt>
                <c:pt idx="366">
                  <c:v>-0.57950605887434581</c:v>
                </c:pt>
                <c:pt idx="367">
                  <c:v>-0.23775732362675461</c:v>
                </c:pt>
                <c:pt idx="368">
                  <c:v>-0.37347945125544157</c:v>
                </c:pt>
                <c:pt idx="369">
                  <c:v>-0.40941291160905191</c:v>
                </c:pt>
                <c:pt idx="370">
                  <c:v>1.9189995426234129E-2</c:v>
                </c:pt>
                <c:pt idx="371">
                  <c:v>-5.9790306729682663E-2</c:v>
                </c:pt>
                <c:pt idx="372">
                  <c:v>-6.924717113289551E-2</c:v>
                </c:pt>
                <c:pt idx="373">
                  <c:v>-0.25057451845703449</c:v>
                </c:pt>
                <c:pt idx="374">
                  <c:v>-0.27750120163397463</c:v>
                </c:pt>
                <c:pt idx="375">
                  <c:v>-9.0214425141858137E-2</c:v>
                </c:pt>
                <c:pt idx="376">
                  <c:v>-0.32854073336208872</c:v>
                </c:pt>
                <c:pt idx="377">
                  <c:v>-0.12814073429229281</c:v>
                </c:pt>
                <c:pt idx="378">
                  <c:v>0.1819426155277119</c:v>
                </c:pt>
                <c:pt idx="379">
                  <c:v>-9.0770910922334497E-2</c:v>
                </c:pt>
                <c:pt idx="380">
                  <c:v>-5.0003582508790022E-2</c:v>
                </c:pt>
                <c:pt idx="381">
                  <c:v>0.45935980522221409</c:v>
                </c:pt>
                <c:pt idx="382">
                  <c:v>0.67868584531803222</c:v>
                </c:pt>
                <c:pt idx="383">
                  <c:v>0.556327071997191</c:v>
                </c:pt>
                <c:pt idx="384">
                  <c:v>0.30894434240518859</c:v>
                </c:pt>
                <c:pt idx="385">
                  <c:v>0.22450661850861159</c:v>
                </c:pt>
                <c:pt idx="386">
                  <c:v>0.2458967958075346</c:v>
                </c:pt>
                <c:pt idx="387">
                  <c:v>-1.259927106599641E-2</c:v>
                </c:pt>
                <c:pt idx="388">
                  <c:v>0.13462427095916649</c:v>
                </c:pt>
                <c:pt idx="389">
                  <c:v>-0.15172975937331071</c:v>
                </c:pt>
                <c:pt idx="390">
                  <c:v>-0.31151105472914542</c:v>
                </c:pt>
                <c:pt idx="391">
                  <c:v>-0.59765825398247574</c:v>
                </c:pt>
                <c:pt idx="392">
                  <c:v>-0.5410636946769849</c:v>
                </c:pt>
                <c:pt idx="393">
                  <c:v>-0.38812098633185421</c:v>
                </c:pt>
                <c:pt idx="394">
                  <c:v>-5.6423415507934838E-2</c:v>
                </c:pt>
                <c:pt idx="395">
                  <c:v>-0.1208149026374383</c:v>
                </c:pt>
                <c:pt idx="396">
                  <c:v>-0.26683131139458149</c:v>
                </c:pt>
                <c:pt idx="397">
                  <c:v>-0.19520210232070201</c:v>
                </c:pt>
                <c:pt idx="398">
                  <c:v>-1.3193554251435209E-2</c:v>
                </c:pt>
                <c:pt idx="399">
                  <c:v>0.28698560132703371</c:v>
                </c:pt>
                <c:pt idx="400">
                  <c:v>0.36170164888656359</c:v>
                </c:pt>
                <c:pt idx="401">
                  <c:v>0.34748699090027191</c:v>
                </c:pt>
                <c:pt idx="402">
                  <c:v>0.59538641141511794</c:v>
                </c:pt>
                <c:pt idx="403">
                  <c:v>0.48749950640465078</c:v>
                </c:pt>
                <c:pt idx="404">
                  <c:v>0.4946627630196806</c:v>
                </c:pt>
                <c:pt idx="405">
                  <c:v>0.39894152839011959</c:v>
                </c:pt>
                <c:pt idx="406">
                  <c:v>0.59581705981220112</c:v>
                </c:pt>
                <c:pt idx="407">
                  <c:v>0.67769825318781052</c:v>
                </c:pt>
                <c:pt idx="408">
                  <c:v>0.79012444869638687</c:v>
                </c:pt>
                <c:pt idx="409">
                  <c:v>0.61236434866488831</c:v>
                </c:pt>
                <c:pt idx="410">
                  <c:v>0.20788468186861439</c:v>
                </c:pt>
                <c:pt idx="411">
                  <c:v>0.3714131884820055</c:v>
                </c:pt>
                <c:pt idx="412">
                  <c:v>0.39859765892486909</c:v>
                </c:pt>
                <c:pt idx="413">
                  <c:v>0.56458985342212686</c:v>
                </c:pt>
                <c:pt idx="414">
                  <c:v>0.1224677742394696</c:v>
                </c:pt>
                <c:pt idx="415">
                  <c:v>-0.1226313891446574</c:v>
                </c:pt>
                <c:pt idx="416">
                  <c:v>-0.37479786271917259</c:v>
                </c:pt>
                <c:pt idx="417">
                  <c:v>1.888069578664979E-2</c:v>
                </c:pt>
                <c:pt idx="418">
                  <c:v>-0.17422393972585681</c:v>
                </c:pt>
                <c:pt idx="419">
                  <c:v>6.0984108003447939E-2</c:v>
                </c:pt>
                <c:pt idx="420">
                  <c:v>0.2045871519913357</c:v>
                </c:pt>
                <c:pt idx="421">
                  <c:v>0.27236663338510098</c:v>
                </c:pt>
                <c:pt idx="422">
                  <c:v>0.23503013534242531</c:v>
                </c:pt>
                <c:pt idx="423">
                  <c:v>0.49697536439619028</c:v>
                </c:pt>
                <c:pt idx="424">
                  <c:v>0.62896979075010906</c:v>
                </c:pt>
                <c:pt idx="425">
                  <c:v>0.89776741900679258</c:v>
                </c:pt>
                <c:pt idx="426">
                  <c:v>1.1547583482489281</c:v>
                </c:pt>
                <c:pt idx="427">
                  <c:v>1.1210434988511659</c:v>
                </c:pt>
                <c:pt idx="428">
                  <c:v>1.1124312223069579</c:v>
                </c:pt>
                <c:pt idx="429">
                  <c:v>0.98213517281350271</c:v>
                </c:pt>
                <c:pt idx="430">
                  <c:v>0.96094488600358097</c:v>
                </c:pt>
                <c:pt idx="431">
                  <c:v>0.93580598979624208</c:v>
                </c:pt>
                <c:pt idx="432">
                  <c:v>0.71900591538589675</c:v>
                </c:pt>
                <c:pt idx="433">
                  <c:v>0.63501184364225227</c:v>
                </c:pt>
                <c:pt idx="434">
                  <c:v>0.50904507791490039</c:v>
                </c:pt>
                <c:pt idx="435">
                  <c:v>0.87092150764610976</c:v>
                </c:pt>
                <c:pt idx="436">
                  <c:v>0.89175257349306958</c:v>
                </c:pt>
                <c:pt idx="437">
                  <c:v>0.90090687240999567</c:v>
                </c:pt>
                <c:pt idx="438">
                  <c:v>1.2366592512818579</c:v>
                </c:pt>
                <c:pt idx="439">
                  <c:v>1.20928519535763</c:v>
                </c:pt>
                <c:pt idx="440">
                  <c:v>1.3976461903690891</c:v>
                </c:pt>
                <c:pt idx="441">
                  <c:v>1.506991491992036</c:v>
                </c:pt>
                <c:pt idx="442">
                  <c:v>1.481251973586815</c:v>
                </c:pt>
                <c:pt idx="443">
                  <c:v>1.518780723838254</c:v>
                </c:pt>
                <c:pt idx="444">
                  <c:v>1.3226776223456169</c:v>
                </c:pt>
                <c:pt idx="445">
                  <c:v>1.410025283492373</c:v>
                </c:pt>
                <c:pt idx="446">
                  <c:v>1.419419691717162</c:v>
                </c:pt>
                <c:pt idx="447">
                  <c:v>1.5043671071307461</c:v>
                </c:pt>
                <c:pt idx="448">
                  <c:v>1.6725222446685699</c:v>
                </c:pt>
                <c:pt idx="449">
                  <c:v>1.6687835823461989</c:v>
                </c:pt>
                <c:pt idx="450">
                  <c:v>1.6113406379365041</c:v>
                </c:pt>
                <c:pt idx="451">
                  <c:v>1.420861424649025</c:v>
                </c:pt>
                <c:pt idx="452">
                  <c:v>1.3792893998314131</c:v>
                </c:pt>
                <c:pt idx="453">
                  <c:v>1.521649681178318</c:v>
                </c:pt>
                <c:pt idx="454">
                  <c:v>1.4119535452282139</c:v>
                </c:pt>
                <c:pt idx="455">
                  <c:v>1.254615613606106</c:v>
                </c:pt>
                <c:pt idx="456">
                  <c:v>1.135810231590322</c:v>
                </c:pt>
                <c:pt idx="457">
                  <c:v>1.0572077416903261</c:v>
                </c:pt>
                <c:pt idx="458">
                  <c:v>1.074986817511498</c:v>
                </c:pt>
                <c:pt idx="459">
                  <c:v>1.070864709713498</c:v>
                </c:pt>
                <c:pt idx="460">
                  <c:v>1.0718794149625059</c:v>
                </c:pt>
                <c:pt idx="461">
                  <c:v>0.89612574894330577</c:v>
                </c:pt>
                <c:pt idx="462">
                  <c:v>1.091261457957142</c:v>
                </c:pt>
                <c:pt idx="463">
                  <c:v>1.0552033572001089</c:v>
                </c:pt>
                <c:pt idx="464">
                  <c:v>0.95920041971774161</c:v>
                </c:pt>
                <c:pt idx="465">
                  <c:v>0.62232338632879114</c:v>
                </c:pt>
                <c:pt idx="466">
                  <c:v>0.45689064725663647</c:v>
                </c:pt>
                <c:pt idx="467">
                  <c:v>0.6135655080578617</c:v>
                </c:pt>
                <c:pt idx="468">
                  <c:v>0.39717179403065689</c:v>
                </c:pt>
                <c:pt idx="469">
                  <c:v>0.49558629179049862</c:v>
                </c:pt>
                <c:pt idx="470">
                  <c:v>0.428251404128833</c:v>
                </c:pt>
                <c:pt idx="471">
                  <c:v>0.65751670504813908</c:v>
                </c:pt>
                <c:pt idx="472">
                  <c:v>0.70341000730167236</c:v>
                </c:pt>
                <c:pt idx="473">
                  <c:v>0.59262433632284905</c:v>
                </c:pt>
                <c:pt idx="474">
                  <c:v>0.80790000444235421</c:v>
                </c:pt>
                <c:pt idx="475">
                  <c:v>0.85407220729114697</c:v>
                </c:pt>
                <c:pt idx="476">
                  <c:v>0.68110356099500025</c:v>
                </c:pt>
                <c:pt idx="477">
                  <c:v>0.59058859462159108</c:v>
                </c:pt>
                <c:pt idx="478">
                  <c:v>0.35138327608294112</c:v>
                </c:pt>
                <c:pt idx="479">
                  <c:v>0.21651397284794749</c:v>
                </c:pt>
                <c:pt idx="480">
                  <c:v>1.7480879633352989E-2</c:v>
                </c:pt>
                <c:pt idx="481">
                  <c:v>-5.2181104297088422E-2</c:v>
                </c:pt>
                <c:pt idx="482">
                  <c:v>1.949826478160472E-2</c:v>
                </c:pt>
                <c:pt idx="483">
                  <c:v>-1.413005484652506E-2</c:v>
                </c:pt>
                <c:pt idx="484">
                  <c:v>-1.001230228759829E-2</c:v>
                </c:pt>
                <c:pt idx="485">
                  <c:v>-0.33885942488450499</c:v>
                </c:pt>
                <c:pt idx="486">
                  <c:v>-0.30141093416363002</c:v>
                </c:pt>
                <c:pt idx="487">
                  <c:v>-0.27547219393007227</c:v>
                </c:pt>
                <c:pt idx="488">
                  <c:v>-6.823379208173351E-2</c:v>
                </c:pt>
                <c:pt idx="489">
                  <c:v>-0.22524407571089469</c:v>
                </c:pt>
                <c:pt idx="490">
                  <c:v>-0.16609574014523709</c:v>
                </c:pt>
                <c:pt idx="491">
                  <c:v>-0.36003895113571638</c:v>
                </c:pt>
                <c:pt idx="492">
                  <c:v>-0.25978293075672249</c:v>
                </c:pt>
                <c:pt idx="493">
                  <c:v>-0.1095696583055448</c:v>
                </c:pt>
                <c:pt idx="494">
                  <c:v>-0.3750580899695512</c:v>
                </c:pt>
                <c:pt idx="495">
                  <c:v>-0.33980433421180678</c:v>
                </c:pt>
                <c:pt idx="496">
                  <c:v>-0.3079929540152524</c:v>
                </c:pt>
                <c:pt idx="497">
                  <c:v>-0.33015711239054102</c:v>
                </c:pt>
                <c:pt idx="498">
                  <c:v>-0.1996375019067872</c:v>
                </c:pt>
                <c:pt idx="499">
                  <c:v>-6.6972376567883546E-2</c:v>
                </c:pt>
                <c:pt idx="500">
                  <c:v>-0.1880719357895525</c:v>
                </c:pt>
                <c:pt idx="501">
                  <c:v>-0.30271213499756999</c:v>
                </c:pt>
                <c:pt idx="502">
                  <c:v>-0.12347249044631339</c:v>
                </c:pt>
                <c:pt idx="503">
                  <c:v>-0.2977378980274612</c:v>
                </c:pt>
                <c:pt idx="504">
                  <c:v>-0.35603908327729972</c:v>
                </c:pt>
                <c:pt idx="505">
                  <c:v>-0.43440290785870461</c:v>
                </c:pt>
                <c:pt idx="506">
                  <c:v>-0.2621644321680161</c:v>
                </c:pt>
                <c:pt idx="507">
                  <c:v>-0.46107166275910189</c:v>
                </c:pt>
                <c:pt idx="508">
                  <c:v>-0.42108647682763761</c:v>
                </c:pt>
                <c:pt idx="509">
                  <c:v>-0.47156661077964712</c:v>
                </c:pt>
                <c:pt idx="510">
                  <c:v>-0.1220423242726779</c:v>
                </c:pt>
                <c:pt idx="511">
                  <c:v>-7.7616716710172298E-2</c:v>
                </c:pt>
                <c:pt idx="512">
                  <c:v>-2.8415397747107999E-2</c:v>
                </c:pt>
                <c:pt idx="513">
                  <c:v>0.19750683026646151</c:v>
                </c:pt>
                <c:pt idx="514">
                  <c:v>0.46722756470809518</c:v>
                </c:pt>
                <c:pt idx="515">
                  <c:v>0.58862233799423513</c:v>
                </c:pt>
                <c:pt idx="516">
                  <c:v>0.56981302537809242</c:v>
                </c:pt>
                <c:pt idx="517">
                  <c:v>0.34259615349458139</c:v>
                </c:pt>
                <c:pt idx="518">
                  <c:v>0.28813217568714072</c:v>
                </c:pt>
                <c:pt idx="519">
                  <c:v>0.46897338363604057</c:v>
                </c:pt>
                <c:pt idx="520">
                  <c:v>0.58564100457362545</c:v>
                </c:pt>
                <c:pt idx="521">
                  <c:v>0.44670981807996418</c:v>
                </c:pt>
                <c:pt idx="522">
                  <c:v>0.37606136083399327</c:v>
                </c:pt>
                <c:pt idx="523">
                  <c:v>0.43934371347111018</c:v>
                </c:pt>
                <c:pt idx="524">
                  <c:v>0.56135741319773447</c:v>
                </c:pt>
                <c:pt idx="525">
                  <c:v>0.50207264985017219</c:v>
                </c:pt>
                <c:pt idx="526">
                  <c:v>0.69718333870937554</c:v>
                </c:pt>
                <c:pt idx="527">
                  <c:v>0.84747441583643102</c:v>
                </c:pt>
                <c:pt idx="528">
                  <c:v>1.0261510848643529</c:v>
                </c:pt>
                <c:pt idx="529">
                  <c:v>0.93263367187159218</c:v>
                </c:pt>
                <c:pt idx="530">
                  <c:v>0.90444125688257138</c:v>
                </c:pt>
                <c:pt idx="531">
                  <c:v>0.70968539482674486</c:v>
                </c:pt>
                <c:pt idx="532">
                  <c:v>0.85818227077963161</c:v>
                </c:pt>
                <c:pt idx="533">
                  <c:v>0.71132750892324292</c:v>
                </c:pt>
                <c:pt idx="534">
                  <c:v>0.49342107237980781</c:v>
                </c:pt>
                <c:pt idx="535">
                  <c:v>0.60913330957957645</c:v>
                </c:pt>
                <c:pt idx="536">
                  <c:v>0.62871079666760543</c:v>
                </c:pt>
                <c:pt idx="537">
                  <c:v>0.55113094973733268</c:v>
                </c:pt>
                <c:pt idx="538">
                  <c:v>0.43200109887407118</c:v>
                </c:pt>
                <c:pt idx="539">
                  <c:v>0.18920031079832711</c:v>
                </c:pt>
                <c:pt idx="540">
                  <c:v>0.16177817325699101</c:v>
                </c:pt>
                <c:pt idx="541">
                  <c:v>1.439340276443022E-2</c:v>
                </c:pt>
                <c:pt idx="542">
                  <c:v>-0.27010887404163808</c:v>
                </c:pt>
                <c:pt idx="543">
                  <c:v>-0.16438909594689061</c:v>
                </c:pt>
                <c:pt idx="544">
                  <c:v>-0.2413401618318205</c:v>
                </c:pt>
                <c:pt idx="545">
                  <c:v>-0.53818428695496934</c:v>
                </c:pt>
                <c:pt idx="546">
                  <c:v>-0.42609104300625222</c:v>
                </c:pt>
                <c:pt idx="547">
                  <c:v>-0.4132247783170796</c:v>
                </c:pt>
                <c:pt idx="548">
                  <c:v>-0.26434175929476328</c:v>
                </c:pt>
                <c:pt idx="549">
                  <c:v>-0.30468513624987142</c:v>
                </c:pt>
                <c:pt idx="550">
                  <c:v>-0.19312393226877811</c:v>
                </c:pt>
                <c:pt idx="551">
                  <c:v>-7.1796488672984826E-2</c:v>
                </c:pt>
                <c:pt idx="552">
                  <c:v>-0.13788857198097371</c:v>
                </c:pt>
                <c:pt idx="553">
                  <c:v>-9.3633070692043324E-2</c:v>
                </c:pt>
                <c:pt idx="554">
                  <c:v>9.8888956512446807E-2</c:v>
                </c:pt>
                <c:pt idx="555">
                  <c:v>0.15276770824524441</c:v>
                </c:pt>
                <c:pt idx="556">
                  <c:v>0.31269495816635567</c:v>
                </c:pt>
                <c:pt idx="557">
                  <c:v>0.28604695709010652</c:v>
                </c:pt>
                <c:pt idx="558">
                  <c:v>0.30618668228052831</c:v>
                </c:pt>
                <c:pt idx="559">
                  <c:v>0.29028236123599083</c:v>
                </c:pt>
                <c:pt idx="560">
                  <c:v>0.42938181771128492</c:v>
                </c:pt>
                <c:pt idx="561">
                  <c:v>0.35249135662485481</c:v>
                </c:pt>
                <c:pt idx="562">
                  <c:v>0.32013795753433111</c:v>
                </c:pt>
                <c:pt idx="563">
                  <c:v>0.48192858672388672</c:v>
                </c:pt>
                <c:pt idx="564">
                  <c:v>0.31179912813606159</c:v>
                </c:pt>
                <c:pt idx="565">
                  <c:v>0.37978741950371508</c:v>
                </c:pt>
                <c:pt idx="566">
                  <c:v>0.54842935767205925</c:v>
                </c:pt>
                <c:pt idx="567">
                  <c:v>0.74978576823084764</c:v>
                </c:pt>
                <c:pt idx="568">
                  <c:v>0.71437905999179696</c:v>
                </c:pt>
                <c:pt idx="569">
                  <c:v>0.66282287030183484</c:v>
                </c:pt>
                <c:pt idx="570">
                  <c:v>0.69694553665944847</c:v>
                </c:pt>
                <c:pt idx="571">
                  <c:v>0.65496719555784622</c:v>
                </c:pt>
                <c:pt idx="572">
                  <c:v>0.64045023454759686</c:v>
                </c:pt>
                <c:pt idx="573">
                  <c:v>0.55170966401512167</c:v>
                </c:pt>
                <c:pt idx="574">
                  <c:v>0.44588219122777162</c:v>
                </c:pt>
                <c:pt idx="575">
                  <c:v>0.49323233797489152</c:v>
                </c:pt>
                <c:pt idx="576">
                  <c:v>0.56827764871611897</c:v>
                </c:pt>
                <c:pt idx="577">
                  <c:v>0.77874932872520941</c:v>
                </c:pt>
                <c:pt idx="578">
                  <c:v>0.75638325198533085</c:v>
                </c:pt>
                <c:pt idx="579">
                  <c:v>0.77995251963316914</c:v>
                </c:pt>
                <c:pt idx="580">
                  <c:v>0.7034838880925276</c:v>
                </c:pt>
                <c:pt idx="581">
                  <c:v>0.90831375228079358</c:v>
                </c:pt>
                <c:pt idx="582">
                  <c:v>0.9477342600123746</c:v>
                </c:pt>
                <c:pt idx="583">
                  <c:v>1.091822938503864</c:v>
                </c:pt>
                <c:pt idx="584">
                  <c:v>0.52416020096299587</c:v>
                </c:pt>
                <c:pt idx="585">
                  <c:v>0.54662460557071235</c:v>
                </c:pt>
                <c:pt idx="586">
                  <c:v>0.34739675790891972</c:v>
                </c:pt>
                <c:pt idx="587">
                  <c:v>0.36223480389348128</c:v>
                </c:pt>
                <c:pt idx="588">
                  <c:v>0.25173730068363193</c:v>
                </c:pt>
                <c:pt idx="589">
                  <c:v>0.37394873195670908</c:v>
                </c:pt>
                <c:pt idx="590">
                  <c:v>0.40282833642760718</c:v>
                </c:pt>
                <c:pt idx="591">
                  <c:v>0.20930430387272239</c:v>
                </c:pt>
                <c:pt idx="592">
                  <c:v>1.796879193143661E-2</c:v>
                </c:pt>
                <c:pt idx="593">
                  <c:v>9.5663295792463951E-2</c:v>
                </c:pt>
                <c:pt idx="594">
                  <c:v>9.9448006913460674E-2</c:v>
                </c:pt>
                <c:pt idx="595">
                  <c:v>-1.336056946091071E-2</c:v>
                </c:pt>
                <c:pt idx="596">
                  <c:v>0.2290828441822339</c:v>
                </c:pt>
                <c:pt idx="597">
                  <c:v>0.27504374933111508</c:v>
                </c:pt>
                <c:pt idx="598">
                  <c:v>0.14197159892250319</c:v>
                </c:pt>
                <c:pt idx="599">
                  <c:v>0.1982392743715059</c:v>
                </c:pt>
                <c:pt idx="600">
                  <c:v>-8.7577362431846134E-2</c:v>
                </c:pt>
                <c:pt idx="601">
                  <c:v>-9.247953987679719E-2</c:v>
                </c:pt>
                <c:pt idx="602">
                  <c:v>0.1425916260813048</c:v>
                </c:pt>
                <c:pt idx="603">
                  <c:v>6.4136333558019162E-2</c:v>
                </c:pt>
                <c:pt idx="604">
                  <c:v>0.1263608365528095</c:v>
                </c:pt>
                <c:pt idx="605">
                  <c:v>0.15922327076231171</c:v>
                </c:pt>
                <c:pt idx="606">
                  <c:v>0.22124624667713949</c:v>
                </c:pt>
                <c:pt idx="607">
                  <c:v>0.1427740216469475</c:v>
                </c:pt>
                <c:pt idx="608">
                  <c:v>0.33858157573106118</c:v>
                </c:pt>
                <c:pt idx="609">
                  <c:v>0.30324797240484658</c:v>
                </c:pt>
                <c:pt idx="610">
                  <c:v>0.2033176783580681</c:v>
                </c:pt>
                <c:pt idx="611">
                  <c:v>0.13769644583952181</c:v>
                </c:pt>
                <c:pt idx="612">
                  <c:v>0.30248483500753059</c:v>
                </c:pt>
                <c:pt idx="613">
                  <c:v>0.68549712731487344</c:v>
                </c:pt>
                <c:pt idx="614">
                  <c:v>1.0857001324479001</c:v>
                </c:pt>
                <c:pt idx="615">
                  <c:v>1.3344279861505699</c:v>
                </c:pt>
                <c:pt idx="616">
                  <c:v>1.451320517077582</c:v>
                </c:pt>
                <c:pt idx="617">
                  <c:v>1.645793746737285</c:v>
                </c:pt>
                <c:pt idx="618">
                  <c:v>1.80373222725783</c:v>
                </c:pt>
                <c:pt idx="619">
                  <c:v>1.5945590669866829</c:v>
                </c:pt>
                <c:pt idx="620">
                  <c:v>1.5214566092087229</c:v>
                </c:pt>
                <c:pt idx="621">
                  <c:v>1.511566883351894</c:v>
                </c:pt>
                <c:pt idx="622">
                  <c:v>1.6598903392439599</c:v>
                </c:pt>
                <c:pt idx="623">
                  <c:v>1.328680380001958</c:v>
                </c:pt>
                <c:pt idx="624">
                  <c:v>1.280947259491656</c:v>
                </c:pt>
                <c:pt idx="625">
                  <c:v>1.271447458587929</c:v>
                </c:pt>
                <c:pt idx="626">
                  <c:v>1.4187837946611179</c:v>
                </c:pt>
                <c:pt idx="627">
                  <c:v>1.4072733101748149</c:v>
                </c:pt>
                <c:pt idx="628">
                  <c:v>1.612803696799511</c:v>
                </c:pt>
                <c:pt idx="629">
                  <c:v>1.371447319961133</c:v>
                </c:pt>
                <c:pt idx="630">
                  <c:v>1.2698737841837759</c:v>
                </c:pt>
                <c:pt idx="631">
                  <c:v>1.270858914915006</c:v>
                </c:pt>
                <c:pt idx="632">
                  <c:v>1.4622856933035611</c:v>
                </c:pt>
                <c:pt idx="633">
                  <c:v>1.56086309928008</c:v>
                </c:pt>
                <c:pt idx="634">
                  <c:v>1.415957564959794</c:v>
                </c:pt>
                <c:pt idx="635">
                  <c:v>1.603641476882832</c:v>
                </c:pt>
                <c:pt idx="636">
                  <c:v>1.397234410951985</c:v>
                </c:pt>
                <c:pt idx="637">
                  <c:v>1.3219484024116741</c:v>
                </c:pt>
                <c:pt idx="638">
                  <c:v>1.0284504107176831</c:v>
                </c:pt>
                <c:pt idx="639">
                  <c:v>0.84135730483667526</c:v>
                </c:pt>
                <c:pt idx="640">
                  <c:v>0.45505660369021289</c:v>
                </c:pt>
                <c:pt idx="641">
                  <c:v>0.58021014708298768</c:v>
                </c:pt>
                <c:pt idx="642">
                  <c:v>0.31236206950845502</c:v>
                </c:pt>
                <c:pt idx="643">
                  <c:v>9.1166741829300887E-2</c:v>
                </c:pt>
                <c:pt idx="644">
                  <c:v>0.1639785983680111</c:v>
                </c:pt>
                <c:pt idx="645">
                  <c:v>0.31713043340858432</c:v>
                </c:pt>
                <c:pt idx="646">
                  <c:v>0.1977270455756707</c:v>
                </c:pt>
                <c:pt idx="647">
                  <c:v>-0.15044342596510879</c:v>
                </c:pt>
                <c:pt idx="648">
                  <c:v>-0.34583730835539489</c:v>
                </c:pt>
                <c:pt idx="649">
                  <c:v>-0.1847470209221547</c:v>
                </c:pt>
                <c:pt idx="650">
                  <c:v>-0.1752603950128</c:v>
                </c:pt>
                <c:pt idx="651">
                  <c:v>-0.38297780187244129</c:v>
                </c:pt>
                <c:pt idx="652">
                  <c:v>-0.29879994425989459</c:v>
                </c:pt>
                <c:pt idx="653">
                  <c:v>-0.63603552266414443</c:v>
                </c:pt>
                <c:pt idx="654">
                  <c:v>-0.17670518570357499</c:v>
                </c:pt>
                <c:pt idx="655">
                  <c:v>-0.22189294009720131</c:v>
                </c:pt>
                <c:pt idx="656">
                  <c:v>0.1166169626553957</c:v>
                </c:pt>
                <c:pt idx="657">
                  <c:v>-0.20110812264938591</c:v>
                </c:pt>
                <c:pt idx="658">
                  <c:v>-0.50954596733751634</c:v>
                </c:pt>
                <c:pt idx="659">
                  <c:v>-0.47682912219194212</c:v>
                </c:pt>
                <c:pt idx="660">
                  <c:v>-4.6918708896157423E-2</c:v>
                </c:pt>
                <c:pt idx="661">
                  <c:v>7.0011815388314164E-2</c:v>
                </c:pt>
                <c:pt idx="662">
                  <c:v>-1.420999837885379E-2</c:v>
                </c:pt>
                <c:pt idx="663">
                  <c:v>-0.1014266332836168</c:v>
                </c:pt>
                <c:pt idx="664">
                  <c:v>-0.2378363359065902</c:v>
                </c:pt>
                <c:pt idx="665">
                  <c:v>4.5533404122150421E-2</c:v>
                </c:pt>
                <c:pt idx="666">
                  <c:v>0.42631291068392779</c:v>
                </c:pt>
                <c:pt idx="667">
                  <c:v>0.51793452005770091</c:v>
                </c:pt>
                <c:pt idx="668">
                  <c:v>0.5404068501449304</c:v>
                </c:pt>
                <c:pt idx="669">
                  <c:v>0.60057830212934105</c:v>
                </c:pt>
                <c:pt idx="670">
                  <c:v>0.56694343132346781</c:v>
                </c:pt>
                <c:pt idx="671">
                  <c:v>0.28412889945243203</c:v>
                </c:pt>
                <c:pt idx="672">
                  <c:v>0.32479252982956219</c:v>
                </c:pt>
                <c:pt idx="673">
                  <c:v>0.36087396700802632</c:v>
                </c:pt>
                <c:pt idx="674">
                  <c:v>8.5717399521849841E-2</c:v>
                </c:pt>
                <c:pt idx="675">
                  <c:v>-0.23926444426133539</c:v>
                </c:pt>
                <c:pt idx="676">
                  <c:v>-0.30927121744288583</c:v>
                </c:pt>
                <c:pt idx="677">
                  <c:v>-0.63710163338170056</c:v>
                </c:pt>
                <c:pt idx="678">
                  <c:v>-0.71051572481606051</c:v>
                </c:pt>
                <c:pt idx="679">
                  <c:v>-0.93920917656881753</c:v>
                </c:pt>
                <c:pt idx="680">
                  <c:v>-0.61182056003416851</c:v>
                </c:pt>
                <c:pt idx="681">
                  <c:v>-0.65208470032765453</c:v>
                </c:pt>
                <c:pt idx="682">
                  <c:v>-0.53233820400099585</c:v>
                </c:pt>
                <c:pt idx="683">
                  <c:v>-0.32270059431948589</c:v>
                </c:pt>
                <c:pt idx="684">
                  <c:v>-0.58888700103157854</c:v>
                </c:pt>
                <c:pt idx="685">
                  <c:v>-0.67870827184528304</c:v>
                </c:pt>
                <c:pt idx="686">
                  <c:v>-0.9219945013838331</c:v>
                </c:pt>
                <c:pt idx="687">
                  <c:v>-1.1019163008848381</c:v>
                </c:pt>
                <c:pt idx="688">
                  <c:v>-1.5117134751308621</c:v>
                </c:pt>
                <c:pt idx="689">
                  <c:v>-1.3459554768490849</c:v>
                </c:pt>
                <c:pt idx="690">
                  <c:v>-1.727980066853438</c:v>
                </c:pt>
                <c:pt idx="691">
                  <c:v>-1.857064949681376</c:v>
                </c:pt>
                <c:pt idx="692">
                  <c:v>-2.185453163734246</c:v>
                </c:pt>
                <c:pt idx="693">
                  <c:v>-1.6166919022824291</c:v>
                </c:pt>
                <c:pt idx="694">
                  <c:v>-1.5455307012093109</c:v>
                </c:pt>
                <c:pt idx="695">
                  <c:v>-1.7343776841282501</c:v>
                </c:pt>
                <c:pt idx="696">
                  <c:v>-1.4991463828518219</c:v>
                </c:pt>
                <c:pt idx="697">
                  <c:v>-1.6558436502845151</c:v>
                </c:pt>
                <c:pt idx="698">
                  <c:v>-1.648935954731644</c:v>
                </c:pt>
                <c:pt idx="699">
                  <c:v>-1.6983256342109849</c:v>
                </c:pt>
                <c:pt idx="700">
                  <c:v>-1.8416638170641919</c:v>
                </c:pt>
                <c:pt idx="701">
                  <c:v>-2.007513168371978</c:v>
                </c:pt>
                <c:pt idx="702">
                  <c:v>-1.662672888344586</c:v>
                </c:pt>
                <c:pt idx="703">
                  <c:v>-2.0259181804622282</c:v>
                </c:pt>
                <c:pt idx="704">
                  <c:v>-2.108143581892143</c:v>
                </c:pt>
                <c:pt idx="705">
                  <c:v>-2.1168605251967039</c:v>
                </c:pt>
                <c:pt idx="706">
                  <c:v>-1.8419558808367009</c:v>
                </c:pt>
                <c:pt idx="707">
                  <c:v>-1.9780987988986161</c:v>
                </c:pt>
                <c:pt idx="708">
                  <c:v>-1.61466162089524</c:v>
                </c:pt>
                <c:pt idx="709">
                  <c:v>-1.5957424037430139</c:v>
                </c:pt>
                <c:pt idx="710">
                  <c:v>-1.580582697678067</c:v>
                </c:pt>
                <c:pt idx="711">
                  <c:v>-1.6597259977307159</c:v>
                </c:pt>
                <c:pt idx="712">
                  <c:v>-1.733010615710092</c:v>
                </c:pt>
                <c:pt idx="713">
                  <c:v>-1.6333968285310381</c:v>
                </c:pt>
                <c:pt idx="714">
                  <c:v>-1.5335684466366679</c:v>
                </c:pt>
                <c:pt idx="715">
                  <c:v>-1.348820818951872</c:v>
                </c:pt>
                <c:pt idx="716">
                  <c:v>-1.2819534148283329</c:v>
                </c:pt>
                <c:pt idx="717">
                  <c:v>-1.266378965589658</c:v>
                </c:pt>
                <c:pt idx="718">
                  <c:v>-1.1397268134482661</c:v>
                </c:pt>
                <c:pt idx="719">
                  <c:v>-0.92888308184589374</c:v>
                </c:pt>
                <c:pt idx="720">
                  <c:v>-0.94369646060984369</c:v>
                </c:pt>
                <c:pt idx="721">
                  <c:v>-1.1077012126086769</c:v>
                </c:pt>
                <c:pt idx="722">
                  <c:v>-1.164615539070071</c:v>
                </c:pt>
                <c:pt idx="723">
                  <c:v>-0.97480475502316521</c:v>
                </c:pt>
                <c:pt idx="724">
                  <c:v>-0.73723840493548565</c:v>
                </c:pt>
                <c:pt idx="725">
                  <c:v>-0.9467208339252412</c:v>
                </c:pt>
                <c:pt idx="726">
                  <c:v>-1.055084038156721</c:v>
                </c:pt>
                <c:pt idx="727">
                  <c:v>-1.235135069966782</c:v>
                </c:pt>
                <c:pt idx="728">
                  <c:v>-0.93437362269032131</c:v>
                </c:pt>
                <c:pt idx="729">
                  <c:v>-0.52772720040425447</c:v>
                </c:pt>
                <c:pt idx="730">
                  <c:v>-0.74026610685089422</c:v>
                </c:pt>
                <c:pt idx="731">
                  <c:v>-0.66061541983670669</c:v>
                </c:pt>
                <c:pt idx="732">
                  <c:v>-0.77975532867389152</c:v>
                </c:pt>
                <c:pt idx="733">
                  <c:v>-0.93086240337401338</c:v>
                </c:pt>
                <c:pt idx="734">
                  <c:v>-1.0028025364270261</c:v>
                </c:pt>
                <c:pt idx="735">
                  <c:v>-1.1241217068059479</c:v>
                </c:pt>
                <c:pt idx="736">
                  <c:v>-1.1250846400017751</c:v>
                </c:pt>
                <c:pt idx="737">
                  <c:v>-0.81937938313711922</c:v>
                </c:pt>
                <c:pt idx="738">
                  <c:v>-0.97383871192109772</c:v>
                </c:pt>
                <c:pt idx="739">
                  <c:v>-1.188570308401576</c:v>
                </c:pt>
                <c:pt idx="740">
                  <c:v>-0.90581990517558186</c:v>
                </c:pt>
                <c:pt idx="741">
                  <c:v>-0.77807882442029752</c:v>
                </c:pt>
                <c:pt idx="742">
                  <c:v>-1.0156297035664601</c:v>
                </c:pt>
                <c:pt idx="743">
                  <c:v>-0.75475023263176311</c:v>
                </c:pt>
                <c:pt idx="744">
                  <c:v>-0.64324078578242694</c:v>
                </c:pt>
                <c:pt idx="745">
                  <c:v>-0.64101262711758422</c:v>
                </c:pt>
                <c:pt idx="746">
                  <c:v>-0.65971889911103965</c:v>
                </c:pt>
                <c:pt idx="747">
                  <c:v>-0.68412555987967216</c:v>
                </c:pt>
                <c:pt idx="748">
                  <c:v>-0.94478526264480001</c:v>
                </c:pt>
                <c:pt idx="749">
                  <c:v>-1.169630846629409</c:v>
                </c:pt>
                <c:pt idx="750">
                  <c:v>-1.316226559861577</c:v>
                </c:pt>
                <c:pt idx="751">
                  <c:v>-1.649126093597036</c:v>
                </c:pt>
                <c:pt idx="752">
                  <c:v>-1.713467217943681</c:v>
                </c:pt>
                <c:pt idx="753">
                  <c:v>-1.674536540697299</c:v>
                </c:pt>
                <c:pt idx="754">
                  <c:v>-1.698378986673857</c:v>
                </c:pt>
                <c:pt idx="755">
                  <c:v>-1.799838133839069</c:v>
                </c:pt>
                <c:pt idx="756">
                  <c:v>-1.849863111470563</c:v>
                </c:pt>
                <c:pt idx="757">
                  <c:v>-1.6334681117287231</c:v>
                </c:pt>
                <c:pt idx="758">
                  <c:v>-1.653483038331121</c:v>
                </c:pt>
                <c:pt idx="759">
                  <c:v>-1.3548533293278859</c:v>
                </c:pt>
                <c:pt idx="760">
                  <c:v>-1.232072779100079</c:v>
                </c:pt>
                <c:pt idx="761">
                  <c:v>-0.97401105863578941</c:v>
                </c:pt>
                <c:pt idx="762">
                  <c:v>-0.97927164141260759</c:v>
                </c:pt>
                <c:pt idx="763">
                  <c:v>-0.96291109821913801</c:v>
                </c:pt>
                <c:pt idx="764">
                  <c:v>-0.94578208735838454</c:v>
                </c:pt>
                <c:pt idx="765">
                  <c:v>-0.75948938988435055</c:v>
                </c:pt>
                <c:pt idx="766">
                  <c:v>-0.63252859004679751</c:v>
                </c:pt>
                <c:pt idx="767">
                  <c:v>-0.33737573230453383</c:v>
                </c:pt>
                <c:pt idx="768">
                  <c:v>-0.26599756553398091</c:v>
                </c:pt>
                <c:pt idx="769">
                  <c:v>-0.21493544004557649</c:v>
                </c:pt>
                <c:pt idx="770">
                  <c:v>-0.1077632582222718</c:v>
                </c:pt>
                <c:pt idx="771">
                  <c:v>-0.31319829145874278</c:v>
                </c:pt>
                <c:pt idx="772">
                  <c:v>-9.7273202016284505E-2</c:v>
                </c:pt>
                <c:pt idx="773">
                  <c:v>-0.30115509832300053</c:v>
                </c:pt>
                <c:pt idx="774">
                  <c:v>-0.48580359966233683</c:v>
                </c:pt>
                <c:pt idx="775">
                  <c:v>-0.36889785210135723</c:v>
                </c:pt>
                <c:pt idx="776">
                  <c:v>-0.35494585043158411</c:v>
                </c:pt>
                <c:pt idx="777">
                  <c:v>-0.44813733032973768</c:v>
                </c:pt>
                <c:pt idx="778">
                  <c:v>-0.42987035482886871</c:v>
                </c:pt>
                <c:pt idx="779">
                  <c:v>-0.24137345057288509</c:v>
                </c:pt>
                <c:pt idx="780">
                  <c:v>-8.5409023171675189E-2</c:v>
                </c:pt>
                <c:pt idx="781">
                  <c:v>-0.19374458079258311</c:v>
                </c:pt>
                <c:pt idx="782">
                  <c:v>-0.30110512171016968</c:v>
                </c:pt>
                <c:pt idx="783">
                  <c:v>-0.24126184758335589</c:v>
                </c:pt>
                <c:pt idx="784">
                  <c:v>-0.32662634003198138</c:v>
                </c:pt>
                <c:pt idx="785">
                  <c:v>-0.19224447761220531</c:v>
                </c:pt>
                <c:pt idx="786">
                  <c:v>5.8806902592552363E-2</c:v>
                </c:pt>
                <c:pt idx="787">
                  <c:v>0.2061922665850085</c:v>
                </c:pt>
                <c:pt idx="788">
                  <c:v>0.52769858632046673</c:v>
                </c:pt>
                <c:pt idx="789">
                  <c:v>1.0219942379863149</c:v>
                </c:pt>
                <c:pt idx="790">
                  <c:v>1.0516934199908849</c:v>
                </c:pt>
                <c:pt idx="791">
                  <c:v>1.0196689845620071</c:v>
                </c:pt>
                <c:pt idx="792">
                  <c:v>1.1190307465502449</c:v>
                </c:pt>
                <c:pt idx="793">
                  <c:v>1.3639313569145559</c:v>
                </c:pt>
                <c:pt idx="794">
                  <c:v>1.0855985572166651</c:v>
                </c:pt>
                <c:pt idx="795">
                  <c:v>0.93855331825088084</c:v>
                </c:pt>
                <c:pt idx="796">
                  <c:v>0.68613272915302048</c:v>
                </c:pt>
                <c:pt idx="797">
                  <c:v>0.70566634143565066</c:v>
                </c:pt>
                <c:pt idx="798">
                  <c:v>0.82269359973017642</c:v>
                </c:pt>
                <c:pt idx="799">
                  <c:v>1.0427812768779039</c:v>
                </c:pt>
                <c:pt idx="800">
                  <c:v>0.82246761549273339</c:v>
                </c:pt>
                <c:pt idx="801">
                  <c:v>0.61395955170647087</c:v>
                </c:pt>
                <c:pt idx="802">
                  <c:v>0.72926698603892937</c:v>
                </c:pt>
                <c:pt idx="803">
                  <c:v>-0.28860946573216723</c:v>
                </c:pt>
                <c:pt idx="804">
                  <c:v>-0.38202426389103772</c:v>
                </c:pt>
                <c:pt idx="805">
                  <c:v>-0.70999359731844169</c:v>
                </c:pt>
                <c:pt idx="806">
                  <c:v>-0.72727660795204441</c:v>
                </c:pt>
              </c:numCache>
            </c:numRef>
          </c:val>
          <c:smooth val="0"/>
          <c:extLst>
            <c:ext xmlns:c16="http://schemas.microsoft.com/office/drawing/2014/chart" uri="{C3380CC4-5D6E-409C-BE32-E72D297353CC}">
              <c16:uniqueId val="{00000000-8EA5-4511-91A6-C3B8E698D076}"/>
            </c:ext>
          </c:extLst>
        </c:ser>
        <c:dLbls>
          <c:showLegendKey val="0"/>
          <c:showVal val="0"/>
          <c:showCatName val="0"/>
          <c:showSerName val="0"/>
          <c:showPercent val="0"/>
          <c:showBubbleSize val="0"/>
        </c:dLbls>
        <c:marker val="1"/>
        <c:smooth val="0"/>
        <c:axId val="338703552"/>
        <c:axId val="338698752"/>
      </c:lineChart>
      <c:lineChart>
        <c:grouping val="standard"/>
        <c:varyColors val="0"/>
        <c:ser>
          <c:idx val="1"/>
          <c:order val="1"/>
          <c:tx>
            <c:v>Ibovespa</c:v>
          </c:tx>
          <c:spPr>
            <a:ln w="22225" cap="rnd">
              <a:solidFill>
                <a:srgbClr val="1F2F44"/>
              </a:solidFill>
              <a:round/>
            </a:ln>
            <a:effectLst/>
          </c:spPr>
          <c:marker>
            <c:symbol val="none"/>
          </c:marker>
          <c:cat>
            <c:numRef>
              <c:f>'Composite treatment'!$E$5:$E$50000</c:f>
              <c:numCache>
                <c:formatCode>0.00</c:formatCode>
                <c:ptCount val="49996"/>
                <c:pt idx="0">
                  <c:v>119379.5</c:v>
                </c:pt>
                <c:pt idx="1">
                  <c:v>119090.24000000001</c:v>
                </c:pt>
                <c:pt idx="2">
                  <c:v>118408.77</c:v>
                </c:pt>
                <c:pt idx="3">
                  <c:v>118349.6</c:v>
                </c:pt>
                <c:pt idx="4">
                  <c:v>118065.14</c:v>
                </c:pt>
                <c:pt idx="5">
                  <c:v>116809.55</c:v>
                </c:pt>
                <c:pt idx="6">
                  <c:v>116171.42</c:v>
                </c:pt>
                <c:pt idx="7">
                  <c:v>115591.52</c:v>
                </c:pt>
                <c:pt idx="8">
                  <c:v>114982.3</c:v>
                </c:pt>
                <c:pt idx="9">
                  <c:v>115408.52</c:v>
                </c:pt>
                <c:pt idx="10">
                  <c:v>114429.35</c:v>
                </c:pt>
                <c:pt idx="11">
                  <c:v>116156.01</c:v>
                </c:pt>
                <c:pt idx="12">
                  <c:v>118134.59</c:v>
                </c:pt>
                <c:pt idx="13">
                  <c:v>117025.60000000001</c:v>
                </c:pt>
                <c:pt idx="14">
                  <c:v>115837.2</c:v>
                </c:pt>
                <c:pt idx="15">
                  <c:v>117120.98</c:v>
                </c:pt>
                <c:pt idx="16">
                  <c:v>118403.61</c:v>
                </c:pt>
                <c:pt idx="17">
                  <c:v>117535.1</c:v>
                </c:pt>
                <c:pt idx="18">
                  <c:v>115741.81</c:v>
                </c:pt>
                <c:pt idx="19">
                  <c:v>117892.96</c:v>
                </c:pt>
                <c:pt idx="20">
                  <c:v>117776.62</c:v>
                </c:pt>
                <c:pt idx="21">
                  <c:v>117331.3</c:v>
                </c:pt>
                <c:pt idx="22">
                  <c:v>115985.34</c:v>
                </c:pt>
                <c:pt idx="23">
                  <c:v>115313.4</c:v>
                </c:pt>
                <c:pt idx="24">
                  <c:v>116883.34</c:v>
                </c:pt>
                <c:pt idx="25">
                  <c:v>117968.12</c:v>
                </c:pt>
                <c:pt idx="26">
                  <c:v>118175.97</c:v>
                </c:pt>
                <c:pt idx="27">
                  <c:v>119391.55</c:v>
                </c:pt>
                <c:pt idx="28">
                  <c:v>118757.53</c:v>
                </c:pt>
                <c:pt idx="29">
                  <c:v>118288.21</c:v>
                </c:pt>
                <c:pt idx="30">
                  <c:v>117845.78</c:v>
                </c:pt>
                <c:pt idx="31">
                  <c:v>118695.32</c:v>
                </c:pt>
                <c:pt idx="32">
                  <c:v>116145.05</c:v>
                </c:pt>
                <c:pt idx="33">
                  <c:v>116008.64</c:v>
                </c:pt>
                <c:pt idx="34">
                  <c:v>115924.61</c:v>
                </c:pt>
                <c:pt idx="35">
                  <c:v>114193.43</c:v>
                </c:pt>
                <c:pt idx="36">
                  <c:v>114327.05</c:v>
                </c:pt>
                <c:pt idx="37">
                  <c:v>115730.76</c:v>
                </c:pt>
                <c:pt idx="38">
                  <c:v>116565.17</c:v>
                </c:pt>
                <c:pt idx="39">
                  <c:v>115056.86</c:v>
                </c:pt>
                <c:pt idx="40">
                  <c:v>113419.04</c:v>
                </c:pt>
                <c:pt idx="41">
                  <c:v>113607.45</c:v>
                </c:pt>
                <c:pt idx="42">
                  <c:v>113284.08</c:v>
                </c:pt>
                <c:pt idx="43">
                  <c:v>114169.63</c:v>
                </c:pt>
                <c:pt idx="44">
                  <c:v>115156.07</c:v>
                </c:pt>
                <c:pt idx="45">
                  <c:v>116736.95</c:v>
                </c:pt>
                <c:pt idx="46">
                  <c:v>117050.74</c:v>
                </c:pt>
                <c:pt idx="47">
                  <c:v>115754.08</c:v>
                </c:pt>
                <c:pt idx="48">
                  <c:v>116533.85</c:v>
                </c:pt>
                <c:pt idx="49">
                  <c:v>115908.43</c:v>
                </c:pt>
                <c:pt idx="50">
                  <c:v>114059.64</c:v>
                </c:pt>
                <c:pt idx="51">
                  <c:v>114004.3</c:v>
                </c:pt>
                <c:pt idx="52">
                  <c:v>113155.28</c:v>
                </c:pt>
                <c:pt idx="53">
                  <c:v>112784.52</c:v>
                </c:pt>
                <c:pt idx="54">
                  <c:v>113761.9</c:v>
                </c:pt>
                <c:pt idx="55">
                  <c:v>112829.97</c:v>
                </c:pt>
                <c:pt idx="56">
                  <c:v>114776.86</c:v>
                </c:pt>
                <c:pt idx="57">
                  <c:v>113301.35</c:v>
                </c:pt>
                <c:pt idx="58">
                  <c:v>112531.52</c:v>
                </c:pt>
                <c:pt idx="59">
                  <c:v>113143.67</c:v>
                </c:pt>
                <c:pt idx="60">
                  <c:v>115052.96</c:v>
                </c:pt>
                <c:pt idx="61">
                  <c:v>118159.97</c:v>
                </c:pt>
                <c:pt idx="62">
                  <c:v>118431.25</c:v>
                </c:pt>
                <c:pt idx="63">
                  <c:v>119268.06</c:v>
                </c:pt>
                <c:pt idx="64">
                  <c:v>119176.67</c:v>
                </c:pt>
                <c:pt idx="65">
                  <c:v>119034.14</c:v>
                </c:pt>
                <c:pt idx="66">
                  <c:v>120568.14</c:v>
                </c:pt>
                <c:pt idx="67">
                  <c:v>120410.17</c:v>
                </c:pt>
                <c:pt idx="68">
                  <c:v>123165.75999999999</c:v>
                </c:pt>
                <c:pt idx="69">
                  <c:v>124639.24</c:v>
                </c:pt>
                <c:pt idx="70">
                  <c:v>124773.21</c:v>
                </c:pt>
                <c:pt idx="71">
                  <c:v>125957.06</c:v>
                </c:pt>
                <c:pt idx="72">
                  <c:v>125626.03</c:v>
                </c:pt>
                <c:pt idx="73">
                  <c:v>126035.3</c:v>
                </c:pt>
                <c:pt idx="74">
                  <c:v>126575.75</c:v>
                </c:pt>
                <c:pt idx="75">
                  <c:v>125517.27</c:v>
                </c:pt>
                <c:pt idx="76">
                  <c:v>125731.45</c:v>
                </c:pt>
                <c:pt idx="77">
                  <c:v>126538.32</c:v>
                </c:pt>
                <c:pt idx="78">
                  <c:v>126165.64</c:v>
                </c:pt>
                <c:pt idx="79">
                  <c:v>127331.12</c:v>
                </c:pt>
                <c:pt idx="80">
                  <c:v>128184.91</c:v>
                </c:pt>
                <c:pt idx="81">
                  <c:v>126802.79</c:v>
                </c:pt>
                <c:pt idx="82">
                  <c:v>126903.25</c:v>
                </c:pt>
                <c:pt idx="83">
                  <c:v>125622.65</c:v>
                </c:pt>
                <c:pt idx="84">
                  <c:v>126009.57</c:v>
                </c:pt>
                <c:pt idx="85">
                  <c:v>127093.57</c:v>
                </c:pt>
                <c:pt idx="86">
                  <c:v>126916.41</c:v>
                </c:pt>
                <c:pt idx="87">
                  <c:v>126403.03</c:v>
                </c:pt>
                <c:pt idx="88">
                  <c:v>129465.08</c:v>
                </c:pt>
                <c:pt idx="89">
                  <c:v>130842.09</c:v>
                </c:pt>
                <c:pt idx="90">
                  <c:v>130197.1</c:v>
                </c:pt>
                <c:pt idx="91">
                  <c:v>131083.82</c:v>
                </c:pt>
                <c:pt idx="92">
                  <c:v>131850.9</c:v>
                </c:pt>
                <c:pt idx="93">
                  <c:v>130804.17</c:v>
                </c:pt>
                <c:pt idx="94">
                  <c:v>132182.01</c:v>
                </c:pt>
                <c:pt idx="95">
                  <c:v>132752.93</c:v>
                </c:pt>
                <c:pt idx="96">
                  <c:v>133532.92000000001</c:v>
                </c:pt>
                <c:pt idx="97">
                  <c:v>134193.72</c:v>
                </c:pt>
                <c:pt idx="98">
                  <c:v>134185.24</c:v>
                </c:pt>
                <c:pt idx="99">
                  <c:v>132696.63</c:v>
                </c:pt>
                <c:pt idx="100">
                  <c:v>132833.95000000001</c:v>
                </c:pt>
                <c:pt idx="101">
                  <c:v>131225.91</c:v>
                </c:pt>
                <c:pt idx="102">
                  <c:v>132022.92000000001</c:v>
                </c:pt>
                <c:pt idx="103">
                  <c:v>132426.54</c:v>
                </c:pt>
                <c:pt idx="104">
                  <c:v>131446.59</c:v>
                </c:pt>
                <c:pt idx="105">
                  <c:v>130841.09</c:v>
                </c:pt>
                <c:pt idx="106">
                  <c:v>130648.75</c:v>
                </c:pt>
                <c:pt idx="107">
                  <c:v>130987.67</c:v>
                </c:pt>
                <c:pt idx="108">
                  <c:v>131520.91</c:v>
                </c:pt>
                <c:pt idx="109">
                  <c:v>129294.04</c:v>
                </c:pt>
                <c:pt idx="110">
                  <c:v>128523.83</c:v>
                </c:pt>
                <c:pt idx="111">
                  <c:v>127315.74</c:v>
                </c:pt>
                <c:pt idx="112">
                  <c:v>127635.65</c:v>
                </c:pt>
                <c:pt idx="113">
                  <c:v>126601.55</c:v>
                </c:pt>
                <c:pt idx="114">
                  <c:v>128262.52</c:v>
                </c:pt>
                <c:pt idx="115">
                  <c:v>127815.7</c:v>
                </c:pt>
                <c:pt idx="116">
                  <c:v>128168.73</c:v>
                </c:pt>
                <c:pt idx="117">
                  <c:v>128967.32</c:v>
                </c:pt>
                <c:pt idx="118">
                  <c:v>128502.66</c:v>
                </c:pt>
                <c:pt idx="119">
                  <c:v>127401.81</c:v>
                </c:pt>
                <c:pt idx="120">
                  <c:v>127752.28</c:v>
                </c:pt>
                <c:pt idx="121">
                  <c:v>128481.02</c:v>
                </c:pt>
                <c:pt idx="122">
                  <c:v>127182.25</c:v>
                </c:pt>
                <c:pt idx="123">
                  <c:v>127593.49</c:v>
                </c:pt>
                <c:pt idx="124">
                  <c:v>130416.31</c:v>
                </c:pt>
                <c:pt idx="125">
                  <c:v>129949.9</c:v>
                </c:pt>
                <c:pt idx="126">
                  <c:v>128216.92</c:v>
                </c:pt>
                <c:pt idx="127">
                  <c:v>128025.7</c:v>
                </c:pt>
                <c:pt idx="128">
                  <c:v>127018.29</c:v>
                </c:pt>
                <c:pt idx="129">
                  <c:v>127804.13</c:v>
                </c:pt>
                <c:pt idx="130">
                  <c:v>128725.88</c:v>
                </c:pt>
                <c:pt idx="131">
                  <c:v>129035.74</c:v>
                </c:pt>
                <c:pt idx="132">
                  <c:v>129916.11</c:v>
                </c:pt>
                <c:pt idx="133">
                  <c:v>130031.58</c:v>
                </c:pt>
                <c:pt idx="134">
                  <c:v>130240.55</c:v>
                </c:pt>
                <c:pt idx="135">
                  <c:v>129418.73</c:v>
                </c:pt>
                <c:pt idx="136">
                  <c:v>129609.05</c:v>
                </c:pt>
                <c:pt idx="137">
                  <c:v>131689.37</c:v>
                </c:pt>
                <c:pt idx="138">
                  <c:v>130155.43</c:v>
                </c:pt>
                <c:pt idx="139">
                  <c:v>129020.02</c:v>
                </c:pt>
                <c:pt idx="140">
                  <c:v>129180.37</c:v>
                </c:pt>
                <c:pt idx="141">
                  <c:v>128340.54</c:v>
                </c:pt>
                <c:pt idx="142">
                  <c:v>128098.11</c:v>
                </c:pt>
                <c:pt idx="143">
                  <c:v>128890.23</c:v>
                </c:pt>
                <c:pt idx="144">
                  <c:v>128339.76</c:v>
                </c:pt>
                <c:pt idx="145">
                  <c:v>127070.79</c:v>
                </c:pt>
                <c:pt idx="146">
                  <c:v>126123.56</c:v>
                </c:pt>
                <c:pt idx="147">
                  <c:v>127667.84</c:v>
                </c:pt>
                <c:pt idx="148">
                  <c:v>128006.05</c:v>
                </c:pt>
                <c:pt idx="149">
                  <c:v>127689.97</c:v>
                </c:pt>
                <c:pt idx="150">
                  <c:v>126741.81</c:v>
                </c:pt>
                <c:pt idx="151">
                  <c:v>126954.18</c:v>
                </c:pt>
                <c:pt idx="152">
                  <c:v>127528.85</c:v>
                </c:pt>
                <c:pt idx="153">
                  <c:v>129124.83</c:v>
                </c:pt>
                <c:pt idx="154">
                  <c:v>128158.57</c:v>
                </c:pt>
                <c:pt idx="155">
                  <c:v>127027.1</c:v>
                </c:pt>
                <c:pt idx="156">
                  <c:v>126931.47</c:v>
                </c:pt>
                <c:pt idx="157">
                  <c:v>126863.02</c:v>
                </c:pt>
                <c:pt idx="158">
                  <c:v>127690.62</c:v>
                </c:pt>
                <c:pt idx="159">
                  <c:v>128106.1</c:v>
                </c:pt>
                <c:pt idx="160">
                  <c:v>126990.45</c:v>
                </c:pt>
                <c:pt idx="161">
                  <c:v>127548.52</c:v>
                </c:pt>
                <c:pt idx="162">
                  <c:v>127318.39</c:v>
                </c:pt>
                <c:pt idx="163">
                  <c:v>127427.53</c:v>
                </c:pt>
                <c:pt idx="164">
                  <c:v>126795.41</c:v>
                </c:pt>
                <c:pt idx="165">
                  <c:v>128857.16</c:v>
                </c:pt>
                <c:pt idx="166">
                  <c:v>129890.37</c:v>
                </c:pt>
                <c:pt idx="167">
                  <c:v>128053.74</c:v>
                </c:pt>
                <c:pt idx="168">
                  <c:v>127396.35</c:v>
                </c:pt>
                <c:pt idx="169">
                  <c:v>125946.09</c:v>
                </c:pt>
                <c:pt idx="170">
                  <c:v>125333.89</c:v>
                </c:pt>
                <c:pt idx="171">
                  <c:v>124388.62</c:v>
                </c:pt>
                <c:pt idx="172">
                  <c:v>124171.15</c:v>
                </c:pt>
                <c:pt idx="173">
                  <c:v>124196.18</c:v>
                </c:pt>
                <c:pt idx="174">
                  <c:v>125124.3</c:v>
                </c:pt>
                <c:pt idx="175">
                  <c:v>125573.16</c:v>
                </c:pt>
                <c:pt idx="176">
                  <c:v>125148.07</c:v>
                </c:pt>
                <c:pt idx="177">
                  <c:v>124740.69</c:v>
                </c:pt>
                <c:pt idx="178">
                  <c:v>124645.58</c:v>
                </c:pt>
                <c:pt idx="179">
                  <c:v>126526.27</c:v>
                </c:pt>
                <c:pt idx="180">
                  <c:v>127351.79</c:v>
                </c:pt>
                <c:pt idx="181">
                  <c:v>125924.19</c:v>
                </c:pt>
                <c:pt idx="182">
                  <c:v>127122.25</c:v>
                </c:pt>
                <c:pt idx="183">
                  <c:v>128508.67</c:v>
                </c:pt>
                <c:pt idx="184">
                  <c:v>128465.69</c:v>
                </c:pt>
                <c:pt idx="185">
                  <c:v>129210.48</c:v>
                </c:pt>
                <c:pt idx="186">
                  <c:v>129480.89</c:v>
                </c:pt>
                <c:pt idx="187">
                  <c:v>128188.34</c:v>
                </c:pt>
                <c:pt idx="188">
                  <c:v>127599.57</c:v>
                </c:pt>
                <c:pt idx="189">
                  <c:v>128154.79</c:v>
                </c:pt>
                <c:pt idx="190">
                  <c:v>128515.49</c:v>
                </c:pt>
                <c:pt idx="191">
                  <c:v>128027.59</c:v>
                </c:pt>
                <c:pt idx="192">
                  <c:v>128283.62</c:v>
                </c:pt>
                <c:pt idx="193">
                  <c:v>128150.71</c:v>
                </c:pt>
                <c:pt idx="194">
                  <c:v>127750.92</c:v>
                </c:pt>
                <c:pt idx="195">
                  <c:v>127411.55</c:v>
                </c:pt>
                <c:pt idx="196">
                  <c:v>125650.03</c:v>
                </c:pt>
                <c:pt idx="197">
                  <c:v>124729.4</c:v>
                </c:pt>
                <c:pt idx="198">
                  <c:v>124305.57</c:v>
                </c:pt>
                <c:pt idx="199">
                  <c:v>124495.67999999999</c:v>
                </c:pt>
                <c:pt idx="200">
                  <c:v>123779.54</c:v>
                </c:pt>
                <c:pt idx="201">
                  <c:v>122707.28</c:v>
                </c:pt>
                <c:pt idx="202">
                  <c:v>122098.09</c:v>
                </c:pt>
                <c:pt idx="203">
                  <c:v>122031.58</c:v>
                </c:pt>
                <c:pt idx="204">
                  <c:v>121802.06</c:v>
                </c:pt>
                <c:pt idx="205">
                  <c:v>121407.33</c:v>
                </c:pt>
                <c:pt idx="206">
                  <c:v>122898.8</c:v>
                </c:pt>
                <c:pt idx="207">
                  <c:v>120767.19</c:v>
                </c:pt>
                <c:pt idx="208">
                  <c:v>120759.51</c:v>
                </c:pt>
                <c:pt idx="209">
                  <c:v>121635.06</c:v>
                </c:pt>
                <c:pt idx="210">
                  <c:v>119936.02</c:v>
                </c:pt>
                <c:pt idx="211">
                  <c:v>119567.53</c:v>
                </c:pt>
                <c:pt idx="212">
                  <c:v>119662.38</c:v>
                </c:pt>
                <c:pt idx="213">
                  <c:v>119137.86</c:v>
                </c:pt>
                <c:pt idx="214">
                  <c:v>119630.44</c:v>
                </c:pt>
                <c:pt idx="215">
                  <c:v>120261.34</c:v>
                </c:pt>
                <c:pt idx="216">
                  <c:v>120445.91</c:v>
                </c:pt>
                <c:pt idx="217">
                  <c:v>121341.13</c:v>
                </c:pt>
                <c:pt idx="218">
                  <c:v>122636.96</c:v>
                </c:pt>
                <c:pt idx="219">
                  <c:v>122331.39</c:v>
                </c:pt>
                <c:pt idx="220">
                  <c:v>122641.3</c:v>
                </c:pt>
                <c:pt idx="221">
                  <c:v>124307.83</c:v>
                </c:pt>
                <c:pt idx="222">
                  <c:v>123906.55</c:v>
                </c:pt>
                <c:pt idx="223">
                  <c:v>124718.07</c:v>
                </c:pt>
                <c:pt idx="224">
                  <c:v>124787.08</c:v>
                </c:pt>
                <c:pt idx="225">
                  <c:v>125661.89</c:v>
                </c:pt>
                <c:pt idx="226">
                  <c:v>126163.98</c:v>
                </c:pt>
                <c:pt idx="227">
                  <c:v>126267.05</c:v>
                </c:pt>
                <c:pt idx="228">
                  <c:v>126548.34</c:v>
                </c:pt>
                <c:pt idx="229">
                  <c:v>127108.22</c:v>
                </c:pt>
                <c:pt idx="230">
                  <c:v>127218.24000000001</c:v>
                </c:pt>
                <c:pt idx="231">
                  <c:v>128293.61</c:v>
                </c:pt>
                <c:pt idx="232">
                  <c:v>128896.98</c:v>
                </c:pt>
                <c:pt idx="233">
                  <c:v>129320.96000000001</c:v>
                </c:pt>
                <c:pt idx="234">
                  <c:v>129110.38</c:v>
                </c:pt>
                <c:pt idx="235">
                  <c:v>129450.32</c:v>
                </c:pt>
                <c:pt idx="236">
                  <c:v>127652.06</c:v>
                </c:pt>
                <c:pt idx="237">
                  <c:v>127616.46</c:v>
                </c:pt>
                <c:pt idx="238">
                  <c:v>127859.63</c:v>
                </c:pt>
                <c:pt idx="239">
                  <c:v>126589.84</c:v>
                </c:pt>
                <c:pt idx="240">
                  <c:v>126422.73</c:v>
                </c:pt>
                <c:pt idx="241">
                  <c:v>125954.09</c:v>
                </c:pt>
                <c:pt idx="242">
                  <c:v>127492.49</c:v>
                </c:pt>
                <c:pt idx="243">
                  <c:v>126953.86</c:v>
                </c:pt>
                <c:pt idx="244">
                  <c:v>126139.21</c:v>
                </c:pt>
                <c:pt idx="245">
                  <c:v>127651.81</c:v>
                </c:pt>
                <c:pt idx="246">
                  <c:v>127395.1</c:v>
                </c:pt>
                <c:pt idx="247">
                  <c:v>125854.09</c:v>
                </c:pt>
                <c:pt idx="248">
                  <c:v>125269.54</c:v>
                </c:pt>
                <c:pt idx="249">
                  <c:v>126266.7</c:v>
                </c:pt>
                <c:pt idx="250">
                  <c:v>127513.88</c:v>
                </c:pt>
                <c:pt idx="251">
                  <c:v>128660.88</c:v>
                </c:pt>
                <c:pt idx="252">
                  <c:v>130614.59</c:v>
                </c:pt>
                <c:pt idx="253">
                  <c:v>131115.9</c:v>
                </c:pt>
                <c:pt idx="254">
                  <c:v>132397.97</c:v>
                </c:pt>
                <c:pt idx="255">
                  <c:v>133317.66</c:v>
                </c:pt>
                <c:pt idx="256">
                  <c:v>134153.42000000001</c:v>
                </c:pt>
                <c:pt idx="257">
                  <c:v>133953.25</c:v>
                </c:pt>
                <c:pt idx="258">
                  <c:v>135777.98000000001</c:v>
                </c:pt>
                <c:pt idx="259">
                  <c:v>136087.41</c:v>
                </c:pt>
                <c:pt idx="260">
                  <c:v>136463.65</c:v>
                </c:pt>
                <c:pt idx="261">
                  <c:v>135173.39000000001</c:v>
                </c:pt>
                <c:pt idx="262">
                  <c:v>135608.47</c:v>
                </c:pt>
                <c:pt idx="263">
                  <c:v>136888.71</c:v>
                </c:pt>
                <c:pt idx="264">
                  <c:v>136775.91</c:v>
                </c:pt>
                <c:pt idx="265">
                  <c:v>137343.96</c:v>
                </c:pt>
                <c:pt idx="266">
                  <c:v>136041.35</c:v>
                </c:pt>
                <c:pt idx="267">
                  <c:v>136004.01</c:v>
                </c:pt>
                <c:pt idx="268">
                  <c:v>134906.07</c:v>
                </c:pt>
                <c:pt idx="269">
                  <c:v>134353.48000000001</c:v>
                </c:pt>
                <c:pt idx="270">
                  <c:v>136110.73000000001</c:v>
                </c:pt>
                <c:pt idx="271">
                  <c:v>136502.49</c:v>
                </c:pt>
                <c:pt idx="272">
                  <c:v>134572.45000000001</c:v>
                </c:pt>
                <c:pt idx="273">
                  <c:v>134737.21</c:v>
                </c:pt>
                <c:pt idx="274">
                  <c:v>134319.57999999999</c:v>
                </c:pt>
                <c:pt idx="275">
                  <c:v>134676.75</c:v>
                </c:pt>
                <c:pt idx="276">
                  <c:v>134029.43</c:v>
                </c:pt>
                <c:pt idx="277">
                  <c:v>134881.95000000001</c:v>
                </c:pt>
                <c:pt idx="278">
                  <c:v>135118.22</c:v>
                </c:pt>
                <c:pt idx="279">
                  <c:v>134960.19</c:v>
                </c:pt>
                <c:pt idx="280">
                  <c:v>133747.69</c:v>
                </c:pt>
                <c:pt idx="281">
                  <c:v>133122.67000000001</c:v>
                </c:pt>
                <c:pt idx="282">
                  <c:v>131065.44</c:v>
                </c:pt>
                <c:pt idx="283">
                  <c:v>130568.37</c:v>
                </c:pt>
                <c:pt idx="284">
                  <c:v>132155.76</c:v>
                </c:pt>
                <c:pt idx="285">
                  <c:v>131586.45000000001</c:v>
                </c:pt>
                <c:pt idx="286">
                  <c:v>133009.78</c:v>
                </c:pt>
                <c:pt idx="287">
                  <c:v>132730.35999999999</c:v>
                </c:pt>
                <c:pt idx="288">
                  <c:v>131816.44</c:v>
                </c:pt>
                <c:pt idx="289">
                  <c:v>132495.16</c:v>
                </c:pt>
                <c:pt idx="290">
                  <c:v>133514.94</c:v>
                </c:pt>
                <c:pt idx="291">
                  <c:v>131671.51</c:v>
                </c:pt>
                <c:pt idx="292">
                  <c:v>131791.54999999999</c:v>
                </c:pt>
                <c:pt idx="293">
                  <c:v>132017.84</c:v>
                </c:pt>
                <c:pt idx="294">
                  <c:v>131511.73000000001</c:v>
                </c:pt>
                <c:pt idx="295">
                  <c:v>129962.06</c:v>
                </c:pt>
                <c:pt idx="296">
                  <c:v>130352.86</c:v>
                </c:pt>
                <c:pt idx="297">
                  <c:v>129992.29</c:v>
                </c:pt>
                <c:pt idx="298">
                  <c:v>131005.25</c:v>
                </c:pt>
                <c:pt idx="299">
                  <c:v>131043.27</c:v>
                </c:pt>
                <c:pt idx="300">
                  <c:v>131749.72</c:v>
                </c:pt>
                <c:pt idx="301">
                  <c:v>130793.41</c:v>
                </c:pt>
                <c:pt idx="302">
                  <c:v>130499.26</c:v>
                </c:pt>
                <c:pt idx="303">
                  <c:v>130361.56</c:v>
                </c:pt>
                <c:pt idx="304">
                  <c:v>129951.37</c:v>
                </c:pt>
                <c:pt idx="305">
                  <c:v>129233.11</c:v>
                </c:pt>
                <c:pt idx="306">
                  <c:v>130066.95</c:v>
                </c:pt>
                <c:pt idx="307">
                  <c:v>129893.32</c:v>
                </c:pt>
                <c:pt idx="308">
                  <c:v>131212.57999999999</c:v>
                </c:pt>
                <c:pt idx="309">
                  <c:v>130729.93</c:v>
                </c:pt>
                <c:pt idx="310">
                  <c:v>130639.33</c:v>
                </c:pt>
                <c:pt idx="311">
                  <c:v>129713.33</c:v>
                </c:pt>
                <c:pt idx="312">
                  <c:v>128120.75</c:v>
                </c:pt>
                <c:pt idx="313">
                  <c:v>130514.79</c:v>
                </c:pt>
                <c:pt idx="314">
                  <c:v>130660.75</c:v>
                </c:pt>
                <c:pt idx="315">
                  <c:v>130340.92</c:v>
                </c:pt>
                <c:pt idx="316">
                  <c:v>129681.7</c:v>
                </c:pt>
                <c:pt idx="317">
                  <c:v>127829.8</c:v>
                </c:pt>
                <c:pt idx="318">
                  <c:v>127873.7</c:v>
                </c:pt>
                <c:pt idx="319">
                  <c:v>127698.32</c:v>
                </c:pt>
                <c:pt idx="320">
                  <c:v>127733.88</c:v>
                </c:pt>
                <c:pt idx="321">
                  <c:v>127791.6</c:v>
                </c:pt>
                <c:pt idx="322">
                  <c:v>127768.19</c:v>
                </c:pt>
                <c:pt idx="323">
                  <c:v>128197.25</c:v>
                </c:pt>
                <c:pt idx="324">
                  <c:v>126922.11</c:v>
                </c:pt>
                <c:pt idx="325">
                  <c:v>129125.51</c:v>
                </c:pt>
                <c:pt idx="326">
                  <c:v>129036.1</c:v>
                </c:pt>
                <c:pt idx="327">
                  <c:v>129922.38</c:v>
                </c:pt>
                <c:pt idx="328">
                  <c:v>127668.61</c:v>
                </c:pt>
                <c:pt idx="329">
                  <c:v>124610.41</c:v>
                </c:pt>
                <c:pt idx="330">
                  <c:v>125667.83</c:v>
                </c:pt>
                <c:pt idx="331">
                  <c:v>125235.54</c:v>
                </c:pt>
                <c:pt idx="332">
                  <c:v>126139.2</c:v>
                </c:pt>
                <c:pt idx="333">
                  <c:v>126087.02</c:v>
                </c:pt>
                <c:pt idx="334">
                  <c:v>127857.58</c:v>
                </c:pt>
                <c:pt idx="335">
                  <c:v>125945.67</c:v>
                </c:pt>
                <c:pt idx="336">
                  <c:v>127210.19</c:v>
                </c:pt>
                <c:pt idx="337">
                  <c:v>128228.49</c:v>
                </c:pt>
                <c:pt idx="338">
                  <c:v>129593.31</c:v>
                </c:pt>
                <c:pt idx="339">
                  <c:v>126042.21</c:v>
                </c:pt>
                <c:pt idx="340">
                  <c:v>124612.22</c:v>
                </c:pt>
                <c:pt idx="341">
                  <c:v>123560.06</c:v>
                </c:pt>
                <c:pt idx="342">
                  <c:v>124698.04</c:v>
                </c:pt>
                <c:pt idx="343">
                  <c:v>120771.88</c:v>
                </c:pt>
                <c:pt idx="344">
                  <c:v>121187.91</c:v>
                </c:pt>
                <c:pt idx="345">
                  <c:v>122102.15</c:v>
                </c:pt>
                <c:pt idx="346">
                  <c:v>120766.57</c:v>
                </c:pt>
                <c:pt idx="347">
                  <c:v>121077.5</c:v>
                </c:pt>
                <c:pt idx="348">
                  <c:v>120269.31</c:v>
                </c:pt>
                <c:pt idx="349">
                  <c:v>120283.4</c:v>
                </c:pt>
                <c:pt idx="350">
                  <c:v>120125.39</c:v>
                </c:pt>
                <c:pt idx="351">
                  <c:v>118532.68</c:v>
                </c:pt>
                <c:pt idx="352">
                  <c:v>120021.52</c:v>
                </c:pt>
                <c:pt idx="353">
                  <c:v>121162.66</c:v>
                </c:pt>
                <c:pt idx="354">
                  <c:v>119624.51</c:v>
                </c:pt>
                <c:pt idx="355">
                  <c:v>119780.56</c:v>
                </c:pt>
                <c:pt idx="356">
                  <c:v>118856.48</c:v>
                </c:pt>
                <c:pt idx="357">
                  <c:v>119006.93</c:v>
                </c:pt>
                <c:pt idx="358">
                  <c:v>119298.67</c:v>
                </c:pt>
                <c:pt idx="359">
                  <c:v>122650.2</c:v>
                </c:pt>
                <c:pt idx="360">
                  <c:v>121234.14</c:v>
                </c:pt>
                <c:pt idx="361">
                  <c:v>122350.38</c:v>
                </c:pt>
                <c:pt idx="362">
                  <c:v>122855.15</c:v>
                </c:pt>
                <c:pt idx="363">
                  <c:v>123338.34</c:v>
                </c:pt>
                <c:pt idx="364">
                  <c:v>122971.77</c:v>
                </c:pt>
                <c:pt idx="365">
                  <c:v>122483.32</c:v>
                </c:pt>
                <c:pt idx="366">
                  <c:v>122446.94</c:v>
                </c:pt>
                <c:pt idx="367">
                  <c:v>124861.5</c:v>
                </c:pt>
                <c:pt idx="368">
                  <c:v>124055.5</c:v>
                </c:pt>
                <c:pt idx="369">
                  <c:v>123432.12</c:v>
                </c:pt>
                <c:pt idx="370">
                  <c:v>126912.78</c:v>
                </c:pt>
                <c:pt idx="371">
                  <c:v>126134.94</c:v>
                </c:pt>
                <c:pt idx="372">
                  <c:v>125970.46</c:v>
                </c:pt>
                <c:pt idx="373">
                  <c:v>125147.42</c:v>
                </c:pt>
                <c:pt idx="374">
                  <c:v>125534.07</c:v>
                </c:pt>
                <c:pt idx="375">
                  <c:v>126224.74</c:v>
                </c:pt>
                <c:pt idx="376">
                  <c:v>124619.4</c:v>
                </c:pt>
                <c:pt idx="377">
                  <c:v>125571.81</c:v>
                </c:pt>
                <c:pt idx="378">
                  <c:v>126521.66</c:v>
                </c:pt>
                <c:pt idx="379">
                  <c:v>124380.21</c:v>
                </c:pt>
                <c:pt idx="380">
                  <c:v>124850.18</c:v>
                </c:pt>
                <c:pt idx="381">
                  <c:v>128218.59</c:v>
                </c:pt>
                <c:pt idx="382">
                  <c:v>128552.13</c:v>
                </c:pt>
                <c:pt idx="383">
                  <c:v>128531.71</c:v>
                </c:pt>
                <c:pt idx="384">
                  <c:v>127308.8</c:v>
                </c:pt>
                <c:pt idx="385">
                  <c:v>127600.58</c:v>
                </c:pt>
                <c:pt idx="386">
                  <c:v>127128.06</c:v>
                </c:pt>
                <c:pt idx="387">
                  <c:v>125401.38</c:v>
                </c:pt>
                <c:pt idx="388">
                  <c:v>125979.5</c:v>
                </c:pt>
                <c:pt idx="389">
                  <c:v>124768.71</c:v>
                </c:pt>
                <c:pt idx="390">
                  <c:v>124798.96</c:v>
                </c:pt>
                <c:pt idx="391">
                  <c:v>122799.09</c:v>
                </c:pt>
                <c:pt idx="392">
                  <c:v>123046.85</c:v>
                </c:pt>
                <c:pt idx="393">
                  <c:v>123357.55</c:v>
                </c:pt>
                <c:pt idx="394">
                  <c:v>125034.63</c:v>
                </c:pt>
                <c:pt idx="395">
                  <c:v>124519.38</c:v>
                </c:pt>
                <c:pt idx="396">
                  <c:v>123507.35</c:v>
                </c:pt>
                <c:pt idx="397">
                  <c:v>123863.5</c:v>
                </c:pt>
                <c:pt idx="398">
                  <c:v>125637.11</c:v>
                </c:pt>
                <c:pt idx="399">
                  <c:v>128957.09</c:v>
                </c:pt>
                <c:pt idx="400">
                  <c:v>130833.96</c:v>
                </c:pt>
                <c:pt idx="401">
                  <c:v>131474.73000000001</c:v>
                </c:pt>
                <c:pt idx="402">
                  <c:v>132508.45000000001</c:v>
                </c:pt>
                <c:pt idx="403">
                  <c:v>131954.9</c:v>
                </c:pt>
                <c:pt idx="404">
                  <c:v>132344.88</c:v>
                </c:pt>
                <c:pt idx="405">
                  <c:v>131321.44</c:v>
                </c:pt>
                <c:pt idx="406">
                  <c:v>132067.69</c:v>
                </c:pt>
                <c:pt idx="407">
                  <c:v>132519.63</c:v>
                </c:pt>
                <c:pt idx="408">
                  <c:v>133148.75</c:v>
                </c:pt>
                <c:pt idx="409">
                  <c:v>131902.18</c:v>
                </c:pt>
                <c:pt idx="410">
                  <c:v>130259.54</c:v>
                </c:pt>
                <c:pt idx="411">
                  <c:v>131147.29</c:v>
                </c:pt>
                <c:pt idx="412">
                  <c:v>131190.34</c:v>
                </c:pt>
                <c:pt idx="413">
                  <c:v>131140.65</c:v>
                </c:pt>
                <c:pt idx="414">
                  <c:v>127256</c:v>
                </c:pt>
                <c:pt idx="415">
                  <c:v>125588.09</c:v>
                </c:pt>
                <c:pt idx="416">
                  <c:v>123931.89</c:v>
                </c:pt>
                <c:pt idx="417">
                  <c:v>127795.93</c:v>
                </c:pt>
                <c:pt idx="418">
                  <c:v>126354.75</c:v>
                </c:pt>
                <c:pt idx="419">
                  <c:v>127682.4</c:v>
                </c:pt>
                <c:pt idx="420">
                  <c:v>129453.91</c:v>
                </c:pt>
                <c:pt idx="421">
                  <c:v>129245.39</c:v>
                </c:pt>
                <c:pt idx="422">
                  <c:v>128316.89</c:v>
                </c:pt>
                <c:pt idx="423">
                  <c:v>129650.03</c:v>
                </c:pt>
                <c:pt idx="424">
                  <c:v>130464.38</c:v>
                </c:pt>
                <c:pt idx="425">
                  <c:v>132216.07</c:v>
                </c:pt>
                <c:pt idx="426">
                  <c:v>134580.43</c:v>
                </c:pt>
                <c:pt idx="427">
                  <c:v>134739.28</c:v>
                </c:pt>
                <c:pt idx="428">
                  <c:v>135015.89000000001</c:v>
                </c:pt>
                <c:pt idx="429">
                  <c:v>135092.99</c:v>
                </c:pt>
                <c:pt idx="430">
                  <c:v>135066.97</c:v>
                </c:pt>
                <c:pt idx="431">
                  <c:v>135133.88</c:v>
                </c:pt>
                <c:pt idx="432">
                  <c:v>133491.23000000001</c:v>
                </c:pt>
                <c:pt idx="433">
                  <c:v>133515.82</c:v>
                </c:pt>
                <c:pt idx="434">
                  <c:v>133397.51999999999</c:v>
                </c:pt>
                <c:pt idx="435">
                  <c:v>136231.9</c:v>
                </c:pt>
                <c:pt idx="436">
                  <c:v>136511.88</c:v>
                </c:pt>
                <c:pt idx="437">
                  <c:v>136563.18</c:v>
                </c:pt>
                <c:pt idx="438">
                  <c:v>138963.10999999999</c:v>
                </c:pt>
                <c:pt idx="439">
                  <c:v>138422.84</c:v>
                </c:pt>
                <c:pt idx="440">
                  <c:v>139334.38</c:v>
                </c:pt>
                <c:pt idx="441">
                  <c:v>139187.39000000001</c:v>
                </c:pt>
                <c:pt idx="442">
                  <c:v>139636.41</c:v>
                </c:pt>
                <c:pt idx="443">
                  <c:v>140109.63</c:v>
                </c:pt>
                <c:pt idx="444">
                  <c:v>137881.26999999999</c:v>
                </c:pt>
                <c:pt idx="445">
                  <c:v>137272.59</c:v>
                </c:pt>
                <c:pt idx="446">
                  <c:v>137824.29</c:v>
                </c:pt>
                <c:pt idx="447">
                  <c:v>138136.14000000001</c:v>
                </c:pt>
                <c:pt idx="448">
                  <c:v>139541.23000000001</c:v>
                </c:pt>
                <c:pt idx="449">
                  <c:v>138887.81</c:v>
                </c:pt>
                <c:pt idx="450">
                  <c:v>138533.70000000001</c:v>
                </c:pt>
                <c:pt idx="451">
                  <c:v>137026.62</c:v>
                </c:pt>
                <c:pt idx="452">
                  <c:v>136786.65</c:v>
                </c:pt>
                <c:pt idx="453">
                  <c:v>137546.26</c:v>
                </c:pt>
                <c:pt idx="454">
                  <c:v>137001.57999999999</c:v>
                </c:pt>
                <c:pt idx="455">
                  <c:v>136236.37</c:v>
                </c:pt>
                <c:pt idx="456">
                  <c:v>136102.1</c:v>
                </c:pt>
                <c:pt idx="457">
                  <c:v>135699.38</c:v>
                </c:pt>
                <c:pt idx="458">
                  <c:v>136436.07</c:v>
                </c:pt>
                <c:pt idx="459">
                  <c:v>137128.04</c:v>
                </c:pt>
                <c:pt idx="460">
                  <c:v>137799.74</c:v>
                </c:pt>
                <c:pt idx="461">
                  <c:v>137212.63</c:v>
                </c:pt>
                <c:pt idx="462">
                  <c:v>139255.91</c:v>
                </c:pt>
                <c:pt idx="463">
                  <c:v>138840.01999999999</c:v>
                </c:pt>
                <c:pt idx="464">
                  <c:v>138716.64000000001</c:v>
                </c:pt>
                <c:pt idx="465">
                  <c:v>137115.82999999999</c:v>
                </c:pt>
                <c:pt idx="466">
                  <c:v>136550.5</c:v>
                </c:pt>
                <c:pt idx="467">
                  <c:v>137164.60999999999</c:v>
                </c:pt>
                <c:pt idx="468">
                  <c:v>135767.29</c:v>
                </c:pt>
                <c:pt idx="469">
                  <c:v>137113.89000000001</c:v>
                </c:pt>
                <c:pt idx="470">
                  <c:v>136865.79</c:v>
                </c:pt>
                <c:pt idx="471">
                  <c:v>138854.6</c:v>
                </c:pt>
                <c:pt idx="472">
                  <c:v>139549.43</c:v>
                </c:pt>
                <c:pt idx="473">
                  <c:v>139050.93</c:v>
                </c:pt>
                <c:pt idx="474">
                  <c:v>140927.85999999999</c:v>
                </c:pt>
                <c:pt idx="475">
                  <c:v>141263.56</c:v>
                </c:pt>
                <c:pt idx="476">
                  <c:v>139489.70000000001</c:v>
                </c:pt>
                <c:pt idx="477">
                  <c:v>139302.85</c:v>
                </c:pt>
                <c:pt idx="478">
                  <c:v>137480.79</c:v>
                </c:pt>
                <c:pt idx="479">
                  <c:v>136743.26</c:v>
                </c:pt>
                <c:pt idx="480">
                  <c:v>136187.31</c:v>
                </c:pt>
                <c:pt idx="481">
                  <c:v>135298.99</c:v>
                </c:pt>
                <c:pt idx="482">
                  <c:v>135250.1</c:v>
                </c:pt>
                <c:pt idx="483">
                  <c:v>135510.99</c:v>
                </c:pt>
                <c:pt idx="484">
                  <c:v>135564.74</c:v>
                </c:pt>
                <c:pt idx="485">
                  <c:v>133381.57999999999</c:v>
                </c:pt>
                <c:pt idx="486">
                  <c:v>134166.72</c:v>
                </c:pt>
                <c:pt idx="487">
                  <c:v>134035.72</c:v>
                </c:pt>
                <c:pt idx="488">
                  <c:v>135368.26999999999</c:v>
                </c:pt>
                <c:pt idx="489">
                  <c:v>133807.59</c:v>
                </c:pt>
                <c:pt idx="490">
                  <c:v>133524.18</c:v>
                </c:pt>
                <c:pt idx="491">
                  <c:v>132129.26</c:v>
                </c:pt>
                <c:pt idx="492">
                  <c:v>132725.68</c:v>
                </c:pt>
                <c:pt idx="493">
                  <c:v>133989.74</c:v>
                </c:pt>
                <c:pt idx="494">
                  <c:v>133071.04999999999</c:v>
                </c:pt>
                <c:pt idx="495">
                  <c:v>132437.39000000001</c:v>
                </c:pt>
                <c:pt idx="496">
                  <c:v>132971.20000000001</c:v>
                </c:pt>
                <c:pt idx="497">
                  <c:v>133151.29999999999</c:v>
                </c:pt>
                <c:pt idx="498">
                  <c:v>134537.62</c:v>
                </c:pt>
                <c:pt idx="499">
                  <c:v>136527.60999999999</c:v>
                </c:pt>
                <c:pt idx="500">
                  <c:v>135913.25</c:v>
                </c:pt>
                <c:pt idx="501">
                  <c:v>135623.15</c:v>
                </c:pt>
                <c:pt idx="502">
                  <c:v>137913.68</c:v>
                </c:pt>
                <c:pt idx="503">
                  <c:v>136687.32</c:v>
                </c:pt>
                <c:pt idx="504">
                  <c:v>136355.78</c:v>
                </c:pt>
                <c:pt idx="505">
                  <c:v>136340.76999999999</c:v>
                </c:pt>
                <c:pt idx="506">
                  <c:v>137321.64000000001</c:v>
                </c:pt>
                <c:pt idx="507">
                  <c:v>134432.26</c:v>
                </c:pt>
                <c:pt idx="508">
                  <c:v>134666.46</c:v>
                </c:pt>
                <c:pt idx="509">
                  <c:v>134510.85</c:v>
                </c:pt>
                <c:pt idx="510">
                  <c:v>137968.15</c:v>
                </c:pt>
                <c:pt idx="511">
                  <c:v>138025.17000000001</c:v>
                </c:pt>
                <c:pt idx="512">
                  <c:v>137771.39000000001</c:v>
                </c:pt>
                <c:pt idx="513">
                  <c:v>139205.81</c:v>
                </c:pt>
                <c:pt idx="514">
                  <c:v>141049.20000000001</c:v>
                </c:pt>
                <c:pt idx="515">
                  <c:v>141422.26</c:v>
                </c:pt>
                <c:pt idx="516">
                  <c:v>141283.01</c:v>
                </c:pt>
                <c:pt idx="517">
                  <c:v>140335.16</c:v>
                </c:pt>
                <c:pt idx="518">
                  <c:v>139863.63</c:v>
                </c:pt>
                <c:pt idx="519">
                  <c:v>140993.25</c:v>
                </c:pt>
                <c:pt idx="520">
                  <c:v>142640.14000000001</c:v>
                </c:pt>
                <c:pt idx="521">
                  <c:v>141791.57999999999</c:v>
                </c:pt>
                <c:pt idx="522">
                  <c:v>141618.29</c:v>
                </c:pt>
                <c:pt idx="523">
                  <c:v>142348.70000000001</c:v>
                </c:pt>
                <c:pt idx="524">
                  <c:v>143150.84</c:v>
                </c:pt>
                <c:pt idx="525">
                  <c:v>142271.57999999999</c:v>
                </c:pt>
                <c:pt idx="526">
                  <c:v>143546.57999999999</c:v>
                </c:pt>
                <c:pt idx="527">
                  <c:v>144061.74</c:v>
                </c:pt>
                <c:pt idx="528">
                  <c:v>145593.63</c:v>
                </c:pt>
                <c:pt idx="529">
                  <c:v>145499.49</c:v>
                </c:pt>
                <c:pt idx="530">
                  <c:v>145865.10999999999</c:v>
                </c:pt>
                <c:pt idx="531">
                  <c:v>145109.25</c:v>
                </c:pt>
                <c:pt idx="532">
                  <c:v>146424.94</c:v>
                </c:pt>
                <c:pt idx="533">
                  <c:v>146491.75</c:v>
                </c:pt>
                <c:pt idx="534">
                  <c:v>145306.23000000001</c:v>
                </c:pt>
                <c:pt idx="535">
                  <c:v>145446.66</c:v>
                </c:pt>
                <c:pt idx="536">
                  <c:v>146336.79999999999</c:v>
                </c:pt>
                <c:pt idx="537">
                  <c:v>146237.01999999999</c:v>
                </c:pt>
                <c:pt idx="538">
                  <c:v>145517.35</c:v>
                </c:pt>
                <c:pt idx="539">
                  <c:v>143949.64000000001</c:v>
                </c:pt>
                <c:pt idx="540">
                  <c:v>144200.65</c:v>
                </c:pt>
                <c:pt idx="541">
                  <c:v>143608.07999999999</c:v>
                </c:pt>
                <c:pt idx="542">
                  <c:v>141356.43</c:v>
                </c:pt>
                <c:pt idx="543">
                  <c:v>142145.38</c:v>
                </c:pt>
                <c:pt idx="544">
                  <c:v>141708.19</c:v>
                </c:pt>
                <c:pt idx="545">
                  <c:v>140680.34</c:v>
                </c:pt>
                <c:pt idx="546">
                  <c:v>141783.35999999999</c:v>
                </c:pt>
                <c:pt idx="547">
                  <c:v>141682.99</c:v>
                </c:pt>
                <c:pt idx="548">
                  <c:v>142603.66</c:v>
                </c:pt>
                <c:pt idx="549">
                  <c:v>142200.01999999999</c:v>
                </c:pt>
                <c:pt idx="550">
                  <c:v>143398.63</c:v>
                </c:pt>
                <c:pt idx="551">
                  <c:v>144509.32</c:v>
                </c:pt>
                <c:pt idx="552">
                  <c:v>144085.15</c:v>
                </c:pt>
                <c:pt idx="553">
                  <c:v>144872.79</c:v>
                </c:pt>
                <c:pt idx="554">
                  <c:v>145720.98000000001</c:v>
                </c:pt>
                <c:pt idx="555">
                  <c:v>146172.21</c:v>
                </c:pt>
                <c:pt idx="556">
                  <c:v>146969.1</c:v>
                </c:pt>
                <c:pt idx="557">
                  <c:v>147428.9</c:v>
                </c:pt>
                <c:pt idx="558">
                  <c:v>148632.93</c:v>
                </c:pt>
                <c:pt idx="559">
                  <c:v>148780.22</c:v>
                </c:pt>
                <c:pt idx="560">
                  <c:v>149540.43</c:v>
                </c:pt>
                <c:pt idx="561">
                  <c:v>150454.24</c:v>
                </c:pt>
                <c:pt idx="562">
                  <c:v>150704.20000000001</c:v>
                </c:pt>
                <c:pt idx="563">
                  <c:v>153294.44</c:v>
                </c:pt>
                <c:pt idx="564">
                  <c:v>153338.63</c:v>
                </c:pt>
                <c:pt idx="565">
                  <c:v>154063.53</c:v>
                </c:pt>
                <c:pt idx="566">
                  <c:v>155257.31</c:v>
                </c:pt>
                <c:pt idx="567">
                  <c:v>157748.6</c:v>
                </c:pt>
                <c:pt idx="568">
                  <c:v>157632.9</c:v>
                </c:pt>
                <c:pt idx="569">
                  <c:v>157162.43</c:v>
                </c:pt>
                <c:pt idx="570">
                  <c:v>157738.69</c:v>
                </c:pt>
                <c:pt idx="571">
                  <c:v>156992.93</c:v>
                </c:pt>
                <c:pt idx="572">
                  <c:v>156522.13</c:v>
                </c:pt>
                <c:pt idx="573">
                  <c:v>155380.66</c:v>
                </c:pt>
                <c:pt idx="574">
                  <c:v>154770.1</c:v>
                </c:pt>
                <c:pt idx="575">
                  <c:v>155277.56</c:v>
                </c:pt>
                <c:pt idx="576">
                  <c:v>155910.18</c:v>
                </c:pt>
                <c:pt idx="577">
                  <c:v>158554.94</c:v>
                </c:pt>
                <c:pt idx="578">
                  <c:v>158359.76</c:v>
                </c:pt>
                <c:pt idx="579">
                  <c:v>159072.13</c:v>
                </c:pt>
                <c:pt idx="580">
                  <c:v>158611.01</c:v>
                </c:pt>
                <c:pt idx="581">
                  <c:v>161092.25</c:v>
                </c:pt>
                <c:pt idx="582">
                  <c:v>161755.18</c:v>
                </c:pt>
                <c:pt idx="583">
                  <c:v>164455.60999999999</c:v>
                </c:pt>
                <c:pt idx="584">
                  <c:v>157369.35999999999</c:v>
                </c:pt>
                <c:pt idx="585">
                  <c:v>158187.43</c:v>
                </c:pt>
                <c:pt idx="586">
                  <c:v>157981.13</c:v>
                </c:pt>
                <c:pt idx="587">
                  <c:v>159074.97</c:v>
                </c:pt>
                <c:pt idx="588">
                  <c:v>159189.1</c:v>
                </c:pt>
                <c:pt idx="589">
                  <c:v>160766.37</c:v>
                </c:pt>
                <c:pt idx="590">
                  <c:v>162481.74</c:v>
                </c:pt>
                <c:pt idx="591">
                  <c:v>158577.88</c:v>
                </c:pt>
                <c:pt idx="592">
                  <c:v>157327.26</c:v>
                </c:pt>
                <c:pt idx="593">
                  <c:v>157923.34</c:v>
                </c:pt>
                <c:pt idx="594">
                  <c:v>158473.01999999999</c:v>
                </c:pt>
                <c:pt idx="595">
                  <c:v>158141.65</c:v>
                </c:pt>
                <c:pt idx="596">
                  <c:v>160455.82999999999</c:v>
                </c:pt>
                <c:pt idx="597">
                  <c:v>160896.64000000001</c:v>
                </c:pt>
                <c:pt idx="598">
                  <c:v>160490.29999999999</c:v>
                </c:pt>
                <c:pt idx="599">
                  <c:v>161125.37</c:v>
                </c:pt>
                <c:pt idx="600">
                  <c:v>160538.69</c:v>
                </c:pt>
                <c:pt idx="601">
                  <c:v>161869.76000000001</c:v>
                </c:pt>
                <c:pt idx="602">
                  <c:v>163663.88</c:v>
                </c:pt>
                <c:pt idx="603">
                  <c:v>161975.24</c:v>
                </c:pt>
                <c:pt idx="604">
                  <c:v>162936.48000000001</c:v>
                </c:pt>
                <c:pt idx="605">
                  <c:v>163370.31</c:v>
                </c:pt>
                <c:pt idx="606">
                  <c:v>163150.35</c:v>
                </c:pt>
                <c:pt idx="607">
                  <c:v>161973.04999999999</c:v>
                </c:pt>
                <c:pt idx="608">
                  <c:v>165145.98000000001</c:v>
                </c:pt>
                <c:pt idx="609">
                  <c:v>165568.32000000001</c:v>
                </c:pt>
                <c:pt idx="610">
                  <c:v>164799.98000000001</c:v>
                </c:pt>
                <c:pt idx="611">
                  <c:v>164849.26999999999</c:v>
                </c:pt>
                <c:pt idx="612">
                  <c:v>166276.9</c:v>
                </c:pt>
                <c:pt idx="613">
                  <c:v>171816.67</c:v>
                </c:pt>
                <c:pt idx="614">
                  <c:v>175589.35</c:v>
                </c:pt>
                <c:pt idx="615">
                  <c:v>178858.54</c:v>
                </c:pt>
                <c:pt idx="616">
                  <c:v>178720.68</c:v>
                </c:pt>
                <c:pt idx="617">
                  <c:v>181919.13</c:v>
                </c:pt>
                <c:pt idx="618">
                  <c:v>184691.05</c:v>
                </c:pt>
                <c:pt idx="619">
                  <c:v>183133.75</c:v>
                </c:pt>
                <c:pt idx="620">
                  <c:v>181363.9</c:v>
                </c:pt>
                <c:pt idx="621">
                  <c:v>182793.4</c:v>
                </c:pt>
                <c:pt idx="622">
                  <c:v>185674.43</c:v>
                </c:pt>
                <c:pt idx="623">
                  <c:v>181708.23</c:v>
                </c:pt>
                <c:pt idx="624">
                  <c:v>182127.25</c:v>
                </c:pt>
                <c:pt idx="625">
                  <c:v>182949.78</c:v>
                </c:pt>
                <c:pt idx="626">
                  <c:v>186241.15</c:v>
                </c:pt>
                <c:pt idx="627">
                  <c:v>185929.33</c:v>
                </c:pt>
                <c:pt idx="628">
                  <c:v>189699.12</c:v>
                </c:pt>
                <c:pt idx="629">
                  <c:v>187766.42</c:v>
                </c:pt>
                <c:pt idx="630">
                  <c:v>186464.3</c:v>
                </c:pt>
                <c:pt idx="631">
                  <c:v>186016.31</c:v>
                </c:pt>
                <c:pt idx="632">
                  <c:v>188534.42</c:v>
                </c:pt>
                <c:pt idx="633">
                  <c:v>190534.42</c:v>
                </c:pt>
                <c:pt idx="634">
                  <c:v>188853.49</c:v>
                </c:pt>
                <c:pt idx="635">
                  <c:v>191490.4</c:v>
                </c:pt>
                <c:pt idx="636">
                  <c:v>191247.46</c:v>
                </c:pt>
                <c:pt idx="637">
                  <c:v>191005.02</c:v>
                </c:pt>
                <c:pt idx="638">
                  <c:v>188786.98</c:v>
                </c:pt>
                <c:pt idx="639">
                  <c:v>189307.02</c:v>
                </c:pt>
                <c:pt idx="640">
                  <c:v>183104.87</c:v>
                </c:pt>
                <c:pt idx="641">
                  <c:v>185366.44</c:v>
                </c:pt>
                <c:pt idx="642">
                  <c:v>180463.84</c:v>
                </c:pt>
                <c:pt idx="643">
                  <c:v>179364.82</c:v>
                </c:pt>
                <c:pt idx="644">
                  <c:v>180915.36</c:v>
                </c:pt>
                <c:pt idx="645">
                  <c:v>183447</c:v>
                </c:pt>
                <c:pt idx="646">
                  <c:v>183969.35</c:v>
                </c:pt>
                <c:pt idx="647">
                  <c:v>179284.49</c:v>
                </c:pt>
                <c:pt idx="648">
                  <c:v>177653.31</c:v>
                </c:pt>
                <c:pt idx="649">
                  <c:v>179875.44</c:v>
                </c:pt>
                <c:pt idx="650">
                  <c:v>180409.73</c:v>
                </c:pt>
                <c:pt idx="651">
                  <c:v>179639.91</c:v>
                </c:pt>
                <c:pt idx="652">
                  <c:v>180270.62</c:v>
                </c:pt>
                <c:pt idx="653">
                  <c:v>176219.4</c:v>
                </c:pt>
                <c:pt idx="654">
                  <c:v>181931.93</c:v>
                </c:pt>
                <c:pt idx="655">
                  <c:v>182509.14</c:v>
                </c:pt>
                <c:pt idx="656">
                  <c:v>185424.28</c:v>
                </c:pt>
                <c:pt idx="657">
                  <c:v>182732.67</c:v>
                </c:pt>
                <c:pt idx="658">
                  <c:v>181556.76</c:v>
                </c:pt>
                <c:pt idx="659">
                  <c:v>182514.2</c:v>
                </c:pt>
                <c:pt idx="660">
                  <c:v>187461.84</c:v>
                </c:pt>
                <c:pt idx="661">
                  <c:v>187952.91</c:v>
                </c:pt>
                <c:pt idx="662">
                  <c:v>188052.02</c:v>
                </c:pt>
                <c:pt idx="663">
                  <c:v>188161.97</c:v>
                </c:pt>
                <c:pt idx="664">
                  <c:v>188258.91</c:v>
                </c:pt>
                <c:pt idx="665">
                  <c:v>192201.16</c:v>
                </c:pt>
                <c:pt idx="666">
                  <c:v>195129.25</c:v>
                </c:pt>
                <c:pt idx="667">
                  <c:v>197323.87</c:v>
                </c:pt>
                <c:pt idx="668">
                  <c:v>198000.71</c:v>
                </c:pt>
                <c:pt idx="669">
                  <c:v>198657.33</c:v>
                </c:pt>
                <c:pt idx="670">
                  <c:v>197737.61</c:v>
                </c:pt>
                <c:pt idx="671">
                  <c:v>196818.59</c:v>
                </c:pt>
                <c:pt idx="672">
                  <c:v>195733.51</c:v>
                </c:pt>
                <c:pt idx="673">
                  <c:v>196132.06</c:v>
                </c:pt>
                <c:pt idx="674">
                  <c:v>192888.95999999999</c:v>
                </c:pt>
                <c:pt idx="675">
                  <c:v>191378.43</c:v>
                </c:pt>
                <c:pt idx="676">
                  <c:v>190745.02</c:v>
                </c:pt>
                <c:pt idx="677">
                  <c:v>189578.79</c:v>
                </c:pt>
                <c:pt idx="678">
                  <c:v>188618.69</c:v>
                </c:pt>
                <c:pt idx="679">
                  <c:v>184750.42</c:v>
                </c:pt>
                <c:pt idx="680">
                  <c:v>187317.64</c:v>
                </c:pt>
                <c:pt idx="681">
                  <c:v>185600.12</c:v>
                </c:pt>
                <c:pt idx="682">
                  <c:v>186753.82</c:v>
                </c:pt>
                <c:pt idx="683">
                  <c:v>187690.86</c:v>
                </c:pt>
                <c:pt idx="684">
                  <c:v>183218.26</c:v>
                </c:pt>
                <c:pt idx="685">
                  <c:v>184108.29</c:v>
                </c:pt>
                <c:pt idx="686">
                  <c:v>181908.87</c:v>
                </c:pt>
                <c:pt idx="687">
                  <c:v>180342.33</c:v>
                </c:pt>
                <c:pt idx="688">
                  <c:v>177098.29</c:v>
                </c:pt>
                <c:pt idx="689">
                  <c:v>178365.86</c:v>
                </c:pt>
                <c:pt idx="690">
                  <c:v>177283.83</c:v>
                </c:pt>
                <c:pt idx="691">
                  <c:v>176975.82</c:v>
                </c:pt>
                <c:pt idx="692">
                  <c:v>174278.86</c:v>
                </c:pt>
                <c:pt idx="693">
                  <c:v>177355.73</c:v>
                </c:pt>
                <c:pt idx="694">
                  <c:v>177649.86</c:v>
                </c:pt>
                <c:pt idx="695">
                  <c:v>176209.61</c:v>
                </c:pt>
                <c:pt idx="696">
                  <c:v>177815.72</c:v>
                </c:pt>
                <c:pt idx="697">
                  <c:v>176589.03</c:v>
                </c:pt>
                <c:pt idx="698">
                  <c:v>175744.37</c:v>
                </c:pt>
                <c:pt idx="699">
                  <c:v>175063.41</c:v>
                </c:pt>
                <c:pt idx="700">
                  <c:v>173787.49</c:v>
                </c:pt>
                <c:pt idx="701">
                  <c:v>172197.46</c:v>
                </c:pt>
                <c:pt idx="702">
                  <c:v>174197.64</c:v>
                </c:pt>
                <c:pt idx="703">
                  <c:v>170330.63</c:v>
                </c:pt>
                <c:pt idx="704">
                  <c:v>169019.12</c:v>
                </c:pt>
                <c:pt idx="705">
                  <c:v>168668.72</c:v>
                </c:pt>
                <c:pt idx="706">
                  <c:v>169813.15</c:v>
                </c:pt>
                <c:pt idx="707">
                  <c:v>168619.26</c:v>
                </c:pt>
                <c:pt idx="708">
                  <c:v>171497.24</c:v>
                </c:pt>
                <c:pt idx="709">
                  <c:v>171132.66</c:v>
                </c:pt>
                <c:pt idx="710">
                  <c:v>170415.13</c:v>
                </c:pt>
                <c:pt idx="711">
                  <c:v>169648.47</c:v>
                </c:pt>
                <c:pt idx="712">
                  <c:v>168453.93</c:v>
                </c:pt>
                <c:pt idx="713">
                  <c:v>168277.55</c:v>
                </c:pt>
                <c:pt idx="714">
                  <c:v>168333.61</c:v>
                </c:pt>
                <c:pt idx="715">
                  <c:v>170370.38</c:v>
                </c:pt>
                <c:pt idx="716">
                  <c:v>171258.87</c:v>
                </c:pt>
                <c:pt idx="717">
                  <c:v>170506.66</c:v>
                </c:pt>
                <c:pt idx="718">
                  <c:v>171990.2</c:v>
                </c:pt>
                <c:pt idx="719">
                  <c:v>173295.14</c:v>
                </c:pt>
                <c:pt idx="720">
                  <c:v>173205.35</c:v>
                </c:pt>
                <c:pt idx="721">
                  <c:v>172024.12</c:v>
                </c:pt>
                <c:pt idx="722">
                  <c:v>171688.61</c:v>
                </c:pt>
                <c:pt idx="723">
                  <c:v>172787.62</c:v>
                </c:pt>
                <c:pt idx="724">
                  <c:v>174070.27</c:v>
                </c:pt>
                <c:pt idx="725">
                  <c:v>172447.58</c:v>
                </c:pt>
                <c:pt idx="726">
                  <c:v>172020.68</c:v>
                </c:pt>
                <c:pt idx="727">
                  <c:v>170653.45</c:v>
                </c:pt>
                <c:pt idx="728">
                  <c:v>172742.12</c:v>
                </c:pt>
                <c:pt idx="729">
                  <c:v>177866.37</c:v>
                </c:pt>
                <c:pt idx="730">
                  <c:v>175739.08</c:v>
                </c:pt>
                <c:pt idx="731">
                  <c:v>176641.1</c:v>
                </c:pt>
                <c:pt idx="732">
                  <c:v>176010.9</c:v>
                </c:pt>
                <c:pt idx="733">
                  <c:v>173825.27</c:v>
                </c:pt>
                <c:pt idx="734">
                  <c:v>173714.08</c:v>
                </c:pt>
                <c:pt idx="735">
                  <c:v>173371.35</c:v>
                </c:pt>
                <c:pt idx="736">
                  <c:v>173325.65</c:v>
                </c:pt>
                <c:pt idx="737">
                  <c:v>177547.57</c:v>
                </c:pt>
                <c:pt idx="738">
                  <c:v>176723.62</c:v>
                </c:pt>
                <c:pt idx="739">
                  <c:v>174041.95</c:v>
                </c:pt>
                <c:pt idx="740">
                  <c:v>175334.46</c:v>
                </c:pt>
                <c:pt idx="741">
                  <c:v>176564.75</c:v>
                </c:pt>
                <c:pt idx="742">
                  <c:v>173885.34</c:v>
                </c:pt>
                <c:pt idx="743">
                  <c:v>177158.86</c:v>
                </c:pt>
                <c:pt idx="744">
                  <c:v>177999</c:v>
                </c:pt>
                <c:pt idx="745">
                  <c:v>178000.24</c:v>
                </c:pt>
                <c:pt idx="746">
                  <c:v>177894.97</c:v>
                </c:pt>
                <c:pt idx="747">
                  <c:v>177726.17</c:v>
                </c:pt>
                <c:pt idx="748">
                  <c:v>175546.36</c:v>
                </c:pt>
                <c:pt idx="749">
                  <c:v>172513.42</c:v>
                </c:pt>
                <c:pt idx="750">
                  <c:v>172179.93</c:v>
                </c:pt>
                <c:pt idx="751">
                  <c:v>167874.64</c:v>
                </c:pt>
                <c:pt idx="752">
                  <c:v>167491.07</c:v>
                </c:pt>
                <c:pt idx="753">
                  <c:v>167100.95000000001</c:v>
                </c:pt>
                <c:pt idx="754">
                  <c:v>166934.20000000001</c:v>
                </c:pt>
                <c:pt idx="755">
                  <c:v>166783.57</c:v>
                </c:pt>
                <c:pt idx="756">
                  <c:v>166334.85999999999</c:v>
                </c:pt>
                <c:pt idx="757">
                  <c:v>167830.27</c:v>
                </c:pt>
                <c:pt idx="758">
                  <c:v>167927.15</c:v>
                </c:pt>
                <c:pt idx="759">
                  <c:v>171031.73</c:v>
                </c:pt>
                <c:pt idx="760">
                  <c:v>171906.72</c:v>
                </c:pt>
                <c:pt idx="761">
                  <c:v>174576.8</c:v>
                </c:pt>
                <c:pt idx="762">
                  <c:v>174586.26</c:v>
                </c:pt>
                <c:pt idx="763">
                  <c:v>175135.41</c:v>
                </c:pt>
                <c:pt idx="764">
                  <c:v>175664.62</c:v>
                </c:pt>
                <c:pt idx="765">
                  <c:v>177418.78</c:v>
                </c:pt>
                <c:pt idx="766">
                  <c:v>179722.48</c:v>
                </c:pt>
                <c:pt idx="767">
                  <c:v>185205.09</c:v>
                </c:pt>
                <c:pt idx="768">
                  <c:v>185188.13</c:v>
                </c:pt>
                <c:pt idx="769">
                  <c:v>185147.15</c:v>
                </c:pt>
                <c:pt idx="770">
                  <c:v>187366.84</c:v>
                </c:pt>
                <c:pt idx="771">
                  <c:v>185629.04</c:v>
                </c:pt>
                <c:pt idx="772">
                  <c:v>188268.59</c:v>
                </c:pt>
                <c:pt idx="773">
                  <c:v>187206.89</c:v>
                </c:pt>
                <c:pt idx="774">
                  <c:v>185500.88</c:v>
                </c:pt>
                <c:pt idx="775">
                  <c:v>186502.64</c:v>
                </c:pt>
                <c:pt idx="776">
                  <c:v>185547.66</c:v>
                </c:pt>
                <c:pt idx="777">
                  <c:v>185992.03</c:v>
                </c:pt>
                <c:pt idx="778">
                  <c:v>185229.17</c:v>
                </c:pt>
                <c:pt idx="779">
                  <c:v>186595.6</c:v>
                </c:pt>
                <c:pt idx="780">
                  <c:v>187422.92</c:v>
                </c:pt>
                <c:pt idx="781">
                  <c:v>185814.09</c:v>
                </c:pt>
                <c:pt idx="782">
                  <c:v>183965.91</c:v>
                </c:pt>
                <c:pt idx="783">
                  <c:v>183476.86</c:v>
                </c:pt>
                <c:pt idx="784">
                  <c:v>182991.13</c:v>
                </c:pt>
                <c:pt idx="785">
                  <c:v>183827.59</c:v>
                </c:pt>
                <c:pt idx="786">
                  <c:v>186340.46</c:v>
                </c:pt>
                <c:pt idx="787">
                  <c:v>187197.46</c:v>
                </c:pt>
                <c:pt idx="788">
                  <c:v>192114.55</c:v>
                </c:pt>
                <c:pt idx="789">
                  <c:v>206911.89</c:v>
                </c:pt>
                <c:pt idx="790">
                  <c:v>205835.29</c:v>
                </c:pt>
                <c:pt idx="791">
                  <c:v>204302.33</c:v>
                </c:pt>
                <c:pt idx="792">
                  <c:v>206220.24</c:v>
                </c:pt>
                <c:pt idx="793">
                  <c:v>209066.9</c:v>
                </c:pt>
                <c:pt idx="794">
                  <c:v>206887.52</c:v>
                </c:pt>
                <c:pt idx="795">
                  <c:v>206505.98</c:v>
                </c:pt>
                <c:pt idx="796">
                  <c:v>204324.26</c:v>
                </c:pt>
                <c:pt idx="797">
                  <c:v>205430.33</c:v>
                </c:pt>
                <c:pt idx="798">
                  <c:v>205079.25</c:v>
                </c:pt>
                <c:pt idx="799">
                  <c:v>208295.98</c:v>
                </c:pt>
                <c:pt idx="800">
                  <c:v>206495.23</c:v>
                </c:pt>
                <c:pt idx="801">
                  <c:v>204120.12</c:v>
                </c:pt>
                <c:pt idx="802">
                  <c:v>205082.56</c:v>
                </c:pt>
                <c:pt idx="803">
                  <c:v>176608.23</c:v>
                </c:pt>
                <c:pt idx="804">
                  <c:v>175710.05</c:v>
                </c:pt>
                <c:pt idx="805">
                  <c:v>171006.1</c:v>
                </c:pt>
                <c:pt idx="806">
                  <c:v>169186.42</c:v>
                </c:pt>
              </c:numCache>
            </c:numRef>
          </c:cat>
          <c:val>
            <c:numRef>
              <c:f>'Composite treatment'!$E$5:$E$50000</c:f>
              <c:numCache>
                <c:formatCode>0.00</c:formatCode>
                <c:ptCount val="49996"/>
                <c:pt idx="0">
                  <c:v>119379.5</c:v>
                </c:pt>
                <c:pt idx="1">
                  <c:v>119090.24000000001</c:v>
                </c:pt>
                <c:pt idx="2">
                  <c:v>118408.77</c:v>
                </c:pt>
                <c:pt idx="3">
                  <c:v>118349.6</c:v>
                </c:pt>
                <c:pt idx="4">
                  <c:v>118065.14</c:v>
                </c:pt>
                <c:pt idx="5">
                  <c:v>116809.55</c:v>
                </c:pt>
                <c:pt idx="6">
                  <c:v>116171.42</c:v>
                </c:pt>
                <c:pt idx="7">
                  <c:v>115591.52</c:v>
                </c:pt>
                <c:pt idx="8">
                  <c:v>114982.3</c:v>
                </c:pt>
                <c:pt idx="9">
                  <c:v>115408.52</c:v>
                </c:pt>
                <c:pt idx="10">
                  <c:v>114429.35</c:v>
                </c:pt>
                <c:pt idx="11">
                  <c:v>116156.01</c:v>
                </c:pt>
                <c:pt idx="12">
                  <c:v>118134.59</c:v>
                </c:pt>
                <c:pt idx="13">
                  <c:v>117025.60000000001</c:v>
                </c:pt>
                <c:pt idx="14">
                  <c:v>115837.2</c:v>
                </c:pt>
                <c:pt idx="15">
                  <c:v>117120.98</c:v>
                </c:pt>
                <c:pt idx="16">
                  <c:v>118403.61</c:v>
                </c:pt>
                <c:pt idx="17">
                  <c:v>117535.1</c:v>
                </c:pt>
                <c:pt idx="18">
                  <c:v>115741.81</c:v>
                </c:pt>
                <c:pt idx="19">
                  <c:v>117892.96</c:v>
                </c:pt>
                <c:pt idx="20">
                  <c:v>117776.62</c:v>
                </c:pt>
                <c:pt idx="21">
                  <c:v>117331.3</c:v>
                </c:pt>
                <c:pt idx="22">
                  <c:v>115985.34</c:v>
                </c:pt>
                <c:pt idx="23">
                  <c:v>115313.4</c:v>
                </c:pt>
                <c:pt idx="24">
                  <c:v>116883.34</c:v>
                </c:pt>
                <c:pt idx="25">
                  <c:v>117968.12</c:v>
                </c:pt>
                <c:pt idx="26">
                  <c:v>118175.97</c:v>
                </c:pt>
                <c:pt idx="27">
                  <c:v>119391.55</c:v>
                </c:pt>
                <c:pt idx="28">
                  <c:v>118757.53</c:v>
                </c:pt>
                <c:pt idx="29">
                  <c:v>118288.21</c:v>
                </c:pt>
                <c:pt idx="30">
                  <c:v>117845.78</c:v>
                </c:pt>
                <c:pt idx="31">
                  <c:v>118695.32</c:v>
                </c:pt>
                <c:pt idx="32">
                  <c:v>116145.05</c:v>
                </c:pt>
                <c:pt idx="33">
                  <c:v>116008.64</c:v>
                </c:pt>
                <c:pt idx="34">
                  <c:v>115924.61</c:v>
                </c:pt>
                <c:pt idx="35">
                  <c:v>114193.43</c:v>
                </c:pt>
                <c:pt idx="36">
                  <c:v>114327.05</c:v>
                </c:pt>
                <c:pt idx="37">
                  <c:v>115730.76</c:v>
                </c:pt>
                <c:pt idx="38">
                  <c:v>116565.17</c:v>
                </c:pt>
                <c:pt idx="39">
                  <c:v>115056.86</c:v>
                </c:pt>
                <c:pt idx="40">
                  <c:v>113419.04</c:v>
                </c:pt>
                <c:pt idx="41">
                  <c:v>113607.45</c:v>
                </c:pt>
                <c:pt idx="42">
                  <c:v>113284.08</c:v>
                </c:pt>
                <c:pt idx="43">
                  <c:v>114169.63</c:v>
                </c:pt>
                <c:pt idx="44">
                  <c:v>115156.07</c:v>
                </c:pt>
                <c:pt idx="45">
                  <c:v>116736.95</c:v>
                </c:pt>
                <c:pt idx="46">
                  <c:v>117050.74</c:v>
                </c:pt>
                <c:pt idx="47">
                  <c:v>115754.08</c:v>
                </c:pt>
                <c:pt idx="48">
                  <c:v>116533.85</c:v>
                </c:pt>
                <c:pt idx="49">
                  <c:v>115908.43</c:v>
                </c:pt>
                <c:pt idx="50">
                  <c:v>114059.64</c:v>
                </c:pt>
                <c:pt idx="51">
                  <c:v>114004.3</c:v>
                </c:pt>
                <c:pt idx="52">
                  <c:v>113155.28</c:v>
                </c:pt>
                <c:pt idx="53">
                  <c:v>112784.52</c:v>
                </c:pt>
                <c:pt idx="54">
                  <c:v>113761.9</c:v>
                </c:pt>
                <c:pt idx="55">
                  <c:v>112829.97</c:v>
                </c:pt>
                <c:pt idx="56">
                  <c:v>114776.86</c:v>
                </c:pt>
                <c:pt idx="57">
                  <c:v>113301.35</c:v>
                </c:pt>
                <c:pt idx="58">
                  <c:v>112531.52</c:v>
                </c:pt>
                <c:pt idx="59">
                  <c:v>113143.67</c:v>
                </c:pt>
                <c:pt idx="60">
                  <c:v>115052.96</c:v>
                </c:pt>
                <c:pt idx="61">
                  <c:v>118159.97</c:v>
                </c:pt>
                <c:pt idx="62">
                  <c:v>118431.25</c:v>
                </c:pt>
                <c:pt idx="63">
                  <c:v>119268.06</c:v>
                </c:pt>
                <c:pt idx="64">
                  <c:v>119176.67</c:v>
                </c:pt>
                <c:pt idx="65">
                  <c:v>119034.14</c:v>
                </c:pt>
                <c:pt idx="66">
                  <c:v>120568.14</c:v>
                </c:pt>
                <c:pt idx="67">
                  <c:v>120410.17</c:v>
                </c:pt>
                <c:pt idx="68">
                  <c:v>123165.75999999999</c:v>
                </c:pt>
                <c:pt idx="69">
                  <c:v>124639.24</c:v>
                </c:pt>
                <c:pt idx="70">
                  <c:v>124773.21</c:v>
                </c:pt>
                <c:pt idx="71">
                  <c:v>125957.06</c:v>
                </c:pt>
                <c:pt idx="72">
                  <c:v>125626.03</c:v>
                </c:pt>
                <c:pt idx="73">
                  <c:v>126035.3</c:v>
                </c:pt>
                <c:pt idx="74">
                  <c:v>126575.75</c:v>
                </c:pt>
                <c:pt idx="75">
                  <c:v>125517.27</c:v>
                </c:pt>
                <c:pt idx="76">
                  <c:v>125731.45</c:v>
                </c:pt>
                <c:pt idx="77">
                  <c:v>126538.32</c:v>
                </c:pt>
                <c:pt idx="78">
                  <c:v>126165.64</c:v>
                </c:pt>
                <c:pt idx="79">
                  <c:v>127331.12</c:v>
                </c:pt>
                <c:pt idx="80">
                  <c:v>128184.91</c:v>
                </c:pt>
                <c:pt idx="81">
                  <c:v>126802.79</c:v>
                </c:pt>
                <c:pt idx="82">
                  <c:v>126903.25</c:v>
                </c:pt>
                <c:pt idx="83">
                  <c:v>125622.65</c:v>
                </c:pt>
                <c:pt idx="84">
                  <c:v>126009.57</c:v>
                </c:pt>
                <c:pt idx="85">
                  <c:v>127093.57</c:v>
                </c:pt>
                <c:pt idx="86">
                  <c:v>126916.41</c:v>
                </c:pt>
                <c:pt idx="87">
                  <c:v>126403.03</c:v>
                </c:pt>
                <c:pt idx="88">
                  <c:v>129465.08</c:v>
                </c:pt>
                <c:pt idx="89">
                  <c:v>130842.09</c:v>
                </c:pt>
                <c:pt idx="90">
                  <c:v>130197.1</c:v>
                </c:pt>
                <c:pt idx="91">
                  <c:v>131083.82</c:v>
                </c:pt>
                <c:pt idx="92">
                  <c:v>131850.9</c:v>
                </c:pt>
                <c:pt idx="93">
                  <c:v>130804.17</c:v>
                </c:pt>
                <c:pt idx="94">
                  <c:v>132182.01</c:v>
                </c:pt>
                <c:pt idx="95">
                  <c:v>132752.93</c:v>
                </c:pt>
                <c:pt idx="96">
                  <c:v>133532.92000000001</c:v>
                </c:pt>
                <c:pt idx="97">
                  <c:v>134193.72</c:v>
                </c:pt>
                <c:pt idx="98">
                  <c:v>134185.24</c:v>
                </c:pt>
                <c:pt idx="99">
                  <c:v>132696.63</c:v>
                </c:pt>
                <c:pt idx="100">
                  <c:v>132833.95000000001</c:v>
                </c:pt>
                <c:pt idx="101">
                  <c:v>131225.91</c:v>
                </c:pt>
                <c:pt idx="102">
                  <c:v>132022.92000000001</c:v>
                </c:pt>
                <c:pt idx="103">
                  <c:v>132426.54</c:v>
                </c:pt>
                <c:pt idx="104">
                  <c:v>131446.59</c:v>
                </c:pt>
                <c:pt idx="105">
                  <c:v>130841.09</c:v>
                </c:pt>
                <c:pt idx="106">
                  <c:v>130648.75</c:v>
                </c:pt>
                <c:pt idx="107">
                  <c:v>130987.67</c:v>
                </c:pt>
                <c:pt idx="108">
                  <c:v>131520.91</c:v>
                </c:pt>
                <c:pt idx="109">
                  <c:v>129294.04</c:v>
                </c:pt>
                <c:pt idx="110">
                  <c:v>128523.83</c:v>
                </c:pt>
                <c:pt idx="111">
                  <c:v>127315.74</c:v>
                </c:pt>
                <c:pt idx="112">
                  <c:v>127635.65</c:v>
                </c:pt>
                <c:pt idx="113">
                  <c:v>126601.55</c:v>
                </c:pt>
                <c:pt idx="114">
                  <c:v>128262.52</c:v>
                </c:pt>
                <c:pt idx="115">
                  <c:v>127815.7</c:v>
                </c:pt>
                <c:pt idx="116">
                  <c:v>128168.73</c:v>
                </c:pt>
                <c:pt idx="117">
                  <c:v>128967.32</c:v>
                </c:pt>
                <c:pt idx="118">
                  <c:v>128502.66</c:v>
                </c:pt>
                <c:pt idx="119">
                  <c:v>127401.81</c:v>
                </c:pt>
                <c:pt idx="120">
                  <c:v>127752.28</c:v>
                </c:pt>
                <c:pt idx="121">
                  <c:v>128481.02</c:v>
                </c:pt>
                <c:pt idx="122">
                  <c:v>127182.25</c:v>
                </c:pt>
                <c:pt idx="123">
                  <c:v>127593.49</c:v>
                </c:pt>
                <c:pt idx="124">
                  <c:v>130416.31</c:v>
                </c:pt>
                <c:pt idx="125">
                  <c:v>129949.9</c:v>
                </c:pt>
                <c:pt idx="126">
                  <c:v>128216.92</c:v>
                </c:pt>
                <c:pt idx="127">
                  <c:v>128025.7</c:v>
                </c:pt>
                <c:pt idx="128">
                  <c:v>127018.29</c:v>
                </c:pt>
                <c:pt idx="129">
                  <c:v>127804.13</c:v>
                </c:pt>
                <c:pt idx="130">
                  <c:v>128725.88</c:v>
                </c:pt>
                <c:pt idx="131">
                  <c:v>129035.74</c:v>
                </c:pt>
                <c:pt idx="132">
                  <c:v>129916.11</c:v>
                </c:pt>
                <c:pt idx="133">
                  <c:v>130031.58</c:v>
                </c:pt>
                <c:pt idx="134">
                  <c:v>130240.55</c:v>
                </c:pt>
                <c:pt idx="135">
                  <c:v>129418.73</c:v>
                </c:pt>
                <c:pt idx="136">
                  <c:v>129609.05</c:v>
                </c:pt>
                <c:pt idx="137">
                  <c:v>131689.37</c:v>
                </c:pt>
                <c:pt idx="138">
                  <c:v>130155.43</c:v>
                </c:pt>
                <c:pt idx="139">
                  <c:v>129020.02</c:v>
                </c:pt>
                <c:pt idx="140">
                  <c:v>129180.37</c:v>
                </c:pt>
                <c:pt idx="141">
                  <c:v>128340.54</c:v>
                </c:pt>
                <c:pt idx="142">
                  <c:v>128098.11</c:v>
                </c:pt>
                <c:pt idx="143">
                  <c:v>128890.23</c:v>
                </c:pt>
                <c:pt idx="144">
                  <c:v>128339.76</c:v>
                </c:pt>
                <c:pt idx="145">
                  <c:v>127070.79</c:v>
                </c:pt>
                <c:pt idx="146">
                  <c:v>126123.56</c:v>
                </c:pt>
                <c:pt idx="147">
                  <c:v>127667.84</c:v>
                </c:pt>
                <c:pt idx="148">
                  <c:v>128006.05</c:v>
                </c:pt>
                <c:pt idx="149">
                  <c:v>127689.97</c:v>
                </c:pt>
                <c:pt idx="150">
                  <c:v>126741.81</c:v>
                </c:pt>
                <c:pt idx="151">
                  <c:v>126954.18</c:v>
                </c:pt>
                <c:pt idx="152">
                  <c:v>127528.85</c:v>
                </c:pt>
                <c:pt idx="153">
                  <c:v>129124.83</c:v>
                </c:pt>
                <c:pt idx="154">
                  <c:v>128158.57</c:v>
                </c:pt>
                <c:pt idx="155">
                  <c:v>127027.1</c:v>
                </c:pt>
                <c:pt idx="156">
                  <c:v>126931.47</c:v>
                </c:pt>
                <c:pt idx="157">
                  <c:v>126863.02</c:v>
                </c:pt>
                <c:pt idx="158">
                  <c:v>127690.62</c:v>
                </c:pt>
                <c:pt idx="159">
                  <c:v>128106.1</c:v>
                </c:pt>
                <c:pt idx="160">
                  <c:v>126990.45</c:v>
                </c:pt>
                <c:pt idx="161">
                  <c:v>127548.52</c:v>
                </c:pt>
                <c:pt idx="162">
                  <c:v>127318.39</c:v>
                </c:pt>
                <c:pt idx="163">
                  <c:v>127427.53</c:v>
                </c:pt>
                <c:pt idx="164">
                  <c:v>126795.41</c:v>
                </c:pt>
                <c:pt idx="165">
                  <c:v>128857.16</c:v>
                </c:pt>
                <c:pt idx="166">
                  <c:v>129890.37</c:v>
                </c:pt>
                <c:pt idx="167">
                  <c:v>128053.74</c:v>
                </c:pt>
                <c:pt idx="168">
                  <c:v>127396.35</c:v>
                </c:pt>
                <c:pt idx="169">
                  <c:v>125946.09</c:v>
                </c:pt>
                <c:pt idx="170">
                  <c:v>125333.89</c:v>
                </c:pt>
                <c:pt idx="171">
                  <c:v>124388.62</c:v>
                </c:pt>
                <c:pt idx="172">
                  <c:v>124171.15</c:v>
                </c:pt>
                <c:pt idx="173">
                  <c:v>124196.18</c:v>
                </c:pt>
                <c:pt idx="174">
                  <c:v>125124.3</c:v>
                </c:pt>
                <c:pt idx="175">
                  <c:v>125573.16</c:v>
                </c:pt>
                <c:pt idx="176">
                  <c:v>125148.07</c:v>
                </c:pt>
                <c:pt idx="177">
                  <c:v>124740.69</c:v>
                </c:pt>
                <c:pt idx="178">
                  <c:v>124645.58</c:v>
                </c:pt>
                <c:pt idx="179">
                  <c:v>126526.27</c:v>
                </c:pt>
                <c:pt idx="180">
                  <c:v>127351.79</c:v>
                </c:pt>
                <c:pt idx="181">
                  <c:v>125924.19</c:v>
                </c:pt>
                <c:pt idx="182">
                  <c:v>127122.25</c:v>
                </c:pt>
                <c:pt idx="183">
                  <c:v>128508.67</c:v>
                </c:pt>
                <c:pt idx="184">
                  <c:v>128465.69</c:v>
                </c:pt>
                <c:pt idx="185">
                  <c:v>129210.48</c:v>
                </c:pt>
                <c:pt idx="186">
                  <c:v>129480.89</c:v>
                </c:pt>
                <c:pt idx="187">
                  <c:v>128188.34</c:v>
                </c:pt>
                <c:pt idx="188">
                  <c:v>127599.57</c:v>
                </c:pt>
                <c:pt idx="189">
                  <c:v>128154.79</c:v>
                </c:pt>
                <c:pt idx="190">
                  <c:v>128515.49</c:v>
                </c:pt>
                <c:pt idx="191">
                  <c:v>128027.59</c:v>
                </c:pt>
                <c:pt idx="192">
                  <c:v>128283.62</c:v>
                </c:pt>
                <c:pt idx="193">
                  <c:v>128150.71</c:v>
                </c:pt>
                <c:pt idx="194">
                  <c:v>127750.92</c:v>
                </c:pt>
                <c:pt idx="195">
                  <c:v>127411.55</c:v>
                </c:pt>
                <c:pt idx="196">
                  <c:v>125650.03</c:v>
                </c:pt>
                <c:pt idx="197">
                  <c:v>124729.4</c:v>
                </c:pt>
                <c:pt idx="198">
                  <c:v>124305.57</c:v>
                </c:pt>
                <c:pt idx="199">
                  <c:v>124495.67999999999</c:v>
                </c:pt>
                <c:pt idx="200">
                  <c:v>123779.54</c:v>
                </c:pt>
                <c:pt idx="201">
                  <c:v>122707.28</c:v>
                </c:pt>
                <c:pt idx="202">
                  <c:v>122098.09</c:v>
                </c:pt>
                <c:pt idx="203">
                  <c:v>122031.58</c:v>
                </c:pt>
                <c:pt idx="204">
                  <c:v>121802.06</c:v>
                </c:pt>
                <c:pt idx="205">
                  <c:v>121407.33</c:v>
                </c:pt>
                <c:pt idx="206">
                  <c:v>122898.8</c:v>
                </c:pt>
                <c:pt idx="207">
                  <c:v>120767.19</c:v>
                </c:pt>
                <c:pt idx="208">
                  <c:v>120759.51</c:v>
                </c:pt>
                <c:pt idx="209">
                  <c:v>121635.06</c:v>
                </c:pt>
                <c:pt idx="210">
                  <c:v>119936.02</c:v>
                </c:pt>
                <c:pt idx="211">
                  <c:v>119567.53</c:v>
                </c:pt>
                <c:pt idx="212">
                  <c:v>119662.38</c:v>
                </c:pt>
                <c:pt idx="213">
                  <c:v>119137.86</c:v>
                </c:pt>
                <c:pt idx="214">
                  <c:v>119630.44</c:v>
                </c:pt>
                <c:pt idx="215">
                  <c:v>120261.34</c:v>
                </c:pt>
                <c:pt idx="216">
                  <c:v>120445.91</c:v>
                </c:pt>
                <c:pt idx="217">
                  <c:v>121341.13</c:v>
                </c:pt>
                <c:pt idx="218">
                  <c:v>122636.96</c:v>
                </c:pt>
                <c:pt idx="219">
                  <c:v>122331.39</c:v>
                </c:pt>
                <c:pt idx="220">
                  <c:v>122641.3</c:v>
                </c:pt>
                <c:pt idx="221">
                  <c:v>124307.83</c:v>
                </c:pt>
                <c:pt idx="222">
                  <c:v>123906.55</c:v>
                </c:pt>
                <c:pt idx="223">
                  <c:v>124718.07</c:v>
                </c:pt>
                <c:pt idx="224">
                  <c:v>124787.08</c:v>
                </c:pt>
                <c:pt idx="225">
                  <c:v>125661.89</c:v>
                </c:pt>
                <c:pt idx="226">
                  <c:v>126163.98</c:v>
                </c:pt>
                <c:pt idx="227">
                  <c:v>126267.05</c:v>
                </c:pt>
                <c:pt idx="228">
                  <c:v>126548.34</c:v>
                </c:pt>
                <c:pt idx="229">
                  <c:v>127108.22</c:v>
                </c:pt>
                <c:pt idx="230">
                  <c:v>127218.24000000001</c:v>
                </c:pt>
                <c:pt idx="231">
                  <c:v>128293.61</c:v>
                </c:pt>
                <c:pt idx="232">
                  <c:v>128896.98</c:v>
                </c:pt>
                <c:pt idx="233">
                  <c:v>129320.96000000001</c:v>
                </c:pt>
                <c:pt idx="234">
                  <c:v>129110.38</c:v>
                </c:pt>
                <c:pt idx="235">
                  <c:v>129450.32</c:v>
                </c:pt>
                <c:pt idx="236">
                  <c:v>127652.06</c:v>
                </c:pt>
                <c:pt idx="237">
                  <c:v>127616.46</c:v>
                </c:pt>
                <c:pt idx="238">
                  <c:v>127859.63</c:v>
                </c:pt>
                <c:pt idx="239">
                  <c:v>126589.84</c:v>
                </c:pt>
                <c:pt idx="240">
                  <c:v>126422.73</c:v>
                </c:pt>
                <c:pt idx="241">
                  <c:v>125954.09</c:v>
                </c:pt>
                <c:pt idx="242">
                  <c:v>127492.49</c:v>
                </c:pt>
                <c:pt idx="243">
                  <c:v>126953.86</c:v>
                </c:pt>
                <c:pt idx="244">
                  <c:v>126139.21</c:v>
                </c:pt>
                <c:pt idx="245">
                  <c:v>127651.81</c:v>
                </c:pt>
                <c:pt idx="246">
                  <c:v>127395.1</c:v>
                </c:pt>
                <c:pt idx="247">
                  <c:v>125854.09</c:v>
                </c:pt>
                <c:pt idx="248">
                  <c:v>125269.54</c:v>
                </c:pt>
                <c:pt idx="249">
                  <c:v>126266.7</c:v>
                </c:pt>
                <c:pt idx="250">
                  <c:v>127513.88</c:v>
                </c:pt>
                <c:pt idx="251">
                  <c:v>128660.88</c:v>
                </c:pt>
                <c:pt idx="252">
                  <c:v>130614.59</c:v>
                </c:pt>
                <c:pt idx="253">
                  <c:v>131115.9</c:v>
                </c:pt>
                <c:pt idx="254">
                  <c:v>132397.97</c:v>
                </c:pt>
                <c:pt idx="255">
                  <c:v>133317.66</c:v>
                </c:pt>
                <c:pt idx="256">
                  <c:v>134153.42000000001</c:v>
                </c:pt>
                <c:pt idx="257">
                  <c:v>133953.25</c:v>
                </c:pt>
                <c:pt idx="258">
                  <c:v>135777.98000000001</c:v>
                </c:pt>
                <c:pt idx="259">
                  <c:v>136087.41</c:v>
                </c:pt>
                <c:pt idx="260">
                  <c:v>136463.65</c:v>
                </c:pt>
                <c:pt idx="261">
                  <c:v>135173.39000000001</c:v>
                </c:pt>
                <c:pt idx="262">
                  <c:v>135608.47</c:v>
                </c:pt>
                <c:pt idx="263">
                  <c:v>136888.71</c:v>
                </c:pt>
                <c:pt idx="264">
                  <c:v>136775.91</c:v>
                </c:pt>
                <c:pt idx="265">
                  <c:v>137343.96</c:v>
                </c:pt>
                <c:pt idx="266">
                  <c:v>136041.35</c:v>
                </c:pt>
                <c:pt idx="267">
                  <c:v>136004.01</c:v>
                </c:pt>
                <c:pt idx="268">
                  <c:v>134906.07</c:v>
                </c:pt>
                <c:pt idx="269">
                  <c:v>134353.48000000001</c:v>
                </c:pt>
                <c:pt idx="270">
                  <c:v>136110.73000000001</c:v>
                </c:pt>
                <c:pt idx="271">
                  <c:v>136502.49</c:v>
                </c:pt>
                <c:pt idx="272">
                  <c:v>134572.45000000001</c:v>
                </c:pt>
                <c:pt idx="273">
                  <c:v>134737.21</c:v>
                </c:pt>
                <c:pt idx="274">
                  <c:v>134319.57999999999</c:v>
                </c:pt>
                <c:pt idx="275">
                  <c:v>134676.75</c:v>
                </c:pt>
                <c:pt idx="276">
                  <c:v>134029.43</c:v>
                </c:pt>
                <c:pt idx="277">
                  <c:v>134881.95000000001</c:v>
                </c:pt>
                <c:pt idx="278">
                  <c:v>135118.22</c:v>
                </c:pt>
                <c:pt idx="279">
                  <c:v>134960.19</c:v>
                </c:pt>
                <c:pt idx="280">
                  <c:v>133747.69</c:v>
                </c:pt>
                <c:pt idx="281">
                  <c:v>133122.67000000001</c:v>
                </c:pt>
                <c:pt idx="282">
                  <c:v>131065.44</c:v>
                </c:pt>
                <c:pt idx="283">
                  <c:v>130568.37</c:v>
                </c:pt>
                <c:pt idx="284">
                  <c:v>132155.76</c:v>
                </c:pt>
                <c:pt idx="285">
                  <c:v>131586.45000000001</c:v>
                </c:pt>
                <c:pt idx="286">
                  <c:v>133009.78</c:v>
                </c:pt>
                <c:pt idx="287">
                  <c:v>132730.35999999999</c:v>
                </c:pt>
                <c:pt idx="288">
                  <c:v>131816.44</c:v>
                </c:pt>
                <c:pt idx="289">
                  <c:v>132495.16</c:v>
                </c:pt>
                <c:pt idx="290">
                  <c:v>133514.94</c:v>
                </c:pt>
                <c:pt idx="291">
                  <c:v>131671.51</c:v>
                </c:pt>
                <c:pt idx="292">
                  <c:v>131791.54999999999</c:v>
                </c:pt>
                <c:pt idx="293">
                  <c:v>132017.84</c:v>
                </c:pt>
                <c:pt idx="294">
                  <c:v>131511.73000000001</c:v>
                </c:pt>
                <c:pt idx="295">
                  <c:v>129962.06</c:v>
                </c:pt>
                <c:pt idx="296">
                  <c:v>130352.86</c:v>
                </c:pt>
                <c:pt idx="297">
                  <c:v>129992.29</c:v>
                </c:pt>
                <c:pt idx="298">
                  <c:v>131005.25</c:v>
                </c:pt>
                <c:pt idx="299">
                  <c:v>131043.27</c:v>
                </c:pt>
                <c:pt idx="300">
                  <c:v>131749.72</c:v>
                </c:pt>
                <c:pt idx="301">
                  <c:v>130793.41</c:v>
                </c:pt>
                <c:pt idx="302">
                  <c:v>130499.26</c:v>
                </c:pt>
                <c:pt idx="303">
                  <c:v>130361.56</c:v>
                </c:pt>
                <c:pt idx="304">
                  <c:v>129951.37</c:v>
                </c:pt>
                <c:pt idx="305">
                  <c:v>129233.11</c:v>
                </c:pt>
                <c:pt idx="306">
                  <c:v>130066.95</c:v>
                </c:pt>
                <c:pt idx="307">
                  <c:v>129893.32</c:v>
                </c:pt>
                <c:pt idx="308">
                  <c:v>131212.57999999999</c:v>
                </c:pt>
                <c:pt idx="309">
                  <c:v>130729.93</c:v>
                </c:pt>
                <c:pt idx="310">
                  <c:v>130639.33</c:v>
                </c:pt>
                <c:pt idx="311">
                  <c:v>129713.33</c:v>
                </c:pt>
                <c:pt idx="312">
                  <c:v>128120.75</c:v>
                </c:pt>
                <c:pt idx="313">
                  <c:v>130514.79</c:v>
                </c:pt>
                <c:pt idx="314">
                  <c:v>130660.75</c:v>
                </c:pt>
                <c:pt idx="315">
                  <c:v>130340.92</c:v>
                </c:pt>
                <c:pt idx="316">
                  <c:v>129681.7</c:v>
                </c:pt>
                <c:pt idx="317">
                  <c:v>127829.8</c:v>
                </c:pt>
                <c:pt idx="318">
                  <c:v>127873.7</c:v>
                </c:pt>
                <c:pt idx="319">
                  <c:v>127698.32</c:v>
                </c:pt>
                <c:pt idx="320">
                  <c:v>127733.88</c:v>
                </c:pt>
                <c:pt idx="321">
                  <c:v>127791.6</c:v>
                </c:pt>
                <c:pt idx="322">
                  <c:v>127768.19</c:v>
                </c:pt>
                <c:pt idx="323">
                  <c:v>128197.25</c:v>
                </c:pt>
                <c:pt idx="324">
                  <c:v>126922.11</c:v>
                </c:pt>
                <c:pt idx="325">
                  <c:v>129125.51</c:v>
                </c:pt>
                <c:pt idx="326">
                  <c:v>129036.1</c:v>
                </c:pt>
                <c:pt idx="327">
                  <c:v>129922.38</c:v>
                </c:pt>
                <c:pt idx="328">
                  <c:v>127668.61</c:v>
                </c:pt>
                <c:pt idx="329">
                  <c:v>124610.41</c:v>
                </c:pt>
                <c:pt idx="330">
                  <c:v>125667.83</c:v>
                </c:pt>
                <c:pt idx="331">
                  <c:v>125235.54</c:v>
                </c:pt>
                <c:pt idx="332">
                  <c:v>126139.2</c:v>
                </c:pt>
                <c:pt idx="333">
                  <c:v>126087.02</c:v>
                </c:pt>
                <c:pt idx="334">
                  <c:v>127857.58</c:v>
                </c:pt>
                <c:pt idx="335">
                  <c:v>125945.67</c:v>
                </c:pt>
                <c:pt idx="336">
                  <c:v>127210.19</c:v>
                </c:pt>
                <c:pt idx="337">
                  <c:v>128228.49</c:v>
                </c:pt>
                <c:pt idx="338">
                  <c:v>129593.31</c:v>
                </c:pt>
                <c:pt idx="339">
                  <c:v>126042.21</c:v>
                </c:pt>
                <c:pt idx="340">
                  <c:v>124612.22</c:v>
                </c:pt>
                <c:pt idx="341">
                  <c:v>123560.06</c:v>
                </c:pt>
                <c:pt idx="342">
                  <c:v>124698.04</c:v>
                </c:pt>
                <c:pt idx="343">
                  <c:v>120771.88</c:v>
                </c:pt>
                <c:pt idx="344">
                  <c:v>121187.91</c:v>
                </c:pt>
                <c:pt idx="345">
                  <c:v>122102.15</c:v>
                </c:pt>
                <c:pt idx="346">
                  <c:v>120766.57</c:v>
                </c:pt>
                <c:pt idx="347">
                  <c:v>121077.5</c:v>
                </c:pt>
                <c:pt idx="348">
                  <c:v>120269.31</c:v>
                </c:pt>
                <c:pt idx="349">
                  <c:v>120283.4</c:v>
                </c:pt>
                <c:pt idx="350">
                  <c:v>120125.39</c:v>
                </c:pt>
                <c:pt idx="351">
                  <c:v>118532.68</c:v>
                </c:pt>
                <c:pt idx="352">
                  <c:v>120021.52</c:v>
                </c:pt>
                <c:pt idx="353">
                  <c:v>121162.66</c:v>
                </c:pt>
                <c:pt idx="354">
                  <c:v>119624.51</c:v>
                </c:pt>
                <c:pt idx="355">
                  <c:v>119780.56</c:v>
                </c:pt>
                <c:pt idx="356">
                  <c:v>118856.48</c:v>
                </c:pt>
                <c:pt idx="357">
                  <c:v>119006.93</c:v>
                </c:pt>
                <c:pt idx="358">
                  <c:v>119298.67</c:v>
                </c:pt>
                <c:pt idx="359">
                  <c:v>122650.2</c:v>
                </c:pt>
                <c:pt idx="360">
                  <c:v>121234.14</c:v>
                </c:pt>
                <c:pt idx="361">
                  <c:v>122350.38</c:v>
                </c:pt>
                <c:pt idx="362">
                  <c:v>122855.15</c:v>
                </c:pt>
                <c:pt idx="363">
                  <c:v>123338.34</c:v>
                </c:pt>
                <c:pt idx="364">
                  <c:v>122971.77</c:v>
                </c:pt>
                <c:pt idx="365">
                  <c:v>122483.32</c:v>
                </c:pt>
                <c:pt idx="366">
                  <c:v>122446.94</c:v>
                </c:pt>
                <c:pt idx="367">
                  <c:v>124861.5</c:v>
                </c:pt>
                <c:pt idx="368">
                  <c:v>124055.5</c:v>
                </c:pt>
                <c:pt idx="369">
                  <c:v>123432.12</c:v>
                </c:pt>
                <c:pt idx="370">
                  <c:v>126912.78</c:v>
                </c:pt>
                <c:pt idx="371">
                  <c:v>126134.94</c:v>
                </c:pt>
                <c:pt idx="372">
                  <c:v>125970.46</c:v>
                </c:pt>
                <c:pt idx="373">
                  <c:v>125147.42</c:v>
                </c:pt>
                <c:pt idx="374">
                  <c:v>125534.07</c:v>
                </c:pt>
                <c:pt idx="375">
                  <c:v>126224.74</c:v>
                </c:pt>
                <c:pt idx="376">
                  <c:v>124619.4</c:v>
                </c:pt>
                <c:pt idx="377">
                  <c:v>125571.81</c:v>
                </c:pt>
                <c:pt idx="378">
                  <c:v>126521.66</c:v>
                </c:pt>
                <c:pt idx="379">
                  <c:v>124380.21</c:v>
                </c:pt>
                <c:pt idx="380">
                  <c:v>124850.18</c:v>
                </c:pt>
                <c:pt idx="381">
                  <c:v>128218.59</c:v>
                </c:pt>
                <c:pt idx="382">
                  <c:v>128552.13</c:v>
                </c:pt>
                <c:pt idx="383">
                  <c:v>128531.71</c:v>
                </c:pt>
                <c:pt idx="384">
                  <c:v>127308.8</c:v>
                </c:pt>
                <c:pt idx="385">
                  <c:v>127600.58</c:v>
                </c:pt>
                <c:pt idx="386">
                  <c:v>127128.06</c:v>
                </c:pt>
                <c:pt idx="387">
                  <c:v>125401.38</c:v>
                </c:pt>
                <c:pt idx="388">
                  <c:v>125979.5</c:v>
                </c:pt>
                <c:pt idx="389">
                  <c:v>124768.71</c:v>
                </c:pt>
                <c:pt idx="390">
                  <c:v>124798.96</c:v>
                </c:pt>
                <c:pt idx="391">
                  <c:v>122799.09</c:v>
                </c:pt>
                <c:pt idx="392">
                  <c:v>123046.85</c:v>
                </c:pt>
                <c:pt idx="393">
                  <c:v>123357.55</c:v>
                </c:pt>
                <c:pt idx="394">
                  <c:v>125034.63</c:v>
                </c:pt>
                <c:pt idx="395">
                  <c:v>124519.38</c:v>
                </c:pt>
                <c:pt idx="396">
                  <c:v>123507.35</c:v>
                </c:pt>
                <c:pt idx="397">
                  <c:v>123863.5</c:v>
                </c:pt>
                <c:pt idx="398">
                  <c:v>125637.11</c:v>
                </c:pt>
                <c:pt idx="399">
                  <c:v>128957.09</c:v>
                </c:pt>
                <c:pt idx="400">
                  <c:v>130833.96</c:v>
                </c:pt>
                <c:pt idx="401">
                  <c:v>131474.73000000001</c:v>
                </c:pt>
                <c:pt idx="402">
                  <c:v>132508.45000000001</c:v>
                </c:pt>
                <c:pt idx="403">
                  <c:v>131954.9</c:v>
                </c:pt>
                <c:pt idx="404">
                  <c:v>132344.88</c:v>
                </c:pt>
                <c:pt idx="405">
                  <c:v>131321.44</c:v>
                </c:pt>
                <c:pt idx="406">
                  <c:v>132067.69</c:v>
                </c:pt>
                <c:pt idx="407">
                  <c:v>132519.63</c:v>
                </c:pt>
                <c:pt idx="408">
                  <c:v>133148.75</c:v>
                </c:pt>
                <c:pt idx="409">
                  <c:v>131902.18</c:v>
                </c:pt>
                <c:pt idx="410">
                  <c:v>130259.54</c:v>
                </c:pt>
                <c:pt idx="411">
                  <c:v>131147.29</c:v>
                </c:pt>
                <c:pt idx="412">
                  <c:v>131190.34</c:v>
                </c:pt>
                <c:pt idx="413">
                  <c:v>131140.65</c:v>
                </c:pt>
                <c:pt idx="414">
                  <c:v>127256</c:v>
                </c:pt>
                <c:pt idx="415">
                  <c:v>125588.09</c:v>
                </c:pt>
                <c:pt idx="416">
                  <c:v>123931.89</c:v>
                </c:pt>
                <c:pt idx="417">
                  <c:v>127795.93</c:v>
                </c:pt>
                <c:pt idx="418">
                  <c:v>126354.75</c:v>
                </c:pt>
                <c:pt idx="419">
                  <c:v>127682.4</c:v>
                </c:pt>
                <c:pt idx="420">
                  <c:v>129453.91</c:v>
                </c:pt>
                <c:pt idx="421">
                  <c:v>129245.39</c:v>
                </c:pt>
                <c:pt idx="422">
                  <c:v>128316.89</c:v>
                </c:pt>
                <c:pt idx="423">
                  <c:v>129650.03</c:v>
                </c:pt>
                <c:pt idx="424">
                  <c:v>130464.38</c:v>
                </c:pt>
                <c:pt idx="425">
                  <c:v>132216.07</c:v>
                </c:pt>
                <c:pt idx="426">
                  <c:v>134580.43</c:v>
                </c:pt>
                <c:pt idx="427">
                  <c:v>134739.28</c:v>
                </c:pt>
                <c:pt idx="428">
                  <c:v>135015.89000000001</c:v>
                </c:pt>
                <c:pt idx="429">
                  <c:v>135092.99</c:v>
                </c:pt>
                <c:pt idx="430">
                  <c:v>135066.97</c:v>
                </c:pt>
                <c:pt idx="431">
                  <c:v>135133.88</c:v>
                </c:pt>
                <c:pt idx="432">
                  <c:v>133491.23000000001</c:v>
                </c:pt>
                <c:pt idx="433">
                  <c:v>133515.82</c:v>
                </c:pt>
                <c:pt idx="434">
                  <c:v>133397.51999999999</c:v>
                </c:pt>
                <c:pt idx="435">
                  <c:v>136231.9</c:v>
                </c:pt>
                <c:pt idx="436">
                  <c:v>136511.88</c:v>
                </c:pt>
                <c:pt idx="437">
                  <c:v>136563.18</c:v>
                </c:pt>
                <c:pt idx="438">
                  <c:v>138963.10999999999</c:v>
                </c:pt>
                <c:pt idx="439">
                  <c:v>138422.84</c:v>
                </c:pt>
                <c:pt idx="440">
                  <c:v>139334.38</c:v>
                </c:pt>
                <c:pt idx="441">
                  <c:v>139187.39000000001</c:v>
                </c:pt>
                <c:pt idx="442">
                  <c:v>139636.41</c:v>
                </c:pt>
                <c:pt idx="443">
                  <c:v>140109.63</c:v>
                </c:pt>
                <c:pt idx="444">
                  <c:v>137881.26999999999</c:v>
                </c:pt>
                <c:pt idx="445">
                  <c:v>137272.59</c:v>
                </c:pt>
                <c:pt idx="446">
                  <c:v>137824.29</c:v>
                </c:pt>
                <c:pt idx="447">
                  <c:v>138136.14000000001</c:v>
                </c:pt>
                <c:pt idx="448">
                  <c:v>139541.23000000001</c:v>
                </c:pt>
                <c:pt idx="449">
                  <c:v>138887.81</c:v>
                </c:pt>
                <c:pt idx="450">
                  <c:v>138533.70000000001</c:v>
                </c:pt>
                <c:pt idx="451">
                  <c:v>137026.62</c:v>
                </c:pt>
                <c:pt idx="452">
                  <c:v>136786.65</c:v>
                </c:pt>
                <c:pt idx="453">
                  <c:v>137546.26</c:v>
                </c:pt>
                <c:pt idx="454">
                  <c:v>137001.57999999999</c:v>
                </c:pt>
                <c:pt idx="455">
                  <c:v>136236.37</c:v>
                </c:pt>
                <c:pt idx="456">
                  <c:v>136102.1</c:v>
                </c:pt>
                <c:pt idx="457">
                  <c:v>135699.38</c:v>
                </c:pt>
                <c:pt idx="458">
                  <c:v>136436.07</c:v>
                </c:pt>
                <c:pt idx="459">
                  <c:v>137128.04</c:v>
                </c:pt>
                <c:pt idx="460">
                  <c:v>137799.74</c:v>
                </c:pt>
                <c:pt idx="461">
                  <c:v>137212.63</c:v>
                </c:pt>
                <c:pt idx="462">
                  <c:v>139255.91</c:v>
                </c:pt>
                <c:pt idx="463">
                  <c:v>138840.01999999999</c:v>
                </c:pt>
                <c:pt idx="464">
                  <c:v>138716.64000000001</c:v>
                </c:pt>
                <c:pt idx="465">
                  <c:v>137115.82999999999</c:v>
                </c:pt>
                <c:pt idx="466">
                  <c:v>136550.5</c:v>
                </c:pt>
                <c:pt idx="467">
                  <c:v>137164.60999999999</c:v>
                </c:pt>
                <c:pt idx="468">
                  <c:v>135767.29</c:v>
                </c:pt>
                <c:pt idx="469">
                  <c:v>137113.89000000001</c:v>
                </c:pt>
                <c:pt idx="470">
                  <c:v>136865.79</c:v>
                </c:pt>
                <c:pt idx="471">
                  <c:v>138854.6</c:v>
                </c:pt>
                <c:pt idx="472">
                  <c:v>139549.43</c:v>
                </c:pt>
                <c:pt idx="473">
                  <c:v>139050.93</c:v>
                </c:pt>
                <c:pt idx="474">
                  <c:v>140927.85999999999</c:v>
                </c:pt>
                <c:pt idx="475">
                  <c:v>141263.56</c:v>
                </c:pt>
                <c:pt idx="476">
                  <c:v>139489.70000000001</c:v>
                </c:pt>
                <c:pt idx="477">
                  <c:v>139302.85</c:v>
                </c:pt>
                <c:pt idx="478">
                  <c:v>137480.79</c:v>
                </c:pt>
                <c:pt idx="479">
                  <c:v>136743.26</c:v>
                </c:pt>
                <c:pt idx="480">
                  <c:v>136187.31</c:v>
                </c:pt>
                <c:pt idx="481">
                  <c:v>135298.99</c:v>
                </c:pt>
                <c:pt idx="482">
                  <c:v>135250.1</c:v>
                </c:pt>
                <c:pt idx="483">
                  <c:v>135510.99</c:v>
                </c:pt>
                <c:pt idx="484">
                  <c:v>135564.74</c:v>
                </c:pt>
                <c:pt idx="485">
                  <c:v>133381.57999999999</c:v>
                </c:pt>
                <c:pt idx="486">
                  <c:v>134166.72</c:v>
                </c:pt>
                <c:pt idx="487">
                  <c:v>134035.72</c:v>
                </c:pt>
                <c:pt idx="488">
                  <c:v>135368.26999999999</c:v>
                </c:pt>
                <c:pt idx="489">
                  <c:v>133807.59</c:v>
                </c:pt>
                <c:pt idx="490">
                  <c:v>133524.18</c:v>
                </c:pt>
                <c:pt idx="491">
                  <c:v>132129.26</c:v>
                </c:pt>
                <c:pt idx="492">
                  <c:v>132725.68</c:v>
                </c:pt>
                <c:pt idx="493">
                  <c:v>133989.74</c:v>
                </c:pt>
                <c:pt idx="494">
                  <c:v>133071.04999999999</c:v>
                </c:pt>
                <c:pt idx="495">
                  <c:v>132437.39000000001</c:v>
                </c:pt>
                <c:pt idx="496">
                  <c:v>132971.20000000001</c:v>
                </c:pt>
                <c:pt idx="497">
                  <c:v>133151.29999999999</c:v>
                </c:pt>
                <c:pt idx="498">
                  <c:v>134537.62</c:v>
                </c:pt>
                <c:pt idx="499">
                  <c:v>136527.60999999999</c:v>
                </c:pt>
                <c:pt idx="500">
                  <c:v>135913.25</c:v>
                </c:pt>
                <c:pt idx="501">
                  <c:v>135623.15</c:v>
                </c:pt>
                <c:pt idx="502">
                  <c:v>137913.68</c:v>
                </c:pt>
                <c:pt idx="503">
                  <c:v>136687.32</c:v>
                </c:pt>
                <c:pt idx="504">
                  <c:v>136355.78</c:v>
                </c:pt>
                <c:pt idx="505">
                  <c:v>136340.76999999999</c:v>
                </c:pt>
                <c:pt idx="506">
                  <c:v>137321.64000000001</c:v>
                </c:pt>
                <c:pt idx="507">
                  <c:v>134432.26</c:v>
                </c:pt>
                <c:pt idx="508">
                  <c:v>134666.46</c:v>
                </c:pt>
                <c:pt idx="509">
                  <c:v>134510.85</c:v>
                </c:pt>
                <c:pt idx="510">
                  <c:v>137968.15</c:v>
                </c:pt>
                <c:pt idx="511">
                  <c:v>138025.17000000001</c:v>
                </c:pt>
                <c:pt idx="512">
                  <c:v>137771.39000000001</c:v>
                </c:pt>
                <c:pt idx="513">
                  <c:v>139205.81</c:v>
                </c:pt>
                <c:pt idx="514">
                  <c:v>141049.20000000001</c:v>
                </c:pt>
                <c:pt idx="515">
                  <c:v>141422.26</c:v>
                </c:pt>
                <c:pt idx="516">
                  <c:v>141283.01</c:v>
                </c:pt>
                <c:pt idx="517">
                  <c:v>140335.16</c:v>
                </c:pt>
                <c:pt idx="518">
                  <c:v>139863.63</c:v>
                </c:pt>
                <c:pt idx="519">
                  <c:v>140993.25</c:v>
                </c:pt>
                <c:pt idx="520">
                  <c:v>142640.14000000001</c:v>
                </c:pt>
                <c:pt idx="521">
                  <c:v>141791.57999999999</c:v>
                </c:pt>
                <c:pt idx="522">
                  <c:v>141618.29</c:v>
                </c:pt>
                <c:pt idx="523">
                  <c:v>142348.70000000001</c:v>
                </c:pt>
                <c:pt idx="524">
                  <c:v>143150.84</c:v>
                </c:pt>
                <c:pt idx="525">
                  <c:v>142271.57999999999</c:v>
                </c:pt>
                <c:pt idx="526">
                  <c:v>143546.57999999999</c:v>
                </c:pt>
                <c:pt idx="527">
                  <c:v>144061.74</c:v>
                </c:pt>
                <c:pt idx="528">
                  <c:v>145593.63</c:v>
                </c:pt>
                <c:pt idx="529">
                  <c:v>145499.49</c:v>
                </c:pt>
                <c:pt idx="530">
                  <c:v>145865.10999999999</c:v>
                </c:pt>
                <c:pt idx="531">
                  <c:v>145109.25</c:v>
                </c:pt>
                <c:pt idx="532">
                  <c:v>146424.94</c:v>
                </c:pt>
                <c:pt idx="533">
                  <c:v>146491.75</c:v>
                </c:pt>
                <c:pt idx="534">
                  <c:v>145306.23000000001</c:v>
                </c:pt>
                <c:pt idx="535">
                  <c:v>145446.66</c:v>
                </c:pt>
                <c:pt idx="536">
                  <c:v>146336.79999999999</c:v>
                </c:pt>
                <c:pt idx="537">
                  <c:v>146237.01999999999</c:v>
                </c:pt>
                <c:pt idx="538">
                  <c:v>145517.35</c:v>
                </c:pt>
                <c:pt idx="539">
                  <c:v>143949.64000000001</c:v>
                </c:pt>
                <c:pt idx="540">
                  <c:v>144200.65</c:v>
                </c:pt>
                <c:pt idx="541">
                  <c:v>143608.07999999999</c:v>
                </c:pt>
                <c:pt idx="542">
                  <c:v>141356.43</c:v>
                </c:pt>
                <c:pt idx="543">
                  <c:v>142145.38</c:v>
                </c:pt>
                <c:pt idx="544">
                  <c:v>141708.19</c:v>
                </c:pt>
                <c:pt idx="545">
                  <c:v>140680.34</c:v>
                </c:pt>
                <c:pt idx="546">
                  <c:v>141783.35999999999</c:v>
                </c:pt>
                <c:pt idx="547">
                  <c:v>141682.99</c:v>
                </c:pt>
                <c:pt idx="548">
                  <c:v>142603.66</c:v>
                </c:pt>
                <c:pt idx="549">
                  <c:v>142200.01999999999</c:v>
                </c:pt>
                <c:pt idx="550">
                  <c:v>143398.63</c:v>
                </c:pt>
                <c:pt idx="551">
                  <c:v>144509.32</c:v>
                </c:pt>
                <c:pt idx="552">
                  <c:v>144085.15</c:v>
                </c:pt>
                <c:pt idx="553">
                  <c:v>144872.79</c:v>
                </c:pt>
                <c:pt idx="554">
                  <c:v>145720.98000000001</c:v>
                </c:pt>
                <c:pt idx="555">
                  <c:v>146172.21</c:v>
                </c:pt>
                <c:pt idx="556">
                  <c:v>146969.1</c:v>
                </c:pt>
                <c:pt idx="557">
                  <c:v>147428.9</c:v>
                </c:pt>
                <c:pt idx="558">
                  <c:v>148632.93</c:v>
                </c:pt>
                <c:pt idx="559">
                  <c:v>148780.22</c:v>
                </c:pt>
                <c:pt idx="560">
                  <c:v>149540.43</c:v>
                </c:pt>
                <c:pt idx="561">
                  <c:v>150454.24</c:v>
                </c:pt>
                <c:pt idx="562">
                  <c:v>150704.20000000001</c:v>
                </c:pt>
                <c:pt idx="563">
                  <c:v>153294.44</c:v>
                </c:pt>
                <c:pt idx="564">
                  <c:v>153338.63</c:v>
                </c:pt>
                <c:pt idx="565">
                  <c:v>154063.53</c:v>
                </c:pt>
                <c:pt idx="566">
                  <c:v>155257.31</c:v>
                </c:pt>
                <c:pt idx="567">
                  <c:v>157748.6</c:v>
                </c:pt>
                <c:pt idx="568">
                  <c:v>157632.9</c:v>
                </c:pt>
                <c:pt idx="569">
                  <c:v>157162.43</c:v>
                </c:pt>
                <c:pt idx="570">
                  <c:v>157738.69</c:v>
                </c:pt>
                <c:pt idx="571">
                  <c:v>156992.93</c:v>
                </c:pt>
                <c:pt idx="572">
                  <c:v>156522.13</c:v>
                </c:pt>
                <c:pt idx="573">
                  <c:v>155380.66</c:v>
                </c:pt>
                <c:pt idx="574">
                  <c:v>154770.1</c:v>
                </c:pt>
                <c:pt idx="575">
                  <c:v>155277.56</c:v>
                </c:pt>
                <c:pt idx="576">
                  <c:v>155910.18</c:v>
                </c:pt>
                <c:pt idx="577">
                  <c:v>158554.94</c:v>
                </c:pt>
                <c:pt idx="578">
                  <c:v>158359.76</c:v>
                </c:pt>
                <c:pt idx="579">
                  <c:v>159072.13</c:v>
                </c:pt>
                <c:pt idx="580">
                  <c:v>158611.01</c:v>
                </c:pt>
                <c:pt idx="581">
                  <c:v>161092.25</c:v>
                </c:pt>
                <c:pt idx="582">
                  <c:v>161755.18</c:v>
                </c:pt>
                <c:pt idx="583">
                  <c:v>164455.60999999999</c:v>
                </c:pt>
                <c:pt idx="584">
                  <c:v>157369.35999999999</c:v>
                </c:pt>
                <c:pt idx="585">
                  <c:v>158187.43</c:v>
                </c:pt>
                <c:pt idx="586">
                  <c:v>157981.13</c:v>
                </c:pt>
                <c:pt idx="587">
                  <c:v>159074.97</c:v>
                </c:pt>
                <c:pt idx="588">
                  <c:v>159189.1</c:v>
                </c:pt>
                <c:pt idx="589">
                  <c:v>160766.37</c:v>
                </c:pt>
                <c:pt idx="590">
                  <c:v>162481.74</c:v>
                </c:pt>
                <c:pt idx="591">
                  <c:v>158577.88</c:v>
                </c:pt>
                <c:pt idx="592">
                  <c:v>157327.26</c:v>
                </c:pt>
                <c:pt idx="593">
                  <c:v>157923.34</c:v>
                </c:pt>
                <c:pt idx="594">
                  <c:v>158473.01999999999</c:v>
                </c:pt>
                <c:pt idx="595">
                  <c:v>158141.65</c:v>
                </c:pt>
                <c:pt idx="596">
                  <c:v>160455.82999999999</c:v>
                </c:pt>
                <c:pt idx="597">
                  <c:v>160896.64000000001</c:v>
                </c:pt>
                <c:pt idx="598">
                  <c:v>160490.29999999999</c:v>
                </c:pt>
                <c:pt idx="599">
                  <c:v>161125.37</c:v>
                </c:pt>
                <c:pt idx="600">
                  <c:v>160538.69</c:v>
                </c:pt>
                <c:pt idx="601">
                  <c:v>161869.76000000001</c:v>
                </c:pt>
                <c:pt idx="602">
                  <c:v>163663.88</c:v>
                </c:pt>
                <c:pt idx="603">
                  <c:v>161975.24</c:v>
                </c:pt>
                <c:pt idx="604">
                  <c:v>162936.48000000001</c:v>
                </c:pt>
                <c:pt idx="605">
                  <c:v>163370.31</c:v>
                </c:pt>
                <c:pt idx="606">
                  <c:v>163150.35</c:v>
                </c:pt>
                <c:pt idx="607">
                  <c:v>161973.04999999999</c:v>
                </c:pt>
                <c:pt idx="608">
                  <c:v>165145.98000000001</c:v>
                </c:pt>
                <c:pt idx="609">
                  <c:v>165568.32000000001</c:v>
                </c:pt>
                <c:pt idx="610">
                  <c:v>164799.98000000001</c:v>
                </c:pt>
                <c:pt idx="611">
                  <c:v>164849.26999999999</c:v>
                </c:pt>
                <c:pt idx="612">
                  <c:v>166276.9</c:v>
                </c:pt>
                <c:pt idx="613">
                  <c:v>171816.67</c:v>
                </c:pt>
                <c:pt idx="614">
                  <c:v>175589.35</c:v>
                </c:pt>
                <c:pt idx="615">
                  <c:v>178858.54</c:v>
                </c:pt>
                <c:pt idx="616">
                  <c:v>178720.68</c:v>
                </c:pt>
                <c:pt idx="617">
                  <c:v>181919.13</c:v>
                </c:pt>
                <c:pt idx="618">
                  <c:v>184691.05</c:v>
                </c:pt>
                <c:pt idx="619">
                  <c:v>183133.75</c:v>
                </c:pt>
                <c:pt idx="620">
                  <c:v>181363.9</c:v>
                </c:pt>
                <c:pt idx="621">
                  <c:v>182793.4</c:v>
                </c:pt>
                <c:pt idx="622">
                  <c:v>185674.43</c:v>
                </c:pt>
                <c:pt idx="623">
                  <c:v>181708.23</c:v>
                </c:pt>
                <c:pt idx="624">
                  <c:v>182127.25</c:v>
                </c:pt>
                <c:pt idx="625">
                  <c:v>182949.78</c:v>
                </c:pt>
                <c:pt idx="626">
                  <c:v>186241.15</c:v>
                </c:pt>
                <c:pt idx="627">
                  <c:v>185929.33</c:v>
                </c:pt>
                <c:pt idx="628">
                  <c:v>189699.12</c:v>
                </c:pt>
                <c:pt idx="629">
                  <c:v>187766.42</c:v>
                </c:pt>
                <c:pt idx="630">
                  <c:v>186464.3</c:v>
                </c:pt>
                <c:pt idx="631">
                  <c:v>186016.31</c:v>
                </c:pt>
                <c:pt idx="632">
                  <c:v>188534.42</c:v>
                </c:pt>
                <c:pt idx="633">
                  <c:v>190534.42</c:v>
                </c:pt>
                <c:pt idx="634">
                  <c:v>188853.49</c:v>
                </c:pt>
                <c:pt idx="635">
                  <c:v>191490.4</c:v>
                </c:pt>
                <c:pt idx="636">
                  <c:v>191247.46</c:v>
                </c:pt>
                <c:pt idx="637">
                  <c:v>191005.02</c:v>
                </c:pt>
                <c:pt idx="638">
                  <c:v>188786.98</c:v>
                </c:pt>
                <c:pt idx="639">
                  <c:v>189307.02</c:v>
                </c:pt>
                <c:pt idx="640">
                  <c:v>183104.87</c:v>
                </c:pt>
                <c:pt idx="641">
                  <c:v>185366.44</c:v>
                </c:pt>
                <c:pt idx="642">
                  <c:v>180463.84</c:v>
                </c:pt>
                <c:pt idx="643">
                  <c:v>179364.82</c:v>
                </c:pt>
                <c:pt idx="644">
                  <c:v>180915.36</c:v>
                </c:pt>
                <c:pt idx="645">
                  <c:v>183447</c:v>
                </c:pt>
                <c:pt idx="646">
                  <c:v>183969.35</c:v>
                </c:pt>
                <c:pt idx="647">
                  <c:v>179284.49</c:v>
                </c:pt>
                <c:pt idx="648">
                  <c:v>177653.31</c:v>
                </c:pt>
                <c:pt idx="649">
                  <c:v>179875.44</c:v>
                </c:pt>
                <c:pt idx="650">
                  <c:v>180409.73</c:v>
                </c:pt>
                <c:pt idx="651">
                  <c:v>179639.91</c:v>
                </c:pt>
                <c:pt idx="652">
                  <c:v>180270.62</c:v>
                </c:pt>
                <c:pt idx="653">
                  <c:v>176219.4</c:v>
                </c:pt>
                <c:pt idx="654">
                  <c:v>181931.93</c:v>
                </c:pt>
                <c:pt idx="655">
                  <c:v>182509.14</c:v>
                </c:pt>
                <c:pt idx="656">
                  <c:v>185424.28</c:v>
                </c:pt>
                <c:pt idx="657">
                  <c:v>182732.67</c:v>
                </c:pt>
                <c:pt idx="658">
                  <c:v>181556.76</c:v>
                </c:pt>
                <c:pt idx="659">
                  <c:v>182514.2</c:v>
                </c:pt>
                <c:pt idx="660">
                  <c:v>187461.84</c:v>
                </c:pt>
                <c:pt idx="661">
                  <c:v>187952.91</c:v>
                </c:pt>
                <c:pt idx="662">
                  <c:v>188052.02</c:v>
                </c:pt>
                <c:pt idx="663">
                  <c:v>188161.97</c:v>
                </c:pt>
                <c:pt idx="664">
                  <c:v>188258.91</c:v>
                </c:pt>
                <c:pt idx="665">
                  <c:v>192201.16</c:v>
                </c:pt>
                <c:pt idx="666">
                  <c:v>195129.25</c:v>
                </c:pt>
                <c:pt idx="667">
                  <c:v>197323.87</c:v>
                </c:pt>
                <c:pt idx="668">
                  <c:v>198000.71</c:v>
                </c:pt>
                <c:pt idx="669">
                  <c:v>198657.33</c:v>
                </c:pt>
                <c:pt idx="670">
                  <c:v>197737.61</c:v>
                </c:pt>
                <c:pt idx="671">
                  <c:v>196818.59</c:v>
                </c:pt>
                <c:pt idx="672">
                  <c:v>195733.51</c:v>
                </c:pt>
                <c:pt idx="673">
                  <c:v>196132.06</c:v>
                </c:pt>
                <c:pt idx="674">
                  <c:v>192888.95999999999</c:v>
                </c:pt>
                <c:pt idx="675">
                  <c:v>191378.43</c:v>
                </c:pt>
                <c:pt idx="676">
                  <c:v>190745.02</c:v>
                </c:pt>
                <c:pt idx="677">
                  <c:v>189578.79</c:v>
                </c:pt>
                <c:pt idx="678">
                  <c:v>188618.69</c:v>
                </c:pt>
                <c:pt idx="679">
                  <c:v>184750.42</c:v>
                </c:pt>
                <c:pt idx="680">
                  <c:v>187317.64</c:v>
                </c:pt>
                <c:pt idx="681">
                  <c:v>185600.12</c:v>
                </c:pt>
                <c:pt idx="682">
                  <c:v>186753.82</c:v>
                </c:pt>
                <c:pt idx="683">
                  <c:v>187690.86</c:v>
                </c:pt>
                <c:pt idx="684">
                  <c:v>183218.26</c:v>
                </c:pt>
                <c:pt idx="685">
                  <c:v>184108.29</c:v>
                </c:pt>
                <c:pt idx="686">
                  <c:v>181908.87</c:v>
                </c:pt>
                <c:pt idx="687">
                  <c:v>180342.33</c:v>
                </c:pt>
                <c:pt idx="688">
                  <c:v>177098.29</c:v>
                </c:pt>
                <c:pt idx="689">
                  <c:v>178365.86</c:v>
                </c:pt>
                <c:pt idx="690">
                  <c:v>177283.83</c:v>
                </c:pt>
                <c:pt idx="691">
                  <c:v>176975.82</c:v>
                </c:pt>
                <c:pt idx="692">
                  <c:v>174278.86</c:v>
                </c:pt>
                <c:pt idx="693">
                  <c:v>177355.73</c:v>
                </c:pt>
                <c:pt idx="694">
                  <c:v>177649.86</c:v>
                </c:pt>
                <c:pt idx="695">
                  <c:v>176209.61</c:v>
                </c:pt>
                <c:pt idx="696">
                  <c:v>177815.72</c:v>
                </c:pt>
                <c:pt idx="697">
                  <c:v>176589.03</c:v>
                </c:pt>
                <c:pt idx="698">
                  <c:v>175744.37</c:v>
                </c:pt>
                <c:pt idx="699">
                  <c:v>175063.41</c:v>
                </c:pt>
                <c:pt idx="700">
                  <c:v>173787.49</c:v>
                </c:pt>
                <c:pt idx="701">
                  <c:v>172197.46</c:v>
                </c:pt>
                <c:pt idx="702">
                  <c:v>174197.64</c:v>
                </c:pt>
                <c:pt idx="703">
                  <c:v>170330.63</c:v>
                </c:pt>
                <c:pt idx="704">
                  <c:v>169019.12</c:v>
                </c:pt>
                <c:pt idx="705">
                  <c:v>168668.72</c:v>
                </c:pt>
                <c:pt idx="706">
                  <c:v>169813.15</c:v>
                </c:pt>
                <c:pt idx="707">
                  <c:v>168619.26</c:v>
                </c:pt>
                <c:pt idx="708">
                  <c:v>171497.24</c:v>
                </c:pt>
                <c:pt idx="709">
                  <c:v>171132.66</c:v>
                </c:pt>
                <c:pt idx="710">
                  <c:v>170415.13</c:v>
                </c:pt>
                <c:pt idx="711">
                  <c:v>169648.47</c:v>
                </c:pt>
                <c:pt idx="712">
                  <c:v>168453.93</c:v>
                </c:pt>
                <c:pt idx="713">
                  <c:v>168277.55</c:v>
                </c:pt>
                <c:pt idx="714">
                  <c:v>168333.61</c:v>
                </c:pt>
                <c:pt idx="715">
                  <c:v>170370.38</c:v>
                </c:pt>
                <c:pt idx="716">
                  <c:v>171258.87</c:v>
                </c:pt>
                <c:pt idx="717">
                  <c:v>170506.66</c:v>
                </c:pt>
                <c:pt idx="718">
                  <c:v>171990.2</c:v>
                </c:pt>
                <c:pt idx="719">
                  <c:v>173295.14</c:v>
                </c:pt>
                <c:pt idx="720">
                  <c:v>173205.35</c:v>
                </c:pt>
                <c:pt idx="721">
                  <c:v>172024.12</c:v>
                </c:pt>
                <c:pt idx="722">
                  <c:v>171688.61</c:v>
                </c:pt>
                <c:pt idx="723">
                  <c:v>172787.62</c:v>
                </c:pt>
                <c:pt idx="724">
                  <c:v>174070.27</c:v>
                </c:pt>
                <c:pt idx="725">
                  <c:v>172447.58</c:v>
                </c:pt>
                <c:pt idx="726">
                  <c:v>172020.68</c:v>
                </c:pt>
                <c:pt idx="727">
                  <c:v>170653.45</c:v>
                </c:pt>
                <c:pt idx="728">
                  <c:v>172742.12</c:v>
                </c:pt>
                <c:pt idx="729">
                  <c:v>177866.37</c:v>
                </c:pt>
                <c:pt idx="730">
                  <c:v>175739.08</c:v>
                </c:pt>
                <c:pt idx="731">
                  <c:v>176641.1</c:v>
                </c:pt>
                <c:pt idx="732">
                  <c:v>176010.9</c:v>
                </c:pt>
                <c:pt idx="733">
                  <c:v>173825.27</c:v>
                </c:pt>
                <c:pt idx="734">
                  <c:v>173714.08</c:v>
                </c:pt>
                <c:pt idx="735">
                  <c:v>173371.35</c:v>
                </c:pt>
                <c:pt idx="736">
                  <c:v>173325.65</c:v>
                </c:pt>
                <c:pt idx="737">
                  <c:v>177547.57</c:v>
                </c:pt>
                <c:pt idx="738">
                  <c:v>176723.62</c:v>
                </c:pt>
                <c:pt idx="739">
                  <c:v>174041.95</c:v>
                </c:pt>
                <c:pt idx="740">
                  <c:v>175334.46</c:v>
                </c:pt>
                <c:pt idx="741">
                  <c:v>176564.75</c:v>
                </c:pt>
                <c:pt idx="742">
                  <c:v>173885.34</c:v>
                </c:pt>
                <c:pt idx="743">
                  <c:v>177158.86</c:v>
                </c:pt>
                <c:pt idx="744">
                  <c:v>177999</c:v>
                </c:pt>
                <c:pt idx="745">
                  <c:v>178000.24</c:v>
                </c:pt>
                <c:pt idx="746">
                  <c:v>177894.97</c:v>
                </c:pt>
                <c:pt idx="747">
                  <c:v>177726.17</c:v>
                </c:pt>
                <c:pt idx="748">
                  <c:v>175546.36</c:v>
                </c:pt>
                <c:pt idx="749">
                  <c:v>172513.42</c:v>
                </c:pt>
                <c:pt idx="750">
                  <c:v>172179.93</c:v>
                </c:pt>
                <c:pt idx="751">
                  <c:v>167874.64</c:v>
                </c:pt>
                <c:pt idx="752">
                  <c:v>167491.07</c:v>
                </c:pt>
                <c:pt idx="753">
                  <c:v>167100.95000000001</c:v>
                </c:pt>
                <c:pt idx="754">
                  <c:v>166934.20000000001</c:v>
                </c:pt>
                <c:pt idx="755">
                  <c:v>166783.57</c:v>
                </c:pt>
                <c:pt idx="756">
                  <c:v>166334.85999999999</c:v>
                </c:pt>
                <c:pt idx="757">
                  <c:v>167830.27</c:v>
                </c:pt>
                <c:pt idx="758">
                  <c:v>167927.15</c:v>
                </c:pt>
                <c:pt idx="759">
                  <c:v>171031.73</c:v>
                </c:pt>
                <c:pt idx="760">
                  <c:v>171906.72</c:v>
                </c:pt>
                <c:pt idx="761">
                  <c:v>174576.8</c:v>
                </c:pt>
                <c:pt idx="762">
                  <c:v>174586.26</c:v>
                </c:pt>
                <c:pt idx="763">
                  <c:v>175135.41</c:v>
                </c:pt>
                <c:pt idx="764">
                  <c:v>175664.62</c:v>
                </c:pt>
                <c:pt idx="765">
                  <c:v>177418.78</c:v>
                </c:pt>
                <c:pt idx="766">
                  <c:v>179722.48</c:v>
                </c:pt>
                <c:pt idx="767">
                  <c:v>185205.09</c:v>
                </c:pt>
                <c:pt idx="768">
                  <c:v>185188.13</c:v>
                </c:pt>
                <c:pt idx="769">
                  <c:v>185147.15</c:v>
                </c:pt>
                <c:pt idx="770">
                  <c:v>187366.84</c:v>
                </c:pt>
                <c:pt idx="771">
                  <c:v>185629.04</c:v>
                </c:pt>
                <c:pt idx="772">
                  <c:v>188268.59</c:v>
                </c:pt>
                <c:pt idx="773">
                  <c:v>187206.89</c:v>
                </c:pt>
                <c:pt idx="774">
                  <c:v>185500.88</c:v>
                </c:pt>
                <c:pt idx="775">
                  <c:v>186502.64</c:v>
                </c:pt>
                <c:pt idx="776">
                  <c:v>185547.66</c:v>
                </c:pt>
                <c:pt idx="777">
                  <c:v>185992.03</c:v>
                </c:pt>
                <c:pt idx="778">
                  <c:v>185229.17</c:v>
                </c:pt>
                <c:pt idx="779">
                  <c:v>186595.6</c:v>
                </c:pt>
                <c:pt idx="780">
                  <c:v>187422.92</c:v>
                </c:pt>
                <c:pt idx="781">
                  <c:v>185814.09</c:v>
                </c:pt>
                <c:pt idx="782">
                  <c:v>183965.91</c:v>
                </c:pt>
                <c:pt idx="783">
                  <c:v>183476.86</c:v>
                </c:pt>
                <c:pt idx="784">
                  <c:v>182991.13</c:v>
                </c:pt>
                <c:pt idx="785">
                  <c:v>183827.59</c:v>
                </c:pt>
                <c:pt idx="786">
                  <c:v>186340.46</c:v>
                </c:pt>
                <c:pt idx="787">
                  <c:v>187197.46</c:v>
                </c:pt>
                <c:pt idx="788">
                  <c:v>192114.55</c:v>
                </c:pt>
                <c:pt idx="789">
                  <c:v>206911.89</c:v>
                </c:pt>
                <c:pt idx="790">
                  <c:v>205835.29</c:v>
                </c:pt>
                <c:pt idx="791">
                  <c:v>204302.33</c:v>
                </c:pt>
                <c:pt idx="792">
                  <c:v>206220.24</c:v>
                </c:pt>
                <c:pt idx="793">
                  <c:v>209066.9</c:v>
                </c:pt>
                <c:pt idx="794">
                  <c:v>206887.52</c:v>
                </c:pt>
                <c:pt idx="795">
                  <c:v>206505.98</c:v>
                </c:pt>
                <c:pt idx="796">
                  <c:v>204324.26</c:v>
                </c:pt>
                <c:pt idx="797">
                  <c:v>205430.33</c:v>
                </c:pt>
                <c:pt idx="798">
                  <c:v>205079.25</c:v>
                </c:pt>
                <c:pt idx="799">
                  <c:v>208295.98</c:v>
                </c:pt>
                <c:pt idx="800">
                  <c:v>206495.23</c:v>
                </c:pt>
                <c:pt idx="801">
                  <c:v>204120.12</c:v>
                </c:pt>
                <c:pt idx="802">
                  <c:v>205082.56</c:v>
                </c:pt>
                <c:pt idx="803">
                  <c:v>176608.23</c:v>
                </c:pt>
                <c:pt idx="804">
                  <c:v>175710.05</c:v>
                </c:pt>
                <c:pt idx="805">
                  <c:v>171006.1</c:v>
                </c:pt>
                <c:pt idx="806">
                  <c:v>169186.42</c:v>
                </c:pt>
              </c:numCache>
            </c:numRef>
          </c:val>
          <c:smooth val="0"/>
          <c:extLst>
            <c:ext xmlns:c16="http://schemas.microsoft.com/office/drawing/2014/chart" uri="{C3380CC4-5D6E-409C-BE32-E72D297353CC}">
              <c16:uniqueId val="{00000001-8EA5-4511-91A6-C3B8E698D076}"/>
            </c:ext>
          </c:extLst>
        </c:ser>
        <c:dLbls>
          <c:showLegendKey val="0"/>
          <c:showVal val="0"/>
          <c:showCatName val="0"/>
          <c:showSerName val="0"/>
          <c:showPercent val="0"/>
          <c:showBubbleSize val="0"/>
        </c:dLbls>
        <c:marker val="1"/>
        <c:smooth val="0"/>
        <c:axId val="570418784"/>
        <c:axId val="570408224"/>
      </c:lineChart>
      <c:dateAx>
        <c:axId val="338703552"/>
        <c:scaling>
          <c:orientation val="minMax"/>
        </c:scaling>
        <c:delete val="0"/>
        <c:axPos val="b"/>
        <c:numFmt formatCode="[$-409]mmm\-yy;@" sourceLinked="0"/>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38698752"/>
        <c:crosses val="autoZero"/>
        <c:auto val="1"/>
        <c:lblOffset val="100"/>
        <c:baseTimeUnit val="days"/>
      </c:dateAx>
      <c:valAx>
        <c:axId val="338698752"/>
        <c:scaling>
          <c:orientation val="minMax"/>
          <c:max val="3"/>
          <c:min val="-3"/>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38703552"/>
        <c:crosses val="autoZero"/>
        <c:crossBetween val="between"/>
        <c:majorUnit val="1"/>
      </c:valAx>
      <c:valAx>
        <c:axId val="570408224"/>
        <c:scaling>
          <c:orientation val="minMax"/>
          <c:min val="100000"/>
        </c:scaling>
        <c:delete val="0"/>
        <c:axPos val="r"/>
        <c:numFmt formatCode="0&quot;,&quot;000" sourceLinked="0"/>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570418784"/>
        <c:crosses val="max"/>
        <c:crossBetween val="between"/>
      </c:valAx>
      <c:catAx>
        <c:axId val="570418784"/>
        <c:scaling>
          <c:orientation val="minMax"/>
        </c:scaling>
        <c:delete val="1"/>
        <c:axPos val="b"/>
        <c:numFmt formatCode="0.00" sourceLinked="1"/>
        <c:majorTickMark val="out"/>
        <c:minorTickMark val="none"/>
        <c:tickLblPos val="nextTo"/>
        <c:crossAx val="570408224"/>
        <c:crosses val="autoZero"/>
        <c:auto val="1"/>
        <c:lblAlgn val="ctr"/>
        <c:lblOffset val="100"/>
        <c:tickLblSkip val="1"/>
        <c:tickMarkSkip val="1"/>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10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XP Sentiment Index (LHS)</c:v>
          </c:tx>
          <c:spPr>
            <a:ln w="22225" cap="rnd">
              <a:solidFill>
                <a:schemeClr val="accent4">
                  <a:lumMod val="40000"/>
                  <a:lumOff val="60000"/>
                </a:schemeClr>
              </a:solidFill>
              <a:round/>
            </a:ln>
            <a:effectLst/>
          </c:spPr>
          <c:marker>
            <c:symbol val="none"/>
          </c:marker>
          <c:cat>
            <c:numRef>
              <c:f>'Composite treatment'!$B$5:$B$50000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45293</c:v>
                </c:pt>
                <c:pt idx="100">
                  <c:v>45294</c:v>
                </c:pt>
                <c:pt idx="101">
                  <c:v>45295</c:v>
                </c:pt>
                <c:pt idx="102">
                  <c:v>45296</c:v>
                </c:pt>
                <c:pt idx="103">
                  <c:v>45299</c:v>
                </c:pt>
                <c:pt idx="104">
                  <c:v>45300</c:v>
                </c:pt>
                <c:pt idx="105">
                  <c:v>45301</c:v>
                </c:pt>
                <c:pt idx="106">
                  <c:v>45302</c:v>
                </c:pt>
                <c:pt idx="107">
                  <c:v>45303</c:v>
                </c:pt>
                <c:pt idx="108">
                  <c:v>45306</c:v>
                </c:pt>
                <c:pt idx="109">
                  <c:v>45307</c:v>
                </c:pt>
                <c:pt idx="110">
                  <c:v>45308</c:v>
                </c:pt>
                <c:pt idx="111">
                  <c:v>45309</c:v>
                </c:pt>
                <c:pt idx="112">
                  <c:v>45310</c:v>
                </c:pt>
                <c:pt idx="113">
                  <c:v>45313</c:v>
                </c:pt>
                <c:pt idx="114">
                  <c:v>45314</c:v>
                </c:pt>
                <c:pt idx="115">
                  <c:v>45315</c:v>
                </c:pt>
                <c:pt idx="116">
                  <c:v>45316</c:v>
                </c:pt>
                <c:pt idx="117">
                  <c:v>45317</c:v>
                </c:pt>
                <c:pt idx="118">
                  <c:v>45320</c:v>
                </c:pt>
                <c:pt idx="119">
                  <c:v>45321</c:v>
                </c:pt>
                <c:pt idx="120">
                  <c:v>45322</c:v>
                </c:pt>
                <c:pt idx="121">
                  <c:v>45323</c:v>
                </c:pt>
                <c:pt idx="122">
                  <c:v>45324</c:v>
                </c:pt>
                <c:pt idx="123">
                  <c:v>45327</c:v>
                </c:pt>
                <c:pt idx="124">
                  <c:v>45328</c:v>
                </c:pt>
                <c:pt idx="125">
                  <c:v>45329</c:v>
                </c:pt>
                <c:pt idx="126">
                  <c:v>45330</c:v>
                </c:pt>
                <c:pt idx="127">
                  <c:v>45331</c:v>
                </c:pt>
                <c:pt idx="128">
                  <c:v>45336</c:v>
                </c:pt>
                <c:pt idx="129">
                  <c:v>45337</c:v>
                </c:pt>
                <c:pt idx="130">
                  <c:v>45338</c:v>
                </c:pt>
                <c:pt idx="131">
                  <c:v>45341</c:v>
                </c:pt>
                <c:pt idx="132">
                  <c:v>45342</c:v>
                </c:pt>
                <c:pt idx="133">
                  <c:v>45343</c:v>
                </c:pt>
                <c:pt idx="134">
                  <c:v>45344</c:v>
                </c:pt>
                <c:pt idx="135">
                  <c:v>45345</c:v>
                </c:pt>
                <c:pt idx="136">
                  <c:v>45348</c:v>
                </c:pt>
                <c:pt idx="137">
                  <c:v>45349</c:v>
                </c:pt>
                <c:pt idx="138">
                  <c:v>45350</c:v>
                </c:pt>
                <c:pt idx="139">
                  <c:v>45351</c:v>
                </c:pt>
                <c:pt idx="140">
                  <c:v>45352</c:v>
                </c:pt>
                <c:pt idx="141">
                  <c:v>45355</c:v>
                </c:pt>
                <c:pt idx="142">
                  <c:v>45356</c:v>
                </c:pt>
                <c:pt idx="143">
                  <c:v>45357</c:v>
                </c:pt>
                <c:pt idx="144">
                  <c:v>45358</c:v>
                </c:pt>
                <c:pt idx="145">
                  <c:v>45359</c:v>
                </c:pt>
                <c:pt idx="146">
                  <c:v>45362</c:v>
                </c:pt>
                <c:pt idx="147">
                  <c:v>45363</c:v>
                </c:pt>
                <c:pt idx="148">
                  <c:v>45364</c:v>
                </c:pt>
                <c:pt idx="149">
                  <c:v>45365</c:v>
                </c:pt>
                <c:pt idx="150">
                  <c:v>45366</c:v>
                </c:pt>
                <c:pt idx="151">
                  <c:v>45369</c:v>
                </c:pt>
                <c:pt idx="152">
                  <c:v>45370</c:v>
                </c:pt>
                <c:pt idx="153">
                  <c:v>45371</c:v>
                </c:pt>
                <c:pt idx="154">
                  <c:v>45372</c:v>
                </c:pt>
                <c:pt idx="155">
                  <c:v>45373</c:v>
                </c:pt>
                <c:pt idx="156">
                  <c:v>45376</c:v>
                </c:pt>
                <c:pt idx="157">
                  <c:v>45377</c:v>
                </c:pt>
                <c:pt idx="158">
                  <c:v>45378</c:v>
                </c:pt>
                <c:pt idx="159">
                  <c:v>45379</c:v>
                </c:pt>
                <c:pt idx="160">
                  <c:v>45383</c:v>
                </c:pt>
                <c:pt idx="161">
                  <c:v>45384</c:v>
                </c:pt>
                <c:pt idx="162">
                  <c:v>45385</c:v>
                </c:pt>
                <c:pt idx="163">
                  <c:v>45386</c:v>
                </c:pt>
                <c:pt idx="164">
                  <c:v>45387</c:v>
                </c:pt>
                <c:pt idx="165">
                  <c:v>45390</c:v>
                </c:pt>
                <c:pt idx="166">
                  <c:v>45391</c:v>
                </c:pt>
                <c:pt idx="167">
                  <c:v>45392</c:v>
                </c:pt>
                <c:pt idx="168">
                  <c:v>45393</c:v>
                </c:pt>
                <c:pt idx="169">
                  <c:v>45394</c:v>
                </c:pt>
                <c:pt idx="170">
                  <c:v>45397</c:v>
                </c:pt>
                <c:pt idx="171">
                  <c:v>45398</c:v>
                </c:pt>
                <c:pt idx="172">
                  <c:v>45399</c:v>
                </c:pt>
                <c:pt idx="173">
                  <c:v>45400</c:v>
                </c:pt>
                <c:pt idx="174">
                  <c:v>45401</c:v>
                </c:pt>
                <c:pt idx="175">
                  <c:v>45404</c:v>
                </c:pt>
                <c:pt idx="176">
                  <c:v>45405</c:v>
                </c:pt>
                <c:pt idx="177">
                  <c:v>45406</c:v>
                </c:pt>
                <c:pt idx="178">
                  <c:v>45407</c:v>
                </c:pt>
                <c:pt idx="179">
                  <c:v>45408</c:v>
                </c:pt>
                <c:pt idx="180">
                  <c:v>45411</c:v>
                </c:pt>
                <c:pt idx="181">
                  <c:v>45412</c:v>
                </c:pt>
                <c:pt idx="182">
                  <c:v>45414</c:v>
                </c:pt>
                <c:pt idx="183">
                  <c:v>45415</c:v>
                </c:pt>
                <c:pt idx="184">
                  <c:v>45418</c:v>
                </c:pt>
                <c:pt idx="185">
                  <c:v>45419</c:v>
                </c:pt>
                <c:pt idx="186">
                  <c:v>45420</c:v>
                </c:pt>
                <c:pt idx="187">
                  <c:v>45421</c:v>
                </c:pt>
                <c:pt idx="188">
                  <c:v>45422</c:v>
                </c:pt>
                <c:pt idx="189">
                  <c:v>45425</c:v>
                </c:pt>
                <c:pt idx="190">
                  <c:v>45426</c:v>
                </c:pt>
                <c:pt idx="191">
                  <c:v>45427</c:v>
                </c:pt>
                <c:pt idx="192">
                  <c:v>45428</c:v>
                </c:pt>
                <c:pt idx="193">
                  <c:v>45429</c:v>
                </c:pt>
                <c:pt idx="194">
                  <c:v>45432</c:v>
                </c:pt>
                <c:pt idx="195">
                  <c:v>45433</c:v>
                </c:pt>
                <c:pt idx="196">
                  <c:v>45434</c:v>
                </c:pt>
                <c:pt idx="197">
                  <c:v>45435</c:v>
                </c:pt>
                <c:pt idx="198">
                  <c:v>45436</c:v>
                </c:pt>
                <c:pt idx="199">
                  <c:v>45439</c:v>
                </c:pt>
                <c:pt idx="200">
                  <c:v>45440</c:v>
                </c:pt>
                <c:pt idx="201">
                  <c:v>45441</c:v>
                </c:pt>
                <c:pt idx="202">
                  <c:v>45443</c:v>
                </c:pt>
                <c:pt idx="203">
                  <c:v>45446</c:v>
                </c:pt>
                <c:pt idx="204">
                  <c:v>45447</c:v>
                </c:pt>
                <c:pt idx="205">
                  <c:v>45448</c:v>
                </c:pt>
                <c:pt idx="206">
                  <c:v>45449</c:v>
                </c:pt>
                <c:pt idx="207">
                  <c:v>45450</c:v>
                </c:pt>
                <c:pt idx="208">
                  <c:v>45453</c:v>
                </c:pt>
                <c:pt idx="209">
                  <c:v>45454</c:v>
                </c:pt>
                <c:pt idx="210">
                  <c:v>45455</c:v>
                </c:pt>
                <c:pt idx="211">
                  <c:v>45456</c:v>
                </c:pt>
                <c:pt idx="212">
                  <c:v>45457</c:v>
                </c:pt>
                <c:pt idx="213">
                  <c:v>45460</c:v>
                </c:pt>
                <c:pt idx="214">
                  <c:v>45461</c:v>
                </c:pt>
                <c:pt idx="215">
                  <c:v>45462</c:v>
                </c:pt>
                <c:pt idx="216">
                  <c:v>45463</c:v>
                </c:pt>
                <c:pt idx="217">
                  <c:v>45464</c:v>
                </c:pt>
                <c:pt idx="218">
                  <c:v>45467</c:v>
                </c:pt>
                <c:pt idx="219">
                  <c:v>45468</c:v>
                </c:pt>
                <c:pt idx="220">
                  <c:v>45469</c:v>
                </c:pt>
                <c:pt idx="221">
                  <c:v>45470</c:v>
                </c:pt>
                <c:pt idx="222">
                  <c:v>45471</c:v>
                </c:pt>
                <c:pt idx="223">
                  <c:v>45474</c:v>
                </c:pt>
                <c:pt idx="224">
                  <c:v>45475</c:v>
                </c:pt>
                <c:pt idx="225">
                  <c:v>45476</c:v>
                </c:pt>
                <c:pt idx="226">
                  <c:v>45477</c:v>
                </c:pt>
                <c:pt idx="227">
                  <c:v>45478</c:v>
                </c:pt>
                <c:pt idx="228">
                  <c:v>45481</c:v>
                </c:pt>
                <c:pt idx="229">
                  <c:v>45482</c:v>
                </c:pt>
                <c:pt idx="230">
                  <c:v>45483</c:v>
                </c:pt>
                <c:pt idx="231">
                  <c:v>45484</c:v>
                </c:pt>
                <c:pt idx="232">
                  <c:v>45485</c:v>
                </c:pt>
                <c:pt idx="233">
                  <c:v>45488</c:v>
                </c:pt>
                <c:pt idx="234">
                  <c:v>45489</c:v>
                </c:pt>
                <c:pt idx="235">
                  <c:v>45490</c:v>
                </c:pt>
                <c:pt idx="236">
                  <c:v>45491</c:v>
                </c:pt>
                <c:pt idx="237">
                  <c:v>45492</c:v>
                </c:pt>
                <c:pt idx="238">
                  <c:v>45495</c:v>
                </c:pt>
                <c:pt idx="239">
                  <c:v>45496</c:v>
                </c:pt>
                <c:pt idx="240">
                  <c:v>45497</c:v>
                </c:pt>
                <c:pt idx="241">
                  <c:v>45498</c:v>
                </c:pt>
                <c:pt idx="242">
                  <c:v>45499</c:v>
                </c:pt>
                <c:pt idx="243">
                  <c:v>45502</c:v>
                </c:pt>
                <c:pt idx="244">
                  <c:v>45503</c:v>
                </c:pt>
                <c:pt idx="245">
                  <c:v>45504</c:v>
                </c:pt>
                <c:pt idx="246">
                  <c:v>45505</c:v>
                </c:pt>
                <c:pt idx="247">
                  <c:v>45506</c:v>
                </c:pt>
                <c:pt idx="248">
                  <c:v>45509</c:v>
                </c:pt>
                <c:pt idx="249">
                  <c:v>45510</c:v>
                </c:pt>
                <c:pt idx="250">
                  <c:v>45511</c:v>
                </c:pt>
                <c:pt idx="251">
                  <c:v>45512</c:v>
                </c:pt>
                <c:pt idx="252">
                  <c:v>45513</c:v>
                </c:pt>
                <c:pt idx="253">
                  <c:v>45516</c:v>
                </c:pt>
                <c:pt idx="254">
                  <c:v>45517</c:v>
                </c:pt>
                <c:pt idx="255">
                  <c:v>45518</c:v>
                </c:pt>
                <c:pt idx="256">
                  <c:v>45519</c:v>
                </c:pt>
                <c:pt idx="257">
                  <c:v>45520</c:v>
                </c:pt>
                <c:pt idx="258">
                  <c:v>45523</c:v>
                </c:pt>
                <c:pt idx="259">
                  <c:v>45524</c:v>
                </c:pt>
                <c:pt idx="260">
                  <c:v>45525</c:v>
                </c:pt>
                <c:pt idx="261">
                  <c:v>45526</c:v>
                </c:pt>
                <c:pt idx="262">
                  <c:v>45527</c:v>
                </c:pt>
                <c:pt idx="263">
                  <c:v>45530</c:v>
                </c:pt>
                <c:pt idx="264">
                  <c:v>45531</c:v>
                </c:pt>
                <c:pt idx="265">
                  <c:v>45532</c:v>
                </c:pt>
                <c:pt idx="266">
                  <c:v>45533</c:v>
                </c:pt>
                <c:pt idx="267">
                  <c:v>45534</c:v>
                </c:pt>
                <c:pt idx="268">
                  <c:v>45537</c:v>
                </c:pt>
                <c:pt idx="269">
                  <c:v>45538</c:v>
                </c:pt>
                <c:pt idx="270">
                  <c:v>45539</c:v>
                </c:pt>
                <c:pt idx="271">
                  <c:v>45540</c:v>
                </c:pt>
                <c:pt idx="272">
                  <c:v>45541</c:v>
                </c:pt>
                <c:pt idx="273">
                  <c:v>45544</c:v>
                </c:pt>
                <c:pt idx="274">
                  <c:v>45545</c:v>
                </c:pt>
                <c:pt idx="275">
                  <c:v>45546</c:v>
                </c:pt>
                <c:pt idx="276">
                  <c:v>45547</c:v>
                </c:pt>
                <c:pt idx="277">
                  <c:v>45548</c:v>
                </c:pt>
                <c:pt idx="278">
                  <c:v>45551</c:v>
                </c:pt>
                <c:pt idx="279">
                  <c:v>45552</c:v>
                </c:pt>
                <c:pt idx="280">
                  <c:v>45553</c:v>
                </c:pt>
                <c:pt idx="281">
                  <c:v>45554</c:v>
                </c:pt>
                <c:pt idx="282">
                  <c:v>45555</c:v>
                </c:pt>
                <c:pt idx="283">
                  <c:v>45558</c:v>
                </c:pt>
                <c:pt idx="284">
                  <c:v>45559</c:v>
                </c:pt>
                <c:pt idx="285">
                  <c:v>45560</c:v>
                </c:pt>
                <c:pt idx="286">
                  <c:v>45561</c:v>
                </c:pt>
                <c:pt idx="287">
                  <c:v>45562</c:v>
                </c:pt>
                <c:pt idx="288">
                  <c:v>45565</c:v>
                </c:pt>
                <c:pt idx="289">
                  <c:v>45566</c:v>
                </c:pt>
                <c:pt idx="290">
                  <c:v>45567</c:v>
                </c:pt>
                <c:pt idx="291">
                  <c:v>45568</c:v>
                </c:pt>
                <c:pt idx="292">
                  <c:v>45569</c:v>
                </c:pt>
                <c:pt idx="293">
                  <c:v>45572</c:v>
                </c:pt>
                <c:pt idx="294">
                  <c:v>45573</c:v>
                </c:pt>
                <c:pt idx="295">
                  <c:v>45574</c:v>
                </c:pt>
                <c:pt idx="296">
                  <c:v>45575</c:v>
                </c:pt>
                <c:pt idx="297">
                  <c:v>45576</c:v>
                </c:pt>
                <c:pt idx="298">
                  <c:v>45579</c:v>
                </c:pt>
                <c:pt idx="299">
                  <c:v>45580</c:v>
                </c:pt>
                <c:pt idx="300">
                  <c:v>45581</c:v>
                </c:pt>
                <c:pt idx="301">
                  <c:v>45582</c:v>
                </c:pt>
                <c:pt idx="302">
                  <c:v>45583</c:v>
                </c:pt>
                <c:pt idx="303">
                  <c:v>45586</c:v>
                </c:pt>
                <c:pt idx="304">
                  <c:v>45587</c:v>
                </c:pt>
                <c:pt idx="305">
                  <c:v>45588</c:v>
                </c:pt>
                <c:pt idx="306">
                  <c:v>45589</c:v>
                </c:pt>
                <c:pt idx="307">
                  <c:v>45590</c:v>
                </c:pt>
                <c:pt idx="308">
                  <c:v>45593</c:v>
                </c:pt>
                <c:pt idx="309">
                  <c:v>45594</c:v>
                </c:pt>
                <c:pt idx="310">
                  <c:v>45595</c:v>
                </c:pt>
                <c:pt idx="311">
                  <c:v>45596</c:v>
                </c:pt>
                <c:pt idx="312">
                  <c:v>45597</c:v>
                </c:pt>
                <c:pt idx="313">
                  <c:v>45600</c:v>
                </c:pt>
                <c:pt idx="314">
                  <c:v>45601</c:v>
                </c:pt>
                <c:pt idx="315">
                  <c:v>45602</c:v>
                </c:pt>
                <c:pt idx="316">
                  <c:v>45603</c:v>
                </c:pt>
                <c:pt idx="317">
                  <c:v>45604</c:v>
                </c:pt>
                <c:pt idx="318">
                  <c:v>45607</c:v>
                </c:pt>
                <c:pt idx="319">
                  <c:v>45608</c:v>
                </c:pt>
                <c:pt idx="320">
                  <c:v>45609</c:v>
                </c:pt>
                <c:pt idx="321">
                  <c:v>45610</c:v>
                </c:pt>
                <c:pt idx="322">
                  <c:v>45614</c:v>
                </c:pt>
                <c:pt idx="323">
                  <c:v>45615</c:v>
                </c:pt>
                <c:pt idx="324">
                  <c:v>45617</c:v>
                </c:pt>
                <c:pt idx="325">
                  <c:v>45618</c:v>
                </c:pt>
                <c:pt idx="326">
                  <c:v>45621</c:v>
                </c:pt>
                <c:pt idx="327">
                  <c:v>45622</c:v>
                </c:pt>
                <c:pt idx="328">
                  <c:v>45623</c:v>
                </c:pt>
                <c:pt idx="329">
                  <c:v>45624</c:v>
                </c:pt>
                <c:pt idx="330">
                  <c:v>45625</c:v>
                </c:pt>
                <c:pt idx="331">
                  <c:v>45628</c:v>
                </c:pt>
                <c:pt idx="332">
                  <c:v>45629</c:v>
                </c:pt>
                <c:pt idx="333">
                  <c:v>45630</c:v>
                </c:pt>
                <c:pt idx="334">
                  <c:v>45631</c:v>
                </c:pt>
                <c:pt idx="335">
                  <c:v>45632</c:v>
                </c:pt>
                <c:pt idx="336">
                  <c:v>45635</c:v>
                </c:pt>
                <c:pt idx="337">
                  <c:v>45636</c:v>
                </c:pt>
                <c:pt idx="338">
                  <c:v>45637</c:v>
                </c:pt>
                <c:pt idx="339">
                  <c:v>45638</c:v>
                </c:pt>
                <c:pt idx="340">
                  <c:v>45639</c:v>
                </c:pt>
                <c:pt idx="341">
                  <c:v>45642</c:v>
                </c:pt>
                <c:pt idx="342">
                  <c:v>45643</c:v>
                </c:pt>
                <c:pt idx="343">
                  <c:v>45644</c:v>
                </c:pt>
                <c:pt idx="344">
                  <c:v>45645</c:v>
                </c:pt>
                <c:pt idx="345">
                  <c:v>45646</c:v>
                </c:pt>
                <c:pt idx="346">
                  <c:v>45649</c:v>
                </c:pt>
                <c:pt idx="347">
                  <c:v>45652</c:v>
                </c:pt>
                <c:pt idx="348">
                  <c:v>45653</c:v>
                </c:pt>
                <c:pt idx="349">
                  <c:v>45656</c:v>
                </c:pt>
                <c:pt idx="350">
                  <c:v>45659</c:v>
                </c:pt>
                <c:pt idx="351">
                  <c:v>45660</c:v>
                </c:pt>
                <c:pt idx="352">
                  <c:v>45663</c:v>
                </c:pt>
                <c:pt idx="353">
                  <c:v>45664</c:v>
                </c:pt>
                <c:pt idx="354">
                  <c:v>45665</c:v>
                </c:pt>
                <c:pt idx="355">
                  <c:v>45666</c:v>
                </c:pt>
                <c:pt idx="356">
                  <c:v>45667</c:v>
                </c:pt>
                <c:pt idx="357">
                  <c:v>45670</c:v>
                </c:pt>
                <c:pt idx="358">
                  <c:v>45671</c:v>
                </c:pt>
                <c:pt idx="359">
                  <c:v>45672</c:v>
                </c:pt>
                <c:pt idx="360">
                  <c:v>45673</c:v>
                </c:pt>
                <c:pt idx="361">
                  <c:v>45674</c:v>
                </c:pt>
                <c:pt idx="362">
                  <c:v>45677</c:v>
                </c:pt>
                <c:pt idx="363">
                  <c:v>45678</c:v>
                </c:pt>
                <c:pt idx="364">
                  <c:v>45679</c:v>
                </c:pt>
                <c:pt idx="365">
                  <c:v>45680</c:v>
                </c:pt>
                <c:pt idx="366">
                  <c:v>45681</c:v>
                </c:pt>
                <c:pt idx="367">
                  <c:v>45684</c:v>
                </c:pt>
                <c:pt idx="368">
                  <c:v>45685</c:v>
                </c:pt>
                <c:pt idx="369">
                  <c:v>45686</c:v>
                </c:pt>
                <c:pt idx="370">
                  <c:v>45687</c:v>
                </c:pt>
                <c:pt idx="371">
                  <c:v>45688</c:v>
                </c:pt>
                <c:pt idx="372">
                  <c:v>45691</c:v>
                </c:pt>
                <c:pt idx="373">
                  <c:v>45692</c:v>
                </c:pt>
                <c:pt idx="374">
                  <c:v>45693</c:v>
                </c:pt>
                <c:pt idx="375">
                  <c:v>45694</c:v>
                </c:pt>
                <c:pt idx="376">
                  <c:v>45695</c:v>
                </c:pt>
                <c:pt idx="377">
                  <c:v>45698</c:v>
                </c:pt>
                <c:pt idx="378">
                  <c:v>45699</c:v>
                </c:pt>
                <c:pt idx="379">
                  <c:v>45700</c:v>
                </c:pt>
                <c:pt idx="380">
                  <c:v>45701</c:v>
                </c:pt>
                <c:pt idx="381">
                  <c:v>45702</c:v>
                </c:pt>
                <c:pt idx="382">
                  <c:v>45705</c:v>
                </c:pt>
                <c:pt idx="383">
                  <c:v>45706</c:v>
                </c:pt>
                <c:pt idx="384">
                  <c:v>45707</c:v>
                </c:pt>
                <c:pt idx="385">
                  <c:v>45708</c:v>
                </c:pt>
                <c:pt idx="386">
                  <c:v>45709</c:v>
                </c:pt>
                <c:pt idx="387">
                  <c:v>45712</c:v>
                </c:pt>
                <c:pt idx="388">
                  <c:v>45713</c:v>
                </c:pt>
                <c:pt idx="389">
                  <c:v>45714</c:v>
                </c:pt>
                <c:pt idx="390">
                  <c:v>45715</c:v>
                </c:pt>
                <c:pt idx="391">
                  <c:v>45716</c:v>
                </c:pt>
                <c:pt idx="392">
                  <c:v>45721</c:v>
                </c:pt>
                <c:pt idx="393">
                  <c:v>45722</c:v>
                </c:pt>
                <c:pt idx="394">
                  <c:v>45723</c:v>
                </c:pt>
                <c:pt idx="395">
                  <c:v>45726</c:v>
                </c:pt>
                <c:pt idx="396">
                  <c:v>45727</c:v>
                </c:pt>
                <c:pt idx="397">
                  <c:v>45728</c:v>
                </c:pt>
                <c:pt idx="398">
                  <c:v>45729</c:v>
                </c:pt>
                <c:pt idx="399">
                  <c:v>45730</c:v>
                </c:pt>
                <c:pt idx="400">
                  <c:v>45733</c:v>
                </c:pt>
                <c:pt idx="401">
                  <c:v>45734</c:v>
                </c:pt>
                <c:pt idx="402">
                  <c:v>45735</c:v>
                </c:pt>
                <c:pt idx="403">
                  <c:v>45736</c:v>
                </c:pt>
                <c:pt idx="404">
                  <c:v>45737</c:v>
                </c:pt>
                <c:pt idx="405">
                  <c:v>45740</c:v>
                </c:pt>
                <c:pt idx="406">
                  <c:v>45741</c:v>
                </c:pt>
                <c:pt idx="407">
                  <c:v>45742</c:v>
                </c:pt>
                <c:pt idx="408">
                  <c:v>45743</c:v>
                </c:pt>
                <c:pt idx="409">
                  <c:v>45744</c:v>
                </c:pt>
                <c:pt idx="410">
                  <c:v>45747</c:v>
                </c:pt>
                <c:pt idx="411">
                  <c:v>45748</c:v>
                </c:pt>
                <c:pt idx="412">
                  <c:v>45749</c:v>
                </c:pt>
                <c:pt idx="413">
                  <c:v>45750</c:v>
                </c:pt>
                <c:pt idx="414">
                  <c:v>45751</c:v>
                </c:pt>
                <c:pt idx="415">
                  <c:v>45754</c:v>
                </c:pt>
                <c:pt idx="416">
                  <c:v>45755</c:v>
                </c:pt>
                <c:pt idx="417">
                  <c:v>45756</c:v>
                </c:pt>
                <c:pt idx="418">
                  <c:v>45757</c:v>
                </c:pt>
                <c:pt idx="419">
                  <c:v>45758</c:v>
                </c:pt>
                <c:pt idx="420">
                  <c:v>45761</c:v>
                </c:pt>
                <c:pt idx="421">
                  <c:v>45762</c:v>
                </c:pt>
                <c:pt idx="422">
                  <c:v>45763</c:v>
                </c:pt>
                <c:pt idx="423">
                  <c:v>45764</c:v>
                </c:pt>
                <c:pt idx="424">
                  <c:v>45769</c:v>
                </c:pt>
                <c:pt idx="425">
                  <c:v>45770</c:v>
                </c:pt>
                <c:pt idx="426">
                  <c:v>45771</c:v>
                </c:pt>
                <c:pt idx="427">
                  <c:v>45772</c:v>
                </c:pt>
                <c:pt idx="428">
                  <c:v>45775</c:v>
                </c:pt>
                <c:pt idx="429">
                  <c:v>45776</c:v>
                </c:pt>
                <c:pt idx="430">
                  <c:v>45777</c:v>
                </c:pt>
                <c:pt idx="431">
                  <c:v>45779</c:v>
                </c:pt>
                <c:pt idx="432">
                  <c:v>45782</c:v>
                </c:pt>
                <c:pt idx="433">
                  <c:v>45783</c:v>
                </c:pt>
                <c:pt idx="434">
                  <c:v>45784</c:v>
                </c:pt>
                <c:pt idx="435">
                  <c:v>45785</c:v>
                </c:pt>
                <c:pt idx="436">
                  <c:v>45786</c:v>
                </c:pt>
                <c:pt idx="437">
                  <c:v>45789</c:v>
                </c:pt>
                <c:pt idx="438">
                  <c:v>45790</c:v>
                </c:pt>
                <c:pt idx="439">
                  <c:v>45791</c:v>
                </c:pt>
                <c:pt idx="440">
                  <c:v>45792</c:v>
                </c:pt>
                <c:pt idx="441">
                  <c:v>45793</c:v>
                </c:pt>
                <c:pt idx="442">
                  <c:v>45796</c:v>
                </c:pt>
                <c:pt idx="443">
                  <c:v>45797</c:v>
                </c:pt>
                <c:pt idx="444">
                  <c:v>45798</c:v>
                </c:pt>
                <c:pt idx="445">
                  <c:v>45799</c:v>
                </c:pt>
                <c:pt idx="446">
                  <c:v>45800</c:v>
                </c:pt>
                <c:pt idx="447">
                  <c:v>45803</c:v>
                </c:pt>
                <c:pt idx="448">
                  <c:v>45804</c:v>
                </c:pt>
                <c:pt idx="449">
                  <c:v>45805</c:v>
                </c:pt>
                <c:pt idx="450">
                  <c:v>45806</c:v>
                </c:pt>
                <c:pt idx="451">
                  <c:v>45807</c:v>
                </c:pt>
                <c:pt idx="452">
                  <c:v>45810</c:v>
                </c:pt>
                <c:pt idx="453">
                  <c:v>45811</c:v>
                </c:pt>
                <c:pt idx="454">
                  <c:v>45812</c:v>
                </c:pt>
                <c:pt idx="455">
                  <c:v>45813</c:v>
                </c:pt>
                <c:pt idx="456">
                  <c:v>45814</c:v>
                </c:pt>
                <c:pt idx="457">
                  <c:v>45817</c:v>
                </c:pt>
                <c:pt idx="458">
                  <c:v>45818</c:v>
                </c:pt>
                <c:pt idx="459">
                  <c:v>45819</c:v>
                </c:pt>
                <c:pt idx="460">
                  <c:v>45820</c:v>
                </c:pt>
                <c:pt idx="461">
                  <c:v>45821</c:v>
                </c:pt>
                <c:pt idx="462">
                  <c:v>45824</c:v>
                </c:pt>
                <c:pt idx="463">
                  <c:v>45825</c:v>
                </c:pt>
                <c:pt idx="464">
                  <c:v>45826</c:v>
                </c:pt>
                <c:pt idx="465">
                  <c:v>45828</c:v>
                </c:pt>
                <c:pt idx="466">
                  <c:v>45831</c:v>
                </c:pt>
                <c:pt idx="467">
                  <c:v>45832</c:v>
                </c:pt>
                <c:pt idx="468">
                  <c:v>45833</c:v>
                </c:pt>
                <c:pt idx="469">
                  <c:v>45834</c:v>
                </c:pt>
                <c:pt idx="470">
                  <c:v>45835</c:v>
                </c:pt>
                <c:pt idx="471">
                  <c:v>45838</c:v>
                </c:pt>
                <c:pt idx="472">
                  <c:v>45839</c:v>
                </c:pt>
                <c:pt idx="473">
                  <c:v>45840</c:v>
                </c:pt>
                <c:pt idx="474">
                  <c:v>45841</c:v>
                </c:pt>
                <c:pt idx="475">
                  <c:v>45842</c:v>
                </c:pt>
                <c:pt idx="476">
                  <c:v>45845</c:v>
                </c:pt>
                <c:pt idx="477">
                  <c:v>45846</c:v>
                </c:pt>
                <c:pt idx="478">
                  <c:v>45847</c:v>
                </c:pt>
                <c:pt idx="479">
                  <c:v>45848</c:v>
                </c:pt>
                <c:pt idx="480">
                  <c:v>45849</c:v>
                </c:pt>
                <c:pt idx="481">
                  <c:v>45852</c:v>
                </c:pt>
                <c:pt idx="482">
                  <c:v>45853</c:v>
                </c:pt>
                <c:pt idx="483">
                  <c:v>45854</c:v>
                </c:pt>
                <c:pt idx="484">
                  <c:v>45855</c:v>
                </c:pt>
                <c:pt idx="485">
                  <c:v>45856</c:v>
                </c:pt>
                <c:pt idx="486">
                  <c:v>45859</c:v>
                </c:pt>
                <c:pt idx="487">
                  <c:v>45860</c:v>
                </c:pt>
                <c:pt idx="488">
                  <c:v>45861</c:v>
                </c:pt>
                <c:pt idx="489">
                  <c:v>45862</c:v>
                </c:pt>
                <c:pt idx="490">
                  <c:v>45863</c:v>
                </c:pt>
                <c:pt idx="491">
                  <c:v>45866</c:v>
                </c:pt>
                <c:pt idx="492">
                  <c:v>45867</c:v>
                </c:pt>
                <c:pt idx="493">
                  <c:v>45868</c:v>
                </c:pt>
                <c:pt idx="494">
                  <c:v>45869</c:v>
                </c:pt>
                <c:pt idx="495">
                  <c:v>45870</c:v>
                </c:pt>
                <c:pt idx="496">
                  <c:v>45873</c:v>
                </c:pt>
                <c:pt idx="497">
                  <c:v>45874</c:v>
                </c:pt>
                <c:pt idx="498">
                  <c:v>45875</c:v>
                </c:pt>
                <c:pt idx="499">
                  <c:v>45876</c:v>
                </c:pt>
                <c:pt idx="500">
                  <c:v>45877</c:v>
                </c:pt>
                <c:pt idx="501">
                  <c:v>45880</c:v>
                </c:pt>
                <c:pt idx="502">
                  <c:v>45881</c:v>
                </c:pt>
                <c:pt idx="503">
                  <c:v>45882</c:v>
                </c:pt>
                <c:pt idx="504">
                  <c:v>45883</c:v>
                </c:pt>
                <c:pt idx="505">
                  <c:v>45884</c:v>
                </c:pt>
                <c:pt idx="506">
                  <c:v>45887</c:v>
                </c:pt>
                <c:pt idx="507">
                  <c:v>45888</c:v>
                </c:pt>
                <c:pt idx="508">
                  <c:v>45889</c:v>
                </c:pt>
                <c:pt idx="509">
                  <c:v>45890</c:v>
                </c:pt>
                <c:pt idx="510">
                  <c:v>45891</c:v>
                </c:pt>
                <c:pt idx="511">
                  <c:v>45894</c:v>
                </c:pt>
                <c:pt idx="512">
                  <c:v>45895</c:v>
                </c:pt>
                <c:pt idx="513">
                  <c:v>45896</c:v>
                </c:pt>
                <c:pt idx="514">
                  <c:v>45897</c:v>
                </c:pt>
                <c:pt idx="515">
                  <c:v>45898</c:v>
                </c:pt>
                <c:pt idx="516">
                  <c:v>45901</c:v>
                </c:pt>
                <c:pt idx="517">
                  <c:v>45902</c:v>
                </c:pt>
                <c:pt idx="518">
                  <c:v>45903</c:v>
                </c:pt>
                <c:pt idx="519">
                  <c:v>45904</c:v>
                </c:pt>
                <c:pt idx="520">
                  <c:v>45905</c:v>
                </c:pt>
                <c:pt idx="521">
                  <c:v>45908</c:v>
                </c:pt>
                <c:pt idx="522">
                  <c:v>45909</c:v>
                </c:pt>
                <c:pt idx="523">
                  <c:v>45910</c:v>
                </c:pt>
                <c:pt idx="524">
                  <c:v>45911</c:v>
                </c:pt>
                <c:pt idx="525">
                  <c:v>45912</c:v>
                </c:pt>
                <c:pt idx="526">
                  <c:v>45915</c:v>
                </c:pt>
                <c:pt idx="527">
                  <c:v>45916</c:v>
                </c:pt>
                <c:pt idx="528">
                  <c:v>45917</c:v>
                </c:pt>
                <c:pt idx="529">
                  <c:v>45918</c:v>
                </c:pt>
                <c:pt idx="530">
                  <c:v>45919</c:v>
                </c:pt>
                <c:pt idx="531">
                  <c:v>45922</c:v>
                </c:pt>
                <c:pt idx="532">
                  <c:v>45923</c:v>
                </c:pt>
                <c:pt idx="533">
                  <c:v>45924</c:v>
                </c:pt>
                <c:pt idx="534">
                  <c:v>45925</c:v>
                </c:pt>
                <c:pt idx="535">
                  <c:v>45926</c:v>
                </c:pt>
                <c:pt idx="536">
                  <c:v>45929</c:v>
                </c:pt>
                <c:pt idx="537">
                  <c:v>45930</c:v>
                </c:pt>
                <c:pt idx="538">
                  <c:v>45931</c:v>
                </c:pt>
                <c:pt idx="539">
                  <c:v>45932</c:v>
                </c:pt>
                <c:pt idx="540">
                  <c:v>45933</c:v>
                </c:pt>
                <c:pt idx="541">
                  <c:v>45936</c:v>
                </c:pt>
                <c:pt idx="542">
                  <c:v>45937</c:v>
                </c:pt>
                <c:pt idx="543">
                  <c:v>45938</c:v>
                </c:pt>
                <c:pt idx="544">
                  <c:v>45939</c:v>
                </c:pt>
                <c:pt idx="545">
                  <c:v>45940</c:v>
                </c:pt>
                <c:pt idx="546">
                  <c:v>45943</c:v>
                </c:pt>
                <c:pt idx="547">
                  <c:v>45944</c:v>
                </c:pt>
                <c:pt idx="548">
                  <c:v>45945</c:v>
                </c:pt>
                <c:pt idx="549">
                  <c:v>45946</c:v>
                </c:pt>
                <c:pt idx="550">
                  <c:v>45947</c:v>
                </c:pt>
                <c:pt idx="551">
                  <c:v>45950</c:v>
                </c:pt>
                <c:pt idx="552">
                  <c:v>45951</c:v>
                </c:pt>
                <c:pt idx="553">
                  <c:v>45952</c:v>
                </c:pt>
                <c:pt idx="554">
                  <c:v>45953</c:v>
                </c:pt>
                <c:pt idx="555">
                  <c:v>45954</c:v>
                </c:pt>
                <c:pt idx="556">
                  <c:v>45957</c:v>
                </c:pt>
                <c:pt idx="557">
                  <c:v>45958</c:v>
                </c:pt>
                <c:pt idx="558">
                  <c:v>45959</c:v>
                </c:pt>
                <c:pt idx="559">
                  <c:v>45960</c:v>
                </c:pt>
                <c:pt idx="560">
                  <c:v>45961</c:v>
                </c:pt>
                <c:pt idx="561">
                  <c:v>45964</c:v>
                </c:pt>
                <c:pt idx="562">
                  <c:v>45965</c:v>
                </c:pt>
                <c:pt idx="563">
                  <c:v>45966</c:v>
                </c:pt>
                <c:pt idx="564">
                  <c:v>45967</c:v>
                </c:pt>
                <c:pt idx="565">
                  <c:v>45968</c:v>
                </c:pt>
                <c:pt idx="566">
                  <c:v>45971</c:v>
                </c:pt>
                <c:pt idx="567">
                  <c:v>45972</c:v>
                </c:pt>
                <c:pt idx="568">
                  <c:v>45973</c:v>
                </c:pt>
                <c:pt idx="569">
                  <c:v>45974</c:v>
                </c:pt>
                <c:pt idx="570">
                  <c:v>45975</c:v>
                </c:pt>
                <c:pt idx="571">
                  <c:v>45978</c:v>
                </c:pt>
                <c:pt idx="572">
                  <c:v>45979</c:v>
                </c:pt>
                <c:pt idx="573">
                  <c:v>45980</c:v>
                </c:pt>
                <c:pt idx="574">
                  <c:v>45982</c:v>
                </c:pt>
                <c:pt idx="575">
                  <c:v>45985</c:v>
                </c:pt>
                <c:pt idx="576">
                  <c:v>45986</c:v>
                </c:pt>
                <c:pt idx="577">
                  <c:v>45987</c:v>
                </c:pt>
                <c:pt idx="578">
                  <c:v>45988</c:v>
                </c:pt>
                <c:pt idx="579">
                  <c:v>45989</c:v>
                </c:pt>
                <c:pt idx="580">
                  <c:v>45992</c:v>
                </c:pt>
                <c:pt idx="581">
                  <c:v>45993</c:v>
                </c:pt>
                <c:pt idx="582">
                  <c:v>45994</c:v>
                </c:pt>
                <c:pt idx="583">
                  <c:v>45995</c:v>
                </c:pt>
                <c:pt idx="584">
                  <c:v>45996</c:v>
                </c:pt>
                <c:pt idx="585">
                  <c:v>45999</c:v>
                </c:pt>
                <c:pt idx="586">
                  <c:v>46000</c:v>
                </c:pt>
                <c:pt idx="587">
                  <c:v>46001</c:v>
                </c:pt>
                <c:pt idx="588">
                  <c:v>46002</c:v>
                </c:pt>
                <c:pt idx="589">
                  <c:v>46003</c:v>
                </c:pt>
                <c:pt idx="590">
                  <c:v>46006</c:v>
                </c:pt>
                <c:pt idx="591">
                  <c:v>46007</c:v>
                </c:pt>
                <c:pt idx="592">
                  <c:v>46008</c:v>
                </c:pt>
                <c:pt idx="593">
                  <c:v>46009</c:v>
                </c:pt>
                <c:pt idx="594">
                  <c:v>46010</c:v>
                </c:pt>
                <c:pt idx="595">
                  <c:v>46013</c:v>
                </c:pt>
                <c:pt idx="596">
                  <c:v>46014</c:v>
                </c:pt>
                <c:pt idx="597">
                  <c:v>46017</c:v>
                </c:pt>
                <c:pt idx="598">
                  <c:v>46020</c:v>
                </c:pt>
                <c:pt idx="599">
                  <c:v>46021</c:v>
                </c:pt>
                <c:pt idx="600">
                  <c:v>46024</c:v>
                </c:pt>
                <c:pt idx="601">
                  <c:v>46027</c:v>
                </c:pt>
                <c:pt idx="602">
                  <c:v>46028</c:v>
                </c:pt>
                <c:pt idx="603">
                  <c:v>46029</c:v>
                </c:pt>
                <c:pt idx="604">
                  <c:v>46030</c:v>
                </c:pt>
                <c:pt idx="605">
                  <c:v>46031</c:v>
                </c:pt>
                <c:pt idx="606">
                  <c:v>46034</c:v>
                </c:pt>
                <c:pt idx="607">
                  <c:v>46035</c:v>
                </c:pt>
                <c:pt idx="608">
                  <c:v>46036</c:v>
                </c:pt>
                <c:pt idx="609">
                  <c:v>46037</c:v>
                </c:pt>
                <c:pt idx="610">
                  <c:v>46038</c:v>
                </c:pt>
                <c:pt idx="611">
                  <c:v>46041</c:v>
                </c:pt>
                <c:pt idx="612">
                  <c:v>46042</c:v>
                </c:pt>
                <c:pt idx="613">
                  <c:v>46043</c:v>
                </c:pt>
                <c:pt idx="614">
                  <c:v>46044</c:v>
                </c:pt>
                <c:pt idx="615">
                  <c:v>46045</c:v>
                </c:pt>
                <c:pt idx="616">
                  <c:v>46048</c:v>
                </c:pt>
                <c:pt idx="617">
                  <c:v>46049</c:v>
                </c:pt>
                <c:pt idx="618">
                  <c:v>46050</c:v>
                </c:pt>
                <c:pt idx="619">
                  <c:v>46051</c:v>
                </c:pt>
                <c:pt idx="620">
                  <c:v>46052</c:v>
                </c:pt>
                <c:pt idx="621">
                  <c:v>46055</c:v>
                </c:pt>
                <c:pt idx="622">
                  <c:v>46056</c:v>
                </c:pt>
                <c:pt idx="623">
                  <c:v>46057</c:v>
                </c:pt>
                <c:pt idx="624">
                  <c:v>46058</c:v>
                </c:pt>
                <c:pt idx="625">
                  <c:v>46059</c:v>
                </c:pt>
                <c:pt idx="626">
                  <c:v>46062</c:v>
                </c:pt>
                <c:pt idx="627">
                  <c:v>46063</c:v>
                </c:pt>
                <c:pt idx="628">
                  <c:v>46064</c:v>
                </c:pt>
                <c:pt idx="629">
                  <c:v>46065</c:v>
                </c:pt>
                <c:pt idx="630">
                  <c:v>46066</c:v>
                </c:pt>
                <c:pt idx="631">
                  <c:v>46071</c:v>
                </c:pt>
                <c:pt idx="632">
                  <c:v>46072</c:v>
                </c:pt>
                <c:pt idx="633">
                  <c:v>46073</c:v>
                </c:pt>
                <c:pt idx="634">
                  <c:v>46076</c:v>
                </c:pt>
                <c:pt idx="635">
                  <c:v>46077</c:v>
                </c:pt>
                <c:pt idx="636">
                  <c:v>46078</c:v>
                </c:pt>
                <c:pt idx="637">
                  <c:v>46079</c:v>
                </c:pt>
                <c:pt idx="638">
                  <c:v>46080</c:v>
                </c:pt>
                <c:pt idx="639">
                  <c:v>46083</c:v>
                </c:pt>
                <c:pt idx="640">
                  <c:v>46084</c:v>
                </c:pt>
                <c:pt idx="641">
                  <c:v>46085</c:v>
                </c:pt>
                <c:pt idx="642">
                  <c:v>46086</c:v>
                </c:pt>
                <c:pt idx="643">
                  <c:v>46087</c:v>
                </c:pt>
                <c:pt idx="644">
                  <c:v>46090</c:v>
                </c:pt>
                <c:pt idx="645">
                  <c:v>46091</c:v>
                </c:pt>
                <c:pt idx="646">
                  <c:v>46092</c:v>
                </c:pt>
                <c:pt idx="647">
                  <c:v>46093</c:v>
                </c:pt>
                <c:pt idx="648">
                  <c:v>46094</c:v>
                </c:pt>
                <c:pt idx="649">
                  <c:v>46097</c:v>
                </c:pt>
                <c:pt idx="650">
                  <c:v>46098</c:v>
                </c:pt>
                <c:pt idx="651">
                  <c:v>46099</c:v>
                </c:pt>
                <c:pt idx="652">
                  <c:v>46100</c:v>
                </c:pt>
                <c:pt idx="653">
                  <c:v>46101</c:v>
                </c:pt>
                <c:pt idx="654">
                  <c:v>46104</c:v>
                </c:pt>
                <c:pt idx="655">
                  <c:v>46105</c:v>
                </c:pt>
                <c:pt idx="656">
                  <c:v>46106</c:v>
                </c:pt>
                <c:pt idx="657">
                  <c:v>46107</c:v>
                </c:pt>
                <c:pt idx="658">
                  <c:v>46108</c:v>
                </c:pt>
                <c:pt idx="659">
                  <c:v>46111</c:v>
                </c:pt>
                <c:pt idx="660">
                  <c:v>46112</c:v>
                </c:pt>
                <c:pt idx="661">
                  <c:v>46113</c:v>
                </c:pt>
                <c:pt idx="662">
                  <c:v>46114</c:v>
                </c:pt>
                <c:pt idx="663">
                  <c:v>46118</c:v>
                </c:pt>
                <c:pt idx="664">
                  <c:v>46119</c:v>
                </c:pt>
                <c:pt idx="665">
                  <c:v>46120</c:v>
                </c:pt>
                <c:pt idx="666">
                  <c:v>46121</c:v>
                </c:pt>
                <c:pt idx="667">
                  <c:v>46122</c:v>
                </c:pt>
                <c:pt idx="668">
                  <c:v>46125</c:v>
                </c:pt>
                <c:pt idx="669">
                  <c:v>46126</c:v>
                </c:pt>
                <c:pt idx="670">
                  <c:v>46127</c:v>
                </c:pt>
                <c:pt idx="671">
                  <c:v>46128</c:v>
                </c:pt>
                <c:pt idx="672">
                  <c:v>46129</c:v>
                </c:pt>
                <c:pt idx="673">
                  <c:v>46132</c:v>
                </c:pt>
                <c:pt idx="674">
                  <c:v>46134</c:v>
                </c:pt>
                <c:pt idx="675">
                  <c:v>46135</c:v>
                </c:pt>
                <c:pt idx="676">
                  <c:v>46136</c:v>
                </c:pt>
                <c:pt idx="677">
                  <c:v>46139</c:v>
                </c:pt>
                <c:pt idx="678">
                  <c:v>46140</c:v>
                </c:pt>
                <c:pt idx="679">
                  <c:v>46141</c:v>
                </c:pt>
                <c:pt idx="680">
                  <c:v>46142</c:v>
                </c:pt>
                <c:pt idx="681">
                  <c:v>46146</c:v>
                </c:pt>
                <c:pt idx="682">
                  <c:v>46147</c:v>
                </c:pt>
                <c:pt idx="683">
                  <c:v>46148</c:v>
                </c:pt>
                <c:pt idx="684">
                  <c:v>46149</c:v>
                </c:pt>
                <c:pt idx="685">
                  <c:v>46150</c:v>
                </c:pt>
                <c:pt idx="686">
                  <c:v>46153</c:v>
                </c:pt>
                <c:pt idx="687">
                  <c:v>46154</c:v>
                </c:pt>
                <c:pt idx="688">
                  <c:v>46155</c:v>
                </c:pt>
                <c:pt idx="689">
                  <c:v>46156</c:v>
                </c:pt>
                <c:pt idx="690">
                  <c:v>46157</c:v>
                </c:pt>
                <c:pt idx="691">
                  <c:v>46160</c:v>
                </c:pt>
                <c:pt idx="692">
                  <c:v>46161</c:v>
                </c:pt>
                <c:pt idx="693">
                  <c:v>46162</c:v>
                </c:pt>
                <c:pt idx="694">
                  <c:v>46163</c:v>
                </c:pt>
                <c:pt idx="695">
                  <c:v>46164</c:v>
                </c:pt>
                <c:pt idx="696">
                  <c:v>46167</c:v>
                </c:pt>
                <c:pt idx="697">
                  <c:v>46168</c:v>
                </c:pt>
                <c:pt idx="698">
                  <c:v>46169</c:v>
                </c:pt>
                <c:pt idx="699">
                  <c:v>46170</c:v>
                </c:pt>
                <c:pt idx="700">
                  <c:v>46171</c:v>
                </c:pt>
                <c:pt idx="701">
                  <c:v>46174</c:v>
                </c:pt>
                <c:pt idx="702">
                  <c:v>46175</c:v>
                </c:pt>
                <c:pt idx="703">
                  <c:v>46176</c:v>
                </c:pt>
                <c:pt idx="704">
                  <c:v>46178</c:v>
                </c:pt>
                <c:pt idx="705">
                  <c:v>46181</c:v>
                </c:pt>
                <c:pt idx="706">
                  <c:v>46182</c:v>
                </c:pt>
                <c:pt idx="707">
                  <c:v>46183</c:v>
                </c:pt>
                <c:pt idx="708">
                  <c:v>46184</c:v>
                </c:pt>
                <c:pt idx="709">
                  <c:v>46185</c:v>
                </c:pt>
                <c:pt idx="710">
                  <c:v>46188</c:v>
                </c:pt>
                <c:pt idx="711">
                  <c:v>46189</c:v>
                </c:pt>
                <c:pt idx="712">
                  <c:v>46190</c:v>
                </c:pt>
                <c:pt idx="713">
                  <c:v>46191</c:v>
                </c:pt>
                <c:pt idx="714">
                  <c:v>46192</c:v>
                </c:pt>
                <c:pt idx="715">
                  <c:v>46195</c:v>
                </c:pt>
                <c:pt idx="716">
                  <c:v>46196</c:v>
                </c:pt>
                <c:pt idx="717">
                  <c:v>46197</c:v>
                </c:pt>
                <c:pt idx="718">
                  <c:v>46198</c:v>
                </c:pt>
                <c:pt idx="719">
                  <c:v>46199</c:v>
                </c:pt>
                <c:pt idx="720">
                  <c:v>46202</c:v>
                </c:pt>
                <c:pt idx="721">
                  <c:v>46203</c:v>
                </c:pt>
                <c:pt idx="722">
                  <c:v>46204</c:v>
                </c:pt>
                <c:pt idx="723">
                  <c:v>46205</c:v>
                </c:pt>
                <c:pt idx="724">
                  <c:v>46206</c:v>
                </c:pt>
                <c:pt idx="725">
                  <c:v>46209</c:v>
                </c:pt>
                <c:pt idx="726">
                  <c:v>46210</c:v>
                </c:pt>
                <c:pt idx="727">
                  <c:v>46211</c:v>
                </c:pt>
                <c:pt idx="728">
                  <c:v>46212</c:v>
                </c:pt>
                <c:pt idx="729">
                  <c:v>46213</c:v>
                </c:pt>
                <c:pt idx="730">
                  <c:v>46216</c:v>
                </c:pt>
                <c:pt idx="731">
                  <c:v>46217</c:v>
                </c:pt>
                <c:pt idx="732">
                  <c:v>46218</c:v>
                </c:pt>
                <c:pt idx="733">
                  <c:v>46219</c:v>
                </c:pt>
                <c:pt idx="734">
                  <c:v>46220</c:v>
                </c:pt>
                <c:pt idx="735">
                  <c:v>46223</c:v>
                </c:pt>
                <c:pt idx="736">
                  <c:v>46224</c:v>
                </c:pt>
                <c:pt idx="737">
                  <c:v>46225</c:v>
                </c:pt>
                <c:pt idx="738">
                  <c:v>46226</c:v>
                </c:pt>
                <c:pt idx="739">
                  <c:v>46227</c:v>
                </c:pt>
                <c:pt idx="740">
                  <c:v>46230</c:v>
                </c:pt>
                <c:pt idx="741">
                  <c:v>46231</c:v>
                </c:pt>
                <c:pt idx="742">
                  <c:v>46232</c:v>
                </c:pt>
                <c:pt idx="743">
                  <c:v>46233</c:v>
                </c:pt>
                <c:pt idx="744">
                  <c:v>46234</c:v>
                </c:pt>
                <c:pt idx="745">
                  <c:v>46237</c:v>
                </c:pt>
                <c:pt idx="746">
                  <c:v>46238</c:v>
                </c:pt>
                <c:pt idx="747">
                  <c:v>46239</c:v>
                </c:pt>
                <c:pt idx="748">
                  <c:v>46240</c:v>
                </c:pt>
                <c:pt idx="749">
                  <c:v>46241</c:v>
                </c:pt>
                <c:pt idx="750">
                  <c:v>46244</c:v>
                </c:pt>
                <c:pt idx="751">
                  <c:v>46245</c:v>
                </c:pt>
                <c:pt idx="752">
                  <c:v>46246</c:v>
                </c:pt>
                <c:pt idx="753">
                  <c:v>46247</c:v>
                </c:pt>
                <c:pt idx="754">
                  <c:v>46248</c:v>
                </c:pt>
                <c:pt idx="755">
                  <c:v>46251</c:v>
                </c:pt>
                <c:pt idx="756">
                  <c:v>46252</c:v>
                </c:pt>
                <c:pt idx="757">
                  <c:v>46253</c:v>
                </c:pt>
                <c:pt idx="758">
                  <c:v>46254</c:v>
                </c:pt>
                <c:pt idx="759">
                  <c:v>46255</c:v>
                </c:pt>
                <c:pt idx="760">
                  <c:v>46258</c:v>
                </c:pt>
                <c:pt idx="761">
                  <c:v>46259</c:v>
                </c:pt>
                <c:pt idx="762">
                  <c:v>46260</c:v>
                </c:pt>
                <c:pt idx="763">
                  <c:v>46261</c:v>
                </c:pt>
                <c:pt idx="764">
                  <c:v>46262</c:v>
                </c:pt>
                <c:pt idx="765">
                  <c:v>46265</c:v>
                </c:pt>
                <c:pt idx="766">
                  <c:v>46266</c:v>
                </c:pt>
                <c:pt idx="767">
                  <c:v>46267</c:v>
                </c:pt>
                <c:pt idx="768">
                  <c:v>46268</c:v>
                </c:pt>
                <c:pt idx="769">
                  <c:v>46269</c:v>
                </c:pt>
                <c:pt idx="770">
                  <c:v>46273</c:v>
                </c:pt>
                <c:pt idx="771">
                  <c:v>46274</c:v>
                </c:pt>
                <c:pt idx="772">
                  <c:v>46275</c:v>
                </c:pt>
                <c:pt idx="773">
                  <c:v>46276</c:v>
                </c:pt>
                <c:pt idx="774">
                  <c:v>46279</c:v>
                </c:pt>
                <c:pt idx="775">
                  <c:v>46280</c:v>
                </c:pt>
                <c:pt idx="776">
                  <c:v>46281</c:v>
                </c:pt>
                <c:pt idx="777">
                  <c:v>46282</c:v>
                </c:pt>
                <c:pt idx="778">
                  <c:v>46283</c:v>
                </c:pt>
                <c:pt idx="779">
                  <c:v>46286</c:v>
                </c:pt>
                <c:pt idx="780">
                  <c:v>46287</c:v>
                </c:pt>
                <c:pt idx="781">
                  <c:v>46288</c:v>
                </c:pt>
                <c:pt idx="782">
                  <c:v>46289</c:v>
                </c:pt>
                <c:pt idx="783">
                  <c:v>46290</c:v>
                </c:pt>
                <c:pt idx="784">
                  <c:v>46293</c:v>
                </c:pt>
                <c:pt idx="785">
                  <c:v>46294</c:v>
                </c:pt>
                <c:pt idx="786">
                  <c:v>46295</c:v>
                </c:pt>
                <c:pt idx="787">
                  <c:v>46296</c:v>
                </c:pt>
                <c:pt idx="788">
                  <c:v>46297</c:v>
                </c:pt>
                <c:pt idx="789">
                  <c:v>46300</c:v>
                </c:pt>
                <c:pt idx="790">
                  <c:v>46301</c:v>
                </c:pt>
                <c:pt idx="791">
                  <c:v>46302</c:v>
                </c:pt>
                <c:pt idx="792">
                  <c:v>46303</c:v>
                </c:pt>
                <c:pt idx="793">
                  <c:v>46304</c:v>
                </c:pt>
                <c:pt idx="794">
                  <c:v>46308</c:v>
                </c:pt>
                <c:pt idx="795">
                  <c:v>46309</c:v>
                </c:pt>
                <c:pt idx="796">
                  <c:v>46310</c:v>
                </c:pt>
                <c:pt idx="797">
                  <c:v>46311</c:v>
                </c:pt>
                <c:pt idx="798">
                  <c:v>46314</c:v>
                </c:pt>
                <c:pt idx="799">
                  <c:v>46315</c:v>
                </c:pt>
                <c:pt idx="800">
                  <c:v>46316</c:v>
                </c:pt>
                <c:pt idx="801">
                  <c:v>46317</c:v>
                </c:pt>
                <c:pt idx="802">
                  <c:v>46318</c:v>
                </c:pt>
                <c:pt idx="803">
                  <c:v>46321</c:v>
                </c:pt>
                <c:pt idx="804">
                  <c:v>46322</c:v>
                </c:pt>
                <c:pt idx="805">
                  <c:v>46323</c:v>
                </c:pt>
                <c:pt idx="806">
                  <c:v>46324</c:v>
                </c:pt>
              </c:numCache>
            </c:numRef>
          </c:cat>
          <c:val>
            <c:numRef>
              <c:f>'Composite treatment'!$C$5:$C$50000</c:f>
              <c:numCache>
                <c:formatCode>0.00</c:formatCode>
                <c:ptCount val="49996"/>
                <c:pt idx="0">
                  <c:v>0.83852195980861388</c:v>
                </c:pt>
                <c:pt idx="1">
                  <c:v>0.73837203366890913</c:v>
                </c:pt>
                <c:pt idx="2">
                  <c:v>0.5936993230903046</c:v>
                </c:pt>
                <c:pt idx="3">
                  <c:v>0.63780571337259795</c:v>
                </c:pt>
                <c:pt idx="4">
                  <c:v>0.53912973445418566</c:v>
                </c:pt>
                <c:pt idx="5">
                  <c:v>0.35519118275562611</c:v>
                </c:pt>
                <c:pt idx="6">
                  <c:v>0.29907613479065798</c:v>
                </c:pt>
                <c:pt idx="7">
                  <c:v>0.24358990798529809</c:v>
                </c:pt>
                <c:pt idx="8">
                  <c:v>0.16781693067395939</c:v>
                </c:pt>
                <c:pt idx="9">
                  <c:v>0.33040427810230327</c:v>
                </c:pt>
                <c:pt idx="10">
                  <c:v>0.21084957893122899</c:v>
                </c:pt>
                <c:pt idx="11">
                  <c:v>0.39902846195588793</c:v>
                </c:pt>
                <c:pt idx="12">
                  <c:v>0.52601859509895166</c:v>
                </c:pt>
                <c:pt idx="13">
                  <c:v>0.30063223557482999</c:v>
                </c:pt>
                <c:pt idx="14">
                  <c:v>0.1023432375148708</c:v>
                </c:pt>
                <c:pt idx="15">
                  <c:v>0.17277214194726251</c:v>
                </c:pt>
                <c:pt idx="16">
                  <c:v>0.30528522160712612</c:v>
                </c:pt>
                <c:pt idx="17">
                  <c:v>0.23294282451074491</c:v>
                </c:pt>
                <c:pt idx="18">
                  <c:v>-6.6460642172570236E-2</c:v>
                </c:pt>
                <c:pt idx="19">
                  <c:v>0.22241234194586601</c:v>
                </c:pt>
                <c:pt idx="20">
                  <c:v>0.15519312052845649</c:v>
                </c:pt>
                <c:pt idx="21">
                  <c:v>4.7223581853776311E-3</c:v>
                </c:pt>
                <c:pt idx="22">
                  <c:v>-0.12096389940818369</c:v>
                </c:pt>
                <c:pt idx="23">
                  <c:v>-0.19162928811723329</c:v>
                </c:pt>
                <c:pt idx="24">
                  <c:v>-6.5274479073119734E-3</c:v>
                </c:pt>
                <c:pt idx="25">
                  <c:v>0.15204949518603461</c:v>
                </c:pt>
                <c:pt idx="26">
                  <c:v>0.16835773959618419</c:v>
                </c:pt>
                <c:pt idx="27">
                  <c:v>0.2140631906882815</c:v>
                </c:pt>
                <c:pt idx="28">
                  <c:v>7.3941495417535447E-2</c:v>
                </c:pt>
                <c:pt idx="29">
                  <c:v>2.4687955368053981E-2</c:v>
                </c:pt>
                <c:pt idx="30">
                  <c:v>-6.3161045782251832E-2</c:v>
                </c:pt>
                <c:pt idx="31">
                  <c:v>0.1167311889763171</c:v>
                </c:pt>
                <c:pt idx="32">
                  <c:v>-0.1244604739885774</c:v>
                </c:pt>
                <c:pt idx="33">
                  <c:v>-0.2309114298885068</c:v>
                </c:pt>
                <c:pt idx="34">
                  <c:v>-0.25062064016073959</c:v>
                </c:pt>
                <c:pt idx="35">
                  <c:v>-0.49058888585919253</c:v>
                </c:pt>
                <c:pt idx="36">
                  <c:v>-0.53099329270351026</c:v>
                </c:pt>
                <c:pt idx="37">
                  <c:v>-0.26076833365902391</c:v>
                </c:pt>
                <c:pt idx="38">
                  <c:v>-7.6088252182255345E-2</c:v>
                </c:pt>
                <c:pt idx="39">
                  <c:v>-0.34534330574144628</c:v>
                </c:pt>
                <c:pt idx="40">
                  <c:v>-0.5967484311714234</c:v>
                </c:pt>
                <c:pt idx="41">
                  <c:v>-0.45879538574563772</c:v>
                </c:pt>
                <c:pt idx="42">
                  <c:v>-0.51982435763463153</c:v>
                </c:pt>
                <c:pt idx="43">
                  <c:v>-0.52514424186524578</c:v>
                </c:pt>
                <c:pt idx="44">
                  <c:v>-0.33784758901158779</c:v>
                </c:pt>
                <c:pt idx="45">
                  <c:v>1.9146187056346959E-3</c:v>
                </c:pt>
                <c:pt idx="46">
                  <c:v>3.8633484839360548E-3</c:v>
                </c:pt>
                <c:pt idx="47">
                  <c:v>-0.29069583853536818</c:v>
                </c:pt>
                <c:pt idx="48">
                  <c:v>-0.22670999553061669</c:v>
                </c:pt>
                <c:pt idx="49">
                  <c:v>-0.50798200436051955</c:v>
                </c:pt>
                <c:pt idx="50">
                  <c:v>-0.7405613872498249</c:v>
                </c:pt>
                <c:pt idx="51">
                  <c:v>-0.73675158270549845</c:v>
                </c:pt>
                <c:pt idx="52">
                  <c:v>-0.85984556521572753</c:v>
                </c:pt>
                <c:pt idx="53">
                  <c:v>-0.7619387339780338</c:v>
                </c:pt>
                <c:pt idx="54">
                  <c:v>-0.54014118478775708</c:v>
                </c:pt>
                <c:pt idx="55">
                  <c:v>-0.75267350133402144</c:v>
                </c:pt>
                <c:pt idx="56">
                  <c:v>-0.46982027333850179</c:v>
                </c:pt>
                <c:pt idx="57">
                  <c:v>-0.78852950698989854</c:v>
                </c:pt>
                <c:pt idx="58">
                  <c:v>-0.92722580507560548</c:v>
                </c:pt>
                <c:pt idx="59">
                  <c:v>-0.78141360008893235</c:v>
                </c:pt>
                <c:pt idx="60">
                  <c:v>-0.56089820465877305</c:v>
                </c:pt>
                <c:pt idx="61">
                  <c:v>-9.1717532076725811E-2</c:v>
                </c:pt>
                <c:pt idx="62">
                  <c:v>-0.1188464301438321</c:v>
                </c:pt>
                <c:pt idx="63">
                  <c:v>9.5149704886497405E-2</c:v>
                </c:pt>
                <c:pt idx="64">
                  <c:v>9.1966266513136871E-2</c:v>
                </c:pt>
                <c:pt idx="65">
                  <c:v>9.1898242545514746E-3</c:v>
                </c:pt>
                <c:pt idx="66">
                  <c:v>0.17028763007693909</c:v>
                </c:pt>
                <c:pt idx="67">
                  <c:v>9.1338884541274992E-2</c:v>
                </c:pt>
                <c:pt idx="68">
                  <c:v>0.45842630353438169</c:v>
                </c:pt>
                <c:pt idx="69">
                  <c:v>0.68102327789679595</c:v>
                </c:pt>
                <c:pt idx="70">
                  <c:v>0.592555652875844</c:v>
                </c:pt>
                <c:pt idx="71">
                  <c:v>0.71403577620925285</c:v>
                </c:pt>
                <c:pt idx="72">
                  <c:v>0.55395014249733798</c:v>
                </c:pt>
                <c:pt idx="73">
                  <c:v>0.6392227555455906</c:v>
                </c:pt>
                <c:pt idx="74">
                  <c:v>0.73498783391842526</c:v>
                </c:pt>
                <c:pt idx="75">
                  <c:v>0.56425611261666608</c:v>
                </c:pt>
                <c:pt idx="76">
                  <c:v>0.59182630490134636</c:v>
                </c:pt>
                <c:pt idx="77">
                  <c:v>0.82983917340704016</c:v>
                </c:pt>
                <c:pt idx="78">
                  <c:v>0.74448214575342064</c:v>
                </c:pt>
                <c:pt idx="79">
                  <c:v>0.89692744898543675</c:v>
                </c:pt>
                <c:pt idx="80">
                  <c:v>1.087774167130851</c:v>
                </c:pt>
                <c:pt idx="81">
                  <c:v>0.90505000034904359</c:v>
                </c:pt>
                <c:pt idx="82">
                  <c:v>1.027818666304984</c:v>
                </c:pt>
                <c:pt idx="83">
                  <c:v>0.94205607241043576</c:v>
                </c:pt>
                <c:pt idx="84">
                  <c:v>1.052190300595748</c:v>
                </c:pt>
                <c:pt idx="85">
                  <c:v>1.170803689499025</c:v>
                </c:pt>
                <c:pt idx="86">
                  <c:v>1.045913434616103</c:v>
                </c:pt>
                <c:pt idx="87">
                  <c:v>0.98189653147942502</c:v>
                </c:pt>
                <c:pt idx="88">
                  <c:v>1.3478914820056569</c:v>
                </c:pt>
                <c:pt idx="89">
                  <c:v>1.5088337066996189</c:v>
                </c:pt>
                <c:pt idx="90">
                  <c:v>1.4155414879191379</c:v>
                </c:pt>
                <c:pt idx="91">
                  <c:v>1.5034139751507489</c:v>
                </c:pt>
                <c:pt idx="92">
                  <c:v>1.601404334401118</c:v>
                </c:pt>
                <c:pt idx="93">
                  <c:v>1.5057140921731389</c:v>
                </c:pt>
                <c:pt idx="94">
                  <c:v>1.589001622620547</c:v>
                </c:pt>
                <c:pt idx="95">
                  <c:v>1.7339778650360911</c:v>
                </c:pt>
                <c:pt idx="96">
                  <c:v>1.7817573589488911</c:v>
                </c:pt>
                <c:pt idx="97">
                  <c:v>1.888716793111153</c:v>
                </c:pt>
                <c:pt idx="98">
                  <c:v>1.817246875856553</c:v>
                </c:pt>
                <c:pt idx="99">
                  <c:v>1.3863267782700901</c:v>
                </c:pt>
                <c:pt idx="100">
                  <c:v>1.3297408995755839</c:v>
                </c:pt>
                <c:pt idx="101">
                  <c:v>0.99389634810326977</c:v>
                </c:pt>
                <c:pt idx="102">
                  <c:v>1.1432530954131019</c:v>
                </c:pt>
                <c:pt idx="103">
                  <c:v>1.274987343013483</c:v>
                </c:pt>
                <c:pt idx="104">
                  <c:v>1.1612293540237879</c:v>
                </c:pt>
                <c:pt idx="105">
                  <c:v>0.99585262816532372</c:v>
                </c:pt>
                <c:pt idx="106">
                  <c:v>0.90660699661125954</c:v>
                </c:pt>
                <c:pt idx="107">
                  <c:v>0.97131784736747062</c:v>
                </c:pt>
                <c:pt idx="108">
                  <c:v>1.043772798958998</c:v>
                </c:pt>
                <c:pt idx="109">
                  <c:v>0.66945116997178411</c:v>
                </c:pt>
                <c:pt idx="110">
                  <c:v>0.55116800184867853</c:v>
                </c:pt>
                <c:pt idx="111">
                  <c:v>0.35299044449673511</c:v>
                </c:pt>
                <c:pt idx="112">
                  <c:v>0.41493072040871598</c:v>
                </c:pt>
                <c:pt idx="113">
                  <c:v>0.2061587049338765</c:v>
                </c:pt>
                <c:pt idx="114">
                  <c:v>0.4612280537077777</c:v>
                </c:pt>
                <c:pt idx="115">
                  <c:v>0.36509437839896058</c:v>
                </c:pt>
                <c:pt idx="116">
                  <c:v>0.43161508502561979</c:v>
                </c:pt>
                <c:pt idx="117">
                  <c:v>0.37763250565724271</c:v>
                </c:pt>
                <c:pt idx="118">
                  <c:v>0.1246223368101622</c:v>
                </c:pt>
                <c:pt idx="119">
                  <c:v>-0.1825191477966259</c:v>
                </c:pt>
                <c:pt idx="120">
                  <c:v>-2.9718138808755949E-2</c:v>
                </c:pt>
                <c:pt idx="121">
                  <c:v>-6.0859040457950882E-2</c:v>
                </c:pt>
                <c:pt idx="122">
                  <c:v>-0.30807610668927971</c:v>
                </c:pt>
                <c:pt idx="123">
                  <c:v>-0.37763198068242232</c:v>
                </c:pt>
                <c:pt idx="124">
                  <c:v>-8.8466462822797048E-2</c:v>
                </c:pt>
                <c:pt idx="125">
                  <c:v>-0.14645080845922651</c:v>
                </c:pt>
                <c:pt idx="126">
                  <c:v>-0.40265058615724542</c:v>
                </c:pt>
                <c:pt idx="127">
                  <c:v>-0.39117382136169998</c:v>
                </c:pt>
                <c:pt idx="128">
                  <c:v>-0.60508739041229509</c:v>
                </c:pt>
                <c:pt idx="129">
                  <c:v>-0.55856503915507727</c:v>
                </c:pt>
                <c:pt idx="130">
                  <c:v>-0.3840309446406861</c:v>
                </c:pt>
                <c:pt idx="131">
                  <c:v>-0.3565502020387904</c:v>
                </c:pt>
                <c:pt idx="132">
                  <c:v>-0.1816196685423957</c:v>
                </c:pt>
                <c:pt idx="133">
                  <c:v>-0.25292874427909467</c:v>
                </c:pt>
                <c:pt idx="134">
                  <c:v>-6.8067107729510121E-2</c:v>
                </c:pt>
                <c:pt idx="135">
                  <c:v>-0.29365096866260659</c:v>
                </c:pt>
                <c:pt idx="136">
                  <c:v>-0.28644407443762071</c:v>
                </c:pt>
                <c:pt idx="137">
                  <c:v>5.5511468303875509E-2</c:v>
                </c:pt>
                <c:pt idx="138">
                  <c:v>-5.7203132272840032E-2</c:v>
                </c:pt>
                <c:pt idx="139">
                  <c:v>-0.1270337122365669</c:v>
                </c:pt>
                <c:pt idx="140">
                  <c:v>-5.4464971061060283E-2</c:v>
                </c:pt>
                <c:pt idx="141">
                  <c:v>-0.2349418451328591</c:v>
                </c:pt>
                <c:pt idx="142">
                  <c:v>-0.1935135477710114</c:v>
                </c:pt>
                <c:pt idx="143">
                  <c:v>-0.1061926806907708</c:v>
                </c:pt>
                <c:pt idx="144">
                  <c:v>-0.17256070414501459</c:v>
                </c:pt>
                <c:pt idx="145">
                  <c:v>-9.9766254542203392E-2</c:v>
                </c:pt>
                <c:pt idx="146">
                  <c:v>-0.27237846365561791</c:v>
                </c:pt>
                <c:pt idx="147">
                  <c:v>-5.0242933112771407E-2</c:v>
                </c:pt>
                <c:pt idx="148">
                  <c:v>-1.39614267770858E-3</c:v>
                </c:pt>
                <c:pt idx="149">
                  <c:v>-7.0286172032585761E-2</c:v>
                </c:pt>
                <c:pt idx="150">
                  <c:v>-0.12430545564184491</c:v>
                </c:pt>
                <c:pt idx="151">
                  <c:v>-0.1100235301614641</c:v>
                </c:pt>
                <c:pt idx="152">
                  <c:v>-3.1433180911333652E-2</c:v>
                </c:pt>
                <c:pt idx="153">
                  <c:v>0.26776890382239799</c:v>
                </c:pt>
                <c:pt idx="154">
                  <c:v>0.15896392401524359</c:v>
                </c:pt>
                <c:pt idx="155">
                  <c:v>1.5910279791796839E-2</c:v>
                </c:pt>
                <c:pt idx="156">
                  <c:v>-4.2150948717581342E-2</c:v>
                </c:pt>
                <c:pt idx="157">
                  <c:v>-6.9152516070794826E-2</c:v>
                </c:pt>
                <c:pt idx="158">
                  <c:v>0.1075275101963858</c:v>
                </c:pt>
                <c:pt idx="159">
                  <c:v>0.1232969259189361</c:v>
                </c:pt>
                <c:pt idx="160">
                  <c:v>-6.3756186713686561E-2</c:v>
                </c:pt>
                <c:pt idx="161">
                  <c:v>-5.1582306863897517E-2</c:v>
                </c:pt>
                <c:pt idx="162">
                  <c:v>-9.6155131515167983E-2</c:v>
                </c:pt>
                <c:pt idx="163">
                  <c:v>-1.7821154220722939E-2</c:v>
                </c:pt>
                <c:pt idx="164">
                  <c:v>-0.1402862823898679</c:v>
                </c:pt>
                <c:pt idx="165">
                  <c:v>8.9232581514967602E-2</c:v>
                </c:pt>
                <c:pt idx="166">
                  <c:v>0.26512447493649682</c:v>
                </c:pt>
                <c:pt idx="167">
                  <c:v>-5.8687743497744423E-2</c:v>
                </c:pt>
                <c:pt idx="168">
                  <c:v>-0.19712272720165611</c:v>
                </c:pt>
                <c:pt idx="169">
                  <c:v>-0.49108535402600351</c:v>
                </c:pt>
                <c:pt idx="170">
                  <c:v>-0.79028638993752898</c:v>
                </c:pt>
                <c:pt idx="171">
                  <c:v>-0.9544426442218481</c:v>
                </c:pt>
                <c:pt idx="172">
                  <c:v>-1.025539646862009</c:v>
                </c:pt>
                <c:pt idx="173">
                  <c:v>-1.0499101786842</c:v>
                </c:pt>
                <c:pt idx="174">
                  <c:v>-0.82275881491176583</c:v>
                </c:pt>
                <c:pt idx="175">
                  <c:v>-0.75664817833567843</c:v>
                </c:pt>
                <c:pt idx="176">
                  <c:v>-0.78186092754298286</c:v>
                </c:pt>
                <c:pt idx="177">
                  <c:v>-0.87772343669600494</c:v>
                </c:pt>
                <c:pt idx="178">
                  <c:v>-0.926779116759189</c:v>
                </c:pt>
                <c:pt idx="179">
                  <c:v>-0.59045864441326423</c:v>
                </c:pt>
                <c:pt idx="180">
                  <c:v>-0.52977519630439884</c:v>
                </c:pt>
                <c:pt idx="181">
                  <c:v>-0.76536268593832835</c:v>
                </c:pt>
                <c:pt idx="182">
                  <c:v>-0.544545985029394</c:v>
                </c:pt>
                <c:pt idx="183">
                  <c:v>-0.20303996507636371</c:v>
                </c:pt>
                <c:pt idx="184">
                  <c:v>-0.28100268887808039</c:v>
                </c:pt>
                <c:pt idx="185">
                  <c:v>-0.2353162576237593</c:v>
                </c:pt>
                <c:pt idx="186">
                  <c:v>-0.16941756288709839</c:v>
                </c:pt>
                <c:pt idx="187">
                  <c:v>-0.37704687747770932</c:v>
                </c:pt>
                <c:pt idx="188">
                  <c:v>-0.63035191687916015</c:v>
                </c:pt>
                <c:pt idx="189">
                  <c:v>-0.54892752359444807</c:v>
                </c:pt>
                <c:pt idx="190">
                  <c:v>-0.3813347159587252</c:v>
                </c:pt>
                <c:pt idx="191">
                  <c:v>-0.36137190484445292</c:v>
                </c:pt>
                <c:pt idx="192">
                  <c:v>-0.28219902875657538</c:v>
                </c:pt>
                <c:pt idx="193">
                  <c:v>-0.31034561366243058</c:v>
                </c:pt>
                <c:pt idx="194">
                  <c:v>-0.2491746197733444</c:v>
                </c:pt>
                <c:pt idx="195">
                  <c:v>-0.29266347700205891</c:v>
                </c:pt>
                <c:pt idx="196">
                  <c:v>-0.54633654348611393</c:v>
                </c:pt>
                <c:pt idx="197">
                  <c:v>-0.65136133755564196</c:v>
                </c:pt>
                <c:pt idx="198">
                  <c:v>-0.68950771198096661</c:v>
                </c:pt>
                <c:pt idx="199">
                  <c:v>-0.64258204360560078</c:v>
                </c:pt>
                <c:pt idx="200">
                  <c:v>-0.73958452756566295</c:v>
                </c:pt>
                <c:pt idx="201">
                  <c:v>-0.89637632773581055</c:v>
                </c:pt>
                <c:pt idx="202">
                  <c:v>-0.98847602785017774</c:v>
                </c:pt>
                <c:pt idx="203">
                  <c:v>-0.87579759409340918</c:v>
                </c:pt>
                <c:pt idx="204">
                  <c:v>-0.89430007699447689</c:v>
                </c:pt>
                <c:pt idx="205">
                  <c:v>-0.94383510514641578</c:v>
                </c:pt>
                <c:pt idx="206">
                  <c:v>-0.67883339945087151</c:v>
                </c:pt>
                <c:pt idx="207">
                  <c:v>-0.96097512792274276</c:v>
                </c:pt>
                <c:pt idx="208">
                  <c:v>-1.056379267071663</c:v>
                </c:pt>
                <c:pt idx="209">
                  <c:v>-0.8514053269431282</c:v>
                </c:pt>
                <c:pt idx="210">
                  <c:v>-1.1216099278586891</c:v>
                </c:pt>
                <c:pt idx="211">
                  <c:v>-1.1755950623827101</c:v>
                </c:pt>
                <c:pt idx="212">
                  <c:v>-1.04542331648253</c:v>
                </c:pt>
                <c:pt idx="213">
                  <c:v>-1.222891695780816</c:v>
                </c:pt>
                <c:pt idx="214">
                  <c:v>-1.197788177595474</c:v>
                </c:pt>
                <c:pt idx="215">
                  <c:v>-1.0950318576322859</c:v>
                </c:pt>
                <c:pt idx="216">
                  <c:v>-1.1330989716631259</c:v>
                </c:pt>
                <c:pt idx="217">
                  <c:v>-0.98063745655486678</c:v>
                </c:pt>
                <c:pt idx="218">
                  <c:v>-0.75563344948941547</c:v>
                </c:pt>
                <c:pt idx="219">
                  <c:v>-0.80880802727556123</c:v>
                </c:pt>
                <c:pt idx="220">
                  <c:v>-0.85827600004778182</c:v>
                </c:pt>
                <c:pt idx="221">
                  <c:v>-0.32091871885891282</c:v>
                </c:pt>
                <c:pt idx="222">
                  <c:v>-0.75015730711472384</c:v>
                </c:pt>
                <c:pt idx="223">
                  <c:v>-0.70563501420032859</c:v>
                </c:pt>
                <c:pt idx="224">
                  <c:v>-0.67310078310883925</c:v>
                </c:pt>
                <c:pt idx="225">
                  <c:v>-0.4652445719826041</c:v>
                </c:pt>
                <c:pt idx="226">
                  <c:v>-0.2398256343347322</c:v>
                </c:pt>
                <c:pt idx="227">
                  <c:v>-7.9287124512377585E-2</c:v>
                </c:pt>
                <c:pt idx="228">
                  <c:v>-0.1664984258587128</c:v>
                </c:pt>
                <c:pt idx="229">
                  <c:v>-7.242493277506383E-2</c:v>
                </c:pt>
                <c:pt idx="230">
                  <c:v>-1.178730950105593E-3</c:v>
                </c:pt>
                <c:pt idx="231">
                  <c:v>0.26435199879924359</c:v>
                </c:pt>
                <c:pt idx="232">
                  <c:v>0.26730315982679159</c:v>
                </c:pt>
                <c:pt idx="233">
                  <c:v>0.41233181476463021</c:v>
                </c:pt>
                <c:pt idx="234">
                  <c:v>0.38578061765255339</c:v>
                </c:pt>
                <c:pt idx="235">
                  <c:v>0.45443513290467269</c:v>
                </c:pt>
                <c:pt idx="236">
                  <c:v>9.8741353685082259E-2</c:v>
                </c:pt>
                <c:pt idx="237">
                  <c:v>9.9566038125675285E-2</c:v>
                </c:pt>
                <c:pt idx="238">
                  <c:v>0.24567512252743401</c:v>
                </c:pt>
                <c:pt idx="239">
                  <c:v>5.0058519786726131E-2</c:v>
                </c:pt>
                <c:pt idx="240">
                  <c:v>-4.1738042044019222E-2</c:v>
                </c:pt>
                <c:pt idx="241">
                  <c:v>-0.14833952488027449</c:v>
                </c:pt>
                <c:pt idx="242">
                  <c:v>-5.7187786659632991E-3</c:v>
                </c:pt>
                <c:pt idx="243">
                  <c:v>-0.17745651099541851</c:v>
                </c:pt>
                <c:pt idx="244">
                  <c:v>-0.2895774124960559</c:v>
                </c:pt>
                <c:pt idx="245">
                  <c:v>-0.16104798888643571</c:v>
                </c:pt>
                <c:pt idx="246">
                  <c:v>-0.17333491680688201</c:v>
                </c:pt>
                <c:pt idx="247">
                  <c:v>-0.18709237343775789</c:v>
                </c:pt>
                <c:pt idx="248">
                  <c:v>-0.29933591479544341</c:v>
                </c:pt>
                <c:pt idx="249">
                  <c:v>-0.21230641891235341</c:v>
                </c:pt>
                <c:pt idx="250">
                  <c:v>6.0004638886931631E-2</c:v>
                </c:pt>
                <c:pt idx="251">
                  <c:v>0.20304214971607459</c:v>
                </c:pt>
                <c:pt idx="252">
                  <c:v>0.41175900347446343</c:v>
                </c:pt>
                <c:pt idx="253">
                  <c:v>0.38945137019324588</c:v>
                </c:pt>
                <c:pt idx="254">
                  <c:v>0.47116379536868958</c:v>
                </c:pt>
                <c:pt idx="255">
                  <c:v>0.4162782493389427</c:v>
                </c:pt>
                <c:pt idx="256">
                  <c:v>0.46495569759094962</c:v>
                </c:pt>
                <c:pt idx="257">
                  <c:v>0.34501777425013569</c:v>
                </c:pt>
                <c:pt idx="258">
                  <c:v>0.63809454416835465</c:v>
                </c:pt>
                <c:pt idx="259">
                  <c:v>0.64824664116855846</c:v>
                </c:pt>
                <c:pt idx="260">
                  <c:v>0.64037650267463053</c:v>
                </c:pt>
                <c:pt idx="261">
                  <c:v>0.39872991412241482</c:v>
                </c:pt>
                <c:pt idx="262">
                  <c:v>0.65975809393856144</c:v>
                </c:pt>
                <c:pt idx="263">
                  <c:v>0.65300055104226706</c:v>
                </c:pt>
                <c:pt idx="264">
                  <c:v>0.63715408966089437</c:v>
                </c:pt>
                <c:pt idx="265">
                  <c:v>0.56492728214746435</c:v>
                </c:pt>
                <c:pt idx="266">
                  <c:v>0.3287589581121641</c:v>
                </c:pt>
                <c:pt idx="267">
                  <c:v>0.29153238183245478</c:v>
                </c:pt>
                <c:pt idx="268">
                  <c:v>0.16878406730527651</c:v>
                </c:pt>
                <c:pt idx="269">
                  <c:v>0.17796866651090959</c:v>
                </c:pt>
                <c:pt idx="270">
                  <c:v>0.46361474750194692</c:v>
                </c:pt>
                <c:pt idx="271">
                  <c:v>0.56020955321478816</c:v>
                </c:pt>
                <c:pt idx="272">
                  <c:v>0.36421041906932827</c:v>
                </c:pt>
                <c:pt idx="273">
                  <c:v>0.32972944842993662</c:v>
                </c:pt>
                <c:pt idx="274">
                  <c:v>0.32364258002797658</c:v>
                </c:pt>
                <c:pt idx="275">
                  <c:v>0.37763001567201709</c:v>
                </c:pt>
                <c:pt idx="276">
                  <c:v>0.21722153567843849</c:v>
                </c:pt>
                <c:pt idx="277">
                  <c:v>0.49311279849973738</c:v>
                </c:pt>
                <c:pt idx="278">
                  <c:v>0.49277239286702379</c:v>
                </c:pt>
                <c:pt idx="279">
                  <c:v>0.53333088924165528</c:v>
                </c:pt>
                <c:pt idx="280">
                  <c:v>0.30675061525366298</c:v>
                </c:pt>
                <c:pt idx="281">
                  <c:v>0.1095595146737614</c:v>
                </c:pt>
                <c:pt idx="282">
                  <c:v>-0.20961045592892791</c:v>
                </c:pt>
                <c:pt idx="283">
                  <c:v>-0.38324245956665171</c:v>
                </c:pt>
                <c:pt idx="284">
                  <c:v>-0.2297826025083731</c:v>
                </c:pt>
                <c:pt idx="285">
                  <c:v>-0.29795303294739672</c:v>
                </c:pt>
                <c:pt idx="286">
                  <c:v>-0.1214604472179842</c:v>
                </c:pt>
                <c:pt idx="287">
                  <c:v>-0.15861420156739869</c:v>
                </c:pt>
                <c:pt idx="288">
                  <c:v>-0.30536148905497468</c:v>
                </c:pt>
                <c:pt idx="289">
                  <c:v>-0.25800397214405912</c:v>
                </c:pt>
                <c:pt idx="290">
                  <c:v>-2.4597421303070108E-2</c:v>
                </c:pt>
                <c:pt idx="291">
                  <c:v>-0.34044430742303589</c:v>
                </c:pt>
                <c:pt idx="292">
                  <c:v>-0.29897134434183797</c:v>
                </c:pt>
                <c:pt idx="293">
                  <c:v>-0.32583230289850967</c:v>
                </c:pt>
                <c:pt idx="294">
                  <c:v>-0.25209256590967161</c:v>
                </c:pt>
                <c:pt idx="295">
                  <c:v>-0.60440309779495127</c:v>
                </c:pt>
                <c:pt idx="296">
                  <c:v>-0.65781981588789062</c:v>
                </c:pt>
                <c:pt idx="297">
                  <c:v>-0.66704051142589882</c:v>
                </c:pt>
                <c:pt idx="298">
                  <c:v>-0.38420539117073182</c:v>
                </c:pt>
                <c:pt idx="299">
                  <c:v>-0.43326335477260841</c:v>
                </c:pt>
                <c:pt idx="300">
                  <c:v>-0.35893356235712409</c:v>
                </c:pt>
                <c:pt idx="301">
                  <c:v>-0.50536790329374892</c:v>
                </c:pt>
                <c:pt idx="302">
                  <c:v>-0.56406671313338241</c:v>
                </c:pt>
                <c:pt idx="303">
                  <c:v>-0.56409270429615832</c:v>
                </c:pt>
                <c:pt idx="304">
                  <c:v>-0.62907663095911315</c:v>
                </c:pt>
                <c:pt idx="305">
                  <c:v>-0.65087011223988367</c:v>
                </c:pt>
                <c:pt idx="306">
                  <c:v>-0.44842501870637458</c:v>
                </c:pt>
                <c:pt idx="307">
                  <c:v>-0.52306716298769573</c:v>
                </c:pt>
                <c:pt idx="308">
                  <c:v>-0.36516316047920921</c:v>
                </c:pt>
                <c:pt idx="309">
                  <c:v>-0.53829791961661189</c:v>
                </c:pt>
                <c:pt idx="310">
                  <c:v>-0.39007048959499041</c:v>
                </c:pt>
                <c:pt idx="311">
                  <c:v>-0.55405431811894257</c:v>
                </c:pt>
                <c:pt idx="312">
                  <c:v>-0.85481590991343592</c:v>
                </c:pt>
                <c:pt idx="313">
                  <c:v>-0.47216868636015791</c:v>
                </c:pt>
                <c:pt idx="314">
                  <c:v>-0.42632988599378008</c:v>
                </c:pt>
                <c:pt idx="315">
                  <c:v>-0.42563595858687081</c:v>
                </c:pt>
                <c:pt idx="316">
                  <c:v>-0.5793594642330907</c:v>
                </c:pt>
                <c:pt idx="317">
                  <c:v>-0.7241138009677307</c:v>
                </c:pt>
                <c:pt idx="318">
                  <c:v>-0.71191270332487711</c:v>
                </c:pt>
                <c:pt idx="319">
                  <c:v>-0.74220569936304348</c:v>
                </c:pt>
                <c:pt idx="320">
                  <c:v>-0.77545162684049296</c:v>
                </c:pt>
                <c:pt idx="321">
                  <c:v>-0.75344000549965418</c:v>
                </c:pt>
                <c:pt idx="322">
                  <c:v>-0.82508014592589096</c:v>
                </c:pt>
                <c:pt idx="323">
                  <c:v>-0.69312118672753298</c:v>
                </c:pt>
                <c:pt idx="324">
                  <c:v>-0.89021403063064286</c:v>
                </c:pt>
                <c:pt idx="325">
                  <c:v>-0.51323275471103913</c:v>
                </c:pt>
                <c:pt idx="326">
                  <c:v>-0.42316163121284373</c:v>
                </c:pt>
                <c:pt idx="327">
                  <c:v>-0.21847028830265011</c:v>
                </c:pt>
                <c:pt idx="328">
                  <c:v>-0.49298752466335227</c:v>
                </c:pt>
                <c:pt idx="329">
                  <c:v>-0.91927851556233708</c:v>
                </c:pt>
                <c:pt idx="330">
                  <c:v>-0.86485387182051188</c:v>
                </c:pt>
                <c:pt idx="331">
                  <c:v>-0.9323908131262082</c:v>
                </c:pt>
                <c:pt idx="332">
                  <c:v>-0.82118893680663485</c:v>
                </c:pt>
                <c:pt idx="333">
                  <c:v>-0.82227177716027</c:v>
                </c:pt>
                <c:pt idx="334">
                  <c:v>-0.5856145081066112</c:v>
                </c:pt>
                <c:pt idx="335">
                  <c:v>-0.84174554639822463</c:v>
                </c:pt>
                <c:pt idx="336">
                  <c:v>-0.89927440251487645</c:v>
                </c:pt>
                <c:pt idx="337">
                  <c:v>-0.65816676283797459</c:v>
                </c:pt>
                <c:pt idx="338">
                  <c:v>-0.4456537216290844</c:v>
                </c:pt>
                <c:pt idx="339">
                  <c:v>-0.85385795675420817</c:v>
                </c:pt>
                <c:pt idx="340">
                  <c:v>-1.0840858741859869</c:v>
                </c:pt>
                <c:pt idx="341">
                  <c:v>-1.3550062519785879</c:v>
                </c:pt>
                <c:pt idx="342">
                  <c:v>-1.207810561997025</c:v>
                </c:pt>
                <c:pt idx="343">
                  <c:v>-1.574043592120296</c:v>
                </c:pt>
                <c:pt idx="344">
                  <c:v>-1.345633944721691</c:v>
                </c:pt>
                <c:pt idx="345">
                  <c:v>-1.093305621994616</c:v>
                </c:pt>
                <c:pt idx="346">
                  <c:v>-1.3381860140765189</c:v>
                </c:pt>
                <c:pt idx="347">
                  <c:v>-1.3344631391509341</c:v>
                </c:pt>
                <c:pt idx="348">
                  <c:v>-1.391856379993349</c:v>
                </c:pt>
                <c:pt idx="349">
                  <c:v>-1.513780093249766</c:v>
                </c:pt>
                <c:pt idx="350">
                  <c:v>-1.5924665340719899</c:v>
                </c:pt>
                <c:pt idx="351">
                  <c:v>-1.7246039629304371</c:v>
                </c:pt>
                <c:pt idx="352">
                  <c:v>-1.4774707642036771</c:v>
                </c:pt>
                <c:pt idx="353">
                  <c:v>-1.31339018396268</c:v>
                </c:pt>
                <c:pt idx="354">
                  <c:v>-1.4971384461759969</c:v>
                </c:pt>
                <c:pt idx="355">
                  <c:v>-1.4445025785589509</c:v>
                </c:pt>
                <c:pt idx="356">
                  <c:v>-1.54491765019748</c:v>
                </c:pt>
                <c:pt idx="357">
                  <c:v>-1.485681394252695</c:v>
                </c:pt>
                <c:pt idx="358">
                  <c:v>-1.3564577990821269</c:v>
                </c:pt>
                <c:pt idx="359">
                  <c:v>-1.0397813788289141</c:v>
                </c:pt>
                <c:pt idx="360">
                  <c:v>-1.027026842007204</c:v>
                </c:pt>
                <c:pt idx="361">
                  <c:v>-0.78384794833673888</c:v>
                </c:pt>
                <c:pt idx="362">
                  <c:v>-0.72470280520134345</c:v>
                </c:pt>
                <c:pt idx="363">
                  <c:v>-0.55809617317453541</c:v>
                </c:pt>
                <c:pt idx="364">
                  <c:v>-0.50598131383626033</c:v>
                </c:pt>
                <c:pt idx="365">
                  <c:v>-0.57710326891678709</c:v>
                </c:pt>
                <c:pt idx="366">
                  <c:v>-0.57950605887434581</c:v>
                </c:pt>
                <c:pt idx="367">
                  <c:v>-0.23775732362675461</c:v>
                </c:pt>
                <c:pt idx="368">
                  <c:v>-0.37347945125544157</c:v>
                </c:pt>
                <c:pt idx="369">
                  <c:v>-0.40941291160905191</c:v>
                </c:pt>
                <c:pt idx="370">
                  <c:v>1.9189995426234129E-2</c:v>
                </c:pt>
                <c:pt idx="371">
                  <c:v>-5.9790306729682663E-2</c:v>
                </c:pt>
                <c:pt idx="372">
                  <c:v>-6.924717113289551E-2</c:v>
                </c:pt>
                <c:pt idx="373">
                  <c:v>-0.25057451845703449</c:v>
                </c:pt>
                <c:pt idx="374">
                  <c:v>-0.27750120163397463</c:v>
                </c:pt>
                <c:pt idx="375">
                  <c:v>-9.0214425141858137E-2</c:v>
                </c:pt>
                <c:pt idx="376">
                  <c:v>-0.32854073336208872</c:v>
                </c:pt>
                <c:pt idx="377">
                  <c:v>-0.12814073429229281</c:v>
                </c:pt>
                <c:pt idx="378">
                  <c:v>0.1819426155277119</c:v>
                </c:pt>
                <c:pt idx="379">
                  <c:v>-9.0770910922334497E-2</c:v>
                </c:pt>
                <c:pt idx="380">
                  <c:v>-5.0003582508790022E-2</c:v>
                </c:pt>
                <c:pt idx="381">
                  <c:v>0.45935980522221409</c:v>
                </c:pt>
                <c:pt idx="382">
                  <c:v>0.67868584531803222</c:v>
                </c:pt>
                <c:pt idx="383">
                  <c:v>0.556327071997191</c:v>
                </c:pt>
                <c:pt idx="384">
                  <c:v>0.30894434240518859</c:v>
                </c:pt>
                <c:pt idx="385">
                  <c:v>0.22450661850861159</c:v>
                </c:pt>
                <c:pt idx="386">
                  <c:v>0.2458967958075346</c:v>
                </c:pt>
                <c:pt idx="387">
                  <c:v>-1.259927106599641E-2</c:v>
                </c:pt>
                <c:pt idx="388">
                  <c:v>0.13462427095916649</c:v>
                </c:pt>
                <c:pt idx="389">
                  <c:v>-0.15172975937331071</c:v>
                </c:pt>
                <c:pt idx="390">
                  <c:v>-0.31151105472914542</c:v>
                </c:pt>
                <c:pt idx="391">
                  <c:v>-0.59765825398247574</c:v>
                </c:pt>
                <c:pt idx="392">
                  <c:v>-0.5410636946769849</c:v>
                </c:pt>
                <c:pt idx="393">
                  <c:v>-0.38812098633185421</c:v>
                </c:pt>
                <c:pt idx="394">
                  <c:v>-5.6423415507934838E-2</c:v>
                </c:pt>
                <c:pt idx="395">
                  <c:v>-0.1208149026374383</c:v>
                </c:pt>
                <c:pt idx="396">
                  <c:v>-0.26683131139458149</c:v>
                </c:pt>
                <c:pt idx="397">
                  <c:v>-0.19520210232070201</c:v>
                </c:pt>
                <c:pt idx="398">
                  <c:v>-1.3193554251435209E-2</c:v>
                </c:pt>
                <c:pt idx="399">
                  <c:v>0.28698560132703371</c:v>
                </c:pt>
                <c:pt idx="400">
                  <c:v>0.36170164888656359</c:v>
                </c:pt>
                <c:pt idx="401">
                  <c:v>0.34748699090027191</c:v>
                </c:pt>
                <c:pt idx="402">
                  <c:v>0.59538641141511794</c:v>
                </c:pt>
                <c:pt idx="403">
                  <c:v>0.48749950640465078</c:v>
                </c:pt>
                <c:pt idx="404">
                  <c:v>0.4946627630196806</c:v>
                </c:pt>
                <c:pt idx="405">
                  <c:v>0.39894152839011959</c:v>
                </c:pt>
                <c:pt idx="406">
                  <c:v>0.59581705981220112</c:v>
                </c:pt>
                <c:pt idx="407">
                  <c:v>0.67769825318781052</c:v>
                </c:pt>
                <c:pt idx="408">
                  <c:v>0.79012444869638687</c:v>
                </c:pt>
                <c:pt idx="409">
                  <c:v>0.61236434866488831</c:v>
                </c:pt>
                <c:pt idx="410">
                  <c:v>0.20788468186861439</c:v>
                </c:pt>
                <c:pt idx="411">
                  <c:v>0.3714131884820055</c:v>
                </c:pt>
                <c:pt idx="412">
                  <c:v>0.39859765892486909</c:v>
                </c:pt>
                <c:pt idx="413">
                  <c:v>0.56458985342212686</c:v>
                </c:pt>
                <c:pt idx="414">
                  <c:v>0.1224677742394696</c:v>
                </c:pt>
                <c:pt idx="415">
                  <c:v>-0.1226313891446574</c:v>
                </c:pt>
                <c:pt idx="416">
                  <c:v>-0.37479786271917259</c:v>
                </c:pt>
                <c:pt idx="417">
                  <c:v>1.888069578664979E-2</c:v>
                </c:pt>
                <c:pt idx="418">
                  <c:v>-0.17422393972585681</c:v>
                </c:pt>
                <c:pt idx="419">
                  <c:v>6.0984108003447939E-2</c:v>
                </c:pt>
                <c:pt idx="420">
                  <c:v>0.2045871519913357</c:v>
                </c:pt>
                <c:pt idx="421">
                  <c:v>0.27236663338510098</c:v>
                </c:pt>
                <c:pt idx="422">
                  <c:v>0.23503013534242531</c:v>
                </c:pt>
                <c:pt idx="423">
                  <c:v>0.49697536439619028</c:v>
                </c:pt>
                <c:pt idx="424">
                  <c:v>0.62896979075010906</c:v>
                </c:pt>
                <c:pt idx="425">
                  <c:v>0.89776741900679258</c:v>
                </c:pt>
                <c:pt idx="426">
                  <c:v>1.1547583482489281</c:v>
                </c:pt>
                <c:pt idx="427">
                  <c:v>1.1210434988511659</c:v>
                </c:pt>
                <c:pt idx="428">
                  <c:v>1.1124312223069579</c:v>
                </c:pt>
                <c:pt idx="429">
                  <c:v>0.98213517281350271</c:v>
                </c:pt>
                <c:pt idx="430">
                  <c:v>0.96094488600358097</c:v>
                </c:pt>
                <c:pt idx="431">
                  <c:v>0.93580598979624208</c:v>
                </c:pt>
                <c:pt idx="432">
                  <c:v>0.71900591538589675</c:v>
                </c:pt>
                <c:pt idx="433">
                  <c:v>0.63501184364225227</c:v>
                </c:pt>
                <c:pt idx="434">
                  <c:v>0.50904507791490039</c:v>
                </c:pt>
                <c:pt idx="435">
                  <c:v>0.87092150764610976</c:v>
                </c:pt>
                <c:pt idx="436">
                  <c:v>0.89175257349306958</c:v>
                </c:pt>
                <c:pt idx="437">
                  <c:v>0.90090687240999567</c:v>
                </c:pt>
                <c:pt idx="438">
                  <c:v>1.2366592512818579</c:v>
                </c:pt>
                <c:pt idx="439">
                  <c:v>1.20928519535763</c:v>
                </c:pt>
                <c:pt idx="440">
                  <c:v>1.3976461903690891</c:v>
                </c:pt>
                <c:pt idx="441">
                  <c:v>1.506991491992036</c:v>
                </c:pt>
                <c:pt idx="442">
                  <c:v>1.481251973586815</c:v>
                </c:pt>
                <c:pt idx="443">
                  <c:v>1.518780723838254</c:v>
                </c:pt>
                <c:pt idx="444">
                  <c:v>1.3226776223456169</c:v>
                </c:pt>
                <c:pt idx="445">
                  <c:v>1.410025283492373</c:v>
                </c:pt>
                <c:pt idx="446">
                  <c:v>1.419419691717162</c:v>
                </c:pt>
                <c:pt idx="447">
                  <c:v>1.5043671071307461</c:v>
                </c:pt>
                <c:pt idx="448">
                  <c:v>1.6725222446685699</c:v>
                </c:pt>
                <c:pt idx="449">
                  <c:v>1.6687835823461989</c:v>
                </c:pt>
                <c:pt idx="450">
                  <c:v>1.6113406379365041</c:v>
                </c:pt>
                <c:pt idx="451">
                  <c:v>1.420861424649025</c:v>
                </c:pt>
                <c:pt idx="452">
                  <c:v>1.3792893998314131</c:v>
                </c:pt>
                <c:pt idx="453">
                  <c:v>1.521649681178318</c:v>
                </c:pt>
                <c:pt idx="454">
                  <c:v>1.4119535452282139</c:v>
                </c:pt>
                <c:pt idx="455">
                  <c:v>1.254615613606106</c:v>
                </c:pt>
                <c:pt idx="456">
                  <c:v>1.135810231590322</c:v>
                </c:pt>
                <c:pt idx="457">
                  <c:v>1.0572077416903261</c:v>
                </c:pt>
                <c:pt idx="458">
                  <c:v>1.074986817511498</c:v>
                </c:pt>
                <c:pt idx="459">
                  <c:v>1.070864709713498</c:v>
                </c:pt>
                <c:pt idx="460">
                  <c:v>1.0718794149625059</c:v>
                </c:pt>
                <c:pt idx="461">
                  <c:v>0.89612574894330577</c:v>
                </c:pt>
                <c:pt idx="462">
                  <c:v>1.091261457957142</c:v>
                </c:pt>
                <c:pt idx="463">
                  <c:v>1.0552033572001089</c:v>
                </c:pt>
                <c:pt idx="464">
                  <c:v>0.95920041971774161</c:v>
                </c:pt>
                <c:pt idx="465">
                  <c:v>0.62232338632879114</c:v>
                </c:pt>
                <c:pt idx="466">
                  <c:v>0.45689064725663647</c:v>
                </c:pt>
                <c:pt idx="467">
                  <c:v>0.6135655080578617</c:v>
                </c:pt>
                <c:pt idx="468">
                  <c:v>0.39717179403065689</c:v>
                </c:pt>
                <c:pt idx="469">
                  <c:v>0.49558629179049862</c:v>
                </c:pt>
                <c:pt idx="470">
                  <c:v>0.428251404128833</c:v>
                </c:pt>
                <c:pt idx="471">
                  <c:v>0.65751670504813908</c:v>
                </c:pt>
                <c:pt idx="472">
                  <c:v>0.70341000730167236</c:v>
                </c:pt>
                <c:pt idx="473">
                  <c:v>0.59262433632284905</c:v>
                </c:pt>
                <c:pt idx="474">
                  <c:v>0.80790000444235421</c:v>
                </c:pt>
                <c:pt idx="475">
                  <c:v>0.85407220729114697</c:v>
                </c:pt>
                <c:pt idx="476">
                  <c:v>0.68110356099500025</c:v>
                </c:pt>
                <c:pt idx="477">
                  <c:v>0.59058859462159108</c:v>
                </c:pt>
                <c:pt idx="478">
                  <c:v>0.35138327608294112</c:v>
                </c:pt>
                <c:pt idx="479">
                  <c:v>0.21651397284794749</c:v>
                </c:pt>
                <c:pt idx="480">
                  <c:v>1.7480879633352989E-2</c:v>
                </c:pt>
                <c:pt idx="481">
                  <c:v>-5.2181104297088422E-2</c:v>
                </c:pt>
                <c:pt idx="482">
                  <c:v>1.949826478160472E-2</c:v>
                </c:pt>
                <c:pt idx="483">
                  <c:v>-1.413005484652506E-2</c:v>
                </c:pt>
                <c:pt idx="484">
                  <c:v>-1.001230228759829E-2</c:v>
                </c:pt>
                <c:pt idx="485">
                  <c:v>-0.33885942488450499</c:v>
                </c:pt>
                <c:pt idx="486">
                  <c:v>-0.30141093416363002</c:v>
                </c:pt>
                <c:pt idx="487">
                  <c:v>-0.27547219393007227</c:v>
                </c:pt>
                <c:pt idx="488">
                  <c:v>-6.823379208173351E-2</c:v>
                </c:pt>
                <c:pt idx="489">
                  <c:v>-0.22524407571089469</c:v>
                </c:pt>
                <c:pt idx="490">
                  <c:v>-0.16609574014523709</c:v>
                </c:pt>
                <c:pt idx="491">
                  <c:v>-0.36003895113571638</c:v>
                </c:pt>
                <c:pt idx="492">
                  <c:v>-0.25978293075672249</c:v>
                </c:pt>
                <c:pt idx="493">
                  <c:v>-0.1095696583055448</c:v>
                </c:pt>
                <c:pt idx="494">
                  <c:v>-0.3750580899695512</c:v>
                </c:pt>
                <c:pt idx="495">
                  <c:v>-0.33980433421180678</c:v>
                </c:pt>
                <c:pt idx="496">
                  <c:v>-0.3079929540152524</c:v>
                </c:pt>
                <c:pt idx="497">
                  <c:v>-0.33015711239054102</c:v>
                </c:pt>
                <c:pt idx="498">
                  <c:v>-0.1996375019067872</c:v>
                </c:pt>
                <c:pt idx="499">
                  <c:v>-6.6972376567883546E-2</c:v>
                </c:pt>
                <c:pt idx="500">
                  <c:v>-0.1880719357895525</c:v>
                </c:pt>
                <c:pt idx="501">
                  <c:v>-0.30271213499756999</c:v>
                </c:pt>
                <c:pt idx="502">
                  <c:v>-0.12347249044631339</c:v>
                </c:pt>
                <c:pt idx="503">
                  <c:v>-0.2977378980274612</c:v>
                </c:pt>
                <c:pt idx="504">
                  <c:v>-0.35603908327729972</c:v>
                </c:pt>
                <c:pt idx="505">
                  <c:v>-0.43440290785870461</c:v>
                </c:pt>
                <c:pt idx="506">
                  <c:v>-0.2621644321680161</c:v>
                </c:pt>
                <c:pt idx="507">
                  <c:v>-0.46107166275910189</c:v>
                </c:pt>
                <c:pt idx="508">
                  <c:v>-0.42108647682763761</c:v>
                </c:pt>
                <c:pt idx="509">
                  <c:v>-0.47156661077964712</c:v>
                </c:pt>
                <c:pt idx="510">
                  <c:v>-0.1220423242726779</c:v>
                </c:pt>
                <c:pt idx="511">
                  <c:v>-7.7616716710172298E-2</c:v>
                </c:pt>
                <c:pt idx="512">
                  <c:v>-2.8415397747107999E-2</c:v>
                </c:pt>
                <c:pt idx="513">
                  <c:v>0.19750683026646151</c:v>
                </c:pt>
                <c:pt idx="514">
                  <c:v>0.46722756470809518</c:v>
                </c:pt>
                <c:pt idx="515">
                  <c:v>0.58862233799423513</c:v>
                </c:pt>
                <c:pt idx="516">
                  <c:v>0.56981302537809242</c:v>
                </c:pt>
                <c:pt idx="517">
                  <c:v>0.34259615349458139</c:v>
                </c:pt>
                <c:pt idx="518">
                  <c:v>0.28813217568714072</c:v>
                </c:pt>
                <c:pt idx="519">
                  <c:v>0.46897338363604057</c:v>
                </c:pt>
                <c:pt idx="520">
                  <c:v>0.58564100457362545</c:v>
                </c:pt>
                <c:pt idx="521">
                  <c:v>0.44670981807996418</c:v>
                </c:pt>
                <c:pt idx="522">
                  <c:v>0.37606136083399327</c:v>
                </c:pt>
                <c:pt idx="523">
                  <c:v>0.43934371347111018</c:v>
                </c:pt>
                <c:pt idx="524">
                  <c:v>0.56135741319773447</c:v>
                </c:pt>
                <c:pt idx="525">
                  <c:v>0.50207264985017219</c:v>
                </c:pt>
                <c:pt idx="526">
                  <c:v>0.69718333870937554</c:v>
                </c:pt>
                <c:pt idx="527">
                  <c:v>0.84747441583643102</c:v>
                </c:pt>
                <c:pt idx="528">
                  <c:v>1.0261510848643529</c:v>
                </c:pt>
                <c:pt idx="529">
                  <c:v>0.93263367187159218</c:v>
                </c:pt>
                <c:pt idx="530">
                  <c:v>0.90444125688257138</c:v>
                </c:pt>
                <c:pt idx="531">
                  <c:v>0.70968539482674486</c:v>
                </c:pt>
                <c:pt idx="532">
                  <c:v>0.85818227077963161</c:v>
                </c:pt>
                <c:pt idx="533">
                  <c:v>0.71132750892324292</c:v>
                </c:pt>
                <c:pt idx="534">
                  <c:v>0.49342107237980781</c:v>
                </c:pt>
                <c:pt idx="535">
                  <c:v>0.60913330957957645</c:v>
                </c:pt>
                <c:pt idx="536">
                  <c:v>0.62871079666760543</c:v>
                </c:pt>
                <c:pt idx="537">
                  <c:v>0.55113094973733268</c:v>
                </c:pt>
                <c:pt idx="538">
                  <c:v>0.43200109887407118</c:v>
                </c:pt>
                <c:pt idx="539">
                  <c:v>0.18920031079832711</c:v>
                </c:pt>
                <c:pt idx="540">
                  <c:v>0.16177817325699101</c:v>
                </c:pt>
                <c:pt idx="541">
                  <c:v>1.439340276443022E-2</c:v>
                </c:pt>
                <c:pt idx="542">
                  <c:v>-0.27010887404163808</c:v>
                </c:pt>
                <c:pt idx="543">
                  <c:v>-0.16438909594689061</c:v>
                </c:pt>
                <c:pt idx="544">
                  <c:v>-0.2413401618318205</c:v>
                </c:pt>
                <c:pt idx="545">
                  <c:v>-0.53818428695496934</c:v>
                </c:pt>
                <c:pt idx="546">
                  <c:v>-0.42609104300625222</c:v>
                </c:pt>
                <c:pt idx="547">
                  <c:v>-0.4132247783170796</c:v>
                </c:pt>
                <c:pt idx="548">
                  <c:v>-0.26434175929476328</c:v>
                </c:pt>
                <c:pt idx="549">
                  <c:v>-0.30468513624987142</c:v>
                </c:pt>
                <c:pt idx="550">
                  <c:v>-0.19312393226877811</c:v>
                </c:pt>
                <c:pt idx="551">
                  <c:v>-7.1796488672984826E-2</c:v>
                </c:pt>
                <c:pt idx="552">
                  <c:v>-0.13788857198097371</c:v>
                </c:pt>
                <c:pt idx="553">
                  <c:v>-9.3633070692043324E-2</c:v>
                </c:pt>
                <c:pt idx="554">
                  <c:v>9.8888956512446807E-2</c:v>
                </c:pt>
                <c:pt idx="555">
                  <c:v>0.15276770824524441</c:v>
                </c:pt>
                <c:pt idx="556">
                  <c:v>0.31269495816635567</c:v>
                </c:pt>
                <c:pt idx="557">
                  <c:v>0.28604695709010652</c:v>
                </c:pt>
                <c:pt idx="558">
                  <c:v>0.30618668228052831</c:v>
                </c:pt>
                <c:pt idx="559">
                  <c:v>0.29028236123599083</c:v>
                </c:pt>
                <c:pt idx="560">
                  <c:v>0.42938181771128492</c:v>
                </c:pt>
                <c:pt idx="561">
                  <c:v>0.35249135662485481</c:v>
                </c:pt>
                <c:pt idx="562">
                  <c:v>0.32013795753433111</c:v>
                </c:pt>
                <c:pt idx="563">
                  <c:v>0.48192858672388672</c:v>
                </c:pt>
                <c:pt idx="564">
                  <c:v>0.31179912813606159</c:v>
                </c:pt>
                <c:pt idx="565">
                  <c:v>0.37978741950371508</c:v>
                </c:pt>
                <c:pt idx="566">
                  <c:v>0.54842935767205925</c:v>
                </c:pt>
                <c:pt idx="567">
                  <c:v>0.74978576823084764</c:v>
                </c:pt>
                <c:pt idx="568">
                  <c:v>0.71437905999179696</c:v>
                </c:pt>
                <c:pt idx="569">
                  <c:v>0.66282287030183484</c:v>
                </c:pt>
                <c:pt idx="570">
                  <c:v>0.69694553665944847</c:v>
                </c:pt>
                <c:pt idx="571">
                  <c:v>0.65496719555784622</c:v>
                </c:pt>
                <c:pt idx="572">
                  <c:v>0.64045023454759686</c:v>
                </c:pt>
                <c:pt idx="573">
                  <c:v>0.55170966401512167</c:v>
                </c:pt>
                <c:pt idx="574">
                  <c:v>0.44588219122777162</c:v>
                </c:pt>
                <c:pt idx="575">
                  <c:v>0.49323233797489152</c:v>
                </c:pt>
                <c:pt idx="576">
                  <c:v>0.56827764871611897</c:v>
                </c:pt>
                <c:pt idx="577">
                  <c:v>0.77874932872520941</c:v>
                </c:pt>
                <c:pt idx="578">
                  <c:v>0.75638325198533085</c:v>
                </c:pt>
                <c:pt idx="579">
                  <c:v>0.77995251963316914</c:v>
                </c:pt>
                <c:pt idx="580">
                  <c:v>0.7034838880925276</c:v>
                </c:pt>
                <c:pt idx="581">
                  <c:v>0.90831375228079358</c:v>
                </c:pt>
                <c:pt idx="582">
                  <c:v>0.9477342600123746</c:v>
                </c:pt>
                <c:pt idx="583">
                  <c:v>1.091822938503864</c:v>
                </c:pt>
                <c:pt idx="584">
                  <c:v>0.52416020096299587</c:v>
                </c:pt>
                <c:pt idx="585">
                  <c:v>0.54662460557071235</c:v>
                </c:pt>
                <c:pt idx="586">
                  <c:v>0.34739675790891972</c:v>
                </c:pt>
                <c:pt idx="587">
                  <c:v>0.36223480389348128</c:v>
                </c:pt>
                <c:pt idx="588">
                  <c:v>0.25173730068363193</c:v>
                </c:pt>
                <c:pt idx="589">
                  <c:v>0.37394873195670908</c:v>
                </c:pt>
                <c:pt idx="590">
                  <c:v>0.40282833642760718</c:v>
                </c:pt>
                <c:pt idx="591">
                  <c:v>0.20930430387272239</c:v>
                </c:pt>
                <c:pt idx="592">
                  <c:v>1.796879193143661E-2</c:v>
                </c:pt>
                <c:pt idx="593">
                  <c:v>9.5663295792463951E-2</c:v>
                </c:pt>
                <c:pt idx="594">
                  <c:v>9.9448006913460674E-2</c:v>
                </c:pt>
                <c:pt idx="595">
                  <c:v>-1.336056946091071E-2</c:v>
                </c:pt>
                <c:pt idx="596">
                  <c:v>0.2290828441822339</c:v>
                </c:pt>
                <c:pt idx="597">
                  <c:v>0.27504374933111508</c:v>
                </c:pt>
                <c:pt idx="598">
                  <c:v>0.14197159892250319</c:v>
                </c:pt>
                <c:pt idx="599">
                  <c:v>0.1982392743715059</c:v>
                </c:pt>
                <c:pt idx="600">
                  <c:v>-8.7577362431846134E-2</c:v>
                </c:pt>
                <c:pt idx="601">
                  <c:v>-9.247953987679719E-2</c:v>
                </c:pt>
                <c:pt idx="602">
                  <c:v>0.1425916260813048</c:v>
                </c:pt>
                <c:pt idx="603">
                  <c:v>6.4136333558019162E-2</c:v>
                </c:pt>
                <c:pt idx="604">
                  <c:v>0.1263608365528095</c:v>
                </c:pt>
                <c:pt idx="605">
                  <c:v>0.15922327076231171</c:v>
                </c:pt>
                <c:pt idx="606">
                  <c:v>0.22124624667713949</c:v>
                </c:pt>
                <c:pt idx="607">
                  <c:v>0.1427740216469475</c:v>
                </c:pt>
                <c:pt idx="608">
                  <c:v>0.33858157573106118</c:v>
                </c:pt>
                <c:pt idx="609">
                  <c:v>0.30324797240484658</c:v>
                </c:pt>
                <c:pt idx="610">
                  <c:v>0.2033176783580681</c:v>
                </c:pt>
                <c:pt idx="611">
                  <c:v>0.13769644583952181</c:v>
                </c:pt>
                <c:pt idx="612">
                  <c:v>0.30248483500753059</c:v>
                </c:pt>
                <c:pt idx="613">
                  <c:v>0.68549712731487344</c:v>
                </c:pt>
                <c:pt idx="614">
                  <c:v>1.0857001324479001</c:v>
                </c:pt>
                <c:pt idx="615">
                  <c:v>1.3344279861505699</c:v>
                </c:pt>
                <c:pt idx="616">
                  <c:v>1.451320517077582</c:v>
                </c:pt>
                <c:pt idx="617">
                  <c:v>1.645793746737285</c:v>
                </c:pt>
                <c:pt idx="618">
                  <c:v>1.80373222725783</c:v>
                </c:pt>
                <c:pt idx="619">
                  <c:v>1.5945590669866829</c:v>
                </c:pt>
                <c:pt idx="620">
                  <c:v>1.5214566092087229</c:v>
                </c:pt>
                <c:pt idx="621">
                  <c:v>1.511566883351894</c:v>
                </c:pt>
                <c:pt idx="622">
                  <c:v>1.6598903392439599</c:v>
                </c:pt>
                <c:pt idx="623">
                  <c:v>1.328680380001958</c:v>
                </c:pt>
                <c:pt idx="624">
                  <c:v>1.280947259491656</c:v>
                </c:pt>
                <c:pt idx="625">
                  <c:v>1.271447458587929</c:v>
                </c:pt>
                <c:pt idx="626">
                  <c:v>1.4187837946611179</c:v>
                </c:pt>
                <c:pt idx="627">
                  <c:v>1.4072733101748149</c:v>
                </c:pt>
                <c:pt idx="628">
                  <c:v>1.612803696799511</c:v>
                </c:pt>
                <c:pt idx="629">
                  <c:v>1.371447319961133</c:v>
                </c:pt>
                <c:pt idx="630">
                  <c:v>1.2698737841837759</c:v>
                </c:pt>
                <c:pt idx="631">
                  <c:v>1.270858914915006</c:v>
                </c:pt>
                <c:pt idx="632">
                  <c:v>1.4622856933035611</c:v>
                </c:pt>
                <c:pt idx="633">
                  <c:v>1.56086309928008</c:v>
                </c:pt>
                <c:pt idx="634">
                  <c:v>1.415957564959794</c:v>
                </c:pt>
                <c:pt idx="635">
                  <c:v>1.603641476882832</c:v>
                </c:pt>
                <c:pt idx="636">
                  <c:v>1.397234410951985</c:v>
                </c:pt>
                <c:pt idx="637">
                  <c:v>1.3219484024116741</c:v>
                </c:pt>
                <c:pt idx="638">
                  <c:v>1.0284504107176831</c:v>
                </c:pt>
                <c:pt idx="639">
                  <c:v>0.84135730483667526</c:v>
                </c:pt>
                <c:pt idx="640">
                  <c:v>0.45505660369021289</c:v>
                </c:pt>
                <c:pt idx="641">
                  <c:v>0.58021014708298768</c:v>
                </c:pt>
                <c:pt idx="642">
                  <c:v>0.31236206950845502</c:v>
                </c:pt>
                <c:pt idx="643">
                  <c:v>9.1166741829300887E-2</c:v>
                </c:pt>
                <c:pt idx="644">
                  <c:v>0.1639785983680111</c:v>
                </c:pt>
                <c:pt idx="645">
                  <c:v>0.31713043340858432</c:v>
                </c:pt>
                <c:pt idx="646">
                  <c:v>0.1977270455756707</c:v>
                </c:pt>
                <c:pt idx="647">
                  <c:v>-0.15044342596510879</c:v>
                </c:pt>
                <c:pt idx="648">
                  <c:v>-0.34583730835539489</c:v>
                </c:pt>
                <c:pt idx="649">
                  <c:v>-0.1847470209221547</c:v>
                </c:pt>
                <c:pt idx="650">
                  <c:v>-0.1752603950128</c:v>
                </c:pt>
                <c:pt idx="651">
                  <c:v>-0.38297780187244129</c:v>
                </c:pt>
                <c:pt idx="652">
                  <c:v>-0.29879994425989459</c:v>
                </c:pt>
                <c:pt idx="653">
                  <c:v>-0.63603552266414443</c:v>
                </c:pt>
                <c:pt idx="654">
                  <c:v>-0.17670518570357499</c:v>
                </c:pt>
                <c:pt idx="655">
                  <c:v>-0.22189294009720131</c:v>
                </c:pt>
                <c:pt idx="656">
                  <c:v>0.1166169626553957</c:v>
                </c:pt>
                <c:pt idx="657">
                  <c:v>-0.20110812264938591</c:v>
                </c:pt>
                <c:pt idx="658">
                  <c:v>-0.50954596733751634</c:v>
                </c:pt>
                <c:pt idx="659">
                  <c:v>-0.47682912219194212</c:v>
                </c:pt>
                <c:pt idx="660">
                  <c:v>-4.6918708896157423E-2</c:v>
                </c:pt>
                <c:pt idx="661">
                  <c:v>7.0011815388314164E-2</c:v>
                </c:pt>
                <c:pt idx="662">
                  <c:v>-1.420999837885379E-2</c:v>
                </c:pt>
                <c:pt idx="663">
                  <c:v>-0.1014266332836168</c:v>
                </c:pt>
                <c:pt idx="664">
                  <c:v>-0.2378363359065902</c:v>
                </c:pt>
                <c:pt idx="665">
                  <c:v>4.5533404122150421E-2</c:v>
                </c:pt>
                <c:pt idx="666">
                  <c:v>0.42631291068392779</c:v>
                </c:pt>
                <c:pt idx="667">
                  <c:v>0.51793452005770091</c:v>
                </c:pt>
                <c:pt idx="668">
                  <c:v>0.5404068501449304</c:v>
                </c:pt>
                <c:pt idx="669">
                  <c:v>0.60057830212934105</c:v>
                </c:pt>
                <c:pt idx="670">
                  <c:v>0.56694343132346781</c:v>
                </c:pt>
                <c:pt idx="671">
                  <c:v>0.28412889945243203</c:v>
                </c:pt>
                <c:pt idx="672">
                  <c:v>0.32479252982956219</c:v>
                </c:pt>
                <c:pt idx="673">
                  <c:v>0.36087396700802632</c:v>
                </c:pt>
                <c:pt idx="674">
                  <c:v>8.5717399521849841E-2</c:v>
                </c:pt>
                <c:pt idx="675">
                  <c:v>-0.23926444426133539</c:v>
                </c:pt>
                <c:pt idx="676">
                  <c:v>-0.30927121744288583</c:v>
                </c:pt>
                <c:pt idx="677">
                  <c:v>-0.63710163338170056</c:v>
                </c:pt>
                <c:pt idx="678">
                  <c:v>-0.71051572481606051</c:v>
                </c:pt>
                <c:pt idx="679">
                  <c:v>-0.93920917656881753</c:v>
                </c:pt>
                <c:pt idx="680">
                  <c:v>-0.61182056003416851</c:v>
                </c:pt>
                <c:pt idx="681">
                  <c:v>-0.65208470032765453</c:v>
                </c:pt>
                <c:pt idx="682">
                  <c:v>-0.53233820400099585</c:v>
                </c:pt>
                <c:pt idx="683">
                  <c:v>-0.32270059431948589</c:v>
                </c:pt>
                <c:pt idx="684">
                  <c:v>-0.58888700103157854</c:v>
                </c:pt>
                <c:pt idx="685">
                  <c:v>-0.67870827184528304</c:v>
                </c:pt>
                <c:pt idx="686">
                  <c:v>-0.9219945013838331</c:v>
                </c:pt>
                <c:pt idx="687">
                  <c:v>-1.1019163008848381</c:v>
                </c:pt>
                <c:pt idx="688">
                  <c:v>-1.5117134751308621</c:v>
                </c:pt>
                <c:pt idx="689">
                  <c:v>-1.3459554768490849</c:v>
                </c:pt>
                <c:pt idx="690">
                  <c:v>-1.727980066853438</c:v>
                </c:pt>
                <c:pt idx="691">
                  <c:v>-1.857064949681376</c:v>
                </c:pt>
                <c:pt idx="692">
                  <c:v>-2.185453163734246</c:v>
                </c:pt>
                <c:pt idx="693">
                  <c:v>-1.6166919022824291</c:v>
                </c:pt>
                <c:pt idx="694">
                  <c:v>-1.5455307012093109</c:v>
                </c:pt>
                <c:pt idx="695">
                  <c:v>-1.7343776841282501</c:v>
                </c:pt>
                <c:pt idx="696">
                  <c:v>-1.4991463828518219</c:v>
                </c:pt>
                <c:pt idx="697">
                  <c:v>-1.6558436502845151</c:v>
                </c:pt>
                <c:pt idx="698">
                  <c:v>-1.648935954731644</c:v>
                </c:pt>
                <c:pt idx="699">
                  <c:v>-1.6983256342109849</c:v>
                </c:pt>
                <c:pt idx="700">
                  <c:v>-1.8416638170641919</c:v>
                </c:pt>
                <c:pt idx="701">
                  <c:v>-2.007513168371978</c:v>
                </c:pt>
                <c:pt idx="702">
                  <c:v>-1.662672888344586</c:v>
                </c:pt>
                <c:pt idx="703">
                  <c:v>-2.0259181804622282</c:v>
                </c:pt>
                <c:pt idx="704">
                  <c:v>-2.108143581892143</c:v>
                </c:pt>
                <c:pt idx="705">
                  <c:v>-2.1168605251967039</c:v>
                </c:pt>
                <c:pt idx="706">
                  <c:v>-1.8419558808367009</c:v>
                </c:pt>
                <c:pt idx="707">
                  <c:v>-1.9780987988986161</c:v>
                </c:pt>
                <c:pt idx="708">
                  <c:v>-1.61466162089524</c:v>
                </c:pt>
                <c:pt idx="709">
                  <c:v>-1.5957424037430139</c:v>
                </c:pt>
                <c:pt idx="710">
                  <c:v>-1.580582697678067</c:v>
                </c:pt>
                <c:pt idx="711">
                  <c:v>-1.6597259977307159</c:v>
                </c:pt>
                <c:pt idx="712">
                  <c:v>-1.733010615710092</c:v>
                </c:pt>
                <c:pt idx="713">
                  <c:v>-1.6333968285310381</c:v>
                </c:pt>
                <c:pt idx="714">
                  <c:v>-1.5335684466366679</c:v>
                </c:pt>
                <c:pt idx="715">
                  <c:v>-1.348820818951872</c:v>
                </c:pt>
                <c:pt idx="716">
                  <c:v>-1.2819534148283329</c:v>
                </c:pt>
                <c:pt idx="717">
                  <c:v>-1.266378965589658</c:v>
                </c:pt>
                <c:pt idx="718">
                  <c:v>-1.1397268134482661</c:v>
                </c:pt>
                <c:pt idx="719">
                  <c:v>-0.92888308184589374</c:v>
                </c:pt>
                <c:pt idx="720">
                  <c:v>-0.94369646060984369</c:v>
                </c:pt>
                <c:pt idx="721">
                  <c:v>-1.1077012126086769</c:v>
                </c:pt>
                <c:pt idx="722">
                  <c:v>-1.164615539070071</c:v>
                </c:pt>
                <c:pt idx="723">
                  <c:v>-0.97480475502316521</c:v>
                </c:pt>
                <c:pt idx="724">
                  <c:v>-0.73723840493548565</c:v>
                </c:pt>
                <c:pt idx="725">
                  <c:v>-0.9467208339252412</c:v>
                </c:pt>
                <c:pt idx="726">
                  <c:v>-1.055084038156721</c:v>
                </c:pt>
                <c:pt idx="727">
                  <c:v>-1.235135069966782</c:v>
                </c:pt>
                <c:pt idx="728">
                  <c:v>-0.93437362269032131</c:v>
                </c:pt>
                <c:pt idx="729">
                  <c:v>-0.52772720040425447</c:v>
                </c:pt>
                <c:pt idx="730">
                  <c:v>-0.74026610685089422</c:v>
                </c:pt>
                <c:pt idx="731">
                  <c:v>-0.66061541983670669</c:v>
                </c:pt>
                <c:pt idx="732">
                  <c:v>-0.77975532867389152</c:v>
                </c:pt>
                <c:pt idx="733">
                  <c:v>-0.93086240337401338</c:v>
                </c:pt>
                <c:pt idx="734">
                  <c:v>-1.0028025364270261</c:v>
                </c:pt>
                <c:pt idx="735">
                  <c:v>-1.1241217068059479</c:v>
                </c:pt>
                <c:pt idx="736">
                  <c:v>-1.1250846400017751</c:v>
                </c:pt>
                <c:pt idx="737">
                  <c:v>-0.81937938313711922</c:v>
                </c:pt>
                <c:pt idx="738">
                  <c:v>-0.97383871192109772</c:v>
                </c:pt>
                <c:pt idx="739">
                  <c:v>-1.188570308401576</c:v>
                </c:pt>
                <c:pt idx="740">
                  <c:v>-0.90581990517558186</c:v>
                </c:pt>
                <c:pt idx="741">
                  <c:v>-0.77807882442029752</c:v>
                </c:pt>
                <c:pt idx="742">
                  <c:v>-1.0156297035664601</c:v>
                </c:pt>
                <c:pt idx="743">
                  <c:v>-0.75475023263176311</c:v>
                </c:pt>
                <c:pt idx="744">
                  <c:v>-0.64324078578242694</c:v>
                </c:pt>
                <c:pt idx="745">
                  <c:v>-0.64101262711758422</c:v>
                </c:pt>
                <c:pt idx="746">
                  <c:v>-0.65971889911103965</c:v>
                </c:pt>
                <c:pt idx="747">
                  <c:v>-0.68412555987967216</c:v>
                </c:pt>
                <c:pt idx="748">
                  <c:v>-0.94478526264480001</c:v>
                </c:pt>
                <c:pt idx="749">
                  <c:v>-1.169630846629409</c:v>
                </c:pt>
                <c:pt idx="750">
                  <c:v>-1.316226559861577</c:v>
                </c:pt>
                <c:pt idx="751">
                  <c:v>-1.649126093597036</c:v>
                </c:pt>
                <c:pt idx="752">
                  <c:v>-1.713467217943681</c:v>
                </c:pt>
                <c:pt idx="753">
                  <c:v>-1.674536540697299</c:v>
                </c:pt>
                <c:pt idx="754">
                  <c:v>-1.698378986673857</c:v>
                </c:pt>
                <c:pt idx="755">
                  <c:v>-1.799838133839069</c:v>
                </c:pt>
                <c:pt idx="756">
                  <c:v>-1.849863111470563</c:v>
                </c:pt>
                <c:pt idx="757">
                  <c:v>-1.6334681117287231</c:v>
                </c:pt>
                <c:pt idx="758">
                  <c:v>-1.653483038331121</c:v>
                </c:pt>
                <c:pt idx="759">
                  <c:v>-1.3548533293278859</c:v>
                </c:pt>
                <c:pt idx="760">
                  <c:v>-1.232072779100079</c:v>
                </c:pt>
                <c:pt idx="761">
                  <c:v>-0.97401105863578941</c:v>
                </c:pt>
                <c:pt idx="762">
                  <c:v>-0.97927164141260759</c:v>
                </c:pt>
                <c:pt idx="763">
                  <c:v>-0.96291109821913801</c:v>
                </c:pt>
                <c:pt idx="764">
                  <c:v>-0.94578208735838454</c:v>
                </c:pt>
                <c:pt idx="765">
                  <c:v>-0.75948938988435055</c:v>
                </c:pt>
                <c:pt idx="766">
                  <c:v>-0.63252859004679751</c:v>
                </c:pt>
                <c:pt idx="767">
                  <c:v>-0.33737573230453383</c:v>
                </c:pt>
                <c:pt idx="768">
                  <c:v>-0.26599756553398091</c:v>
                </c:pt>
                <c:pt idx="769">
                  <c:v>-0.21493544004557649</c:v>
                </c:pt>
                <c:pt idx="770">
                  <c:v>-0.1077632582222718</c:v>
                </c:pt>
                <c:pt idx="771">
                  <c:v>-0.31319829145874278</c:v>
                </c:pt>
                <c:pt idx="772">
                  <c:v>-9.7273202016284505E-2</c:v>
                </c:pt>
                <c:pt idx="773">
                  <c:v>-0.30115509832300053</c:v>
                </c:pt>
                <c:pt idx="774">
                  <c:v>-0.48580359966233683</c:v>
                </c:pt>
                <c:pt idx="775">
                  <c:v>-0.36889785210135723</c:v>
                </c:pt>
                <c:pt idx="776">
                  <c:v>-0.35494585043158411</c:v>
                </c:pt>
                <c:pt idx="777">
                  <c:v>-0.44813733032973768</c:v>
                </c:pt>
                <c:pt idx="778">
                  <c:v>-0.42987035482886871</c:v>
                </c:pt>
                <c:pt idx="779">
                  <c:v>-0.24137345057288509</c:v>
                </c:pt>
                <c:pt idx="780">
                  <c:v>-8.5409023171675189E-2</c:v>
                </c:pt>
                <c:pt idx="781">
                  <c:v>-0.19374458079258311</c:v>
                </c:pt>
                <c:pt idx="782">
                  <c:v>-0.30110512171016968</c:v>
                </c:pt>
                <c:pt idx="783">
                  <c:v>-0.24126184758335589</c:v>
                </c:pt>
                <c:pt idx="784">
                  <c:v>-0.32662634003198138</c:v>
                </c:pt>
                <c:pt idx="785">
                  <c:v>-0.19224447761220531</c:v>
                </c:pt>
                <c:pt idx="786">
                  <c:v>5.8806902592552363E-2</c:v>
                </c:pt>
                <c:pt idx="787">
                  <c:v>0.2061922665850085</c:v>
                </c:pt>
                <c:pt idx="788">
                  <c:v>0.52769858632046673</c:v>
                </c:pt>
                <c:pt idx="789">
                  <c:v>1.0219942379863149</c:v>
                </c:pt>
                <c:pt idx="790">
                  <c:v>1.0516934199908849</c:v>
                </c:pt>
                <c:pt idx="791">
                  <c:v>1.0196689845620071</c:v>
                </c:pt>
                <c:pt idx="792">
                  <c:v>1.1190307465502449</c:v>
                </c:pt>
                <c:pt idx="793">
                  <c:v>1.3639313569145559</c:v>
                </c:pt>
                <c:pt idx="794">
                  <c:v>1.0855985572166651</c:v>
                </c:pt>
                <c:pt idx="795">
                  <c:v>0.93855331825088084</c:v>
                </c:pt>
                <c:pt idx="796">
                  <c:v>0.68613272915302048</c:v>
                </c:pt>
                <c:pt idx="797">
                  <c:v>0.70566634143565066</c:v>
                </c:pt>
                <c:pt idx="798">
                  <c:v>0.82269359973017642</c:v>
                </c:pt>
                <c:pt idx="799">
                  <c:v>1.0427812768779039</c:v>
                </c:pt>
                <c:pt idx="800">
                  <c:v>0.82246761549273339</c:v>
                </c:pt>
                <c:pt idx="801">
                  <c:v>0.61395955170647087</c:v>
                </c:pt>
                <c:pt idx="802">
                  <c:v>0.72926698603892937</c:v>
                </c:pt>
                <c:pt idx="803">
                  <c:v>-0.28860946573216723</c:v>
                </c:pt>
                <c:pt idx="804">
                  <c:v>-0.38202426389103772</c:v>
                </c:pt>
                <c:pt idx="805">
                  <c:v>-0.70999359731844169</c:v>
                </c:pt>
                <c:pt idx="806">
                  <c:v>-0.72727660795204441</c:v>
                </c:pt>
              </c:numCache>
            </c:numRef>
          </c:val>
          <c:smooth val="0"/>
          <c:extLst>
            <c:ext xmlns:c16="http://schemas.microsoft.com/office/drawing/2014/chart" uri="{C3380CC4-5D6E-409C-BE32-E72D297353CC}">
              <c16:uniqueId val="{00000000-870E-411E-817D-5EB07B6BEB36}"/>
            </c:ext>
          </c:extLst>
        </c:ser>
        <c:ser>
          <c:idx val="2"/>
          <c:order val="2"/>
          <c:tx>
            <c:v>Shifted &amp; Smoothed Sentiment Index (LHS)</c:v>
          </c:tx>
          <c:spPr>
            <a:ln w="28575" cap="rnd">
              <a:solidFill>
                <a:srgbClr val="8EB3DF"/>
              </a:solidFill>
              <a:round/>
            </a:ln>
            <a:effectLst/>
          </c:spPr>
          <c:marker>
            <c:symbol val="none"/>
          </c:marker>
          <c:val>
            <c:numRef>
              <c:f>'Composite treatment'!$D$5:$D$50000</c:f>
              <c:numCache>
                <c:formatCode>0.00</c:formatCode>
                <c:ptCount val="49996"/>
                <c:pt idx="0">
                  <c:v>0.83852195980861388</c:v>
                </c:pt>
                <c:pt idx="1">
                  <c:v>0.78844699673876151</c:v>
                </c:pt>
                <c:pt idx="2">
                  <c:v>0.72353110552260924</c:v>
                </c:pt>
                <c:pt idx="3">
                  <c:v>0.70209975748510645</c:v>
                </c:pt>
                <c:pt idx="4">
                  <c:v>0.66950575287892222</c:v>
                </c:pt>
                <c:pt idx="5">
                  <c:v>0.61711999119170624</c:v>
                </c:pt>
                <c:pt idx="6">
                  <c:v>0.57168515456298508</c:v>
                </c:pt>
                <c:pt idx="7">
                  <c:v>0.53067324874077415</c:v>
                </c:pt>
                <c:pt idx="8">
                  <c:v>0.49035588006668362</c:v>
                </c:pt>
                <c:pt idx="9">
                  <c:v>0.47436071987024558</c:v>
                </c:pt>
                <c:pt idx="10">
                  <c:v>0.45040516160306232</c:v>
                </c:pt>
                <c:pt idx="11">
                  <c:v>0.44612376996579778</c:v>
                </c:pt>
                <c:pt idx="12">
                  <c:v>0.45226952574527107</c:v>
                </c:pt>
                <c:pt idx="13">
                  <c:v>0.44143829073309682</c:v>
                </c:pt>
                <c:pt idx="14">
                  <c:v>0.41883195385188171</c:v>
                </c:pt>
                <c:pt idx="15">
                  <c:v>0.37444863266112488</c:v>
                </c:pt>
                <c:pt idx="16">
                  <c:v>0.34557617852367278</c:v>
                </c:pt>
                <c:pt idx="17">
                  <c:v>0.32152574528503552</c:v>
                </c:pt>
                <c:pt idx="18">
                  <c:v>0.27457465491535749</c:v>
                </c:pt>
                <c:pt idx="19">
                  <c:v>0.25346016208146949</c:v>
                </c:pt>
                <c:pt idx="20">
                  <c:v>0.2401269579329916</c:v>
                </c:pt>
                <c:pt idx="21">
                  <c:v>0.2205033728259729</c:v>
                </c:pt>
                <c:pt idx="22">
                  <c:v>0.1961997856664075</c:v>
                </c:pt>
                <c:pt idx="23">
                  <c:v>0.17223670441366129</c:v>
                </c:pt>
                <c:pt idx="24">
                  <c:v>0.1497745893463536</c:v>
                </c:pt>
                <c:pt idx="25">
                  <c:v>0.1458545837633406</c:v>
                </c:pt>
                <c:pt idx="26">
                  <c:v>0.13047653560602701</c:v>
                </c:pt>
                <c:pt idx="27">
                  <c:v>0.1096795086453157</c:v>
                </c:pt>
                <c:pt idx="28">
                  <c:v>9.4566792634829408E-2</c:v>
                </c:pt>
                <c:pt idx="29">
                  <c:v>8.9389773825041596E-2</c:v>
                </c:pt>
                <c:pt idx="30">
                  <c:v>7.3660894643073974E-2</c:v>
                </c:pt>
                <c:pt idx="31">
                  <c:v>6.1090625801020051E-2</c:v>
                </c:pt>
                <c:pt idx="32">
                  <c:v>3.726373923439856E-2</c:v>
                </c:pt>
                <c:pt idx="33">
                  <c:v>2.6300353386669459E-2</c:v>
                </c:pt>
                <c:pt idx="34">
                  <c:v>-5.2351787537709164E-3</c:v>
                </c:pt>
                <c:pt idx="35">
                  <c:v>-4.8287312512947517E-2</c:v>
                </c:pt>
                <c:pt idx="36">
                  <c:v>-8.4001689238873356E-2</c:v>
                </c:pt>
                <c:pt idx="37">
                  <c:v>-9.3321984855596049E-2</c:v>
                </c:pt>
                <c:pt idx="38">
                  <c:v>-8.5619249126597505E-2</c:v>
                </c:pt>
                <c:pt idx="39">
                  <c:v>-0.1082069729822065</c:v>
                </c:pt>
                <c:pt idx="40">
                  <c:v>-0.15812683473937031</c:v>
                </c:pt>
                <c:pt idx="41">
                  <c:v>-0.19993704309549179</c:v>
                </c:pt>
                <c:pt idx="42">
                  <c:v>-0.24886287965035259</c:v>
                </c:pt>
                <c:pt idx="43">
                  <c:v>-0.28880192880253808</c:v>
                </c:pt>
                <c:pt idx="44">
                  <c:v>-0.31297096509451422</c:v>
                </c:pt>
                <c:pt idx="45">
                  <c:v>-0.30863258746198852</c:v>
                </c:pt>
                <c:pt idx="46">
                  <c:v>-0.31615711016148051</c:v>
                </c:pt>
                <c:pt idx="47">
                  <c:v>-0.32723946779793323</c:v>
                </c:pt>
                <c:pt idx="48">
                  <c:v>-0.32695937217407389</c:v>
                </c:pt>
                <c:pt idx="49">
                  <c:v>-0.34411679645405918</c:v>
                </c:pt>
                <c:pt idx="50">
                  <c:v>-0.36078162988010137</c:v>
                </c:pt>
                <c:pt idx="51">
                  <c:v>-0.37449884921356719</c:v>
                </c:pt>
                <c:pt idx="52">
                  <c:v>-0.41443733131734739</c:v>
                </c:pt>
                <c:pt idx="53">
                  <c:v>-0.46016069677039939</c:v>
                </c:pt>
                <c:pt idx="54">
                  <c:v>-0.47314722204015353</c:v>
                </c:pt>
                <c:pt idx="55">
                  <c:v>-0.48354222671766001</c:v>
                </c:pt>
                <c:pt idx="56">
                  <c:v>-0.48427721922385092</c:v>
                </c:pt>
                <c:pt idx="57">
                  <c:v>-0.50219089584753529</c:v>
                </c:pt>
                <c:pt idx="58">
                  <c:v>-0.52899633339489271</c:v>
                </c:pt>
                <c:pt idx="59">
                  <c:v>-0.55856740080004907</c:v>
                </c:pt>
                <c:pt idx="60">
                  <c:v>-0.59608825569100943</c:v>
                </c:pt>
                <c:pt idx="61">
                  <c:v>-0.60246031439505365</c:v>
                </c:pt>
                <c:pt idx="62">
                  <c:v>-0.59100368716895124</c:v>
                </c:pt>
                <c:pt idx="63">
                  <c:v>-0.56954637380781026</c:v>
                </c:pt>
                <c:pt idx="64">
                  <c:v>-0.52954982241623316</c:v>
                </c:pt>
                <c:pt idx="65">
                  <c:v>-0.47956640831594138</c:v>
                </c:pt>
                <c:pt idx="66">
                  <c:v>-0.41909712746377897</c:v>
                </c:pt>
                <c:pt idx="67">
                  <c:v>-0.35568483081331209</c:v>
                </c:pt>
                <c:pt idx="68">
                  <c:v>-0.27432716164581772</c:v>
                </c:pt>
                <c:pt idx="69">
                  <c:v>-0.19291619746684749</c:v>
                </c:pt>
                <c:pt idx="70">
                  <c:v>-0.10323425385285651</c:v>
                </c:pt>
                <c:pt idx="71">
                  <c:v>-2.4310517216339519E-2</c:v>
                </c:pt>
                <c:pt idx="72">
                  <c:v>6.5188126082809578E-2</c:v>
                </c:pt>
                <c:pt idx="73">
                  <c:v>0.16961803012422261</c:v>
                </c:pt>
                <c:pt idx="74">
                  <c:v>0.2707114590580465</c:v>
                </c:pt>
                <c:pt idx="75">
                  <c:v>0.34572174687640911</c:v>
                </c:pt>
                <c:pt idx="76">
                  <c:v>0.39129133600828048</c:v>
                </c:pt>
                <c:pt idx="77">
                  <c:v>0.45453704291167202</c:v>
                </c:pt>
                <c:pt idx="78">
                  <c:v>0.49782587230280029</c:v>
                </c:pt>
                <c:pt idx="79">
                  <c:v>0.55148995113428689</c:v>
                </c:pt>
                <c:pt idx="80">
                  <c:v>0.62339557399270684</c:v>
                </c:pt>
                <c:pt idx="81">
                  <c:v>0.67237973201084722</c:v>
                </c:pt>
                <c:pt idx="82">
                  <c:v>0.7348117174617611</c:v>
                </c:pt>
                <c:pt idx="83">
                  <c:v>0.7670537020534981</c:v>
                </c:pt>
                <c:pt idx="84">
                  <c:v>0.79179817023342802</c:v>
                </c:pt>
                <c:pt idx="85">
                  <c:v>0.83034803934164025</c:v>
                </c:pt>
                <c:pt idx="86">
                  <c:v>0.85247321656876351</c:v>
                </c:pt>
                <c:pt idx="87">
                  <c:v>0.88100297583423604</c:v>
                </c:pt>
                <c:pt idx="88">
                  <c:v>0.9282475575982404</c:v>
                </c:pt>
                <c:pt idx="89">
                  <c:v>0.97983728245032009</c:v>
                </c:pt>
                <c:pt idx="90">
                  <c:v>1.036589640803818</c:v>
                </c:pt>
                <c:pt idx="91">
                  <c:v>1.097362152153778</c:v>
                </c:pt>
                <c:pt idx="92">
                  <c:v>1.1487998295533841</c:v>
                </c:pt>
                <c:pt idx="93">
                  <c:v>1.199548625981365</c:v>
                </c:pt>
                <c:pt idx="94">
                  <c:v>1.245686904223706</c:v>
                </c:pt>
                <c:pt idx="95">
                  <c:v>1.288767150750721</c:v>
                </c:pt>
                <c:pt idx="96">
                  <c:v>1.3472143079907111</c:v>
                </c:pt>
                <c:pt idx="97">
                  <c:v>1.404607516444456</c:v>
                </c:pt>
                <c:pt idx="98">
                  <c:v>1.4629535700075309</c:v>
                </c:pt>
                <c:pt idx="99">
                  <c:v>1.527076127967802</c:v>
                </c:pt>
                <c:pt idx="100">
                  <c:v>1.5459979589651009</c:v>
                </c:pt>
                <c:pt idx="101">
                  <c:v>1.5467979467400239</c:v>
                </c:pt>
                <c:pt idx="102">
                  <c:v>1.5331553876338531</c:v>
                </c:pt>
                <c:pt idx="103">
                  <c:v>1.517565630054778</c:v>
                </c:pt>
                <c:pt idx="104">
                  <c:v>1.500611487795088</c:v>
                </c:pt>
                <c:pt idx="105">
                  <c:v>1.4667740646627261</c:v>
                </c:pt>
                <c:pt idx="106">
                  <c:v>1.4204542421434021</c:v>
                </c:pt>
                <c:pt idx="107">
                  <c:v>1.384827825823024</c:v>
                </c:pt>
                <c:pt idx="108">
                  <c:v>1.348479237578921</c:v>
                </c:pt>
                <c:pt idx="109">
                  <c:v>1.2775107912413</c:v>
                </c:pt>
                <c:pt idx="110">
                  <c:v>1.1954715007679531</c:v>
                </c:pt>
                <c:pt idx="111">
                  <c:v>1.093089744193658</c:v>
                </c:pt>
                <c:pt idx="112">
                  <c:v>0.99960200049713588</c:v>
                </c:pt>
                <c:pt idx="113">
                  <c:v>0.89344554207747728</c:v>
                </c:pt>
                <c:pt idx="114">
                  <c:v>0.83177229377332318</c:v>
                </c:pt>
                <c:pt idx="115">
                  <c:v>0.7674625256948816</c:v>
                </c:pt>
                <c:pt idx="116">
                  <c:v>0.72997710815637151</c:v>
                </c:pt>
                <c:pt idx="117">
                  <c:v>0.67893573550598085</c:v>
                </c:pt>
                <c:pt idx="118">
                  <c:v>0.60224473509242626</c:v>
                </c:pt>
                <c:pt idx="119">
                  <c:v>0.51266150163773194</c:v>
                </c:pt>
                <c:pt idx="120">
                  <c:v>0.44429011717279332</c:v>
                </c:pt>
                <c:pt idx="121">
                  <c:v>0.37979238136817928</c:v>
                </c:pt>
                <c:pt idx="122">
                  <c:v>0.29449945109772929</c:v>
                </c:pt>
                <c:pt idx="123">
                  <c:v>0.19973913245496791</c:v>
                </c:pt>
                <c:pt idx="124">
                  <c:v>0.14921129026866251</c:v>
                </c:pt>
                <c:pt idx="125">
                  <c:v>0.10270336958146881</c:v>
                </c:pt>
                <c:pt idx="126">
                  <c:v>5.2327300871203491E-2</c:v>
                </c:pt>
                <c:pt idx="127">
                  <c:v>-1.413001913490908E-3</c:v>
                </c:pt>
                <c:pt idx="128">
                  <c:v>-5.5496074936569023E-2</c:v>
                </c:pt>
                <c:pt idx="129">
                  <c:v>-0.123482281127426</c:v>
                </c:pt>
                <c:pt idx="130">
                  <c:v>-0.17342396933006909</c:v>
                </c:pt>
                <c:pt idx="131">
                  <c:v>-0.2259683218010298</c:v>
                </c:pt>
                <c:pt idx="132">
                  <c:v>-0.26325180008100568</c:v>
                </c:pt>
                <c:pt idx="133">
                  <c:v>-0.28842187215362292</c:v>
                </c:pt>
                <c:pt idx="134">
                  <c:v>-0.28079173614914837</c:v>
                </c:pt>
                <c:pt idx="135">
                  <c:v>-0.29838725813940509</c:v>
                </c:pt>
                <c:pt idx="136">
                  <c:v>-0.31342626040471638</c:v>
                </c:pt>
                <c:pt idx="137">
                  <c:v>-0.28918708873850613</c:v>
                </c:pt>
                <c:pt idx="138">
                  <c:v>-0.26782516551120061</c:v>
                </c:pt>
                <c:pt idx="139">
                  <c:v>-0.27039631547211862</c:v>
                </c:pt>
                <c:pt idx="140">
                  <c:v>-0.26426392631224088</c:v>
                </c:pt>
                <c:pt idx="141">
                  <c:v>-0.25308334357728179</c:v>
                </c:pt>
                <c:pt idx="142">
                  <c:v>-0.23990599200456919</c:v>
                </c:pt>
                <c:pt idx="143">
                  <c:v>-0.20664634468980089</c:v>
                </c:pt>
                <c:pt idx="144">
                  <c:v>-0.18091272235579681</c:v>
                </c:pt>
                <c:pt idx="145">
                  <c:v>-0.16196174301589791</c:v>
                </c:pt>
                <c:pt idx="146">
                  <c:v>-0.15635029379035309</c:v>
                </c:pt>
                <c:pt idx="147">
                  <c:v>-0.1475918447617115</c:v>
                </c:pt>
                <c:pt idx="148">
                  <c:v>-0.13082300465495239</c:v>
                </c:pt>
                <c:pt idx="149">
                  <c:v>-0.1309709422751574</c:v>
                </c:pt>
                <c:pt idx="150">
                  <c:v>-0.11968124140710661</c:v>
                </c:pt>
                <c:pt idx="151">
                  <c:v>-0.10791987178869621</c:v>
                </c:pt>
                <c:pt idx="152">
                  <c:v>-0.11371618173637681</c:v>
                </c:pt>
                <c:pt idx="153">
                  <c:v>-9.2051379330027619E-2</c:v>
                </c:pt>
                <c:pt idx="154">
                  <c:v>-7.2984870246573574E-2</c:v>
                </c:pt>
                <c:pt idx="155">
                  <c:v>-6.8293186856383095E-2</c:v>
                </c:pt>
                <c:pt idx="156">
                  <c:v>-5.5440460428697907E-2</c:v>
                </c:pt>
                <c:pt idx="157">
                  <c:v>-4.7149724982016819E-2</c:v>
                </c:pt>
                <c:pt idx="158">
                  <c:v>-3.2901712256206382E-2</c:v>
                </c:pt>
                <c:pt idx="159">
                  <c:v>-1.3177870251943001E-2</c:v>
                </c:pt>
                <c:pt idx="160">
                  <c:v>-1.0777199063375211E-2</c:v>
                </c:pt>
                <c:pt idx="161">
                  <c:v>3.9425447227394829E-3</c:v>
                </c:pt>
                <c:pt idx="162">
                  <c:v>8.8173149591304529E-4</c:v>
                </c:pt>
                <c:pt idx="163">
                  <c:v>-2.1326927362124549E-4</c:v>
                </c:pt>
                <c:pt idx="164">
                  <c:v>-4.8799432974400547E-3</c:v>
                </c:pt>
                <c:pt idx="165">
                  <c:v>9.3559258463474446E-3</c:v>
                </c:pt>
                <c:pt idx="166">
                  <c:v>3.4365792852878177E-2</c:v>
                </c:pt>
                <c:pt idx="167">
                  <c:v>3.2548822013784118E-2</c:v>
                </c:pt>
                <c:pt idx="168">
                  <c:v>1.5560466121805081E-3</c:v>
                </c:pt>
                <c:pt idx="169">
                  <c:v>-4.1780571923902617E-2</c:v>
                </c:pt>
                <c:pt idx="170">
                  <c:v>-9.5527016572524354E-2</c:v>
                </c:pt>
                <c:pt idx="171">
                  <c:v>-0.15634646293947549</c:v>
                </c:pt>
                <c:pt idx="172">
                  <c:v>-0.22010560499222309</c:v>
                </c:pt>
                <c:pt idx="173">
                  <c:v>-0.29726811758426208</c:v>
                </c:pt>
                <c:pt idx="174">
                  <c:v>-0.36033850030630887</c:v>
                </c:pt>
                <c:pt idx="175">
                  <c:v>-0.40653129974777508</c:v>
                </c:pt>
                <c:pt idx="176">
                  <c:v>-0.45521654112638082</c:v>
                </c:pt>
                <c:pt idx="177">
                  <c:v>-0.50732109480510323</c:v>
                </c:pt>
                <c:pt idx="178">
                  <c:v>-0.56791829230766766</c:v>
                </c:pt>
                <c:pt idx="179">
                  <c:v>-0.59792978310922751</c:v>
                </c:pt>
                <c:pt idx="180">
                  <c:v>-0.63919696829718509</c:v>
                </c:pt>
                <c:pt idx="181">
                  <c:v>-0.70789611235550676</c:v>
                </c:pt>
                <c:pt idx="182">
                  <c:v>-0.74028666179095015</c:v>
                </c:pt>
                <c:pt idx="183">
                  <c:v>-0.74068114431593057</c:v>
                </c:pt>
                <c:pt idx="184">
                  <c:v>-0.7266756333060691</c:v>
                </c:pt>
                <c:pt idx="185">
                  <c:v>-0.68967762448515124</c:v>
                </c:pt>
                <c:pt idx="186">
                  <c:v>-0.63734261906283451</c:v>
                </c:pt>
                <c:pt idx="187">
                  <c:v>-0.59410976777054769</c:v>
                </c:pt>
                <c:pt idx="188">
                  <c:v>-0.56613921698354519</c:v>
                </c:pt>
                <c:pt idx="189">
                  <c:v>-0.54788379756239058</c:v>
                </c:pt>
                <c:pt idx="190">
                  <c:v>-0.52286290007059377</c:v>
                </c:pt>
                <c:pt idx="191">
                  <c:v>-0.49483029855735838</c:v>
                </c:pt>
                <c:pt idx="192">
                  <c:v>-0.4551286713613964</c:v>
                </c:pt>
                <c:pt idx="193">
                  <c:v>-0.41403310448827918</c:v>
                </c:pt>
                <c:pt idx="194">
                  <c:v>-0.39128083617895121</c:v>
                </c:pt>
                <c:pt idx="195">
                  <c:v>-0.37547338822546189</c:v>
                </c:pt>
                <c:pt idx="196">
                  <c:v>-0.36087164539531419</c:v>
                </c:pt>
                <c:pt idx="197">
                  <c:v>-0.36799266889706411</c:v>
                </c:pt>
                <c:pt idx="198">
                  <c:v>-0.40042385202403757</c:v>
                </c:pt>
                <c:pt idx="199">
                  <c:v>-0.42452914233920569</c:v>
                </c:pt>
                <c:pt idx="200">
                  <c:v>-0.45814702700199922</c:v>
                </c:pt>
                <c:pt idx="201">
                  <c:v>-0.50661094465858014</c:v>
                </c:pt>
                <c:pt idx="202">
                  <c:v>-0.54737288801674455</c:v>
                </c:pt>
                <c:pt idx="203">
                  <c:v>-0.56373593316436121</c:v>
                </c:pt>
                <c:pt idx="204">
                  <c:v>-0.58676077005769645</c:v>
                </c:pt>
                <c:pt idx="205">
                  <c:v>-0.62426079600354245</c:v>
                </c:pt>
                <c:pt idx="206">
                  <c:v>-0.64542489564397043</c:v>
                </c:pt>
                <c:pt idx="207">
                  <c:v>-0.69067663558838155</c:v>
                </c:pt>
                <c:pt idx="208">
                  <c:v>-0.74041221248233036</c:v>
                </c:pt>
                <c:pt idx="209">
                  <c:v>-0.78056092629364937</c:v>
                </c:pt>
                <c:pt idx="210">
                  <c:v>-0.83582402301742476</c:v>
                </c:pt>
                <c:pt idx="211">
                  <c:v>-0.87777459094386434</c:v>
                </c:pt>
                <c:pt idx="212">
                  <c:v>-0.90404538953899016</c:v>
                </c:pt>
                <c:pt idx="213">
                  <c:v>-0.93960432179231357</c:v>
                </c:pt>
                <c:pt idx="214">
                  <c:v>-0.9766180640583052</c:v>
                </c:pt>
                <c:pt idx="215">
                  <c:v>-1.0003145527294131</c:v>
                </c:pt>
                <c:pt idx="216">
                  <c:v>-1.0160960623245681</c:v>
                </c:pt>
                <c:pt idx="217">
                  <c:v>-1.0155734909048799</c:v>
                </c:pt>
                <c:pt idx="218">
                  <c:v>-1.0075625479312811</c:v>
                </c:pt>
                <c:pt idx="219">
                  <c:v>-1.0018630779500199</c:v>
                </c:pt>
                <c:pt idx="220">
                  <c:v>-0.99615913761011077</c:v>
                </c:pt>
                <c:pt idx="221">
                  <c:v>-0.97229815890398019</c:v>
                </c:pt>
                <c:pt idx="222">
                  <c:v>-0.95824363751677888</c:v>
                </c:pt>
                <c:pt idx="223">
                  <c:v>-0.93486068732535665</c:v>
                </c:pt>
                <c:pt idx="224">
                  <c:v>-0.92297371773640402</c:v>
                </c:pt>
                <c:pt idx="225">
                  <c:v>-0.87921602734466509</c:v>
                </c:pt>
                <c:pt idx="226">
                  <c:v>-0.81683139880813327</c:v>
                </c:pt>
                <c:pt idx="227">
                  <c:v>-0.75242231934345627</c:v>
                </c:pt>
                <c:pt idx="228">
                  <c:v>-0.68199610134864963</c:v>
                </c:pt>
                <c:pt idx="229">
                  <c:v>-0.60697188502728872</c:v>
                </c:pt>
                <c:pt idx="230">
                  <c:v>-0.53404834324847683</c:v>
                </c:pt>
                <c:pt idx="231">
                  <c:v>-0.44088494521765209</c:v>
                </c:pt>
                <c:pt idx="232">
                  <c:v>-0.35768890412554161</c:v>
                </c:pt>
                <c:pt idx="233">
                  <c:v>-0.27982455317527177</c:v>
                </c:pt>
                <c:pt idx="234">
                  <c:v>-0.20018531018006419</c:v>
                </c:pt>
                <c:pt idx="235">
                  <c:v>-0.1126712346499006</c:v>
                </c:pt>
                <c:pt idx="236">
                  <c:v>-8.4693896480300915E-2</c:v>
                </c:pt>
                <c:pt idx="237">
                  <c:v>-2.80456734642743E-2</c:v>
                </c:pt>
                <c:pt idx="238">
                  <c:v>3.5375002317576537E-2</c:v>
                </c:pt>
                <c:pt idx="239">
                  <c:v>8.3585622510614244E-2</c:v>
                </c:pt>
                <c:pt idx="240">
                  <c:v>0.11181939117318659</c:v>
                </c:pt>
                <c:pt idx="241">
                  <c:v>0.1179184651368171</c:v>
                </c:pt>
                <c:pt idx="242">
                  <c:v>0.12282302152657799</c:v>
                </c:pt>
                <c:pt idx="243">
                  <c:v>0.1220924825174643</c:v>
                </c:pt>
                <c:pt idx="244">
                  <c:v>0.10761565053606489</c:v>
                </c:pt>
                <c:pt idx="245">
                  <c:v>9.6957700006976164E-2</c:v>
                </c:pt>
                <c:pt idx="246">
                  <c:v>6.7778572299901127E-2</c:v>
                </c:pt>
                <c:pt idx="247">
                  <c:v>3.748553674893116E-2</c:v>
                </c:pt>
                <c:pt idx="248">
                  <c:v>-9.9589785550737355E-3</c:v>
                </c:pt>
                <c:pt idx="249">
                  <c:v>-4.9831447659400847E-2</c:v>
                </c:pt>
                <c:pt idx="250">
                  <c:v>-7.6126813927250264E-2</c:v>
                </c:pt>
                <c:pt idx="251">
                  <c:v>-6.9173427525184114E-2</c:v>
                </c:pt>
                <c:pt idx="252">
                  <c:v>-4.8360563168598242E-2</c:v>
                </c:pt>
                <c:pt idx="253">
                  <c:v>-3.8775479990877451E-2</c:v>
                </c:pt>
                <c:pt idx="254">
                  <c:v>-1.070179495207987E-2</c:v>
                </c:pt>
                <c:pt idx="255">
                  <c:v>1.9832624473450921E-2</c:v>
                </c:pt>
                <c:pt idx="256">
                  <c:v>6.0718972638199177E-2</c:v>
                </c:pt>
                <c:pt idx="257">
                  <c:v>8.4101409499272459E-2</c:v>
                </c:pt>
                <c:pt idx="258">
                  <c:v>0.13847147984352401</c:v>
                </c:pt>
                <c:pt idx="259">
                  <c:v>0.20099308342116501</c:v>
                </c:pt>
                <c:pt idx="260">
                  <c:v>0.25442138285856941</c:v>
                </c:pt>
                <c:pt idx="261">
                  <c:v>0.29255903825385582</c:v>
                </c:pt>
                <c:pt idx="262">
                  <c:v>0.34901573607894382</c:v>
                </c:pt>
                <c:pt idx="263">
                  <c:v>0.4125048338014578</c:v>
                </c:pt>
                <c:pt idx="264">
                  <c:v>0.4691355343730077</c:v>
                </c:pt>
                <c:pt idx="265">
                  <c:v>0.50279704392370983</c:v>
                </c:pt>
                <c:pt idx="266">
                  <c:v>0.5111781644834491</c:v>
                </c:pt>
                <c:pt idx="267">
                  <c:v>0.50316305637398195</c:v>
                </c:pt>
                <c:pt idx="268">
                  <c:v>0.48845190284811729</c:v>
                </c:pt>
                <c:pt idx="269">
                  <c:v>0.46890556092426527</c:v>
                </c:pt>
                <c:pt idx="270">
                  <c:v>0.47206132746846557</c:v>
                </c:pt>
                <c:pt idx="271">
                  <c:v>0.47841158451005478</c:v>
                </c:pt>
                <c:pt idx="272">
                  <c:v>0.47969109416466771</c:v>
                </c:pt>
                <c:pt idx="273">
                  <c:v>0.45913342111543981</c:v>
                </c:pt>
                <c:pt idx="274">
                  <c:v>0.43749315037273429</c:v>
                </c:pt>
                <c:pt idx="275">
                  <c:v>0.41997671790589342</c:v>
                </c:pt>
                <c:pt idx="276">
                  <c:v>0.40787615934296167</c:v>
                </c:pt>
                <c:pt idx="277">
                  <c:v>0.39676647298037337</c:v>
                </c:pt>
                <c:pt idx="278">
                  <c:v>0.38608459576869048</c:v>
                </c:pt>
                <c:pt idx="279">
                  <c:v>0.37916304907407461</c:v>
                </c:pt>
                <c:pt idx="280">
                  <c:v>0.36195127128115451</c:v>
                </c:pt>
                <c:pt idx="281">
                  <c:v>0.34733797505192759</c:v>
                </c:pt>
                <c:pt idx="282">
                  <c:v>0.31392845253450208</c:v>
                </c:pt>
                <c:pt idx="283">
                  <c:v>0.27712668407637359</c:v>
                </c:pt>
                <c:pt idx="284">
                  <c:v>0.2499432661417548</c:v>
                </c:pt>
                <c:pt idx="285">
                  <c:v>0.19917208077846521</c:v>
                </c:pt>
                <c:pt idx="286">
                  <c:v>0.15372741408294699</c:v>
                </c:pt>
                <c:pt idx="287">
                  <c:v>0.11887243937383191</c:v>
                </c:pt>
                <c:pt idx="288">
                  <c:v>7.6533043541504447E-2</c:v>
                </c:pt>
                <c:pt idx="289">
                  <c:v>3.7756606730035412E-2</c:v>
                </c:pt>
                <c:pt idx="290">
                  <c:v>1.094144426502959E-2</c:v>
                </c:pt>
                <c:pt idx="291">
                  <c:v>-2.6236278608402039E-2</c:v>
                </c:pt>
                <c:pt idx="292">
                  <c:v>-7.9041888131173729E-2</c:v>
                </c:pt>
                <c:pt idx="293">
                  <c:v>-0.13361553451554259</c:v>
                </c:pt>
                <c:pt idx="294">
                  <c:v>-0.18597709819229771</c:v>
                </c:pt>
                <c:pt idx="295">
                  <c:v>-0.24672067906220541</c:v>
                </c:pt>
                <c:pt idx="296">
                  <c:v>-0.29787930109964889</c:v>
                </c:pt>
                <c:pt idx="297">
                  <c:v>-0.32837463813278028</c:v>
                </c:pt>
                <c:pt idx="298">
                  <c:v>-0.32843883357305231</c:v>
                </c:pt>
                <c:pt idx="299">
                  <c:v>-0.34200421705733458</c:v>
                </c:pt>
                <c:pt idx="300">
                  <c:v>-0.34606958568464968</c:v>
                </c:pt>
                <c:pt idx="301">
                  <c:v>-0.37166341608970072</c:v>
                </c:pt>
                <c:pt idx="302">
                  <c:v>-0.398693583527433</c:v>
                </c:pt>
                <c:pt idx="303">
                  <c:v>-0.41594233121017848</c:v>
                </c:pt>
                <c:pt idx="304">
                  <c:v>-0.44068050846451551</c:v>
                </c:pt>
                <c:pt idx="305">
                  <c:v>-0.48243202119363637</c:v>
                </c:pt>
                <c:pt idx="306">
                  <c:v>-0.48963073527919232</c:v>
                </c:pt>
                <c:pt idx="307">
                  <c:v>-0.50457045652224941</c:v>
                </c:pt>
                <c:pt idx="308">
                  <c:v>-0.50719251369429619</c:v>
                </c:pt>
                <c:pt idx="309">
                  <c:v>-0.52627287060809214</c:v>
                </c:pt>
                <c:pt idx="310">
                  <c:v>-0.51198403006142812</c:v>
                </c:pt>
                <c:pt idx="311">
                  <c:v>-0.50506633021016489</c:v>
                </c:pt>
                <c:pt idx="312">
                  <c:v>-0.51758469010933406</c:v>
                </c:pt>
                <c:pt idx="313">
                  <c:v>-0.52344890978862912</c:v>
                </c:pt>
                <c:pt idx="314">
                  <c:v>-0.52298667853670722</c:v>
                </c:pt>
                <c:pt idx="315">
                  <c:v>-0.52743350495202368</c:v>
                </c:pt>
                <c:pt idx="316">
                  <c:v>-0.53236627568131312</c:v>
                </c:pt>
                <c:pt idx="317">
                  <c:v>-0.54303608153693639</c:v>
                </c:pt>
                <c:pt idx="318">
                  <c:v>-0.55289074813885086</c:v>
                </c:pt>
                <c:pt idx="319">
                  <c:v>-0.56043268603244623</c:v>
                </c:pt>
                <c:pt idx="320">
                  <c:v>-0.56873812033915361</c:v>
                </c:pt>
                <c:pt idx="321">
                  <c:v>-0.58907245279203879</c:v>
                </c:pt>
                <c:pt idx="322">
                  <c:v>-0.60920665165458521</c:v>
                </c:pt>
                <c:pt idx="323">
                  <c:v>-0.63107052007114006</c:v>
                </c:pt>
                <c:pt idx="324">
                  <c:v>-0.65453159413874218</c:v>
                </c:pt>
                <c:pt idx="325">
                  <c:v>-0.66274241181314542</c:v>
                </c:pt>
                <c:pt idx="326">
                  <c:v>-0.65401623268607223</c:v>
                </c:pt>
                <c:pt idx="327">
                  <c:v>-0.61159319124535316</c:v>
                </c:pt>
                <c:pt idx="328">
                  <c:v>-0.61298111379889941</c:v>
                </c:pt>
                <c:pt idx="329">
                  <c:v>-0.64584435577013666</c:v>
                </c:pt>
                <c:pt idx="330">
                  <c:v>-0.67512554998571261</c:v>
                </c:pt>
                <c:pt idx="331">
                  <c:v>-0.69866097324525378</c:v>
                </c:pt>
                <c:pt idx="332">
                  <c:v>-0.70513264896784744</c:v>
                </c:pt>
                <c:pt idx="333">
                  <c:v>-0.71248992055687355</c:v>
                </c:pt>
                <c:pt idx="334">
                  <c:v>-0.70205050780644485</c:v>
                </c:pt>
                <c:pt idx="335">
                  <c:v>-0.70647010244362685</c:v>
                </c:pt>
                <c:pt idx="336">
                  <c:v>-0.71619239557797509</c:v>
                </c:pt>
                <c:pt idx="337">
                  <c:v>-0.7050648367054474</c:v>
                </c:pt>
                <c:pt idx="338">
                  <c:v>-0.68856700569888407</c:v>
                </c:pt>
                <c:pt idx="339">
                  <c:v>-0.68614326744045506</c:v>
                </c:pt>
                <c:pt idx="340">
                  <c:v>-0.72420014207211836</c:v>
                </c:pt>
                <c:pt idx="341">
                  <c:v>-0.78632311678983446</c:v>
                </c:pt>
                <c:pt idx="342">
                  <c:v>-0.85227913503612618</c:v>
                </c:pt>
                <c:pt idx="343">
                  <c:v>-0.92434953953325583</c:v>
                </c:pt>
                <c:pt idx="344">
                  <c:v>-0.9527732348105461</c:v>
                </c:pt>
                <c:pt idx="345">
                  <c:v>-0.96800335148881966</c:v>
                </c:pt>
                <c:pt idx="346">
                  <c:v>-0.99505636488550697</c:v>
                </c:pt>
                <c:pt idx="347">
                  <c:v>-1.0620933219118021</c:v>
                </c:pt>
                <c:pt idx="348">
                  <c:v>-1.115842780037585</c:v>
                </c:pt>
                <c:pt idx="349">
                  <c:v>-1.1606450831610211</c:v>
                </c:pt>
                <c:pt idx="350">
                  <c:v>-1.2617611815041929</c:v>
                </c:pt>
                <c:pt idx="351">
                  <c:v>-1.347024530924283</c:v>
                </c:pt>
                <c:pt idx="352">
                  <c:v>-1.388598718087581</c:v>
                </c:pt>
                <c:pt idx="353">
                  <c:v>-1.403885672072694</c:v>
                </c:pt>
                <c:pt idx="354">
                  <c:v>-1.413361151685854</c:v>
                </c:pt>
                <c:pt idx="355">
                  <c:v>-1.4291406194566489</c:v>
                </c:pt>
                <c:pt idx="356">
                  <c:v>-1.427198889995128</c:v>
                </c:pt>
                <c:pt idx="357">
                  <c:v>-1.436535386630529</c:v>
                </c:pt>
                <c:pt idx="358">
                  <c:v>-1.454078865103029</c:v>
                </c:pt>
                <c:pt idx="359">
                  <c:v>-1.434185222753189</c:v>
                </c:pt>
                <c:pt idx="360">
                  <c:v>-1.4150168835396431</c:v>
                </c:pt>
                <c:pt idx="361">
                  <c:v>-1.37830920415203</c:v>
                </c:pt>
                <c:pt idx="362">
                  <c:v>-1.333832299165896</c:v>
                </c:pt>
                <c:pt idx="363">
                  <c:v>-1.270120037827547</c:v>
                </c:pt>
                <c:pt idx="364">
                  <c:v>-1.2050710516547349</c:v>
                </c:pt>
                <c:pt idx="365">
                  <c:v>-1.1373801673110551</c:v>
                </c:pt>
                <c:pt idx="366">
                  <c:v>-1.0610403070406491</c:v>
                </c:pt>
                <c:pt idx="367">
                  <c:v>-0.97839274433552093</c:v>
                </c:pt>
                <c:pt idx="368">
                  <c:v>-0.91573202882170501</c:v>
                </c:pt>
                <c:pt idx="369">
                  <c:v>-0.84321699318390875</c:v>
                </c:pt>
                <c:pt idx="370">
                  <c:v>-0.74563748825156317</c:v>
                </c:pt>
                <c:pt idx="371">
                  <c:v>-0.64662899868704327</c:v>
                </c:pt>
                <c:pt idx="372">
                  <c:v>-0.55220005047905651</c:v>
                </c:pt>
                <c:pt idx="373">
                  <c:v>-0.47847449843738371</c:v>
                </c:pt>
                <c:pt idx="374">
                  <c:v>-0.42765581995772112</c:v>
                </c:pt>
                <c:pt idx="375">
                  <c:v>-0.36520165883336458</c:v>
                </c:pt>
                <c:pt idx="376">
                  <c:v>-0.33484784450172128</c:v>
                </c:pt>
                <c:pt idx="377">
                  <c:v>-0.29507703977445121</c:v>
                </c:pt>
                <c:pt idx="378">
                  <c:v>-0.24574112052763469</c:v>
                </c:pt>
                <c:pt idx="379">
                  <c:v>-0.21806042700003969</c:v>
                </c:pt>
                <c:pt idx="380">
                  <c:v>-0.18292044790617321</c:v>
                </c:pt>
                <c:pt idx="381">
                  <c:v>-0.1136627236330692</c:v>
                </c:pt>
                <c:pt idx="382">
                  <c:v>-5.256651237008346E-2</c:v>
                </c:pt>
                <c:pt idx="383">
                  <c:v>9.4205891800920542E-3</c:v>
                </c:pt>
                <c:pt idx="384">
                  <c:v>5.731107278104141E-2</c:v>
                </c:pt>
                <c:pt idx="385">
                  <c:v>7.0998847653199915E-2</c:v>
                </c:pt>
                <c:pt idx="386">
                  <c:v>9.1377987822347739E-2</c:v>
                </c:pt>
                <c:pt idx="387">
                  <c:v>9.5154514493474326E-2</c:v>
                </c:pt>
                <c:pt idx="388">
                  <c:v>0.1208344337878877</c:v>
                </c:pt>
                <c:pt idx="389">
                  <c:v>0.12921919660526529</c:v>
                </c:pt>
                <c:pt idx="390">
                  <c:v>0.1144660879661128</c:v>
                </c:pt>
                <c:pt idx="391">
                  <c:v>9.6524919924753719E-2</c:v>
                </c:pt>
                <c:pt idx="392">
                  <c:v>6.8996722565774229E-2</c:v>
                </c:pt>
                <c:pt idx="393">
                  <c:v>3.0992482441803169E-2</c:v>
                </c:pt>
                <c:pt idx="394">
                  <c:v>3.3282315469429807E-2</c:v>
                </c:pt>
                <c:pt idx="395">
                  <c:v>2.8561560794186591E-2</c:v>
                </c:pt>
                <c:pt idx="396">
                  <c:v>-1.9851180313599781E-2</c:v>
                </c:pt>
                <c:pt idx="397">
                  <c:v>-7.8110376822848743E-2</c:v>
                </c:pt>
                <c:pt idx="398">
                  <c:v>-0.11607841857275721</c:v>
                </c:pt>
                <c:pt idx="399">
                  <c:v>-0.11754233464463409</c:v>
                </c:pt>
                <c:pt idx="400">
                  <c:v>-0.10839599928610399</c:v>
                </c:pt>
                <c:pt idx="401">
                  <c:v>-0.10162331961325489</c:v>
                </c:pt>
                <c:pt idx="402">
                  <c:v>-6.1090940781180561E-2</c:v>
                </c:pt>
                <c:pt idx="403">
                  <c:v>-3.756592508481494E-2</c:v>
                </c:pt>
                <c:pt idx="404">
                  <c:v>5.5269097413844781E-3</c:v>
                </c:pt>
                <c:pt idx="405">
                  <c:v>5.2890415282668808E-2</c:v>
                </c:pt>
                <c:pt idx="406">
                  <c:v>0.13245543620231401</c:v>
                </c:pt>
                <c:pt idx="407">
                  <c:v>0.21370623272663361</c:v>
                </c:pt>
                <c:pt idx="408">
                  <c:v>0.292255928395183</c:v>
                </c:pt>
                <c:pt idx="409">
                  <c:v>0.33684177934003789</c:v>
                </c:pt>
                <c:pt idx="410">
                  <c:v>0.35875508497377478</c:v>
                </c:pt>
                <c:pt idx="411">
                  <c:v>0.40130471829888048</c:v>
                </c:pt>
                <c:pt idx="412">
                  <c:v>0.44089136904858528</c:v>
                </c:pt>
                <c:pt idx="413">
                  <c:v>0.47941026289348943</c:v>
                </c:pt>
                <c:pt idx="414">
                  <c:v>0.4684424077543185</c:v>
                </c:pt>
                <c:pt idx="415">
                  <c:v>0.4361535385522371</c:v>
                </c:pt>
                <c:pt idx="416">
                  <c:v>0.38800121497760742</c:v>
                </c:pt>
                <c:pt idx="417">
                  <c:v>0.34956750060237618</c:v>
                </c:pt>
                <c:pt idx="418">
                  <c:v>0.3054526041936757</c:v>
                </c:pt>
                <c:pt idx="419">
                  <c:v>0.27654069385926022</c:v>
                </c:pt>
                <c:pt idx="420">
                  <c:v>0.2635837354326746</c:v>
                </c:pt>
                <c:pt idx="421">
                  <c:v>0.24202037367086801</c:v>
                </c:pt>
                <c:pt idx="422">
                  <c:v>0.21250916581450899</c:v>
                </c:pt>
                <c:pt idx="423">
                  <c:v>0.1929658935278292</c:v>
                </c:pt>
                <c:pt idx="424">
                  <c:v>0.1940729230001772</c:v>
                </c:pt>
                <c:pt idx="425">
                  <c:v>0.24006510547605581</c:v>
                </c:pt>
                <c:pt idx="426">
                  <c:v>0.29228811612718392</c:v>
                </c:pt>
                <c:pt idx="427">
                  <c:v>0.34045117212227038</c:v>
                </c:pt>
                <c:pt idx="428">
                  <c:v>0.3769739300479259</c:v>
                </c:pt>
                <c:pt idx="429">
                  <c:v>0.43428508995286141</c:v>
                </c:pt>
                <c:pt idx="430">
                  <c:v>0.50652350829607728</c:v>
                </c:pt>
                <c:pt idx="431">
                  <c:v>0.59389709846377159</c:v>
                </c:pt>
                <c:pt idx="432">
                  <c:v>0.64057211310372131</c:v>
                </c:pt>
                <c:pt idx="433">
                  <c:v>0.69452116532826191</c:v>
                </c:pt>
                <c:pt idx="434">
                  <c:v>0.72439189665569215</c:v>
                </c:pt>
                <c:pt idx="435">
                  <c:v>0.76881418703267701</c:v>
                </c:pt>
                <c:pt idx="436">
                  <c:v>0.81010658303987493</c:v>
                </c:pt>
                <c:pt idx="437">
                  <c:v>0.8544983655110463</c:v>
                </c:pt>
                <c:pt idx="438">
                  <c:v>0.90381062463675754</c:v>
                </c:pt>
                <c:pt idx="439">
                  <c:v>0.94249831827725894</c:v>
                </c:pt>
                <c:pt idx="440">
                  <c:v>0.97582356970141204</c:v>
                </c:pt>
                <c:pt idx="441">
                  <c:v>0.99930577928428588</c:v>
                </c:pt>
                <c:pt idx="442">
                  <c:v>1.023319677599996</c:v>
                </c:pt>
                <c:pt idx="443">
                  <c:v>1.050409644368749</c:v>
                </c:pt>
                <c:pt idx="444">
                  <c:v>1.073112474337556</c:v>
                </c:pt>
                <c:pt idx="445">
                  <c:v>1.103051167503476</c:v>
                </c:pt>
                <c:pt idx="446">
                  <c:v>1.135292080964871</c:v>
                </c:pt>
                <c:pt idx="447">
                  <c:v>1.187649493747861</c:v>
                </c:pt>
                <c:pt idx="448">
                  <c:v>1.2568168538162821</c:v>
                </c:pt>
                <c:pt idx="449">
                  <c:v>1.3341327541117021</c:v>
                </c:pt>
                <c:pt idx="450">
                  <c:v>1.383494029464394</c:v>
                </c:pt>
                <c:pt idx="451">
                  <c:v>1.4187679528747921</c:v>
                </c:pt>
                <c:pt idx="452">
                  <c:v>1.4506601213695529</c:v>
                </c:pt>
                <c:pt idx="453">
                  <c:v>1.46965948336265</c:v>
                </c:pt>
                <c:pt idx="454">
                  <c:v>1.4831707066873561</c:v>
                </c:pt>
                <c:pt idx="455">
                  <c:v>1.473635334903157</c:v>
                </c:pt>
                <c:pt idx="456">
                  <c:v>1.448889917543043</c:v>
                </c:pt>
                <c:pt idx="457">
                  <c:v>1.4206203020832771</c:v>
                </c:pt>
                <c:pt idx="458">
                  <c:v>1.391034041661493</c:v>
                </c:pt>
                <c:pt idx="459">
                  <c:v>1.374246514152685</c:v>
                </c:pt>
                <c:pt idx="460">
                  <c:v>1.351703456250694</c:v>
                </c:pt>
                <c:pt idx="461">
                  <c:v>1.316817193399104</c:v>
                </c:pt>
                <c:pt idx="462">
                  <c:v>1.2892768167875299</c:v>
                </c:pt>
                <c:pt idx="463">
                  <c:v>1.2481222242896319</c:v>
                </c:pt>
                <c:pt idx="464">
                  <c:v>1.200816680114402</c:v>
                </c:pt>
                <c:pt idx="465">
                  <c:v>1.134882196673888</c:v>
                </c:pt>
                <c:pt idx="466">
                  <c:v>1.070617478181062</c:v>
                </c:pt>
                <c:pt idx="467">
                  <c:v>1.019569218729492</c:v>
                </c:pt>
                <c:pt idx="468">
                  <c:v>0.9446040262529809</c:v>
                </c:pt>
                <c:pt idx="469">
                  <c:v>0.88351287602380002</c:v>
                </c:pt>
                <c:pt idx="470">
                  <c:v>0.82842192872531517</c:v>
                </c:pt>
                <c:pt idx="471">
                  <c:v>0.79653569362250276</c:v>
                </c:pt>
                <c:pt idx="472">
                  <c:v>0.77294917799659268</c:v>
                </c:pt>
                <c:pt idx="473">
                  <c:v>0.74079167925068268</c:v>
                </c:pt>
                <c:pt idx="474">
                  <c:v>0.72326069889927314</c:v>
                </c:pt>
                <c:pt idx="475">
                  <c:v>0.70874021838784917</c:v>
                </c:pt>
                <c:pt idx="476">
                  <c:v>0.69440540585796218</c:v>
                </c:pt>
                <c:pt idx="477">
                  <c:v>0.66102721496892547</c:v>
                </c:pt>
                <c:pt idx="478">
                  <c:v>0.61410587622778101</c:v>
                </c:pt>
                <c:pt idx="479">
                  <c:v>0.56459344643646137</c:v>
                </c:pt>
                <c:pt idx="480">
                  <c:v>0.52427061265676544</c:v>
                </c:pt>
                <c:pt idx="481">
                  <c:v>0.49033249588651717</c:v>
                </c:pt>
                <c:pt idx="482">
                  <c:v>0.45072801300143328</c:v>
                </c:pt>
                <c:pt idx="483">
                  <c:v>0.42330788974295458</c:v>
                </c:pt>
                <c:pt idx="484">
                  <c:v>0.38960131680441468</c:v>
                </c:pt>
                <c:pt idx="485">
                  <c:v>0.33846059487019231</c:v>
                </c:pt>
                <c:pt idx="486">
                  <c:v>0.27453208558940762</c:v>
                </c:pt>
                <c:pt idx="487">
                  <c:v>0.209273272173958</c:v>
                </c:pt>
                <c:pt idx="488">
                  <c:v>0.16521606361365249</c:v>
                </c:pt>
                <c:pt idx="489">
                  <c:v>9.6339791603435879E-2</c:v>
                </c:pt>
                <c:pt idx="490">
                  <c:v>2.8328595107676938E-2</c:v>
                </c:pt>
                <c:pt idx="491">
                  <c:v>-4.10809057010375E-2</c:v>
                </c:pt>
                <c:pt idx="492">
                  <c:v>-9.7772340726258414E-2</c:v>
                </c:pt>
                <c:pt idx="493">
                  <c:v>-0.1285025363521575</c:v>
                </c:pt>
                <c:pt idx="494">
                  <c:v>-0.16794067387332401</c:v>
                </c:pt>
                <c:pt idx="495">
                  <c:v>-0.19175968812966801</c:v>
                </c:pt>
                <c:pt idx="496">
                  <c:v>-0.20881381144421229</c:v>
                </c:pt>
                <c:pt idx="497">
                  <c:v>-0.23212416992235541</c:v>
                </c:pt>
                <c:pt idx="498">
                  <c:v>-0.24449133305970619</c:v>
                </c:pt>
                <c:pt idx="499">
                  <c:v>-0.2482886713450585</c:v>
                </c:pt>
                <c:pt idx="500">
                  <c:v>-0.23823617207206171</c:v>
                </c:pt>
                <c:pt idx="501">
                  <c:v>-0.2383229187943243</c:v>
                </c:pt>
                <c:pt idx="502">
                  <c:v>-0.22818960522874041</c:v>
                </c:pt>
                <c:pt idx="503">
                  <c:v>-0.24348987895845561</c:v>
                </c:pt>
                <c:pt idx="504">
                  <c:v>-0.25220954612954932</c:v>
                </c:pt>
                <c:pt idx="505">
                  <c:v>-0.27009669064378039</c:v>
                </c:pt>
                <c:pt idx="506">
                  <c:v>-0.26357172271260038</c:v>
                </c:pt>
                <c:pt idx="507">
                  <c:v>-0.27699097151275898</c:v>
                </c:pt>
                <c:pt idx="508">
                  <c:v>-0.29775875941423191</c:v>
                </c:pt>
                <c:pt idx="509">
                  <c:v>-0.30419266080157159</c:v>
                </c:pt>
                <c:pt idx="510">
                  <c:v>-0.28967519347229642</c:v>
                </c:pt>
                <c:pt idx="511">
                  <c:v>-0.27431677765195772</c:v>
                </c:pt>
                <c:pt idx="512">
                  <c:v>-0.25420066334239549</c:v>
                </c:pt>
                <c:pt idx="513">
                  <c:v>-0.2277243745308456</c:v>
                </c:pt>
                <c:pt idx="514">
                  <c:v>-0.192111045112447</c:v>
                </c:pt>
                <c:pt idx="515">
                  <c:v>-0.14033142686019451</c:v>
                </c:pt>
                <c:pt idx="516">
                  <c:v>-8.2163082835150308E-2</c:v>
                </c:pt>
                <c:pt idx="517">
                  <c:v>-5.1091839905757323E-2</c:v>
                </c:pt>
                <c:pt idx="518">
                  <c:v>-1.203383499145053E-2</c:v>
                </c:pt>
                <c:pt idx="519">
                  <c:v>4.2966996136105488E-2</c:v>
                </c:pt>
                <c:pt idx="520">
                  <c:v>0.11096992363159421</c:v>
                </c:pt>
                <c:pt idx="521">
                  <c:v>0.15822820698145951</c:v>
                </c:pt>
                <c:pt idx="522">
                  <c:v>0.21403707522099921</c:v>
                </c:pt>
                <c:pt idx="523">
                  <c:v>0.27139908790758238</c:v>
                </c:pt>
                <c:pt idx="524">
                  <c:v>0.34026068950607452</c:v>
                </c:pt>
                <c:pt idx="525">
                  <c:v>0.38186835444759792</c:v>
                </c:pt>
                <c:pt idx="526">
                  <c:v>0.43352169147556763</c:v>
                </c:pt>
                <c:pt idx="527">
                  <c:v>0.49191434571447018</c:v>
                </c:pt>
                <c:pt idx="528">
                  <c:v>0.54715729602099639</c:v>
                </c:pt>
                <c:pt idx="529">
                  <c:v>0.57818436983189625</c:v>
                </c:pt>
                <c:pt idx="530">
                  <c:v>0.59923896442445179</c:v>
                </c:pt>
                <c:pt idx="531">
                  <c:v>0.60856378905436204</c:v>
                </c:pt>
                <c:pt idx="532">
                  <c:v>0.64293619687336545</c:v>
                </c:pt>
                <c:pt idx="533">
                  <c:v>0.67114921908910552</c:v>
                </c:pt>
                <c:pt idx="534">
                  <c:v>0.67277906500535667</c:v>
                </c:pt>
                <c:pt idx="535">
                  <c:v>0.67434521867242003</c:v>
                </c:pt>
                <c:pt idx="536">
                  <c:v>0.68647861724492965</c:v>
                </c:pt>
                <c:pt idx="537">
                  <c:v>0.6981499231718189</c:v>
                </c:pt>
                <c:pt idx="538">
                  <c:v>0.6976604155320163</c:v>
                </c:pt>
                <c:pt idx="539">
                  <c:v>0.67284994203872239</c:v>
                </c:pt>
                <c:pt idx="540">
                  <c:v>0.650163643599177</c:v>
                </c:pt>
                <c:pt idx="541">
                  <c:v>0.60464431453618062</c:v>
                </c:pt>
                <c:pt idx="542">
                  <c:v>0.53013876187764264</c:v>
                </c:pt>
                <c:pt idx="543">
                  <c:v>0.45076941649022639</c:v>
                </c:pt>
                <c:pt idx="544">
                  <c:v>0.37250449424333232</c:v>
                </c:pt>
                <c:pt idx="545">
                  <c:v>0.27632945798749631</c:v>
                </c:pt>
                <c:pt idx="546">
                  <c:v>0.2006110287986298</c:v>
                </c:pt>
                <c:pt idx="547">
                  <c:v>0.115850558858849</c:v>
                </c:pt>
                <c:pt idx="548">
                  <c:v>5.0805940977648602E-2</c:v>
                </c:pt>
                <c:pt idx="549">
                  <c:v>-2.4011395976633412E-3</c:v>
                </c:pt>
                <c:pt idx="550">
                  <c:v>-5.5884955720886982E-2</c:v>
                </c:pt>
                <c:pt idx="551">
                  <c:v>-0.1025854414102596</c:v>
                </c:pt>
                <c:pt idx="552">
                  <c:v>-0.14852007619148011</c:v>
                </c:pt>
                <c:pt idx="553">
                  <c:v>-0.1835623541625544</c:v>
                </c:pt>
                <c:pt idx="554">
                  <c:v>-0.18958311111494641</c:v>
                </c:pt>
                <c:pt idx="555">
                  <c:v>-0.19018380878239621</c:v>
                </c:pt>
                <c:pt idx="556">
                  <c:v>-0.17029703842226779</c:v>
                </c:pt>
                <c:pt idx="557">
                  <c:v>-0.13321998301348489</c:v>
                </c:pt>
                <c:pt idx="558">
                  <c:v>-0.10184826446499021</c:v>
                </c:pt>
                <c:pt idx="559">
                  <c:v>-6.6406762927136154E-2</c:v>
                </c:pt>
                <c:pt idx="560">
                  <c:v>-1.9023559493858771E-3</c:v>
                </c:pt>
                <c:pt idx="561">
                  <c:v>5.0003137359354591E-2</c:v>
                </c:pt>
                <c:pt idx="562">
                  <c:v>9.8893986416115312E-2</c:v>
                </c:pt>
                <c:pt idx="563">
                  <c:v>0.14864534281735861</c:v>
                </c:pt>
                <c:pt idx="564">
                  <c:v>0.1897442937764208</c:v>
                </c:pt>
                <c:pt idx="565">
                  <c:v>0.22793838389458709</c:v>
                </c:pt>
                <c:pt idx="566">
                  <c:v>0.26928677365092329</c:v>
                </c:pt>
                <c:pt idx="567">
                  <c:v>0.32846506299837808</c:v>
                </c:pt>
                <c:pt idx="568">
                  <c:v>0.38233253837730069</c:v>
                </c:pt>
                <c:pt idx="569">
                  <c:v>0.41992813262992662</c:v>
                </c:pt>
                <c:pt idx="570">
                  <c:v>0.45620665452420689</c:v>
                </c:pt>
                <c:pt idx="571">
                  <c:v>0.47902480368363959</c:v>
                </c:pt>
                <c:pt idx="572">
                  <c:v>0.50265168884747224</c:v>
                </c:pt>
                <c:pt idx="573">
                  <c:v>0.51901988762977846</c:v>
                </c:pt>
                <c:pt idx="574">
                  <c:v>0.52939320962923053</c:v>
                </c:pt>
                <c:pt idx="575">
                  <c:v>0.5336499109801377</c:v>
                </c:pt>
                <c:pt idx="576">
                  <c:v>0.54803566378622193</c:v>
                </c:pt>
                <c:pt idx="577">
                  <c:v>0.5786097551989472</c:v>
                </c:pt>
                <c:pt idx="578">
                  <c:v>0.59690673288304341</c:v>
                </c:pt>
                <c:pt idx="579">
                  <c:v>0.62811695898285058</c:v>
                </c:pt>
                <c:pt idx="580">
                  <c:v>0.64969672355543817</c:v>
                </c:pt>
                <c:pt idx="581">
                  <c:v>0.67368901652935376</c:v>
                </c:pt>
                <c:pt idx="582">
                  <c:v>0.68688558264812227</c:v>
                </c:pt>
                <c:pt idx="583">
                  <c:v>0.71204850788226004</c:v>
                </c:pt>
                <c:pt idx="584">
                  <c:v>0.70280432992633746</c:v>
                </c:pt>
                <c:pt idx="585">
                  <c:v>0.69278293452042172</c:v>
                </c:pt>
                <c:pt idx="586">
                  <c:v>0.67227823867715997</c:v>
                </c:pt>
                <c:pt idx="587">
                  <c:v>0.65373054330021885</c:v>
                </c:pt>
                <c:pt idx="588">
                  <c:v>0.6337323857447863</c:v>
                </c:pt>
                <c:pt idx="589">
                  <c:v>0.62893682179338206</c:v>
                </c:pt>
                <c:pt idx="590">
                  <c:v>0.62290988835689654</c:v>
                </c:pt>
                <c:pt idx="591">
                  <c:v>0.5989783320340033</c:v>
                </c:pt>
                <c:pt idx="592">
                  <c:v>0.54825962958108521</c:v>
                </c:pt>
                <c:pt idx="593">
                  <c:v>0.50421163250156065</c:v>
                </c:pt>
                <c:pt idx="594">
                  <c:v>0.45884466498691351</c:v>
                </c:pt>
                <c:pt idx="595">
                  <c:v>0.4110550344833509</c:v>
                </c:pt>
                <c:pt idx="596">
                  <c:v>0.36577297394344688</c:v>
                </c:pt>
                <c:pt idx="597">
                  <c:v>0.26010183507116519</c:v>
                </c:pt>
                <c:pt idx="598">
                  <c:v>0.23462259493513241</c:v>
                </c:pt>
                <c:pt idx="599">
                  <c:v>0.21139690618851861</c:v>
                </c:pt>
                <c:pt idx="600">
                  <c:v>0.16992212310505339</c:v>
                </c:pt>
                <c:pt idx="601">
                  <c:v>0.1469743337343582</c:v>
                </c:pt>
                <c:pt idx="602">
                  <c:v>0.1315505266759979</c:v>
                </c:pt>
                <c:pt idx="603">
                  <c:v>0.10897105981802541</c:v>
                </c:pt>
                <c:pt idx="604">
                  <c:v>0.10344149533003109</c:v>
                </c:pt>
                <c:pt idx="605">
                  <c:v>0.1128584605854228</c:v>
                </c:pt>
                <c:pt idx="606">
                  <c:v>0.1212306573110679</c:v>
                </c:pt>
                <c:pt idx="607">
                  <c:v>0.12411905829330031</c:v>
                </c:pt>
                <c:pt idx="608">
                  <c:v>0.1475818679727651</c:v>
                </c:pt>
                <c:pt idx="609">
                  <c:v>0.15252620985427259</c:v>
                </c:pt>
                <c:pt idx="610">
                  <c:v>0.15411763067141729</c:v>
                </c:pt>
                <c:pt idx="611">
                  <c:v>0.14496114377197769</c:v>
                </c:pt>
                <c:pt idx="612">
                  <c:v>0.15566202617764621</c:v>
                </c:pt>
                <c:pt idx="613">
                  <c:v>0.18814588304053739</c:v>
                </c:pt>
                <c:pt idx="614">
                  <c:v>0.24885341333824609</c:v>
                </c:pt>
                <c:pt idx="615">
                  <c:v>0.34365376991040708</c:v>
                </c:pt>
                <c:pt idx="616">
                  <c:v>0.44657377370736567</c:v>
                </c:pt>
                <c:pt idx="617">
                  <c:v>0.54678724841776438</c:v>
                </c:pt>
                <c:pt idx="618">
                  <c:v>0.66276030799775176</c:v>
                </c:pt>
                <c:pt idx="619">
                  <c:v>0.76064019002667671</c:v>
                </c:pt>
                <c:pt idx="620">
                  <c:v>0.85145574592310413</c:v>
                </c:pt>
                <c:pt idx="621">
                  <c:v>0.93747712170142117</c:v>
                </c:pt>
                <c:pt idx="622">
                  <c:v>1.038618209541222</c:v>
                </c:pt>
                <c:pt idx="623">
                  <c:v>1.104624796492615</c:v>
                </c:pt>
                <c:pt idx="624">
                  <c:v>1.1698047489650689</c:v>
                </c:pt>
                <c:pt idx="625">
                  <c:v>1.241013400980393</c:v>
                </c:pt>
                <c:pt idx="626">
                  <c:v>1.326419224235166</c:v>
                </c:pt>
                <c:pt idx="627">
                  <c:v>1.400071789246319</c:v>
                </c:pt>
                <c:pt idx="628">
                  <c:v>1.461892227211961</c:v>
                </c:pt>
                <c:pt idx="629">
                  <c:v>1.480942039712843</c:v>
                </c:pt>
                <c:pt idx="630">
                  <c:v>1.47663842624839</c:v>
                </c:pt>
                <c:pt idx="631">
                  <c:v>1.4646076527708849</c:v>
                </c:pt>
                <c:pt idx="632">
                  <c:v>1.45237378254197</c:v>
                </c:pt>
                <c:pt idx="633">
                  <c:v>1.436182507343454</c:v>
                </c:pt>
                <c:pt idx="634">
                  <c:v>1.4242757405416611</c:v>
                </c:pt>
                <c:pt idx="635">
                  <c:v>1.4297547317199351</c:v>
                </c:pt>
                <c:pt idx="636">
                  <c:v>1.4221325668932741</c:v>
                </c:pt>
                <c:pt idx="637">
                  <c:v>1.3996031044377879</c:v>
                </c:pt>
                <c:pt idx="638">
                  <c:v>1.37958777315217</c:v>
                </c:pt>
                <c:pt idx="639">
                  <c:v>1.350281776175172</c:v>
                </c:pt>
                <c:pt idx="640">
                  <c:v>1.2958557191819899</c:v>
                </c:pt>
                <c:pt idx="641">
                  <c:v>1.2399508093434479</c:v>
                </c:pt>
                <c:pt idx="642">
                  <c:v>1.1669567266323579</c:v>
                </c:pt>
                <c:pt idx="643">
                  <c:v>1.065514262967677</c:v>
                </c:pt>
                <c:pt idx="644">
                  <c:v>0.98501634819480233</c:v>
                </c:pt>
                <c:pt idx="645">
                  <c:v>0.92150012480978949</c:v>
                </c:pt>
                <c:pt idx="646">
                  <c:v>0.84995800018716716</c:v>
                </c:pt>
                <c:pt idx="647">
                  <c:v>0.74244272556925595</c:v>
                </c:pt>
                <c:pt idx="648">
                  <c:v>0.61532936506022418</c:v>
                </c:pt>
                <c:pt idx="649">
                  <c:v>0.50861572600142757</c:v>
                </c:pt>
                <c:pt idx="650">
                  <c:v>0.39002226787505212</c:v>
                </c:pt>
                <c:pt idx="651">
                  <c:v>0.27134145368675711</c:v>
                </c:pt>
                <c:pt idx="652">
                  <c:v>0.16329156390865249</c:v>
                </c:pt>
                <c:pt idx="653">
                  <c:v>5.232583501653066E-2</c:v>
                </c:pt>
                <c:pt idx="654">
                  <c:v>-1.554499768615269E-2</c:v>
                </c:pt>
                <c:pt idx="655">
                  <c:v>-6.0674967271980303E-2</c:v>
                </c:pt>
                <c:pt idx="656">
                  <c:v>-9.1581179567153101E-2</c:v>
                </c:pt>
                <c:pt idx="657">
                  <c:v>-0.12581252571100909</c:v>
                </c:pt>
                <c:pt idx="658">
                  <c:v>-0.16586003965546359</c:v>
                </c:pt>
                <c:pt idx="659">
                  <c:v>-0.20858055435946049</c:v>
                </c:pt>
                <c:pt idx="660">
                  <c:v>-0.2328504971797766</c:v>
                </c:pt>
                <c:pt idx="661">
                  <c:v>-0.24136484585893381</c:v>
                </c:pt>
                <c:pt idx="662">
                  <c:v>-0.2322826173531834</c:v>
                </c:pt>
                <c:pt idx="663">
                  <c:v>-0.21598857234839819</c:v>
                </c:pt>
                <c:pt idx="664">
                  <c:v>-0.21952786001402719</c:v>
                </c:pt>
                <c:pt idx="665">
                  <c:v>-0.20480827340503049</c:v>
                </c:pt>
                <c:pt idx="666">
                  <c:v>-0.15085555923460589</c:v>
                </c:pt>
                <c:pt idx="667">
                  <c:v>-9.6406594946766233E-2</c:v>
                </c:pt>
                <c:pt idx="668">
                  <c:v>-1.7977103426161229E-2</c:v>
                </c:pt>
                <c:pt idx="669">
                  <c:v>3.3841795762699828E-2</c:v>
                </c:pt>
                <c:pt idx="670">
                  <c:v>8.6430887190744446E-2</c:v>
                </c:pt>
                <c:pt idx="671">
                  <c:v>9.75983496438802E-2</c:v>
                </c:pt>
                <c:pt idx="672">
                  <c:v>0.13265839314247671</c:v>
                </c:pt>
                <c:pt idx="673">
                  <c:v>0.19068638876551289</c:v>
                </c:pt>
                <c:pt idx="674">
                  <c:v>0.22818949021309901</c:v>
                </c:pt>
                <c:pt idx="675">
                  <c:v>0.21536644118875389</c:v>
                </c:pt>
                <c:pt idx="676">
                  <c:v>0.19008090566667379</c:v>
                </c:pt>
                <c:pt idx="677">
                  <c:v>0.14855479666648411</c:v>
                </c:pt>
                <c:pt idx="678">
                  <c:v>0.10794885723098779</c:v>
                </c:pt>
                <c:pt idx="679">
                  <c:v>6.1190667853505992E-2</c:v>
                </c:pt>
                <c:pt idx="680">
                  <c:v>1.7367070243084731E-2</c:v>
                </c:pt>
                <c:pt idx="681">
                  <c:v>-5.4526103824354091E-2</c:v>
                </c:pt>
                <c:pt idx="682">
                  <c:v>-0.1245442854282672</c:v>
                </c:pt>
                <c:pt idx="683">
                  <c:v>-0.18208478172589501</c:v>
                </c:pt>
                <c:pt idx="684">
                  <c:v>-0.26138246860328962</c:v>
                </c:pt>
                <c:pt idx="685">
                  <c:v>-0.34442591548120638</c:v>
                </c:pt>
                <c:pt idx="686">
                  <c:v>-0.42483414220362398</c:v>
                </c:pt>
                <c:pt idx="687">
                  <c:v>-0.51994806425125062</c:v>
                </c:pt>
                <c:pt idx="688">
                  <c:v>-0.64478722706050995</c:v>
                </c:pt>
                <c:pt idx="689">
                  <c:v>-0.74023208548523889</c:v>
                </c:pt>
                <c:pt idx="690">
                  <c:v>-0.8394797936580457</c:v>
                </c:pt>
                <c:pt idx="691">
                  <c:v>-0.94266604247394503</c:v>
                </c:pt>
                <c:pt idx="692">
                  <c:v>-1.045889477830781</c:v>
                </c:pt>
                <c:pt idx="693">
                  <c:v>-1.1063012229952061</c:v>
                </c:pt>
                <c:pt idx="694">
                  <c:v>-1.1467226579712391</c:v>
                </c:pt>
                <c:pt idx="695">
                  <c:v>-1.2215597995775109</c:v>
                </c:pt>
                <c:pt idx="696">
                  <c:v>-1.278030578412455</c:v>
                </c:pt>
                <c:pt idx="697">
                  <c:v>-1.352930941498024</c:v>
                </c:pt>
                <c:pt idx="698">
                  <c:v>-1.441346632192168</c:v>
                </c:pt>
                <c:pt idx="699">
                  <c:v>-1.515309207737461</c:v>
                </c:pt>
                <c:pt idx="700">
                  <c:v>-1.5928395774187221</c:v>
                </c:pt>
                <c:pt idx="701">
                  <c:v>-1.6652074885512651</c:v>
                </c:pt>
                <c:pt idx="702">
                  <c:v>-1.7025912610485809</c:v>
                </c:pt>
                <c:pt idx="703">
                  <c:v>-1.7368715747373391</c:v>
                </c:pt>
                <c:pt idx="704">
                  <c:v>-1.787684115073543</c:v>
                </c:pt>
                <c:pt idx="705">
                  <c:v>-1.8136094789630941</c:v>
                </c:pt>
                <c:pt idx="706">
                  <c:v>-1.812602207706782</c:v>
                </c:pt>
                <c:pt idx="707">
                  <c:v>-1.798778583384407</c:v>
                </c:pt>
                <c:pt idx="708">
                  <c:v>-1.798643231291928</c:v>
                </c:pt>
                <c:pt idx="709">
                  <c:v>-1.8019906781275079</c:v>
                </c:pt>
                <c:pt idx="710">
                  <c:v>-1.791737679030829</c:v>
                </c:pt>
                <c:pt idx="711">
                  <c:v>-1.802442986689422</c:v>
                </c:pt>
                <c:pt idx="712">
                  <c:v>-1.8075874510511269</c:v>
                </c:pt>
                <c:pt idx="713">
                  <c:v>-1.80655150930442</c:v>
                </c:pt>
                <c:pt idx="714">
                  <c:v>-1.795567696799466</c:v>
                </c:pt>
                <c:pt idx="715">
                  <c:v>-1.762711496925311</c:v>
                </c:pt>
                <c:pt idx="716">
                  <c:v>-1.7143408466890679</c:v>
                </c:pt>
                <c:pt idx="717">
                  <c:v>-1.687921251838739</c:v>
                </c:pt>
                <c:pt idx="718">
                  <c:v>-1.628841827371142</c:v>
                </c:pt>
                <c:pt idx="719">
                  <c:v>-1.550224460701392</c:v>
                </c:pt>
                <c:pt idx="720">
                  <c:v>-1.472013523062268</c:v>
                </c:pt>
                <c:pt idx="721">
                  <c:v>-1.4230632118470661</c:v>
                </c:pt>
                <c:pt idx="722">
                  <c:v>-1.3688309945251631</c:v>
                </c:pt>
                <c:pt idx="723">
                  <c:v>-1.326173870133692</c:v>
                </c:pt>
                <c:pt idx="724">
                  <c:v>-1.26894027021319</c:v>
                </c:pt>
                <c:pt idx="725">
                  <c:v>-1.2266828126296681</c:v>
                </c:pt>
                <c:pt idx="726">
                  <c:v>-1.1863733486580681</c:v>
                </c:pt>
                <c:pt idx="727">
                  <c:v>-1.153181645608514</c:v>
                </c:pt>
                <c:pt idx="728">
                  <c:v>-1.106580098552467</c:v>
                </c:pt>
                <c:pt idx="729">
                  <c:v>-1.039524015470306</c:v>
                </c:pt>
                <c:pt idx="730">
                  <c:v>-0.99895370133024042</c:v>
                </c:pt>
                <c:pt idx="731">
                  <c:v>-0.95753116833079877</c:v>
                </c:pt>
                <c:pt idx="732">
                  <c:v>-0.92508959253641421</c:v>
                </c:pt>
                <c:pt idx="733">
                  <c:v>-0.91116529853146422</c:v>
                </c:pt>
                <c:pt idx="734">
                  <c:v>-0.91609326217020615</c:v>
                </c:pt>
                <c:pt idx="735">
                  <c:v>-0.92812161191661324</c:v>
                </c:pt>
                <c:pt idx="736">
                  <c:v>-0.92928050707615317</c:v>
                </c:pt>
                <c:pt idx="737">
                  <c:v>-0.90626476334728956</c:v>
                </c:pt>
                <c:pt idx="738">
                  <c:v>-0.90620036047381847</c:v>
                </c:pt>
                <c:pt idx="739">
                  <c:v>-0.93628915403822455</c:v>
                </c:pt>
                <c:pt idx="740">
                  <c:v>-0.93356242545491397</c:v>
                </c:pt>
                <c:pt idx="741">
                  <c:v>-0.91509541120581894</c:v>
                </c:pt>
                <c:pt idx="742">
                  <c:v>-0.90046172011246417</c:v>
                </c:pt>
                <c:pt idx="743">
                  <c:v>-0.88848682744189356</c:v>
                </c:pt>
                <c:pt idx="744">
                  <c:v>-0.89618773313377187</c:v>
                </c:pt>
                <c:pt idx="745">
                  <c:v>-0.8895708344848845</c:v>
                </c:pt>
                <c:pt idx="746">
                  <c:v>-0.88951106643650668</c:v>
                </c:pt>
                <c:pt idx="747">
                  <c:v>-0.88313574851689203</c:v>
                </c:pt>
                <c:pt idx="748">
                  <c:v>-0.88406393913494452</c:v>
                </c:pt>
                <c:pt idx="749">
                  <c:v>-0.89518582648177003</c:v>
                </c:pt>
                <c:pt idx="750">
                  <c:v>-0.9079928166854786</c:v>
                </c:pt>
                <c:pt idx="751">
                  <c:v>-0.9429289135918294</c:v>
                </c:pt>
                <c:pt idx="752">
                  <c:v>-1.0025347692455999</c:v>
                </c:pt>
                <c:pt idx="753">
                  <c:v>-1.0492479578306799</c:v>
                </c:pt>
                <c:pt idx="754">
                  <c:v>-1.0832352030488319</c:v>
                </c:pt>
                <c:pt idx="755">
                  <c:v>-1.142836418293065</c:v>
                </c:pt>
                <c:pt idx="756">
                  <c:v>-1.2142887040964161</c:v>
                </c:pt>
                <c:pt idx="757">
                  <c:v>-1.2554779313072331</c:v>
                </c:pt>
                <c:pt idx="758">
                  <c:v>-1.315393451687191</c:v>
                </c:pt>
                <c:pt idx="759">
                  <c:v>-1.362834287923554</c:v>
                </c:pt>
                <c:pt idx="760">
                  <c:v>-1.4022382980557211</c:v>
                </c:pt>
                <c:pt idx="761">
                  <c:v>-1.4231911086907041</c:v>
                </c:pt>
                <c:pt idx="762">
                  <c:v>-1.442867514126233</c:v>
                </c:pt>
                <c:pt idx="763">
                  <c:v>-1.4440759031645221</c:v>
                </c:pt>
                <c:pt idx="764">
                  <c:v>-1.429152652546454</c:v>
                </c:pt>
                <c:pt idx="765">
                  <c:v>-1.3920368412146391</c:v>
                </c:pt>
                <c:pt idx="766">
                  <c:v>-1.3242636743112901</c:v>
                </c:pt>
                <c:pt idx="767">
                  <c:v>-1.232524241935347</c:v>
                </c:pt>
                <c:pt idx="768">
                  <c:v>-1.1386216435911249</c:v>
                </c:pt>
                <c:pt idx="769">
                  <c:v>-1.0397254071492401</c:v>
                </c:pt>
                <c:pt idx="770">
                  <c:v>-0.92692041544145354</c:v>
                </c:pt>
                <c:pt idx="771">
                  <c:v>-0.82447609410733214</c:v>
                </c:pt>
                <c:pt idx="772">
                  <c:v>-0.72206310012650299</c:v>
                </c:pt>
                <c:pt idx="773">
                  <c:v>-0.63190790412596154</c:v>
                </c:pt>
                <c:pt idx="774">
                  <c:v>-0.57397125548159167</c:v>
                </c:pt>
                <c:pt idx="775">
                  <c:v>-0.51642626034834338</c:v>
                </c:pt>
                <c:pt idx="776">
                  <c:v>-0.47515524646806312</c:v>
                </c:pt>
                <c:pt idx="777">
                  <c:v>-0.43974629239587182</c:v>
                </c:pt>
                <c:pt idx="778">
                  <c:v>-0.40421024283652052</c:v>
                </c:pt>
                <c:pt idx="779">
                  <c:v>-0.35724966705082051</c:v>
                </c:pt>
                <c:pt idx="780">
                  <c:v>-0.31231097593664209</c:v>
                </c:pt>
                <c:pt idx="781">
                  <c:v>-0.2830587086530279</c:v>
                </c:pt>
                <c:pt idx="782">
                  <c:v>-0.28064066794673692</c:v>
                </c:pt>
                <c:pt idx="783">
                  <c:v>-0.27899162008336192</c:v>
                </c:pt>
                <c:pt idx="784">
                  <c:v>-0.28643768008245563</c:v>
                </c:pt>
                <c:pt idx="785">
                  <c:v>-0.29206976137511781</c:v>
                </c:pt>
                <c:pt idx="786">
                  <c:v>-0.26726941510503149</c:v>
                </c:pt>
                <c:pt idx="787">
                  <c:v>-0.24703838386494531</c:v>
                </c:pt>
                <c:pt idx="788">
                  <c:v>-0.19178147155538081</c:v>
                </c:pt>
                <c:pt idx="789">
                  <c:v>-9.1261615712137312E-2</c:v>
                </c:pt>
                <c:pt idx="790">
                  <c:v>3.4444690940121999E-3</c:v>
                </c:pt>
                <c:pt idx="791">
                  <c:v>9.5085458093584943E-2</c:v>
                </c:pt>
                <c:pt idx="792">
                  <c:v>0.19956332988558381</c:v>
                </c:pt>
                <c:pt idx="793">
                  <c:v>0.3191501106684787</c:v>
                </c:pt>
                <c:pt idx="794">
                  <c:v>0.40761491118778198</c:v>
                </c:pt>
                <c:pt idx="795">
                  <c:v>0.47587906728261919</c:v>
                </c:pt>
                <c:pt idx="796">
                  <c:v>0.53453755461232599</c:v>
                </c:pt>
                <c:pt idx="797">
                  <c:v>0.60165565215538086</c:v>
                </c:pt>
                <c:pt idx="798">
                  <c:v>0.67258601530961626</c:v>
                </c:pt>
                <c:pt idx="799">
                  <c:v>0.7638798564369419</c:v>
                </c:pt>
                <c:pt idx="800">
                  <c:v>0.83152732931060458</c:v>
                </c:pt>
                <c:pt idx="801">
                  <c:v>0.86853750591819912</c:v>
                </c:pt>
                <c:pt idx="802">
                  <c:v>0.90340915388179377</c:v>
                </c:pt>
                <c:pt idx="803">
                  <c:v>0.84898861707828488</c:v>
                </c:pt>
                <c:pt idx="804">
                  <c:v>0.75538738361979463</c:v>
                </c:pt>
                <c:pt idx="805">
                  <c:v>0.63794158246583954</c:v>
                </c:pt>
                <c:pt idx="806">
                  <c:v>0.5214785429649027</c:v>
                </c:pt>
              </c:numCache>
            </c:numRef>
          </c:val>
          <c:smooth val="0"/>
          <c:extLst>
            <c:ext xmlns:c16="http://schemas.microsoft.com/office/drawing/2014/chart" uri="{C3380CC4-5D6E-409C-BE32-E72D297353CC}">
              <c16:uniqueId val="{00000001-870E-411E-817D-5EB07B6BEB36}"/>
            </c:ext>
          </c:extLst>
        </c:ser>
        <c:dLbls>
          <c:showLegendKey val="0"/>
          <c:showVal val="0"/>
          <c:showCatName val="0"/>
          <c:showSerName val="0"/>
          <c:showPercent val="0"/>
          <c:showBubbleSize val="0"/>
        </c:dLbls>
        <c:marker val="1"/>
        <c:smooth val="0"/>
        <c:axId val="338703552"/>
        <c:axId val="338698752"/>
      </c:lineChart>
      <c:lineChart>
        <c:grouping val="standard"/>
        <c:varyColors val="0"/>
        <c:ser>
          <c:idx val="1"/>
          <c:order val="1"/>
          <c:tx>
            <c:v>Ibovespa</c:v>
          </c:tx>
          <c:spPr>
            <a:ln w="22225" cap="rnd">
              <a:solidFill>
                <a:srgbClr val="1F2F44"/>
              </a:solidFill>
              <a:round/>
            </a:ln>
            <a:effectLst/>
          </c:spPr>
          <c:marker>
            <c:symbol val="none"/>
          </c:marker>
          <c:cat>
            <c:numRef>
              <c:f>'Composite treatment'!$E$5:$E$50000</c:f>
              <c:numCache>
                <c:formatCode>0.00</c:formatCode>
                <c:ptCount val="49996"/>
                <c:pt idx="0">
                  <c:v>119379.5</c:v>
                </c:pt>
                <c:pt idx="1">
                  <c:v>119090.24000000001</c:v>
                </c:pt>
                <c:pt idx="2">
                  <c:v>118408.77</c:v>
                </c:pt>
                <c:pt idx="3">
                  <c:v>118349.6</c:v>
                </c:pt>
                <c:pt idx="4">
                  <c:v>118065.14</c:v>
                </c:pt>
                <c:pt idx="5">
                  <c:v>116809.55</c:v>
                </c:pt>
                <c:pt idx="6">
                  <c:v>116171.42</c:v>
                </c:pt>
                <c:pt idx="7">
                  <c:v>115591.52</c:v>
                </c:pt>
                <c:pt idx="8">
                  <c:v>114982.3</c:v>
                </c:pt>
                <c:pt idx="9">
                  <c:v>115408.52</c:v>
                </c:pt>
                <c:pt idx="10">
                  <c:v>114429.35</c:v>
                </c:pt>
                <c:pt idx="11">
                  <c:v>116156.01</c:v>
                </c:pt>
                <c:pt idx="12">
                  <c:v>118134.59</c:v>
                </c:pt>
                <c:pt idx="13">
                  <c:v>117025.60000000001</c:v>
                </c:pt>
                <c:pt idx="14">
                  <c:v>115837.2</c:v>
                </c:pt>
                <c:pt idx="15">
                  <c:v>117120.98</c:v>
                </c:pt>
                <c:pt idx="16">
                  <c:v>118403.61</c:v>
                </c:pt>
                <c:pt idx="17">
                  <c:v>117535.1</c:v>
                </c:pt>
                <c:pt idx="18">
                  <c:v>115741.81</c:v>
                </c:pt>
                <c:pt idx="19">
                  <c:v>117892.96</c:v>
                </c:pt>
                <c:pt idx="20">
                  <c:v>117776.62</c:v>
                </c:pt>
                <c:pt idx="21">
                  <c:v>117331.3</c:v>
                </c:pt>
                <c:pt idx="22">
                  <c:v>115985.34</c:v>
                </c:pt>
                <c:pt idx="23">
                  <c:v>115313.4</c:v>
                </c:pt>
                <c:pt idx="24">
                  <c:v>116883.34</c:v>
                </c:pt>
                <c:pt idx="25">
                  <c:v>117968.12</c:v>
                </c:pt>
                <c:pt idx="26">
                  <c:v>118175.97</c:v>
                </c:pt>
                <c:pt idx="27">
                  <c:v>119391.55</c:v>
                </c:pt>
                <c:pt idx="28">
                  <c:v>118757.53</c:v>
                </c:pt>
                <c:pt idx="29">
                  <c:v>118288.21</c:v>
                </c:pt>
                <c:pt idx="30">
                  <c:v>117845.78</c:v>
                </c:pt>
                <c:pt idx="31">
                  <c:v>118695.32</c:v>
                </c:pt>
                <c:pt idx="32">
                  <c:v>116145.05</c:v>
                </c:pt>
                <c:pt idx="33">
                  <c:v>116008.64</c:v>
                </c:pt>
                <c:pt idx="34">
                  <c:v>115924.61</c:v>
                </c:pt>
                <c:pt idx="35">
                  <c:v>114193.43</c:v>
                </c:pt>
                <c:pt idx="36">
                  <c:v>114327.05</c:v>
                </c:pt>
                <c:pt idx="37">
                  <c:v>115730.76</c:v>
                </c:pt>
                <c:pt idx="38">
                  <c:v>116565.17</c:v>
                </c:pt>
                <c:pt idx="39">
                  <c:v>115056.86</c:v>
                </c:pt>
                <c:pt idx="40">
                  <c:v>113419.04</c:v>
                </c:pt>
                <c:pt idx="41">
                  <c:v>113607.45</c:v>
                </c:pt>
                <c:pt idx="42">
                  <c:v>113284.08</c:v>
                </c:pt>
                <c:pt idx="43">
                  <c:v>114169.63</c:v>
                </c:pt>
                <c:pt idx="44">
                  <c:v>115156.07</c:v>
                </c:pt>
                <c:pt idx="45">
                  <c:v>116736.95</c:v>
                </c:pt>
                <c:pt idx="46">
                  <c:v>117050.74</c:v>
                </c:pt>
                <c:pt idx="47">
                  <c:v>115754.08</c:v>
                </c:pt>
                <c:pt idx="48">
                  <c:v>116533.85</c:v>
                </c:pt>
                <c:pt idx="49">
                  <c:v>115908.43</c:v>
                </c:pt>
                <c:pt idx="50">
                  <c:v>114059.64</c:v>
                </c:pt>
                <c:pt idx="51">
                  <c:v>114004.3</c:v>
                </c:pt>
                <c:pt idx="52">
                  <c:v>113155.28</c:v>
                </c:pt>
                <c:pt idx="53">
                  <c:v>112784.52</c:v>
                </c:pt>
                <c:pt idx="54">
                  <c:v>113761.9</c:v>
                </c:pt>
                <c:pt idx="55">
                  <c:v>112829.97</c:v>
                </c:pt>
                <c:pt idx="56">
                  <c:v>114776.86</c:v>
                </c:pt>
                <c:pt idx="57">
                  <c:v>113301.35</c:v>
                </c:pt>
                <c:pt idx="58">
                  <c:v>112531.52</c:v>
                </c:pt>
                <c:pt idx="59">
                  <c:v>113143.67</c:v>
                </c:pt>
                <c:pt idx="60">
                  <c:v>115052.96</c:v>
                </c:pt>
                <c:pt idx="61">
                  <c:v>118159.97</c:v>
                </c:pt>
                <c:pt idx="62">
                  <c:v>118431.25</c:v>
                </c:pt>
                <c:pt idx="63">
                  <c:v>119268.06</c:v>
                </c:pt>
                <c:pt idx="64">
                  <c:v>119176.67</c:v>
                </c:pt>
                <c:pt idx="65">
                  <c:v>119034.14</c:v>
                </c:pt>
                <c:pt idx="66">
                  <c:v>120568.14</c:v>
                </c:pt>
                <c:pt idx="67">
                  <c:v>120410.17</c:v>
                </c:pt>
                <c:pt idx="68">
                  <c:v>123165.75999999999</c:v>
                </c:pt>
                <c:pt idx="69">
                  <c:v>124639.24</c:v>
                </c:pt>
                <c:pt idx="70">
                  <c:v>124773.21</c:v>
                </c:pt>
                <c:pt idx="71">
                  <c:v>125957.06</c:v>
                </c:pt>
                <c:pt idx="72">
                  <c:v>125626.03</c:v>
                </c:pt>
                <c:pt idx="73">
                  <c:v>126035.3</c:v>
                </c:pt>
                <c:pt idx="74">
                  <c:v>126575.75</c:v>
                </c:pt>
                <c:pt idx="75">
                  <c:v>125517.27</c:v>
                </c:pt>
                <c:pt idx="76">
                  <c:v>125731.45</c:v>
                </c:pt>
                <c:pt idx="77">
                  <c:v>126538.32</c:v>
                </c:pt>
                <c:pt idx="78">
                  <c:v>126165.64</c:v>
                </c:pt>
                <c:pt idx="79">
                  <c:v>127331.12</c:v>
                </c:pt>
                <c:pt idx="80">
                  <c:v>128184.91</c:v>
                </c:pt>
                <c:pt idx="81">
                  <c:v>126802.79</c:v>
                </c:pt>
                <c:pt idx="82">
                  <c:v>126903.25</c:v>
                </c:pt>
                <c:pt idx="83">
                  <c:v>125622.65</c:v>
                </c:pt>
                <c:pt idx="84">
                  <c:v>126009.57</c:v>
                </c:pt>
                <c:pt idx="85">
                  <c:v>127093.57</c:v>
                </c:pt>
                <c:pt idx="86">
                  <c:v>126916.41</c:v>
                </c:pt>
                <c:pt idx="87">
                  <c:v>126403.03</c:v>
                </c:pt>
                <c:pt idx="88">
                  <c:v>129465.08</c:v>
                </c:pt>
                <c:pt idx="89">
                  <c:v>130842.09</c:v>
                </c:pt>
                <c:pt idx="90">
                  <c:v>130197.1</c:v>
                </c:pt>
                <c:pt idx="91">
                  <c:v>131083.82</c:v>
                </c:pt>
                <c:pt idx="92">
                  <c:v>131850.9</c:v>
                </c:pt>
                <c:pt idx="93">
                  <c:v>130804.17</c:v>
                </c:pt>
                <c:pt idx="94">
                  <c:v>132182.01</c:v>
                </c:pt>
                <c:pt idx="95">
                  <c:v>132752.93</c:v>
                </c:pt>
                <c:pt idx="96">
                  <c:v>133532.92000000001</c:v>
                </c:pt>
                <c:pt idx="97">
                  <c:v>134193.72</c:v>
                </c:pt>
                <c:pt idx="98">
                  <c:v>134185.24</c:v>
                </c:pt>
                <c:pt idx="99">
                  <c:v>132696.63</c:v>
                </c:pt>
                <c:pt idx="100">
                  <c:v>132833.95000000001</c:v>
                </c:pt>
                <c:pt idx="101">
                  <c:v>131225.91</c:v>
                </c:pt>
                <c:pt idx="102">
                  <c:v>132022.92000000001</c:v>
                </c:pt>
                <c:pt idx="103">
                  <c:v>132426.54</c:v>
                </c:pt>
                <c:pt idx="104">
                  <c:v>131446.59</c:v>
                </c:pt>
                <c:pt idx="105">
                  <c:v>130841.09</c:v>
                </c:pt>
                <c:pt idx="106">
                  <c:v>130648.75</c:v>
                </c:pt>
                <c:pt idx="107">
                  <c:v>130987.67</c:v>
                </c:pt>
                <c:pt idx="108">
                  <c:v>131520.91</c:v>
                </c:pt>
                <c:pt idx="109">
                  <c:v>129294.04</c:v>
                </c:pt>
                <c:pt idx="110">
                  <c:v>128523.83</c:v>
                </c:pt>
                <c:pt idx="111">
                  <c:v>127315.74</c:v>
                </c:pt>
                <c:pt idx="112">
                  <c:v>127635.65</c:v>
                </c:pt>
                <c:pt idx="113">
                  <c:v>126601.55</c:v>
                </c:pt>
                <c:pt idx="114">
                  <c:v>128262.52</c:v>
                </c:pt>
                <c:pt idx="115">
                  <c:v>127815.7</c:v>
                </c:pt>
                <c:pt idx="116">
                  <c:v>128168.73</c:v>
                </c:pt>
                <c:pt idx="117">
                  <c:v>128967.32</c:v>
                </c:pt>
                <c:pt idx="118">
                  <c:v>128502.66</c:v>
                </c:pt>
                <c:pt idx="119">
                  <c:v>127401.81</c:v>
                </c:pt>
                <c:pt idx="120">
                  <c:v>127752.28</c:v>
                </c:pt>
                <c:pt idx="121">
                  <c:v>128481.02</c:v>
                </c:pt>
                <c:pt idx="122">
                  <c:v>127182.25</c:v>
                </c:pt>
                <c:pt idx="123">
                  <c:v>127593.49</c:v>
                </c:pt>
                <c:pt idx="124">
                  <c:v>130416.31</c:v>
                </c:pt>
                <c:pt idx="125">
                  <c:v>129949.9</c:v>
                </c:pt>
                <c:pt idx="126">
                  <c:v>128216.92</c:v>
                </c:pt>
                <c:pt idx="127">
                  <c:v>128025.7</c:v>
                </c:pt>
                <c:pt idx="128">
                  <c:v>127018.29</c:v>
                </c:pt>
                <c:pt idx="129">
                  <c:v>127804.13</c:v>
                </c:pt>
                <c:pt idx="130">
                  <c:v>128725.88</c:v>
                </c:pt>
                <c:pt idx="131">
                  <c:v>129035.74</c:v>
                </c:pt>
                <c:pt idx="132">
                  <c:v>129916.11</c:v>
                </c:pt>
                <c:pt idx="133">
                  <c:v>130031.58</c:v>
                </c:pt>
                <c:pt idx="134">
                  <c:v>130240.55</c:v>
                </c:pt>
                <c:pt idx="135">
                  <c:v>129418.73</c:v>
                </c:pt>
                <c:pt idx="136">
                  <c:v>129609.05</c:v>
                </c:pt>
                <c:pt idx="137">
                  <c:v>131689.37</c:v>
                </c:pt>
                <c:pt idx="138">
                  <c:v>130155.43</c:v>
                </c:pt>
                <c:pt idx="139">
                  <c:v>129020.02</c:v>
                </c:pt>
                <c:pt idx="140">
                  <c:v>129180.37</c:v>
                </c:pt>
                <c:pt idx="141">
                  <c:v>128340.54</c:v>
                </c:pt>
                <c:pt idx="142">
                  <c:v>128098.11</c:v>
                </c:pt>
                <c:pt idx="143">
                  <c:v>128890.23</c:v>
                </c:pt>
                <c:pt idx="144">
                  <c:v>128339.76</c:v>
                </c:pt>
                <c:pt idx="145">
                  <c:v>127070.79</c:v>
                </c:pt>
                <c:pt idx="146">
                  <c:v>126123.56</c:v>
                </c:pt>
                <c:pt idx="147">
                  <c:v>127667.84</c:v>
                </c:pt>
                <c:pt idx="148">
                  <c:v>128006.05</c:v>
                </c:pt>
                <c:pt idx="149">
                  <c:v>127689.97</c:v>
                </c:pt>
                <c:pt idx="150">
                  <c:v>126741.81</c:v>
                </c:pt>
                <c:pt idx="151">
                  <c:v>126954.18</c:v>
                </c:pt>
                <c:pt idx="152">
                  <c:v>127528.85</c:v>
                </c:pt>
                <c:pt idx="153">
                  <c:v>129124.83</c:v>
                </c:pt>
                <c:pt idx="154">
                  <c:v>128158.57</c:v>
                </c:pt>
                <c:pt idx="155">
                  <c:v>127027.1</c:v>
                </c:pt>
                <c:pt idx="156">
                  <c:v>126931.47</c:v>
                </c:pt>
                <c:pt idx="157">
                  <c:v>126863.02</c:v>
                </c:pt>
                <c:pt idx="158">
                  <c:v>127690.62</c:v>
                </c:pt>
                <c:pt idx="159">
                  <c:v>128106.1</c:v>
                </c:pt>
                <c:pt idx="160">
                  <c:v>126990.45</c:v>
                </c:pt>
                <c:pt idx="161">
                  <c:v>127548.52</c:v>
                </c:pt>
                <c:pt idx="162">
                  <c:v>127318.39</c:v>
                </c:pt>
                <c:pt idx="163">
                  <c:v>127427.53</c:v>
                </c:pt>
                <c:pt idx="164">
                  <c:v>126795.41</c:v>
                </c:pt>
                <c:pt idx="165">
                  <c:v>128857.16</c:v>
                </c:pt>
                <c:pt idx="166">
                  <c:v>129890.37</c:v>
                </c:pt>
                <c:pt idx="167">
                  <c:v>128053.74</c:v>
                </c:pt>
                <c:pt idx="168">
                  <c:v>127396.35</c:v>
                </c:pt>
                <c:pt idx="169">
                  <c:v>125946.09</c:v>
                </c:pt>
                <c:pt idx="170">
                  <c:v>125333.89</c:v>
                </c:pt>
                <c:pt idx="171">
                  <c:v>124388.62</c:v>
                </c:pt>
                <c:pt idx="172">
                  <c:v>124171.15</c:v>
                </c:pt>
                <c:pt idx="173">
                  <c:v>124196.18</c:v>
                </c:pt>
                <c:pt idx="174">
                  <c:v>125124.3</c:v>
                </c:pt>
                <c:pt idx="175">
                  <c:v>125573.16</c:v>
                </c:pt>
                <c:pt idx="176">
                  <c:v>125148.07</c:v>
                </c:pt>
                <c:pt idx="177">
                  <c:v>124740.69</c:v>
                </c:pt>
                <c:pt idx="178">
                  <c:v>124645.58</c:v>
                </c:pt>
                <c:pt idx="179">
                  <c:v>126526.27</c:v>
                </c:pt>
                <c:pt idx="180">
                  <c:v>127351.79</c:v>
                </c:pt>
                <c:pt idx="181">
                  <c:v>125924.19</c:v>
                </c:pt>
                <c:pt idx="182">
                  <c:v>127122.25</c:v>
                </c:pt>
                <c:pt idx="183">
                  <c:v>128508.67</c:v>
                </c:pt>
                <c:pt idx="184">
                  <c:v>128465.69</c:v>
                </c:pt>
                <c:pt idx="185">
                  <c:v>129210.48</c:v>
                </c:pt>
                <c:pt idx="186">
                  <c:v>129480.89</c:v>
                </c:pt>
                <c:pt idx="187">
                  <c:v>128188.34</c:v>
                </c:pt>
                <c:pt idx="188">
                  <c:v>127599.57</c:v>
                </c:pt>
                <c:pt idx="189">
                  <c:v>128154.79</c:v>
                </c:pt>
                <c:pt idx="190">
                  <c:v>128515.49</c:v>
                </c:pt>
                <c:pt idx="191">
                  <c:v>128027.59</c:v>
                </c:pt>
                <c:pt idx="192">
                  <c:v>128283.62</c:v>
                </c:pt>
                <c:pt idx="193">
                  <c:v>128150.71</c:v>
                </c:pt>
                <c:pt idx="194">
                  <c:v>127750.92</c:v>
                </c:pt>
                <c:pt idx="195">
                  <c:v>127411.55</c:v>
                </c:pt>
                <c:pt idx="196">
                  <c:v>125650.03</c:v>
                </c:pt>
                <c:pt idx="197">
                  <c:v>124729.4</c:v>
                </c:pt>
                <c:pt idx="198">
                  <c:v>124305.57</c:v>
                </c:pt>
                <c:pt idx="199">
                  <c:v>124495.67999999999</c:v>
                </c:pt>
                <c:pt idx="200">
                  <c:v>123779.54</c:v>
                </c:pt>
                <c:pt idx="201">
                  <c:v>122707.28</c:v>
                </c:pt>
                <c:pt idx="202">
                  <c:v>122098.09</c:v>
                </c:pt>
                <c:pt idx="203">
                  <c:v>122031.58</c:v>
                </c:pt>
                <c:pt idx="204">
                  <c:v>121802.06</c:v>
                </c:pt>
                <c:pt idx="205">
                  <c:v>121407.33</c:v>
                </c:pt>
                <c:pt idx="206">
                  <c:v>122898.8</c:v>
                </c:pt>
                <c:pt idx="207">
                  <c:v>120767.19</c:v>
                </c:pt>
                <c:pt idx="208">
                  <c:v>120759.51</c:v>
                </c:pt>
                <c:pt idx="209">
                  <c:v>121635.06</c:v>
                </c:pt>
                <c:pt idx="210">
                  <c:v>119936.02</c:v>
                </c:pt>
                <c:pt idx="211">
                  <c:v>119567.53</c:v>
                </c:pt>
                <c:pt idx="212">
                  <c:v>119662.38</c:v>
                </c:pt>
                <c:pt idx="213">
                  <c:v>119137.86</c:v>
                </c:pt>
                <c:pt idx="214">
                  <c:v>119630.44</c:v>
                </c:pt>
                <c:pt idx="215">
                  <c:v>120261.34</c:v>
                </c:pt>
                <c:pt idx="216">
                  <c:v>120445.91</c:v>
                </c:pt>
                <c:pt idx="217">
                  <c:v>121341.13</c:v>
                </c:pt>
                <c:pt idx="218">
                  <c:v>122636.96</c:v>
                </c:pt>
                <c:pt idx="219">
                  <c:v>122331.39</c:v>
                </c:pt>
                <c:pt idx="220">
                  <c:v>122641.3</c:v>
                </c:pt>
                <c:pt idx="221">
                  <c:v>124307.83</c:v>
                </c:pt>
                <c:pt idx="222">
                  <c:v>123906.55</c:v>
                </c:pt>
                <c:pt idx="223">
                  <c:v>124718.07</c:v>
                </c:pt>
                <c:pt idx="224">
                  <c:v>124787.08</c:v>
                </c:pt>
                <c:pt idx="225">
                  <c:v>125661.89</c:v>
                </c:pt>
                <c:pt idx="226">
                  <c:v>126163.98</c:v>
                </c:pt>
                <c:pt idx="227">
                  <c:v>126267.05</c:v>
                </c:pt>
                <c:pt idx="228">
                  <c:v>126548.34</c:v>
                </c:pt>
                <c:pt idx="229">
                  <c:v>127108.22</c:v>
                </c:pt>
                <c:pt idx="230">
                  <c:v>127218.24000000001</c:v>
                </c:pt>
                <c:pt idx="231">
                  <c:v>128293.61</c:v>
                </c:pt>
                <c:pt idx="232">
                  <c:v>128896.98</c:v>
                </c:pt>
                <c:pt idx="233">
                  <c:v>129320.96000000001</c:v>
                </c:pt>
                <c:pt idx="234">
                  <c:v>129110.38</c:v>
                </c:pt>
                <c:pt idx="235">
                  <c:v>129450.32</c:v>
                </c:pt>
                <c:pt idx="236">
                  <c:v>127652.06</c:v>
                </c:pt>
                <c:pt idx="237">
                  <c:v>127616.46</c:v>
                </c:pt>
                <c:pt idx="238">
                  <c:v>127859.63</c:v>
                </c:pt>
                <c:pt idx="239">
                  <c:v>126589.84</c:v>
                </c:pt>
                <c:pt idx="240">
                  <c:v>126422.73</c:v>
                </c:pt>
                <c:pt idx="241">
                  <c:v>125954.09</c:v>
                </c:pt>
                <c:pt idx="242">
                  <c:v>127492.49</c:v>
                </c:pt>
                <c:pt idx="243">
                  <c:v>126953.86</c:v>
                </c:pt>
                <c:pt idx="244">
                  <c:v>126139.21</c:v>
                </c:pt>
                <c:pt idx="245">
                  <c:v>127651.81</c:v>
                </c:pt>
                <c:pt idx="246">
                  <c:v>127395.1</c:v>
                </c:pt>
                <c:pt idx="247">
                  <c:v>125854.09</c:v>
                </c:pt>
                <c:pt idx="248">
                  <c:v>125269.54</c:v>
                </c:pt>
                <c:pt idx="249">
                  <c:v>126266.7</c:v>
                </c:pt>
                <c:pt idx="250">
                  <c:v>127513.88</c:v>
                </c:pt>
                <c:pt idx="251">
                  <c:v>128660.88</c:v>
                </c:pt>
                <c:pt idx="252">
                  <c:v>130614.59</c:v>
                </c:pt>
                <c:pt idx="253">
                  <c:v>131115.9</c:v>
                </c:pt>
                <c:pt idx="254">
                  <c:v>132397.97</c:v>
                </c:pt>
                <c:pt idx="255">
                  <c:v>133317.66</c:v>
                </c:pt>
                <c:pt idx="256">
                  <c:v>134153.42000000001</c:v>
                </c:pt>
                <c:pt idx="257">
                  <c:v>133953.25</c:v>
                </c:pt>
                <c:pt idx="258">
                  <c:v>135777.98000000001</c:v>
                </c:pt>
                <c:pt idx="259">
                  <c:v>136087.41</c:v>
                </c:pt>
                <c:pt idx="260">
                  <c:v>136463.65</c:v>
                </c:pt>
                <c:pt idx="261">
                  <c:v>135173.39000000001</c:v>
                </c:pt>
                <c:pt idx="262">
                  <c:v>135608.47</c:v>
                </c:pt>
                <c:pt idx="263">
                  <c:v>136888.71</c:v>
                </c:pt>
                <c:pt idx="264">
                  <c:v>136775.91</c:v>
                </c:pt>
                <c:pt idx="265">
                  <c:v>137343.96</c:v>
                </c:pt>
                <c:pt idx="266">
                  <c:v>136041.35</c:v>
                </c:pt>
                <c:pt idx="267">
                  <c:v>136004.01</c:v>
                </c:pt>
                <c:pt idx="268">
                  <c:v>134906.07</c:v>
                </c:pt>
                <c:pt idx="269">
                  <c:v>134353.48000000001</c:v>
                </c:pt>
                <c:pt idx="270">
                  <c:v>136110.73000000001</c:v>
                </c:pt>
                <c:pt idx="271">
                  <c:v>136502.49</c:v>
                </c:pt>
                <c:pt idx="272">
                  <c:v>134572.45000000001</c:v>
                </c:pt>
                <c:pt idx="273">
                  <c:v>134737.21</c:v>
                </c:pt>
                <c:pt idx="274">
                  <c:v>134319.57999999999</c:v>
                </c:pt>
                <c:pt idx="275">
                  <c:v>134676.75</c:v>
                </c:pt>
                <c:pt idx="276">
                  <c:v>134029.43</c:v>
                </c:pt>
                <c:pt idx="277">
                  <c:v>134881.95000000001</c:v>
                </c:pt>
                <c:pt idx="278">
                  <c:v>135118.22</c:v>
                </c:pt>
                <c:pt idx="279">
                  <c:v>134960.19</c:v>
                </c:pt>
                <c:pt idx="280">
                  <c:v>133747.69</c:v>
                </c:pt>
                <c:pt idx="281">
                  <c:v>133122.67000000001</c:v>
                </c:pt>
                <c:pt idx="282">
                  <c:v>131065.44</c:v>
                </c:pt>
                <c:pt idx="283">
                  <c:v>130568.37</c:v>
                </c:pt>
                <c:pt idx="284">
                  <c:v>132155.76</c:v>
                </c:pt>
                <c:pt idx="285">
                  <c:v>131586.45000000001</c:v>
                </c:pt>
                <c:pt idx="286">
                  <c:v>133009.78</c:v>
                </c:pt>
                <c:pt idx="287">
                  <c:v>132730.35999999999</c:v>
                </c:pt>
                <c:pt idx="288">
                  <c:v>131816.44</c:v>
                </c:pt>
                <c:pt idx="289">
                  <c:v>132495.16</c:v>
                </c:pt>
                <c:pt idx="290">
                  <c:v>133514.94</c:v>
                </c:pt>
                <c:pt idx="291">
                  <c:v>131671.51</c:v>
                </c:pt>
                <c:pt idx="292">
                  <c:v>131791.54999999999</c:v>
                </c:pt>
                <c:pt idx="293">
                  <c:v>132017.84</c:v>
                </c:pt>
                <c:pt idx="294">
                  <c:v>131511.73000000001</c:v>
                </c:pt>
                <c:pt idx="295">
                  <c:v>129962.06</c:v>
                </c:pt>
                <c:pt idx="296">
                  <c:v>130352.86</c:v>
                </c:pt>
                <c:pt idx="297">
                  <c:v>129992.29</c:v>
                </c:pt>
                <c:pt idx="298">
                  <c:v>131005.25</c:v>
                </c:pt>
                <c:pt idx="299">
                  <c:v>131043.27</c:v>
                </c:pt>
                <c:pt idx="300">
                  <c:v>131749.72</c:v>
                </c:pt>
                <c:pt idx="301">
                  <c:v>130793.41</c:v>
                </c:pt>
                <c:pt idx="302">
                  <c:v>130499.26</c:v>
                </c:pt>
                <c:pt idx="303">
                  <c:v>130361.56</c:v>
                </c:pt>
                <c:pt idx="304">
                  <c:v>129951.37</c:v>
                </c:pt>
                <c:pt idx="305">
                  <c:v>129233.11</c:v>
                </c:pt>
                <c:pt idx="306">
                  <c:v>130066.95</c:v>
                </c:pt>
                <c:pt idx="307">
                  <c:v>129893.32</c:v>
                </c:pt>
                <c:pt idx="308">
                  <c:v>131212.57999999999</c:v>
                </c:pt>
                <c:pt idx="309">
                  <c:v>130729.93</c:v>
                </c:pt>
                <c:pt idx="310">
                  <c:v>130639.33</c:v>
                </c:pt>
                <c:pt idx="311">
                  <c:v>129713.33</c:v>
                </c:pt>
                <c:pt idx="312">
                  <c:v>128120.75</c:v>
                </c:pt>
                <c:pt idx="313">
                  <c:v>130514.79</c:v>
                </c:pt>
                <c:pt idx="314">
                  <c:v>130660.75</c:v>
                </c:pt>
                <c:pt idx="315">
                  <c:v>130340.92</c:v>
                </c:pt>
                <c:pt idx="316">
                  <c:v>129681.7</c:v>
                </c:pt>
                <c:pt idx="317">
                  <c:v>127829.8</c:v>
                </c:pt>
                <c:pt idx="318">
                  <c:v>127873.7</c:v>
                </c:pt>
                <c:pt idx="319">
                  <c:v>127698.32</c:v>
                </c:pt>
                <c:pt idx="320">
                  <c:v>127733.88</c:v>
                </c:pt>
                <c:pt idx="321">
                  <c:v>127791.6</c:v>
                </c:pt>
                <c:pt idx="322">
                  <c:v>127768.19</c:v>
                </c:pt>
                <c:pt idx="323">
                  <c:v>128197.25</c:v>
                </c:pt>
                <c:pt idx="324">
                  <c:v>126922.11</c:v>
                </c:pt>
                <c:pt idx="325">
                  <c:v>129125.51</c:v>
                </c:pt>
                <c:pt idx="326">
                  <c:v>129036.1</c:v>
                </c:pt>
                <c:pt idx="327">
                  <c:v>129922.38</c:v>
                </c:pt>
                <c:pt idx="328">
                  <c:v>127668.61</c:v>
                </c:pt>
                <c:pt idx="329">
                  <c:v>124610.41</c:v>
                </c:pt>
                <c:pt idx="330">
                  <c:v>125667.83</c:v>
                </c:pt>
                <c:pt idx="331">
                  <c:v>125235.54</c:v>
                </c:pt>
                <c:pt idx="332">
                  <c:v>126139.2</c:v>
                </c:pt>
                <c:pt idx="333">
                  <c:v>126087.02</c:v>
                </c:pt>
                <c:pt idx="334">
                  <c:v>127857.58</c:v>
                </c:pt>
                <c:pt idx="335">
                  <c:v>125945.67</c:v>
                </c:pt>
                <c:pt idx="336">
                  <c:v>127210.19</c:v>
                </c:pt>
                <c:pt idx="337">
                  <c:v>128228.49</c:v>
                </c:pt>
                <c:pt idx="338">
                  <c:v>129593.31</c:v>
                </c:pt>
                <c:pt idx="339">
                  <c:v>126042.21</c:v>
                </c:pt>
                <c:pt idx="340">
                  <c:v>124612.22</c:v>
                </c:pt>
                <c:pt idx="341">
                  <c:v>123560.06</c:v>
                </c:pt>
                <c:pt idx="342">
                  <c:v>124698.04</c:v>
                </c:pt>
                <c:pt idx="343">
                  <c:v>120771.88</c:v>
                </c:pt>
                <c:pt idx="344">
                  <c:v>121187.91</c:v>
                </c:pt>
                <c:pt idx="345">
                  <c:v>122102.15</c:v>
                </c:pt>
                <c:pt idx="346">
                  <c:v>120766.57</c:v>
                </c:pt>
                <c:pt idx="347">
                  <c:v>121077.5</c:v>
                </c:pt>
                <c:pt idx="348">
                  <c:v>120269.31</c:v>
                </c:pt>
                <c:pt idx="349">
                  <c:v>120283.4</c:v>
                </c:pt>
                <c:pt idx="350">
                  <c:v>120125.39</c:v>
                </c:pt>
                <c:pt idx="351">
                  <c:v>118532.68</c:v>
                </c:pt>
                <c:pt idx="352">
                  <c:v>120021.52</c:v>
                </c:pt>
                <c:pt idx="353">
                  <c:v>121162.66</c:v>
                </c:pt>
                <c:pt idx="354">
                  <c:v>119624.51</c:v>
                </c:pt>
                <c:pt idx="355">
                  <c:v>119780.56</c:v>
                </c:pt>
                <c:pt idx="356">
                  <c:v>118856.48</c:v>
                </c:pt>
                <c:pt idx="357">
                  <c:v>119006.93</c:v>
                </c:pt>
                <c:pt idx="358">
                  <c:v>119298.67</c:v>
                </c:pt>
                <c:pt idx="359">
                  <c:v>122650.2</c:v>
                </c:pt>
                <c:pt idx="360">
                  <c:v>121234.14</c:v>
                </c:pt>
                <c:pt idx="361">
                  <c:v>122350.38</c:v>
                </c:pt>
                <c:pt idx="362">
                  <c:v>122855.15</c:v>
                </c:pt>
                <c:pt idx="363">
                  <c:v>123338.34</c:v>
                </c:pt>
                <c:pt idx="364">
                  <c:v>122971.77</c:v>
                </c:pt>
                <c:pt idx="365">
                  <c:v>122483.32</c:v>
                </c:pt>
                <c:pt idx="366">
                  <c:v>122446.94</c:v>
                </c:pt>
                <c:pt idx="367">
                  <c:v>124861.5</c:v>
                </c:pt>
                <c:pt idx="368">
                  <c:v>124055.5</c:v>
                </c:pt>
                <c:pt idx="369">
                  <c:v>123432.12</c:v>
                </c:pt>
                <c:pt idx="370">
                  <c:v>126912.78</c:v>
                </c:pt>
                <c:pt idx="371">
                  <c:v>126134.94</c:v>
                </c:pt>
                <c:pt idx="372">
                  <c:v>125970.46</c:v>
                </c:pt>
                <c:pt idx="373">
                  <c:v>125147.42</c:v>
                </c:pt>
                <c:pt idx="374">
                  <c:v>125534.07</c:v>
                </c:pt>
                <c:pt idx="375">
                  <c:v>126224.74</c:v>
                </c:pt>
                <c:pt idx="376">
                  <c:v>124619.4</c:v>
                </c:pt>
                <c:pt idx="377">
                  <c:v>125571.81</c:v>
                </c:pt>
                <c:pt idx="378">
                  <c:v>126521.66</c:v>
                </c:pt>
                <c:pt idx="379">
                  <c:v>124380.21</c:v>
                </c:pt>
                <c:pt idx="380">
                  <c:v>124850.18</c:v>
                </c:pt>
                <c:pt idx="381">
                  <c:v>128218.59</c:v>
                </c:pt>
                <c:pt idx="382">
                  <c:v>128552.13</c:v>
                </c:pt>
                <c:pt idx="383">
                  <c:v>128531.71</c:v>
                </c:pt>
                <c:pt idx="384">
                  <c:v>127308.8</c:v>
                </c:pt>
                <c:pt idx="385">
                  <c:v>127600.58</c:v>
                </c:pt>
                <c:pt idx="386">
                  <c:v>127128.06</c:v>
                </c:pt>
                <c:pt idx="387">
                  <c:v>125401.38</c:v>
                </c:pt>
                <c:pt idx="388">
                  <c:v>125979.5</c:v>
                </c:pt>
                <c:pt idx="389">
                  <c:v>124768.71</c:v>
                </c:pt>
                <c:pt idx="390">
                  <c:v>124798.96</c:v>
                </c:pt>
                <c:pt idx="391">
                  <c:v>122799.09</c:v>
                </c:pt>
                <c:pt idx="392">
                  <c:v>123046.85</c:v>
                </c:pt>
                <c:pt idx="393">
                  <c:v>123357.55</c:v>
                </c:pt>
                <c:pt idx="394">
                  <c:v>125034.63</c:v>
                </c:pt>
                <c:pt idx="395">
                  <c:v>124519.38</c:v>
                </c:pt>
                <c:pt idx="396">
                  <c:v>123507.35</c:v>
                </c:pt>
                <c:pt idx="397">
                  <c:v>123863.5</c:v>
                </c:pt>
                <c:pt idx="398">
                  <c:v>125637.11</c:v>
                </c:pt>
                <c:pt idx="399">
                  <c:v>128957.09</c:v>
                </c:pt>
                <c:pt idx="400">
                  <c:v>130833.96</c:v>
                </c:pt>
                <c:pt idx="401">
                  <c:v>131474.73000000001</c:v>
                </c:pt>
                <c:pt idx="402">
                  <c:v>132508.45000000001</c:v>
                </c:pt>
                <c:pt idx="403">
                  <c:v>131954.9</c:v>
                </c:pt>
                <c:pt idx="404">
                  <c:v>132344.88</c:v>
                </c:pt>
                <c:pt idx="405">
                  <c:v>131321.44</c:v>
                </c:pt>
                <c:pt idx="406">
                  <c:v>132067.69</c:v>
                </c:pt>
                <c:pt idx="407">
                  <c:v>132519.63</c:v>
                </c:pt>
                <c:pt idx="408">
                  <c:v>133148.75</c:v>
                </c:pt>
                <c:pt idx="409">
                  <c:v>131902.18</c:v>
                </c:pt>
                <c:pt idx="410">
                  <c:v>130259.54</c:v>
                </c:pt>
                <c:pt idx="411">
                  <c:v>131147.29</c:v>
                </c:pt>
                <c:pt idx="412">
                  <c:v>131190.34</c:v>
                </c:pt>
                <c:pt idx="413">
                  <c:v>131140.65</c:v>
                </c:pt>
                <c:pt idx="414">
                  <c:v>127256</c:v>
                </c:pt>
                <c:pt idx="415">
                  <c:v>125588.09</c:v>
                </c:pt>
                <c:pt idx="416">
                  <c:v>123931.89</c:v>
                </c:pt>
                <c:pt idx="417">
                  <c:v>127795.93</c:v>
                </c:pt>
                <c:pt idx="418">
                  <c:v>126354.75</c:v>
                </c:pt>
                <c:pt idx="419">
                  <c:v>127682.4</c:v>
                </c:pt>
                <c:pt idx="420">
                  <c:v>129453.91</c:v>
                </c:pt>
                <c:pt idx="421">
                  <c:v>129245.39</c:v>
                </c:pt>
                <c:pt idx="422">
                  <c:v>128316.89</c:v>
                </c:pt>
                <c:pt idx="423">
                  <c:v>129650.03</c:v>
                </c:pt>
                <c:pt idx="424">
                  <c:v>130464.38</c:v>
                </c:pt>
                <c:pt idx="425">
                  <c:v>132216.07</c:v>
                </c:pt>
                <c:pt idx="426">
                  <c:v>134580.43</c:v>
                </c:pt>
                <c:pt idx="427">
                  <c:v>134739.28</c:v>
                </c:pt>
                <c:pt idx="428">
                  <c:v>135015.89000000001</c:v>
                </c:pt>
                <c:pt idx="429">
                  <c:v>135092.99</c:v>
                </c:pt>
                <c:pt idx="430">
                  <c:v>135066.97</c:v>
                </c:pt>
                <c:pt idx="431">
                  <c:v>135133.88</c:v>
                </c:pt>
                <c:pt idx="432">
                  <c:v>133491.23000000001</c:v>
                </c:pt>
                <c:pt idx="433">
                  <c:v>133515.82</c:v>
                </c:pt>
                <c:pt idx="434">
                  <c:v>133397.51999999999</c:v>
                </c:pt>
                <c:pt idx="435">
                  <c:v>136231.9</c:v>
                </c:pt>
                <c:pt idx="436">
                  <c:v>136511.88</c:v>
                </c:pt>
                <c:pt idx="437">
                  <c:v>136563.18</c:v>
                </c:pt>
                <c:pt idx="438">
                  <c:v>138963.10999999999</c:v>
                </c:pt>
                <c:pt idx="439">
                  <c:v>138422.84</c:v>
                </c:pt>
                <c:pt idx="440">
                  <c:v>139334.38</c:v>
                </c:pt>
                <c:pt idx="441">
                  <c:v>139187.39000000001</c:v>
                </c:pt>
                <c:pt idx="442">
                  <c:v>139636.41</c:v>
                </c:pt>
                <c:pt idx="443">
                  <c:v>140109.63</c:v>
                </c:pt>
                <c:pt idx="444">
                  <c:v>137881.26999999999</c:v>
                </c:pt>
                <c:pt idx="445">
                  <c:v>137272.59</c:v>
                </c:pt>
                <c:pt idx="446">
                  <c:v>137824.29</c:v>
                </c:pt>
                <c:pt idx="447">
                  <c:v>138136.14000000001</c:v>
                </c:pt>
                <c:pt idx="448">
                  <c:v>139541.23000000001</c:v>
                </c:pt>
                <c:pt idx="449">
                  <c:v>138887.81</c:v>
                </c:pt>
                <c:pt idx="450">
                  <c:v>138533.70000000001</c:v>
                </c:pt>
                <c:pt idx="451">
                  <c:v>137026.62</c:v>
                </c:pt>
                <c:pt idx="452">
                  <c:v>136786.65</c:v>
                </c:pt>
                <c:pt idx="453">
                  <c:v>137546.26</c:v>
                </c:pt>
                <c:pt idx="454">
                  <c:v>137001.57999999999</c:v>
                </c:pt>
                <c:pt idx="455">
                  <c:v>136236.37</c:v>
                </c:pt>
                <c:pt idx="456">
                  <c:v>136102.1</c:v>
                </c:pt>
                <c:pt idx="457">
                  <c:v>135699.38</c:v>
                </c:pt>
                <c:pt idx="458">
                  <c:v>136436.07</c:v>
                </c:pt>
                <c:pt idx="459">
                  <c:v>137128.04</c:v>
                </c:pt>
                <c:pt idx="460">
                  <c:v>137799.74</c:v>
                </c:pt>
                <c:pt idx="461">
                  <c:v>137212.63</c:v>
                </c:pt>
                <c:pt idx="462">
                  <c:v>139255.91</c:v>
                </c:pt>
                <c:pt idx="463">
                  <c:v>138840.01999999999</c:v>
                </c:pt>
                <c:pt idx="464">
                  <c:v>138716.64000000001</c:v>
                </c:pt>
                <c:pt idx="465">
                  <c:v>137115.82999999999</c:v>
                </c:pt>
                <c:pt idx="466">
                  <c:v>136550.5</c:v>
                </c:pt>
                <c:pt idx="467">
                  <c:v>137164.60999999999</c:v>
                </c:pt>
                <c:pt idx="468">
                  <c:v>135767.29</c:v>
                </c:pt>
                <c:pt idx="469">
                  <c:v>137113.89000000001</c:v>
                </c:pt>
                <c:pt idx="470">
                  <c:v>136865.79</c:v>
                </c:pt>
                <c:pt idx="471">
                  <c:v>138854.6</c:v>
                </c:pt>
                <c:pt idx="472">
                  <c:v>139549.43</c:v>
                </c:pt>
                <c:pt idx="473">
                  <c:v>139050.93</c:v>
                </c:pt>
                <c:pt idx="474">
                  <c:v>140927.85999999999</c:v>
                </c:pt>
                <c:pt idx="475">
                  <c:v>141263.56</c:v>
                </c:pt>
                <c:pt idx="476">
                  <c:v>139489.70000000001</c:v>
                </c:pt>
                <c:pt idx="477">
                  <c:v>139302.85</c:v>
                </c:pt>
                <c:pt idx="478">
                  <c:v>137480.79</c:v>
                </c:pt>
                <c:pt idx="479">
                  <c:v>136743.26</c:v>
                </c:pt>
                <c:pt idx="480">
                  <c:v>136187.31</c:v>
                </c:pt>
                <c:pt idx="481">
                  <c:v>135298.99</c:v>
                </c:pt>
                <c:pt idx="482">
                  <c:v>135250.1</c:v>
                </c:pt>
                <c:pt idx="483">
                  <c:v>135510.99</c:v>
                </c:pt>
                <c:pt idx="484">
                  <c:v>135564.74</c:v>
                </c:pt>
                <c:pt idx="485">
                  <c:v>133381.57999999999</c:v>
                </c:pt>
                <c:pt idx="486">
                  <c:v>134166.72</c:v>
                </c:pt>
                <c:pt idx="487">
                  <c:v>134035.72</c:v>
                </c:pt>
                <c:pt idx="488">
                  <c:v>135368.26999999999</c:v>
                </c:pt>
                <c:pt idx="489">
                  <c:v>133807.59</c:v>
                </c:pt>
                <c:pt idx="490">
                  <c:v>133524.18</c:v>
                </c:pt>
                <c:pt idx="491">
                  <c:v>132129.26</c:v>
                </c:pt>
                <c:pt idx="492">
                  <c:v>132725.68</c:v>
                </c:pt>
                <c:pt idx="493">
                  <c:v>133989.74</c:v>
                </c:pt>
                <c:pt idx="494">
                  <c:v>133071.04999999999</c:v>
                </c:pt>
                <c:pt idx="495">
                  <c:v>132437.39000000001</c:v>
                </c:pt>
                <c:pt idx="496">
                  <c:v>132971.20000000001</c:v>
                </c:pt>
                <c:pt idx="497">
                  <c:v>133151.29999999999</c:v>
                </c:pt>
                <c:pt idx="498">
                  <c:v>134537.62</c:v>
                </c:pt>
                <c:pt idx="499">
                  <c:v>136527.60999999999</c:v>
                </c:pt>
                <c:pt idx="500">
                  <c:v>135913.25</c:v>
                </c:pt>
                <c:pt idx="501">
                  <c:v>135623.15</c:v>
                </c:pt>
                <c:pt idx="502">
                  <c:v>137913.68</c:v>
                </c:pt>
                <c:pt idx="503">
                  <c:v>136687.32</c:v>
                </c:pt>
                <c:pt idx="504">
                  <c:v>136355.78</c:v>
                </c:pt>
                <c:pt idx="505">
                  <c:v>136340.76999999999</c:v>
                </c:pt>
                <c:pt idx="506">
                  <c:v>137321.64000000001</c:v>
                </c:pt>
                <c:pt idx="507">
                  <c:v>134432.26</c:v>
                </c:pt>
                <c:pt idx="508">
                  <c:v>134666.46</c:v>
                </c:pt>
                <c:pt idx="509">
                  <c:v>134510.85</c:v>
                </c:pt>
                <c:pt idx="510">
                  <c:v>137968.15</c:v>
                </c:pt>
                <c:pt idx="511">
                  <c:v>138025.17000000001</c:v>
                </c:pt>
                <c:pt idx="512">
                  <c:v>137771.39000000001</c:v>
                </c:pt>
                <c:pt idx="513">
                  <c:v>139205.81</c:v>
                </c:pt>
                <c:pt idx="514">
                  <c:v>141049.20000000001</c:v>
                </c:pt>
                <c:pt idx="515">
                  <c:v>141422.26</c:v>
                </c:pt>
                <c:pt idx="516">
                  <c:v>141283.01</c:v>
                </c:pt>
                <c:pt idx="517">
                  <c:v>140335.16</c:v>
                </c:pt>
                <c:pt idx="518">
                  <c:v>139863.63</c:v>
                </c:pt>
                <c:pt idx="519">
                  <c:v>140993.25</c:v>
                </c:pt>
                <c:pt idx="520">
                  <c:v>142640.14000000001</c:v>
                </c:pt>
                <c:pt idx="521">
                  <c:v>141791.57999999999</c:v>
                </c:pt>
                <c:pt idx="522">
                  <c:v>141618.29</c:v>
                </c:pt>
                <c:pt idx="523">
                  <c:v>142348.70000000001</c:v>
                </c:pt>
                <c:pt idx="524">
                  <c:v>143150.84</c:v>
                </c:pt>
                <c:pt idx="525">
                  <c:v>142271.57999999999</c:v>
                </c:pt>
                <c:pt idx="526">
                  <c:v>143546.57999999999</c:v>
                </c:pt>
                <c:pt idx="527">
                  <c:v>144061.74</c:v>
                </c:pt>
                <c:pt idx="528">
                  <c:v>145593.63</c:v>
                </c:pt>
                <c:pt idx="529">
                  <c:v>145499.49</c:v>
                </c:pt>
                <c:pt idx="530">
                  <c:v>145865.10999999999</c:v>
                </c:pt>
                <c:pt idx="531">
                  <c:v>145109.25</c:v>
                </c:pt>
                <c:pt idx="532">
                  <c:v>146424.94</c:v>
                </c:pt>
                <c:pt idx="533">
                  <c:v>146491.75</c:v>
                </c:pt>
                <c:pt idx="534">
                  <c:v>145306.23000000001</c:v>
                </c:pt>
                <c:pt idx="535">
                  <c:v>145446.66</c:v>
                </c:pt>
                <c:pt idx="536">
                  <c:v>146336.79999999999</c:v>
                </c:pt>
                <c:pt idx="537">
                  <c:v>146237.01999999999</c:v>
                </c:pt>
                <c:pt idx="538">
                  <c:v>145517.35</c:v>
                </c:pt>
                <c:pt idx="539">
                  <c:v>143949.64000000001</c:v>
                </c:pt>
                <c:pt idx="540">
                  <c:v>144200.65</c:v>
                </c:pt>
                <c:pt idx="541">
                  <c:v>143608.07999999999</c:v>
                </c:pt>
                <c:pt idx="542">
                  <c:v>141356.43</c:v>
                </c:pt>
                <c:pt idx="543">
                  <c:v>142145.38</c:v>
                </c:pt>
                <c:pt idx="544">
                  <c:v>141708.19</c:v>
                </c:pt>
                <c:pt idx="545">
                  <c:v>140680.34</c:v>
                </c:pt>
                <c:pt idx="546">
                  <c:v>141783.35999999999</c:v>
                </c:pt>
                <c:pt idx="547">
                  <c:v>141682.99</c:v>
                </c:pt>
                <c:pt idx="548">
                  <c:v>142603.66</c:v>
                </c:pt>
                <c:pt idx="549">
                  <c:v>142200.01999999999</c:v>
                </c:pt>
                <c:pt idx="550">
                  <c:v>143398.63</c:v>
                </c:pt>
                <c:pt idx="551">
                  <c:v>144509.32</c:v>
                </c:pt>
                <c:pt idx="552">
                  <c:v>144085.15</c:v>
                </c:pt>
                <c:pt idx="553">
                  <c:v>144872.79</c:v>
                </c:pt>
                <c:pt idx="554">
                  <c:v>145720.98000000001</c:v>
                </c:pt>
                <c:pt idx="555">
                  <c:v>146172.21</c:v>
                </c:pt>
                <c:pt idx="556">
                  <c:v>146969.1</c:v>
                </c:pt>
                <c:pt idx="557">
                  <c:v>147428.9</c:v>
                </c:pt>
                <c:pt idx="558">
                  <c:v>148632.93</c:v>
                </c:pt>
                <c:pt idx="559">
                  <c:v>148780.22</c:v>
                </c:pt>
                <c:pt idx="560">
                  <c:v>149540.43</c:v>
                </c:pt>
                <c:pt idx="561">
                  <c:v>150454.24</c:v>
                </c:pt>
                <c:pt idx="562">
                  <c:v>150704.20000000001</c:v>
                </c:pt>
                <c:pt idx="563">
                  <c:v>153294.44</c:v>
                </c:pt>
                <c:pt idx="564">
                  <c:v>153338.63</c:v>
                </c:pt>
                <c:pt idx="565">
                  <c:v>154063.53</c:v>
                </c:pt>
                <c:pt idx="566">
                  <c:v>155257.31</c:v>
                </c:pt>
                <c:pt idx="567">
                  <c:v>157748.6</c:v>
                </c:pt>
                <c:pt idx="568">
                  <c:v>157632.9</c:v>
                </c:pt>
                <c:pt idx="569">
                  <c:v>157162.43</c:v>
                </c:pt>
                <c:pt idx="570">
                  <c:v>157738.69</c:v>
                </c:pt>
                <c:pt idx="571">
                  <c:v>156992.93</c:v>
                </c:pt>
                <c:pt idx="572">
                  <c:v>156522.13</c:v>
                </c:pt>
                <c:pt idx="573">
                  <c:v>155380.66</c:v>
                </c:pt>
                <c:pt idx="574">
                  <c:v>154770.1</c:v>
                </c:pt>
                <c:pt idx="575">
                  <c:v>155277.56</c:v>
                </c:pt>
                <c:pt idx="576">
                  <c:v>155910.18</c:v>
                </c:pt>
                <c:pt idx="577">
                  <c:v>158554.94</c:v>
                </c:pt>
                <c:pt idx="578">
                  <c:v>158359.76</c:v>
                </c:pt>
                <c:pt idx="579">
                  <c:v>159072.13</c:v>
                </c:pt>
                <c:pt idx="580">
                  <c:v>158611.01</c:v>
                </c:pt>
                <c:pt idx="581">
                  <c:v>161092.25</c:v>
                </c:pt>
                <c:pt idx="582">
                  <c:v>161755.18</c:v>
                </c:pt>
                <c:pt idx="583">
                  <c:v>164455.60999999999</c:v>
                </c:pt>
                <c:pt idx="584">
                  <c:v>157369.35999999999</c:v>
                </c:pt>
                <c:pt idx="585">
                  <c:v>158187.43</c:v>
                </c:pt>
                <c:pt idx="586">
                  <c:v>157981.13</c:v>
                </c:pt>
                <c:pt idx="587">
                  <c:v>159074.97</c:v>
                </c:pt>
                <c:pt idx="588">
                  <c:v>159189.1</c:v>
                </c:pt>
                <c:pt idx="589">
                  <c:v>160766.37</c:v>
                </c:pt>
                <c:pt idx="590">
                  <c:v>162481.74</c:v>
                </c:pt>
                <c:pt idx="591">
                  <c:v>158577.88</c:v>
                </c:pt>
                <c:pt idx="592">
                  <c:v>157327.26</c:v>
                </c:pt>
                <c:pt idx="593">
                  <c:v>157923.34</c:v>
                </c:pt>
                <c:pt idx="594">
                  <c:v>158473.01999999999</c:v>
                </c:pt>
                <c:pt idx="595">
                  <c:v>158141.65</c:v>
                </c:pt>
                <c:pt idx="596">
                  <c:v>160455.82999999999</c:v>
                </c:pt>
                <c:pt idx="597">
                  <c:v>160896.64000000001</c:v>
                </c:pt>
                <c:pt idx="598">
                  <c:v>160490.29999999999</c:v>
                </c:pt>
                <c:pt idx="599">
                  <c:v>161125.37</c:v>
                </c:pt>
                <c:pt idx="600">
                  <c:v>160538.69</c:v>
                </c:pt>
                <c:pt idx="601">
                  <c:v>161869.76000000001</c:v>
                </c:pt>
                <c:pt idx="602">
                  <c:v>163663.88</c:v>
                </c:pt>
                <c:pt idx="603">
                  <c:v>161975.24</c:v>
                </c:pt>
                <c:pt idx="604">
                  <c:v>162936.48000000001</c:v>
                </c:pt>
                <c:pt idx="605">
                  <c:v>163370.31</c:v>
                </c:pt>
                <c:pt idx="606">
                  <c:v>163150.35</c:v>
                </c:pt>
                <c:pt idx="607">
                  <c:v>161973.04999999999</c:v>
                </c:pt>
                <c:pt idx="608">
                  <c:v>165145.98000000001</c:v>
                </c:pt>
                <c:pt idx="609">
                  <c:v>165568.32000000001</c:v>
                </c:pt>
                <c:pt idx="610">
                  <c:v>164799.98000000001</c:v>
                </c:pt>
                <c:pt idx="611">
                  <c:v>164849.26999999999</c:v>
                </c:pt>
                <c:pt idx="612">
                  <c:v>166276.9</c:v>
                </c:pt>
                <c:pt idx="613">
                  <c:v>171816.67</c:v>
                </c:pt>
                <c:pt idx="614">
                  <c:v>175589.35</c:v>
                </c:pt>
                <c:pt idx="615">
                  <c:v>178858.54</c:v>
                </c:pt>
                <c:pt idx="616">
                  <c:v>178720.68</c:v>
                </c:pt>
                <c:pt idx="617">
                  <c:v>181919.13</c:v>
                </c:pt>
                <c:pt idx="618">
                  <c:v>184691.05</c:v>
                </c:pt>
                <c:pt idx="619">
                  <c:v>183133.75</c:v>
                </c:pt>
                <c:pt idx="620">
                  <c:v>181363.9</c:v>
                </c:pt>
                <c:pt idx="621">
                  <c:v>182793.4</c:v>
                </c:pt>
                <c:pt idx="622">
                  <c:v>185674.43</c:v>
                </c:pt>
                <c:pt idx="623">
                  <c:v>181708.23</c:v>
                </c:pt>
                <c:pt idx="624">
                  <c:v>182127.25</c:v>
                </c:pt>
                <c:pt idx="625">
                  <c:v>182949.78</c:v>
                </c:pt>
                <c:pt idx="626">
                  <c:v>186241.15</c:v>
                </c:pt>
                <c:pt idx="627">
                  <c:v>185929.33</c:v>
                </c:pt>
                <c:pt idx="628">
                  <c:v>189699.12</c:v>
                </c:pt>
                <c:pt idx="629">
                  <c:v>187766.42</c:v>
                </c:pt>
                <c:pt idx="630">
                  <c:v>186464.3</c:v>
                </c:pt>
                <c:pt idx="631">
                  <c:v>186016.31</c:v>
                </c:pt>
                <c:pt idx="632">
                  <c:v>188534.42</c:v>
                </c:pt>
                <c:pt idx="633">
                  <c:v>190534.42</c:v>
                </c:pt>
                <c:pt idx="634">
                  <c:v>188853.49</c:v>
                </c:pt>
                <c:pt idx="635">
                  <c:v>191490.4</c:v>
                </c:pt>
                <c:pt idx="636">
                  <c:v>191247.46</c:v>
                </c:pt>
                <c:pt idx="637">
                  <c:v>191005.02</c:v>
                </c:pt>
                <c:pt idx="638">
                  <c:v>188786.98</c:v>
                </c:pt>
                <c:pt idx="639">
                  <c:v>189307.02</c:v>
                </c:pt>
                <c:pt idx="640">
                  <c:v>183104.87</c:v>
                </c:pt>
                <c:pt idx="641">
                  <c:v>185366.44</c:v>
                </c:pt>
                <c:pt idx="642">
                  <c:v>180463.84</c:v>
                </c:pt>
                <c:pt idx="643">
                  <c:v>179364.82</c:v>
                </c:pt>
                <c:pt idx="644">
                  <c:v>180915.36</c:v>
                </c:pt>
                <c:pt idx="645">
                  <c:v>183447</c:v>
                </c:pt>
                <c:pt idx="646">
                  <c:v>183969.35</c:v>
                </c:pt>
                <c:pt idx="647">
                  <c:v>179284.49</c:v>
                </c:pt>
                <c:pt idx="648">
                  <c:v>177653.31</c:v>
                </c:pt>
                <c:pt idx="649">
                  <c:v>179875.44</c:v>
                </c:pt>
                <c:pt idx="650">
                  <c:v>180409.73</c:v>
                </c:pt>
                <c:pt idx="651">
                  <c:v>179639.91</c:v>
                </c:pt>
                <c:pt idx="652">
                  <c:v>180270.62</c:v>
                </c:pt>
                <c:pt idx="653">
                  <c:v>176219.4</c:v>
                </c:pt>
                <c:pt idx="654">
                  <c:v>181931.93</c:v>
                </c:pt>
                <c:pt idx="655">
                  <c:v>182509.14</c:v>
                </c:pt>
                <c:pt idx="656">
                  <c:v>185424.28</c:v>
                </c:pt>
                <c:pt idx="657">
                  <c:v>182732.67</c:v>
                </c:pt>
                <c:pt idx="658">
                  <c:v>181556.76</c:v>
                </c:pt>
                <c:pt idx="659">
                  <c:v>182514.2</c:v>
                </c:pt>
                <c:pt idx="660">
                  <c:v>187461.84</c:v>
                </c:pt>
                <c:pt idx="661">
                  <c:v>187952.91</c:v>
                </c:pt>
                <c:pt idx="662">
                  <c:v>188052.02</c:v>
                </c:pt>
                <c:pt idx="663">
                  <c:v>188161.97</c:v>
                </c:pt>
                <c:pt idx="664">
                  <c:v>188258.91</c:v>
                </c:pt>
                <c:pt idx="665">
                  <c:v>192201.16</c:v>
                </c:pt>
                <c:pt idx="666">
                  <c:v>195129.25</c:v>
                </c:pt>
                <c:pt idx="667">
                  <c:v>197323.87</c:v>
                </c:pt>
                <c:pt idx="668">
                  <c:v>198000.71</c:v>
                </c:pt>
                <c:pt idx="669">
                  <c:v>198657.33</c:v>
                </c:pt>
                <c:pt idx="670">
                  <c:v>197737.61</c:v>
                </c:pt>
                <c:pt idx="671">
                  <c:v>196818.59</c:v>
                </c:pt>
                <c:pt idx="672">
                  <c:v>195733.51</c:v>
                </c:pt>
                <c:pt idx="673">
                  <c:v>196132.06</c:v>
                </c:pt>
                <c:pt idx="674">
                  <c:v>192888.95999999999</c:v>
                </c:pt>
                <c:pt idx="675">
                  <c:v>191378.43</c:v>
                </c:pt>
                <c:pt idx="676">
                  <c:v>190745.02</c:v>
                </c:pt>
                <c:pt idx="677">
                  <c:v>189578.79</c:v>
                </c:pt>
                <c:pt idx="678">
                  <c:v>188618.69</c:v>
                </c:pt>
                <c:pt idx="679">
                  <c:v>184750.42</c:v>
                </c:pt>
                <c:pt idx="680">
                  <c:v>187317.64</c:v>
                </c:pt>
                <c:pt idx="681">
                  <c:v>185600.12</c:v>
                </c:pt>
                <c:pt idx="682">
                  <c:v>186753.82</c:v>
                </c:pt>
                <c:pt idx="683">
                  <c:v>187690.86</c:v>
                </c:pt>
                <c:pt idx="684">
                  <c:v>183218.26</c:v>
                </c:pt>
                <c:pt idx="685">
                  <c:v>184108.29</c:v>
                </c:pt>
                <c:pt idx="686">
                  <c:v>181908.87</c:v>
                </c:pt>
                <c:pt idx="687">
                  <c:v>180342.33</c:v>
                </c:pt>
                <c:pt idx="688">
                  <c:v>177098.29</c:v>
                </c:pt>
                <c:pt idx="689">
                  <c:v>178365.86</c:v>
                </c:pt>
                <c:pt idx="690">
                  <c:v>177283.83</c:v>
                </c:pt>
                <c:pt idx="691">
                  <c:v>176975.82</c:v>
                </c:pt>
                <c:pt idx="692">
                  <c:v>174278.86</c:v>
                </c:pt>
                <c:pt idx="693">
                  <c:v>177355.73</c:v>
                </c:pt>
                <c:pt idx="694">
                  <c:v>177649.86</c:v>
                </c:pt>
                <c:pt idx="695">
                  <c:v>176209.61</c:v>
                </c:pt>
                <c:pt idx="696">
                  <c:v>177815.72</c:v>
                </c:pt>
                <c:pt idx="697">
                  <c:v>176589.03</c:v>
                </c:pt>
                <c:pt idx="698">
                  <c:v>175744.37</c:v>
                </c:pt>
                <c:pt idx="699">
                  <c:v>175063.41</c:v>
                </c:pt>
                <c:pt idx="700">
                  <c:v>173787.49</c:v>
                </c:pt>
                <c:pt idx="701">
                  <c:v>172197.46</c:v>
                </c:pt>
                <c:pt idx="702">
                  <c:v>174197.64</c:v>
                </c:pt>
                <c:pt idx="703">
                  <c:v>170330.63</c:v>
                </c:pt>
                <c:pt idx="704">
                  <c:v>169019.12</c:v>
                </c:pt>
                <c:pt idx="705">
                  <c:v>168668.72</c:v>
                </c:pt>
                <c:pt idx="706">
                  <c:v>169813.15</c:v>
                </c:pt>
                <c:pt idx="707">
                  <c:v>168619.26</c:v>
                </c:pt>
                <c:pt idx="708">
                  <c:v>171497.24</c:v>
                </c:pt>
                <c:pt idx="709">
                  <c:v>171132.66</c:v>
                </c:pt>
                <c:pt idx="710">
                  <c:v>170415.13</c:v>
                </c:pt>
                <c:pt idx="711">
                  <c:v>169648.47</c:v>
                </c:pt>
                <c:pt idx="712">
                  <c:v>168453.93</c:v>
                </c:pt>
                <c:pt idx="713">
                  <c:v>168277.55</c:v>
                </c:pt>
                <c:pt idx="714">
                  <c:v>168333.61</c:v>
                </c:pt>
                <c:pt idx="715">
                  <c:v>170370.38</c:v>
                </c:pt>
                <c:pt idx="716">
                  <c:v>171258.87</c:v>
                </c:pt>
                <c:pt idx="717">
                  <c:v>170506.66</c:v>
                </c:pt>
                <c:pt idx="718">
                  <c:v>171990.2</c:v>
                </c:pt>
                <c:pt idx="719">
                  <c:v>173295.14</c:v>
                </c:pt>
                <c:pt idx="720">
                  <c:v>173205.35</c:v>
                </c:pt>
                <c:pt idx="721">
                  <c:v>172024.12</c:v>
                </c:pt>
                <c:pt idx="722">
                  <c:v>171688.61</c:v>
                </c:pt>
                <c:pt idx="723">
                  <c:v>172787.62</c:v>
                </c:pt>
                <c:pt idx="724">
                  <c:v>174070.27</c:v>
                </c:pt>
                <c:pt idx="725">
                  <c:v>172447.58</c:v>
                </c:pt>
                <c:pt idx="726">
                  <c:v>172020.68</c:v>
                </c:pt>
                <c:pt idx="727">
                  <c:v>170653.45</c:v>
                </c:pt>
                <c:pt idx="728">
                  <c:v>172742.12</c:v>
                </c:pt>
                <c:pt idx="729">
                  <c:v>177866.37</c:v>
                </c:pt>
                <c:pt idx="730">
                  <c:v>175739.08</c:v>
                </c:pt>
                <c:pt idx="731">
                  <c:v>176641.1</c:v>
                </c:pt>
                <c:pt idx="732">
                  <c:v>176010.9</c:v>
                </c:pt>
                <c:pt idx="733">
                  <c:v>173825.27</c:v>
                </c:pt>
                <c:pt idx="734">
                  <c:v>173714.08</c:v>
                </c:pt>
                <c:pt idx="735">
                  <c:v>173371.35</c:v>
                </c:pt>
                <c:pt idx="736">
                  <c:v>173325.65</c:v>
                </c:pt>
                <c:pt idx="737">
                  <c:v>177547.57</c:v>
                </c:pt>
                <c:pt idx="738">
                  <c:v>176723.62</c:v>
                </c:pt>
                <c:pt idx="739">
                  <c:v>174041.95</c:v>
                </c:pt>
                <c:pt idx="740">
                  <c:v>175334.46</c:v>
                </c:pt>
                <c:pt idx="741">
                  <c:v>176564.75</c:v>
                </c:pt>
                <c:pt idx="742">
                  <c:v>173885.34</c:v>
                </c:pt>
                <c:pt idx="743">
                  <c:v>177158.86</c:v>
                </c:pt>
                <c:pt idx="744">
                  <c:v>177999</c:v>
                </c:pt>
                <c:pt idx="745">
                  <c:v>178000.24</c:v>
                </c:pt>
                <c:pt idx="746">
                  <c:v>177894.97</c:v>
                </c:pt>
                <c:pt idx="747">
                  <c:v>177726.17</c:v>
                </c:pt>
                <c:pt idx="748">
                  <c:v>175546.36</c:v>
                </c:pt>
                <c:pt idx="749">
                  <c:v>172513.42</c:v>
                </c:pt>
                <c:pt idx="750">
                  <c:v>172179.93</c:v>
                </c:pt>
                <c:pt idx="751">
                  <c:v>167874.64</c:v>
                </c:pt>
                <c:pt idx="752">
                  <c:v>167491.07</c:v>
                </c:pt>
                <c:pt idx="753">
                  <c:v>167100.95000000001</c:v>
                </c:pt>
                <c:pt idx="754">
                  <c:v>166934.20000000001</c:v>
                </c:pt>
                <c:pt idx="755">
                  <c:v>166783.57</c:v>
                </c:pt>
                <c:pt idx="756">
                  <c:v>166334.85999999999</c:v>
                </c:pt>
                <c:pt idx="757">
                  <c:v>167830.27</c:v>
                </c:pt>
                <c:pt idx="758">
                  <c:v>167927.15</c:v>
                </c:pt>
                <c:pt idx="759">
                  <c:v>171031.73</c:v>
                </c:pt>
                <c:pt idx="760">
                  <c:v>171906.72</c:v>
                </c:pt>
                <c:pt idx="761">
                  <c:v>174576.8</c:v>
                </c:pt>
                <c:pt idx="762">
                  <c:v>174586.26</c:v>
                </c:pt>
                <c:pt idx="763">
                  <c:v>175135.41</c:v>
                </c:pt>
                <c:pt idx="764">
                  <c:v>175664.62</c:v>
                </c:pt>
                <c:pt idx="765">
                  <c:v>177418.78</c:v>
                </c:pt>
                <c:pt idx="766">
                  <c:v>179722.48</c:v>
                </c:pt>
                <c:pt idx="767">
                  <c:v>185205.09</c:v>
                </c:pt>
                <c:pt idx="768">
                  <c:v>185188.13</c:v>
                </c:pt>
                <c:pt idx="769">
                  <c:v>185147.15</c:v>
                </c:pt>
                <c:pt idx="770">
                  <c:v>187366.84</c:v>
                </c:pt>
                <c:pt idx="771">
                  <c:v>185629.04</c:v>
                </c:pt>
                <c:pt idx="772">
                  <c:v>188268.59</c:v>
                </c:pt>
                <c:pt idx="773">
                  <c:v>187206.89</c:v>
                </c:pt>
                <c:pt idx="774">
                  <c:v>185500.88</c:v>
                </c:pt>
                <c:pt idx="775">
                  <c:v>186502.64</c:v>
                </c:pt>
                <c:pt idx="776">
                  <c:v>185547.66</c:v>
                </c:pt>
                <c:pt idx="777">
                  <c:v>185992.03</c:v>
                </c:pt>
                <c:pt idx="778">
                  <c:v>185229.17</c:v>
                </c:pt>
                <c:pt idx="779">
                  <c:v>186595.6</c:v>
                </c:pt>
                <c:pt idx="780">
                  <c:v>187422.92</c:v>
                </c:pt>
                <c:pt idx="781">
                  <c:v>185814.09</c:v>
                </c:pt>
                <c:pt idx="782">
                  <c:v>183965.91</c:v>
                </c:pt>
                <c:pt idx="783">
                  <c:v>183476.86</c:v>
                </c:pt>
                <c:pt idx="784">
                  <c:v>182991.13</c:v>
                </c:pt>
                <c:pt idx="785">
                  <c:v>183827.59</c:v>
                </c:pt>
                <c:pt idx="786">
                  <c:v>186340.46</c:v>
                </c:pt>
                <c:pt idx="787">
                  <c:v>187197.46</c:v>
                </c:pt>
                <c:pt idx="788">
                  <c:v>192114.55</c:v>
                </c:pt>
                <c:pt idx="789">
                  <c:v>206911.89</c:v>
                </c:pt>
                <c:pt idx="790">
                  <c:v>205835.29</c:v>
                </c:pt>
                <c:pt idx="791">
                  <c:v>204302.33</c:v>
                </c:pt>
                <c:pt idx="792">
                  <c:v>206220.24</c:v>
                </c:pt>
                <c:pt idx="793">
                  <c:v>209066.9</c:v>
                </c:pt>
                <c:pt idx="794">
                  <c:v>206887.52</c:v>
                </c:pt>
                <c:pt idx="795">
                  <c:v>206505.98</c:v>
                </c:pt>
                <c:pt idx="796">
                  <c:v>204324.26</c:v>
                </c:pt>
                <c:pt idx="797">
                  <c:v>205430.33</c:v>
                </c:pt>
                <c:pt idx="798">
                  <c:v>205079.25</c:v>
                </c:pt>
                <c:pt idx="799">
                  <c:v>208295.98</c:v>
                </c:pt>
                <c:pt idx="800">
                  <c:v>206495.23</c:v>
                </c:pt>
                <c:pt idx="801">
                  <c:v>204120.12</c:v>
                </c:pt>
                <c:pt idx="802">
                  <c:v>205082.56</c:v>
                </c:pt>
                <c:pt idx="803">
                  <c:v>176608.23</c:v>
                </c:pt>
                <c:pt idx="804">
                  <c:v>175710.05</c:v>
                </c:pt>
                <c:pt idx="805">
                  <c:v>171006.1</c:v>
                </c:pt>
                <c:pt idx="806">
                  <c:v>169186.42</c:v>
                </c:pt>
              </c:numCache>
            </c:numRef>
          </c:cat>
          <c:val>
            <c:numRef>
              <c:f>'Composite treatment'!$E$5:$E$50000</c:f>
              <c:numCache>
                <c:formatCode>0.00</c:formatCode>
                <c:ptCount val="49996"/>
                <c:pt idx="0">
                  <c:v>119379.5</c:v>
                </c:pt>
                <c:pt idx="1">
                  <c:v>119090.24000000001</c:v>
                </c:pt>
                <c:pt idx="2">
                  <c:v>118408.77</c:v>
                </c:pt>
                <c:pt idx="3">
                  <c:v>118349.6</c:v>
                </c:pt>
                <c:pt idx="4">
                  <c:v>118065.14</c:v>
                </c:pt>
                <c:pt idx="5">
                  <c:v>116809.55</c:v>
                </c:pt>
                <c:pt idx="6">
                  <c:v>116171.42</c:v>
                </c:pt>
                <c:pt idx="7">
                  <c:v>115591.52</c:v>
                </c:pt>
                <c:pt idx="8">
                  <c:v>114982.3</c:v>
                </c:pt>
                <c:pt idx="9">
                  <c:v>115408.52</c:v>
                </c:pt>
                <c:pt idx="10">
                  <c:v>114429.35</c:v>
                </c:pt>
                <c:pt idx="11">
                  <c:v>116156.01</c:v>
                </c:pt>
                <c:pt idx="12">
                  <c:v>118134.59</c:v>
                </c:pt>
                <c:pt idx="13">
                  <c:v>117025.60000000001</c:v>
                </c:pt>
                <c:pt idx="14">
                  <c:v>115837.2</c:v>
                </c:pt>
                <c:pt idx="15">
                  <c:v>117120.98</c:v>
                </c:pt>
                <c:pt idx="16">
                  <c:v>118403.61</c:v>
                </c:pt>
                <c:pt idx="17">
                  <c:v>117535.1</c:v>
                </c:pt>
                <c:pt idx="18">
                  <c:v>115741.81</c:v>
                </c:pt>
                <c:pt idx="19">
                  <c:v>117892.96</c:v>
                </c:pt>
                <c:pt idx="20">
                  <c:v>117776.62</c:v>
                </c:pt>
                <c:pt idx="21">
                  <c:v>117331.3</c:v>
                </c:pt>
                <c:pt idx="22">
                  <c:v>115985.34</c:v>
                </c:pt>
                <c:pt idx="23">
                  <c:v>115313.4</c:v>
                </c:pt>
                <c:pt idx="24">
                  <c:v>116883.34</c:v>
                </c:pt>
                <c:pt idx="25">
                  <c:v>117968.12</c:v>
                </c:pt>
                <c:pt idx="26">
                  <c:v>118175.97</c:v>
                </c:pt>
                <c:pt idx="27">
                  <c:v>119391.55</c:v>
                </c:pt>
                <c:pt idx="28">
                  <c:v>118757.53</c:v>
                </c:pt>
                <c:pt idx="29">
                  <c:v>118288.21</c:v>
                </c:pt>
                <c:pt idx="30">
                  <c:v>117845.78</c:v>
                </c:pt>
                <c:pt idx="31">
                  <c:v>118695.32</c:v>
                </c:pt>
                <c:pt idx="32">
                  <c:v>116145.05</c:v>
                </c:pt>
                <c:pt idx="33">
                  <c:v>116008.64</c:v>
                </c:pt>
                <c:pt idx="34">
                  <c:v>115924.61</c:v>
                </c:pt>
                <c:pt idx="35">
                  <c:v>114193.43</c:v>
                </c:pt>
                <c:pt idx="36">
                  <c:v>114327.05</c:v>
                </c:pt>
                <c:pt idx="37">
                  <c:v>115730.76</c:v>
                </c:pt>
                <c:pt idx="38">
                  <c:v>116565.17</c:v>
                </c:pt>
                <c:pt idx="39">
                  <c:v>115056.86</c:v>
                </c:pt>
                <c:pt idx="40">
                  <c:v>113419.04</c:v>
                </c:pt>
                <c:pt idx="41">
                  <c:v>113607.45</c:v>
                </c:pt>
                <c:pt idx="42">
                  <c:v>113284.08</c:v>
                </c:pt>
                <c:pt idx="43">
                  <c:v>114169.63</c:v>
                </c:pt>
                <c:pt idx="44">
                  <c:v>115156.07</c:v>
                </c:pt>
                <c:pt idx="45">
                  <c:v>116736.95</c:v>
                </c:pt>
                <c:pt idx="46">
                  <c:v>117050.74</c:v>
                </c:pt>
                <c:pt idx="47">
                  <c:v>115754.08</c:v>
                </c:pt>
                <c:pt idx="48">
                  <c:v>116533.85</c:v>
                </c:pt>
                <c:pt idx="49">
                  <c:v>115908.43</c:v>
                </c:pt>
                <c:pt idx="50">
                  <c:v>114059.64</c:v>
                </c:pt>
                <c:pt idx="51">
                  <c:v>114004.3</c:v>
                </c:pt>
                <c:pt idx="52">
                  <c:v>113155.28</c:v>
                </c:pt>
                <c:pt idx="53">
                  <c:v>112784.52</c:v>
                </c:pt>
                <c:pt idx="54">
                  <c:v>113761.9</c:v>
                </c:pt>
                <c:pt idx="55">
                  <c:v>112829.97</c:v>
                </c:pt>
                <c:pt idx="56">
                  <c:v>114776.86</c:v>
                </c:pt>
                <c:pt idx="57">
                  <c:v>113301.35</c:v>
                </c:pt>
                <c:pt idx="58">
                  <c:v>112531.52</c:v>
                </c:pt>
                <c:pt idx="59">
                  <c:v>113143.67</c:v>
                </c:pt>
                <c:pt idx="60">
                  <c:v>115052.96</c:v>
                </c:pt>
                <c:pt idx="61">
                  <c:v>118159.97</c:v>
                </c:pt>
                <c:pt idx="62">
                  <c:v>118431.25</c:v>
                </c:pt>
                <c:pt idx="63">
                  <c:v>119268.06</c:v>
                </c:pt>
                <c:pt idx="64">
                  <c:v>119176.67</c:v>
                </c:pt>
                <c:pt idx="65">
                  <c:v>119034.14</c:v>
                </c:pt>
                <c:pt idx="66">
                  <c:v>120568.14</c:v>
                </c:pt>
                <c:pt idx="67">
                  <c:v>120410.17</c:v>
                </c:pt>
                <c:pt idx="68">
                  <c:v>123165.75999999999</c:v>
                </c:pt>
                <c:pt idx="69">
                  <c:v>124639.24</c:v>
                </c:pt>
                <c:pt idx="70">
                  <c:v>124773.21</c:v>
                </c:pt>
                <c:pt idx="71">
                  <c:v>125957.06</c:v>
                </c:pt>
                <c:pt idx="72">
                  <c:v>125626.03</c:v>
                </c:pt>
                <c:pt idx="73">
                  <c:v>126035.3</c:v>
                </c:pt>
                <c:pt idx="74">
                  <c:v>126575.75</c:v>
                </c:pt>
                <c:pt idx="75">
                  <c:v>125517.27</c:v>
                </c:pt>
                <c:pt idx="76">
                  <c:v>125731.45</c:v>
                </c:pt>
                <c:pt idx="77">
                  <c:v>126538.32</c:v>
                </c:pt>
                <c:pt idx="78">
                  <c:v>126165.64</c:v>
                </c:pt>
                <c:pt idx="79">
                  <c:v>127331.12</c:v>
                </c:pt>
                <c:pt idx="80">
                  <c:v>128184.91</c:v>
                </c:pt>
                <c:pt idx="81">
                  <c:v>126802.79</c:v>
                </c:pt>
                <c:pt idx="82">
                  <c:v>126903.25</c:v>
                </c:pt>
                <c:pt idx="83">
                  <c:v>125622.65</c:v>
                </c:pt>
                <c:pt idx="84">
                  <c:v>126009.57</c:v>
                </c:pt>
                <c:pt idx="85">
                  <c:v>127093.57</c:v>
                </c:pt>
                <c:pt idx="86">
                  <c:v>126916.41</c:v>
                </c:pt>
                <c:pt idx="87">
                  <c:v>126403.03</c:v>
                </c:pt>
                <c:pt idx="88">
                  <c:v>129465.08</c:v>
                </c:pt>
                <c:pt idx="89">
                  <c:v>130842.09</c:v>
                </c:pt>
                <c:pt idx="90">
                  <c:v>130197.1</c:v>
                </c:pt>
                <c:pt idx="91">
                  <c:v>131083.82</c:v>
                </c:pt>
                <c:pt idx="92">
                  <c:v>131850.9</c:v>
                </c:pt>
                <c:pt idx="93">
                  <c:v>130804.17</c:v>
                </c:pt>
                <c:pt idx="94">
                  <c:v>132182.01</c:v>
                </c:pt>
                <c:pt idx="95">
                  <c:v>132752.93</c:v>
                </c:pt>
                <c:pt idx="96">
                  <c:v>133532.92000000001</c:v>
                </c:pt>
                <c:pt idx="97">
                  <c:v>134193.72</c:v>
                </c:pt>
                <c:pt idx="98">
                  <c:v>134185.24</c:v>
                </c:pt>
                <c:pt idx="99">
                  <c:v>132696.63</c:v>
                </c:pt>
                <c:pt idx="100">
                  <c:v>132833.95000000001</c:v>
                </c:pt>
                <c:pt idx="101">
                  <c:v>131225.91</c:v>
                </c:pt>
                <c:pt idx="102">
                  <c:v>132022.92000000001</c:v>
                </c:pt>
                <c:pt idx="103">
                  <c:v>132426.54</c:v>
                </c:pt>
                <c:pt idx="104">
                  <c:v>131446.59</c:v>
                </c:pt>
                <c:pt idx="105">
                  <c:v>130841.09</c:v>
                </c:pt>
                <c:pt idx="106">
                  <c:v>130648.75</c:v>
                </c:pt>
                <c:pt idx="107">
                  <c:v>130987.67</c:v>
                </c:pt>
                <c:pt idx="108">
                  <c:v>131520.91</c:v>
                </c:pt>
                <c:pt idx="109">
                  <c:v>129294.04</c:v>
                </c:pt>
                <c:pt idx="110">
                  <c:v>128523.83</c:v>
                </c:pt>
                <c:pt idx="111">
                  <c:v>127315.74</c:v>
                </c:pt>
                <c:pt idx="112">
                  <c:v>127635.65</c:v>
                </c:pt>
                <c:pt idx="113">
                  <c:v>126601.55</c:v>
                </c:pt>
                <c:pt idx="114">
                  <c:v>128262.52</c:v>
                </c:pt>
                <c:pt idx="115">
                  <c:v>127815.7</c:v>
                </c:pt>
                <c:pt idx="116">
                  <c:v>128168.73</c:v>
                </c:pt>
                <c:pt idx="117">
                  <c:v>128967.32</c:v>
                </c:pt>
                <c:pt idx="118">
                  <c:v>128502.66</c:v>
                </c:pt>
                <c:pt idx="119">
                  <c:v>127401.81</c:v>
                </c:pt>
                <c:pt idx="120">
                  <c:v>127752.28</c:v>
                </c:pt>
                <c:pt idx="121">
                  <c:v>128481.02</c:v>
                </c:pt>
                <c:pt idx="122">
                  <c:v>127182.25</c:v>
                </c:pt>
                <c:pt idx="123">
                  <c:v>127593.49</c:v>
                </c:pt>
                <c:pt idx="124">
                  <c:v>130416.31</c:v>
                </c:pt>
                <c:pt idx="125">
                  <c:v>129949.9</c:v>
                </c:pt>
                <c:pt idx="126">
                  <c:v>128216.92</c:v>
                </c:pt>
                <c:pt idx="127">
                  <c:v>128025.7</c:v>
                </c:pt>
                <c:pt idx="128">
                  <c:v>127018.29</c:v>
                </c:pt>
                <c:pt idx="129">
                  <c:v>127804.13</c:v>
                </c:pt>
                <c:pt idx="130">
                  <c:v>128725.88</c:v>
                </c:pt>
                <c:pt idx="131">
                  <c:v>129035.74</c:v>
                </c:pt>
                <c:pt idx="132">
                  <c:v>129916.11</c:v>
                </c:pt>
                <c:pt idx="133">
                  <c:v>130031.58</c:v>
                </c:pt>
                <c:pt idx="134">
                  <c:v>130240.55</c:v>
                </c:pt>
                <c:pt idx="135">
                  <c:v>129418.73</c:v>
                </c:pt>
                <c:pt idx="136">
                  <c:v>129609.05</c:v>
                </c:pt>
                <c:pt idx="137">
                  <c:v>131689.37</c:v>
                </c:pt>
                <c:pt idx="138">
                  <c:v>130155.43</c:v>
                </c:pt>
                <c:pt idx="139">
                  <c:v>129020.02</c:v>
                </c:pt>
                <c:pt idx="140">
                  <c:v>129180.37</c:v>
                </c:pt>
                <c:pt idx="141">
                  <c:v>128340.54</c:v>
                </c:pt>
                <c:pt idx="142">
                  <c:v>128098.11</c:v>
                </c:pt>
                <c:pt idx="143">
                  <c:v>128890.23</c:v>
                </c:pt>
                <c:pt idx="144">
                  <c:v>128339.76</c:v>
                </c:pt>
                <c:pt idx="145">
                  <c:v>127070.79</c:v>
                </c:pt>
                <c:pt idx="146">
                  <c:v>126123.56</c:v>
                </c:pt>
                <c:pt idx="147">
                  <c:v>127667.84</c:v>
                </c:pt>
                <c:pt idx="148">
                  <c:v>128006.05</c:v>
                </c:pt>
                <c:pt idx="149">
                  <c:v>127689.97</c:v>
                </c:pt>
                <c:pt idx="150">
                  <c:v>126741.81</c:v>
                </c:pt>
                <c:pt idx="151">
                  <c:v>126954.18</c:v>
                </c:pt>
                <c:pt idx="152">
                  <c:v>127528.85</c:v>
                </c:pt>
                <c:pt idx="153">
                  <c:v>129124.83</c:v>
                </c:pt>
                <c:pt idx="154">
                  <c:v>128158.57</c:v>
                </c:pt>
                <c:pt idx="155">
                  <c:v>127027.1</c:v>
                </c:pt>
                <c:pt idx="156">
                  <c:v>126931.47</c:v>
                </c:pt>
                <c:pt idx="157">
                  <c:v>126863.02</c:v>
                </c:pt>
                <c:pt idx="158">
                  <c:v>127690.62</c:v>
                </c:pt>
                <c:pt idx="159">
                  <c:v>128106.1</c:v>
                </c:pt>
                <c:pt idx="160">
                  <c:v>126990.45</c:v>
                </c:pt>
                <c:pt idx="161">
                  <c:v>127548.52</c:v>
                </c:pt>
                <c:pt idx="162">
                  <c:v>127318.39</c:v>
                </c:pt>
                <c:pt idx="163">
                  <c:v>127427.53</c:v>
                </c:pt>
                <c:pt idx="164">
                  <c:v>126795.41</c:v>
                </c:pt>
                <c:pt idx="165">
                  <c:v>128857.16</c:v>
                </c:pt>
                <c:pt idx="166">
                  <c:v>129890.37</c:v>
                </c:pt>
                <c:pt idx="167">
                  <c:v>128053.74</c:v>
                </c:pt>
                <c:pt idx="168">
                  <c:v>127396.35</c:v>
                </c:pt>
                <c:pt idx="169">
                  <c:v>125946.09</c:v>
                </c:pt>
                <c:pt idx="170">
                  <c:v>125333.89</c:v>
                </c:pt>
                <c:pt idx="171">
                  <c:v>124388.62</c:v>
                </c:pt>
                <c:pt idx="172">
                  <c:v>124171.15</c:v>
                </c:pt>
                <c:pt idx="173">
                  <c:v>124196.18</c:v>
                </c:pt>
                <c:pt idx="174">
                  <c:v>125124.3</c:v>
                </c:pt>
                <c:pt idx="175">
                  <c:v>125573.16</c:v>
                </c:pt>
                <c:pt idx="176">
                  <c:v>125148.07</c:v>
                </c:pt>
                <c:pt idx="177">
                  <c:v>124740.69</c:v>
                </c:pt>
                <c:pt idx="178">
                  <c:v>124645.58</c:v>
                </c:pt>
                <c:pt idx="179">
                  <c:v>126526.27</c:v>
                </c:pt>
                <c:pt idx="180">
                  <c:v>127351.79</c:v>
                </c:pt>
                <c:pt idx="181">
                  <c:v>125924.19</c:v>
                </c:pt>
                <c:pt idx="182">
                  <c:v>127122.25</c:v>
                </c:pt>
                <c:pt idx="183">
                  <c:v>128508.67</c:v>
                </c:pt>
                <c:pt idx="184">
                  <c:v>128465.69</c:v>
                </c:pt>
                <c:pt idx="185">
                  <c:v>129210.48</c:v>
                </c:pt>
                <c:pt idx="186">
                  <c:v>129480.89</c:v>
                </c:pt>
                <c:pt idx="187">
                  <c:v>128188.34</c:v>
                </c:pt>
                <c:pt idx="188">
                  <c:v>127599.57</c:v>
                </c:pt>
                <c:pt idx="189">
                  <c:v>128154.79</c:v>
                </c:pt>
                <c:pt idx="190">
                  <c:v>128515.49</c:v>
                </c:pt>
                <c:pt idx="191">
                  <c:v>128027.59</c:v>
                </c:pt>
                <c:pt idx="192">
                  <c:v>128283.62</c:v>
                </c:pt>
                <c:pt idx="193">
                  <c:v>128150.71</c:v>
                </c:pt>
                <c:pt idx="194">
                  <c:v>127750.92</c:v>
                </c:pt>
                <c:pt idx="195">
                  <c:v>127411.55</c:v>
                </c:pt>
                <c:pt idx="196">
                  <c:v>125650.03</c:v>
                </c:pt>
                <c:pt idx="197">
                  <c:v>124729.4</c:v>
                </c:pt>
                <c:pt idx="198">
                  <c:v>124305.57</c:v>
                </c:pt>
                <c:pt idx="199">
                  <c:v>124495.67999999999</c:v>
                </c:pt>
                <c:pt idx="200">
                  <c:v>123779.54</c:v>
                </c:pt>
                <c:pt idx="201">
                  <c:v>122707.28</c:v>
                </c:pt>
                <c:pt idx="202">
                  <c:v>122098.09</c:v>
                </c:pt>
                <c:pt idx="203">
                  <c:v>122031.58</c:v>
                </c:pt>
                <c:pt idx="204">
                  <c:v>121802.06</c:v>
                </c:pt>
                <c:pt idx="205">
                  <c:v>121407.33</c:v>
                </c:pt>
                <c:pt idx="206">
                  <c:v>122898.8</c:v>
                </c:pt>
                <c:pt idx="207">
                  <c:v>120767.19</c:v>
                </c:pt>
                <c:pt idx="208">
                  <c:v>120759.51</c:v>
                </c:pt>
                <c:pt idx="209">
                  <c:v>121635.06</c:v>
                </c:pt>
                <c:pt idx="210">
                  <c:v>119936.02</c:v>
                </c:pt>
                <c:pt idx="211">
                  <c:v>119567.53</c:v>
                </c:pt>
                <c:pt idx="212">
                  <c:v>119662.38</c:v>
                </c:pt>
                <c:pt idx="213">
                  <c:v>119137.86</c:v>
                </c:pt>
                <c:pt idx="214">
                  <c:v>119630.44</c:v>
                </c:pt>
                <c:pt idx="215">
                  <c:v>120261.34</c:v>
                </c:pt>
                <c:pt idx="216">
                  <c:v>120445.91</c:v>
                </c:pt>
                <c:pt idx="217">
                  <c:v>121341.13</c:v>
                </c:pt>
                <c:pt idx="218">
                  <c:v>122636.96</c:v>
                </c:pt>
                <c:pt idx="219">
                  <c:v>122331.39</c:v>
                </c:pt>
                <c:pt idx="220">
                  <c:v>122641.3</c:v>
                </c:pt>
                <c:pt idx="221">
                  <c:v>124307.83</c:v>
                </c:pt>
                <c:pt idx="222">
                  <c:v>123906.55</c:v>
                </c:pt>
                <c:pt idx="223">
                  <c:v>124718.07</c:v>
                </c:pt>
                <c:pt idx="224">
                  <c:v>124787.08</c:v>
                </c:pt>
                <c:pt idx="225">
                  <c:v>125661.89</c:v>
                </c:pt>
                <c:pt idx="226">
                  <c:v>126163.98</c:v>
                </c:pt>
                <c:pt idx="227">
                  <c:v>126267.05</c:v>
                </c:pt>
                <c:pt idx="228">
                  <c:v>126548.34</c:v>
                </c:pt>
                <c:pt idx="229">
                  <c:v>127108.22</c:v>
                </c:pt>
                <c:pt idx="230">
                  <c:v>127218.24000000001</c:v>
                </c:pt>
                <c:pt idx="231">
                  <c:v>128293.61</c:v>
                </c:pt>
                <c:pt idx="232">
                  <c:v>128896.98</c:v>
                </c:pt>
                <c:pt idx="233">
                  <c:v>129320.96000000001</c:v>
                </c:pt>
                <c:pt idx="234">
                  <c:v>129110.38</c:v>
                </c:pt>
                <c:pt idx="235">
                  <c:v>129450.32</c:v>
                </c:pt>
                <c:pt idx="236">
                  <c:v>127652.06</c:v>
                </c:pt>
                <c:pt idx="237">
                  <c:v>127616.46</c:v>
                </c:pt>
                <c:pt idx="238">
                  <c:v>127859.63</c:v>
                </c:pt>
                <c:pt idx="239">
                  <c:v>126589.84</c:v>
                </c:pt>
                <c:pt idx="240">
                  <c:v>126422.73</c:v>
                </c:pt>
                <c:pt idx="241">
                  <c:v>125954.09</c:v>
                </c:pt>
                <c:pt idx="242">
                  <c:v>127492.49</c:v>
                </c:pt>
                <c:pt idx="243">
                  <c:v>126953.86</c:v>
                </c:pt>
                <c:pt idx="244">
                  <c:v>126139.21</c:v>
                </c:pt>
                <c:pt idx="245">
                  <c:v>127651.81</c:v>
                </c:pt>
                <c:pt idx="246">
                  <c:v>127395.1</c:v>
                </c:pt>
                <c:pt idx="247">
                  <c:v>125854.09</c:v>
                </c:pt>
                <c:pt idx="248">
                  <c:v>125269.54</c:v>
                </c:pt>
                <c:pt idx="249">
                  <c:v>126266.7</c:v>
                </c:pt>
                <c:pt idx="250">
                  <c:v>127513.88</c:v>
                </c:pt>
                <c:pt idx="251">
                  <c:v>128660.88</c:v>
                </c:pt>
                <c:pt idx="252">
                  <c:v>130614.59</c:v>
                </c:pt>
                <c:pt idx="253">
                  <c:v>131115.9</c:v>
                </c:pt>
                <c:pt idx="254">
                  <c:v>132397.97</c:v>
                </c:pt>
                <c:pt idx="255">
                  <c:v>133317.66</c:v>
                </c:pt>
                <c:pt idx="256">
                  <c:v>134153.42000000001</c:v>
                </c:pt>
                <c:pt idx="257">
                  <c:v>133953.25</c:v>
                </c:pt>
                <c:pt idx="258">
                  <c:v>135777.98000000001</c:v>
                </c:pt>
                <c:pt idx="259">
                  <c:v>136087.41</c:v>
                </c:pt>
                <c:pt idx="260">
                  <c:v>136463.65</c:v>
                </c:pt>
                <c:pt idx="261">
                  <c:v>135173.39000000001</c:v>
                </c:pt>
                <c:pt idx="262">
                  <c:v>135608.47</c:v>
                </c:pt>
                <c:pt idx="263">
                  <c:v>136888.71</c:v>
                </c:pt>
                <c:pt idx="264">
                  <c:v>136775.91</c:v>
                </c:pt>
                <c:pt idx="265">
                  <c:v>137343.96</c:v>
                </c:pt>
                <c:pt idx="266">
                  <c:v>136041.35</c:v>
                </c:pt>
                <c:pt idx="267">
                  <c:v>136004.01</c:v>
                </c:pt>
                <c:pt idx="268">
                  <c:v>134906.07</c:v>
                </c:pt>
                <c:pt idx="269">
                  <c:v>134353.48000000001</c:v>
                </c:pt>
                <c:pt idx="270">
                  <c:v>136110.73000000001</c:v>
                </c:pt>
                <c:pt idx="271">
                  <c:v>136502.49</c:v>
                </c:pt>
                <c:pt idx="272">
                  <c:v>134572.45000000001</c:v>
                </c:pt>
                <c:pt idx="273">
                  <c:v>134737.21</c:v>
                </c:pt>
                <c:pt idx="274">
                  <c:v>134319.57999999999</c:v>
                </c:pt>
                <c:pt idx="275">
                  <c:v>134676.75</c:v>
                </c:pt>
                <c:pt idx="276">
                  <c:v>134029.43</c:v>
                </c:pt>
                <c:pt idx="277">
                  <c:v>134881.95000000001</c:v>
                </c:pt>
                <c:pt idx="278">
                  <c:v>135118.22</c:v>
                </c:pt>
                <c:pt idx="279">
                  <c:v>134960.19</c:v>
                </c:pt>
                <c:pt idx="280">
                  <c:v>133747.69</c:v>
                </c:pt>
                <c:pt idx="281">
                  <c:v>133122.67000000001</c:v>
                </c:pt>
                <c:pt idx="282">
                  <c:v>131065.44</c:v>
                </c:pt>
                <c:pt idx="283">
                  <c:v>130568.37</c:v>
                </c:pt>
                <c:pt idx="284">
                  <c:v>132155.76</c:v>
                </c:pt>
                <c:pt idx="285">
                  <c:v>131586.45000000001</c:v>
                </c:pt>
                <c:pt idx="286">
                  <c:v>133009.78</c:v>
                </c:pt>
                <c:pt idx="287">
                  <c:v>132730.35999999999</c:v>
                </c:pt>
                <c:pt idx="288">
                  <c:v>131816.44</c:v>
                </c:pt>
                <c:pt idx="289">
                  <c:v>132495.16</c:v>
                </c:pt>
                <c:pt idx="290">
                  <c:v>133514.94</c:v>
                </c:pt>
                <c:pt idx="291">
                  <c:v>131671.51</c:v>
                </c:pt>
                <c:pt idx="292">
                  <c:v>131791.54999999999</c:v>
                </c:pt>
                <c:pt idx="293">
                  <c:v>132017.84</c:v>
                </c:pt>
                <c:pt idx="294">
                  <c:v>131511.73000000001</c:v>
                </c:pt>
                <c:pt idx="295">
                  <c:v>129962.06</c:v>
                </c:pt>
                <c:pt idx="296">
                  <c:v>130352.86</c:v>
                </c:pt>
                <c:pt idx="297">
                  <c:v>129992.29</c:v>
                </c:pt>
                <c:pt idx="298">
                  <c:v>131005.25</c:v>
                </c:pt>
                <c:pt idx="299">
                  <c:v>131043.27</c:v>
                </c:pt>
                <c:pt idx="300">
                  <c:v>131749.72</c:v>
                </c:pt>
                <c:pt idx="301">
                  <c:v>130793.41</c:v>
                </c:pt>
                <c:pt idx="302">
                  <c:v>130499.26</c:v>
                </c:pt>
                <c:pt idx="303">
                  <c:v>130361.56</c:v>
                </c:pt>
                <c:pt idx="304">
                  <c:v>129951.37</c:v>
                </c:pt>
                <c:pt idx="305">
                  <c:v>129233.11</c:v>
                </c:pt>
                <c:pt idx="306">
                  <c:v>130066.95</c:v>
                </c:pt>
                <c:pt idx="307">
                  <c:v>129893.32</c:v>
                </c:pt>
                <c:pt idx="308">
                  <c:v>131212.57999999999</c:v>
                </c:pt>
                <c:pt idx="309">
                  <c:v>130729.93</c:v>
                </c:pt>
                <c:pt idx="310">
                  <c:v>130639.33</c:v>
                </c:pt>
                <c:pt idx="311">
                  <c:v>129713.33</c:v>
                </c:pt>
                <c:pt idx="312">
                  <c:v>128120.75</c:v>
                </c:pt>
                <c:pt idx="313">
                  <c:v>130514.79</c:v>
                </c:pt>
                <c:pt idx="314">
                  <c:v>130660.75</c:v>
                </c:pt>
                <c:pt idx="315">
                  <c:v>130340.92</c:v>
                </c:pt>
                <c:pt idx="316">
                  <c:v>129681.7</c:v>
                </c:pt>
                <c:pt idx="317">
                  <c:v>127829.8</c:v>
                </c:pt>
                <c:pt idx="318">
                  <c:v>127873.7</c:v>
                </c:pt>
                <c:pt idx="319">
                  <c:v>127698.32</c:v>
                </c:pt>
                <c:pt idx="320">
                  <c:v>127733.88</c:v>
                </c:pt>
                <c:pt idx="321">
                  <c:v>127791.6</c:v>
                </c:pt>
                <c:pt idx="322">
                  <c:v>127768.19</c:v>
                </c:pt>
                <c:pt idx="323">
                  <c:v>128197.25</c:v>
                </c:pt>
                <c:pt idx="324">
                  <c:v>126922.11</c:v>
                </c:pt>
                <c:pt idx="325">
                  <c:v>129125.51</c:v>
                </c:pt>
                <c:pt idx="326">
                  <c:v>129036.1</c:v>
                </c:pt>
                <c:pt idx="327">
                  <c:v>129922.38</c:v>
                </c:pt>
                <c:pt idx="328">
                  <c:v>127668.61</c:v>
                </c:pt>
                <c:pt idx="329">
                  <c:v>124610.41</c:v>
                </c:pt>
                <c:pt idx="330">
                  <c:v>125667.83</c:v>
                </c:pt>
                <c:pt idx="331">
                  <c:v>125235.54</c:v>
                </c:pt>
                <c:pt idx="332">
                  <c:v>126139.2</c:v>
                </c:pt>
                <c:pt idx="333">
                  <c:v>126087.02</c:v>
                </c:pt>
                <c:pt idx="334">
                  <c:v>127857.58</c:v>
                </c:pt>
                <c:pt idx="335">
                  <c:v>125945.67</c:v>
                </c:pt>
                <c:pt idx="336">
                  <c:v>127210.19</c:v>
                </c:pt>
                <c:pt idx="337">
                  <c:v>128228.49</c:v>
                </c:pt>
                <c:pt idx="338">
                  <c:v>129593.31</c:v>
                </c:pt>
                <c:pt idx="339">
                  <c:v>126042.21</c:v>
                </c:pt>
                <c:pt idx="340">
                  <c:v>124612.22</c:v>
                </c:pt>
                <c:pt idx="341">
                  <c:v>123560.06</c:v>
                </c:pt>
                <c:pt idx="342">
                  <c:v>124698.04</c:v>
                </c:pt>
                <c:pt idx="343">
                  <c:v>120771.88</c:v>
                </c:pt>
                <c:pt idx="344">
                  <c:v>121187.91</c:v>
                </c:pt>
                <c:pt idx="345">
                  <c:v>122102.15</c:v>
                </c:pt>
                <c:pt idx="346">
                  <c:v>120766.57</c:v>
                </c:pt>
                <c:pt idx="347">
                  <c:v>121077.5</c:v>
                </c:pt>
                <c:pt idx="348">
                  <c:v>120269.31</c:v>
                </c:pt>
                <c:pt idx="349">
                  <c:v>120283.4</c:v>
                </c:pt>
                <c:pt idx="350">
                  <c:v>120125.39</c:v>
                </c:pt>
                <c:pt idx="351">
                  <c:v>118532.68</c:v>
                </c:pt>
                <c:pt idx="352">
                  <c:v>120021.52</c:v>
                </c:pt>
                <c:pt idx="353">
                  <c:v>121162.66</c:v>
                </c:pt>
                <c:pt idx="354">
                  <c:v>119624.51</c:v>
                </c:pt>
                <c:pt idx="355">
                  <c:v>119780.56</c:v>
                </c:pt>
                <c:pt idx="356">
                  <c:v>118856.48</c:v>
                </c:pt>
                <c:pt idx="357">
                  <c:v>119006.93</c:v>
                </c:pt>
                <c:pt idx="358">
                  <c:v>119298.67</c:v>
                </c:pt>
                <c:pt idx="359">
                  <c:v>122650.2</c:v>
                </c:pt>
                <c:pt idx="360">
                  <c:v>121234.14</c:v>
                </c:pt>
                <c:pt idx="361">
                  <c:v>122350.38</c:v>
                </c:pt>
                <c:pt idx="362">
                  <c:v>122855.15</c:v>
                </c:pt>
                <c:pt idx="363">
                  <c:v>123338.34</c:v>
                </c:pt>
                <c:pt idx="364">
                  <c:v>122971.77</c:v>
                </c:pt>
                <c:pt idx="365">
                  <c:v>122483.32</c:v>
                </c:pt>
                <c:pt idx="366">
                  <c:v>122446.94</c:v>
                </c:pt>
                <c:pt idx="367">
                  <c:v>124861.5</c:v>
                </c:pt>
                <c:pt idx="368">
                  <c:v>124055.5</c:v>
                </c:pt>
                <c:pt idx="369">
                  <c:v>123432.12</c:v>
                </c:pt>
                <c:pt idx="370">
                  <c:v>126912.78</c:v>
                </c:pt>
                <c:pt idx="371">
                  <c:v>126134.94</c:v>
                </c:pt>
                <c:pt idx="372">
                  <c:v>125970.46</c:v>
                </c:pt>
                <c:pt idx="373">
                  <c:v>125147.42</c:v>
                </c:pt>
                <c:pt idx="374">
                  <c:v>125534.07</c:v>
                </c:pt>
                <c:pt idx="375">
                  <c:v>126224.74</c:v>
                </c:pt>
                <c:pt idx="376">
                  <c:v>124619.4</c:v>
                </c:pt>
                <c:pt idx="377">
                  <c:v>125571.81</c:v>
                </c:pt>
                <c:pt idx="378">
                  <c:v>126521.66</c:v>
                </c:pt>
                <c:pt idx="379">
                  <c:v>124380.21</c:v>
                </c:pt>
                <c:pt idx="380">
                  <c:v>124850.18</c:v>
                </c:pt>
                <c:pt idx="381">
                  <c:v>128218.59</c:v>
                </c:pt>
                <c:pt idx="382">
                  <c:v>128552.13</c:v>
                </c:pt>
                <c:pt idx="383">
                  <c:v>128531.71</c:v>
                </c:pt>
                <c:pt idx="384">
                  <c:v>127308.8</c:v>
                </c:pt>
                <c:pt idx="385">
                  <c:v>127600.58</c:v>
                </c:pt>
                <c:pt idx="386">
                  <c:v>127128.06</c:v>
                </c:pt>
                <c:pt idx="387">
                  <c:v>125401.38</c:v>
                </c:pt>
                <c:pt idx="388">
                  <c:v>125979.5</c:v>
                </c:pt>
                <c:pt idx="389">
                  <c:v>124768.71</c:v>
                </c:pt>
                <c:pt idx="390">
                  <c:v>124798.96</c:v>
                </c:pt>
                <c:pt idx="391">
                  <c:v>122799.09</c:v>
                </c:pt>
                <c:pt idx="392">
                  <c:v>123046.85</c:v>
                </c:pt>
                <c:pt idx="393">
                  <c:v>123357.55</c:v>
                </c:pt>
                <c:pt idx="394">
                  <c:v>125034.63</c:v>
                </c:pt>
                <c:pt idx="395">
                  <c:v>124519.38</c:v>
                </c:pt>
                <c:pt idx="396">
                  <c:v>123507.35</c:v>
                </c:pt>
                <c:pt idx="397">
                  <c:v>123863.5</c:v>
                </c:pt>
                <c:pt idx="398">
                  <c:v>125637.11</c:v>
                </c:pt>
                <c:pt idx="399">
                  <c:v>128957.09</c:v>
                </c:pt>
                <c:pt idx="400">
                  <c:v>130833.96</c:v>
                </c:pt>
                <c:pt idx="401">
                  <c:v>131474.73000000001</c:v>
                </c:pt>
                <c:pt idx="402">
                  <c:v>132508.45000000001</c:v>
                </c:pt>
                <c:pt idx="403">
                  <c:v>131954.9</c:v>
                </c:pt>
                <c:pt idx="404">
                  <c:v>132344.88</c:v>
                </c:pt>
                <c:pt idx="405">
                  <c:v>131321.44</c:v>
                </c:pt>
                <c:pt idx="406">
                  <c:v>132067.69</c:v>
                </c:pt>
                <c:pt idx="407">
                  <c:v>132519.63</c:v>
                </c:pt>
                <c:pt idx="408">
                  <c:v>133148.75</c:v>
                </c:pt>
                <c:pt idx="409">
                  <c:v>131902.18</c:v>
                </c:pt>
                <c:pt idx="410">
                  <c:v>130259.54</c:v>
                </c:pt>
                <c:pt idx="411">
                  <c:v>131147.29</c:v>
                </c:pt>
                <c:pt idx="412">
                  <c:v>131190.34</c:v>
                </c:pt>
                <c:pt idx="413">
                  <c:v>131140.65</c:v>
                </c:pt>
                <c:pt idx="414">
                  <c:v>127256</c:v>
                </c:pt>
                <c:pt idx="415">
                  <c:v>125588.09</c:v>
                </c:pt>
                <c:pt idx="416">
                  <c:v>123931.89</c:v>
                </c:pt>
                <c:pt idx="417">
                  <c:v>127795.93</c:v>
                </c:pt>
                <c:pt idx="418">
                  <c:v>126354.75</c:v>
                </c:pt>
                <c:pt idx="419">
                  <c:v>127682.4</c:v>
                </c:pt>
                <c:pt idx="420">
                  <c:v>129453.91</c:v>
                </c:pt>
                <c:pt idx="421">
                  <c:v>129245.39</c:v>
                </c:pt>
                <c:pt idx="422">
                  <c:v>128316.89</c:v>
                </c:pt>
                <c:pt idx="423">
                  <c:v>129650.03</c:v>
                </c:pt>
                <c:pt idx="424">
                  <c:v>130464.38</c:v>
                </c:pt>
                <c:pt idx="425">
                  <c:v>132216.07</c:v>
                </c:pt>
                <c:pt idx="426">
                  <c:v>134580.43</c:v>
                </c:pt>
                <c:pt idx="427">
                  <c:v>134739.28</c:v>
                </c:pt>
                <c:pt idx="428">
                  <c:v>135015.89000000001</c:v>
                </c:pt>
                <c:pt idx="429">
                  <c:v>135092.99</c:v>
                </c:pt>
                <c:pt idx="430">
                  <c:v>135066.97</c:v>
                </c:pt>
                <c:pt idx="431">
                  <c:v>135133.88</c:v>
                </c:pt>
                <c:pt idx="432">
                  <c:v>133491.23000000001</c:v>
                </c:pt>
                <c:pt idx="433">
                  <c:v>133515.82</c:v>
                </c:pt>
                <c:pt idx="434">
                  <c:v>133397.51999999999</c:v>
                </c:pt>
                <c:pt idx="435">
                  <c:v>136231.9</c:v>
                </c:pt>
                <c:pt idx="436">
                  <c:v>136511.88</c:v>
                </c:pt>
                <c:pt idx="437">
                  <c:v>136563.18</c:v>
                </c:pt>
                <c:pt idx="438">
                  <c:v>138963.10999999999</c:v>
                </c:pt>
                <c:pt idx="439">
                  <c:v>138422.84</c:v>
                </c:pt>
                <c:pt idx="440">
                  <c:v>139334.38</c:v>
                </c:pt>
                <c:pt idx="441">
                  <c:v>139187.39000000001</c:v>
                </c:pt>
                <c:pt idx="442">
                  <c:v>139636.41</c:v>
                </c:pt>
                <c:pt idx="443">
                  <c:v>140109.63</c:v>
                </c:pt>
                <c:pt idx="444">
                  <c:v>137881.26999999999</c:v>
                </c:pt>
                <c:pt idx="445">
                  <c:v>137272.59</c:v>
                </c:pt>
                <c:pt idx="446">
                  <c:v>137824.29</c:v>
                </c:pt>
                <c:pt idx="447">
                  <c:v>138136.14000000001</c:v>
                </c:pt>
                <c:pt idx="448">
                  <c:v>139541.23000000001</c:v>
                </c:pt>
                <c:pt idx="449">
                  <c:v>138887.81</c:v>
                </c:pt>
                <c:pt idx="450">
                  <c:v>138533.70000000001</c:v>
                </c:pt>
                <c:pt idx="451">
                  <c:v>137026.62</c:v>
                </c:pt>
                <c:pt idx="452">
                  <c:v>136786.65</c:v>
                </c:pt>
                <c:pt idx="453">
                  <c:v>137546.26</c:v>
                </c:pt>
                <c:pt idx="454">
                  <c:v>137001.57999999999</c:v>
                </c:pt>
                <c:pt idx="455">
                  <c:v>136236.37</c:v>
                </c:pt>
                <c:pt idx="456">
                  <c:v>136102.1</c:v>
                </c:pt>
                <c:pt idx="457">
                  <c:v>135699.38</c:v>
                </c:pt>
                <c:pt idx="458">
                  <c:v>136436.07</c:v>
                </c:pt>
                <c:pt idx="459">
                  <c:v>137128.04</c:v>
                </c:pt>
                <c:pt idx="460">
                  <c:v>137799.74</c:v>
                </c:pt>
                <c:pt idx="461">
                  <c:v>137212.63</c:v>
                </c:pt>
                <c:pt idx="462">
                  <c:v>139255.91</c:v>
                </c:pt>
                <c:pt idx="463">
                  <c:v>138840.01999999999</c:v>
                </c:pt>
                <c:pt idx="464">
                  <c:v>138716.64000000001</c:v>
                </c:pt>
                <c:pt idx="465">
                  <c:v>137115.82999999999</c:v>
                </c:pt>
                <c:pt idx="466">
                  <c:v>136550.5</c:v>
                </c:pt>
                <c:pt idx="467">
                  <c:v>137164.60999999999</c:v>
                </c:pt>
                <c:pt idx="468">
                  <c:v>135767.29</c:v>
                </c:pt>
                <c:pt idx="469">
                  <c:v>137113.89000000001</c:v>
                </c:pt>
                <c:pt idx="470">
                  <c:v>136865.79</c:v>
                </c:pt>
                <c:pt idx="471">
                  <c:v>138854.6</c:v>
                </c:pt>
                <c:pt idx="472">
                  <c:v>139549.43</c:v>
                </c:pt>
                <c:pt idx="473">
                  <c:v>139050.93</c:v>
                </c:pt>
                <c:pt idx="474">
                  <c:v>140927.85999999999</c:v>
                </c:pt>
                <c:pt idx="475">
                  <c:v>141263.56</c:v>
                </c:pt>
                <c:pt idx="476">
                  <c:v>139489.70000000001</c:v>
                </c:pt>
                <c:pt idx="477">
                  <c:v>139302.85</c:v>
                </c:pt>
                <c:pt idx="478">
                  <c:v>137480.79</c:v>
                </c:pt>
                <c:pt idx="479">
                  <c:v>136743.26</c:v>
                </c:pt>
                <c:pt idx="480">
                  <c:v>136187.31</c:v>
                </c:pt>
                <c:pt idx="481">
                  <c:v>135298.99</c:v>
                </c:pt>
                <c:pt idx="482">
                  <c:v>135250.1</c:v>
                </c:pt>
                <c:pt idx="483">
                  <c:v>135510.99</c:v>
                </c:pt>
                <c:pt idx="484">
                  <c:v>135564.74</c:v>
                </c:pt>
                <c:pt idx="485">
                  <c:v>133381.57999999999</c:v>
                </c:pt>
                <c:pt idx="486">
                  <c:v>134166.72</c:v>
                </c:pt>
                <c:pt idx="487">
                  <c:v>134035.72</c:v>
                </c:pt>
                <c:pt idx="488">
                  <c:v>135368.26999999999</c:v>
                </c:pt>
                <c:pt idx="489">
                  <c:v>133807.59</c:v>
                </c:pt>
                <c:pt idx="490">
                  <c:v>133524.18</c:v>
                </c:pt>
                <c:pt idx="491">
                  <c:v>132129.26</c:v>
                </c:pt>
                <c:pt idx="492">
                  <c:v>132725.68</c:v>
                </c:pt>
                <c:pt idx="493">
                  <c:v>133989.74</c:v>
                </c:pt>
                <c:pt idx="494">
                  <c:v>133071.04999999999</c:v>
                </c:pt>
                <c:pt idx="495">
                  <c:v>132437.39000000001</c:v>
                </c:pt>
                <c:pt idx="496">
                  <c:v>132971.20000000001</c:v>
                </c:pt>
                <c:pt idx="497">
                  <c:v>133151.29999999999</c:v>
                </c:pt>
                <c:pt idx="498">
                  <c:v>134537.62</c:v>
                </c:pt>
                <c:pt idx="499">
                  <c:v>136527.60999999999</c:v>
                </c:pt>
                <c:pt idx="500">
                  <c:v>135913.25</c:v>
                </c:pt>
                <c:pt idx="501">
                  <c:v>135623.15</c:v>
                </c:pt>
                <c:pt idx="502">
                  <c:v>137913.68</c:v>
                </c:pt>
                <c:pt idx="503">
                  <c:v>136687.32</c:v>
                </c:pt>
                <c:pt idx="504">
                  <c:v>136355.78</c:v>
                </c:pt>
                <c:pt idx="505">
                  <c:v>136340.76999999999</c:v>
                </c:pt>
                <c:pt idx="506">
                  <c:v>137321.64000000001</c:v>
                </c:pt>
                <c:pt idx="507">
                  <c:v>134432.26</c:v>
                </c:pt>
                <c:pt idx="508">
                  <c:v>134666.46</c:v>
                </c:pt>
                <c:pt idx="509">
                  <c:v>134510.85</c:v>
                </c:pt>
                <c:pt idx="510">
                  <c:v>137968.15</c:v>
                </c:pt>
                <c:pt idx="511">
                  <c:v>138025.17000000001</c:v>
                </c:pt>
                <c:pt idx="512">
                  <c:v>137771.39000000001</c:v>
                </c:pt>
                <c:pt idx="513">
                  <c:v>139205.81</c:v>
                </c:pt>
                <c:pt idx="514">
                  <c:v>141049.20000000001</c:v>
                </c:pt>
                <c:pt idx="515">
                  <c:v>141422.26</c:v>
                </c:pt>
                <c:pt idx="516">
                  <c:v>141283.01</c:v>
                </c:pt>
                <c:pt idx="517">
                  <c:v>140335.16</c:v>
                </c:pt>
                <c:pt idx="518">
                  <c:v>139863.63</c:v>
                </c:pt>
                <c:pt idx="519">
                  <c:v>140993.25</c:v>
                </c:pt>
                <c:pt idx="520">
                  <c:v>142640.14000000001</c:v>
                </c:pt>
                <c:pt idx="521">
                  <c:v>141791.57999999999</c:v>
                </c:pt>
                <c:pt idx="522">
                  <c:v>141618.29</c:v>
                </c:pt>
                <c:pt idx="523">
                  <c:v>142348.70000000001</c:v>
                </c:pt>
                <c:pt idx="524">
                  <c:v>143150.84</c:v>
                </c:pt>
                <c:pt idx="525">
                  <c:v>142271.57999999999</c:v>
                </c:pt>
                <c:pt idx="526">
                  <c:v>143546.57999999999</c:v>
                </c:pt>
                <c:pt idx="527">
                  <c:v>144061.74</c:v>
                </c:pt>
                <c:pt idx="528">
                  <c:v>145593.63</c:v>
                </c:pt>
                <c:pt idx="529">
                  <c:v>145499.49</c:v>
                </c:pt>
                <c:pt idx="530">
                  <c:v>145865.10999999999</c:v>
                </c:pt>
                <c:pt idx="531">
                  <c:v>145109.25</c:v>
                </c:pt>
                <c:pt idx="532">
                  <c:v>146424.94</c:v>
                </c:pt>
                <c:pt idx="533">
                  <c:v>146491.75</c:v>
                </c:pt>
                <c:pt idx="534">
                  <c:v>145306.23000000001</c:v>
                </c:pt>
                <c:pt idx="535">
                  <c:v>145446.66</c:v>
                </c:pt>
                <c:pt idx="536">
                  <c:v>146336.79999999999</c:v>
                </c:pt>
                <c:pt idx="537">
                  <c:v>146237.01999999999</c:v>
                </c:pt>
                <c:pt idx="538">
                  <c:v>145517.35</c:v>
                </c:pt>
                <c:pt idx="539">
                  <c:v>143949.64000000001</c:v>
                </c:pt>
                <c:pt idx="540">
                  <c:v>144200.65</c:v>
                </c:pt>
                <c:pt idx="541">
                  <c:v>143608.07999999999</c:v>
                </c:pt>
                <c:pt idx="542">
                  <c:v>141356.43</c:v>
                </c:pt>
                <c:pt idx="543">
                  <c:v>142145.38</c:v>
                </c:pt>
                <c:pt idx="544">
                  <c:v>141708.19</c:v>
                </c:pt>
                <c:pt idx="545">
                  <c:v>140680.34</c:v>
                </c:pt>
                <c:pt idx="546">
                  <c:v>141783.35999999999</c:v>
                </c:pt>
                <c:pt idx="547">
                  <c:v>141682.99</c:v>
                </c:pt>
                <c:pt idx="548">
                  <c:v>142603.66</c:v>
                </c:pt>
                <c:pt idx="549">
                  <c:v>142200.01999999999</c:v>
                </c:pt>
                <c:pt idx="550">
                  <c:v>143398.63</c:v>
                </c:pt>
                <c:pt idx="551">
                  <c:v>144509.32</c:v>
                </c:pt>
                <c:pt idx="552">
                  <c:v>144085.15</c:v>
                </c:pt>
                <c:pt idx="553">
                  <c:v>144872.79</c:v>
                </c:pt>
                <c:pt idx="554">
                  <c:v>145720.98000000001</c:v>
                </c:pt>
                <c:pt idx="555">
                  <c:v>146172.21</c:v>
                </c:pt>
                <c:pt idx="556">
                  <c:v>146969.1</c:v>
                </c:pt>
                <c:pt idx="557">
                  <c:v>147428.9</c:v>
                </c:pt>
                <c:pt idx="558">
                  <c:v>148632.93</c:v>
                </c:pt>
                <c:pt idx="559">
                  <c:v>148780.22</c:v>
                </c:pt>
                <c:pt idx="560">
                  <c:v>149540.43</c:v>
                </c:pt>
                <c:pt idx="561">
                  <c:v>150454.24</c:v>
                </c:pt>
                <c:pt idx="562">
                  <c:v>150704.20000000001</c:v>
                </c:pt>
                <c:pt idx="563">
                  <c:v>153294.44</c:v>
                </c:pt>
                <c:pt idx="564">
                  <c:v>153338.63</c:v>
                </c:pt>
                <c:pt idx="565">
                  <c:v>154063.53</c:v>
                </c:pt>
                <c:pt idx="566">
                  <c:v>155257.31</c:v>
                </c:pt>
                <c:pt idx="567">
                  <c:v>157748.6</c:v>
                </c:pt>
                <c:pt idx="568">
                  <c:v>157632.9</c:v>
                </c:pt>
                <c:pt idx="569">
                  <c:v>157162.43</c:v>
                </c:pt>
                <c:pt idx="570">
                  <c:v>157738.69</c:v>
                </c:pt>
                <c:pt idx="571">
                  <c:v>156992.93</c:v>
                </c:pt>
                <c:pt idx="572">
                  <c:v>156522.13</c:v>
                </c:pt>
                <c:pt idx="573">
                  <c:v>155380.66</c:v>
                </c:pt>
                <c:pt idx="574">
                  <c:v>154770.1</c:v>
                </c:pt>
                <c:pt idx="575">
                  <c:v>155277.56</c:v>
                </c:pt>
                <c:pt idx="576">
                  <c:v>155910.18</c:v>
                </c:pt>
                <c:pt idx="577">
                  <c:v>158554.94</c:v>
                </c:pt>
                <c:pt idx="578">
                  <c:v>158359.76</c:v>
                </c:pt>
                <c:pt idx="579">
                  <c:v>159072.13</c:v>
                </c:pt>
                <c:pt idx="580">
                  <c:v>158611.01</c:v>
                </c:pt>
                <c:pt idx="581">
                  <c:v>161092.25</c:v>
                </c:pt>
                <c:pt idx="582">
                  <c:v>161755.18</c:v>
                </c:pt>
                <c:pt idx="583">
                  <c:v>164455.60999999999</c:v>
                </c:pt>
                <c:pt idx="584">
                  <c:v>157369.35999999999</c:v>
                </c:pt>
                <c:pt idx="585">
                  <c:v>158187.43</c:v>
                </c:pt>
                <c:pt idx="586">
                  <c:v>157981.13</c:v>
                </c:pt>
                <c:pt idx="587">
                  <c:v>159074.97</c:v>
                </c:pt>
                <c:pt idx="588">
                  <c:v>159189.1</c:v>
                </c:pt>
                <c:pt idx="589">
                  <c:v>160766.37</c:v>
                </c:pt>
                <c:pt idx="590">
                  <c:v>162481.74</c:v>
                </c:pt>
                <c:pt idx="591">
                  <c:v>158577.88</c:v>
                </c:pt>
                <c:pt idx="592">
                  <c:v>157327.26</c:v>
                </c:pt>
                <c:pt idx="593">
                  <c:v>157923.34</c:v>
                </c:pt>
                <c:pt idx="594">
                  <c:v>158473.01999999999</c:v>
                </c:pt>
                <c:pt idx="595">
                  <c:v>158141.65</c:v>
                </c:pt>
                <c:pt idx="596">
                  <c:v>160455.82999999999</c:v>
                </c:pt>
                <c:pt idx="597">
                  <c:v>160896.64000000001</c:v>
                </c:pt>
                <c:pt idx="598">
                  <c:v>160490.29999999999</c:v>
                </c:pt>
                <c:pt idx="599">
                  <c:v>161125.37</c:v>
                </c:pt>
                <c:pt idx="600">
                  <c:v>160538.69</c:v>
                </c:pt>
                <c:pt idx="601">
                  <c:v>161869.76000000001</c:v>
                </c:pt>
                <c:pt idx="602">
                  <c:v>163663.88</c:v>
                </c:pt>
                <c:pt idx="603">
                  <c:v>161975.24</c:v>
                </c:pt>
                <c:pt idx="604">
                  <c:v>162936.48000000001</c:v>
                </c:pt>
                <c:pt idx="605">
                  <c:v>163370.31</c:v>
                </c:pt>
                <c:pt idx="606">
                  <c:v>163150.35</c:v>
                </c:pt>
                <c:pt idx="607">
                  <c:v>161973.04999999999</c:v>
                </c:pt>
                <c:pt idx="608">
                  <c:v>165145.98000000001</c:v>
                </c:pt>
                <c:pt idx="609">
                  <c:v>165568.32000000001</c:v>
                </c:pt>
                <c:pt idx="610">
                  <c:v>164799.98000000001</c:v>
                </c:pt>
                <c:pt idx="611">
                  <c:v>164849.26999999999</c:v>
                </c:pt>
                <c:pt idx="612">
                  <c:v>166276.9</c:v>
                </c:pt>
                <c:pt idx="613">
                  <c:v>171816.67</c:v>
                </c:pt>
                <c:pt idx="614">
                  <c:v>175589.35</c:v>
                </c:pt>
                <c:pt idx="615">
                  <c:v>178858.54</c:v>
                </c:pt>
                <c:pt idx="616">
                  <c:v>178720.68</c:v>
                </c:pt>
                <c:pt idx="617">
                  <c:v>181919.13</c:v>
                </c:pt>
                <c:pt idx="618">
                  <c:v>184691.05</c:v>
                </c:pt>
                <c:pt idx="619">
                  <c:v>183133.75</c:v>
                </c:pt>
                <c:pt idx="620">
                  <c:v>181363.9</c:v>
                </c:pt>
                <c:pt idx="621">
                  <c:v>182793.4</c:v>
                </c:pt>
                <c:pt idx="622">
                  <c:v>185674.43</c:v>
                </c:pt>
                <c:pt idx="623">
                  <c:v>181708.23</c:v>
                </c:pt>
                <c:pt idx="624">
                  <c:v>182127.25</c:v>
                </c:pt>
                <c:pt idx="625">
                  <c:v>182949.78</c:v>
                </c:pt>
                <c:pt idx="626">
                  <c:v>186241.15</c:v>
                </c:pt>
                <c:pt idx="627">
                  <c:v>185929.33</c:v>
                </c:pt>
                <c:pt idx="628">
                  <c:v>189699.12</c:v>
                </c:pt>
                <c:pt idx="629">
                  <c:v>187766.42</c:v>
                </c:pt>
                <c:pt idx="630">
                  <c:v>186464.3</c:v>
                </c:pt>
                <c:pt idx="631">
                  <c:v>186016.31</c:v>
                </c:pt>
                <c:pt idx="632">
                  <c:v>188534.42</c:v>
                </c:pt>
                <c:pt idx="633">
                  <c:v>190534.42</c:v>
                </c:pt>
                <c:pt idx="634">
                  <c:v>188853.49</c:v>
                </c:pt>
                <c:pt idx="635">
                  <c:v>191490.4</c:v>
                </c:pt>
                <c:pt idx="636">
                  <c:v>191247.46</c:v>
                </c:pt>
                <c:pt idx="637">
                  <c:v>191005.02</c:v>
                </c:pt>
                <c:pt idx="638">
                  <c:v>188786.98</c:v>
                </c:pt>
                <c:pt idx="639">
                  <c:v>189307.02</c:v>
                </c:pt>
                <c:pt idx="640">
                  <c:v>183104.87</c:v>
                </c:pt>
                <c:pt idx="641">
                  <c:v>185366.44</c:v>
                </c:pt>
                <c:pt idx="642">
                  <c:v>180463.84</c:v>
                </c:pt>
                <c:pt idx="643">
                  <c:v>179364.82</c:v>
                </c:pt>
                <c:pt idx="644">
                  <c:v>180915.36</c:v>
                </c:pt>
                <c:pt idx="645">
                  <c:v>183447</c:v>
                </c:pt>
                <c:pt idx="646">
                  <c:v>183969.35</c:v>
                </c:pt>
                <c:pt idx="647">
                  <c:v>179284.49</c:v>
                </c:pt>
                <c:pt idx="648">
                  <c:v>177653.31</c:v>
                </c:pt>
                <c:pt idx="649">
                  <c:v>179875.44</c:v>
                </c:pt>
                <c:pt idx="650">
                  <c:v>180409.73</c:v>
                </c:pt>
                <c:pt idx="651">
                  <c:v>179639.91</c:v>
                </c:pt>
                <c:pt idx="652">
                  <c:v>180270.62</c:v>
                </c:pt>
                <c:pt idx="653">
                  <c:v>176219.4</c:v>
                </c:pt>
                <c:pt idx="654">
                  <c:v>181931.93</c:v>
                </c:pt>
                <c:pt idx="655">
                  <c:v>182509.14</c:v>
                </c:pt>
                <c:pt idx="656">
                  <c:v>185424.28</c:v>
                </c:pt>
                <c:pt idx="657">
                  <c:v>182732.67</c:v>
                </c:pt>
                <c:pt idx="658">
                  <c:v>181556.76</c:v>
                </c:pt>
                <c:pt idx="659">
                  <c:v>182514.2</c:v>
                </c:pt>
                <c:pt idx="660">
                  <c:v>187461.84</c:v>
                </c:pt>
                <c:pt idx="661">
                  <c:v>187952.91</c:v>
                </c:pt>
                <c:pt idx="662">
                  <c:v>188052.02</c:v>
                </c:pt>
                <c:pt idx="663">
                  <c:v>188161.97</c:v>
                </c:pt>
                <c:pt idx="664">
                  <c:v>188258.91</c:v>
                </c:pt>
                <c:pt idx="665">
                  <c:v>192201.16</c:v>
                </c:pt>
                <c:pt idx="666">
                  <c:v>195129.25</c:v>
                </c:pt>
                <c:pt idx="667">
                  <c:v>197323.87</c:v>
                </c:pt>
                <c:pt idx="668">
                  <c:v>198000.71</c:v>
                </c:pt>
                <c:pt idx="669">
                  <c:v>198657.33</c:v>
                </c:pt>
                <c:pt idx="670">
                  <c:v>197737.61</c:v>
                </c:pt>
                <c:pt idx="671">
                  <c:v>196818.59</c:v>
                </c:pt>
                <c:pt idx="672">
                  <c:v>195733.51</c:v>
                </c:pt>
                <c:pt idx="673">
                  <c:v>196132.06</c:v>
                </c:pt>
                <c:pt idx="674">
                  <c:v>192888.95999999999</c:v>
                </c:pt>
                <c:pt idx="675">
                  <c:v>191378.43</c:v>
                </c:pt>
                <c:pt idx="676">
                  <c:v>190745.02</c:v>
                </c:pt>
                <c:pt idx="677">
                  <c:v>189578.79</c:v>
                </c:pt>
                <c:pt idx="678">
                  <c:v>188618.69</c:v>
                </c:pt>
                <c:pt idx="679">
                  <c:v>184750.42</c:v>
                </c:pt>
                <c:pt idx="680">
                  <c:v>187317.64</c:v>
                </c:pt>
                <c:pt idx="681">
                  <c:v>185600.12</c:v>
                </c:pt>
                <c:pt idx="682">
                  <c:v>186753.82</c:v>
                </c:pt>
                <c:pt idx="683">
                  <c:v>187690.86</c:v>
                </c:pt>
                <c:pt idx="684">
                  <c:v>183218.26</c:v>
                </c:pt>
                <c:pt idx="685">
                  <c:v>184108.29</c:v>
                </c:pt>
                <c:pt idx="686">
                  <c:v>181908.87</c:v>
                </c:pt>
                <c:pt idx="687">
                  <c:v>180342.33</c:v>
                </c:pt>
                <c:pt idx="688">
                  <c:v>177098.29</c:v>
                </c:pt>
                <c:pt idx="689">
                  <c:v>178365.86</c:v>
                </c:pt>
                <c:pt idx="690">
                  <c:v>177283.83</c:v>
                </c:pt>
                <c:pt idx="691">
                  <c:v>176975.82</c:v>
                </c:pt>
                <c:pt idx="692">
                  <c:v>174278.86</c:v>
                </c:pt>
                <c:pt idx="693">
                  <c:v>177355.73</c:v>
                </c:pt>
                <c:pt idx="694">
                  <c:v>177649.86</c:v>
                </c:pt>
                <c:pt idx="695">
                  <c:v>176209.61</c:v>
                </c:pt>
                <c:pt idx="696">
                  <c:v>177815.72</c:v>
                </c:pt>
                <c:pt idx="697">
                  <c:v>176589.03</c:v>
                </c:pt>
                <c:pt idx="698">
                  <c:v>175744.37</c:v>
                </c:pt>
                <c:pt idx="699">
                  <c:v>175063.41</c:v>
                </c:pt>
                <c:pt idx="700">
                  <c:v>173787.49</c:v>
                </c:pt>
                <c:pt idx="701">
                  <c:v>172197.46</c:v>
                </c:pt>
                <c:pt idx="702">
                  <c:v>174197.64</c:v>
                </c:pt>
                <c:pt idx="703">
                  <c:v>170330.63</c:v>
                </c:pt>
                <c:pt idx="704">
                  <c:v>169019.12</c:v>
                </c:pt>
                <c:pt idx="705">
                  <c:v>168668.72</c:v>
                </c:pt>
                <c:pt idx="706">
                  <c:v>169813.15</c:v>
                </c:pt>
                <c:pt idx="707">
                  <c:v>168619.26</c:v>
                </c:pt>
                <c:pt idx="708">
                  <c:v>171497.24</c:v>
                </c:pt>
                <c:pt idx="709">
                  <c:v>171132.66</c:v>
                </c:pt>
                <c:pt idx="710">
                  <c:v>170415.13</c:v>
                </c:pt>
                <c:pt idx="711">
                  <c:v>169648.47</c:v>
                </c:pt>
                <c:pt idx="712">
                  <c:v>168453.93</c:v>
                </c:pt>
                <c:pt idx="713">
                  <c:v>168277.55</c:v>
                </c:pt>
                <c:pt idx="714">
                  <c:v>168333.61</c:v>
                </c:pt>
                <c:pt idx="715">
                  <c:v>170370.38</c:v>
                </c:pt>
                <c:pt idx="716">
                  <c:v>171258.87</c:v>
                </c:pt>
                <c:pt idx="717">
                  <c:v>170506.66</c:v>
                </c:pt>
                <c:pt idx="718">
                  <c:v>171990.2</c:v>
                </c:pt>
                <c:pt idx="719">
                  <c:v>173295.14</c:v>
                </c:pt>
                <c:pt idx="720">
                  <c:v>173205.35</c:v>
                </c:pt>
                <c:pt idx="721">
                  <c:v>172024.12</c:v>
                </c:pt>
                <c:pt idx="722">
                  <c:v>171688.61</c:v>
                </c:pt>
                <c:pt idx="723">
                  <c:v>172787.62</c:v>
                </c:pt>
                <c:pt idx="724">
                  <c:v>174070.27</c:v>
                </c:pt>
                <c:pt idx="725">
                  <c:v>172447.58</c:v>
                </c:pt>
                <c:pt idx="726">
                  <c:v>172020.68</c:v>
                </c:pt>
                <c:pt idx="727">
                  <c:v>170653.45</c:v>
                </c:pt>
                <c:pt idx="728">
                  <c:v>172742.12</c:v>
                </c:pt>
                <c:pt idx="729">
                  <c:v>177866.37</c:v>
                </c:pt>
                <c:pt idx="730">
                  <c:v>175739.08</c:v>
                </c:pt>
                <c:pt idx="731">
                  <c:v>176641.1</c:v>
                </c:pt>
                <c:pt idx="732">
                  <c:v>176010.9</c:v>
                </c:pt>
                <c:pt idx="733">
                  <c:v>173825.27</c:v>
                </c:pt>
                <c:pt idx="734">
                  <c:v>173714.08</c:v>
                </c:pt>
                <c:pt idx="735">
                  <c:v>173371.35</c:v>
                </c:pt>
                <c:pt idx="736">
                  <c:v>173325.65</c:v>
                </c:pt>
                <c:pt idx="737">
                  <c:v>177547.57</c:v>
                </c:pt>
                <c:pt idx="738">
                  <c:v>176723.62</c:v>
                </c:pt>
                <c:pt idx="739">
                  <c:v>174041.95</c:v>
                </c:pt>
                <c:pt idx="740">
                  <c:v>175334.46</c:v>
                </c:pt>
                <c:pt idx="741">
                  <c:v>176564.75</c:v>
                </c:pt>
                <c:pt idx="742">
                  <c:v>173885.34</c:v>
                </c:pt>
                <c:pt idx="743">
                  <c:v>177158.86</c:v>
                </c:pt>
                <c:pt idx="744">
                  <c:v>177999</c:v>
                </c:pt>
                <c:pt idx="745">
                  <c:v>178000.24</c:v>
                </c:pt>
                <c:pt idx="746">
                  <c:v>177894.97</c:v>
                </c:pt>
                <c:pt idx="747">
                  <c:v>177726.17</c:v>
                </c:pt>
                <c:pt idx="748">
                  <c:v>175546.36</c:v>
                </c:pt>
                <c:pt idx="749">
                  <c:v>172513.42</c:v>
                </c:pt>
                <c:pt idx="750">
                  <c:v>172179.93</c:v>
                </c:pt>
                <c:pt idx="751">
                  <c:v>167874.64</c:v>
                </c:pt>
                <c:pt idx="752">
                  <c:v>167491.07</c:v>
                </c:pt>
                <c:pt idx="753">
                  <c:v>167100.95000000001</c:v>
                </c:pt>
                <c:pt idx="754">
                  <c:v>166934.20000000001</c:v>
                </c:pt>
                <c:pt idx="755">
                  <c:v>166783.57</c:v>
                </c:pt>
                <c:pt idx="756">
                  <c:v>166334.85999999999</c:v>
                </c:pt>
                <c:pt idx="757">
                  <c:v>167830.27</c:v>
                </c:pt>
                <c:pt idx="758">
                  <c:v>167927.15</c:v>
                </c:pt>
                <c:pt idx="759">
                  <c:v>171031.73</c:v>
                </c:pt>
                <c:pt idx="760">
                  <c:v>171906.72</c:v>
                </c:pt>
                <c:pt idx="761">
                  <c:v>174576.8</c:v>
                </c:pt>
                <c:pt idx="762">
                  <c:v>174586.26</c:v>
                </c:pt>
                <c:pt idx="763">
                  <c:v>175135.41</c:v>
                </c:pt>
                <c:pt idx="764">
                  <c:v>175664.62</c:v>
                </c:pt>
                <c:pt idx="765">
                  <c:v>177418.78</c:v>
                </c:pt>
                <c:pt idx="766">
                  <c:v>179722.48</c:v>
                </c:pt>
                <c:pt idx="767">
                  <c:v>185205.09</c:v>
                </c:pt>
                <c:pt idx="768">
                  <c:v>185188.13</c:v>
                </c:pt>
                <c:pt idx="769">
                  <c:v>185147.15</c:v>
                </c:pt>
                <c:pt idx="770">
                  <c:v>187366.84</c:v>
                </c:pt>
                <c:pt idx="771">
                  <c:v>185629.04</c:v>
                </c:pt>
                <c:pt idx="772">
                  <c:v>188268.59</c:v>
                </c:pt>
                <c:pt idx="773">
                  <c:v>187206.89</c:v>
                </c:pt>
                <c:pt idx="774">
                  <c:v>185500.88</c:v>
                </c:pt>
                <c:pt idx="775">
                  <c:v>186502.64</c:v>
                </c:pt>
                <c:pt idx="776">
                  <c:v>185547.66</c:v>
                </c:pt>
                <c:pt idx="777">
                  <c:v>185992.03</c:v>
                </c:pt>
                <c:pt idx="778">
                  <c:v>185229.17</c:v>
                </c:pt>
                <c:pt idx="779">
                  <c:v>186595.6</c:v>
                </c:pt>
                <c:pt idx="780">
                  <c:v>187422.92</c:v>
                </c:pt>
                <c:pt idx="781">
                  <c:v>185814.09</c:v>
                </c:pt>
                <c:pt idx="782">
                  <c:v>183965.91</c:v>
                </c:pt>
                <c:pt idx="783">
                  <c:v>183476.86</c:v>
                </c:pt>
                <c:pt idx="784">
                  <c:v>182991.13</c:v>
                </c:pt>
                <c:pt idx="785">
                  <c:v>183827.59</c:v>
                </c:pt>
                <c:pt idx="786">
                  <c:v>186340.46</c:v>
                </c:pt>
                <c:pt idx="787">
                  <c:v>187197.46</c:v>
                </c:pt>
                <c:pt idx="788">
                  <c:v>192114.55</c:v>
                </c:pt>
                <c:pt idx="789">
                  <c:v>206911.89</c:v>
                </c:pt>
                <c:pt idx="790">
                  <c:v>205835.29</c:v>
                </c:pt>
                <c:pt idx="791">
                  <c:v>204302.33</c:v>
                </c:pt>
                <c:pt idx="792">
                  <c:v>206220.24</c:v>
                </c:pt>
                <c:pt idx="793">
                  <c:v>209066.9</c:v>
                </c:pt>
                <c:pt idx="794">
                  <c:v>206887.52</c:v>
                </c:pt>
                <c:pt idx="795">
                  <c:v>206505.98</c:v>
                </c:pt>
                <c:pt idx="796">
                  <c:v>204324.26</c:v>
                </c:pt>
                <c:pt idx="797">
                  <c:v>205430.33</c:v>
                </c:pt>
                <c:pt idx="798">
                  <c:v>205079.25</c:v>
                </c:pt>
                <c:pt idx="799">
                  <c:v>208295.98</c:v>
                </c:pt>
                <c:pt idx="800">
                  <c:v>206495.23</c:v>
                </c:pt>
                <c:pt idx="801">
                  <c:v>204120.12</c:v>
                </c:pt>
                <c:pt idx="802">
                  <c:v>205082.56</c:v>
                </c:pt>
                <c:pt idx="803">
                  <c:v>176608.23</c:v>
                </c:pt>
                <c:pt idx="804">
                  <c:v>175710.05</c:v>
                </c:pt>
                <c:pt idx="805">
                  <c:v>171006.1</c:v>
                </c:pt>
                <c:pt idx="806">
                  <c:v>169186.42</c:v>
                </c:pt>
              </c:numCache>
            </c:numRef>
          </c:val>
          <c:smooth val="0"/>
          <c:extLst>
            <c:ext xmlns:c16="http://schemas.microsoft.com/office/drawing/2014/chart" uri="{C3380CC4-5D6E-409C-BE32-E72D297353CC}">
              <c16:uniqueId val="{00000002-870E-411E-817D-5EB07B6BEB36}"/>
            </c:ext>
          </c:extLst>
        </c:ser>
        <c:dLbls>
          <c:showLegendKey val="0"/>
          <c:showVal val="0"/>
          <c:showCatName val="0"/>
          <c:showSerName val="0"/>
          <c:showPercent val="0"/>
          <c:showBubbleSize val="0"/>
        </c:dLbls>
        <c:marker val="1"/>
        <c:smooth val="0"/>
        <c:axId val="570418784"/>
        <c:axId val="570408224"/>
      </c:lineChart>
      <c:dateAx>
        <c:axId val="338703552"/>
        <c:scaling>
          <c:orientation val="minMax"/>
        </c:scaling>
        <c:delete val="0"/>
        <c:axPos val="b"/>
        <c:numFmt formatCode="[$-409]mmm\-yy;@" sourceLinked="0"/>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38698752"/>
        <c:crosses val="autoZero"/>
        <c:auto val="1"/>
        <c:lblOffset val="100"/>
        <c:baseTimeUnit val="days"/>
      </c:dateAx>
      <c:valAx>
        <c:axId val="338698752"/>
        <c:scaling>
          <c:orientation val="minMax"/>
          <c:max val="3"/>
          <c:min val="-3"/>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38703552"/>
        <c:crosses val="autoZero"/>
        <c:crossBetween val="between"/>
        <c:majorUnit val="1"/>
      </c:valAx>
      <c:valAx>
        <c:axId val="570408224"/>
        <c:scaling>
          <c:orientation val="minMax"/>
          <c:min val="100000"/>
        </c:scaling>
        <c:delete val="0"/>
        <c:axPos val="r"/>
        <c:numFmt formatCode="0&quot;,&quot;000" sourceLinked="0"/>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570418784"/>
        <c:crosses val="max"/>
        <c:crossBetween val="between"/>
      </c:valAx>
      <c:catAx>
        <c:axId val="570418784"/>
        <c:scaling>
          <c:orientation val="minMax"/>
        </c:scaling>
        <c:delete val="1"/>
        <c:axPos val="b"/>
        <c:numFmt formatCode="0.00" sourceLinked="1"/>
        <c:majorTickMark val="out"/>
        <c:minorTickMark val="none"/>
        <c:tickLblPos val="nextTo"/>
        <c:crossAx val="570408224"/>
        <c:crosses val="autoZero"/>
        <c:auto val="1"/>
        <c:lblAlgn val="ctr"/>
        <c:lblOffset val="100"/>
        <c:tickLblSkip val="1"/>
        <c:tickMarkSkip val="1"/>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10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'Component treatment'!$AO$4</c:f>
              <c:strCache>
                <c:ptCount val="1"/>
                <c:pt idx="0">
                  <c:v>short_interest</c:v>
                </c:pt>
              </c:strCache>
            </c:strRef>
          </c:tx>
          <c:spPr>
            <a:ln w="19050" cap="rnd">
              <a:solidFill>
                <a:srgbClr val="1F2F44"/>
              </a:solidFill>
              <a:round/>
            </a:ln>
            <a:effectLst/>
          </c:spPr>
          <c:marker>
            <c:symbol val="none"/>
          </c:marker>
          <c:cat>
            <c:numRef>
              <c:f>'Component treatment'!$AN$5:$AN$50000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treatment'!$AO$5:$AO$50000</c:f>
              <c:numCache>
                <c:formatCode>0.0%</c:formatCode>
                <c:ptCount val="49996"/>
                <c:pt idx="0">
                  <c:v>5.73168751861921E-2</c:v>
                </c:pt>
                <c:pt idx="1">
                  <c:v>5.7429814741608229E-2</c:v>
                </c:pt>
                <c:pt idx="2">
                  <c:v>5.8002150437827173E-2</c:v>
                </c:pt>
                <c:pt idx="3">
                  <c:v>5.8846434222500472E-2</c:v>
                </c:pt>
                <c:pt idx="4">
                  <c:v>5.9496011973450613E-2</c:v>
                </c:pt>
                <c:pt idx="5">
                  <c:v>5.9849914872330323E-2</c:v>
                </c:pt>
                <c:pt idx="6">
                  <c:v>5.9630472898882451E-2</c:v>
                </c:pt>
                <c:pt idx="7">
                  <c:v>5.9650186546776333E-2</c:v>
                </c:pt>
                <c:pt idx="8">
                  <c:v>5.9733340760743513E-2</c:v>
                </c:pt>
                <c:pt idx="9">
                  <c:v>5.9733671500531611E-2</c:v>
                </c:pt>
                <c:pt idx="10">
                  <c:v>6.0036349568890673E-2</c:v>
                </c:pt>
                <c:pt idx="11">
                  <c:v>5.9665718281337647E-2</c:v>
                </c:pt>
                <c:pt idx="12">
                  <c:v>5.9524986082187779E-2</c:v>
                </c:pt>
                <c:pt idx="13">
                  <c:v>5.979760463551153E-2</c:v>
                </c:pt>
                <c:pt idx="14">
                  <c:v>5.9576216027165417E-2</c:v>
                </c:pt>
                <c:pt idx="15">
                  <c:v>6.0548835392290203E-2</c:v>
                </c:pt>
                <c:pt idx="16">
                  <c:v>6.1327862354261853E-2</c:v>
                </c:pt>
                <c:pt idx="17">
                  <c:v>6.1302651141905931E-2</c:v>
                </c:pt>
                <c:pt idx="18">
                  <c:v>6.1297128074220143E-2</c:v>
                </c:pt>
                <c:pt idx="19">
                  <c:v>6.1157988163916807E-2</c:v>
                </c:pt>
                <c:pt idx="20">
                  <c:v>6.1538022272202259E-2</c:v>
                </c:pt>
                <c:pt idx="21">
                  <c:v>6.098478968013011E-2</c:v>
                </c:pt>
                <c:pt idx="22">
                  <c:v>6.1004494990559391E-2</c:v>
                </c:pt>
                <c:pt idx="23">
                  <c:v>6.0241183904119443E-2</c:v>
                </c:pt>
                <c:pt idx="24">
                  <c:v>6.0454418038401812E-2</c:v>
                </c:pt>
                <c:pt idx="25">
                  <c:v>6.0658064958526658E-2</c:v>
                </c:pt>
                <c:pt idx="26">
                  <c:v>6.1376052259594527E-2</c:v>
                </c:pt>
                <c:pt idx="27">
                  <c:v>6.1420740710082473E-2</c:v>
                </c:pt>
                <c:pt idx="28">
                  <c:v>6.2619083485087976E-2</c:v>
                </c:pt>
                <c:pt idx="29">
                  <c:v>6.3861681612539717E-2</c:v>
                </c:pt>
                <c:pt idx="30">
                  <c:v>6.3486947749190878E-2</c:v>
                </c:pt>
                <c:pt idx="31">
                  <c:v>6.2987934192278106E-2</c:v>
                </c:pt>
                <c:pt idx="32">
                  <c:v>6.2902007130778023E-2</c:v>
                </c:pt>
                <c:pt idx="33">
                  <c:v>6.3416918070959172E-2</c:v>
                </c:pt>
                <c:pt idx="34">
                  <c:v>6.3244530505691648E-2</c:v>
                </c:pt>
                <c:pt idx="35">
                  <c:v>6.3930812493322678E-2</c:v>
                </c:pt>
                <c:pt idx="36">
                  <c:v>6.4412981790743298E-2</c:v>
                </c:pt>
                <c:pt idx="37">
                  <c:v>6.4312372638456308E-2</c:v>
                </c:pt>
                <c:pt idx="38">
                  <c:v>6.4157662599909751E-2</c:v>
                </c:pt>
                <c:pt idx="39">
                  <c:v>6.4497430990049773E-2</c:v>
                </c:pt>
                <c:pt idx="40">
                  <c:v>6.4652790466270219E-2</c:v>
                </c:pt>
                <c:pt idx="41">
                  <c:v>6.5293329994498453E-2</c:v>
                </c:pt>
                <c:pt idx="42">
                  <c:v>6.5341315294946328E-2</c:v>
                </c:pt>
                <c:pt idx="43">
                  <c:v>6.5465749851759417E-2</c:v>
                </c:pt>
                <c:pt idx="44">
                  <c:v>6.5749124962910938E-2</c:v>
                </c:pt>
                <c:pt idx="45">
                  <c:v>6.5461691974912556E-2</c:v>
                </c:pt>
                <c:pt idx="46">
                  <c:v>6.5785336913500386E-2</c:v>
                </c:pt>
                <c:pt idx="47">
                  <c:v>6.5214354804695479E-2</c:v>
                </c:pt>
                <c:pt idx="48">
                  <c:v>6.5287352324390577E-2</c:v>
                </c:pt>
                <c:pt idx="49">
                  <c:v>6.5217986242163281E-2</c:v>
                </c:pt>
                <c:pt idx="50">
                  <c:v>6.5941842186976629E-2</c:v>
                </c:pt>
                <c:pt idx="51">
                  <c:v>6.7091613630204355E-2</c:v>
                </c:pt>
                <c:pt idx="52">
                  <c:v>6.7806375602301641E-2</c:v>
                </c:pt>
                <c:pt idx="53">
                  <c:v>6.8262947588075606E-2</c:v>
                </c:pt>
                <c:pt idx="54">
                  <c:v>6.755340773144082E-2</c:v>
                </c:pt>
                <c:pt idx="55">
                  <c:v>6.7435191658578378E-2</c:v>
                </c:pt>
                <c:pt idx="56">
                  <c:v>6.7493154535906208E-2</c:v>
                </c:pt>
                <c:pt idx="57">
                  <c:v>6.8070439937449545E-2</c:v>
                </c:pt>
                <c:pt idx="58">
                  <c:v>6.746146717690138E-2</c:v>
                </c:pt>
                <c:pt idx="59">
                  <c:v>6.7802569493388795E-2</c:v>
                </c:pt>
                <c:pt idx="60">
                  <c:v>6.8932143280650726E-2</c:v>
                </c:pt>
                <c:pt idx="61">
                  <c:v>6.8255855654189415E-2</c:v>
                </c:pt>
                <c:pt idx="62">
                  <c:v>6.7829329347003781E-2</c:v>
                </c:pt>
                <c:pt idx="63">
                  <c:v>6.6546730988597896E-2</c:v>
                </c:pt>
                <c:pt idx="64">
                  <c:v>6.5794903393232199E-2</c:v>
                </c:pt>
                <c:pt idx="65">
                  <c:v>6.5885072313269774E-2</c:v>
                </c:pt>
                <c:pt idx="66">
                  <c:v>6.5985407176072861E-2</c:v>
                </c:pt>
                <c:pt idx="67">
                  <c:v>6.4596433195968833E-2</c:v>
                </c:pt>
                <c:pt idx="68">
                  <c:v>6.444993179267873E-2</c:v>
                </c:pt>
                <c:pt idx="69">
                  <c:v>6.4801615704430174E-2</c:v>
                </c:pt>
                <c:pt idx="70">
                  <c:v>6.4391406666408024E-2</c:v>
                </c:pt>
                <c:pt idx="71">
                  <c:v>6.2899266276234489E-2</c:v>
                </c:pt>
                <c:pt idx="72">
                  <c:v>6.1431871464896537E-2</c:v>
                </c:pt>
                <c:pt idx="73">
                  <c:v>6.1097421511171493E-2</c:v>
                </c:pt>
                <c:pt idx="74">
                  <c:v>6.0442965983326741E-2</c:v>
                </c:pt>
                <c:pt idx="75">
                  <c:v>5.9496901520756013E-2</c:v>
                </c:pt>
                <c:pt idx="76">
                  <c:v>5.9706661809048593E-2</c:v>
                </c:pt>
                <c:pt idx="77">
                  <c:v>5.9540207860660457E-2</c:v>
                </c:pt>
                <c:pt idx="78">
                  <c:v>5.9462542732902142E-2</c:v>
                </c:pt>
                <c:pt idx="79">
                  <c:v>5.9579681277612782E-2</c:v>
                </c:pt>
                <c:pt idx="80">
                  <c:v>5.9900704276811247E-2</c:v>
                </c:pt>
                <c:pt idx="81">
                  <c:v>6.059801225184909E-2</c:v>
                </c:pt>
                <c:pt idx="82">
                  <c:v>6.0827516028446903E-2</c:v>
                </c:pt>
                <c:pt idx="83">
                  <c:v>6.0106908284384843E-2</c:v>
                </c:pt>
                <c:pt idx="84">
                  <c:v>6.0353849620503261E-2</c:v>
                </c:pt>
                <c:pt idx="85">
                  <c:v>5.949980385086865E-2</c:v>
                </c:pt>
                <c:pt idx="86">
                  <c:v>5.9777988940367871E-2</c:v>
                </c:pt>
                <c:pt idx="87">
                  <c:v>5.971991026045799E-2</c:v>
                </c:pt>
                <c:pt idx="88">
                  <c:v>5.9533654192085693E-2</c:v>
                </c:pt>
                <c:pt idx="89">
                  <c:v>6.028013708997549E-2</c:v>
                </c:pt>
                <c:pt idx="90">
                  <c:v>6.103740884669559E-2</c:v>
                </c:pt>
                <c:pt idx="91">
                  <c:v>6.0969230352558162E-2</c:v>
                </c:pt>
                <c:pt idx="92">
                  <c:v>6.0087821278529262E-2</c:v>
                </c:pt>
                <c:pt idx="93">
                  <c:v>5.8626634656628873E-2</c:v>
                </c:pt>
                <c:pt idx="94">
                  <c:v>5.7777075483233332E-2</c:v>
                </c:pt>
                <c:pt idx="95">
                  <c:v>5.7930126635767173E-2</c:v>
                </c:pt>
                <c:pt idx="96">
                  <c:v>5.6992041214801052E-2</c:v>
                </c:pt>
                <c:pt idx="97">
                  <c:v>5.6666521468308813E-2</c:v>
                </c:pt>
                <c:pt idx="98">
                  <c:v>5.5504970638033148E-2</c:v>
                </c:pt>
                <c:pt idx="99">
                  <c:v>5.5504970638033148E-2</c:v>
                </c:pt>
                <c:pt idx="100">
                  <c:v>5.5817116805672008E-2</c:v>
                </c:pt>
                <c:pt idx="101">
                  <c:v>5.7134264795889532E-2</c:v>
                </c:pt>
                <c:pt idx="102">
                  <c:v>5.8257279298702447E-2</c:v>
                </c:pt>
                <c:pt idx="103">
                  <c:v>5.8441541720035267E-2</c:v>
                </c:pt>
                <c:pt idx="104">
                  <c:v>5.8480590381355078E-2</c:v>
                </c:pt>
                <c:pt idx="105">
                  <c:v>5.7975753579806603E-2</c:v>
                </c:pt>
                <c:pt idx="106">
                  <c:v>5.828012484477841E-2</c:v>
                </c:pt>
                <c:pt idx="107">
                  <c:v>5.8528689237877081E-2</c:v>
                </c:pt>
                <c:pt idx="108">
                  <c:v>5.8697152380562258E-2</c:v>
                </c:pt>
                <c:pt idx="109">
                  <c:v>5.8814693709572707E-2</c:v>
                </c:pt>
                <c:pt idx="110">
                  <c:v>5.8639170217412141E-2</c:v>
                </c:pt>
                <c:pt idx="111">
                  <c:v>5.9009267920917902E-2</c:v>
                </c:pt>
                <c:pt idx="112">
                  <c:v>5.9750285442551503E-2</c:v>
                </c:pt>
                <c:pt idx="113">
                  <c:v>6.0245201522778007E-2</c:v>
                </c:pt>
                <c:pt idx="114">
                  <c:v>6.1000722996739552E-2</c:v>
                </c:pt>
                <c:pt idx="115">
                  <c:v>6.0776140386284351E-2</c:v>
                </c:pt>
                <c:pt idx="116">
                  <c:v>6.0307606704051712E-2</c:v>
                </c:pt>
                <c:pt idx="117">
                  <c:v>6.06515377389674E-2</c:v>
                </c:pt>
                <c:pt idx="118">
                  <c:v>5.9861598449607693E-2</c:v>
                </c:pt>
                <c:pt idx="119">
                  <c:v>6.0364447078392273E-2</c:v>
                </c:pt>
                <c:pt idx="120">
                  <c:v>6.0473536383279278E-2</c:v>
                </c:pt>
                <c:pt idx="121">
                  <c:v>6.0589623853982498E-2</c:v>
                </c:pt>
                <c:pt idx="122">
                  <c:v>6.1112504322034009E-2</c:v>
                </c:pt>
                <c:pt idx="123">
                  <c:v>6.0509232074576008E-2</c:v>
                </c:pt>
                <c:pt idx="124">
                  <c:v>6.1010453568814162E-2</c:v>
                </c:pt>
                <c:pt idx="125">
                  <c:v>6.1558363670425838E-2</c:v>
                </c:pt>
                <c:pt idx="126">
                  <c:v>6.2117594242568373E-2</c:v>
                </c:pt>
                <c:pt idx="127">
                  <c:v>6.1695910088088592E-2</c:v>
                </c:pt>
                <c:pt idx="128">
                  <c:v>6.1351163174748848E-2</c:v>
                </c:pt>
                <c:pt idx="129">
                  <c:v>6.1797398408509827E-2</c:v>
                </c:pt>
                <c:pt idx="130">
                  <c:v>6.1207496572266783E-2</c:v>
                </c:pt>
                <c:pt idx="131">
                  <c:v>6.0747941727123278E-2</c:v>
                </c:pt>
                <c:pt idx="132">
                  <c:v>6.15444210077516E-2</c:v>
                </c:pt>
                <c:pt idx="133">
                  <c:v>6.1648368705650491E-2</c:v>
                </c:pt>
                <c:pt idx="134">
                  <c:v>6.1725515452549527E-2</c:v>
                </c:pt>
                <c:pt idx="135">
                  <c:v>6.1562753945239607E-2</c:v>
                </c:pt>
                <c:pt idx="136">
                  <c:v>6.1334880939525903E-2</c:v>
                </c:pt>
                <c:pt idx="137">
                  <c:v>6.1860611555679373E-2</c:v>
                </c:pt>
                <c:pt idx="138">
                  <c:v>6.1623140890037557E-2</c:v>
                </c:pt>
                <c:pt idx="139">
                  <c:v>6.2194523251455823E-2</c:v>
                </c:pt>
                <c:pt idx="140">
                  <c:v>6.1229624522195471E-2</c:v>
                </c:pt>
                <c:pt idx="141">
                  <c:v>6.1368970179434622E-2</c:v>
                </c:pt>
                <c:pt idx="142">
                  <c:v>6.208644894097199E-2</c:v>
                </c:pt>
                <c:pt idx="143">
                  <c:v>6.2292744560953843E-2</c:v>
                </c:pt>
                <c:pt idx="144">
                  <c:v>6.2554197820873972E-2</c:v>
                </c:pt>
                <c:pt idx="145">
                  <c:v>6.244753243037332E-2</c:v>
                </c:pt>
                <c:pt idx="146">
                  <c:v>6.2285645525153671E-2</c:v>
                </c:pt>
                <c:pt idx="147">
                  <c:v>6.2716197158285802E-2</c:v>
                </c:pt>
                <c:pt idx="148">
                  <c:v>6.2030598309107059E-2</c:v>
                </c:pt>
                <c:pt idx="149">
                  <c:v>6.2162401038630972E-2</c:v>
                </c:pt>
                <c:pt idx="150">
                  <c:v>6.2665129481681639E-2</c:v>
                </c:pt>
                <c:pt idx="151">
                  <c:v>6.345556356270074E-2</c:v>
                </c:pt>
                <c:pt idx="152">
                  <c:v>6.5993759631449697E-2</c:v>
                </c:pt>
                <c:pt idx="153">
                  <c:v>6.5063831473779934E-2</c:v>
                </c:pt>
                <c:pt idx="154">
                  <c:v>6.3347819546473269E-2</c:v>
                </c:pt>
                <c:pt idx="155">
                  <c:v>6.2319221258390373E-2</c:v>
                </c:pt>
                <c:pt idx="156">
                  <c:v>6.1676315461652538E-2</c:v>
                </c:pt>
                <c:pt idx="157">
                  <c:v>6.194105637028724E-2</c:v>
                </c:pt>
                <c:pt idx="158">
                  <c:v>6.1698226278314318E-2</c:v>
                </c:pt>
                <c:pt idx="159">
                  <c:v>6.243744034648447E-2</c:v>
                </c:pt>
                <c:pt idx="160">
                  <c:v>6.2656625277813016E-2</c:v>
                </c:pt>
                <c:pt idx="161">
                  <c:v>6.254194065859886E-2</c:v>
                </c:pt>
                <c:pt idx="162">
                  <c:v>6.272447445599566E-2</c:v>
                </c:pt>
                <c:pt idx="163">
                  <c:v>6.2627178716585061E-2</c:v>
                </c:pt>
                <c:pt idx="164">
                  <c:v>6.2413007629655452E-2</c:v>
                </c:pt>
                <c:pt idx="165">
                  <c:v>6.2129890032316011E-2</c:v>
                </c:pt>
                <c:pt idx="166">
                  <c:v>6.2291905407761597E-2</c:v>
                </c:pt>
                <c:pt idx="167">
                  <c:v>6.2128300742846941E-2</c:v>
                </c:pt>
                <c:pt idx="168">
                  <c:v>6.1838942320007501E-2</c:v>
                </c:pt>
                <c:pt idx="169">
                  <c:v>6.2503284230100556E-2</c:v>
                </c:pt>
                <c:pt idx="170">
                  <c:v>6.3849663820575761E-2</c:v>
                </c:pt>
                <c:pt idx="171">
                  <c:v>6.5099500188537329E-2</c:v>
                </c:pt>
                <c:pt idx="172">
                  <c:v>6.6647146087854964E-2</c:v>
                </c:pt>
                <c:pt idx="173">
                  <c:v>6.7679766294814689E-2</c:v>
                </c:pt>
                <c:pt idx="174">
                  <c:v>6.8974049255907735E-2</c:v>
                </c:pt>
                <c:pt idx="175">
                  <c:v>7.0028171248857143E-2</c:v>
                </c:pt>
                <c:pt idx="176">
                  <c:v>7.1808869284395657E-2</c:v>
                </c:pt>
                <c:pt idx="177">
                  <c:v>7.0234567252053529E-2</c:v>
                </c:pt>
                <c:pt idx="178">
                  <c:v>6.977177071129434E-2</c:v>
                </c:pt>
                <c:pt idx="179">
                  <c:v>6.9643275123508999E-2</c:v>
                </c:pt>
                <c:pt idx="180">
                  <c:v>6.8405529396614637E-2</c:v>
                </c:pt>
                <c:pt idx="181">
                  <c:v>6.80253123829197E-2</c:v>
                </c:pt>
                <c:pt idx="182">
                  <c:v>6.6416569285723759E-2</c:v>
                </c:pt>
                <c:pt idx="183">
                  <c:v>6.6606904402575759E-2</c:v>
                </c:pt>
                <c:pt idx="184">
                  <c:v>6.6186969341946109E-2</c:v>
                </c:pt>
                <c:pt idx="185">
                  <c:v>6.5660586615548563E-2</c:v>
                </c:pt>
                <c:pt idx="186">
                  <c:v>6.5158281136992832E-2</c:v>
                </c:pt>
                <c:pt idx="187">
                  <c:v>6.5180283545785089E-2</c:v>
                </c:pt>
                <c:pt idx="188">
                  <c:v>6.5082874752106612E-2</c:v>
                </c:pt>
                <c:pt idx="189">
                  <c:v>6.5856229472370867E-2</c:v>
                </c:pt>
                <c:pt idx="190">
                  <c:v>6.583841634062837E-2</c:v>
                </c:pt>
                <c:pt idx="191">
                  <c:v>6.5221615430642726E-2</c:v>
                </c:pt>
                <c:pt idx="192">
                  <c:v>6.5064777127233048E-2</c:v>
                </c:pt>
                <c:pt idx="193">
                  <c:v>6.5197349866142562E-2</c:v>
                </c:pt>
                <c:pt idx="194">
                  <c:v>6.483870168051617E-2</c:v>
                </c:pt>
                <c:pt idx="195">
                  <c:v>6.501086324796132E-2</c:v>
                </c:pt>
                <c:pt idx="196">
                  <c:v>6.3861254264880429E-2</c:v>
                </c:pt>
                <c:pt idx="197">
                  <c:v>6.2915050296291977E-2</c:v>
                </c:pt>
                <c:pt idx="198">
                  <c:v>6.3187980586450504E-2</c:v>
                </c:pt>
                <c:pt idx="199">
                  <c:v>6.3250457817506114E-2</c:v>
                </c:pt>
                <c:pt idx="200">
                  <c:v>6.2883844066962805E-2</c:v>
                </c:pt>
                <c:pt idx="201">
                  <c:v>6.1559395738760757E-2</c:v>
                </c:pt>
                <c:pt idx="202">
                  <c:v>6.201311407288574E-2</c:v>
                </c:pt>
                <c:pt idx="203">
                  <c:v>6.3423864955189715E-2</c:v>
                </c:pt>
                <c:pt idx="204">
                  <c:v>6.3306112489357136E-2</c:v>
                </c:pt>
                <c:pt idx="205">
                  <c:v>6.227191822320885E-2</c:v>
                </c:pt>
                <c:pt idx="206">
                  <c:v>6.2237839630610733E-2</c:v>
                </c:pt>
                <c:pt idx="207">
                  <c:v>6.2157048398113549E-2</c:v>
                </c:pt>
                <c:pt idx="208">
                  <c:v>6.2240645196105511E-2</c:v>
                </c:pt>
                <c:pt idx="209">
                  <c:v>6.2794855997031315E-2</c:v>
                </c:pt>
                <c:pt idx="210">
                  <c:v>6.2614255881729211E-2</c:v>
                </c:pt>
                <c:pt idx="211">
                  <c:v>6.2738425238454354E-2</c:v>
                </c:pt>
                <c:pt idx="212">
                  <c:v>6.2665387312526591E-2</c:v>
                </c:pt>
                <c:pt idx="213">
                  <c:v>6.2970988890889923E-2</c:v>
                </c:pt>
                <c:pt idx="214">
                  <c:v>6.3241025175067564E-2</c:v>
                </c:pt>
                <c:pt idx="215">
                  <c:v>6.3699284012316004E-2</c:v>
                </c:pt>
                <c:pt idx="216">
                  <c:v>6.3278859328933054E-2</c:v>
                </c:pt>
                <c:pt idx="217">
                  <c:v>6.3229234923622465E-2</c:v>
                </c:pt>
                <c:pt idx="218">
                  <c:v>6.410839033117767E-2</c:v>
                </c:pt>
                <c:pt idx="219">
                  <c:v>6.5716730252616873E-2</c:v>
                </c:pt>
                <c:pt idx="220">
                  <c:v>6.4308703745682039E-2</c:v>
                </c:pt>
                <c:pt idx="221">
                  <c:v>6.3655263956983801E-2</c:v>
                </c:pt>
                <c:pt idx="222">
                  <c:v>6.3655263956983801E-2</c:v>
                </c:pt>
                <c:pt idx="223">
                  <c:v>6.426645386452097E-2</c:v>
                </c:pt>
                <c:pt idx="224">
                  <c:v>6.5179301839303427E-2</c:v>
                </c:pt>
                <c:pt idx="225">
                  <c:v>6.5619363971954309E-2</c:v>
                </c:pt>
                <c:pt idx="226">
                  <c:v>6.5203182727761613E-2</c:v>
                </c:pt>
                <c:pt idx="227">
                  <c:v>6.5268711012235456E-2</c:v>
                </c:pt>
                <c:pt idx="228">
                  <c:v>6.505985142283853E-2</c:v>
                </c:pt>
                <c:pt idx="229">
                  <c:v>6.4678359486908671E-2</c:v>
                </c:pt>
                <c:pt idx="230">
                  <c:v>6.4483091573476495E-2</c:v>
                </c:pt>
                <c:pt idx="231">
                  <c:v>6.3763394148175709E-2</c:v>
                </c:pt>
                <c:pt idx="232">
                  <c:v>6.2882249113035277E-2</c:v>
                </c:pt>
                <c:pt idx="233">
                  <c:v>6.1757662681680162E-2</c:v>
                </c:pt>
                <c:pt idx="234">
                  <c:v>6.0986284069145823E-2</c:v>
                </c:pt>
                <c:pt idx="235">
                  <c:v>6.1010681403759877E-2</c:v>
                </c:pt>
                <c:pt idx="236">
                  <c:v>6.1316867726553842E-2</c:v>
                </c:pt>
                <c:pt idx="237">
                  <c:v>6.1062973014331091E-2</c:v>
                </c:pt>
                <c:pt idx="238">
                  <c:v>6.1500225508780142E-2</c:v>
                </c:pt>
                <c:pt idx="239">
                  <c:v>6.2729671080261201E-2</c:v>
                </c:pt>
                <c:pt idx="240">
                  <c:v>6.186473798297585E-2</c:v>
                </c:pt>
                <c:pt idx="241">
                  <c:v>6.1340002151295883E-2</c:v>
                </c:pt>
                <c:pt idx="242">
                  <c:v>6.1366066565812942E-2</c:v>
                </c:pt>
                <c:pt idx="243">
                  <c:v>6.0960734365910291E-2</c:v>
                </c:pt>
                <c:pt idx="244">
                  <c:v>6.125411779541956E-2</c:v>
                </c:pt>
                <c:pt idx="245">
                  <c:v>6.1630582348200479E-2</c:v>
                </c:pt>
                <c:pt idx="246">
                  <c:v>6.1630582348200479E-2</c:v>
                </c:pt>
                <c:pt idx="247">
                  <c:v>6.1041438682243147E-2</c:v>
                </c:pt>
                <c:pt idx="248">
                  <c:v>6.2077640650978143E-2</c:v>
                </c:pt>
                <c:pt idx="249">
                  <c:v>6.2410681161726933E-2</c:v>
                </c:pt>
                <c:pt idx="250">
                  <c:v>6.2628446675823374E-2</c:v>
                </c:pt>
                <c:pt idx="251">
                  <c:v>6.2950797783219672E-2</c:v>
                </c:pt>
                <c:pt idx="252">
                  <c:v>6.2529995417469383E-2</c:v>
                </c:pt>
                <c:pt idx="253">
                  <c:v>6.1091225316861113E-2</c:v>
                </c:pt>
                <c:pt idx="254">
                  <c:v>6.0673122397177447E-2</c:v>
                </c:pt>
                <c:pt idx="255">
                  <c:v>6.0701593975040102E-2</c:v>
                </c:pt>
                <c:pt idx="256">
                  <c:v>6.1038071198254412E-2</c:v>
                </c:pt>
                <c:pt idx="257">
                  <c:v>6.1084966074245788E-2</c:v>
                </c:pt>
                <c:pt idx="258">
                  <c:v>6.0991028343359337E-2</c:v>
                </c:pt>
                <c:pt idx="259">
                  <c:v>6.1613960183429052E-2</c:v>
                </c:pt>
                <c:pt idx="260">
                  <c:v>6.0093553916419691E-2</c:v>
                </c:pt>
                <c:pt idx="261">
                  <c:v>5.9947948535107903E-2</c:v>
                </c:pt>
                <c:pt idx="262">
                  <c:v>5.8710008087601101E-2</c:v>
                </c:pt>
                <c:pt idx="263">
                  <c:v>5.8326281206785319E-2</c:v>
                </c:pt>
                <c:pt idx="264">
                  <c:v>5.7933482194643823E-2</c:v>
                </c:pt>
                <c:pt idx="265">
                  <c:v>5.7275699995398673E-2</c:v>
                </c:pt>
                <c:pt idx="266">
                  <c:v>5.6850172017788518E-2</c:v>
                </c:pt>
                <c:pt idx="267">
                  <c:v>5.6775592441227769E-2</c:v>
                </c:pt>
                <c:pt idx="268">
                  <c:v>5.6975279047610239E-2</c:v>
                </c:pt>
                <c:pt idx="269">
                  <c:v>5.7927089400943113E-2</c:v>
                </c:pt>
                <c:pt idx="270">
                  <c:v>5.6919928385694277E-2</c:v>
                </c:pt>
                <c:pt idx="271">
                  <c:v>5.8356418547328363E-2</c:v>
                </c:pt>
                <c:pt idx="272">
                  <c:v>5.8102005685766338E-2</c:v>
                </c:pt>
                <c:pt idx="273">
                  <c:v>5.6814997182330441E-2</c:v>
                </c:pt>
                <c:pt idx="274">
                  <c:v>5.6579816636304757E-2</c:v>
                </c:pt>
                <c:pt idx="275">
                  <c:v>5.70775577445152E-2</c:v>
                </c:pt>
                <c:pt idx="276">
                  <c:v>5.7353942246021639E-2</c:v>
                </c:pt>
                <c:pt idx="277">
                  <c:v>5.7555350480762733E-2</c:v>
                </c:pt>
                <c:pt idx="278">
                  <c:v>5.7570877256416887E-2</c:v>
                </c:pt>
                <c:pt idx="279">
                  <c:v>5.7857242834358447E-2</c:v>
                </c:pt>
                <c:pt idx="280">
                  <c:v>5.7585580473278622E-2</c:v>
                </c:pt>
                <c:pt idx="281">
                  <c:v>5.792310070059619E-2</c:v>
                </c:pt>
                <c:pt idx="282">
                  <c:v>5.8074264357877263E-2</c:v>
                </c:pt>
                <c:pt idx="283">
                  <c:v>5.8448123129568187E-2</c:v>
                </c:pt>
                <c:pt idx="284">
                  <c:v>6.0697456670561027E-2</c:v>
                </c:pt>
                <c:pt idx="285">
                  <c:v>6.0445540719924057E-2</c:v>
                </c:pt>
                <c:pt idx="286">
                  <c:v>6.0129218527171242E-2</c:v>
                </c:pt>
                <c:pt idx="287">
                  <c:v>6.0328415821266107E-2</c:v>
                </c:pt>
                <c:pt idx="288">
                  <c:v>6.0842156347056288E-2</c:v>
                </c:pt>
                <c:pt idx="289">
                  <c:v>6.0665843995426003E-2</c:v>
                </c:pt>
                <c:pt idx="290">
                  <c:v>6.0396675757949228E-2</c:v>
                </c:pt>
                <c:pt idx="291">
                  <c:v>6.08114472350893E-2</c:v>
                </c:pt>
                <c:pt idx="292">
                  <c:v>6.0640467103702363E-2</c:v>
                </c:pt>
                <c:pt idx="293">
                  <c:v>6.0863784595058847E-2</c:v>
                </c:pt>
                <c:pt idx="294">
                  <c:v>6.1212827540642528E-2</c:v>
                </c:pt>
                <c:pt idx="295">
                  <c:v>6.1308029458538839E-2</c:v>
                </c:pt>
                <c:pt idx="296">
                  <c:v>6.1948261674152627E-2</c:v>
                </c:pt>
                <c:pt idx="297">
                  <c:v>6.2906138369778111E-2</c:v>
                </c:pt>
                <c:pt idx="298">
                  <c:v>6.3125243994383295E-2</c:v>
                </c:pt>
                <c:pt idx="299">
                  <c:v>6.3137746915271006E-2</c:v>
                </c:pt>
                <c:pt idx="300">
                  <c:v>6.267806446244939E-2</c:v>
                </c:pt>
                <c:pt idx="301">
                  <c:v>6.2747603344787628E-2</c:v>
                </c:pt>
                <c:pt idx="302">
                  <c:v>6.4124831191217271E-2</c:v>
                </c:pt>
                <c:pt idx="303">
                  <c:v>6.3563790734032108E-2</c:v>
                </c:pt>
                <c:pt idx="304">
                  <c:v>6.4436039863799449E-2</c:v>
                </c:pt>
                <c:pt idx="305">
                  <c:v>6.3113505863624325E-2</c:v>
                </c:pt>
                <c:pt idx="306">
                  <c:v>6.2843209237142719E-2</c:v>
                </c:pt>
                <c:pt idx="307">
                  <c:v>6.309563369794291E-2</c:v>
                </c:pt>
                <c:pt idx="308">
                  <c:v>6.3008890798195841E-2</c:v>
                </c:pt>
                <c:pt idx="309">
                  <c:v>6.3489422608439539E-2</c:v>
                </c:pt>
                <c:pt idx="310">
                  <c:v>6.2806040809481004E-2</c:v>
                </c:pt>
                <c:pt idx="311">
                  <c:v>6.2619988954338762E-2</c:v>
                </c:pt>
                <c:pt idx="312">
                  <c:v>6.2993283842885092E-2</c:v>
                </c:pt>
                <c:pt idx="313">
                  <c:v>6.3359608235757717E-2</c:v>
                </c:pt>
                <c:pt idx="314">
                  <c:v>6.4546574926840294E-2</c:v>
                </c:pt>
                <c:pt idx="315">
                  <c:v>6.4411668504338535E-2</c:v>
                </c:pt>
                <c:pt idx="316">
                  <c:v>6.3731256022054122E-2</c:v>
                </c:pt>
                <c:pt idx="317">
                  <c:v>6.3883975407760765E-2</c:v>
                </c:pt>
                <c:pt idx="318">
                  <c:v>6.4780021365084595E-2</c:v>
                </c:pt>
                <c:pt idx="319">
                  <c:v>6.5107831993655274E-2</c:v>
                </c:pt>
                <c:pt idx="320">
                  <c:v>6.5901924949212196E-2</c:v>
                </c:pt>
                <c:pt idx="321">
                  <c:v>6.5865801233210453E-2</c:v>
                </c:pt>
                <c:pt idx="322">
                  <c:v>6.6131234737521014E-2</c:v>
                </c:pt>
                <c:pt idx="323">
                  <c:v>6.7104136734650724E-2</c:v>
                </c:pt>
                <c:pt idx="324">
                  <c:v>6.632580977537339E-2</c:v>
                </c:pt>
                <c:pt idx="325">
                  <c:v>6.5883341775869672E-2</c:v>
                </c:pt>
                <c:pt idx="326">
                  <c:v>6.6147098065676813E-2</c:v>
                </c:pt>
                <c:pt idx="327">
                  <c:v>6.5932092790013788E-2</c:v>
                </c:pt>
                <c:pt idx="328">
                  <c:v>6.5619830735226758E-2</c:v>
                </c:pt>
                <c:pt idx="329">
                  <c:v>6.4370095721471413E-2</c:v>
                </c:pt>
                <c:pt idx="330">
                  <c:v>6.4425727832472829E-2</c:v>
                </c:pt>
                <c:pt idx="331">
                  <c:v>6.5576115597791321E-2</c:v>
                </c:pt>
                <c:pt idx="332">
                  <c:v>6.6015763564991115E-2</c:v>
                </c:pt>
                <c:pt idx="333">
                  <c:v>6.6041658307055814E-2</c:v>
                </c:pt>
                <c:pt idx="334">
                  <c:v>6.5761648295714098E-2</c:v>
                </c:pt>
                <c:pt idx="335">
                  <c:v>6.5478323229937199E-2</c:v>
                </c:pt>
                <c:pt idx="336">
                  <c:v>6.4820217546586428E-2</c:v>
                </c:pt>
                <c:pt idx="337">
                  <c:v>6.5547369778518286E-2</c:v>
                </c:pt>
                <c:pt idx="338">
                  <c:v>6.55237997407873E-2</c:v>
                </c:pt>
                <c:pt idx="339">
                  <c:v>6.5350457194749176E-2</c:v>
                </c:pt>
                <c:pt idx="340">
                  <c:v>6.5944685287481167E-2</c:v>
                </c:pt>
                <c:pt idx="341">
                  <c:v>6.6370711274960512E-2</c:v>
                </c:pt>
                <c:pt idx="342">
                  <c:v>6.6845234083042646E-2</c:v>
                </c:pt>
                <c:pt idx="343">
                  <c:v>6.6846914953630668E-2</c:v>
                </c:pt>
                <c:pt idx="344">
                  <c:v>6.7443627368623596E-2</c:v>
                </c:pt>
                <c:pt idx="345">
                  <c:v>6.8237654023954791E-2</c:v>
                </c:pt>
                <c:pt idx="346">
                  <c:v>6.8354996673151328E-2</c:v>
                </c:pt>
                <c:pt idx="347">
                  <c:v>6.9760230430580522E-2</c:v>
                </c:pt>
                <c:pt idx="348">
                  <c:v>6.9760230430580522E-2</c:v>
                </c:pt>
                <c:pt idx="349">
                  <c:v>6.913442285312521E-2</c:v>
                </c:pt>
                <c:pt idx="350">
                  <c:v>6.8911464533826253E-2</c:v>
                </c:pt>
                <c:pt idx="351">
                  <c:v>6.8193218634957573E-2</c:v>
                </c:pt>
                <c:pt idx="352">
                  <c:v>6.8193218634957573E-2</c:v>
                </c:pt>
                <c:pt idx="353">
                  <c:v>6.894957884974684E-2</c:v>
                </c:pt>
                <c:pt idx="354">
                  <c:v>6.8397397710276822E-2</c:v>
                </c:pt>
                <c:pt idx="355">
                  <c:v>6.9554348187636644E-2</c:v>
                </c:pt>
                <c:pt idx="356">
                  <c:v>6.8890951146619098E-2</c:v>
                </c:pt>
                <c:pt idx="357">
                  <c:v>7.0015356218631086E-2</c:v>
                </c:pt>
                <c:pt idx="358">
                  <c:v>6.9612316073748806E-2</c:v>
                </c:pt>
                <c:pt idx="359">
                  <c:v>6.9775873472509256E-2</c:v>
                </c:pt>
                <c:pt idx="360">
                  <c:v>6.982286698957936E-2</c:v>
                </c:pt>
                <c:pt idx="361">
                  <c:v>6.9996382704172438E-2</c:v>
                </c:pt>
                <c:pt idx="362">
                  <c:v>7.017430774537807E-2</c:v>
                </c:pt>
                <c:pt idx="363">
                  <c:v>7.0482934281705198E-2</c:v>
                </c:pt>
                <c:pt idx="364">
                  <c:v>7.0289634585016803E-2</c:v>
                </c:pt>
                <c:pt idx="365">
                  <c:v>7.0936750816656638E-2</c:v>
                </c:pt>
                <c:pt idx="366">
                  <c:v>6.9802705442300841E-2</c:v>
                </c:pt>
                <c:pt idx="367">
                  <c:v>6.9477656133007895E-2</c:v>
                </c:pt>
                <c:pt idx="368">
                  <c:v>6.9359326452386669E-2</c:v>
                </c:pt>
                <c:pt idx="369">
                  <c:v>6.9711968238683877E-2</c:v>
                </c:pt>
                <c:pt idx="370">
                  <c:v>6.9786226095052736E-2</c:v>
                </c:pt>
                <c:pt idx="371">
                  <c:v>7.011789617311083E-2</c:v>
                </c:pt>
                <c:pt idx="372">
                  <c:v>6.9459068870536156E-2</c:v>
                </c:pt>
                <c:pt idx="373">
                  <c:v>6.8705428805939578E-2</c:v>
                </c:pt>
                <c:pt idx="374">
                  <c:v>6.9456604916547024E-2</c:v>
                </c:pt>
                <c:pt idx="375">
                  <c:v>6.9379843198549784E-2</c:v>
                </c:pt>
                <c:pt idx="376">
                  <c:v>6.9426042308172772E-2</c:v>
                </c:pt>
                <c:pt idx="377">
                  <c:v>6.880905005816039E-2</c:v>
                </c:pt>
                <c:pt idx="378">
                  <c:v>6.9924940741063174E-2</c:v>
                </c:pt>
                <c:pt idx="379">
                  <c:v>6.9777525104390573E-2</c:v>
                </c:pt>
                <c:pt idx="380">
                  <c:v>6.9993514433493817E-2</c:v>
                </c:pt>
                <c:pt idx="381">
                  <c:v>6.9523058165175664E-2</c:v>
                </c:pt>
                <c:pt idx="382">
                  <c:v>6.9868680396862837E-2</c:v>
                </c:pt>
                <c:pt idx="383">
                  <c:v>7.0529918388015964E-2</c:v>
                </c:pt>
                <c:pt idx="384">
                  <c:v>7.0358072036614608E-2</c:v>
                </c:pt>
                <c:pt idx="385">
                  <c:v>7.0631088239644466E-2</c:v>
                </c:pt>
                <c:pt idx="386">
                  <c:v>6.9711678303808131E-2</c:v>
                </c:pt>
                <c:pt idx="387">
                  <c:v>6.9292669018101563E-2</c:v>
                </c:pt>
                <c:pt idx="388">
                  <c:v>6.9512529818121269E-2</c:v>
                </c:pt>
                <c:pt idx="389">
                  <c:v>6.932543954049715E-2</c:v>
                </c:pt>
                <c:pt idx="390">
                  <c:v>7.0536074338141921E-2</c:v>
                </c:pt>
                <c:pt idx="391">
                  <c:v>7.0099068937522893E-2</c:v>
                </c:pt>
                <c:pt idx="392">
                  <c:v>7.0336615056129662E-2</c:v>
                </c:pt>
                <c:pt idx="393">
                  <c:v>7.0880253696430223E-2</c:v>
                </c:pt>
                <c:pt idx="394">
                  <c:v>7.1091021543985652E-2</c:v>
                </c:pt>
                <c:pt idx="395">
                  <c:v>7.1484642712850613E-2</c:v>
                </c:pt>
                <c:pt idx="396">
                  <c:v>6.9141123372136085E-2</c:v>
                </c:pt>
                <c:pt idx="397">
                  <c:v>6.8387071402377916E-2</c:v>
                </c:pt>
                <c:pt idx="398">
                  <c:v>6.8493919486134716E-2</c:v>
                </c:pt>
                <c:pt idx="399">
                  <c:v>6.7843095475285636E-2</c:v>
                </c:pt>
                <c:pt idx="400">
                  <c:v>6.7935718772651227E-2</c:v>
                </c:pt>
                <c:pt idx="401">
                  <c:v>6.7594738064098533E-2</c:v>
                </c:pt>
                <c:pt idx="402">
                  <c:v>6.7995968632003731E-2</c:v>
                </c:pt>
                <c:pt idx="403">
                  <c:v>6.8987160599411138E-2</c:v>
                </c:pt>
                <c:pt idx="404">
                  <c:v>6.7643422380492549E-2</c:v>
                </c:pt>
                <c:pt idx="405">
                  <c:v>6.7152730657122364E-2</c:v>
                </c:pt>
                <c:pt idx="406">
                  <c:v>6.7382202672144134E-2</c:v>
                </c:pt>
                <c:pt idx="407">
                  <c:v>6.7307985873493861E-2</c:v>
                </c:pt>
                <c:pt idx="408">
                  <c:v>6.7254822972832209E-2</c:v>
                </c:pt>
                <c:pt idx="409">
                  <c:v>6.5123508633588567E-2</c:v>
                </c:pt>
                <c:pt idx="410">
                  <c:v>6.4709971189907081E-2</c:v>
                </c:pt>
                <c:pt idx="411">
                  <c:v>6.4457627771295586E-2</c:v>
                </c:pt>
                <c:pt idx="412">
                  <c:v>6.4199209174657504E-2</c:v>
                </c:pt>
                <c:pt idx="413">
                  <c:v>6.450549855362335E-2</c:v>
                </c:pt>
                <c:pt idx="414">
                  <c:v>6.4363440487117979E-2</c:v>
                </c:pt>
                <c:pt idx="415">
                  <c:v>6.4408281529291386E-2</c:v>
                </c:pt>
                <c:pt idx="416">
                  <c:v>6.3842858699765775E-2</c:v>
                </c:pt>
                <c:pt idx="417">
                  <c:v>6.4500993201326282E-2</c:v>
                </c:pt>
                <c:pt idx="418">
                  <c:v>6.4031762916664889E-2</c:v>
                </c:pt>
                <c:pt idx="419">
                  <c:v>6.4521113258002888E-2</c:v>
                </c:pt>
                <c:pt idx="420">
                  <c:v>6.3815166974149795E-2</c:v>
                </c:pt>
                <c:pt idx="421">
                  <c:v>6.3932131184211011E-2</c:v>
                </c:pt>
                <c:pt idx="422">
                  <c:v>6.3387967170176862E-2</c:v>
                </c:pt>
                <c:pt idx="423">
                  <c:v>6.2999377748781879E-2</c:v>
                </c:pt>
                <c:pt idx="424">
                  <c:v>6.2613675101998389E-2</c:v>
                </c:pt>
                <c:pt idx="425">
                  <c:v>6.3808171762728086E-2</c:v>
                </c:pt>
                <c:pt idx="426">
                  <c:v>6.4155218680807369E-2</c:v>
                </c:pt>
                <c:pt idx="427">
                  <c:v>6.4394118212717927E-2</c:v>
                </c:pt>
                <c:pt idx="428">
                  <c:v>6.4158938758994755E-2</c:v>
                </c:pt>
                <c:pt idx="429">
                  <c:v>6.3613418874890304E-2</c:v>
                </c:pt>
                <c:pt idx="430">
                  <c:v>6.4681169375702757E-2</c:v>
                </c:pt>
                <c:pt idx="431">
                  <c:v>6.3077454714615622E-2</c:v>
                </c:pt>
                <c:pt idx="432">
                  <c:v>6.2841492501479329E-2</c:v>
                </c:pt>
                <c:pt idx="433">
                  <c:v>6.2627079518691162E-2</c:v>
                </c:pt>
                <c:pt idx="434">
                  <c:v>6.2812839823004049E-2</c:v>
                </c:pt>
                <c:pt idx="435">
                  <c:v>6.2572661331012594E-2</c:v>
                </c:pt>
                <c:pt idx="436">
                  <c:v>6.2123023088131717E-2</c:v>
                </c:pt>
                <c:pt idx="437">
                  <c:v>6.2378148909463513E-2</c:v>
                </c:pt>
                <c:pt idx="438">
                  <c:v>6.213661044058167E-2</c:v>
                </c:pt>
                <c:pt idx="439">
                  <c:v>6.2471724479591012E-2</c:v>
                </c:pt>
                <c:pt idx="440">
                  <c:v>6.2983642803048995E-2</c:v>
                </c:pt>
                <c:pt idx="441">
                  <c:v>6.3470320417978759E-2</c:v>
                </c:pt>
                <c:pt idx="442">
                  <c:v>6.3420423232593559E-2</c:v>
                </c:pt>
                <c:pt idx="443">
                  <c:v>6.3629973597276776E-2</c:v>
                </c:pt>
                <c:pt idx="444">
                  <c:v>6.403911100907303E-2</c:v>
                </c:pt>
                <c:pt idx="445">
                  <c:v>6.43521656270791E-2</c:v>
                </c:pt>
                <c:pt idx="446">
                  <c:v>6.3702149216505841E-2</c:v>
                </c:pt>
                <c:pt idx="447">
                  <c:v>6.3466205183005719E-2</c:v>
                </c:pt>
                <c:pt idx="448">
                  <c:v>6.2789519982361222E-2</c:v>
                </c:pt>
                <c:pt idx="449">
                  <c:v>6.3327435464339679E-2</c:v>
                </c:pt>
                <c:pt idx="450">
                  <c:v>6.3230433826956506E-2</c:v>
                </c:pt>
                <c:pt idx="451">
                  <c:v>6.3394606063201339E-2</c:v>
                </c:pt>
                <c:pt idx="452">
                  <c:v>6.335582101941506E-2</c:v>
                </c:pt>
                <c:pt idx="453">
                  <c:v>6.2305336912422127E-2</c:v>
                </c:pt>
                <c:pt idx="454">
                  <c:v>6.379748739798842E-2</c:v>
                </c:pt>
                <c:pt idx="455">
                  <c:v>6.4458359465444245E-2</c:v>
                </c:pt>
                <c:pt idx="456">
                  <c:v>6.4329970685753135E-2</c:v>
                </c:pt>
                <c:pt idx="457">
                  <c:v>6.5064304774886603E-2</c:v>
                </c:pt>
                <c:pt idx="458">
                  <c:v>6.4937715182835212E-2</c:v>
                </c:pt>
                <c:pt idx="459">
                  <c:v>6.5794582095082474E-2</c:v>
                </c:pt>
                <c:pt idx="460">
                  <c:v>6.5368327002781876E-2</c:v>
                </c:pt>
                <c:pt idx="461">
                  <c:v>6.6809942561968053E-2</c:v>
                </c:pt>
                <c:pt idx="462">
                  <c:v>6.6434112044841093E-2</c:v>
                </c:pt>
                <c:pt idx="463">
                  <c:v>6.6294315877098442E-2</c:v>
                </c:pt>
                <c:pt idx="464">
                  <c:v>6.6189619734767169E-2</c:v>
                </c:pt>
                <c:pt idx="465">
                  <c:v>6.6588356682624777E-2</c:v>
                </c:pt>
                <c:pt idx="466">
                  <c:v>6.6620184390656284E-2</c:v>
                </c:pt>
                <c:pt idx="467">
                  <c:v>6.6245087832043886E-2</c:v>
                </c:pt>
                <c:pt idx="468">
                  <c:v>6.5735145749234822E-2</c:v>
                </c:pt>
                <c:pt idx="469">
                  <c:v>6.7198299073846793E-2</c:v>
                </c:pt>
                <c:pt idx="470">
                  <c:v>6.5568844487651143E-2</c:v>
                </c:pt>
                <c:pt idx="471">
                  <c:v>6.457015874224506E-2</c:v>
                </c:pt>
                <c:pt idx="472">
                  <c:v>6.4058580726168476E-2</c:v>
                </c:pt>
                <c:pt idx="473">
                  <c:v>6.4056134066650339E-2</c:v>
                </c:pt>
                <c:pt idx="474">
                  <c:v>6.3797653749885233E-2</c:v>
                </c:pt>
                <c:pt idx="475">
                  <c:v>6.4119287587929619E-2</c:v>
                </c:pt>
                <c:pt idx="476">
                  <c:v>6.4913063958912581E-2</c:v>
                </c:pt>
                <c:pt idx="477">
                  <c:v>6.4455889710868089E-2</c:v>
                </c:pt>
                <c:pt idx="478">
                  <c:v>6.4221254264402616E-2</c:v>
                </c:pt>
                <c:pt idx="479">
                  <c:v>6.4614224329079151E-2</c:v>
                </c:pt>
                <c:pt idx="480">
                  <c:v>6.5758010378172554E-2</c:v>
                </c:pt>
                <c:pt idx="481">
                  <c:v>6.667234537122145E-2</c:v>
                </c:pt>
                <c:pt idx="482">
                  <c:v>6.6440316848471431E-2</c:v>
                </c:pt>
                <c:pt idx="483">
                  <c:v>6.7121193920137365E-2</c:v>
                </c:pt>
                <c:pt idx="484">
                  <c:v>6.7300876822318612E-2</c:v>
                </c:pt>
                <c:pt idx="485">
                  <c:v>6.7719070318906546E-2</c:v>
                </c:pt>
                <c:pt idx="486">
                  <c:v>6.8583377520866018E-2</c:v>
                </c:pt>
                <c:pt idx="487">
                  <c:v>6.8732888065067582E-2</c:v>
                </c:pt>
                <c:pt idx="488">
                  <c:v>6.8239728770929375E-2</c:v>
                </c:pt>
                <c:pt idx="489">
                  <c:v>6.9456160142595424E-2</c:v>
                </c:pt>
                <c:pt idx="490">
                  <c:v>6.8802224269792128E-2</c:v>
                </c:pt>
                <c:pt idx="491">
                  <c:v>6.8793197415393859E-2</c:v>
                </c:pt>
                <c:pt idx="492">
                  <c:v>6.783885797034786E-2</c:v>
                </c:pt>
                <c:pt idx="493">
                  <c:v>6.7159837102053074E-2</c:v>
                </c:pt>
                <c:pt idx="494">
                  <c:v>6.7500112904973486E-2</c:v>
                </c:pt>
                <c:pt idx="495">
                  <c:v>6.7516509824099999E-2</c:v>
                </c:pt>
                <c:pt idx="496">
                  <c:v>6.7608569721686634E-2</c:v>
                </c:pt>
                <c:pt idx="497">
                  <c:v>6.8274745415103491E-2</c:v>
                </c:pt>
                <c:pt idx="498">
                  <c:v>6.8014696048593767E-2</c:v>
                </c:pt>
                <c:pt idx="499">
                  <c:v>6.8906400645487823E-2</c:v>
                </c:pt>
                <c:pt idx="500">
                  <c:v>6.8815880987083897E-2</c:v>
                </c:pt>
                <c:pt idx="501">
                  <c:v>7.100291120451234E-2</c:v>
                </c:pt>
                <c:pt idx="502">
                  <c:v>7.1642739849400242E-2</c:v>
                </c:pt>
                <c:pt idx="503">
                  <c:v>7.2226956153988095E-2</c:v>
                </c:pt>
                <c:pt idx="504">
                  <c:v>7.2166116359570515E-2</c:v>
                </c:pt>
                <c:pt idx="505">
                  <c:v>7.3651291253508985E-2</c:v>
                </c:pt>
                <c:pt idx="506">
                  <c:v>7.286172600472049E-2</c:v>
                </c:pt>
                <c:pt idx="507">
                  <c:v>7.3322385356318395E-2</c:v>
                </c:pt>
                <c:pt idx="508">
                  <c:v>7.3832191389955684E-2</c:v>
                </c:pt>
                <c:pt idx="509">
                  <c:v>7.5110184739815192E-2</c:v>
                </c:pt>
                <c:pt idx="510">
                  <c:v>7.2634957844483317E-2</c:v>
                </c:pt>
                <c:pt idx="511">
                  <c:v>7.3306392085671704E-2</c:v>
                </c:pt>
                <c:pt idx="512">
                  <c:v>7.2995614113624679E-2</c:v>
                </c:pt>
                <c:pt idx="513">
                  <c:v>7.223890287577879E-2</c:v>
                </c:pt>
                <c:pt idx="514">
                  <c:v>7.2601273589408807E-2</c:v>
                </c:pt>
                <c:pt idx="515">
                  <c:v>7.2693047060138946E-2</c:v>
                </c:pt>
                <c:pt idx="516">
                  <c:v>7.2608635017503254E-2</c:v>
                </c:pt>
                <c:pt idx="517">
                  <c:v>7.1723479862484771E-2</c:v>
                </c:pt>
                <c:pt idx="518">
                  <c:v>7.0592139077531285E-2</c:v>
                </c:pt>
                <c:pt idx="519">
                  <c:v>7.0991838301897051E-2</c:v>
                </c:pt>
                <c:pt idx="520">
                  <c:v>7.0247150478962336E-2</c:v>
                </c:pt>
                <c:pt idx="521">
                  <c:v>7.0176224784114394E-2</c:v>
                </c:pt>
                <c:pt idx="522">
                  <c:v>7.0379544455729484E-2</c:v>
                </c:pt>
                <c:pt idx="523">
                  <c:v>7.1283684480481571E-2</c:v>
                </c:pt>
                <c:pt idx="524">
                  <c:v>7.1320105966450539E-2</c:v>
                </c:pt>
                <c:pt idx="525">
                  <c:v>7.063385394113475E-2</c:v>
                </c:pt>
                <c:pt idx="526">
                  <c:v>7.1705807562319424E-2</c:v>
                </c:pt>
                <c:pt idx="527">
                  <c:v>7.2265168786350295E-2</c:v>
                </c:pt>
                <c:pt idx="528">
                  <c:v>7.2705910842207969E-2</c:v>
                </c:pt>
                <c:pt idx="529">
                  <c:v>7.3030868035895508E-2</c:v>
                </c:pt>
                <c:pt idx="530">
                  <c:v>7.3616942509387717E-2</c:v>
                </c:pt>
                <c:pt idx="531">
                  <c:v>7.369925533118174E-2</c:v>
                </c:pt>
                <c:pt idx="532">
                  <c:v>7.341922443499499E-2</c:v>
                </c:pt>
                <c:pt idx="533">
                  <c:v>7.4261909847503471E-2</c:v>
                </c:pt>
                <c:pt idx="534">
                  <c:v>7.4223046629471628E-2</c:v>
                </c:pt>
                <c:pt idx="535">
                  <c:v>7.2618392398777515E-2</c:v>
                </c:pt>
                <c:pt idx="536">
                  <c:v>7.4942348581156379E-2</c:v>
                </c:pt>
                <c:pt idx="537">
                  <c:v>7.4930261368242573E-2</c:v>
                </c:pt>
                <c:pt idx="538">
                  <c:v>7.4480409936663425E-2</c:v>
                </c:pt>
                <c:pt idx="539">
                  <c:v>7.4867135353967482E-2</c:v>
                </c:pt>
                <c:pt idx="540">
                  <c:v>7.3475943340352831E-2</c:v>
                </c:pt>
                <c:pt idx="541">
                  <c:v>7.3558760390119604E-2</c:v>
                </c:pt>
                <c:pt idx="542">
                  <c:v>7.4134144717620865E-2</c:v>
                </c:pt>
                <c:pt idx="543">
                  <c:v>7.3853553475175429E-2</c:v>
                </c:pt>
                <c:pt idx="544">
                  <c:v>7.4193922764129866E-2</c:v>
                </c:pt>
                <c:pt idx="545">
                  <c:v>7.4075216244085793E-2</c:v>
                </c:pt>
                <c:pt idx="546">
                  <c:v>7.484490285197283E-2</c:v>
                </c:pt>
                <c:pt idx="547">
                  <c:v>7.5106770841341708E-2</c:v>
                </c:pt>
                <c:pt idx="548">
                  <c:v>7.6316081034923072E-2</c:v>
                </c:pt>
                <c:pt idx="549">
                  <c:v>7.5933284856309027E-2</c:v>
                </c:pt>
                <c:pt idx="550">
                  <c:v>7.6243381109362893E-2</c:v>
                </c:pt>
                <c:pt idx="551">
                  <c:v>7.7330521523238382E-2</c:v>
                </c:pt>
                <c:pt idx="552">
                  <c:v>7.8526454118882649E-2</c:v>
                </c:pt>
                <c:pt idx="553">
                  <c:v>7.8014957139491067E-2</c:v>
                </c:pt>
                <c:pt idx="554">
                  <c:v>7.9481741233117464E-2</c:v>
                </c:pt>
                <c:pt idx="555">
                  <c:v>7.86341103719774E-2</c:v>
                </c:pt>
                <c:pt idx="556">
                  <c:v>7.8248910523352463E-2</c:v>
                </c:pt>
                <c:pt idx="557">
                  <c:v>7.8107971053267847E-2</c:v>
                </c:pt>
                <c:pt idx="558">
                  <c:v>7.8345801585445546E-2</c:v>
                </c:pt>
                <c:pt idx="559">
                  <c:v>7.8394301263115321E-2</c:v>
                </c:pt>
                <c:pt idx="560">
                  <c:v>7.818431755034308E-2</c:v>
                </c:pt>
                <c:pt idx="561">
                  <c:v>7.8096355101827247E-2</c:v>
                </c:pt>
                <c:pt idx="562">
                  <c:v>7.8669942023825129E-2</c:v>
                </c:pt>
                <c:pt idx="563">
                  <c:v>7.8058063034127309E-2</c:v>
                </c:pt>
                <c:pt idx="564">
                  <c:v>7.8068353374084631E-2</c:v>
                </c:pt>
                <c:pt idx="565">
                  <c:v>7.7829622943618185E-2</c:v>
                </c:pt>
                <c:pt idx="566">
                  <c:v>7.807000659514543E-2</c:v>
                </c:pt>
                <c:pt idx="567">
                  <c:v>7.8187670452623523E-2</c:v>
                </c:pt>
                <c:pt idx="568">
                  <c:v>7.776344436874115E-2</c:v>
                </c:pt>
                <c:pt idx="569">
                  <c:v>7.7580558023941926E-2</c:v>
                </c:pt>
                <c:pt idx="570">
                  <c:v>7.7643969531186477E-2</c:v>
                </c:pt>
                <c:pt idx="571">
                  <c:v>7.804676523224599E-2</c:v>
                </c:pt>
                <c:pt idx="572">
                  <c:v>7.7598116525544991E-2</c:v>
                </c:pt>
                <c:pt idx="573">
                  <c:v>7.7617484273372409E-2</c:v>
                </c:pt>
                <c:pt idx="574">
                  <c:v>7.7316236834308355E-2</c:v>
                </c:pt>
                <c:pt idx="575">
                  <c:v>7.6771841406521629E-2</c:v>
                </c:pt>
                <c:pt idx="576">
                  <c:v>7.6552105654798738E-2</c:v>
                </c:pt>
                <c:pt idx="577">
                  <c:v>7.5451695131156044E-2</c:v>
                </c:pt>
                <c:pt idx="578">
                  <c:v>7.6677002344652717E-2</c:v>
                </c:pt>
                <c:pt idx="579">
                  <c:v>7.5569487707658783E-2</c:v>
                </c:pt>
                <c:pt idx="580">
                  <c:v>7.4872432444921727E-2</c:v>
                </c:pt>
                <c:pt idx="581">
                  <c:v>7.5091395054447868E-2</c:v>
                </c:pt>
                <c:pt idx="582">
                  <c:v>7.4449698616061308E-2</c:v>
                </c:pt>
                <c:pt idx="583">
                  <c:v>7.4512806254767611E-2</c:v>
                </c:pt>
                <c:pt idx="584">
                  <c:v>7.4745220093789852E-2</c:v>
                </c:pt>
                <c:pt idx="585">
                  <c:v>7.4617502983269995E-2</c:v>
                </c:pt>
                <c:pt idx="586">
                  <c:v>7.4121576187309968E-2</c:v>
                </c:pt>
                <c:pt idx="587">
                  <c:v>7.3722225713338779E-2</c:v>
                </c:pt>
                <c:pt idx="588">
                  <c:v>7.4557783130336994E-2</c:v>
                </c:pt>
                <c:pt idx="589">
                  <c:v>7.3947270314407426E-2</c:v>
                </c:pt>
                <c:pt idx="590">
                  <c:v>7.419441302694732E-2</c:v>
                </c:pt>
                <c:pt idx="591">
                  <c:v>7.3618227150997112E-2</c:v>
                </c:pt>
                <c:pt idx="592">
                  <c:v>7.2909508216263422E-2</c:v>
                </c:pt>
                <c:pt idx="593">
                  <c:v>7.3268490651676316E-2</c:v>
                </c:pt>
                <c:pt idx="594">
                  <c:v>7.3524648384082819E-2</c:v>
                </c:pt>
                <c:pt idx="595">
                  <c:v>7.5272112608103764E-2</c:v>
                </c:pt>
                <c:pt idx="596">
                  <c:v>7.6364412125096592E-2</c:v>
                </c:pt>
                <c:pt idx="597">
                  <c:v>7.6637496754496937E-2</c:v>
                </c:pt>
                <c:pt idx="598">
                  <c:v>7.7995880981476765E-2</c:v>
                </c:pt>
                <c:pt idx="599">
                  <c:v>7.7238864705236276E-2</c:v>
                </c:pt>
                <c:pt idx="600">
                  <c:v>7.7238864705236276E-2</c:v>
                </c:pt>
                <c:pt idx="601">
                  <c:v>7.6976897014729637E-2</c:v>
                </c:pt>
                <c:pt idx="602">
                  <c:v>7.6677049608699616E-2</c:v>
                </c:pt>
                <c:pt idx="603">
                  <c:v>7.5998492756401012E-2</c:v>
                </c:pt>
                <c:pt idx="604">
                  <c:v>7.5998492756401012E-2</c:v>
                </c:pt>
                <c:pt idx="605">
                  <c:v>7.6431206574806884E-2</c:v>
                </c:pt>
                <c:pt idx="606">
                  <c:v>7.7680471810826018E-2</c:v>
                </c:pt>
                <c:pt idx="607">
                  <c:v>7.7190282987241829E-2</c:v>
                </c:pt>
                <c:pt idx="608">
                  <c:v>7.8318076500770384E-2</c:v>
                </c:pt>
                <c:pt idx="609">
                  <c:v>7.7839468205668644E-2</c:v>
                </c:pt>
                <c:pt idx="610">
                  <c:v>7.7761233591167392E-2</c:v>
                </c:pt>
                <c:pt idx="611">
                  <c:v>7.8917784020664378E-2</c:v>
                </c:pt>
                <c:pt idx="612">
                  <c:v>7.8844758573792875E-2</c:v>
                </c:pt>
                <c:pt idx="613">
                  <c:v>8.0076897031052183E-2</c:v>
                </c:pt>
                <c:pt idx="614">
                  <c:v>8.1390313077441725E-2</c:v>
                </c:pt>
                <c:pt idx="615">
                  <c:v>8.1492834585427748E-2</c:v>
                </c:pt>
                <c:pt idx="616">
                  <c:v>8.2793810982616733E-2</c:v>
                </c:pt>
                <c:pt idx="617">
                  <c:v>8.0257155997576643E-2</c:v>
                </c:pt>
                <c:pt idx="618">
                  <c:v>8.0873112629797392E-2</c:v>
                </c:pt>
                <c:pt idx="619">
                  <c:v>8.0395055249983985E-2</c:v>
                </c:pt>
                <c:pt idx="620">
                  <c:v>8.0631920641315913E-2</c:v>
                </c:pt>
                <c:pt idx="621">
                  <c:v>7.8874076760860251E-2</c:v>
                </c:pt>
                <c:pt idx="622">
                  <c:v>7.8075041792573574E-2</c:v>
                </c:pt>
                <c:pt idx="623">
                  <c:v>7.7742072790416214E-2</c:v>
                </c:pt>
                <c:pt idx="624">
                  <c:v>7.7090153813148155E-2</c:v>
                </c:pt>
                <c:pt idx="625">
                  <c:v>7.6702518391669999E-2</c:v>
                </c:pt>
                <c:pt idx="626">
                  <c:v>7.7098464268057693E-2</c:v>
                </c:pt>
                <c:pt idx="627">
                  <c:v>7.6789588130104336E-2</c:v>
                </c:pt>
                <c:pt idx="628">
                  <c:v>7.7238384237599364E-2</c:v>
                </c:pt>
                <c:pt idx="629">
                  <c:v>7.6824772154270846E-2</c:v>
                </c:pt>
                <c:pt idx="630">
                  <c:v>7.7175549418881439E-2</c:v>
                </c:pt>
                <c:pt idx="631">
                  <c:v>7.8042682388559798E-2</c:v>
                </c:pt>
                <c:pt idx="632">
                  <c:v>7.7288159904051815E-2</c:v>
                </c:pt>
                <c:pt idx="633">
                  <c:v>7.675236864653788E-2</c:v>
                </c:pt>
                <c:pt idx="634">
                  <c:v>7.6841437871360746E-2</c:v>
                </c:pt>
                <c:pt idx="635">
                  <c:v>7.6490488153244801E-2</c:v>
                </c:pt>
                <c:pt idx="636">
                  <c:v>7.6794419474102801E-2</c:v>
                </c:pt>
                <c:pt idx="637">
                  <c:v>7.6576867109058255E-2</c:v>
                </c:pt>
                <c:pt idx="638">
                  <c:v>7.5824020476597184E-2</c:v>
                </c:pt>
                <c:pt idx="639">
                  <c:v>7.7043284818686789E-2</c:v>
                </c:pt>
                <c:pt idx="640">
                  <c:v>7.636901201332888E-2</c:v>
                </c:pt>
                <c:pt idx="641">
                  <c:v>7.6535265520810872E-2</c:v>
                </c:pt>
                <c:pt idx="642">
                  <c:v>7.6329433041895711E-2</c:v>
                </c:pt>
                <c:pt idx="643">
                  <c:v>7.5886096443294943E-2</c:v>
                </c:pt>
                <c:pt idx="644">
                  <c:v>7.7046078723214978E-2</c:v>
                </c:pt>
                <c:pt idx="645">
                  <c:v>7.7509466255079679E-2</c:v>
                </c:pt>
                <c:pt idx="646">
                  <c:v>7.9531087715087143E-2</c:v>
                </c:pt>
                <c:pt idx="647">
                  <c:v>8.0071072021020775E-2</c:v>
                </c:pt>
                <c:pt idx="648">
                  <c:v>8.0832012194276839E-2</c:v>
                </c:pt>
                <c:pt idx="649">
                  <c:v>8.0608364677942426E-2</c:v>
                </c:pt>
                <c:pt idx="650">
                  <c:v>8.111133400744594E-2</c:v>
                </c:pt>
                <c:pt idx="651">
                  <c:v>8.1716212084159745E-2</c:v>
                </c:pt>
                <c:pt idx="652">
                  <c:v>7.9760263891980571E-2</c:v>
                </c:pt>
                <c:pt idx="653">
                  <c:v>8.1560896398711377E-2</c:v>
                </c:pt>
                <c:pt idx="654">
                  <c:v>8.1217573290259387E-2</c:v>
                </c:pt>
                <c:pt idx="655">
                  <c:v>8.0338268512318289E-2</c:v>
                </c:pt>
                <c:pt idx="656">
                  <c:v>8.0042378260200872E-2</c:v>
                </c:pt>
                <c:pt idx="657">
                  <c:v>8.0841561928005998E-2</c:v>
                </c:pt>
                <c:pt idx="658">
                  <c:v>8.1948587004123538E-2</c:v>
                </c:pt>
                <c:pt idx="659">
                  <c:v>8.5358366115251424E-2</c:v>
                </c:pt>
                <c:pt idx="660">
                  <c:v>8.2230561682963235E-2</c:v>
                </c:pt>
                <c:pt idx="661">
                  <c:v>8.1831946268575401E-2</c:v>
                </c:pt>
                <c:pt idx="662">
                  <c:v>8.1535957142765375E-2</c:v>
                </c:pt>
                <c:pt idx="663">
                  <c:v>8.1398265275643394E-2</c:v>
                </c:pt>
                <c:pt idx="664">
                  <c:v>8.188557534804021E-2</c:v>
                </c:pt>
                <c:pt idx="665">
                  <c:v>8.1513576039443633E-2</c:v>
                </c:pt>
                <c:pt idx="666">
                  <c:v>8.2158679943434232E-2</c:v>
                </c:pt>
                <c:pt idx="667">
                  <c:v>8.1753359761346747E-2</c:v>
                </c:pt>
                <c:pt idx="668">
                  <c:v>8.1242046710648011E-2</c:v>
                </c:pt>
                <c:pt idx="669">
                  <c:v>8.0866754169390709E-2</c:v>
                </c:pt>
                <c:pt idx="670">
                  <c:v>8.17712143746082E-2</c:v>
                </c:pt>
                <c:pt idx="671">
                  <c:v>8.2774479112420946E-2</c:v>
                </c:pt>
                <c:pt idx="672">
                  <c:v>8.1920582229619177E-2</c:v>
                </c:pt>
                <c:pt idx="673">
                  <c:v>8.2004353703021865E-2</c:v>
                </c:pt>
                <c:pt idx="674">
                  <c:v>8.1576242833831289E-2</c:v>
                </c:pt>
                <c:pt idx="675">
                  <c:v>8.0955527459037085E-2</c:v>
                </c:pt>
                <c:pt idx="676">
                  <c:v>8.1595183650340686E-2</c:v>
                </c:pt>
                <c:pt idx="677">
                  <c:v>8.1721750395336426E-2</c:v>
                </c:pt>
                <c:pt idx="678">
                  <c:v>8.3721767654552207E-2</c:v>
                </c:pt>
                <c:pt idx="679">
                  <c:v>8.2182688289459946E-2</c:v>
                </c:pt>
                <c:pt idx="680">
                  <c:v>8.2056323688341912E-2</c:v>
                </c:pt>
                <c:pt idx="681">
                  <c:v>8.2244053551237789E-2</c:v>
                </c:pt>
                <c:pt idx="682">
                  <c:v>8.3550462072704834E-2</c:v>
                </c:pt>
                <c:pt idx="683">
                  <c:v>8.3965065782768578E-2</c:v>
                </c:pt>
                <c:pt idx="684">
                  <c:v>8.3839855445444894E-2</c:v>
                </c:pt>
                <c:pt idx="685">
                  <c:v>8.5420849795442039E-2</c:v>
                </c:pt>
                <c:pt idx="686">
                  <c:v>8.3883235752943097E-2</c:v>
                </c:pt>
                <c:pt idx="687">
                  <c:v>8.4845438578828286E-2</c:v>
                </c:pt>
                <c:pt idx="688">
                  <c:v>8.4969524923689851E-2</c:v>
                </c:pt>
                <c:pt idx="689">
                  <c:v>8.3964961847183592E-2</c:v>
                </c:pt>
                <c:pt idx="690">
                  <c:v>8.3023142007829967E-2</c:v>
                </c:pt>
                <c:pt idx="691">
                  <c:v>8.3982399464494248E-2</c:v>
                </c:pt>
                <c:pt idx="692">
                  <c:v>8.4238799650715596E-2</c:v>
                </c:pt>
                <c:pt idx="693">
                  <c:v>8.4554415915743322E-2</c:v>
                </c:pt>
                <c:pt idx="694">
                  <c:v>8.6402425123770984E-2</c:v>
                </c:pt>
                <c:pt idx="695">
                  <c:v>8.5799298580975E-2</c:v>
                </c:pt>
                <c:pt idx="696">
                  <c:v>8.7560597622697536E-2</c:v>
                </c:pt>
                <c:pt idx="697">
                  <c:v>8.3904922206410409E-2</c:v>
                </c:pt>
                <c:pt idx="698">
                  <c:v>8.3703210774636647E-2</c:v>
                </c:pt>
                <c:pt idx="699">
                  <c:v>8.3720694861196265E-2</c:v>
                </c:pt>
                <c:pt idx="700">
                  <c:v>8.2401420858166624E-2</c:v>
                </c:pt>
                <c:pt idx="701">
                  <c:v>8.2891327053610145E-2</c:v>
                </c:pt>
                <c:pt idx="702">
                  <c:v>8.2879186582755698E-2</c:v>
                </c:pt>
                <c:pt idx="703">
                  <c:v>8.3121938365299561E-2</c:v>
                </c:pt>
                <c:pt idx="704">
                  <c:v>8.3145625937810094E-2</c:v>
                </c:pt>
                <c:pt idx="705">
                  <c:v>8.2290192794745601E-2</c:v>
                </c:pt>
                <c:pt idx="706">
                  <c:v>8.434000748844496E-2</c:v>
                </c:pt>
                <c:pt idx="707">
                  <c:v>8.3805392130472778E-2</c:v>
                </c:pt>
                <c:pt idx="708">
                  <c:v>8.4071967867893324E-2</c:v>
                </c:pt>
                <c:pt idx="709">
                  <c:v>8.5165965582943204E-2</c:v>
                </c:pt>
                <c:pt idx="710">
                  <c:v>8.584298842291288E-2</c:v>
                </c:pt>
                <c:pt idx="711">
                  <c:v>8.5272897005161566E-2</c:v>
                </c:pt>
                <c:pt idx="712">
                  <c:v>8.6623447509986962E-2</c:v>
                </c:pt>
                <c:pt idx="713">
                  <c:v>8.7209709934884597E-2</c:v>
                </c:pt>
                <c:pt idx="714">
                  <c:v>8.6468587275446956E-2</c:v>
                </c:pt>
                <c:pt idx="715">
                  <c:v>8.6212006477057665E-2</c:v>
                </c:pt>
                <c:pt idx="716">
                  <c:v>8.7238413510201632E-2</c:v>
                </c:pt>
                <c:pt idx="717">
                  <c:v>8.7908949643567366E-2</c:v>
                </c:pt>
                <c:pt idx="718">
                  <c:v>8.7781608594657667E-2</c:v>
                </c:pt>
                <c:pt idx="719">
                  <c:v>8.769316926255559E-2</c:v>
                </c:pt>
                <c:pt idx="720">
                  <c:v>8.9138249352013074E-2</c:v>
                </c:pt>
                <c:pt idx="721">
                  <c:v>8.6287891505019212E-2</c:v>
                </c:pt>
                <c:pt idx="722">
                  <c:v>8.585785986514187E-2</c:v>
                </c:pt>
                <c:pt idx="723">
                  <c:v>8.6015343425498048E-2</c:v>
                </c:pt>
                <c:pt idx="724">
                  <c:v>8.5974313208534076E-2</c:v>
                </c:pt>
                <c:pt idx="725">
                  <c:v>8.5637550236809426E-2</c:v>
                </c:pt>
                <c:pt idx="726">
                  <c:v>8.5622387104156747E-2</c:v>
                </c:pt>
                <c:pt idx="727">
                  <c:v>8.5886896900093712E-2</c:v>
                </c:pt>
                <c:pt idx="728">
                  <c:v>8.619125366704633E-2</c:v>
                </c:pt>
                <c:pt idx="729">
                  <c:v>8.586221656648331E-2</c:v>
                </c:pt>
                <c:pt idx="730">
                  <c:v>8.6063347019264325E-2</c:v>
                </c:pt>
                <c:pt idx="731">
                  <c:v>8.6269458984590361E-2</c:v>
                </c:pt>
                <c:pt idx="732">
                  <c:v>8.6247082112068607E-2</c:v>
                </c:pt>
                <c:pt idx="733">
                  <c:v>8.6896811741082866E-2</c:v>
                </c:pt>
                <c:pt idx="734">
                  <c:v>8.6200051515714554E-2</c:v>
                </c:pt>
                <c:pt idx="735">
                  <c:v>8.5584293083479021E-2</c:v>
                </c:pt>
                <c:pt idx="736">
                  <c:v>8.5988955342562567E-2</c:v>
                </c:pt>
                <c:pt idx="737">
                  <c:v>8.6186557943285724E-2</c:v>
                </c:pt>
                <c:pt idx="738">
                  <c:v>8.671978108074016E-2</c:v>
                </c:pt>
                <c:pt idx="739">
                  <c:v>8.7084724312741862E-2</c:v>
                </c:pt>
                <c:pt idx="740">
                  <c:v>8.8319469343133172E-2</c:v>
                </c:pt>
                <c:pt idx="741">
                  <c:v>8.6046255547886807E-2</c:v>
                </c:pt>
                <c:pt idx="742">
                  <c:v>8.6906120707905862E-2</c:v>
                </c:pt>
                <c:pt idx="743">
                  <c:v>8.5847678354843554E-2</c:v>
                </c:pt>
                <c:pt idx="744">
                  <c:v>8.5952714108571776E-2</c:v>
                </c:pt>
                <c:pt idx="745">
                  <c:v>8.5507488144812516E-2</c:v>
                </c:pt>
                <c:pt idx="746">
                  <c:v>8.6112923110081716E-2</c:v>
                </c:pt>
                <c:pt idx="747">
                  <c:v>8.5627407591643681E-2</c:v>
                </c:pt>
                <c:pt idx="748">
                  <c:v>8.1396460532760576E-2</c:v>
                </c:pt>
                <c:pt idx="749">
                  <c:v>8.0523699711001401E-2</c:v>
                </c:pt>
                <c:pt idx="750">
                  <c:v>8.626235266032517E-2</c:v>
                </c:pt>
                <c:pt idx="751">
                  <c:v>8.5729403357119593E-2</c:v>
                </c:pt>
                <c:pt idx="752">
                  <c:v>8.5270234251169058E-2</c:v>
                </c:pt>
                <c:pt idx="753">
                  <c:v>8.6796762239148145E-2</c:v>
                </c:pt>
                <c:pt idx="754">
                  <c:v>8.7010887983358834E-2</c:v>
                </c:pt>
                <c:pt idx="755">
                  <c:v>8.7919507061515634E-2</c:v>
                </c:pt>
                <c:pt idx="756">
                  <c:v>8.8397681912159173E-2</c:v>
                </c:pt>
                <c:pt idx="757">
                  <c:v>9.0816167662408104E-2</c:v>
                </c:pt>
                <c:pt idx="758">
                  <c:v>9.1870541833214844E-2</c:v>
                </c:pt>
                <c:pt idx="759">
                  <c:v>9.1956913644736557E-2</c:v>
                </c:pt>
                <c:pt idx="760">
                  <c:v>9.2956476840276678E-2</c:v>
                </c:pt>
                <c:pt idx="761">
                  <c:v>9.137246406621953E-2</c:v>
                </c:pt>
                <c:pt idx="762">
                  <c:v>9.078265030868686E-2</c:v>
                </c:pt>
                <c:pt idx="763">
                  <c:v>9.0775071026469839E-2</c:v>
                </c:pt>
                <c:pt idx="764">
                  <c:v>9.088688902940828E-2</c:v>
                </c:pt>
                <c:pt idx="765">
                  <c:v>9.180477759635125E-2</c:v>
                </c:pt>
                <c:pt idx="766">
                  <c:v>8.8332216435221808E-2</c:v>
                </c:pt>
                <c:pt idx="767">
                  <c:v>8.7908267560264403E-2</c:v>
                </c:pt>
                <c:pt idx="768">
                  <c:v>8.7687874231337309E-2</c:v>
                </c:pt>
                <c:pt idx="769">
                  <c:v>8.6711443935378885E-2</c:v>
                </c:pt>
                <c:pt idx="770">
                  <c:v>8.6400731782240239E-2</c:v>
                </c:pt>
                <c:pt idx="771">
                  <c:v>8.6991123554909983E-2</c:v>
                </c:pt>
                <c:pt idx="772">
                  <c:v>8.6647427817953926E-2</c:v>
                </c:pt>
                <c:pt idx="773">
                  <c:v>8.6556474469340408E-2</c:v>
                </c:pt>
                <c:pt idx="774">
                  <c:v>8.5988413570758107E-2</c:v>
                </c:pt>
                <c:pt idx="775">
                  <c:v>8.5400245838913605E-2</c:v>
                </c:pt>
                <c:pt idx="776">
                  <c:v>8.5119705773593651E-2</c:v>
                </c:pt>
                <c:pt idx="777">
                  <c:v>8.61784429607204E-2</c:v>
                </c:pt>
                <c:pt idx="778">
                  <c:v>8.6211087097310402E-2</c:v>
                </c:pt>
                <c:pt idx="779">
                  <c:v>8.4825277694664039E-2</c:v>
                </c:pt>
                <c:pt idx="780">
                  <c:v>8.4383113471115351E-2</c:v>
                </c:pt>
                <c:pt idx="781">
                  <c:v>8.4769452749623608E-2</c:v>
                </c:pt>
                <c:pt idx="782">
                  <c:v>8.4894821312797727E-2</c:v>
                </c:pt>
                <c:pt idx="783">
                  <c:v>8.6377135129025021E-2</c:v>
                </c:pt>
                <c:pt idx="784">
                  <c:v>8.7958247575174758E-2</c:v>
                </c:pt>
                <c:pt idx="785">
                  <c:v>8.4446760269367746E-2</c:v>
                </c:pt>
                <c:pt idx="786">
                  <c:v>8.3583022958466438E-2</c:v>
                </c:pt>
                <c:pt idx="787">
                  <c:v>8.3217051470656653E-2</c:v>
                </c:pt>
                <c:pt idx="788">
                  <c:v>8.3925604880005333E-2</c:v>
                </c:pt>
                <c:pt idx="789">
                  <c:v>8.3436603058063968E-2</c:v>
                </c:pt>
                <c:pt idx="790">
                  <c:v>8.4284124970464488E-2</c:v>
                </c:pt>
                <c:pt idx="791">
                  <c:v>8.450792970278373E-2</c:v>
                </c:pt>
                <c:pt idx="792">
                  <c:v>8.5129533897731147E-2</c:v>
                </c:pt>
                <c:pt idx="793">
                  <c:v>8.3698362687934402E-2</c:v>
                </c:pt>
                <c:pt idx="794">
                  <c:v>8.3104819484641115E-2</c:v>
                </c:pt>
                <c:pt idx="795">
                  <c:v>8.4391111407733851E-2</c:v>
                </c:pt>
                <c:pt idx="796">
                  <c:v>8.2923400071939171E-2</c:v>
                </c:pt>
                <c:pt idx="797">
                  <c:v>8.331216792714731E-2</c:v>
                </c:pt>
                <c:pt idx="798">
                  <c:v>8.2972556333799893E-2</c:v>
                </c:pt>
                <c:pt idx="799">
                  <c:v>8.3147673664845129E-2</c:v>
                </c:pt>
                <c:pt idx="800">
                  <c:v>8.22462337059372E-2</c:v>
                </c:pt>
                <c:pt idx="801">
                  <c:v>8.1722777586245327E-2</c:v>
                </c:pt>
                <c:pt idx="802">
                  <c:v>7.9993670188711341E-2</c:v>
                </c:pt>
                <c:pt idx="803">
                  <c:v>8.0808802373281988E-2</c:v>
                </c:pt>
                <c:pt idx="804">
                  <c:v>7.8337510142423405E-2</c:v>
                </c:pt>
                <c:pt idx="805">
                  <c:v>7.8201403708394818E-2</c:v>
                </c:pt>
                <c:pt idx="806">
                  <c:v>7.8585710839325751E-2</c:v>
                </c:pt>
                <c:pt idx="807">
                  <c:v>7.8135378516502596E-2</c:v>
                </c:pt>
                <c:pt idx="808">
                  <c:v>8.0386743803096794E-2</c:v>
                </c:pt>
                <c:pt idx="809">
                  <c:v>8.6910513903055875E-2</c:v>
                </c:pt>
                <c:pt idx="810">
                  <c:v>8.7309144058661498E-2</c:v>
                </c:pt>
                <c:pt idx="811">
                  <c:v>8.7309144058661498E-2</c:v>
                </c:pt>
              </c:numCache>
            </c:numRef>
          </c:val>
          <c:smooth val="0"/>
          <c:extLst>
            <c:ext xmlns:c16="http://schemas.microsoft.com/office/drawing/2014/chart" uri="{C3380CC4-5D6E-409C-BE32-E72D297353CC}">
              <c16:uniqueId val="{00000000-380E-41F9-B6F8-5AD36B5A7A10}"/>
            </c:ext>
          </c:extLst>
        </c:ser>
        <c:ser>
          <c:idx val="1"/>
          <c:order val="1"/>
          <c:tx>
            <c:strRef>
              <c:f>'Component treatment'!$AP$4</c:f>
              <c:strCache>
                <c:ptCount val="1"/>
                <c:pt idx="0">
                  <c:v>1Q</c:v>
                </c:pt>
              </c:strCache>
            </c:strRef>
          </c:tx>
          <c:spPr>
            <a:ln w="19050" cap="rnd">
              <a:solidFill>
                <a:srgbClr val="8EB3DF"/>
              </a:solidFill>
              <a:prstDash val="sysDash"/>
              <a:round/>
            </a:ln>
            <a:effectLst/>
          </c:spPr>
          <c:marker>
            <c:symbol val="none"/>
          </c:marker>
          <c:cat>
            <c:numRef>
              <c:f>'Component treatment'!$AN$5:$AN$50000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treatment'!$AP$5:$AP$50000</c:f>
              <c:numCache>
                <c:formatCode>0.0%</c:formatCode>
                <c:ptCount val="49996"/>
                <c:pt idx="0">
                  <c:v>6.2363416996695231E-2</c:v>
                </c:pt>
                <c:pt idx="1">
                  <c:v>6.2363416996695231E-2</c:v>
                </c:pt>
                <c:pt idx="2">
                  <c:v>6.2363416996695231E-2</c:v>
                </c:pt>
                <c:pt idx="3">
                  <c:v>6.2363416996695231E-2</c:v>
                </c:pt>
                <c:pt idx="4">
                  <c:v>6.2363416996695231E-2</c:v>
                </c:pt>
                <c:pt idx="5">
                  <c:v>6.2363416996695231E-2</c:v>
                </c:pt>
                <c:pt idx="6">
                  <c:v>6.2363416996695231E-2</c:v>
                </c:pt>
                <c:pt idx="7">
                  <c:v>6.2363416996695231E-2</c:v>
                </c:pt>
                <c:pt idx="8">
                  <c:v>6.2363416996695231E-2</c:v>
                </c:pt>
                <c:pt idx="9">
                  <c:v>6.2363416996695231E-2</c:v>
                </c:pt>
                <c:pt idx="10">
                  <c:v>6.2363416996695231E-2</c:v>
                </c:pt>
                <c:pt idx="11">
                  <c:v>6.2363416996695231E-2</c:v>
                </c:pt>
                <c:pt idx="12">
                  <c:v>6.2363416996695231E-2</c:v>
                </c:pt>
                <c:pt idx="13">
                  <c:v>6.2363416996695231E-2</c:v>
                </c:pt>
                <c:pt idx="14">
                  <c:v>6.2363416996695231E-2</c:v>
                </c:pt>
                <c:pt idx="15">
                  <c:v>6.2363416996695231E-2</c:v>
                </c:pt>
                <c:pt idx="16">
                  <c:v>6.2363416996695231E-2</c:v>
                </c:pt>
                <c:pt idx="17">
                  <c:v>6.2363416996695231E-2</c:v>
                </c:pt>
                <c:pt idx="18">
                  <c:v>6.2363416996695231E-2</c:v>
                </c:pt>
                <c:pt idx="19">
                  <c:v>6.2363416996695231E-2</c:v>
                </c:pt>
                <c:pt idx="20">
                  <c:v>6.2363416996695231E-2</c:v>
                </c:pt>
                <c:pt idx="21">
                  <c:v>6.2363416996695231E-2</c:v>
                </c:pt>
                <c:pt idx="22">
                  <c:v>6.2363416996695231E-2</c:v>
                </c:pt>
                <c:pt idx="23">
                  <c:v>6.2363416996695231E-2</c:v>
                </c:pt>
                <c:pt idx="24">
                  <c:v>6.2363416996695231E-2</c:v>
                </c:pt>
                <c:pt idx="25">
                  <c:v>6.2363416996695231E-2</c:v>
                </c:pt>
                <c:pt idx="26">
                  <c:v>6.2363416996695231E-2</c:v>
                </c:pt>
                <c:pt idx="27">
                  <c:v>6.2363416996695231E-2</c:v>
                </c:pt>
                <c:pt idx="28">
                  <c:v>6.2363416996695231E-2</c:v>
                </c:pt>
                <c:pt idx="29">
                  <c:v>6.2363416996695231E-2</c:v>
                </c:pt>
                <c:pt idx="30">
                  <c:v>6.2363416996695231E-2</c:v>
                </c:pt>
                <c:pt idx="31">
                  <c:v>6.2363416996695231E-2</c:v>
                </c:pt>
                <c:pt idx="32">
                  <c:v>6.2363416996695231E-2</c:v>
                </c:pt>
                <c:pt idx="33">
                  <c:v>6.2363416996695231E-2</c:v>
                </c:pt>
                <c:pt idx="34">
                  <c:v>6.2363416996695231E-2</c:v>
                </c:pt>
                <c:pt idx="35">
                  <c:v>6.2363416996695231E-2</c:v>
                </c:pt>
                <c:pt idx="36">
                  <c:v>6.2363416996695231E-2</c:v>
                </c:pt>
                <c:pt idx="37">
                  <c:v>6.2363416996695231E-2</c:v>
                </c:pt>
                <c:pt idx="38">
                  <c:v>6.2363416996695231E-2</c:v>
                </c:pt>
                <c:pt idx="39">
                  <c:v>6.2363416996695231E-2</c:v>
                </c:pt>
                <c:pt idx="40">
                  <c:v>6.2363416996695231E-2</c:v>
                </c:pt>
                <c:pt idx="41">
                  <c:v>6.2363416996695231E-2</c:v>
                </c:pt>
                <c:pt idx="42">
                  <c:v>6.2363416996695231E-2</c:v>
                </c:pt>
                <c:pt idx="43">
                  <c:v>6.2363416996695231E-2</c:v>
                </c:pt>
                <c:pt idx="44">
                  <c:v>6.2363416996695231E-2</c:v>
                </c:pt>
                <c:pt idx="45">
                  <c:v>6.2363416996695231E-2</c:v>
                </c:pt>
                <c:pt idx="46">
                  <c:v>6.2363416996695231E-2</c:v>
                </c:pt>
                <c:pt idx="47">
                  <c:v>6.2363416996695231E-2</c:v>
                </c:pt>
                <c:pt idx="48">
                  <c:v>6.2363416996695231E-2</c:v>
                </c:pt>
                <c:pt idx="49">
                  <c:v>6.2363416996695231E-2</c:v>
                </c:pt>
                <c:pt idx="50">
                  <c:v>6.2363416996695231E-2</c:v>
                </c:pt>
                <c:pt idx="51">
                  <c:v>6.2363416996695231E-2</c:v>
                </c:pt>
                <c:pt idx="52">
                  <c:v>6.2363416996695231E-2</c:v>
                </c:pt>
                <c:pt idx="53">
                  <c:v>6.2363416996695231E-2</c:v>
                </c:pt>
                <c:pt idx="54">
                  <c:v>6.2363416996695231E-2</c:v>
                </c:pt>
                <c:pt idx="55">
                  <c:v>6.2363416996695231E-2</c:v>
                </c:pt>
                <c:pt idx="56">
                  <c:v>6.2363416996695231E-2</c:v>
                </c:pt>
                <c:pt idx="57">
                  <c:v>6.2363416996695231E-2</c:v>
                </c:pt>
                <c:pt idx="58">
                  <c:v>6.2363416996695231E-2</c:v>
                </c:pt>
                <c:pt idx="59">
                  <c:v>6.2363416996695231E-2</c:v>
                </c:pt>
                <c:pt idx="60">
                  <c:v>6.2363416996695231E-2</c:v>
                </c:pt>
                <c:pt idx="61">
                  <c:v>6.2363416996695231E-2</c:v>
                </c:pt>
                <c:pt idx="62">
                  <c:v>6.2363416996695231E-2</c:v>
                </c:pt>
                <c:pt idx="63">
                  <c:v>6.2363416996695231E-2</c:v>
                </c:pt>
                <c:pt idx="64">
                  <c:v>6.2363416996695231E-2</c:v>
                </c:pt>
                <c:pt idx="65">
                  <c:v>6.2363416996695231E-2</c:v>
                </c:pt>
                <c:pt idx="66">
                  <c:v>6.2363416996695231E-2</c:v>
                </c:pt>
                <c:pt idx="67">
                  <c:v>6.2363416996695231E-2</c:v>
                </c:pt>
                <c:pt idx="68">
                  <c:v>6.2363416996695231E-2</c:v>
                </c:pt>
                <c:pt idx="69">
                  <c:v>6.2363416996695231E-2</c:v>
                </c:pt>
                <c:pt idx="70">
                  <c:v>6.2363416996695231E-2</c:v>
                </c:pt>
                <c:pt idx="71">
                  <c:v>6.2363416996695231E-2</c:v>
                </c:pt>
                <c:pt idx="72">
                  <c:v>6.2363416996695231E-2</c:v>
                </c:pt>
                <c:pt idx="73">
                  <c:v>6.2363416996695231E-2</c:v>
                </c:pt>
                <c:pt idx="74">
                  <c:v>6.2363416996695231E-2</c:v>
                </c:pt>
                <c:pt idx="75">
                  <c:v>6.2363416996695231E-2</c:v>
                </c:pt>
                <c:pt idx="76">
                  <c:v>6.2363416996695231E-2</c:v>
                </c:pt>
                <c:pt idx="77">
                  <c:v>6.2363416996695231E-2</c:v>
                </c:pt>
                <c:pt idx="78">
                  <c:v>6.2363416996695231E-2</c:v>
                </c:pt>
                <c:pt idx="79">
                  <c:v>6.2363416996695231E-2</c:v>
                </c:pt>
                <c:pt idx="80">
                  <c:v>6.2363416996695231E-2</c:v>
                </c:pt>
                <c:pt idx="81">
                  <c:v>6.2363416996695231E-2</c:v>
                </c:pt>
                <c:pt idx="82">
                  <c:v>6.2363416996695231E-2</c:v>
                </c:pt>
                <c:pt idx="83">
                  <c:v>6.2363416996695231E-2</c:v>
                </c:pt>
                <c:pt idx="84">
                  <c:v>6.2363416996695231E-2</c:v>
                </c:pt>
                <c:pt idx="85">
                  <c:v>6.2363416996695231E-2</c:v>
                </c:pt>
                <c:pt idx="86">
                  <c:v>6.2363416996695231E-2</c:v>
                </c:pt>
                <c:pt idx="87">
                  <c:v>6.2363416996695231E-2</c:v>
                </c:pt>
                <c:pt idx="88">
                  <c:v>6.2363416996695231E-2</c:v>
                </c:pt>
                <c:pt idx="89">
                  <c:v>6.2363416996695231E-2</c:v>
                </c:pt>
                <c:pt idx="90">
                  <c:v>6.2363416996695231E-2</c:v>
                </c:pt>
                <c:pt idx="91">
                  <c:v>6.2363416996695231E-2</c:v>
                </c:pt>
                <c:pt idx="92">
                  <c:v>6.2363416996695231E-2</c:v>
                </c:pt>
                <c:pt idx="93">
                  <c:v>6.2363416996695231E-2</c:v>
                </c:pt>
                <c:pt idx="94">
                  <c:v>6.2363416996695231E-2</c:v>
                </c:pt>
                <c:pt idx="95">
                  <c:v>6.2363416996695231E-2</c:v>
                </c:pt>
                <c:pt idx="96">
                  <c:v>6.2363416996695231E-2</c:v>
                </c:pt>
                <c:pt idx="97">
                  <c:v>6.2363416996695231E-2</c:v>
                </c:pt>
                <c:pt idx="98">
                  <c:v>6.2363416996695231E-2</c:v>
                </c:pt>
                <c:pt idx="99">
                  <c:v>6.2363416996695231E-2</c:v>
                </c:pt>
                <c:pt idx="100">
                  <c:v>6.2363416996695231E-2</c:v>
                </c:pt>
                <c:pt idx="101">
                  <c:v>6.2363416996695231E-2</c:v>
                </c:pt>
                <c:pt idx="102">
                  <c:v>6.2363416996695231E-2</c:v>
                </c:pt>
                <c:pt idx="103">
                  <c:v>6.2363416996695231E-2</c:v>
                </c:pt>
                <c:pt idx="104">
                  <c:v>6.2363416996695231E-2</c:v>
                </c:pt>
                <c:pt idx="105">
                  <c:v>6.2363416996695231E-2</c:v>
                </c:pt>
                <c:pt idx="106">
                  <c:v>6.2363416996695231E-2</c:v>
                </c:pt>
                <c:pt idx="107">
                  <c:v>6.2363416996695231E-2</c:v>
                </c:pt>
                <c:pt idx="108">
                  <c:v>6.2363416996695231E-2</c:v>
                </c:pt>
                <c:pt idx="109">
                  <c:v>6.2363416996695231E-2</c:v>
                </c:pt>
                <c:pt idx="110">
                  <c:v>6.2363416996695231E-2</c:v>
                </c:pt>
                <c:pt idx="111">
                  <c:v>6.2363416996695231E-2</c:v>
                </c:pt>
                <c:pt idx="112">
                  <c:v>6.2363416996695231E-2</c:v>
                </c:pt>
                <c:pt idx="113">
                  <c:v>6.2363416996695231E-2</c:v>
                </c:pt>
                <c:pt idx="114">
                  <c:v>6.2363416996695231E-2</c:v>
                </c:pt>
                <c:pt idx="115">
                  <c:v>6.2363416996695231E-2</c:v>
                </c:pt>
                <c:pt idx="116">
                  <c:v>6.2363416996695231E-2</c:v>
                </c:pt>
                <c:pt idx="117">
                  <c:v>6.2363416996695231E-2</c:v>
                </c:pt>
                <c:pt idx="118">
                  <c:v>6.2363416996695231E-2</c:v>
                </c:pt>
                <c:pt idx="119">
                  <c:v>6.2363416996695231E-2</c:v>
                </c:pt>
                <c:pt idx="120">
                  <c:v>6.2363416996695231E-2</c:v>
                </c:pt>
                <c:pt idx="121">
                  <c:v>6.2363416996695231E-2</c:v>
                </c:pt>
                <c:pt idx="122">
                  <c:v>6.2363416996695231E-2</c:v>
                </c:pt>
                <c:pt idx="123">
                  <c:v>6.2363416996695231E-2</c:v>
                </c:pt>
                <c:pt idx="124">
                  <c:v>6.2363416996695231E-2</c:v>
                </c:pt>
                <c:pt idx="125">
                  <c:v>6.2363416996695231E-2</c:v>
                </c:pt>
                <c:pt idx="126">
                  <c:v>6.2363416996695231E-2</c:v>
                </c:pt>
                <c:pt idx="127">
                  <c:v>6.2363416996695231E-2</c:v>
                </c:pt>
                <c:pt idx="128">
                  <c:v>6.2363416996695231E-2</c:v>
                </c:pt>
                <c:pt idx="129">
                  <c:v>6.2363416996695231E-2</c:v>
                </c:pt>
                <c:pt idx="130">
                  <c:v>6.2363416996695231E-2</c:v>
                </c:pt>
                <c:pt idx="131">
                  <c:v>6.2363416996695231E-2</c:v>
                </c:pt>
                <c:pt idx="132">
                  <c:v>6.2363416996695231E-2</c:v>
                </c:pt>
                <c:pt idx="133">
                  <c:v>6.2363416996695231E-2</c:v>
                </c:pt>
                <c:pt idx="134">
                  <c:v>6.2363416996695231E-2</c:v>
                </c:pt>
                <c:pt idx="135">
                  <c:v>6.2363416996695231E-2</c:v>
                </c:pt>
                <c:pt idx="136">
                  <c:v>6.2363416996695231E-2</c:v>
                </c:pt>
                <c:pt idx="137">
                  <c:v>6.2363416996695231E-2</c:v>
                </c:pt>
                <c:pt idx="138">
                  <c:v>6.2363416996695231E-2</c:v>
                </c:pt>
                <c:pt idx="139">
                  <c:v>6.2363416996695231E-2</c:v>
                </c:pt>
                <c:pt idx="140">
                  <c:v>6.2363416996695231E-2</c:v>
                </c:pt>
                <c:pt idx="141">
                  <c:v>6.2363416996695231E-2</c:v>
                </c:pt>
                <c:pt idx="142">
                  <c:v>6.2363416996695231E-2</c:v>
                </c:pt>
                <c:pt idx="143">
                  <c:v>6.2363416996695231E-2</c:v>
                </c:pt>
                <c:pt idx="144">
                  <c:v>6.2363416996695231E-2</c:v>
                </c:pt>
                <c:pt idx="145">
                  <c:v>6.2363416996695231E-2</c:v>
                </c:pt>
                <c:pt idx="146">
                  <c:v>6.2363416996695231E-2</c:v>
                </c:pt>
                <c:pt idx="147">
                  <c:v>6.2363416996695231E-2</c:v>
                </c:pt>
                <c:pt idx="148">
                  <c:v>6.2363416996695231E-2</c:v>
                </c:pt>
                <c:pt idx="149">
                  <c:v>6.2363416996695231E-2</c:v>
                </c:pt>
                <c:pt idx="150">
                  <c:v>6.2363416996695231E-2</c:v>
                </c:pt>
                <c:pt idx="151">
                  <c:v>6.2363416996695231E-2</c:v>
                </c:pt>
                <c:pt idx="152">
                  <c:v>6.2363416996695231E-2</c:v>
                </c:pt>
                <c:pt idx="153">
                  <c:v>6.2363416996695231E-2</c:v>
                </c:pt>
                <c:pt idx="154">
                  <c:v>6.2363416996695231E-2</c:v>
                </c:pt>
                <c:pt idx="155">
                  <c:v>6.2363416996695231E-2</c:v>
                </c:pt>
                <c:pt idx="156">
                  <c:v>6.2363416996695231E-2</c:v>
                </c:pt>
                <c:pt idx="157">
                  <c:v>6.2363416996695231E-2</c:v>
                </c:pt>
                <c:pt idx="158">
                  <c:v>6.2363416996695231E-2</c:v>
                </c:pt>
                <c:pt idx="159">
                  <c:v>6.2363416996695231E-2</c:v>
                </c:pt>
                <c:pt idx="160">
                  <c:v>6.2363416996695231E-2</c:v>
                </c:pt>
                <c:pt idx="161">
                  <c:v>6.2363416996695231E-2</c:v>
                </c:pt>
                <c:pt idx="162">
                  <c:v>6.2363416996695231E-2</c:v>
                </c:pt>
                <c:pt idx="163">
                  <c:v>6.2363416996695231E-2</c:v>
                </c:pt>
                <c:pt idx="164">
                  <c:v>6.2363416996695231E-2</c:v>
                </c:pt>
                <c:pt idx="165">
                  <c:v>6.2363416996695231E-2</c:v>
                </c:pt>
                <c:pt idx="166">
                  <c:v>6.2363416996695231E-2</c:v>
                </c:pt>
                <c:pt idx="167">
                  <c:v>6.2363416996695231E-2</c:v>
                </c:pt>
                <c:pt idx="168">
                  <c:v>6.2363416996695231E-2</c:v>
                </c:pt>
                <c:pt idx="169">
                  <c:v>6.2363416996695231E-2</c:v>
                </c:pt>
                <c:pt idx="170">
                  <c:v>6.2363416996695231E-2</c:v>
                </c:pt>
                <c:pt idx="171">
                  <c:v>6.2363416996695231E-2</c:v>
                </c:pt>
                <c:pt idx="172">
                  <c:v>6.2363416996695231E-2</c:v>
                </c:pt>
                <c:pt idx="173">
                  <c:v>6.2363416996695231E-2</c:v>
                </c:pt>
                <c:pt idx="174">
                  <c:v>6.2363416996695231E-2</c:v>
                </c:pt>
                <c:pt idx="175">
                  <c:v>6.2363416996695231E-2</c:v>
                </c:pt>
                <c:pt idx="176">
                  <c:v>6.2363416996695231E-2</c:v>
                </c:pt>
                <c:pt idx="177">
                  <c:v>6.2363416996695231E-2</c:v>
                </c:pt>
                <c:pt idx="178">
                  <c:v>6.2363416996695231E-2</c:v>
                </c:pt>
                <c:pt idx="179">
                  <c:v>6.2363416996695231E-2</c:v>
                </c:pt>
                <c:pt idx="180">
                  <c:v>6.2363416996695231E-2</c:v>
                </c:pt>
                <c:pt idx="181">
                  <c:v>6.2363416996695231E-2</c:v>
                </c:pt>
                <c:pt idx="182">
                  <c:v>6.2363416996695231E-2</c:v>
                </c:pt>
                <c:pt idx="183">
                  <c:v>6.2363416996695231E-2</c:v>
                </c:pt>
                <c:pt idx="184">
                  <c:v>6.2363416996695231E-2</c:v>
                </c:pt>
                <c:pt idx="185">
                  <c:v>6.2363416996695231E-2</c:v>
                </c:pt>
                <c:pt idx="186">
                  <c:v>6.2363416996695231E-2</c:v>
                </c:pt>
                <c:pt idx="187">
                  <c:v>6.2363416996695231E-2</c:v>
                </c:pt>
                <c:pt idx="188">
                  <c:v>6.2363416996695231E-2</c:v>
                </c:pt>
                <c:pt idx="189">
                  <c:v>6.2363416996695231E-2</c:v>
                </c:pt>
                <c:pt idx="190">
                  <c:v>6.2363416996695231E-2</c:v>
                </c:pt>
                <c:pt idx="191">
                  <c:v>6.2363416996695231E-2</c:v>
                </c:pt>
                <c:pt idx="192">
                  <c:v>6.2363416996695231E-2</c:v>
                </c:pt>
                <c:pt idx="193">
                  <c:v>6.2363416996695231E-2</c:v>
                </c:pt>
                <c:pt idx="194">
                  <c:v>6.2363416996695231E-2</c:v>
                </c:pt>
                <c:pt idx="195">
                  <c:v>6.2363416996695231E-2</c:v>
                </c:pt>
                <c:pt idx="196">
                  <c:v>6.2363416996695231E-2</c:v>
                </c:pt>
                <c:pt idx="197">
                  <c:v>6.2363416996695231E-2</c:v>
                </c:pt>
                <c:pt idx="198">
                  <c:v>6.2363416996695231E-2</c:v>
                </c:pt>
                <c:pt idx="199">
                  <c:v>6.2363416996695231E-2</c:v>
                </c:pt>
                <c:pt idx="200">
                  <c:v>6.2363416996695231E-2</c:v>
                </c:pt>
                <c:pt idx="201">
                  <c:v>6.2363416996695231E-2</c:v>
                </c:pt>
                <c:pt idx="202">
                  <c:v>6.2363416996695231E-2</c:v>
                </c:pt>
                <c:pt idx="203">
                  <c:v>6.2363416996695231E-2</c:v>
                </c:pt>
                <c:pt idx="204">
                  <c:v>6.2363416996695231E-2</c:v>
                </c:pt>
                <c:pt idx="205">
                  <c:v>6.2363416996695231E-2</c:v>
                </c:pt>
                <c:pt idx="206">
                  <c:v>6.2363416996695231E-2</c:v>
                </c:pt>
                <c:pt idx="207">
                  <c:v>6.2363416996695231E-2</c:v>
                </c:pt>
                <c:pt idx="208">
                  <c:v>6.2363416996695231E-2</c:v>
                </c:pt>
                <c:pt idx="209">
                  <c:v>6.2363416996695231E-2</c:v>
                </c:pt>
                <c:pt idx="210">
                  <c:v>6.2363416996695231E-2</c:v>
                </c:pt>
                <c:pt idx="211">
                  <c:v>6.2363416996695231E-2</c:v>
                </c:pt>
                <c:pt idx="212">
                  <c:v>6.2363416996695231E-2</c:v>
                </c:pt>
                <c:pt idx="213">
                  <c:v>6.2363416996695231E-2</c:v>
                </c:pt>
                <c:pt idx="214">
                  <c:v>6.2363416996695231E-2</c:v>
                </c:pt>
                <c:pt idx="215">
                  <c:v>6.2363416996695231E-2</c:v>
                </c:pt>
                <c:pt idx="216">
                  <c:v>6.2363416996695231E-2</c:v>
                </c:pt>
                <c:pt idx="217">
                  <c:v>6.2363416996695231E-2</c:v>
                </c:pt>
                <c:pt idx="218">
                  <c:v>6.2363416996695231E-2</c:v>
                </c:pt>
                <c:pt idx="219">
                  <c:v>6.2363416996695231E-2</c:v>
                </c:pt>
                <c:pt idx="220">
                  <c:v>6.2363416996695231E-2</c:v>
                </c:pt>
                <c:pt idx="221">
                  <c:v>6.2363416996695231E-2</c:v>
                </c:pt>
                <c:pt idx="222">
                  <c:v>6.2363416996695231E-2</c:v>
                </c:pt>
                <c:pt idx="223">
                  <c:v>6.2363416996695231E-2</c:v>
                </c:pt>
                <c:pt idx="224">
                  <c:v>6.2363416996695231E-2</c:v>
                </c:pt>
                <c:pt idx="225">
                  <c:v>6.2363416996695231E-2</c:v>
                </c:pt>
                <c:pt idx="226">
                  <c:v>6.2363416996695231E-2</c:v>
                </c:pt>
                <c:pt idx="227">
                  <c:v>6.2363416996695231E-2</c:v>
                </c:pt>
                <c:pt idx="228">
                  <c:v>6.2363416996695231E-2</c:v>
                </c:pt>
                <c:pt idx="229">
                  <c:v>6.2363416996695231E-2</c:v>
                </c:pt>
                <c:pt idx="230">
                  <c:v>6.2363416996695231E-2</c:v>
                </c:pt>
                <c:pt idx="231">
                  <c:v>6.2363416996695231E-2</c:v>
                </c:pt>
                <c:pt idx="232">
                  <c:v>6.2363416996695231E-2</c:v>
                </c:pt>
                <c:pt idx="233">
                  <c:v>6.2363416996695231E-2</c:v>
                </c:pt>
                <c:pt idx="234">
                  <c:v>6.2363416996695231E-2</c:v>
                </c:pt>
                <c:pt idx="235">
                  <c:v>6.2363416996695231E-2</c:v>
                </c:pt>
                <c:pt idx="236">
                  <c:v>6.2363416996695231E-2</c:v>
                </c:pt>
                <c:pt idx="237">
                  <c:v>6.2363416996695231E-2</c:v>
                </c:pt>
                <c:pt idx="238">
                  <c:v>6.2363416996695231E-2</c:v>
                </c:pt>
                <c:pt idx="239">
                  <c:v>6.2363416996695231E-2</c:v>
                </c:pt>
                <c:pt idx="240">
                  <c:v>6.2363416996695231E-2</c:v>
                </c:pt>
                <c:pt idx="241">
                  <c:v>6.2363416996695231E-2</c:v>
                </c:pt>
                <c:pt idx="242">
                  <c:v>6.2363416996695231E-2</c:v>
                </c:pt>
                <c:pt idx="243">
                  <c:v>6.2363416996695231E-2</c:v>
                </c:pt>
                <c:pt idx="244">
                  <c:v>6.2363416996695231E-2</c:v>
                </c:pt>
                <c:pt idx="245">
                  <c:v>6.2363416996695231E-2</c:v>
                </c:pt>
                <c:pt idx="246">
                  <c:v>6.2363416996695231E-2</c:v>
                </c:pt>
                <c:pt idx="247">
                  <c:v>6.2363416996695231E-2</c:v>
                </c:pt>
                <c:pt idx="248">
                  <c:v>6.2363416996695231E-2</c:v>
                </c:pt>
                <c:pt idx="249">
                  <c:v>6.2363416996695231E-2</c:v>
                </c:pt>
                <c:pt idx="250">
                  <c:v>6.2363416996695231E-2</c:v>
                </c:pt>
                <c:pt idx="251">
                  <c:v>6.2363416996695231E-2</c:v>
                </c:pt>
                <c:pt idx="252">
                  <c:v>6.2363416996695231E-2</c:v>
                </c:pt>
                <c:pt idx="253">
                  <c:v>6.2363416996695231E-2</c:v>
                </c:pt>
                <c:pt idx="254">
                  <c:v>6.2363416996695231E-2</c:v>
                </c:pt>
                <c:pt idx="255">
                  <c:v>6.2363416996695231E-2</c:v>
                </c:pt>
                <c:pt idx="256">
                  <c:v>6.2363416996695231E-2</c:v>
                </c:pt>
                <c:pt idx="257">
                  <c:v>6.2363416996695231E-2</c:v>
                </c:pt>
                <c:pt idx="258">
                  <c:v>6.2363416996695231E-2</c:v>
                </c:pt>
                <c:pt idx="259">
                  <c:v>6.2363416996695231E-2</c:v>
                </c:pt>
                <c:pt idx="260">
                  <c:v>6.2363416996695231E-2</c:v>
                </c:pt>
                <c:pt idx="261">
                  <c:v>6.2363416996695231E-2</c:v>
                </c:pt>
                <c:pt idx="262">
                  <c:v>6.2363416996695231E-2</c:v>
                </c:pt>
                <c:pt idx="263">
                  <c:v>6.2363416996695231E-2</c:v>
                </c:pt>
                <c:pt idx="264">
                  <c:v>6.2363416996695231E-2</c:v>
                </c:pt>
                <c:pt idx="265">
                  <c:v>6.2363416996695231E-2</c:v>
                </c:pt>
                <c:pt idx="266">
                  <c:v>6.2363416996695231E-2</c:v>
                </c:pt>
                <c:pt idx="267">
                  <c:v>6.2363416996695231E-2</c:v>
                </c:pt>
                <c:pt idx="268">
                  <c:v>6.2363416996695231E-2</c:v>
                </c:pt>
                <c:pt idx="269">
                  <c:v>6.2363416996695231E-2</c:v>
                </c:pt>
                <c:pt idx="270">
                  <c:v>6.2363416996695231E-2</c:v>
                </c:pt>
                <c:pt idx="271">
                  <c:v>6.2363416996695231E-2</c:v>
                </c:pt>
                <c:pt idx="272">
                  <c:v>6.2363416996695231E-2</c:v>
                </c:pt>
                <c:pt idx="273">
                  <c:v>6.2363416996695231E-2</c:v>
                </c:pt>
                <c:pt idx="274">
                  <c:v>6.2363416996695231E-2</c:v>
                </c:pt>
                <c:pt idx="275">
                  <c:v>6.2363416996695231E-2</c:v>
                </c:pt>
                <c:pt idx="276">
                  <c:v>6.2363416996695231E-2</c:v>
                </c:pt>
                <c:pt idx="277">
                  <c:v>6.2363416996695231E-2</c:v>
                </c:pt>
                <c:pt idx="278">
                  <c:v>6.2363416996695231E-2</c:v>
                </c:pt>
                <c:pt idx="279">
                  <c:v>6.2363416996695231E-2</c:v>
                </c:pt>
                <c:pt idx="280">
                  <c:v>6.2363416996695231E-2</c:v>
                </c:pt>
                <c:pt idx="281">
                  <c:v>6.2363416996695231E-2</c:v>
                </c:pt>
                <c:pt idx="282">
                  <c:v>6.2363416996695231E-2</c:v>
                </c:pt>
                <c:pt idx="283">
                  <c:v>6.2363416996695231E-2</c:v>
                </c:pt>
                <c:pt idx="284">
                  <c:v>6.2363416996695231E-2</c:v>
                </c:pt>
                <c:pt idx="285">
                  <c:v>6.2363416996695231E-2</c:v>
                </c:pt>
                <c:pt idx="286">
                  <c:v>6.2363416996695231E-2</c:v>
                </c:pt>
                <c:pt idx="287">
                  <c:v>6.2363416996695231E-2</c:v>
                </c:pt>
                <c:pt idx="288">
                  <c:v>6.2363416996695231E-2</c:v>
                </c:pt>
                <c:pt idx="289">
                  <c:v>6.2363416996695231E-2</c:v>
                </c:pt>
                <c:pt idx="290">
                  <c:v>6.2363416996695231E-2</c:v>
                </c:pt>
                <c:pt idx="291">
                  <c:v>6.2363416996695231E-2</c:v>
                </c:pt>
                <c:pt idx="292">
                  <c:v>6.2363416996695231E-2</c:v>
                </c:pt>
                <c:pt idx="293">
                  <c:v>6.2363416996695231E-2</c:v>
                </c:pt>
                <c:pt idx="294">
                  <c:v>6.2363416996695231E-2</c:v>
                </c:pt>
                <c:pt idx="295">
                  <c:v>6.2363416996695231E-2</c:v>
                </c:pt>
                <c:pt idx="296">
                  <c:v>6.2363416996695231E-2</c:v>
                </c:pt>
                <c:pt idx="297">
                  <c:v>6.2363416996695231E-2</c:v>
                </c:pt>
                <c:pt idx="298">
                  <c:v>6.2363416996695231E-2</c:v>
                </c:pt>
                <c:pt idx="299">
                  <c:v>6.2363416996695231E-2</c:v>
                </c:pt>
                <c:pt idx="300">
                  <c:v>6.2363416996695231E-2</c:v>
                </c:pt>
                <c:pt idx="301">
                  <c:v>6.2363416996695231E-2</c:v>
                </c:pt>
                <c:pt idx="302">
                  <c:v>6.2363416996695231E-2</c:v>
                </c:pt>
                <c:pt idx="303">
                  <c:v>6.2363416996695231E-2</c:v>
                </c:pt>
                <c:pt idx="304">
                  <c:v>6.2363416996695231E-2</c:v>
                </c:pt>
                <c:pt idx="305">
                  <c:v>6.2363416996695231E-2</c:v>
                </c:pt>
                <c:pt idx="306">
                  <c:v>6.2363416996695231E-2</c:v>
                </c:pt>
                <c:pt idx="307">
                  <c:v>6.2363416996695231E-2</c:v>
                </c:pt>
                <c:pt idx="308">
                  <c:v>6.2363416996695231E-2</c:v>
                </c:pt>
                <c:pt idx="309">
                  <c:v>6.2363416996695231E-2</c:v>
                </c:pt>
                <c:pt idx="310">
                  <c:v>6.2363416996695231E-2</c:v>
                </c:pt>
                <c:pt idx="311">
                  <c:v>6.2363416996695231E-2</c:v>
                </c:pt>
                <c:pt idx="312">
                  <c:v>6.2363416996695231E-2</c:v>
                </c:pt>
                <c:pt idx="313">
                  <c:v>6.2363416996695231E-2</c:v>
                </c:pt>
                <c:pt idx="314">
                  <c:v>6.2363416996695231E-2</c:v>
                </c:pt>
                <c:pt idx="315">
                  <c:v>6.2363416996695231E-2</c:v>
                </c:pt>
                <c:pt idx="316">
                  <c:v>6.2363416996695231E-2</c:v>
                </c:pt>
                <c:pt idx="317">
                  <c:v>6.2363416996695231E-2</c:v>
                </c:pt>
                <c:pt idx="318">
                  <c:v>6.2363416996695231E-2</c:v>
                </c:pt>
                <c:pt idx="319">
                  <c:v>6.2363416996695231E-2</c:v>
                </c:pt>
                <c:pt idx="320">
                  <c:v>6.2363416996695231E-2</c:v>
                </c:pt>
                <c:pt idx="321">
                  <c:v>6.2363416996695231E-2</c:v>
                </c:pt>
                <c:pt idx="322">
                  <c:v>6.2363416996695231E-2</c:v>
                </c:pt>
                <c:pt idx="323">
                  <c:v>6.2363416996695231E-2</c:v>
                </c:pt>
                <c:pt idx="324">
                  <c:v>6.2363416996695231E-2</c:v>
                </c:pt>
                <c:pt idx="325">
                  <c:v>6.2363416996695231E-2</c:v>
                </c:pt>
                <c:pt idx="326">
                  <c:v>6.2363416996695231E-2</c:v>
                </c:pt>
                <c:pt idx="327">
                  <c:v>6.2363416996695231E-2</c:v>
                </c:pt>
                <c:pt idx="328">
                  <c:v>6.2363416996695231E-2</c:v>
                </c:pt>
                <c:pt idx="329">
                  <c:v>6.2363416996695231E-2</c:v>
                </c:pt>
                <c:pt idx="330">
                  <c:v>6.2363416996695231E-2</c:v>
                </c:pt>
                <c:pt idx="331">
                  <c:v>6.2363416996695231E-2</c:v>
                </c:pt>
                <c:pt idx="332">
                  <c:v>6.2363416996695231E-2</c:v>
                </c:pt>
                <c:pt idx="333">
                  <c:v>6.2363416996695231E-2</c:v>
                </c:pt>
                <c:pt idx="334">
                  <c:v>6.2363416996695231E-2</c:v>
                </c:pt>
                <c:pt idx="335">
                  <c:v>6.2363416996695231E-2</c:v>
                </c:pt>
                <c:pt idx="336">
                  <c:v>6.2363416996695231E-2</c:v>
                </c:pt>
                <c:pt idx="337">
                  <c:v>6.2363416996695231E-2</c:v>
                </c:pt>
                <c:pt idx="338">
                  <c:v>6.2363416996695231E-2</c:v>
                </c:pt>
                <c:pt idx="339">
                  <c:v>6.2363416996695231E-2</c:v>
                </c:pt>
                <c:pt idx="340">
                  <c:v>6.2363416996695231E-2</c:v>
                </c:pt>
                <c:pt idx="341">
                  <c:v>6.2363416996695231E-2</c:v>
                </c:pt>
                <c:pt idx="342">
                  <c:v>6.2363416996695231E-2</c:v>
                </c:pt>
                <c:pt idx="343">
                  <c:v>6.2363416996695231E-2</c:v>
                </c:pt>
                <c:pt idx="344">
                  <c:v>6.2363416996695231E-2</c:v>
                </c:pt>
                <c:pt idx="345">
                  <c:v>6.2363416996695231E-2</c:v>
                </c:pt>
                <c:pt idx="346">
                  <c:v>6.2363416996695231E-2</c:v>
                </c:pt>
                <c:pt idx="347">
                  <c:v>6.2363416996695231E-2</c:v>
                </c:pt>
                <c:pt idx="348">
                  <c:v>6.2363416996695231E-2</c:v>
                </c:pt>
                <c:pt idx="349">
                  <c:v>6.2363416996695231E-2</c:v>
                </c:pt>
                <c:pt idx="350">
                  <c:v>6.2363416996695231E-2</c:v>
                </c:pt>
                <c:pt idx="351">
                  <c:v>6.2363416996695231E-2</c:v>
                </c:pt>
                <c:pt idx="352">
                  <c:v>6.2363416996695231E-2</c:v>
                </c:pt>
                <c:pt idx="353">
                  <c:v>6.2363416996695231E-2</c:v>
                </c:pt>
                <c:pt idx="354">
                  <c:v>6.2363416996695231E-2</c:v>
                </c:pt>
                <c:pt idx="355">
                  <c:v>6.2363416996695231E-2</c:v>
                </c:pt>
                <c:pt idx="356">
                  <c:v>6.2363416996695231E-2</c:v>
                </c:pt>
                <c:pt idx="357">
                  <c:v>6.2363416996695231E-2</c:v>
                </c:pt>
                <c:pt idx="358">
                  <c:v>6.2363416996695231E-2</c:v>
                </c:pt>
                <c:pt idx="359">
                  <c:v>6.2363416996695231E-2</c:v>
                </c:pt>
                <c:pt idx="360">
                  <c:v>6.2363416996695231E-2</c:v>
                </c:pt>
                <c:pt idx="361">
                  <c:v>6.2363416996695231E-2</c:v>
                </c:pt>
                <c:pt idx="362">
                  <c:v>6.2363416996695231E-2</c:v>
                </c:pt>
                <c:pt idx="363">
                  <c:v>6.2363416996695231E-2</c:v>
                </c:pt>
                <c:pt idx="364">
                  <c:v>6.2363416996695231E-2</c:v>
                </c:pt>
                <c:pt idx="365">
                  <c:v>6.2363416996695231E-2</c:v>
                </c:pt>
                <c:pt idx="366">
                  <c:v>6.2363416996695231E-2</c:v>
                </c:pt>
                <c:pt idx="367">
                  <c:v>6.2363416996695231E-2</c:v>
                </c:pt>
                <c:pt idx="368">
                  <c:v>6.2363416996695231E-2</c:v>
                </c:pt>
                <c:pt idx="369">
                  <c:v>6.2363416996695231E-2</c:v>
                </c:pt>
                <c:pt idx="370">
                  <c:v>6.2363416996695231E-2</c:v>
                </c:pt>
                <c:pt idx="371">
                  <c:v>6.2363416996695231E-2</c:v>
                </c:pt>
                <c:pt idx="372">
                  <c:v>6.2363416996695231E-2</c:v>
                </c:pt>
                <c:pt idx="373">
                  <c:v>6.2363416996695231E-2</c:v>
                </c:pt>
                <c:pt idx="374">
                  <c:v>6.2363416996695231E-2</c:v>
                </c:pt>
                <c:pt idx="375">
                  <c:v>6.2363416996695231E-2</c:v>
                </c:pt>
                <c:pt idx="376">
                  <c:v>6.2363416996695231E-2</c:v>
                </c:pt>
                <c:pt idx="377">
                  <c:v>6.2363416996695231E-2</c:v>
                </c:pt>
                <c:pt idx="378">
                  <c:v>6.2363416996695231E-2</c:v>
                </c:pt>
                <c:pt idx="379">
                  <c:v>6.2363416996695231E-2</c:v>
                </c:pt>
                <c:pt idx="380">
                  <c:v>6.2363416996695231E-2</c:v>
                </c:pt>
                <c:pt idx="381">
                  <c:v>6.2363416996695231E-2</c:v>
                </c:pt>
                <c:pt idx="382">
                  <c:v>6.2363416996695231E-2</c:v>
                </c:pt>
                <c:pt idx="383">
                  <c:v>6.2363416996695231E-2</c:v>
                </c:pt>
                <c:pt idx="384">
                  <c:v>6.2363416996695231E-2</c:v>
                </c:pt>
                <c:pt idx="385">
                  <c:v>6.2363416996695231E-2</c:v>
                </c:pt>
                <c:pt idx="386">
                  <c:v>6.2363416996695231E-2</c:v>
                </c:pt>
                <c:pt idx="387">
                  <c:v>6.2363416996695231E-2</c:v>
                </c:pt>
                <c:pt idx="388">
                  <c:v>6.2363416996695231E-2</c:v>
                </c:pt>
                <c:pt idx="389">
                  <c:v>6.2363416996695231E-2</c:v>
                </c:pt>
                <c:pt idx="390">
                  <c:v>6.2363416996695231E-2</c:v>
                </c:pt>
                <c:pt idx="391">
                  <c:v>6.2363416996695231E-2</c:v>
                </c:pt>
                <c:pt idx="392">
                  <c:v>6.2363416996695231E-2</c:v>
                </c:pt>
                <c:pt idx="393">
                  <c:v>6.2363416996695231E-2</c:v>
                </c:pt>
                <c:pt idx="394">
                  <c:v>6.2363416996695231E-2</c:v>
                </c:pt>
                <c:pt idx="395">
                  <c:v>6.2363416996695231E-2</c:v>
                </c:pt>
                <c:pt idx="396">
                  <c:v>6.2363416996695231E-2</c:v>
                </c:pt>
                <c:pt idx="397">
                  <c:v>6.2363416996695231E-2</c:v>
                </c:pt>
                <c:pt idx="398">
                  <c:v>6.2363416996695231E-2</c:v>
                </c:pt>
                <c:pt idx="399">
                  <c:v>6.2363416996695231E-2</c:v>
                </c:pt>
                <c:pt idx="400">
                  <c:v>6.2363416996695231E-2</c:v>
                </c:pt>
                <c:pt idx="401">
                  <c:v>6.2363416996695231E-2</c:v>
                </c:pt>
                <c:pt idx="402">
                  <c:v>6.2363416996695231E-2</c:v>
                </c:pt>
                <c:pt idx="403">
                  <c:v>6.2363416996695231E-2</c:v>
                </c:pt>
                <c:pt idx="404">
                  <c:v>6.2363416996695231E-2</c:v>
                </c:pt>
                <c:pt idx="405">
                  <c:v>6.2363416996695231E-2</c:v>
                </c:pt>
                <c:pt idx="406">
                  <c:v>6.2363416996695231E-2</c:v>
                </c:pt>
                <c:pt idx="407">
                  <c:v>6.2363416996695231E-2</c:v>
                </c:pt>
                <c:pt idx="408">
                  <c:v>6.2363416996695231E-2</c:v>
                </c:pt>
                <c:pt idx="409">
                  <c:v>6.2363416996695231E-2</c:v>
                </c:pt>
                <c:pt idx="410">
                  <c:v>6.2363416996695231E-2</c:v>
                </c:pt>
                <c:pt idx="411">
                  <c:v>6.2363416996695231E-2</c:v>
                </c:pt>
                <c:pt idx="412">
                  <c:v>6.2363416996695231E-2</c:v>
                </c:pt>
                <c:pt idx="413">
                  <c:v>6.2363416996695231E-2</c:v>
                </c:pt>
                <c:pt idx="414">
                  <c:v>6.2363416996695231E-2</c:v>
                </c:pt>
                <c:pt idx="415">
                  <c:v>6.2363416996695231E-2</c:v>
                </c:pt>
                <c:pt idx="416">
                  <c:v>6.2363416996695231E-2</c:v>
                </c:pt>
                <c:pt idx="417">
                  <c:v>6.2363416996695231E-2</c:v>
                </c:pt>
                <c:pt idx="418">
                  <c:v>6.2363416996695231E-2</c:v>
                </c:pt>
                <c:pt idx="419">
                  <c:v>6.2363416996695231E-2</c:v>
                </c:pt>
                <c:pt idx="420">
                  <c:v>6.2363416996695231E-2</c:v>
                </c:pt>
                <c:pt idx="421">
                  <c:v>6.2363416996695231E-2</c:v>
                </c:pt>
                <c:pt idx="422">
                  <c:v>6.2363416996695231E-2</c:v>
                </c:pt>
                <c:pt idx="423">
                  <c:v>6.2363416996695231E-2</c:v>
                </c:pt>
                <c:pt idx="424">
                  <c:v>6.2363416996695231E-2</c:v>
                </c:pt>
                <c:pt idx="425">
                  <c:v>6.2363416996695231E-2</c:v>
                </c:pt>
                <c:pt idx="426">
                  <c:v>6.2363416996695231E-2</c:v>
                </c:pt>
                <c:pt idx="427">
                  <c:v>6.2363416996695231E-2</c:v>
                </c:pt>
                <c:pt idx="428">
                  <c:v>6.2363416996695231E-2</c:v>
                </c:pt>
                <c:pt idx="429">
                  <c:v>6.2363416996695231E-2</c:v>
                </c:pt>
                <c:pt idx="430">
                  <c:v>6.2363416996695231E-2</c:v>
                </c:pt>
                <c:pt idx="431">
                  <c:v>6.2363416996695231E-2</c:v>
                </c:pt>
                <c:pt idx="432">
                  <c:v>6.2363416996695231E-2</c:v>
                </c:pt>
                <c:pt idx="433">
                  <c:v>6.2363416996695231E-2</c:v>
                </c:pt>
                <c:pt idx="434">
                  <c:v>6.2363416996695231E-2</c:v>
                </c:pt>
                <c:pt idx="435">
                  <c:v>6.2363416996695231E-2</c:v>
                </c:pt>
                <c:pt idx="436">
                  <c:v>6.2363416996695231E-2</c:v>
                </c:pt>
                <c:pt idx="437">
                  <c:v>6.2363416996695231E-2</c:v>
                </c:pt>
                <c:pt idx="438">
                  <c:v>6.2363416996695231E-2</c:v>
                </c:pt>
                <c:pt idx="439">
                  <c:v>6.2363416996695231E-2</c:v>
                </c:pt>
                <c:pt idx="440">
                  <c:v>6.2363416996695231E-2</c:v>
                </c:pt>
                <c:pt idx="441">
                  <c:v>6.2363416996695231E-2</c:v>
                </c:pt>
                <c:pt idx="442">
                  <c:v>6.2363416996695231E-2</c:v>
                </c:pt>
                <c:pt idx="443">
                  <c:v>6.2363416996695231E-2</c:v>
                </c:pt>
                <c:pt idx="444">
                  <c:v>6.2363416996695231E-2</c:v>
                </c:pt>
                <c:pt idx="445">
                  <c:v>6.2363416996695231E-2</c:v>
                </c:pt>
                <c:pt idx="446">
                  <c:v>6.2363416996695231E-2</c:v>
                </c:pt>
                <c:pt idx="447">
                  <c:v>6.2363416996695231E-2</c:v>
                </c:pt>
                <c:pt idx="448">
                  <c:v>6.2363416996695231E-2</c:v>
                </c:pt>
                <c:pt idx="449">
                  <c:v>6.2363416996695231E-2</c:v>
                </c:pt>
                <c:pt idx="450">
                  <c:v>6.2363416996695231E-2</c:v>
                </c:pt>
                <c:pt idx="451">
                  <c:v>6.2363416996695231E-2</c:v>
                </c:pt>
                <c:pt idx="452">
                  <c:v>6.2363416996695231E-2</c:v>
                </c:pt>
                <c:pt idx="453">
                  <c:v>6.2363416996695231E-2</c:v>
                </c:pt>
                <c:pt idx="454">
                  <c:v>6.2363416996695231E-2</c:v>
                </c:pt>
                <c:pt idx="455">
                  <c:v>6.2363416996695231E-2</c:v>
                </c:pt>
                <c:pt idx="456">
                  <c:v>6.2363416996695231E-2</c:v>
                </c:pt>
                <c:pt idx="457">
                  <c:v>6.2363416996695231E-2</c:v>
                </c:pt>
                <c:pt idx="458">
                  <c:v>6.2363416996695231E-2</c:v>
                </c:pt>
                <c:pt idx="459">
                  <c:v>6.2363416996695231E-2</c:v>
                </c:pt>
                <c:pt idx="460">
                  <c:v>6.2363416996695231E-2</c:v>
                </c:pt>
                <c:pt idx="461">
                  <c:v>6.2363416996695231E-2</c:v>
                </c:pt>
                <c:pt idx="462">
                  <c:v>6.2363416996695231E-2</c:v>
                </c:pt>
                <c:pt idx="463">
                  <c:v>6.2363416996695231E-2</c:v>
                </c:pt>
                <c:pt idx="464">
                  <c:v>6.2363416996695231E-2</c:v>
                </c:pt>
                <c:pt idx="465">
                  <c:v>6.2363416996695231E-2</c:v>
                </c:pt>
                <c:pt idx="466">
                  <c:v>6.2363416996695231E-2</c:v>
                </c:pt>
                <c:pt idx="467">
                  <c:v>6.2363416996695231E-2</c:v>
                </c:pt>
                <c:pt idx="468">
                  <c:v>6.2363416996695231E-2</c:v>
                </c:pt>
                <c:pt idx="469">
                  <c:v>6.2363416996695231E-2</c:v>
                </c:pt>
                <c:pt idx="470">
                  <c:v>6.2363416996695231E-2</c:v>
                </c:pt>
                <c:pt idx="471">
                  <c:v>6.2363416996695231E-2</c:v>
                </c:pt>
                <c:pt idx="472">
                  <c:v>6.2363416996695231E-2</c:v>
                </c:pt>
                <c:pt idx="473">
                  <c:v>6.2363416996695231E-2</c:v>
                </c:pt>
                <c:pt idx="474">
                  <c:v>6.2363416996695231E-2</c:v>
                </c:pt>
                <c:pt idx="475">
                  <c:v>6.2363416996695231E-2</c:v>
                </c:pt>
                <c:pt idx="476">
                  <c:v>6.2363416996695231E-2</c:v>
                </c:pt>
                <c:pt idx="477">
                  <c:v>6.2363416996695231E-2</c:v>
                </c:pt>
                <c:pt idx="478">
                  <c:v>6.2363416996695231E-2</c:v>
                </c:pt>
                <c:pt idx="479">
                  <c:v>6.2363416996695231E-2</c:v>
                </c:pt>
                <c:pt idx="480">
                  <c:v>6.2363416996695231E-2</c:v>
                </c:pt>
                <c:pt idx="481">
                  <c:v>6.2363416996695231E-2</c:v>
                </c:pt>
                <c:pt idx="482">
                  <c:v>6.2363416996695231E-2</c:v>
                </c:pt>
                <c:pt idx="483">
                  <c:v>6.2363416996695231E-2</c:v>
                </c:pt>
                <c:pt idx="484">
                  <c:v>6.2363416996695231E-2</c:v>
                </c:pt>
                <c:pt idx="485">
                  <c:v>6.2363416996695231E-2</c:v>
                </c:pt>
                <c:pt idx="486">
                  <c:v>6.2363416996695231E-2</c:v>
                </c:pt>
                <c:pt idx="487">
                  <c:v>6.2363416996695231E-2</c:v>
                </c:pt>
                <c:pt idx="488">
                  <c:v>6.2363416996695231E-2</c:v>
                </c:pt>
                <c:pt idx="489">
                  <c:v>6.2363416996695231E-2</c:v>
                </c:pt>
                <c:pt idx="490">
                  <c:v>6.2363416996695231E-2</c:v>
                </c:pt>
                <c:pt idx="491">
                  <c:v>6.2363416996695231E-2</c:v>
                </c:pt>
                <c:pt idx="492">
                  <c:v>6.2363416996695231E-2</c:v>
                </c:pt>
                <c:pt idx="493">
                  <c:v>6.2363416996695231E-2</c:v>
                </c:pt>
                <c:pt idx="494">
                  <c:v>6.2363416996695231E-2</c:v>
                </c:pt>
                <c:pt idx="495">
                  <c:v>6.2363416996695231E-2</c:v>
                </c:pt>
                <c:pt idx="496">
                  <c:v>6.2363416996695231E-2</c:v>
                </c:pt>
                <c:pt idx="497">
                  <c:v>6.2363416996695231E-2</c:v>
                </c:pt>
                <c:pt idx="498">
                  <c:v>6.2363416996695231E-2</c:v>
                </c:pt>
                <c:pt idx="499">
                  <c:v>6.2363416996695231E-2</c:v>
                </c:pt>
                <c:pt idx="500">
                  <c:v>6.2363416996695231E-2</c:v>
                </c:pt>
                <c:pt idx="501">
                  <c:v>6.2363416996695231E-2</c:v>
                </c:pt>
                <c:pt idx="502">
                  <c:v>6.2363416996695231E-2</c:v>
                </c:pt>
                <c:pt idx="503">
                  <c:v>6.2363416996695231E-2</c:v>
                </c:pt>
                <c:pt idx="504">
                  <c:v>6.2363416996695231E-2</c:v>
                </c:pt>
                <c:pt idx="505">
                  <c:v>6.2363416996695231E-2</c:v>
                </c:pt>
                <c:pt idx="506">
                  <c:v>6.2363416996695231E-2</c:v>
                </c:pt>
                <c:pt idx="507">
                  <c:v>6.2363416996695231E-2</c:v>
                </c:pt>
                <c:pt idx="508">
                  <c:v>6.2363416996695231E-2</c:v>
                </c:pt>
                <c:pt idx="509">
                  <c:v>6.2363416996695231E-2</c:v>
                </c:pt>
                <c:pt idx="510">
                  <c:v>6.2363416996695231E-2</c:v>
                </c:pt>
                <c:pt idx="511">
                  <c:v>6.2363416996695231E-2</c:v>
                </c:pt>
                <c:pt idx="512">
                  <c:v>6.2363416996695231E-2</c:v>
                </c:pt>
                <c:pt idx="513">
                  <c:v>6.2363416996695231E-2</c:v>
                </c:pt>
                <c:pt idx="514">
                  <c:v>6.2363416996695231E-2</c:v>
                </c:pt>
                <c:pt idx="515">
                  <c:v>6.2363416996695231E-2</c:v>
                </c:pt>
                <c:pt idx="516">
                  <c:v>6.2363416996695231E-2</c:v>
                </c:pt>
                <c:pt idx="517">
                  <c:v>6.2363416996695231E-2</c:v>
                </c:pt>
                <c:pt idx="518">
                  <c:v>6.2363416996695231E-2</c:v>
                </c:pt>
                <c:pt idx="519">
                  <c:v>6.2363416996695231E-2</c:v>
                </c:pt>
                <c:pt idx="520">
                  <c:v>6.2363416996695231E-2</c:v>
                </c:pt>
                <c:pt idx="521">
                  <c:v>6.2363416996695231E-2</c:v>
                </c:pt>
                <c:pt idx="522">
                  <c:v>6.2363416996695231E-2</c:v>
                </c:pt>
                <c:pt idx="523">
                  <c:v>6.2363416996695231E-2</c:v>
                </c:pt>
                <c:pt idx="524">
                  <c:v>6.2363416996695231E-2</c:v>
                </c:pt>
                <c:pt idx="525">
                  <c:v>6.2363416996695231E-2</c:v>
                </c:pt>
                <c:pt idx="526">
                  <c:v>6.2363416996695231E-2</c:v>
                </c:pt>
                <c:pt idx="527">
                  <c:v>6.2363416996695231E-2</c:v>
                </c:pt>
                <c:pt idx="528">
                  <c:v>6.2363416996695231E-2</c:v>
                </c:pt>
                <c:pt idx="529">
                  <c:v>6.2363416996695231E-2</c:v>
                </c:pt>
                <c:pt idx="530">
                  <c:v>6.2363416996695231E-2</c:v>
                </c:pt>
                <c:pt idx="531">
                  <c:v>6.2363416996695231E-2</c:v>
                </c:pt>
                <c:pt idx="532">
                  <c:v>6.2363416996695231E-2</c:v>
                </c:pt>
                <c:pt idx="533">
                  <c:v>6.2363416996695231E-2</c:v>
                </c:pt>
                <c:pt idx="534">
                  <c:v>6.2363416996695231E-2</c:v>
                </c:pt>
                <c:pt idx="535">
                  <c:v>6.2363416996695231E-2</c:v>
                </c:pt>
                <c:pt idx="536">
                  <c:v>6.2363416996695231E-2</c:v>
                </c:pt>
                <c:pt idx="537">
                  <c:v>6.2363416996695231E-2</c:v>
                </c:pt>
                <c:pt idx="538">
                  <c:v>6.2363416996695231E-2</c:v>
                </c:pt>
                <c:pt idx="539">
                  <c:v>6.2363416996695231E-2</c:v>
                </c:pt>
                <c:pt idx="540">
                  <c:v>6.2363416996695231E-2</c:v>
                </c:pt>
                <c:pt idx="541">
                  <c:v>6.2363416996695231E-2</c:v>
                </c:pt>
                <c:pt idx="542">
                  <c:v>6.2363416996695231E-2</c:v>
                </c:pt>
                <c:pt idx="543">
                  <c:v>6.2363416996695231E-2</c:v>
                </c:pt>
                <c:pt idx="544">
                  <c:v>6.2363416996695231E-2</c:v>
                </c:pt>
                <c:pt idx="545">
                  <c:v>6.2363416996695231E-2</c:v>
                </c:pt>
                <c:pt idx="546">
                  <c:v>6.2363416996695231E-2</c:v>
                </c:pt>
                <c:pt idx="547">
                  <c:v>6.2363416996695231E-2</c:v>
                </c:pt>
                <c:pt idx="548">
                  <c:v>6.2363416996695231E-2</c:v>
                </c:pt>
                <c:pt idx="549">
                  <c:v>6.2363416996695231E-2</c:v>
                </c:pt>
                <c:pt idx="550">
                  <c:v>6.2363416996695231E-2</c:v>
                </c:pt>
                <c:pt idx="551">
                  <c:v>6.2363416996695231E-2</c:v>
                </c:pt>
                <c:pt idx="552">
                  <c:v>6.2363416996695231E-2</c:v>
                </c:pt>
                <c:pt idx="553">
                  <c:v>6.2363416996695231E-2</c:v>
                </c:pt>
                <c:pt idx="554">
                  <c:v>6.2363416996695231E-2</c:v>
                </c:pt>
                <c:pt idx="555">
                  <c:v>6.2363416996695231E-2</c:v>
                </c:pt>
                <c:pt idx="556">
                  <c:v>6.2363416996695231E-2</c:v>
                </c:pt>
                <c:pt idx="557">
                  <c:v>6.2363416996695231E-2</c:v>
                </c:pt>
                <c:pt idx="558">
                  <c:v>6.2363416996695231E-2</c:v>
                </c:pt>
                <c:pt idx="559">
                  <c:v>6.2363416996695231E-2</c:v>
                </c:pt>
                <c:pt idx="560">
                  <c:v>6.2363416996695231E-2</c:v>
                </c:pt>
                <c:pt idx="561">
                  <c:v>6.2363416996695231E-2</c:v>
                </c:pt>
                <c:pt idx="562">
                  <c:v>6.2363416996695231E-2</c:v>
                </c:pt>
                <c:pt idx="563">
                  <c:v>6.2363416996695231E-2</c:v>
                </c:pt>
                <c:pt idx="564">
                  <c:v>6.2363416996695231E-2</c:v>
                </c:pt>
                <c:pt idx="565">
                  <c:v>6.2363416996695231E-2</c:v>
                </c:pt>
                <c:pt idx="566">
                  <c:v>6.2363416996695231E-2</c:v>
                </c:pt>
                <c:pt idx="567">
                  <c:v>6.2363416996695231E-2</c:v>
                </c:pt>
                <c:pt idx="568">
                  <c:v>6.2363416996695231E-2</c:v>
                </c:pt>
                <c:pt idx="569">
                  <c:v>6.2363416996695231E-2</c:v>
                </c:pt>
                <c:pt idx="570">
                  <c:v>6.2363416996695231E-2</c:v>
                </c:pt>
                <c:pt idx="571">
                  <c:v>6.2363416996695231E-2</c:v>
                </c:pt>
                <c:pt idx="572">
                  <c:v>6.2363416996695231E-2</c:v>
                </c:pt>
                <c:pt idx="573">
                  <c:v>6.2363416996695231E-2</c:v>
                </c:pt>
                <c:pt idx="574">
                  <c:v>6.2363416996695231E-2</c:v>
                </c:pt>
                <c:pt idx="575">
                  <c:v>6.2363416996695231E-2</c:v>
                </c:pt>
                <c:pt idx="576">
                  <c:v>6.2363416996695231E-2</c:v>
                </c:pt>
                <c:pt idx="577">
                  <c:v>6.2363416996695231E-2</c:v>
                </c:pt>
                <c:pt idx="578">
                  <c:v>6.2363416996695231E-2</c:v>
                </c:pt>
                <c:pt idx="579">
                  <c:v>6.2363416996695231E-2</c:v>
                </c:pt>
                <c:pt idx="580">
                  <c:v>6.2363416996695231E-2</c:v>
                </c:pt>
                <c:pt idx="581">
                  <c:v>6.2363416996695231E-2</c:v>
                </c:pt>
                <c:pt idx="582">
                  <c:v>6.2363416996695231E-2</c:v>
                </c:pt>
                <c:pt idx="583">
                  <c:v>6.2363416996695231E-2</c:v>
                </c:pt>
                <c:pt idx="584">
                  <c:v>6.2363416996695231E-2</c:v>
                </c:pt>
                <c:pt idx="585">
                  <c:v>6.2363416996695231E-2</c:v>
                </c:pt>
                <c:pt idx="586">
                  <c:v>6.2363416996695231E-2</c:v>
                </c:pt>
                <c:pt idx="587">
                  <c:v>6.2363416996695231E-2</c:v>
                </c:pt>
                <c:pt idx="588">
                  <c:v>6.2363416996695231E-2</c:v>
                </c:pt>
                <c:pt idx="589">
                  <c:v>6.2363416996695231E-2</c:v>
                </c:pt>
                <c:pt idx="590">
                  <c:v>6.2363416996695231E-2</c:v>
                </c:pt>
                <c:pt idx="591">
                  <c:v>6.2363416996695231E-2</c:v>
                </c:pt>
                <c:pt idx="592">
                  <c:v>6.2363416996695231E-2</c:v>
                </c:pt>
                <c:pt idx="593">
                  <c:v>6.2363416996695231E-2</c:v>
                </c:pt>
                <c:pt idx="594">
                  <c:v>6.2363416996695231E-2</c:v>
                </c:pt>
                <c:pt idx="595">
                  <c:v>6.2363416996695231E-2</c:v>
                </c:pt>
                <c:pt idx="596">
                  <c:v>6.2363416996695231E-2</c:v>
                </c:pt>
                <c:pt idx="597">
                  <c:v>6.2363416996695231E-2</c:v>
                </c:pt>
                <c:pt idx="598">
                  <c:v>6.2363416996695231E-2</c:v>
                </c:pt>
                <c:pt idx="599">
                  <c:v>6.2363416996695231E-2</c:v>
                </c:pt>
                <c:pt idx="600">
                  <c:v>6.2363416996695231E-2</c:v>
                </c:pt>
                <c:pt idx="601">
                  <c:v>6.2363416996695231E-2</c:v>
                </c:pt>
                <c:pt idx="602">
                  <c:v>6.2363416996695231E-2</c:v>
                </c:pt>
                <c:pt idx="603">
                  <c:v>6.2363416996695231E-2</c:v>
                </c:pt>
                <c:pt idx="604">
                  <c:v>6.2363416996695231E-2</c:v>
                </c:pt>
                <c:pt idx="605">
                  <c:v>6.2363416996695231E-2</c:v>
                </c:pt>
                <c:pt idx="606">
                  <c:v>6.2363416996695231E-2</c:v>
                </c:pt>
                <c:pt idx="607">
                  <c:v>6.2363416996695231E-2</c:v>
                </c:pt>
                <c:pt idx="608">
                  <c:v>6.2363416996695231E-2</c:v>
                </c:pt>
                <c:pt idx="609">
                  <c:v>6.2363416996695231E-2</c:v>
                </c:pt>
                <c:pt idx="610">
                  <c:v>6.2363416996695231E-2</c:v>
                </c:pt>
                <c:pt idx="611">
                  <c:v>6.2363416996695231E-2</c:v>
                </c:pt>
                <c:pt idx="612">
                  <c:v>6.2363416996695231E-2</c:v>
                </c:pt>
                <c:pt idx="613">
                  <c:v>6.2363416996695231E-2</c:v>
                </c:pt>
                <c:pt idx="614">
                  <c:v>6.2363416996695231E-2</c:v>
                </c:pt>
                <c:pt idx="615">
                  <c:v>6.2363416996695231E-2</c:v>
                </c:pt>
                <c:pt idx="616">
                  <c:v>6.2363416996695231E-2</c:v>
                </c:pt>
                <c:pt idx="617">
                  <c:v>6.2363416996695231E-2</c:v>
                </c:pt>
                <c:pt idx="618">
                  <c:v>6.2363416996695231E-2</c:v>
                </c:pt>
                <c:pt idx="619">
                  <c:v>6.2363416996695231E-2</c:v>
                </c:pt>
                <c:pt idx="620">
                  <c:v>6.2363416996695231E-2</c:v>
                </c:pt>
                <c:pt idx="621">
                  <c:v>6.2363416996695231E-2</c:v>
                </c:pt>
                <c:pt idx="622">
                  <c:v>6.2363416996695231E-2</c:v>
                </c:pt>
                <c:pt idx="623">
                  <c:v>6.2363416996695231E-2</c:v>
                </c:pt>
                <c:pt idx="624">
                  <c:v>6.2363416996695231E-2</c:v>
                </c:pt>
                <c:pt idx="625">
                  <c:v>6.2363416996695231E-2</c:v>
                </c:pt>
                <c:pt idx="626">
                  <c:v>6.2363416996695231E-2</c:v>
                </c:pt>
                <c:pt idx="627">
                  <c:v>6.2363416996695231E-2</c:v>
                </c:pt>
                <c:pt idx="628">
                  <c:v>6.2363416996695231E-2</c:v>
                </c:pt>
                <c:pt idx="629">
                  <c:v>6.2363416996695231E-2</c:v>
                </c:pt>
                <c:pt idx="630">
                  <c:v>6.2363416996695231E-2</c:v>
                </c:pt>
                <c:pt idx="631">
                  <c:v>6.2363416996695231E-2</c:v>
                </c:pt>
                <c:pt idx="632">
                  <c:v>6.2363416996695231E-2</c:v>
                </c:pt>
                <c:pt idx="633">
                  <c:v>6.2363416996695231E-2</c:v>
                </c:pt>
                <c:pt idx="634">
                  <c:v>6.2363416996695231E-2</c:v>
                </c:pt>
                <c:pt idx="635">
                  <c:v>6.2363416996695231E-2</c:v>
                </c:pt>
                <c:pt idx="636">
                  <c:v>6.2363416996695231E-2</c:v>
                </c:pt>
                <c:pt idx="637">
                  <c:v>6.2363416996695231E-2</c:v>
                </c:pt>
                <c:pt idx="638">
                  <c:v>6.2363416996695231E-2</c:v>
                </c:pt>
                <c:pt idx="639">
                  <c:v>6.2363416996695231E-2</c:v>
                </c:pt>
                <c:pt idx="640">
                  <c:v>6.2363416996695231E-2</c:v>
                </c:pt>
                <c:pt idx="641">
                  <c:v>6.2363416996695231E-2</c:v>
                </c:pt>
                <c:pt idx="642">
                  <c:v>6.2363416996695231E-2</c:v>
                </c:pt>
                <c:pt idx="643">
                  <c:v>6.2363416996695231E-2</c:v>
                </c:pt>
                <c:pt idx="644">
                  <c:v>6.2363416996695231E-2</c:v>
                </c:pt>
                <c:pt idx="645">
                  <c:v>6.2363416996695231E-2</c:v>
                </c:pt>
                <c:pt idx="646">
                  <c:v>6.2363416996695231E-2</c:v>
                </c:pt>
                <c:pt idx="647">
                  <c:v>6.2363416996695231E-2</c:v>
                </c:pt>
                <c:pt idx="648">
                  <c:v>6.2363416996695231E-2</c:v>
                </c:pt>
                <c:pt idx="649">
                  <c:v>6.2363416996695231E-2</c:v>
                </c:pt>
                <c:pt idx="650">
                  <c:v>6.2363416996695231E-2</c:v>
                </c:pt>
                <c:pt idx="651">
                  <c:v>6.2363416996695231E-2</c:v>
                </c:pt>
                <c:pt idx="652">
                  <c:v>6.2363416996695231E-2</c:v>
                </c:pt>
                <c:pt idx="653">
                  <c:v>6.2363416996695231E-2</c:v>
                </c:pt>
                <c:pt idx="654">
                  <c:v>6.2363416996695231E-2</c:v>
                </c:pt>
                <c:pt idx="655">
                  <c:v>6.2363416996695231E-2</c:v>
                </c:pt>
                <c:pt idx="656">
                  <c:v>6.2363416996695231E-2</c:v>
                </c:pt>
                <c:pt idx="657">
                  <c:v>6.2363416996695231E-2</c:v>
                </c:pt>
                <c:pt idx="658">
                  <c:v>6.2363416996695231E-2</c:v>
                </c:pt>
                <c:pt idx="659">
                  <c:v>6.2363416996695231E-2</c:v>
                </c:pt>
                <c:pt idx="660">
                  <c:v>6.2363416996695231E-2</c:v>
                </c:pt>
                <c:pt idx="661">
                  <c:v>6.2363416996695231E-2</c:v>
                </c:pt>
                <c:pt idx="662">
                  <c:v>6.2363416996695231E-2</c:v>
                </c:pt>
                <c:pt idx="663">
                  <c:v>6.2363416996695231E-2</c:v>
                </c:pt>
                <c:pt idx="664">
                  <c:v>6.2363416996695231E-2</c:v>
                </c:pt>
                <c:pt idx="665">
                  <c:v>6.2363416996695231E-2</c:v>
                </c:pt>
                <c:pt idx="666">
                  <c:v>6.2363416996695231E-2</c:v>
                </c:pt>
                <c:pt idx="667">
                  <c:v>6.2363416996695231E-2</c:v>
                </c:pt>
                <c:pt idx="668">
                  <c:v>6.2363416996695231E-2</c:v>
                </c:pt>
                <c:pt idx="669">
                  <c:v>6.2363416996695231E-2</c:v>
                </c:pt>
                <c:pt idx="670">
                  <c:v>6.2363416996695231E-2</c:v>
                </c:pt>
                <c:pt idx="671">
                  <c:v>6.2363416996695231E-2</c:v>
                </c:pt>
                <c:pt idx="672">
                  <c:v>6.2363416996695231E-2</c:v>
                </c:pt>
                <c:pt idx="673">
                  <c:v>6.2363416996695231E-2</c:v>
                </c:pt>
                <c:pt idx="674">
                  <c:v>6.2363416996695231E-2</c:v>
                </c:pt>
                <c:pt idx="675">
                  <c:v>6.2363416996695231E-2</c:v>
                </c:pt>
                <c:pt idx="676">
                  <c:v>6.2363416996695231E-2</c:v>
                </c:pt>
                <c:pt idx="677">
                  <c:v>6.2363416996695231E-2</c:v>
                </c:pt>
                <c:pt idx="678">
                  <c:v>6.2363416996695231E-2</c:v>
                </c:pt>
                <c:pt idx="679">
                  <c:v>6.2363416996695231E-2</c:v>
                </c:pt>
                <c:pt idx="680">
                  <c:v>6.2363416996695231E-2</c:v>
                </c:pt>
                <c:pt idx="681">
                  <c:v>6.2363416996695231E-2</c:v>
                </c:pt>
                <c:pt idx="682">
                  <c:v>6.2363416996695231E-2</c:v>
                </c:pt>
                <c:pt idx="683">
                  <c:v>6.2363416996695231E-2</c:v>
                </c:pt>
                <c:pt idx="684">
                  <c:v>6.2363416996695231E-2</c:v>
                </c:pt>
                <c:pt idx="685">
                  <c:v>6.2363416996695231E-2</c:v>
                </c:pt>
                <c:pt idx="686">
                  <c:v>6.2363416996695231E-2</c:v>
                </c:pt>
                <c:pt idx="687">
                  <c:v>6.2363416996695231E-2</c:v>
                </c:pt>
                <c:pt idx="688">
                  <c:v>6.2363416996695231E-2</c:v>
                </c:pt>
                <c:pt idx="689">
                  <c:v>6.2363416996695231E-2</c:v>
                </c:pt>
                <c:pt idx="690">
                  <c:v>6.2363416996695231E-2</c:v>
                </c:pt>
                <c:pt idx="691">
                  <c:v>6.2363416996695231E-2</c:v>
                </c:pt>
                <c:pt idx="692">
                  <c:v>6.2363416996695231E-2</c:v>
                </c:pt>
                <c:pt idx="693">
                  <c:v>6.2363416996695231E-2</c:v>
                </c:pt>
                <c:pt idx="694">
                  <c:v>6.2363416996695231E-2</c:v>
                </c:pt>
                <c:pt idx="695">
                  <c:v>6.2363416996695231E-2</c:v>
                </c:pt>
                <c:pt idx="696">
                  <c:v>6.2363416996695231E-2</c:v>
                </c:pt>
                <c:pt idx="697">
                  <c:v>6.2363416996695231E-2</c:v>
                </c:pt>
                <c:pt idx="698">
                  <c:v>6.2363416996695231E-2</c:v>
                </c:pt>
                <c:pt idx="699">
                  <c:v>6.2363416996695231E-2</c:v>
                </c:pt>
                <c:pt idx="700">
                  <c:v>6.2363416996695231E-2</c:v>
                </c:pt>
                <c:pt idx="701">
                  <c:v>6.2363416996695231E-2</c:v>
                </c:pt>
                <c:pt idx="702">
                  <c:v>6.2363416996695231E-2</c:v>
                </c:pt>
                <c:pt idx="703">
                  <c:v>6.2363416996695231E-2</c:v>
                </c:pt>
                <c:pt idx="704">
                  <c:v>6.2363416996695231E-2</c:v>
                </c:pt>
                <c:pt idx="705">
                  <c:v>6.2363416996695231E-2</c:v>
                </c:pt>
                <c:pt idx="706">
                  <c:v>6.2363416996695231E-2</c:v>
                </c:pt>
                <c:pt idx="707">
                  <c:v>6.2363416996695231E-2</c:v>
                </c:pt>
                <c:pt idx="708">
                  <c:v>6.2363416996695231E-2</c:v>
                </c:pt>
                <c:pt idx="709">
                  <c:v>6.2363416996695231E-2</c:v>
                </c:pt>
                <c:pt idx="710">
                  <c:v>6.2363416996695231E-2</c:v>
                </c:pt>
                <c:pt idx="711">
                  <c:v>6.2363416996695231E-2</c:v>
                </c:pt>
                <c:pt idx="712">
                  <c:v>6.2363416996695231E-2</c:v>
                </c:pt>
                <c:pt idx="713">
                  <c:v>6.2363416996695231E-2</c:v>
                </c:pt>
                <c:pt idx="714">
                  <c:v>6.2363416996695231E-2</c:v>
                </c:pt>
                <c:pt idx="715">
                  <c:v>6.2363416996695231E-2</c:v>
                </c:pt>
                <c:pt idx="716">
                  <c:v>6.2363416996695231E-2</c:v>
                </c:pt>
                <c:pt idx="717">
                  <c:v>6.2363416996695231E-2</c:v>
                </c:pt>
                <c:pt idx="718">
                  <c:v>6.2363416996695231E-2</c:v>
                </c:pt>
                <c:pt idx="719">
                  <c:v>6.2363416996695231E-2</c:v>
                </c:pt>
                <c:pt idx="720">
                  <c:v>6.2363416996695231E-2</c:v>
                </c:pt>
                <c:pt idx="721">
                  <c:v>6.2363416996695231E-2</c:v>
                </c:pt>
                <c:pt idx="722">
                  <c:v>6.2363416996695231E-2</c:v>
                </c:pt>
                <c:pt idx="723">
                  <c:v>6.2363416996695231E-2</c:v>
                </c:pt>
                <c:pt idx="724">
                  <c:v>6.2363416996695231E-2</c:v>
                </c:pt>
                <c:pt idx="725">
                  <c:v>6.2363416996695231E-2</c:v>
                </c:pt>
                <c:pt idx="726">
                  <c:v>6.2363416996695231E-2</c:v>
                </c:pt>
                <c:pt idx="727">
                  <c:v>6.2363416996695231E-2</c:v>
                </c:pt>
                <c:pt idx="728">
                  <c:v>6.2363416996695231E-2</c:v>
                </c:pt>
                <c:pt idx="729">
                  <c:v>6.2363416996695231E-2</c:v>
                </c:pt>
                <c:pt idx="730">
                  <c:v>6.2363416996695231E-2</c:v>
                </c:pt>
                <c:pt idx="731">
                  <c:v>6.2363416996695231E-2</c:v>
                </c:pt>
                <c:pt idx="732">
                  <c:v>6.2363416996695231E-2</c:v>
                </c:pt>
                <c:pt idx="733">
                  <c:v>6.2363416996695231E-2</c:v>
                </c:pt>
                <c:pt idx="734">
                  <c:v>6.2363416996695231E-2</c:v>
                </c:pt>
                <c:pt idx="735">
                  <c:v>6.2363416996695231E-2</c:v>
                </c:pt>
                <c:pt idx="736">
                  <c:v>6.2363416996695231E-2</c:v>
                </c:pt>
                <c:pt idx="737">
                  <c:v>6.2363416996695231E-2</c:v>
                </c:pt>
                <c:pt idx="738">
                  <c:v>6.2363416996695231E-2</c:v>
                </c:pt>
                <c:pt idx="739">
                  <c:v>6.2363416996695231E-2</c:v>
                </c:pt>
                <c:pt idx="740">
                  <c:v>6.2363416996695231E-2</c:v>
                </c:pt>
                <c:pt idx="741">
                  <c:v>6.2363416996695231E-2</c:v>
                </c:pt>
                <c:pt idx="742">
                  <c:v>6.2363416996695231E-2</c:v>
                </c:pt>
                <c:pt idx="743">
                  <c:v>6.2363416996695231E-2</c:v>
                </c:pt>
                <c:pt idx="744">
                  <c:v>6.2363416996695231E-2</c:v>
                </c:pt>
                <c:pt idx="745">
                  <c:v>6.2363416996695231E-2</c:v>
                </c:pt>
                <c:pt idx="746">
                  <c:v>6.2363416996695231E-2</c:v>
                </c:pt>
                <c:pt idx="747">
                  <c:v>6.2363416996695231E-2</c:v>
                </c:pt>
                <c:pt idx="748">
                  <c:v>6.2363416996695231E-2</c:v>
                </c:pt>
                <c:pt idx="749">
                  <c:v>6.2363416996695231E-2</c:v>
                </c:pt>
                <c:pt idx="750">
                  <c:v>6.2363416996695231E-2</c:v>
                </c:pt>
                <c:pt idx="751">
                  <c:v>6.2363416996695231E-2</c:v>
                </c:pt>
                <c:pt idx="752">
                  <c:v>6.2363416996695231E-2</c:v>
                </c:pt>
                <c:pt idx="753">
                  <c:v>6.2363416996695231E-2</c:v>
                </c:pt>
                <c:pt idx="754">
                  <c:v>6.2363416996695231E-2</c:v>
                </c:pt>
                <c:pt idx="755">
                  <c:v>6.2363416996695231E-2</c:v>
                </c:pt>
                <c:pt idx="756">
                  <c:v>6.2363416996695231E-2</c:v>
                </c:pt>
                <c:pt idx="757">
                  <c:v>6.2363416996695231E-2</c:v>
                </c:pt>
                <c:pt idx="758">
                  <c:v>6.2363416996695231E-2</c:v>
                </c:pt>
                <c:pt idx="759">
                  <c:v>6.2363416996695231E-2</c:v>
                </c:pt>
                <c:pt idx="760">
                  <c:v>6.2363416996695231E-2</c:v>
                </c:pt>
                <c:pt idx="761">
                  <c:v>6.2363416996695231E-2</c:v>
                </c:pt>
                <c:pt idx="762">
                  <c:v>6.2363416996695231E-2</c:v>
                </c:pt>
                <c:pt idx="763">
                  <c:v>6.2363416996695231E-2</c:v>
                </c:pt>
                <c:pt idx="764">
                  <c:v>6.2363416996695231E-2</c:v>
                </c:pt>
                <c:pt idx="765">
                  <c:v>6.2363416996695231E-2</c:v>
                </c:pt>
                <c:pt idx="766">
                  <c:v>6.2363416996695231E-2</c:v>
                </c:pt>
                <c:pt idx="767">
                  <c:v>6.2363416996695231E-2</c:v>
                </c:pt>
                <c:pt idx="768">
                  <c:v>6.2363416996695231E-2</c:v>
                </c:pt>
                <c:pt idx="769">
                  <c:v>6.2363416996695231E-2</c:v>
                </c:pt>
                <c:pt idx="770">
                  <c:v>6.2363416996695231E-2</c:v>
                </c:pt>
                <c:pt idx="771">
                  <c:v>6.2363416996695231E-2</c:v>
                </c:pt>
                <c:pt idx="772">
                  <c:v>6.2363416996695231E-2</c:v>
                </c:pt>
                <c:pt idx="773">
                  <c:v>6.2363416996695231E-2</c:v>
                </c:pt>
                <c:pt idx="774">
                  <c:v>6.2363416996695231E-2</c:v>
                </c:pt>
                <c:pt idx="775">
                  <c:v>6.2363416996695231E-2</c:v>
                </c:pt>
                <c:pt idx="776">
                  <c:v>6.2363416996695231E-2</c:v>
                </c:pt>
                <c:pt idx="777">
                  <c:v>6.2363416996695231E-2</c:v>
                </c:pt>
                <c:pt idx="778">
                  <c:v>6.2363416996695231E-2</c:v>
                </c:pt>
                <c:pt idx="779">
                  <c:v>6.2363416996695231E-2</c:v>
                </c:pt>
                <c:pt idx="780">
                  <c:v>6.2363416996695231E-2</c:v>
                </c:pt>
                <c:pt idx="781">
                  <c:v>6.2363416996695231E-2</c:v>
                </c:pt>
                <c:pt idx="782">
                  <c:v>6.2363416996695231E-2</c:v>
                </c:pt>
                <c:pt idx="783">
                  <c:v>6.2363416996695231E-2</c:v>
                </c:pt>
                <c:pt idx="784">
                  <c:v>6.2363416996695231E-2</c:v>
                </c:pt>
                <c:pt idx="785">
                  <c:v>6.2363416996695231E-2</c:v>
                </c:pt>
                <c:pt idx="786">
                  <c:v>6.2363416996695231E-2</c:v>
                </c:pt>
                <c:pt idx="787">
                  <c:v>6.2363416996695231E-2</c:v>
                </c:pt>
                <c:pt idx="788">
                  <c:v>6.2363416996695231E-2</c:v>
                </c:pt>
                <c:pt idx="789">
                  <c:v>6.2363416996695231E-2</c:v>
                </c:pt>
                <c:pt idx="790">
                  <c:v>6.2363416996695231E-2</c:v>
                </c:pt>
                <c:pt idx="791">
                  <c:v>6.2363416996695231E-2</c:v>
                </c:pt>
                <c:pt idx="792">
                  <c:v>6.2363416996695231E-2</c:v>
                </c:pt>
                <c:pt idx="793">
                  <c:v>6.2363416996695231E-2</c:v>
                </c:pt>
                <c:pt idx="794">
                  <c:v>6.2363416996695231E-2</c:v>
                </c:pt>
                <c:pt idx="795">
                  <c:v>6.2363416996695231E-2</c:v>
                </c:pt>
                <c:pt idx="796">
                  <c:v>6.2363416996695231E-2</c:v>
                </c:pt>
                <c:pt idx="797">
                  <c:v>6.2363416996695231E-2</c:v>
                </c:pt>
                <c:pt idx="798">
                  <c:v>6.2363416996695231E-2</c:v>
                </c:pt>
                <c:pt idx="799">
                  <c:v>6.2363416996695231E-2</c:v>
                </c:pt>
                <c:pt idx="800">
                  <c:v>6.2363416996695231E-2</c:v>
                </c:pt>
                <c:pt idx="801">
                  <c:v>6.2363416996695231E-2</c:v>
                </c:pt>
                <c:pt idx="802">
                  <c:v>6.2363416996695231E-2</c:v>
                </c:pt>
                <c:pt idx="803">
                  <c:v>6.2363416996695231E-2</c:v>
                </c:pt>
                <c:pt idx="804">
                  <c:v>6.2363416996695231E-2</c:v>
                </c:pt>
                <c:pt idx="805">
                  <c:v>6.2363416996695231E-2</c:v>
                </c:pt>
                <c:pt idx="806">
                  <c:v>6.2363416996695231E-2</c:v>
                </c:pt>
                <c:pt idx="807">
                  <c:v>6.2363416996695231E-2</c:v>
                </c:pt>
                <c:pt idx="808">
                  <c:v>6.2363416996695231E-2</c:v>
                </c:pt>
                <c:pt idx="809">
                  <c:v>6.2363416996695231E-2</c:v>
                </c:pt>
                <c:pt idx="810">
                  <c:v>6.2363416996695231E-2</c:v>
                </c:pt>
                <c:pt idx="811">
                  <c:v>6.2363416996695231E-2</c:v>
                </c:pt>
                <c:pt idx="812">
                  <c:v>6.2363416996695231E-2</c:v>
                </c:pt>
                <c:pt idx="813">
                  <c:v>6.2363416996695231E-2</c:v>
                </c:pt>
                <c:pt idx="814">
                  <c:v>6.2363416996695231E-2</c:v>
                </c:pt>
                <c:pt idx="815">
                  <c:v>6.2363416996695231E-2</c:v>
                </c:pt>
                <c:pt idx="816">
                  <c:v>6.2363416996695231E-2</c:v>
                </c:pt>
                <c:pt idx="817">
                  <c:v>6.2363416996695231E-2</c:v>
                </c:pt>
                <c:pt idx="818">
                  <c:v>6.2363416996695231E-2</c:v>
                </c:pt>
                <c:pt idx="819">
                  <c:v>6.2363416996695231E-2</c:v>
                </c:pt>
                <c:pt idx="820">
                  <c:v>6.2363416996695231E-2</c:v>
                </c:pt>
                <c:pt idx="821">
                  <c:v>6.2363416996695231E-2</c:v>
                </c:pt>
                <c:pt idx="822">
                  <c:v>6.2363416996695231E-2</c:v>
                </c:pt>
                <c:pt idx="823">
                  <c:v>6.2363416996695231E-2</c:v>
                </c:pt>
                <c:pt idx="824">
                  <c:v>6.2363416996695231E-2</c:v>
                </c:pt>
                <c:pt idx="825">
                  <c:v>6.2363416996695231E-2</c:v>
                </c:pt>
                <c:pt idx="826">
                  <c:v>6.2363416996695231E-2</c:v>
                </c:pt>
                <c:pt idx="827">
                  <c:v>6.2363416996695231E-2</c:v>
                </c:pt>
                <c:pt idx="828">
                  <c:v>6.2363416996695231E-2</c:v>
                </c:pt>
                <c:pt idx="829">
                  <c:v>6.2363416996695231E-2</c:v>
                </c:pt>
                <c:pt idx="830">
                  <c:v>6.2363416996695231E-2</c:v>
                </c:pt>
                <c:pt idx="831">
                  <c:v>6.2363416996695231E-2</c:v>
                </c:pt>
                <c:pt idx="832">
                  <c:v>6.2363416996695231E-2</c:v>
                </c:pt>
                <c:pt idx="833">
                  <c:v>6.2363416996695231E-2</c:v>
                </c:pt>
                <c:pt idx="834">
                  <c:v>6.2363416996695231E-2</c:v>
                </c:pt>
                <c:pt idx="835">
                  <c:v>6.2363416996695231E-2</c:v>
                </c:pt>
                <c:pt idx="836">
                  <c:v>6.2363416996695231E-2</c:v>
                </c:pt>
                <c:pt idx="837">
                  <c:v>6.2363416996695231E-2</c:v>
                </c:pt>
                <c:pt idx="838">
                  <c:v>6.2363416996695231E-2</c:v>
                </c:pt>
                <c:pt idx="839">
                  <c:v>6.2363416996695231E-2</c:v>
                </c:pt>
                <c:pt idx="840">
                  <c:v>6.2363416996695231E-2</c:v>
                </c:pt>
                <c:pt idx="841">
                  <c:v>6.2363416996695231E-2</c:v>
                </c:pt>
                <c:pt idx="842">
                  <c:v>6.2363416996695231E-2</c:v>
                </c:pt>
                <c:pt idx="843">
                  <c:v>6.2363416996695231E-2</c:v>
                </c:pt>
                <c:pt idx="844">
                  <c:v>6.2363416996695231E-2</c:v>
                </c:pt>
                <c:pt idx="845">
                  <c:v>6.2363416996695231E-2</c:v>
                </c:pt>
                <c:pt idx="846">
                  <c:v>6.2363416996695231E-2</c:v>
                </c:pt>
                <c:pt idx="847">
                  <c:v>6.2363416996695231E-2</c:v>
                </c:pt>
                <c:pt idx="848">
                  <c:v>6.2363416996695231E-2</c:v>
                </c:pt>
                <c:pt idx="849">
                  <c:v>6.2363416996695231E-2</c:v>
                </c:pt>
                <c:pt idx="850">
                  <c:v>6.2363416996695231E-2</c:v>
                </c:pt>
                <c:pt idx="851">
                  <c:v>6.2363416996695231E-2</c:v>
                </c:pt>
                <c:pt idx="852">
                  <c:v>6.2363416996695231E-2</c:v>
                </c:pt>
                <c:pt idx="853">
                  <c:v>6.2363416996695231E-2</c:v>
                </c:pt>
                <c:pt idx="854">
                  <c:v>6.2363416996695231E-2</c:v>
                </c:pt>
                <c:pt idx="855">
                  <c:v>6.2363416996695231E-2</c:v>
                </c:pt>
                <c:pt idx="856">
                  <c:v>6.2363416996695231E-2</c:v>
                </c:pt>
                <c:pt idx="857">
                  <c:v>6.2363416996695231E-2</c:v>
                </c:pt>
                <c:pt idx="858">
                  <c:v>6.2363416996695231E-2</c:v>
                </c:pt>
                <c:pt idx="859">
                  <c:v>6.2363416996695231E-2</c:v>
                </c:pt>
                <c:pt idx="860">
                  <c:v>6.2363416996695231E-2</c:v>
                </c:pt>
                <c:pt idx="861">
                  <c:v>6.2363416996695231E-2</c:v>
                </c:pt>
                <c:pt idx="862">
                  <c:v>6.2363416996695231E-2</c:v>
                </c:pt>
                <c:pt idx="863">
                  <c:v>6.2363416996695231E-2</c:v>
                </c:pt>
                <c:pt idx="864">
                  <c:v>6.2363416996695231E-2</c:v>
                </c:pt>
                <c:pt idx="865">
                  <c:v>6.2363416996695231E-2</c:v>
                </c:pt>
                <c:pt idx="866">
                  <c:v>6.2363416996695231E-2</c:v>
                </c:pt>
                <c:pt idx="867">
                  <c:v>6.2363416996695231E-2</c:v>
                </c:pt>
                <c:pt idx="868">
                  <c:v>6.2363416996695231E-2</c:v>
                </c:pt>
                <c:pt idx="869">
                  <c:v>6.2363416996695231E-2</c:v>
                </c:pt>
                <c:pt idx="870">
                  <c:v>6.2363416996695231E-2</c:v>
                </c:pt>
                <c:pt idx="871">
                  <c:v>6.2363416996695231E-2</c:v>
                </c:pt>
                <c:pt idx="872">
                  <c:v>6.2363416996695231E-2</c:v>
                </c:pt>
                <c:pt idx="873">
                  <c:v>6.2363416996695231E-2</c:v>
                </c:pt>
                <c:pt idx="874">
                  <c:v>6.2363416996695231E-2</c:v>
                </c:pt>
                <c:pt idx="875">
                  <c:v>6.2363416996695231E-2</c:v>
                </c:pt>
                <c:pt idx="876">
                  <c:v>6.2363416996695231E-2</c:v>
                </c:pt>
                <c:pt idx="877">
                  <c:v>6.2363416996695231E-2</c:v>
                </c:pt>
                <c:pt idx="878">
                  <c:v>6.2363416996695231E-2</c:v>
                </c:pt>
                <c:pt idx="879">
                  <c:v>6.2363416996695231E-2</c:v>
                </c:pt>
                <c:pt idx="880">
                  <c:v>6.2363416996695231E-2</c:v>
                </c:pt>
                <c:pt idx="881">
                  <c:v>6.2363416996695231E-2</c:v>
                </c:pt>
                <c:pt idx="882">
                  <c:v>6.2363416996695231E-2</c:v>
                </c:pt>
                <c:pt idx="883">
                  <c:v>6.2363416996695231E-2</c:v>
                </c:pt>
                <c:pt idx="884">
                  <c:v>6.2363416996695231E-2</c:v>
                </c:pt>
                <c:pt idx="885">
                  <c:v>6.2363416996695231E-2</c:v>
                </c:pt>
                <c:pt idx="886">
                  <c:v>6.2363416996695231E-2</c:v>
                </c:pt>
                <c:pt idx="887">
                  <c:v>6.2363416996695231E-2</c:v>
                </c:pt>
                <c:pt idx="888">
                  <c:v>6.2363416996695231E-2</c:v>
                </c:pt>
                <c:pt idx="889">
                  <c:v>6.2363416996695231E-2</c:v>
                </c:pt>
                <c:pt idx="890">
                  <c:v>6.2363416996695231E-2</c:v>
                </c:pt>
                <c:pt idx="891">
                  <c:v>6.2363416996695231E-2</c:v>
                </c:pt>
                <c:pt idx="892">
                  <c:v>6.2363416996695231E-2</c:v>
                </c:pt>
                <c:pt idx="893">
                  <c:v>6.2363416996695231E-2</c:v>
                </c:pt>
                <c:pt idx="894">
                  <c:v>6.2363416996695231E-2</c:v>
                </c:pt>
                <c:pt idx="895">
                  <c:v>6.2363416996695231E-2</c:v>
                </c:pt>
                <c:pt idx="896">
                  <c:v>6.2363416996695231E-2</c:v>
                </c:pt>
                <c:pt idx="897">
                  <c:v>6.2363416996695231E-2</c:v>
                </c:pt>
                <c:pt idx="898">
                  <c:v>6.2363416996695231E-2</c:v>
                </c:pt>
                <c:pt idx="899">
                  <c:v>6.2363416996695231E-2</c:v>
                </c:pt>
                <c:pt idx="900">
                  <c:v>6.2363416996695231E-2</c:v>
                </c:pt>
                <c:pt idx="901">
                  <c:v>6.2363416996695231E-2</c:v>
                </c:pt>
                <c:pt idx="902">
                  <c:v>6.2363416996695231E-2</c:v>
                </c:pt>
                <c:pt idx="903">
                  <c:v>6.2363416996695231E-2</c:v>
                </c:pt>
                <c:pt idx="904">
                  <c:v>6.2363416996695231E-2</c:v>
                </c:pt>
                <c:pt idx="905">
                  <c:v>6.2363416996695231E-2</c:v>
                </c:pt>
                <c:pt idx="906">
                  <c:v>6.2363416996695231E-2</c:v>
                </c:pt>
                <c:pt idx="907">
                  <c:v>6.2363416996695231E-2</c:v>
                </c:pt>
                <c:pt idx="908">
                  <c:v>6.2363416996695231E-2</c:v>
                </c:pt>
                <c:pt idx="909">
                  <c:v>6.2363416996695231E-2</c:v>
                </c:pt>
                <c:pt idx="910">
                  <c:v>6.2363416996695231E-2</c:v>
                </c:pt>
                <c:pt idx="911">
                  <c:v>6.2363416996695231E-2</c:v>
                </c:pt>
                <c:pt idx="912">
                  <c:v>6.2363416996695231E-2</c:v>
                </c:pt>
                <c:pt idx="913">
                  <c:v>6.2363416996695231E-2</c:v>
                </c:pt>
                <c:pt idx="914">
                  <c:v>6.2363416996695231E-2</c:v>
                </c:pt>
                <c:pt idx="915">
                  <c:v>6.2363416996695231E-2</c:v>
                </c:pt>
                <c:pt idx="916">
                  <c:v>6.2363416996695231E-2</c:v>
                </c:pt>
                <c:pt idx="917">
                  <c:v>6.2363416996695231E-2</c:v>
                </c:pt>
                <c:pt idx="918">
                  <c:v>6.2363416996695231E-2</c:v>
                </c:pt>
                <c:pt idx="919">
                  <c:v>6.2363416996695231E-2</c:v>
                </c:pt>
                <c:pt idx="920">
                  <c:v>6.2363416996695231E-2</c:v>
                </c:pt>
                <c:pt idx="921">
                  <c:v>6.2363416996695231E-2</c:v>
                </c:pt>
                <c:pt idx="922">
                  <c:v>6.2363416996695231E-2</c:v>
                </c:pt>
                <c:pt idx="923">
                  <c:v>6.2363416996695231E-2</c:v>
                </c:pt>
                <c:pt idx="924">
                  <c:v>6.2363416996695231E-2</c:v>
                </c:pt>
                <c:pt idx="925">
                  <c:v>6.2363416996695231E-2</c:v>
                </c:pt>
                <c:pt idx="926">
                  <c:v>6.2363416996695231E-2</c:v>
                </c:pt>
                <c:pt idx="927">
                  <c:v>6.2363416996695231E-2</c:v>
                </c:pt>
                <c:pt idx="928">
                  <c:v>6.2363416996695231E-2</c:v>
                </c:pt>
                <c:pt idx="929">
                  <c:v>6.2363416996695231E-2</c:v>
                </c:pt>
                <c:pt idx="930">
                  <c:v>6.2363416996695231E-2</c:v>
                </c:pt>
                <c:pt idx="931">
                  <c:v>6.2363416996695231E-2</c:v>
                </c:pt>
                <c:pt idx="932">
                  <c:v>6.2363416996695231E-2</c:v>
                </c:pt>
                <c:pt idx="933">
                  <c:v>6.2363416996695231E-2</c:v>
                </c:pt>
                <c:pt idx="934">
                  <c:v>6.2363416996695231E-2</c:v>
                </c:pt>
                <c:pt idx="935">
                  <c:v>6.2363416996695231E-2</c:v>
                </c:pt>
                <c:pt idx="936">
                  <c:v>6.2363416996695231E-2</c:v>
                </c:pt>
                <c:pt idx="937">
                  <c:v>6.2363416996695231E-2</c:v>
                </c:pt>
                <c:pt idx="938">
                  <c:v>6.2363416996695231E-2</c:v>
                </c:pt>
                <c:pt idx="939">
                  <c:v>6.2363416996695231E-2</c:v>
                </c:pt>
                <c:pt idx="940">
                  <c:v>6.2363416996695231E-2</c:v>
                </c:pt>
                <c:pt idx="941">
                  <c:v>6.2363416996695231E-2</c:v>
                </c:pt>
                <c:pt idx="942">
                  <c:v>6.2363416996695231E-2</c:v>
                </c:pt>
                <c:pt idx="943">
                  <c:v>6.2363416996695231E-2</c:v>
                </c:pt>
                <c:pt idx="944">
                  <c:v>6.2363416996695231E-2</c:v>
                </c:pt>
                <c:pt idx="945">
                  <c:v>6.2363416996695231E-2</c:v>
                </c:pt>
                <c:pt idx="946">
                  <c:v>6.2363416996695231E-2</c:v>
                </c:pt>
                <c:pt idx="947">
                  <c:v>6.2363416996695231E-2</c:v>
                </c:pt>
                <c:pt idx="948">
                  <c:v>6.2363416996695231E-2</c:v>
                </c:pt>
                <c:pt idx="949">
                  <c:v>6.2363416996695231E-2</c:v>
                </c:pt>
                <c:pt idx="950">
                  <c:v>6.2363416996695231E-2</c:v>
                </c:pt>
                <c:pt idx="951">
                  <c:v>6.2363416996695231E-2</c:v>
                </c:pt>
                <c:pt idx="952">
                  <c:v>6.2363416996695231E-2</c:v>
                </c:pt>
                <c:pt idx="953">
                  <c:v>6.2363416996695231E-2</c:v>
                </c:pt>
                <c:pt idx="954">
                  <c:v>6.2363416996695231E-2</c:v>
                </c:pt>
                <c:pt idx="955">
                  <c:v>6.2363416996695231E-2</c:v>
                </c:pt>
                <c:pt idx="956">
                  <c:v>6.2363416996695231E-2</c:v>
                </c:pt>
                <c:pt idx="957">
                  <c:v>6.2363416996695231E-2</c:v>
                </c:pt>
                <c:pt idx="958">
                  <c:v>6.2363416996695231E-2</c:v>
                </c:pt>
                <c:pt idx="959">
                  <c:v>6.2363416996695231E-2</c:v>
                </c:pt>
                <c:pt idx="960">
                  <c:v>6.2363416996695231E-2</c:v>
                </c:pt>
                <c:pt idx="961">
                  <c:v>6.2363416996695231E-2</c:v>
                </c:pt>
                <c:pt idx="962">
                  <c:v>6.2363416996695231E-2</c:v>
                </c:pt>
                <c:pt idx="963">
                  <c:v>6.2363416996695231E-2</c:v>
                </c:pt>
                <c:pt idx="964">
                  <c:v>6.2363416996695231E-2</c:v>
                </c:pt>
                <c:pt idx="965">
                  <c:v>6.2363416996695231E-2</c:v>
                </c:pt>
                <c:pt idx="966">
                  <c:v>6.2363416996695231E-2</c:v>
                </c:pt>
                <c:pt idx="967">
                  <c:v>6.2363416996695231E-2</c:v>
                </c:pt>
                <c:pt idx="968">
                  <c:v>6.2363416996695231E-2</c:v>
                </c:pt>
                <c:pt idx="969">
                  <c:v>6.2363416996695231E-2</c:v>
                </c:pt>
                <c:pt idx="970">
                  <c:v>6.2363416996695231E-2</c:v>
                </c:pt>
                <c:pt idx="971">
                  <c:v>6.2363416996695231E-2</c:v>
                </c:pt>
                <c:pt idx="972">
                  <c:v>6.2363416996695231E-2</c:v>
                </c:pt>
                <c:pt idx="973">
                  <c:v>6.2363416996695231E-2</c:v>
                </c:pt>
                <c:pt idx="974">
                  <c:v>6.2363416996695231E-2</c:v>
                </c:pt>
                <c:pt idx="975">
                  <c:v>6.2363416996695231E-2</c:v>
                </c:pt>
                <c:pt idx="976">
                  <c:v>6.2363416996695231E-2</c:v>
                </c:pt>
                <c:pt idx="977">
                  <c:v>6.2363416996695231E-2</c:v>
                </c:pt>
                <c:pt idx="978">
                  <c:v>6.2363416996695231E-2</c:v>
                </c:pt>
                <c:pt idx="979">
                  <c:v>6.2363416996695231E-2</c:v>
                </c:pt>
                <c:pt idx="980">
                  <c:v>6.2363416996695231E-2</c:v>
                </c:pt>
                <c:pt idx="981">
                  <c:v>6.2363416996695231E-2</c:v>
                </c:pt>
                <c:pt idx="982">
                  <c:v>6.2363416996695231E-2</c:v>
                </c:pt>
                <c:pt idx="983">
                  <c:v>6.2363416996695231E-2</c:v>
                </c:pt>
                <c:pt idx="984">
                  <c:v>6.2363416996695231E-2</c:v>
                </c:pt>
                <c:pt idx="985">
                  <c:v>6.2363416996695231E-2</c:v>
                </c:pt>
                <c:pt idx="986">
                  <c:v>6.2363416996695231E-2</c:v>
                </c:pt>
                <c:pt idx="987">
                  <c:v>6.2363416996695231E-2</c:v>
                </c:pt>
                <c:pt idx="988">
                  <c:v>6.2363416996695231E-2</c:v>
                </c:pt>
                <c:pt idx="989">
                  <c:v>6.2363416996695231E-2</c:v>
                </c:pt>
                <c:pt idx="990">
                  <c:v>6.2363416996695231E-2</c:v>
                </c:pt>
                <c:pt idx="991">
                  <c:v>6.2363416996695231E-2</c:v>
                </c:pt>
                <c:pt idx="992">
                  <c:v>6.2363416996695231E-2</c:v>
                </c:pt>
                <c:pt idx="993">
                  <c:v>6.2363416996695231E-2</c:v>
                </c:pt>
                <c:pt idx="994">
                  <c:v>6.2363416996695231E-2</c:v>
                </c:pt>
                <c:pt idx="995">
                  <c:v>6.2363416996695231E-2</c:v>
                </c:pt>
                <c:pt idx="996">
                  <c:v>6.2363416996695231E-2</c:v>
                </c:pt>
                <c:pt idx="997">
                  <c:v>6.2363416996695231E-2</c:v>
                </c:pt>
                <c:pt idx="998">
                  <c:v>6.2363416996695231E-2</c:v>
                </c:pt>
                <c:pt idx="999">
                  <c:v>6.2363416996695231E-2</c:v>
                </c:pt>
                <c:pt idx="1000">
                  <c:v>6.2363416996695231E-2</c:v>
                </c:pt>
                <c:pt idx="1001">
                  <c:v>6.2363416996695231E-2</c:v>
                </c:pt>
                <c:pt idx="1002">
                  <c:v>6.2363416996695231E-2</c:v>
                </c:pt>
                <c:pt idx="1003">
                  <c:v>6.2363416996695231E-2</c:v>
                </c:pt>
                <c:pt idx="1004">
                  <c:v>6.2363416996695231E-2</c:v>
                </c:pt>
                <c:pt idx="1005">
                  <c:v>6.2363416996695231E-2</c:v>
                </c:pt>
                <c:pt idx="1006">
                  <c:v>6.2363416996695231E-2</c:v>
                </c:pt>
                <c:pt idx="1007">
                  <c:v>6.2363416996695231E-2</c:v>
                </c:pt>
                <c:pt idx="1008">
                  <c:v>6.2363416996695231E-2</c:v>
                </c:pt>
                <c:pt idx="1009">
                  <c:v>6.2363416996695231E-2</c:v>
                </c:pt>
                <c:pt idx="1010">
                  <c:v>6.2363416996695231E-2</c:v>
                </c:pt>
                <c:pt idx="1011">
                  <c:v>6.2363416996695231E-2</c:v>
                </c:pt>
                <c:pt idx="1012">
                  <c:v>6.2363416996695231E-2</c:v>
                </c:pt>
                <c:pt idx="1013">
                  <c:v>6.2363416996695231E-2</c:v>
                </c:pt>
                <c:pt idx="1014">
                  <c:v>6.2363416996695231E-2</c:v>
                </c:pt>
                <c:pt idx="1015">
                  <c:v>6.2363416996695231E-2</c:v>
                </c:pt>
                <c:pt idx="1016">
                  <c:v>6.2363416996695231E-2</c:v>
                </c:pt>
                <c:pt idx="1017">
                  <c:v>6.2363416996695231E-2</c:v>
                </c:pt>
                <c:pt idx="1018">
                  <c:v>6.2363416996695231E-2</c:v>
                </c:pt>
                <c:pt idx="1019">
                  <c:v>6.2363416996695231E-2</c:v>
                </c:pt>
                <c:pt idx="1020">
                  <c:v>6.2363416996695231E-2</c:v>
                </c:pt>
                <c:pt idx="1021">
                  <c:v>6.2363416996695231E-2</c:v>
                </c:pt>
                <c:pt idx="1022">
                  <c:v>6.2363416996695231E-2</c:v>
                </c:pt>
                <c:pt idx="1023">
                  <c:v>6.2363416996695231E-2</c:v>
                </c:pt>
                <c:pt idx="1024">
                  <c:v>6.2363416996695231E-2</c:v>
                </c:pt>
                <c:pt idx="1025">
                  <c:v>6.2363416996695231E-2</c:v>
                </c:pt>
                <c:pt idx="1026">
                  <c:v>6.2363416996695231E-2</c:v>
                </c:pt>
                <c:pt idx="1027">
                  <c:v>6.2363416996695231E-2</c:v>
                </c:pt>
                <c:pt idx="1028">
                  <c:v>6.2363416996695231E-2</c:v>
                </c:pt>
                <c:pt idx="1029">
                  <c:v>6.2363416996695231E-2</c:v>
                </c:pt>
                <c:pt idx="1030">
                  <c:v>6.2363416996695231E-2</c:v>
                </c:pt>
                <c:pt idx="1031">
                  <c:v>6.2363416996695231E-2</c:v>
                </c:pt>
                <c:pt idx="1032">
                  <c:v>6.2363416996695231E-2</c:v>
                </c:pt>
                <c:pt idx="1033">
                  <c:v>6.2363416996695231E-2</c:v>
                </c:pt>
                <c:pt idx="1034">
                  <c:v>6.2363416996695231E-2</c:v>
                </c:pt>
                <c:pt idx="1035">
                  <c:v>6.2363416996695231E-2</c:v>
                </c:pt>
                <c:pt idx="1036">
                  <c:v>6.2363416996695231E-2</c:v>
                </c:pt>
                <c:pt idx="1037">
                  <c:v>6.2363416996695231E-2</c:v>
                </c:pt>
                <c:pt idx="1038">
                  <c:v>6.2363416996695231E-2</c:v>
                </c:pt>
                <c:pt idx="1039">
                  <c:v>6.2363416996695231E-2</c:v>
                </c:pt>
                <c:pt idx="1040">
                  <c:v>6.2363416996695231E-2</c:v>
                </c:pt>
                <c:pt idx="1041">
                  <c:v>6.2363416996695231E-2</c:v>
                </c:pt>
                <c:pt idx="1042">
                  <c:v>6.2363416996695231E-2</c:v>
                </c:pt>
                <c:pt idx="1043">
                  <c:v>6.2363416996695231E-2</c:v>
                </c:pt>
                <c:pt idx="1044">
                  <c:v>6.2363416996695231E-2</c:v>
                </c:pt>
                <c:pt idx="1045">
                  <c:v>6.2363416996695231E-2</c:v>
                </c:pt>
                <c:pt idx="1046">
                  <c:v>6.2363416996695231E-2</c:v>
                </c:pt>
                <c:pt idx="1047">
                  <c:v>6.2363416996695231E-2</c:v>
                </c:pt>
                <c:pt idx="1048">
                  <c:v>6.2363416996695231E-2</c:v>
                </c:pt>
                <c:pt idx="1049">
                  <c:v>6.2363416996695231E-2</c:v>
                </c:pt>
                <c:pt idx="1050">
                  <c:v>6.2363416996695231E-2</c:v>
                </c:pt>
                <c:pt idx="1051">
                  <c:v>6.2363416996695231E-2</c:v>
                </c:pt>
                <c:pt idx="1052">
                  <c:v>6.2363416996695231E-2</c:v>
                </c:pt>
                <c:pt idx="1053">
                  <c:v>6.2363416996695231E-2</c:v>
                </c:pt>
                <c:pt idx="1054">
                  <c:v>6.2363416996695231E-2</c:v>
                </c:pt>
                <c:pt idx="1055">
                  <c:v>6.2363416996695231E-2</c:v>
                </c:pt>
                <c:pt idx="1056">
                  <c:v>6.2363416996695231E-2</c:v>
                </c:pt>
                <c:pt idx="1057">
                  <c:v>6.2363416996695231E-2</c:v>
                </c:pt>
                <c:pt idx="1058">
                  <c:v>6.2363416996695231E-2</c:v>
                </c:pt>
                <c:pt idx="1059">
                  <c:v>6.2363416996695231E-2</c:v>
                </c:pt>
                <c:pt idx="1060">
                  <c:v>6.2363416996695231E-2</c:v>
                </c:pt>
                <c:pt idx="1061">
                  <c:v>6.2363416996695231E-2</c:v>
                </c:pt>
                <c:pt idx="1062">
                  <c:v>6.2363416996695231E-2</c:v>
                </c:pt>
                <c:pt idx="1063">
                  <c:v>6.2363416996695231E-2</c:v>
                </c:pt>
                <c:pt idx="1064">
                  <c:v>6.2363416996695231E-2</c:v>
                </c:pt>
                <c:pt idx="1065">
                  <c:v>6.2363416996695231E-2</c:v>
                </c:pt>
                <c:pt idx="1066">
                  <c:v>6.2363416996695231E-2</c:v>
                </c:pt>
                <c:pt idx="1067">
                  <c:v>6.2363416996695231E-2</c:v>
                </c:pt>
                <c:pt idx="1068">
                  <c:v>6.2363416996695231E-2</c:v>
                </c:pt>
                <c:pt idx="1069">
                  <c:v>6.2363416996695231E-2</c:v>
                </c:pt>
                <c:pt idx="1070">
                  <c:v>6.2363416996695231E-2</c:v>
                </c:pt>
                <c:pt idx="1071">
                  <c:v>6.2363416996695231E-2</c:v>
                </c:pt>
                <c:pt idx="1072">
                  <c:v>6.2363416996695231E-2</c:v>
                </c:pt>
                <c:pt idx="1073">
                  <c:v>6.2363416996695231E-2</c:v>
                </c:pt>
                <c:pt idx="1074">
                  <c:v>6.2363416996695231E-2</c:v>
                </c:pt>
                <c:pt idx="1075">
                  <c:v>6.2363416996695231E-2</c:v>
                </c:pt>
                <c:pt idx="1076">
                  <c:v>6.2363416996695231E-2</c:v>
                </c:pt>
                <c:pt idx="1077">
                  <c:v>6.2363416996695231E-2</c:v>
                </c:pt>
                <c:pt idx="1078">
                  <c:v>6.2363416996695231E-2</c:v>
                </c:pt>
                <c:pt idx="1079">
                  <c:v>6.2363416996695231E-2</c:v>
                </c:pt>
                <c:pt idx="1080">
                  <c:v>6.2363416996695231E-2</c:v>
                </c:pt>
                <c:pt idx="1081">
                  <c:v>6.2363416996695231E-2</c:v>
                </c:pt>
                <c:pt idx="1082">
                  <c:v>6.2363416996695231E-2</c:v>
                </c:pt>
                <c:pt idx="1083">
                  <c:v>6.2363416996695231E-2</c:v>
                </c:pt>
                <c:pt idx="1084">
                  <c:v>6.2363416996695231E-2</c:v>
                </c:pt>
                <c:pt idx="1085">
                  <c:v>6.2363416996695231E-2</c:v>
                </c:pt>
                <c:pt idx="1086">
                  <c:v>6.2363416996695231E-2</c:v>
                </c:pt>
                <c:pt idx="1087">
                  <c:v>6.2363416996695231E-2</c:v>
                </c:pt>
                <c:pt idx="1088">
                  <c:v>6.2363416996695231E-2</c:v>
                </c:pt>
                <c:pt idx="1089">
                  <c:v>6.2363416996695231E-2</c:v>
                </c:pt>
                <c:pt idx="1090">
                  <c:v>6.2363416996695231E-2</c:v>
                </c:pt>
                <c:pt idx="1091">
                  <c:v>6.2363416996695231E-2</c:v>
                </c:pt>
                <c:pt idx="1092">
                  <c:v>6.2363416996695231E-2</c:v>
                </c:pt>
                <c:pt idx="1093">
                  <c:v>6.2363416996695231E-2</c:v>
                </c:pt>
                <c:pt idx="1094">
                  <c:v>6.2363416996695231E-2</c:v>
                </c:pt>
                <c:pt idx="1095">
                  <c:v>6.2363416996695231E-2</c:v>
                </c:pt>
                <c:pt idx="1096">
                  <c:v>6.2363416996695231E-2</c:v>
                </c:pt>
                <c:pt idx="1097">
                  <c:v>6.2363416996695231E-2</c:v>
                </c:pt>
                <c:pt idx="1098">
                  <c:v>6.2363416996695231E-2</c:v>
                </c:pt>
                <c:pt idx="1099">
                  <c:v>6.2363416996695231E-2</c:v>
                </c:pt>
                <c:pt idx="1100">
                  <c:v>6.2363416996695231E-2</c:v>
                </c:pt>
                <c:pt idx="1101">
                  <c:v>6.2363416996695231E-2</c:v>
                </c:pt>
                <c:pt idx="1102">
                  <c:v>6.2363416996695231E-2</c:v>
                </c:pt>
                <c:pt idx="1103">
                  <c:v>6.2363416996695231E-2</c:v>
                </c:pt>
                <c:pt idx="1104">
                  <c:v>6.2363416996695231E-2</c:v>
                </c:pt>
                <c:pt idx="1105">
                  <c:v>6.2363416996695231E-2</c:v>
                </c:pt>
                <c:pt idx="1106">
                  <c:v>6.2363416996695231E-2</c:v>
                </c:pt>
                <c:pt idx="1107">
                  <c:v>6.2363416996695231E-2</c:v>
                </c:pt>
                <c:pt idx="1108">
                  <c:v>6.2363416996695231E-2</c:v>
                </c:pt>
                <c:pt idx="1109">
                  <c:v>6.2363416996695231E-2</c:v>
                </c:pt>
                <c:pt idx="1110">
                  <c:v>6.2363416996695231E-2</c:v>
                </c:pt>
                <c:pt idx="1111">
                  <c:v>6.2363416996695231E-2</c:v>
                </c:pt>
                <c:pt idx="1112">
                  <c:v>6.2363416996695231E-2</c:v>
                </c:pt>
                <c:pt idx="1113">
                  <c:v>6.2363416996695231E-2</c:v>
                </c:pt>
                <c:pt idx="1114">
                  <c:v>6.2363416996695231E-2</c:v>
                </c:pt>
                <c:pt idx="1115">
                  <c:v>6.2363416996695231E-2</c:v>
                </c:pt>
                <c:pt idx="1116">
                  <c:v>6.2363416996695231E-2</c:v>
                </c:pt>
                <c:pt idx="1117">
                  <c:v>6.2363416996695231E-2</c:v>
                </c:pt>
                <c:pt idx="1118">
                  <c:v>6.2363416996695231E-2</c:v>
                </c:pt>
                <c:pt idx="1119">
                  <c:v>6.2363416996695231E-2</c:v>
                </c:pt>
                <c:pt idx="1120">
                  <c:v>6.2363416996695231E-2</c:v>
                </c:pt>
                <c:pt idx="1121">
                  <c:v>6.2363416996695231E-2</c:v>
                </c:pt>
                <c:pt idx="1122">
                  <c:v>6.2363416996695231E-2</c:v>
                </c:pt>
                <c:pt idx="1123">
                  <c:v>6.2363416996695231E-2</c:v>
                </c:pt>
                <c:pt idx="1124">
                  <c:v>6.2363416996695231E-2</c:v>
                </c:pt>
                <c:pt idx="1125">
                  <c:v>6.2363416996695231E-2</c:v>
                </c:pt>
                <c:pt idx="1126">
                  <c:v>6.2363416996695231E-2</c:v>
                </c:pt>
                <c:pt idx="1127">
                  <c:v>6.2363416996695231E-2</c:v>
                </c:pt>
                <c:pt idx="1128">
                  <c:v>6.2363416996695231E-2</c:v>
                </c:pt>
                <c:pt idx="1129">
                  <c:v>6.2363416996695231E-2</c:v>
                </c:pt>
                <c:pt idx="1130">
                  <c:v>6.2363416996695231E-2</c:v>
                </c:pt>
                <c:pt idx="1131">
                  <c:v>6.2363416996695231E-2</c:v>
                </c:pt>
                <c:pt idx="1132">
                  <c:v>6.2363416996695231E-2</c:v>
                </c:pt>
                <c:pt idx="1133">
                  <c:v>6.2363416996695231E-2</c:v>
                </c:pt>
                <c:pt idx="1134">
                  <c:v>6.2363416996695231E-2</c:v>
                </c:pt>
                <c:pt idx="1135">
                  <c:v>6.2363416996695231E-2</c:v>
                </c:pt>
                <c:pt idx="1136">
                  <c:v>6.2363416996695231E-2</c:v>
                </c:pt>
                <c:pt idx="1137">
                  <c:v>6.2363416996695231E-2</c:v>
                </c:pt>
                <c:pt idx="1138">
                  <c:v>6.2363416996695231E-2</c:v>
                </c:pt>
                <c:pt idx="1139">
                  <c:v>6.2363416996695231E-2</c:v>
                </c:pt>
                <c:pt idx="1140">
                  <c:v>6.2363416996695231E-2</c:v>
                </c:pt>
                <c:pt idx="1141">
                  <c:v>6.2363416996695231E-2</c:v>
                </c:pt>
                <c:pt idx="1142">
                  <c:v>6.2363416996695231E-2</c:v>
                </c:pt>
                <c:pt idx="1143">
                  <c:v>6.2363416996695231E-2</c:v>
                </c:pt>
                <c:pt idx="1144">
                  <c:v>6.2363416996695231E-2</c:v>
                </c:pt>
                <c:pt idx="1145">
                  <c:v>6.2363416996695231E-2</c:v>
                </c:pt>
                <c:pt idx="1146">
                  <c:v>6.2363416996695231E-2</c:v>
                </c:pt>
                <c:pt idx="1147">
                  <c:v>6.2363416996695231E-2</c:v>
                </c:pt>
                <c:pt idx="1148">
                  <c:v>6.2363416996695231E-2</c:v>
                </c:pt>
                <c:pt idx="1149">
                  <c:v>6.2363416996695231E-2</c:v>
                </c:pt>
                <c:pt idx="1150">
                  <c:v>6.2363416996695231E-2</c:v>
                </c:pt>
                <c:pt idx="1151">
                  <c:v>6.2363416996695231E-2</c:v>
                </c:pt>
                <c:pt idx="1152">
                  <c:v>6.2363416996695231E-2</c:v>
                </c:pt>
                <c:pt idx="1153">
                  <c:v>6.2363416996695231E-2</c:v>
                </c:pt>
                <c:pt idx="1154">
                  <c:v>6.2363416996695231E-2</c:v>
                </c:pt>
                <c:pt idx="1155">
                  <c:v>6.2363416996695231E-2</c:v>
                </c:pt>
                <c:pt idx="1156">
                  <c:v>6.2363416996695231E-2</c:v>
                </c:pt>
                <c:pt idx="1157">
                  <c:v>6.2363416996695231E-2</c:v>
                </c:pt>
                <c:pt idx="1158">
                  <c:v>6.2363416996695231E-2</c:v>
                </c:pt>
                <c:pt idx="1159">
                  <c:v>6.2363416996695231E-2</c:v>
                </c:pt>
                <c:pt idx="1160">
                  <c:v>6.2363416996695231E-2</c:v>
                </c:pt>
                <c:pt idx="1161">
                  <c:v>6.2363416996695231E-2</c:v>
                </c:pt>
                <c:pt idx="1162">
                  <c:v>6.2363416996695231E-2</c:v>
                </c:pt>
                <c:pt idx="1163">
                  <c:v>6.2363416996695231E-2</c:v>
                </c:pt>
                <c:pt idx="1164">
                  <c:v>6.2363416996695231E-2</c:v>
                </c:pt>
                <c:pt idx="1165">
                  <c:v>6.2363416996695231E-2</c:v>
                </c:pt>
                <c:pt idx="1166">
                  <c:v>6.2363416996695231E-2</c:v>
                </c:pt>
                <c:pt idx="1167">
                  <c:v>6.2363416996695231E-2</c:v>
                </c:pt>
                <c:pt idx="1168">
                  <c:v>6.2363416996695231E-2</c:v>
                </c:pt>
                <c:pt idx="1169">
                  <c:v>6.2363416996695231E-2</c:v>
                </c:pt>
                <c:pt idx="1170">
                  <c:v>6.2363416996695231E-2</c:v>
                </c:pt>
                <c:pt idx="1171">
                  <c:v>6.2363416996695231E-2</c:v>
                </c:pt>
                <c:pt idx="1172">
                  <c:v>6.2363416996695231E-2</c:v>
                </c:pt>
                <c:pt idx="1173">
                  <c:v>6.2363416996695231E-2</c:v>
                </c:pt>
                <c:pt idx="1174">
                  <c:v>6.2363416996695231E-2</c:v>
                </c:pt>
                <c:pt idx="1175">
                  <c:v>6.2363416996695231E-2</c:v>
                </c:pt>
                <c:pt idx="1176">
                  <c:v>6.2363416996695231E-2</c:v>
                </c:pt>
                <c:pt idx="1177">
                  <c:v>6.2363416996695231E-2</c:v>
                </c:pt>
                <c:pt idx="1178">
                  <c:v>6.2363416996695231E-2</c:v>
                </c:pt>
                <c:pt idx="1179">
                  <c:v>6.2363416996695231E-2</c:v>
                </c:pt>
                <c:pt idx="1180">
                  <c:v>6.2363416996695231E-2</c:v>
                </c:pt>
                <c:pt idx="1181">
                  <c:v>6.2363416996695231E-2</c:v>
                </c:pt>
                <c:pt idx="1182">
                  <c:v>6.2363416996695231E-2</c:v>
                </c:pt>
                <c:pt idx="1183">
                  <c:v>6.2363416996695231E-2</c:v>
                </c:pt>
                <c:pt idx="1184">
                  <c:v>6.2363416996695231E-2</c:v>
                </c:pt>
                <c:pt idx="1185">
                  <c:v>6.2363416996695231E-2</c:v>
                </c:pt>
                <c:pt idx="1186">
                  <c:v>6.2363416996695231E-2</c:v>
                </c:pt>
                <c:pt idx="1187">
                  <c:v>6.2363416996695231E-2</c:v>
                </c:pt>
                <c:pt idx="1188">
                  <c:v>6.2363416996695231E-2</c:v>
                </c:pt>
                <c:pt idx="1189">
                  <c:v>6.2363416996695231E-2</c:v>
                </c:pt>
                <c:pt idx="1190">
                  <c:v>6.2363416996695231E-2</c:v>
                </c:pt>
                <c:pt idx="1191">
                  <c:v>6.2363416996695231E-2</c:v>
                </c:pt>
                <c:pt idx="1192">
                  <c:v>6.2363416996695231E-2</c:v>
                </c:pt>
                <c:pt idx="1193">
                  <c:v>6.2363416996695231E-2</c:v>
                </c:pt>
                <c:pt idx="1194">
                  <c:v>6.2363416996695231E-2</c:v>
                </c:pt>
                <c:pt idx="1195">
                  <c:v>6.2363416996695231E-2</c:v>
                </c:pt>
                <c:pt idx="1196">
                  <c:v>6.2363416996695231E-2</c:v>
                </c:pt>
                <c:pt idx="1197">
                  <c:v>6.2363416996695231E-2</c:v>
                </c:pt>
                <c:pt idx="1198">
                  <c:v>6.2363416996695231E-2</c:v>
                </c:pt>
                <c:pt idx="1199">
                  <c:v>6.2363416996695231E-2</c:v>
                </c:pt>
                <c:pt idx="1200">
                  <c:v>6.2363416996695231E-2</c:v>
                </c:pt>
                <c:pt idx="1201">
                  <c:v>6.2363416996695231E-2</c:v>
                </c:pt>
                <c:pt idx="1202">
                  <c:v>6.2363416996695231E-2</c:v>
                </c:pt>
                <c:pt idx="1203">
                  <c:v>6.2363416996695231E-2</c:v>
                </c:pt>
                <c:pt idx="1204">
                  <c:v>6.2363416996695231E-2</c:v>
                </c:pt>
                <c:pt idx="1205">
                  <c:v>6.2363416996695231E-2</c:v>
                </c:pt>
                <c:pt idx="1206">
                  <c:v>6.2363416996695231E-2</c:v>
                </c:pt>
                <c:pt idx="1207">
                  <c:v>6.2363416996695231E-2</c:v>
                </c:pt>
                <c:pt idx="1208">
                  <c:v>6.2363416996695231E-2</c:v>
                </c:pt>
                <c:pt idx="1209">
                  <c:v>6.2363416996695231E-2</c:v>
                </c:pt>
                <c:pt idx="1210">
                  <c:v>6.2363416996695231E-2</c:v>
                </c:pt>
                <c:pt idx="1211">
                  <c:v>6.2363416996695231E-2</c:v>
                </c:pt>
                <c:pt idx="1212">
                  <c:v>6.2363416996695231E-2</c:v>
                </c:pt>
                <c:pt idx="1213">
                  <c:v>6.2363416996695231E-2</c:v>
                </c:pt>
                <c:pt idx="1214">
                  <c:v>6.2363416996695231E-2</c:v>
                </c:pt>
                <c:pt idx="1215">
                  <c:v>6.2363416996695231E-2</c:v>
                </c:pt>
                <c:pt idx="1216">
                  <c:v>6.2363416996695231E-2</c:v>
                </c:pt>
                <c:pt idx="1217">
                  <c:v>6.2363416996695231E-2</c:v>
                </c:pt>
                <c:pt idx="1218">
                  <c:v>6.2363416996695231E-2</c:v>
                </c:pt>
                <c:pt idx="1219">
                  <c:v>6.2363416996695231E-2</c:v>
                </c:pt>
                <c:pt idx="1220">
                  <c:v>6.2363416996695231E-2</c:v>
                </c:pt>
                <c:pt idx="1221">
                  <c:v>6.2363416996695231E-2</c:v>
                </c:pt>
                <c:pt idx="1222">
                  <c:v>6.2363416996695231E-2</c:v>
                </c:pt>
                <c:pt idx="1223">
                  <c:v>6.2363416996695231E-2</c:v>
                </c:pt>
                <c:pt idx="1224">
                  <c:v>6.2363416996695231E-2</c:v>
                </c:pt>
                <c:pt idx="1225">
                  <c:v>6.2363416996695231E-2</c:v>
                </c:pt>
                <c:pt idx="1226">
                  <c:v>6.2363416996695231E-2</c:v>
                </c:pt>
                <c:pt idx="1227">
                  <c:v>6.2363416996695231E-2</c:v>
                </c:pt>
                <c:pt idx="1228">
                  <c:v>6.2363416996695231E-2</c:v>
                </c:pt>
                <c:pt idx="1229">
                  <c:v>6.2363416996695231E-2</c:v>
                </c:pt>
                <c:pt idx="1230">
                  <c:v>6.2363416996695231E-2</c:v>
                </c:pt>
                <c:pt idx="1231">
                  <c:v>6.2363416996695231E-2</c:v>
                </c:pt>
                <c:pt idx="1232">
                  <c:v>6.2363416996695231E-2</c:v>
                </c:pt>
                <c:pt idx="1233">
                  <c:v>6.2363416996695231E-2</c:v>
                </c:pt>
                <c:pt idx="1234">
                  <c:v>6.2363416996695231E-2</c:v>
                </c:pt>
                <c:pt idx="1235">
                  <c:v>6.2363416996695231E-2</c:v>
                </c:pt>
                <c:pt idx="1236">
                  <c:v>6.2363416996695231E-2</c:v>
                </c:pt>
                <c:pt idx="1237">
                  <c:v>6.2363416996695231E-2</c:v>
                </c:pt>
                <c:pt idx="1238">
                  <c:v>6.2363416996695231E-2</c:v>
                </c:pt>
                <c:pt idx="1239">
                  <c:v>6.2363416996695231E-2</c:v>
                </c:pt>
                <c:pt idx="1240">
                  <c:v>6.2363416996695231E-2</c:v>
                </c:pt>
                <c:pt idx="1241">
                  <c:v>6.2363416996695231E-2</c:v>
                </c:pt>
                <c:pt idx="1242">
                  <c:v>6.2363416996695231E-2</c:v>
                </c:pt>
                <c:pt idx="1243">
                  <c:v>6.2363416996695231E-2</c:v>
                </c:pt>
                <c:pt idx="1244">
                  <c:v>6.2363416996695231E-2</c:v>
                </c:pt>
                <c:pt idx="1245">
                  <c:v>6.2363416996695231E-2</c:v>
                </c:pt>
                <c:pt idx="1246">
                  <c:v>6.2363416996695231E-2</c:v>
                </c:pt>
                <c:pt idx="1247">
                  <c:v>6.2363416996695231E-2</c:v>
                </c:pt>
                <c:pt idx="1248">
                  <c:v>6.2363416996695231E-2</c:v>
                </c:pt>
                <c:pt idx="1249">
                  <c:v>6.2363416996695231E-2</c:v>
                </c:pt>
                <c:pt idx="1250">
                  <c:v>6.2363416996695231E-2</c:v>
                </c:pt>
                <c:pt idx="1251">
                  <c:v>6.2363416996695231E-2</c:v>
                </c:pt>
                <c:pt idx="1252">
                  <c:v>6.2363416996695231E-2</c:v>
                </c:pt>
                <c:pt idx="1253">
                  <c:v>6.2363416996695231E-2</c:v>
                </c:pt>
                <c:pt idx="1254">
                  <c:v>6.2363416996695231E-2</c:v>
                </c:pt>
                <c:pt idx="1255">
                  <c:v>6.2363416996695231E-2</c:v>
                </c:pt>
                <c:pt idx="1256">
                  <c:v>6.2363416996695231E-2</c:v>
                </c:pt>
                <c:pt idx="1257">
                  <c:v>6.2363416996695231E-2</c:v>
                </c:pt>
                <c:pt idx="1258">
                  <c:v>6.2363416996695231E-2</c:v>
                </c:pt>
                <c:pt idx="1259">
                  <c:v>6.2363416996695231E-2</c:v>
                </c:pt>
                <c:pt idx="1260">
                  <c:v>6.2363416996695231E-2</c:v>
                </c:pt>
                <c:pt idx="1261">
                  <c:v>6.2363416996695231E-2</c:v>
                </c:pt>
                <c:pt idx="1262">
                  <c:v>6.2363416996695231E-2</c:v>
                </c:pt>
                <c:pt idx="1263">
                  <c:v>6.2363416996695231E-2</c:v>
                </c:pt>
                <c:pt idx="1264">
                  <c:v>6.2363416996695231E-2</c:v>
                </c:pt>
                <c:pt idx="1265">
                  <c:v>6.2363416996695231E-2</c:v>
                </c:pt>
                <c:pt idx="1266">
                  <c:v>6.2363416996695231E-2</c:v>
                </c:pt>
                <c:pt idx="1267">
                  <c:v>6.2363416996695231E-2</c:v>
                </c:pt>
                <c:pt idx="1268">
                  <c:v>6.2363416996695231E-2</c:v>
                </c:pt>
                <c:pt idx="1269">
                  <c:v>6.2363416996695231E-2</c:v>
                </c:pt>
                <c:pt idx="1270">
                  <c:v>6.2363416996695231E-2</c:v>
                </c:pt>
                <c:pt idx="1271">
                  <c:v>6.2363416996695231E-2</c:v>
                </c:pt>
                <c:pt idx="1272">
                  <c:v>6.2363416996695231E-2</c:v>
                </c:pt>
                <c:pt idx="1273">
                  <c:v>6.2363416996695231E-2</c:v>
                </c:pt>
                <c:pt idx="1274">
                  <c:v>6.2363416996695231E-2</c:v>
                </c:pt>
                <c:pt idx="1275">
                  <c:v>6.2363416996695231E-2</c:v>
                </c:pt>
                <c:pt idx="1276">
                  <c:v>6.2363416996695231E-2</c:v>
                </c:pt>
                <c:pt idx="1277">
                  <c:v>6.2363416996695231E-2</c:v>
                </c:pt>
                <c:pt idx="1278">
                  <c:v>6.2363416996695231E-2</c:v>
                </c:pt>
                <c:pt idx="1279">
                  <c:v>6.2363416996695231E-2</c:v>
                </c:pt>
                <c:pt idx="1280">
                  <c:v>6.2363416996695231E-2</c:v>
                </c:pt>
                <c:pt idx="1281">
                  <c:v>6.2363416996695231E-2</c:v>
                </c:pt>
                <c:pt idx="1282">
                  <c:v>6.2363416996695231E-2</c:v>
                </c:pt>
                <c:pt idx="1283">
                  <c:v>6.2363416996695231E-2</c:v>
                </c:pt>
                <c:pt idx="1284">
                  <c:v>6.2363416996695231E-2</c:v>
                </c:pt>
                <c:pt idx="1285">
                  <c:v>6.2363416996695231E-2</c:v>
                </c:pt>
                <c:pt idx="1286">
                  <c:v>6.2363416996695231E-2</c:v>
                </c:pt>
                <c:pt idx="1287">
                  <c:v>6.2363416996695231E-2</c:v>
                </c:pt>
                <c:pt idx="1288">
                  <c:v>6.2363416996695231E-2</c:v>
                </c:pt>
                <c:pt idx="1289">
                  <c:v>6.2363416996695231E-2</c:v>
                </c:pt>
                <c:pt idx="1290">
                  <c:v>6.2363416996695231E-2</c:v>
                </c:pt>
                <c:pt idx="1291">
                  <c:v>6.2363416996695231E-2</c:v>
                </c:pt>
                <c:pt idx="1292">
                  <c:v>6.2363416996695231E-2</c:v>
                </c:pt>
                <c:pt idx="1293">
                  <c:v>6.2363416996695231E-2</c:v>
                </c:pt>
                <c:pt idx="1294">
                  <c:v>6.2363416996695231E-2</c:v>
                </c:pt>
                <c:pt idx="1295">
                  <c:v>6.2363416996695231E-2</c:v>
                </c:pt>
                <c:pt idx="1296">
                  <c:v>6.2363416996695231E-2</c:v>
                </c:pt>
                <c:pt idx="1297">
                  <c:v>6.2363416996695231E-2</c:v>
                </c:pt>
                <c:pt idx="1298">
                  <c:v>6.2363416996695231E-2</c:v>
                </c:pt>
                <c:pt idx="1299">
                  <c:v>6.2363416996695231E-2</c:v>
                </c:pt>
                <c:pt idx="1300">
                  <c:v>6.2363416996695231E-2</c:v>
                </c:pt>
                <c:pt idx="1301">
                  <c:v>6.2363416996695231E-2</c:v>
                </c:pt>
                <c:pt idx="1302">
                  <c:v>6.2363416996695231E-2</c:v>
                </c:pt>
                <c:pt idx="1303">
                  <c:v>6.2363416996695231E-2</c:v>
                </c:pt>
                <c:pt idx="1304">
                  <c:v>6.2363416996695231E-2</c:v>
                </c:pt>
                <c:pt idx="1305">
                  <c:v>6.2363416996695231E-2</c:v>
                </c:pt>
                <c:pt idx="1306">
                  <c:v>6.2363416996695231E-2</c:v>
                </c:pt>
                <c:pt idx="1307">
                  <c:v>6.2363416996695231E-2</c:v>
                </c:pt>
                <c:pt idx="1308">
                  <c:v>6.2363416996695231E-2</c:v>
                </c:pt>
                <c:pt idx="1309">
                  <c:v>6.2363416996695231E-2</c:v>
                </c:pt>
                <c:pt idx="1310">
                  <c:v>6.2363416996695231E-2</c:v>
                </c:pt>
                <c:pt idx="1311">
                  <c:v>6.2363416996695231E-2</c:v>
                </c:pt>
                <c:pt idx="1312">
                  <c:v>6.2363416996695231E-2</c:v>
                </c:pt>
                <c:pt idx="1313">
                  <c:v>6.2363416996695231E-2</c:v>
                </c:pt>
                <c:pt idx="1314">
                  <c:v>6.2363416996695231E-2</c:v>
                </c:pt>
                <c:pt idx="1315">
                  <c:v>6.2363416996695231E-2</c:v>
                </c:pt>
                <c:pt idx="1316">
                  <c:v>6.2363416996695231E-2</c:v>
                </c:pt>
                <c:pt idx="1317">
                  <c:v>6.2363416996695231E-2</c:v>
                </c:pt>
                <c:pt idx="1318">
                  <c:v>6.2363416996695231E-2</c:v>
                </c:pt>
                <c:pt idx="1319">
                  <c:v>6.2363416996695231E-2</c:v>
                </c:pt>
                <c:pt idx="1320">
                  <c:v>6.2363416996695231E-2</c:v>
                </c:pt>
                <c:pt idx="1321">
                  <c:v>6.2363416996695231E-2</c:v>
                </c:pt>
                <c:pt idx="1322">
                  <c:v>6.2363416996695231E-2</c:v>
                </c:pt>
                <c:pt idx="1323">
                  <c:v>6.2363416996695231E-2</c:v>
                </c:pt>
                <c:pt idx="1324">
                  <c:v>6.2363416996695231E-2</c:v>
                </c:pt>
                <c:pt idx="1325">
                  <c:v>6.2363416996695231E-2</c:v>
                </c:pt>
                <c:pt idx="1326">
                  <c:v>6.2363416996695231E-2</c:v>
                </c:pt>
                <c:pt idx="1327">
                  <c:v>6.2363416996695231E-2</c:v>
                </c:pt>
                <c:pt idx="1328">
                  <c:v>6.2363416996695231E-2</c:v>
                </c:pt>
                <c:pt idx="1329">
                  <c:v>6.2363416996695231E-2</c:v>
                </c:pt>
                <c:pt idx="1330">
                  <c:v>6.2363416996695231E-2</c:v>
                </c:pt>
                <c:pt idx="1331">
                  <c:v>6.2363416996695231E-2</c:v>
                </c:pt>
                <c:pt idx="1332">
                  <c:v>6.2363416996695231E-2</c:v>
                </c:pt>
                <c:pt idx="1333">
                  <c:v>6.2363416996695231E-2</c:v>
                </c:pt>
                <c:pt idx="1334">
                  <c:v>6.2363416996695231E-2</c:v>
                </c:pt>
                <c:pt idx="1335">
                  <c:v>6.2363416996695231E-2</c:v>
                </c:pt>
                <c:pt idx="1336">
                  <c:v>6.2363416996695231E-2</c:v>
                </c:pt>
                <c:pt idx="1337">
                  <c:v>6.2363416996695231E-2</c:v>
                </c:pt>
                <c:pt idx="1338">
                  <c:v>6.2363416996695231E-2</c:v>
                </c:pt>
                <c:pt idx="1339">
                  <c:v>6.2363416996695231E-2</c:v>
                </c:pt>
                <c:pt idx="1340">
                  <c:v>6.2363416996695231E-2</c:v>
                </c:pt>
                <c:pt idx="1341">
                  <c:v>6.2363416996695231E-2</c:v>
                </c:pt>
                <c:pt idx="1342">
                  <c:v>6.2363416996695231E-2</c:v>
                </c:pt>
                <c:pt idx="1343">
                  <c:v>6.2363416996695231E-2</c:v>
                </c:pt>
                <c:pt idx="1344">
                  <c:v>6.2363416996695231E-2</c:v>
                </c:pt>
                <c:pt idx="1345">
                  <c:v>6.2363416996695231E-2</c:v>
                </c:pt>
                <c:pt idx="1346">
                  <c:v>6.2363416996695231E-2</c:v>
                </c:pt>
                <c:pt idx="1347">
                  <c:v>6.2363416996695231E-2</c:v>
                </c:pt>
                <c:pt idx="1348">
                  <c:v>6.2363416996695231E-2</c:v>
                </c:pt>
                <c:pt idx="1349">
                  <c:v>6.2363416996695231E-2</c:v>
                </c:pt>
                <c:pt idx="1350">
                  <c:v>6.2363416996695231E-2</c:v>
                </c:pt>
                <c:pt idx="1351">
                  <c:v>6.2363416996695231E-2</c:v>
                </c:pt>
                <c:pt idx="1352">
                  <c:v>6.2363416996695231E-2</c:v>
                </c:pt>
                <c:pt idx="1353">
                  <c:v>6.2363416996695231E-2</c:v>
                </c:pt>
                <c:pt idx="1354">
                  <c:v>6.2363416996695231E-2</c:v>
                </c:pt>
                <c:pt idx="1355">
                  <c:v>6.2363416996695231E-2</c:v>
                </c:pt>
                <c:pt idx="1356">
                  <c:v>6.2363416996695231E-2</c:v>
                </c:pt>
                <c:pt idx="1357">
                  <c:v>6.2363416996695231E-2</c:v>
                </c:pt>
                <c:pt idx="1358">
                  <c:v>6.2363416996695231E-2</c:v>
                </c:pt>
                <c:pt idx="1359">
                  <c:v>6.2363416996695231E-2</c:v>
                </c:pt>
                <c:pt idx="1360">
                  <c:v>6.2363416996695231E-2</c:v>
                </c:pt>
                <c:pt idx="1361">
                  <c:v>6.2363416996695231E-2</c:v>
                </c:pt>
                <c:pt idx="1362">
                  <c:v>6.2363416996695231E-2</c:v>
                </c:pt>
                <c:pt idx="1363">
                  <c:v>6.2363416996695231E-2</c:v>
                </c:pt>
                <c:pt idx="1364">
                  <c:v>6.2363416996695231E-2</c:v>
                </c:pt>
                <c:pt idx="1365">
                  <c:v>6.2363416996695231E-2</c:v>
                </c:pt>
                <c:pt idx="1366">
                  <c:v>6.2363416996695231E-2</c:v>
                </c:pt>
                <c:pt idx="1367">
                  <c:v>6.2363416996695231E-2</c:v>
                </c:pt>
                <c:pt idx="1368">
                  <c:v>6.2363416996695231E-2</c:v>
                </c:pt>
                <c:pt idx="1369">
                  <c:v>6.2363416996695231E-2</c:v>
                </c:pt>
                <c:pt idx="1370">
                  <c:v>6.2363416996695231E-2</c:v>
                </c:pt>
                <c:pt idx="1371">
                  <c:v>6.2363416996695231E-2</c:v>
                </c:pt>
                <c:pt idx="1372">
                  <c:v>6.2363416996695231E-2</c:v>
                </c:pt>
                <c:pt idx="1373">
                  <c:v>6.2363416996695231E-2</c:v>
                </c:pt>
                <c:pt idx="1374">
                  <c:v>6.2363416996695231E-2</c:v>
                </c:pt>
                <c:pt idx="1375">
                  <c:v>6.2363416996695231E-2</c:v>
                </c:pt>
                <c:pt idx="1376">
                  <c:v>6.2363416996695231E-2</c:v>
                </c:pt>
                <c:pt idx="1377">
                  <c:v>6.2363416996695231E-2</c:v>
                </c:pt>
                <c:pt idx="1378">
                  <c:v>6.2363416996695231E-2</c:v>
                </c:pt>
                <c:pt idx="1379">
                  <c:v>6.2363416996695231E-2</c:v>
                </c:pt>
                <c:pt idx="1380">
                  <c:v>6.2363416996695231E-2</c:v>
                </c:pt>
                <c:pt idx="1381">
                  <c:v>6.2363416996695231E-2</c:v>
                </c:pt>
                <c:pt idx="1382">
                  <c:v>6.2363416996695231E-2</c:v>
                </c:pt>
                <c:pt idx="1383">
                  <c:v>6.2363416996695231E-2</c:v>
                </c:pt>
                <c:pt idx="1384">
                  <c:v>6.2363416996695231E-2</c:v>
                </c:pt>
                <c:pt idx="1385">
                  <c:v>6.2363416996695231E-2</c:v>
                </c:pt>
                <c:pt idx="1386">
                  <c:v>6.2363416996695231E-2</c:v>
                </c:pt>
                <c:pt idx="1387">
                  <c:v>6.2363416996695231E-2</c:v>
                </c:pt>
                <c:pt idx="1388">
                  <c:v>6.2363416996695231E-2</c:v>
                </c:pt>
                <c:pt idx="1389">
                  <c:v>6.2363416996695231E-2</c:v>
                </c:pt>
                <c:pt idx="1390">
                  <c:v>6.2363416996695231E-2</c:v>
                </c:pt>
                <c:pt idx="1391">
                  <c:v>6.2363416996695231E-2</c:v>
                </c:pt>
                <c:pt idx="1392">
                  <c:v>6.2363416996695231E-2</c:v>
                </c:pt>
                <c:pt idx="1393">
                  <c:v>6.2363416996695231E-2</c:v>
                </c:pt>
                <c:pt idx="1394">
                  <c:v>6.2363416996695231E-2</c:v>
                </c:pt>
                <c:pt idx="1395">
                  <c:v>6.2363416996695231E-2</c:v>
                </c:pt>
                <c:pt idx="1396">
                  <c:v>6.2363416996695231E-2</c:v>
                </c:pt>
                <c:pt idx="1397">
                  <c:v>6.2363416996695231E-2</c:v>
                </c:pt>
                <c:pt idx="1398">
                  <c:v>6.2363416996695231E-2</c:v>
                </c:pt>
                <c:pt idx="1399">
                  <c:v>6.2363416996695231E-2</c:v>
                </c:pt>
                <c:pt idx="1400">
                  <c:v>6.2363416996695231E-2</c:v>
                </c:pt>
                <c:pt idx="1401">
                  <c:v>6.2363416996695231E-2</c:v>
                </c:pt>
                <c:pt idx="1402">
                  <c:v>6.2363416996695231E-2</c:v>
                </c:pt>
                <c:pt idx="1403">
                  <c:v>6.2363416996695231E-2</c:v>
                </c:pt>
                <c:pt idx="1404">
                  <c:v>6.2363416996695231E-2</c:v>
                </c:pt>
                <c:pt idx="1405">
                  <c:v>6.2363416996695231E-2</c:v>
                </c:pt>
                <c:pt idx="1406">
                  <c:v>6.2363416996695231E-2</c:v>
                </c:pt>
                <c:pt idx="1407">
                  <c:v>6.2363416996695231E-2</c:v>
                </c:pt>
                <c:pt idx="1408">
                  <c:v>6.2363416996695231E-2</c:v>
                </c:pt>
                <c:pt idx="1409">
                  <c:v>6.2363416996695231E-2</c:v>
                </c:pt>
                <c:pt idx="1410">
                  <c:v>6.2363416996695231E-2</c:v>
                </c:pt>
                <c:pt idx="1411">
                  <c:v>6.2363416996695231E-2</c:v>
                </c:pt>
                <c:pt idx="1412">
                  <c:v>6.2363416996695231E-2</c:v>
                </c:pt>
                <c:pt idx="1413">
                  <c:v>6.2363416996695231E-2</c:v>
                </c:pt>
                <c:pt idx="1414">
                  <c:v>6.2363416996695231E-2</c:v>
                </c:pt>
                <c:pt idx="1415">
                  <c:v>6.2363416996695231E-2</c:v>
                </c:pt>
                <c:pt idx="1416">
                  <c:v>6.2363416996695231E-2</c:v>
                </c:pt>
                <c:pt idx="1417">
                  <c:v>6.2363416996695231E-2</c:v>
                </c:pt>
                <c:pt idx="1418">
                  <c:v>6.2363416996695231E-2</c:v>
                </c:pt>
                <c:pt idx="1419">
                  <c:v>6.2363416996695231E-2</c:v>
                </c:pt>
                <c:pt idx="1420">
                  <c:v>6.2363416996695231E-2</c:v>
                </c:pt>
                <c:pt idx="1421">
                  <c:v>6.2363416996695231E-2</c:v>
                </c:pt>
                <c:pt idx="1422">
                  <c:v>6.2363416996695231E-2</c:v>
                </c:pt>
                <c:pt idx="1423">
                  <c:v>6.2363416996695231E-2</c:v>
                </c:pt>
                <c:pt idx="1424">
                  <c:v>6.2363416996695231E-2</c:v>
                </c:pt>
                <c:pt idx="1425">
                  <c:v>6.2363416996695231E-2</c:v>
                </c:pt>
                <c:pt idx="1426">
                  <c:v>6.2363416996695231E-2</c:v>
                </c:pt>
                <c:pt idx="1427">
                  <c:v>6.2363416996695231E-2</c:v>
                </c:pt>
                <c:pt idx="1428">
                  <c:v>6.2363416996695231E-2</c:v>
                </c:pt>
                <c:pt idx="1429">
                  <c:v>6.2363416996695231E-2</c:v>
                </c:pt>
                <c:pt idx="1430">
                  <c:v>6.2363416996695231E-2</c:v>
                </c:pt>
                <c:pt idx="1431">
                  <c:v>6.2363416996695231E-2</c:v>
                </c:pt>
                <c:pt idx="1432">
                  <c:v>6.2363416996695231E-2</c:v>
                </c:pt>
                <c:pt idx="1433">
                  <c:v>6.2363416996695231E-2</c:v>
                </c:pt>
                <c:pt idx="1434">
                  <c:v>6.2363416996695231E-2</c:v>
                </c:pt>
                <c:pt idx="1435">
                  <c:v>6.2363416996695231E-2</c:v>
                </c:pt>
                <c:pt idx="1436">
                  <c:v>6.2363416996695231E-2</c:v>
                </c:pt>
                <c:pt idx="1437">
                  <c:v>6.2363416996695231E-2</c:v>
                </c:pt>
                <c:pt idx="1438">
                  <c:v>6.2363416996695231E-2</c:v>
                </c:pt>
                <c:pt idx="1439">
                  <c:v>6.2363416996695231E-2</c:v>
                </c:pt>
                <c:pt idx="1440">
                  <c:v>6.2363416996695231E-2</c:v>
                </c:pt>
                <c:pt idx="1441">
                  <c:v>6.2363416996695231E-2</c:v>
                </c:pt>
                <c:pt idx="1442">
                  <c:v>6.2363416996695231E-2</c:v>
                </c:pt>
                <c:pt idx="1443">
                  <c:v>6.2363416996695231E-2</c:v>
                </c:pt>
                <c:pt idx="1444">
                  <c:v>6.2363416996695231E-2</c:v>
                </c:pt>
                <c:pt idx="1445">
                  <c:v>6.2363416996695231E-2</c:v>
                </c:pt>
                <c:pt idx="1446">
                  <c:v>6.2363416996695231E-2</c:v>
                </c:pt>
                <c:pt idx="1447">
                  <c:v>6.2363416996695231E-2</c:v>
                </c:pt>
                <c:pt idx="1448">
                  <c:v>6.2363416996695231E-2</c:v>
                </c:pt>
                <c:pt idx="1449">
                  <c:v>6.2363416996695231E-2</c:v>
                </c:pt>
                <c:pt idx="1450">
                  <c:v>6.2363416996695231E-2</c:v>
                </c:pt>
                <c:pt idx="1451">
                  <c:v>6.2363416996695231E-2</c:v>
                </c:pt>
                <c:pt idx="1452">
                  <c:v>6.2363416996695231E-2</c:v>
                </c:pt>
                <c:pt idx="1453">
                  <c:v>6.2363416996695231E-2</c:v>
                </c:pt>
                <c:pt idx="1454">
                  <c:v>6.2363416996695231E-2</c:v>
                </c:pt>
                <c:pt idx="1455">
                  <c:v>6.2363416996695231E-2</c:v>
                </c:pt>
                <c:pt idx="1456">
                  <c:v>6.2363416996695231E-2</c:v>
                </c:pt>
                <c:pt idx="1457">
                  <c:v>6.2363416996695231E-2</c:v>
                </c:pt>
                <c:pt idx="1458">
                  <c:v>6.2363416996695231E-2</c:v>
                </c:pt>
                <c:pt idx="1459">
                  <c:v>6.2363416996695231E-2</c:v>
                </c:pt>
                <c:pt idx="1460">
                  <c:v>6.2363416996695231E-2</c:v>
                </c:pt>
                <c:pt idx="1461">
                  <c:v>6.2363416996695231E-2</c:v>
                </c:pt>
                <c:pt idx="1462">
                  <c:v>6.2363416996695231E-2</c:v>
                </c:pt>
                <c:pt idx="1463">
                  <c:v>6.2363416996695231E-2</c:v>
                </c:pt>
                <c:pt idx="1464">
                  <c:v>6.2363416996695231E-2</c:v>
                </c:pt>
                <c:pt idx="1465">
                  <c:v>6.2363416996695231E-2</c:v>
                </c:pt>
                <c:pt idx="1466">
                  <c:v>6.2363416996695231E-2</c:v>
                </c:pt>
                <c:pt idx="1467">
                  <c:v>6.2363416996695231E-2</c:v>
                </c:pt>
                <c:pt idx="1468">
                  <c:v>6.2363416996695231E-2</c:v>
                </c:pt>
                <c:pt idx="1469">
                  <c:v>6.2363416996695231E-2</c:v>
                </c:pt>
                <c:pt idx="1470">
                  <c:v>6.2363416996695231E-2</c:v>
                </c:pt>
                <c:pt idx="1471">
                  <c:v>6.2363416996695231E-2</c:v>
                </c:pt>
                <c:pt idx="1472">
                  <c:v>6.2363416996695231E-2</c:v>
                </c:pt>
                <c:pt idx="1473">
                  <c:v>6.2363416996695231E-2</c:v>
                </c:pt>
                <c:pt idx="1474">
                  <c:v>6.2363416996695231E-2</c:v>
                </c:pt>
                <c:pt idx="1475">
                  <c:v>6.2363416996695231E-2</c:v>
                </c:pt>
                <c:pt idx="1476">
                  <c:v>6.2363416996695231E-2</c:v>
                </c:pt>
                <c:pt idx="1477">
                  <c:v>6.2363416996695231E-2</c:v>
                </c:pt>
                <c:pt idx="1478">
                  <c:v>6.2363416996695231E-2</c:v>
                </c:pt>
                <c:pt idx="1479">
                  <c:v>6.2363416996695231E-2</c:v>
                </c:pt>
                <c:pt idx="1480">
                  <c:v>6.2363416996695231E-2</c:v>
                </c:pt>
                <c:pt idx="1481">
                  <c:v>6.2363416996695231E-2</c:v>
                </c:pt>
                <c:pt idx="1482">
                  <c:v>6.2363416996695231E-2</c:v>
                </c:pt>
                <c:pt idx="1483">
                  <c:v>6.2363416996695231E-2</c:v>
                </c:pt>
                <c:pt idx="1484">
                  <c:v>6.2363416996695231E-2</c:v>
                </c:pt>
                <c:pt idx="1485">
                  <c:v>6.2363416996695231E-2</c:v>
                </c:pt>
                <c:pt idx="1486">
                  <c:v>6.2363416996695231E-2</c:v>
                </c:pt>
                <c:pt idx="1487">
                  <c:v>6.2363416996695231E-2</c:v>
                </c:pt>
                <c:pt idx="1488">
                  <c:v>6.2363416996695231E-2</c:v>
                </c:pt>
                <c:pt idx="1489">
                  <c:v>6.2363416996695231E-2</c:v>
                </c:pt>
                <c:pt idx="1490">
                  <c:v>6.2363416996695231E-2</c:v>
                </c:pt>
                <c:pt idx="1491">
                  <c:v>6.2363416996695231E-2</c:v>
                </c:pt>
                <c:pt idx="1492">
                  <c:v>6.2363416996695231E-2</c:v>
                </c:pt>
                <c:pt idx="1493">
                  <c:v>6.2363416996695231E-2</c:v>
                </c:pt>
                <c:pt idx="1494">
                  <c:v>6.2363416996695231E-2</c:v>
                </c:pt>
                <c:pt idx="1495">
                  <c:v>6.2363416996695231E-2</c:v>
                </c:pt>
                <c:pt idx="1496">
                  <c:v>6.2363416996695231E-2</c:v>
                </c:pt>
                <c:pt idx="1497">
                  <c:v>6.2363416996695231E-2</c:v>
                </c:pt>
                <c:pt idx="1498">
                  <c:v>6.2363416996695231E-2</c:v>
                </c:pt>
                <c:pt idx="1499">
                  <c:v>6.2363416996695231E-2</c:v>
                </c:pt>
                <c:pt idx="1500">
                  <c:v>6.2363416996695231E-2</c:v>
                </c:pt>
                <c:pt idx="1501">
                  <c:v>6.2363416996695231E-2</c:v>
                </c:pt>
                <c:pt idx="1502">
                  <c:v>6.2363416996695231E-2</c:v>
                </c:pt>
                <c:pt idx="1503">
                  <c:v>6.2363416996695231E-2</c:v>
                </c:pt>
                <c:pt idx="1504">
                  <c:v>6.2363416996695231E-2</c:v>
                </c:pt>
                <c:pt idx="1505">
                  <c:v>6.2363416996695231E-2</c:v>
                </c:pt>
                <c:pt idx="1506">
                  <c:v>6.2363416996695231E-2</c:v>
                </c:pt>
                <c:pt idx="1507">
                  <c:v>6.2363416996695231E-2</c:v>
                </c:pt>
                <c:pt idx="1508">
                  <c:v>6.2363416996695231E-2</c:v>
                </c:pt>
                <c:pt idx="1509">
                  <c:v>6.2363416996695231E-2</c:v>
                </c:pt>
                <c:pt idx="1510">
                  <c:v>6.2363416996695231E-2</c:v>
                </c:pt>
                <c:pt idx="1511">
                  <c:v>6.2363416996695231E-2</c:v>
                </c:pt>
                <c:pt idx="1512">
                  <c:v>6.2363416996695231E-2</c:v>
                </c:pt>
                <c:pt idx="1513">
                  <c:v>6.2363416996695231E-2</c:v>
                </c:pt>
                <c:pt idx="1514">
                  <c:v>6.2363416996695231E-2</c:v>
                </c:pt>
                <c:pt idx="1515">
                  <c:v>6.2363416996695231E-2</c:v>
                </c:pt>
                <c:pt idx="1516">
                  <c:v>6.2363416996695231E-2</c:v>
                </c:pt>
                <c:pt idx="1517">
                  <c:v>6.2363416996695231E-2</c:v>
                </c:pt>
                <c:pt idx="1518">
                  <c:v>6.2363416996695231E-2</c:v>
                </c:pt>
                <c:pt idx="1519">
                  <c:v>6.2363416996695231E-2</c:v>
                </c:pt>
                <c:pt idx="1520">
                  <c:v>6.2363416996695231E-2</c:v>
                </c:pt>
                <c:pt idx="1521">
                  <c:v>6.2363416996695231E-2</c:v>
                </c:pt>
                <c:pt idx="1522">
                  <c:v>6.2363416996695231E-2</c:v>
                </c:pt>
                <c:pt idx="1523">
                  <c:v>6.2363416996695231E-2</c:v>
                </c:pt>
                <c:pt idx="1524">
                  <c:v>6.2363416996695231E-2</c:v>
                </c:pt>
                <c:pt idx="1525">
                  <c:v>6.2363416996695231E-2</c:v>
                </c:pt>
                <c:pt idx="1526">
                  <c:v>6.2363416996695231E-2</c:v>
                </c:pt>
                <c:pt idx="1527">
                  <c:v>6.2363416996695231E-2</c:v>
                </c:pt>
                <c:pt idx="1528">
                  <c:v>6.2363416996695231E-2</c:v>
                </c:pt>
                <c:pt idx="1529">
                  <c:v>6.2363416996695231E-2</c:v>
                </c:pt>
                <c:pt idx="1530">
                  <c:v>6.2363416996695231E-2</c:v>
                </c:pt>
                <c:pt idx="1531">
                  <c:v>6.2363416996695231E-2</c:v>
                </c:pt>
                <c:pt idx="1532">
                  <c:v>6.2363416996695231E-2</c:v>
                </c:pt>
                <c:pt idx="1533">
                  <c:v>6.2363416996695231E-2</c:v>
                </c:pt>
                <c:pt idx="1534">
                  <c:v>6.2363416996695231E-2</c:v>
                </c:pt>
                <c:pt idx="1535">
                  <c:v>6.2363416996695231E-2</c:v>
                </c:pt>
                <c:pt idx="1536">
                  <c:v>6.2363416996695231E-2</c:v>
                </c:pt>
                <c:pt idx="1537">
                  <c:v>6.2363416996695231E-2</c:v>
                </c:pt>
                <c:pt idx="1538">
                  <c:v>6.2363416996695231E-2</c:v>
                </c:pt>
                <c:pt idx="1539">
                  <c:v>6.2363416996695231E-2</c:v>
                </c:pt>
                <c:pt idx="1540">
                  <c:v>6.2363416996695231E-2</c:v>
                </c:pt>
                <c:pt idx="1541">
                  <c:v>6.2363416996695231E-2</c:v>
                </c:pt>
                <c:pt idx="1542">
                  <c:v>6.2363416996695231E-2</c:v>
                </c:pt>
                <c:pt idx="1543">
                  <c:v>6.2363416996695231E-2</c:v>
                </c:pt>
                <c:pt idx="1544">
                  <c:v>6.2363416996695231E-2</c:v>
                </c:pt>
                <c:pt idx="1545">
                  <c:v>6.2363416996695231E-2</c:v>
                </c:pt>
                <c:pt idx="1546">
                  <c:v>6.2363416996695231E-2</c:v>
                </c:pt>
                <c:pt idx="1547">
                  <c:v>6.2363416996695231E-2</c:v>
                </c:pt>
                <c:pt idx="1548">
                  <c:v>6.2363416996695231E-2</c:v>
                </c:pt>
                <c:pt idx="1549">
                  <c:v>6.2363416996695231E-2</c:v>
                </c:pt>
                <c:pt idx="1550">
                  <c:v>6.2363416996695231E-2</c:v>
                </c:pt>
                <c:pt idx="1551">
                  <c:v>6.2363416996695231E-2</c:v>
                </c:pt>
                <c:pt idx="1552">
                  <c:v>6.2363416996695231E-2</c:v>
                </c:pt>
                <c:pt idx="1553">
                  <c:v>6.2363416996695231E-2</c:v>
                </c:pt>
                <c:pt idx="1554">
                  <c:v>6.2363416996695231E-2</c:v>
                </c:pt>
                <c:pt idx="1555">
                  <c:v>6.2363416996695231E-2</c:v>
                </c:pt>
                <c:pt idx="1556">
                  <c:v>6.2363416996695231E-2</c:v>
                </c:pt>
                <c:pt idx="1557">
                  <c:v>6.2363416996695231E-2</c:v>
                </c:pt>
                <c:pt idx="1558">
                  <c:v>6.2363416996695231E-2</c:v>
                </c:pt>
                <c:pt idx="1559">
                  <c:v>6.2363416996695231E-2</c:v>
                </c:pt>
                <c:pt idx="1560">
                  <c:v>6.2363416996695231E-2</c:v>
                </c:pt>
                <c:pt idx="1561">
                  <c:v>6.2363416996695231E-2</c:v>
                </c:pt>
                <c:pt idx="1562">
                  <c:v>6.2363416996695231E-2</c:v>
                </c:pt>
                <c:pt idx="1563">
                  <c:v>6.2363416996695231E-2</c:v>
                </c:pt>
                <c:pt idx="1564">
                  <c:v>6.2363416996695231E-2</c:v>
                </c:pt>
                <c:pt idx="1565">
                  <c:v>6.2363416996695231E-2</c:v>
                </c:pt>
                <c:pt idx="1566">
                  <c:v>6.2363416996695231E-2</c:v>
                </c:pt>
                <c:pt idx="1567">
                  <c:v>6.2363416996695231E-2</c:v>
                </c:pt>
                <c:pt idx="1568">
                  <c:v>6.2363416996695231E-2</c:v>
                </c:pt>
                <c:pt idx="1569">
                  <c:v>6.2363416996695231E-2</c:v>
                </c:pt>
                <c:pt idx="1570">
                  <c:v>6.2363416996695231E-2</c:v>
                </c:pt>
                <c:pt idx="1571">
                  <c:v>6.2363416996695231E-2</c:v>
                </c:pt>
                <c:pt idx="1572">
                  <c:v>6.2363416996695231E-2</c:v>
                </c:pt>
                <c:pt idx="1573">
                  <c:v>6.2363416996695231E-2</c:v>
                </c:pt>
                <c:pt idx="1574">
                  <c:v>6.2363416996695231E-2</c:v>
                </c:pt>
                <c:pt idx="1575">
                  <c:v>6.2363416996695231E-2</c:v>
                </c:pt>
                <c:pt idx="1576">
                  <c:v>6.2363416996695231E-2</c:v>
                </c:pt>
                <c:pt idx="1577">
                  <c:v>6.2363416996695231E-2</c:v>
                </c:pt>
                <c:pt idx="1578">
                  <c:v>6.2363416996695231E-2</c:v>
                </c:pt>
                <c:pt idx="1579">
                  <c:v>6.2363416996695231E-2</c:v>
                </c:pt>
                <c:pt idx="1580">
                  <c:v>6.2363416996695231E-2</c:v>
                </c:pt>
                <c:pt idx="1581">
                  <c:v>6.2363416996695231E-2</c:v>
                </c:pt>
                <c:pt idx="1582">
                  <c:v>6.2363416996695231E-2</c:v>
                </c:pt>
                <c:pt idx="1583">
                  <c:v>6.2363416996695231E-2</c:v>
                </c:pt>
                <c:pt idx="1584">
                  <c:v>6.2363416996695231E-2</c:v>
                </c:pt>
                <c:pt idx="1585">
                  <c:v>6.2363416996695231E-2</c:v>
                </c:pt>
                <c:pt idx="1586">
                  <c:v>6.2363416996695231E-2</c:v>
                </c:pt>
                <c:pt idx="1587">
                  <c:v>6.2363416996695231E-2</c:v>
                </c:pt>
                <c:pt idx="1588">
                  <c:v>6.2363416996695231E-2</c:v>
                </c:pt>
                <c:pt idx="1589">
                  <c:v>6.2363416996695231E-2</c:v>
                </c:pt>
                <c:pt idx="1590">
                  <c:v>6.2363416996695231E-2</c:v>
                </c:pt>
                <c:pt idx="1591">
                  <c:v>6.2363416996695231E-2</c:v>
                </c:pt>
                <c:pt idx="1592">
                  <c:v>6.2363416996695231E-2</c:v>
                </c:pt>
                <c:pt idx="1593">
                  <c:v>6.2363416996695231E-2</c:v>
                </c:pt>
                <c:pt idx="1594">
                  <c:v>6.2363416996695231E-2</c:v>
                </c:pt>
                <c:pt idx="1595">
                  <c:v>6.2363416996695231E-2</c:v>
                </c:pt>
                <c:pt idx="1596">
                  <c:v>6.2363416996695231E-2</c:v>
                </c:pt>
                <c:pt idx="1597">
                  <c:v>6.2363416996695231E-2</c:v>
                </c:pt>
                <c:pt idx="1598">
                  <c:v>6.2363416996695231E-2</c:v>
                </c:pt>
                <c:pt idx="1599">
                  <c:v>6.2363416996695231E-2</c:v>
                </c:pt>
                <c:pt idx="1600">
                  <c:v>6.2363416996695231E-2</c:v>
                </c:pt>
                <c:pt idx="1601">
                  <c:v>6.2363416996695231E-2</c:v>
                </c:pt>
                <c:pt idx="1602">
                  <c:v>6.2363416996695231E-2</c:v>
                </c:pt>
                <c:pt idx="1603">
                  <c:v>6.2363416996695231E-2</c:v>
                </c:pt>
                <c:pt idx="1604">
                  <c:v>6.2363416996695231E-2</c:v>
                </c:pt>
                <c:pt idx="1605">
                  <c:v>6.2363416996695231E-2</c:v>
                </c:pt>
                <c:pt idx="1606">
                  <c:v>6.2363416996695231E-2</c:v>
                </c:pt>
                <c:pt idx="1607">
                  <c:v>6.2363416996695231E-2</c:v>
                </c:pt>
                <c:pt idx="1608">
                  <c:v>6.2363416996695231E-2</c:v>
                </c:pt>
                <c:pt idx="1609">
                  <c:v>6.2363416996695231E-2</c:v>
                </c:pt>
                <c:pt idx="1610">
                  <c:v>6.2363416996695231E-2</c:v>
                </c:pt>
                <c:pt idx="1611">
                  <c:v>6.2363416996695231E-2</c:v>
                </c:pt>
                <c:pt idx="1612">
                  <c:v>6.2363416996695231E-2</c:v>
                </c:pt>
                <c:pt idx="1613">
                  <c:v>6.2363416996695231E-2</c:v>
                </c:pt>
                <c:pt idx="1614">
                  <c:v>6.2363416996695231E-2</c:v>
                </c:pt>
                <c:pt idx="1615">
                  <c:v>6.2363416996695231E-2</c:v>
                </c:pt>
                <c:pt idx="1616">
                  <c:v>6.2363416996695231E-2</c:v>
                </c:pt>
                <c:pt idx="1617">
                  <c:v>6.2363416996695231E-2</c:v>
                </c:pt>
                <c:pt idx="1618">
                  <c:v>6.2363416996695231E-2</c:v>
                </c:pt>
                <c:pt idx="1619">
                  <c:v>6.2363416996695231E-2</c:v>
                </c:pt>
                <c:pt idx="1620">
                  <c:v>6.2363416996695231E-2</c:v>
                </c:pt>
                <c:pt idx="1621">
                  <c:v>6.2363416996695231E-2</c:v>
                </c:pt>
                <c:pt idx="1622">
                  <c:v>6.2363416996695231E-2</c:v>
                </c:pt>
                <c:pt idx="1623">
                  <c:v>6.2363416996695231E-2</c:v>
                </c:pt>
                <c:pt idx="1624">
                  <c:v>6.2363416996695231E-2</c:v>
                </c:pt>
                <c:pt idx="1625">
                  <c:v>6.2363416996695231E-2</c:v>
                </c:pt>
                <c:pt idx="1626">
                  <c:v>6.2363416996695231E-2</c:v>
                </c:pt>
                <c:pt idx="1627">
                  <c:v>6.2363416996695231E-2</c:v>
                </c:pt>
                <c:pt idx="1628">
                  <c:v>6.2363416996695231E-2</c:v>
                </c:pt>
                <c:pt idx="1629">
                  <c:v>6.2363416996695231E-2</c:v>
                </c:pt>
                <c:pt idx="1630">
                  <c:v>6.2363416996695231E-2</c:v>
                </c:pt>
                <c:pt idx="1631">
                  <c:v>6.2363416996695231E-2</c:v>
                </c:pt>
                <c:pt idx="1632">
                  <c:v>6.2363416996695231E-2</c:v>
                </c:pt>
                <c:pt idx="1633">
                  <c:v>6.2363416996695231E-2</c:v>
                </c:pt>
                <c:pt idx="1634">
                  <c:v>6.2363416996695231E-2</c:v>
                </c:pt>
                <c:pt idx="1635">
                  <c:v>6.2363416996695231E-2</c:v>
                </c:pt>
                <c:pt idx="1636">
                  <c:v>6.2363416996695231E-2</c:v>
                </c:pt>
                <c:pt idx="1637">
                  <c:v>6.2363416996695231E-2</c:v>
                </c:pt>
                <c:pt idx="1638">
                  <c:v>6.2363416996695231E-2</c:v>
                </c:pt>
                <c:pt idx="1639">
                  <c:v>6.2363416996695231E-2</c:v>
                </c:pt>
                <c:pt idx="1640">
                  <c:v>6.2363416996695231E-2</c:v>
                </c:pt>
                <c:pt idx="1641">
                  <c:v>6.2363416996695231E-2</c:v>
                </c:pt>
                <c:pt idx="1642">
                  <c:v>6.2363416996695231E-2</c:v>
                </c:pt>
                <c:pt idx="1643">
                  <c:v>6.2363416996695231E-2</c:v>
                </c:pt>
                <c:pt idx="1644">
                  <c:v>6.2363416996695231E-2</c:v>
                </c:pt>
                <c:pt idx="1645">
                  <c:v>6.2363416996695231E-2</c:v>
                </c:pt>
                <c:pt idx="1646">
                  <c:v>6.2363416996695231E-2</c:v>
                </c:pt>
                <c:pt idx="1647">
                  <c:v>6.2363416996695231E-2</c:v>
                </c:pt>
                <c:pt idx="1648">
                  <c:v>6.2363416996695231E-2</c:v>
                </c:pt>
                <c:pt idx="1649">
                  <c:v>6.2363416996695231E-2</c:v>
                </c:pt>
                <c:pt idx="1650">
                  <c:v>6.2363416996695231E-2</c:v>
                </c:pt>
                <c:pt idx="1651">
                  <c:v>6.2363416996695231E-2</c:v>
                </c:pt>
                <c:pt idx="1652">
                  <c:v>6.2363416996695231E-2</c:v>
                </c:pt>
                <c:pt idx="1653">
                  <c:v>6.2363416996695231E-2</c:v>
                </c:pt>
                <c:pt idx="1654">
                  <c:v>6.2363416996695231E-2</c:v>
                </c:pt>
                <c:pt idx="1655">
                  <c:v>6.2363416996695231E-2</c:v>
                </c:pt>
                <c:pt idx="1656">
                  <c:v>6.2363416996695231E-2</c:v>
                </c:pt>
                <c:pt idx="1657">
                  <c:v>6.2363416996695231E-2</c:v>
                </c:pt>
                <c:pt idx="1658">
                  <c:v>6.2363416996695231E-2</c:v>
                </c:pt>
                <c:pt idx="1659">
                  <c:v>6.2363416996695231E-2</c:v>
                </c:pt>
                <c:pt idx="1660">
                  <c:v>6.2363416996695231E-2</c:v>
                </c:pt>
                <c:pt idx="1661">
                  <c:v>6.2363416996695231E-2</c:v>
                </c:pt>
                <c:pt idx="1662">
                  <c:v>6.2363416996695231E-2</c:v>
                </c:pt>
                <c:pt idx="1663">
                  <c:v>6.2363416996695231E-2</c:v>
                </c:pt>
                <c:pt idx="1664">
                  <c:v>6.2363416996695231E-2</c:v>
                </c:pt>
                <c:pt idx="1665">
                  <c:v>6.2363416996695231E-2</c:v>
                </c:pt>
                <c:pt idx="1666">
                  <c:v>6.2363416996695231E-2</c:v>
                </c:pt>
                <c:pt idx="1667">
                  <c:v>6.2363416996695231E-2</c:v>
                </c:pt>
                <c:pt idx="1668">
                  <c:v>6.2363416996695231E-2</c:v>
                </c:pt>
                <c:pt idx="1669">
                  <c:v>6.2363416996695231E-2</c:v>
                </c:pt>
                <c:pt idx="1670">
                  <c:v>6.2363416996695231E-2</c:v>
                </c:pt>
                <c:pt idx="1671">
                  <c:v>6.2363416996695231E-2</c:v>
                </c:pt>
                <c:pt idx="1672">
                  <c:v>6.2363416996695231E-2</c:v>
                </c:pt>
                <c:pt idx="1673">
                  <c:v>6.2363416996695231E-2</c:v>
                </c:pt>
                <c:pt idx="1674">
                  <c:v>6.2363416996695231E-2</c:v>
                </c:pt>
                <c:pt idx="1675">
                  <c:v>6.2363416996695231E-2</c:v>
                </c:pt>
                <c:pt idx="1676">
                  <c:v>6.2363416996695231E-2</c:v>
                </c:pt>
                <c:pt idx="1677">
                  <c:v>6.2363416996695231E-2</c:v>
                </c:pt>
                <c:pt idx="1678">
                  <c:v>6.2363416996695231E-2</c:v>
                </c:pt>
                <c:pt idx="1679">
                  <c:v>6.2363416996695231E-2</c:v>
                </c:pt>
                <c:pt idx="1680">
                  <c:v>6.2363416996695231E-2</c:v>
                </c:pt>
                <c:pt idx="1681">
                  <c:v>6.2363416996695231E-2</c:v>
                </c:pt>
                <c:pt idx="1682">
                  <c:v>6.2363416996695231E-2</c:v>
                </c:pt>
                <c:pt idx="1683">
                  <c:v>6.2363416996695231E-2</c:v>
                </c:pt>
                <c:pt idx="1684">
                  <c:v>6.2363416996695231E-2</c:v>
                </c:pt>
                <c:pt idx="1685">
                  <c:v>6.2363416996695231E-2</c:v>
                </c:pt>
                <c:pt idx="1686">
                  <c:v>6.2363416996695231E-2</c:v>
                </c:pt>
                <c:pt idx="1687">
                  <c:v>6.2363416996695231E-2</c:v>
                </c:pt>
                <c:pt idx="1688">
                  <c:v>6.2363416996695231E-2</c:v>
                </c:pt>
                <c:pt idx="1689">
                  <c:v>6.2363416996695231E-2</c:v>
                </c:pt>
                <c:pt idx="1690">
                  <c:v>6.2363416996695231E-2</c:v>
                </c:pt>
                <c:pt idx="1691">
                  <c:v>6.2363416996695231E-2</c:v>
                </c:pt>
                <c:pt idx="1692">
                  <c:v>6.2363416996695231E-2</c:v>
                </c:pt>
                <c:pt idx="1693">
                  <c:v>6.2363416996695231E-2</c:v>
                </c:pt>
                <c:pt idx="1694">
                  <c:v>6.2363416996695231E-2</c:v>
                </c:pt>
                <c:pt idx="1695">
                  <c:v>6.2363416996695231E-2</c:v>
                </c:pt>
                <c:pt idx="1696">
                  <c:v>6.2363416996695231E-2</c:v>
                </c:pt>
                <c:pt idx="1697">
                  <c:v>6.2363416996695231E-2</c:v>
                </c:pt>
                <c:pt idx="1698">
                  <c:v>6.2363416996695231E-2</c:v>
                </c:pt>
                <c:pt idx="1699">
                  <c:v>6.2363416996695231E-2</c:v>
                </c:pt>
                <c:pt idx="1700">
                  <c:v>6.2363416996695231E-2</c:v>
                </c:pt>
                <c:pt idx="1701">
                  <c:v>6.2363416996695231E-2</c:v>
                </c:pt>
                <c:pt idx="1702">
                  <c:v>6.2363416996695231E-2</c:v>
                </c:pt>
                <c:pt idx="1703">
                  <c:v>6.2363416996695231E-2</c:v>
                </c:pt>
                <c:pt idx="1704">
                  <c:v>6.2363416996695231E-2</c:v>
                </c:pt>
                <c:pt idx="1705">
                  <c:v>6.2363416996695231E-2</c:v>
                </c:pt>
                <c:pt idx="1706">
                  <c:v>6.2363416996695231E-2</c:v>
                </c:pt>
                <c:pt idx="1707">
                  <c:v>6.2363416996695231E-2</c:v>
                </c:pt>
                <c:pt idx="1708">
                  <c:v>6.2363416996695231E-2</c:v>
                </c:pt>
                <c:pt idx="1709">
                  <c:v>6.2363416996695231E-2</c:v>
                </c:pt>
                <c:pt idx="1710">
                  <c:v>6.2363416996695231E-2</c:v>
                </c:pt>
                <c:pt idx="1711">
                  <c:v>6.2363416996695231E-2</c:v>
                </c:pt>
                <c:pt idx="1712">
                  <c:v>6.2363416996695231E-2</c:v>
                </c:pt>
                <c:pt idx="1713">
                  <c:v>6.2363416996695231E-2</c:v>
                </c:pt>
                <c:pt idx="1714">
                  <c:v>6.2363416996695231E-2</c:v>
                </c:pt>
                <c:pt idx="1715">
                  <c:v>6.2363416996695231E-2</c:v>
                </c:pt>
                <c:pt idx="1716">
                  <c:v>6.2363416996695231E-2</c:v>
                </c:pt>
                <c:pt idx="1717">
                  <c:v>6.2363416996695231E-2</c:v>
                </c:pt>
                <c:pt idx="1718">
                  <c:v>6.2363416996695231E-2</c:v>
                </c:pt>
                <c:pt idx="1719">
                  <c:v>6.2363416996695231E-2</c:v>
                </c:pt>
                <c:pt idx="1720">
                  <c:v>6.2363416996695231E-2</c:v>
                </c:pt>
                <c:pt idx="1721">
                  <c:v>6.2363416996695231E-2</c:v>
                </c:pt>
                <c:pt idx="1722">
                  <c:v>6.2363416996695231E-2</c:v>
                </c:pt>
                <c:pt idx="1723">
                  <c:v>6.2363416996695231E-2</c:v>
                </c:pt>
                <c:pt idx="1724">
                  <c:v>6.2363416996695231E-2</c:v>
                </c:pt>
                <c:pt idx="1725">
                  <c:v>6.2363416996695231E-2</c:v>
                </c:pt>
                <c:pt idx="1726">
                  <c:v>6.2363416996695231E-2</c:v>
                </c:pt>
                <c:pt idx="1727">
                  <c:v>6.2363416996695231E-2</c:v>
                </c:pt>
                <c:pt idx="1728">
                  <c:v>6.2363416996695231E-2</c:v>
                </c:pt>
                <c:pt idx="1729">
                  <c:v>6.2363416996695231E-2</c:v>
                </c:pt>
                <c:pt idx="1730">
                  <c:v>6.2363416996695231E-2</c:v>
                </c:pt>
                <c:pt idx="1731">
                  <c:v>6.2363416996695231E-2</c:v>
                </c:pt>
                <c:pt idx="1732">
                  <c:v>6.2363416996695231E-2</c:v>
                </c:pt>
                <c:pt idx="1733">
                  <c:v>6.2363416996695231E-2</c:v>
                </c:pt>
                <c:pt idx="1734">
                  <c:v>6.2363416996695231E-2</c:v>
                </c:pt>
                <c:pt idx="1735">
                  <c:v>6.2363416996695231E-2</c:v>
                </c:pt>
                <c:pt idx="1736">
                  <c:v>6.2363416996695231E-2</c:v>
                </c:pt>
                <c:pt idx="1737">
                  <c:v>6.2363416996695231E-2</c:v>
                </c:pt>
                <c:pt idx="1738">
                  <c:v>6.2363416996695231E-2</c:v>
                </c:pt>
                <c:pt idx="1739">
                  <c:v>6.2363416996695231E-2</c:v>
                </c:pt>
                <c:pt idx="1740">
                  <c:v>6.2363416996695231E-2</c:v>
                </c:pt>
                <c:pt idx="1741">
                  <c:v>6.2363416996695231E-2</c:v>
                </c:pt>
                <c:pt idx="1742">
                  <c:v>6.2363416996695231E-2</c:v>
                </c:pt>
                <c:pt idx="1743">
                  <c:v>6.2363416996695231E-2</c:v>
                </c:pt>
                <c:pt idx="1744">
                  <c:v>6.2363416996695231E-2</c:v>
                </c:pt>
                <c:pt idx="1745">
                  <c:v>6.2363416996695231E-2</c:v>
                </c:pt>
                <c:pt idx="1746">
                  <c:v>6.2363416996695231E-2</c:v>
                </c:pt>
                <c:pt idx="1747">
                  <c:v>6.2363416996695231E-2</c:v>
                </c:pt>
                <c:pt idx="1748">
                  <c:v>6.2363416996695231E-2</c:v>
                </c:pt>
                <c:pt idx="1749">
                  <c:v>6.2363416996695231E-2</c:v>
                </c:pt>
                <c:pt idx="1750">
                  <c:v>6.2363416996695231E-2</c:v>
                </c:pt>
                <c:pt idx="1751">
                  <c:v>6.2363416996695231E-2</c:v>
                </c:pt>
                <c:pt idx="1752">
                  <c:v>6.2363416996695231E-2</c:v>
                </c:pt>
                <c:pt idx="1753">
                  <c:v>6.2363416996695231E-2</c:v>
                </c:pt>
                <c:pt idx="1754">
                  <c:v>6.2363416996695231E-2</c:v>
                </c:pt>
                <c:pt idx="1755">
                  <c:v>6.2363416996695231E-2</c:v>
                </c:pt>
                <c:pt idx="1756">
                  <c:v>6.2363416996695231E-2</c:v>
                </c:pt>
                <c:pt idx="1757">
                  <c:v>6.2363416996695231E-2</c:v>
                </c:pt>
                <c:pt idx="1758">
                  <c:v>6.2363416996695231E-2</c:v>
                </c:pt>
                <c:pt idx="1759">
                  <c:v>6.2363416996695231E-2</c:v>
                </c:pt>
                <c:pt idx="1760">
                  <c:v>6.2363416996695231E-2</c:v>
                </c:pt>
                <c:pt idx="1761">
                  <c:v>6.2363416996695231E-2</c:v>
                </c:pt>
                <c:pt idx="1762">
                  <c:v>6.2363416996695231E-2</c:v>
                </c:pt>
                <c:pt idx="1763">
                  <c:v>6.2363416996695231E-2</c:v>
                </c:pt>
                <c:pt idx="1764">
                  <c:v>6.2363416996695231E-2</c:v>
                </c:pt>
                <c:pt idx="1765">
                  <c:v>6.2363416996695231E-2</c:v>
                </c:pt>
                <c:pt idx="1766">
                  <c:v>6.2363416996695231E-2</c:v>
                </c:pt>
                <c:pt idx="1767">
                  <c:v>6.2363416996695231E-2</c:v>
                </c:pt>
                <c:pt idx="1768">
                  <c:v>6.2363416996695231E-2</c:v>
                </c:pt>
                <c:pt idx="1769">
                  <c:v>6.2363416996695231E-2</c:v>
                </c:pt>
                <c:pt idx="1770">
                  <c:v>6.2363416996695231E-2</c:v>
                </c:pt>
                <c:pt idx="1771">
                  <c:v>6.2363416996695231E-2</c:v>
                </c:pt>
                <c:pt idx="1772">
                  <c:v>6.2363416996695231E-2</c:v>
                </c:pt>
                <c:pt idx="1773">
                  <c:v>6.2363416996695231E-2</c:v>
                </c:pt>
                <c:pt idx="1774">
                  <c:v>6.2363416996695231E-2</c:v>
                </c:pt>
                <c:pt idx="1775">
                  <c:v>6.2363416996695231E-2</c:v>
                </c:pt>
                <c:pt idx="1776">
                  <c:v>6.2363416996695231E-2</c:v>
                </c:pt>
                <c:pt idx="1777">
                  <c:v>6.2363416996695231E-2</c:v>
                </c:pt>
                <c:pt idx="1778">
                  <c:v>6.2363416996695231E-2</c:v>
                </c:pt>
                <c:pt idx="1779">
                  <c:v>6.2363416996695231E-2</c:v>
                </c:pt>
                <c:pt idx="1780">
                  <c:v>6.2363416996695231E-2</c:v>
                </c:pt>
                <c:pt idx="1781">
                  <c:v>6.2363416996695231E-2</c:v>
                </c:pt>
                <c:pt idx="1782">
                  <c:v>6.2363416996695231E-2</c:v>
                </c:pt>
                <c:pt idx="1783">
                  <c:v>6.2363416996695231E-2</c:v>
                </c:pt>
                <c:pt idx="1784">
                  <c:v>6.2363416996695231E-2</c:v>
                </c:pt>
                <c:pt idx="1785">
                  <c:v>6.2363416996695231E-2</c:v>
                </c:pt>
                <c:pt idx="1786">
                  <c:v>6.2363416996695231E-2</c:v>
                </c:pt>
                <c:pt idx="1787">
                  <c:v>6.2363416996695231E-2</c:v>
                </c:pt>
                <c:pt idx="1788">
                  <c:v>6.2363416996695231E-2</c:v>
                </c:pt>
                <c:pt idx="1789">
                  <c:v>6.2363416996695231E-2</c:v>
                </c:pt>
                <c:pt idx="1790">
                  <c:v>6.2363416996695231E-2</c:v>
                </c:pt>
                <c:pt idx="1791">
                  <c:v>6.2363416996695231E-2</c:v>
                </c:pt>
                <c:pt idx="1792">
                  <c:v>6.2363416996695231E-2</c:v>
                </c:pt>
                <c:pt idx="1793">
                  <c:v>6.2363416996695231E-2</c:v>
                </c:pt>
                <c:pt idx="1794">
                  <c:v>6.2363416996695231E-2</c:v>
                </c:pt>
                <c:pt idx="1795">
                  <c:v>6.2363416996695231E-2</c:v>
                </c:pt>
                <c:pt idx="1796">
                  <c:v>6.2363416996695231E-2</c:v>
                </c:pt>
                <c:pt idx="1797">
                  <c:v>6.2363416996695231E-2</c:v>
                </c:pt>
                <c:pt idx="1798">
                  <c:v>6.2363416996695231E-2</c:v>
                </c:pt>
                <c:pt idx="1799">
                  <c:v>6.2363416996695231E-2</c:v>
                </c:pt>
                <c:pt idx="1800">
                  <c:v>6.2363416996695231E-2</c:v>
                </c:pt>
                <c:pt idx="1801">
                  <c:v>6.2363416996695231E-2</c:v>
                </c:pt>
                <c:pt idx="1802">
                  <c:v>6.2363416996695231E-2</c:v>
                </c:pt>
                <c:pt idx="1803">
                  <c:v>6.2363416996695231E-2</c:v>
                </c:pt>
                <c:pt idx="1804">
                  <c:v>6.2363416996695231E-2</c:v>
                </c:pt>
                <c:pt idx="1805">
                  <c:v>6.2363416996695231E-2</c:v>
                </c:pt>
                <c:pt idx="1806">
                  <c:v>6.2363416996695231E-2</c:v>
                </c:pt>
                <c:pt idx="1807">
                  <c:v>6.2363416996695231E-2</c:v>
                </c:pt>
                <c:pt idx="1808">
                  <c:v>6.2363416996695231E-2</c:v>
                </c:pt>
                <c:pt idx="1809">
                  <c:v>6.2363416996695231E-2</c:v>
                </c:pt>
                <c:pt idx="1810">
                  <c:v>6.2363416996695231E-2</c:v>
                </c:pt>
                <c:pt idx="1811">
                  <c:v>6.2363416996695231E-2</c:v>
                </c:pt>
                <c:pt idx="1812">
                  <c:v>6.2363416996695231E-2</c:v>
                </c:pt>
                <c:pt idx="1813">
                  <c:v>6.2363416996695231E-2</c:v>
                </c:pt>
                <c:pt idx="1814">
                  <c:v>6.2363416996695231E-2</c:v>
                </c:pt>
                <c:pt idx="1815">
                  <c:v>6.2363416996695231E-2</c:v>
                </c:pt>
                <c:pt idx="1816">
                  <c:v>6.2363416996695231E-2</c:v>
                </c:pt>
                <c:pt idx="1817">
                  <c:v>6.2363416996695231E-2</c:v>
                </c:pt>
                <c:pt idx="1818">
                  <c:v>6.2363416996695231E-2</c:v>
                </c:pt>
                <c:pt idx="1819">
                  <c:v>6.2363416996695231E-2</c:v>
                </c:pt>
                <c:pt idx="1820">
                  <c:v>6.2363416996695231E-2</c:v>
                </c:pt>
                <c:pt idx="1821">
                  <c:v>6.2363416996695231E-2</c:v>
                </c:pt>
                <c:pt idx="1822">
                  <c:v>6.2363416996695231E-2</c:v>
                </c:pt>
                <c:pt idx="1823">
                  <c:v>6.2363416996695231E-2</c:v>
                </c:pt>
                <c:pt idx="1824">
                  <c:v>6.2363416996695231E-2</c:v>
                </c:pt>
                <c:pt idx="1825">
                  <c:v>6.2363416996695231E-2</c:v>
                </c:pt>
                <c:pt idx="1826">
                  <c:v>6.2363416996695231E-2</c:v>
                </c:pt>
                <c:pt idx="1827">
                  <c:v>6.2363416996695231E-2</c:v>
                </c:pt>
                <c:pt idx="1828">
                  <c:v>6.2363416996695231E-2</c:v>
                </c:pt>
                <c:pt idx="1829">
                  <c:v>6.2363416996695231E-2</c:v>
                </c:pt>
                <c:pt idx="1830">
                  <c:v>6.2363416996695231E-2</c:v>
                </c:pt>
                <c:pt idx="1831">
                  <c:v>6.2363416996695231E-2</c:v>
                </c:pt>
                <c:pt idx="1832">
                  <c:v>6.2363416996695231E-2</c:v>
                </c:pt>
                <c:pt idx="1833">
                  <c:v>6.2363416996695231E-2</c:v>
                </c:pt>
                <c:pt idx="1834">
                  <c:v>6.2363416996695231E-2</c:v>
                </c:pt>
                <c:pt idx="1835">
                  <c:v>6.2363416996695231E-2</c:v>
                </c:pt>
                <c:pt idx="1836">
                  <c:v>6.2363416996695231E-2</c:v>
                </c:pt>
                <c:pt idx="1837">
                  <c:v>6.2363416996695231E-2</c:v>
                </c:pt>
                <c:pt idx="1838">
                  <c:v>6.2363416996695231E-2</c:v>
                </c:pt>
                <c:pt idx="1839">
                  <c:v>6.2363416996695231E-2</c:v>
                </c:pt>
                <c:pt idx="1840">
                  <c:v>6.2363416996695231E-2</c:v>
                </c:pt>
                <c:pt idx="1841">
                  <c:v>6.2363416996695231E-2</c:v>
                </c:pt>
                <c:pt idx="1842">
                  <c:v>6.2363416996695231E-2</c:v>
                </c:pt>
                <c:pt idx="1843">
                  <c:v>6.2363416996695231E-2</c:v>
                </c:pt>
                <c:pt idx="1844">
                  <c:v>6.2363416996695231E-2</c:v>
                </c:pt>
                <c:pt idx="1845">
                  <c:v>6.2363416996695231E-2</c:v>
                </c:pt>
                <c:pt idx="1846">
                  <c:v>6.2363416996695231E-2</c:v>
                </c:pt>
                <c:pt idx="1847">
                  <c:v>6.2363416996695231E-2</c:v>
                </c:pt>
                <c:pt idx="1848">
                  <c:v>6.2363416996695231E-2</c:v>
                </c:pt>
                <c:pt idx="1849">
                  <c:v>6.2363416996695231E-2</c:v>
                </c:pt>
                <c:pt idx="1850">
                  <c:v>6.2363416996695231E-2</c:v>
                </c:pt>
                <c:pt idx="1851">
                  <c:v>6.2363416996695231E-2</c:v>
                </c:pt>
                <c:pt idx="1852">
                  <c:v>6.2363416996695231E-2</c:v>
                </c:pt>
                <c:pt idx="1853">
                  <c:v>6.2363416996695231E-2</c:v>
                </c:pt>
                <c:pt idx="1854">
                  <c:v>6.2363416996695231E-2</c:v>
                </c:pt>
                <c:pt idx="1855">
                  <c:v>6.2363416996695231E-2</c:v>
                </c:pt>
                <c:pt idx="1856">
                  <c:v>6.2363416996695231E-2</c:v>
                </c:pt>
                <c:pt idx="1857">
                  <c:v>6.2363416996695231E-2</c:v>
                </c:pt>
                <c:pt idx="1858">
                  <c:v>6.2363416996695231E-2</c:v>
                </c:pt>
                <c:pt idx="1859">
                  <c:v>6.2363416996695231E-2</c:v>
                </c:pt>
                <c:pt idx="1860">
                  <c:v>6.2363416996695231E-2</c:v>
                </c:pt>
                <c:pt idx="1861">
                  <c:v>6.2363416996695231E-2</c:v>
                </c:pt>
                <c:pt idx="1862">
                  <c:v>6.2363416996695231E-2</c:v>
                </c:pt>
                <c:pt idx="1863">
                  <c:v>6.2363416996695231E-2</c:v>
                </c:pt>
                <c:pt idx="1864">
                  <c:v>6.2363416996695231E-2</c:v>
                </c:pt>
                <c:pt idx="1865">
                  <c:v>6.2363416996695231E-2</c:v>
                </c:pt>
                <c:pt idx="1866">
                  <c:v>6.2363416996695231E-2</c:v>
                </c:pt>
                <c:pt idx="1867">
                  <c:v>6.2363416996695231E-2</c:v>
                </c:pt>
                <c:pt idx="1868">
                  <c:v>6.2363416996695231E-2</c:v>
                </c:pt>
                <c:pt idx="1869">
                  <c:v>6.2363416996695231E-2</c:v>
                </c:pt>
                <c:pt idx="1870">
                  <c:v>6.2363416996695231E-2</c:v>
                </c:pt>
                <c:pt idx="1871">
                  <c:v>6.2363416996695231E-2</c:v>
                </c:pt>
                <c:pt idx="1872">
                  <c:v>6.2363416996695231E-2</c:v>
                </c:pt>
                <c:pt idx="1873">
                  <c:v>6.2363416996695231E-2</c:v>
                </c:pt>
                <c:pt idx="1874">
                  <c:v>6.2363416996695231E-2</c:v>
                </c:pt>
                <c:pt idx="1875">
                  <c:v>6.2363416996695231E-2</c:v>
                </c:pt>
                <c:pt idx="1876">
                  <c:v>6.2363416996695231E-2</c:v>
                </c:pt>
                <c:pt idx="1877">
                  <c:v>6.2363416996695231E-2</c:v>
                </c:pt>
                <c:pt idx="1878">
                  <c:v>6.2363416996695231E-2</c:v>
                </c:pt>
                <c:pt idx="1879">
                  <c:v>6.2363416996695231E-2</c:v>
                </c:pt>
                <c:pt idx="1880">
                  <c:v>6.2363416996695231E-2</c:v>
                </c:pt>
                <c:pt idx="1881">
                  <c:v>6.2363416996695231E-2</c:v>
                </c:pt>
                <c:pt idx="1882">
                  <c:v>6.2363416996695231E-2</c:v>
                </c:pt>
                <c:pt idx="1883">
                  <c:v>6.2363416996695231E-2</c:v>
                </c:pt>
                <c:pt idx="1884">
                  <c:v>6.2363416996695231E-2</c:v>
                </c:pt>
                <c:pt idx="1885">
                  <c:v>6.2363416996695231E-2</c:v>
                </c:pt>
                <c:pt idx="1886">
                  <c:v>6.2363416996695231E-2</c:v>
                </c:pt>
                <c:pt idx="1887">
                  <c:v>6.2363416996695231E-2</c:v>
                </c:pt>
                <c:pt idx="1888">
                  <c:v>6.2363416996695231E-2</c:v>
                </c:pt>
                <c:pt idx="1889">
                  <c:v>6.2363416996695231E-2</c:v>
                </c:pt>
                <c:pt idx="1890">
                  <c:v>6.2363416996695231E-2</c:v>
                </c:pt>
                <c:pt idx="1891">
                  <c:v>6.2363416996695231E-2</c:v>
                </c:pt>
                <c:pt idx="1892">
                  <c:v>6.2363416996695231E-2</c:v>
                </c:pt>
                <c:pt idx="1893">
                  <c:v>6.2363416996695231E-2</c:v>
                </c:pt>
                <c:pt idx="1894">
                  <c:v>6.2363416996695231E-2</c:v>
                </c:pt>
                <c:pt idx="1895">
                  <c:v>6.2363416996695231E-2</c:v>
                </c:pt>
                <c:pt idx="1896">
                  <c:v>6.2363416996695231E-2</c:v>
                </c:pt>
                <c:pt idx="1897">
                  <c:v>6.2363416996695231E-2</c:v>
                </c:pt>
                <c:pt idx="1898">
                  <c:v>6.2363416996695231E-2</c:v>
                </c:pt>
                <c:pt idx="1899">
                  <c:v>6.2363416996695231E-2</c:v>
                </c:pt>
                <c:pt idx="1900">
                  <c:v>6.2363416996695231E-2</c:v>
                </c:pt>
                <c:pt idx="1901">
                  <c:v>6.2363416996695231E-2</c:v>
                </c:pt>
                <c:pt idx="1902">
                  <c:v>6.2363416996695231E-2</c:v>
                </c:pt>
                <c:pt idx="1903">
                  <c:v>6.2363416996695231E-2</c:v>
                </c:pt>
                <c:pt idx="1904">
                  <c:v>6.2363416996695231E-2</c:v>
                </c:pt>
                <c:pt idx="1905">
                  <c:v>6.2363416996695231E-2</c:v>
                </c:pt>
                <c:pt idx="1906">
                  <c:v>6.2363416996695231E-2</c:v>
                </c:pt>
                <c:pt idx="1907">
                  <c:v>6.2363416996695231E-2</c:v>
                </c:pt>
                <c:pt idx="1908">
                  <c:v>6.2363416996695231E-2</c:v>
                </c:pt>
                <c:pt idx="1909">
                  <c:v>6.2363416996695231E-2</c:v>
                </c:pt>
                <c:pt idx="1910">
                  <c:v>6.2363416996695231E-2</c:v>
                </c:pt>
                <c:pt idx="1911">
                  <c:v>6.2363416996695231E-2</c:v>
                </c:pt>
                <c:pt idx="1912">
                  <c:v>6.2363416996695231E-2</c:v>
                </c:pt>
                <c:pt idx="1913">
                  <c:v>6.2363416996695231E-2</c:v>
                </c:pt>
                <c:pt idx="1914">
                  <c:v>6.2363416996695231E-2</c:v>
                </c:pt>
                <c:pt idx="1915">
                  <c:v>6.2363416996695231E-2</c:v>
                </c:pt>
                <c:pt idx="1916">
                  <c:v>6.2363416996695231E-2</c:v>
                </c:pt>
                <c:pt idx="1917">
                  <c:v>6.2363416996695231E-2</c:v>
                </c:pt>
                <c:pt idx="1918">
                  <c:v>6.2363416996695231E-2</c:v>
                </c:pt>
                <c:pt idx="1919">
                  <c:v>6.2363416996695231E-2</c:v>
                </c:pt>
                <c:pt idx="1920">
                  <c:v>6.2363416996695231E-2</c:v>
                </c:pt>
                <c:pt idx="1921">
                  <c:v>6.2363416996695231E-2</c:v>
                </c:pt>
                <c:pt idx="1922">
                  <c:v>6.2363416996695231E-2</c:v>
                </c:pt>
                <c:pt idx="1923">
                  <c:v>6.2363416996695231E-2</c:v>
                </c:pt>
                <c:pt idx="1924">
                  <c:v>6.2363416996695231E-2</c:v>
                </c:pt>
                <c:pt idx="1925">
                  <c:v>6.2363416996695231E-2</c:v>
                </c:pt>
                <c:pt idx="1926">
                  <c:v>6.2363416996695231E-2</c:v>
                </c:pt>
                <c:pt idx="1927">
                  <c:v>6.2363416996695231E-2</c:v>
                </c:pt>
                <c:pt idx="1928">
                  <c:v>6.2363416996695231E-2</c:v>
                </c:pt>
                <c:pt idx="1929">
                  <c:v>6.2363416996695231E-2</c:v>
                </c:pt>
                <c:pt idx="1930">
                  <c:v>6.2363416996695231E-2</c:v>
                </c:pt>
                <c:pt idx="1931">
                  <c:v>6.2363416996695231E-2</c:v>
                </c:pt>
                <c:pt idx="1932">
                  <c:v>6.2363416996695231E-2</c:v>
                </c:pt>
                <c:pt idx="1933">
                  <c:v>6.2363416996695231E-2</c:v>
                </c:pt>
                <c:pt idx="1934">
                  <c:v>6.2363416996695231E-2</c:v>
                </c:pt>
                <c:pt idx="1935">
                  <c:v>6.2363416996695231E-2</c:v>
                </c:pt>
                <c:pt idx="1936">
                  <c:v>6.2363416996695231E-2</c:v>
                </c:pt>
                <c:pt idx="1937">
                  <c:v>6.2363416996695231E-2</c:v>
                </c:pt>
                <c:pt idx="1938">
                  <c:v>6.2363416996695231E-2</c:v>
                </c:pt>
                <c:pt idx="1939">
                  <c:v>6.2363416996695231E-2</c:v>
                </c:pt>
                <c:pt idx="1940">
                  <c:v>6.2363416996695231E-2</c:v>
                </c:pt>
                <c:pt idx="1941">
                  <c:v>6.2363416996695231E-2</c:v>
                </c:pt>
                <c:pt idx="1942">
                  <c:v>6.2363416996695231E-2</c:v>
                </c:pt>
                <c:pt idx="1943">
                  <c:v>6.2363416996695231E-2</c:v>
                </c:pt>
                <c:pt idx="1944">
                  <c:v>6.2363416996695231E-2</c:v>
                </c:pt>
                <c:pt idx="1945">
                  <c:v>6.2363416996695231E-2</c:v>
                </c:pt>
                <c:pt idx="1946">
                  <c:v>6.2363416996695231E-2</c:v>
                </c:pt>
                <c:pt idx="1947">
                  <c:v>6.2363416996695231E-2</c:v>
                </c:pt>
                <c:pt idx="1948">
                  <c:v>6.2363416996695231E-2</c:v>
                </c:pt>
                <c:pt idx="1949">
                  <c:v>6.2363416996695231E-2</c:v>
                </c:pt>
                <c:pt idx="1950">
                  <c:v>6.2363416996695231E-2</c:v>
                </c:pt>
                <c:pt idx="1951">
                  <c:v>6.2363416996695231E-2</c:v>
                </c:pt>
                <c:pt idx="1952">
                  <c:v>6.2363416996695231E-2</c:v>
                </c:pt>
                <c:pt idx="1953">
                  <c:v>6.2363416996695231E-2</c:v>
                </c:pt>
                <c:pt idx="1954">
                  <c:v>6.2363416996695231E-2</c:v>
                </c:pt>
                <c:pt idx="1955">
                  <c:v>6.2363416996695231E-2</c:v>
                </c:pt>
                <c:pt idx="1956">
                  <c:v>6.2363416996695231E-2</c:v>
                </c:pt>
                <c:pt idx="1957">
                  <c:v>6.2363416996695231E-2</c:v>
                </c:pt>
                <c:pt idx="1958">
                  <c:v>6.2363416996695231E-2</c:v>
                </c:pt>
                <c:pt idx="1959">
                  <c:v>6.2363416996695231E-2</c:v>
                </c:pt>
                <c:pt idx="1960">
                  <c:v>6.2363416996695231E-2</c:v>
                </c:pt>
                <c:pt idx="1961">
                  <c:v>6.2363416996695231E-2</c:v>
                </c:pt>
                <c:pt idx="1962">
                  <c:v>6.2363416996695231E-2</c:v>
                </c:pt>
                <c:pt idx="1963">
                  <c:v>6.2363416996695231E-2</c:v>
                </c:pt>
                <c:pt idx="1964">
                  <c:v>6.2363416996695231E-2</c:v>
                </c:pt>
                <c:pt idx="1965">
                  <c:v>6.2363416996695231E-2</c:v>
                </c:pt>
                <c:pt idx="1966">
                  <c:v>6.2363416996695231E-2</c:v>
                </c:pt>
                <c:pt idx="1967">
                  <c:v>6.2363416996695231E-2</c:v>
                </c:pt>
                <c:pt idx="1968">
                  <c:v>6.2363416996695231E-2</c:v>
                </c:pt>
                <c:pt idx="1969">
                  <c:v>6.2363416996695231E-2</c:v>
                </c:pt>
                <c:pt idx="1970">
                  <c:v>6.2363416996695231E-2</c:v>
                </c:pt>
                <c:pt idx="1971">
                  <c:v>6.2363416996695231E-2</c:v>
                </c:pt>
                <c:pt idx="1972">
                  <c:v>6.2363416996695231E-2</c:v>
                </c:pt>
                <c:pt idx="1973">
                  <c:v>6.2363416996695231E-2</c:v>
                </c:pt>
                <c:pt idx="1974">
                  <c:v>6.2363416996695231E-2</c:v>
                </c:pt>
                <c:pt idx="1975">
                  <c:v>6.2363416996695231E-2</c:v>
                </c:pt>
                <c:pt idx="1976">
                  <c:v>6.2363416996695231E-2</c:v>
                </c:pt>
                <c:pt idx="1977">
                  <c:v>6.2363416996695231E-2</c:v>
                </c:pt>
                <c:pt idx="1978">
                  <c:v>6.2363416996695231E-2</c:v>
                </c:pt>
                <c:pt idx="1979">
                  <c:v>6.2363416996695231E-2</c:v>
                </c:pt>
                <c:pt idx="1980">
                  <c:v>6.2363416996695231E-2</c:v>
                </c:pt>
                <c:pt idx="1981">
                  <c:v>6.2363416996695231E-2</c:v>
                </c:pt>
                <c:pt idx="1982">
                  <c:v>6.2363416996695231E-2</c:v>
                </c:pt>
                <c:pt idx="1983">
                  <c:v>6.2363416996695231E-2</c:v>
                </c:pt>
                <c:pt idx="1984">
                  <c:v>6.2363416996695231E-2</c:v>
                </c:pt>
                <c:pt idx="1985">
                  <c:v>6.2363416996695231E-2</c:v>
                </c:pt>
                <c:pt idx="1986">
                  <c:v>6.2363416996695231E-2</c:v>
                </c:pt>
                <c:pt idx="1987">
                  <c:v>6.2363416996695231E-2</c:v>
                </c:pt>
                <c:pt idx="1988">
                  <c:v>6.2363416996695231E-2</c:v>
                </c:pt>
                <c:pt idx="1989">
                  <c:v>6.2363416996695231E-2</c:v>
                </c:pt>
                <c:pt idx="1990">
                  <c:v>6.2363416996695231E-2</c:v>
                </c:pt>
                <c:pt idx="1991">
                  <c:v>6.2363416996695231E-2</c:v>
                </c:pt>
                <c:pt idx="1992">
                  <c:v>6.2363416996695231E-2</c:v>
                </c:pt>
                <c:pt idx="1993">
                  <c:v>6.2363416996695231E-2</c:v>
                </c:pt>
                <c:pt idx="1994">
                  <c:v>6.2363416996695231E-2</c:v>
                </c:pt>
                <c:pt idx="1995">
                  <c:v>6.2363416996695231E-2</c:v>
                </c:pt>
                <c:pt idx="1996">
                  <c:v>6.2363416996695231E-2</c:v>
                </c:pt>
                <c:pt idx="1997">
                  <c:v>6.2363416996695231E-2</c:v>
                </c:pt>
                <c:pt idx="1998">
                  <c:v>6.2363416996695231E-2</c:v>
                </c:pt>
                <c:pt idx="1999">
                  <c:v>6.2363416996695231E-2</c:v>
                </c:pt>
                <c:pt idx="2000">
                  <c:v>6.2363416996695231E-2</c:v>
                </c:pt>
                <c:pt idx="2001">
                  <c:v>6.2363416996695231E-2</c:v>
                </c:pt>
                <c:pt idx="2002">
                  <c:v>6.2363416996695231E-2</c:v>
                </c:pt>
                <c:pt idx="2003">
                  <c:v>6.2363416996695231E-2</c:v>
                </c:pt>
                <c:pt idx="2004">
                  <c:v>6.2363416996695231E-2</c:v>
                </c:pt>
                <c:pt idx="2005">
                  <c:v>6.2363416996695231E-2</c:v>
                </c:pt>
                <c:pt idx="2006">
                  <c:v>6.2363416996695231E-2</c:v>
                </c:pt>
                <c:pt idx="2007">
                  <c:v>6.2363416996695231E-2</c:v>
                </c:pt>
                <c:pt idx="2008">
                  <c:v>6.2363416996695231E-2</c:v>
                </c:pt>
                <c:pt idx="2009">
                  <c:v>6.2363416996695231E-2</c:v>
                </c:pt>
                <c:pt idx="2010">
                  <c:v>6.2363416996695231E-2</c:v>
                </c:pt>
                <c:pt idx="2011">
                  <c:v>6.2363416996695231E-2</c:v>
                </c:pt>
                <c:pt idx="2012">
                  <c:v>6.2363416996695231E-2</c:v>
                </c:pt>
                <c:pt idx="2013">
                  <c:v>6.2363416996695231E-2</c:v>
                </c:pt>
                <c:pt idx="2014">
                  <c:v>6.2363416996695231E-2</c:v>
                </c:pt>
                <c:pt idx="2015">
                  <c:v>6.2363416996695231E-2</c:v>
                </c:pt>
                <c:pt idx="2016">
                  <c:v>6.2363416996695231E-2</c:v>
                </c:pt>
                <c:pt idx="2017">
                  <c:v>6.2363416996695231E-2</c:v>
                </c:pt>
                <c:pt idx="2018">
                  <c:v>6.2363416996695231E-2</c:v>
                </c:pt>
                <c:pt idx="2019">
                  <c:v>6.2363416996695231E-2</c:v>
                </c:pt>
                <c:pt idx="2020">
                  <c:v>6.2363416996695231E-2</c:v>
                </c:pt>
                <c:pt idx="2021">
                  <c:v>6.2363416996695231E-2</c:v>
                </c:pt>
                <c:pt idx="2022">
                  <c:v>6.2363416996695231E-2</c:v>
                </c:pt>
                <c:pt idx="2023">
                  <c:v>6.2363416996695231E-2</c:v>
                </c:pt>
                <c:pt idx="2024">
                  <c:v>6.2363416996695231E-2</c:v>
                </c:pt>
                <c:pt idx="2025">
                  <c:v>6.2363416996695231E-2</c:v>
                </c:pt>
                <c:pt idx="2026">
                  <c:v>6.2363416996695231E-2</c:v>
                </c:pt>
                <c:pt idx="2027">
                  <c:v>6.2363416996695231E-2</c:v>
                </c:pt>
                <c:pt idx="2028">
                  <c:v>6.2363416996695231E-2</c:v>
                </c:pt>
                <c:pt idx="2029">
                  <c:v>6.2363416996695231E-2</c:v>
                </c:pt>
                <c:pt idx="2030">
                  <c:v>6.2363416996695231E-2</c:v>
                </c:pt>
                <c:pt idx="2031">
                  <c:v>6.2363416996695231E-2</c:v>
                </c:pt>
                <c:pt idx="2032">
                  <c:v>6.2363416996695231E-2</c:v>
                </c:pt>
                <c:pt idx="2033">
                  <c:v>6.2363416996695231E-2</c:v>
                </c:pt>
                <c:pt idx="2034">
                  <c:v>6.2363416996695231E-2</c:v>
                </c:pt>
                <c:pt idx="2035">
                  <c:v>6.2363416996695231E-2</c:v>
                </c:pt>
                <c:pt idx="2036">
                  <c:v>6.2363416996695231E-2</c:v>
                </c:pt>
                <c:pt idx="2037">
                  <c:v>6.2363416996695231E-2</c:v>
                </c:pt>
                <c:pt idx="2038">
                  <c:v>6.2363416996695231E-2</c:v>
                </c:pt>
                <c:pt idx="2039">
                  <c:v>6.2363416996695231E-2</c:v>
                </c:pt>
                <c:pt idx="2040">
                  <c:v>6.2363416996695231E-2</c:v>
                </c:pt>
                <c:pt idx="2041">
                  <c:v>6.2363416996695231E-2</c:v>
                </c:pt>
                <c:pt idx="2042">
                  <c:v>6.2363416996695231E-2</c:v>
                </c:pt>
                <c:pt idx="2043">
                  <c:v>6.2363416996695231E-2</c:v>
                </c:pt>
                <c:pt idx="2044">
                  <c:v>6.2363416996695231E-2</c:v>
                </c:pt>
                <c:pt idx="2045">
                  <c:v>6.2363416996695231E-2</c:v>
                </c:pt>
                <c:pt idx="2046">
                  <c:v>6.2363416996695231E-2</c:v>
                </c:pt>
                <c:pt idx="2047">
                  <c:v>6.2363416996695231E-2</c:v>
                </c:pt>
                <c:pt idx="2048">
                  <c:v>6.2363416996695231E-2</c:v>
                </c:pt>
                <c:pt idx="2049">
                  <c:v>6.2363416996695231E-2</c:v>
                </c:pt>
                <c:pt idx="2050">
                  <c:v>6.2363416996695231E-2</c:v>
                </c:pt>
                <c:pt idx="2051">
                  <c:v>6.2363416996695231E-2</c:v>
                </c:pt>
                <c:pt idx="2052">
                  <c:v>6.2363416996695231E-2</c:v>
                </c:pt>
                <c:pt idx="2053">
                  <c:v>6.2363416996695231E-2</c:v>
                </c:pt>
                <c:pt idx="2054">
                  <c:v>6.2363416996695231E-2</c:v>
                </c:pt>
                <c:pt idx="2055">
                  <c:v>6.2363416996695231E-2</c:v>
                </c:pt>
                <c:pt idx="2056">
                  <c:v>6.2363416996695231E-2</c:v>
                </c:pt>
                <c:pt idx="2057">
                  <c:v>6.2363416996695231E-2</c:v>
                </c:pt>
                <c:pt idx="2058">
                  <c:v>6.2363416996695231E-2</c:v>
                </c:pt>
                <c:pt idx="2059">
                  <c:v>6.2363416996695231E-2</c:v>
                </c:pt>
                <c:pt idx="2060">
                  <c:v>6.2363416996695231E-2</c:v>
                </c:pt>
                <c:pt idx="2061">
                  <c:v>6.2363416996695231E-2</c:v>
                </c:pt>
                <c:pt idx="2062">
                  <c:v>6.2363416996695231E-2</c:v>
                </c:pt>
                <c:pt idx="2063">
                  <c:v>6.2363416996695231E-2</c:v>
                </c:pt>
                <c:pt idx="2064">
                  <c:v>6.2363416996695231E-2</c:v>
                </c:pt>
                <c:pt idx="2065">
                  <c:v>6.2363416996695231E-2</c:v>
                </c:pt>
                <c:pt idx="2066">
                  <c:v>6.2363416996695231E-2</c:v>
                </c:pt>
                <c:pt idx="2067">
                  <c:v>6.2363416996695231E-2</c:v>
                </c:pt>
                <c:pt idx="2068">
                  <c:v>6.2363416996695231E-2</c:v>
                </c:pt>
                <c:pt idx="2069">
                  <c:v>6.2363416996695231E-2</c:v>
                </c:pt>
                <c:pt idx="2070">
                  <c:v>6.2363416996695231E-2</c:v>
                </c:pt>
                <c:pt idx="2071">
                  <c:v>6.2363416996695231E-2</c:v>
                </c:pt>
                <c:pt idx="2072">
                  <c:v>6.2363416996695231E-2</c:v>
                </c:pt>
                <c:pt idx="2073">
                  <c:v>6.2363416996695231E-2</c:v>
                </c:pt>
                <c:pt idx="2074">
                  <c:v>6.2363416996695231E-2</c:v>
                </c:pt>
                <c:pt idx="2075">
                  <c:v>6.2363416996695231E-2</c:v>
                </c:pt>
                <c:pt idx="2076">
                  <c:v>6.2363416996695231E-2</c:v>
                </c:pt>
                <c:pt idx="2077">
                  <c:v>6.2363416996695231E-2</c:v>
                </c:pt>
                <c:pt idx="2078">
                  <c:v>6.2363416996695231E-2</c:v>
                </c:pt>
                <c:pt idx="2079">
                  <c:v>6.2363416996695231E-2</c:v>
                </c:pt>
                <c:pt idx="2080">
                  <c:v>6.2363416996695231E-2</c:v>
                </c:pt>
                <c:pt idx="2081">
                  <c:v>6.2363416996695231E-2</c:v>
                </c:pt>
                <c:pt idx="2082">
                  <c:v>6.2363416996695231E-2</c:v>
                </c:pt>
                <c:pt idx="2083">
                  <c:v>6.2363416996695231E-2</c:v>
                </c:pt>
                <c:pt idx="2084">
                  <c:v>6.2363416996695231E-2</c:v>
                </c:pt>
                <c:pt idx="2085">
                  <c:v>6.2363416996695231E-2</c:v>
                </c:pt>
                <c:pt idx="2086">
                  <c:v>6.2363416996695231E-2</c:v>
                </c:pt>
                <c:pt idx="2087">
                  <c:v>6.2363416996695231E-2</c:v>
                </c:pt>
                <c:pt idx="2088">
                  <c:v>6.2363416996695231E-2</c:v>
                </c:pt>
                <c:pt idx="2089">
                  <c:v>6.2363416996695231E-2</c:v>
                </c:pt>
                <c:pt idx="2090">
                  <c:v>6.2363416996695231E-2</c:v>
                </c:pt>
                <c:pt idx="2091">
                  <c:v>6.2363416996695231E-2</c:v>
                </c:pt>
                <c:pt idx="2092">
                  <c:v>6.2363416996695231E-2</c:v>
                </c:pt>
                <c:pt idx="2093">
                  <c:v>6.2363416996695231E-2</c:v>
                </c:pt>
                <c:pt idx="2094">
                  <c:v>6.2363416996695231E-2</c:v>
                </c:pt>
                <c:pt idx="2095">
                  <c:v>6.2363416996695231E-2</c:v>
                </c:pt>
                <c:pt idx="2096">
                  <c:v>6.2363416996695231E-2</c:v>
                </c:pt>
                <c:pt idx="2097">
                  <c:v>6.2363416996695231E-2</c:v>
                </c:pt>
                <c:pt idx="2098">
                  <c:v>6.2363416996695231E-2</c:v>
                </c:pt>
                <c:pt idx="2099">
                  <c:v>6.2363416996695231E-2</c:v>
                </c:pt>
                <c:pt idx="2100">
                  <c:v>6.2363416996695231E-2</c:v>
                </c:pt>
                <c:pt idx="2101">
                  <c:v>6.2363416996695231E-2</c:v>
                </c:pt>
                <c:pt idx="2102">
                  <c:v>6.2363416996695231E-2</c:v>
                </c:pt>
                <c:pt idx="2103">
                  <c:v>6.2363416996695231E-2</c:v>
                </c:pt>
                <c:pt idx="2104">
                  <c:v>6.2363416996695231E-2</c:v>
                </c:pt>
                <c:pt idx="2105">
                  <c:v>6.2363416996695231E-2</c:v>
                </c:pt>
                <c:pt idx="2106">
                  <c:v>6.2363416996695231E-2</c:v>
                </c:pt>
                <c:pt idx="2107">
                  <c:v>6.2363416996695231E-2</c:v>
                </c:pt>
                <c:pt idx="2108">
                  <c:v>6.2363416996695231E-2</c:v>
                </c:pt>
                <c:pt idx="2109">
                  <c:v>6.2363416996695231E-2</c:v>
                </c:pt>
                <c:pt idx="2110">
                  <c:v>6.2363416996695231E-2</c:v>
                </c:pt>
                <c:pt idx="2111">
                  <c:v>6.2363416996695231E-2</c:v>
                </c:pt>
                <c:pt idx="2112">
                  <c:v>6.2363416996695231E-2</c:v>
                </c:pt>
                <c:pt idx="2113">
                  <c:v>6.2363416996695231E-2</c:v>
                </c:pt>
                <c:pt idx="2114">
                  <c:v>6.2363416996695231E-2</c:v>
                </c:pt>
                <c:pt idx="2115">
                  <c:v>6.2363416996695231E-2</c:v>
                </c:pt>
                <c:pt idx="2116">
                  <c:v>6.2363416996695231E-2</c:v>
                </c:pt>
                <c:pt idx="2117">
                  <c:v>6.2363416996695231E-2</c:v>
                </c:pt>
                <c:pt idx="2118">
                  <c:v>6.2363416996695231E-2</c:v>
                </c:pt>
                <c:pt idx="2119">
                  <c:v>6.2363416996695231E-2</c:v>
                </c:pt>
                <c:pt idx="2120">
                  <c:v>6.2363416996695231E-2</c:v>
                </c:pt>
                <c:pt idx="2121">
                  <c:v>6.2363416996695231E-2</c:v>
                </c:pt>
                <c:pt idx="2122">
                  <c:v>6.2363416996695231E-2</c:v>
                </c:pt>
                <c:pt idx="2123">
                  <c:v>6.2363416996695231E-2</c:v>
                </c:pt>
                <c:pt idx="2124">
                  <c:v>6.2363416996695231E-2</c:v>
                </c:pt>
                <c:pt idx="2125">
                  <c:v>6.2363416996695231E-2</c:v>
                </c:pt>
                <c:pt idx="2126">
                  <c:v>6.2363416996695231E-2</c:v>
                </c:pt>
                <c:pt idx="2127">
                  <c:v>6.2363416996695231E-2</c:v>
                </c:pt>
                <c:pt idx="2128">
                  <c:v>6.2363416996695231E-2</c:v>
                </c:pt>
                <c:pt idx="2129">
                  <c:v>6.2363416996695231E-2</c:v>
                </c:pt>
                <c:pt idx="2130">
                  <c:v>6.2363416996695231E-2</c:v>
                </c:pt>
                <c:pt idx="2131">
                  <c:v>6.2363416996695231E-2</c:v>
                </c:pt>
                <c:pt idx="2132">
                  <c:v>6.2363416996695231E-2</c:v>
                </c:pt>
                <c:pt idx="2133">
                  <c:v>6.2363416996695231E-2</c:v>
                </c:pt>
                <c:pt idx="2134">
                  <c:v>6.2363416996695231E-2</c:v>
                </c:pt>
                <c:pt idx="2135">
                  <c:v>6.2363416996695231E-2</c:v>
                </c:pt>
                <c:pt idx="2136">
                  <c:v>6.2363416996695231E-2</c:v>
                </c:pt>
                <c:pt idx="2137">
                  <c:v>6.2363416996695231E-2</c:v>
                </c:pt>
                <c:pt idx="2138">
                  <c:v>6.2363416996695231E-2</c:v>
                </c:pt>
                <c:pt idx="2139">
                  <c:v>6.2363416996695231E-2</c:v>
                </c:pt>
                <c:pt idx="2140">
                  <c:v>6.2363416996695231E-2</c:v>
                </c:pt>
                <c:pt idx="2141">
                  <c:v>6.2363416996695231E-2</c:v>
                </c:pt>
                <c:pt idx="2142">
                  <c:v>6.2363416996695231E-2</c:v>
                </c:pt>
                <c:pt idx="2143">
                  <c:v>6.2363416996695231E-2</c:v>
                </c:pt>
                <c:pt idx="2144">
                  <c:v>6.2363416996695231E-2</c:v>
                </c:pt>
                <c:pt idx="2145">
                  <c:v>6.2363416996695231E-2</c:v>
                </c:pt>
                <c:pt idx="2146">
                  <c:v>6.2363416996695231E-2</c:v>
                </c:pt>
                <c:pt idx="2147">
                  <c:v>6.2363416996695231E-2</c:v>
                </c:pt>
                <c:pt idx="2148">
                  <c:v>6.2363416996695231E-2</c:v>
                </c:pt>
                <c:pt idx="2149">
                  <c:v>6.2363416996695231E-2</c:v>
                </c:pt>
                <c:pt idx="2150">
                  <c:v>6.2363416996695231E-2</c:v>
                </c:pt>
                <c:pt idx="2151">
                  <c:v>6.2363416996695231E-2</c:v>
                </c:pt>
                <c:pt idx="2152">
                  <c:v>6.2363416996695231E-2</c:v>
                </c:pt>
                <c:pt idx="2153">
                  <c:v>6.2363416996695231E-2</c:v>
                </c:pt>
                <c:pt idx="2154">
                  <c:v>6.2363416996695231E-2</c:v>
                </c:pt>
                <c:pt idx="2155">
                  <c:v>6.2363416996695231E-2</c:v>
                </c:pt>
                <c:pt idx="2156">
                  <c:v>6.2363416996695231E-2</c:v>
                </c:pt>
                <c:pt idx="2157">
                  <c:v>6.2363416996695231E-2</c:v>
                </c:pt>
                <c:pt idx="2158">
                  <c:v>6.2363416996695231E-2</c:v>
                </c:pt>
                <c:pt idx="2159">
                  <c:v>6.2363416996695231E-2</c:v>
                </c:pt>
                <c:pt idx="2160">
                  <c:v>6.2363416996695231E-2</c:v>
                </c:pt>
                <c:pt idx="2161">
                  <c:v>6.2363416996695231E-2</c:v>
                </c:pt>
                <c:pt idx="2162">
                  <c:v>6.2363416996695231E-2</c:v>
                </c:pt>
                <c:pt idx="2163">
                  <c:v>6.2363416996695231E-2</c:v>
                </c:pt>
                <c:pt idx="2164">
                  <c:v>6.2363416996695231E-2</c:v>
                </c:pt>
                <c:pt idx="2165">
                  <c:v>6.2363416996695231E-2</c:v>
                </c:pt>
                <c:pt idx="2166">
                  <c:v>6.2363416996695231E-2</c:v>
                </c:pt>
                <c:pt idx="2167">
                  <c:v>6.2363416996695231E-2</c:v>
                </c:pt>
                <c:pt idx="2168">
                  <c:v>6.2363416996695231E-2</c:v>
                </c:pt>
                <c:pt idx="2169">
                  <c:v>6.2363416996695231E-2</c:v>
                </c:pt>
                <c:pt idx="2170">
                  <c:v>6.2363416996695231E-2</c:v>
                </c:pt>
                <c:pt idx="2171">
                  <c:v>6.2363416996695231E-2</c:v>
                </c:pt>
                <c:pt idx="2172">
                  <c:v>6.2363416996695231E-2</c:v>
                </c:pt>
                <c:pt idx="2173">
                  <c:v>6.2363416996695231E-2</c:v>
                </c:pt>
                <c:pt idx="2174">
                  <c:v>6.2363416996695231E-2</c:v>
                </c:pt>
                <c:pt idx="2175">
                  <c:v>6.2363416996695231E-2</c:v>
                </c:pt>
                <c:pt idx="2176">
                  <c:v>6.2363416996695231E-2</c:v>
                </c:pt>
                <c:pt idx="2177">
                  <c:v>6.2363416996695231E-2</c:v>
                </c:pt>
                <c:pt idx="2178">
                  <c:v>6.2363416996695231E-2</c:v>
                </c:pt>
                <c:pt idx="2179">
                  <c:v>6.2363416996695231E-2</c:v>
                </c:pt>
                <c:pt idx="2180">
                  <c:v>6.2363416996695231E-2</c:v>
                </c:pt>
                <c:pt idx="2181">
                  <c:v>6.2363416996695231E-2</c:v>
                </c:pt>
                <c:pt idx="2182">
                  <c:v>6.2363416996695231E-2</c:v>
                </c:pt>
                <c:pt idx="2183">
                  <c:v>6.2363416996695231E-2</c:v>
                </c:pt>
                <c:pt idx="2184">
                  <c:v>6.2363416996695231E-2</c:v>
                </c:pt>
                <c:pt idx="2185">
                  <c:v>6.2363416996695231E-2</c:v>
                </c:pt>
                <c:pt idx="2186">
                  <c:v>6.2363416996695231E-2</c:v>
                </c:pt>
                <c:pt idx="2187">
                  <c:v>6.2363416996695231E-2</c:v>
                </c:pt>
                <c:pt idx="2188">
                  <c:v>6.2363416996695231E-2</c:v>
                </c:pt>
                <c:pt idx="2189">
                  <c:v>6.2363416996695231E-2</c:v>
                </c:pt>
                <c:pt idx="2190">
                  <c:v>6.2363416996695231E-2</c:v>
                </c:pt>
                <c:pt idx="2191">
                  <c:v>6.2363416996695231E-2</c:v>
                </c:pt>
                <c:pt idx="2192">
                  <c:v>6.2363416996695231E-2</c:v>
                </c:pt>
                <c:pt idx="2193">
                  <c:v>6.2363416996695231E-2</c:v>
                </c:pt>
                <c:pt idx="2194">
                  <c:v>6.2363416996695231E-2</c:v>
                </c:pt>
                <c:pt idx="2195">
                  <c:v>6.2363416996695231E-2</c:v>
                </c:pt>
                <c:pt idx="2196">
                  <c:v>6.2363416996695231E-2</c:v>
                </c:pt>
                <c:pt idx="2197">
                  <c:v>6.2363416996695231E-2</c:v>
                </c:pt>
                <c:pt idx="2198">
                  <c:v>6.2363416996695231E-2</c:v>
                </c:pt>
                <c:pt idx="2199">
                  <c:v>6.2363416996695231E-2</c:v>
                </c:pt>
                <c:pt idx="2200">
                  <c:v>6.2363416996695231E-2</c:v>
                </c:pt>
                <c:pt idx="2201">
                  <c:v>6.2363416996695231E-2</c:v>
                </c:pt>
                <c:pt idx="2202">
                  <c:v>6.2363416996695231E-2</c:v>
                </c:pt>
                <c:pt idx="2203">
                  <c:v>6.2363416996695231E-2</c:v>
                </c:pt>
                <c:pt idx="2204">
                  <c:v>6.2363416996695231E-2</c:v>
                </c:pt>
                <c:pt idx="2205">
                  <c:v>6.2363416996695231E-2</c:v>
                </c:pt>
                <c:pt idx="2206">
                  <c:v>6.2363416996695231E-2</c:v>
                </c:pt>
                <c:pt idx="2207">
                  <c:v>6.2363416996695231E-2</c:v>
                </c:pt>
                <c:pt idx="2208">
                  <c:v>6.2363416996695231E-2</c:v>
                </c:pt>
                <c:pt idx="2209">
                  <c:v>6.2363416996695231E-2</c:v>
                </c:pt>
                <c:pt idx="2210">
                  <c:v>6.2363416996695231E-2</c:v>
                </c:pt>
                <c:pt idx="2211">
                  <c:v>6.2363416996695231E-2</c:v>
                </c:pt>
                <c:pt idx="2212">
                  <c:v>6.2363416996695231E-2</c:v>
                </c:pt>
                <c:pt idx="2213">
                  <c:v>6.2363416996695231E-2</c:v>
                </c:pt>
                <c:pt idx="2214">
                  <c:v>6.2363416996695231E-2</c:v>
                </c:pt>
                <c:pt idx="2215">
                  <c:v>6.2363416996695231E-2</c:v>
                </c:pt>
                <c:pt idx="2216">
                  <c:v>6.2363416996695231E-2</c:v>
                </c:pt>
                <c:pt idx="2217">
                  <c:v>6.2363416996695231E-2</c:v>
                </c:pt>
                <c:pt idx="2218">
                  <c:v>6.2363416996695231E-2</c:v>
                </c:pt>
                <c:pt idx="2219">
                  <c:v>6.2363416996695231E-2</c:v>
                </c:pt>
                <c:pt idx="2220">
                  <c:v>6.2363416996695231E-2</c:v>
                </c:pt>
                <c:pt idx="2221">
                  <c:v>6.2363416996695231E-2</c:v>
                </c:pt>
                <c:pt idx="2222">
                  <c:v>6.2363416996695231E-2</c:v>
                </c:pt>
                <c:pt idx="2223">
                  <c:v>6.2363416996695231E-2</c:v>
                </c:pt>
                <c:pt idx="2224">
                  <c:v>6.2363416996695231E-2</c:v>
                </c:pt>
                <c:pt idx="2225">
                  <c:v>6.2363416996695231E-2</c:v>
                </c:pt>
                <c:pt idx="2226">
                  <c:v>6.2363416996695231E-2</c:v>
                </c:pt>
                <c:pt idx="2227">
                  <c:v>6.2363416996695231E-2</c:v>
                </c:pt>
                <c:pt idx="2228">
                  <c:v>6.2363416996695231E-2</c:v>
                </c:pt>
                <c:pt idx="2229">
                  <c:v>6.2363416996695231E-2</c:v>
                </c:pt>
                <c:pt idx="2230">
                  <c:v>6.2363416996695231E-2</c:v>
                </c:pt>
                <c:pt idx="2231">
                  <c:v>6.2363416996695231E-2</c:v>
                </c:pt>
                <c:pt idx="2232">
                  <c:v>6.2363416996695231E-2</c:v>
                </c:pt>
                <c:pt idx="2233">
                  <c:v>6.2363416996695231E-2</c:v>
                </c:pt>
                <c:pt idx="2234">
                  <c:v>6.2363416996695231E-2</c:v>
                </c:pt>
                <c:pt idx="2235">
                  <c:v>6.2363416996695231E-2</c:v>
                </c:pt>
                <c:pt idx="2236">
                  <c:v>6.2363416996695231E-2</c:v>
                </c:pt>
                <c:pt idx="2237">
                  <c:v>6.2363416996695231E-2</c:v>
                </c:pt>
                <c:pt idx="2238">
                  <c:v>6.2363416996695231E-2</c:v>
                </c:pt>
                <c:pt idx="2239">
                  <c:v>6.2363416996695231E-2</c:v>
                </c:pt>
                <c:pt idx="2240">
                  <c:v>6.2363416996695231E-2</c:v>
                </c:pt>
                <c:pt idx="2241">
                  <c:v>6.2363416996695231E-2</c:v>
                </c:pt>
                <c:pt idx="2242">
                  <c:v>6.2363416996695231E-2</c:v>
                </c:pt>
                <c:pt idx="2243">
                  <c:v>6.2363416996695231E-2</c:v>
                </c:pt>
                <c:pt idx="2244">
                  <c:v>6.2363416996695231E-2</c:v>
                </c:pt>
                <c:pt idx="2245">
                  <c:v>6.2363416996695231E-2</c:v>
                </c:pt>
                <c:pt idx="2246">
                  <c:v>6.2363416996695231E-2</c:v>
                </c:pt>
                <c:pt idx="2247">
                  <c:v>6.2363416996695231E-2</c:v>
                </c:pt>
                <c:pt idx="2248">
                  <c:v>6.2363416996695231E-2</c:v>
                </c:pt>
                <c:pt idx="2249">
                  <c:v>6.2363416996695231E-2</c:v>
                </c:pt>
                <c:pt idx="2250">
                  <c:v>6.2363416996695231E-2</c:v>
                </c:pt>
                <c:pt idx="2251">
                  <c:v>6.2363416996695231E-2</c:v>
                </c:pt>
                <c:pt idx="2252">
                  <c:v>6.2363416996695231E-2</c:v>
                </c:pt>
                <c:pt idx="2253">
                  <c:v>6.2363416996695231E-2</c:v>
                </c:pt>
                <c:pt idx="2254">
                  <c:v>6.2363416996695231E-2</c:v>
                </c:pt>
                <c:pt idx="2255">
                  <c:v>6.2363416996695231E-2</c:v>
                </c:pt>
                <c:pt idx="2256">
                  <c:v>6.2363416996695231E-2</c:v>
                </c:pt>
                <c:pt idx="2257">
                  <c:v>6.2363416996695231E-2</c:v>
                </c:pt>
                <c:pt idx="2258">
                  <c:v>6.2363416996695231E-2</c:v>
                </c:pt>
                <c:pt idx="2259">
                  <c:v>6.2363416996695231E-2</c:v>
                </c:pt>
                <c:pt idx="2260">
                  <c:v>6.2363416996695231E-2</c:v>
                </c:pt>
                <c:pt idx="2261">
                  <c:v>6.2363416996695231E-2</c:v>
                </c:pt>
                <c:pt idx="2262">
                  <c:v>6.2363416996695231E-2</c:v>
                </c:pt>
                <c:pt idx="2263">
                  <c:v>6.2363416996695231E-2</c:v>
                </c:pt>
                <c:pt idx="2264">
                  <c:v>6.2363416996695231E-2</c:v>
                </c:pt>
                <c:pt idx="2265">
                  <c:v>6.2363416996695231E-2</c:v>
                </c:pt>
                <c:pt idx="2266">
                  <c:v>6.2363416996695231E-2</c:v>
                </c:pt>
                <c:pt idx="2267">
                  <c:v>6.2363416996695231E-2</c:v>
                </c:pt>
                <c:pt idx="2268">
                  <c:v>6.2363416996695231E-2</c:v>
                </c:pt>
                <c:pt idx="2269">
                  <c:v>6.2363416996695231E-2</c:v>
                </c:pt>
                <c:pt idx="2270">
                  <c:v>6.2363416996695231E-2</c:v>
                </c:pt>
                <c:pt idx="2271">
                  <c:v>6.2363416996695231E-2</c:v>
                </c:pt>
                <c:pt idx="2272">
                  <c:v>6.2363416996695231E-2</c:v>
                </c:pt>
                <c:pt idx="2273">
                  <c:v>6.2363416996695231E-2</c:v>
                </c:pt>
                <c:pt idx="2274">
                  <c:v>6.2363416996695231E-2</c:v>
                </c:pt>
                <c:pt idx="2275">
                  <c:v>6.2363416996695231E-2</c:v>
                </c:pt>
                <c:pt idx="2276">
                  <c:v>6.2363416996695231E-2</c:v>
                </c:pt>
                <c:pt idx="2277">
                  <c:v>6.2363416996695231E-2</c:v>
                </c:pt>
                <c:pt idx="2278">
                  <c:v>6.2363416996695231E-2</c:v>
                </c:pt>
                <c:pt idx="2279">
                  <c:v>6.2363416996695231E-2</c:v>
                </c:pt>
                <c:pt idx="2280">
                  <c:v>6.2363416996695231E-2</c:v>
                </c:pt>
                <c:pt idx="2281">
                  <c:v>6.2363416996695231E-2</c:v>
                </c:pt>
                <c:pt idx="2282">
                  <c:v>6.2363416996695231E-2</c:v>
                </c:pt>
                <c:pt idx="2283">
                  <c:v>6.2363416996695231E-2</c:v>
                </c:pt>
                <c:pt idx="2284">
                  <c:v>6.2363416996695231E-2</c:v>
                </c:pt>
                <c:pt idx="2285">
                  <c:v>6.2363416996695231E-2</c:v>
                </c:pt>
                <c:pt idx="2286">
                  <c:v>6.2363416996695231E-2</c:v>
                </c:pt>
                <c:pt idx="2287">
                  <c:v>6.2363416996695231E-2</c:v>
                </c:pt>
                <c:pt idx="2288">
                  <c:v>6.2363416996695231E-2</c:v>
                </c:pt>
                <c:pt idx="2289">
                  <c:v>6.2363416996695231E-2</c:v>
                </c:pt>
                <c:pt idx="2290">
                  <c:v>6.2363416996695231E-2</c:v>
                </c:pt>
                <c:pt idx="2291">
                  <c:v>6.2363416996695231E-2</c:v>
                </c:pt>
                <c:pt idx="2292">
                  <c:v>6.2363416996695231E-2</c:v>
                </c:pt>
                <c:pt idx="2293">
                  <c:v>6.2363416996695231E-2</c:v>
                </c:pt>
                <c:pt idx="2294">
                  <c:v>6.2363416996695231E-2</c:v>
                </c:pt>
                <c:pt idx="2295">
                  <c:v>6.2363416996695231E-2</c:v>
                </c:pt>
                <c:pt idx="2296">
                  <c:v>6.2363416996695231E-2</c:v>
                </c:pt>
                <c:pt idx="2297">
                  <c:v>6.2363416996695231E-2</c:v>
                </c:pt>
                <c:pt idx="2298">
                  <c:v>6.2363416996695231E-2</c:v>
                </c:pt>
                <c:pt idx="2299">
                  <c:v>6.2363416996695231E-2</c:v>
                </c:pt>
                <c:pt idx="2300">
                  <c:v>6.2363416996695231E-2</c:v>
                </c:pt>
                <c:pt idx="2301">
                  <c:v>6.2363416996695231E-2</c:v>
                </c:pt>
                <c:pt idx="2302">
                  <c:v>6.2363416996695231E-2</c:v>
                </c:pt>
                <c:pt idx="2303">
                  <c:v>6.2363416996695231E-2</c:v>
                </c:pt>
                <c:pt idx="2304">
                  <c:v>6.2363416996695231E-2</c:v>
                </c:pt>
                <c:pt idx="2305">
                  <c:v>6.2363416996695231E-2</c:v>
                </c:pt>
                <c:pt idx="2306">
                  <c:v>6.2363416996695231E-2</c:v>
                </c:pt>
                <c:pt idx="2307">
                  <c:v>6.2363416996695231E-2</c:v>
                </c:pt>
                <c:pt idx="2308">
                  <c:v>6.2363416996695231E-2</c:v>
                </c:pt>
                <c:pt idx="2309">
                  <c:v>6.2363416996695231E-2</c:v>
                </c:pt>
                <c:pt idx="2310">
                  <c:v>6.2363416996695231E-2</c:v>
                </c:pt>
                <c:pt idx="2311">
                  <c:v>6.2363416996695231E-2</c:v>
                </c:pt>
                <c:pt idx="2312">
                  <c:v>6.2363416996695231E-2</c:v>
                </c:pt>
                <c:pt idx="2313">
                  <c:v>6.2363416996695231E-2</c:v>
                </c:pt>
                <c:pt idx="2314">
                  <c:v>6.2363416996695231E-2</c:v>
                </c:pt>
                <c:pt idx="2315">
                  <c:v>6.2363416996695231E-2</c:v>
                </c:pt>
                <c:pt idx="2316">
                  <c:v>6.2363416996695231E-2</c:v>
                </c:pt>
                <c:pt idx="2317">
                  <c:v>6.2363416996695231E-2</c:v>
                </c:pt>
                <c:pt idx="2318">
                  <c:v>6.2363416996695231E-2</c:v>
                </c:pt>
                <c:pt idx="2319">
                  <c:v>6.2363416996695231E-2</c:v>
                </c:pt>
                <c:pt idx="2320">
                  <c:v>6.2363416996695231E-2</c:v>
                </c:pt>
                <c:pt idx="2321">
                  <c:v>6.2363416996695231E-2</c:v>
                </c:pt>
                <c:pt idx="2322">
                  <c:v>6.2363416996695231E-2</c:v>
                </c:pt>
                <c:pt idx="2323">
                  <c:v>6.2363416996695231E-2</c:v>
                </c:pt>
                <c:pt idx="2324">
                  <c:v>6.2363416996695231E-2</c:v>
                </c:pt>
                <c:pt idx="2325">
                  <c:v>6.2363416996695231E-2</c:v>
                </c:pt>
                <c:pt idx="2326">
                  <c:v>6.2363416996695231E-2</c:v>
                </c:pt>
                <c:pt idx="2327">
                  <c:v>6.2363416996695231E-2</c:v>
                </c:pt>
                <c:pt idx="2328">
                  <c:v>6.2363416996695231E-2</c:v>
                </c:pt>
                <c:pt idx="2329">
                  <c:v>6.2363416996695231E-2</c:v>
                </c:pt>
                <c:pt idx="2330">
                  <c:v>6.2363416996695231E-2</c:v>
                </c:pt>
                <c:pt idx="2331">
                  <c:v>6.2363416996695231E-2</c:v>
                </c:pt>
                <c:pt idx="2332">
                  <c:v>6.2363416996695231E-2</c:v>
                </c:pt>
                <c:pt idx="2333">
                  <c:v>6.2363416996695231E-2</c:v>
                </c:pt>
                <c:pt idx="2334">
                  <c:v>6.2363416996695231E-2</c:v>
                </c:pt>
                <c:pt idx="2335">
                  <c:v>6.2363416996695231E-2</c:v>
                </c:pt>
                <c:pt idx="2336">
                  <c:v>6.2363416996695231E-2</c:v>
                </c:pt>
                <c:pt idx="2337">
                  <c:v>6.2363416996695231E-2</c:v>
                </c:pt>
                <c:pt idx="2338">
                  <c:v>6.2363416996695231E-2</c:v>
                </c:pt>
                <c:pt idx="2339">
                  <c:v>6.2363416996695231E-2</c:v>
                </c:pt>
                <c:pt idx="2340">
                  <c:v>6.2363416996695231E-2</c:v>
                </c:pt>
                <c:pt idx="2341">
                  <c:v>6.2363416996695231E-2</c:v>
                </c:pt>
                <c:pt idx="2342">
                  <c:v>6.2363416996695231E-2</c:v>
                </c:pt>
                <c:pt idx="2343">
                  <c:v>6.2363416996695231E-2</c:v>
                </c:pt>
                <c:pt idx="2344">
                  <c:v>6.2363416996695231E-2</c:v>
                </c:pt>
                <c:pt idx="2345">
                  <c:v>6.2363416996695231E-2</c:v>
                </c:pt>
                <c:pt idx="2346">
                  <c:v>6.2363416996695231E-2</c:v>
                </c:pt>
                <c:pt idx="2347">
                  <c:v>6.2363416996695231E-2</c:v>
                </c:pt>
                <c:pt idx="2348">
                  <c:v>6.2363416996695231E-2</c:v>
                </c:pt>
                <c:pt idx="2349">
                  <c:v>6.2363416996695231E-2</c:v>
                </c:pt>
                <c:pt idx="2350">
                  <c:v>6.2363416996695231E-2</c:v>
                </c:pt>
                <c:pt idx="2351">
                  <c:v>6.2363416996695231E-2</c:v>
                </c:pt>
                <c:pt idx="2352">
                  <c:v>6.2363416996695231E-2</c:v>
                </c:pt>
                <c:pt idx="2353">
                  <c:v>6.2363416996695231E-2</c:v>
                </c:pt>
                <c:pt idx="2354">
                  <c:v>6.2363416996695231E-2</c:v>
                </c:pt>
                <c:pt idx="2355">
                  <c:v>6.2363416996695231E-2</c:v>
                </c:pt>
                <c:pt idx="2356">
                  <c:v>6.2363416996695231E-2</c:v>
                </c:pt>
                <c:pt idx="2357">
                  <c:v>6.2363416996695231E-2</c:v>
                </c:pt>
                <c:pt idx="2358">
                  <c:v>6.2363416996695231E-2</c:v>
                </c:pt>
                <c:pt idx="2359">
                  <c:v>6.2363416996695231E-2</c:v>
                </c:pt>
                <c:pt idx="2360">
                  <c:v>6.2363416996695231E-2</c:v>
                </c:pt>
                <c:pt idx="2361">
                  <c:v>6.2363416996695231E-2</c:v>
                </c:pt>
                <c:pt idx="2362">
                  <c:v>6.2363416996695231E-2</c:v>
                </c:pt>
                <c:pt idx="2363">
                  <c:v>6.2363416996695231E-2</c:v>
                </c:pt>
                <c:pt idx="2364">
                  <c:v>6.2363416996695231E-2</c:v>
                </c:pt>
                <c:pt idx="2365">
                  <c:v>6.2363416996695231E-2</c:v>
                </c:pt>
                <c:pt idx="2366">
                  <c:v>6.2363416996695231E-2</c:v>
                </c:pt>
                <c:pt idx="2367">
                  <c:v>6.2363416996695231E-2</c:v>
                </c:pt>
                <c:pt idx="2368">
                  <c:v>6.2363416996695231E-2</c:v>
                </c:pt>
                <c:pt idx="2369">
                  <c:v>6.2363416996695231E-2</c:v>
                </c:pt>
                <c:pt idx="2370">
                  <c:v>6.2363416996695231E-2</c:v>
                </c:pt>
                <c:pt idx="2371">
                  <c:v>6.2363416996695231E-2</c:v>
                </c:pt>
                <c:pt idx="2372">
                  <c:v>6.2363416996695231E-2</c:v>
                </c:pt>
                <c:pt idx="2373">
                  <c:v>6.2363416996695231E-2</c:v>
                </c:pt>
                <c:pt idx="2374">
                  <c:v>6.2363416996695231E-2</c:v>
                </c:pt>
                <c:pt idx="2375">
                  <c:v>6.2363416996695231E-2</c:v>
                </c:pt>
                <c:pt idx="2376">
                  <c:v>6.2363416996695231E-2</c:v>
                </c:pt>
                <c:pt idx="2377">
                  <c:v>6.2363416996695231E-2</c:v>
                </c:pt>
                <c:pt idx="2378">
                  <c:v>6.2363416996695231E-2</c:v>
                </c:pt>
                <c:pt idx="2379">
                  <c:v>6.2363416996695231E-2</c:v>
                </c:pt>
                <c:pt idx="2380">
                  <c:v>6.2363416996695231E-2</c:v>
                </c:pt>
                <c:pt idx="2381">
                  <c:v>6.2363416996695231E-2</c:v>
                </c:pt>
                <c:pt idx="2382">
                  <c:v>6.2363416996695231E-2</c:v>
                </c:pt>
                <c:pt idx="2383">
                  <c:v>6.2363416996695231E-2</c:v>
                </c:pt>
                <c:pt idx="2384">
                  <c:v>6.2363416996695231E-2</c:v>
                </c:pt>
                <c:pt idx="2385">
                  <c:v>6.2363416996695231E-2</c:v>
                </c:pt>
                <c:pt idx="2386">
                  <c:v>6.2363416996695231E-2</c:v>
                </c:pt>
                <c:pt idx="2387">
                  <c:v>6.2363416996695231E-2</c:v>
                </c:pt>
                <c:pt idx="2388">
                  <c:v>6.2363416996695231E-2</c:v>
                </c:pt>
                <c:pt idx="2389">
                  <c:v>6.2363416996695231E-2</c:v>
                </c:pt>
                <c:pt idx="2390">
                  <c:v>6.2363416996695231E-2</c:v>
                </c:pt>
                <c:pt idx="2391">
                  <c:v>6.2363416996695231E-2</c:v>
                </c:pt>
                <c:pt idx="2392">
                  <c:v>6.2363416996695231E-2</c:v>
                </c:pt>
                <c:pt idx="2393">
                  <c:v>6.2363416996695231E-2</c:v>
                </c:pt>
                <c:pt idx="2394">
                  <c:v>6.2363416996695231E-2</c:v>
                </c:pt>
                <c:pt idx="2395">
                  <c:v>6.2363416996695231E-2</c:v>
                </c:pt>
                <c:pt idx="2396">
                  <c:v>6.2363416996695231E-2</c:v>
                </c:pt>
                <c:pt idx="2397">
                  <c:v>6.2363416996695231E-2</c:v>
                </c:pt>
                <c:pt idx="2398">
                  <c:v>6.2363416996695231E-2</c:v>
                </c:pt>
                <c:pt idx="2399">
                  <c:v>6.2363416996695231E-2</c:v>
                </c:pt>
                <c:pt idx="2400">
                  <c:v>6.2363416996695231E-2</c:v>
                </c:pt>
                <c:pt idx="2401">
                  <c:v>6.2363416996695231E-2</c:v>
                </c:pt>
                <c:pt idx="2402">
                  <c:v>6.2363416996695231E-2</c:v>
                </c:pt>
                <c:pt idx="2403">
                  <c:v>6.2363416996695231E-2</c:v>
                </c:pt>
                <c:pt idx="2404">
                  <c:v>6.2363416996695231E-2</c:v>
                </c:pt>
                <c:pt idx="2405">
                  <c:v>6.2363416996695231E-2</c:v>
                </c:pt>
                <c:pt idx="2406">
                  <c:v>6.2363416996695231E-2</c:v>
                </c:pt>
                <c:pt idx="2407">
                  <c:v>6.2363416996695231E-2</c:v>
                </c:pt>
                <c:pt idx="2408">
                  <c:v>6.2363416996695231E-2</c:v>
                </c:pt>
                <c:pt idx="2409">
                  <c:v>6.2363416996695231E-2</c:v>
                </c:pt>
                <c:pt idx="2410">
                  <c:v>6.2363416996695231E-2</c:v>
                </c:pt>
                <c:pt idx="2411">
                  <c:v>6.2363416996695231E-2</c:v>
                </c:pt>
                <c:pt idx="2412">
                  <c:v>6.2363416996695231E-2</c:v>
                </c:pt>
                <c:pt idx="2413">
                  <c:v>6.2363416996695231E-2</c:v>
                </c:pt>
                <c:pt idx="2414">
                  <c:v>6.2363416996695231E-2</c:v>
                </c:pt>
                <c:pt idx="2415">
                  <c:v>6.2363416996695231E-2</c:v>
                </c:pt>
                <c:pt idx="2416">
                  <c:v>6.2363416996695231E-2</c:v>
                </c:pt>
                <c:pt idx="2417">
                  <c:v>6.2363416996695231E-2</c:v>
                </c:pt>
                <c:pt idx="2418">
                  <c:v>6.2363416996695231E-2</c:v>
                </c:pt>
                <c:pt idx="2419">
                  <c:v>6.2363416996695231E-2</c:v>
                </c:pt>
                <c:pt idx="2420">
                  <c:v>6.2363416996695231E-2</c:v>
                </c:pt>
                <c:pt idx="2421">
                  <c:v>6.2363416996695231E-2</c:v>
                </c:pt>
                <c:pt idx="2422">
                  <c:v>6.2363416996695231E-2</c:v>
                </c:pt>
                <c:pt idx="2423">
                  <c:v>6.2363416996695231E-2</c:v>
                </c:pt>
                <c:pt idx="2424">
                  <c:v>6.2363416996695231E-2</c:v>
                </c:pt>
                <c:pt idx="2425">
                  <c:v>6.2363416996695231E-2</c:v>
                </c:pt>
                <c:pt idx="2426">
                  <c:v>6.2363416996695231E-2</c:v>
                </c:pt>
                <c:pt idx="2427">
                  <c:v>6.2363416996695231E-2</c:v>
                </c:pt>
                <c:pt idx="2428">
                  <c:v>6.2363416996695231E-2</c:v>
                </c:pt>
                <c:pt idx="2429">
                  <c:v>6.2363416996695231E-2</c:v>
                </c:pt>
                <c:pt idx="2430">
                  <c:v>6.2363416996695231E-2</c:v>
                </c:pt>
                <c:pt idx="2431">
                  <c:v>6.2363416996695231E-2</c:v>
                </c:pt>
                <c:pt idx="2432">
                  <c:v>6.2363416996695231E-2</c:v>
                </c:pt>
                <c:pt idx="2433">
                  <c:v>6.2363416996695231E-2</c:v>
                </c:pt>
                <c:pt idx="2434">
                  <c:v>6.2363416996695231E-2</c:v>
                </c:pt>
                <c:pt idx="2435">
                  <c:v>6.2363416996695231E-2</c:v>
                </c:pt>
                <c:pt idx="2436">
                  <c:v>6.2363416996695231E-2</c:v>
                </c:pt>
                <c:pt idx="2437">
                  <c:v>6.2363416996695231E-2</c:v>
                </c:pt>
                <c:pt idx="2438">
                  <c:v>6.2363416996695231E-2</c:v>
                </c:pt>
                <c:pt idx="2439">
                  <c:v>6.2363416996695231E-2</c:v>
                </c:pt>
                <c:pt idx="2440">
                  <c:v>6.2363416996695231E-2</c:v>
                </c:pt>
                <c:pt idx="2441">
                  <c:v>6.2363416996695231E-2</c:v>
                </c:pt>
                <c:pt idx="2442">
                  <c:v>6.2363416996695231E-2</c:v>
                </c:pt>
                <c:pt idx="2443">
                  <c:v>6.2363416996695231E-2</c:v>
                </c:pt>
                <c:pt idx="2444">
                  <c:v>6.2363416996695231E-2</c:v>
                </c:pt>
                <c:pt idx="2445">
                  <c:v>6.2363416996695231E-2</c:v>
                </c:pt>
                <c:pt idx="2446">
                  <c:v>6.2363416996695231E-2</c:v>
                </c:pt>
                <c:pt idx="2447">
                  <c:v>6.2363416996695231E-2</c:v>
                </c:pt>
                <c:pt idx="2448">
                  <c:v>6.2363416996695231E-2</c:v>
                </c:pt>
                <c:pt idx="2449">
                  <c:v>6.2363416996695231E-2</c:v>
                </c:pt>
                <c:pt idx="2450">
                  <c:v>6.2363416996695231E-2</c:v>
                </c:pt>
                <c:pt idx="2451">
                  <c:v>6.2363416996695231E-2</c:v>
                </c:pt>
                <c:pt idx="2452">
                  <c:v>6.2363416996695231E-2</c:v>
                </c:pt>
                <c:pt idx="2453">
                  <c:v>6.2363416996695231E-2</c:v>
                </c:pt>
                <c:pt idx="2454">
                  <c:v>6.2363416996695231E-2</c:v>
                </c:pt>
                <c:pt idx="2455">
                  <c:v>6.2363416996695231E-2</c:v>
                </c:pt>
                <c:pt idx="2456">
                  <c:v>6.2363416996695231E-2</c:v>
                </c:pt>
                <c:pt idx="2457">
                  <c:v>6.2363416996695231E-2</c:v>
                </c:pt>
                <c:pt idx="2458">
                  <c:v>6.2363416996695231E-2</c:v>
                </c:pt>
                <c:pt idx="2459">
                  <c:v>6.2363416996695231E-2</c:v>
                </c:pt>
                <c:pt idx="2460">
                  <c:v>6.2363416996695231E-2</c:v>
                </c:pt>
                <c:pt idx="2461">
                  <c:v>6.2363416996695231E-2</c:v>
                </c:pt>
                <c:pt idx="2462">
                  <c:v>6.2363416996695231E-2</c:v>
                </c:pt>
                <c:pt idx="2463">
                  <c:v>6.2363416996695231E-2</c:v>
                </c:pt>
                <c:pt idx="2464">
                  <c:v>6.2363416996695231E-2</c:v>
                </c:pt>
                <c:pt idx="2465">
                  <c:v>6.2363416996695231E-2</c:v>
                </c:pt>
                <c:pt idx="2466">
                  <c:v>6.2363416996695231E-2</c:v>
                </c:pt>
                <c:pt idx="2467">
                  <c:v>6.2363416996695231E-2</c:v>
                </c:pt>
                <c:pt idx="2468">
                  <c:v>6.2363416996695231E-2</c:v>
                </c:pt>
                <c:pt idx="2469">
                  <c:v>6.2363416996695231E-2</c:v>
                </c:pt>
                <c:pt idx="2470">
                  <c:v>6.2363416996695231E-2</c:v>
                </c:pt>
                <c:pt idx="2471">
                  <c:v>6.2363416996695231E-2</c:v>
                </c:pt>
                <c:pt idx="2472">
                  <c:v>6.2363416996695231E-2</c:v>
                </c:pt>
                <c:pt idx="2473">
                  <c:v>6.2363416996695231E-2</c:v>
                </c:pt>
                <c:pt idx="2474">
                  <c:v>6.2363416996695231E-2</c:v>
                </c:pt>
                <c:pt idx="2475">
                  <c:v>6.2363416996695231E-2</c:v>
                </c:pt>
                <c:pt idx="2476">
                  <c:v>6.2363416996695231E-2</c:v>
                </c:pt>
                <c:pt idx="2477">
                  <c:v>6.2363416996695231E-2</c:v>
                </c:pt>
                <c:pt idx="2478">
                  <c:v>6.2363416996695231E-2</c:v>
                </c:pt>
                <c:pt idx="2479">
                  <c:v>6.2363416996695231E-2</c:v>
                </c:pt>
                <c:pt idx="2480">
                  <c:v>6.2363416996695231E-2</c:v>
                </c:pt>
                <c:pt idx="2481">
                  <c:v>6.2363416996695231E-2</c:v>
                </c:pt>
                <c:pt idx="2482">
                  <c:v>6.2363416996695231E-2</c:v>
                </c:pt>
                <c:pt idx="2483">
                  <c:v>6.2363416996695231E-2</c:v>
                </c:pt>
                <c:pt idx="2484">
                  <c:v>6.2363416996695231E-2</c:v>
                </c:pt>
                <c:pt idx="2485">
                  <c:v>6.2363416996695231E-2</c:v>
                </c:pt>
                <c:pt idx="2486">
                  <c:v>6.2363416996695231E-2</c:v>
                </c:pt>
                <c:pt idx="2487">
                  <c:v>6.2363416996695231E-2</c:v>
                </c:pt>
                <c:pt idx="2488">
                  <c:v>6.2363416996695231E-2</c:v>
                </c:pt>
                <c:pt idx="2489">
                  <c:v>6.2363416996695231E-2</c:v>
                </c:pt>
                <c:pt idx="2490">
                  <c:v>6.2363416996695231E-2</c:v>
                </c:pt>
                <c:pt idx="2491">
                  <c:v>6.2363416996695231E-2</c:v>
                </c:pt>
                <c:pt idx="2492">
                  <c:v>6.2363416996695231E-2</c:v>
                </c:pt>
                <c:pt idx="2493">
                  <c:v>6.2363416996695231E-2</c:v>
                </c:pt>
                <c:pt idx="2494">
                  <c:v>6.2363416996695231E-2</c:v>
                </c:pt>
                <c:pt idx="2495">
                  <c:v>6.2363416996695231E-2</c:v>
                </c:pt>
                <c:pt idx="2496">
                  <c:v>6.2363416996695231E-2</c:v>
                </c:pt>
                <c:pt idx="2497">
                  <c:v>6.2363416996695231E-2</c:v>
                </c:pt>
                <c:pt idx="2498">
                  <c:v>6.2363416996695231E-2</c:v>
                </c:pt>
                <c:pt idx="2499">
                  <c:v>6.2363416996695231E-2</c:v>
                </c:pt>
                <c:pt idx="2500">
                  <c:v>6.2363416996695231E-2</c:v>
                </c:pt>
                <c:pt idx="2501">
                  <c:v>6.2363416996695231E-2</c:v>
                </c:pt>
                <c:pt idx="2502">
                  <c:v>6.2363416996695231E-2</c:v>
                </c:pt>
                <c:pt idx="2503">
                  <c:v>6.2363416996695231E-2</c:v>
                </c:pt>
                <c:pt idx="2504">
                  <c:v>6.2363416996695231E-2</c:v>
                </c:pt>
                <c:pt idx="2505">
                  <c:v>6.2363416996695231E-2</c:v>
                </c:pt>
                <c:pt idx="2506">
                  <c:v>6.2363416996695231E-2</c:v>
                </c:pt>
                <c:pt idx="2507">
                  <c:v>6.2363416996695231E-2</c:v>
                </c:pt>
                <c:pt idx="2508">
                  <c:v>6.2363416996695231E-2</c:v>
                </c:pt>
                <c:pt idx="2509">
                  <c:v>6.2363416996695231E-2</c:v>
                </c:pt>
                <c:pt idx="2510">
                  <c:v>6.2363416996695231E-2</c:v>
                </c:pt>
                <c:pt idx="2511">
                  <c:v>6.2363416996695231E-2</c:v>
                </c:pt>
                <c:pt idx="2512">
                  <c:v>6.2363416996695231E-2</c:v>
                </c:pt>
                <c:pt idx="2513">
                  <c:v>6.2363416996695231E-2</c:v>
                </c:pt>
                <c:pt idx="2514">
                  <c:v>6.2363416996695231E-2</c:v>
                </c:pt>
                <c:pt idx="2515">
                  <c:v>6.2363416996695231E-2</c:v>
                </c:pt>
                <c:pt idx="2516">
                  <c:v>6.2363416996695231E-2</c:v>
                </c:pt>
                <c:pt idx="2517">
                  <c:v>6.2363416996695231E-2</c:v>
                </c:pt>
                <c:pt idx="2518">
                  <c:v>6.2363416996695231E-2</c:v>
                </c:pt>
                <c:pt idx="2519">
                  <c:v>6.2363416996695231E-2</c:v>
                </c:pt>
                <c:pt idx="2520">
                  <c:v>6.2363416996695231E-2</c:v>
                </c:pt>
                <c:pt idx="2521">
                  <c:v>6.2363416996695231E-2</c:v>
                </c:pt>
                <c:pt idx="2522">
                  <c:v>6.2363416996695231E-2</c:v>
                </c:pt>
                <c:pt idx="2523">
                  <c:v>6.2363416996695231E-2</c:v>
                </c:pt>
                <c:pt idx="2524">
                  <c:v>6.2363416996695231E-2</c:v>
                </c:pt>
                <c:pt idx="2525">
                  <c:v>6.2363416996695231E-2</c:v>
                </c:pt>
                <c:pt idx="2526">
                  <c:v>6.2363416996695231E-2</c:v>
                </c:pt>
                <c:pt idx="2527">
                  <c:v>6.2363416996695231E-2</c:v>
                </c:pt>
                <c:pt idx="2528">
                  <c:v>6.2363416996695231E-2</c:v>
                </c:pt>
                <c:pt idx="2529">
                  <c:v>6.2363416996695231E-2</c:v>
                </c:pt>
                <c:pt idx="2530">
                  <c:v>6.2363416996695231E-2</c:v>
                </c:pt>
                <c:pt idx="2531">
                  <c:v>6.2363416996695231E-2</c:v>
                </c:pt>
                <c:pt idx="2532">
                  <c:v>6.2363416996695231E-2</c:v>
                </c:pt>
                <c:pt idx="2533">
                  <c:v>6.2363416996695231E-2</c:v>
                </c:pt>
                <c:pt idx="2534">
                  <c:v>6.2363416996695231E-2</c:v>
                </c:pt>
                <c:pt idx="2535">
                  <c:v>6.2363416996695231E-2</c:v>
                </c:pt>
                <c:pt idx="2536">
                  <c:v>6.2363416996695231E-2</c:v>
                </c:pt>
                <c:pt idx="2537">
                  <c:v>6.2363416996695231E-2</c:v>
                </c:pt>
                <c:pt idx="2538">
                  <c:v>6.2363416996695231E-2</c:v>
                </c:pt>
                <c:pt idx="2539">
                  <c:v>6.2363416996695231E-2</c:v>
                </c:pt>
                <c:pt idx="2540">
                  <c:v>6.2363416996695231E-2</c:v>
                </c:pt>
                <c:pt idx="2541">
                  <c:v>6.2363416996695231E-2</c:v>
                </c:pt>
                <c:pt idx="2542">
                  <c:v>6.2363416996695231E-2</c:v>
                </c:pt>
                <c:pt idx="2543">
                  <c:v>6.2363416996695231E-2</c:v>
                </c:pt>
                <c:pt idx="2544">
                  <c:v>6.2363416996695231E-2</c:v>
                </c:pt>
                <c:pt idx="2545">
                  <c:v>6.2363416996695231E-2</c:v>
                </c:pt>
                <c:pt idx="2546">
                  <c:v>6.2363416996695231E-2</c:v>
                </c:pt>
                <c:pt idx="2547">
                  <c:v>6.2363416996695231E-2</c:v>
                </c:pt>
                <c:pt idx="2548">
                  <c:v>6.2363416996695231E-2</c:v>
                </c:pt>
                <c:pt idx="2549">
                  <c:v>6.2363416996695231E-2</c:v>
                </c:pt>
                <c:pt idx="2550">
                  <c:v>6.2363416996695231E-2</c:v>
                </c:pt>
                <c:pt idx="2551">
                  <c:v>6.2363416996695231E-2</c:v>
                </c:pt>
                <c:pt idx="2552">
                  <c:v>6.2363416996695231E-2</c:v>
                </c:pt>
                <c:pt idx="2553">
                  <c:v>6.2363416996695231E-2</c:v>
                </c:pt>
                <c:pt idx="2554">
                  <c:v>6.2363416996695231E-2</c:v>
                </c:pt>
                <c:pt idx="2555">
                  <c:v>6.2363416996695231E-2</c:v>
                </c:pt>
                <c:pt idx="2556">
                  <c:v>6.2363416996695231E-2</c:v>
                </c:pt>
                <c:pt idx="2557">
                  <c:v>6.2363416996695231E-2</c:v>
                </c:pt>
                <c:pt idx="2558">
                  <c:v>6.2363416996695231E-2</c:v>
                </c:pt>
                <c:pt idx="2559">
                  <c:v>6.2363416996695231E-2</c:v>
                </c:pt>
                <c:pt idx="2560">
                  <c:v>6.2363416996695231E-2</c:v>
                </c:pt>
                <c:pt idx="2561">
                  <c:v>6.2363416996695231E-2</c:v>
                </c:pt>
                <c:pt idx="2562">
                  <c:v>6.2363416996695231E-2</c:v>
                </c:pt>
                <c:pt idx="2563">
                  <c:v>6.2363416996695231E-2</c:v>
                </c:pt>
                <c:pt idx="2564">
                  <c:v>6.2363416996695231E-2</c:v>
                </c:pt>
                <c:pt idx="2565">
                  <c:v>6.2363416996695231E-2</c:v>
                </c:pt>
                <c:pt idx="2566">
                  <c:v>6.2363416996695231E-2</c:v>
                </c:pt>
                <c:pt idx="2567">
                  <c:v>6.2363416996695231E-2</c:v>
                </c:pt>
                <c:pt idx="2568">
                  <c:v>6.2363416996695231E-2</c:v>
                </c:pt>
                <c:pt idx="2569">
                  <c:v>6.2363416996695231E-2</c:v>
                </c:pt>
                <c:pt idx="2570">
                  <c:v>6.2363416996695231E-2</c:v>
                </c:pt>
                <c:pt idx="2571">
                  <c:v>6.2363416996695231E-2</c:v>
                </c:pt>
                <c:pt idx="2572">
                  <c:v>6.2363416996695231E-2</c:v>
                </c:pt>
                <c:pt idx="2573">
                  <c:v>6.2363416996695231E-2</c:v>
                </c:pt>
                <c:pt idx="2574">
                  <c:v>6.2363416996695231E-2</c:v>
                </c:pt>
                <c:pt idx="2575">
                  <c:v>6.2363416996695231E-2</c:v>
                </c:pt>
                <c:pt idx="2576">
                  <c:v>6.2363416996695231E-2</c:v>
                </c:pt>
                <c:pt idx="2577">
                  <c:v>6.2363416996695231E-2</c:v>
                </c:pt>
                <c:pt idx="2578">
                  <c:v>6.2363416996695231E-2</c:v>
                </c:pt>
                <c:pt idx="2579">
                  <c:v>6.2363416996695231E-2</c:v>
                </c:pt>
                <c:pt idx="2580">
                  <c:v>6.2363416996695231E-2</c:v>
                </c:pt>
                <c:pt idx="2581">
                  <c:v>6.2363416996695231E-2</c:v>
                </c:pt>
                <c:pt idx="2582">
                  <c:v>6.2363416996695231E-2</c:v>
                </c:pt>
                <c:pt idx="2583">
                  <c:v>6.2363416996695231E-2</c:v>
                </c:pt>
                <c:pt idx="2584">
                  <c:v>6.2363416996695231E-2</c:v>
                </c:pt>
                <c:pt idx="2585">
                  <c:v>6.2363416996695231E-2</c:v>
                </c:pt>
                <c:pt idx="2586">
                  <c:v>6.2363416996695231E-2</c:v>
                </c:pt>
                <c:pt idx="2587">
                  <c:v>6.2363416996695231E-2</c:v>
                </c:pt>
                <c:pt idx="2588">
                  <c:v>6.2363416996695231E-2</c:v>
                </c:pt>
                <c:pt idx="2589">
                  <c:v>6.2363416996695231E-2</c:v>
                </c:pt>
                <c:pt idx="2590">
                  <c:v>6.2363416996695231E-2</c:v>
                </c:pt>
                <c:pt idx="2591">
                  <c:v>6.2363416996695231E-2</c:v>
                </c:pt>
                <c:pt idx="2592">
                  <c:v>6.2363416996695231E-2</c:v>
                </c:pt>
                <c:pt idx="2593">
                  <c:v>6.2363416996695231E-2</c:v>
                </c:pt>
                <c:pt idx="2594">
                  <c:v>6.2363416996695231E-2</c:v>
                </c:pt>
                <c:pt idx="2595">
                  <c:v>6.2363416996695231E-2</c:v>
                </c:pt>
                <c:pt idx="2596">
                  <c:v>6.2363416996695231E-2</c:v>
                </c:pt>
                <c:pt idx="2597">
                  <c:v>6.2363416996695231E-2</c:v>
                </c:pt>
                <c:pt idx="2598">
                  <c:v>6.2363416996695231E-2</c:v>
                </c:pt>
                <c:pt idx="2599">
                  <c:v>6.2363416996695231E-2</c:v>
                </c:pt>
                <c:pt idx="2600">
                  <c:v>6.2363416996695231E-2</c:v>
                </c:pt>
                <c:pt idx="2601">
                  <c:v>6.2363416996695231E-2</c:v>
                </c:pt>
                <c:pt idx="2602">
                  <c:v>6.2363416996695231E-2</c:v>
                </c:pt>
                <c:pt idx="2603">
                  <c:v>6.2363416996695231E-2</c:v>
                </c:pt>
                <c:pt idx="2604">
                  <c:v>6.2363416996695231E-2</c:v>
                </c:pt>
                <c:pt idx="2605">
                  <c:v>6.2363416996695231E-2</c:v>
                </c:pt>
                <c:pt idx="2606">
                  <c:v>6.2363416996695231E-2</c:v>
                </c:pt>
                <c:pt idx="2607">
                  <c:v>6.2363416996695231E-2</c:v>
                </c:pt>
                <c:pt idx="2608">
                  <c:v>6.2363416996695231E-2</c:v>
                </c:pt>
                <c:pt idx="2609">
                  <c:v>6.2363416996695231E-2</c:v>
                </c:pt>
                <c:pt idx="2610">
                  <c:v>6.2363416996695231E-2</c:v>
                </c:pt>
                <c:pt idx="2611">
                  <c:v>6.2363416996695231E-2</c:v>
                </c:pt>
                <c:pt idx="2612">
                  <c:v>6.2363416996695231E-2</c:v>
                </c:pt>
                <c:pt idx="2613">
                  <c:v>6.2363416996695231E-2</c:v>
                </c:pt>
                <c:pt idx="2614">
                  <c:v>6.2363416996695231E-2</c:v>
                </c:pt>
                <c:pt idx="2615">
                  <c:v>6.2363416996695231E-2</c:v>
                </c:pt>
                <c:pt idx="2616">
                  <c:v>6.2363416996695231E-2</c:v>
                </c:pt>
                <c:pt idx="2617">
                  <c:v>6.2363416996695231E-2</c:v>
                </c:pt>
                <c:pt idx="2618">
                  <c:v>6.2363416996695231E-2</c:v>
                </c:pt>
                <c:pt idx="2619">
                  <c:v>6.2363416996695231E-2</c:v>
                </c:pt>
                <c:pt idx="2620">
                  <c:v>6.2363416996695231E-2</c:v>
                </c:pt>
                <c:pt idx="2621">
                  <c:v>6.2363416996695231E-2</c:v>
                </c:pt>
                <c:pt idx="2622">
                  <c:v>6.2363416996695231E-2</c:v>
                </c:pt>
                <c:pt idx="2623">
                  <c:v>6.2363416996695231E-2</c:v>
                </c:pt>
                <c:pt idx="2624">
                  <c:v>6.2363416996695231E-2</c:v>
                </c:pt>
                <c:pt idx="2625">
                  <c:v>6.2363416996695231E-2</c:v>
                </c:pt>
                <c:pt idx="2626">
                  <c:v>6.2363416996695231E-2</c:v>
                </c:pt>
                <c:pt idx="2627">
                  <c:v>6.2363416996695231E-2</c:v>
                </c:pt>
                <c:pt idx="2628">
                  <c:v>6.2363416996695231E-2</c:v>
                </c:pt>
                <c:pt idx="2629">
                  <c:v>6.2363416996695231E-2</c:v>
                </c:pt>
                <c:pt idx="2630">
                  <c:v>6.2363416996695231E-2</c:v>
                </c:pt>
                <c:pt idx="2631">
                  <c:v>6.2363416996695231E-2</c:v>
                </c:pt>
                <c:pt idx="2632">
                  <c:v>6.2363416996695231E-2</c:v>
                </c:pt>
                <c:pt idx="2633">
                  <c:v>6.2363416996695231E-2</c:v>
                </c:pt>
                <c:pt idx="2634">
                  <c:v>6.2363416996695231E-2</c:v>
                </c:pt>
                <c:pt idx="2635">
                  <c:v>6.2363416996695231E-2</c:v>
                </c:pt>
                <c:pt idx="2636">
                  <c:v>6.2363416996695231E-2</c:v>
                </c:pt>
                <c:pt idx="2637">
                  <c:v>6.2363416996695231E-2</c:v>
                </c:pt>
                <c:pt idx="2638">
                  <c:v>6.2363416996695231E-2</c:v>
                </c:pt>
                <c:pt idx="2639">
                  <c:v>6.2363416996695231E-2</c:v>
                </c:pt>
                <c:pt idx="2640">
                  <c:v>6.2363416996695231E-2</c:v>
                </c:pt>
                <c:pt idx="2641">
                  <c:v>6.2363416996695231E-2</c:v>
                </c:pt>
                <c:pt idx="2642">
                  <c:v>6.2363416996695231E-2</c:v>
                </c:pt>
                <c:pt idx="2643">
                  <c:v>6.2363416996695231E-2</c:v>
                </c:pt>
                <c:pt idx="2644">
                  <c:v>6.2363416996695231E-2</c:v>
                </c:pt>
                <c:pt idx="2645">
                  <c:v>6.2363416996695231E-2</c:v>
                </c:pt>
                <c:pt idx="2646">
                  <c:v>6.2363416996695231E-2</c:v>
                </c:pt>
                <c:pt idx="2647">
                  <c:v>6.2363416996695231E-2</c:v>
                </c:pt>
                <c:pt idx="2648">
                  <c:v>6.2363416996695231E-2</c:v>
                </c:pt>
                <c:pt idx="2649">
                  <c:v>6.2363416996695231E-2</c:v>
                </c:pt>
                <c:pt idx="2650">
                  <c:v>6.2363416996695231E-2</c:v>
                </c:pt>
                <c:pt idx="2651">
                  <c:v>6.2363416996695231E-2</c:v>
                </c:pt>
                <c:pt idx="2652">
                  <c:v>6.2363416996695231E-2</c:v>
                </c:pt>
                <c:pt idx="2653">
                  <c:v>6.2363416996695231E-2</c:v>
                </c:pt>
                <c:pt idx="2654">
                  <c:v>6.2363416996695231E-2</c:v>
                </c:pt>
                <c:pt idx="2655">
                  <c:v>6.2363416996695231E-2</c:v>
                </c:pt>
                <c:pt idx="2656">
                  <c:v>6.2363416996695231E-2</c:v>
                </c:pt>
                <c:pt idx="2657">
                  <c:v>6.2363416996695231E-2</c:v>
                </c:pt>
                <c:pt idx="2658">
                  <c:v>6.2363416996695231E-2</c:v>
                </c:pt>
                <c:pt idx="2659">
                  <c:v>6.2363416996695231E-2</c:v>
                </c:pt>
                <c:pt idx="2660">
                  <c:v>6.2363416996695231E-2</c:v>
                </c:pt>
                <c:pt idx="2661">
                  <c:v>6.2363416996695231E-2</c:v>
                </c:pt>
                <c:pt idx="2662">
                  <c:v>6.2363416996695231E-2</c:v>
                </c:pt>
                <c:pt idx="2663">
                  <c:v>6.2363416996695231E-2</c:v>
                </c:pt>
                <c:pt idx="2664">
                  <c:v>6.2363416996695231E-2</c:v>
                </c:pt>
                <c:pt idx="2665">
                  <c:v>6.2363416996695231E-2</c:v>
                </c:pt>
                <c:pt idx="2666">
                  <c:v>6.2363416996695231E-2</c:v>
                </c:pt>
                <c:pt idx="2667">
                  <c:v>6.2363416996695231E-2</c:v>
                </c:pt>
                <c:pt idx="2668">
                  <c:v>6.2363416996695231E-2</c:v>
                </c:pt>
                <c:pt idx="2669">
                  <c:v>6.2363416996695231E-2</c:v>
                </c:pt>
                <c:pt idx="2670">
                  <c:v>6.2363416996695231E-2</c:v>
                </c:pt>
                <c:pt idx="2671">
                  <c:v>6.2363416996695231E-2</c:v>
                </c:pt>
                <c:pt idx="2672">
                  <c:v>6.2363416996695231E-2</c:v>
                </c:pt>
                <c:pt idx="2673">
                  <c:v>6.2363416996695231E-2</c:v>
                </c:pt>
                <c:pt idx="2674">
                  <c:v>6.2363416996695231E-2</c:v>
                </c:pt>
                <c:pt idx="2675">
                  <c:v>6.2363416996695231E-2</c:v>
                </c:pt>
                <c:pt idx="2676">
                  <c:v>6.2363416996695231E-2</c:v>
                </c:pt>
                <c:pt idx="2677">
                  <c:v>6.2363416996695231E-2</c:v>
                </c:pt>
                <c:pt idx="2678">
                  <c:v>6.2363416996695231E-2</c:v>
                </c:pt>
                <c:pt idx="2679">
                  <c:v>6.2363416996695231E-2</c:v>
                </c:pt>
                <c:pt idx="2680">
                  <c:v>6.2363416996695231E-2</c:v>
                </c:pt>
                <c:pt idx="2681">
                  <c:v>6.2363416996695231E-2</c:v>
                </c:pt>
                <c:pt idx="2682">
                  <c:v>6.2363416996695231E-2</c:v>
                </c:pt>
                <c:pt idx="2683">
                  <c:v>6.2363416996695231E-2</c:v>
                </c:pt>
                <c:pt idx="2684">
                  <c:v>6.2363416996695231E-2</c:v>
                </c:pt>
                <c:pt idx="2685">
                  <c:v>6.2363416996695231E-2</c:v>
                </c:pt>
                <c:pt idx="2686">
                  <c:v>6.2363416996695231E-2</c:v>
                </c:pt>
                <c:pt idx="2687">
                  <c:v>6.2363416996695231E-2</c:v>
                </c:pt>
                <c:pt idx="2688">
                  <c:v>6.2363416996695231E-2</c:v>
                </c:pt>
                <c:pt idx="2689">
                  <c:v>6.2363416996695231E-2</c:v>
                </c:pt>
                <c:pt idx="2690">
                  <c:v>6.2363416996695231E-2</c:v>
                </c:pt>
                <c:pt idx="2691">
                  <c:v>6.2363416996695231E-2</c:v>
                </c:pt>
                <c:pt idx="2692">
                  <c:v>6.2363416996695231E-2</c:v>
                </c:pt>
                <c:pt idx="2693">
                  <c:v>6.2363416996695231E-2</c:v>
                </c:pt>
                <c:pt idx="2694">
                  <c:v>6.2363416996695231E-2</c:v>
                </c:pt>
                <c:pt idx="2695">
                  <c:v>6.2363416996695231E-2</c:v>
                </c:pt>
                <c:pt idx="2696">
                  <c:v>6.2363416996695231E-2</c:v>
                </c:pt>
                <c:pt idx="2697">
                  <c:v>6.2363416996695231E-2</c:v>
                </c:pt>
                <c:pt idx="2698">
                  <c:v>6.2363416996695231E-2</c:v>
                </c:pt>
                <c:pt idx="2699">
                  <c:v>6.2363416996695231E-2</c:v>
                </c:pt>
                <c:pt idx="2700">
                  <c:v>6.2363416996695231E-2</c:v>
                </c:pt>
                <c:pt idx="2701">
                  <c:v>6.2363416996695231E-2</c:v>
                </c:pt>
                <c:pt idx="2702">
                  <c:v>6.2363416996695231E-2</c:v>
                </c:pt>
                <c:pt idx="2703">
                  <c:v>6.2363416996695231E-2</c:v>
                </c:pt>
                <c:pt idx="2704">
                  <c:v>6.2363416996695231E-2</c:v>
                </c:pt>
                <c:pt idx="2705">
                  <c:v>6.2363416996695231E-2</c:v>
                </c:pt>
                <c:pt idx="2706">
                  <c:v>6.2363416996695231E-2</c:v>
                </c:pt>
                <c:pt idx="2707">
                  <c:v>6.2363416996695231E-2</c:v>
                </c:pt>
                <c:pt idx="2708">
                  <c:v>6.2363416996695231E-2</c:v>
                </c:pt>
                <c:pt idx="2709">
                  <c:v>6.2363416996695231E-2</c:v>
                </c:pt>
                <c:pt idx="2710">
                  <c:v>6.2363416996695231E-2</c:v>
                </c:pt>
                <c:pt idx="2711">
                  <c:v>6.2363416996695231E-2</c:v>
                </c:pt>
                <c:pt idx="2712">
                  <c:v>6.2363416996695231E-2</c:v>
                </c:pt>
                <c:pt idx="2713">
                  <c:v>6.2363416996695231E-2</c:v>
                </c:pt>
                <c:pt idx="2714">
                  <c:v>6.2363416996695231E-2</c:v>
                </c:pt>
                <c:pt idx="2715">
                  <c:v>6.2363416996695231E-2</c:v>
                </c:pt>
                <c:pt idx="2716">
                  <c:v>6.2363416996695231E-2</c:v>
                </c:pt>
                <c:pt idx="2717">
                  <c:v>6.2363416996695231E-2</c:v>
                </c:pt>
                <c:pt idx="2718">
                  <c:v>6.2363416996695231E-2</c:v>
                </c:pt>
                <c:pt idx="2719">
                  <c:v>6.2363416996695231E-2</c:v>
                </c:pt>
                <c:pt idx="2720">
                  <c:v>6.2363416996695231E-2</c:v>
                </c:pt>
                <c:pt idx="2721">
                  <c:v>6.2363416996695231E-2</c:v>
                </c:pt>
                <c:pt idx="2722">
                  <c:v>6.2363416996695231E-2</c:v>
                </c:pt>
                <c:pt idx="2723">
                  <c:v>6.2363416996695231E-2</c:v>
                </c:pt>
                <c:pt idx="2724">
                  <c:v>6.2363416996695231E-2</c:v>
                </c:pt>
                <c:pt idx="2725">
                  <c:v>6.2363416996695231E-2</c:v>
                </c:pt>
                <c:pt idx="2726">
                  <c:v>6.2363416996695231E-2</c:v>
                </c:pt>
                <c:pt idx="2727">
                  <c:v>6.2363416996695231E-2</c:v>
                </c:pt>
                <c:pt idx="2728">
                  <c:v>6.2363416996695231E-2</c:v>
                </c:pt>
                <c:pt idx="2729">
                  <c:v>6.2363416996695231E-2</c:v>
                </c:pt>
                <c:pt idx="2730">
                  <c:v>6.2363416996695231E-2</c:v>
                </c:pt>
                <c:pt idx="2731">
                  <c:v>6.2363416996695231E-2</c:v>
                </c:pt>
                <c:pt idx="2732">
                  <c:v>6.2363416996695231E-2</c:v>
                </c:pt>
                <c:pt idx="2733">
                  <c:v>6.2363416996695231E-2</c:v>
                </c:pt>
                <c:pt idx="2734">
                  <c:v>6.2363416996695231E-2</c:v>
                </c:pt>
                <c:pt idx="2735">
                  <c:v>6.2363416996695231E-2</c:v>
                </c:pt>
                <c:pt idx="2736">
                  <c:v>6.2363416996695231E-2</c:v>
                </c:pt>
                <c:pt idx="2737">
                  <c:v>6.2363416996695231E-2</c:v>
                </c:pt>
                <c:pt idx="2738">
                  <c:v>6.2363416996695231E-2</c:v>
                </c:pt>
                <c:pt idx="2739">
                  <c:v>6.2363416996695231E-2</c:v>
                </c:pt>
                <c:pt idx="2740">
                  <c:v>6.2363416996695231E-2</c:v>
                </c:pt>
                <c:pt idx="2741">
                  <c:v>6.2363416996695231E-2</c:v>
                </c:pt>
                <c:pt idx="2742">
                  <c:v>6.2363416996695231E-2</c:v>
                </c:pt>
                <c:pt idx="2743">
                  <c:v>6.2363416996695231E-2</c:v>
                </c:pt>
                <c:pt idx="2744">
                  <c:v>6.2363416996695231E-2</c:v>
                </c:pt>
                <c:pt idx="2745">
                  <c:v>6.2363416996695231E-2</c:v>
                </c:pt>
                <c:pt idx="2746">
                  <c:v>6.2363416996695231E-2</c:v>
                </c:pt>
                <c:pt idx="2747">
                  <c:v>6.2363416996695231E-2</c:v>
                </c:pt>
                <c:pt idx="2748">
                  <c:v>6.2363416996695231E-2</c:v>
                </c:pt>
                <c:pt idx="2749">
                  <c:v>6.2363416996695231E-2</c:v>
                </c:pt>
                <c:pt idx="2750">
                  <c:v>6.2363416996695231E-2</c:v>
                </c:pt>
                <c:pt idx="2751">
                  <c:v>6.2363416996695231E-2</c:v>
                </c:pt>
                <c:pt idx="2752">
                  <c:v>6.2363416996695231E-2</c:v>
                </c:pt>
                <c:pt idx="2753">
                  <c:v>6.2363416996695231E-2</c:v>
                </c:pt>
                <c:pt idx="2754">
                  <c:v>6.2363416996695231E-2</c:v>
                </c:pt>
                <c:pt idx="2755">
                  <c:v>6.2363416996695231E-2</c:v>
                </c:pt>
                <c:pt idx="2756">
                  <c:v>6.2363416996695231E-2</c:v>
                </c:pt>
                <c:pt idx="2757">
                  <c:v>6.2363416996695231E-2</c:v>
                </c:pt>
                <c:pt idx="2758">
                  <c:v>6.2363416996695231E-2</c:v>
                </c:pt>
                <c:pt idx="2759">
                  <c:v>6.2363416996695231E-2</c:v>
                </c:pt>
                <c:pt idx="2760">
                  <c:v>6.2363416996695231E-2</c:v>
                </c:pt>
                <c:pt idx="2761">
                  <c:v>6.2363416996695231E-2</c:v>
                </c:pt>
                <c:pt idx="2762">
                  <c:v>6.2363416996695231E-2</c:v>
                </c:pt>
                <c:pt idx="2763">
                  <c:v>6.2363416996695231E-2</c:v>
                </c:pt>
                <c:pt idx="2764">
                  <c:v>6.2363416996695231E-2</c:v>
                </c:pt>
                <c:pt idx="2765">
                  <c:v>6.2363416996695231E-2</c:v>
                </c:pt>
                <c:pt idx="2766">
                  <c:v>6.2363416996695231E-2</c:v>
                </c:pt>
                <c:pt idx="2767">
                  <c:v>6.2363416996695231E-2</c:v>
                </c:pt>
                <c:pt idx="2768">
                  <c:v>6.2363416996695231E-2</c:v>
                </c:pt>
                <c:pt idx="2769">
                  <c:v>6.2363416996695231E-2</c:v>
                </c:pt>
                <c:pt idx="2770">
                  <c:v>6.2363416996695231E-2</c:v>
                </c:pt>
                <c:pt idx="2771">
                  <c:v>6.2363416996695231E-2</c:v>
                </c:pt>
                <c:pt idx="2772">
                  <c:v>6.2363416996695231E-2</c:v>
                </c:pt>
                <c:pt idx="2773">
                  <c:v>6.2363416996695231E-2</c:v>
                </c:pt>
                <c:pt idx="2774">
                  <c:v>6.2363416996695231E-2</c:v>
                </c:pt>
                <c:pt idx="2775">
                  <c:v>6.2363416996695231E-2</c:v>
                </c:pt>
                <c:pt idx="2776">
                  <c:v>6.2363416996695231E-2</c:v>
                </c:pt>
                <c:pt idx="2777">
                  <c:v>6.2363416996695231E-2</c:v>
                </c:pt>
                <c:pt idx="2778">
                  <c:v>6.2363416996695231E-2</c:v>
                </c:pt>
                <c:pt idx="2779">
                  <c:v>6.2363416996695231E-2</c:v>
                </c:pt>
                <c:pt idx="2780">
                  <c:v>6.2363416996695231E-2</c:v>
                </c:pt>
                <c:pt idx="2781">
                  <c:v>6.2363416996695231E-2</c:v>
                </c:pt>
                <c:pt idx="2782">
                  <c:v>6.2363416996695231E-2</c:v>
                </c:pt>
                <c:pt idx="2783">
                  <c:v>6.2363416996695231E-2</c:v>
                </c:pt>
                <c:pt idx="2784">
                  <c:v>6.2363416996695231E-2</c:v>
                </c:pt>
                <c:pt idx="2785">
                  <c:v>6.2363416996695231E-2</c:v>
                </c:pt>
                <c:pt idx="2786">
                  <c:v>6.2363416996695231E-2</c:v>
                </c:pt>
                <c:pt idx="2787">
                  <c:v>6.2363416996695231E-2</c:v>
                </c:pt>
                <c:pt idx="2788">
                  <c:v>6.2363416996695231E-2</c:v>
                </c:pt>
                <c:pt idx="2789">
                  <c:v>6.2363416996695231E-2</c:v>
                </c:pt>
                <c:pt idx="2790">
                  <c:v>6.2363416996695231E-2</c:v>
                </c:pt>
                <c:pt idx="2791">
                  <c:v>6.2363416996695231E-2</c:v>
                </c:pt>
                <c:pt idx="2792">
                  <c:v>6.2363416996695231E-2</c:v>
                </c:pt>
                <c:pt idx="2793">
                  <c:v>6.2363416996695231E-2</c:v>
                </c:pt>
                <c:pt idx="2794">
                  <c:v>6.2363416996695231E-2</c:v>
                </c:pt>
                <c:pt idx="2795">
                  <c:v>6.2363416996695231E-2</c:v>
                </c:pt>
                <c:pt idx="2796">
                  <c:v>6.2363416996695231E-2</c:v>
                </c:pt>
                <c:pt idx="2797">
                  <c:v>6.2363416996695231E-2</c:v>
                </c:pt>
                <c:pt idx="2798">
                  <c:v>6.2363416996695231E-2</c:v>
                </c:pt>
                <c:pt idx="2799">
                  <c:v>6.2363416996695231E-2</c:v>
                </c:pt>
                <c:pt idx="2800">
                  <c:v>6.2363416996695231E-2</c:v>
                </c:pt>
                <c:pt idx="2801">
                  <c:v>6.2363416996695231E-2</c:v>
                </c:pt>
                <c:pt idx="2802">
                  <c:v>6.2363416996695231E-2</c:v>
                </c:pt>
                <c:pt idx="2803">
                  <c:v>6.2363416996695231E-2</c:v>
                </c:pt>
                <c:pt idx="2804">
                  <c:v>6.2363416996695231E-2</c:v>
                </c:pt>
                <c:pt idx="2805">
                  <c:v>6.2363416996695231E-2</c:v>
                </c:pt>
                <c:pt idx="2806">
                  <c:v>6.2363416996695231E-2</c:v>
                </c:pt>
                <c:pt idx="2807">
                  <c:v>6.2363416996695231E-2</c:v>
                </c:pt>
                <c:pt idx="2808">
                  <c:v>6.2363416996695231E-2</c:v>
                </c:pt>
                <c:pt idx="2809">
                  <c:v>6.2363416996695231E-2</c:v>
                </c:pt>
                <c:pt idx="2810">
                  <c:v>6.2363416996695231E-2</c:v>
                </c:pt>
                <c:pt idx="2811">
                  <c:v>6.2363416996695231E-2</c:v>
                </c:pt>
                <c:pt idx="2812">
                  <c:v>6.2363416996695231E-2</c:v>
                </c:pt>
                <c:pt idx="2813">
                  <c:v>6.2363416996695231E-2</c:v>
                </c:pt>
                <c:pt idx="2814">
                  <c:v>6.2363416996695231E-2</c:v>
                </c:pt>
                <c:pt idx="2815">
                  <c:v>6.2363416996695231E-2</c:v>
                </c:pt>
                <c:pt idx="2816">
                  <c:v>6.2363416996695231E-2</c:v>
                </c:pt>
                <c:pt idx="2817">
                  <c:v>6.2363416996695231E-2</c:v>
                </c:pt>
                <c:pt idx="2818">
                  <c:v>6.2363416996695231E-2</c:v>
                </c:pt>
                <c:pt idx="2819">
                  <c:v>6.2363416996695231E-2</c:v>
                </c:pt>
                <c:pt idx="2820">
                  <c:v>6.2363416996695231E-2</c:v>
                </c:pt>
                <c:pt idx="2821">
                  <c:v>6.2363416996695231E-2</c:v>
                </c:pt>
                <c:pt idx="2822">
                  <c:v>6.2363416996695231E-2</c:v>
                </c:pt>
                <c:pt idx="2823">
                  <c:v>6.2363416996695231E-2</c:v>
                </c:pt>
                <c:pt idx="2824">
                  <c:v>6.2363416996695231E-2</c:v>
                </c:pt>
                <c:pt idx="2825">
                  <c:v>6.2363416996695231E-2</c:v>
                </c:pt>
                <c:pt idx="2826">
                  <c:v>6.2363416996695231E-2</c:v>
                </c:pt>
                <c:pt idx="2827">
                  <c:v>6.2363416996695231E-2</c:v>
                </c:pt>
                <c:pt idx="2828">
                  <c:v>6.2363416996695231E-2</c:v>
                </c:pt>
                <c:pt idx="2829">
                  <c:v>6.2363416996695231E-2</c:v>
                </c:pt>
                <c:pt idx="2830">
                  <c:v>6.2363416996695231E-2</c:v>
                </c:pt>
                <c:pt idx="2831">
                  <c:v>6.2363416996695231E-2</c:v>
                </c:pt>
                <c:pt idx="2832">
                  <c:v>6.2363416996695231E-2</c:v>
                </c:pt>
                <c:pt idx="2833">
                  <c:v>6.2363416996695231E-2</c:v>
                </c:pt>
                <c:pt idx="2834">
                  <c:v>6.2363416996695231E-2</c:v>
                </c:pt>
                <c:pt idx="2835">
                  <c:v>6.2363416996695231E-2</c:v>
                </c:pt>
                <c:pt idx="2836">
                  <c:v>6.2363416996695231E-2</c:v>
                </c:pt>
                <c:pt idx="2837">
                  <c:v>6.2363416996695231E-2</c:v>
                </c:pt>
                <c:pt idx="2838">
                  <c:v>6.2363416996695231E-2</c:v>
                </c:pt>
                <c:pt idx="2839">
                  <c:v>6.2363416996695231E-2</c:v>
                </c:pt>
                <c:pt idx="2840">
                  <c:v>6.2363416996695231E-2</c:v>
                </c:pt>
                <c:pt idx="2841">
                  <c:v>6.2363416996695231E-2</c:v>
                </c:pt>
                <c:pt idx="2842">
                  <c:v>6.2363416996695231E-2</c:v>
                </c:pt>
                <c:pt idx="2843">
                  <c:v>6.2363416996695231E-2</c:v>
                </c:pt>
                <c:pt idx="2844">
                  <c:v>6.2363416996695231E-2</c:v>
                </c:pt>
                <c:pt idx="2845">
                  <c:v>6.2363416996695231E-2</c:v>
                </c:pt>
                <c:pt idx="2846">
                  <c:v>6.2363416996695231E-2</c:v>
                </c:pt>
                <c:pt idx="2847">
                  <c:v>6.2363416996695231E-2</c:v>
                </c:pt>
                <c:pt idx="2848">
                  <c:v>6.2363416996695231E-2</c:v>
                </c:pt>
                <c:pt idx="2849">
                  <c:v>6.2363416996695231E-2</c:v>
                </c:pt>
                <c:pt idx="2850">
                  <c:v>6.2363416996695231E-2</c:v>
                </c:pt>
                <c:pt idx="2851">
                  <c:v>6.2363416996695231E-2</c:v>
                </c:pt>
                <c:pt idx="2852">
                  <c:v>6.2363416996695231E-2</c:v>
                </c:pt>
                <c:pt idx="2853">
                  <c:v>6.2363416996695231E-2</c:v>
                </c:pt>
                <c:pt idx="2854">
                  <c:v>6.2363416996695231E-2</c:v>
                </c:pt>
                <c:pt idx="2855">
                  <c:v>6.2363416996695231E-2</c:v>
                </c:pt>
                <c:pt idx="2856">
                  <c:v>6.2363416996695231E-2</c:v>
                </c:pt>
                <c:pt idx="2857">
                  <c:v>6.2363416996695231E-2</c:v>
                </c:pt>
                <c:pt idx="2858">
                  <c:v>6.2363416996695231E-2</c:v>
                </c:pt>
                <c:pt idx="2859">
                  <c:v>6.2363416996695231E-2</c:v>
                </c:pt>
                <c:pt idx="2860">
                  <c:v>6.2363416996695231E-2</c:v>
                </c:pt>
                <c:pt idx="2861">
                  <c:v>6.2363416996695231E-2</c:v>
                </c:pt>
                <c:pt idx="2862">
                  <c:v>6.2363416996695231E-2</c:v>
                </c:pt>
                <c:pt idx="2863">
                  <c:v>6.2363416996695231E-2</c:v>
                </c:pt>
                <c:pt idx="2864">
                  <c:v>6.2363416996695231E-2</c:v>
                </c:pt>
                <c:pt idx="2865">
                  <c:v>6.2363416996695231E-2</c:v>
                </c:pt>
                <c:pt idx="2866">
                  <c:v>6.2363416996695231E-2</c:v>
                </c:pt>
                <c:pt idx="2867">
                  <c:v>6.2363416996695231E-2</c:v>
                </c:pt>
                <c:pt idx="2868">
                  <c:v>6.2363416996695231E-2</c:v>
                </c:pt>
                <c:pt idx="2869">
                  <c:v>6.2363416996695231E-2</c:v>
                </c:pt>
                <c:pt idx="2870">
                  <c:v>6.2363416996695231E-2</c:v>
                </c:pt>
                <c:pt idx="2871">
                  <c:v>6.2363416996695231E-2</c:v>
                </c:pt>
                <c:pt idx="2872">
                  <c:v>6.2363416996695231E-2</c:v>
                </c:pt>
                <c:pt idx="2873">
                  <c:v>6.2363416996695231E-2</c:v>
                </c:pt>
                <c:pt idx="2874">
                  <c:v>6.2363416996695231E-2</c:v>
                </c:pt>
                <c:pt idx="2875">
                  <c:v>6.2363416996695231E-2</c:v>
                </c:pt>
                <c:pt idx="2876">
                  <c:v>6.2363416996695231E-2</c:v>
                </c:pt>
                <c:pt idx="2877">
                  <c:v>6.2363416996695231E-2</c:v>
                </c:pt>
                <c:pt idx="2878">
                  <c:v>6.2363416996695231E-2</c:v>
                </c:pt>
                <c:pt idx="2879">
                  <c:v>6.2363416996695231E-2</c:v>
                </c:pt>
                <c:pt idx="2880">
                  <c:v>6.2363416996695231E-2</c:v>
                </c:pt>
                <c:pt idx="2881">
                  <c:v>6.2363416996695231E-2</c:v>
                </c:pt>
                <c:pt idx="2882">
                  <c:v>6.2363416996695231E-2</c:v>
                </c:pt>
                <c:pt idx="2883">
                  <c:v>6.2363416996695231E-2</c:v>
                </c:pt>
                <c:pt idx="2884">
                  <c:v>6.2363416996695231E-2</c:v>
                </c:pt>
                <c:pt idx="2885">
                  <c:v>6.2363416996695231E-2</c:v>
                </c:pt>
                <c:pt idx="2886">
                  <c:v>6.2363416996695231E-2</c:v>
                </c:pt>
                <c:pt idx="2887">
                  <c:v>6.2363416996695231E-2</c:v>
                </c:pt>
                <c:pt idx="2888">
                  <c:v>6.2363416996695231E-2</c:v>
                </c:pt>
                <c:pt idx="2889">
                  <c:v>6.2363416996695231E-2</c:v>
                </c:pt>
                <c:pt idx="2890">
                  <c:v>6.2363416996695231E-2</c:v>
                </c:pt>
                <c:pt idx="2891">
                  <c:v>6.2363416996695231E-2</c:v>
                </c:pt>
                <c:pt idx="2892">
                  <c:v>6.2363416996695231E-2</c:v>
                </c:pt>
                <c:pt idx="2893">
                  <c:v>6.2363416996695231E-2</c:v>
                </c:pt>
                <c:pt idx="2894">
                  <c:v>6.2363416996695231E-2</c:v>
                </c:pt>
                <c:pt idx="2895">
                  <c:v>6.2363416996695231E-2</c:v>
                </c:pt>
                <c:pt idx="2896">
                  <c:v>6.2363416996695231E-2</c:v>
                </c:pt>
                <c:pt idx="2897">
                  <c:v>6.2363416996695231E-2</c:v>
                </c:pt>
                <c:pt idx="2898">
                  <c:v>6.2363416996695231E-2</c:v>
                </c:pt>
                <c:pt idx="2899">
                  <c:v>6.2363416996695231E-2</c:v>
                </c:pt>
                <c:pt idx="2900">
                  <c:v>6.2363416996695231E-2</c:v>
                </c:pt>
                <c:pt idx="2901">
                  <c:v>6.2363416996695231E-2</c:v>
                </c:pt>
                <c:pt idx="2902">
                  <c:v>6.2363416996695231E-2</c:v>
                </c:pt>
                <c:pt idx="2903">
                  <c:v>6.2363416996695231E-2</c:v>
                </c:pt>
                <c:pt idx="2904">
                  <c:v>6.2363416996695231E-2</c:v>
                </c:pt>
                <c:pt idx="2905">
                  <c:v>6.2363416996695231E-2</c:v>
                </c:pt>
                <c:pt idx="2906">
                  <c:v>6.2363416996695231E-2</c:v>
                </c:pt>
                <c:pt idx="2907">
                  <c:v>6.2363416996695231E-2</c:v>
                </c:pt>
                <c:pt idx="2908">
                  <c:v>6.2363416996695231E-2</c:v>
                </c:pt>
                <c:pt idx="2909">
                  <c:v>6.2363416996695231E-2</c:v>
                </c:pt>
                <c:pt idx="2910">
                  <c:v>6.2363416996695231E-2</c:v>
                </c:pt>
                <c:pt idx="2911">
                  <c:v>6.2363416996695231E-2</c:v>
                </c:pt>
                <c:pt idx="2912">
                  <c:v>6.2363416996695231E-2</c:v>
                </c:pt>
                <c:pt idx="2913">
                  <c:v>6.2363416996695231E-2</c:v>
                </c:pt>
                <c:pt idx="2914">
                  <c:v>6.2363416996695231E-2</c:v>
                </c:pt>
                <c:pt idx="2915">
                  <c:v>6.2363416996695231E-2</c:v>
                </c:pt>
                <c:pt idx="2916">
                  <c:v>6.2363416996695231E-2</c:v>
                </c:pt>
                <c:pt idx="2917">
                  <c:v>6.2363416996695231E-2</c:v>
                </c:pt>
                <c:pt idx="2918">
                  <c:v>6.2363416996695231E-2</c:v>
                </c:pt>
                <c:pt idx="2919">
                  <c:v>6.2363416996695231E-2</c:v>
                </c:pt>
                <c:pt idx="2920">
                  <c:v>6.2363416996695231E-2</c:v>
                </c:pt>
                <c:pt idx="2921">
                  <c:v>6.2363416996695231E-2</c:v>
                </c:pt>
                <c:pt idx="2922">
                  <c:v>6.2363416996695231E-2</c:v>
                </c:pt>
                <c:pt idx="2923">
                  <c:v>6.2363416996695231E-2</c:v>
                </c:pt>
                <c:pt idx="2924">
                  <c:v>6.2363416996695231E-2</c:v>
                </c:pt>
                <c:pt idx="2925">
                  <c:v>6.2363416996695231E-2</c:v>
                </c:pt>
                <c:pt idx="2926">
                  <c:v>6.2363416996695231E-2</c:v>
                </c:pt>
                <c:pt idx="2927">
                  <c:v>6.2363416996695231E-2</c:v>
                </c:pt>
                <c:pt idx="2928">
                  <c:v>6.2363416996695231E-2</c:v>
                </c:pt>
                <c:pt idx="2929">
                  <c:v>6.2363416996695231E-2</c:v>
                </c:pt>
                <c:pt idx="2930">
                  <c:v>6.2363416996695231E-2</c:v>
                </c:pt>
                <c:pt idx="2931">
                  <c:v>6.2363416996695231E-2</c:v>
                </c:pt>
                <c:pt idx="2932">
                  <c:v>6.2363416996695231E-2</c:v>
                </c:pt>
                <c:pt idx="2933">
                  <c:v>6.2363416996695231E-2</c:v>
                </c:pt>
                <c:pt idx="2934">
                  <c:v>6.2363416996695231E-2</c:v>
                </c:pt>
                <c:pt idx="2935">
                  <c:v>6.2363416996695231E-2</c:v>
                </c:pt>
                <c:pt idx="2936">
                  <c:v>6.2363416996695231E-2</c:v>
                </c:pt>
                <c:pt idx="2937">
                  <c:v>6.2363416996695231E-2</c:v>
                </c:pt>
                <c:pt idx="2938">
                  <c:v>6.2363416996695231E-2</c:v>
                </c:pt>
                <c:pt idx="2939">
                  <c:v>6.2363416996695231E-2</c:v>
                </c:pt>
                <c:pt idx="2940">
                  <c:v>6.2363416996695231E-2</c:v>
                </c:pt>
                <c:pt idx="2941">
                  <c:v>6.2363416996695231E-2</c:v>
                </c:pt>
                <c:pt idx="2942">
                  <c:v>6.2363416996695231E-2</c:v>
                </c:pt>
                <c:pt idx="2943">
                  <c:v>6.2363416996695231E-2</c:v>
                </c:pt>
                <c:pt idx="2944">
                  <c:v>6.2363416996695231E-2</c:v>
                </c:pt>
                <c:pt idx="2945">
                  <c:v>6.2363416996695231E-2</c:v>
                </c:pt>
                <c:pt idx="2946">
                  <c:v>6.2363416996695231E-2</c:v>
                </c:pt>
                <c:pt idx="2947">
                  <c:v>6.2363416996695231E-2</c:v>
                </c:pt>
                <c:pt idx="2948">
                  <c:v>6.2363416996695231E-2</c:v>
                </c:pt>
                <c:pt idx="2949">
                  <c:v>6.2363416996695231E-2</c:v>
                </c:pt>
                <c:pt idx="2950">
                  <c:v>6.2363416996695231E-2</c:v>
                </c:pt>
                <c:pt idx="2951">
                  <c:v>6.2363416996695231E-2</c:v>
                </c:pt>
                <c:pt idx="2952">
                  <c:v>6.2363416996695231E-2</c:v>
                </c:pt>
                <c:pt idx="2953">
                  <c:v>6.2363416996695231E-2</c:v>
                </c:pt>
                <c:pt idx="2954">
                  <c:v>6.2363416996695231E-2</c:v>
                </c:pt>
                <c:pt idx="2955">
                  <c:v>6.2363416996695231E-2</c:v>
                </c:pt>
                <c:pt idx="2956">
                  <c:v>6.2363416996695231E-2</c:v>
                </c:pt>
                <c:pt idx="2957">
                  <c:v>6.2363416996695231E-2</c:v>
                </c:pt>
                <c:pt idx="2958">
                  <c:v>6.2363416996695231E-2</c:v>
                </c:pt>
                <c:pt idx="2959">
                  <c:v>6.2363416996695231E-2</c:v>
                </c:pt>
                <c:pt idx="2960">
                  <c:v>6.2363416996695231E-2</c:v>
                </c:pt>
                <c:pt idx="2961">
                  <c:v>6.2363416996695231E-2</c:v>
                </c:pt>
                <c:pt idx="2962">
                  <c:v>6.2363416996695231E-2</c:v>
                </c:pt>
                <c:pt idx="2963">
                  <c:v>6.2363416996695231E-2</c:v>
                </c:pt>
                <c:pt idx="2964">
                  <c:v>6.2363416996695231E-2</c:v>
                </c:pt>
                <c:pt idx="2965">
                  <c:v>6.2363416996695231E-2</c:v>
                </c:pt>
                <c:pt idx="2966">
                  <c:v>6.2363416996695231E-2</c:v>
                </c:pt>
                <c:pt idx="2967">
                  <c:v>6.2363416996695231E-2</c:v>
                </c:pt>
                <c:pt idx="2968">
                  <c:v>6.2363416996695231E-2</c:v>
                </c:pt>
                <c:pt idx="2969">
                  <c:v>6.2363416996695231E-2</c:v>
                </c:pt>
                <c:pt idx="2970">
                  <c:v>6.2363416996695231E-2</c:v>
                </c:pt>
                <c:pt idx="2971">
                  <c:v>6.2363416996695231E-2</c:v>
                </c:pt>
                <c:pt idx="2972">
                  <c:v>6.2363416996695231E-2</c:v>
                </c:pt>
                <c:pt idx="2973">
                  <c:v>6.2363416996695231E-2</c:v>
                </c:pt>
                <c:pt idx="2974">
                  <c:v>6.2363416996695231E-2</c:v>
                </c:pt>
                <c:pt idx="2975">
                  <c:v>6.2363416996695231E-2</c:v>
                </c:pt>
                <c:pt idx="2976">
                  <c:v>6.2363416996695231E-2</c:v>
                </c:pt>
                <c:pt idx="2977">
                  <c:v>6.2363416996695231E-2</c:v>
                </c:pt>
                <c:pt idx="2978">
                  <c:v>6.2363416996695231E-2</c:v>
                </c:pt>
                <c:pt idx="2979">
                  <c:v>6.2363416996695231E-2</c:v>
                </c:pt>
                <c:pt idx="2980">
                  <c:v>6.2363416996695231E-2</c:v>
                </c:pt>
                <c:pt idx="2981">
                  <c:v>6.2363416996695231E-2</c:v>
                </c:pt>
                <c:pt idx="2982">
                  <c:v>6.2363416996695231E-2</c:v>
                </c:pt>
                <c:pt idx="2983">
                  <c:v>6.2363416996695231E-2</c:v>
                </c:pt>
                <c:pt idx="2984">
                  <c:v>6.2363416996695231E-2</c:v>
                </c:pt>
                <c:pt idx="2985">
                  <c:v>6.2363416996695231E-2</c:v>
                </c:pt>
                <c:pt idx="2986">
                  <c:v>6.2363416996695231E-2</c:v>
                </c:pt>
                <c:pt idx="2987">
                  <c:v>6.2363416996695231E-2</c:v>
                </c:pt>
                <c:pt idx="2988">
                  <c:v>6.2363416996695231E-2</c:v>
                </c:pt>
                <c:pt idx="2989">
                  <c:v>6.2363416996695231E-2</c:v>
                </c:pt>
                <c:pt idx="2990">
                  <c:v>6.2363416996695231E-2</c:v>
                </c:pt>
                <c:pt idx="2991">
                  <c:v>6.2363416996695231E-2</c:v>
                </c:pt>
                <c:pt idx="2992">
                  <c:v>6.2363416996695231E-2</c:v>
                </c:pt>
                <c:pt idx="2993">
                  <c:v>6.2363416996695231E-2</c:v>
                </c:pt>
                <c:pt idx="2994">
                  <c:v>6.2363416996695231E-2</c:v>
                </c:pt>
                <c:pt idx="2995">
                  <c:v>6.2363416996695231E-2</c:v>
                </c:pt>
                <c:pt idx="2996">
                  <c:v>6.2363416996695231E-2</c:v>
                </c:pt>
                <c:pt idx="2997">
                  <c:v>6.2363416996695231E-2</c:v>
                </c:pt>
                <c:pt idx="2998">
                  <c:v>6.2363416996695231E-2</c:v>
                </c:pt>
                <c:pt idx="2999">
                  <c:v>6.2363416996695231E-2</c:v>
                </c:pt>
                <c:pt idx="3000">
                  <c:v>6.2363416996695231E-2</c:v>
                </c:pt>
                <c:pt idx="3001">
                  <c:v>6.2363416996695231E-2</c:v>
                </c:pt>
                <c:pt idx="3002">
                  <c:v>6.2363416996695231E-2</c:v>
                </c:pt>
                <c:pt idx="3003">
                  <c:v>6.2363416996695231E-2</c:v>
                </c:pt>
                <c:pt idx="3004">
                  <c:v>6.2363416996695231E-2</c:v>
                </c:pt>
                <c:pt idx="3005">
                  <c:v>6.2363416996695231E-2</c:v>
                </c:pt>
                <c:pt idx="3006">
                  <c:v>6.2363416996695231E-2</c:v>
                </c:pt>
                <c:pt idx="3007">
                  <c:v>6.2363416996695231E-2</c:v>
                </c:pt>
                <c:pt idx="3008">
                  <c:v>6.2363416996695231E-2</c:v>
                </c:pt>
                <c:pt idx="3009">
                  <c:v>6.2363416996695231E-2</c:v>
                </c:pt>
                <c:pt idx="3010">
                  <c:v>6.2363416996695231E-2</c:v>
                </c:pt>
                <c:pt idx="3011">
                  <c:v>6.2363416996695231E-2</c:v>
                </c:pt>
                <c:pt idx="3012">
                  <c:v>6.2363416996695231E-2</c:v>
                </c:pt>
                <c:pt idx="3013">
                  <c:v>6.2363416996695231E-2</c:v>
                </c:pt>
                <c:pt idx="3014">
                  <c:v>6.2363416996695231E-2</c:v>
                </c:pt>
                <c:pt idx="3015">
                  <c:v>6.2363416996695231E-2</c:v>
                </c:pt>
                <c:pt idx="3016">
                  <c:v>6.2363416996695231E-2</c:v>
                </c:pt>
                <c:pt idx="3017">
                  <c:v>6.2363416996695231E-2</c:v>
                </c:pt>
                <c:pt idx="3018">
                  <c:v>6.2363416996695231E-2</c:v>
                </c:pt>
                <c:pt idx="3019">
                  <c:v>6.2363416996695231E-2</c:v>
                </c:pt>
                <c:pt idx="3020">
                  <c:v>6.2363416996695231E-2</c:v>
                </c:pt>
                <c:pt idx="3021">
                  <c:v>6.2363416996695231E-2</c:v>
                </c:pt>
                <c:pt idx="3022">
                  <c:v>6.2363416996695231E-2</c:v>
                </c:pt>
                <c:pt idx="3023">
                  <c:v>6.2363416996695231E-2</c:v>
                </c:pt>
                <c:pt idx="3024">
                  <c:v>6.2363416996695231E-2</c:v>
                </c:pt>
                <c:pt idx="3025">
                  <c:v>6.2363416996695231E-2</c:v>
                </c:pt>
                <c:pt idx="3026">
                  <c:v>6.2363416996695231E-2</c:v>
                </c:pt>
                <c:pt idx="3027">
                  <c:v>6.2363416996695231E-2</c:v>
                </c:pt>
                <c:pt idx="3028">
                  <c:v>6.2363416996695231E-2</c:v>
                </c:pt>
                <c:pt idx="3029">
                  <c:v>6.2363416996695231E-2</c:v>
                </c:pt>
                <c:pt idx="3030">
                  <c:v>6.2363416996695231E-2</c:v>
                </c:pt>
                <c:pt idx="3031">
                  <c:v>6.2363416996695231E-2</c:v>
                </c:pt>
                <c:pt idx="3032">
                  <c:v>6.2363416996695231E-2</c:v>
                </c:pt>
                <c:pt idx="3033">
                  <c:v>6.2363416996695231E-2</c:v>
                </c:pt>
                <c:pt idx="3034">
                  <c:v>6.2363416996695231E-2</c:v>
                </c:pt>
                <c:pt idx="3035">
                  <c:v>6.2363416996695231E-2</c:v>
                </c:pt>
                <c:pt idx="3036">
                  <c:v>6.2363416996695231E-2</c:v>
                </c:pt>
                <c:pt idx="3037">
                  <c:v>6.2363416996695231E-2</c:v>
                </c:pt>
                <c:pt idx="3038">
                  <c:v>6.2363416996695231E-2</c:v>
                </c:pt>
                <c:pt idx="3039">
                  <c:v>6.2363416996695231E-2</c:v>
                </c:pt>
                <c:pt idx="3040">
                  <c:v>6.2363416996695231E-2</c:v>
                </c:pt>
                <c:pt idx="3041">
                  <c:v>6.2363416996695231E-2</c:v>
                </c:pt>
                <c:pt idx="3042">
                  <c:v>6.2363416996695231E-2</c:v>
                </c:pt>
                <c:pt idx="3043">
                  <c:v>6.2363416996695231E-2</c:v>
                </c:pt>
                <c:pt idx="3044">
                  <c:v>6.2363416996695231E-2</c:v>
                </c:pt>
                <c:pt idx="3045">
                  <c:v>6.2363416996695231E-2</c:v>
                </c:pt>
                <c:pt idx="3046">
                  <c:v>6.2363416996695231E-2</c:v>
                </c:pt>
                <c:pt idx="3047">
                  <c:v>6.2363416996695231E-2</c:v>
                </c:pt>
                <c:pt idx="3048">
                  <c:v>6.2363416996695231E-2</c:v>
                </c:pt>
                <c:pt idx="3049">
                  <c:v>6.2363416996695231E-2</c:v>
                </c:pt>
                <c:pt idx="3050">
                  <c:v>6.2363416996695231E-2</c:v>
                </c:pt>
                <c:pt idx="3051">
                  <c:v>6.2363416996695231E-2</c:v>
                </c:pt>
                <c:pt idx="3052">
                  <c:v>6.2363416996695231E-2</c:v>
                </c:pt>
                <c:pt idx="3053">
                  <c:v>6.2363416996695231E-2</c:v>
                </c:pt>
                <c:pt idx="3054">
                  <c:v>6.2363416996695231E-2</c:v>
                </c:pt>
                <c:pt idx="3055">
                  <c:v>6.2363416996695231E-2</c:v>
                </c:pt>
                <c:pt idx="3056">
                  <c:v>6.2363416996695231E-2</c:v>
                </c:pt>
                <c:pt idx="3057">
                  <c:v>6.2363416996695231E-2</c:v>
                </c:pt>
                <c:pt idx="3058">
                  <c:v>6.2363416996695231E-2</c:v>
                </c:pt>
                <c:pt idx="3059">
                  <c:v>6.2363416996695231E-2</c:v>
                </c:pt>
                <c:pt idx="3060">
                  <c:v>6.2363416996695231E-2</c:v>
                </c:pt>
                <c:pt idx="3061">
                  <c:v>6.2363416996695231E-2</c:v>
                </c:pt>
                <c:pt idx="3062">
                  <c:v>6.2363416996695231E-2</c:v>
                </c:pt>
                <c:pt idx="3063">
                  <c:v>6.2363416996695231E-2</c:v>
                </c:pt>
                <c:pt idx="3064">
                  <c:v>6.2363416996695231E-2</c:v>
                </c:pt>
                <c:pt idx="3065">
                  <c:v>6.2363416996695231E-2</c:v>
                </c:pt>
                <c:pt idx="3066">
                  <c:v>6.2363416996695231E-2</c:v>
                </c:pt>
                <c:pt idx="3067">
                  <c:v>6.2363416996695231E-2</c:v>
                </c:pt>
                <c:pt idx="3068">
                  <c:v>6.2363416996695231E-2</c:v>
                </c:pt>
                <c:pt idx="3069">
                  <c:v>6.2363416996695231E-2</c:v>
                </c:pt>
                <c:pt idx="3070">
                  <c:v>6.2363416996695231E-2</c:v>
                </c:pt>
                <c:pt idx="3071">
                  <c:v>6.2363416996695231E-2</c:v>
                </c:pt>
                <c:pt idx="3072">
                  <c:v>6.2363416996695231E-2</c:v>
                </c:pt>
                <c:pt idx="3073">
                  <c:v>6.2363416996695231E-2</c:v>
                </c:pt>
                <c:pt idx="3074">
                  <c:v>6.2363416996695231E-2</c:v>
                </c:pt>
                <c:pt idx="3075">
                  <c:v>6.2363416996695231E-2</c:v>
                </c:pt>
                <c:pt idx="3076">
                  <c:v>6.2363416996695231E-2</c:v>
                </c:pt>
                <c:pt idx="3077">
                  <c:v>6.2363416996695231E-2</c:v>
                </c:pt>
                <c:pt idx="3078">
                  <c:v>6.2363416996695231E-2</c:v>
                </c:pt>
                <c:pt idx="3079">
                  <c:v>6.2363416996695231E-2</c:v>
                </c:pt>
                <c:pt idx="3080">
                  <c:v>6.2363416996695231E-2</c:v>
                </c:pt>
                <c:pt idx="3081">
                  <c:v>6.2363416996695231E-2</c:v>
                </c:pt>
                <c:pt idx="3082">
                  <c:v>6.2363416996695231E-2</c:v>
                </c:pt>
                <c:pt idx="3083">
                  <c:v>6.2363416996695231E-2</c:v>
                </c:pt>
                <c:pt idx="3084">
                  <c:v>6.2363416996695231E-2</c:v>
                </c:pt>
                <c:pt idx="3085">
                  <c:v>6.2363416996695231E-2</c:v>
                </c:pt>
                <c:pt idx="3086">
                  <c:v>6.2363416996695231E-2</c:v>
                </c:pt>
                <c:pt idx="3087">
                  <c:v>6.2363416996695231E-2</c:v>
                </c:pt>
                <c:pt idx="3088">
                  <c:v>6.2363416996695231E-2</c:v>
                </c:pt>
                <c:pt idx="3089">
                  <c:v>6.2363416996695231E-2</c:v>
                </c:pt>
                <c:pt idx="3090">
                  <c:v>6.2363416996695231E-2</c:v>
                </c:pt>
                <c:pt idx="3091">
                  <c:v>6.2363416996695231E-2</c:v>
                </c:pt>
                <c:pt idx="3092">
                  <c:v>6.2363416996695231E-2</c:v>
                </c:pt>
                <c:pt idx="3093">
                  <c:v>6.2363416996695231E-2</c:v>
                </c:pt>
                <c:pt idx="3094">
                  <c:v>6.2363416996695231E-2</c:v>
                </c:pt>
                <c:pt idx="3095">
                  <c:v>6.2363416996695231E-2</c:v>
                </c:pt>
                <c:pt idx="3096">
                  <c:v>6.2363416996695231E-2</c:v>
                </c:pt>
                <c:pt idx="3097">
                  <c:v>6.2363416996695231E-2</c:v>
                </c:pt>
                <c:pt idx="3098">
                  <c:v>6.2363416996695231E-2</c:v>
                </c:pt>
                <c:pt idx="3099">
                  <c:v>6.2363416996695231E-2</c:v>
                </c:pt>
                <c:pt idx="3100">
                  <c:v>6.2363416996695231E-2</c:v>
                </c:pt>
                <c:pt idx="3101">
                  <c:v>6.2363416996695231E-2</c:v>
                </c:pt>
                <c:pt idx="3102">
                  <c:v>6.2363416996695231E-2</c:v>
                </c:pt>
                <c:pt idx="3103">
                  <c:v>6.2363416996695231E-2</c:v>
                </c:pt>
                <c:pt idx="3104">
                  <c:v>6.2363416996695231E-2</c:v>
                </c:pt>
                <c:pt idx="3105">
                  <c:v>6.2363416996695231E-2</c:v>
                </c:pt>
                <c:pt idx="3106">
                  <c:v>6.2363416996695231E-2</c:v>
                </c:pt>
                <c:pt idx="3107">
                  <c:v>6.2363416996695231E-2</c:v>
                </c:pt>
                <c:pt idx="3108">
                  <c:v>6.2363416996695231E-2</c:v>
                </c:pt>
                <c:pt idx="3109">
                  <c:v>6.2363416996695231E-2</c:v>
                </c:pt>
                <c:pt idx="3110">
                  <c:v>6.2363416996695231E-2</c:v>
                </c:pt>
                <c:pt idx="3111">
                  <c:v>6.2363416996695231E-2</c:v>
                </c:pt>
                <c:pt idx="3112">
                  <c:v>6.2363416996695231E-2</c:v>
                </c:pt>
                <c:pt idx="3113">
                  <c:v>6.2363416996695231E-2</c:v>
                </c:pt>
                <c:pt idx="3114">
                  <c:v>6.2363416996695231E-2</c:v>
                </c:pt>
                <c:pt idx="3115">
                  <c:v>6.2363416996695231E-2</c:v>
                </c:pt>
                <c:pt idx="3116">
                  <c:v>6.2363416996695231E-2</c:v>
                </c:pt>
                <c:pt idx="3117">
                  <c:v>6.2363416996695231E-2</c:v>
                </c:pt>
                <c:pt idx="3118">
                  <c:v>6.2363416996695231E-2</c:v>
                </c:pt>
                <c:pt idx="3119">
                  <c:v>6.2363416996695231E-2</c:v>
                </c:pt>
                <c:pt idx="3120">
                  <c:v>6.2363416996695231E-2</c:v>
                </c:pt>
                <c:pt idx="3121">
                  <c:v>6.2363416996695231E-2</c:v>
                </c:pt>
                <c:pt idx="3122">
                  <c:v>6.2363416996695231E-2</c:v>
                </c:pt>
                <c:pt idx="3123">
                  <c:v>6.2363416996695231E-2</c:v>
                </c:pt>
                <c:pt idx="3124">
                  <c:v>6.2363416996695231E-2</c:v>
                </c:pt>
                <c:pt idx="3125">
                  <c:v>6.2363416996695231E-2</c:v>
                </c:pt>
                <c:pt idx="3126">
                  <c:v>6.2363416996695231E-2</c:v>
                </c:pt>
                <c:pt idx="3127">
                  <c:v>6.2363416996695231E-2</c:v>
                </c:pt>
                <c:pt idx="3128">
                  <c:v>6.2363416996695231E-2</c:v>
                </c:pt>
                <c:pt idx="3129">
                  <c:v>6.2363416996695231E-2</c:v>
                </c:pt>
                <c:pt idx="3130">
                  <c:v>6.2363416996695231E-2</c:v>
                </c:pt>
                <c:pt idx="3131">
                  <c:v>6.2363416996695231E-2</c:v>
                </c:pt>
                <c:pt idx="3132">
                  <c:v>6.2363416996695231E-2</c:v>
                </c:pt>
                <c:pt idx="3133">
                  <c:v>6.2363416996695231E-2</c:v>
                </c:pt>
                <c:pt idx="3134">
                  <c:v>6.2363416996695231E-2</c:v>
                </c:pt>
                <c:pt idx="3135">
                  <c:v>6.2363416996695231E-2</c:v>
                </c:pt>
                <c:pt idx="3136">
                  <c:v>6.2363416996695231E-2</c:v>
                </c:pt>
                <c:pt idx="3137">
                  <c:v>6.2363416996695231E-2</c:v>
                </c:pt>
                <c:pt idx="3138">
                  <c:v>6.2363416996695231E-2</c:v>
                </c:pt>
                <c:pt idx="3139">
                  <c:v>6.2363416996695231E-2</c:v>
                </c:pt>
                <c:pt idx="3140">
                  <c:v>6.2363416996695231E-2</c:v>
                </c:pt>
                <c:pt idx="3141">
                  <c:v>6.2363416996695231E-2</c:v>
                </c:pt>
                <c:pt idx="3142">
                  <c:v>6.2363416996695231E-2</c:v>
                </c:pt>
                <c:pt idx="3143">
                  <c:v>6.2363416996695231E-2</c:v>
                </c:pt>
                <c:pt idx="3144">
                  <c:v>6.2363416996695231E-2</c:v>
                </c:pt>
                <c:pt idx="3145">
                  <c:v>6.2363416996695231E-2</c:v>
                </c:pt>
                <c:pt idx="3146">
                  <c:v>6.2363416996695231E-2</c:v>
                </c:pt>
                <c:pt idx="3147">
                  <c:v>6.2363416996695231E-2</c:v>
                </c:pt>
                <c:pt idx="3148">
                  <c:v>6.2363416996695231E-2</c:v>
                </c:pt>
                <c:pt idx="3149">
                  <c:v>6.2363416996695231E-2</c:v>
                </c:pt>
                <c:pt idx="3150">
                  <c:v>6.2363416996695231E-2</c:v>
                </c:pt>
                <c:pt idx="3151">
                  <c:v>6.2363416996695231E-2</c:v>
                </c:pt>
                <c:pt idx="3152">
                  <c:v>6.2363416996695231E-2</c:v>
                </c:pt>
                <c:pt idx="3153">
                  <c:v>6.2363416996695231E-2</c:v>
                </c:pt>
                <c:pt idx="3154">
                  <c:v>6.2363416996695231E-2</c:v>
                </c:pt>
                <c:pt idx="3155">
                  <c:v>6.2363416996695231E-2</c:v>
                </c:pt>
                <c:pt idx="3156">
                  <c:v>6.2363416996695231E-2</c:v>
                </c:pt>
                <c:pt idx="3157">
                  <c:v>6.2363416996695231E-2</c:v>
                </c:pt>
                <c:pt idx="3158">
                  <c:v>6.2363416996695231E-2</c:v>
                </c:pt>
                <c:pt idx="3159">
                  <c:v>6.2363416996695231E-2</c:v>
                </c:pt>
                <c:pt idx="3160">
                  <c:v>6.2363416996695231E-2</c:v>
                </c:pt>
                <c:pt idx="3161">
                  <c:v>6.2363416996695231E-2</c:v>
                </c:pt>
                <c:pt idx="3162">
                  <c:v>6.2363416996695231E-2</c:v>
                </c:pt>
                <c:pt idx="3163">
                  <c:v>6.2363416996695231E-2</c:v>
                </c:pt>
                <c:pt idx="3164">
                  <c:v>6.2363416996695231E-2</c:v>
                </c:pt>
                <c:pt idx="3165">
                  <c:v>6.2363416996695231E-2</c:v>
                </c:pt>
                <c:pt idx="3166">
                  <c:v>6.2363416996695231E-2</c:v>
                </c:pt>
                <c:pt idx="3167">
                  <c:v>6.2363416996695231E-2</c:v>
                </c:pt>
                <c:pt idx="3168">
                  <c:v>6.2363416996695231E-2</c:v>
                </c:pt>
                <c:pt idx="3169">
                  <c:v>6.2363416996695231E-2</c:v>
                </c:pt>
                <c:pt idx="3170">
                  <c:v>6.2363416996695231E-2</c:v>
                </c:pt>
                <c:pt idx="3171">
                  <c:v>6.2363416996695231E-2</c:v>
                </c:pt>
                <c:pt idx="3172">
                  <c:v>6.2363416996695231E-2</c:v>
                </c:pt>
                <c:pt idx="3173">
                  <c:v>6.2363416996695231E-2</c:v>
                </c:pt>
                <c:pt idx="3174">
                  <c:v>6.2363416996695231E-2</c:v>
                </c:pt>
                <c:pt idx="3175">
                  <c:v>6.2363416996695231E-2</c:v>
                </c:pt>
                <c:pt idx="3176">
                  <c:v>6.2363416996695231E-2</c:v>
                </c:pt>
                <c:pt idx="3177">
                  <c:v>6.2363416996695231E-2</c:v>
                </c:pt>
                <c:pt idx="3178">
                  <c:v>6.2363416996695231E-2</c:v>
                </c:pt>
                <c:pt idx="3179">
                  <c:v>6.2363416996695231E-2</c:v>
                </c:pt>
                <c:pt idx="3180">
                  <c:v>6.2363416996695231E-2</c:v>
                </c:pt>
                <c:pt idx="3181">
                  <c:v>6.2363416996695231E-2</c:v>
                </c:pt>
                <c:pt idx="3182">
                  <c:v>6.2363416996695231E-2</c:v>
                </c:pt>
                <c:pt idx="3183">
                  <c:v>6.2363416996695231E-2</c:v>
                </c:pt>
                <c:pt idx="3184">
                  <c:v>6.2363416996695231E-2</c:v>
                </c:pt>
                <c:pt idx="3185">
                  <c:v>6.2363416996695231E-2</c:v>
                </c:pt>
                <c:pt idx="3186">
                  <c:v>6.2363416996695231E-2</c:v>
                </c:pt>
                <c:pt idx="3187">
                  <c:v>6.2363416996695231E-2</c:v>
                </c:pt>
                <c:pt idx="3188">
                  <c:v>6.2363416996695231E-2</c:v>
                </c:pt>
                <c:pt idx="3189">
                  <c:v>6.2363416996695231E-2</c:v>
                </c:pt>
                <c:pt idx="3190">
                  <c:v>6.2363416996695231E-2</c:v>
                </c:pt>
                <c:pt idx="3191">
                  <c:v>6.2363416996695231E-2</c:v>
                </c:pt>
                <c:pt idx="3192">
                  <c:v>6.2363416996695231E-2</c:v>
                </c:pt>
                <c:pt idx="3193">
                  <c:v>6.2363416996695231E-2</c:v>
                </c:pt>
                <c:pt idx="3194">
                  <c:v>6.2363416996695231E-2</c:v>
                </c:pt>
                <c:pt idx="3195">
                  <c:v>6.2363416996695231E-2</c:v>
                </c:pt>
                <c:pt idx="3196">
                  <c:v>6.2363416996695231E-2</c:v>
                </c:pt>
                <c:pt idx="3197">
                  <c:v>6.2363416996695231E-2</c:v>
                </c:pt>
                <c:pt idx="3198">
                  <c:v>6.2363416996695231E-2</c:v>
                </c:pt>
                <c:pt idx="3199">
                  <c:v>6.2363416996695231E-2</c:v>
                </c:pt>
                <c:pt idx="3200">
                  <c:v>6.2363416996695231E-2</c:v>
                </c:pt>
                <c:pt idx="3201">
                  <c:v>6.2363416996695231E-2</c:v>
                </c:pt>
                <c:pt idx="3202">
                  <c:v>6.2363416996695231E-2</c:v>
                </c:pt>
                <c:pt idx="3203">
                  <c:v>6.2363416996695231E-2</c:v>
                </c:pt>
                <c:pt idx="3204">
                  <c:v>6.2363416996695231E-2</c:v>
                </c:pt>
                <c:pt idx="3205">
                  <c:v>6.2363416996695231E-2</c:v>
                </c:pt>
                <c:pt idx="3206">
                  <c:v>6.2363416996695231E-2</c:v>
                </c:pt>
                <c:pt idx="3207">
                  <c:v>6.2363416996695231E-2</c:v>
                </c:pt>
                <c:pt idx="3208">
                  <c:v>6.2363416996695231E-2</c:v>
                </c:pt>
                <c:pt idx="3209">
                  <c:v>6.2363416996695231E-2</c:v>
                </c:pt>
                <c:pt idx="3210">
                  <c:v>6.2363416996695231E-2</c:v>
                </c:pt>
                <c:pt idx="3211">
                  <c:v>6.2363416996695231E-2</c:v>
                </c:pt>
                <c:pt idx="3212">
                  <c:v>6.2363416996695231E-2</c:v>
                </c:pt>
                <c:pt idx="3213">
                  <c:v>6.2363416996695231E-2</c:v>
                </c:pt>
                <c:pt idx="3214">
                  <c:v>6.2363416996695231E-2</c:v>
                </c:pt>
                <c:pt idx="3215">
                  <c:v>6.2363416996695231E-2</c:v>
                </c:pt>
                <c:pt idx="3216">
                  <c:v>6.2363416996695231E-2</c:v>
                </c:pt>
                <c:pt idx="3217">
                  <c:v>6.2363416996695231E-2</c:v>
                </c:pt>
                <c:pt idx="3218">
                  <c:v>6.2363416996695231E-2</c:v>
                </c:pt>
                <c:pt idx="3219">
                  <c:v>6.2363416996695231E-2</c:v>
                </c:pt>
                <c:pt idx="3220">
                  <c:v>6.2363416996695231E-2</c:v>
                </c:pt>
                <c:pt idx="3221">
                  <c:v>6.2363416996695231E-2</c:v>
                </c:pt>
                <c:pt idx="3222">
                  <c:v>6.2363416996695231E-2</c:v>
                </c:pt>
                <c:pt idx="3223">
                  <c:v>6.2363416996695231E-2</c:v>
                </c:pt>
                <c:pt idx="3224">
                  <c:v>6.2363416996695231E-2</c:v>
                </c:pt>
                <c:pt idx="3225">
                  <c:v>6.2363416996695231E-2</c:v>
                </c:pt>
                <c:pt idx="3226">
                  <c:v>6.2363416996695231E-2</c:v>
                </c:pt>
                <c:pt idx="3227">
                  <c:v>6.2363416996695231E-2</c:v>
                </c:pt>
                <c:pt idx="3228">
                  <c:v>6.2363416996695231E-2</c:v>
                </c:pt>
                <c:pt idx="3229">
                  <c:v>6.2363416996695231E-2</c:v>
                </c:pt>
                <c:pt idx="3230">
                  <c:v>6.2363416996695231E-2</c:v>
                </c:pt>
                <c:pt idx="3231">
                  <c:v>6.2363416996695231E-2</c:v>
                </c:pt>
                <c:pt idx="3232">
                  <c:v>6.2363416996695231E-2</c:v>
                </c:pt>
                <c:pt idx="3233">
                  <c:v>6.2363416996695231E-2</c:v>
                </c:pt>
                <c:pt idx="3234">
                  <c:v>6.2363416996695231E-2</c:v>
                </c:pt>
                <c:pt idx="3235">
                  <c:v>6.2363416996695231E-2</c:v>
                </c:pt>
                <c:pt idx="3236">
                  <c:v>6.2363416996695231E-2</c:v>
                </c:pt>
                <c:pt idx="3237">
                  <c:v>6.2363416996695231E-2</c:v>
                </c:pt>
                <c:pt idx="3238">
                  <c:v>6.2363416996695231E-2</c:v>
                </c:pt>
                <c:pt idx="3239">
                  <c:v>6.2363416996695231E-2</c:v>
                </c:pt>
                <c:pt idx="3240">
                  <c:v>6.2363416996695231E-2</c:v>
                </c:pt>
                <c:pt idx="3241">
                  <c:v>6.2363416996695231E-2</c:v>
                </c:pt>
                <c:pt idx="3242">
                  <c:v>6.2363416996695231E-2</c:v>
                </c:pt>
                <c:pt idx="3243">
                  <c:v>6.2363416996695231E-2</c:v>
                </c:pt>
                <c:pt idx="3244">
                  <c:v>6.2363416996695231E-2</c:v>
                </c:pt>
                <c:pt idx="3245">
                  <c:v>6.2363416996695231E-2</c:v>
                </c:pt>
                <c:pt idx="3246">
                  <c:v>6.2363416996695231E-2</c:v>
                </c:pt>
                <c:pt idx="3247">
                  <c:v>6.2363416996695231E-2</c:v>
                </c:pt>
                <c:pt idx="3248">
                  <c:v>6.2363416996695231E-2</c:v>
                </c:pt>
                <c:pt idx="3249">
                  <c:v>6.2363416996695231E-2</c:v>
                </c:pt>
                <c:pt idx="3250">
                  <c:v>6.2363416996695231E-2</c:v>
                </c:pt>
                <c:pt idx="3251">
                  <c:v>6.2363416996695231E-2</c:v>
                </c:pt>
                <c:pt idx="3252">
                  <c:v>6.2363416996695231E-2</c:v>
                </c:pt>
                <c:pt idx="3253">
                  <c:v>6.2363416996695231E-2</c:v>
                </c:pt>
                <c:pt idx="3254">
                  <c:v>6.2363416996695231E-2</c:v>
                </c:pt>
                <c:pt idx="3255">
                  <c:v>6.2363416996695231E-2</c:v>
                </c:pt>
                <c:pt idx="3256">
                  <c:v>6.2363416996695231E-2</c:v>
                </c:pt>
                <c:pt idx="3257">
                  <c:v>6.2363416996695231E-2</c:v>
                </c:pt>
                <c:pt idx="3258">
                  <c:v>6.2363416996695231E-2</c:v>
                </c:pt>
                <c:pt idx="3259">
                  <c:v>6.2363416996695231E-2</c:v>
                </c:pt>
                <c:pt idx="3260">
                  <c:v>6.2363416996695231E-2</c:v>
                </c:pt>
                <c:pt idx="3261">
                  <c:v>6.2363416996695231E-2</c:v>
                </c:pt>
                <c:pt idx="3262">
                  <c:v>6.2363416996695231E-2</c:v>
                </c:pt>
                <c:pt idx="3263">
                  <c:v>6.2363416996695231E-2</c:v>
                </c:pt>
                <c:pt idx="3264">
                  <c:v>6.2363416996695231E-2</c:v>
                </c:pt>
                <c:pt idx="3265">
                  <c:v>6.2363416996695231E-2</c:v>
                </c:pt>
                <c:pt idx="3266">
                  <c:v>6.2363416996695231E-2</c:v>
                </c:pt>
                <c:pt idx="3267">
                  <c:v>6.2363416996695231E-2</c:v>
                </c:pt>
                <c:pt idx="3268">
                  <c:v>6.2363416996695231E-2</c:v>
                </c:pt>
                <c:pt idx="3269">
                  <c:v>6.2363416996695231E-2</c:v>
                </c:pt>
                <c:pt idx="3270">
                  <c:v>6.2363416996695231E-2</c:v>
                </c:pt>
                <c:pt idx="3271">
                  <c:v>6.2363416996695231E-2</c:v>
                </c:pt>
                <c:pt idx="3272">
                  <c:v>6.2363416996695231E-2</c:v>
                </c:pt>
                <c:pt idx="3273">
                  <c:v>6.2363416996695231E-2</c:v>
                </c:pt>
                <c:pt idx="3274">
                  <c:v>6.2363416996695231E-2</c:v>
                </c:pt>
                <c:pt idx="3275">
                  <c:v>6.2363416996695231E-2</c:v>
                </c:pt>
                <c:pt idx="3276">
                  <c:v>6.2363416996695231E-2</c:v>
                </c:pt>
                <c:pt idx="3277">
                  <c:v>6.2363416996695231E-2</c:v>
                </c:pt>
                <c:pt idx="3278">
                  <c:v>6.2363416996695231E-2</c:v>
                </c:pt>
                <c:pt idx="3279">
                  <c:v>6.2363416996695231E-2</c:v>
                </c:pt>
                <c:pt idx="3280">
                  <c:v>6.2363416996695231E-2</c:v>
                </c:pt>
                <c:pt idx="3281">
                  <c:v>6.2363416996695231E-2</c:v>
                </c:pt>
                <c:pt idx="3282">
                  <c:v>6.2363416996695231E-2</c:v>
                </c:pt>
                <c:pt idx="3283">
                  <c:v>6.2363416996695231E-2</c:v>
                </c:pt>
                <c:pt idx="3284">
                  <c:v>6.2363416996695231E-2</c:v>
                </c:pt>
                <c:pt idx="3285">
                  <c:v>6.2363416996695231E-2</c:v>
                </c:pt>
                <c:pt idx="3286">
                  <c:v>6.2363416996695231E-2</c:v>
                </c:pt>
                <c:pt idx="3287">
                  <c:v>6.2363416996695231E-2</c:v>
                </c:pt>
                <c:pt idx="3288">
                  <c:v>6.2363416996695231E-2</c:v>
                </c:pt>
                <c:pt idx="3289">
                  <c:v>6.2363416996695231E-2</c:v>
                </c:pt>
                <c:pt idx="3290">
                  <c:v>6.2363416996695231E-2</c:v>
                </c:pt>
                <c:pt idx="3291">
                  <c:v>6.2363416996695231E-2</c:v>
                </c:pt>
                <c:pt idx="3292">
                  <c:v>6.2363416996695231E-2</c:v>
                </c:pt>
                <c:pt idx="3293">
                  <c:v>6.2363416996695231E-2</c:v>
                </c:pt>
                <c:pt idx="3294">
                  <c:v>6.2363416996695231E-2</c:v>
                </c:pt>
                <c:pt idx="3295">
                  <c:v>6.2363416996695231E-2</c:v>
                </c:pt>
                <c:pt idx="3296">
                  <c:v>6.2363416996695231E-2</c:v>
                </c:pt>
                <c:pt idx="3297">
                  <c:v>6.2363416996695231E-2</c:v>
                </c:pt>
                <c:pt idx="3298">
                  <c:v>6.2363416996695231E-2</c:v>
                </c:pt>
                <c:pt idx="3299">
                  <c:v>6.2363416996695231E-2</c:v>
                </c:pt>
                <c:pt idx="3300">
                  <c:v>6.2363416996695231E-2</c:v>
                </c:pt>
              </c:numCache>
            </c:numRef>
          </c:val>
          <c:smooth val="0"/>
          <c:extLst>
            <c:ext xmlns:c16="http://schemas.microsoft.com/office/drawing/2014/chart" uri="{C3380CC4-5D6E-409C-BE32-E72D297353CC}">
              <c16:uniqueId val="{00000001-380E-41F9-B6F8-5AD36B5A7A10}"/>
            </c:ext>
          </c:extLst>
        </c:ser>
        <c:ser>
          <c:idx val="2"/>
          <c:order val="2"/>
          <c:tx>
            <c:strRef>
              <c:f>'Component treatment'!$AQ$4</c:f>
              <c:strCache>
                <c:ptCount val="1"/>
                <c:pt idx="0">
                  <c:v>3Q</c:v>
                </c:pt>
              </c:strCache>
            </c:strRef>
          </c:tx>
          <c:spPr>
            <a:ln w="19050" cap="rnd">
              <a:solidFill>
                <a:srgbClr val="C00000"/>
              </a:solidFill>
              <a:prstDash val="sysDash"/>
              <a:round/>
            </a:ln>
            <a:effectLst/>
          </c:spPr>
          <c:marker>
            <c:symbol val="none"/>
          </c:marker>
          <c:cat>
            <c:numRef>
              <c:f>'Component treatment'!$AN$5:$AN$50000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treatment'!$AQ$5:$AQ$50000</c:f>
              <c:numCache>
                <c:formatCode>0.0%</c:formatCode>
                <c:ptCount val="49996"/>
                <c:pt idx="0">
                  <c:v>7.3663282272927177E-2</c:v>
                </c:pt>
                <c:pt idx="1">
                  <c:v>7.3663282272927177E-2</c:v>
                </c:pt>
                <c:pt idx="2">
                  <c:v>7.3663282272927177E-2</c:v>
                </c:pt>
                <c:pt idx="3">
                  <c:v>7.3663282272927177E-2</c:v>
                </c:pt>
                <c:pt idx="4">
                  <c:v>7.3663282272927177E-2</c:v>
                </c:pt>
                <c:pt idx="5">
                  <c:v>7.3663282272927177E-2</c:v>
                </c:pt>
                <c:pt idx="6">
                  <c:v>7.3663282272927177E-2</c:v>
                </c:pt>
                <c:pt idx="7">
                  <c:v>7.3663282272927177E-2</c:v>
                </c:pt>
                <c:pt idx="8">
                  <c:v>7.3663282272927177E-2</c:v>
                </c:pt>
                <c:pt idx="9">
                  <c:v>7.3663282272927177E-2</c:v>
                </c:pt>
                <c:pt idx="10">
                  <c:v>7.3663282272927177E-2</c:v>
                </c:pt>
                <c:pt idx="11">
                  <c:v>7.3663282272927177E-2</c:v>
                </c:pt>
                <c:pt idx="12">
                  <c:v>7.3663282272927177E-2</c:v>
                </c:pt>
                <c:pt idx="13">
                  <c:v>7.3663282272927177E-2</c:v>
                </c:pt>
                <c:pt idx="14">
                  <c:v>7.3663282272927177E-2</c:v>
                </c:pt>
                <c:pt idx="15">
                  <c:v>7.3663282272927177E-2</c:v>
                </c:pt>
                <c:pt idx="16">
                  <c:v>7.3663282272927177E-2</c:v>
                </c:pt>
                <c:pt idx="17">
                  <c:v>7.3663282272927177E-2</c:v>
                </c:pt>
                <c:pt idx="18">
                  <c:v>7.3663282272927177E-2</c:v>
                </c:pt>
                <c:pt idx="19">
                  <c:v>7.3663282272927177E-2</c:v>
                </c:pt>
                <c:pt idx="20">
                  <c:v>7.3663282272927177E-2</c:v>
                </c:pt>
                <c:pt idx="21">
                  <c:v>7.3663282272927177E-2</c:v>
                </c:pt>
                <c:pt idx="22">
                  <c:v>7.3663282272927177E-2</c:v>
                </c:pt>
                <c:pt idx="23">
                  <c:v>7.3663282272927177E-2</c:v>
                </c:pt>
                <c:pt idx="24">
                  <c:v>7.3663282272927177E-2</c:v>
                </c:pt>
                <c:pt idx="25">
                  <c:v>7.3663282272927177E-2</c:v>
                </c:pt>
                <c:pt idx="26">
                  <c:v>7.3663282272927177E-2</c:v>
                </c:pt>
                <c:pt idx="27">
                  <c:v>7.3663282272927177E-2</c:v>
                </c:pt>
                <c:pt idx="28">
                  <c:v>7.3663282272927177E-2</c:v>
                </c:pt>
                <c:pt idx="29">
                  <c:v>7.3663282272927177E-2</c:v>
                </c:pt>
                <c:pt idx="30">
                  <c:v>7.3663282272927177E-2</c:v>
                </c:pt>
                <c:pt idx="31">
                  <c:v>7.3663282272927177E-2</c:v>
                </c:pt>
                <c:pt idx="32">
                  <c:v>7.3663282272927177E-2</c:v>
                </c:pt>
                <c:pt idx="33">
                  <c:v>7.3663282272927177E-2</c:v>
                </c:pt>
                <c:pt idx="34">
                  <c:v>7.3663282272927177E-2</c:v>
                </c:pt>
                <c:pt idx="35">
                  <c:v>7.3663282272927177E-2</c:v>
                </c:pt>
                <c:pt idx="36">
                  <c:v>7.3663282272927177E-2</c:v>
                </c:pt>
                <c:pt idx="37">
                  <c:v>7.3663282272927177E-2</c:v>
                </c:pt>
                <c:pt idx="38">
                  <c:v>7.3663282272927177E-2</c:v>
                </c:pt>
                <c:pt idx="39">
                  <c:v>7.3663282272927177E-2</c:v>
                </c:pt>
                <c:pt idx="40">
                  <c:v>7.3663282272927177E-2</c:v>
                </c:pt>
                <c:pt idx="41">
                  <c:v>7.3663282272927177E-2</c:v>
                </c:pt>
                <c:pt idx="42">
                  <c:v>7.3663282272927177E-2</c:v>
                </c:pt>
                <c:pt idx="43">
                  <c:v>7.3663282272927177E-2</c:v>
                </c:pt>
                <c:pt idx="44">
                  <c:v>7.3663282272927177E-2</c:v>
                </c:pt>
                <c:pt idx="45">
                  <c:v>7.3663282272927177E-2</c:v>
                </c:pt>
                <c:pt idx="46">
                  <c:v>7.3663282272927177E-2</c:v>
                </c:pt>
                <c:pt idx="47">
                  <c:v>7.3663282272927177E-2</c:v>
                </c:pt>
                <c:pt idx="48">
                  <c:v>7.3663282272927177E-2</c:v>
                </c:pt>
                <c:pt idx="49">
                  <c:v>7.3663282272927177E-2</c:v>
                </c:pt>
                <c:pt idx="50">
                  <c:v>7.3663282272927177E-2</c:v>
                </c:pt>
                <c:pt idx="51">
                  <c:v>7.3663282272927177E-2</c:v>
                </c:pt>
                <c:pt idx="52">
                  <c:v>7.3663282272927177E-2</c:v>
                </c:pt>
                <c:pt idx="53">
                  <c:v>7.3663282272927177E-2</c:v>
                </c:pt>
                <c:pt idx="54">
                  <c:v>7.3663282272927177E-2</c:v>
                </c:pt>
                <c:pt idx="55">
                  <c:v>7.3663282272927177E-2</c:v>
                </c:pt>
                <c:pt idx="56">
                  <c:v>7.3663282272927177E-2</c:v>
                </c:pt>
                <c:pt idx="57">
                  <c:v>7.3663282272927177E-2</c:v>
                </c:pt>
                <c:pt idx="58">
                  <c:v>7.3663282272927177E-2</c:v>
                </c:pt>
                <c:pt idx="59">
                  <c:v>7.3663282272927177E-2</c:v>
                </c:pt>
                <c:pt idx="60">
                  <c:v>7.3663282272927177E-2</c:v>
                </c:pt>
                <c:pt idx="61">
                  <c:v>7.3663282272927177E-2</c:v>
                </c:pt>
                <c:pt idx="62">
                  <c:v>7.3663282272927177E-2</c:v>
                </c:pt>
                <c:pt idx="63">
                  <c:v>7.3663282272927177E-2</c:v>
                </c:pt>
                <c:pt idx="64">
                  <c:v>7.3663282272927177E-2</c:v>
                </c:pt>
                <c:pt idx="65">
                  <c:v>7.3663282272927177E-2</c:v>
                </c:pt>
                <c:pt idx="66">
                  <c:v>7.3663282272927177E-2</c:v>
                </c:pt>
                <c:pt idx="67">
                  <c:v>7.3663282272927177E-2</c:v>
                </c:pt>
                <c:pt idx="68">
                  <c:v>7.3663282272927177E-2</c:v>
                </c:pt>
                <c:pt idx="69">
                  <c:v>7.3663282272927177E-2</c:v>
                </c:pt>
                <c:pt idx="70">
                  <c:v>7.3663282272927177E-2</c:v>
                </c:pt>
                <c:pt idx="71">
                  <c:v>7.3663282272927177E-2</c:v>
                </c:pt>
                <c:pt idx="72">
                  <c:v>7.3663282272927177E-2</c:v>
                </c:pt>
                <c:pt idx="73">
                  <c:v>7.3663282272927177E-2</c:v>
                </c:pt>
                <c:pt idx="74">
                  <c:v>7.3663282272927177E-2</c:v>
                </c:pt>
                <c:pt idx="75">
                  <c:v>7.3663282272927177E-2</c:v>
                </c:pt>
                <c:pt idx="76">
                  <c:v>7.3663282272927177E-2</c:v>
                </c:pt>
                <c:pt idx="77">
                  <c:v>7.3663282272927177E-2</c:v>
                </c:pt>
                <c:pt idx="78">
                  <c:v>7.3663282272927177E-2</c:v>
                </c:pt>
                <c:pt idx="79">
                  <c:v>7.3663282272927177E-2</c:v>
                </c:pt>
                <c:pt idx="80">
                  <c:v>7.3663282272927177E-2</c:v>
                </c:pt>
                <c:pt idx="81">
                  <c:v>7.3663282272927177E-2</c:v>
                </c:pt>
                <c:pt idx="82">
                  <c:v>7.3663282272927177E-2</c:v>
                </c:pt>
                <c:pt idx="83">
                  <c:v>7.3663282272927177E-2</c:v>
                </c:pt>
                <c:pt idx="84">
                  <c:v>7.3663282272927177E-2</c:v>
                </c:pt>
                <c:pt idx="85">
                  <c:v>7.3663282272927177E-2</c:v>
                </c:pt>
                <c:pt idx="86">
                  <c:v>7.3663282272927177E-2</c:v>
                </c:pt>
                <c:pt idx="87">
                  <c:v>7.3663282272927177E-2</c:v>
                </c:pt>
                <c:pt idx="88">
                  <c:v>7.3663282272927177E-2</c:v>
                </c:pt>
                <c:pt idx="89">
                  <c:v>7.3663282272927177E-2</c:v>
                </c:pt>
                <c:pt idx="90">
                  <c:v>7.3663282272927177E-2</c:v>
                </c:pt>
                <c:pt idx="91">
                  <c:v>7.3663282272927177E-2</c:v>
                </c:pt>
                <c:pt idx="92">
                  <c:v>7.3663282272927177E-2</c:v>
                </c:pt>
                <c:pt idx="93">
                  <c:v>7.3663282272927177E-2</c:v>
                </c:pt>
                <c:pt idx="94">
                  <c:v>7.3663282272927177E-2</c:v>
                </c:pt>
                <c:pt idx="95">
                  <c:v>7.3663282272927177E-2</c:v>
                </c:pt>
                <c:pt idx="96">
                  <c:v>7.3663282272927177E-2</c:v>
                </c:pt>
                <c:pt idx="97">
                  <c:v>7.3663282272927177E-2</c:v>
                </c:pt>
                <c:pt idx="98">
                  <c:v>7.3663282272927177E-2</c:v>
                </c:pt>
                <c:pt idx="99">
                  <c:v>7.3663282272927177E-2</c:v>
                </c:pt>
                <c:pt idx="100">
                  <c:v>7.3663282272927177E-2</c:v>
                </c:pt>
                <c:pt idx="101">
                  <c:v>7.3663282272927177E-2</c:v>
                </c:pt>
                <c:pt idx="102">
                  <c:v>7.3663282272927177E-2</c:v>
                </c:pt>
                <c:pt idx="103">
                  <c:v>7.3663282272927177E-2</c:v>
                </c:pt>
                <c:pt idx="104">
                  <c:v>7.3663282272927177E-2</c:v>
                </c:pt>
                <c:pt idx="105">
                  <c:v>7.3663282272927177E-2</c:v>
                </c:pt>
                <c:pt idx="106">
                  <c:v>7.3663282272927177E-2</c:v>
                </c:pt>
                <c:pt idx="107">
                  <c:v>7.3663282272927177E-2</c:v>
                </c:pt>
                <c:pt idx="108">
                  <c:v>7.3663282272927177E-2</c:v>
                </c:pt>
                <c:pt idx="109">
                  <c:v>7.3663282272927177E-2</c:v>
                </c:pt>
                <c:pt idx="110">
                  <c:v>7.3663282272927177E-2</c:v>
                </c:pt>
                <c:pt idx="111">
                  <c:v>7.3663282272927177E-2</c:v>
                </c:pt>
                <c:pt idx="112">
                  <c:v>7.3663282272927177E-2</c:v>
                </c:pt>
                <c:pt idx="113">
                  <c:v>7.3663282272927177E-2</c:v>
                </c:pt>
                <c:pt idx="114">
                  <c:v>7.3663282272927177E-2</c:v>
                </c:pt>
                <c:pt idx="115">
                  <c:v>7.3663282272927177E-2</c:v>
                </c:pt>
                <c:pt idx="116">
                  <c:v>7.3663282272927177E-2</c:v>
                </c:pt>
                <c:pt idx="117">
                  <c:v>7.3663282272927177E-2</c:v>
                </c:pt>
                <c:pt idx="118">
                  <c:v>7.3663282272927177E-2</c:v>
                </c:pt>
                <c:pt idx="119">
                  <c:v>7.3663282272927177E-2</c:v>
                </c:pt>
                <c:pt idx="120">
                  <c:v>7.3663282272927177E-2</c:v>
                </c:pt>
                <c:pt idx="121">
                  <c:v>7.3663282272927177E-2</c:v>
                </c:pt>
                <c:pt idx="122">
                  <c:v>7.3663282272927177E-2</c:v>
                </c:pt>
                <c:pt idx="123">
                  <c:v>7.3663282272927177E-2</c:v>
                </c:pt>
                <c:pt idx="124">
                  <c:v>7.3663282272927177E-2</c:v>
                </c:pt>
                <c:pt idx="125">
                  <c:v>7.3663282272927177E-2</c:v>
                </c:pt>
                <c:pt idx="126">
                  <c:v>7.3663282272927177E-2</c:v>
                </c:pt>
                <c:pt idx="127">
                  <c:v>7.3663282272927177E-2</c:v>
                </c:pt>
                <c:pt idx="128">
                  <c:v>7.3663282272927177E-2</c:v>
                </c:pt>
                <c:pt idx="129">
                  <c:v>7.3663282272927177E-2</c:v>
                </c:pt>
                <c:pt idx="130">
                  <c:v>7.3663282272927177E-2</c:v>
                </c:pt>
                <c:pt idx="131">
                  <c:v>7.3663282272927177E-2</c:v>
                </c:pt>
                <c:pt idx="132">
                  <c:v>7.3663282272927177E-2</c:v>
                </c:pt>
                <c:pt idx="133">
                  <c:v>7.3663282272927177E-2</c:v>
                </c:pt>
                <c:pt idx="134">
                  <c:v>7.3663282272927177E-2</c:v>
                </c:pt>
                <c:pt idx="135">
                  <c:v>7.3663282272927177E-2</c:v>
                </c:pt>
                <c:pt idx="136">
                  <c:v>7.3663282272927177E-2</c:v>
                </c:pt>
                <c:pt idx="137">
                  <c:v>7.3663282272927177E-2</c:v>
                </c:pt>
                <c:pt idx="138">
                  <c:v>7.3663282272927177E-2</c:v>
                </c:pt>
                <c:pt idx="139">
                  <c:v>7.3663282272927177E-2</c:v>
                </c:pt>
                <c:pt idx="140">
                  <c:v>7.3663282272927177E-2</c:v>
                </c:pt>
                <c:pt idx="141">
                  <c:v>7.3663282272927177E-2</c:v>
                </c:pt>
                <c:pt idx="142">
                  <c:v>7.3663282272927177E-2</c:v>
                </c:pt>
                <c:pt idx="143">
                  <c:v>7.3663282272927177E-2</c:v>
                </c:pt>
                <c:pt idx="144">
                  <c:v>7.3663282272927177E-2</c:v>
                </c:pt>
                <c:pt idx="145">
                  <c:v>7.3663282272927177E-2</c:v>
                </c:pt>
                <c:pt idx="146">
                  <c:v>7.3663282272927177E-2</c:v>
                </c:pt>
                <c:pt idx="147">
                  <c:v>7.3663282272927177E-2</c:v>
                </c:pt>
                <c:pt idx="148">
                  <c:v>7.3663282272927177E-2</c:v>
                </c:pt>
                <c:pt idx="149">
                  <c:v>7.3663282272927177E-2</c:v>
                </c:pt>
                <c:pt idx="150">
                  <c:v>7.3663282272927177E-2</c:v>
                </c:pt>
                <c:pt idx="151">
                  <c:v>7.3663282272927177E-2</c:v>
                </c:pt>
                <c:pt idx="152">
                  <c:v>7.3663282272927177E-2</c:v>
                </c:pt>
                <c:pt idx="153">
                  <c:v>7.3663282272927177E-2</c:v>
                </c:pt>
                <c:pt idx="154">
                  <c:v>7.3663282272927177E-2</c:v>
                </c:pt>
                <c:pt idx="155">
                  <c:v>7.3663282272927177E-2</c:v>
                </c:pt>
                <c:pt idx="156">
                  <c:v>7.3663282272927177E-2</c:v>
                </c:pt>
                <c:pt idx="157">
                  <c:v>7.3663282272927177E-2</c:v>
                </c:pt>
                <c:pt idx="158">
                  <c:v>7.3663282272927177E-2</c:v>
                </c:pt>
                <c:pt idx="159">
                  <c:v>7.3663282272927177E-2</c:v>
                </c:pt>
                <c:pt idx="160">
                  <c:v>7.3663282272927177E-2</c:v>
                </c:pt>
                <c:pt idx="161">
                  <c:v>7.3663282272927177E-2</c:v>
                </c:pt>
                <c:pt idx="162">
                  <c:v>7.3663282272927177E-2</c:v>
                </c:pt>
                <c:pt idx="163">
                  <c:v>7.3663282272927177E-2</c:v>
                </c:pt>
                <c:pt idx="164">
                  <c:v>7.3663282272927177E-2</c:v>
                </c:pt>
                <c:pt idx="165">
                  <c:v>7.3663282272927177E-2</c:v>
                </c:pt>
                <c:pt idx="166">
                  <c:v>7.3663282272927177E-2</c:v>
                </c:pt>
                <c:pt idx="167">
                  <c:v>7.3663282272927177E-2</c:v>
                </c:pt>
                <c:pt idx="168">
                  <c:v>7.3663282272927177E-2</c:v>
                </c:pt>
                <c:pt idx="169">
                  <c:v>7.3663282272927177E-2</c:v>
                </c:pt>
                <c:pt idx="170">
                  <c:v>7.3663282272927177E-2</c:v>
                </c:pt>
                <c:pt idx="171">
                  <c:v>7.3663282272927177E-2</c:v>
                </c:pt>
                <c:pt idx="172">
                  <c:v>7.3663282272927177E-2</c:v>
                </c:pt>
                <c:pt idx="173">
                  <c:v>7.3663282272927177E-2</c:v>
                </c:pt>
                <c:pt idx="174">
                  <c:v>7.3663282272927177E-2</c:v>
                </c:pt>
                <c:pt idx="175">
                  <c:v>7.3663282272927177E-2</c:v>
                </c:pt>
                <c:pt idx="176">
                  <c:v>7.3663282272927177E-2</c:v>
                </c:pt>
                <c:pt idx="177">
                  <c:v>7.3663282272927177E-2</c:v>
                </c:pt>
                <c:pt idx="178">
                  <c:v>7.3663282272927177E-2</c:v>
                </c:pt>
                <c:pt idx="179">
                  <c:v>7.3663282272927177E-2</c:v>
                </c:pt>
                <c:pt idx="180">
                  <c:v>7.3663282272927177E-2</c:v>
                </c:pt>
                <c:pt idx="181">
                  <c:v>7.3663282272927177E-2</c:v>
                </c:pt>
                <c:pt idx="182">
                  <c:v>7.3663282272927177E-2</c:v>
                </c:pt>
                <c:pt idx="183">
                  <c:v>7.3663282272927177E-2</c:v>
                </c:pt>
                <c:pt idx="184">
                  <c:v>7.3663282272927177E-2</c:v>
                </c:pt>
                <c:pt idx="185">
                  <c:v>7.3663282272927177E-2</c:v>
                </c:pt>
                <c:pt idx="186">
                  <c:v>7.3663282272927177E-2</c:v>
                </c:pt>
                <c:pt idx="187">
                  <c:v>7.3663282272927177E-2</c:v>
                </c:pt>
                <c:pt idx="188">
                  <c:v>7.3663282272927177E-2</c:v>
                </c:pt>
                <c:pt idx="189">
                  <c:v>7.3663282272927177E-2</c:v>
                </c:pt>
                <c:pt idx="190">
                  <c:v>7.3663282272927177E-2</c:v>
                </c:pt>
                <c:pt idx="191">
                  <c:v>7.3663282272927177E-2</c:v>
                </c:pt>
                <c:pt idx="192">
                  <c:v>7.3663282272927177E-2</c:v>
                </c:pt>
                <c:pt idx="193">
                  <c:v>7.3663282272927177E-2</c:v>
                </c:pt>
                <c:pt idx="194">
                  <c:v>7.3663282272927177E-2</c:v>
                </c:pt>
                <c:pt idx="195">
                  <c:v>7.3663282272927177E-2</c:v>
                </c:pt>
                <c:pt idx="196">
                  <c:v>7.3663282272927177E-2</c:v>
                </c:pt>
                <c:pt idx="197">
                  <c:v>7.3663282272927177E-2</c:v>
                </c:pt>
                <c:pt idx="198">
                  <c:v>7.3663282272927177E-2</c:v>
                </c:pt>
                <c:pt idx="199">
                  <c:v>7.3663282272927177E-2</c:v>
                </c:pt>
                <c:pt idx="200">
                  <c:v>7.3663282272927177E-2</c:v>
                </c:pt>
                <c:pt idx="201">
                  <c:v>7.3663282272927177E-2</c:v>
                </c:pt>
                <c:pt idx="202">
                  <c:v>7.3663282272927177E-2</c:v>
                </c:pt>
                <c:pt idx="203">
                  <c:v>7.3663282272927177E-2</c:v>
                </c:pt>
                <c:pt idx="204">
                  <c:v>7.3663282272927177E-2</c:v>
                </c:pt>
                <c:pt idx="205">
                  <c:v>7.3663282272927177E-2</c:v>
                </c:pt>
                <c:pt idx="206">
                  <c:v>7.3663282272927177E-2</c:v>
                </c:pt>
                <c:pt idx="207">
                  <c:v>7.3663282272927177E-2</c:v>
                </c:pt>
                <c:pt idx="208">
                  <c:v>7.3663282272927177E-2</c:v>
                </c:pt>
                <c:pt idx="209">
                  <c:v>7.3663282272927177E-2</c:v>
                </c:pt>
                <c:pt idx="210">
                  <c:v>7.3663282272927177E-2</c:v>
                </c:pt>
                <c:pt idx="211">
                  <c:v>7.3663282272927177E-2</c:v>
                </c:pt>
                <c:pt idx="212">
                  <c:v>7.3663282272927177E-2</c:v>
                </c:pt>
                <c:pt idx="213">
                  <c:v>7.3663282272927177E-2</c:v>
                </c:pt>
                <c:pt idx="214">
                  <c:v>7.3663282272927177E-2</c:v>
                </c:pt>
                <c:pt idx="215">
                  <c:v>7.3663282272927177E-2</c:v>
                </c:pt>
                <c:pt idx="216">
                  <c:v>7.3663282272927177E-2</c:v>
                </c:pt>
                <c:pt idx="217">
                  <c:v>7.3663282272927177E-2</c:v>
                </c:pt>
                <c:pt idx="218">
                  <c:v>7.3663282272927177E-2</c:v>
                </c:pt>
                <c:pt idx="219">
                  <c:v>7.3663282272927177E-2</c:v>
                </c:pt>
                <c:pt idx="220">
                  <c:v>7.3663282272927177E-2</c:v>
                </c:pt>
                <c:pt idx="221">
                  <c:v>7.3663282272927177E-2</c:v>
                </c:pt>
                <c:pt idx="222">
                  <c:v>7.3663282272927177E-2</c:v>
                </c:pt>
                <c:pt idx="223">
                  <c:v>7.3663282272927177E-2</c:v>
                </c:pt>
                <c:pt idx="224">
                  <c:v>7.3663282272927177E-2</c:v>
                </c:pt>
                <c:pt idx="225">
                  <c:v>7.3663282272927177E-2</c:v>
                </c:pt>
                <c:pt idx="226">
                  <c:v>7.3663282272927177E-2</c:v>
                </c:pt>
                <c:pt idx="227">
                  <c:v>7.3663282272927177E-2</c:v>
                </c:pt>
                <c:pt idx="228">
                  <c:v>7.3663282272927177E-2</c:v>
                </c:pt>
                <c:pt idx="229">
                  <c:v>7.3663282272927177E-2</c:v>
                </c:pt>
                <c:pt idx="230">
                  <c:v>7.3663282272927177E-2</c:v>
                </c:pt>
                <c:pt idx="231">
                  <c:v>7.3663282272927177E-2</c:v>
                </c:pt>
                <c:pt idx="232">
                  <c:v>7.3663282272927177E-2</c:v>
                </c:pt>
                <c:pt idx="233">
                  <c:v>7.3663282272927177E-2</c:v>
                </c:pt>
                <c:pt idx="234">
                  <c:v>7.3663282272927177E-2</c:v>
                </c:pt>
                <c:pt idx="235">
                  <c:v>7.3663282272927177E-2</c:v>
                </c:pt>
                <c:pt idx="236">
                  <c:v>7.3663282272927177E-2</c:v>
                </c:pt>
                <c:pt idx="237">
                  <c:v>7.3663282272927177E-2</c:v>
                </c:pt>
                <c:pt idx="238">
                  <c:v>7.3663282272927177E-2</c:v>
                </c:pt>
                <c:pt idx="239">
                  <c:v>7.3663282272927177E-2</c:v>
                </c:pt>
                <c:pt idx="240">
                  <c:v>7.3663282272927177E-2</c:v>
                </c:pt>
                <c:pt idx="241">
                  <c:v>7.3663282272927177E-2</c:v>
                </c:pt>
                <c:pt idx="242">
                  <c:v>7.3663282272927177E-2</c:v>
                </c:pt>
                <c:pt idx="243">
                  <c:v>7.3663282272927177E-2</c:v>
                </c:pt>
                <c:pt idx="244">
                  <c:v>7.3663282272927177E-2</c:v>
                </c:pt>
                <c:pt idx="245">
                  <c:v>7.3663282272927177E-2</c:v>
                </c:pt>
                <c:pt idx="246">
                  <c:v>7.3663282272927177E-2</c:v>
                </c:pt>
                <c:pt idx="247">
                  <c:v>7.3663282272927177E-2</c:v>
                </c:pt>
                <c:pt idx="248">
                  <c:v>7.3663282272927177E-2</c:v>
                </c:pt>
                <c:pt idx="249">
                  <c:v>7.3663282272927177E-2</c:v>
                </c:pt>
                <c:pt idx="250">
                  <c:v>7.3663282272927177E-2</c:v>
                </c:pt>
                <c:pt idx="251">
                  <c:v>7.3663282272927177E-2</c:v>
                </c:pt>
                <c:pt idx="252">
                  <c:v>7.3663282272927177E-2</c:v>
                </c:pt>
                <c:pt idx="253">
                  <c:v>7.3663282272927177E-2</c:v>
                </c:pt>
                <c:pt idx="254">
                  <c:v>7.3663282272927177E-2</c:v>
                </c:pt>
                <c:pt idx="255">
                  <c:v>7.3663282272927177E-2</c:v>
                </c:pt>
                <c:pt idx="256">
                  <c:v>7.3663282272927177E-2</c:v>
                </c:pt>
                <c:pt idx="257">
                  <c:v>7.3663282272927177E-2</c:v>
                </c:pt>
                <c:pt idx="258">
                  <c:v>7.3663282272927177E-2</c:v>
                </c:pt>
                <c:pt idx="259">
                  <c:v>7.3663282272927177E-2</c:v>
                </c:pt>
                <c:pt idx="260">
                  <c:v>7.3663282272927177E-2</c:v>
                </c:pt>
                <c:pt idx="261">
                  <c:v>7.3663282272927177E-2</c:v>
                </c:pt>
                <c:pt idx="262">
                  <c:v>7.3663282272927177E-2</c:v>
                </c:pt>
                <c:pt idx="263">
                  <c:v>7.3663282272927177E-2</c:v>
                </c:pt>
                <c:pt idx="264">
                  <c:v>7.3663282272927177E-2</c:v>
                </c:pt>
                <c:pt idx="265">
                  <c:v>7.3663282272927177E-2</c:v>
                </c:pt>
                <c:pt idx="266">
                  <c:v>7.3663282272927177E-2</c:v>
                </c:pt>
                <c:pt idx="267">
                  <c:v>7.3663282272927177E-2</c:v>
                </c:pt>
                <c:pt idx="268">
                  <c:v>7.3663282272927177E-2</c:v>
                </c:pt>
                <c:pt idx="269">
                  <c:v>7.3663282272927177E-2</c:v>
                </c:pt>
                <c:pt idx="270">
                  <c:v>7.3663282272927177E-2</c:v>
                </c:pt>
                <c:pt idx="271">
                  <c:v>7.3663282272927177E-2</c:v>
                </c:pt>
                <c:pt idx="272">
                  <c:v>7.3663282272927177E-2</c:v>
                </c:pt>
                <c:pt idx="273">
                  <c:v>7.3663282272927177E-2</c:v>
                </c:pt>
                <c:pt idx="274">
                  <c:v>7.3663282272927177E-2</c:v>
                </c:pt>
                <c:pt idx="275">
                  <c:v>7.3663282272927177E-2</c:v>
                </c:pt>
                <c:pt idx="276">
                  <c:v>7.3663282272927177E-2</c:v>
                </c:pt>
                <c:pt idx="277">
                  <c:v>7.3663282272927177E-2</c:v>
                </c:pt>
                <c:pt idx="278">
                  <c:v>7.3663282272927177E-2</c:v>
                </c:pt>
                <c:pt idx="279">
                  <c:v>7.3663282272927177E-2</c:v>
                </c:pt>
                <c:pt idx="280">
                  <c:v>7.3663282272927177E-2</c:v>
                </c:pt>
                <c:pt idx="281">
                  <c:v>7.3663282272927177E-2</c:v>
                </c:pt>
                <c:pt idx="282">
                  <c:v>7.3663282272927177E-2</c:v>
                </c:pt>
                <c:pt idx="283">
                  <c:v>7.3663282272927177E-2</c:v>
                </c:pt>
                <c:pt idx="284">
                  <c:v>7.3663282272927177E-2</c:v>
                </c:pt>
                <c:pt idx="285">
                  <c:v>7.3663282272927177E-2</c:v>
                </c:pt>
                <c:pt idx="286">
                  <c:v>7.3663282272927177E-2</c:v>
                </c:pt>
                <c:pt idx="287">
                  <c:v>7.3663282272927177E-2</c:v>
                </c:pt>
                <c:pt idx="288">
                  <c:v>7.3663282272927177E-2</c:v>
                </c:pt>
                <c:pt idx="289">
                  <c:v>7.3663282272927177E-2</c:v>
                </c:pt>
                <c:pt idx="290">
                  <c:v>7.3663282272927177E-2</c:v>
                </c:pt>
                <c:pt idx="291">
                  <c:v>7.3663282272927177E-2</c:v>
                </c:pt>
                <c:pt idx="292">
                  <c:v>7.3663282272927177E-2</c:v>
                </c:pt>
                <c:pt idx="293">
                  <c:v>7.3663282272927177E-2</c:v>
                </c:pt>
                <c:pt idx="294">
                  <c:v>7.3663282272927177E-2</c:v>
                </c:pt>
                <c:pt idx="295">
                  <c:v>7.3663282272927177E-2</c:v>
                </c:pt>
                <c:pt idx="296">
                  <c:v>7.3663282272927177E-2</c:v>
                </c:pt>
                <c:pt idx="297">
                  <c:v>7.3663282272927177E-2</c:v>
                </c:pt>
                <c:pt idx="298">
                  <c:v>7.3663282272927177E-2</c:v>
                </c:pt>
                <c:pt idx="299">
                  <c:v>7.3663282272927177E-2</c:v>
                </c:pt>
                <c:pt idx="300">
                  <c:v>7.3663282272927177E-2</c:v>
                </c:pt>
                <c:pt idx="301">
                  <c:v>7.3663282272927177E-2</c:v>
                </c:pt>
                <c:pt idx="302">
                  <c:v>7.3663282272927177E-2</c:v>
                </c:pt>
                <c:pt idx="303">
                  <c:v>7.3663282272927177E-2</c:v>
                </c:pt>
                <c:pt idx="304">
                  <c:v>7.3663282272927177E-2</c:v>
                </c:pt>
                <c:pt idx="305">
                  <c:v>7.3663282272927177E-2</c:v>
                </c:pt>
                <c:pt idx="306">
                  <c:v>7.3663282272927177E-2</c:v>
                </c:pt>
                <c:pt idx="307">
                  <c:v>7.3663282272927177E-2</c:v>
                </c:pt>
                <c:pt idx="308">
                  <c:v>7.3663282272927177E-2</c:v>
                </c:pt>
                <c:pt idx="309">
                  <c:v>7.3663282272927177E-2</c:v>
                </c:pt>
                <c:pt idx="310">
                  <c:v>7.3663282272927177E-2</c:v>
                </c:pt>
                <c:pt idx="311">
                  <c:v>7.3663282272927177E-2</c:v>
                </c:pt>
                <c:pt idx="312">
                  <c:v>7.3663282272927177E-2</c:v>
                </c:pt>
                <c:pt idx="313">
                  <c:v>7.3663282272927177E-2</c:v>
                </c:pt>
                <c:pt idx="314">
                  <c:v>7.3663282272927177E-2</c:v>
                </c:pt>
                <c:pt idx="315">
                  <c:v>7.3663282272927177E-2</c:v>
                </c:pt>
                <c:pt idx="316">
                  <c:v>7.3663282272927177E-2</c:v>
                </c:pt>
                <c:pt idx="317">
                  <c:v>7.3663282272927177E-2</c:v>
                </c:pt>
                <c:pt idx="318">
                  <c:v>7.3663282272927177E-2</c:v>
                </c:pt>
                <c:pt idx="319">
                  <c:v>7.3663282272927177E-2</c:v>
                </c:pt>
                <c:pt idx="320">
                  <c:v>7.3663282272927177E-2</c:v>
                </c:pt>
                <c:pt idx="321">
                  <c:v>7.3663282272927177E-2</c:v>
                </c:pt>
                <c:pt idx="322">
                  <c:v>7.3663282272927177E-2</c:v>
                </c:pt>
                <c:pt idx="323">
                  <c:v>7.3663282272927177E-2</c:v>
                </c:pt>
                <c:pt idx="324">
                  <c:v>7.3663282272927177E-2</c:v>
                </c:pt>
                <c:pt idx="325">
                  <c:v>7.3663282272927177E-2</c:v>
                </c:pt>
                <c:pt idx="326">
                  <c:v>7.3663282272927177E-2</c:v>
                </c:pt>
                <c:pt idx="327">
                  <c:v>7.3663282272927177E-2</c:v>
                </c:pt>
                <c:pt idx="328">
                  <c:v>7.3663282272927177E-2</c:v>
                </c:pt>
                <c:pt idx="329">
                  <c:v>7.3663282272927177E-2</c:v>
                </c:pt>
                <c:pt idx="330">
                  <c:v>7.3663282272927177E-2</c:v>
                </c:pt>
                <c:pt idx="331">
                  <c:v>7.3663282272927177E-2</c:v>
                </c:pt>
                <c:pt idx="332">
                  <c:v>7.3663282272927177E-2</c:v>
                </c:pt>
                <c:pt idx="333">
                  <c:v>7.3663282272927177E-2</c:v>
                </c:pt>
                <c:pt idx="334">
                  <c:v>7.3663282272927177E-2</c:v>
                </c:pt>
                <c:pt idx="335">
                  <c:v>7.3663282272927177E-2</c:v>
                </c:pt>
                <c:pt idx="336">
                  <c:v>7.3663282272927177E-2</c:v>
                </c:pt>
                <c:pt idx="337">
                  <c:v>7.3663282272927177E-2</c:v>
                </c:pt>
                <c:pt idx="338">
                  <c:v>7.3663282272927177E-2</c:v>
                </c:pt>
                <c:pt idx="339">
                  <c:v>7.3663282272927177E-2</c:v>
                </c:pt>
                <c:pt idx="340">
                  <c:v>7.3663282272927177E-2</c:v>
                </c:pt>
                <c:pt idx="341">
                  <c:v>7.3663282272927177E-2</c:v>
                </c:pt>
                <c:pt idx="342">
                  <c:v>7.3663282272927177E-2</c:v>
                </c:pt>
                <c:pt idx="343">
                  <c:v>7.3663282272927177E-2</c:v>
                </c:pt>
                <c:pt idx="344">
                  <c:v>7.3663282272927177E-2</c:v>
                </c:pt>
                <c:pt idx="345">
                  <c:v>7.3663282272927177E-2</c:v>
                </c:pt>
                <c:pt idx="346">
                  <c:v>7.3663282272927177E-2</c:v>
                </c:pt>
                <c:pt idx="347">
                  <c:v>7.3663282272927177E-2</c:v>
                </c:pt>
                <c:pt idx="348">
                  <c:v>7.3663282272927177E-2</c:v>
                </c:pt>
                <c:pt idx="349">
                  <c:v>7.3663282272927177E-2</c:v>
                </c:pt>
                <c:pt idx="350">
                  <c:v>7.3663282272927177E-2</c:v>
                </c:pt>
                <c:pt idx="351">
                  <c:v>7.3663282272927177E-2</c:v>
                </c:pt>
                <c:pt idx="352">
                  <c:v>7.3663282272927177E-2</c:v>
                </c:pt>
                <c:pt idx="353">
                  <c:v>7.3663282272927177E-2</c:v>
                </c:pt>
                <c:pt idx="354">
                  <c:v>7.3663282272927177E-2</c:v>
                </c:pt>
                <c:pt idx="355">
                  <c:v>7.3663282272927177E-2</c:v>
                </c:pt>
                <c:pt idx="356">
                  <c:v>7.3663282272927177E-2</c:v>
                </c:pt>
                <c:pt idx="357">
                  <c:v>7.3663282272927177E-2</c:v>
                </c:pt>
                <c:pt idx="358">
                  <c:v>7.3663282272927177E-2</c:v>
                </c:pt>
                <c:pt idx="359">
                  <c:v>7.3663282272927177E-2</c:v>
                </c:pt>
                <c:pt idx="360">
                  <c:v>7.3663282272927177E-2</c:v>
                </c:pt>
                <c:pt idx="361">
                  <c:v>7.3663282272927177E-2</c:v>
                </c:pt>
                <c:pt idx="362">
                  <c:v>7.3663282272927177E-2</c:v>
                </c:pt>
                <c:pt idx="363">
                  <c:v>7.3663282272927177E-2</c:v>
                </c:pt>
                <c:pt idx="364">
                  <c:v>7.3663282272927177E-2</c:v>
                </c:pt>
                <c:pt idx="365">
                  <c:v>7.3663282272927177E-2</c:v>
                </c:pt>
                <c:pt idx="366">
                  <c:v>7.3663282272927177E-2</c:v>
                </c:pt>
                <c:pt idx="367">
                  <c:v>7.3663282272927177E-2</c:v>
                </c:pt>
                <c:pt idx="368">
                  <c:v>7.3663282272927177E-2</c:v>
                </c:pt>
                <c:pt idx="369">
                  <c:v>7.3663282272927177E-2</c:v>
                </c:pt>
                <c:pt idx="370">
                  <c:v>7.3663282272927177E-2</c:v>
                </c:pt>
                <c:pt idx="371">
                  <c:v>7.3663282272927177E-2</c:v>
                </c:pt>
                <c:pt idx="372">
                  <c:v>7.3663282272927177E-2</c:v>
                </c:pt>
                <c:pt idx="373">
                  <c:v>7.3663282272927177E-2</c:v>
                </c:pt>
                <c:pt idx="374">
                  <c:v>7.3663282272927177E-2</c:v>
                </c:pt>
                <c:pt idx="375">
                  <c:v>7.3663282272927177E-2</c:v>
                </c:pt>
                <c:pt idx="376">
                  <c:v>7.3663282272927177E-2</c:v>
                </c:pt>
                <c:pt idx="377">
                  <c:v>7.3663282272927177E-2</c:v>
                </c:pt>
                <c:pt idx="378">
                  <c:v>7.3663282272927177E-2</c:v>
                </c:pt>
                <c:pt idx="379">
                  <c:v>7.3663282272927177E-2</c:v>
                </c:pt>
                <c:pt idx="380">
                  <c:v>7.3663282272927177E-2</c:v>
                </c:pt>
                <c:pt idx="381">
                  <c:v>7.3663282272927177E-2</c:v>
                </c:pt>
                <c:pt idx="382">
                  <c:v>7.3663282272927177E-2</c:v>
                </c:pt>
                <c:pt idx="383">
                  <c:v>7.3663282272927177E-2</c:v>
                </c:pt>
                <c:pt idx="384">
                  <c:v>7.3663282272927177E-2</c:v>
                </c:pt>
                <c:pt idx="385">
                  <c:v>7.3663282272927177E-2</c:v>
                </c:pt>
                <c:pt idx="386">
                  <c:v>7.3663282272927177E-2</c:v>
                </c:pt>
                <c:pt idx="387">
                  <c:v>7.3663282272927177E-2</c:v>
                </c:pt>
                <c:pt idx="388">
                  <c:v>7.3663282272927177E-2</c:v>
                </c:pt>
                <c:pt idx="389">
                  <c:v>7.3663282272927177E-2</c:v>
                </c:pt>
                <c:pt idx="390">
                  <c:v>7.3663282272927177E-2</c:v>
                </c:pt>
                <c:pt idx="391">
                  <c:v>7.3663282272927177E-2</c:v>
                </c:pt>
                <c:pt idx="392">
                  <c:v>7.3663282272927177E-2</c:v>
                </c:pt>
                <c:pt idx="393">
                  <c:v>7.3663282272927177E-2</c:v>
                </c:pt>
                <c:pt idx="394">
                  <c:v>7.3663282272927177E-2</c:v>
                </c:pt>
                <c:pt idx="395">
                  <c:v>7.3663282272927177E-2</c:v>
                </c:pt>
                <c:pt idx="396">
                  <c:v>7.3663282272927177E-2</c:v>
                </c:pt>
                <c:pt idx="397">
                  <c:v>7.3663282272927177E-2</c:v>
                </c:pt>
                <c:pt idx="398">
                  <c:v>7.3663282272927177E-2</c:v>
                </c:pt>
                <c:pt idx="399">
                  <c:v>7.3663282272927177E-2</c:v>
                </c:pt>
                <c:pt idx="400">
                  <c:v>7.3663282272927177E-2</c:v>
                </c:pt>
                <c:pt idx="401">
                  <c:v>7.3663282272927177E-2</c:v>
                </c:pt>
                <c:pt idx="402">
                  <c:v>7.3663282272927177E-2</c:v>
                </c:pt>
                <c:pt idx="403">
                  <c:v>7.3663282272927177E-2</c:v>
                </c:pt>
                <c:pt idx="404">
                  <c:v>7.3663282272927177E-2</c:v>
                </c:pt>
                <c:pt idx="405">
                  <c:v>7.3663282272927177E-2</c:v>
                </c:pt>
                <c:pt idx="406">
                  <c:v>7.3663282272927177E-2</c:v>
                </c:pt>
                <c:pt idx="407">
                  <c:v>7.3663282272927177E-2</c:v>
                </c:pt>
                <c:pt idx="408">
                  <c:v>7.3663282272927177E-2</c:v>
                </c:pt>
                <c:pt idx="409">
                  <c:v>7.3663282272927177E-2</c:v>
                </c:pt>
                <c:pt idx="410">
                  <c:v>7.3663282272927177E-2</c:v>
                </c:pt>
                <c:pt idx="411">
                  <c:v>7.3663282272927177E-2</c:v>
                </c:pt>
                <c:pt idx="412">
                  <c:v>7.3663282272927177E-2</c:v>
                </c:pt>
                <c:pt idx="413">
                  <c:v>7.3663282272927177E-2</c:v>
                </c:pt>
                <c:pt idx="414">
                  <c:v>7.3663282272927177E-2</c:v>
                </c:pt>
                <c:pt idx="415">
                  <c:v>7.3663282272927177E-2</c:v>
                </c:pt>
                <c:pt idx="416">
                  <c:v>7.3663282272927177E-2</c:v>
                </c:pt>
                <c:pt idx="417">
                  <c:v>7.3663282272927177E-2</c:v>
                </c:pt>
                <c:pt idx="418">
                  <c:v>7.3663282272927177E-2</c:v>
                </c:pt>
                <c:pt idx="419">
                  <c:v>7.3663282272927177E-2</c:v>
                </c:pt>
                <c:pt idx="420">
                  <c:v>7.3663282272927177E-2</c:v>
                </c:pt>
                <c:pt idx="421">
                  <c:v>7.3663282272927177E-2</c:v>
                </c:pt>
                <c:pt idx="422">
                  <c:v>7.3663282272927177E-2</c:v>
                </c:pt>
                <c:pt idx="423">
                  <c:v>7.3663282272927177E-2</c:v>
                </c:pt>
                <c:pt idx="424">
                  <c:v>7.3663282272927177E-2</c:v>
                </c:pt>
                <c:pt idx="425">
                  <c:v>7.3663282272927177E-2</c:v>
                </c:pt>
                <c:pt idx="426">
                  <c:v>7.3663282272927177E-2</c:v>
                </c:pt>
                <c:pt idx="427">
                  <c:v>7.3663282272927177E-2</c:v>
                </c:pt>
                <c:pt idx="428">
                  <c:v>7.3663282272927177E-2</c:v>
                </c:pt>
                <c:pt idx="429">
                  <c:v>7.3663282272927177E-2</c:v>
                </c:pt>
                <c:pt idx="430">
                  <c:v>7.3663282272927177E-2</c:v>
                </c:pt>
                <c:pt idx="431">
                  <c:v>7.3663282272927177E-2</c:v>
                </c:pt>
                <c:pt idx="432">
                  <c:v>7.3663282272927177E-2</c:v>
                </c:pt>
                <c:pt idx="433">
                  <c:v>7.3663282272927177E-2</c:v>
                </c:pt>
                <c:pt idx="434">
                  <c:v>7.3663282272927177E-2</c:v>
                </c:pt>
                <c:pt idx="435">
                  <c:v>7.3663282272927177E-2</c:v>
                </c:pt>
                <c:pt idx="436">
                  <c:v>7.3663282272927177E-2</c:v>
                </c:pt>
                <c:pt idx="437">
                  <c:v>7.3663282272927177E-2</c:v>
                </c:pt>
                <c:pt idx="438">
                  <c:v>7.3663282272927177E-2</c:v>
                </c:pt>
                <c:pt idx="439">
                  <c:v>7.3663282272927177E-2</c:v>
                </c:pt>
                <c:pt idx="440">
                  <c:v>7.3663282272927177E-2</c:v>
                </c:pt>
                <c:pt idx="441">
                  <c:v>7.3663282272927177E-2</c:v>
                </c:pt>
                <c:pt idx="442">
                  <c:v>7.3663282272927177E-2</c:v>
                </c:pt>
                <c:pt idx="443">
                  <c:v>7.3663282272927177E-2</c:v>
                </c:pt>
                <c:pt idx="444">
                  <c:v>7.3663282272927177E-2</c:v>
                </c:pt>
                <c:pt idx="445">
                  <c:v>7.3663282272927177E-2</c:v>
                </c:pt>
                <c:pt idx="446">
                  <c:v>7.3663282272927177E-2</c:v>
                </c:pt>
                <c:pt idx="447">
                  <c:v>7.3663282272927177E-2</c:v>
                </c:pt>
                <c:pt idx="448">
                  <c:v>7.3663282272927177E-2</c:v>
                </c:pt>
                <c:pt idx="449">
                  <c:v>7.3663282272927177E-2</c:v>
                </c:pt>
                <c:pt idx="450">
                  <c:v>7.3663282272927177E-2</c:v>
                </c:pt>
                <c:pt idx="451">
                  <c:v>7.3663282272927177E-2</c:v>
                </c:pt>
                <c:pt idx="452">
                  <c:v>7.3663282272927177E-2</c:v>
                </c:pt>
                <c:pt idx="453">
                  <c:v>7.3663282272927177E-2</c:v>
                </c:pt>
                <c:pt idx="454">
                  <c:v>7.3663282272927177E-2</c:v>
                </c:pt>
                <c:pt idx="455">
                  <c:v>7.3663282272927177E-2</c:v>
                </c:pt>
                <c:pt idx="456">
                  <c:v>7.3663282272927177E-2</c:v>
                </c:pt>
                <c:pt idx="457">
                  <c:v>7.3663282272927177E-2</c:v>
                </c:pt>
                <c:pt idx="458">
                  <c:v>7.3663282272927177E-2</c:v>
                </c:pt>
                <c:pt idx="459">
                  <c:v>7.3663282272927177E-2</c:v>
                </c:pt>
                <c:pt idx="460">
                  <c:v>7.3663282272927177E-2</c:v>
                </c:pt>
                <c:pt idx="461">
                  <c:v>7.3663282272927177E-2</c:v>
                </c:pt>
                <c:pt idx="462">
                  <c:v>7.3663282272927177E-2</c:v>
                </c:pt>
                <c:pt idx="463">
                  <c:v>7.3663282272927177E-2</c:v>
                </c:pt>
                <c:pt idx="464">
                  <c:v>7.3663282272927177E-2</c:v>
                </c:pt>
                <c:pt idx="465">
                  <c:v>7.3663282272927177E-2</c:v>
                </c:pt>
                <c:pt idx="466">
                  <c:v>7.3663282272927177E-2</c:v>
                </c:pt>
                <c:pt idx="467">
                  <c:v>7.3663282272927177E-2</c:v>
                </c:pt>
                <c:pt idx="468">
                  <c:v>7.3663282272927177E-2</c:v>
                </c:pt>
                <c:pt idx="469">
                  <c:v>7.3663282272927177E-2</c:v>
                </c:pt>
                <c:pt idx="470">
                  <c:v>7.3663282272927177E-2</c:v>
                </c:pt>
                <c:pt idx="471">
                  <c:v>7.3663282272927177E-2</c:v>
                </c:pt>
                <c:pt idx="472">
                  <c:v>7.3663282272927177E-2</c:v>
                </c:pt>
                <c:pt idx="473">
                  <c:v>7.3663282272927177E-2</c:v>
                </c:pt>
                <c:pt idx="474">
                  <c:v>7.3663282272927177E-2</c:v>
                </c:pt>
                <c:pt idx="475">
                  <c:v>7.3663282272927177E-2</c:v>
                </c:pt>
                <c:pt idx="476">
                  <c:v>7.3663282272927177E-2</c:v>
                </c:pt>
                <c:pt idx="477">
                  <c:v>7.3663282272927177E-2</c:v>
                </c:pt>
                <c:pt idx="478">
                  <c:v>7.3663282272927177E-2</c:v>
                </c:pt>
                <c:pt idx="479">
                  <c:v>7.3663282272927177E-2</c:v>
                </c:pt>
                <c:pt idx="480">
                  <c:v>7.3663282272927177E-2</c:v>
                </c:pt>
                <c:pt idx="481">
                  <c:v>7.3663282272927177E-2</c:v>
                </c:pt>
                <c:pt idx="482">
                  <c:v>7.3663282272927177E-2</c:v>
                </c:pt>
                <c:pt idx="483">
                  <c:v>7.3663282272927177E-2</c:v>
                </c:pt>
                <c:pt idx="484">
                  <c:v>7.3663282272927177E-2</c:v>
                </c:pt>
                <c:pt idx="485">
                  <c:v>7.3663282272927177E-2</c:v>
                </c:pt>
                <c:pt idx="486">
                  <c:v>7.3663282272927177E-2</c:v>
                </c:pt>
                <c:pt idx="487">
                  <c:v>7.3663282272927177E-2</c:v>
                </c:pt>
                <c:pt idx="488">
                  <c:v>7.3663282272927177E-2</c:v>
                </c:pt>
                <c:pt idx="489">
                  <c:v>7.3663282272927177E-2</c:v>
                </c:pt>
                <c:pt idx="490">
                  <c:v>7.3663282272927177E-2</c:v>
                </c:pt>
                <c:pt idx="491">
                  <c:v>7.3663282272927177E-2</c:v>
                </c:pt>
                <c:pt idx="492">
                  <c:v>7.3663282272927177E-2</c:v>
                </c:pt>
                <c:pt idx="493">
                  <c:v>7.3663282272927177E-2</c:v>
                </c:pt>
                <c:pt idx="494">
                  <c:v>7.3663282272927177E-2</c:v>
                </c:pt>
                <c:pt idx="495">
                  <c:v>7.3663282272927177E-2</c:v>
                </c:pt>
                <c:pt idx="496">
                  <c:v>7.3663282272927177E-2</c:v>
                </c:pt>
                <c:pt idx="497">
                  <c:v>7.3663282272927177E-2</c:v>
                </c:pt>
                <c:pt idx="498">
                  <c:v>7.3663282272927177E-2</c:v>
                </c:pt>
                <c:pt idx="499">
                  <c:v>7.3663282272927177E-2</c:v>
                </c:pt>
                <c:pt idx="500">
                  <c:v>7.3663282272927177E-2</c:v>
                </c:pt>
                <c:pt idx="501">
                  <c:v>7.3663282272927177E-2</c:v>
                </c:pt>
                <c:pt idx="502">
                  <c:v>7.3663282272927177E-2</c:v>
                </c:pt>
                <c:pt idx="503">
                  <c:v>7.3663282272927177E-2</c:v>
                </c:pt>
                <c:pt idx="504">
                  <c:v>7.3663282272927177E-2</c:v>
                </c:pt>
                <c:pt idx="505">
                  <c:v>7.3663282272927177E-2</c:v>
                </c:pt>
                <c:pt idx="506">
                  <c:v>7.3663282272927177E-2</c:v>
                </c:pt>
                <c:pt idx="507">
                  <c:v>7.3663282272927177E-2</c:v>
                </c:pt>
                <c:pt idx="508">
                  <c:v>7.3663282272927177E-2</c:v>
                </c:pt>
                <c:pt idx="509">
                  <c:v>7.3663282272927177E-2</c:v>
                </c:pt>
                <c:pt idx="510">
                  <c:v>7.3663282272927177E-2</c:v>
                </c:pt>
                <c:pt idx="511">
                  <c:v>7.3663282272927177E-2</c:v>
                </c:pt>
                <c:pt idx="512">
                  <c:v>7.3663282272927177E-2</c:v>
                </c:pt>
                <c:pt idx="513">
                  <c:v>7.3663282272927177E-2</c:v>
                </c:pt>
                <c:pt idx="514">
                  <c:v>7.3663282272927177E-2</c:v>
                </c:pt>
                <c:pt idx="515">
                  <c:v>7.3663282272927177E-2</c:v>
                </c:pt>
                <c:pt idx="516">
                  <c:v>7.3663282272927177E-2</c:v>
                </c:pt>
                <c:pt idx="517">
                  <c:v>7.3663282272927177E-2</c:v>
                </c:pt>
                <c:pt idx="518">
                  <c:v>7.3663282272927177E-2</c:v>
                </c:pt>
                <c:pt idx="519">
                  <c:v>7.3663282272927177E-2</c:v>
                </c:pt>
                <c:pt idx="520">
                  <c:v>7.3663282272927177E-2</c:v>
                </c:pt>
                <c:pt idx="521">
                  <c:v>7.3663282272927177E-2</c:v>
                </c:pt>
                <c:pt idx="522">
                  <c:v>7.3663282272927177E-2</c:v>
                </c:pt>
                <c:pt idx="523">
                  <c:v>7.3663282272927177E-2</c:v>
                </c:pt>
                <c:pt idx="524">
                  <c:v>7.3663282272927177E-2</c:v>
                </c:pt>
                <c:pt idx="525">
                  <c:v>7.3663282272927177E-2</c:v>
                </c:pt>
                <c:pt idx="526">
                  <c:v>7.3663282272927177E-2</c:v>
                </c:pt>
                <c:pt idx="527">
                  <c:v>7.3663282272927177E-2</c:v>
                </c:pt>
                <c:pt idx="528">
                  <c:v>7.3663282272927177E-2</c:v>
                </c:pt>
                <c:pt idx="529">
                  <c:v>7.3663282272927177E-2</c:v>
                </c:pt>
                <c:pt idx="530">
                  <c:v>7.3663282272927177E-2</c:v>
                </c:pt>
                <c:pt idx="531">
                  <c:v>7.3663282272927177E-2</c:v>
                </c:pt>
                <c:pt idx="532">
                  <c:v>7.3663282272927177E-2</c:v>
                </c:pt>
                <c:pt idx="533">
                  <c:v>7.3663282272927177E-2</c:v>
                </c:pt>
                <c:pt idx="534">
                  <c:v>7.3663282272927177E-2</c:v>
                </c:pt>
                <c:pt idx="535">
                  <c:v>7.3663282272927177E-2</c:v>
                </c:pt>
                <c:pt idx="536">
                  <c:v>7.3663282272927177E-2</c:v>
                </c:pt>
                <c:pt idx="537">
                  <c:v>7.3663282272927177E-2</c:v>
                </c:pt>
                <c:pt idx="538">
                  <c:v>7.3663282272927177E-2</c:v>
                </c:pt>
                <c:pt idx="539">
                  <c:v>7.3663282272927177E-2</c:v>
                </c:pt>
                <c:pt idx="540">
                  <c:v>7.3663282272927177E-2</c:v>
                </c:pt>
                <c:pt idx="541">
                  <c:v>7.3663282272927177E-2</c:v>
                </c:pt>
                <c:pt idx="542">
                  <c:v>7.3663282272927177E-2</c:v>
                </c:pt>
                <c:pt idx="543">
                  <c:v>7.3663282272927177E-2</c:v>
                </c:pt>
                <c:pt idx="544">
                  <c:v>7.3663282272927177E-2</c:v>
                </c:pt>
                <c:pt idx="545">
                  <c:v>7.3663282272927177E-2</c:v>
                </c:pt>
                <c:pt idx="546">
                  <c:v>7.3663282272927177E-2</c:v>
                </c:pt>
                <c:pt idx="547">
                  <c:v>7.3663282272927177E-2</c:v>
                </c:pt>
                <c:pt idx="548">
                  <c:v>7.3663282272927177E-2</c:v>
                </c:pt>
                <c:pt idx="549">
                  <c:v>7.3663282272927177E-2</c:v>
                </c:pt>
                <c:pt idx="550">
                  <c:v>7.3663282272927177E-2</c:v>
                </c:pt>
                <c:pt idx="551">
                  <c:v>7.3663282272927177E-2</c:v>
                </c:pt>
                <c:pt idx="552">
                  <c:v>7.3663282272927177E-2</c:v>
                </c:pt>
                <c:pt idx="553">
                  <c:v>7.3663282272927177E-2</c:v>
                </c:pt>
                <c:pt idx="554">
                  <c:v>7.3663282272927177E-2</c:v>
                </c:pt>
                <c:pt idx="555">
                  <c:v>7.3663282272927177E-2</c:v>
                </c:pt>
                <c:pt idx="556">
                  <c:v>7.3663282272927177E-2</c:v>
                </c:pt>
                <c:pt idx="557">
                  <c:v>7.3663282272927177E-2</c:v>
                </c:pt>
                <c:pt idx="558">
                  <c:v>7.3663282272927177E-2</c:v>
                </c:pt>
                <c:pt idx="559">
                  <c:v>7.3663282272927177E-2</c:v>
                </c:pt>
                <c:pt idx="560">
                  <c:v>7.3663282272927177E-2</c:v>
                </c:pt>
                <c:pt idx="561">
                  <c:v>7.3663282272927177E-2</c:v>
                </c:pt>
                <c:pt idx="562">
                  <c:v>7.3663282272927177E-2</c:v>
                </c:pt>
                <c:pt idx="563">
                  <c:v>7.3663282272927177E-2</c:v>
                </c:pt>
                <c:pt idx="564">
                  <c:v>7.3663282272927177E-2</c:v>
                </c:pt>
                <c:pt idx="565">
                  <c:v>7.3663282272927177E-2</c:v>
                </c:pt>
                <c:pt idx="566">
                  <c:v>7.3663282272927177E-2</c:v>
                </c:pt>
                <c:pt idx="567">
                  <c:v>7.3663282272927177E-2</c:v>
                </c:pt>
                <c:pt idx="568">
                  <c:v>7.3663282272927177E-2</c:v>
                </c:pt>
                <c:pt idx="569">
                  <c:v>7.3663282272927177E-2</c:v>
                </c:pt>
                <c:pt idx="570">
                  <c:v>7.3663282272927177E-2</c:v>
                </c:pt>
                <c:pt idx="571">
                  <c:v>7.3663282272927177E-2</c:v>
                </c:pt>
                <c:pt idx="572">
                  <c:v>7.3663282272927177E-2</c:v>
                </c:pt>
                <c:pt idx="573">
                  <c:v>7.3663282272927177E-2</c:v>
                </c:pt>
                <c:pt idx="574">
                  <c:v>7.3663282272927177E-2</c:v>
                </c:pt>
                <c:pt idx="575">
                  <c:v>7.3663282272927177E-2</c:v>
                </c:pt>
                <c:pt idx="576">
                  <c:v>7.3663282272927177E-2</c:v>
                </c:pt>
                <c:pt idx="577">
                  <c:v>7.3663282272927177E-2</c:v>
                </c:pt>
                <c:pt idx="578">
                  <c:v>7.3663282272927177E-2</c:v>
                </c:pt>
                <c:pt idx="579">
                  <c:v>7.3663282272927177E-2</c:v>
                </c:pt>
                <c:pt idx="580">
                  <c:v>7.3663282272927177E-2</c:v>
                </c:pt>
                <c:pt idx="581">
                  <c:v>7.3663282272927177E-2</c:v>
                </c:pt>
                <c:pt idx="582">
                  <c:v>7.3663282272927177E-2</c:v>
                </c:pt>
                <c:pt idx="583">
                  <c:v>7.3663282272927177E-2</c:v>
                </c:pt>
                <c:pt idx="584">
                  <c:v>7.3663282272927177E-2</c:v>
                </c:pt>
                <c:pt idx="585">
                  <c:v>7.3663282272927177E-2</c:v>
                </c:pt>
                <c:pt idx="586">
                  <c:v>7.3663282272927177E-2</c:v>
                </c:pt>
                <c:pt idx="587">
                  <c:v>7.3663282272927177E-2</c:v>
                </c:pt>
                <c:pt idx="588">
                  <c:v>7.3663282272927177E-2</c:v>
                </c:pt>
                <c:pt idx="589">
                  <c:v>7.3663282272927177E-2</c:v>
                </c:pt>
                <c:pt idx="590">
                  <c:v>7.3663282272927177E-2</c:v>
                </c:pt>
                <c:pt idx="591">
                  <c:v>7.3663282272927177E-2</c:v>
                </c:pt>
                <c:pt idx="592">
                  <c:v>7.3663282272927177E-2</c:v>
                </c:pt>
                <c:pt idx="593">
                  <c:v>7.3663282272927177E-2</c:v>
                </c:pt>
                <c:pt idx="594">
                  <c:v>7.3663282272927177E-2</c:v>
                </c:pt>
                <c:pt idx="595">
                  <c:v>7.3663282272927177E-2</c:v>
                </c:pt>
                <c:pt idx="596">
                  <c:v>7.3663282272927177E-2</c:v>
                </c:pt>
                <c:pt idx="597">
                  <c:v>7.3663282272927177E-2</c:v>
                </c:pt>
                <c:pt idx="598">
                  <c:v>7.3663282272927177E-2</c:v>
                </c:pt>
                <c:pt idx="599">
                  <c:v>7.3663282272927177E-2</c:v>
                </c:pt>
                <c:pt idx="600">
                  <c:v>7.3663282272927177E-2</c:v>
                </c:pt>
                <c:pt idx="601">
                  <c:v>7.3663282272927177E-2</c:v>
                </c:pt>
                <c:pt idx="602">
                  <c:v>7.3663282272927177E-2</c:v>
                </c:pt>
                <c:pt idx="603">
                  <c:v>7.3663282272927177E-2</c:v>
                </c:pt>
                <c:pt idx="604">
                  <c:v>7.3663282272927177E-2</c:v>
                </c:pt>
                <c:pt idx="605">
                  <c:v>7.3663282272927177E-2</c:v>
                </c:pt>
                <c:pt idx="606">
                  <c:v>7.3663282272927177E-2</c:v>
                </c:pt>
                <c:pt idx="607">
                  <c:v>7.3663282272927177E-2</c:v>
                </c:pt>
                <c:pt idx="608">
                  <c:v>7.3663282272927177E-2</c:v>
                </c:pt>
                <c:pt idx="609">
                  <c:v>7.3663282272927177E-2</c:v>
                </c:pt>
                <c:pt idx="610">
                  <c:v>7.3663282272927177E-2</c:v>
                </c:pt>
                <c:pt idx="611">
                  <c:v>7.3663282272927177E-2</c:v>
                </c:pt>
                <c:pt idx="612">
                  <c:v>7.3663282272927177E-2</c:v>
                </c:pt>
                <c:pt idx="613">
                  <c:v>7.3663282272927177E-2</c:v>
                </c:pt>
                <c:pt idx="614">
                  <c:v>7.3663282272927177E-2</c:v>
                </c:pt>
                <c:pt idx="615">
                  <c:v>7.3663282272927177E-2</c:v>
                </c:pt>
                <c:pt idx="616">
                  <c:v>7.3663282272927177E-2</c:v>
                </c:pt>
                <c:pt idx="617">
                  <c:v>7.3663282272927177E-2</c:v>
                </c:pt>
                <c:pt idx="618">
                  <c:v>7.3663282272927177E-2</c:v>
                </c:pt>
                <c:pt idx="619">
                  <c:v>7.3663282272927177E-2</c:v>
                </c:pt>
                <c:pt idx="620">
                  <c:v>7.3663282272927177E-2</c:v>
                </c:pt>
                <c:pt idx="621">
                  <c:v>7.3663282272927177E-2</c:v>
                </c:pt>
                <c:pt idx="622">
                  <c:v>7.3663282272927177E-2</c:v>
                </c:pt>
                <c:pt idx="623">
                  <c:v>7.3663282272927177E-2</c:v>
                </c:pt>
                <c:pt idx="624">
                  <c:v>7.3663282272927177E-2</c:v>
                </c:pt>
                <c:pt idx="625">
                  <c:v>7.3663282272927177E-2</c:v>
                </c:pt>
                <c:pt idx="626">
                  <c:v>7.3663282272927177E-2</c:v>
                </c:pt>
                <c:pt idx="627">
                  <c:v>7.3663282272927177E-2</c:v>
                </c:pt>
                <c:pt idx="628">
                  <c:v>7.3663282272927177E-2</c:v>
                </c:pt>
                <c:pt idx="629">
                  <c:v>7.3663282272927177E-2</c:v>
                </c:pt>
                <c:pt idx="630">
                  <c:v>7.3663282272927177E-2</c:v>
                </c:pt>
                <c:pt idx="631">
                  <c:v>7.3663282272927177E-2</c:v>
                </c:pt>
                <c:pt idx="632">
                  <c:v>7.3663282272927177E-2</c:v>
                </c:pt>
                <c:pt idx="633">
                  <c:v>7.3663282272927177E-2</c:v>
                </c:pt>
                <c:pt idx="634">
                  <c:v>7.3663282272927177E-2</c:v>
                </c:pt>
                <c:pt idx="635">
                  <c:v>7.3663282272927177E-2</c:v>
                </c:pt>
                <c:pt idx="636">
                  <c:v>7.3663282272927177E-2</c:v>
                </c:pt>
                <c:pt idx="637">
                  <c:v>7.3663282272927177E-2</c:v>
                </c:pt>
                <c:pt idx="638">
                  <c:v>7.3663282272927177E-2</c:v>
                </c:pt>
                <c:pt idx="639">
                  <c:v>7.3663282272927177E-2</c:v>
                </c:pt>
                <c:pt idx="640">
                  <c:v>7.3663282272927177E-2</c:v>
                </c:pt>
                <c:pt idx="641">
                  <c:v>7.3663282272927177E-2</c:v>
                </c:pt>
                <c:pt idx="642">
                  <c:v>7.3663282272927177E-2</c:v>
                </c:pt>
                <c:pt idx="643">
                  <c:v>7.3663282272927177E-2</c:v>
                </c:pt>
                <c:pt idx="644">
                  <c:v>7.3663282272927177E-2</c:v>
                </c:pt>
                <c:pt idx="645">
                  <c:v>7.3663282272927177E-2</c:v>
                </c:pt>
                <c:pt idx="646">
                  <c:v>7.3663282272927177E-2</c:v>
                </c:pt>
                <c:pt idx="647">
                  <c:v>7.3663282272927177E-2</c:v>
                </c:pt>
                <c:pt idx="648">
                  <c:v>7.3663282272927177E-2</c:v>
                </c:pt>
                <c:pt idx="649">
                  <c:v>7.3663282272927177E-2</c:v>
                </c:pt>
                <c:pt idx="650">
                  <c:v>7.3663282272927177E-2</c:v>
                </c:pt>
                <c:pt idx="651">
                  <c:v>7.3663282272927177E-2</c:v>
                </c:pt>
                <c:pt idx="652">
                  <c:v>7.3663282272927177E-2</c:v>
                </c:pt>
                <c:pt idx="653">
                  <c:v>7.3663282272927177E-2</c:v>
                </c:pt>
                <c:pt idx="654">
                  <c:v>7.3663282272927177E-2</c:v>
                </c:pt>
                <c:pt idx="655">
                  <c:v>7.3663282272927177E-2</c:v>
                </c:pt>
                <c:pt idx="656">
                  <c:v>7.3663282272927177E-2</c:v>
                </c:pt>
                <c:pt idx="657">
                  <c:v>7.3663282272927177E-2</c:v>
                </c:pt>
                <c:pt idx="658">
                  <c:v>7.3663282272927177E-2</c:v>
                </c:pt>
                <c:pt idx="659">
                  <c:v>7.3663282272927177E-2</c:v>
                </c:pt>
                <c:pt idx="660">
                  <c:v>7.3663282272927177E-2</c:v>
                </c:pt>
                <c:pt idx="661">
                  <c:v>7.3663282272927177E-2</c:v>
                </c:pt>
                <c:pt idx="662">
                  <c:v>7.3663282272927177E-2</c:v>
                </c:pt>
                <c:pt idx="663">
                  <c:v>7.3663282272927177E-2</c:v>
                </c:pt>
                <c:pt idx="664">
                  <c:v>7.3663282272927177E-2</c:v>
                </c:pt>
                <c:pt idx="665">
                  <c:v>7.3663282272927177E-2</c:v>
                </c:pt>
                <c:pt idx="666">
                  <c:v>7.3663282272927177E-2</c:v>
                </c:pt>
                <c:pt idx="667">
                  <c:v>7.3663282272927177E-2</c:v>
                </c:pt>
                <c:pt idx="668">
                  <c:v>7.3663282272927177E-2</c:v>
                </c:pt>
                <c:pt idx="669">
                  <c:v>7.3663282272927177E-2</c:v>
                </c:pt>
                <c:pt idx="670">
                  <c:v>7.3663282272927177E-2</c:v>
                </c:pt>
                <c:pt idx="671">
                  <c:v>7.3663282272927177E-2</c:v>
                </c:pt>
                <c:pt idx="672">
                  <c:v>7.3663282272927177E-2</c:v>
                </c:pt>
                <c:pt idx="673">
                  <c:v>7.3663282272927177E-2</c:v>
                </c:pt>
                <c:pt idx="674">
                  <c:v>7.3663282272927177E-2</c:v>
                </c:pt>
                <c:pt idx="675">
                  <c:v>7.3663282272927177E-2</c:v>
                </c:pt>
                <c:pt idx="676">
                  <c:v>7.3663282272927177E-2</c:v>
                </c:pt>
                <c:pt idx="677">
                  <c:v>7.3663282272927177E-2</c:v>
                </c:pt>
                <c:pt idx="678">
                  <c:v>7.3663282272927177E-2</c:v>
                </c:pt>
                <c:pt idx="679">
                  <c:v>7.3663282272927177E-2</c:v>
                </c:pt>
                <c:pt idx="680">
                  <c:v>7.3663282272927177E-2</c:v>
                </c:pt>
                <c:pt idx="681">
                  <c:v>7.3663282272927177E-2</c:v>
                </c:pt>
                <c:pt idx="682">
                  <c:v>7.3663282272927177E-2</c:v>
                </c:pt>
                <c:pt idx="683">
                  <c:v>7.3663282272927177E-2</c:v>
                </c:pt>
                <c:pt idx="684">
                  <c:v>7.3663282272927177E-2</c:v>
                </c:pt>
                <c:pt idx="685">
                  <c:v>7.3663282272927177E-2</c:v>
                </c:pt>
                <c:pt idx="686">
                  <c:v>7.3663282272927177E-2</c:v>
                </c:pt>
                <c:pt idx="687">
                  <c:v>7.3663282272927177E-2</c:v>
                </c:pt>
                <c:pt idx="688">
                  <c:v>7.3663282272927177E-2</c:v>
                </c:pt>
                <c:pt idx="689">
                  <c:v>7.3663282272927177E-2</c:v>
                </c:pt>
                <c:pt idx="690">
                  <c:v>7.3663282272927177E-2</c:v>
                </c:pt>
                <c:pt idx="691">
                  <c:v>7.3663282272927177E-2</c:v>
                </c:pt>
                <c:pt idx="692">
                  <c:v>7.3663282272927177E-2</c:v>
                </c:pt>
                <c:pt idx="693">
                  <c:v>7.3663282272927177E-2</c:v>
                </c:pt>
                <c:pt idx="694">
                  <c:v>7.3663282272927177E-2</c:v>
                </c:pt>
                <c:pt idx="695">
                  <c:v>7.3663282272927177E-2</c:v>
                </c:pt>
                <c:pt idx="696">
                  <c:v>7.3663282272927177E-2</c:v>
                </c:pt>
                <c:pt idx="697">
                  <c:v>7.3663282272927177E-2</c:v>
                </c:pt>
                <c:pt idx="698">
                  <c:v>7.3663282272927177E-2</c:v>
                </c:pt>
                <c:pt idx="699">
                  <c:v>7.3663282272927177E-2</c:v>
                </c:pt>
                <c:pt idx="700">
                  <c:v>7.3663282272927177E-2</c:v>
                </c:pt>
                <c:pt idx="701">
                  <c:v>7.3663282272927177E-2</c:v>
                </c:pt>
                <c:pt idx="702">
                  <c:v>7.3663282272927177E-2</c:v>
                </c:pt>
                <c:pt idx="703">
                  <c:v>7.3663282272927177E-2</c:v>
                </c:pt>
                <c:pt idx="704">
                  <c:v>7.3663282272927177E-2</c:v>
                </c:pt>
                <c:pt idx="705">
                  <c:v>7.3663282272927177E-2</c:v>
                </c:pt>
                <c:pt idx="706">
                  <c:v>7.3663282272927177E-2</c:v>
                </c:pt>
                <c:pt idx="707">
                  <c:v>7.3663282272927177E-2</c:v>
                </c:pt>
                <c:pt idx="708">
                  <c:v>7.3663282272927177E-2</c:v>
                </c:pt>
                <c:pt idx="709">
                  <c:v>7.3663282272927177E-2</c:v>
                </c:pt>
                <c:pt idx="710">
                  <c:v>7.3663282272927177E-2</c:v>
                </c:pt>
                <c:pt idx="711">
                  <c:v>7.3663282272927177E-2</c:v>
                </c:pt>
                <c:pt idx="712">
                  <c:v>7.3663282272927177E-2</c:v>
                </c:pt>
                <c:pt idx="713">
                  <c:v>7.3663282272927177E-2</c:v>
                </c:pt>
                <c:pt idx="714">
                  <c:v>7.3663282272927177E-2</c:v>
                </c:pt>
                <c:pt idx="715">
                  <c:v>7.3663282272927177E-2</c:v>
                </c:pt>
                <c:pt idx="716">
                  <c:v>7.3663282272927177E-2</c:v>
                </c:pt>
                <c:pt idx="717">
                  <c:v>7.3663282272927177E-2</c:v>
                </c:pt>
                <c:pt idx="718">
                  <c:v>7.3663282272927177E-2</c:v>
                </c:pt>
                <c:pt idx="719">
                  <c:v>7.3663282272927177E-2</c:v>
                </c:pt>
                <c:pt idx="720">
                  <c:v>7.3663282272927177E-2</c:v>
                </c:pt>
                <c:pt idx="721">
                  <c:v>7.3663282272927177E-2</c:v>
                </c:pt>
                <c:pt idx="722">
                  <c:v>7.3663282272927177E-2</c:v>
                </c:pt>
                <c:pt idx="723">
                  <c:v>7.3663282272927177E-2</c:v>
                </c:pt>
                <c:pt idx="724">
                  <c:v>7.3663282272927177E-2</c:v>
                </c:pt>
                <c:pt idx="725">
                  <c:v>7.3663282272927177E-2</c:v>
                </c:pt>
                <c:pt idx="726">
                  <c:v>7.3663282272927177E-2</c:v>
                </c:pt>
                <c:pt idx="727">
                  <c:v>7.3663282272927177E-2</c:v>
                </c:pt>
                <c:pt idx="728">
                  <c:v>7.3663282272927177E-2</c:v>
                </c:pt>
                <c:pt idx="729">
                  <c:v>7.3663282272927177E-2</c:v>
                </c:pt>
                <c:pt idx="730">
                  <c:v>7.3663282272927177E-2</c:v>
                </c:pt>
                <c:pt idx="731">
                  <c:v>7.3663282272927177E-2</c:v>
                </c:pt>
                <c:pt idx="732">
                  <c:v>7.3663282272927177E-2</c:v>
                </c:pt>
                <c:pt idx="733">
                  <c:v>7.3663282272927177E-2</c:v>
                </c:pt>
                <c:pt idx="734">
                  <c:v>7.3663282272927177E-2</c:v>
                </c:pt>
                <c:pt idx="735">
                  <c:v>7.3663282272927177E-2</c:v>
                </c:pt>
                <c:pt idx="736">
                  <c:v>7.3663282272927177E-2</c:v>
                </c:pt>
                <c:pt idx="737">
                  <c:v>7.3663282272927177E-2</c:v>
                </c:pt>
                <c:pt idx="738">
                  <c:v>7.3663282272927177E-2</c:v>
                </c:pt>
                <c:pt idx="739">
                  <c:v>7.3663282272927177E-2</c:v>
                </c:pt>
                <c:pt idx="740">
                  <c:v>7.3663282272927177E-2</c:v>
                </c:pt>
                <c:pt idx="741">
                  <c:v>7.3663282272927177E-2</c:v>
                </c:pt>
                <c:pt idx="742">
                  <c:v>7.3663282272927177E-2</c:v>
                </c:pt>
                <c:pt idx="743">
                  <c:v>7.3663282272927177E-2</c:v>
                </c:pt>
                <c:pt idx="744">
                  <c:v>7.3663282272927177E-2</c:v>
                </c:pt>
                <c:pt idx="745">
                  <c:v>7.3663282272927177E-2</c:v>
                </c:pt>
                <c:pt idx="746">
                  <c:v>7.3663282272927177E-2</c:v>
                </c:pt>
                <c:pt idx="747">
                  <c:v>7.3663282272927177E-2</c:v>
                </c:pt>
                <c:pt idx="748">
                  <c:v>7.3663282272927177E-2</c:v>
                </c:pt>
                <c:pt idx="749">
                  <c:v>7.3663282272927177E-2</c:v>
                </c:pt>
                <c:pt idx="750">
                  <c:v>7.3663282272927177E-2</c:v>
                </c:pt>
                <c:pt idx="751">
                  <c:v>7.3663282272927177E-2</c:v>
                </c:pt>
                <c:pt idx="752">
                  <c:v>7.3663282272927177E-2</c:v>
                </c:pt>
                <c:pt idx="753">
                  <c:v>7.3663282272927177E-2</c:v>
                </c:pt>
                <c:pt idx="754">
                  <c:v>7.3663282272927177E-2</c:v>
                </c:pt>
                <c:pt idx="755">
                  <c:v>7.3663282272927177E-2</c:v>
                </c:pt>
                <c:pt idx="756">
                  <c:v>7.3663282272927177E-2</c:v>
                </c:pt>
                <c:pt idx="757">
                  <c:v>7.3663282272927177E-2</c:v>
                </c:pt>
                <c:pt idx="758">
                  <c:v>7.3663282272927177E-2</c:v>
                </c:pt>
                <c:pt idx="759">
                  <c:v>7.3663282272927177E-2</c:v>
                </c:pt>
                <c:pt idx="760">
                  <c:v>7.3663282272927177E-2</c:v>
                </c:pt>
                <c:pt idx="761">
                  <c:v>7.3663282272927177E-2</c:v>
                </c:pt>
                <c:pt idx="762">
                  <c:v>7.3663282272927177E-2</c:v>
                </c:pt>
                <c:pt idx="763">
                  <c:v>7.3663282272927177E-2</c:v>
                </c:pt>
                <c:pt idx="764">
                  <c:v>7.3663282272927177E-2</c:v>
                </c:pt>
                <c:pt idx="765">
                  <c:v>7.3663282272927177E-2</c:v>
                </c:pt>
                <c:pt idx="766">
                  <c:v>7.3663282272927177E-2</c:v>
                </c:pt>
                <c:pt idx="767">
                  <c:v>7.3663282272927177E-2</c:v>
                </c:pt>
                <c:pt idx="768">
                  <c:v>7.3663282272927177E-2</c:v>
                </c:pt>
                <c:pt idx="769">
                  <c:v>7.3663282272927177E-2</c:v>
                </c:pt>
                <c:pt idx="770">
                  <c:v>7.3663282272927177E-2</c:v>
                </c:pt>
                <c:pt idx="771">
                  <c:v>7.3663282272927177E-2</c:v>
                </c:pt>
                <c:pt idx="772">
                  <c:v>7.3663282272927177E-2</c:v>
                </c:pt>
                <c:pt idx="773">
                  <c:v>7.3663282272927177E-2</c:v>
                </c:pt>
                <c:pt idx="774">
                  <c:v>7.3663282272927177E-2</c:v>
                </c:pt>
                <c:pt idx="775">
                  <c:v>7.3663282272927177E-2</c:v>
                </c:pt>
                <c:pt idx="776">
                  <c:v>7.3663282272927177E-2</c:v>
                </c:pt>
                <c:pt idx="777">
                  <c:v>7.3663282272927177E-2</c:v>
                </c:pt>
                <c:pt idx="778">
                  <c:v>7.3663282272927177E-2</c:v>
                </c:pt>
                <c:pt idx="779">
                  <c:v>7.3663282272927177E-2</c:v>
                </c:pt>
                <c:pt idx="780">
                  <c:v>7.3663282272927177E-2</c:v>
                </c:pt>
                <c:pt idx="781">
                  <c:v>7.3663282272927177E-2</c:v>
                </c:pt>
                <c:pt idx="782">
                  <c:v>7.3663282272927177E-2</c:v>
                </c:pt>
                <c:pt idx="783">
                  <c:v>7.3663282272927177E-2</c:v>
                </c:pt>
                <c:pt idx="784">
                  <c:v>7.3663282272927177E-2</c:v>
                </c:pt>
                <c:pt idx="785">
                  <c:v>7.3663282272927177E-2</c:v>
                </c:pt>
                <c:pt idx="786">
                  <c:v>7.3663282272927177E-2</c:v>
                </c:pt>
                <c:pt idx="787">
                  <c:v>7.3663282272927177E-2</c:v>
                </c:pt>
                <c:pt idx="788">
                  <c:v>7.3663282272927177E-2</c:v>
                </c:pt>
                <c:pt idx="789">
                  <c:v>7.3663282272927177E-2</c:v>
                </c:pt>
                <c:pt idx="790">
                  <c:v>7.3663282272927177E-2</c:v>
                </c:pt>
                <c:pt idx="791">
                  <c:v>7.3663282272927177E-2</c:v>
                </c:pt>
                <c:pt idx="792">
                  <c:v>7.3663282272927177E-2</c:v>
                </c:pt>
                <c:pt idx="793">
                  <c:v>7.3663282272927177E-2</c:v>
                </c:pt>
                <c:pt idx="794">
                  <c:v>7.3663282272927177E-2</c:v>
                </c:pt>
                <c:pt idx="795">
                  <c:v>7.3663282272927177E-2</c:v>
                </c:pt>
                <c:pt idx="796">
                  <c:v>7.3663282272927177E-2</c:v>
                </c:pt>
                <c:pt idx="797">
                  <c:v>7.3663282272927177E-2</c:v>
                </c:pt>
                <c:pt idx="798">
                  <c:v>7.3663282272927177E-2</c:v>
                </c:pt>
                <c:pt idx="799">
                  <c:v>7.3663282272927177E-2</c:v>
                </c:pt>
                <c:pt idx="800">
                  <c:v>7.3663282272927177E-2</c:v>
                </c:pt>
                <c:pt idx="801">
                  <c:v>7.3663282272927177E-2</c:v>
                </c:pt>
                <c:pt idx="802">
                  <c:v>7.3663282272927177E-2</c:v>
                </c:pt>
                <c:pt idx="803">
                  <c:v>7.3663282272927177E-2</c:v>
                </c:pt>
                <c:pt idx="804">
                  <c:v>7.3663282272927177E-2</c:v>
                </c:pt>
                <c:pt idx="805">
                  <c:v>7.3663282272927177E-2</c:v>
                </c:pt>
                <c:pt idx="806">
                  <c:v>7.3663282272927177E-2</c:v>
                </c:pt>
                <c:pt idx="807">
                  <c:v>7.3663282272927177E-2</c:v>
                </c:pt>
                <c:pt idx="808">
                  <c:v>7.3663282272927177E-2</c:v>
                </c:pt>
                <c:pt idx="809">
                  <c:v>7.3663282272927177E-2</c:v>
                </c:pt>
                <c:pt idx="810">
                  <c:v>7.3663282272927177E-2</c:v>
                </c:pt>
                <c:pt idx="811">
                  <c:v>7.3663282272927177E-2</c:v>
                </c:pt>
                <c:pt idx="812">
                  <c:v>7.3663282272927177E-2</c:v>
                </c:pt>
                <c:pt idx="813">
                  <c:v>7.3663282272927177E-2</c:v>
                </c:pt>
                <c:pt idx="814">
                  <c:v>7.3663282272927177E-2</c:v>
                </c:pt>
                <c:pt idx="815">
                  <c:v>7.3663282272927177E-2</c:v>
                </c:pt>
                <c:pt idx="816">
                  <c:v>7.3663282272927177E-2</c:v>
                </c:pt>
                <c:pt idx="817">
                  <c:v>7.3663282272927177E-2</c:v>
                </c:pt>
                <c:pt idx="818">
                  <c:v>7.3663282272927177E-2</c:v>
                </c:pt>
                <c:pt idx="819">
                  <c:v>7.3663282272927177E-2</c:v>
                </c:pt>
                <c:pt idx="820">
                  <c:v>7.3663282272927177E-2</c:v>
                </c:pt>
                <c:pt idx="821">
                  <c:v>7.3663282272927177E-2</c:v>
                </c:pt>
                <c:pt idx="822">
                  <c:v>7.3663282272927177E-2</c:v>
                </c:pt>
                <c:pt idx="823">
                  <c:v>7.3663282272927177E-2</c:v>
                </c:pt>
                <c:pt idx="824">
                  <c:v>7.3663282272927177E-2</c:v>
                </c:pt>
                <c:pt idx="825">
                  <c:v>7.3663282272927177E-2</c:v>
                </c:pt>
                <c:pt idx="826">
                  <c:v>7.3663282272927177E-2</c:v>
                </c:pt>
                <c:pt idx="827">
                  <c:v>7.3663282272927177E-2</c:v>
                </c:pt>
                <c:pt idx="828">
                  <c:v>7.3663282272927177E-2</c:v>
                </c:pt>
                <c:pt idx="829">
                  <c:v>7.3663282272927177E-2</c:v>
                </c:pt>
                <c:pt idx="830">
                  <c:v>7.3663282272927177E-2</c:v>
                </c:pt>
                <c:pt idx="831">
                  <c:v>7.3663282272927177E-2</c:v>
                </c:pt>
                <c:pt idx="832">
                  <c:v>7.3663282272927177E-2</c:v>
                </c:pt>
                <c:pt idx="833">
                  <c:v>7.3663282272927177E-2</c:v>
                </c:pt>
                <c:pt idx="834">
                  <c:v>7.3663282272927177E-2</c:v>
                </c:pt>
                <c:pt idx="835">
                  <c:v>7.3663282272927177E-2</c:v>
                </c:pt>
                <c:pt idx="836">
                  <c:v>7.3663282272927177E-2</c:v>
                </c:pt>
                <c:pt idx="837">
                  <c:v>7.3663282272927177E-2</c:v>
                </c:pt>
                <c:pt idx="838">
                  <c:v>7.3663282272927177E-2</c:v>
                </c:pt>
                <c:pt idx="839">
                  <c:v>7.3663282272927177E-2</c:v>
                </c:pt>
                <c:pt idx="840">
                  <c:v>7.3663282272927177E-2</c:v>
                </c:pt>
                <c:pt idx="841">
                  <c:v>7.3663282272927177E-2</c:v>
                </c:pt>
                <c:pt idx="842">
                  <c:v>7.3663282272927177E-2</c:v>
                </c:pt>
                <c:pt idx="843">
                  <c:v>7.3663282272927177E-2</c:v>
                </c:pt>
                <c:pt idx="844">
                  <c:v>7.3663282272927177E-2</c:v>
                </c:pt>
                <c:pt idx="845">
                  <c:v>7.3663282272927177E-2</c:v>
                </c:pt>
                <c:pt idx="846">
                  <c:v>7.3663282272927177E-2</c:v>
                </c:pt>
                <c:pt idx="847">
                  <c:v>7.3663282272927177E-2</c:v>
                </c:pt>
                <c:pt idx="848">
                  <c:v>7.3663282272927177E-2</c:v>
                </c:pt>
                <c:pt idx="849">
                  <c:v>7.3663282272927177E-2</c:v>
                </c:pt>
                <c:pt idx="850">
                  <c:v>7.3663282272927177E-2</c:v>
                </c:pt>
                <c:pt idx="851">
                  <c:v>7.3663282272927177E-2</c:v>
                </c:pt>
                <c:pt idx="852">
                  <c:v>7.3663282272927177E-2</c:v>
                </c:pt>
                <c:pt idx="853">
                  <c:v>7.3663282272927177E-2</c:v>
                </c:pt>
                <c:pt idx="854">
                  <c:v>7.3663282272927177E-2</c:v>
                </c:pt>
                <c:pt idx="855">
                  <c:v>7.3663282272927177E-2</c:v>
                </c:pt>
                <c:pt idx="856">
                  <c:v>7.3663282272927177E-2</c:v>
                </c:pt>
                <c:pt idx="857">
                  <c:v>7.3663282272927177E-2</c:v>
                </c:pt>
                <c:pt idx="858">
                  <c:v>7.3663282272927177E-2</c:v>
                </c:pt>
                <c:pt idx="859">
                  <c:v>7.3663282272927177E-2</c:v>
                </c:pt>
                <c:pt idx="860">
                  <c:v>7.3663282272927177E-2</c:v>
                </c:pt>
                <c:pt idx="861">
                  <c:v>7.3663282272927177E-2</c:v>
                </c:pt>
                <c:pt idx="862">
                  <c:v>7.3663282272927177E-2</c:v>
                </c:pt>
                <c:pt idx="863">
                  <c:v>7.3663282272927177E-2</c:v>
                </c:pt>
                <c:pt idx="864">
                  <c:v>7.3663282272927177E-2</c:v>
                </c:pt>
                <c:pt idx="865">
                  <c:v>7.3663282272927177E-2</c:v>
                </c:pt>
                <c:pt idx="866">
                  <c:v>7.3663282272927177E-2</c:v>
                </c:pt>
                <c:pt idx="867">
                  <c:v>7.3663282272927177E-2</c:v>
                </c:pt>
                <c:pt idx="868">
                  <c:v>7.3663282272927177E-2</c:v>
                </c:pt>
                <c:pt idx="869">
                  <c:v>7.3663282272927177E-2</c:v>
                </c:pt>
                <c:pt idx="870">
                  <c:v>7.3663282272927177E-2</c:v>
                </c:pt>
                <c:pt idx="871">
                  <c:v>7.3663282272927177E-2</c:v>
                </c:pt>
                <c:pt idx="872">
                  <c:v>7.3663282272927177E-2</c:v>
                </c:pt>
                <c:pt idx="873">
                  <c:v>7.3663282272927177E-2</c:v>
                </c:pt>
                <c:pt idx="874">
                  <c:v>7.3663282272927177E-2</c:v>
                </c:pt>
                <c:pt idx="875">
                  <c:v>7.3663282272927177E-2</c:v>
                </c:pt>
                <c:pt idx="876">
                  <c:v>7.3663282272927177E-2</c:v>
                </c:pt>
                <c:pt idx="877">
                  <c:v>7.3663282272927177E-2</c:v>
                </c:pt>
                <c:pt idx="878">
                  <c:v>7.3663282272927177E-2</c:v>
                </c:pt>
                <c:pt idx="879">
                  <c:v>7.3663282272927177E-2</c:v>
                </c:pt>
                <c:pt idx="880">
                  <c:v>7.3663282272927177E-2</c:v>
                </c:pt>
                <c:pt idx="881">
                  <c:v>7.3663282272927177E-2</c:v>
                </c:pt>
                <c:pt idx="882">
                  <c:v>7.3663282272927177E-2</c:v>
                </c:pt>
                <c:pt idx="883">
                  <c:v>7.3663282272927177E-2</c:v>
                </c:pt>
                <c:pt idx="884">
                  <c:v>7.3663282272927177E-2</c:v>
                </c:pt>
                <c:pt idx="885">
                  <c:v>7.3663282272927177E-2</c:v>
                </c:pt>
                <c:pt idx="886">
                  <c:v>7.3663282272927177E-2</c:v>
                </c:pt>
                <c:pt idx="887">
                  <c:v>7.3663282272927177E-2</c:v>
                </c:pt>
                <c:pt idx="888">
                  <c:v>7.3663282272927177E-2</c:v>
                </c:pt>
                <c:pt idx="889">
                  <c:v>7.3663282272927177E-2</c:v>
                </c:pt>
                <c:pt idx="890">
                  <c:v>7.3663282272927177E-2</c:v>
                </c:pt>
                <c:pt idx="891">
                  <c:v>7.3663282272927177E-2</c:v>
                </c:pt>
                <c:pt idx="892">
                  <c:v>7.3663282272927177E-2</c:v>
                </c:pt>
                <c:pt idx="893">
                  <c:v>7.3663282272927177E-2</c:v>
                </c:pt>
                <c:pt idx="894">
                  <c:v>7.3663282272927177E-2</c:v>
                </c:pt>
                <c:pt idx="895">
                  <c:v>7.3663282272927177E-2</c:v>
                </c:pt>
                <c:pt idx="896">
                  <c:v>7.3663282272927177E-2</c:v>
                </c:pt>
                <c:pt idx="897">
                  <c:v>7.3663282272927177E-2</c:v>
                </c:pt>
                <c:pt idx="898">
                  <c:v>7.3663282272927177E-2</c:v>
                </c:pt>
                <c:pt idx="899">
                  <c:v>7.3663282272927177E-2</c:v>
                </c:pt>
                <c:pt idx="900">
                  <c:v>7.3663282272927177E-2</c:v>
                </c:pt>
                <c:pt idx="901">
                  <c:v>7.3663282272927177E-2</c:v>
                </c:pt>
                <c:pt idx="902">
                  <c:v>7.3663282272927177E-2</c:v>
                </c:pt>
                <c:pt idx="903">
                  <c:v>7.3663282272927177E-2</c:v>
                </c:pt>
                <c:pt idx="904">
                  <c:v>7.3663282272927177E-2</c:v>
                </c:pt>
                <c:pt idx="905">
                  <c:v>7.3663282272927177E-2</c:v>
                </c:pt>
                <c:pt idx="906">
                  <c:v>7.3663282272927177E-2</c:v>
                </c:pt>
                <c:pt idx="907">
                  <c:v>7.3663282272927177E-2</c:v>
                </c:pt>
                <c:pt idx="908">
                  <c:v>7.3663282272927177E-2</c:v>
                </c:pt>
                <c:pt idx="909">
                  <c:v>7.3663282272927177E-2</c:v>
                </c:pt>
                <c:pt idx="910">
                  <c:v>7.3663282272927177E-2</c:v>
                </c:pt>
                <c:pt idx="911">
                  <c:v>7.3663282272927177E-2</c:v>
                </c:pt>
                <c:pt idx="912">
                  <c:v>7.3663282272927177E-2</c:v>
                </c:pt>
                <c:pt idx="913">
                  <c:v>7.3663282272927177E-2</c:v>
                </c:pt>
                <c:pt idx="914">
                  <c:v>7.3663282272927177E-2</c:v>
                </c:pt>
                <c:pt idx="915">
                  <c:v>7.3663282272927177E-2</c:v>
                </c:pt>
                <c:pt idx="916">
                  <c:v>7.3663282272927177E-2</c:v>
                </c:pt>
                <c:pt idx="917">
                  <c:v>7.3663282272927177E-2</c:v>
                </c:pt>
                <c:pt idx="918">
                  <c:v>7.3663282272927177E-2</c:v>
                </c:pt>
                <c:pt idx="919">
                  <c:v>7.3663282272927177E-2</c:v>
                </c:pt>
                <c:pt idx="920">
                  <c:v>7.3663282272927177E-2</c:v>
                </c:pt>
                <c:pt idx="921">
                  <c:v>7.3663282272927177E-2</c:v>
                </c:pt>
                <c:pt idx="922">
                  <c:v>7.3663282272927177E-2</c:v>
                </c:pt>
                <c:pt idx="923">
                  <c:v>7.3663282272927177E-2</c:v>
                </c:pt>
                <c:pt idx="924">
                  <c:v>7.3663282272927177E-2</c:v>
                </c:pt>
                <c:pt idx="925">
                  <c:v>7.3663282272927177E-2</c:v>
                </c:pt>
                <c:pt idx="926">
                  <c:v>7.3663282272927177E-2</c:v>
                </c:pt>
                <c:pt idx="927">
                  <c:v>7.3663282272927177E-2</c:v>
                </c:pt>
                <c:pt idx="928">
                  <c:v>7.3663282272927177E-2</c:v>
                </c:pt>
                <c:pt idx="929">
                  <c:v>7.3663282272927177E-2</c:v>
                </c:pt>
                <c:pt idx="930">
                  <c:v>7.3663282272927177E-2</c:v>
                </c:pt>
                <c:pt idx="931">
                  <c:v>7.3663282272927177E-2</c:v>
                </c:pt>
                <c:pt idx="932">
                  <c:v>7.3663282272927177E-2</c:v>
                </c:pt>
                <c:pt idx="933">
                  <c:v>7.3663282272927177E-2</c:v>
                </c:pt>
                <c:pt idx="934">
                  <c:v>7.3663282272927177E-2</c:v>
                </c:pt>
                <c:pt idx="935">
                  <c:v>7.3663282272927177E-2</c:v>
                </c:pt>
                <c:pt idx="936">
                  <c:v>7.3663282272927177E-2</c:v>
                </c:pt>
                <c:pt idx="937">
                  <c:v>7.3663282272927177E-2</c:v>
                </c:pt>
                <c:pt idx="938">
                  <c:v>7.3663282272927177E-2</c:v>
                </c:pt>
                <c:pt idx="939">
                  <c:v>7.3663282272927177E-2</c:v>
                </c:pt>
                <c:pt idx="940">
                  <c:v>7.3663282272927177E-2</c:v>
                </c:pt>
                <c:pt idx="941">
                  <c:v>7.3663282272927177E-2</c:v>
                </c:pt>
                <c:pt idx="942">
                  <c:v>7.3663282272927177E-2</c:v>
                </c:pt>
                <c:pt idx="943">
                  <c:v>7.3663282272927177E-2</c:v>
                </c:pt>
                <c:pt idx="944">
                  <c:v>7.3663282272927177E-2</c:v>
                </c:pt>
                <c:pt idx="945">
                  <c:v>7.3663282272927177E-2</c:v>
                </c:pt>
                <c:pt idx="946">
                  <c:v>7.3663282272927177E-2</c:v>
                </c:pt>
                <c:pt idx="947">
                  <c:v>7.3663282272927177E-2</c:v>
                </c:pt>
                <c:pt idx="948">
                  <c:v>7.3663282272927177E-2</c:v>
                </c:pt>
                <c:pt idx="949">
                  <c:v>7.3663282272927177E-2</c:v>
                </c:pt>
                <c:pt idx="950">
                  <c:v>7.3663282272927177E-2</c:v>
                </c:pt>
                <c:pt idx="951">
                  <c:v>7.3663282272927177E-2</c:v>
                </c:pt>
                <c:pt idx="952">
                  <c:v>7.3663282272927177E-2</c:v>
                </c:pt>
                <c:pt idx="953">
                  <c:v>7.3663282272927177E-2</c:v>
                </c:pt>
                <c:pt idx="954">
                  <c:v>7.3663282272927177E-2</c:v>
                </c:pt>
                <c:pt idx="955">
                  <c:v>7.3663282272927177E-2</c:v>
                </c:pt>
                <c:pt idx="956">
                  <c:v>7.3663282272927177E-2</c:v>
                </c:pt>
                <c:pt idx="957">
                  <c:v>7.3663282272927177E-2</c:v>
                </c:pt>
                <c:pt idx="958">
                  <c:v>7.3663282272927177E-2</c:v>
                </c:pt>
                <c:pt idx="959">
                  <c:v>7.3663282272927177E-2</c:v>
                </c:pt>
                <c:pt idx="960">
                  <c:v>7.3663282272927177E-2</c:v>
                </c:pt>
                <c:pt idx="961">
                  <c:v>7.3663282272927177E-2</c:v>
                </c:pt>
                <c:pt idx="962">
                  <c:v>7.3663282272927177E-2</c:v>
                </c:pt>
                <c:pt idx="963">
                  <c:v>7.3663282272927177E-2</c:v>
                </c:pt>
                <c:pt idx="964">
                  <c:v>7.3663282272927177E-2</c:v>
                </c:pt>
                <c:pt idx="965">
                  <c:v>7.3663282272927177E-2</c:v>
                </c:pt>
                <c:pt idx="966">
                  <c:v>7.3663282272927177E-2</c:v>
                </c:pt>
                <c:pt idx="967">
                  <c:v>7.3663282272927177E-2</c:v>
                </c:pt>
                <c:pt idx="968">
                  <c:v>7.3663282272927177E-2</c:v>
                </c:pt>
                <c:pt idx="969">
                  <c:v>7.3663282272927177E-2</c:v>
                </c:pt>
                <c:pt idx="970">
                  <c:v>7.3663282272927177E-2</c:v>
                </c:pt>
                <c:pt idx="971">
                  <c:v>7.3663282272927177E-2</c:v>
                </c:pt>
                <c:pt idx="972">
                  <c:v>7.3663282272927177E-2</c:v>
                </c:pt>
                <c:pt idx="973">
                  <c:v>7.3663282272927177E-2</c:v>
                </c:pt>
                <c:pt idx="974">
                  <c:v>7.3663282272927177E-2</c:v>
                </c:pt>
                <c:pt idx="975">
                  <c:v>7.3663282272927177E-2</c:v>
                </c:pt>
                <c:pt idx="976">
                  <c:v>7.3663282272927177E-2</c:v>
                </c:pt>
                <c:pt idx="977">
                  <c:v>7.3663282272927177E-2</c:v>
                </c:pt>
                <c:pt idx="978">
                  <c:v>7.3663282272927177E-2</c:v>
                </c:pt>
                <c:pt idx="979">
                  <c:v>7.3663282272927177E-2</c:v>
                </c:pt>
                <c:pt idx="980">
                  <c:v>7.3663282272927177E-2</c:v>
                </c:pt>
                <c:pt idx="981">
                  <c:v>7.3663282272927177E-2</c:v>
                </c:pt>
                <c:pt idx="982">
                  <c:v>7.3663282272927177E-2</c:v>
                </c:pt>
                <c:pt idx="983">
                  <c:v>7.3663282272927177E-2</c:v>
                </c:pt>
                <c:pt idx="984">
                  <c:v>7.3663282272927177E-2</c:v>
                </c:pt>
                <c:pt idx="985">
                  <c:v>7.3663282272927177E-2</c:v>
                </c:pt>
                <c:pt idx="986">
                  <c:v>7.3663282272927177E-2</c:v>
                </c:pt>
                <c:pt idx="987">
                  <c:v>7.3663282272927177E-2</c:v>
                </c:pt>
                <c:pt idx="988">
                  <c:v>7.3663282272927177E-2</c:v>
                </c:pt>
                <c:pt idx="989">
                  <c:v>7.3663282272927177E-2</c:v>
                </c:pt>
                <c:pt idx="990">
                  <c:v>7.3663282272927177E-2</c:v>
                </c:pt>
                <c:pt idx="991">
                  <c:v>7.3663282272927177E-2</c:v>
                </c:pt>
                <c:pt idx="992">
                  <c:v>7.3663282272927177E-2</c:v>
                </c:pt>
                <c:pt idx="993">
                  <c:v>7.3663282272927177E-2</c:v>
                </c:pt>
                <c:pt idx="994">
                  <c:v>7.3663282272927177E-2</c:v>
                </c:pt>
                <c:pt idx="995">
                  <c:v>7.3663282272927177E-2</c:v>
                </c:pt>
                <c:pt idx="996">
                  <c:v>7.3663282272927177E-2</c:v>
                </c:pt>
                <c:pt idx="997">
                  <c:v>7.3663282272927177E-2</c:v>
                </c:pt>
                <c:pt idx="998">
                  <c:v>7.3663282272927177E-2</c:v>
                </c:pt>
                <c:pt idx="999">
                  <c:v>7.3663282272927177E-2</c:v>
                </c:pt>
                <c:pt idx="1000">
                  <c:v>7.3663282272927177E-2</c:v>
                </c:pt>
                <c:pt idx="1001">
                  <c:v>7.3663282272927177E-2</c:v>
                </c:pt>
                <c:pt idx="1002">
                  <c:v>7.3663282272927177E-2</c:v>
                </c:pt>
                <c:pt idx="1003">
                  <c:v>7.3663282272927177E-2</c:v>
                </c:pt>
                <c:pt idx="1004">
                  <c:v>7.3663282272927177E-2</c:v>
                </c:pt>
                <c:pt idx="1005">
                  <c:v>7.3663282272927177E-2</c:v>
                </c:pt>
                <c:pt idx="1006">
                  <c:v>7.3663282272927177E-2</c:v>
                </c:pt>
                <c:pt idx="1007">
                  <c:v>7.3663282272927177E-2</c:v>
                </c:pt>
                <c:pt idx="1008">
                  <c:v>7.3663282272927177E-2</c:v>
                </c:pt>
                <c:pt idx="1009">
                  <c:v>7.3663282272927177E-2</c:v>
                </c:pt>
                <c:pt idx="1010">
                  <c:v>7.3663282272927177E-2</c:v>
                </c:pt>
                <c:pt idx="1011">
                  <c:v>7.3663282272927177E-2</c:v>
                </c:pt>
                <c:pt idx="1012">
                  <c:v>7.3663282272927177E-2</c:v>
                </c:pt>
                <c:pt idx="1013">
                  <c:v>7.3663282272927177E-2</c:v>
                </c:pt>
                <c:pt idx="1014">
                  <c:v>7.3663282272927177E-2</c:v>
                </c:pt>
                <c:pt idx="1015">
                  <c:v>7.3663282272927177E-2</c:v>
                </c:pt>
                <c:pt idx="1016">
                  <c:v>7.3663282272927177E-2</c:v>
                </c:pt>
                <c:pt idx="1017">
                  <c:v>7.3663282272927177E-2</c:v>
                </c:pt>
                <c:pt idx="1018">
                  <c:v>7.3663282272927177E-2</c:v>
                </c:pt>
                <c:pt idx="1019">
                  <c:v>7.3663282272927177E-2</c:v>
                </c:pt>
                <c:pt idx="1020">
                  <c:v>7.3663282272927177E-2</c:v>
                </c:pt>
                <c:pt idx="1021">
                  <c:v>7.3663282272927177E-2</c:v>
                </c:pt>
                <c:pt idx="1022">
                  <c:v>7.3663282272927177E-2</c:v>
                </c:pt>
                <c:pt idx="1023">
                  <c:v>7.3663282272927177E-2</c:v>
                </c:pt>
                <c:pt idx="1024">
                  <c:v>7.3663282272927177E-2</c:v>
                </c:pt>
                <c:pt idx="1025">
                  <c:v>7.3663282272927177E-2</c:v>
                </c:pt>
                <c:pt idx="1026">
                  <c:v>7.3663282272927177E-2</c:v>
                </c:pt>
                <c:pt idx="1027">
                  <c:v>7.3663282272927177E-2</c:v>
                </c:pt>
                <c:pt idx="1028">
                  <c:v>7.3663282272927177E-2</c:v>
                </c:pt>
                <c:pt idx="1029">
                  <c:v>7.3663282272927177E-2</c:v>
                </c:pt>
                <c:pt idx="1030">
                  <c:v>7.3663282272927177E-2</c:v>
                </c:pt>
                <c:pt idx="1031">
                  <c:v>7.3663282272927177E-2</c:v>
                </c:pt>
                <c:pt idx="1032">
                  <c:v>7.3663282272927177E-2</c:v>
                </c:pt>
                <c:pt idx="1033">
                  <c:v>7.3663282272927177E-2</c:v>
                </c:pt>
                <c:pt idx="1034">
                  <c:v>7.3663282272927177E-2</c:v>
                </c:pt>
                <c:pt idx="1035">
                  <c:v>7.3663282272927177E-2</c:v>
                </c:pt>
                <c:pt idx="1036">
                  <c:v>7.3663282272927177E-2</c:v>
                </c:pt>
                <c:pt idx="1037">
                  <c:v>7.3663282272927177E-2</c:v>
                </c:pt>
                <c:pt idx="1038">
                  <c:v>7.3663282272927177E-2</c:v>
                </c:pt>
                <c:pt idx="1039">
                  <c:v>7.3663282272927177E-2</c:v>
                </c:pt>
                <c:pt idx="1040">
                  <c:v>7.3663282272927177E-2</c:v>
                </c:pt>
                <c:pt idx="1041">
                  <c:v>7.3663282272927177E-2</c:v>
                </c:pt>
                <c:pt idx="1042">
                  <c:v>7.3663282272927177E-2</c:v>
                </c:pt>
                <c:pt idx="1043">
                  <c:v>7.3663282272927177E-2</c:v>
                </c:pt>
                <c:pt idx="1044">
                  <c:v>7.3663282272927177E-2</c:v>
                </c:pt>
                <c:pt idx="1045">
                  <c:v>7.3663282272927177E-2</c:v>
                </c:pt>
                <c:pt idx="1046">
                  <c:v>7.3663282272927177E-2</c:v>
                </c:pt>
                <c:pt idx="1047">
                  <c:v>7.3663282272927177E-2</c:v>
                </c:pt>
                <c:pt idx="1048">
                  <c:v>7.3663282272927177E-2</c:v>
                </c:pt>
                <c:pt idx="1049">
                  <c:v>7.3663282272927177E-2</c:v>
                </c:pt>
                <c:pt idx="1050">
                  <c:v>7.3663282272927177E-2</c:v>
                </c:pt>
                <c:pt idx="1051">
                  <c:v>7.3663282272927177E-2</c:v>
                </c:pt>
                <c:pt idx="1052">
                  <c:v>7.3663282272927177E-2</c:v>
                </c:pt>
                <c:pt idx="1053">
                  <c:v>7.3663282272927177E-2</c:v>
                </c:pt>
                <c:pt idx="1054">
                  <c:v>7.3663282272927177E-2</c:v>
                </c:pt>
                <c:pt idx="1055">
                  <c:v>7.3663282272927177E-2</c:v>
                </c:pt>
                <c:pt idx="1056">
                  <c:v>7.3663282272927177E-2</c:v>
                </c:pt>
                <c:pt idx="1057">
                  <c:v>7.3663282272927177E-2</c:v>
                </c:pt>
                <c:pt idx="1058">
                  <c:v>7.3663282272927177E-2</c:v>
                </c:pt>
                <c:pt idx="1059">
                  <c:v>7.3663282272927177E-2</c:v>
                </c:pt>
                <c:pt idx="1060">
                  <c:v>7.3663282272927177E-2</c:v>
                </c:pt>
                <c:pt idx="1061">
                  <c:v>7.3663282272927177E-2</c:v>
                </c:pt>
                <c:pt idx="1062">
                  <c:v>7.3663282272927177E-2</c:v>
                </c:pt>
                <c:pt idx="1063">
                  <c:v>7.3663282272927177E-2</c:v>
                </c:pt>
                <c:pt idx="1064">
                  <c:v>7.3663282272927177E-2</c:v>
                </c:pt>
                <c:pt idx="1065">
                  <c:v>7.3663282272927177E-2</c:v>
                </c:pt>
                <c:pt idx="1066">
                  <c:v>7.3663282272927177E-2</c:v>
                </c:pt>
                <c:pt idx="1067">
                  <c:v>7.3663282272927177E-2</c:v>
                </c:pt>
                <c:pt idx="1068">
                  <c:v>7.3663282272927177E-2</c:v>
                </c:pt>
                <c:pt idx="1069">
                  <c:v>7.3663282272927177E-2</c:v>
                </c:pt>
                <c:pt idx="1070">
                  <c:v>7.3663282272927177E-2</c:v>
                </c:pt>
                <c:pt idx="1071">
                  <c:v>7.3663282272927177E-2</c:v>
                </c:pt>
                <c:pt idx="1072">
                  <c:v>7.3663282272927177E-2</c:v>
                </c:pt>
                <c:pt idx="1073">
                  <c:v>7.3663282272927177E-2</c:v>
                </c:pt>
                <c:pt idx="1074">
                  <c:v>7.3663282272927177E-2</c:v>
                </c:pt>
                <c:pt idx="1075">
                  <c:v>7.3663282272927177E-2</c:v>
                </c:pt>
                <c:pt idx="1076">
                  <c:v>7.3663282272927177E-2</c:v>
                </c:pt>
                <c:pt idx="1077">
                  <c:v>7.3663282272927177E-2</c:v>
                </c:pt>
                <c:pt idx="1078">
                  <c:v>7.3663282272927177E-2</c:v>
                </c:pt>
                <c:pt idx="1079">
                  <c:v>7.3663282272927177E-2</c:v>
                </c:pt>
                <c:pt idx="1080">
                  <c:v>7.3663282272927177E-2</c:v>
                </c:pt>
                <c:pt idx="1081">
                  <c:v>7.3663282272927177E-2</c:v>
                </c:pt>
                <c:pt idx="1082">
                  <c:v>7.3663282272927177E-2</c:v>
                </c:pt>
                <c:pt idx="1083">
                  <c:v>7.3663282272927177E-2</c:v>
                </c:pt>
                <c:pt idx="1084">
                  <c:v>7.3663282272927177E-2</c:v>
                </c:pt>
                <c:pt idx="1085">
                  <c:v>7.3663282272927177E-2</c:v>
                </c:pt>
                <c:pt idx="1086">
                  <c:v>7.3663282272927177E-2</c:v>
                </c:pt>
                <c:pt idx="1087">
                  <c:v>7.3663282272927177E-2</c:v>
                </c:pt>
                <c:pt idx="1088">
                  <c:v>7.3663282272927177E-2</c:v>
                </c:pt>
                <c:pt idx="1089">
                  <c:v>7.3663282272927177E-2</c:v>
                </c:pt>
                <c:pt idx="1090">
                  <c:v>7.3663282272927177E-2</c:v>
                </c:pt>
                <c:pt idx="1091">
                  <c:v>7.3663282272927177E-2</c:v>
                </c:pt>
                <c:pt idx="1092">
                  <c:v>7.3663282272927177E-2</c:v>
                </c:pt>
                <c:pt idx="1093">
                  <c:v>7.3663282272927177E-2</c:v>
                </c:pt>
                <c:pt idx="1094">
                  <c:v>7.3663282272927177E-2</c:v>
                </c:pt>
                <c:pt idx="1095">
                  <c:v>7.3663282272927177E-2</c:v>
                </c:pt>
                <c:pt idx="1096">
                  <c:v>7.3663282272927177E-2</c:v>
                </c:pt>
                <c:pt idx="1097">
                  <c:v>7.3663282272927177E-2</c:v>
                </c:pt>
                <c:pt idx="1098">
                  <c:v>7.3663282272927177E-2</c:v>
                </c:pt>
                <c:pt idx="1099">
                  <c:v>7.3663282272927177E-2</c:v>
                </c:pt>
                <c:pt idx="1100">
                  <c:v>7.3663282272927177E-2</c:v>
                </c:pt>
                <c:pt idx="1101">
                  <c:v>7.3663282272927177E-2</c:v>
                </c:pt>
                <c:pt idx="1102">
                  <c:v>7.3663282272927177E-2</c:v>
                </c:pt>
                <c:pt idx="1103">
                  <c:v>7.3663282272927177E-2</c:v>
                </c:pt>
                <c:pt idx="1104">
                  <c:v>7.3663282272927177E-2</c:v>
                </c:pt>
                <c:pt idx="1105">
                  <c:v>7.3663282272927177E-2</c:v>
                </c:pt>
                <c:pt idx="1106">
                  <c:v>7.3663282272927177E-2</c:v>
                </c:pt>
                <c:pt idx="1107">
                  <c:v>7.3663282272927177E-2</c:v>
                </c:pt>
                <c:pt idx="1108">
                  <c:v>7.3663282272927177E-2</c:v>
                </c:pt>
                <c:pt idx="1109">
                  <c:v>7.3663282272927177E-2</c:v>
                </c:pt>
                <c:pt idx="1110">
                  <c:v>7.3663282272927177E-2</c:v>
                </c:pt>
                <c:pt idx="1111">
                  <c:v>7.3663282272927177E-2</c:v>
                </c:pt>
                <c:pt idx="1112">
                  <c:v>7.3663282272927177E-2</c:v>
                </c:pt>
                <c:pt idx="1113">
                  <c:v>7.3663282272927177E-2</c:v>
                </c:pt>
                <c:pt idx="1114">
                  <c:v>7.3663282272927177E-2</c:v>
                </c:pt>
                <c:pt idx="1115">
                  <c:v>7.3663282272927177E-2</c:v>
                </c:pt>
                <c:pt idx="1116">
                  <c:v>7.3663282272927177E-2</c:v>
                </c:pt>
                <c:pt idx="1117">
                  <c:v>7.3663282272927177E-2</c:v>
                </c:pt>
                <c:pt idx="1118">
                  <c:v>7.3663282272927177E-2</c:v>
                </c:pt>
                <c:pt idx="1119">
                  <c:v>7.3663282272927177E-2</c:v>
                </c:pt>
                <c:pt idx="1120">
                  <c:v>7.3663282272927177E-2</c:v>
                </c:pt>
                <c:pt idx="1121">
                  <c:v>7.3663282272927177E-2</c:v>
                </c:pt>
                <c:pt idx="1122">
                  <c:v>7.3663282272927177E-2</c:v>
                </c:pt>
                <c:pt idx="1123">
                  <c:v>7.3663282272927177E-2</c:v>
                </c:pt>
                <c:pt idx="1124">
                  <c:v>7.3663282272927177E-2</c:v>
                </c:pt>
                <c:pt idx="1125">
                  <c:v>7.3663282272927177E-2</c:v>
                </c:pt>
                <c:pt idx="1126">
                  <c:v>7.3663282272927177E-2</c:v>
                </c:pt>
                <c:pt idx="1127">
                  <c:v>7.3663282272927177E-2</c:v>
                </c:pt>
                <c:pt idx="1128">
                  <c:v>7.3663282272927177E-2</c:v>
                </c:pt>
                <c:pt idx="1129">
                  <c:v>7.3663282272927177E-2</c:v>
                </c:pt>
                <c:pt idx="1130">
                  <c:v>7.3663282272927177E-2</c:v>
                </c:pt>
                <c:pt idx="1131">
                  <c:v>7.3663282272927177E-2</c:v>
                </c:pt>
                <c:pt idx="1132">
                  <c:v>7.3663282272927177E-2</c:v>
                </c:pt>
                <c:pt idx="1133">
                  <c:v>7.3663282272927177E-2</c:v>
                </c:pt>
                <c:pt idx="1134">
                  <c:v>7.3663282272927177E-2</c:v>
                </c:pt>
                <c:pt idx="1135">
                  <c:v>7.3663282272927177E-2</c:v>
                </c:pt>
                <c:pt idx="1136">
                  <c:v>7.3663282272927177E-2</c:v>
                </c:pt>
                <c:pt idx="1137">
                  <c:v>7.3663282272927177E-2</c:v>
                </c:pt>
                <c:pt idx="1138">
                  <c:v>7.3663282272927177E-2</c:v>
                </c:pt>
                <c:pt idx="1139">
                  <c:v>7.3663282272927177E-2</c:v>
                </c:pt>
                <c:pt idx="1140">
                  <c:v>7.3663282272927177E-2</c:v>
                </c:pt>
                <c:pt idx="1141">
                  <c:v>7.3663282272927177E-2</c:v>
                </c:pt>
                <c:pt idx="1142">
                  <c:v>7.3663282272927177E-2</c:v>
                </c:pt>
                <c:pt idx="1143">
                  <c:v>7.3663282272927177E-2</c:v>
                </c:pt>
                <c:pt idx="1144">
                  <c:v>7.3663282272927177E-2</c:v>
                </c:pt>
                <c:pt idx="1145">
                  <c:v>7.3663282272927177E-2</c:v>
                </c:pt>
                <c:pt idx="1146">
                  <c:v>7.3663282272927177E-2</c:v>
                </c:pt>
                <c:pt idx="1147">
                  <c:v>7.3663282272927177E-2</c:v>
                </c:pt>
                <c:pt idx="1148">
                  <c:v>7.3663282272927177E-2</c:v>
                </c:pt>
                <c:pt idx="1149">
                  <c:v>7.3663282272927177E-2</c:v>
                </c:pt>
                <c:pt idx="1150">
                  <c:v>7.3663282272927177E-2</c:v>
                </c:pt>
                <c:pt idx="1151">
                  <c:v>7.3663282272927177E-2</c:v>
                </c:pt>
                <c:pt idx="1152">
                  <c:v>7.3663282272927177E-2</c:v>
                </c:pt>
                <c:pt idx="1153">
                  <c:v>7.3663282272927177E-2</c:v>
                </c:pt>
                <c:pt idx="1154">
                  <c:v>7.3663282272927177E-2</c:v>
                </c:pt>
                <c:pt idx="1155">
                  <c:v>7.3663282272927177E-2</c:v>
                </c:pt>
                <c:pt idx="1156">
                  <c:v>7.3663282272927177E-2</c:v>
                </c:pt>
                <c:pt idx="1157">
                  <c:v>7.3663282272927177E-2</c:v>
                </c:pt>
                <c:pt idx="1158">
                  <c:v>7.3663282272927177E-2</c:v>
                </c:pt>
                <c:pt idx="1159">
                  <c:v>7.3663282272927177E-2</c:v>
                </c:pt>
                <c:pt idx="1160">
                  <c:v>7.3663282272927177E-2</c:v>
                </c:pt>
                <c:pt idx="1161">
                  <c:v>7.3663282272927177E-2</c:v>
                </c:pt>
                <c:pt idx="1162">
                  <c:v>7.3663282272927177E-2</c:v>
                </c:pt>
                <c:pt idx="1163">
                  <c:v>7.3663282272927177E-2</c:v>
                </c:pt>
                <c:pt idx="1164">
                  <c:v>7.3663282272927177E-2</c:v>
                </c:pt>
                <c:pt idx="1165">
                  <c:v>7.3663282272927177E-2</c:v>
                </c:pt>
                <c:pt idx="1166">
                  <c:v>7.3663282272927177E-2</c:v>
                </c:pt>
                <c:pt idx="1167">
                  <c:v>7.3663282272927177E-2</c:v>
                </c:pt>
                <c:pt idx="1168">
                  <c:v>7.3663282272927177E-2</c:v>
                </c:pt>
                <c:pt idx="1169">
                  <c:v>7.3663282272927177E-2</c:v>
                </c:pt>
                <c:pt idx="1170">
                  <c:v>7.3663282272927177E-2</c:v>
                </c:pt>
                <c:pt idx="1171">
                  <c:v>7.3663282272927177E-2</c:v>
                </c:pt>
                <c:pt idx="1172">
                  <c:v>7.3663282272927177E-2</c:v>
                </c:pt>
                <c:pt idx="1173">
                  <c:v>7.3663282272927177E-2</c:v>
                </c:pt>
                <c:pt idx="1174">
                  <c:v>7.3663282272927177E-2</c:v>
                </c:pt>
                <c:pt idx="1175">
                  <c:v>7.3663282272927177E-2</c:v>
                </c:pt>
                <c:pt idx="1176">
                  <c:v>7.3663282272927177E-2</c:v>
                </c:pt>
                <c:pt idx="1177">
                  <c:v>7.3663282272927177E-2</c:v>
                </c:pt>
                <c:pt idx="1178">
                  <c:v>7.3663282272927177E-2</c:v>
                </c:pt>
                <c:pt idx="1179">
                  <c:v>7.3663282272927177E-2</c:v>
                </c:pt>
                <c:pt idx="1180">
                  <c:v>7.3663282272927177E-2</c:v>
                </c:pt>
                <c:pt idx="1181">
                  <c:v>7.3663282272927177E-2</c:v>
                </c:pt>
                <c:pt idx="1182">
                  <c:v>7.3663282272927177E-2</c:v>
                </c:pt>
                <c:pt idx="1183">
                  <c:v>7.3663282272927177E-2</c:v>
                </c:pt>
                <c:pt idx="1184">
                  <c:v>7.3663282272927177E-2</c:v>
                </c:pt>
                <c:pt idx="1185">
                  <c:v>7.3663282272927177E-2</c:v>
                </c:pt>
                <c:pt idx="1186">
                  <c:v>7.3663282272927177E-2</c:v>
                </c:pt>
                <c:pt idx="1187">
                  <c:v>7.3663282272927177E-2</c:v>
                </c:pt>
                <c:pt idx="1188">
                  <c:v>7.3663282272927177E-2</c:v>
                </c:pt>
                <c:pt idx="1189">
                  <c:v>7.3663282272927177E-2</c:v>
                </c:pt>
                <c:pt idx="1190">
                  <c:v>7.3663282272927177E-2</c:v>
                </c:pt>
                <c:pt idx="1191">
                  <c:v>7.3663282272927177E-2</c:v>
                </c:pt>
                <c:pt idx="1192">
                  <c:v>7.3663282272927177E-2</c:v>
                </c:pt>
                <c:pt idx="1193">
                  <c:v>7.3663282272927177E-2</c:v>
                </c:pt>
                <c:pt idx="1194">
                  <c:v>7.3663282272927177E-2</c:v>
                </c:pt>
                <c:pt idx="1195">
                  <c:v>7.3663282272927177E-2</c:v>
                </c:pt>
                <c:pt idx="1196">
                  <c:v>7.3663282272927177E-2</c:v>
                </c:pt>
                <c:pt idx="1197">
                  <c:v>7.3663282272927177E-2</c:v>
                </c:pt>
                <c:pt idx="1198">
                  <c:v>7.3663282272927177E-2</c:v>
                </c:pt>
                <c:pt idx="1199">
                  <c:v>7.3663282272927177E-2</c:v>
                </c:pt>
                <c:pt idx="1200">
                  <c:v>7.3663282272927177E-2</c:v>
                </c:pt>
                <c:pt idx="1201">
                  <c:v>7.3663282272927177E-2</c:v>
                </c:pt>
                <c:pt idx="1202">
                  <c:v>7.3663282272927177E-2</c:v>
                </c:pt>
                <c:pt idx="1203">
                  <c:v>7.3663282272927177E-2</c:v>
                </c:pt>
                <c:pt idx="1204">
                  <c:v>7.3663282272927177E-2</c:v>
                </c:pt>
                <c:pt idx="1205">
                  <c:v>7.3663282272927177E-2</c:v>
                </c:pt>
                <c:pt idx="1206">
                  <c:v>7.3663282272927177E-2</c:v>
                </c:pt>
                <c:pt idx="1207">
                  <c:v>7.3663282272927177E-2</c:v>
                </c:pt>
                <c:pt idx="1208">
                  <c:v>7.3663282272927177E-2</c:v>
                </c:pt>
                <c:pt idx="1209">
                  <c:v>7.3663282272927177E-2</c:v>
                </c:pt>
                <c:pt idx="1210">
                  <c:v>7.3663282272927177E-2</c:v>
                </c:pt>
                <c:pt idx="1211">
                  <c:v>7.3663282272927177E-2</c:v>
                </c:pt>
                <c:pt idx="1212">
                  <c:v>7.3663282272927177E-2</c:v>
                </c:pt>
                <c:pt idx="1213">
                  <c:v>7.3663282272927177E-2</c:v>
                </c:pt>
                <c:pt idx="1214">
                  <c:v>7.3663282272927177E-2</c:v>
                </c:pt>
                <c:pt idx="1215">
                  <c:v>7.3663282272927177E-2</c:v>
                </c:pt>
                <c:pt idx="1216">
                  <c:v>7.3663282272927177E-2</c:v>
                </c:pt>
                <c:pt idx="1217">
                  <c:v>7.3663282272927177E-2</c:v>
                </c:pt>
                <c:pt idx="1218">
                  <c:v>7.3663282272927177E-2</c:v>
                </c:pt>
                <c:pt idx="1219">
                  <c:v>7.3663282272927177E-2</c:v>
                </c:pt>
                <c:pt idx="1220">
                  <c:v>7.3663282272927177E-2</c:v>
                </c:pt>
                <c:pt idx="1221">
                  <c:v>7.3663282272927177E-2</c:v>
                </c:pt>
                <c:pt idx="1222">
                  <c:v>7.3663282272927177E-2</c:v>
                </c:pt>
                <c:pt idx="1223">
                  <c:v>7.3663282272927177E-2</c:v>
                </c:pt>
                <c:pt idx="1224">
                  <c:v>7.3663282272927177E-2</c:v>
                </c:pt>
                <c:pt idx="1225">
                  <c:v>7.3663282272927177E-2</c:v>
                </c:pt>
                <c:pt idx="1226">
                  <c:v>7.3663282272927177E-2</c:v>
                </c:pt>
                <c:pt idx="1227">
                  <c:v>7.3663282272927177E-2</c:v>
                </c:pt>
                <c:pt idx="1228">
                  <c:v>7.3663282272927177E-2</c:v>
                </c:pt>
                <c:pt idx="1229">
                  <c:v>7.3663282272927177E-2</c:v>
                </c:pt>
                <c:pt idx="1230">
                  <c:v>7.3663282272927177E-2</c:v>
                </c:pt>
                <c:pt idx="1231">
                  <c:v>7.3663282272927177E-2</c:v>
                </c:pt>
                <c:pt idx="1232">
                  <c:v>7.3663282272927177E-2</c:v>
                </c:pt>
                <c:pt idx="1233">
                  <c:v>7.3663282272927177E-2</c:v>
                </c:pt>
                <c:pt idx="1234">
                  <c:v>7.3663282272927177E-2</c:v>
                </c:pt>
                <c:pt idx="1235">
                  <c:v>7.3663282272927177E-2</c:v>
                </c:pt>
                <c:pt idx="1236">
                  <c:v>7.3663282272927177E-2</c:v>
                </c:pt>
                <c:pt idx="1237">
                  <c:v>7.3663282272927177E-2</c:v>
                </c:pt>
                <c:pt idx="1238">
                  <c:v>7.3663282272927177E-2</c:v>
                </c:pt>
                <c:pt idx="1239">
                  <c:v>7.3663282272927177E-2</c:v>
                </c:pt>
                <c:pt idx="1240">
                  <c:v>7.3663282272927177E-2</c:v>
                </c:pt>
                <c:pt idx="1241">
                  <c:v>7.3663282272927177E-2</c:v>
                </c:pt>
                <c:pt idx="1242">
                  <c:v>7.3663282272927177E-2</c:v>
                </c:pt>
                <c:pt idx="1243">
                  <c:v>7.3663282272927177E-2</c:v>
                </c:pt>
                <c:pt idx="1244">
                  <c:v>7.3663282272927177E-2</c:v>
                </c:pt>
                <c:pt idx="1245">
                  <c:v>7.3663282272927177E-2</c:v>
                </c:pt>
                <c:pt idx="1246">
                  <c:v>7.3663282272927177E-2</c:v>
                </c:pt>
                <c:pt idx="1247">
                  <c:v>7.3663282272927177E-2</c:v>
                </c:pt>
                <c:pt idx="1248">
                  <c:v>7.3663282272927177E-2</c:v>
                </c:pt>
                <c:pt idx="1249">
                  <c:v>7.3663282272927177E-2</c:v>
                </c:pt>
                <c:pt idx="1250">
                  <c:v>7.3663282272927177E-2</c:v>
                </c:pt>
                <c:pt idx="1251">
                  <c:v>7.3663282272927177E-2</c:v>
                </c:pt>
                <c:pt idx="1252">
                  <c:v>7.3663282272927177E-2</c:v>
                </c:pt>
                <c:pt idx="1253">
                  <c:v>7.3663282272927177E-2</c:v>
                </c:pt>
                <c:pt idx="1254">
                  <c:v>7.3663282272927177E-2</c:v>
                </c:pt>
                <c:pt idx="1255">
                  <c:v>7.3663282272927177E-2</c:v>
                </c:pt>
                <c:pt idx="1256">
                  <c:v>7.3663282272927177E-2</c:v>
                </c:pt>
                <c:pt idx="1257">
                  <c:v>7.3663282272927177E-2</c:v>
                </c:pt>
                <c:pt idx="1258">
                  <c:v>7.3663282272927177E-2</c:v>
                </c:pt>
                <c:pt idx="1259">
                  <c:v>7.3663282272927177E-2</c:v>
                </c:pt>
                <c:pt idx="1260">
                  <c:v>7.3663282272927177E-2</c:v>
                </c:pt>
                <c:pt idx="1261">
                  <c:v>7.3663282272927177E-2</c:v>
                </c:pt>
                <c:pt idx="1262">
                  <c:v>7.3663282272927177E-2</c:v>
                </c:pt>
                <c:pt idx="1263">
                  <c:v>7.3663282272927177E-2</c:v>
                </c:pt>
                <c:pt idx="1264">
                  <c:v>7.3663282272927177E-2</c:v>
                </c:pt>
                <c:pt idx="1265">
                  <c:v>7.3663282272927177E-2</c:v>
                </c:pt>
                <c:pt idx="1266">
                  <c:v>7.3663282272927177E-2</c:v>
                </c:pt>
                <c:pt idx="1267">
                  <c:v>7.3663282272927177E-2</c:v>
                </c:pt>
                <c:pt idx="1268">
                  <c:v>7.3663282272927177E-2</c:v>
                </c:pt>
                <c:pt idx="1269">
                  <c:v>7.3663282272927177E-2</c:v>
                </c:pt>
                <c:pt idx="1270">
                  <c:v>7.3663282272927177E-2</c:v>
                </c:pt>
                <c:pt idx="1271">
                  <c:v>7.3663282272927177E-2</c:v>
                </c:pt>
                <c:pt idx="1272">
                  <c:v>7.3663282272927177E-2</c:v>
                </c:pt>
                <c:pt idx="1273">
                  <c:v>7.3663282272927177E-2</c:v>
                </c:pt>
                <c:pt idx="1274">
                  <c:v>7.3663282272927177E-2</c:v>
                </c:pt>
                <c:pt idx="1275">
                  <c:v>7.3663282272927177E-2</c:v>
                </c:pt>
                <c:pt idx="1276">
                  <c:v>7.3663282272927177E-2</c:v>
                </c:pt>
                <c:pt idx="1277">
                  <c:v>7.3663282272927177E-2</c:v>
                </c:pt>
                <c:pt idx="1278">
                  <c:v>7.3663282272927177E-2</c:v>
                </c:pt>
                <c:pt idx="1279">
                  <c:v>7.3663282272927177E-2</c:v>
                </c:pt>
                <c:pt idx="1280">
                  <c:v>7.3663282272927177E-2</c:v>
                </c:pt>
                <c:pt idx="1281">
                  <c:v>7.3663282272927177E-2</c:v>
                </c:pt>
                <c:pt idx="1282">
                  <c:v>7.3663282272927177E-2</c:v>
                </c:pt>
                <c:pt idx="1283">
                  <c:v>7.3663282272927177E-2</c:v>
                </c:pt>
                <c:pt idx="1284">
                  <c:v>7.3663282272927177E-2</c:v>
                </c:pt>
                <c:pt idx="1285">
                  <c:v>7.3663282272927177E-2</c:v>
                </c:pt>
                <c:pt idx="1286">
                  <c:v>7.3663282272927177E-2</c:v>
                </c:pt>
                <c:pt idx="1287">
                  <c:v>7.3663282272927177E-2</c:v>
                </c:pt>
                <c:pt idx="1288">
                  <c:v>7.3663282272927177E-2</c:v>
                </c:pt>
                <c:pt idx="1289">
                  <c:v>7.3663282272927177E-2</c:v>
                </c:pt>
                <c:pt idx="1290">
                  <c:v>7.3663282272927177E-2</c:v>
                </c:pt>
                <c:pt idx="1291">
                  <c:v>7.3663282272927177E-2</c:v>
                </c:pt>
                <c:pt idx="1292">
                  <c:v>7.3663282272927177E-2</c:v>
                </c:pt>
                <c:pt idx="1293">
                  <c:v>7.3663282272927177E-2</c:v>
                </c:pt>
                <c:pt idx="1294">
                  <c:v>7.3663282272927177E-2</c:v>
                </c:pt>
                <c:pt idx="1295">
                  <c:v>7.3663282272927177E-2</c:v>
                </c:pt>
                <c:pt idx="1296">
                  <c:v>7.3663282272927177E-2</c:v>
                </c:pt>
                <c:pt idx="1297">
                  <c:v>7.3663282272927177E-2</c:v>
                </c:pt>
                <c:pt idx="1298">
                  <c:v>7.3663282272927177E-2</c:v>
                </c:pt>
                <c:pt idx="1299">
                  <c:v>7.3663282272927177E-2</c:v>
                </c:pt>
                <c:pt idx="1300">
                  <c:v>7.3663282272927177E-2</c:v>
                </c:pt>
                <c:pt idx="1301">
                  <c:v>7.3663282272927177E-2</c:v>
                </c:pt>
                <c:pt idx="1302">
                  <c:v>7.3663282272927177E-2</c:v>
                </c:pt>
                <c:pt idx="1303">
                  <c:v>7.3663282272927177E-2</c:v>
                </c:pt>
                <c:pt idx="1304">
                  <c:v>7.3663282272927177E-2</c:v>
                </c:pt>
                <c:pt idx="1305">
                  <c:v>7.3663282272927177E-2</c:v>
                </c:pt>
                <c:pt idx="1306">
                  <c:v>7.3663282272927177E-2</c:v>
                </c:pt>
                <c:pt idx="1307">
                  <c:v>7.3663282272927177E-2</c:v>
                </c:pt>
                <c:pt idx="1308">
                  <c:v>7.3663282272927177E-2</c:v>
                </c:pt>
                <c:pt idx="1309">
                  <c:v>7.3663282272927177E-2</c:v>
                </c:pt>
                <c:pt idx="1310">
                  <c:v>7.3663282272927177E-2</c:v>
                </c:pt>
                <c:pt idx="1311">
                  <c:v>7.3663282272927177E-2</c:v>
                </c:pt>
                <c:pt idx="1312">
                  <c:v>7.3663282272927177E-2</c:v>
                </c:pt>
                <c:pt idx="1313">
                  <c:v>7.3663282272927177E-2</c:v>
                </c:pt>
                <c:pt idx="1314">
                  <c:v>7.3663282272927177E-2</c:v>
                </c:pt>
                <c:pt idx="1315">
                  <c:v>7.3663282272927177E-2</c:v>
                </c:pt>
                <c:pt idx="1316">
                  <c:v>7.3663282272927177E-2</c:v>
                </c:pt>
                <c:pt idx="1317">
                  <c:v>7.3663282272927177E-2</c:v>
                </c:pt>
                <c:pt idx="1318">
                  <c:v>7.3663282272927177E-2</c:v>
                </c:pt>
                <c:pt idx="1319">
                  <c:v>7.3663282272927177E-2</c:v>
                </c:pt>
                <c:pt idx="1320">
                  <c:v>7.3663282272927177E-2</c:v>
                </c:pt>
                <c:pt idx="1321">
                  <c:v>7.3663282272927177E-2</c:v>
                </c:pt>
                <c:pt idx="1322">
                  <c:v>7.3663282272927177E-2</c:v>
                </c:pt>
                <c:pt idx="1323">
                  <c:v>7.3663282272927177E-2</c:v>
                </c:pt>
                <c:pt idx="1324">
                  <c:v>7.3663282272927177E-2</c:v>
                </c:pt>
                <c:pt idx="1325">
                  <c:v>7.3663282272927177E-2</c:v>
                </c:pt>
                <c:pt idx="1326">
                  <c:v>7.3663282272927177E-2</c:v>
                </c:pt>
                <c:pt idx="1327">
                  <c:v>7.3663282272927177E-2</c:v>
                </c:pt>
                <c:pt idx="1328">
                  <c:v>7.3663282272927177E-2</c:v>
                </c:pt>
                <c:pt idx="1329">
                  <c:v>7.3663282272927177E-2</c:v>
                </c:pt>
                <c:pt idx="1330">
                  <c:v>7.3663282272927177E-2</c:v>
                </c:pt>
                <c:pt idx="1331">
                  <c:v>7.3663282272927177E-2</c:v>
                </c:pt>
                <c:pt idx="1332">
                  <c:v>7.3663282272927177E-2</c:v>
                </c:pt>
                <c:pt idx="1333">
                  <c:v>7.3663282272927177E-2</c:v>
                </c:pt>
                <c:pt idx="1334">
                  <c:v>7.3663282272927177E-2</c:v>
                </c:pt>
                <c:pt idx="1335">
                  <c:v>7.3663282272927177E-2</c:v>
                </c:pt>
                <c:pt idx="1336">
                  <c:v>7.3663282272927177E-2</c:v>
                </c:pt>
                <c:pt idx="1337">
                  <c:v>7.3663282272927177E-2</c:v>
                </c:pt>
                <c:pt idx="1338">
                  <c:v>7.3663282272927177E-2</c:v>
                </c:pt>
                <c:pt idx="1339">
                  <c:v>7.3663282272927177E-2</c:v>
                </c:pt>
                <c:pt idx="1340">
                  <c:v>7.3663282272927177E-2</c:v>
                </c:pt>
                <c:pt idx="1341">
                  <c:v>7.3663282272927177E-2</c:v>
                </c:pt>
                <c:pt idx="1342">
                  <c:v>7.3663282272927177E-2</c:v>
                </c:pt>
                <c:pt idx="1343">
                  <c:v>7.3663282272927177E-2</c:v>
                </c:pt>
                <c:pt idx="1344">
                  <c:v>7.3663282272927177E-2</c:v>
                </c:pt>
                <c:pt idx="1345">
                  <c:v>7.3663282272927177E-2</c:v>
                </c:pt>
                <c:pt idx="1346">
                  <c:v>7.3663282272927177E-2</c:v>
                </c:pt>
                <c:pt idx="1347">
                  <c:v>7.3663282272927177E-2</c:v>
                </c:pt>
                <c:pt idx="1348">
                  <c:v>7.3663282272927177E-2</c:v>
                </c:pt>
                <c:pt idx="1349">
                  <c:v>7.3663282272927177E-2</c:v>
                </c:pt>
                <c:pt idx="1350">
                  <c:v>7.3663282272927177E-2</c:v>
                </c:pt>
                <c:pt idx="1351">
                  <c:v>7.3663282272927177E-2</c:v>
                </c:pt>
                <c:pt idx="1352">
                  <c:v>7.3663282272927177E-2</c:v>
                </c:pt>
                <c:pt idx="1353">
                  <c:v>7.3663282272927177E-2</c:v>
                </c:pt>
                <c:pt idx="1354">
                  <c:v>7.3663282272927177E-2</c:v>
                </c:pt>
                <c:pt idx="1355">
                  <c:v>7.3663282272927177E-2</c:v>
                </c:pt>
                <c:pt idx="1356">
                  <c:v>7.3663282272927177E-2</c:v>
                </c:pt>
                <c:pt idx="1357">
                  <c:v>7.3663282272927177E-2</c:v>
                </c:pt>
                <c:pt idx="1358">
                  <c:v>7.3663282272927177E-2</c:v>
                </c:pt>
                <c:pt idx="1359">
                  <c:v>7.3663282272927177E-2</c:v>
                </c:pt>
                <c:pt idx="1360">
                  <c:v>7.3663282272927177E-2</c:v>
                </c:pt>
                <c:pt idx="1361">
                  <c:v>7.3663282272927177E-2</c:v>
                </c:pt>
                <c:pt idx="1362">
                  <c:v>7.3663282272927177E-2</c:v>
                </c:pt>
                <c:pt idx="1363">
                  <c:v>7.3663282272927177E-2</c:v>
                </c:pt>
                <c:pt idx="1364">
                  <c:v>7.3663282272927177E-2</c:v>
                </c:pt>
                <c:pt idx="1365">
                  <c:v>7.3663282272927177E-2</c:v>
                </c:pt>
                <c:pt idx="1366">
                  <c:v>7.3663282272927177E-2</c:v>
                </c:pt>
                <c:pt idx="1367">
                  <c:v>7.3663282272927177E-2</c:v>
                </c:pt>
                <c:pt idx="1368">
                  <c:v>7.3663282272927177E-2</c:v>
                </c:pt>
                <c:pt idx="1369">
                  <c:v>7.3663282272927177E-2</c:v>
                </c:pt>
                <c:pt idx="1370">
                  <c:v>7.3663282272927177E-2</c:v>
                </c:pt>
                <c:pt idx="1371">
                  <c:v>7.3663282272927177E-2</c:v>
                </c:pt>
                <c:pt idx="1372">
                  <c:v>7.3663282272927177E-2</c:v>
                </c:pt>
                <c:pt idx="1373">
                  <c:v>7.3663282272927177E-2</c:v>
                </c:pt>
                <c:pt idx="1374">
                  <c:v>7.3663282272927177E-2</c:v>
                </c:pt>
                <c:pt idx="1375">
                  <c:v>7.3663282272927177E-2</c:v>
                </c:pt>
                <c:pt idx="1376">
                  <c:v>7.3663282272927177E-2</c:v>
                </c:pt>
                <c:pt idx="1377">
                  <c:v>7.3663282272927177E-2</c:v>
                </c:pt>
                <c:pt idx="1378">
                  <c:v>7.3663282272927177E-2</c:v>
                </c:pt>
                <c:pt idx="1379">
                  <c:v>7.3663282272927177E-2</c:v>
                </c:pt>
                <c:pt idx="1380">
                  <c:v>7.3663282272927177E-2</c:v>
                </c:pt>
                <c:pt idx="1381">
                  <c:v>7.3663282272927177E-2</c:v>
                </c:pt>
                <c:pt idx="1382">
                  <c:v>7.3663282272927177E-2</c:v>
                </c:pt>
                <c:pt idx="1383">
                  <c:v>7.3663282272927177E-2</c:v>
                </c:pt>
                <c:pt idx="1384">
                  <c:v>7.3663282272927177E-2</c:v>
                </c:pt>
                <c:pt idx="1385">
                  <c:v>7.3663282272927177E-2</c:v>
                </c:pt>
                <c:pt idx="1386">
                  <c:v>7.3663282272927177E-2</c:v>
                </c:pt>
                <c:pt idx="1387">
                  <c:v>7.3663282272927177E-2</c:v>
                </c:pt>
                <c:pt idx="1388">
                  <c:v>7.3663282272927177E-2</c:v>
                </c:pt>
                <c:pt idx="1389">
                  <c:v>7.3663282272927177E-2</c:v>
                </c:pt>
                <c:pt idx="1390">
                  <c:v>7.3663282272927177E-2</c:v>
                </c:pt>
                <c:pt idx="1391">
                  <c:v>7.3663282272927177E-2</c:v>
                </c:pt>
                <c:pt idx="1392">
                  <c:v>7.3663282272927177E-2</c:v>
                </c:pt>
                <c:pt idx="1393">
                  <c:v>7.3663282272927177E-2</c:v>
                </c:pt>
                <c:pt idx="1394">
                  <c:v>7.3663282272927177E-2</c:v>
                </c:pt>
                <c:pt idx="1395">
                  <c:v>7.3663282272927177E-2</c:v>
                </c:pt>
                <c:pt idx="1396">
                  <c:v>7.3663282272927177E-2</c:v>
                </c:pt>
                <c:pt idx="1397">
                  <c:v>7.3663282272927177E-2</c:v>
                </c:pt>
                <c:pt idx="1398">
                  <c:v>7.3663282272927177E-2</c:v>
                </c:pt>
                <c:pt idx="1399">
                  <c:v>7.3663282272927177E-2</c:v>
                </c:pt>
                <c:pt idx="1400">
                  <c:v>7.3663282272927177E-2</c:v>
                </c:pt>
                <c:pt idx="1401">
                  <c:v>7.3663282272927177E-2</c:v>
                </c:pt>
                <c:pt idx="1402">
                  <c:v>7.3663282272927177E-2</c:v>
                </c:pt>
                <c:pt idx="1403">
                  <c:v>7.3663282272927177E-2</c:v>
                </c:pt>
                <c:pt idx="1404">
                  <c:v>7.3663282272927177E-2</c:v>
                </c:pt>
                <c:pt idx="1405">
                  <c:v>7.3663282272927177E-2</c:v>
                </c:pt>
                <c:pt idx="1406">
                  <c:v>7.3663282272927177E-2</c:v>
                </c:pt>
                <c:pt idx="1407">
                  <c:v>7.3663282272927177E-2</c:v>
                </c:pt>
                <c:pt idx="1408">
                  <c:v>7.3663282272927177E-2</c:v>
                </c:pt>
                <c:pt idx="1409">
                  <c:v>7.3663282272927177E-2</c:v>
                </c:pt>
                <c:pt idx="1410">
                  <c:v>7.3663282272927177E-2</c:v>
                </c:pt>
                <c:pt idx="1411">
                  <c:v>7.3663282272927177E-2</c:v>
                </c:pt>
                <c:pt idx="1412">
                  <c:v>7.3663282272927177E-2</c:v>
                </c:pt>
                <c:pt idx="1413">
                  <c:v>7.3663282272927177E-2</c:v>
                </c:pt>
                <c:pt idx="1414">
                  <c:v>7.3663282272927177E-2</c:v>
                </c:pt>
                <c:pt idx="1415">
                  <c:v>7.3663282272927177E-2</c:v>
                </c:pt>
                <c:pt idx="1416">
                  <c:v>7.3663282272927177E-2</c:v>
                </c:pt>
                <c:pt idx="1417">
                  <c:v>7.3663282272927177E-2</c:v>
                </c:pt>
                <c:pt idx="1418">
                  <c:v>7.3663282272927177E-2</c:v>
                </c:pt>
                <c:pt idx="1419">
                  <c:v>7.3663282272927177E-2</c:v>
                </c:pt>
                <c:pt idx="1420">
                  <c:v>7.3663282272927177E-2</c:v>
                </c:pt>
                <c:pt idx="1421">
                  <c:v>7.3663282272927177E-2</c:v>
                </c:pt>
                <c:pt idx="1422">
                  <c:v>7.3663282272927177E-2</c:v>
                </c:pt>
                <c:pt idx="1423">
                  <c:v>7.3663282272927177E-2</c:v>
                </c:pt>
                <c:pt idx="1424">
                  <c:v>7.3663282272927177E-2</c:v>
                </c:pt>
                <c:pt idx="1425">
                  <c:v>7.3663282272927177E-2</c:v>
                </c:pt>
                <c:pt idx="1426">
                  <c:v>7.3663282272927177E-2</c:v>
                </c:pt>
                <c:pt idx="1427">
                  <c:v>7.3663282272927177E-2</c:v>
                </c:pt>
                <c:pt idx="1428">
                  <c:v>7.3663282272927177E-2</c:v>
                </c:pt>
                <c:pt idx="1429">
                  <c:v>7.3663282272927177E-2</c:v>
                </c:pt>
                <c:pt idx="1430">
                  <c:v>7.3663282272927177E-2</c:v>
                </c:pt>
                <c:pt idx="1431">
                  <c:v>7.3663282272927177E-2</c:v>
                </c:pt>
                <c:pt idx="1432">
                  <c:v>7.3663282272927177E-2</c:v>
                </c:pt>
                <c:pt idx="1433">
                  <c:v>7.3663282272927177E-2</c:v>
                </c:pt>
                <c:pt idx="1434">
                  <c:v>7.3663282272927177E-2</c:v>
                </c:pt>
                <c:pt idx="1435">
                  <c:v>7.3663282272927177E-2</c:v>
                </c:pt>
                <c:pt idx="1436">
                  <c:v>7.3663282272927177E-2</c:v>
                </c:pt>
                <c:pt idx="1437">
                  <c:v>7.3663282272927177E-2</c:v>
                </c:pt>
                <c:pt idx="1438">
                  <c:v>7.3663282272927177E-2</c:v>
                </c:pt>
                <c:pt idx="1439">
                  <c:v>7.3663282272927177E-2</c:v>
                </c:pt>
                <c:pt idx="1440">
                  <c:v>7.3663282272927177E-2</c:v>
                </c:pt>
                <c:pt idx="1441">
                  <c:v>7.3663282272927177E-2</c:v>
                </c:pt>
                <c:pt idx="1442">
                  <c:v>7.3663282272927177E-2</c:v>
                </c:pt>
                <c:pt idx="1443">
                  <c:v>7.3663282272927177E-2</c:v>
                </c:pt>
                <c:pt idx="1444">
                  <c:v>7.3663282272927177E-2</c:v>
                </c:pt>
                <c:pt idx="1445">
                  <c:v>7.3663282272927177E-2</c:v>
                </c:pt>
                <c:pt idx="1446">
                  <c:v>7.3663282272927177E-2</c:v>
                </c:pt>
                <c:pt idx="1447">
                  <c:v>7.3663282272927177E-2</c:v>
                </c:pt>
                <c:pt idx="1448">
                  <c:v>7.3663282272927177E-2</c:v>
                </c:pt>
                <c:pt idx="1449">
                  <c:v>7.3663282272927177E-2</c:v>
                </c:pt>
                <c:pt idx="1450">
                  <c:v>7.3663282272927177E-2</c:v>
                </c:pt>
                <c:pt idx="1451">
                  <c:v>7.3663282272927177E-2</c:v>
                </c:pt>
                <c:pt idx="1452">
                  <c:v>7.3663282272927177E-2</c:v>
                </c:pt>
                <c:pt idx="1453">
                  <c:v>7.3663282272927177E-2</c:v>
                </c:pt>
                <c:pt idx="1454">
                  <c:v>7.3663282272927177E-2</c:v>
                </c:pt>
                <c:pt idx="1455">
                  <c:v>7.3663282272927177E-2</c:v>
                </c:pt>
                <c:pt idx="1456">
                  <c:v>7.3663282272927177E-2</c:v>
                </c:pt>
                <c:pt idx="1457">
                  <c:v>7.3663282272927177E-2</c:v>
                </c:pt>
                <c:pt idx="1458">
                  <c:v>7.3663282272927177E-2</c:v>
                </c:pt>
                <c:pt idx="1459">
                  <c:v>7.3663282272927177E-2</c:v>
                </c:pt>
                <c:pt idx="1460">
                  <c:v>7.3663282272927177E-2</c:v>
                </c:pt>
                <c:pt idx="1461">
                  <c:v>7.3663282272927177E-2</c:v>
                </c:pt>
                <c:pt idx="1462">
                  <c:v>7.3663282272927177E-2</c:v>
                </c:pt>
                <c:pt idx="1463">
                  <c:v>7.3663282272927177E-2</c:v>
                </c:pt>
                <c:pt idx="1464">
                  <c:v>7.3663282272927177E-2</c:v>
                </c:pt>
                <c:pt idx="1465">
                  <c:v>7.3663282272927177E-2</c:v>
                </c:pt>
                <c:pt idx="1466">
                  <c:v>7.3663282272927177E-2</c:v>
                </c:pt>
                <c:pt idx="1467">
                  <c:v>7.3663282272927177E-2</c:v>
                </c:pt>
                <c:pt idx="1468">
                  <c:v>7.3663282272927177E-2</c:v>
                </c:pt>
                <c:pt idx="1469">
                  <c:v>7.3663282272927177E-2</c:v>
                </c:pt>
                <c:pt idx="1470">
                  <c:v>7.3663282272927177E-2</c:v>
                </c:pt>
                <c:pt idx="1471">
                  <c:v>7.3663282272927177E-2</c:v>
                </c:pt>
                <c:pt idx="1472">
                  <c:v>7.3663282272927177E-2</c:v>
                </c:pt>
                <c:pt idx="1473">
                  <c:v>7.3663282272927177E-2</c:v>
                </c:pt>
                <c:pt idx="1474">
                  <c:v>7.3663282272927177E-2</c:v>
                </c:pt>
                <c:pt idx="1475">
                  <c:v>7.3663282272927177E-2</c:v>
                </c:pt>
                <c:pt idx="1476">
                  <c:v>7.3663282272927177E-2</c:v>
                </c:pt>
                <c:pt idx="1477">
                  <c:v>7.3663282272927177E-2</c:v>
                </c:pt>
                <c:pt idx="1478">
                  <c:v>7.3663282272927177E-2</c:v>
                </c:pt>
                <c:pt idx="1479">
                  <c:v>7.3663282272927177E-2</c:v>
                </c:pt>
                <c:pt idx="1480">
                  <c:v>7.3663282272927177E-2</c:v>
                </c:pt>
                <c:pt idx="1481">
                  <c:v>7.3663282272927177E-2</c:v>
                </c:pt>
                <c:pt idx="1482">
                  <c:v>7.3663282272927177E-2</c:v>
                </c:pt>
                <c:pt idx="1483">
                  <c:v>7.3663282272927177E-2</c:v>
                </c:pt>
                <c:pt idx="1484">
                  <c:v>7.3663282272927177E-2</c:v>
                </c:pt>
                <c:pt idx="1485">
                  <c:v>7.3663282272927177E-2</c:v>
                </c:pt>
                <c:pt idx="1486">
                  <c:v>7.3663282272927177E-2</c:v>
                </c:pt>
                <c:pt idx="1487">
                  <c:v>7.3663282272927177E-2</c:v>
                </c:pt>
                <c:pt idx="1488">
                  <c:v>7.3663282272927177E-2</c:v>
                </c:pt>
                <c:pt idx="1489">
                  <c:v>7.3663282272927177E-2</c:v>
                </c:pt>
                <c:pt idx="1490">
                  <c:v>7.3663282272927177E-2</c:v>
                </c:pt>
                <c:pt idx="1491">
                  <c:v>7.3663282272927177E-2</c:v>
                </c:pt>
                <c:pt idx="1492">
                  <c:v>7.3663282272927177E-2</c:v>
                </c:pt>
                <c:pt idx="1493">
                  <c:v>7.3663282272927177E-2</c:v>
                </c:pt>
                <c:pt idx="1494">
                  <c:v>7.3663282272927177E-2</c:v>
                </c:pt>
                <c:pt idx="1495">
                  <c:v>7.3663282272927177E-2</c:v>
                </c:pt>
                <c:pt idx="1496">
                  <c:v>7.3663282272927177E-2</c:v>
                </c:pt>
                <c:pt idx="1497">
                  <c:v>7.3663282272927177E-2</c:v>
                </c:pt>
                <c:pt idx="1498">
                  <c:v>7.3663282272927177E-2</c:v>
                </c:pt>
                <c:pt idx="1499">
                  <c:v>7.3663282272927177E-2</c:v>
                </c:pt>
                <c:pt idx="1500">
                  <c:v>7.3663282272927177E-2</c:v>
                </c:pt>
                <c:pt idx="1501">
                  <c:v>7.3663282272927177E-2</c:v>
                </c:pt>
                <c:pt idx="1502">
                  <c:v>7.3663282272927177E-2</c:v>
                </c:pt>
                <c:pt idx="1503">
                  <c:v>7.3663282272927177E-2</c:v>
                </c:pt>
                <c:pt idx="1504">
                  <c:v>7.3663282272927177E-2</c:v>
                </c:pt>
                <c:pt idx="1505">
                  <c:v>7.3663282272927177E-2</c:v>
                </c:pt>
                <c:pt idx="1506">
                  <c:v>7.3663282272927177E-2</c:v>
                </c:pt>
                <c:pt idx="1507">
                  <c:v>7.3663282272927177E-2</c:v>
                </c:pt>
                <c:pt idx="1508">
                  <c:v>7.3663282272927177E-2</c:v>
                </c:pt>
                <c:pt idx="1509">
                  <c:v>7.3663282272927177E-2</c:v>
                </c:pt>
                <c:pt idx="1510">
                  <c:v>7.3663282272927177E-2</c:v>
                </c:pt>
                <c:pt idx="1511">
                  <c:v>7.3663282272927177E-2</c:v>
                </c:pt>
                <c:pt idx="1512">
                  <c:v>7.3663282272927177E-2</c:v>
                </c:pt>
                <c:pt idx="1513">
                  <c:v>7.3663282272927177E-2</c:v>
                </c:pt>
                <c:pt idx="1514">
                  <c:v>7.3663282272927177E-2</c:v>
                </c:pt>
                <c:pt idx="1515">
                  <c:v>7.3663282272927177E-2</c:v>
                </c:pt>
                <c:pt idx="1516">
                  <c:v>7.3663282272927177E-2</c:v>
                </c:pt>
                <c:pt idx="1517">
                  <c:v>7.3663282272927177E-2</c:v>
                </c:pt>
                <c:pt idx="1518">
                  <c:v>7.3663282272927177E-2</c:v>
                </c:pt>
                <c:pt idx="1519">
                  <c:v>7.3663282272927177E-2</c:v>
                </c:pt>
                <c:pt idx="1520">
                  <c:v>7.3663282272927177E-2</c:v>
                </c:pt>
                <c:pt idx="1521">
                  <c:v>7.3663282272927177E-2</c:v>
                </c:pt>
                <c:pt idx="1522">
                  <c:v>7.3663282272927177E-2</c:v>
                </c:pt>
                <c:pt idx="1523">
                  <c:v>7.3663282272927177E-2</c:v>
                </c:pt>
                <c:pt idx="1524">
                  <c:v>7.3663282272927177E-2</c:v>
                </c:pt>
                <c:pt idx="1525">
                  <c:v>7.3663282272927177E-2</c:v>
                </c:pt>
                <c:pt idx="1526">
                  <c:v>7.3663282272927177E-2</c:v>
                </c:pt>
                <c:pt idx="1527">
                  <c:v>7.3663282272927177E-2</c:v>
                </c:pt>
                <c:pt idx="1528">
                  <c:v>7.3663282272927177E-2</c:v>
                </c:pt>
                <c:pt idx="1529">
                  <c:v>7.3663282272927177E-2</c:v>
                </c:pt>
                <c:pt idx="1530">
                  <c:v>7.3663282272927177E-2</c:v>
                </c:pt>
                <c:pt idx="1531">
                  <c:v>7.3663282272927177E-2</c:v>
                </c:pt>
                <c:pt idx="1532">
                  <c:v>7.3663282272927177E-2</c:v>
                </c:pt>
                <c:pt idx="1533">
                  <c:v>7.3663282272927177E-2</c:v>
                </c:pt>
                <c:pt idx="1534">
                  <c:v>7.3663282272927177E-2</c:v>
                </c:pt>
                <c:pt idx="1535">
                  <c:v>7.3663282272927177E-2</c:v>
                </c:pt>
                <c:pt idx="1536">
                  <c:v>7.3663282272927177E-2</c:v>
                </c:pt>
                <c:pt idx="1537">
                  <c:v>7.3663282272927177E-2</c:v>
                </c:pt>
                <c:pt idx="1538">
                  <c:v>7.3663282272927177E-2</c:v>
                </c:pt>
                <c:pt idx="1539">
                  <c:v>7.3663282272927177E-2</c:v>
                </c:pt>
                <c:pt idx="1540">
                  <c:v>7.3663282272927177E-2</c:v>
                </c:pt>
                <c:pt idx="1541">
                  <c:v>7.3663282272927177E-2</c:v>
                </c:pt>
                <c:pt idx="1542">
                  <c:v>7.3663282272927177E-2</c:v>
                </c:pt>
                <c:pt idx="1543">
                  <c:v>7.3663282272927177E-2</c:v>
                </c:pt>
                <c:pt idx="1544">
                  <c:v>7.3663282272927177E-2</c:v>
                </c:pt>
                <c:pt idx="1545">
                  <c:v>7.3663282272927177E-2</c:v>
                </c:pt>
                <c:pt idx="1546">
                  <c:v>7.3663282272927177E-2</c:v>
                </c:pt>
                <c:pt idx="1547">
                  <c:v>7.3663282272927177E-2</c:v>
                </c:pt>
                <c:pt idx="1548">
                  <c:v>7.3663282272927177E-2</c:v>
                </c:pt>
                <c:pt idx="1549">
                  <c:v>7.3663282272927177E-2</c:v>
                </c:pt>
                <c:pt idx="1550">
                  <c:v>7.3663282272927177E-2</c:v>
                </c:pt>
                <c:pt idx="1551">
                  <c:v>7.3663282272927177E-2</c:v>
                </c:pt>
                <c:pt idx="1552">
                  <c:v>7.3663282272927177E-2</c:v>
                </c:pt>
                <c:pt idx="1553">
                  <c:v>7.3663282272927177E-2</c:v>
                </c:pt>
                <c:pt idx="1554">
                  <c:v>7.3663282272927177E-2</c:v>
                </c:pt>
                <c:pt idx="1555">
                  <c:v>7.3663282272927177E-2</c:v>
                </c:pt>
                <c:pt idx="1556">
                  <c:v>7.3663282272927177E-2</c:v>
                </c:pt>
                <c:pt idx="1557">
                  <c:v>7.3663282272927177E-2</c:v>
                </c:pt>
                <c:pt idx="1558">
                  <c:v>7.3663282272927177E-2</c:v>
                </c:pt>
                <c:pt idx="1559">
                  <c:v>7.3663282272927177E-2</c:v>
                </c:pt>
                <c:pt idx="1560">
                  <c:v>7.3663282272927177E-2</c:v>
                </c:pt>
                <c:pt idx="1561">
                  <c:v>7.3663282272927177E-2</c:v>
                </c:pt>
                <c:pt idx="1562">
                  <c:v>7.3663282272927177E-2</c:v>
                </c:pt>
                <c:pt idx="1563">
                  <c:v>7.3663282272927177E-2</c:v>
                </c:pt>
                <c:pt idx="1564">
                  <c:v>7.3663282272927177E-2</c:v>
                </c:pt>
                <c:pt idx="1565">
                  <c:v>7.3663282272927177E-2</c:v>
                </c:pt>
                <c:pt idx="1566">
                  <c:v>7.3663282272927177E-2</c:v>
                </c:pt>
                <c:pt idx="1567">
                  <c:v>7.3663282272927177E-2</c:v>
                </c:pt>
                <c:pt idx="1568">
                  <c:v>7.3663282272927177E-2</c:v>
                </c:pt>
                <c:pt idx="1569">
                  <c:v>7.3663282272927177E-2</c:v>
                </c:pt>
                <c:pt idx="1570">
                  <c:v>7.3663282272927177E-2</c:v>
                </c:pt>
                <c:pt idx="1571">
                  <c:v>7.3663282272927177E-2</c:v>
                </c:pt>
                <c:pt idx="1572">
                  <c:v>7.3663282272927177E-2</c:v>
                </c:pt>
                <c:pt idx="1573">
                  <c:v>7.3663282272927177E-2</c:v>
                </c:pt>
                <c:pt idx="1574">
                  <c:v>7.3663282272927177E-2</c:v>
                </c:pt>
                <c:pt idx="1575">
                  <c:v>7.3663282272927177E-2</c:v>
                </c:pt>
                <c:pt idx="1576">
                  <c:v>7.3663282272927177E-2</c:v>
                </c:pt>
                <c:pt idx="1577">
                  <c:v>7.3663282272927177E-2</c:v>
                </c:pt>
                <c:pt idx="1578">
                  <c:v>7.3663282272927177E-2</c:v>
                </c:pt>
                <c:pt idx="1579">
                  <c:v>7.3663282272927177E-2</c:v>
                </c:pt>
                <c:pt idx="1580">
                  <c:v>7.3663282272927177E-2</c:v>
                </c:pt>
                <c:pt idx="1581">
                  <c:v>7.3663282272927177E-2</c:v>
                </c:pt>
                <c:pt idx="1582">
                  <c:v>7.3663282272927177E-2</c:v>
                </c:pt>
                <c:pt idx="1583">
                  <c:v>7.3663282272927177E-2</c:v>
                </c:pt>
                <c:pt idx="1584">
                  <c:v>7.3663282272927177E-2</c:v>
                </c:pt>
                <c:pt idx="1585">
                  <c:v>7.3663282272927177E-2</c:v>
                </c:pt>
                <c:pt idx="1586">
                  <c:v>7.3663282272927177E-2</c:v>
                </c:pt>
                <c:pt idx="1587">
                  <c:v>7.3663282272927177E-2</c:v>
                </c:pt>
                <c:pt idx="1588">
                  <c:v>7.3663282272927177E-2</c:v>
                </c:pt>
                <c:pt idx="1589">
                  <c:v>7.3663282272927177E-2</c:v>
                </c:pt>
                <c:pt idx="1590">
                  <c:v>7.3663282272927177E-2</c:v>
                </c:pt>
                <c:pt idx="1591">
                  <c:v>7.3663282272927177E-2</c:v>
                </c:pt>
                <c:pt idx="1592">
                  <c:v>7.3663282272927177E-2</c:v>
                </c:pt>
                <c:pt idx="1593">
                  <c:v>7.3663282272927177E-2</c:v>
                </c:pt>
                <c:pt idx="1594">
                  <c:v>7.3663282272927177E-2</c:v>
                </c:pt>
                <c:pt idx="1595">
                  <c:v>7.3663282272927177E-2</c:v>
                </c:pt>
                <c:pt idx="1596">
                  <c:v>7.3663282272927177E-2</c:v>
                </c:pt>
                <c:pt idx="1597">
                  <c:v>7.3663282272927177E-2</c:v>
                </c:pt>
                <c:pt idx="1598">
                  <c:v>7.3663282272927177E-2</c:v>
                </c:pt>
                <c:pt idx="1599">
                  <c:v>7.3663282272927177E-2</c:v>
                </c:pt>
                <c:pt idx="1600">
                  <c:v>7.3663282272927177E-2</c:v>
                </c:pt>
                <c:pt idx="1601">
                  <c:v>7.3663282272927177E-2</c:v>
                </c:pt>
                <c:pt idx="1602">
                  <c:v>7.3663282272927177E-2</c:v>
                </c:pt>
                <c:pt idx="1603">
                  <c:v>7.3663282272927177E-2</c:v>
                </c:pt>
                <c:pt idx="1604">
                  <c:v>7.3663282272927177E-2</c:v>
                </c:pt>
                <c:pt idx="1605">
                  <c:v>7.3663282272927177E-2</c:v>
                </c:pt>
                <c:pt idx="1606">
                  <c:v>7.3663282272927177E-2</c:v>
                </c:pt>
                <c:pt idx="1607">
                  <c:v>7.3663282272927177E-2</c:v>
                </c:pt>
                <c:pt idx="1608">
                  <c:v>7.3663282272927177E-2</c:v>
                </c:pt>
                <c:pt idx="1609">
                  <c:v>7.3663282272927177E-2</c:v>
                </c:pt>
                <c:pt idx="1610">
                  <c:v>7.3663282272927177E-2</c:v>
                </c:pt>
                <c:pt idx="1611">
                  <c:v>7.3663282272927177E-2</c:v>
                </c:pt>
                <c:pt idx="1612">
                  <c:v>7.3663282272927177E-2</c:v>
                </c:pt>
                <c:pt idx="1613">
                  <c:v>7.3663282272927177E-2</c:v>
                </c:pt>
                <c:pt idx="1614">
                  <c:v>7.3663282272927177E-2</c:v>
                </c:pt>
                <c:pt idx="1615">
                  <c:v>7.3663282272927177E-2</c:v>
                </c:pt>
                <c:pt idx="1616">
                  <c:v>7.3663282272927177E-2</c:v>
                </c:pt>
                <c:pt idx="1617">
                  <c:v>7.3663282272927177E-2</c:v>
                </c:pt>
                <c:pt idx="1618">
                  <c:v>7.3663282272927177E-2</c:v>
                </c:pt>
                <c:pt idx="1619">
                  <c:v>7.3663282272927177E-2</c:v>
                </c:pt>
                <c:pt idx="1620">
                  <c:v>7.3663282272927177E-2</c:v>
                </c:pt>
                <c:pt idx="1621">
                  <c:v>7.3663282272927177E-2</c:v>
                </c:pt>
                <c:pt idx="1622">
                  <c:v>7.3663282272927177E-2</c:v>
                </c:pt>
                <c:pt idx="1623">
                  <c:v>7.3663282272927177E-2</c:v>
                </c:pt>
                <c:pt idx="1624">
                  <c:v>7.3663282272927177E-2</c:v>
                </c:pt>
                <c:pt idx="1625">
                  <c:v>7.3663282272927177E-2</c:v>
                </c:pt>
                <c:pt idx="1626">
                  <c:v>7.3663282272927177E-2</c:v>
                </c:pt>
                <c:pt idx="1627">
                  <c:v>7.3663282272927177E-2</c:v>
                </c:pt>
                <c:pt idx="1628">
                  <c:v>7.3663282272927177E-2</c:v>
                </c:pt>
                <c:pt idx="1629">
                  <c:v>7.3663282272927177E-2</c:v>
                </c:pt>
                <c:pt idx="1630">
                  <c:v>7.3663282272927177E-2</c:v>
                </c:pt>
                <c:pt idx="1631">
                  <c:v>7.3663282272927177E-2</c:v>
                </c:pt>
                <c:pt idx="1632">
                  <c:v>7.3663282272927177E-2</c:v>
                </c:pt>
                <c:pt idx="1633">
                  <c:v>7.3663282272927177E-2</c:v>
                </c:pt>
                <c:pt idx="1634">
                  <c:v>7.3663282272927177E-2</c:v>
                </c:pt>
                <c:pt idx="1635">
                  <c:v>7.3663282272927177E-2</c:v>
                </c:pt>
                <c:pt idx="1636">
                  <c:v>7.3663282272927177E-2</c:v>
                </c:pt>
                <c:pt idx="1637">
                  <c:v>7.3663282272927177E-2</c:v>
                </c:pt>
                <c:pt idx="1638">
                  <c:v>7.3663282272927177E-2</c:v>
                </c:pt>
                <c:pt idx="1639">
                  <c:v>7.3663282272927177E-2</c:v>
                </c:pt>
                <c:pt idx="1640">
                  <c:v>7.3663282272927177E-2</c:v>
                </c:pt>
                <c:pt idx="1641">
                  <c:v>7.3663282272927177E-2</c:v>
                </c:pt>
                <c:pt idx="1642">
                  <c:v>7.3663282272927177E-2</c:v>
                </c:pt>
                <c:pt idx="1643">
                  <c:v>7.3663282272927177E-2</c:v>
                </c:pt>
                <c:pt idx="1644">
                  <c:v>7.3663282272927177E-2</c:v>
                </c:pt>
                <c:pt idx="1645">
                  <c:v>7.3663282272927177E-2</c:v>
                </c:pt>
                <c:pt idx="1646">
                  <c:v>7.3663282272927177E-2</c:v>
                </c:pt>
                <c:pt idx="1647">
                  <c:v>7.3663282272927177E-2</c:v>
                </c:pt>
                <c:pt idx="1648">
                  <c:v>7.3663282272927177E-2</c:v>
                </c:pt>
                <c:pt idx="1649">
                  <c:v>7.3663282272927177E-2</c:v>
                </c:pt>
                <c:pt idx="1650">
                  <c:v>7.3663282272927177E-2</c:v>
                </c:pt>
                <c:pt idx="1651">
                  <c:v>7.3663282272927177E-2</c:v>
                </c:pt>
                <c:pt idx="1652">
                  <c:v>7.3663282272927177E-2</c:v>
                </c:pt>
                <c:pt idx="1653">
                  <c:v>7.3663282272927177E-2</c:v>
                </c:pt>
                <c:pt idx="1654">
                  <c:v>7.3663282272927177E-2</c:v>
                </c:pt>
                <c:pt idx="1655">
                  <c:v>7.3663282272927177E-2</c:v>
                </c:pt>
                <c:pt idx="1656">
                  <c:v>7.3663282272927177E-2</c:v>
                </c:pt>
                <c:pt idx="1657">
                  <c:v>7.3663282272927177E-2</c:v>
                </c:pt>
                <c:pt idx="1658">
                  <c:v>7.3663282272927177E-2</c:v>
                </c:pt>
                <c:pt idx="1659">
                  <c:v>7.3663282272927177E-2</c:v>
                </c:pt>
                <c:pt idx="1660">
                  <c:v>7.3663282272927177E-2</c:v>
                </c:pt>
                <c:pt idx="1661">
                  <c:v>7.3663282272927177E-2</c:v>
                </c:pt>
                <c:pt idx="1662">
                  <c:v>7.3663282272927177E-2</c:v>
                </c:pt>
                <c:pt idx="1663">
                  <c:v>7.3663282272927177E-2</c:v>
                </c:pt>
                <c:pt idx="1664">
                  <c:v>7.3663282272927177E-2</c:v>
                </c:pt>
                <c:pt idx="1665">
                  <c:v>7.3663282272927177E-2</c:v>
                </c:pt>
                <c:pt idx="1666">
                  <c:v>7.3663282272927177E-2</c:v>
                </c:pt>
                <c:pt idx="1667">
                  <c:v>7.3663282272927177E-2</c:v>
                </c:pt>
                <c:pt idx="1668">
                  <c:v>7.3663282272927177E-2</c:v>
                </c:pt>
                <c:pt idx="1669">
                  <c:v>7.3663282272927177E-2</c:v>
                </c:pt>
                <c:pt idx="1670">
                  <c:v>7.3663282272927177E-2</c:v>
                </c:pt>
                <c:pt idx="1671">
                  <c:v>7.3663282272927177E-2</c:v>
                </c:pt>
                <c:pt idx="1672">
                  <c:v>7.3663282272927177E-2</c:v>
                </c:pt>
                <c:pt idx="1673">
                  <c:v>7.3663282272927177E-2</c:v>
                </c:pt>
                <c:pt idx="1674">
                  <c:v>7.3663282272927177E-2</c:v>
                </c:pt>
                <c:pt idx="1675">
                  <c:v>7.3663282272927177E-2</c:v>
                </c:pt>
                <c:pt idx="1676">
                  <c:v>7.3663282272927177E-2</c:v>
                </c:pt>
                <c:pt idx="1677">
                  <c:v>7.3663282272927177E-2</c:v>
                </c:pt>
                <c:pt idx="1678">
                  <c:v>7.3663282272927177E-2</c:v>
                </c:pt>
                <c:pt idx="1679">
                  <c:v>7.3663282272927177E-2</c:v>
                </c:pt>
                <c:pt idx="1680">
                  <c:v>7.3663282272927177E-2</c:v>
                </c:pt>
                <c:pt idx="1681">
                  <c:v>7.3663282272927177E-2</c:v>
                </c:pt>
                <c:pt idx="1682">
                  <c:v>7.3663282272927177E-2</c:v>
                </c:pt>
                <c:pt idx="1683">
                  <c:v>7.3663282272927177E-2</c:v>
                </c:pt>
                <c:pt idx="1684">
                  <c:v>7.3663282272927177E-2</c:v>
                </c:pt>
                <c:pt idx="1685">
                  <c:v>7.3663282272927177E-2</c:v>
                </c:pt>
                <c:pt idx="1686">
                  <c:v>7.3663282272927177E-2</c:v>
                </c:pt>
                <c:pt idx="1687">
                  <c:v>7.3663282272927177E-2</c:v>
                </c:pt>
                <c:pt idx="1688">
                  <c:v>7.3663282272927177E-2</c:v>
                </c:pt>
                <c:pt idx="1689">
                  <c:v>7.3663282272927177E-2</c:v>
                </c:pt>
                <c:pt idx="1690">
                  <c:v>7.3663282272927177E-2</c:v>
                </c:pt>
                <c:pt idx="1691">
                  <c:v>7.3663282272927177E-2</c:v>
                </c:pt>
                <c:pt idx="1692">
                  <c:v>7.3663282272927177E-2</c:v>
                </c:pt>
                <c:pt idx="1693">
                  <c:v>7.3663282272927177E-2</c:v>
                </c:pt>
                <c:pt idx="1694">
                  <c:v>7.3663282272927177E-2</c:v>
                </c:pt>
                <c:pt idx="1695">
                  <c:v>7.3663282272927177E-2</c:v>
                </c:pt>
                <c:pt idx="1696">
                  <c:v>7.3663282272927177E-2</c:v>
                </c:pt>
                <c:pt idx="1697">
                  <c:v>7.3663282272927177E-2</c:v>
                </c:pt>
                <c:pt idx="1698">
                  <c:v>7.3663282272927177E-2</c:v>
                </c:pt>
                <c:pt idx="1699">
                  <c:v>7.3663282272927177E-2</c:v>
                </c:pt>
                <c:pt idx="1700">
                  <c:v>7.3663282272927177E-2</c:v>
                </c:pt>
                <c:pt idx="1701">
                  <c:v>7.3663282272927177E-2</c:v>
                </c:pt>
                <c:pt idx="1702">
                  <c:v>7.3663282272927177E-2</c:v>
                </c:pt>
                <c:pt idx="1703">
                  <c:v>7.3663282272927177E-2</c:v>
                </c:pt>
                <c:pt idx="1704">
                  <c:v>7.3663282272927177E-2</c:v>
                </c:pt>
                <c:pt idx="1705">
                  <c:v>7.3663282272927177E-2</c:v>
                </c:pt>
                <c:pt idx="1706">
                  <c:v>7.3663282272927177E-2</c:v>
                </c:pt>
                <c:pt idx="1707">
                  <c:v>7.3663282272927177E-2</c:v>
                </c:pt>
                <c:pt idx="1708">
                  <c:v>7.3663282272927177E-2</c:v>
                </c:pt>
                <c:pt idx="1709">
                  <c:v>7.3663282272927177E-2</c:v>
                </c:pt>
                <c:pt idx="1710">
                  <c:v>7.3663282272927177E-2</c:v>
                </c:pt>
                <c:pt idx="1711">
                  <c:v>7.3663282272927177E-2</c:v>
                </c:pt>
                <c:pt idx="1712">
                  <c:v>7.3663282272927177E-2</c:v>
                </c:pt>
                <c:pt idx="1713">
                  <c:v>7.3663282272927177E-2</c:v>
                </c:pt>
                <c:pt idx="1714">
                  <c:v>7.3663282272927177E-2</c:v>
                </c:pt>
                <c:pt idx="1715">
                  <c:v>7.3663282272927177E-2</c:v>
                </c:pt>
                <c:pt idx="1716">
                  <c:v>7.3663282272927177E-2</c:v>
                </c:pt>
                <c:pt idx="1717">
                  <c:v>7.3663282272927177E-2</c:v>
                </c:pt>
                <c:pt idx="1718">
                  <c:v>7.3663282272927177E-2</c:v>
                </c:pt>
                <c:pt idx="1719">
                  <c:v>7.3663282272927177E-2</c:v>
                </c:pt>
                <c:pt idx="1720">
                  <c:v>7.3663282272927177E-2</c:v>
                </c:pt>
                <c:pt idx="1721">
                  <c:v>7.3663282272927177E-2</c:v>
                </c:pt>
                <c:pt idx="1722">
                  <c:v>7.3663282272927177E-2</c:v>
                </c:pt>
                <c:pt idx="1723">
                  <c:v>7.3663282272927177E-2</c:v>
                </c:pt>
                <c:pt idx="1724">
                  <c:v>7.3663282272927177E-2</c:v>
                </c:pt>
                <c:pt idx="1725">
                  <c:v>7.3663282272927177E-2</c:v>
                </c:pt>
                <c:pt idx="1726">
                  <c:v>7.3663282272927177E-2</c:v>
                </c:pt>
                <c:pt idx="1727">
                  <c:v>7.3663282272927177E-2</c:v>
                </c:pt>
                <c:pt idx="1728">
                  <c:v>7.3663282272927177E-2</c:v>
                </c:pt>
                <c:pt idx="1729">
                  <c:v>7.3663282272927177E-2</c:v>
                </c:pt>
                <c:pt idx="1730">
                  <c:v>7.3663282272927177E-2</c:v>
                </c:pt>
                <c:pt idx="1731">
                  <c:v>7.3663282272927177E-2</c:v>
                </c:pt>
                <c:pt idx="1732">
                  <c:v>7.3663282272927177E-2</c:v>
                </c:pt>
                <c:pt idx="1733">
                  <c:v>7.3663282272927177E-2</c:v>
                </c:pt>
                <c:pt idx="1734">
                  <c:v>7.3663282272927177E-2</c:v>
                </c:pt>
                <c:pt idx="1735">
                  <c:v>7.3663282272927177E-2</c:v>
                </c:pt>
                <c:pt idx="1736">
                  <c:v>7.3663282272927177E-2</c:v>
                </c:pt>
                <c:pt idx="1737">
                  <c:v>7.3663282272927177E-2</c:v>
                </c:pt>
                <c:pt idx="1738">
                  <c:v>7.3663282272927177E-2</c:v>
                </c:pt>
                <c:pt idx="1739">
                  <c:v>7.3663282272927177E-2</c:v>
                </c:pt>
                <c:pt idx="1740">
                  <c:v>7.3663282272927177E-2</c:v>
                </c:pt>
                <c:pt idx="1741">
                  <c:v>7.3663282272927177E-2</c:v>
                </c:pt>
                <c:pt idx="1742">
                  <c:v>7.3663282272927177E-2</c:v>
                </c:pt>
                <c:pt idx="1743">
                  <c:v>7.3663282272927177E-2</c:v>
                </c:pt>
                <c:pt idx="1744">
                  <c:v>7.3663282272927177E-2</c:v>
                </c:pt>
                <c:pt idx="1745">
                  <c:v>7.3663282272927177E-2</c:v>
                </c:pt>
                <c:pt idx="1746">
                  <c:v>7.3663282272927177E-2</c:v>
                </c:pt>
                <c:pt idx="1747">
                  <c:v>7.3663282272927177E-2</c:v>
                </c:pt>
                <c:pt idx="1748">
                  <c:v>7.3663282272927177E-2</c:v>
                </c:pt>
                <c:pt idx="1749">
                  <c:v>7.3663282272927177E-2</c:v>
                </c:pt>
                <c:pt idx="1750">
                  <c:v>7.3663282272927177E-2</c:v>
                </c:pt>
                <c:pt idx="1751">
                  <c:v>7.3663282272927177E-2</c:v>
                </c:pt>
                <c:pt idx="1752">
                  <c:v>7.3663282272927177E-2</c:v>
                </c:pt>
                <c:pt idx="1753">
                  <c:v>7.3663282272927177E-2</c:v>
                </c:pt>
                <c:pt idx="1754">
                  <c:v>7.3663282272927177E-2</c:v>
                </c:pt>
                <c:pt idx="1755">
                  <c:v>7.3663282272927177E-2</c:v>
                </c:pt>
                <c:pt idx="1756">
                  <c:v>7.3663282272927177E-2</c:v>
                </c:pt>
                <c:pt idx="1757">
                  <c:v>7.3663282272927177E-2</c:v>
                </c:pt>
                <c:pt idx="1758">
                  <c:v>7.3663282272927177E-2</c:v>
                </c:pt>
                <c:pt idx="1759">
                  <c:v>7.3663282272927177E-2</c:v>
                </c:pt>
                <c:pt idx="1760">
                  <c:v>7.3663282272927177E-2</c:v>
                </c:pt>
                <c:pt idx="1761">
                  <c:v>7.3663282272927177E-2</c:v>
                </c:pt>
                <c:pt idx="1762">
                  <c:v>7.3663282272927177E-2</c:v>
                </c:pt>
                <c:pt idx="1763">
                  <c:v>7.3663282272927177E-2</c:v>
                </c:pt>
                <c:pt idx="1764">
                  <c:v>7.3663282272927177E-2</c:v>
                </c:pt>
                <c:pt idx="1765">
                  <c:v>7.3663282272927177E-2</c:v>
                </c:pt>
                <c:pt idx="1766">
                  <c:v>7.3663282272927177E-2</c:v>
                </c:pt>
                <c:pt idx="1767">
                  <c:v>7.3663282272927177E-2</c:v>
                </c:pt>
                <c:pt idx="1768">
                  <c:v>7.3663282272927177E-2</c:v>
                </c:pt>
                <c:pt idx="1769">
                  <c:v>7.3663282272927177E-2</c:v>
                </c:pt>
                <c:pt idx="1770">
                  <c:v>7.3663282272927177E-2</c:v>
                </c:pt>
                <c:pt idx="1771">
                  <c:v>7.3663282272927177E-2</c:v>
                </c:pt>
                <c:pt idx="1772">
                  <c:v>7.3663282272927177E-2</c:v>
                </c:pt>
                <c:pt idx="1773">
                  <c:v>7.3663282272927177E-2</c:v>
                </c:pt>
                <c:pt idx="1774">
                  <c:v>7.3663282272927177E-2</c:v>
                </c:pt>
                <c:pt idx="1775">
                  <c:v>7.3663282272927177E-2</c:v>
                </c:pt>
                <c:pt idx="1776">
                  <c:v>7.3663282272927177E-2</c:v>
                </c:pt>
                <c:pt idx="1777">
                  <c:v>7.3663282272927177E-2</c:v>
                </c:pt>
                <c:pt idx="1778">
                  <c:v>7.3663282272927177E-2</c:v>
                </c:pt>
                <c:pt idx="1779">
                  <c:v>7.3663282272927177E-2</c:v>
                </c:pt>
                <c:pt idx="1780">
                  <c:v>7.3663282272927177E-2</c:v>
                </c:pt>
                <c:pt idx="1781">
                  <c:v>7.3663282272927177E-2</c:v>
                </c:pt>
                <c:pt idx="1782">
                  <c:v>7.3663282272927177E-2</c:v>
                </c:pt>
                <c:pt idx="1783">
                  <c:v>7.3663282272927177E-2</c:v>
                </c:pt>
                <c:pt idx="1784">
                  <c:v>7.3663282272927177E-2</c:v>
                </c:pt>
                <c:pt idx="1785">
                  <c:v>7.3663282272927177E-2</c:v>
                </c:pt>
                <c:pt idx="1786">
                  <c:v>7.3663282272927177E-2</c:v>
                </c:pt>
                <c:pt idx="1787">
                  <c:v>7.3663282272927177E-2</c:v>
                </c:pt>
                <c:pt idx="1788">
                  <c:v>7.3663282272927177E-2</c:v>
                </c:pt>
                <c:pt idx="1789">
                  <c:v>7.3663282272927177E-2</c:v>
                </c:pt>
                <c:pt idx="1790">
                  <c:v>7.3663282272927177E-2</c:v>
                </c:pt>
                <c:pt idx="1791">
                  <c:v>7.3663282272927177E-2</c:v>
                </c:pt>
                <c:pt idx="1792">
                  <c:v>7.3663282272927177E-2</c:v>
                </c:pt>
                <c:pt idx="1793">
                  <c:v>7.3663282272927177E-2</c:v>
                </c:pt>
                <c:pt idx="1794">
                  <c:v>7.3663282272927177E-2</c:v>
                </c:pt>
                <c:pt idx="1795">
                  <c:v>7.3663282272927177E-2</c:v>
                </c:pt>
                <c:pt idx="1796">
                  <c:v>7.3663282272927177E-2</c:v>
                </c:pt>
                <c:pt idx="1797">
                  <c:v>7.3663282272927177E-2</c:v>
                </c:pt>
                <c:pt idx="1798">
                  <c:v>7.3663282272927177E-2</c:v>
                </c:pt>
                <c:pt idx="1799">
                  <c:v>7.3663282272927177E-2</c:v>
                </c:pt>
                <c:pt idx="1800">
                  <c:v>7.3663282272927177E-2</c:v>
                </c:pt>
                <c:pt idx="1801">
                  <c:v>7.3663282272927177E-2</c:v>
                </c:pt>
                <c:pt idx="1802">
                  <c:v>7.3663282272927177E-2</c:v>
                </c:pt>
                <c:pt idx="1803">
                  <c:v>7.3663282272927177E-2</c:v>
                </c:pt>
                <c:pt idx="1804">
                  <c:v>7.3663282272927177E-2</c:v>
                </c:pt>
                <c:pt idx="1805">
                  <c:v>7.3663282272927177E-2</c:v>
                </c:pt>
                <c:pt idx="1806">
                  <c:v>7.3663282272927177E-2</c:v>
                </c:pt>
                <c:pt idx="1807">
                  <c:v>7.3663282272927177E-2</c:v>
                </c:pt>
                <c:pt idx="1808">
                  <c:v>7.3663282272927177E-2</c:v>
                </c:pt>
                <c:pt idx="1809">
                  <c:v>7.3663282272927177E-2</c:v>
                </c:pt>
                <c:pt idx="1810">
                  <c:v>7.3663282272927177E-2</c:v>
                </c:pt>
                <c:pt idx="1811">
                  <c:v>7.3663282272927177E-2</c:v>
                </c:pt>
                <c:pt idx="1812">
                  <c:v>7.3663282272927177E-2</c:v>
                </c:pt>
                <c:pt idx="1813">
                  <c:v>7.3663282272927177E-2</c:v>
                </c:pt>
                <c:pt idx="1814">
                  <c:v>7.3663282272927177E-2</c:v>
                </c:pt>
                <c:pt idx="1815">
                  <c:v>7.3663282272927177E-2</c:v>
                </c:pt>
                <c:pt idx="1816">
                  <c:v>7.3663282272927177E-2</c:v>
                </c:pt>
                <c:pt idx="1817">
                  <c:v>7.3663282272927177E-2</c:v>
                </c:pt>
                <c:pt idx="1818">
                  <c:v>7.3663282272927177E-2</c:v>
                </c:pt>
                <c:pt idx="1819">
                  <c:v>7.3663282272927177E-2</c:v>
                </c:pt>
                <c:pt idx="1820">
                  <c:v>7.3663282272927177E-2</c:v>
                </c:pt>
                <c:pt idx="1821">
                  <c:v>7.3663282272927177E-2</c:v>
                </c:pt>
                <c:pt idx="1822">
                  <c:v>7.3663282272927177E-2</c:v>
                </c:pt>
                <c:pt idx="1823">
                  <c:v>7.3663282272927177E-2</c:v>
                </c:pt>
                <c:pt idx="1824">
                  <c:v>7.3663282272927177E-2</c:v>
                </c:pt>
                <c:pt idx="1825">
                  <c:v>7.3663282272927177E-2</c:v>
                </c:pt>
                <c:pt idx="1826">
                  <c:v>7.3663282272927177E-2</c:v>
                </c:pt>
                <c:pt idx="1827">
                  <c:v>7.3663282272927177E-2</c:v>
                </c:pt>
                <c:pt idx="1828">
                  <c:v>7.3663282272927177E-2</c:v>
                </c:pt>
                <c:pt idx="1829">
                  <c:v>7.3663282272927177E-2</c:v>
                </c:pt>
                <c:pt idx="1830">
                  <c:v>7.3663282272927177E-2</c:v>
                </c:pt>
                <c:pt idx="1831">
                  <c:v>7.3663282272927177E-2</c:v>
                </c:pt>
                <c:pt idx="1832">
                  <c:v>7.3663282272927177E-2</c:v>
                </c:pt>
                <c:pt idx="1833">
                  <c:v>7.3663282272927177E-2</c:v>
                </c:pt>
                <c:pt idx="1834">
                  <c:v>7.3663282272927177E-2</c:v>
                </c:pt>
                <c:pt idx="1835">
                  <c:v>7.3663282272927177E-2</c:v>
                </c:pt>
                <c:pt idx="1836">
                  <c:v>7.3663282272927177E-2</c:v>
                </c:pt>
                <c:pt idx="1837">
                  <c:v>7.3663282272927177E-2</c:v>
                </c:pt>
                <c:pt idx="1838">
                  <c:v>7.3663282272927177E-2</c:v>
                </c:pt>
                <c:pt idx="1839">
                  <c:v>7.3663282272927177E-2</c:v>
                </c:pt>
                <c:pt idx="1840">
                  <c:v>7.3663282272927177E-2</c:v>
                </c:pt>
                <c:pt idx="1841">
                  <c:v>7.3663282272927177E-2</c:v>
                </c:pt>
                <c:pt idx="1842">
                  <c:v>7.3663282272927177E-2</c:v>
                </c:pt>
                <c:pt idx="1843">
                  <c:v>7.3663282272927177E-2</c:v>
                </c:pt>
                <c:pt idx="1844">
                  <c:v>7.3663282272927177E-2</c:v>
                </c:pt>
                <c:pt idx="1845">
                  <c:v>7.3663282272927177E-2</c:v>
                </c:pt>
                <c:pt idx="1846">
                  <c:v>7.3663282272927177E-2</c:v>
                </c:pt>
                <c:pt idx="1847">
                  <c:v>7.3663282272927177E-2</c:v>
                </c:pt>
                <c:pt idx="1848">
                  <c:v>7.3663282272927177E-2</c:v>
                </c:pt>
                <c:pt idx="1849">
                  <c:v>7.3663282272927177E-2</c:v>
                </c:pt>
                <c:pt idx="1850">
                  <c:v>7.3663282272927177E-2</c:v>
                </c:pt>
                <c:pt idx="1851">
                  <c:v>7.3663282272927177E-2</c:v>
                </c:pt>
                <c:pt idx="1852">
                  <c:v>7.3663282272927177E-2</c:v>
                </c:pt>
                <c:pt idx="1853">
                  <c:v>7.3663282272927177E-2</c:v>
                </c:pt>
                <c:pt idx="1854">
                  <c:v>7.3663282272927177E-2</c:v>
                </c:pt>
                <c:pt idx="1855">
                  <c:v>7.3663282272927177E-2</c:v>
                </c:pt>
                <c:pt idx="1856">
                  <c:v>7.3663282272927177E-2</c:v>
                </c:pt>
                <c:pt idx="1857">
                  <c:v>7.3663282272927177E-2</c:v>
                </c:pt>
                <c:pt idx="1858">
                  <c:v>7.3663282272927177E-2</c:v>
                </c:pt>
                <c:pt idx="1859">
                  <c:v>7.3663282272927177E-2</c:v>
                </c:pt>
                <c:pt idx="1860">
                  <c:v>7.3663282272927177E-2</c:v>
                </c:pt>
                <c:pt idx="1861">
                  <c:v>7.3663282272927177E-2</c:v>
                </c:pt>
                <c:pt idx="1862">
                  <c:v>7.3663282272927177E-2</c:v>
                </c:pt>
                <c:pt idx="1863">
                  <c:v>7.3663282272927177E-2</c:v>
                </c:pt>
                <c:pt idx="1864">
                  <c:v>7.3663282272927177E-2</c:v>
                </c:pt>
                <c:pt idx="1865">
                  <c:v>7.3663282272927177E-2</c:v>
                </c:pt>
                <c:pt idx="1866">
                  <c:v>7.3663282272927177E-2</c:v>
                </c:pt>
                <c:pt idx="1867">
                  <c:v>7.3663282272927177E-2</c:v>
                </c:pt>
                <c:pt idx="1868">
                  <c:v>7.3663282272927177E-2</c:v>
                </c:pt>
                <c:pt idx="1869">
                  <c:v>7.3663282272927177E-2</c:v>
                </c:pt>
                <c:pt idx="1870">
                  <c:v>7.3663282272927177E-2</c:v>
                </c:pt>
                <c:pt idx="1871">
                  <c:v>7.3663282272927177E-2</c:v>
                </c:pt>
                <c:pt idx="1872">
                  <c:v>7.3663282272927177E-2</c:v>
                </c:pt>
                <c:pt idx="1873">
                  <c:v>7.3663282272927177E-2</c:v>
                </c:pt>
                <c:pt idx="1874">
                  <c:v>7.3663282272927177E-2</c:v>
                </c:pt>
                <c:pt idx="1875">
                  <c:v>7.3663282272927177E-2</c:v>
                </c:pt>
                <c:pt idx="1876">
                  <c:v>7.3663282272927177E-2</c:v>
                </c:pt>
                <c:pt idx="1877">
                  <c:v>7.3663282272927177E-2</c:v>
                </c:pt>
                <c:pt idx="1878">
                  <c:v>7.3663282272927177E-2</c:v>
                </c:pt>
                <c:pt idx="1879">
                  <c:v>7.3663282272927177E-2</c:v>
                </c:pt>
                <c:pt idx="1880">
                  <c:v>7.3663282272927177E-2</c:v>
                </c:pt>
                <c:pt idx="1881">
                  <c:v>7.3663282272927177E-2</c:v>
                </c:pt>
                <c:pt idx="1882">
                  <c:v>7.3663282272927177E-2</c:v>
                </c:pt>
                <c:pt idx="1883">
                  <c:v>7.3663282272927177E-2</c:v>
                </c:pt>
                <c:pt idx="1884">
                  <c:v>7.3663282272927177E-2</c:v>
                </c:pt>
                <c:pt idx="1885">
                  <c:v>7.3663282272927177E-2</c:v>
                </c:pt>
                <c:pt idx="1886">
                  <c:v>7.3663282272927177E-2</c:v>
                </c:pt>
                <c:pt idx="1887">
                  <c:v>7.3663282272927177E-2</c:v>
                </c:pt>
                <c:pt idx="1888">
                  <c:v>7.3663282272927177E-2</c:v>
                </c:pt>
                <c:pt idx="1889">
                  <c:v>7.3663282272927177E-2</c:v>
                </c:pt>
                <c:pt idx="1890">
                  <c:v>7.3663282272927177E-2</c:v>
                </c:pt>
                <c:pt idx="1891">
                  <c:v>7.3663282272927177E-2</c:v>
                </c:pt>
                <c:pt idx="1892">
                  <c:v>7.3663282272927177E-2</c:v>
                </c:pt>
                <c:pt idx="1893">
                  <c:v>7.3663282272927177E-2</c:v>
                </c:pt>
                <c:pt idx="1894">
                  <c:v>7.3663282272927177E-2</c:v>
                </c:pt>
                <c:pt idx="1895">
                  <c:v>7.3663282272927177E-2</c:v>
                </c:pt>
                <c:pt idx="1896">
                  <c:v>7.3663282272927177E-2</c:v>
                </c:pt>
                <c:pt idx="1897">
                  <c:v>7.3663282272927177E-2</c:v>
                </c:pt>
                <c:pt idx="1898">
                  <c:v>7.3663282272927177E-2</c:v>
                </c:pt>
                <c:pt idx="1899">
                  <c:v>7.3663282272927177E-2</c:v>
                </c:pt>
                <c:pt idx="1900">
                  <c:v>7.3663282272927177E-2</c:v>
                </c:pt>
                <c:pt idx="1901">
                  <c:v>7.3663282272927177E-2</c:v>
                </c:pt>
                <c:pt idx="1902">
                  <c:v>7.3663282272927177E-2</c:v>
                </c:pt>
                <c:pt idx="1903">
                  <c:v>7.3663282272927177E-2</c:v>
                </c:pt>
                <c:pt idx="1904">
                  <c:v>7.3663282272927177E-2</c:v>
                </c:pt>
                <c:pt idx="1905">
                  <c:v>7.3663282272927177E-2</c:v>
                </c:pt>
                <c:pt idx="1906">
                  <c:v>7.3663282272927177E-2</c:v>
                </c:pt>
                <c:pt idx="1907">
                  <c:v>7.3663282272927177E-2</c:v>
                </c:pt>
                <c:pt idx="1908">
                  <c:v>7.3663282272927177E-2</c:v>
                </c:pt>
                <c:pt idx="1909">
                  <c:v>7.3663282272927177E-2</c:v>
                </c:pt>
                <c:pt idx="1910">
                  <c:v>7.3663282272927177E-2</c:v>
                </c:pt>
                <c:pt idx="1911">
                  <c:v>7.3663282272927177E-2</c:v>
                </c:pt>
                <c:pt idx="1912">
                  <c:v>7.3663282272927177E-2</c:v>
                </c:pt>
                <c:pt idx="1913">
                  <c:v>7.3663282272927177E-2</c:v>
                </c:pt>
                <c:pt idx="1914">
                  <c:v>7.3663282272927177E-2</c:v>
                </c:pt>
                <c:pt idx="1915">
                  <c:v>7.3663282272927177E-2</c:v>
                </c:pt>
                <c:pt idx="1916">
                  <c:v>7.3663282272927177E-2</c:v>
                </c:pt>
                <c:pt idx="1917">
                  <c:v>7.3663282272927177E-2</c:v>
                </c:pt>
                <c:pt idx="1918">
                  <c:v>7.3663282272927177E-2</c:v>
                </c:pt>
                <c:pt idx="1919">
                  <c:v>7.3663282272927177E-2</c:v>
                </c:pt>
                <c:pt idx="1920">
                  <c:v>7.3663282272927177E-2</c:v>
                </c:pt>
                <c:pt idx="1921">
                  <c:v>7.3663282272927177E-2</c:v>
                </c:pt>
                <c:pt idx="1922">
                  <c:v>7.3663282272927177E-2</c:v>
                </c:pt>
                <c:pt idx="1923">
                  <c:v>7.3663282272927177E-2</c:v>
                </c:pt>
                <c:pt idx="1924">
                  <c:v>7.3663282272927177E-2</c:v>
                </c:pt>
                <c:pt idx="1925">
                  <c:v>7.3663282272927177E-2</c:v>
                </c:pt>
                <c:pt idx="1926">
                  <c:v>7.3663282272927177E-2</c:v>
                </c:pt>
                <c:pt idx="1927">
                  <c:v>7.3663282272927177E-2</c:v>
                </c:pt>
                <c:pt idx="1928">
                  <c:v>7.3663282272927177E-2</c:v>
                </c:pt>
                <c:pt idx="1929">
                  <c:v>7.3663282272927177E-2</c:v>
                </c:pt>
                <c:pt idx="1930">
                  <c:v>7.3663282272927177E-2</c:v>
                </c:pt>
                <c:pt idx="1931">
                  <c:v>7.3663282272927177E-2</c:v>
                </c:pt>
                <c:pt idx="1932">
                  <c:v>7.3663282272927177E-2</c:v>
                </c:pt>
                <c:pt idx="1933">
                  <c:v>7.3663282272927177E-2</c:v>
                </c:pt>
                <c:pt idx="1934">
                  <c:v>7.3663282272927177E-2</c:v>
                </c:pt>
                <c:pt idx="1935">
                  <c:v>7.3663282272927177E-2</c:v>
                </c:pt>
                <c:pt idx="1936">
                  <c:v>7.3663282272927177E-2</c:v>
                </c:pt>
                <c:pt idx="1937">
                  <c:v>7.3663282272927177E-2</c:v>
                </c:pt>
                <c:pt idx="1938">
                  <c:v>7.3663282272927177E-2</c:v>
                </c:pt>
                <c:pt idx="1939">
                  <c:v>7.3663282272927177E-2</c:v>
                </c:pt>
                <c:pt idx="1940">
                  <c:v>7.3663282272927177E-2</c:v>
                </c:pt>
                <c:pt idx="1941">
                  <c:v>7.3663282272927177E-2</c:v>
                </c:pt>
                <c:pt idx="1942">
                  <c:v>7.3663282272927177E-2</c:v>
                </c:pt>
                <c:pt idx="1943">
                  <c:v>7.3663282272927177E-2</c:v>
                </c:pt>
                <c:pt idx="1944">
                  <c:v>7.3663282272927177E-2</c:v>
                </c:pt>
                <c:pt idx="1945">
                  <c:v>7.3663282272927177E-2</c:v>
                </c:pt>
                <c:pt idx="1946">
                  <c:v>7.3663282272927177E-2</c:v>
                </c:pt>
                <c:pt idx="1947">
                  <c:v>7.3663282272927177E-2</c:v>
                </c:pt>
                <c:pt idx="1948">
                  <c:v>7.3663282272927177E-2</c:v>
                </c:pt>
                <c:pt idx="1949">
                  <c:v>7.3663282272927177E-2</c:v>
                </c:pt>
                <c:pt idx="1950">
                  <c:v>7.3663282272927177E-2</c:v>
                </c:pt>
                <c:pt idx="1951">
                  <c:v>7.3663282272927177E-2</c:v>
                </c:pt>
                <c:pt idx="1952">
                  <c:v>7.3663282272927177E-2</c:v>
                </c:pt>
                <c:pt idx="1953">
                  <c:v>7.3663282272927177E-2</c:v>
                </c:pt>
                <c:pt idx="1954">
                  <c:v>7.3663282272927177E-2</c:v>
                </c:pt>
                <c:pt idx="1955">
                  <c:v>7.3663282272927177E-2</c:v>
                </c:pt>
                <c:pt idx="1956">
                  <c:v>7.3663282272927177E-2</c:v>
                </c:pt>
                <c:pt idx="1957">
                  <c:v>7.3663282272927177E-2</c:v>
                </c:pt>
                <c:pt idx="1958">
                  <c:v>7.3663282272927177E-2</c:v>
                </c:pt>
                <c:pt idx="1959">
                  <c:v>7.3663282272927177E-2</c:v>
                </c:pt>
                <c:pt idx="1960">
                  <c:v>7.3663282272927177E-2</c:v>
                </c:pt>
                <c:pt idx="1961">
                  <c:v>7.3663282272927177E-2</c:v>
                </c:pt>
                <c:pt idx="1962">
                  <c:v>7.3663282272927177E-2</c:v>
                </c:pt>
                <c:pt idx="1963">
                  <c:v>7.3663282272927177E-2</c:v>
                </c:pt>
                <c:pt idx="1964">
                  <c:v>7.3663282272927177E-2</c:v>
                </c:pt>
                <c:pt idx="1965">
                  <c:v>7.3663282272927177E-2</c:v>
                </c:pt>
                <c:pt idx="1966">
                  <c:v>7.3663282272927177E-2</c:v>
                </c:pt>
                <c:pt idx="1967">
                  <c:v>7.3663282272927177E-2</c:v>
                </c:pt>
                <c:pt idx="1968">
                  <c:v>7.3663282272927177E-2</c:v>
                </c:pt>
                <c:pt idx="1969">
                  <c:v>7.3663282272927177E-2</c:v>
                </c:pt>
                <c:pt idx="1970">
                  <c:v>7.3663282272927177E-2</c:v>
                </c:pt>
                <c:pt idx="1971">
                  <c:v>7.3663282272927177E-2</c:v>
                </c:pt>
                <c:pt idx="1972">
                  <c:v>7.3663282272927177E-2</c:v>
                </c:pt>
                <c:pt idx="1973">
                  <c:v>7.3663282272927177E-2</c:v>
                </c:pt>
                <c:pt idx="1974">
                  <c:v>7.3663282272927177E-2</c:v>
                </c:pt>
                <c:pt idx="1975">
                  <c:v>7.3663282272927177E-2</c:v>
                </c:pt>
                <c:pt idx="1976">
                  <c:v>7.3663282272927177E-2</c:v>
                </c:pt>
                <c:pt idx="1977">
                  <c:v>7.3663282272927177E-2</c:v>
                </c:pt>
                <c:pt idx="1978">
                  <c:v>7.3663282272927177E-2</c:v>
                </c:pt>
                <c:pt idx="1979">
                  <c:v>7.3663282272927177E-2</c:v>
                </c:pt>
                <c:pt idx="1980">
                  <c:v>7.3663282272927177E-2</c:v>
                </c:pt>
                <c:pt idx="1981">
                  <c:v>7.3663282272927177E-2</c:v>
                </c:pt>
                <c:pt idx="1982">
                  <c:v>7.3663282272927177E-2</c:v>
                </c:pt>
                <c:pt idx="1983">
                  <c:v>7.3663282272927177E-2</c:v>
                </c:pt>
                <c:pt idx="1984">
                  <c:v>7.3663282272927177E-2</c:v>
                </c:pt>
                <c:pt idx="1985">
                  <c:v>7.3663282272927177E-2</c:v>
                </c:pt>
                <c:pt idx="1986">
                  <c:v>7.3663282272927177E-2</c:v>
                </c:pt>
                <c:pt idx="1987">
                  <c:v>7.3663282272927177E-2</c:v>
                </c:pt>
                <c:pt idx="1988">
                  <c:v>7.3663282272927177E-2</c:v>
                </c:pt>
                <c:pt idx="1989">
                  <c:v>7.3663282272927177E-2</c:v>
                </c:pt>
                <c:pt idx="1990">
                  <c:v>7.3663282272927177E-2</c:v>
                </c:pt>
                <c:pt idx="1991">
                  <c:v>7.3663282272927177E-2</c:v>
                </c:pt>
                <c:pt idx="1992">
                  <c:v>7.3663282272927177E-2</c:v>
                </c:pt>
                <c:pt idx="1993">
                  <c:v>7.3663282272927177E-2</c:v>
                </c:pt>
                <c:pt idx="1994">
                  <c:v>7.3663282272927177E-2</c:v>
                </c:pt>
                <c:pt idx="1995">
                  <c:v>7.3663282272927177E-2</c:v>
                </c:pt>
                <c:pt idx="1996">
                  <c:v>7.3663282272927177E-2</c:v>
                </c:pt>
                <c:pt idx="1997">
                  <c:v>7.3663282272927177E-2</c:v>
                </c:pt>
                <c:pt idx="1998">
                  <c:v>7.3663282272927177E-2</c:v>
                </c:pt>
                <c:pt idx="1999">
                  <c:v>7.3663282272927177E-2</c:v>
                </c:pt>
                <c:pt idx="2000">
                  <c:v>7.3663282272927177E-2</c:v>
                </c:pt>
                <c:pt idx="2001">
                  <c:v>7.3663282272927177E-2</c:v>
                </c:pt>
                <c:pt idx="2002">
                  <c:v>7.3663282272927177E-2</c:v>
                </c:pt>
                <c:pt idx="2003">
                  <c:v>7.3663282272927177E-2</c:v>
                </c:pt>
                <c:pt idx="2004">
                  <c:v>7.3663282272927177E-2</c:v>
                </c:pt>
                <c:pt idx="2005">
                  <c:v>7.3663282272927177E-2</c:v>
                </c:pt>
                <c:pt idx="2006">
                  <c:v>7.3663282272927177E-2</c:v>
                </c:pt>
                <c:pt idx="2007">
                  <c:v>7.3663282272927177E-2</c:v>
                </c:pt>
                <c:pt idx="2008">
                  <c:v>7.3663282272927177E-2</c:v>
                </c:pt>
                <c:pt idx="2009">
                  <c:v>7.3663282272927177E-2</c:v>
                </c:pt>
                <c:pt idx="2010">
                  <c:v>7.3663282272927177E-2</c:v>
                </c:pt>
                <c:pt idx="2011">
                  <c:v>7.3663282272927177E-2</c:v>
                </c:pt>
                <c:pt idx="2012">
                  <c:v>7.3663282272927177E-2</c:v>
                </c:pt>
                <c:pt idx="2013">
                  <c:v>7.3663282272927177E-2</c:v>
                </c:pt>
                <c:pt idx="2014">
                  <c:v>7.3663282272927177E-2</c:v>
                </c:pt>
                <c:pt idx="2015">
                  <c:v>7.3663282272927177E-2</c:v>
                </c:pt>
                <c:pt idx="2016">
                  <c:v>7.3663282272927177E-2</c:v>
                </c:pt>
                <c:pt idx="2017">
                  <c:v>7.3663282272927177E-2</c:v>
                </c:pt>
                <c:pt idx="2018">
                  <c:v>7.3663282272927177E-2</c:v>
                </c:pt>
                <c:pt idx="2019">
                  <c:v>7.3663282272927177E-2</c:v>
                </c:pt>
                <c:pt idx="2020">
                  <c:v>7.3663282272927177E-2</c:v>
                </c:pt>
                <c:pt idx="2021">
                  <c:v>7.3663282272927177E-2</c:v>
                </c:pt>
                <c:pt idx="2022">
                  <c:v>7.3663282272927177E-2</c:v>
                </c:pt>
                <c:pt idx="2023">
                  <c:v>7.3663282272927177E-2</c:v>
                </c:pt>
                <c:pt idx="2024">
                  <c:v>7.3663282272927177E-2</c:v>
                </c:pt>
                <c:pt idx="2025">
                  <c:v>7.3663282272927177E-2</c:v>
                </c:pt>
                <c:pt idx="2026">
                  <c:v>7.3663282272927177E-2</c:v>
                </c:pt>
                <c:pt idx="2027">
                  <c:v>7.3663282272927177E-2</c:v>
                </c:pt>
                <c:pt idx="2028">
                  <c:v>7.3663282272927177E-2</c:v>
                </c:pt>
                <c:pt idx="2029">
                  <c:v>7.3663282272927177E-2</c:v>
                </c:pt>
                <c:pt idx="2030">
                  <c:v>7.3663282272927177E-2</c:v>
                </c:pt>
                <c:pt idx="2031">
                  <c:v>7.3663282272927177E-2</c:v>
                </c:pt>
                <c:pt idx="2032">
                  <c:v>7.3663282272927177E-2</c:v>
                </c:pt>
                <c:pt idx="2033">
                  <c:v>7.3663282272927177E-2</c:v>
                </c:pt>
                <c:pt idx="2034">
                  <c:v>7.3663282272927177E-2</c:v>
                </c:pt>
                <c:pt idx="2035">
                  <c:v>7.3663282272927177E-2</c:v>
                </c:pt>
                <c:pt idx="2036">
                  <c:v>7.3663282272927177E-2</c:v>
                </c:pt>
                <c:pt idx="2037">
                  <c:v>7.3663282272927177E-2</c:v>
                </c:pt>
                <c:pt idx="2038">
                  <c:v>7.3663282272927177E-2</c:v>
                </c:pt>
                <c:pt idx="2039">
                  <c:v>7.3663282272927177E-2</c:v>
                </c:pt>
                <c:pt idx="2040">
                  <c:v>7.3663282272927177E-2</c:v>
                </c:pt>
                <c:pt idx="2041">
                  <c:v>7.3663282272927177E-2</c:v>
                </c:pt>
                <c:pt idx="2042">
                  <c:v>7.3663282272927177E-2</c:v>
                </c:pt>
                <c:pt idx="2043">
                  <c:v>7.3663282272927177E-2</c:v>
                </c:pt>
                <c:pt idx="2044">
                  <c:v>7.3663282272927177E-2</c:v>
                </c:pt>
                <c:pt idx="2045">
                  <c:v>7.3663282272927177E-2</c:v>
                </c:pt>
                <c:pt idx="2046">
                  <c:v>7.3663282272927177E-2</c:v>
                </c:pt>
                <c:pt idx="2047">
                  <c:v>7.3663282272927177E-2</c:v>
                </c:pt>
                <c:pt idx="2048">
                  <c:v>7.3663282272927177E-2</c:v>
                </c:pt>
                <c:pt idx="2049">
                  <c:v>7.3663282272927177E-2</c:v>
                </c:pt>
                <c:pt idx="2050">
                  <c:v>7.3663282272927177E-2</c:v>
                </c:pt>
                <c:pt idx="2051">
                  <c:v>7.3663282272927177E-2</c:v>
                </c:pt>
                <c:pt idx="2052">
                  <c:v>7.3663282272927177E-2</c:v>
                </c:pt>
                <c:pt idx="2053">
                  <c:v>7.3663282272927177E-2</c:v>
                </c:pt>
                <c:pt idx="2054">
                  <c:v>7.3663282272927177E-2</c:v>
                </c:pt>
                <c:pt idx="2055">
                  <c:v>7.3663282272927177E-2</c:v>
                </c:pt>
                <c:pt idx="2056">
                  <c:v>7.3663282272927177E-2</c:v>
                </c:pt>
                <c:pt idx="2057">
                  <c:v>7.3663282272927177E-2</c:v>
                </c:pt>
                <c:pt idx="2058">
                  <c:v>7.3663282272927177E-2</c:v>
                </c:pt>
                <c:pt idx="2059">
                  <c:v>7.3663282272927177E-2</c:v>
                </c:pt>
                <c:pt idx="2060">
                  <c:v>7.3663282272927177E-2</c:v>
                </c:pt>
                <c:pt idx="2061">
                  <c:v>7.3663282272927177E-2</c:v>
                </c:pt>
                <c:pt idx="2062">
                  <c:v>7.3663282272927177E-2</c:v>
                </c:pt>
                <c:pt idx="2063">
                  <c:v>7.3663282272927177E-2</c:v>
                </c:pt>
                <c:pt idx="2064">
                  <c:v>7.3663282272927177E-2</c:v>
                </c:pt>
                <c:pt idx="2065">
                  <c:v>7.3663282272927177E-2</c:v>
                </c:pt>
                <c:pt idx="2066">
                  <c:v>7.3663282272927177E-2</c:v>
                </c:pt>
                <c:pt idx="2067">
                  <c:v>7.3663282272927177E-2</c:v>
                </c:pt>
                <c:pt idx="2068">
                  <c:v>7.3663282272927177E-2</c:v>
                </c:pt>
                <c:pt idx="2069">
                  <c:v>7.3663282272927177E-2</c:v>
                </c:pt>
                <c:pt idx="2070">
                  <c:v>7.3663282272927177E-2</c:v>
                </c:pt>
                <c:pt idx="2071">
                  <c:v>7.3663282272927177E-2</c:v>
                </c:pt>
                <c:pt idx="2072">
                  <c:v>7.3663282272927177E-2</c:v>
                </c:pt>
                <c:pt idx="2073">
                  <c:v>7.3663282272927177E-2</c:v>
                </c:pt>
                <c:pt idx="2074">
                  <c:v>7.3663282272927177E-2</c:v>
                </c:pt>
                <c:pt idx="2075">
                  <c:v>7.3663282272927177E-2</c:v>
                </c:pt>
                <c:pt idx="2076">
                  <c:v>7.3663282272927177E-2</c:v>
                </c:pt>
                <c:pt idx="2077">
                  <c:v>7.3663282272927177E-2</c:v>
                </c:pt>
                <c:pt idx="2078">
                  <c:v>7.3663282272927177E-2</c:v>
                </c:pt>
                <c:pt idx="2079">
                  <c:v>7.3663282272927177E-2</c:v>
                </c:pt>
                <c:pt idx="2080">
                  <c:v>7.3663282272927177E-2</c:v>
                </c:pt>
                <c:pt idx="2081">
                  <c:v>7.3663282272927177E-2</c:v>
                </c:pt>
                <c:pt idx="2082">
                  <c:v>7.3663282272927177E-2</c:v>
                </c:pt>
                <c:pt idx="2083">
                  <c:v>7.3663282272927177E-2</c:v>
                </c:pt>
                <c:pt idx="2084">
                  <c:v>7.3663282272927177E-2</c:v>
                </c:pt>
                <c:pt idx="2085">
                  <c:v>7.3663282272927177E-2</c:v>
                </c:pt>
                <c:pt idx="2086">
                  <c:v>7.3663282272927177E-2</c:v>
                </c:pt>
                <c:pt idx="2087">
                  <c:v>7.3663282272927177E-2</c:v>
                </c:pt>
                <c:pt idx="2088">
                  <c:v>7.3663282272927177E-2</c:v>
                </c:pt>
                <c:pt idx="2089">
                  <c:v>7.3663282272927177E-2</c:v>
                </c:pt>
                <c:pt idx="2090">
                  <c:v>7.3663282272927177E-2</c:v>
                </c:pt>
                <c:pt idx="2091">
                  <c:v>7.3663282272927177E-2</c:v>
                </c:pt>
                <c:pt idx="2092">
                  <c:v>7.3663282272927177E-2</c:v>
                </c:pt>
                <c:pt idx="2093">
                  <c:v>7.3663282272927177E-2</c:v>
                </c:pt>
                <c:pt idx="2094">
                  <c:v>7.3663282272927177E-2</c:v>
                </c:pt>
                <c:pt idx="2095">
                  <c:v>7.3663282272927177E-2</c:v>
                </c:pt>
                <c:pt idx="2096">
                  <c:v>7.3663282272927177E-2</c:v>
                </c:pt>
                <c:pt idx="2097">
                  <c:v>7.3663282272927177E-2</c:v>
                </c:pt>
                <c:pt idx="2098">
                  <c:v>7.3663282272927177E-2</c:v>
                </c:pt>
                <c:pt idx="2099">
                  <c:v>7.3663282272927177E-2</c:v>
                </c:pt>
                <c:pt idx="2100">
                  <c:v>7.3663282272927177E-2</c:v>
                </c:pt>
                <c:pt idx="2101">
                  <c:v>7.3663282272927177E-2</c:v>
                </c:pt>
                <c:pt idx="2102">
                  <c:v>7.3663282272927177E-2</c:v>
                </c:pt>
                <c:pt idx="2103">
                  <c:v>7.3663282272927177E-2</c:v>
                </c:pt>
                <c:pt idx="2104">
                  <c:v>7.3663282272927177E-2</c:v>
                </c:pt>
                <c:pt idx="2105">
                  <c:v>7.3663282272927177E-2</c:v>
                </c:pt>
                <c:pt idx="2106">
                  <c:v>7.3663282272927177E-2</c:v>
                </c:pt>
                <c:pt idx="2107">
                  <c:v>7.3663282272927177E-2</c:v>
                </c:pt>
                <c:pt idx="2108">
                  <c:v>7.3663282272927177E-2</c:v>
                </c:pt>
                <c:pt idx="2109">
                  <c:v>7.3663282272927177E-2</c:v>
                </c:pt>
                <c:pt idx="2110">
                  <c:v>7.3663282272927177E-2</c:v>
                </c:pt>
                <c:pt idx="2111">
                  <c:v>7.3663282272927177E-2</c:v>
                </c:pt>
                <c:pt idx="2112">
                  <c:v>7.3663282272927177E-2</c:v>
                </c:pt>
                <c:pt idx="2113">
                  <c:v>7.3663282272927177E-2</c:v>
                </c:pt>
                <c:pt idx="2114">
                  <c:v>7.3663282272927177E-2</c:v>
                </c:pt>
                <c:pt idx="2115">
                  <c:v>7.3663282272927177E-2</c:v>
                </c:pt>
                <c:pt idx="2116">
                  <c:v>7.3663282272927177E-2</c:v>
                </c:pt>
                <c:pt idx="2117">
                  <c:v>7.3663282272927177E-2</c:v>
                </c:pt>
                <c:pt idx="2118">
                  <c:v>7.3663282272927177E-2</c:v>
                </c:pt>
                <c:pt idx="2119">
                  <c:v>7.3663282272927177E-2</c:v>
                </c:pt>
                <c:pt idx="2120">
                  <c:v>7.3663282272927177E-2</c:v>
                </c:pt>
                <c:pt idx="2121">
                  <c:v>7.3663282272927177E-2</c:v>
                </c:pt>
                <c:pt idx="2122">
                  <c:v>7.3663282272927177E-2</c:v>
                </c:pt>
                <c:pt idx="2123">
                  <c:v>7.3663282272927177E-2</c:v>
                </c:pt>
                <c:pt idx="2124">
                  <c:v>7.3663282272927177E-2</c:v>
                </c:pt>
                <c:pt idx="2125">
                  <c:v>7.3663282272927177E-2</c:v>
                </c:pt>
                <c:pt idx="2126">
                  <c:v>7.3663282272927177E-2</c:v>
                </c:pt>
                <c:pt idx="2127">
                  <c:v>7.3663282272927177E-2</c:v>
                </c:pt>
                <c:pt idx="2128">
                  <c:v>7.3663282272927177E-2</c:v>
                </c:pt>
                <c:pt idx="2129">
                  <c:v>7.3663282272927177E-2</c:v>
                </c:pt>
                <c:pt idx="2130">
                  <c:v>7.3663282272927177E-2</c:v>
                </c:pt>
                <c:pt idx="2131">
                  <c:v>7.3663282272927177E-2</c:v>
                </c:pt>
                <c:pt idx="2132">
                  <c:v>7.3663282272927177E-2</c:v>
                </c:pt>
                <c:pt idx="2133">
                  <c:v>7.3663282272927177E-2</c:v>
                </c:pt>
                <c:pt idx="2134">
                  <c:v>7.3663282272927177E-2</c:v>
                </c:pt>
                <c:pt idx="2135">
                  <c:v>7.3663282272927177E-2</c:v>
                </c:pt>
                <c:pt idx="2136">
                  <c:v>7.3663282272927177E-2</c:v>
                </c:pt>
                <c:pt idx="2137">
                  <c:v>7.3663282272927177E-2</c:v>
                </c:pt>
                <c:pt idx="2138">
                  <c:v>7.3663282272927177E-2</c:v>
                </c:pt>
                <c:pt idx="2139">
                  <c:v>7.3663282272927177E-2</c:v>
                </c:pt>
                <c:pt idx="2140">
                  <c:v>7.3663282272927177E-2</c:v>
                </c:pt>
                <c:pt idx="2141">
                  <c:v>7.3663282272927177E-2</c:v>
                </c:pt>
                <c:pt idx="2142">
                  <c:v>7.3663282272927177E-2</c:v>
                </c:pt>
                <c:pt idx="2143">
                  <c:v>7.3663282272927177E-2</c:v>
                </c:pt>
                <c:pt idx="2144">
                  <c:v>7.3663282272927177E-2</c:v>
                </c:pt>
                <c:pt idx="2145">
                  <c:v>7.3663282272927177E-2</c:v>
                </c:pt>
                <c:pt idx="2146">
                  <c:v>7.3663282272927177E-2</c:v>
                </c:pt>
                <c:pt idx="2147">
                  <c:v>7.3663282272927177E-2</c:v>
                </c:pt>
                <c:pt idx="2148">
                  <c:v>7.3663282272927177E-2</c:v>
                </c:pt>
                <c:pt idx="2149">
                  <c:v>7.3663282272927177E-2</c:v>
                </c:pt>
                <c:pt idx="2150">
                  <c:v>7.3663282272927177E-2</c:v>
                </c:pt>
                <c:pt idx="2151">
                  <c:v>7.3663282272927177E-2</c:v>
                </c:pt>
                <c:pt idx="2152">
                  <c:v>7.3663282272927177E-2</c:v>
                </c:pt>
                <c:pt idx="2153">
                  <c:v>7.3663282272927177E-2</c:v>
                </c:pt>
                <c:pt idx="2154">
                  <c:v>7.3663282272927177E-2</c:v>
                </c:pt>
                <c:pt idx="2155">
                  <c:v>7.3663282272927177E-2</c:v>
                </c:pt>
                <c:pt idx="2156">
                  <c:v>7.3663282272927177E-2</c:v>
                </c:pt>
                <c:pt idx="2157">
                  <c:v>7.3663282272927177E-2</c:v>
                </c:pt>
                <c:pt idx="2158">
                  <c:v>7.3663282272927177E-2</c:v>
                </c:pt>
                <c:pt idx="2159">
                  <c:v>7.3663282272927177E-2</c:v>
                </c:pt>
                <c:pt idx="2160">
                  <c:v>7.3663282272927177E-2</c:v>
                </c:pt>
                <c:pt idx="2161">
                  <c:v>7.3663282272927177E-2</c:v>
                </c:pt>
                <c:pt idx="2162">
                  <c:v>7.3663282272927177E-2</c:v>
                </c:pt>
                <c:pt idx="2163">
                  <c:v>7.3663282272927177E-2</c:v>
                </c:pt>
                <c:pt idx="2164">
                  <c:v>7.3663282272927177E-2</c:v>
                </c:pt>
                <c:pt idx="2165">
                  <c:v>7.3663282272927177E-2</c:v>
                </c:pt>
                <c:pt idx="2166">
                  <c:v>7.3663282272927177E-2</c:v>
                </c:pt>
                <c:pt idx="2167">
                  <c:v>7.3663282272927177E-2</c:v>
                </c:pt>
                <c:pt idx="2168">
                  <c:v>7.3663282272927177E-2</c:v>
                </c:pt>
                <c:pt idx="2169">
                  <c:v>7.3663282272927177E-2</c:v>
                </c:pt>
                <c:pt idx="2170">
                  <c:v>7.3663282272927177E-2</c:v>
                </c:pt>
                <c:pt idx="2171">
                  <c:v>7.3663282272927177E-2</c:v>
                </c:pt>
                <c:pt idx="2172">
                  <c:v>7.3663282272927177E-2</c:v>
                </c:pt>
                <c:pt idx="2173">
                  <c:v>7.3663282272927177E-2</c:v>
                </c:pt>
                <c:pt idx="2174">
                  <c:v>7.3663282272927177E-2</c:v>
                </c:pt>
                <c:pt idx="2175">
                  <c:v>7.3663282272927177E-2</c:v>
                </c:pt>
                <c:pt idx="2176">
                  <c:v>7.3663282272927177E-2</c:v>
                </c:pt>
                <c:pt idx="2177">
                  <c:v>7.3663282272927177E-2</c:v>
                </c:pt>
                <c:pt idx="2178">
                  <c:v>7.3663282272927177E-2</c:v>
                </c:pt>
                <c:pt idx="2179">
                  <c:v>7.3663282272927177E-2</c:v>
                </c:pt>
                <c:pt idx="2180">
                  <c:v>7.3663282272927177E-2</c:v>
                </c:pt>
                <c:pt idx="2181">
                  <c:v>7.3663282272927177E-2</c:v>
                </c:pt>
                <c:pt idx="2182">
                  <c:v>7.3663282272927177E-2</c:v>
                </c:pt>
                <c:pt idx="2183">
                  <c:v>7.3663282272927177E-2</c:v>
                </c:pt>
                <c:pt idx="2184">
                  <c:v>7.3663282272927177E-2</c:v>
                </c:pt>
                <c:pt idx="2185">
                  <c:v>7.3663282272927177E-2</c:v>
                </c:pt>
                <c:pt idx="2186">
                  <c:v>7.3663282272927177E-2</c:v>
                </c:pt>
                <c:pt idx="2187">
                  <c:v>7.3663282272927177E-2</c:v>
                </c:pt>
                <c:pt idx="2188">
                  <c:v>7.3663282272927177E-2</c:v>
                </c:pt>
                <c:pt idx="2189">
                  <c:v>7.3663282272927177E-2</c:v>
                </c:pt>
                <c:pt idx="2190">
                  <c:v>7.3663282272927177E-2</c:v>
                </c:pt>
                <c:pt idx="2191">
                  <c:v>7.3663282272927177E-2</c:v>
                </c:pt>
                <c:pt idx="2192">
                  <c:v>7.3663282272927177E-2</c:v>
                </c:pt>
                <c:pt idx="2193">
                  <c:v>7.3663282272927177E-2</c:v>
                </c:pt>
                <c:pt idx="2194">
                  <c:v>7.3663282272927177E-2</c:v>
                </c:pt>
                <c:pt idx="2195">
                  <c:v>7.3663282272927177E-2</c:v>
                </c:pt>
                <c:pt idx="2196">
                  <c:v>7.3663282272927177E-2</c:v>
                </c:pt>
                <c:pt idx="2197">
                  <c:v>7.3663282272927177E-2</c:v>
                </c:pt>
                <c:pt idx="2198">
                  <c:v>7.3663282272927177E-2</c:v>
                </c:pt>
                <c:pt idx="2199">
                  <c:v>7.3663282272927177E-2</c:v>
                </c:pt>
                <c:pt idx="2200">
                  <c:v>7.3663282272927177E-2</c:v>
                </c:pt>
                <c:pt idx="2201">
                  <c:v>7.3663282272927177E-2</c:v>
                </c:pt>
                <c:pt idx="2202">
                  <c:v>7.3663282272927177E-2</c:v>
                </c:pt>
                <c:pt idx="2203">
                  <c:v>7.3663282272927177E-2</c:v>
                </c:pt>
                <c:pt idx="2204">
                  <c:v>7.3663282272927177E-2</c:v>
                </c:pt>
                <c:pt idx="2205">
                  <c:v>7.3663282272927177E-2</c:v>
                </c:pt>
                <c:pt idx="2206">
                  <c:v>7.3663282272927177E-2</c:v>
                </c:pt>
                <c:pt idx="2207">
                  <c:v>7.3663282272927177E-2</c:v>
                </c:pt>
                <c:pt idx="2208">
                  <c:v>7.3663282272927177E-2</c:v>
                </c:pt>
                <c:pt idx="2209">
                  <c:v>7.3663282272927177E-2</c:v>
                </c:pt>
                <c:pt idx="2210">
                  <c:v>7.3663282272927177E-2</c:v>
                </c:pt>
                <c:pt idx="2211">
                  <c:v>7.3663282272927177E-2</c:v>
                </c:pt>
                <c:pt idx="2212">
                  <c:v>7.3663282272927177E-2</c:v>
                </c:pt>
                <c:pt idx="2213">
                  <c:v>7.3663282272927177E-2</c:v>
                </c:pt>
                <c:pt idx="2214">
                  <c:v>7.3663282272927177E-2</c:v>
                </c:pt>
                <c:pt idx="2215">
                  <c:v>7.3663282272927177E-2</c:v>
                </c:pt>
                <c:pt idx="2216">
                  <c:v>7.3663282272927177E-2</c:v>
                </c:pt>
                <c:pt idx="2217">
                  <c:v>7.3663282272927177E-2</c:v>
                </c:pt>
                <c:pt idx="2218">
                  <c:v>7.3663282272927177E-2</c:v>
                </c:pt>
                <c:pt idx="2219">
                  <c:v>7.3663282272927177E-2</c:v>
                </c:pt>
                <c:pt idx="2220">
                  <c:v>7.3663282272927177E-2</c:v>
                </c:pt>
                <c:pt idx="2221">
                  <c:v>7.3663282272927177E-2</c:v>
                </c:pt>
                <c:pt idx="2222">
                  <c:v>7.3663282272927177E-2</c:v>
                </c:pt>
                <c:pt idx="2223">
                  <c:v>7.3663282272927177E-2</c:v>
                </c:pt>
                <c:pt idx="2224">
                  <c:v>7.3663282272927177E-2</c:v>
                </c:pt>
                <c:pt idx="2225">
                  <c:v>7.3663282272927177E-2</c:v>
                </c:pt>
                <c:pt idx="2226">
                  <c:v>7.3663282272927177E-2</c:v>
                </c:pt>
                <c:pt idx="2227">
                  <c:v>7.3663282272927177E-2</c:v>
                </c:pt>
                <c:pt idx="2228">
                  <c:v>7.3663282272927177E-2</c:v>
                </c:pt>
                <c:pt idx="2229">
                  <c:v>7.3663282272927177E-2</c:v>
                </c:pt>
                <c:pt idx="2230">
                  <c:v>7.3663282272927177E-2</c:v>
                </c:pt>
                <c:pt idx="2231">
                  <c:v>7.3663282272927177E-2</c:v>
                </c:pt>
                <c:pt idx="2232">
                  <c:v>7.3663282272927177E-2</c:v>
                </c:pt>
                <c:pt idx="2233">
                  <c:v>7.3663282272927177E-2</c:v>
                </c:pt>
                <c:pt idx="2234">
                  <c:v>7.3663282272927177E-2</c:v>
                </c:pt>
                <c:pt idx="2235">
                  <c:v>7.3663282272927177E-2</c:v>
                </c:pt>
                <c:pt idx="2236">
                  <c:v>7.3663282272927177E-2</c:v>
                </c:pt>
                <c:pt idx="2237">
                  <c:v>7.3663282272927177E-2</c:v>
                </c:pt>
                <c:pt idx="2238">
                  <c:v>7.3663282272927177E-2</c:v>
                </c:pt>
                <c:pt idx="2239">
                  <c:v>7.3663282272927177E-2</c:v>
                </c:pt>
                <c:pt idx="2240">
                  <c:v>7.3663282272927177E-2</c:v>
                </c:pt>
                <c:pt idx="2241">
                  <c:v>7.3663282272927177E-2</c:v>
                </c:pt>
                <c:pt idx="2242">
                  <c:v>7.3663282272927177E-2</c:v>
                </c:pt>
                <c:pt idx="2243">
                  <c:v>7.3663282272927177E-2</c:v>
                </c:pt>
                <c:pt idx="2244">
                  <c:v>7.3663282272927177E-2</c:v>
                </c:pt>
                <c:pt idx="2245">
                  <c:v>7.3663282272927177E-2</c:v>
                </c:pt>
                <c:pt idx="2246">
                  <c:v>7.3663282272927177E-2</c:v>
                </c:pt>
                <c:pt idx="2247">
                  <c:v>7.3663282272927177E-2</c:v>
                </c:pt>
                <c:pt idx="2248">
                  <c:v>7.3663282272927177E-2</c:v>
                </c:pt>
                <c:pt idx="2249">
                  <c:v>7.3663282272927177E-2</c:v>
                </c:pt>
                <c:pt idx="2250">
                  <c:v>7.3663282272927177E-2</c:v>
                </c:pt>
                <c:pt idx="2251">
                  <c:v>7.3663282272927177E-2</c:v>
                </c:pt>
                <c:pt idx="2252">
                  <c:v>7.3663282272927177E-2</c:v>
                </c:pt>
                <c:pt idx="2253">
                  <c:v>7.3663282272927177E-2</c:v>
                </c:pt>
                <c:pt idx="2254">
                  <c:v>7.3663282272927177E-2</c:v>
                </c:pt>
                <c:pt idx="2255">
                  <c:v>7.3663282272927177E-2</c:v>
                </c:pt>
                <c:pt idx="2256">
                  <c:v>7.3663282272927177E-2</c:v>
                </c:pt>
                <c:pt idx="2257">
                  <c:v>7.3663282272927177E-2</c:v>
                </c:pt>
                <c:pt idx="2258">
                  <c:v>7.3663282272927177E-2</c:v>
                </c:pt>
                <c:pt idx="2259">
                  <c:v>7.3663282272927177E-2</c:v>
                </c:pt>
                <c:pt idx="2260">
                  <c:v>7.3663282272927177E-2</c:v>
                </c:pt>
                <c:pt idx="2261">
                  <c:v>7.3663282272927177E-2</c:v>
                </c:pt>
                <c:pt idx="2262">
                  <c:v>7.3663282272927177E-2</c:v>
                </c:pt>
                <c:pt idx="2263">
                  <c:v>7.3663282272927177E-2</c:v>
                </c:pt>
                <c:pt idx="2264">
                  <c:v>7.3663282272927177E-2</c:v>
                </c:pt>
                <c:pt idx="2265">
                  <c:v>7.3663282272927177E-2</c:v>
                </c:pt>
                <c:pt idx="2266">
                  <c:v>7.3663282272927177E-2</c:v>
                </c:pt>
                <c:pt idx="2267">
                  <c:v>7.3663282272927177E-2</c:v>
                </c:pt>
                <c:pt idx="2268">
                  <c:v>7.3663282272927177E-2</c:v>
                </c:pt>
                <c:pt idx="2269">
                  <c:v>7.3663282272927177E-2</c:v>
                </c:pt>
                <c:pt idx="2270">
                  <c:v>7.3663282272927177E-2</c:v>
                </c:pt>
                <c:pt idx="2271">
                  <c:v>7.3663282272927177E-2</c:v>
                </c:pt>
                <c:pt idx="2272">
                  <c:v>7.3663282272927177E-2</c:v>
                </c:pt>
                <c:pt idx="2273">
                  <c:v>7.3663282272927177E-2</c:v>
                </c:pt>
                <c:pt idx="2274">
                  <c:v>7.3663282272927177E-2</c:v>
                </c:pt>
                <c:pt idx="2275">
                  <c:v>7.3663282272927177E-2</c:v>
                </c:pt>
                <c:pt idx="2276">
                  <c:v>7.3663282272927177E-2</c:v>
                </c:pt>
                <c:pt idx="2277">
                  <c:v>7.3663282272927177E-2</c:v>
                </c:pt>
                <c:pt idx="2278">
                  <c:v>7.3663282272927177E-2</c:v>
                </c:pt>
                <c:pt idx="2279">
                  <c:v>7.3663282272927177E-2</c:v>
                </c:pt>
                <c:pt idx="2280">
                  <c:v>7.3663282272927177E-2</c:v>
                </c:pt>
                <c:pt idx="2281">
                  <c:v>7.3663282272927177E-2</c:v>
                </c:pt>
                <c:pt idx="2282">
                  <c:v>7.3663282272927177E-2</c:v>
                </c:pt>
                <c:pt idx="2283">
                  <c:v>7.3663282272927177E-2</c:v>
                </c:pt>
                <c:pt idx="2284">
                  <c:v>7.3663282272927177E-2</c:v>
                </c:pt>
                <c:pt idx="2285">
                  <c:v>7.3663282272927177E-2</c:v>
                </c:pt>
                <c:pt idx="2286">
                  <c:v>7.3663282272927177E-2</c:v>
                </c:pt>
                <c:pt idx="2287">
                  <c:v>7.3663282272927177E-2</c:v>
                </c:pt>
                <c:pt idx="2288">
                  <c:v>7.3663282272927177E-2</c:v>
                </c:pt>
                <c:pt idx="2289">
                  <c:v>7.3663282272927177E-2</c:v>
                </c:pt>
                <c:pt idx="2290">
                  <c:v>7.3663282272927177E-2</c:v>
                </c:pt>
                <c:pt idx="2291">
                  <c:v>7.3663282272927177E-2</c:v>
                </c:pt>
                <c:pt idx="2292">
                  <c:v>7.3663282272927177E-2</c:v>
                </c:pt>
                <c:pt idx="2293">
                  <c:v>7.3663282272927177E-2</c:v>
                </c:pt>
                <c:pt idx="2294">
                  <c:v>7.3663282272927177E-2</c:v>
                </c:pt>
                <c:pt idx="2295">
                  <c:v>7.3663282272927177E-2</c:v>
                </c:pt>
                <c:pt idx="2296">
                  <c:v>7.3663282272927177E-2</c:v>
                </c:pt>
                <c:pt idx="2297">
                  <c:v>7.3663282272927177E-2</c:v>
                </c:pt>
                <c:pt idx="2298">
                  <c:v>7.3663282272927177E-2</c:v>
                </c:pt>
                <c:pt idx="2299">
                  <c:v>7.3663282272927177E-2</c:v>
                </c:pt>
                <c:pt idx="2300">
                  <c:v>7.3663282272927177E-2</c:v>
                </c:pt>
                <c:pt idx="2301">
                  <c:v>7.3663282272927177E-2</c:v>
                </c:pt>
                <c:pt idx="2302">
                  <c:v>7.3663282272927177E-2</c:v>
                </c:pt>
                <c:pt idx="2303">
                  <c:v>7.3663282272927177E-2</c:v>
                </c:pt>
                <c:pt idx="2304">
                  <c:v>7.3663282272927177E-2</c:v>
                </c:pt>
                <c:pt idx="2305">
                  <c:v>7.3663282272927177E-2</c:v>
                </c:pt>
                <c:pt idx="2306">
                  <c:v>7.3663282272927177E-2</c:v>
                </c:pt>
                <c:pt idx="2307">
                  <c:v>7.3663282272927177E-2</c:v>
                </c:pt>
                <c:pt idx="2308">
                  <c:v>7.3663282272927177E-2</c:v>
                </c:pt>
                <c:pt idx="2309">
                  <c:v>7.3663282272927177E-2</c:v>
                </c:pt>
                <c:pt idx="2310">
                  <c:v>7.3663282272927177E-2</c:v>
                </c:pt>
                <c:pt idx="2311">
                  <c:v>7.3663282272927177E-2</c:v>
                </c:pt>
                <c:pt idx="2312">
                  <c:v>7.3663282272927177E-2</c:v>
                </c:pt>
                <c:pt idx="2313">
                  <c:v>7.3663282272927177E-2</c:v>
                </c:pt>
                <c:pt idx="2314">
                  <c:v>7.3663282272927177E-2</c:v>
                </c:pt>
                <c:pt idx="2315">
                  <c:v>7.3663282272927177E-2</c:v>
                </c:pt>
                <c:pt idx="2316">
                  <c:v>7.3663282272927177E-2</c:v>
                </c:pt>
                <c:pt idx="2317">
                  <c:v>7.3663282272927177E-2</c:v>
                </c:pt>
                <c:pt idx="2318">
                  <c:v>7.3663282272927177E-2</c:v>
                </c:pt>
                <c:pt idx="2319">
                  <c:v>7.3663282272927177E-2</c:v>
                </c:pt>
                <c:pt idx="2320">
                  <c:v>7.3663282272927177E-2</c:v>
                </c:pt>
                <c:pt idx="2321">
                  <c:v>7.3663282272927177E-2</c:v>
                </c:pt>
                <c:pt idx="2322">
                  <c:v>7.3663282272927177E-2</c:v>
                </c:pt>
                <c:pt idx="2323">
                  <c:v>7.3663282272927177E-2</c:v>
                </c:pt>
                <c:pt idx="2324">
                  <c:v>7.3663282272927177E-2</c:v>
                </c:pt>
                <c:pt idx="2325">
                  <c:v>7.3663282272927177E-2</c:v>
                </c:pt>
                <c:pt idx="2326">
                  <c:v>7.3663282272927177E-2</c:v>
                </c:pt>
                <c:pt idx="2327">
                  <c:v>7.3663282272927177E-2</c:v>
                </c:pt>
                <c:pt idx="2328">
                  <c:v>7.3663282272927177E-2</c:v>
                </c:pt>
                <c:pt idx="2329">
                  <c:v>7.3663282272927177E-2</c:v>
                </c:pt>
                <c:pt idx="2330">
                  <c:v>7.3663282272927177E-2</c:v>
                </c:pt>
                <c:pt idx="2331">
                  <c:v>7.3663282272927177E-2</c:v>
                </c:pt>
                <c:pt idx="2332">
                  <c:v>7.3663282272927177E-2</c:v>
                </c:pt>
                <c:pt idx="2333">
                  <c:v>7.3663282272927177E-2</c:v>
                </c:pt>
                <c:pt idx="2334">
                  <c:v>7.3663282272927177E-2</c:v>
                </c:pt>
                <c:pt idx="2335">
                  <c:v>7.3663282272927177E-2</c:v>
                </c:pt>
                <c:pt idx="2336">
                  <c:v>7.3663282272927177E-2</c:v>
                </c:pt>
                <c:pt idx="2337">
                  <c:v>7.3663282272927177E-2</c:v>
                </c:pt>
                <c:pt idx="2338">
                  <c:v>7.3663282272927177E-2</c:v>
                </c:pt>
                <c:pt idx="2339">
                  <c:v>7.3663282272927177E-2</c:v>
                </c:pt>
                <c:pt idx="2340">
                  <c:v>7.3663282272927177E-2</c:v>
                </c:pt>
                <c:pt idx="2341">
                  <c:v>7.3663282272927177E-2</c:v>
                </c:pt>
                <c:pt idx="2342">
                  <c:v>7.3663282272927177E-2</c:v>
                </c:pt>
                <c:pt idx="2343">
                  <c:v>7.3663282272927177E-2</c:v>
                </c:pt>
                <c:pt idx="2344">
                  <c:v>7.3663282272927177E-2</c:v>
                </c:pt>
                <c:pt idx="2345">
                  <c:v>7.3663282272927177E-2</c:v>
                </c:pt>
                <c:pt idx="2346">
                  <c:v>7.3663282272927177E-2</c:v>
                </c:pt>
                <c:pt idx="2347">
                  <c:v>7.3663282272927177E-2</c:v>
                </c:pt>
                <c:pt idx="2348">
                  <c:v>7.3663282272927177E-2</c:v>
                </c:pt>
                <c:pt idx="2349">
                  <c:v>7.3663282272927177E-2</c:v>
                </c:pt>
                <c:pt idx="2350">
                  <c:v>7.3663282272927177E-2</c:v>
                </c:pt>
                <c:pt idx="2351">
                  <c:v>7.3663282272927177E-2</c:v>
                </c:pt>
                <c:pt idx="2352">
                  <c:v>7.3663282272927177E-2</c:v>
                </c:pt>
                <c:pt idx="2353">
                  <c:v>7.3663282272927177E-2</c:v>
                </c:pt>
                <c:pt idx="2354">
                  <c:v>7.3663282272927177E-2</c:v>
                </c:pt>
                <c:pt idx="2355">
                  <c:v>7.3663282272927177E-2</c:v>
                </c:pt>
                <c:pt idx="2356">
                  <c:v>7.3663282272927177E-2</c:v>
                </c:pt>
                <c:pt idx="2357">
                  <c:v>7.3663282272927177E-2</c:v>
                </c:pt>
                <c:pt idx="2358">
                  <c:v>7.3663282272927177E-2</c:v>
                </c:pt>
                <c:pt idx="2359">
                  <c:v>7.3663282272927177E-2</c:v>
                </c:pt>
                <c:pt idx="2360">
                  <c:v>7.3663282272927177E-2</c:v>
                </c:pt>
                <c:pt idx="2361">
                  <c:v>7.3663282272927177E-2</c:v>
                </c:pt>
                <c:pt idx="2362">
                  <c:v>7.3663282272927177E-2</c:v>
                </c:pt>
                <c:pt idx="2363">
                  <c:v>7.3663282272927177E-2</c:v>
                </c:pt>
                <c:pt idx="2364">
                  <c:v>7.3663282272927177E-2</c:v>
                </c:pt>
                <c:pt idx="2365">
                  <c:v>7.3663282272927177E-2</c:v>
                </c:pt>
                <c:pt idx="2366">
                  <c:v>7.3663282272927177E-2</c:v>
                </c:pt>
                <c:pt idx="2367">
                  <c:v>7.3663282272927177E-2</c:v>
                </c:pt>
                <c:pt idx="2368">
                  <c:v>7.3663282272927177E-2</c:v>
                </c:pt>
                <c:pt idx="2369">
                  <c:v>7.3663282272927177E-2</c:v>
                </c:pt>
                <c:pt idx="2370">
                  <c:v>7.3663282272927177E-2</c:v>
                </c:pt>
                <c:pt idx="2371">
                  <c:v>7.3663282272927177E-2</c:v>
                </c:pt>
                <c:pt idx="2372">
                  <c:v>7.3663282272927177E-2</c:v>
                </c:pt>
                <c:pt idx="2373">
                  <c:v>7.3663282272927177E-2</c:v>
                </c:pt>
                <c:pt idx="2374">
                  <c:v>7.3663282272927177E-2</c:v>
                </c:pt>
                <c:pt idx="2375">
                  <c:v>7.3663282272927177E-2</c:v>
                </c:pt>
                <c:pt idx="2376">
                  <c:v>7.3663282272927177E-2</c:v>
                </c:pt>
                <c:pt idx="2377">
                  <c:v>7.3663282272927177E-2</c:v>
                </c:pt>
                <c:pt idx="2378">
                  <c:v>7.3663282272927177E-2</c:v>
                </c:pt>
                <c:pt idx="2379">
                  <c:v>7.3663282272927177E-2</c:v>
                </c:pt>
                <c:pt idx="2380">
                  <c:v>7.3663282272927177E-2</c:v>
                </c:pt>
                <c:pt idx="2381">
                  <c:v>7.3663282272927177E-2</c:v>
                </c:pt>
                <c:pt idx="2382">
                  <c:v>7.3663282272927177E-2</c:v>
                </c:pt>
                <c:pt idx="2383">
                  <c:v>7.3663282272927177E-2</c:v>
                </c:pt>
                <c:pt idx="2384">
                  <c:v>7.3663282272927177E-2</c:v>
                </c:pt>
                <c:pt idx="2385">
                  <c:v>7.3663282272927177E-2</c:v>
                </c:pt>
                <c:pt idx="2386">
                  <c:v>7.3663282272927177E-2</c:v>
                </c:pt>
                <c:pt idx="2387">
                  <c:v>7.3663282272927177E-2</c:v>
                </c:pt>
                <c:pt idx="2388">
                  <c:v>7.3663282272927177E-2</c:v>
                </c:pt>
                <c:pt idx="2389">
                  <c:v>7.3663282272927177E-2</c:v>
                </c:pt>
                <c:pt idx="2390">
                  <c:v>7.3663282272927177E-2</c:v>
                </c:pt>
                <c:pt idx="2391">
                  <c:v>7.3663282272927177E-2</c:v>
                </c:pt>
                <c:pt idx="2392">
                  <c:v>7.3663282272927177E-2</c:v>
                </c:pt>
                <c:pt idx="2393">
                  <c:v>7.3663282272927177E-2</c:v>
                </c:pt>
                <c:pt idx="2394">
                  <c:v>7.3663282272927177E-2</c:v>
                </c:pt>
                <c:pt idx="2395">
                  <c:v>7.3663282272927177E-2</c:v>
                </c:pt>
                <c:pt idx="2396">
                  <c:v>7.3663282272927177E-2</c:v>
                </c:pt>
                <c:pt idx="2397">
                  <c:v>7.3663282272927177E-2</c:v>
                </c:pt>
                <c:pt idx="2398">
                  <c:v>7.3663282272927177E-2</c:v>
                </c:pt>
                <c:pt idx="2399">
                  <c:v>7.3663282272927177E-2</c:v>
                </c:pt>
                <c:pt idx="2400">
                  <c:v>7.3663282272927177E-2</c:v>
                </c:pt>
                <c:pt idx="2401">
                  <c:v>7.3663282272927177E-2</c:v>
                </c:pt>
                <c:pt idx="2402">
                  <c:v>7.3663282272927177E-2</c:v>
                </c:pt>
                <c:pt idx="2403">
                  <c:v>7.3663282272927177E-2</c:v>
                </c:pt>
                <c:pt idx="2404">
                  <c:v>7.3663282272927177E-2</c:v>
                </c:pt>
                <c:pt idx="2405">
                  <c:v>7.3663282272927177E-2</c:v>
                </c:pt>
                <c:pt idx="2406">
                  <c:v>7.3663282272927177E-2</c:v>
                </c:pt>
                <c:pt idx="2407">
                  <c:v>7.3663282272927177E-2</c:v>
                </c:pt>
                <c:pt idx="2408">
                  <c:v>7.3663282272927177E-2</c:v>
                </c:pt>
                <c:pt idx="2409">
                  <c:v>7.3663282272927177E-2</c:v>
                </c:pt>
                <c:pt idx="2410">
                  <c:v>7.3663282272927177E-2</c:v>
                </c:pt>
                <c:pt idx="2411">
                  <c:v>7.3663282272927177E-2</c:v>
                </c:pt>
                <c:pt idx="2412">
                  <c:v>7.3663282272927177E-2</c:v>
                </c:pt>
                <c:pt idx="2413">
                  <c:v>7.3663282272927177E-2</c:v>
                </c:pt>
                <c:pt idx="2414">
                  <c:v>7.3663282272927177E-2</c:v>
                </c:pt>
                <c:pt idx="2415">
                  <c:v>7.3663282272927177E-2</c:v>
                </c:pt>
                <c:pt idx="2416">
                  <c:v>7.3663282272927177E-2</c:v>
                </c:pt>
                <c:pt idx="2417">
                  <c:v>7.3663282272927177E-2</c:v>
                </c:pt>
                <c:pt idx="2418">
                  <c:v>7.3663282272927177E-2</c:v>
                </c:pt>
                <c:pt idx="2419">
                  <c:v>7.3663282272927177E-2</c:v>
                </c:pt>
                <c:pt idx="2420">
                  <c:v>7.3663282272927177E-2</c:v>
                </c:pt>
                <c:pt idx="2421">
                  <c:v>7.3663282272927177E-2</c:v>
                </c:pt>
                <c:pt idx="2422">
                  <c:v>7.3663282272927177E-2</c:v>
                </c:pt>
                <c:pt idx="2423">
                  <c:v>7.3663282272927177E-2</c:v>
                </c:pt>
                <c:pt idx="2424">
                  <c:v>7.3663282272927177E-2</c:v>
                </c:pt>
                <c:pt idx="2425">
                  <c:v>7.3663282272927177E-2</c:v>
                </c:pt>
                <c:pt idx="2426">
                  <c:v>7.3663282272927177E-2</c:v>
                </c:pt>
                <c:pt idx="2427">
                  <c:v>7.3663282272927177E-2</c:v>
                </c:pt>
                <c:pt idx="2428">
                  <c:v>7.3663282272927177E-2</c:v>
                </c:pt>
                <c:pt idx="2429">
                  <c:v>7.3663282272927177E-2</c:v>
                </c:pt>
                <c:pt idx="2430">
                  <c:v>7.3663282272927177E-2</c:v>
                </c:pt>
                <c:pt idx="2431">
                  <c:v>7.3663282272927177E-2</c:v>
                </c:pt>
                <c:pt idx="2432">
                  <c:v>7.3663282272927177E-2</c:v>
                </c:pt>
                <c:pt idx="2433">
                  <c:v>7.3663282272927177E-2</c:v>
                </c:pt>
                <c:pt idx="2434">
                  <c:v>7.3663282272927177E-2</c:v>
                </c:pt>
                <c:pt idx="2435">
                  <c:v>7.3663282272927177E-2</c:v>
                </c:pt>
                <c:pt idx="2436">
                  <c:v>7.3663282272927177E-2</c:v>
                </c:pt>
                <c:pt idx="2437">
                  <c:v>7.3663282272927177E-2</c:v>
                </c:pt>
                <c:pt idx="2438">
                  <c:v>7.3663282272927177E-2</c:v>
                </c:pt>
                <c:pt idx="2439">
                  <c:v>7.3663282272927177E-2</c:v>
                </c:pt>
                <c:pt idx="2440">
                  <c:v>7.3663282272927177E-2</c:v>
                </c:pt>
                <c:pt idx="2441">
                  <c:v>7.3663282272927177E-2</c:v>
                </c:pt>
                <c:pt idx="2442">
                  <c:v>7.3663282272927177E-2</c:v>
                </c:pt>
                <c:pt idx="2443">
                  <c:v>7.3663282272927177E-2</c:v>
                </c:pt>
                <c:pt idx="2444">
                  <c:v>7.3663282272927177E-2</c:v>
                </c:pt>
                <c:pt idx="2445">
                  <c:v>7.3663282272927177E-2</c:v>
                </c:pt>
                <c:pt idx="2446">
                  <c:v>7.3663282272927177E-2</c:v>
                </c:pt>
                <c:pt idx="2447">
                  <c:v>7.3663282272927177E-2</c:v>
                </c:pt>
                <c:pt idx="2448">
                  <c:v>7.3663282272927177E-2</c:v>
                </c:pt>
                <c:pt idx="2449">
                  <c:v>7.3663282272927177E-2</c:v>
                </c:pt>
                <c:pt idx="2450">
                  <c:v>7.3663282272927177E-2</c:v>
                </c:pt>
                <c:pt idx="2451">
                  <c:v>7.3663282272927177E-2</c:v>
                </c:pt>
                <c:pt idx="2452">
                  <c:v>7.3663282272927177E-2</c:v>
                </c:pt>
                <c:pt idx="2453">
                  <c:v>7.3663282272927177E-2</c:v>
                </c:pt>
                <c:pt idx="2454">
                  <c:v>7.3663282272927177E-2</c:v>
                </c:pt>
                <c:pt idx="2455">
                  <c:v>7.3663282272927177E-2</c:v>
                </c:pt>
                <c:pt idx="2456">
                  <c:v>7.3663282272927177E-2</c:v>
                </c:pt>
                <c:pt idx="2457">
                  <c:v>7.3663282272927177E-2</c:v>
                </c:pt>
                <c:pt idx="2458">
                  <c:v>7.3663282272927177E-2</c:v>
                </c:pt>
                <c:pt idx="2459">
                  <c:v>7.3663282272927177E-2</c:v>
                </c:pt>
                <c:pt idx="2460">
                  <c:v>7.3663282272927177E-2</c:v>
                </c:pt>
                <c:pt idx="2461">
                  <c:v>7.3663282272927177E-2</c:v>
                </c:pt>
                <c:pt idx="2462">
                  <c:v>7.3663282272927177E-2</c:v>
                </c:pt>
                <c:pt idx="2463">
                  <c:v>7.3663282272927177E-2</c:v>
                </c:pt>
                <c:pt idx="2464">
                  <c:v>7.3663282272927177E-2</c:v>
                </c:pt>
                <c:pt idx="2465">
                  <c:v>7.3663282272927177E-2</c:v>
                </c:pt>
                <c:pt idx="2466">
                  <c:v>7.3663282272927177E-2</c:v>
                </c:pt>
                <c:pt idx="2467">
                  <c:v>7.3663282272927177E-2</c:v>
                </c:pt>
                <c:pt idx="2468">
                  <c:v>7.3663282272927177E-2</c:v>
                </c:pt>
                <c:pt idx="2469">
                  <c:v>7.3663282272927177E-2</c:v>
                </c:pt>
                <c:pt idx="2470">
                  <c:v>7.3663282272927177E-2</c:v>
                </c:pt>
                <c:pt idx="2471">
                  <c:v>7.3663282272927177E-2</c:v>
                </c:pt>
                <c:pt idx="2472">
                  <c:v>7.3663282272927177E-2</c:v>
                </c:pt>
                <c:pt idx="2473">
                  <c:v>7.3663282272927177E-2</c:v>
                </c:pt>
                <c:pt idx="2474">
                  <c:v>7.3663282272927177E-2</c:v>
                </c:pt>
                <c:pt idx="2475">
                  <c:v>7.3663282272927177E-2</c:v>
                </c:pt>
                <c:pt idx="2476">
                  <c:v>7.3663282272927177E-2</c:v>
                </c:pt>
                <c:pt idx="2477">
                  <c:v>7.3663282272927177E-2</c:v>
                </c:pt>
                <c:pt idx="2478">
                  <c:v>7.3663282272927177E-2</c:v>
                </c:pt>
                <c:pt idx="2479">
                  <c:v>7.3663282272927177E-2</c:v>
                </c:pt>
                <c:pt idx="2480">
                  <c:v>7.3663282272927177E-2</c:v>
                </c:pt>
                <c:pt idx="2481">
                  <c:v>7.3663282272927177E-2</c:v>
                </c:pt>
                <c:pt idx="2482">
                  <c:v>7.3663282272927177E-2</c:v>
                </c:pt>
                <c:pt idx="2483">
                  <c:v>7.3663282272927177E-2</c:v>
                </c:pt>
                <c:pt idx="2484">
                  <c:v>7.3663282272927177E-2</c:v>
                </c:pt>
                <c:pt idx="2485">
                  <c:v>7.3663282272927177E-2</c:v>
                </c:pt>
                <c:pt idx="2486">
                  <c:v>7.3663282272927177E-2</c:v>
                </c:pt>
                <c:pt idx="2487">
                  <c:v>7.3663282272927177E-2</c:v>
                </c:pt>
                <c:pt idx="2488">
                  <c:v>7.3663282272927177E-2</c:v>
                </c:pt>
                <c:pt idx="2489">
                  <c:v>7.3663282272927177E-2</c:v>
                </c:pt>
                <c:pt idx="2490">
                  <c:v>7.3663282272927177E-2</c:v>
                </c:pt>
                <c:pt idx="2491">
                  <c:v>7.3663282272927177E-2</c:v>
                </c:pt>
                <c:pt idx="2492">
                  <c:v>7.3663282272927177E-2</c:v>
                </c:pt>
                <c:pt idx="2493">
                  <c:v>7.3663282272927177E-2</c:v>
                </c:pt>
                <c:pt idx="2494">
                  <c:v>7.3663282272927177E-2</c:v>
                </c:pt>
                <c:pt idx="2495">
                  <c:v>7.3663282272927177E-2</c:v>
                </c:pt>
                <c:pt idx="2496">
                  <c:v>7.3663282272927177E-2</c:v>
                </c:pt>
                <c:pt idx="2497">
                  <c:v>7.3663282272927177E-2</c:v>
                </c:pt>
                <c:pt idx="2498">
                  <c:v>7.3663282272927177E-2</c:v>
                </c:pt>
                <c:pt idx="2499">
                  <c:v>7.3663282272927177E-2</c:v>
                </c:pt>
                <c:pt idx="2500">
                  <c:v>7.3663282272927177E-2</c:v>
                </c:pt>
                <c:pt idx="2501">
                  <c:v>7.3663282272927177E-2</c:v>
                </c:pt>
                <c:pt idx="2502">
                  <c:v>7.3663282272927177E-2</c:v>
                </c:pt>
                <c:pt idx="2503">
                  <c:v>7.3663282272927177E-2</c:v>
                </c:pt>
                <c:pt idx="2504">
                  <c:v>7.3663282272927177E-2</c:v>
                </c:pt>
                <c:pt idx="2505">
                  <c:v>7.3663282272927177E-2</c:v>
                </c:pt>
                <c:pt idx="2506">
                  <c:v>7.3663282272927177E-2</c:v>
                </c:pt>
                <c:pt idx="2507">
                  <c:v>7.3663282272927177E-2</c:v>
                </c:pt>
                <c:pt idx="2508">
                  <c:v>7.3663282272927177E-2</c:v>
                </c:pt>
                <c:pt idx="2509">
                  <c:v>7.3663282272927177E-2</c:v>
                </c:pt>
                <c:pt idx="2510">
                  <c:v>7.3663282272927177E-2</c:v>
                </c:pt>
                <c:pt idx="2511">
                  <c:v>7.3663282272927177E-2</c:v>
                </c:pt>
                <c:pt idx="2512">
                  <c:v>7.3663282272927177E-2</c:v>
                </c:pt>
                <c:pt idx="2513">
                  <c:v>7.3663282272927177E-2</c:v>
                </c:pt>
                <c:pt idx="2514">
                  <c:v>7.3663282272927177E-2</c:v>
                </c:pt>
                <c:pt idx="2515">
                  <c:v>7.3663282272927177E-2</c:v>
                </c:pt>
                <c:pt idx="2516">
                  <c:v>7.3663282272927177E-2</c:v>
                </c:pt>
                <c:pt idx="2517">
                  <c:v>7.3663282272927177E-2</c:v>
                </c:pt>
                <c:pt idx="2518">
                  <c:v>7.3663282272927177E-2</c:v>
                </c:pt>
                <c:pt idx="2519">
                  <c:v>7.3663282272927177E-2</c:v>
                </c:pt>
                <c:pt idx="2520">
                  <c:v>7.3663282272927177E-2</c:v>
                </c:pt>
                <c:pt idx="2521">
                  <c:v>7.3663282272927177E-2</c:v>
                </c:pt>
                <c:pt idx="2522">
                  <c:v>7.3663282272927177E-2</c:v>
                </c:pt>
                <c:pt idx="2523">
                  <c:v>7.3663282272927177E-2</c:v>
                </c:pt>
                <c:pt idx="2524">
                  <c:v>7.3663282272927177E-2</c:v>
                </c:pt>
                <c:pt idx="2525">
                  <c:v>7.3663282272927177E-2</c:v>
                </c:pt>
                <c:pt idx="2526">
                  <c:v>7.3663282272927177E-2</c:v>
                </c:pt>
                <c:pt idx="2527">
                  <c:v>7.3663282272927177E-2</c:v>
                </c:pt>
                <c:pt idx="2528">
                  <c:v>7.3663282272927177E-2</c:v>
                </c:pt>
                <c:pt idx="2529">
                  <c:v>7.3663282272927177E-2</c:v>
                </c:pt>
                <c:pt idx="2530">
                  <c:v>7.3663282272927177E-2</c:v>
                </c:pt>
                <c:pt idx="2531">
                  <c:v>7.3663282272927177E-2</c:v>
                </c:pt>
                <c:pt idx="2532">
                  <c:v>7.3663282272927177E-2</c:v>
                </c:pt>
                <c:pt idx="2533">
                  <c:v>7.3663282272927177E-2</c:v>
                </c:pt>
                <c:pt idx="2534">
                  <c:v>7.3663282272927177E-2</c:v>
                </c:pt>
                <c:pt idx="2535">
                  <c:v>7.3663282272927177E-2</c:v>
                </c:pt>
                <c:pt idx="2536">
                  <c:v>7.3663282272927177E-2</c:v>
                </c:pt>
                <c:pt idx="2537">
                  <c:v>7.3663282272927177E-2</c:v>
                </c:pt>
                <c:pt idx="2538">
                  <c:v>7.3663282272927177E-2</c:v>
                </c:pt>
                <c:pt idx="2539">
                  <c:v>7.3663282272927177E-2</c:v>
                </c:pt>
                <c:pt idx="2540">
                  <c:v>7.3663282272927177E-2</c:v>
                </c:pt>
                <c:pt idx="2541">
                  <c:v>7.3663282272927177E-2</c:v>
                </c:pt>
                <c:pt idx="2542">
                  <c:v>7.3663282272927177E-2</c:v>
                </c:pt>
                <c:pt idx="2543">
                  <c:v>7.3663282272927177E-2</c:v>
                </c:pt>
                <c:pt idx="2544">
                  <c:v>7.3663282272927177E-2</c:v>
                </c:pt>
                <c:pt idx="2545">
                  <c:v>7.3663282272927177E-2</c:v>
                </c:pt>
                <c:pt idx="2546">
                  <c:v>7.3663282272927177E-2</c:v>
                </c:pt>
                <c:pt idx="2547">
                  <c:v>7.3663282272927177E-2</c:v>
                </c:pt>
                <c:pt idx="2548">
                  <c:v>7.3663282272927177E-2</c:v>
                </c:pt>
                <c:pt idx="2549">
                  <c:v>7.3663282272927177E-2</c:v>
                </c:pt>
                <c:pt idx="2550">
                  <c:v>7.3663282272927177E-2</c:v>
                </c:pt>
                <c:pt idx="2551">
                  <c:v>7.3663282272927177E-2</c:v>
                </c:pt>
                <c:pt idx="2552">
                  <c:v>7.3663282272927177E-2</c:v>
                </c:pt>
                <c:pt idx="2553">
                  <c:v>7.3663282272927177E-2</c:v>
                </c:pt>
                <c:pt idx="2554">
                  <c:v>7.3663282272927177E-2</c:v>
                </c:pt>
                <c:pt idx="2555">
                  <c:v>7.3663282272927177E-2</c:v>
                </c:pt>
                <c:pt idx="2556">
                  <c:v>7.3663282272927177E-2</c:v>
                </c:pt>
                <c:pt idx="2557">
                  <c:v>7.3663282272927177E-2</c:v>
                </c:pt>
                <c:pt idx="2558">
                  <c:v>7.3663282272927177E-2</c:v>
                </c:pt>
                <c:pt idx="2559">
                  <c:v>7.3663282272927177E-2</c:v>
                </c:pt>
                <c:pt idx="2560">
                  <c:v>7.3663282272927177E-2</c:v>
                </c:pt>
                <c:pt idx="2561">
                  <c:v>7.3663282272927177E-2</c:v>
                </c:pt>
                <c:pt idx="2562">
                  <c:v>7.3663282272927177E-2</c:v>
                </c:pt>
                <c:pt idx="2563">
                  <c:v>7.3663282272927177E-2</c:v>
                </c:pt>
                <c:pt idx="2564">
                  <c:v>7.3663282272927177E-2</c:v>
                </c:pt>
                <c:pt idx="2565">
                  <c:v>7.3663282272927177E-2</c:v>
                </c:pt>
                <c:pt idx="2566">
                  <c:v>7.3663282272927177E-2</c:v>
                </c:pt>
                <c:pt idx="2567">
                  <c:v>7.3663282272927177E-2</c:v>
                </c:pt>
                <c:pt idx="2568">
                  <c:v>7.3663282272927177E-2</c:v>
                </c:pt>
                <c:pt idx="2569">
                  <c:v>7.3663282272927177E-2</c:v>
                </c:pt>
                <c:pt idx="2570">
                  <c:v>7.3663282272927177E-2</c:v>
                </c:pt>
                <c:pt idx="2571">
                  <c:v>7.3663282272927177E-2</c:v>
                </c:pt>
                <c:pt idx="2572">
                  <c:v>7.3663282272927177E-2</c:v>
                </c:pt>
                <c:pt idx="2573">
                  <c:v>7.3663282272927177E-2</c:v>
                </c:pt>
                <c:pt idx="2574">
                  <c:v>7.3663282272927177E-2</c:v>
                </c:pt>
                <c:pt idx="2575">
                  <c:v>7.3663282272927177E-2</c:v>
                </c:pt>
                <c:pt idx="2576">
                  <c:v>7.3663282272927177E-2</c:v>
                </c:pt>
                <c:pt idx="2577">
                  <c:v>7.3663282272927177E-2</c:v>
                </c:pt>
                <c:pt idx="2578">
                  <c:v>7.3663282272927177E-2</c:v>
                </c:pt>
                <c:pt idx="2579">
                  <c:v>7.3663282272927177E-2</c:v>
                </c:pt>
                <c:pt idx="2580">
                  <c:v>7.3663282272927177E-2</c:v>
                </c:pt>
                <c:pt idx="2581">
                  <c:v>7.3663282272927177E-2</c:v>
                </c:pt>
                <c:pt idx="2582">
                  <c:v>7.3663282272927177E-2</c:v>
                </c:pt>
                <c:pt idx="2583">
                  <c:v>7.3663282272927177E-2</c:v>
                </c:pt>
                <c:pt idx="2584">
                  <c:v>7.3663282272927177E-2</c:v>
                </c:pt>
                <c:pt idx="2585">
                  <c:v>7.3663282272927177E-2</c:v>
                </c:pt>
                <c:pt idx="2586">
                  <c:v>7.3663282272927177E-2</c:v>
                </c:pt>
                <c:pt idx="2587">
                  <c:v>7.3663282272927177E-2</c:v>
                </c:pt>
                <c:pt idx="2588">
                  <c:v>7.3663282272927177E-2</c:v>
                </c:pt>
                <c:pt idx="2589">
                  <c:v>7.3663282272927177E-2</c:v>
                </c:pt>
                <c:pt idx="2590">
                  <c:v>7.3663282272927177E-2</c:v>
                </c:pt>
                <c:pt idx="2591">
                  <c:v>7.3663282272927177E-2</c:v>
                </c:pt>
                <c:pt idx="2592">
                  <c:v>7.3663282272927177E-2</c:v>
                </c:pt>
                <c:pt idx="2593">
                  <c:v>7.3663282272927177E-2</c:v>
                </c:pt>
                <c:pt idx="2594">
                  <c:v>7.3663282272927177E-2</c:v>
                </c:pt>
                <c:pt idx="2595">
                  <c:v>7.3663282272927177E-2</c:v>
                </c:pt>
                <c:pt idx="2596">
                  <c:v>7.3663282272927177E-2</c:v>
                </c:pt>
                <c:pt idx="2597">
                  <c:v>7.3663282272927177E-2</c:v>
                </c:pt>
                <c:pt idx="2598">
                  <c:v>7.3663282272927177E-2</c:v>
                </c:pt>
                <c:pt idx="2599">
                  <c:v>7.3663282272927177E-2</c:v>
                </c:pt>
                <c:pt idx="2600">
                  <c:v>7.3663282272927177E-2</c:v>
                </c:pt>
                <c:pt idx="2601">
                  <c:v>7.3663282272927177E-2</c:v>
                </c:pt>
                <c:pt idx="2602">
                  <c:v>7.3663282272927177E-2</c:v>
                </c:pt>
                <c:pt idx="2603">
                  <c:v>7.3663282272927177E-2</c:v>
                </c:pt>
                <c:pt idx="2604">
                  <c:v>7.3663282272927177E-2</c:v>
                </c:pt>
                <c:pt idx="2605">
                  <c:v>7.3663282272927177E-2</c:v>
                </c:pt>
                <c:pt idx="2606">
                  <c:v>7.3663282272927177E-2</c:v>
                </c:pt>
                <c:pt idx="2607">
                  <c:v>7.3663282272927177E-2</c:v>
                </c:pt>
                <c:pt idx="2608">
                  <c:v>7.3663282272927177E-2</c:v>
                </c:pt>
                <c:pt idx="2609">
                  <c:v>7.3663282272927177E-2</c:v>
                </c:pt>
                <c:pt idx="2610">
                  <c:v>7.3663282272927177E-2</c:v>
                </c:pt>
                <c:pt idx="2611">
                  <c:v>7.3663282272927177E-2</c:v>
                </c:pt>
                <c:pt idx="2612">
                  <c:v>7.3663282272927177E-2</c:v>
                </c:pt>
                <c:pt idx="2613">
                  <c:v>7.3663282272927177E-2</c:v>
                </c:pt>
                <c:pt idx="2614">
                  <c:v>7.3663282272927177E-2</c:v>
                </c:pt>
                <c:pt idx="2615">
                  <c:v>7.3663282272927177E-2</c:v>
                </c:pt>
                <c:pt idx="2616">
                  <c:v>7.3663282272927177E-2</c:v>
                </c:pt>
                <c:pt idx="2617">
                  <c:v>7.3663282272927177E-2</c:v>
                </c:pt>
                <c:pt idx="2618">
                  <c:v>7.3663282272927177E-2</c:v>
                </c:pt>
                <c:pt idx="2619">
                  <c:v>7.3663282272927177E-2</c:v>
                </c:pt>
                <c:pt idx="2620">
                  <c:v>7.3663282272927177E-2</c:v>
                </c:pt>
                <c:pt idx="2621">
                  <c:v>7.3663282272927177E-2</c:v>
                </c:pt>
                <c:pt idx="2622">
                  <c:v>7.3663282272927177E-2</c:v>
                </c:pt>
                <c:pt idx="2623">
                  <c:v>7.3663282272927177E-2</c:v>
                </c:pt>
                <c:pt idx="2624">
                  <c:v>7.3663282272927177E-2</c:v>
                </c:pt>
                <c:pt idx="2625">
                  <c:v>7.3663282272927177E-2</c:v>
                </c:pt>
                <c:pt idx="2626">
                  <c:v>7.3663282272927177E-2</c:v>
                </c:pt>
                <c:pt idx="2627">
                  <c:v>7.3663282272927177E-2</c:v>
                </c:pt>
                <c:pt idx="2628">
                  <c:v>7.3663282272927177E-2</c:v>
                </c:pt>
                <c:pt idx="2629">
                  <c:v>7.3663282272927177E-2</c:v>
                </c:pt>
                <c:pt idx="2630">
                  <c:v>7.3663282272927177E-2</c:v>
                </c:pt>
                <c:pt idx="2631">
                  <c:v>7.3663282272927177E-2</c:v>
                </c:pt>
                <c:pt idx="2632">
                  <c:v>7.3663282272927177E-2</c:v>
                </c:pt>
                <c:pt idx="2633">
                  <c:v>7.3663282272927177E-2</c:v>
                </c:pt>
                <c:pt idx="2634">
                  <c:v>7.3663282272927177E-2</c:v>
                </c:pt>
                <c:pt idx="2635">
                  <c:v>7.3663282272927177E-2</c:v>
                </c:pt>
                <c:pt idx="2636">
                  <c:v>7.3663282272927177E-2</c:v>
                </c:pt>
                <c:pt idx="2637">
                  <c:v>7.3663282272927177E-2</c:v>
                </c:pt>
                <c:pt idx="2638">
                  <c:v>7.3663282272927177E-2</c:v>
                </c:pt>
                <c:pt idx="2639">
                  <c:v>7.3663282272927177E-2</c:v>
                </c:pt>
                <c:pt idx="2640">
                  <c:v>7.3663282272927177E-2</c:v>
                </c:pt>
                <c:pt idx="2641">
                  <c:v>7.3663282272927177E-2</c:v>
                </c:pt>
                <c:pt idx="2642">
                  <c:v>7.3663282272927177E-2</c:v>
                </c:pt>
                <c:pt idx="2643">
                  <c:v>7.3663282272927177E-2</c:v>
                </c:pt>
                <c:pt idx="2644">
                  <c:v>7.3663282272927177E-2</c:v>
                </c:pt>
                <c:pt idx="2645">
                  <c:v>7.3663282272927177E-2</c:v>
                </c:pt>
                <c:pt idx="2646">
                  <c:v>7.3663282272927177E-2</c:v>
                </c:pt>
                <c:pt idx="2647">
                  <c:v>7.3663282272927177E-2</c:v>
                </c:pt>
                <c:pt idx="2648">
                  <c:v>7.3663282272927177E-2</c:v>
                </c:pt>
                <c:pt idx="2649">
                  <c:v>7.3663282272927177E-2</c:v>
                </c:pt>
                <c:pt idx="2650">
                  <c:v>7.3663282272927177E-2</c:v>
                </c:pt>
                <c:pt idx="2651">
                  <c:v>7.3663282272927177E-2</c:v>
                </c:pt>
                <c:pt idx="2652">
                  <c:v>7.3663282272927177E-2</c:v>
                </c:pt>
                <c:pt idx="2653">
                  <c:v>7.3663282272927177E-2</c:v>
                </c:pt>
                <c:pt idx="2654">
                  <c:v>7.3663282272927177E-2</c:v>
                </c:pt>
                <c:pt idx="2655">
                  <c:v>7.3663282272927177E-2</c:v>
                </c:pt>
                <c:pt idx="2656">
                  <c:v>7.3663282272927177E-2</c:v>
                </c:pt>
                <c:pt idx="2657">
                  <c:v>7.3663282272927177E-2</c:v>
                </c:pt>
                <c:pt idx="2658">
                  <c:v>7.3663282272927177E-2</c:v>
                </c:pt>
                <c:pt idx="2659">
                  <c:v>7.3663282272927177E-2</c:v>
                </c:pt>
                <c:pt idx="2660">
                  <c:v>7.3663282272927177E-2</c:v>
                </c:pt>
                <c:pt idx="2661">
                  <c:v>7.3663282272927177E-2</c:v>
                </c:pt>
                <c:pt idx="2662">
                  <c:v>7.3663282272927177E-2</c:v>
                </c:pt>
                <c:pt idx="2663">
                  <c:v>7.3663282272927177E-2</c:v>
                </c:pt>
                <c:pt idx="2664">
                  <c:v>7.3663282272927177E-2</c:v>
                </c:pt>
                <c:pt idx="2665">
                  <c:v>7.3663282272927177E-2</c:v>
                </c:pt>
                <c:pt idx="2666">
                  <c:v>7.3663282272927177E-2</c:v>
                </c:pt>
                <c:pt idx="2667">
                  <c:v>7.3663282272927177E-2</c:v>
                </c:pt>
                <c:pt idx="2668">
                  <c:v>7.3663282272927177E-2</c:v>
                </c:pt>
                <c:pt idx="2669">
                  <c:v>7.3663282272927177E-2</c:v>
                </c:pt>
                <c:pt idx="2670">
                  <c:v>7.3663282272927177E-2</c:v>
                </c:pt>
                <c:pt idx="2671">
                  <c:v>7.3663282272927177E-2</c:v>
                </c:pt>
                <c:pt idx="2672">
                  <c:v>7.3663282272927177E-2</c:v>
                </c:pt>
                <c:pt idx="2673">
                  <c:v>7.3663282272927177E-2</c:v>
                </c:pt>
                <c:pt idx="2674">
                  <c:v>7.3663282272927177E-2</c:v>
                </c:pt>
                <c:pt idx="2675">
                  <c:v>7.3663282272927177E-2</c:v>
                </c:pt>
                <c:pt idx="2676">
                  <c:v>7.3663282272927177E-2</c:v>
                </c:pt>
                <c:pt idx="2677">
                  <c:v>7.3663282272927177E-2</c:v>
                </c:pt>
                <c:pt idx="2678">
                  <c:v>7.3663282272927177E-2</c:v>
                </c:pt>
                <c:pt idx="2679">
                  <c:v>7.3663282272927177E-2</c:v>
                </c:pt>
                <c:pt idx="2680">
                  <c:v>7.3663282272927177E-2</c:v>
                </c:pt>
                <c:pt idx="2681">
                  <c:v>7.3663282272927177E-2</c:v>
                </c:pt>
                <c:pt idx="2682">
                  <c:v>7.3663282272927177E-2</c:v>
                </c:pt>
                <c:pt idx="2683">
                  <c:v>7.3663282272927177E-2</c:v>
                </c:pt>
                <c:pt idx="2684">
                  <c:v>7.3663282272927177E-2</c:v>
                </c:pt>
                <c:pt idx="2685">
                  <c:v>7.3663282272927177E-2</c:v>
                </c:pt>
                <c:pt idx="2686">
                  <c:v>7.3663282272927177E-2</c:v>
                </c:pt>
                <c:pt idx="2687">
                  <c:v>7.3663282272927177E-2</c:v>
                </c:pt>
                <c:pt idx="2688">
                  <c:v>7.3663282272927177E-2</c:v>
                </c:pt>
                <c:pt idx="2689">
                  <c:v>7.3663282272927177E-2</c:v>
                </c:pt>
                <c:pt idx="2690">
                  <c:v>7.3663282272927177E-2</c:v>
                </c:pt>
                <c:pt idx="2691">
                  <c:v>7.3663282272927177E-2</c:v>
                </c:pt>
                <c:pt idx="2692">
                  <c:v>7.3663282272927177E-2</c:v>
                </c:pt>
                <c:pt idx="2693">
                  <c:v>7.3663282272927177E-2</c:v>
                </c:pt>
                <c:pt idx="2694">
                  <c:v>7.3663282272927177E-2</c:v>
                </c:pt>
                <c:pt idx="2695">
                  <c:v>7.3663282272927177E-2</c:v>
                </c:pt>
                <c:pt idx="2696">
                  <c:v>7.3663282272927177E-2</c:v>
                </c:pt>
                <c:pt idx="2697">
                  <c:v>7.3663282272927177E-2</c:v>
                </c:pt>
                <c:pt idx="2698">
                  <c:v>7.3663282272927177E-2</c:v>
                </c:pt>
                <c:pt idx="2699">
                  <c:v>7.3663282272927177E-2</c:v>
                </c:pt>
                <c:pt idx="2700">
                  <c:v>7.3663282272927177E-2</c:v>
                </c:pt>
                <c:pt idx="2701">
                  <c:v>7.3663282272927177E-2</c:v>
                </c:pt>
                <c:pt idx="2702">
                  <c:v>7.3663282272927177E-2</c:v>
                </c:pt>
                <c:pt idx="2703">
                  <c:v>7.3663282272927177E-2</c:v>
                </c:pt>
                <c:pt idx="2704">
                  <c:v>7.3663282272927177E-2</c:v>
                </c:pt>
                <c:pt idx="2705">
                  <c:v>7.3663282272927177E-2</c:v>
                </c:pt>
                <c:pt idx="2706">
                  <c:v>7.3663282272927177E-2</c:v>
                </c:pt>
                <c:pt idx="2707">
                  <c:v>7.3663282272927177E-2</c:v>
                </c:pt>
                <c:pt idx="2708">
                  <c:v>7.3663282272927177E-2</c:v>
                </c:pt>
                <c:pt idx="2709">
                  <c:v>7.3663282272927177E-2</c:v>
                </c:pt>
                <c:pt idx="2710">
                  <c:v>7.3663282272927177E-2</c:v>
                </c:pt>
                <c:pt idx="2711">
                  <c:v>7.3663282272927177E-2</c:v>
                </c:pt>
                <c:pt idx="2712">
                  <c:v>7.3663282272927177E-2</c:v>
                </c:pt>
                <c:pt idx="2713">
                  <c:v>7.3663282272927177E-2</c:v>
                </c:pt>
                <c:pt idx="2714">
                  <c:v>7.3663282272927177E-2</c:v>
                </c:pt>
                <c:pt idx="2715">
                  <c:v>7.3663282272927177E-2</c:v>
                </c:pt>
                <c:pt idx="2716">
                  <c:v>7.3663282272927177E-2</c:v>
                </c:pt>
                <c:pt idx="2717">
                  <c:v>7.3663282272927177E-2</c:v>
                </c:pt>
                <c:pt idx="2718">
                  <c:v>7.3663282272927177E-2</c:v>
                </c:pt>
                <c:pt idx="2719">
                  <c:v>7.3663282272927177E-2</c:v>
                </c:pt>
                <c:pt idx="2720">
                  <c:v>7.3663282272927177E-2</c:v>
                </c:pt>
                <c:pt idx="2721">
                  <c:v>7.3663282272927177E-2</c:v>
                </c:pt>
                <c:pt idx="2722">
                  <c:v>7.3663282272927177E-2</c:v>
                </c:pt>
                <c:pt idx="2723">
                  <c:v>7.3663282272927177E-2</c:v>
                </c:pt>
                <c:pt idx="2724">
                  <c:v>7.3663282272927177E-2</c:v>
                </c:pt>
                <c:pt idx="2725">
                  <c:v>7.3663282272927177E-2</c:v>
                </c:pt>
                <c:pt idx="2726">
                  <c:v>7.3663282272927177E-2</c:v>
                </c:pt>
                <c:pt idx="2727">
                  <c:v>7.3663282272927177E-2</c:v>
                </c:pt>
                <c:pt idx="2728">
                  <c:v>7.3663282272927177E-2</c:v>
                </c:pt>
                <c:pt idx="2729">
                  <c:v>7.3663282272927177E-2</c:v>
                </c:pt>
                <c:pt idx="2730">
                  <c:v>7.3663282272927177E-2</c:v>
                </c:pt>
                <c:pt idx="2731">
                  <c:v>7.3663282272927177E-2</c:v>
                </c:pt>
                <c:pt idx="2732">
                  <c:v>7.3663282272927177E-2</c:v>
                </c:pt>
                <c:pt idx="2733">
                  <c:v>7.3663282272927177E-2</c:v>
                </c:pt>
                <c:pt idx="2734">
                  <c:v>7.3663282272927177E-2</c:v>
                </c:pt>
                <c:pt idx="2735">
                  <c:v>7.3663282272927177E-2</c:v>
                </c:pt>
                <c:pt idx="2736">
                  <c:v>7.3663282272927177E-2</c:v>
                </c:pt>
                <c:pt idx="2737">
                  <c:v>7.3663282272927177E-2</c:v>
                </c:pt>
                <c:pt idx="2738">
                  <c:v>7.3663282272927177E-2</c:v>
                </c:pt>
                <c:pt idx="2739">
                  <c:v>7.3663282272927177E-2</c:v>
                </c:pt>
                <c:pt idx="2740">
                  <c:v>7.3663282272927177E-2</c:v>
                </c:pt>
                <c:pt idx="2741">
                  <c:v>7.3663282272927177E-2</c:v>
                </c:pt>
                <c:pt idx="2742">
                  <c:v>7.3663282272927177E-2</c:v>
                </c:pt>
                <c:pt idx="2743">
                  <c:v>7.3663282272927177E-2</c:v>
                </c:pt>
                <c:pt idx="2744">
                  <c:v>7.3663282272927177E-2</c:v>
                </c:pt>
                <c:pt idx="2745">
                  <c:v>7.3663282272927177E-2</c:v>
                </c:pt>
                <c:pt idx="2746">
                  <c:v>7.3663282272927177E-2</c:v>
                </c:pt>
                <c:pt idx="2747">
                  <c:v>7.3663282272927177E-2</c:v>
                </c:pt>
                <c:pt idx="2748">
                  <c:v>7.3663282272927177E-2</c:v>
                </c:pt>
                <c:pt idx="2749">
                  <c:v>7.3663282272927177E-2</c:v>
                </c:pt>
                <c:pt idx="2750">
                  <c:v>7.3663282272927177E-2</c:v>
                </c:pt>
                <c:pt idx="2751">
                  <c:v>7.3663282272927177E-2</c:v>
                </c:pt>
                <c:pt idx="2752">
                  <c:v>7.3663282272927177E-2</c:v>
                </c:pt>
                <c:pt idx="2753">
                  <c:v>7.3663282272927177E-2</c:v>
                </c:pt>
                <c:pt idx="2754">
                  <c:v>7.3663282272927177E-2</c:v>
                </c:pt>
                <c:pt idx="2755">
                  <c:v>7.3663282272927177E-2</c:v>
                </c:pt>
                <c:pt idx="2756">
                  <c:v>7.3663282272927177E-2</c:v>
                </c:pt>
                <c:pt idx="2757">
                  <c:v>7.3663282272927177E-2</c:v>
                </c:pt>
                <c:pt idx="2758">
                  <c:v>7.3663282272927177E-2</c:v>
                </c:pt>
                <c:pt idx="2759">
                  <c:v>7.3663282272927177E-2</c:v>
                </c:pt>
                <c:pt idx="2760">
                  <c:v>7.3663282272927177E-2</c:v>
                </c:pt>
                <c:pt idx="2761">
                  <c:v>7.3663282272927177E-2</c:v>
                </c:pt>
                <c:pt idx="2762">
                  <c:v>7.3663282272927177E-2</c:v>
                </c:pt>
                <c:pt idx="2763">
                  <c:v>7.3663282272927177E-2</c:v>
                </c:pt>
                <c:pt idx="2764">
                  <c:v>7.3663282272927177E-2</c:v>
                </c:pt>
                <c:pt idx="2765">
                  <c:v>7.3663282272927177E-2</c:v>
                </c:pt>
                <c:pt idx="2766">
                  <c:v>7.3663282272927177E-2</c:v>
                </c:pt>
                <c:pt idx="2767">
                  <c:v>7.3663282272927177E-2</c:v>
                </c:pt>
                <c:pt idx="2768">
                  <c:v>7.3663282272927177E-2</c:v>
                </c:pt>
                <c:pt idx="2769">
                  <c:v>7.3663282272927177E-2</c:v>
                </c:pt>
                <c:pt idx="2770">
                  <c:v>7.3663282272927177E-2</c:v>
                </c:pt>
                <c:pt idx="2771">
                  <c:v>7.3663282272927177E-2</c:v>
                </c:pt>
                <c:pt idx="2772">
                  <c:v>7.3663282272927177E-2</c:v>
                </c:pt>
                <c:pt idx="2773">
                  <c:v>7.3663282272927177E-2</c:v>
                </c:pt>
                <c:pt idx="2774">
                  <c:v>7.3663282272927177E-2</c:v>
                </c:pt>
                <c:pt idx="2775">
                  <c:v>7.3663282272927177E-2</c:v>
                </c:pt>
                <c:pt idx="2776">
                  <c:v>7.3663282272927177E-2</c:v>
                </c:pt>
                <c:pt idx="2777">
                  <c:v>7.3663282272927177E-2</c:v>
                </c:pt>
                <c:pt idx="2778">
                  <c:v>7.3663282272927177E-2</c:v>
                </c:pt>
                <c:pt idx="2779">
                  <c:v>7.3663282272927177E-2</c:v>
                </c:pt>
                <c:pt idx="2780">
                  <c:v>7.3663282272927177E-2</c:v>
                </c:pt>
                <c:pt idx="2781">
                  <c:v>7.3663282272927177E-2</c:v>
                </c:pt>
                <c:pt idx="2782">
                  <c:v>7.3663282272927177E-2</c:v>
                </c:pt>
                <c:pt idx="2783">
                  <c:v>7.3663282272927177E-2</c:v>
                </c:pt>
                <c:pt idx="2784">
                  <c:v>7.3663282272927177E-2</c:v>
                </c:pt>
                <c:pt idx="2785">
                  <c:v>7.3663282272927177E-2</c:v>
                </c:pt>
                <c:pt idx="2786">
                  <c:v>7.3663282272927177E-2</c:v>
                </c:pt>
                <c:pt idx="2787">
                  <c:v>7.3663282272927177E-2</c:v>
                </c:pt>
                <c:pt idx="2788">
                  <c:v>7.3663282272927177E-2</c:v>
                </c:pt>
                <c:pt idx="2789">
                  <c:v>7.3663282272927177E-2</c:v>
                </c:pt>
                <c:pt idx="2790">
                  <c:v>7.3663282272927177E-2</c:v>
                </c:pt>
                <c:pt idx="2791">
                  <c:v>7.3663282272927177E-2</c:v>
                </c:pt>
                <c:pt idx="2792">
                  <c:v>7.3663282272927177E-2</c:v>
                </c:pt>
                <c:pt idx="2793">
                  <c:v>7.3663282272927177E-2</c:v>
                </c:pt>
                <c:pt idx="2794">
                  <c:v>7.3663282272927177E-2</c:v>
                </c:pt>
                <c:pt idx="2795">
                  <c:v>7.3663282272927177E-2</c:v>
                </c:pt>
                <c:pt idx="2796">
                  <c:v>7.3663282272927177E-2</c:v>
                </c:pt>
                <c:pt idx="2797">
                  <c:v>7.3663282272927177E-2</c:v>
                </c:pt>
                <c:pt idx="2798">
                  <c:v>7.3663282272927177E-2</c:v>
                </c:pt>
                <c:pt idx="2799">
                  <c:v>7.3663282272927177E-2</c:v>
                </c:pt>
                <c:pt idx="2800">
                  <c:v>7.3663282272927177E-2</c:v>
                </c:pt>
                <c:pt idx="2801">
                  <c:v>7.3663282272927177E-2</c:v>
                </c:pt>
                <c:pt idx="2802">
                  <c:v>7.3663282272927177E-2</c:v>
                </c:pt>
                <c:pt idx="2803">
                  <c:v>7.3663282272927177E-2</c:v>
                </c:pt>
                <c:pt idx="2804">
                  <c:v>7.3663282272927177E-2</c:v>
                </c:pt>
                <c:pt idx="2805">
                  <c:v>7.3663282272927177E-2</c:v>
                </c:pt>
                <c:pt idx="2806">
                  <c:v>7.3663282272927177E-2</c:v>
                </c:pt>
                <c:pt idx="2807">
                  <c:v>7.3663282272927177E-2</c:v>
                </c:pt>
                <c:pt idx="2808">
                  <c:v>7.3663282272927177E-2</c:v>
                </c:pt>
                <c:pt idx="2809">
                  <c:v>7.3663282272927177E-2</c:v>
                </c:pt>
                <c:pt idx="2810">
                  <c:v>7.3663282272927177E-2</c:v>
                </c:pt>
                <c:pt idx="2811">
                  <c:v>7.3663282272927177E-2</c:v>
                </c:pt>
                <c:pt idx="2812">
                  <c:v>7.3663282272927177E-2</c:v>
                </c:pt>
                <c:pt idx="2813">
                  <c:v>7.3663282272927177E-2</c:v>
                </c:pt>
                <c:pt idx="2814">
                  <c:v>7.3663282272927177E-2</c:v>
                </c:pt>
                <c:pt idx="2815">
                  <c:v>7.3663282272927177E-2</c:v>
                </c:pt>
                <c:pt idx="2816">
                  <c:v>7.3663282272927177E-2</c:v>
                </c:pt>
                <c:pt idx="2817">
                  <c:v>7.3663282272927177E-2</c:v>
                </c:pt>
                <c:pt idx="2818">
                  <c:v>7.3663282272927177E-2</c:v>
                </c:pt>
                <c:pt idx="2819">
                  <c:v>7.3663282272927177E-2</c:v>
                </c:pt>
                <c:pt idx="2820">
                  <c:v>7.3663282272927177E-2</c:v>
                </c:pt>
                <c:pt idx="2821">
                  <c:v>7.3663282272927177E-2</c:v>
                </c:pt>
                <c:pt idx="2822">
                  <c:v>7.3663282272927177E-2</c:v>
                </c:pt>
                <c:pt idx="2823">
                  <c:v>7.3663282272927177E-2</c:v>
                </c:pt>
                <c:pt idx="2824">
                  <c:v>7.3663282272927177E-2</c:v>
                </c:pt>
                <c:pt idx="2825">
                  <c:v>7.3663282272927177E-2</c:v>
                </c:pt>
                <c:pt idx="2826">
                  <c:v>7.3663282272927177E-2</c:v>
                </c:pt>
                <c:pt idx="2827">
                  <c:v>7.3663282272927177E-2</c:v>
                </c:pt>
                <c:pt idx="2828">
                  <c:v>7.3663282272927177E-2</c:v>
                </c:pt>
                <c:pt idx="2829">
                  <c:v>7.3663282272927177E-2</c:v>
                </c:pt>
                <c:pt idx="2830">
                  <c:v>7.3663282272927177E-2</c:v>
                </c:pt>
                <c:pt idx="2831">
                  <c:v>7.3663282272927177E-2</c:v>
                </c:pt>
                <c:pt idx="2832">
                  <c:v>7.3663282272927177E-2</c:v>
                </c:pt>
                <c:pt idx="2833">
                  <c:v>7.3663282272927177E-2</c:v>
                </c:pt>
                <c:pt idx="2834">
                  <c:v>7.3663282272927177E-2</c:v>
                </c:pt>
                <c:pt idx="2835">
                  <c:v>7.3663282272927177E-2</c:v>
                </c:pt>
                <c:pt idx="2836">
                  <c:v>7.3663282272927177E-2</c:v>
                </c:pt>
                <c:pt idx="2837">
                  <c:v>7.3663282272927177E-2</c:v>
                </c:pt>
                <c:pt idx="2838">
                  <c:v>7.3663282272927177E-2</c:v>
                </c:pt>
                <c:pt idx="2839">
                  <c:v>7.3663282272927177E-2</c:v>
                </c:pt>
                <c:pt idx="2840">
                  <c:v>7.3663282272927177E-2</c:v>
                </c:pt>
                <c:pt idx="2841">
                  <c:v>7.3663282272927177E-2</c:v>
                </c:pt>
                <c:pt idx="2842">
                  <c:v>7.3663282272927177E-2</c:v>
                </c:pt>
                <c:pt idx="2843">
                  <c:v>7.3663282272927177E-2</c:v>
                </c:pt>
                <c:pt idx="2844">
                  <c:v>7.3663282272927177E-2</c:v>
                </c:pt>
                <c:pt idx="2845">
                  <c:v>7.3663282272927177E-2</c:v>
                </c:pt>
                <c:pt idx="2846">
                  <c:v>7.3663282272927177E-2</c:v>
                </c:pt>
                <c:pt idx="2847">
                  <c:v>7.3663282272927177E-2</c:v>
                </c:pt>
                <c:pt idx="2848">
                  <c:v>7.3663282272927177E-2</c:v>
                </c:pt>
                <c:pt idx="2849">
                  <c:v>7.3663282272927177E-2</c:v>
                </c:pt>
                <c:pt idx="2850">
                  <c:v>7.3663282272927177E-2</c:v>
                </c:pt>
                <c:pt idx="2851">
                  <c:v>7.3663282272927177E-2</c:v>
                </c:pt>
                <c:pt idx="2852">
                  <c:v>7.3663282272927177E-2</c:v>
                </c:pt>
                <c:pt idx="2853">
                  <c:v>7.3663282272927177E-2</c:v>
                </c:pt>
                <c:pt idx="2854">
                  <c:v>7.3663282272927177E-2</c:v>
                </c:pt>
                <c:pt idx="2855">
                  <c:v>7.3663282272927177E-2</c:v>
                </c:pt>
                <c:pt idx="2856">
                  <c:v>7.3663282272927177E-2</c:v>
                </c:pt>
                <c:pt idx="2857">
                  <c:v>7.3663282272927177E-2</c:v>
                </c:pt>
                <c:pt idx="2858">
                  <c:v>7.3663282272927177E-2</c:v>
                </c:pt>
                <c:pt idx="2859">
                  <c:v>7.3663282272927177E-2</c:v>
                </c:pt>
                <c:pt idx="2860">
                  <c:v>7.3663282272927177E-2</c:v>
                </c:pt>
                <c:pt idx="2861">
                  <c:v>7.3663282272927177E-2</c:v>
                </c:pt>
                <c:pt idx="2862">
                  <c:v>7.3663282272927177E-2</c:v>
                </c:pt>
                <c:pt idx="2863">
                  <c:v>7.3663282272927177E-2</c:v>
                </c:pt>
                <c:pt idx="2864">
                  <c:v>7.3663282272927177E-2</c:v>
                </c:pt>
                <c:pt idx="2865">
                  <c:v>7.3663282272927177E-2</c:v>
                </c:pt>
                <c:pt idx="2866">
                  <c:v>7.3663282272927177E-2</c:v>
                </c:pt>
                <c:pt idx="2867">
                  <c:v>7.3663282272927177E-2</c:v>
                </c:pt>
                <c:pt idx="2868">
                  <c:v>7.3663282272927177E-2</c:v>
                </c:pt>
                <c:pt idx="2869">
                  <c:v>7.3663282272927177E-2</c:v>
                </c:pt>
                <c:pt idx="2870">
                  <c:v>7.3663282272927177E-2</c:v>
                </c:pt>
                <c:pt idx="2871">
                  <c:v>7.3663282272927177E-2</c:v>
                </c:pt>
                <c:pt idx="2872">
                  <c:v>7.3663282272927177E-2</c:v>
                </c:pt>
                <c:pt idx="2873">
                  <c:v>7.3663282272927177E-2</c:v>
                </c:pt>
                <c:pt idx="2874">
                  <c:v>7.3663282272927177E-2</c:v>
                </c:pt>
                <c:pt idx="2875">
                  <c:v>7.3663282272927177E-2</c:v>
                </c:pt>
                <c:pt idx="2876">
                  <c:v>7.3663282272927177E-2</c:v>
                </c:pt>
                <c:pt idx="2877">
                  <c:v>7.3663282272927177E-2</c:v>
                </c:pt>
                <c:pt idx="2878">
                  <c:v>7.3663282272927177E-2</c:v>
                </c:pt>
                <c:pt idx="2879">
                  <c:v>7.3663282272927177E-2</c:v>
                </c:pt>
                <c:pt idx="2880">
                  <c:v>7.3663282272927177E-2</c:v>
                </c:pt>
                <c:pt idx="2881">
                  <c:v>7.3663282272927177E-2</c:v>
                </c:pt>
                <c:pt idx="2882">
                  <c:v>7.3663282272927177E-2</c:v>
                </c:pt>
                <c:pt idx="2883">
                  <c:v>7.3663282272927177E-2</c:v>
                </c:pt>
                <c:pt idx="2884">
                  <c:v>7.3663282272927177E-2</c:v>
                </c:pt>
                <c:pt idx="2885">
                  <c:v>7.3663282272927177E-2</c:v>
                </c:pt>
                <c:pt idx="2886">
                  <c:v>7.3663282272927177E-2</c:v>
                </c:pt>
                <c:pt idx="2887">
                  <c:v>7.3663282272927177E-2</c:v>
                </c:pt>
                <c:pt idx="2888">
                  <c:v>7.3663282272927177E-2</c:v>
                </c:pt>
                <c:pt idx="2889">
                  <c:v>7.3663282272927177E-2</c:v>
                </c:pt>
                <c:pt idx="2890">
                  <c:v>7.3663282272927177E-2</c:v>
                </c:pt>
                <c:pt idx="2891">
                  <c:v>7.3663282272927177E-2</c:v>
                </c:pt>
                <c:pt idx="2892">
                  <c:v>7.3663282272927177E-2</c:v>
                </c:pt>
                <c:pt idx="2893">
                  <c:v>7.3663282272927177E-2</c:v>
                </c:pt>
                <c:pt idx="2894">
                  <c:v>7.3663282272927177E-2</c:v>
                </c:pt>
                <c:pt idx="2895">
                  <c:v>7.3663282272927177E-2</c:v>
                </c:pt>
                <c:pt idx="2896">
                  <c:v>7.3663282272927177E-2</c:v>
                </c:pt>
                <c:pt idx="2897">
                  <c:v>7.3663282272927177E-2</c:v>
                </c:pt>
                <c:pt idx="2898">
                  <c:v>7.3663282272927177E-2</c:v>
                </c:pt>
                <c:pt idx="2899">
                  <c:v>7.3663282272927177E-2</c:v>
                </c:pt>
                <c:pt idx="2900">
                  <c:v>7.3663282272927177E-2</c:v>
                </c:pt>
                <c:pt idx="2901">
                  <c:v>7.3663282272927177E-2</c:v>
                </c:pt>
                <c:pt idx="2902">
                  <c:v>7.3663282272927177E-2</c:v>
                </c:pt>
                <c:pt idx="2903">
                  <c:v>7.3663282272927177E-2</c:v>
                </c:pt>
                <c:pt idx="2904">
                  <c:v>7.3663282272927177E-2</c:v>
                </c:pt>
                <c:pt idx="2905">
                  <c:v>7.3663282272927177E-2</c:v>
                </c:pt>
                <c:pt idx="2906">
                  <c:v>7.3663282272927177E-2</c:v>
                </c:pt>
                <c:pt idx="2907">
                  <c:v>7.3663282272927177E-2</c:v>
                </c:pt>
                <c:pt idx="2908">
                  <c:v>7.3663282272927177E-2</c:v>
                </c:pt>
                <c:pt idx="2909">
                  <c:v>7.3663282272927177E-2</c:v>
                </c:pt>
                <c:pt idx="2910">
                  <c:v>7.3663282272927177E-2</c:v>
                </c:pt>
                <c:pt idx="2911">
                  <c:v>7.3663282272927177E-2</c:v>
                </c:pt>
                <c:pt idx="2912">
                  <c:v>7.3663282272927177E-2</c:v>
                </c:pt>
                <c:pt idx="2913">
                  <c:v>7.3663282272927177E-2</c:v>
                </c:pt>
                <c:pt idx="2914">
                  <c:v>7.3663282272927177E-2</c:v>
                </c:pt>
                <c:pt idx="2915">
                  <c:v>7.3663282272927177E-2</c:v>
                </c:pt>
                <c:pt idx="2916">
                  <c:v>7.3663282272927177E-2</c:v>
                </c:pt>
                <c:pt idx="2917">
                  <c:v>7.3663282272927177E-2</c:v>
                </c:pt>
                <c:pt idx="2918">
                  <c:v>7.3663282272927177E-2</c:v>
                </c:pt>
                <c:pt idx="2919">
                  <c:v>7.3663282272927177E-2</c:v>
                </c:pt>
                <c:pt idx="2920">
                  <c:v>7.3663282272927177E-2</c:v>
                </c:pt>
                <c:pt idx="2921">
                  <c:v>7.3663282272927177E-2</c:v>
                </c:pt>
                <c:pt idx="2922">
                  <c:v>7.3663282272927177E-2</c:v>
                </c:pt>
                <c:pt idx="2923">
                  <c:v>7.3663282272927177E-2</c:v>
                </c:pt>
                <c:pt idx="2924">
                  <c:v>7.3663282272927177E-2</c:v>
                </c:pt>
                <c:pt idx="2925">
                  <c:v>7.3663282272927177E-2</c:v>
                </c:pt>
                <c:pt idx="2926">
                  <c:v>7.3663282272927177E-2</c:v>
                </c:pt>
                <c:pt idx="2927">
                  <c:v>7.3663282272927177E-2</c:v>
                </c:pt>
                <c:pt idx="2928">
                  <c:v>7.3663282272927177E-2</c:v>
                </c:pt>
                <c:pt idx="2929">
                  <c:v>7.3663282272927177E-2</c:v>
                </c:pt>
                <c:pt idx="2930">
                  <c:v>7.3663282272927177E-2</c:v>
                </c:pt>
                <c:pt idx="2931">
                  <c:v>7.3663282272927177E-2</c:v>
                </c:pt>
                <c:pt idx="2932">
                  <c:v>7.3663282272927177E-2</c:v>
                </c:pt>
                <c:pt idx="2933">
                  <c:v>7.3663282272927177E-2</c:v>
                </c:pt>
                <c:pt idx="2934">
                  <c:v>7.3663282272927177E-2</c:v>
                </c:pt>
                <c:pt idx="2935">
                  <c:v>7.3663282272927177E-2</c:v>
                </c:pt>
                <c:pt idx="2936">
                  <c:v>7.3663282272927177E-2</c:v>
                </c:pt>
                <c:pt idx="2937">
                  <c:v>7.3663282272927177E-2</c:v>
                </c:pt>
                <c:pt idx="2938">
                  <c:v>7.3663282272927177E-2</c:v>
                </c:pt>
                <c:pt idx="2939">
                  <c:v>7.3663282272927177E-2</c:v>
                </c:pt>
                <c:pt idx="2940">
                  <c:v>7.3663282272927177E-2</c:v>
                </c:pt>
                <c:pt idx="2941">
                  <c:v>7.3663282272927177E-2</c:v>
                </c:pt>
                <c:pt idx="2942">
                  <c:v>7.3663282272927177E-2</c:v>
                </c:pt>
                <c:pt idx="2943">
                  <c:v>7.3663282272927177E-2</c:v>
                </c:pt>
                <c:pt idx="2944">
                  <c:v>7.3663282272927177E-2</c:v>
                </c:pt>
                <c:pt idx="2945">
                  <c:v>7.3663282272927177E-2</c:v>
                </c:pt>
                <c:pt idx="2946">
                  <c:v>7.3663282272927177E-2</c:v>
                </c:pt>
                <c:pt idx="2947">
                  <c:v>7.3663282272927177E-2</c:v>
                </c:pt>
                <c:pt idx="2948">
                  <c:v>7.3663282272927177E-2</c:v>
                </c:pt>
                <c:pt idx="2949">
                  <c:v>7.3663282272927177E-2</c:v>
                </c:pt>
                <c:pt idx="2950">
                  <c:v>7.3663282272927177E-2</c:v>
                </c:pt>
                <c:pt idx="2951">
                  <c:v>7.3663282272927177E-2</c:v>
                </c:pt>
                <c:pt idx="2952">
                  <c:v>7.3663282272927177E-2</c:v>
                </c:pt>
                <c:pt idx="2953">
                  <c:v>7.3663282272927177E-2</c:v>
                </c:pt>
                <c:pt idx="2954">
                  <c:v>7.3663282272927177E-2</c:v>
                </c:pt>
                <c:pt idx="2955">
                  <c:v>7.3663282272927177E-2</c:v>
                </c:pt>
                <c:pt idx="2956">
                  <c:v>7.3663282272927177E-2</c:v>
                </c:pt>
                <c:pt idx="2957">
                  <c:v>7.3663282272927177E-2</c:v>
                </c:pt>
                <c:pt idx="2958">
                  <c:v>7.3663282272927177E-2</c:v>
                </c:pt>
                <c:pt idx="2959">
                  <c:v>7.3663282272927177E-2</c:v>
                </c:pt>
                <c:pt idx="2960">
                  <c:v>7.3663282272927177E-2</c:v>
                </c:pt>
                <c:pt idx="2961">
                  <c:v>7.3663282272927177E-2</c:v>
                </c:pt>
                <c:pt idx="2962">
                  <c:v>7.3663282272927177E-2</c:v>
                </c:pt>
                <c:pt idx="2963">
                  <c:v>7.3663282272927177E-2</c:v>
                </c:pt>
                <c:pt idx="2964">
                  <c:v>7.3663282272927177E-2</c:v>
                </c:pt>
                <c:pt idx="2965">
                  <c:v>7.3663282272927177E-2</c:v>
                </c:pt>
                <c:pt idx="2966">
                  <c:v>7.3663282272927177E-2</c:v>
                </c:pt>
                <c:pt idx="2967">
                  <c:v>7.3663282272927177E-2</c:v>
                </c:pt>
                <c:pt idx="2968">
                  <c:v>7.3663282272927177E-2</c:v>
                </c:pt>
                <c:pt idx="2969">
                  <c:v>7.3663282272927177E-2</c:v>
                </c:pt>
                <c:pt idx="2970">
                  <c:v>7.3663282272927177E-2</c:v>
                </c:pt>
                <c:pt idx="2971">
                  <c:v>7.3663282272927177E-2</c:v>
                </c:pt>
                <c:pt idx="2972">
                  <c:v>7.3663282272927177E-2</c:v>
                </c:pt>
                <c:pt idx="2973">
                  <c:v>7.3663282272927177E-2</c:v>
                </c:pt>
                <c:pt idx="2974">
                  <c:v>7.3663282272927177E-2</c:v>
                </c:pt>
                <c:pt idx="2975">
                  <c:v>7.3663282272927177E-2</c:v>
                </c:pt>
                <c:pt idx="2976">
                  <c:v>7.3663282272927177E-2</c:v>
                </c:pt>
                <c:pt idx="2977">
                  <c:v>7.3663282272927177E-2</c:v>
                </c:pt>
                <c:pt idx="2978">
                  <c:v>7.3663282272927177E-2</c:v>
                </c:pt>
                <c:pt idx="2979">
                  <c:v>7.3663282272927177E-2</c:v>
                </c:pt>
                <c:pt idx="2980">
                  <c:v>7.3663282272927177E-2</c:v>
                </c:pt>
                <c:pt idx="2981">
                  <c:v>7.3663282272927177E-2</c:v>
                </c:pt>
                <c:pt idx="2982">
                  <c:v>7.3663282272927177E-2</c:v>
                </c:pt>
                <c:pt idx="2983">
                  <c:v>7.3663282272927177E-2</c:v>
                </c:pt>
                <c:pt idx="2984">
                  <c:v>7.3663282272927177E-2</c:v>
                </c:pt>
                <c:pt idx="2985">
                  <c:v>7.3663282272927177E-2</c:v>
                </c:pt>
                <c:pt idx="2986">
                  <c:v>7.3663282272927177E-2</c:v>
                </c:pt>
                <c:pt idx="2987">
                  <c:v>7.3663282272927177E-2</c:v>
                </c:pt>
                <c:pt idx="2988">
                  <c:v>7.3663282272927177E-2</c:v>
                </c:pt>
                <c:pt idx="2989">
                  <c:v>7.3663282272927177E-2</c:v>
                </c:pt>
                <c:pt idx="2990">
                  <c:v>7.3663282272927177E-2</c:v>
                </c:pt>
                <c:pt idx="2991">
                  <c:v>7.3663282272927177E-2</c:v>
                </c:pt>
                <c:pt idx="2992">
                  <c:v>7.3663282272927177E-2</c:v>
                </c:pt>
                <c:pt idx="2993">
                  <c:v>7.3663282272927177E-2</c:v>
                </c:pt>
                <c:pt idx="2994">
                  <c:v>7.3663282272927177E-2</c:v>
                </c:pt>
                <c:pt idx="2995">
                  <c:v>7.3663282272927177E-2</c:v>
                </c:pt>
                <c:pt idx="2996">
                  <c:v>7.3663282272927177E-2</c:v>
                </c:pt>
                <c:pt idx="2997">
                  <c:v>7.3663282272927177E-2</c:v>
                </c:pt>
                <c:pt idx="2998">
                  <c:v>7.3663282272927177E-2</c:v>
                </c:pt>
                <c:pt idx="2999">
                  <c:v>7.3663282272927177E-2</c:v>
                </c:pt>
                <c:pt idx="3000">
                  <c:v>7.3663282272927177E-2</c:v>
                </c:pt>
                <c:pt idx="3001">
                  <c:v>7.3663282272927177E-2</c:v>
                </c:pt>
                <c:pt idx="3002">
                  <c:v>7.3663282272927177E-2</c:v>
                </c:pt>
                <c:pt idx="3003">
                  <c:v>7.3663282272927177E-2</c:v>
                </c:pt>
                <c:pt idx="3004">
                  <c:v>7.3663282272927177E-2</c:v>
                </c:pt>
                <c:pt idx="3005">
                  <c:v>7.3663282272927177E-2</c:v>
                </c:pt>
                <c:pt idx="3006">
                  <c:v>7.3663282272927177E-2</c:v>
                </c:pt>
                <c:pt idx="3007">
                  <c:v>7.3663282272927177E-2</c:v>
                </c:pt>
                <c:pt idx="3008">
                  <c:v>7.3663282272927177E-2</c:v>
                </c:pt>
                <c:pt idx="3009">
                  <c:v>7.3663282272927177E-2</c:v>
                </c:pt>
                <c:pt idx="3010">
                  <c:v>7.3663282272927177E-2</c:v>
                </c:pt>
                <c:pt idx="3011">
                  <c:v>7.3663282272927177E-2</c:v>
                </c:pt>
                <c:pt idx="3012">
                  <c:v>7.3663282272927177E-2</c:v>
                </c:pt>
                <c:pt idx="3013">
                  <c:v>7.3663282272927177E-2</c:v>
                </c:pt>
                <c:pt idx="3014">
                  <c:v>7.3663282272927177E-2</c:v>
                </c:pt>
                <c:pt idx="3015">
                  <c:v>7.3663282272927177E-2</c:v>
                </c:pt>
                <c:pt idx="3016">
                  <c:v>7.3663282272927177E-2</c:v>
                </c:pt>
                <c:pt idx="3017">
                  <c:v>7.3663282272927177E-2</c:v>
                </c:pt>
                <c:pt idx="3018">
                  <c:v>7.3663282272927177E-2</c:v>
                </c:pt>
                <c:pt idx="3019">
                  <c:v>7.3663282272927177E-2</c:v>
                </c:pt>
                <c:pt idx="3020">
                  <c:v>7.3663282272927177E-2</c:v>
                </c:pt>
                <c:pt idx="3021">
                  <c:v>7.3663282272927177E-2</c:v>
                </c:pt>
                <c:pt idx="3022">
                  <c:v>7.3663282272927177E-2</c:v>
                </c:pt>
                <c:pt idx="3023">
                  <c:v>7.3663282272927177E-2</c:v>
                </c:pt>
                <c:pt idx="3024">
                  <c:v>7.3663282272927177E-2</c:v>
                </c:pt>
                <c:pt idx="3025">
                  <c:v>7.3663282272927177E-2</c:v>
                </c:pt>
                <c:pt idx="3026">
                  <c:v>7.3663282272927177E-2</c:v>
                </c:pt>
                <c:pt idx="3027">
                  <c:v>7.3663282272927177E-2</c:v>
                </c:pt>
                <c:pt idx="3028">
                  <c:v>7.3663282272927177E-2</c:v>
                </c:pt>
                <c:pt idx="3029">
                  <c:v>7.3663282272927177E-2</c:v>
                </c:pt>
                <c:pt idx="3030">
                  <c:v>7.3663282272927177E-2</c:v>
                </c:pt>
                <c:pt idx="3031">
                  <c:v>7.3663282272927177E-2</c:v>
                </c:pt>
                <c:pt idx="3032">
                  <c:v>7.3663282272927177E-2</c:v>
                </c:pt>
                <c:pt idx="3033">
                  <c:v>7.3663282272927177E-2</c:v>
                </c:pt>
                <c:pt idx="3034">
                  <c:v>7.3663282272927177E-2</c:v>
                </c:pt>
                <c:pt idx="3035">
                  <c:v>7.3663282272927177E-2</c:v>
                </c:pt>
                <c:pt idx="3036">
                  <c:v>7.3663282272927177E-2</c:v>
                </c:pt>
                <c:pt idx="3037">
                  <c:v>7.3663282272927177E-2</c:v>
                </c:pt>
                <c:pt idx="3038">
                  <c:v>7.3663282272927177E-2</c:v>
                </c:pt>
                <c:pt idx="3039">
                  <c:v>7.3663282272927177E-2</c:v>
                </c:pt>
                <c:pt idx="3040">
                  <c:v>7.3663282272927177E-2</c:v>
                </c:pt>
                <c:pt idx="3041">
                  <c:v>7.3663282272927177E-2</c:v>
                </c:pt>
                <c:pt idx="3042">
                  <c:v>7.3663282272927177E-2</c:v>
                </c:pt>
                <c:pt idx="3043">
                  <c:v>7.3663282272927177E-2</c:v>
                </c:pt>
                <c:pt idx="3044">
                  <c:v>7.3663282272927177E-2</c:v>
                </c:pt>
                <c:pt idx="3045">
                  <c:v>7.3663282272927177E-2</c:v>
                </c:pt>
                <c:pt idx="3046">
                  <c:v>7.3663282272927177E-2</c:v>
                </c:pt>
                <c:pt idx="3047">
                  <c:v>7.3663282272927177E-2</c:v>
                </c:pt>
                <c:pt idx="3048">
                  <c:v>7.3663282272927177E-2</c:v>
                </c:pt>
                <c:pt idx="3049">
                  <c:v>7.3663282272927177E-2</c:v>
                </c:pt>
                <c:pt idx="3050">
                  <c:v>7.3663282272927177E-2</c:v>
                </c:pt>
                <c:pt idx="3051">
                  <c:v>7.3663282272927177E-2</c:v>
                </c:pt>
                <c:pt idx="3052">
                  <c:v>7.3663282272927177E-2</c:v>
                </c:pt>
                <c:pt idx="3053">
                  <c:v>7.3663282272927177E-2</c:v>
                </c:pt>
                <c:pt idx="3054">
                  <c:v>7.3663282272927177E-2</c:v>
                </c:pt>
                <c:pt idx="3055">
                  <c:v>7.3663282272927177E-2</c:v>
                </c:pt>
                <c:pt idx="3056">
                  <c:v>7.3663282272927177E-2</c:v>
                </c:pt>
                <c:pt idx="3057">
                  <c:v>7.3663282272927177E-2</c:v>
                </c:pt>
                <c:pt idx="3058">
                  <c:v>7.3663282272927177E-2</c:v>
                </c:pt>
                <c:pt idx="3059">
                  <c:v>7.3663282272927177E-2</c:v>
                </c:pt>
                <c:pt idx="3060">
                  <c:v>7.3663282272927177E-2</c:v>
                </c:pt>
                <c:pt idx="3061">
                  <c:v>7.3663282272927177E-2</c:v>
                </c:pt>
                <c:pt idx="3062">
                  <c:v>7.3663282272927177E-2</c:v>
                </c:pt>
                <c:pt idx="3063">
                  <c:v>7.3663282272927177E-2</c:v>
                </c:pt>
                <c:pt idx="3064">
                  <c:v>7.3663282272927177E-2</c:v>
                </c:pt>
                <c:pt idx="3065">
                  <c:v>7.3663282272927177E-2</c:v>
                </c:pt>
                <c:pt idx="3066">
                  <c:v>7.3663282272927177E-2</c:v>
                </c:pt>
                <c:pt idx="3067">
                  <c:v>7.3663282272927177E-2</c:v>
                </c:pt>
                <c:pt idx="3068">
                  <c:v>7.3663282272927177E-2</c:v>
                </c:pt>
                <c:pt idx="3069">
                  <c:v>7.3663282272927177E-2</c:v>
                </c:pt>
                <c:pt idx="3070">
                  <c:v>7.3663282272927177E-2</c:v>
                </c:pt>
                <c:pt idx="3071">
                  <c:v>7.3663282272927177E-2</c:v>
                </c:pt>
                <c:pt idx="3072">
                  <c:v>7.3663282272927177E-2</c:v>
                </c:pt>
                <c:pt idx="3073">
                  <c:v>7.3663282272927177E-2</c:v>
                </c:pt>
                <c:pt idx="3074">
                  <c:v>7.3663282272927177E-2</c:v>
                </c:pt>
                <c:pt idx="3075">
                  <c:v>7.3663282272927177E-2</c:v>
                </c:pt>
                <c:pt idx="3076">
                  <c:v>7.3663282272927177E-2</c:v>
                </c:pt>
                <c:pt idx="3077">
                  <c:v>7.3663282272927177E-2</c:v>
                </c:pt>
                <c:pt idx="3078">
                  <c:v>7.3663282272927177E-2</c:v>
                </c:pt>
                <c:pt idx="3079">
                  <c:v>7.3663282272927177E-2</c:v>
                </c:pt>
                <c:pt idx="3080">
                  <c:v>7.3663282272927177E-2</c:v>
                </c:pt>
                <c:pt idx="3081">
                  <c:v>7.3663282272927177E-2</c:v>
                </c:pt>
                <c:pt idx="3082">
                  <c:v>7.3663282272927177E-2</c:v>
                </c:pt>
                <c:pt idx="3083">
                  <c:v>7.3663282272927177E-2</c:v>
                </c:pt>
                <c:pt idx="3084">
                  <c:v>7.3663282272927177E-2</c:v>
                </c:pt>
                <c:pt idx="3085">
                  <c:v>7.3663282272927177E-2</c:v>
                </c:pt>
                <c:pt idx="3086">
                  <c:v>7.3663282272927177E-2</c:v>
                </c:pt>
                <c:pt idx="3087">
                  <c:v>7.3663282272927177E-2</c:v>
                </c:pt>
                <c:pt idx="3088">
                  <c:v>7.3663282272927177E-2</c:v>
                </c:pt>
                <c:pt idx="3089">
                  <c:v>7.3663282272927177E-2</c:v>
                </c:pt>
                <c:pt idx="3090">
                  <c:v>7.3663282272927177E-2</c:v>
                </c:pt>
                <c:pt idx="3091">
                  <c:v>7.3663282272927177E-2</c:v>
                </c:pt>
                <c:pt idx="3092">
                  <c:v>7.3663282272927177E-2</c:v>
                </c:pt>
                <c:pt idx="3093">
                  <c:v>7.3663282272927177E-2</c:v>
                </c:pt>
                <c:pt idx="3094">
                  <c:v>7.3663282272927177E-2</c:v>
                </c:pt>
                <c:pt idx="3095">
                  <c:v>7.3663282272927177E-2</c:v>
                </c:pt>
                <c:pt idx="3096">
                  <c:v>7.3663282272927177E-2</c:v>
                </c:pt>
                <c:pt idx="3097">
                  <c:v>7.3663282272927177E-2</c:v>
                </c:pt>
                <c:pt idx="3098">
                  <c:v>7.3663282272927177E-2</c:v>
                </c:pt>
                <c:pt idx="3099">
                  <c:v>7.3663282272927177E-2</c:v>
                </c:pt>
                <c:pt idx="3100">
                  <c:v>7.3663282272927177E-2</c:v>
                </c:pt>
                <c:pt idx="3101">
                  <c:v>7.3663282272927177E-2</c:v>
                </c:pt>
                <c:pt idx="3102">
                  <c:v>7.3663282272927177E-2</c:v>
                </c:pt>
                <c:pt idx="3103">
                  <c:v>7.3663282272927177E-2</c:v>
                </c:pt>
                <c:pt idx="3104">
                  <c:v>7.3663282272927177E-2</c:v>
                </c:pt>
                <c:pt idx="3105">
                  <c:v>7.3663282272927177E-2</c:v>
                </c:pt>
                <c:pt idx="3106">
                  <c:v>7.3663282272927177E-2</c:v>
                </c:pt>
                <c:pt idx="3107">
                  <c:v>7.3663282272927177E-2</c:v>
                </c:pt>
                <c:pt idx="3108">
                  <c:v>7.3663282272927177E-2</c:v>
                </c:pt>
                <c:pt idx="3109">
                  <c:v>7.3663282272927177E-2</c:v>
                </c:pt>
                <c:pt idx="3110">
                  <c:v>7.3663282272927177E-2</c:v>
                </c:pt>
                <c:pt idx="3111">
                  <c:v>7.3663282272927177E-2</c:v>
                </c:pt>
                <c:pt idx="3112">
                  <c:v>7.3663282272927177E-2</c:v>
                </c:pt>
                <c:pt idx="3113">
                  <c:v>7.3663282272927177E-2</c:v>
                </c:pt>
                <c:pt idx="3114">
                  <c:v>7.3663282272927177E-2</c:v>
                </c:pt>
                <c:pt idx="3115">
                  <c:v>7.3663282272927177E-2</c:v>
                </c:pt>
                <c:pt idx="3116">
                  <c:v>7.3663282272927177E-2</c:v>
                </c:pt>
                <c:pt idx="3117">
                  <c:v>7.3663282272927177E-2</c:v>
                </c:pt>
                <c:pt idx="3118">
                  <c:v>7.3663282272927177E-2</c:v>
                </c:pt>
                <c:pt idx="3119">
                  <c:v>7.3663282272927177E-2</c:v>
                </c:pt>
                <c:pt idx="3120">
                  <c:v>7.3663282272927177E-2</c:v>
                </c:pt>
                <c:pt idx="3121">
                  <c:v>7.3663282272927177E-2</c:v>
                </c:pt>
                <c:pt idx="3122">
                  <c:v>7.3663282272927177E-2</c:v>
                </c:pt>
                <c:pt idx="3123">
                  <c:v>7.3663282272927177E-2</c:v>
                </c:pt>
                <c:pt idx="3124">
                  <c:v>7.3663282272927177E-2</c:v>
                </c:pt>
                <c:pt idx="3125">
                  <c:v>7.3663282272927177E-2</c:v>
                </c:pt>
                <c:pt idx="3126">
                  <c:v>7.3663282272927177E-2</c:v>
                </c:pt>
                <c:pt idx="3127">
                  <c:v>7.3663282272927177E-2</c:v>
                </c:pt>
                <c:pt idx="3128">
                  <c:v>7.3663282272927177E-2</c:v>
                </c:pt>
                <c:pt idx="3129">
                  <c:v>7.3663282272927177E-2</c:v>
                </c:pt>
                <c:pt idx="3130">
                  <c:v>7.3663282272927177E-2</c:v>
                </c:pt>
                <c:pt idx="3131">
                  <c:v>7.3663282272927177E-2</c:v>
                </c:pt>
                <c:pt idx="3132">
                  <c:v>7.3663282272927177E-2</c:v>
                </c:pt>
                <c:pt idx="3133">
                  <c:v>7.3663282272927177E-2</c:v>
                </c:pt>
                <c:pt idx="3134">
                  <c:v>7.3663282272927177E-2</c:v>
                </c:pt>
                <c:pt idx="3135">
                  <c:v>7.3663282272927177E-2</c:v>
                </c:pt>
                <c:pt idx="3136">
                  <c:v>7.3663282272927177E-2</c:v>
                </c:pt>
                <c:pt idx="3137">
                  <c:v>7.3663282272927177E-2</c:v>
                </c:pt>
                <c:pt idx="3138">
                  <c:v>7.3663282272927177E-2</c:v>
                </c:pt>
                <c:pt idx="3139">
                  <c:v>7.3663282272927177E-2</c:v>
                </c:pt>
                <c:pt idx="3140">
                  <c:v>7.3663282272927177E-2</c:v>
                </c:pt>
                <c:pt idx="3141">
                  <c:v>7.3663282272927177E-2</c:v>
                </c:pt>
                <c:pt idx="3142">
                  <c:v>7.3663282272927177E-2</c:v>
                </c:pt>
                <c:pt idx="3143">
                  <c:v>7.3663282272927177E-2</c:v>
                </c:pt>
                <c:pt idx="3144">
                  <c:v>7.3663282272927177E-2</c:v>
                </c:pt>
                <c:pt idx="3145">
                  <c:v>7.3663282272927177E-2</c:v>
                </c:pt>
                <c:pt idx="3146">
                  <c:v>7.3663282272927177E-2</c:v>
                </c:pt>
                <c:pt idx="3147">
                  <c:v>7.3663282272927177E-2</c:v>
                </c:pt>
                <c:pt idx="3148">
                  <c:v>7.3663282272927177E-2</c:v>
                </c:pt>
                <c:pt idx="3149">
                  <c:v>7.3663282272927177E-2</c:v>
                </c:pt>
                <c:pt idx="3150">
                  <c:v>7.3663282272927177E-2</c:v>
                </c:pt>
                <c:pt idx="3151">
                  <c:v>7.3663282272927177E-2</c:v>
                </c:pt>
                <c:pt idx="3152">
                  <c:v>7.3663282272927177E-2</c:v>
                </c:pt>
                <c:pt idx="3153">
                  <c:v>7.3663282272927177E-2</c:v>
                </c:pt>
                <c:pt idx="3154">
                  <c:v>7.3663282272927177E-2</c:v>
                </c:pt>
                <c:pt idx="3155">
                  <c:v>7.3663282272927177E-2</c:v>
                </c:pt>
                <c:pt idx="3156">
                  <c:v>7.3663282272927177E-2</c:v>
                </c:pt>
                <c:pt idx="3157">
                  <c:v>7.3663282272927177E-2</c:v>
                </c:pt>
                <c:pt idx="3158">
                  <c:v>7.3663282272927177E-2</c:v>
                </c:pt>
                <c:pt idx="3159">
                  <c:v>7.3663282272927177E-2</c:v>
                </c:pt>
                <c:pt idx="3160">
                  <c:v>7.3663282272927177E-2</c:v>
                </c:pt>
                <c:pt idx="3161">
                  <c:v>7.3663282272927177E-2</c:v>
                </c:pt>
                <c:pt idx="3162">
                  <c:v>7.3663282272927177E-2</c:v>
                </c:pt>
                <c:pt idx="3163">
                  <c:v>7.3663282272927177E-2</c:v>
                </c:pt>
                <c:pt idx="3164">
                  <c:v>7.3663282272927177E-2</c:v>
                </c:pt>
                <c:pt idx="3165">
                  <c:v>7.3663282272927177E-2</c:v>
                </c:pt>
                <c:pt idx="3166">
                  <c:v>7.3663282272927177E-2</c:v>
                </c:pt>
                <c:pt idx="3167">
                  <c:v>7.3663282272927177E-2</c:v>
                </c:pt>
                <c:pt idx="3168">
                  <c:v>7.3663282272927177E-2</c:v>
                </c:pt>
                <c:pt idx="3169">
                  <c:v>7.3663282272927177E-2</c:v>
                </c:pt>
                <c:pt idx="3170">
                  <c:v>7.3663282272927177E-2</c:v>
                </c:pt>
                <c:pt idx="3171">
                  <c:v>7.3663282272927177E-2</c:v>
                </c:pt>
                <c:pt idx="3172">
                  <c:v>7.3663282272927177E-2</c:v>
                </c:pt>
                <c:pt idx="3173">
                  <c:v>7.3663282272927177E-2</c:v>
                </c:pt>
                <c:pt idx="3174">
                  <c:v>7.3663282272927177E-2</c:v>
                </c:pt>
                <c:pt idx="3175">
                  <c:v>7.3663282272927177E-2</c:v>
                </c:pt>
                <c:pt idx="3176">
                  <c:v>7.3663282272927177E-2</c:v>
                </c:pt>
                <c:pt idx="3177">
                  <c:v>7.3663282272927177E-2</c:v>
                </c:pt>
                <c:pt idx="3178">
                  <c:v>7.3663282272927177E-2</c:v>
                </c:pt>
                <c:pt idx="3179">
                  <c:v>7.3663282272927177E-2</c:v>
                </c:pt>
                <c:pt idx="3180">
                  <c:v>7.3663282272927177E-2</c:v>
                </c:pt>
                <c:pt idx="3181">
                  <c:v>7.3663282272927177E-2</c:v>
                </c:pt>
                <c:pt idx="3182">
                  <c:v>7.3663282272927177E-2</c:v>
                </c:pt>
                <c:pt idx="3183">
                  <c:v>7.3663282272927177E-2</c:v>
                </c:pt>
                <c:pt idx="3184">
                  <c:v>7.3663282272927177E-2</c:v>
                </c:pt>
                <c:pt idx="3185">
                  <c:v>7.3663282272927177E-2</c:v>
                </c:pt>
                <c:pt idx="3186">
                  <c:v>7.3663282272927177E-2</c:v>
                </c:pt>
                <c:pt idx="3187">
                  <c:v>7.3663282272927177E-2</c:v>
                </c:pt>
                <c:pt idx="3188">
                  <c:v>7.3663282272927177E-2</c:v>
                </c:pt>
                <c:pt idx="3189">
                  <c:v>7.3663282272927177E-2</c:v>
                </c:pt>
                <c:pt idx="3190">
                  <c:v>7.3663282272927177E-2</c:v>
                </c:pt>
                <c:pt idx="3191">
                  <c:v>7.3663282272927177E-2</c:v>
                </c:pt>
                <c:pt idx="3192">
                  <c:v>7.3663282272927177E-2</c:v>
                </c:pt>
                <c:pt idx="3193">
                  <c:v>7.3663282272927177E-2</c:v>
                </c:pt>
                <c:pt idx="3194">
                  <c:v>7.3663282272927177E-2</c:v>
                </c:pt>
                <c:pt idx="3195">
                  <c:v>7.3663282272927177E-2</c:v>
                </c:pt>
                <c:pt idx="3196">
                  <c:v>7.3663282272927177E-2</c:v>
                </c:pt>
                <c:pt idx="3197">
                  <c:v>7.3663282272927177E-2</c:v>
                </c:pt>
                <c:pt idx="3198">
                  <c:v>7.3663282272927177E-2</c:v>
                </c:pt>
                <c:pt idx="3199">
                  <c:v>7.3663282272927177E-2</c:v>
                </c:pt>
                <c:pt idx="3200">
                  <c:v>7.3663282272927177E-2</c:v>
                </c:pt>
                <c:pt idx="3201">
                  <c:v>7.3663282272927177E-2</c:v>
                </c:pt>
                <c:pt idx="3202">
                  <c:v>7.3663282272927177E-2</c:v>
                </c:pt>
                <c:pt idx="3203">
                  <c:v>7.3663282272927177E-2</c:v>
                </c:pt>
                <c:pt idx="3204">
                  <c:v>7.3663282272927177E-2</c:v>
                </c:pt>
                <c:pt idx="3205">
                  <c:v>7.3663282272927177E-2</c:v>
                </c:pt>
                <c:pt idx="3206">
                  <c:v>7.3663282272927177E-2</c:v>
                </c:pt>
                <c:pt idx="3207">
                  <c:v>7.3663282272927177E-2</c:v>
                </c:pt>
                <c:pt idx="3208">
                  <c:v>7.3663282272927177E-2</c:v>
                </c:pt>
                <c:pt idx="3209">
                  <c:v>7.3663282272927177E-2</c:v>
                </c:pt>
                <c:pt idx="3210">
                  <c:v>7.3663282272927177E-2</c:v>
                </c:pt>
                <c:pt idx="3211">
                  <c:v>7.3663282272927177E-2</c:v>
                </c:pt>
                <c:pt idx="3212">
                  <c:v>7.3663282272927177E-2</c:v>
                </c:pt>
                <c:pt idx="3213">
                  <c:v>7.3663282272927177E-2</c:v>
                </c:pt>
                <c:pt idx="3214">
                  <c:v>7.3663282272927177E-2</c:v>
                </c:pt>
                <c:pt idx="3215">
                  <c:v>7.3663282272927177E-2</c:v>
                </c:pt>
                <c:pt idx="3216">
                  <c:v>7.3663282272927177E-2</c:v>
                </c:pt>
                <c:pt idx="3217">
                  <c:v>7.3663282272927177E-2</c:v>
                </c:pt>
                <c:pt idx="3218">
                  <c:v>7.3663282272927177E-2</c:v>
                </c:pt>
                <c:pt idx="3219">
                  <c:v>7.3663282272927177E-2</c:v>
                </c:pt>
                <c:pt idx="3220">
                  <c:v>7.3663282272927177E-2</c:v>
                </c:pt>
                <c:pt idx="3221">
                  <c:v>7.3663282272927177E-2</c:v>
                </c:pt>
                <c:pt idx="3222">
                  <c:v>7.3663282272927177E-2</c:v>
                </c:pt>
                <c:pt idx="3223">
                  <c:v>7.3663282272927177E-2</c:v>
                </c:pt>
                <c:pt idx="3224">
                  <c:v>7.3663282272927177E-2</c:v>
                </c:pt>
                <c:pt idx="3225">
                  <c:v>7.3663282272927177E-2</c:v>
                </c:pt>
                <c:pt idx="3226">
                  <c:v>7.3663282272927177E-2</c:v>
                </c:pt>
                <c:pt idx="3227">
                  <c:v>7.3663282272927177E-2</c:v>
                </c:pt>
                <c:pt idx="3228">
                  <c:v>7.3663282272927177E-2</c:v>
                </c:pt>
                <c:pt idx="3229">
                  <c:v>7.3663282272927177E-2</c:v>
                </c:pt>
                <c:pt idx="3230">
                  <c:v>7.3663282272927177E-2</c:v>
                </c:pt>
                <c:pt idx="3231">
                  <c:v>7.3663282272927177E-2</c:v>
                </c:pt>
                <c:pt idx="3232">
                  <c:v>7.3663282272927177E-2</c:v>
                </c:pt>
                <c:pt idx="3233">
                  <c:v>7.3663282272927177E-2</c:v>
                </c:pt>
                <c:pt idx="3234">
                  <c:v>7.3663282272927177E-2</c:v>
                </c:pt>
                <c:pt idx="3235">
                  <c:v>7.3663282272927177E-2</c:v>
                </c:pt>
                <c:pt idx="3236">
                  <c:v>7.3663282272927177E-2</c:v>
                </c:pt>
                <c:pt idx="3237">
                  <c:v>7.3663282272927177E-2</c:v>
                </c:pt>
                <c:pt idx="3238">
                  <c:v>7.3663282272927177E-2</c:v>
                </c:pt>
                <c:pt idx="3239">
                  <c:v>7.3663282272927177E-2</c:v>
                </c:pt>
                <c:pt idx="3240">
                  <c:v>7.3663282272927177E-2</c:v>
                </c:pt>
                <c:pt idx="3241">
                  <c:v>7.3663282272927177E-2</c:v>
                </c:pt>
                <c:pt idx="3242">
                  <c:v>7.3663282272927177E-2</c:v>
                </c:pt>
                <c:pt idx="3243">
                  <c:v>7.3663282272927177E-2</c:v>
                </c:pt>
                <c:pt idx="3244">
                  <c:v>7.3663282272927177E-2</c:v>
                </c:pt>
                <c:pt idx="3245">
                  <c:v>7.3663282272927177E-2</c:v>
                </c:pt>
                <c:pt idx="3246">
                  <c:v>7.3663282272927177E-2</c:v>
                </c:pt>
                <c:pt idx="3247">
                  <c:v>7.3663282272927177E-2</c:v>
                </c:pt>
                <c:pt idx="3248">
                  <c:v>7.3663282272927177E-2</c:v>
                </c:pt>
                <c:pt idx="3249">
                  <c:v>7.3663282272927177E-2</c:v>
                </c:pt>
                <c:pt idx="3250">
                  <c:v>7.3663282272927177E-2</c:v>
                </c:pt>
                <c:pt idx="3251">
                  <c:v>7.3663282272927177E-2</c:v>
                </c:pt>
                <c:pt idx="3252">
                  <c:v>7.3663282272927177E-2</c:v>
                </c:pt>
                <c:pt idx="3253">
                  <c:v>7.3663282272927177E-2</c:v>
                </c:pt>
                <c:pt idx="3254">
                  <c:v>7.3663282272927177E-2</c:v>
                </c:pt>
                <c:pt idx="3255">
                  <c:v>7.3663282272927177E-2</c:v>
                </c:pt>
                <c:pt idx="3256">
                  <c:v>7.3663282272927177E-2</c:v>
                </c:pt>
                <c:pt idx="3257">
                  <c:v>7.3663282272927177E-2</c:v>
                </c:pt>
                <c:pt idx="3258">
                  <c:v>7.3663282272927177E-2</c:v>
                </c:pt>
                <c:pt idx="3259">
                  <c:v>7.3663282272927177E-2</c:v>
                </c:pt>
                <c:pt idx="3260">
                  <c:v>7.3663282272927177E-2</c:v>
                </c:pt>
                <c:pt idx="3261">
                  <c:v>7.3663282272927177E-2</c:v>
                </c:pt>
                <c:pt idx="3262">
                  <c:v>7.3663282272927177E-2</c:v>
                </c:pt>
                <c:pt idx="3263">
                  <c:v>7.3663282272927177E-2</c:v>
                </c:pt>
                <c:pt idx="3264">
                  <c:v>7.3663282272927177E-2</c:v>
                </c:pt>
                <c:pt idx="3265">
                  <c:v>7.3663282272927177E-2</c:v>
                </c:pt>
                <c:pt idx="3266">
                  <c:v>7.3663282272927177E-2</c:v>
                </c:pt>
                <c:pt idx="3267">
                  <c:v>7.3663282272927177E-2</c:v>
                </c:pt>
                <c:pt idx="3268">
                  <c:v>7.3663282272927177E-2</c:v>
                </c:pt>
                <c:pt idx="3269">
                  <c:v>7.3663282272927177E-2</c:v>
                </c:pt>
                <c:pt idx="3270">
                  <c:v>7.3663282272927177E-2</c:v>
                </c:pt>
                <c:pt idx="3271">
                  <c:v>7.3663282272927177E-2</c:v>
                </c:pt>
                <c:pt idx="3272">
                  <c:v>7.3663282272927177E-2</c:v>
                </c:pt>
                <c:pt idx="3273">
                  <c:v>7.3663282272927177E-2</c:v>
                </c:pt>
                <c:pt idx="3274">
                  <c:v>7.3663282272927177E-2</c:v>
                </c:pt>
                <c:pt idx="3275">
                  <c:v>7.3663282272927177E-2</c:v>
                </c:pt>
                <c:pt idx="3276">
                  <c:v>7.3663282272927177E-2</c:v>
                </c:pt>
                <c:pt idx="3277">
                  <c:v>7.3663282272927177E-2</c:v>
                </c:pt>
                <c:pt idx="3278">
                  <c:v>7.3663282272927177E-2</c:v>
                </c:pt>
                <c:pt idx="3279">
                  <c:v>7.3663282272927177E-2</c:v>
                </c:pt>
                <c:pt idx="3280">
                  <c:v>7.3663282272927177E-2</c:v>
                </c:pt>
                <c:pt idx="3281">
                  <c:v>7.3663282272927177E-2</c:v>
                </c:pt>
                <c:pt idx="3282">
                  <c:v>7.3663282272927177E-2</c:v>
                </c:pt>
                <c:pt idx="3283">
                  <c:v>7.3663282272927177E-2</c:v>
                </c:pt>
                <c:pt idx="3284">
                  <c:v>7.3663282272927177E-2</c:v>
                </c:pt>
                <c:pt idx="3285">
                  <c:v>7.3663282272927177E-2</c:v>
                </c:pt>
                <c:pt idx="3286">
                  <c:v>7.3663282272927177E-2</c:v>
                </c:pt>
                <c:pt idx="3287">
                  <c:v>7.3663282272927177E-2</c:v>
                </c:pt>
                <c:pt idx="3288">
                  <c:v>7.3663282272927177E-2</c:v>
                </c:pt>
                <c:pt idx="3289">
                  <c:v>7.3663282272927177E-2</c:v>
                </c:pt>
                <c:pt idx="3290">
                  <c:v>7.3663282272927177E-2</c:v>
                </c:pt>
                <c:pt idx="3291">
                  <c:v>7.3663282272927177E-2</c:v>
                </c:pt>
                <c:pt idx="3292">
                  <c:v>7.3663282272927177E-2</c:v>
                </c:pt>
                <c:pt idx="3293">
                  <c:v>7.3663282272927177E-2</c:v>
                </c:pt>
                <c:pt idx="3294">
                  <c:v>7.3663282272927177E-2</c:v>
                </c:pt>
                <c:pt idx="3295">
                  <c:v>7.3663282272927177E-2</c:v>
                </c:pt>
                <c:pt idx="3296">
                  <c:v>7.3663282272927177E-2</c:v>
                </c:pt>
                <c:pt idx="3297">
                  <c:v>7.3663282272927177E-2</c:v>
                </c:pt>
                <c:pt idx="3298">
                  <c:v>7.3663282272927177E-2</c:v>
                </c:pt>
                <c:pt idx="3299">
                  <c:v>7.3663282272927177E-2</c:v>
                </c:pt>
                <c:pt idx="3300">
                  <c:v>7.3663282272927177E-2</c:v>
                </c:pt>
              </c:numCache>
            </c:numRef>
          </c:val>
          <c:smooth val="0"/>
          <c:extLst>
            <c:ext xmlns:c16="http://schemas.microsoft.com/office/drawing/2014/chart" uri="{C3380CC4-5D6E-409C-BE32-E72D297353CC}">
              <c16:uniqueId val="{00000002-380E-41F9-B6F8-5AD36B5A7A10}"/>
            </c:ext>
          </c:extLst>
        </c:ser>
        <c:dLbls>
          <c:showLegendKey val="0"/>
          <c:showVal val="0"/>
          <c:showCatName val="0"/>
          <c:showSerName val="0"/>
          <c:showPercent val="0"/>
          <c:showBubbleSize val="0"/>
        </c:dLbls>
        <c:smooth val="0"/>
        <c:axId val="390145295"/>
        <c:axId val="390144335"/>
      </c:lineChart>
      <c:dateAx>
        <c:axId val="390145295"/>
        <c:scaling>
          <c:orientation val="minMax"/>
        </c:scaling>
        <c:delete val="0"/>
        <c:axPos val="b"/>
        <c:numFmt formatCode="[$-409]mmm\-yy;@" sourceLinked="0"/>
        <c:majorTickMark val="out"/>
        <c:minorTickMark val="none"/>
        <c:tickLblPos val="low"/>
        <c:spPr>
          <a:noFill/>
          <a:ln w="9525" cap="flat" cmpd="sng" algn="ctr">
            <a:noFill/>
            <a:round/>
          </a:ln>
          <a:effectLst/>
        </c:spPr>
        <c:txPr>
          <a:bodyPr rot="-5400000" spcFirstLastPara="1" vertOverflow="ellipsis"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 val="autoZero"/>
        <c:auto val="1"/>
        <c:lblOffset val="100"/>
        <c:baseTimeUnit val="days"/>
      </c:dateAx>
      <c:valAx>
        <c:axId val="390144335"/>
        <c:scaling>
          <c:orientation val="minMax"/>
          <c:max val="0.1"/>
          <c:min val="0.05"/>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between"/>
        <c:majorUnit val="0.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'Component treatment'!$AI$4</c:f>
              <c:strCache>
                <c:ptCount val="1"/>
                <c:pt idx="0">
                  <c:v>ifa_survey</c:v>
                </c:pt>
              </c:strCache>
            </c:strRef>
          </c:tx>
          <c:spPr>
            <a:ln w="19050" cap="rnd">
              <a:solidFill>
                <a:srgbClr val="1F2F44"/>
              </a:solidFill>
              <a:round/>
            </a:ln>
            <a:effectLst/>
          </c:spPr>
          <c:marker>
            <c:symbol val="circle"/>
            <c:size val="3"/>
            <c:spPr>
              <a:solidFill>
                <a:srgbClr val="1F2F44"/>
              </a:solidFill>
              <a:ln w="9525">
                <a:solidFill>
                  <a:srgbClr val="1F2F44"/>
                </a:solidFill>
              </a:ln>
              <a:effectLst/>
            </c:spPr>
          </c:marker>
          <c:cat>
            <c:numRef>
              <c:f>'Component treatment'!$AH$5:$AH$50000</c:f>
              <c:numCache>
                <c:formatCode>m/d/yyyy</c:formatCode>
                <c:ptCount val="49996"/>
                <c:pt idx="0">
                  <c:v>45139</c:v>
                </c:pt>
                <c:pt idx="1">
                  <c:v>45170</c:v>
                </c:pt>
                <c:pt idx="2">
                  <c:v>45200</c:v>
                </c:pt>
                <c:pt idx="3">
                  <c:v>45231</c:v>
                </c:pt>
                <c:pt idx="4">
                  <c:v>45261</c:v>
                </c:pt>
                <c:pt idx="5">
                  <c:v>45292</c:v>
                </c:pt>
                <c:pt idx="6">
                  <c:v>45323</c:v>
                </c:pt>
                <c:pt idx="7">
                  <c:v>45352</c:v>
                </c:pt>
                <c:pt idx="8">
                  <c:v>45383</c:v>
                </c:pt>
                <c:pt idx="9">
                  <c:v>45413</c:v>
                </c:pt>
                <c:pt idx="10">
                  <c:v>45444</c:v>
                </c:pt>
                <c:pt idx="11">
                  <c:v>45474</c:v>
                </c:pt>
                <c:pt idx="12">
                  <c:v>45505</c:v>
                </c:pt>
                <c:pt idx="13">
                  <c:v>45536</c:v>
                </c:pt>
                <c:pt idx="14">
                  <c:v>45566</c:v>
                </c:pt>
                <c:pt idx="15">
                  <c:v>45597</c:v>
                </c:pt>
                <c:pt idx="16">
                  <c:v>45627</c:v>
                </c:pt>
                <c:pt idx="17">
                  <c:v>45658</c:v>
                </c:pt>
                <c:pt idx="18">
                  <c:v>45689</c:v>
                </c:pt>
                <c:pt idx="19">
                  <c:v>45717</c:v>
                </c:pt>
                <c:pt idx="20">
                  <c:v>45748</c:v>
                </c:pt>
                <c:pt idx="21">
                  <c:v>45778</c:v>
                </c:pt>
                <c:pt idx="22">
                  <c:v>45809</c:v>
                </c:pt>
                <c:pt idx="23">
                  <c:v>45839</c:v>
                </c:pt>
                <c:pt idx="24">
                  <c:v>45870</c:v>
                </c:pt>
                <c:pt idx="25">
                  <c:v>45901</c:v>
                </c:pt>
                <c:pt idx="26">
                  <c:v>45931</c:v>
                </c:pt>
                <c:pt idx="27">
                  <c:v>45962</c:v>
                </c:pt>
                <c:pt idx="28">
                  <c:v>45992</c:v>
                </c:pt>
                <c:pt idx="29">
                  <c:v>46023</c:v>
                </c:pt>
                <c:pt idx="30">
                  <c:v>46054</c:v>
                </c:pt>
                <c:pt idx="31">
                  <c:v>46082</c:v>
                </c:pt>
                <c:pt idx="32">
                  <c:v>46113</c:v>
                </c:pt>
                <c:pt idx="33">
                  <c:v>46143</c:v>
                </c:pt>
                <c:pt idx="34">
                  <c:v>46174</c:v>
                </c:pt>
                <c:pt idx="35">
                  <c:v>46204</c:v>
                </c:pt>
                <c:pt idx="36">
                  <c:v>46235</c:v>
                </c:pt>
                <c:pt idx="37">
                  <c:v>46266</c:v>
                </c:pt>
              </c:numCache>
            </c:numRef>
          </c:cat>
          <c:val>
            <c:numRef>
              <c:f>'Component treatment'!$AI$5:$AI$50000</c:f>
              <c:numCache>
                <c:formatCode>0.0</c:formatCode>
                <c:ptCount val="49996"/>
                <c:pt idx="0">
                  <c:v>7.5864197530864201</c:v>
                </c:pt>
                <c:pt idx="1">
                  <c:v>6.9754098360655741</c:v>
                </c:pt>
                <c:pt idx="2">
                  <c:v>6.174757281553398</c:v>
                </c:pt>
                <c:pt idx="3">
                  <c:v>6.6398891966759006</c:v>
                </c:pt>
                <c:pt idx="4">
                  <c:v>7.1465201465201469</c:v>
                </c:pt>
                <c:pt idx="5">
                  <c:v>7.5510204081632653</c:v>
                </c:pt>
                <c:pt idx="6">
                  <c:v>6.873239436619718</c:v>
                </c:pt>
                <c:pt idx="7">
                  <c:v>7.3043478260869561</c:v>
                </c:pt>
                <c:pt idx="8">
                  <c:v>6.8612244897959176</c:v>
                </c:pt>
                <c:pt idx="9">
                  <c:v>6.1911468812877262</c:v>
                </c:pt>
                <c:pt idx="10">
                  <c:v>5.6327433628318584</c:v>
                </c:pt>
                <c:pt idx="11">
                  <c:v>6.4642857142857144</c:v>
                </c:pt>
                <c:pt idx="12">
                  <c:v>6.4901960784313726</c:v>
                </c:pt>
                <c:pt idx="13">
                  <c:v>6.5220125786163523</c:v>
                </c:pt>
                <c:pt idx="14">
                  <c:v>6.1589403973509933</c:v>
                </c:pt>
                <c:pt idx="15">
                  <c:v>5.5316455696202533</c:v>
                </c:pt>
                <c:pt idx="16">
                  <c:v>4.8865248226950353</c:v>
                </c:pt>
                <c:pt idx="17">
                  <c:v>5.0356083086053411</c:v>
                </c:pt>
                <c:pt idx="18">
                  <c:v>5.7826086956521738</c:v>
                </c:pt>
                <c:pt idx="19">
                  <c:v>5.9222222222222216</c:v>
                </c:pt>
                <c:pt idx="20">
                  <c:v>6.3768115942028976</c:v>
                </c:pt>
                <c:pt idx="21">
                  <c:v>6.9830508474576272</c:v>
                </c:pt>
                <c:pt idx="22">
                  <c:v>6.7478991596638664</c:v>
                </c:pt>
                <c:pt idx="23">
                  <c:v>6.8139534883720927</c:v>
                </c:pt>
                <c:pt idx="24">
                  <c:v>6.2352941176470589</c:v>
                </c:pt>
                <c:pt idx="25">
                  <c:v>6.8532110091743119</c:v>
                </c:pt>
                <c:pt idx="26">
                  <c:v>6.5299145299145298</c:v>
                </c:pt>
                <c:pt idx="27">
                  <c:v>6.9345794392523361</c:v>
                </c:pt>
                <c:pt idx="28">
                  <c:v>7.1111111111111107</c:v>
                </c:pt>
                <c:pt idx="29">
                  <c:v>7.02</c:v>
                </c:pt>
                <c:pt idx="30">
                  <c:v>7.1495327102803738</c:v>
                </c:pt>
                <c:pt idx="31">
                  <c:v>6.759615384615385</c:v>
                </c:pt>
                <c:pt idx="32">
                  <c:v>7.3934426229508201</c:v>
                </c:pt>
                <c:pt idx="33">
                  <c:v>6.9622641509433958</c:v>
                </c:pt>
                <c:pt idx="34">
                  <c:v>6.4036697247706416</c:v>
                </c:pt>
                <c:pt idx="35">
                  <c:v>6.5981308411214954</c:v>
                </c:pt>
                <c:pt idx="36">
                  <c:v>5.7</c:v>
                </c:pt>
                <c:pt idx="37">
                  <c:v>6.8</c:v>
                </c:pt>
              </c:numCache>
            </c:numRef>
          </c:val>
          <c:smooth val="0"/>
          <c:extLst>
            <c:ext xmlns:c16="http://schemas.microsoft.com/office/drawing/2014/chart" uri="{C3380CC4-5D6E-409C-BE32-E72D297353CC}">
              <c16:uniqueId val="{00000000-CDCA-4C5E-A53A-6DDB61537A8C}"/>
            </c:ext>
          </c:extLst>
        </c:ser>
        <c:ser>
          <c:idx val="1"/>
          <c:order val="1"/>
          <c:tx>
            <c:strRef>
              <c:f>'Component treatment'!$AJ$4</c:f>
              <c:strCache>
                <c:ptCount val="1"/>
                <c:pt idx="0">
                  <c:v>Bear</c:v>
                </c:pt>
              </c:strCache>
            </c:strRef>
          </c:tx>
          <c:spPr>
            <a:ln w="19050" cap="rnd">
              <a:solidFill>
                <a:srgbClr val="C00000"/>
              </a:solidFill>
              <a:prstDash val="sysDash"/>
              <a:round/>
            </a:ln>
            <a:effectLst/>
          </c:spPr>
          <c:marker>
            <c:symbol val="none"/>
          </c:marker>
          <c:cat>
            <c:numRef>
              <c:f>'Component treatment'!$AH$5:$AH$50000</c:f>
              <c:numCache>
                <c:formatCode>m/d/yyyy</c:formatCode>
                <c:ptCount val="49996"/>
                <c:pt idx="0">
                  <c:v>45139</c:v>
                </c:pt>
                <c:pt idx="1">
                  <c:v>45170</c:v>
                </c:pt>
                <c:pt idx="2">
                  <c:v>45200</c:v>
                </c:pt>
                <c:pt idx="3">
                  <c:v>45231</c:v>
                </c:pt>
                <c:pt idx="4">
                  <c:v>45261</c:v>
                </c:pt>
                <c:pt idx="5">
                  <c:v>45292</c:v>
                </c:pt>
                <c:pt idx="6">
                  <c:v>45323</c:v>
                </c:pt>
                <c:pt idx="7">
                  <c:v>45352</c:v>
                </c:pt>
                <c:pt idx="8">
                  <c:v>45383</c:v>
                </c:pt>
                <c:pt idx="9">
                  <c:v>45413</c:v>
                </c:pt>
                <c:pt idx="10">
                  <c:v>45444</c:v>
                </c:pt>
                <c:pt idx="11">
                  <c:v>45474</c:v>
                </c:pt>
                <c:pt idx="12">
                  <c:v>45505</c:v>
                </c:pt>
                <c:pt idx="13">
                  <c:v>45536</c:v>
                </c:pt>
                <c:pt idx="14">
                  <c:v>45566</c:v>
                </c:pt>
                <c:pt idx="15">
                  <c:v>45597</c:v>
                </c:pt>
                <c:pt idx="16">
                  <c:v>45627</c:v>
                </c:pt>
                <c:pt idx="17">
                  <c:v>45658</c:v>
                </c:pt>
                <c:pt idx="18">
                  <c:v>45689</c:v>
                </c:pt>
                <c:pt idx="19">
                  <c:v>45717</c:v>
                </c:pt>
                <c:pt idx="20">
                  <c:v>45748</c:v>
                </c:pt>
                <c:pt idx="21">
                  <c:v>45778</c:v>
                </c:pt>
                <c:pt idx="22">
                  <c:v>45809</c:v>
                </c:pt>
                <c:pt idx="23">
                  <c:v>45839</c:v>
                </c:pt>
                <c:pt idx="24">
                  <c:v>45870</c:v>
                </c:pt>
                <c:pt idx="25">
                  <c:v>45901</c:v>
                </c:pt>
                <c:pt idx="26">
                  <c:v>45931</c:v>
                </c:pt>
                <c:pt idx="27">
                  <c:v>45962</c:v>
                </c:pt>
                <c:pt idx="28">
                  <c:v>45992</c:v>
                </c:pt>
                <c:pt idx="29">
                  <c:v>46023</c:v>
                </c:pt>
                <c:pt idx="30">
                  <c:v>46054</c:v>
                </c:pt>
                <c:pt idx="31">
                  <c:v>46082</c:v>
                </c:pt>
                <c:pt idx="32">
                  <c:v>46113</c:v>
                </c:pt>
                <c:pt idx="33">
                  <c:v>46143</c:v>
                </c:pt>
                <c:pt idx="34">
                  <c:v>46174</c:v>
                </c:pt>
                <c:pt idx="35">
                  <c:v>46204</c:v>
                </c:pt>
                <c:pt idx="36">
                  <c:v>46235</c:v>
                </c:pt>
                <c:pt idx="37">
                  <c:v>46266</c:v>
                </c:pt>
              </c:numCache>
            </c:numRef>
          </c:cat>
          <c:val>
            <c:numRef>
              <c:f>'Component treatment'!$AJ$5:$AJ$50000</c:f>
              <c:numCache>
                <c:formatCode>0.0</c:formatCode>
                <c:ptCount val="49996"/>
                <c:pt idx="0">
                  <c:v>6.2900282913227619</c:v>
                </c:pt>
                <c:pt idx="1">
                  <c:v>6.2900282913227619</c:v>
                </c:pt>
                <c:pt idx="2">
                  <c:v>6.2900282913227619</c:v>
                </c:pt>
                <c:pt idx="3">
                  <c:v>6.2900282913227619</c:v>
                </c:pt>
                <c:pt idx="4">
                  <c:v>6.2900282913227619</c:v>
                </c:pt>
                <c:pt idx="5">
                  <c:v>6.2900282913227619</c:v>
                </c:pt>
                <c:pt idx="6">
                  <c:v>6.2900282913227619</c:v>
                </c:pt>
                <c:pt idx="7">
                  <c:v>6.2900282913227619</c:v>
                </c:pt>
                <c:pt idx="8">
                  <c:v>6.2900282913227619</c:v>
                </c:pt>
                <c:pt idx="9">
                  <c:v>6.2900282913227619</c:v>
                </c:pt>
                <c:pt idx="10">
                  <c:v>6.2900282913227619</c:v>
                </c:pt>
                <c:pt idx="11">
                  <c:v>6.2900282913227619</c:v>
                </c:pt>
                <c:pt idx="12">
                  <c:v>6.2900282913227619</c:v>
                </c:pt>
                <c:pt idx="13">
                  <c:v>6.2900282913227619</c:v>
                </c:pt>
                <c:pt idx="14">
                  <c:v>6.2900282913227619</c:v>
                </c:pt>
                <c:pt idx="15">
                  <c:v>6.2900282913227619</c:v>
                </c:pt>
                <c:pt idx="16">
                  <c:v>6.2900282913227619</c:v>
                </c:pt>
                <c:pt idx="17">
                  <c:v>6.2900282913227619</c:v>
                </c:pt>
                <c:pt idx="18">
                  <c:v>6.2900282913227619</c:v>
                </c:pt>
                <c:pt idx="19">
                  <c:v>6.2900282913227619</c:v>
                </c:pt>
                <c:pt idx="20">
                  <c:v>6.2900282913227619</c:v>
                </c:pt>
                <c:pt idx="21">
                  <c:v>6.2900282913227619</c:v>
                </c:pt>
                <c:pt idx="22">
                  <c:v>6.2900282913227619</c:v>
                </c:pt>
                <c:pt idx="23">
                  <c:v>6.2900282913227619</c:v>
                </c:pt>
                <c:pt idx="24">
                  <c:v>6.2900282913227619</c:v>
                </c:pt>
                <c:pt idx="25">
                  <c:v>6.2900282913227619</c:v>
                </c:pt>
                <c:pt idx="26">
                  <c:v>6.2900282913227619</c:v>
                </c:pt>
                <c:pt idx="27">
                  <c:v>6.2900282913227619</c:v>
                </c:pt>
                <c:pt idx="28">
                  <c:v>6.2900282913227619</c:v>
                </c:pt>
                <c:pt idx="29">
                  <c:v>6.2900282913227619</c:v>
                </c:pt>
                <c:pt idx="30">
                  <c:v>6.2900282913227619</c:v>
                </c:pt>
                <c:pt idx="31">
                  <c:v>6.2900282913227619</c:v>
                </c:pt>
                <c:pt idx="32">
                  <c:v>6.2900282913227619</c:v>
                </c:pt>
                <c:pt idx="33">
                  <c:v>6.2900282913227619</c:v>
                </c:pt>
                <c:pt idx="34">
                  <c:v>6.2900282913227619</c:v>
                </c:pt>
                <c:pt idx="35">
                  <c:v>6.2900282913227619</c:v>
                </c:pt>
                <c:pt idx="36">
                  <c:v>6.2900282913227619</c:v>
                </c:pt>
                <c:pt idx="37">
                  <c:v>6.2900282913227619</c:v>
                </c:pt>
                <c:pt idx="38">
                  <c:v>6.2900282913227619</c:v>
                </c:pt>
                <c:pt idx="39">
                  <c:v>6.2900282913227619</c:v>
                </c:pt>
                <c:pt idx="40">
                  <c:v>6.2900282913227619</c:v>
                </c:pt>
                <c:pt idx="41">
                  <c:v>6.2900282913227619</c:v>
                </c:pt>
                <c:pt idx="42">
                  <c:v>6.2900282913227619</c:v>
                </c:pt>
                <c:pt idx="43">
                  <c:v>6.2900282913227619</c:v>
                </c:pt>
                <c:pt idx="44">
                  <c:v>6.2900282913227619</c:v>
                </c:pt>
                <c:pt idx="45">
                  <c:v>6.2900282913227619</c:v>
                </c:pt>
                <c:pt idx="46">
                  <c:v>6.2900282913227619</c:v>
                </c:pt>
                <c:pt idx="47">
                  <c:v>6.2900282913227619</c:v>
                </c:pt>
                <c:pt idx="48">
                  <c:v>6.2900282913227619</c:v>
                </c:pt>
                <c:pt idx="49">
                  <c:v>6.2900282913227619</c:v>
                </c:pt>
                <c:pt idx="50">
                  <c:v>6.2900282913227619</c:v>
                </c:pt>
                <c:pt idx="51">
                  <c:v>6.2900282913227619</c:v>
                </c:pt>
                <c:pt idx="52">
                  <c:v>6.2900282913227619</c:v>
                </c:pt>
                <c:pt idx="53">
                  <c:v>6.2900282913227619</c:v>
                </c:pt>
                <c:pt idx="54">
                  <c:v>6.2900282913227619</c:v>
                </c:pt>
                <c:pt idx="55">
                  <c:v>6.2900282913227619</c:v>
                </c:pt>
                <c:pt idx="56">
                  <c:v>6.2900282913227619</c:v>
                </c:pt>
                <c:pt idx="57">
                  <c:v>6.2900282913227619</c:v>
                </c:pt>
                <c:pt idx="58">
                  <c:v>6.2900282913227619</c:v>
                </c:pt>
                <c:pt idx="59">
                  <c:v>6.2900282913227619</c:v>
                </c:pt>
                <c:pt idx="60">
                  <c:v>6.2900282913227619</c:v>
                </c:pt>
                <c:pt idx="61">
                  <c:v>6.2900282913227619</c:v>
                </c:pt>
                <c:pt idx="62">
                  <c:v>6.2900282913227619</c:v>
                </c:pt>
                <c:pt idx="63">
                  <c:v>6.2900282913227619</c:v>
                </c:pt>
                <c:pt idx="64">
                  <c:v>6.2900282913227619</c:v>
                </c:pt>
                <c:pt idx="65">
                  <c:v>6.2900282913227619</c:v>
                </c:pt>
                <c:pt idx="66">
                  <c:v>6.2900282913227619</c:v>
                </c:pt>
                <c:pt idx="67">
                  <c:v>6.2900282913227619</c:v>
                </c:pt>
                <c:pt idx="68">
                  <c:v>6.2900282913227619</c:v>
                </c:pt>
                <c:pt idx="69">
                  <c:v>6.2900282913227619</c:v>
                </c:pt>
                <c:pt idx="70">
                  <c:v>6.2900282913227619</c:v>
                </c:pt>
                <c:pt idx="71">
                  <c:v>6.2900282913227619</c:v>
                </c:pt>
                <c:pt idx="72">
                  <c:v>6.2900282913227619</c:v>
                </c:pt>
                <c:pt idx="73">
                  <c:v>6.2900282913227619</c:v>
                </c:pt>
                <c:pt idx="74">
                  <c:v>6.2900282913227619</c:v>
                </c:pt>
                <c:pt idx="75">
                  <c:v>6.2900282913227619</c:v>
                </c:pt>
                <c:pt idx="76">
                  <c:v>6.2900282913227619</c:v>
                </c:pt>
                <c:pt idx="77">
                  <c:v>6.2900282913227619</c:v>
                </c:pt>
                <c:pt idx="78">
                  <c:v>6.2900282913227619</c:v>
                </c:pt>
                <c:pt idx="79">
                  <c:v>6.2900282913227619</c:v>
                </c:pt>
                <c:pt idx="80">
                  <c:v>6.2900282913227619</c:v>
                </c:pt>
                <c:pt idx="81">
                  <c:v>6.2900282913227619</c:v>
                </c:pt>
                <c:pt idx="82">
                  <c:v>6.2900282913227619</c:v>
                </c:pt>
                <c:pt idx="83">
                  <c:v>6.2900282913227619</c:v>
                </c:pt>
                <c:pt idx="84">
                  <c:v>6.2900282913227619</c:v>
                </c:pt>
                <c:pt idx="85">
                  <c:v>6.2900282913227619</c:v>
                </c:pt>
                <c:pt idx="86">
                  <c:v>6.2900282913227619</c:v>
                </c:pt>
                <c:pt idx="87">
                  <c:v>6.2900282913227619</c:v>
                </c:pt>
                <c:pt idx="88">
                  <c:v>6.2900282913227619</c:v>
                </c:pt>
                <c:pt idx="89">
                  <c:v>6.2900282913227619</c:v>
                </c:pt>
                <c:pt idx="90">
                  <c:v>6.2900282913227619</c:v>
                </c:pt>
                <c:pt idx="91">
                  <c:v>6.2900282913227619</c:v>
                </c:pt>
                <c:pt idx="92">
                  <c:v>6.2900282913227619</c:v>
                </c:pt>
                <c:pt idx="93">
                  <c:v>6.2900282913227619</c:v>
                </c:pt>
                <c:pt idx="94">
                  <c:v>6.2900282913227619</c:v>
                </c:pt>
                <c:pt idx="95">
                  <c:v>6.2900282913227619</c:v>
                </c:pt>
                <c:pt idx="96">
                  <c:v>6.2900282913227619</c:v>
                </c:pt>
                <c:pt idx="97">
                  <c:v>6.2900282913227619</c:v>
                </c:pt>
                <c:pt idx="98">
                  <c:v>6.2900282913227619</c:v>
                </c:pt>
                <c:pt idx="99">
                  <c:v>6.2900282913227619</c:v>
                </c:pt>
                <c:pt idx="100">
                  <c:v>6.2900282913227619</c:v>
                </c:pt>
                <c:pt idx="101">
                  <c:v>6.2900282913227619</c:v>
                </c:pt>
                <c:pt idx="102">
                  <c:v>6.2900282913227619</c:v>
                </c:pt>
                <c:pt idx="103">
                  <c:v>6.2900282913227619</c:v>
                </c:pt>
                <c:pt idx="104">
                  <c:v>6.2900282913227619</c:v>
                </c:pt>
                <c:pt idx="105">
                  <c:v>6.2900282913227619</c:v>
                </c:pt>
                <c:pt idx="106">
                  <c:v>6.2900282913227619</c:v>
                </c:pt>
                <c:pt idx="107">
                  <c:v>6.2900282913227619</c:v>
                </c:pt>
                <c:pt idx="108">
                  <c:v>6.2900282913227619</c:v>
                </c:pt>
                <c:pt idx="109">
                  <c:v>6.2900282913227619</c:v>
                </c:pt>
                <c:pt idx="110">
                  <c:v>6.2900282913227619</c:v>
                </c:pt>
                <c:pt idx="111">
                  <c:v>6.2900282913227619</c:v>
                </c:pt>
                <c:pt idx="112">
                  <c:v>6.2900282913227619</c:v>
                </c:pt>
                <c:pt idx="113">
                  <c:v>6.2900282913227619</c:v>
                </c:pt>
                <c:pt idx="114">
                  <c:v>6.2900282913227619</c:v>
                </c:pt>
                <c:pt idx="115">
                  <c:v>6.2900282913227619</c:v>
                </c:pt>
                <c:pt idx="116">
                  <c:v>6.2900282913227619</c:v>
                </c:pt>
                <c:pt idx="117">
                  <c:v>6.2900282913227619</c:v>
                </c:pt>
                <c:pt idx="118">
                  <c:v>6.2900282913227619</c:v>
                </c:pt>
                <c:pt idx="119">
                  <c:v>6.2900282913227619</c:v>
                </c:pt>
                <c:pt idx="120">
                  <c:v>6.2900282913227619</c:v>
                </c:pt>
                <c:pt idx="121">
                  <c:v>6.2900282913227619</c:v>
                </c:pt>
                <c:pt idx="122">
                  <c:v>6.2900282913227619</c:v>
                </c:pt>
                <c:pt idx="123">
                  <c:v>6.2900282913227619</c:v>
                </c:pt>
                <c:pt idx="124">
                  <c:v>6.2900282913227619</c:v>
                </c:pt>
                <c:pt idx="125">
                  <c:v>6.2900282913227619</c:v>
                </c:pt>
                <c:pt idx="126">
                  <c:v>6.2900282913227619</c:v>
                </c:pt>
                <c:pt idx="127">
                  <c:v>6.2900282913227619</c:v>
                </c:pt>
                <c:pt idx="128">
                  <c:v>6.2900282913227619</c:v>
                </c:pt>
                <c:pt idx="129">
                  <c:v>6.2900282913227619</c:v>
                </c:pt>
                <c:pt idx="130">
                  <c:v>6.2900282913227619</c:v>
                </c:pt>
                <c:pt idx="131">
                  <c:v>6.2900282913227619</c:v>
                </c:pt>
                <c:pt idx="132">
                  <c:v>6.2900282913227619</c:v>
                </c:pt>
                <c:pt idx="133">
                  <c:v>6.2900282913227619</c:v>
                </c:pt>
                <c:pt idx="134">
                  <c:v>6.2900282913227619</c:v>
                </c:pt>
                <c:pt idx="135">
                  <c:v>6.2900282913227619</c:v>
                </c:pt>
                <c:pt idx="136">
                  <c:v>6.2900282913227619</c:v>
                </c:pt>
                <c:pt idx="137">
                  <c:v>6.2900282913227619</c:v>
                </c:pt>
                <c:pt idx="138">
                  <c:v>6.2900282913227619</c:v>
                </c:pt>
                <c:pt idx="139">
                  <c:v>6.2900282913227619</c:v>
                </c:pt>
                <c:pt idx="140">
                  <c:v>6.2900282913227619</c:v>
                </c:pt>
                <c:pt idx="141">
                  <c:v>6.2900282913227619</c:v>
                </c:pt>
                <c:pt idx="142">
                  <c:v>6.2900282913227619</c:v>
                </c:pt>
                <c:pt idx="143">
                  <c:v>6.2900282913227619</c:v>
                </c:pt>
                <c:pt idx="144">
                  <c:v>6.2900282913227619</c:v>
                </c:pt>
                <c:pt idx="145">
                  <c:v>6.2900282913227619</c:v>
                </c:pt>
                <c:pt idx="146">
                  <c:v>6.2900282913227619</c:v>
                </c:pt>
                <c:pt idx="147">
                  <c:v>6.2900282913227619</c:v>
                </c:pt>
                <c:pt idx="148">
                  <c:v>6.2900282913227619</c:v>
                </c:pt>
                <c:pt idx="149">
                  <c:v>6.2900282913227619</c:v>
                </c:pt>
                <c:pt idx="150">
                  <c:v>6.2900282913227619</c:v>
                </c:pt>
                <c:pt idx="151">
                  <c:v>6.2900282913227619</c:v>
                </c:pt>
                <c:pt idx="152">
                  <c:v>6.2900282913227619</c:v>
                </c:pt>
                <c:pt idx="153">
                  <c:v>6.2900282913227619</c:v>
                </c:pt>
                <c:pt idx="154">
                  <c:v>6.2900282913227619</c:v>
                </c:pt>
                <c:pt idx="155">
                  <c:v>6.2900282913227619</c:v>
                </c:pt>
                <c:pt idx="156">
                  <c:v>6.2900282913227619</c:v>
                </c:pt>
                <c:pt idx="157">
                  <c:v>6.2900282913227619</c:v>
                </c:pt>
                <c:pt idx="158">
                  <c:v>6.2900282913227619</c:v>
                </c:pt>
                <c:pt idx="159">
                  <c:v>6.2900282913227619</c:v>
                </c:pt>
                <c:pt idx="160">
                  <c:v>6.2900282913227619</c:v>
                </c:pt>
                <c:pt idx="161">
                  <c:v>6.2900282913227619</c:v>
                </c:pt>
                <c:pt idx="162">
                  <c:v>6.2900282913227619</c:v>
                </c:pt>
                <c:pt idx="163">
                  <c:v>6.2900282913227619</c:v>
                </c:pt>
                <c:pt idx="164">
                  <c:v>6.2900282913227619</c:v>
                </c:pt>
                <c:pt idx="165">
                  <c:v>6.2900282913227619</c:v>
                </c:pt>
                <c:pt idx="166">
                  <c:v>6.2900282913227619</c:v>
                </c:pt>
                <c:pt idx="167">
                  <c:v>6.2900282913227619</c:v>
                </c:pt>
                <c:pt idx="168">
                  <c:v>6.2900282913227619</c:v>
                </c:pt>
                <c:pt idx="169">
                  <c:v>6.2900282913227619</c:v>
                </c:pt>
                <c:pt idx="170">
                  <c:v>6.2900282913227619</c:v>
                </c:pt>
                <c:pt idx="171">
                  <c:v>6.2900282913227619</c:v>
                </c:pt>
                <c:pt idx="172">
                  <c:v>6.2900282913227619</c:v>
                </c:pt>
                <c:pt idx="173">
                  <c:v>6.2900282913227619</c:v>
                </c:pt>
                <c:pt idx="174">
                  <c:v>6.2900282913227619</c:v>
                </c:pt>
                <c:pt idx="175">
                  <c:v>6.2900282913227619</c:v>
                </c:pt>
                <c:pt idx="176">
                  <c:v>6.2900282913227619</c:v>
                </c:pt>
                <c:pt idx="177">
                  <c:v>6.2900282913227619</c:v>
                </c:pt>
                <c:pt idx="178">
                  <c:v>6.2900282913227619</c:v>
                </c:pt>
                <c:pt idx="179">
                  <c:v>6.2900282913227619</c:v>
                </c:pt>
                <c:pt idx="180">
                  <c:v>6.2900282913227619</c:v>
                </c:pt>
                <c:pt idx="181">
                  <c:v>6.2900282913227619</c:v>
                </c:pt>
                <c:pt idx="182">
                  <c:v>6.2900282913227619</c:v>
                </c:pt>
                <c:pt idx="183">
                  <c:v>6.2900282913227619</c:v>
                </c:pt>
                <c:pt idx="184">
                  <c:v>6.2900282913227619</c:v>
                </c:pt>
                <c:pt idx="185">
                  <c:v>6.2900282913227619</c:v>
                </c:pt>
                <c:pt idx="186">
                  <c:v>6.2900282913227619</c:v>
                </c:pt>
                <c:pt idx="187">
                  <c:v>6.2900282913227619</c:v>
                </c:pt>
                <c:pt idx="188">
                  <c:v>6.2900282913227619</c:v>
                </c:pt>
                <c:pt idx="189">
                  <c:v>6.2900282913227619</c:v>
                </c:pt>
                <c:pt idx="190">
                  <c:v>6.2900282913227619</c:v>
                </c:pt>
                <c:pt idx="191">
                  <c:v>6.2900282913227619</c:v>
                </c:pt>
                <c:pt idx="192">
                  <c:v>6.2900282913227619</c:v>
                </c:pt>
                <c:pt idx="193">
                  <c:v>6.2900282913227619</c:v>
                </c:pt>
                <c:pt idx="194">
                  <c:v>6.2900282913227619</c:v>
                </c:pt>
                <c:pt idx="195">
                  <c:v>6.2900282913227619</c:v>
                </c:pt>
                <c:pt idx="196">
                  <c:v>6.2900282913227619</c:v>
                </c:pt>
                <c:pt idx="197">
                  <c:v>6.2900282913227619</c:v>
                </c:pt>
                <c:pt idx="198">
                  <c:v>6.2900282913227619</c:v>
                </c:pt>
                <c:pt idx="199">
                  <c:v>6.2900282913227619</c:v>
                </c:pt>
                <c:pt idx="200">
                  <c:v>6.2900282913227619</c:v>
                </c:pt>
                <c:pt idx="201">
                  <c:v>6.2900282913227619</c:v>
                </c:pt>
                <c:pt idx="202">
                  <c:v>6.2900282913227619</c:v>
                </c:pt>
                <c:pt idx="203">
                  <c:v>6.2900282913227619</c:v>
                </c:pt>
                <c:pt idx="204">
                  <c:v>6.2900282913227619</c:v>
                </c:pt>
                <c:pt idx="205">
                  <c:v>6.2900282913227619</c:v>
                </c:pt>
                <c:pt idx="206">
                  <c:v>6.2900282913227619</c:v>
                </c:pt>
                <c:pt idx="207">
                  <c:v>6.2900282913227619</c:v>
                </c:pt>
                <c:pt idx="208">
                  <c:v>6.2900282913227619</c:v>
                </c:pt>
                <c:pt idx="209">
                  <c:v>6.2900282913227619</c:v>
                </c:pt>
                <c:pt idx="210">
                  <c:v>6.2900282913227619</c:v>
                </c:pt>
                <c:pt idx="211">
                  <c:v>6.2900282913227619</c:v>
                </c:pt>
                <c:pt idx="212">
                  <c:v>6.2900282913227619</c:v>
                </c:pt>
                <c:pt idx="213">
                  <c:v>6.2900282913227619</c:v>
                </c:pt>
                <c:pt idx="214">
                  <c:v>6.2900282913227619</c:v>
                </c:pt>
                <c:pt idx="215">
                  <c:v>6.2900282913227619</c:v>
                </c:pt>
                <c:pt idx="216">
                  <c:v>6.2900282913227619</c:v>
                </c:pt>
                <c:pt idx="217">
                  <c:v>6.2900282913227619</c:v>
                </c:pt>
                <c:pt idx="218">
                  <c:v>6.2900282913227619</c:v>
                </c:pt>
                <c:pt idx="219">
                  <c:v>6.2900282913227619</c:v>
                </c:pt>
                <c:pt idx="220">
                  <c:v>6.2900282913227619</c:v>
                </c:pt>
                <c:pt idx="221">
                  <c:v>6.2900282913227619</c:v>
                </c:pt>
                <c:pt idx="222">
                  <c:v>6.2900282913227619</c:v>
                </c:pt>
                <c:pt idx="223">
                  <c:v>6.2900282913227619</c:v>
                </c:pt>
                <c:pt idx="224">
                  <c:v>6.2900282913227619</c:v>
                </c:pt>
                <c:pt idx="225">
                  <c:v>6.2900282913227619</c:v>
                </c:pt>
                <c:pt idx="226">
                  <c:v>6.2900282913227619</c:v>
                </c:pt>
                <c:pt idx="227">
                  <c:v>6.2900282913227619</c:v>
                </c:pt>
                <c:pt idx="228">
                  <c:v>6.2900282913227619</c:v>
                </c:pt>
                <c:pt idx="229">
                  <c:v>6.2900282913227619</c:v>
                </c:pt>
                <c:pt idx="230">
                  <c:v>6.2900282913227619</c:v>
                </c:pt>
                <c:pt idx="231">
                  <c:v>6.2900282913227619</c:v>
                </c:pt>
                <c:pt idx="232">
                  <c:v>6.2900282913227619</c:v>
                </c:pt>
                <c:pt idx="233">
                  <c:v>6.2900282913227619</c:v>
                </c:pt>
                <c:pt idx="234">
                  <c:v>6.2900282913227619</c:v>
                </c:pt>
                <c:pt idx="235">
                  <c:v>6.2900282913227619</c:v>
                </c:pt>
                <c:pt idx="236">
                  <c:v>6.2900282913227619</c:v>
                </c:pt>
                <c:pt idx="237">
                  <c:v>6.2900282913227619</c:v>
                </c:pt>
                <c:pt idx="238">
                  <c:v>6.2900282913227619</c:v>
                </c:pt>
                <c:pt idx="239">
                  <c:v>6.2900282913227619</c:v>
                </c:pt>
                <c:pt idx="240">
                  <c:v>6.2900282913227619</c:v>
                </c:pt>
                <c:pt idx="241">
                  <c:v>6.2900282913227619</c:v>
                </c:pt>
                <c:pt idx="242">
                  <c:v>6.2900282913227619</c:v>
                </c:pt>
                <c:pt idx="243">
                  <c:v>6.2900282913227619</c:v>
                </c:pt>
                <c:pt idx="244">
                  <c:v>6.2900282913227619</c:v>
                </c:pt>
                <c:pt idx="245">
                  <c:v>6.2900282913227619</c:v>
                </c:pt>
                <c:pt idx="246">
                  <c:v>6.2900282913227619</c:v>
                </c:pt>
                <c:pt idx="247">
                  <c:v>6.2900282913227619</c:v>
                </c:pt>
                <c:pt idx="248">
                  <c:v>6.2900282913227619</c:v>
                </c:pt>
                <c:pt idx="249">
                  <c:v>6.2900282913227619</c:v>
                </c:pt>
                <c:pt idx="250">
                  <c:v>6.2900282913227619</c:v>
                </c:pt>
                <c:pt idx="251">
                  <c:v>6.2900282913227619</c:v>
                </c:pt>
                <c:pt idx="252">
                  <c:v>6.2900282913227619</c:v>
                </c:pt>
                <c:pt idx="253">
                  <c:v>6.2900282913227619</c:v>
                </c:pt>
                <c:pt idx="254">
                  <c:v>6.2900282913227619</c:v>
                </c:pt>
                <c:pt idx="255">
                  <c:v>6.2900282913227619</c:v>
                </c:pt>
                <c:pt idx="256">
                  <c:v>6.2900282913227619</c:v>
                </c:pt>
                <c:pt idx="257">
                  <c:v>6.2900282913227619</c:v>
                </c:pt>
                <c:pt idx="258">
                  <c:v>6.2900282913227619</c:v>
                </c:pt>
                <c:pt idx="259">
                  <c:v>6.2900282913227619</c:v>
                </c:pt>
                <c:pt idx="260">
                  <c:v>6.2900282913227619</c:v>
                </c:pt>
                <c:pt idx="261">
                  <c:v>6.2900282913227619</c:v>
                </c:pt>
                <c:pt idx="262">
                  <c:v>6.2900282913227619</c:v>
                </c:pt>
                <c:pt idx="263">
                  <c:v>6.2900282913227619</c:v>
                </c:pt>
                <c:pt idx="264">
                  <c:v>6.2900282913227619</c:v>
                </c:pt>
                <c:pt idx="265">
                  <c:v>6.2900282913227619</c:v>
                </c:pt>
                <c:pt idx="266">
                  <c:v>6.2900282913227619</c:v>
                </c:pt>
                <c:pt idx="267">
                  <c:v>6.2900282913227619</c:v>
                </c:pt>
                <c:pt idx="268">
                  <c:v>6.2900282913227619</c:v>
                </c:pt>
                <c:pt idx="269">
                  <c:v>6.2900282913227619</c:v>
                </c:pt>
                <c:pt idx="270">
                  <c:v>6.2900282913227619</c:v>
                </c:pt>
                <c:pt idx="271">
                  <c:v>6.2900282913227619</c:v>
                </c:pt>
                <c:pt idx="272">
                  <c:v>6.2900282913227619</c:v>
                </c:pt>
                <c:pt idx="273">
                  <c:v>6.2900282913227619</c:v>
                </c:pt>
                <c:pt idx="274">
                  <c:v>6.2900282913227619</c:v>
                </c:pt>
                <c:pt idx="275">
                  <c:v>6.2900282913227619</c:v>
                </c:pt>
                <c:pt idx="276">
                  <c:v>6.2900282913227619</c:v>
                </c:pt>
                <c:pt idx="277">
                  <c:v>6.2900282913227619</c:v>
                </c:pt>
                <c:pt idx="278">
                  <c:v>6.2900282913227619</c:v>
                </c:pt>
                <c:pt idx="279">
                  <c:v>6.2900282913227619</c:v>
                </c:pt>
                <c:pt idx="280">
                  <c:v>6.2900282913227619</c:v>
                </c:pt>
                <c:pt idx="281">
                  <c:v>6.2900282913227619</c:v>
                </c:pt>
                <c:pt idx="282">
                  <c:v>6.2900282913227619</c:v>
                </c:pt>
                <c:pt idx="283">
                  <c:v>6.2900282913227619</c:v>
                </c:pt>
                <c:pt idx="284">
                  <c:v>6.2900282913227619</c:v>
                </c:pt>
                <c:pt idx="285">
                  <c:v>6.2900282913227619</c:v>
                </c:pt>
                <c:pt idx="286">
                  <c:v>6.2900282913227619</c:v>
                </c:pt>
                <c:pt idx="287">
                  <c:v>6.2900282913227619</c:v>
                </c:pt>
                <c:pt idx="288">
                  <c:v>6.2900282913227619</c:v>
                </c:pt>
                <c:pt idx="289">
                  <c:v>6.2900282913227619</c:v>
                </c:pt>
                <c:pt idx="290">
                  <c:v>6.2900282913227619</c:v>
                </c:pt>
                <c:pt idx="291">
                  <c:v>6.2900282913227619</c:v>
                </c:pt>
                <c:pt idx="292">
                  <c:v>6.2900282913227619</c:v>
                </c:pt>
                <c:pt idx="293">
                  <c:v>6.2900282913227619</c:v>
                </c:pt>
                <c:pt idx="294">
                  <c:v>6.2900282913227619</c:v>
                </c:pt>
                <c:pt idx="295">
                  <c:v>6.2900282913227619</c:v>
                </c:pt>
                <c:pt idx="296">
                  <c:v>6.2900282913227619</c:v>
                </c:pt>
                <c:pt idx="297">
                  <c:v>6.2900282913227619</c:v>
                </c:pt>
                <c:pt idx="298">
                  <c:v>6.2900282913227619</c:v>
                </c:pt>
                <c:pt idx="299">
                  <c:v>6.2900282913227619</c:v>
                </c:pt>
                <c:pt idx="300">
                  <c:v>6.2900282913227619</c:v>
                </c:pt>
                <c:pt idx="301">
                  <c:v>6.2900282913227619</c:v>
                </c:pt>
                <c:pt idx="302">
                  <c:v>6.2900282913227619</c:v>
                </c:pt>
                <c:pt idx="303">
                  <c:v>6.2900282913227619</c:v>
                </c:pt>
                <c:pt idx="304">
                  <c:v>6.2900282913227619</c:v>
                </c:pt>
                <c:pt idx="305">
                  <c:v>6.2900282913227619</c:v>
                </c:pt>
                <c:pt idx="306">
                  <c:v>6.2900282913227619</c:v>
                </c:pt>
                <c:pt idx="307">
                  <c:v>6.2900282913227619</c:v>
                </c:pt>
                <c:pt idx="308">
                  <c:v>6.2900282913227619</c:v>
                </c:pt>
                <c:pt idx="309">
                  <c:v>6.2900282913227619</c:v>
                </c:pt>
                <c:pt idx="310">
                  <c:v>6.2900282913227619</c:v>
                </c:pt>
                <c:pt idx="311">
                  <c:v>6.2900282913227619</c:v>
                </c:pt>
                <c:pt idx="312">
                  <c:v>6.2900282913227619</c:v>
                </c:pt>
                <c:pt idx="313">
                  <c:v>6.2900282913227619</c:v>
                </c:pt>
                <c:pt idx="314">
                  <c:v>6.2900282913227619</c:v>
                </c:pt>
                <c:pt idx="315">
                  <c:v>6.2900282913227619</c:v>
                </c:pt>
                <c:pt idx="316">
                  <c:v>6.2900282913227619</c:v>
                </c:pt>
                <c:pt idx="317">
                  <c:v>6.2900282913227619</c:v>
                </c:pt>
                <c:pt idx="318">
                  <c:v>6.2900282913227619</c:v>
                </c:pt>
                <c:pt idx="319">
                  <c:v>6.2900282913227619</c:v>
                </c:pt>
                <c:pt idx="320">
                  <c:v>6.2900282913227619</c:v>
                </c:pt>
                <c:pt idx="321">
                  <c:v>6.2900282913227619</c:v>
                </c:pt>
                <c:pt idx="322">
                  <c:v>6.2900282913227619</c:v>
                </c:pt>
                <c:pt idx="323">
                  <c:v>6.2900282913227619</c:v>
                </c:pt>
                <c:pt idx="324">
                  <c:v>6.2900282913227619</c:v>
                </c:pt>
                <c:pt idx="325">
                  <c:v>6.2900282913227619</c:v>
                </c:pt>
                <c:pt idx="326">
                  <c:v>6.2900282913227619</c:v>
                </c:pt>
                <c:pt idx="327">
                  <c:v>6.2900282913227619</c:v>
                </c:pt>
                <c:pt idx="328">
                  <c:v>6.2900282913227619</c:v>
                </c:pt>
                <c:pt idx="329">
                  <c:v>6.2900282913227619</c:v>
                </c:pt>
                <c:pt idx="330">
                  <c:v>6.2900282913227619</c:v>
                </c:pt>
                <c:pt idx="331">
                  <c:v>6.2900282913227619</c:v>
                </c:pt>
                <c:pt idx="332">
                  <c:v>6.2900282913227619</c:v>
                </c:pt>
                <c:pt idx="333">
                  <c:v>6.2900282913227619</c:v>
                </c:pt>
                <c:pt idx="334">
                  <c:v>6.2900282913227619</c:v>
                </c:pt>
                <c:pt idx="335">
                  <c:v>6.2900282913227619</c:v>
                </c:pt>
                <c:pt idx="336">
                  <c:v>6.2900282913227619</c:v>
                </c:pt>
                <c:pt idx="337">
                  <c:v>6.2900282913227619</c:v>
                </c:pt>
                <c:pt idx="338">
                  <c:v>6.2900282913227619</c:v>
                </c:pt>
                <c:pt idx="339">
                  <c:v>6.2900282913227619</c:v>
                </c:pt>
                <c:pt idx="340">
                  <c:v>6.2900282913227619</c:v>
                </c:pt>
                <c:pt idx="341">
                  <c:v>6.2900282913227619</c:v>
                </c:pt>
                <c:pt idx="342">
                  <c:v>6.2900282913227619</c:v>
                </c:pt>
                <c:pt idx="343">
                  <c:v>6.2900282913227619</c:v>
                </c:pt>
                <c:pt idx="344">
                  <c:v>6.2900282913227619</c:v>
                </c:pt>
                <c:pt idx="345">
                  <c:v>6.2900282913227619</c:v>
                </c:pt>
                <c:pt idx="346">
                  <c:v>6.2900282913227619</c:v>
                </c:pt>
                <c:pt idx="347">
                  <c:v>6.2900282913227619</c:v>
                </c:pt>
                <c:pt idx="348">
                  <c:v>6.2900282913227619</c:v>
                </c:pt>
                <c:pt idx="349">
                  <c:v>6.2900282913227619</c:v>
                </c:pt>
                <c:pt idx="350">
                  <c:v>6.2900282913227619</c:v>
                </c:pt>
                <c:pt idx="351">
                  <c:v>6.2900282913227619</c:v>
                </c:pt>
                <c:pt idx="352">
                  <c:v>6.2900282913227619</c:v>
                </c:pt>
                <c:pt idx="353">
                  <c:v>6.2900282913227619</c:v>
                </c:pt>
                <c:pt idx="354">
                  <c:v>6.2900282913227619</c:v>
                </c:pt>
                <c:pt idx="355">
                  <c:v>6.2900282913227619</c:v>
                </c:pt>
                <c:pt idx="356">
                  <c:v>6.2900282913227619</c:v>
                </c:pt>
                <c:pt idx="357">
                  <c:v>6.2900282913227619</c:v>
                </c:pt>
                <c:pt idx="358">
                  <c:v>6.2900282913227619</c:v>
                </c:pt>
                <c:pt idx="359">
                  <c:v>6.2900282913227619</c:v>
                </c:pt>
                <c:pt idx="360">
                  <c:v>6.2900282913227619</c:v>
                </c:pt>
                <c:pt idx="361">
                  <c:v>6.2900282913227619</c:v>
                </c:pt>
                <c:pt idx="362">
                  <c:v>6.2900282913227619</c:v>
                </c:pt>
                <c:pt idx="363">
                  <c:v>6.2900282913227619</c:v>
                </c:pt>
                <c:pt idx="364">
                  <c:v>6.2900282913227619</c:v>
                </c:pt>
                <c:pt idx="365">
                  <c:v>6.2900282913227619</c:v>
                </c:pt>
                <c:pt idx="366">
                  <c:v>6.2900282913227619</c:v>
                </c:pt>
                <c:pt idx="367">
                  <c:v>6.2900282913227619</c:v>
                </c:pt>
                <c:pt idx="368">
                  <c:v>6.2900282913227619</c:v>
                </c:pt>
                <c:pt idx="369">
                  <c:v>6.2900282913227619</c:v>
                </c:pt>
                <c:pt idx="370">
                  <c:v>6.2900282913227619</c:v>
                </c:pt>
                <c:pt idx="371">
                  <c:v>6.2900282913227619</c:v>
                </c:pt>
                <c:pt idx="372">
                  <c:v>6.2900282913227619</c:v>
                </c:pt>
                <c:pt idx="373">
                  <c:v>6.2900282913227619</c:v>
                </c:pt>
                <c:pt idx="374">
                  <c:v>6.2900282913227619</c:v>
                </c:pt>
                <c:pt idx="375">
                  <c:v>6.2900282913227619</c:v>
                </c:pt>
                <c:pt idx="376">
                  <c:v>6.2900282913227619</c:v>
                </c:pt>
                <c:pt idx="377">
                  <c:v>6.2900282913227619</c:v>
                </c:pt>
                <c:pt idx="378">
                  <c:v>6.2900282913227619</c:v>
                </c:pt>
                <c:pt idx="379">
                  <c:v>6.2900282913227619</c:v>
                </c:pt>
                <c:pt idx="380">
                  <c:v>6.2900282913227619</c:v>
                </c:pt>
                <c:pt idx="381">
                  <c:v>6.2900282913227619</c:v>
                </c:pt>
                <c:pt idx="382">
                  <c:v>6.2900282913227619</c:v>
                </c:pt>
                <c:pt idx="383">
                  <c:v>6.2900282913227619</c:v>
                </c:pt>
                <c:pt idx="384">
                  <c:v>6.2900282913227619</c:v>
                </c:pt>
                <c:pt idx="385">
                  <c:v>6.2900282913227619</c:v>
                </c:pt>
                <c:pt idx="386">
                  <c:v>6.2900282913227619</c:v>
                </c:pt>
                <c:pt idx="387">
                  <c:v>6.2900282913227619</c:v>
                </c:pt>
                <c:pt idx="388">
                  <c:v>6.2900282913227619</c:v>
                </c:pt>
                <c:pt idx="389">
                  <c:v>6.2900282913227619</c:v>
                </c:pt>
                <c:pt idx="390">
                  <c:v>6.2900282913227619</c:v>
                </c:pt>
                <c:pt idx="391">
                  <c:v>6.2900282913227619</c:v>
                </c:pt>
                <c:pt idx="392">
                  <c:v>6.2900282913227619</c:v>
                </c:pt>
                <c:pt idx="393">
                  <c:v>6.2900282913227619</c:v>
                </c:pt>
                <c:pt idx="394">
                  <c:v>6.2900282913227619</c:v>
                </c:pt>
                <c:pt idx="395">
                  <c:v>6.2900282913227619</c:v>
                </c:pt>
                <c:pt idx="396">
                  <c:v>6.2900282913227619</c:v>
                </c:pt>
                <c:pt idx="397">
                  <c:v>6.2900282913227619</c:v>
                </c:pt>
                <c:pt idx="398">
                  <c:v>6.2900282913227619</c:v>
                </c:pt>
                <c:pt idx="399">
                  <c:v>6.2900282913227619</c:v>
                </c:pt>
                <c:pt idx="400">
                  <c:v>6.2900282913227619</c:v>
                </c:pt>
                <c:pt idx="401">
                  <c:v>6.2900282913227619</c:v>
                </c:pt>
                <c:pt idx="402">
                  <c:v>6.2900282913227619</c:v>
                </c:pt>
                <c:pt idx="403">
                  <c:v>6.2900282913227619</c:v>
                </c:pt>
                <c:pt idx="404">
                  <c:v>6.2900282913227619</c:v>
                </c:pt>
                <c:pt idx="405">
                  <c:v>6.2900282913227619</c:v>
                </c:pt>
                <c:pt idx="406">
                  <c:v>6.2900282913227619</c:v>
                </c:pt>
                <c:pt idx="407">
                  <c:v>6.2900282913227619</c:v>
                </c:pt>
                <c:pt idx="408">
                  <c:v>6.2900282913227619</c:v>
                </c:pt>
                <c:pt idx="409">
                  <c:v>6.2900282913227619</c:v>
                </c:pt>
                <c:pt idx="410">
                  <c:v>6.2900282913227619</c:v>
                </c:pt>
                <c:pt idx="411">
                  <c:v>6.2900282913227619</c:v>
                </c:pt>
                <c:pt idx="412">
                  <c:v>6.2900282913227619</c:v>
                </c:pt>
                <c:pt idx="413">
                  <c:v>6.2900282913227619</c:v>
                </c:pt>
                <c:pt idx="414">
                  <c:v>6.2900282913227619</c:v>
                </c:pt>
                <c:pt idx="415">
                  <c:v>6.2900282913227619</c:v>
                </c:pt>
                <c:pt idx="416">
                  <c:v>6.2900282913227619</c:v>
                </c:pt>
                <c:pt idx="417">
                  <c:v>6.2900282913227619</c:v>
                </c:pt>
                <c:pt idx="418">
                  <c:v>6.2900282913227619</c:v>
                </c:pt>
                <c:pt idx="419">
                  <c:v>6.2900282913227619</c:v>
                </c:pt>
                <c:pt idx="420">
                  <c:v>6.2900282913227619</c:v>
                </c:pt>
                <c:pt idx="421">
                  <c:v>6.2900282913227619</c:v>
                </c:pt>
                <c:pt idx="422">
                  <c:v>6.2900282913227619</c:v>
                </c:pt>
                <c:pt idx="423">
                  <c:v>6.2900282913227619</c:v>
                </c:pt>
                <c:pt idx="424">
                  <c:v>6.2900282913227619</c:v>
                </c:pt>
                <c:pt idx="425">
                  <c:v>6.2900282913227619</c:v>
                </c:pt>
                <c:pt idx="426">
                  <c:v>6.2900282913227619</c:v>
                </c:pt>
                <c:pt idx="427">
                  <c:v>6.2900282913227619</c:v>
                </c:pt>
                <c:pt idx="428">
                  <c:v>6.2900282913227619</c:v>
                </c:pt>
                <c:pt idx="429">
                  <c:v>6.2900282913227619</c:v>
                </c:pt>
                <c:pt idx="430">
                  <c:v>6.2900282913227619</c:v>
                </c:pt>
                <c:pt idx="431">
                  <c:v>6.2900282913227619</c:v>
                </c:pt>
                <c:pt idx="432">
                  <c:v>6.2900282913227619</c:v>
                </c:pt>
                <c:pt idx="433">
                  <c:v>6.2900282913227619</c:v>
                </c:pt>
                <c:pt idx="434">
                  <c:v>6.2900282913227619</c:v>
                </c:pt>
                <c:pt idx="435">
                  <c:v>6.2900282913227619</c:v>
                </c:pt>
                <c:pt idx="436">
                  <c:v>6.2900282913227619</c:v>
                </c:pt>
                <c:pt idx="437">
                  <c:v>6.2900282913227619</c:v>
                </c:pt>
                <c:pt idx="438">
                  <c:v>6.2900282913227619</c:v>
                </c:pt>
                <c:pt idx="439">
                  <c:v>6.2900282913227619</c:v>
                </c:pt>
                <c:pt idx="440">
                  <c:v>6.2900282913227619</c:v>
                </c:pt>
                <c:pt idx="441">
                  <c:v>6.2900282913227619</c:v>
                </c:pt>
                <c:pt idx="442">
                  <c:v>6.2900282913227619</c:v>
                </c:pt>
                <c:pt idx="443">
                  <c:v>6.2900282913227619</c:v>
                </c:pt>
                <c:pt idx="444">
                  <c:v>6.2900282913227619</c:v>
                </c:pt>
                <c:pt idx="445">
                  <c:v>6.2900282913227619</c:v>
                </c:pt>
                <c:pt idx="446">
                  <c:v>6.2900282913227619</c:v>
                </c:pt>
                <c:pt idx="447">
                  <c:v>6.2900282913227619</c:v>
                </c:pt>
                <c:pt idx="448">
                  <c:v>6.2900282913227619</c:v>
                </c:pt>
                <c:pt idx="449">
                  <c:v>6.2900282913227619</c:v>
                </c:pt>
                <c:pt idx="450">
                  <c:v>6.2900282913227619</c:v>
                </c:pt>
                <c:pt idx="451">
                  <c:v>6.2900282913227619</c:v>
                </c:pt>
                <c:pt idx="452">
                  <c:v>6.2900282913227619</c:v>
                </c:pt>
                <c:pt idx="453">
                  <c:v>6.2900282913227619</c:v>
                </c:pt>
                <c:pt idx="454">
                  <c:v>6.2900282913227619</c:v>
                </c:pt>
                <c:pt idx="455">
                  <c:v>6.2900282913227619</c:v>
                </c:pt>
                <c:pt idx="456">
                  <c:v>6.2900282913227619</c:v>
                </c:pt>
                <c:pt idx="457">
                  <c:v>6.2900282913227619</c:v>
                </c:pt>
                <c:pt idx="458">
                  <c:v>6.2900282913227619</c:v>
                </c:pt>
                <c:pt idx="459">
                  <c:v>6.2900282913227619</c:v>
                </c:pt>
                <c:pt idx="460">
                  <c:v>6.2900282913227619</c:v>
                </c:pt>
                <c:pt idx="461">
                  <c:v>6.2900282913227619</c:v>
                </c:pt>
                <c:pt idx="462">
                  <c:v>6.2900282913227619</c:v>
                </c:pt>
                <c:pt idx="463">
                  <c:v>6.2900282913227619</c:v>
                </c:pt>
                <c:pt idx="464">
                  <c:v>6.2900282913227619</c:v>
                </c:pt>
                <c:pt idx="465">
                  <c:v>6.2900282913227619</c:v>
                </c:pt>
                <c:pt idx="466">
                  <c:v>6.2900282913227619</c:v>
                </c:pt>
                <c:pt idx="467">
                  <c:v>6.2900282913227619</c:v>
                </c:pt>
                <c:pt idx="468">
                  <c:v>6.2900282913227619</c:v>
                </c:pt>
                <c:pt idx="469">
                  <c:v>6.2900282913227619</c:v>
                </c:pt>
                <c:pt idx="470">
                  <c:v>6.2900282913227619</c:v>
                </c:pt>
                <c:pt idx="471">
                  <c:v>6.2900282913227619</c:v>
                </c:pt>
                <c:pt idx="472">
                  <c:v>6.2900282913227619</c:v>
                </c:pt>
                <c:pt idx="473">
                  <c:v>6.2900282913227619</c:v>
                </c:pt>
                <c:pt idx="474">
                  <c:v>6.2900282913227619</c:v>
                </c:pt>
                <c:pt idx="475">
                  <c:v>6.2900282913227619</c:v>
                </c:pt>
                <c:pt idx="476">
                  <c:v>6.2900282913227619</c:v>
                </c:pt>
                <c:pt idx="477">
                  <c:v>6.2900282913227619</c:v>
                </c:pt>
                <c:pt idx="478">
                  <c:v>6.2900282913227619</c:v>
                </c:pt>
                <c:pt idx="479">
                  <c:v>6.2900282913227619</c:v>
                </c:pt>
                <c:pt idx="480">
                  <c:v>6.2900282913227619</c:v>
                </c:pt>
                <c:pt idx="481">
                  <c:v>6.2900282913227619</c:v>
                </c:pt>
                <c:pt idx="482">
                  <c:v>6.2900282913227619</c:v>
                </c:pt>
                <c:pt idx="483">
                  <c:v>6.2900282913227619</c:v>
                </c:pt>
                <c:pt idx="484">
                  <c:v>6.2900282913227619</c:v>
                </c:pt>
                <c:pt idx="485">
                  <c:v>6.2900282913227619</c:v>
                </c:pt>
                <c:pt idx="486">
                  <c:v>6.2900282913227619</c:v>
                </c:pt>
                <c:pt idx="487">
                  <c:v>6.2900282913227619</c:v>
                </c:pt>
                <c:pt idx="488">
                  <c:v>6.2900282913227619</c:v>
                </c:pt>
                <c:pt idx="489">
                  <c:v>6.2900282913227619</c:v>
                </c:pt>
                <c:pt idx="490">
                  <c:v>6.2900282913227619</c:v>
                </c:pt>
                <c:pt idx="491">
                  <c:v>6.2900282913227619</c:v>
                </c:pt>
                <c:pt idx="492">
                  <c:v>6.2900282913227619</c:v>
                </c:pt>
                <c:pt idx="493">
                  <c:v>6.2900282913227619</c:v>
                </c:pt>
                <c:pt idx="494">
                  <c:v>6.2900282913227619</c:v>
                </c:pt>
                <c:pt idx="495">
                  <c:v>6.2900282913227619</c:v>
                </c:pt>
                <c:pt idx="496">
                  <c:v>6.2900282913227619</c:v>
                </c:pt>
                <c:pt idx="497">
                  <c:v>6.2900282913227619</c:v>
                </c:pt>
                <c:pt idx="498">
                  <c:v>6.2900282913227619</c:v>
                </c:pt>
                <c:pt idx="499">
                  <c:v>6.2900282913227619</c:v>
                </c:pt>
                <c:pt idx="500">
                  <c:v>6.2900282913227619</c:v>
                </c:pt>
                <c:pt idx="501">
                  <c:v>6.2900282913227619</c:v>
                </c:pt>
                <c:pt idx="502">
                  <c:v>6.2900282913227619</c:v>
                </c:pt>
                <c:pt idx="503">
                  <c:v>6.2900282913227619</c:v>
                </c:pt>
                <c:pt idx="504">
                  <c:v>6.2900282913227619</c:v>
                </c:pt>
                <c:pt idx="505">
                  <c:v>6.2900282913227619</c:v>
                </c:pt>
                <c:pt idx="506">
                  <c:v>6.2900282913227619</c:v>
                </c:pt>
                <c:pt idx="507">
                  <c:v>6.2900282913227619</c:v>
                </c:pt>
                <c:pt idx="508">
                  <c:v>6.2900282913227619</c:v>
                </c:pt>
                <c:pt idx="509">
                  <c:v>6.2900282913227619</c:v>
                </c:pt>
                <c:pt idx="510">
                  <c:v>6.2900282913227619</c:v>
                </c:pt>
                <c:pt idx="511">
                  <c:v>6.2900282913227619</c:v>
                </c:pt>
                <c:pt idx="512">
                  <c:v>6.2900282913227619</c:v>
                </c:pt>
                <c:pt idx="513">
                  <c:v>6.2900282913227619</c:v>
                </c:pt>
                <c:pt idx="514">
                  <c:v>6.2900282913227619</c:v>
                </c:pt>
                <c:pt idx="515">
                  <c:v>6.2900282913227619</c:v>
                </c:pt>
                <c:pt idx="516">
                  <c:v>6.2900282913227619</c:v>
                </c:pt>
                <c:pt idx="517">
                  <c:v>6.2900282913227619</c:v>
                </c:pt>
                <c:pt idx="518">
                  <c:v>6.2900282913227619</c:v>
                </c:pt>
                <c:pt idx="519">
                  <c:v>6.2900282913227619</c:v>
                </c:pt>
                <c:pt idx="520">
                  <c:v>6.2900282913227619</c:v>
                </c:pt>
                <c:pt idx="521">
                  <c:v>6.2900282913227619</c:v>
                </c:pt>
                <c:pt idx="522">
                  <c:v>6.2900282913227619</c:v>
                </c:pt>
                <c:pt idx="523">
                  <c:v>6.2900282913227619</c:v>
                </c:pt>
                <c:pt idx="524">
                  <c:v>6.2900282913227619</c:v>
                </c:pt>
                <c:pt idx="525">
                  <c:v>6.2900282913227619</c:v>
                </c:pt>
                <c:pt idx="526">
                  <c:v>6.2900282913227619</c:v>
                </c:pt>
                <c:pt idx="527">
                  <c:v>6.2900282913227619</c:v>
                </c:pt>
                <c:pt idx="528">
                  <c:v>6.2900282913227619</c:v>
                </c:pt>
                <c:pt idx="529">
                  <c:v>6.2900282913227619</c:v>
                </c:pt>
                <c:pt idx="530">
                  <c:v>6.2900282913227619</c:v>
                </c:pt>
                <c:pt idx="531">
                  <c:v>6.2900282913227619</c:v>
                </c:pt>
                <c:pt idx="532">
                  <c:v>6.2900282913227619</c:v>
                </c:pt>
                <c:pt idx="533">
                  <c:v>6.2900282913227619</c:v>
                </c:pt>
                <c:pt idx="534">
                  <c:v>6.2900282913227619</c:v>
                </c:pt>
                <c:pt idx="535">
                  <c:v>6.2900282913227619</c:v>
                </c:pt>
                <c:pt idx="536">
                  <c:v>6.2900282913227619</c:v>
                </c:pt>
                <c:pt idx="537">
                  <c:v>6.2900282913227619</c:v>
                </c:pt>
                <c:pt idx="538">
                  <c:v>6.2900282913227619</c:v>
                </c:pt>
                <c:pt idx="539">
                  <c:v>6.2900282913227619</c:v>
                </c:pt>
                <c:pt idx="540">
                  <c:v>6.2900282913227619</c:v>
                </c:pt>
                <c:pt idx="541">
                  <c:v>6.2900282913227619</c:v>
                </c:pt>
                <c:pt idx="542">
                  <c:v>6.2900282913227619</c:v>
                </c:pt>
                <c:pt idx="543">
                  <c:v>6.2900282913227619</c:v>
                </c:pt>
                <c:pt idx="544">
                  <c:v>6.2900282913227619</c:v>
                </c:pt>
                <c:pt idx="545">
                  <c:v>6.2900282913227619</c:v>
                </c:pt>
                <c:pt idx="546">
                  <c:v>6.2900282913227619</c:v>
                </c:pt>
                <c:pt idx="547">
                  <c:v>6.2900282913227619</c:v>
                </c:pt>
                <c:pt idx="548">
                  <c:v>6.2900282913227619</c:v>
                </c:pt>
                <c:pt idx="549">
                  <c:v>6.2900282913227619</c:v>
                </c:pt>
                <c:pt idx="550">
                  <c:v>6.2900282913227619</c:v>
                </c:pt>
                <c:pt idx="551">
                  <c:v>6.2900282913227619</c:v>
                </c:pt>
                <c:pt idx="552">
                  <c:v>6.2900282913227619</c:v>
                </c:pt>
                <c:pt idx="553">
                  <c:v>6.2900282913227619</c:v>
                </c:pt>
                <c:pt idx="554">
                  <c:v>6.2900282913227619</c:v>
                </c:pt>
                <c:pt idx="555">
                  <c:v>6.2900282913227619</c:v>
                </c:pt>
                <c:pt idx="556">
                  <c:v>6.2900282913227619</c:v>
                </c:pt>
                <c:pt idx="557">
                  <c:v>6.2900282913227619</c:v>
                </c:pt>
                <c:pt idx="558">
                  <c:v>6.2900282913227619</c:v>
                </c:pt>
                <c:pt idx="559">
                  <c:v>6.2900282913227619</c:v>
                </c:pt>
                <c:pt idx="560">
                  <c:v>6.2900282913227619</c:v>
                </c:pt>
                <c:pt idx="561">
                  <c:v>6.2900282913227619</c:v>
                </c:pt>
                <c:pt idx="562">
                  <c:v>6.2900282913227619</c:v>
                </c:pt>
                <c:pt idx="563">
                  <c:v>6.2900282913227619</c:v>
                </c:pt>
                <c:pt idx="564">
                  <c:v>6.2900282913227619</c:v>
                </c:pt>
                <c:pt idx="565">
                  <c:v>6.2900282913227619</c:v>
                </c:pt>
                <c:pt idx="566">
                  <c:v>6.2900282913227619</c:v>
                </c:pt>
                <c:pt idx="567">
                  <c:v>6.2900282913227619</c:v>
                </c:pt>
                <c:pt idx="568">
                  <c:v>6.2900282913227619</c:v>
                </c:pt>
                <c:pt idx="569">
                  <c:v>6.2900282913227619</c:v>
                </c:pt>
                <c:pt idx="570">
                  <c:v>6.2900282913227619</c:v>
                </c:pt>
                <c:pt idx="571">
                  <c:v>6.2900282913227619</c:v>
                </c:pt>
                <c:pt idx="572">
                  <c:v>6.2900282913227619</c:v>
                </c:pt>
                <c:pt idx="573">
                  <c:v>6.2900282913227619</c:v>
                </c:pt>
                <c:pt idx="574">
                  <c:v>6.2900282913227619</c:v>
                </c:pt>
                <c:pt idx="575">
                  <c:v>6.2900282913227619</c:v>
                </c:pt>
                <c:pt idx="576">
                  <c:v>6.2900282913227619</c:v>
                </c:pt>
                <c:pt idx="577">
                  <c:v>6.2900282913227619</c:v>
                </c:pt>
                <c:pt idx="578">
                  <c:v>6.2900282913227619</c:v>
                </c:pt>
                <c:pt idx="579">
                  <c:v>6.2900282913227619</c:v>
                </c:pt>
                <c:pt idx="580">
                  <c:v>6.2900282913227619</c:v>
                </c:pt>
                <c:pt idx="581">
                  <c:v>6.2900282913227619</c:v>
                </c:pt>
                <c:pt idx="582">
                  <c:v>6.2900282913227619</c:v>
                </c:pt>
                <c:pt idx="583">
                  <c:v>6.2900282913227619</c:v>
                </c:pt>
                <c:pt idx="584">
                  <c:v>6.2900282913227619</c:v>
                </c:pt>
                <c:pt idx="585">
                  <c:v>6.2900282913227619</c:v>
                </c:pt>
                <c:pt idx="586">
                  <c:v>6.2900282913227619</c:v>
                </c:pt>
                <c:pt idx="587">
                  <c:v>6.2900282913227619</c:v>
                </c:pt>
                <c:pt idx="588">
                  <c:v>6.2900282913227619</c:v>
                </c:pt>
                <c:pt idx="589">
                  <c:v>6.2900282913227619</c:v>
                </c:pt>
                <c:pt idx="590">
                  <c:v>6.2900282913227619</c:v>
                </c:pt>
                <c:pt idx="591">
                  <c:v>6.2900282913227619</c:v>
                </c:pt>
                <c:pt idx="592">
                  <c:v>6.2900282913227619</c:v>
                </c:pt>
                <c:pt idx="593">
                  <c:v>6.2900282913227619</c:v>
                </c:pt>
                <c:pt idx="594">
                  <c:v>6.2900282913227619</c:v>
                </c:pt>
                <c:pt idx="595">
                  <c:v>6.2900282913227619</c:v>
                </c:pt>
                <c:pt idx="596">
                  <c:v>6.2900282913227619</c:v>
                </c:pt>
                <c:pt idx="597">
                  <c:v>6.2900282913227619</c:v>
                </c:pt>
                <c:pt idx="598">
                  <c:v>6.2900282913227619</c:v>
                </c:pt>
                <c:pt idx="599">
                  <c:v>6.2900282913227619</c:v>
                </c:pt>
                <c:pt idx="600">
                  <c:v>6.2900282913227619</c:v>
                </c:pt>
                <c:pt idx="601">
                  <c:v>6.2900282913227619</c:v>
                </c:pt>
                <c:pt idx="602">
                  <c:v>6.2900282913227619</c:v>
                </c:pt>
                <c:pt idx="603">
                  <c:v>6.2900282913227619</c:v>
                </c:pt>
                <c:pt idx="604">
                  <c:v>6.2900282913227619</c:v>
                </c:pt>
                <c:pt idx="605">
                  <c:v>6.2900282913227619</c:v>
                </c:pt>
                <c:pt idx="606">
                  <c:v>6.2900282913227619</c:v>
                </c:pt>
                <c:pt idx="607">
                  <c:v>6.2900282913227619</c:v>
                </c:pt>
                <c:pt idx="608">
                  <c:v>6.2900282913227619</c:v>
                </c:pt>
                <c:pt idx="609">
                  <c:v>6.2900282913227619</c:v>
                </c:pt>
                <c:pt idx="610">
                  <c:v>6.2900282913227619</c:v>
                </c:pt>
                <c:pt idx="611">
                  <c:v>6.2900282913227619</c:v>
                </c:pt>
                <c:pt idx="612">
                  <c:v>6.2900282913227619</c:v>
                </c:pt>
                <c:pt idx="613">
                  <c:v>6.2900282913227619</c:v>
                </c:pt>
                <c:pt idx="614">
                  <c:v>6.2900282913227619</c:v>
                </c:pt>
                <c:pt idx="615">
                  <c:v>6.2900282913227619</c:v>
                </c:pt>
                <c:pt idx="616">
                  <c:v>6.2900282913227619</c:v>
                </c:pt>
                <c:pt idx="617">
                  <c:v>6.2900282913227619</c:v>
                </c:pt>
                <c:pt idx="618">
                  <c:v>6.2900282913227619</c:v>
                </c:pt>
                <c:pt idx="619">
                  <c:v>6.2900282913227619</c:v>
                </c:pt>
                <c:pt idx="620">
                  <c:v>6.2900282913227619</c:v>
                </c:pt>
                <c:pt idx="621">
                  <c:v>6.2900282913227619</c:v>
                </c:pt>
                <c:pt idx="622">
                  <c:v>6.2900282913227619</c:v>
                </c:pt>
                <c:pt idx="623">
                  <c:v>6.2900282913227619</c:v>
                </c:pt>
                <c:pt idx="624">
                  <c:v>6.2900282913227619</c:v>
                </c:pt>
                <c:pt idx="625">
                  <c:v>6.2900282913227619</c:v>
                </c:pt>
                <c:pt idx="626">
                  <c:v>6.2900282913227619</c:v>
                </c:pt>
                <c:pt idx="627">
                  <c:v>6.2900282913227619</c:v>
                </c:pt>
                <c:pt idx="628">
                  <c:v>6.2900282913227619</c:v>
                </c:pt>
                <c:pt idx="629">
                  <c:v>6.2900282913227619</c:v>
                </c:pt>
                <c:pt idx="630">
                  <c:v>6.2900282913227619</c:v>
                </c:pt>
                <c:pt idx="631">
                  <c:v>6.2900282913227619</c:v>
                </c:pt>
                <c:pt idx="632">
                  <c:v>6.2900282913227619</c:v>
                </c:pt>
                <c:pt idx="633">
                  <c:v>6.2900282913227619</c:v>
                </c:pt>
                <c:pt idx="634">
                  <c:v>6.2900282913227619</c:v>
                </c:pt>
                <c:pt idx="635">
                  <c:v>6.2900282913227619</c:v>
                </c:pt>
                <c:pt idx="636">
                  <c:v>6.2900282913227619</c:v>
                </c:pt>
                <c:pt idx="637">
                  <c:v>6.2900282913227619</c:v>
                </c:pt>
                <c:pt idx="638">
                  <c:v>6.2900282913227619</c:v>
                </c:pt>
                <c:pt idx="639">
                  <c:v>6.2900282913227619</c:v>
                </c:pt>
                <c:pt idx="640">
                  <c:v>6.2900282913227619</c:v>
                </c:pt>
                <c:pt idx="641">
                  <c:v>6.2900282913227619</c:v>
                </c:pt>
                <c:pt idx="642">
                  <c:v>6.2900282913227619</c:v>
                </c:pt>
                <c:pt idx="643">
                  <c:v>6.2900282913227619</c:v>
                </c:pt>
                <c:pt idx="644">
                  <c:v>6.2900282913227619</c:v>
                </c:pt>
                <c:pt idx="645">
                  <c:v>6.2900282913227619</c:v>
                </c:pt>
                <c:pt idx="646">
                  <c:v>6.2900282913227619</c:v>
                </c:pt>
                <c:pt idx="647">
                  <c:v>6.2900282913227619</c:v>
                </c:pt>
                <c:pt idx="648">
                  <c:v>6.2900282913227619</c:v>
                </c:pt>
                <c:pt idx="649">
                  <c:v>6.2900282913227619</c:v>
                </c:pt>
                <c:pt idx="650">
                  <c:v>6.2900282913227619</c:v>
                </c:pt>
                <c:pt idx="651">
                  <c:v>6.2900282913227619</c:v>
                </c:pt>
                <c:pt idx="652">
                  <c:v>6.2900282913227619</c:v>
                </c:pt>
                <c:pt idx="653">
                  <c:v>6.2900282913227619</c:v>
                </c:pt>
                <c:pt idx="654">
                  <c:v>6.2900282913227619</c:v>
                </c:pt>
                <c:pt idx="655">
                  <c:v>6.2900282913227619</c:v>
                </c:pt>
                <c:pt idx="656">
                  <c:v>6.2900282913227619</c:v>
                </c:pt>
                <c:pt idx="657">
                  <c:v>6.2900282913227619</c:v>
                </c:pt>
                <c:pt idx="658">
                  <c:v>6.2900282913227619</c:v>
                </c:pt>
                <c:pt idx="659">
                  <c:v>6.2900282913227619</c:v>
                </c:pt>
                <c:pt idx="660">
                  <c:v>6.2900282913227619</c:v>
                </c:pt>
                <c:pt idx="661">
                  <c:v>6.2900282913227619</c:v>
                </c:pt>
                <c:pt idx="662">
                  <c:v>6.2900282913227619</c:v>
                </c:pt>
                <c:pt idx="663">
                  <c:v>6.2900282913227619</c:v>
                </c:pt>
                <c:pt idx="664">
                  <c:v>6.2900282913227619</c:v>
                </c:pt>
                <c:pt idx="665">
                  <c:v>6.2900282913227619</c:v>
                </c:pt>
                <c:pt idx="666">
                  <c:v>6.2900282913227619</c:v>
                </c:pt>
                <c:pt idx="667">
                  <c:v>6.2900282913227619</c:v>
                </c:pt>
                <c:pt idx="668">
                  <c:v>6.2900282913227619</c:v>
                </c:pt>
                <c:pt idx="669">
                  <c:v>6.2900282913227619</c:v>
                </c:pt>
                <c:pt idx="670">
                  <c:v>6.2900282913227619</c:v>
                </c:pt>
                <c:pt idx="671">
                  <c:v>6.2900282913227619</c:v>
                </c:pt>
                <c:pt idx="672">
                  <c:v>6.2900282913227619</c:v>
                </c:pt>
                <c:pt idx="673">
                  <c:v>6.2900282913227619</c:v>
                </c:pt>
                <c:pt idx="674">
                  <c:v>6.2900282913227619</c:v>
                </c:pt>
                <c:pt idx="675">
                  <c:v>6.2900282913227619</c:v>
                </c:pt>
                <c:pt idx="676">
                  <c:v>6.2900282913227619</c:v>
                </c:pt>
                <c:pt idx="677">
                  <c:v>6.2900282913227619</c:v>
                </c:pt>
                <c:pt idx="678">
                  <c:v>6.2900282913227619</c:v>
                </c:pt>
                <c:pt idx="679">
                  <c:v>6.2900282913227619</c:v>
                </c:pt>
                <c:pt idx="680">
                  <c:v>6.2900282913227619</c:v>
                </c:pt>
                <c:pt idx="681">
                  <c:v>6.2900282913227619</c:v>
                </c:pt>
                <c:pt idx="682">
                  <c:v>6.2900282913227619</c:v>
                </c:pt>
                <c:pt idx="683">
                  <c:v>6.2900282913227619</c:v>
                </c:pt>
                <c:pt idx="684">
                  <c:v>6.2900282913227619</c:v>
                </c:pt>
                <c:pt idx="685">
                  <c:v>6.2900282913227619</c:v>
                </c:pt>
                <c:pt idx="686">
                  <c:v>6.2900282913227619</c:v>
                </c:pt>
                <c:pt idx="687">
                  <c:v>6.2900282913227619</c:v>
                </c:pt>
                <c:pt idx="688">
                  <c:v>6.2900282913227619</c:v>
                </c:pt>
                <c:pt idx="689">
                  <c:v>6.2900282913227619</c:v>
                </c:pt>
                <c:pt idx="690">
                  <c:v>6.2900282913227619</c:v>
                </c:pt>
                <c:pt idx="691">
                  <c:v>6.2900282913227619</c:v>
                </c:pt>
                <c:pt idx="692">
                  <c:v>6.2900282913227619</c:v>
                </c:pt>
                <c:pt idx="693">
                  <c:v>6.2900282913227619</c:v>
                </c:pt>
                <c:pt idx="694">
                  <c:v>6.2900282913227619</c:v>
                </c:pt>
                <c:pt idx="695">
                  <c:v>6.2900282913227619</c:v>
                </c:pt>
                <c:pt idx="696">
                  <c:v>6.2900282913227619</c:v>
                </c:pt>
                <c:pt idx="697">
                  <c:v>6.2900282913227619</c:v>
                </c:pt>
                <c:pt idx="698">
                  <c:v>6.2900282913227619</c:v>
                </c:pt>
                <c:pt idx="699">
                  <c:v>6.2900282913227619</c:v>
                </c:pt>
                <c:pt idx="700">
                  <c:v>6.2900282913227619</c:v>
                </c:pt>
                <c:pt idx="701">
                  <c:v>6.2900282913227619</c:v>
                </c:pt>
                <c:pt idx="702">
                  <c:v>6.2900282913227619</c:v>
                </c:pt>
                <c:pt idx="703">
                  <c:v>6.2900282913227619</c:v>
                </c:pt>
                <c:pt idx="704">
                  <c:v>6.2900282913227619</c:v>
                </c:pt>
                <c:pt idx="705">
                  <c:v>6.2900282913227619</c:v>
                </c:pt>
                <c:pt idx="706">
                  <c:v>6.2900282913227619</c:v>
                </c:pt>
                <c:pt idx="707">
                  <c:v>6.2900282913227619</c:v>
                </c:pt>
                <c:pt idx="708">
                  <c:v>6.2900282913227619</c:v>
                </c:pt>
                <c:pt idx="709">
                  <c:v>6.2900282913227619</c:v>
                </c:pt>
                <c:pt idx="710">
                  <c:v>6.2900282913227619</c:v>
                </c:pt>
                <c:pt idx="711">
                  <c:v>6.2900282913227619</c:v>
                </c:pt>
                <c:pt idx="712">
                  <c:v>6.2900282913227619</c:v>
                </c:pt>
                <c:pt idx="713">
                  <c:v>6.2900282913227619</c:v>
                </c:pt>
                <c:pt idx="714">
                  <c:v>6.2900282913227619</c:v>
                </c:pt>
                <c:pt idx="715">
                  <c:v>6.2900282913227619</c:v>
                </c:pt>
                <c:pt idx="716">
                  <c:v>6.2900282913227619</c:v>
                </c:pt>
                <c:pt idx="717">
                  <c:v>6.2900282913227619</c:v>
                </c:pt>
                <c:pt idx="718">
                  <c:v>6.2900282913227619</c:v>
                </c:pt>
                <c:pt idx="719">
                  <c:v>6.2900282913227619</c:v>
                </c:pt>
                <c:pt idx="720">
                  <c:v>6.2900282913227619</c:v>
                </c:pt>
                <c:pt idx="721">
                  <c:v>6.2900282913227619</c:v>
                </c:pt>
                <c:pt idx="722">
                  <c:v>6.2900282913227619</c:v>
                </c:pt>
                <c:pt idx="723">
                  <c:v>6.2900282913227619</c:v>
                </c:pt>
                <c:pt idx="724">
                  <c:v>6.2900282913227619</c:v>
                </c:pt>
                <c:pt idx="725">
                  <c:v>6.2900282913227619</c:v>
                </c:pt>
                <c:pt idx="726">
                  <c:v>6.2900282913227619</c:v>
                </c:pt>
                <c:pt idx="727">
                  <c:v>6.2900282913227619</c:v>
                </c:pt>
                <c:pt idx="728">
                  <c:v>6.2900282913227619</c:v>
                </c:pt>
                <c:pt idx="729">
                  <c:v>6.2900282913227619</c:v>
                </c:pt>
                <c:pt idx="730">
                  <c:v>6.2900282913227619</c:v>
                </c:pt>
                <c:pt idx="731">
                  <c:v>6.2900282913227619</c:v>
                </c:pt>
                <c:pt idx="732">
                  <c:v>6.2900282913227619</c:v>
                </c:pt>
                <c:pt idx="733">
                  <c:v>6.2900282913227619</c:v>
                </c:pt>
                <c:pt idx="734">
                  <c:v>6.2900282913227619</c:v>
                </c:pt>
                <c:pt idx="735">
                  <c:v>6.2900282913227619</c:v>
                </c:pt>
                <c:pt idx="736">
                  <c:v>6.2900282913227619</c:v>
                </c:pt>
                <c:pt idx="737">
                  <c:v>6.2900282913227619</c:v>
                </c:pt>
                <c:pt idx="738">
                  <c:v>6.2900282913227619</c:v>
                </c:pt>
                <c:pt idx="739">
                  <c:v>6.2900282913227619</c:v>
                </c:pt>
                <c:pt idx="740">
                  <c:v>6.2900282913227619</c:v>
                </c:pt>
                <c:pt idx="741">
                  <c:v>6.2900282913227619</c:v>
                </c:pt>
                <c:pt idx="742">
                  <c:v>6.2900282913227619</c:v>
                </c:pt>
                <c:pt idx="743">
                  <c:v>6.2900282913227619</c:v>
                </c:pt>
                <c:pt idx="744">
                  <c:v>6.2900282913227619</c:v>
                </c:pt>
                <c:pt idx="745">
                  <c:v>6.2900282913227619</c:v>
                </c:pt>
                <c:pt idx="746">
                  <c:v>6.2900282913227619</c:v>
                </c:pt>
                <c:pt idx="747">
                  <c:v>6.2900282913227619</c:v>
                </c:pt>
                <c:pt idx="748">
                  <c:v>6.2900282913227619</c:v>
                </c:pt>
                <c:pt idx="749">
                  <c:v>6.2900282913227619</c:v>
                </c:pt>
                <c:pt idx="750">
                  <c:v>6.2900282913227619</c:v>
                </c:pt>
                <c:pt idx="751">
                  <c:v>6.2900282913227619</c:v>
                </c:pt>
                <c:pt idx="752">
                  <c:v>6.2900282913227619</c:v>
                </c:pt>
                <c:pt idx="753">
                  <c:v>6.2900282913227619</c:v>
                </c:pt>
                <c:pt idx="754">
                  <c:v>6.2900282913227619</c:v>
                </c:pt>
                <c:pt idx="755">
                  <c:v>6.2900282913227619</c:v>
                </c:pt>
                <c:pt idx="756">
                  <c:v>6.2900282913227619</c:v>
                </c:pt>
                <c:pt idx="757">
                  <c:v>6.2900282913227619</c:v>
                </c:pt>
                <c:pt idx="758">
                  <c:v>6.2900282913227619</c:v>
                </c:pt>
                <c:pt idx="759">
                  <c:v>6.2900282913227619</c:v>
                </c:pt>
                <c:pt idx="760">
                  <c:v>6.2900282913227619</c:v>
                </c:pt>
                <c:pt idx="761">
                  <c:v>6.2900282913227619</c:v>
                </c:pt>
                <c:pt idx="762">
                  <c:v>6.2900282913227619</c:v>
                </c:pt>
                <c:pt idx="763">
                  <c:v>6.2900282913227619</c:v>
                </c:pt>
                <c:pt idx="764">
                  <c:v>6.2900282913227619</c:v>
                </c:pt>
                <c:pt idx="765">
                  <c:v>6.2900282913227619</c:v>
                </c:pt>
                <c:pt idx="766">
                  <c:v>6.2900282913227619</c:v>
                </c:pt>
                <c:pt idx="767">
                  <c:v>6.2900282913227619</c:v>
                </c:pt>
                <c:pt idx="768">
                  <c:v>6.2900282913227619</c:v>
                </c:pt>
                <c:pt idx="769">
                  <c:v>6.2900282913227619</c:v>
                </c:pt>
                <c:pt idx="770">
                  <c:v>6.2900282913227619</c:v>
                </c:pt>
                <c:pt idx="771">
                  <c:v>6.2900282913227619</c:v>
                </c:pt>
                <c:pt idx="772">
                  <c:v>6.2900282913227619</c:v>
                </c:pt>
                <c:pt idx="773">
                  <c:v>6.2900282913227619</c:v>
                </c:pt>
                <c:pt idx="774">
                  <c:v>6.2900282913227619</c:v>
                </c:pt>
                <c:pt idx="775">
                  <c:v>6.2900282913227619</c:v>
                </c:pt>
                <c:pt idx="776">
                  <c:v>6.2900282913227619</c:v>
                </c:pt>
                <c:pt idx="777">
                  <c:v>6.2900282913227619</c:v>
                </c:pt>
                <c:pt idx="778">
                  <c:v>6.2900282913227619</c:v>
                </c:pt>
                <c:pt idx="779">
                  <c:v>6.2900282913227619</c:v>
                </c:pt>
                <c:pt idx="780">
                  <c:v>6.2900282913227619</c:v>
                </c:pt>
                <c:pt idx="781">
                  <c:v>6.2900282913227619</c:v>
                </c:pt>
                <c:pt idx="782">
                  <c:v>6.2900282913227619</c:v>
                </c:pt>
                <c:pt idx="783">
                  <c:v>6.2900282913227619</c:v>
                </c:pt>
                <c:pt idx="784">
                  <c:v>6.2900282913227619</c:v>
                </c:pt>
                <c:pt idx="785">
                  <c:v>6.2900282913227619</c:v>
                </c:pt>
                <c:pt idx="786">
                  <c:v>6.2900282913227619</c:v>
                </c:pt>
                <c:pt idx="787">
                  <c:v>6.2900282913227619</c:v>
                </c:pt>
                <c:pt idx="788">
                  <c:v>6.2900282913227619</c:v>
                </c:pt>
                <c:pt idx="789">
                  <c:v>6.2900282913227619</c:v>
                </c:pt>
                <c:pt idx="790">
                  <c:v>6.2900282913227619</c:v>
                </c:pt>
                <c:pt idx="791">
                  <c:v>6.2900282913227619</c:v>
                </c:pt>
                <c:pt idx="792">
                  <c:v>6.2900282913227619</c:v>
                </c:pt>
                <c:pt idx="793">
                  <c:v>6.2900282913227619</c:v>
                </c:pt>
                <c:pt idx="794">
                  <c:v>6.2900282913227619</c:v>
                </c:pt>
                <c:pt idx="795">
                  <c:v>6.2900282913227619</c:v>
                </c:pt>
                <c:pt idx="796">
                  <c:v>6.2900282913227619</c:v>
                </c:pt>
                <c:pt idx="797">
                  <c:v>6.2900282913227619</c:v>
                </c:pt>
                <c:pt idx="798">
                  <c:v>6.2900282913227619</c:v>
                </c:pt>
                <c:pt idx="799">
                  <c:v>6.2900282913227619</c:v>
                </c:pt>
                <c:pt idx="800">
                  <c:v>6.2900282913227619</c:v>
                </c:pt>
                <c:pt idx="801">
                  <c:v>6.2900282913227619</c:v>
                </c:pt>
                <c:pt idx="802">
                  <c:v>6.2900282913227619</c:v>
                </c:pt>
                <c:pt idx="803">
                  <c:v>6.2900282913227619</c:v>
                </c:pt>
                <c:pt idx="804">
                  <c:v>6.2900282913227619</c:v>
                </c:pt>
                <c:pt idx="805">
                  <c:v>6.2900282913227619</c:v>
                </c:pt>
                <c:pt idx="806">
                  <c:v>6.2900282913227619</c:v>
                </c:pt>
                <c:pt idx="807">
                  <c:v>6.2900282913227619</c:v>
                </c:pt>
                <c:pt idx="808">
                  <c:v>6.2900282913227619</c:v>
                </c:pt>
                <c:pt idx="809">
                  <c:v>6.2900282913227619</c:v>
                </c:pt>
                <c:pt idx="810">
                  <c:v>6.2900282913227619</c:v>
                </c:pt>
                <c:pt idx="811">
                  <c:v>6.2900282913227619</c:v>
                </c:pt>
                <c:pt idx="812">
                  <c:v>6.2900282913227619</c:v>
                </c:pt>
                <c:pt idx="813">
                  <c:v>6.2900282913227619</c:v>
                </c:pt>
                <c:pt idx="814">
                  <c:v>6.2900282913227619</c:v>
                </c:pt>
                <c:pt idx="815">
                  <c:v>6.2900282913227619</c:v>
                </c:pt>
                <c:pt idx="816">
                  <c:v>6.2900282913227619</c:v>
                </c:pt>
                <c:pt idx="817">
                  <c:v>6.2900282913227619</c:v>
                </c:pt>
                <c:pt idx="818">
                  <c:v>6.2900282913227619</c:v>
                </c:pt>
                <c:pt idx="819">
                  <c:v>6.2900282913227619</c:v>
                </c:pt>
                <c:pt idx="820">
                  <c:v>6.2900282913227619</c:v>
                </c:pt>
                <c:pt idx="821">
                  <c:v>6.2900282913227619</c:v>
                </c:pt>
                <c:pt idx="822">
                  <c:v>6.2900282913227619</c:v>
                </c:pt>
                <c:pt idx="823">
                  <c:v>6.2900282913227619</c:v>
                </c:pt>
                <c:pt idx="824">
                  <c:v>6.2900282913227619</c:v>
                </c:pt>
                <c:pt idx="825">
                  <c:v>6.2900282913227619</c:v>
                </c:pt>
                <c:pt idx="826">
                  <c:v>6.2900282913227619</c:v>
                </c:pt>
                <c:pt idx="827">
                  <c:v>6.2900282913227619</c:v>
                </c:pt>
                <c:pt idx="828">
                  <c:v>6.2900282913227619</c:v>
                </c:pt>
                <c:pt idx="829">
                  <c:v>6.2900282913227619</c:v>
                </c:pt>
                <c:pt idx="830">
                  <c:v>6.2900282913227619</c:v>
                </c:pt>
                <c:pt idx="831">
                  <c:v>6.2900282913227619</c:v>
                </c:pt>
                <c:pt idx="832">
                  <c:v>6.2900282913227619</c:v>
                </c:pt>
                <c:pt idx="833">
                  <c:v>6.2900282913227619</c:v>
                </c:pt>
                <c:pt idx="834">
                  <c:v>6.2900282913227619</c:v>
                </c:pt>
                <c:pt idx="835">
                  <c:v>6.2900282913227619</c:v>
                </c:pt>
                <c:pt idx="836">
                  <c:v>6.2900282913227619</c:v>
                </c:pt>
                <c:pt idx="837">
                  <c:v>6.2900282913227619</c:v>
                </c:pt>
                <c:pt idx="838">
                  <c:v>6.2900282913227619</c:v>
                </c:pt>
                <c:pt idx="839">
                  <c:v>6.2900282913227619</c:v>
                </c:pt>
                <c:pt idx="840">
                  <c:v>6.2900282913227619</c:v>
                </c:pt>
                <c:pt idx="841">
                  <c:v>6.2900282913227619</c:v>
                </c:pt>
                <c:pt idx="842">
                  <c:v>6.2900282913227619</c:v>
                </c:pt>
                <c:pt idx="843">
                  <c:v>6.2900282913227619</c:v>
                </c:pt>
                <c:pt idx="844">
                  <c:v>6.2900282913227619</c:v>
                </c:pt>
                <c:pt idx="845">
                  <c:v>6.2900282913227619</c:v>
                </c:pt>
                <c:pt idx="846">
                  <c:v>6.2900282913227619</c:v>
                </c:pt>
                <c:pt idx="847">
                  <c:v>6.2900282913227619</c:v>
                </c:pt>
                <c:pt idx="848">
                  <c:v>6.2900282913227619</c:v>
                </c:pt>
                <c:pt idx="849">
                  <c:v>6.2900282913227619</c:v>
                </c:pt>
                <c:pt idx="850">
                  <c:v>6.2900282913227619</c:v>
                </c:pt>
                <c:pt idx="851">
                  <c:v>6.2900282913227619</c:v>
                </c:pt>
                <c:pt idx="852">
                  <c:v>6.2900282913227619</c:v>
                </c:pt>
                <c:pt idx="853">
                  <c:v>6.2900282913227619</c:v>
                </c:pt>
                <c:pt idx="854">
                  <c:v>6.2900282913227619</c:v>
                </c:pt>
                <c:pt idx="855">
                  <c:v>6.2900282913227619</c:v>
                </c:pt>
                <c:pt idx="856">
                  <c:v>6.2900282913227619</c:v>
                </c:pt>
                <c:pt idx="857">
                  <c:v>6.2900282913227619</c:v>
                </c:pt>
                <c:pt idx="858">
                  <c:v>6.2900282913227619</c:v>
                </c:pt>
                <c:pt idx="859">
                  <c:v>6.2900282913227619</c:v>
                </c:pt>
                <c:pt idx="860">
                  <c:v>6.2900282913227619</c:v>
                </c:pt>
                <c:pt idx="861">
                  <c:v>6.2900282913227619</c:v>
                </c:pt>
                <c:pt idx="862">
                  <c:v>6.2900282913227619</c:v>
                </c:pt>
                <c:pt idx="863">
                  <c:v>6.2900282913227619</c:v>
                </c:pt>
                <c:pt idx="864">
                  <c:v>6.2900282913227619</c:v>
                </c:pt>
                <c:pt idx="865">
                  <c:v>6.2900282913227619</c:v>
                </c:pt>
                <c:pt idx="866">
                  <c:v>6.2900282913227619</c:v>
                </c:pt>
                <c:pt idx="867">
                  <c:v>6.2900282913227619</c:v>
                </c:pt>
                <c:pt idx="868">
                  <c:v>6.2900282913227619</c:v>
                </c:pt>
                <c:pt idx="869">
                  <c:v>6.2900282913227619</c:v>
                </c:pt>
                <c:pt idx="870">
                  <c:v>6.2900282913227619</c:v>
                </c:pt>
                <c:pt idx="871">
                  <c:v>6.2900282913227619</c:v>
                </c:pt>
                <c:pt idx="872">
                  <c:v>6.2900282913227619</c:v>
                </c:pt>
                <c:pt idx="873">
                  <c:v>6.2900282913227619</c:v>
                </c:pt>
                <c:pt idx="874">
                  <c:v>6.2900282913227619</c:v>
                </c:pt>
                <c:pt idx="875">
                  <c:v>6.2900282913227619</c:v>
                </c:pt>
                <c:pt idx="876">
                  <c:v>6.2900282913227619</c:v>
                </c:pt>
                <c:pt idx="877">
                  <c:v>6.2900282913227619</c:v>
                </c:pt>
                <c:pt idx="878">
                  <c:v>6.2900282913227619</c:v>
                </c:pt>
                <c:pt idx="879">
                  <c:v>6.2900282913227619</c:v>
                </c:pt>
                <c:pt idx="880">
                  <c:v>6.2900282913227619</c:v>
                </c:pt>
                <c:pt idx="881">
                  <c:v>6.2900282913227619</c:v>
                </c:pt>
                <c:pt idx="882">
                  <c:v>6.2900282913227619</c:v>
                </c:pt>
                <c:pt idx="883">
                  <c:v>6.2900282913227619</c:v>
                </c:pt>
                <c:pt idx="884">
                  <c:v>6.2900282913227619</c:v>
                </c:pt>
                <c:pt idx="885">
                  <c:v>6.2900282913227619</c:v>
                </c:pt>
                <c:pt idx="886">
                  <c:v>6.2900282913227619</c:v>
                </c:pt>
                <c:pt idx="887">
                  <c:v>6.2900282913227619</c:v>
                </c:pt>
                <c:pt idx="888">
                  <c:v>6.2900282913227619</c:v>
                </c:pt>
                <c:pt idx="889">
                  <c:v>6.2900282913227619</c:v>
                </c:pt>
                <c:pt idx="890">
                  <c:v>6.2900282913227619</c:v>
                </c:pt>
                <c:pt idx="891">
                  <c:v>6.2900282913227619</c:v>
                </c:pt>
                <c:pt idx="892">
                  <c:v>6.2900282913227619</c:v>
                </c:pt>
                <c:pt idx="893">
                  <c:v>6.2900282913227619</c:v>
                </c:pt>
                <c:pt idx="894">
                  <c:v>6.2900282913227619</c:v>
                </c:pt>
                <c:pt idx="895">
                  <c:v>6.2900282913227619</c:v>
                </c:pt>
                <c:pt idx="896">
                  <c:v>6.2900282913227619</c:v>
                </c:pt>
                <c:pt idx="897">
                  <c:v>6.2900282913227619</c:v>
                </c:pt>
                <c:pt idx="898">
                  <c:v>6.2900282913227619</c:v>
                </c:pt>
                <c:pt idx="899">
                  <c:v>6.2900282913227619</c:v>
                </c:pt>
                <c:pt idx="900">
                  <c:v>6.2900282913227619</c:v>
                </c:pt>
                <c:pt idx="901">
                  <c:v>6.2900282913227619</c:v>
                </c:pt>
                <c:pt idx="902">
                  <c:v>6.2900282913227619</c:v>
                </c:pt>
                <c:pt idx="903">
                  <c:v>6.2900282913227619</c:v>
                </c:pt>
                <c:pt idx="904">
                  <c:v>6.2900282913227619</c:v>
                </c:pt>
                <c:pt idx="905">
                  <c:v>6.2900282913227619</c:v>
                </c:pt>
                <c:pt idx="906">
                  <c:v>6.2900282913227619</c:v>
                </c:pt>
                <c:pt idx="907">
                  <c:v>6.2900282913227619</c:v>
                </c:pt>
                <c:pt idx="908">
                  <c:v>6.2900282913227619</c:v>
                </c:pt>
                <c:pt idx="909">
                  <c:v>6.2900282913227619</c:v>
                </c:pt>
                <c:pt idx="910">
                  <c:v>6.2900282913227619</c:v>
                </c:pt>
                <c:pt idx="911">
                  <c:v>6.2900282913227619</c:v>
                </c:pt>
                <c:pt idx="912">
                  <c:v>6.2900282913227619</c:v>
                </c:pt>
                <c:pt idx="913">
                  <c:v>6.2900282913227619</c:v>
                </c:pt>
                <c:pt idx="914">
                  <c:v>6.2900282913227619</c:v>
                </c:pt>
                <c:pt idx="915">
                  <c:v>6.2900282913227619</c:v>
                </c:pt>
                <c:pt idx="916">
                  <c:v>6.2900282913227619</c:v>
                </c:pt>
                <c:pt idx="917">
                  <c:v>6.2900282913227619</c:v>
                </c:pt>
                <c:pt idx="918">
                  <c:v>6.2900282913227619</c:v>
                </c:pt>
                <c:pt idx="919">
                  <c:v>6.2900282913227619</c:v>
                </c:pt>
                <c:pt idx="920">
                  <c:v>6.2900282913227619</c:v>
                </c:pt>
                <c:pt idx="921">
                  <c:v>6.2900282913227619</c:v>
                </c:pt>
                <c:pt idx="922">
                  <c:v>6.2900282913227619</c:v>
                </c:pt>
                <c:pt idx="923">
                  <c:v>6.2900282913227619</c:v>
                </c:pt>
                <c:pt idx="924">
                  <c:v>6.2900282913227619</c:v>
                </c:pt>
                <c:pt idx="925">
                  <c:v>6.2900282913227619</c:v>
                </c:pt>
                <c:pt idx="926">
                  <c:v>6.2900282913227619</c:v>
                </c:pt>
                <c:pt idx="927">
                  <c:v>6.2900282913227619</c:v>
                </c:pt>
                <c:pt idx="928">
                  <c:v>6.2900282913227619</c:v>
                </c:pt>
                <c:pt idx="929">
                  <c:v>6.2900282913227619</c:v>
                </c:pt>
                <c:pt idx="930">
                  <c:v>6.2900282913227619</c:v>
                </c:pt>
                <c:pt idx="931">
                  <c:v>6.2900282913227619</c:v>
                </c:pt>
                <c:pt idx="932">
                  <c:v>6.2900282913227619</c:v>
                </c:pt>
                <c:pt idx="933">
                  <c:v>6.2900282913227619</c:v>
                </c:pt>
                <c:pt idx="934">
                  <c:v>6.2900282913227619</c:v>
                </c:pt>
                <c:pt idx="935">
                  <c:v>6.2900282913227619</c:v>
                </c:pt>
                <c:pt idx="936">
                  <c:v>6.2900282913227619</c:v>
                </c:pt>
                <c:pt idx="937">
                  <c:v>6.2900282913227619</c:v>
                </c:pt>
                <c:pt idx="938">
                  <c:v>6.2900282913227619</c:v>
                </c:pt>
                <c:pt idx="939">
                  <c:v>6.2900282913227619</c:v>
                </c:pt>
                <c:pt idx="940">
                  <c:v>6.2900282913227619</c:v>
                </c:pt>
                <c:pt idx="941">
                  <c:v>6.2900282913227619</c:v>
                </c:pt>
                <c:pt idx="942">
                  <c:v>6.2900282913227619</c:v>
                </c:pt>
                <c:pt idx="943">
                  <c:v>6.2900282913227619</c:v>
                </c:pt>
                <c:pt idx="944">
                  <c:v>6.2900282913227619</c:v>
                </c:pt>
                <c:pt idx="945">
                  <c:v>6.2900282913227619</c:v>
                </c:pt>
                <c:pt idx="946">
                  <c:v>6.2900282913227619</c:v>
                </c:pt>
                <c:pt idx="947">
                  <c:v>6.2900282913227619</c:v>
                </c:pt>
                <c:pt idx="948">
                  <c:v>6.2900282913227619</c:v>
                </c:pt>
                <c:pt idx="949">
                  <c:v>6.2900282913227619</c:v>
                </c:pt>
                <c:pt idx="950">
                  <c:v>6.2900282913227619</c:v>
                </c:pt>
                <c:pt idx="951">
                  <c:v>6.2900282913227619</c:v>
                </c:pt>
                <c:pt idx="952">
                  <c:v>6.2900282913227619</c:v>
                </c:pt>
                <c:pt idx="953">
                  <c:v>6.2900282913227619</c:v>
                </c:pt>
                <c:pt idx="954">
                  <c:v>6.2900282913227619</c:v>
                </c:pt>
                <c:pt idx="955">
                  <c:v>6.2900282913227619</c:v>
                </c:pt>
                <c:pt idx="956">
                  <c:v>6.2900282913227619</c:v>
                </c:pt>
                <c:pt idx="957">
                  <c:v>6.2900282913227619</c:v>
                </c:pt>
                <c:pt idx="958">
                  <c:v>6.2900282913227619</c:v>
                </c:pt>
                <c:pt idx="959">
                  <c:v>6.2900282913227619</c:v>
                </c:pt>
                <c:pt idx="960">
                  <c:v>6.2900282913227619</c:v>
                </c:pt>
                <c:pt idx="961">
                  <c:v>6.2900282913227619</c:v>
                </c:pt>
                <c:pt idx="962">
                  <c:v>6.2900282913227619</c:v>
                </c:pt>
                <c:pt idx="963">
                  <c:v>6.2900282913227619</c:v>
                </c:pt>
                <c:pt idx="964">
                  <c:v>6.2900282913227619</c:v>
                </c:pt>
                <c:pt idx="965">
                  <c:v>6.2900282913227619</c:v>
                </c:pt>
                <c:pt idx="966">
                  <c:v>6.2900282913227619</c:v>
                </c:pt>
                <c:pt idx="967">
                  <c:v>6.2900282913227619</c:v>
                </c:pt>
                <c:pt idx="968">
                  <c:v>6.2900282913227619</c:v>
                </c:pt>
                <c:pt idx="969">
                  <c:v>6.2900282913227619</c:v>
                </c:pt>
                <c:pt idx="970">
                  <c:v>6.2900282913227619</c:v>
                </c:pt>
                <c:pt idx="971">
                  <c:v>6.2900282913227619</c:v>
                </c:pt>
                <c:pt idx="972">
                  <c:v>6.2900282913227619</c:v>
                </c:pt>
                <c:pt idx="973">
                  <c:v>6.2900282913227619</c:v>
                </c:pt>
                <c:pt idx="974">
                  <c:v>6.2900282913227619</c:v>
                </c:pt>
                <c:pt idx="975">
                  <c:v>6.2900282913227619</c:v>
                </c:pt>
                <c:pt idx="976">
                  <c:v>6.2900282913227619</c:v>
                </c:pt>
                <c:pt idx="977">
                  <c:v>6.2900282913227619</c:v>
                </c:pt>
                <c:pt idx="978">
                  <c:v>6.2900282913227619</c:v>
                </c:pt>
                <c:pt idx="979">
                  <c:v>6.2900282913227619</c:v>
                </c:pt>
                <c:pt idx="980">
                  <c:v>6.2900282913227619</c:v>
                </c:pt>
                <c:pt idx="981">
                  <c:v>6.2900282913227619</c:v>
                </c:pt>
                <c:pt idx="982">
                  <c:v>6.2900282913227619</c:v>
                </c:pt>
                <c:pt idx="983">
                  <c:v>6.2900282913227619</c:v>
                </c:pt>
                <c:pt idx="984">
                  <c:v>6.2900282913227619</c:v>
                </c:pt>
                <c:pt idx="985">
                  <c:v>6.2900282913227619</c:v>
                </c:pt>
                <c:pt idx="986">
                  <c:v>6.2900282913227619</c:v>
                </c:pt>
                <c:pt idx="987">
                  <c:v>6.2900282913227619</c:v>
                </c:pt>
                <c:pt idx="988">
                  <c:v>6.2900282913227619</c:v>
                </c:pt>
                <c:pt idx="989">
                  <c:v>6.2900282913227619</c:v>
                </c:pt>
                <c:pt idx="990">
                  <c:v>6.2900282913227619</c:v>
                </c:pt>
                <c:pt idx="991">
                  <c:v>6.2900282913227619</c:v>
                </c:pt>
                <c:pt idx="992">
                  <c:v>6.2900282913227619</c:v>
                </c:pt>
                <c:pt idx="993">
                  <c:v>6.2900282913227619</c:v>
                </c:pt>
                <c:pt idx="994">
                  <c:v>6.2900282913227619</c:v>
                </c:pt>
                <c:pt idx="995">
                  <c:v>6.2900282913227619</c:v>
                </c:pt>
                <c:pt idx="996">
                  <c:v>6.2900282913227619</c:v>
                </c:pt>
                <c:pt idx="997">
                  <c:v>6.2900282913227619</c:v>
                </c:pt>
                <c:pt idx="998">
                  <c:v>6.2900282913227619</c:v>
                </c:pt>
                <c:pt idx="999">
                  <c:v>6.2900282913227619</c:v>
                </c:pt>
                <c:pt idx="1000">
                  <c:v>6.2900282913227619</c:v>
                </c:pt>
                <c:pt idx="1001">
                  <c:v>6.2900282913227619</c:v>
                </c:pt>
                <c:pt idx="1002">
                  <c:v>6.2900282913227619</c:v>
                </c:pt>
                <c:pt idx="1003">
                  <c:v>6.2900282913227619</c:v>
                </c:pt>
                <c:pt idx="1004">
                  <c:v>6.2900282913227619</c:v>
                </c:pt>
                <c:pt idx="1005">
                  <c:v>6.2900282913227619</c:v>
                </c:pt>
                <c:pt idx="1006">
                  <c:v>6.2900282913227619</c:v>
                </c:pt>
                <c:pt idx="1007">
                  <c:v>6.2900282913227619</c:v>
                </c:pt>
                <c:pt idx="1008">
                  <c:v>6.2900282913227619</c:v>
                </c:pt>
                <c:pt idx="1009">
                  <c:v>6.2900282913227619</c:v>
                </c:pt>
                <c:pt idx="1010">
                  <c:v>6.2900282913227619</c:v>
                </c:pt>
                <c:pt idx="1011">
                  <c:v>6.2900282913227619</c:v>
                </c:pt>
                <c:pt idx="1012">
                  <c:v>6.2900282913227619</c:v>
                </c:pt>
                <c:pt idx="1013">
                  <c:v>6.2900282913227619</c:v>
                </c:pt>
                <c:pt idx="1014">
                  <c:v>6.2900282913227619</c:v>
                </c:pt>
                <c:pt idx="1015">
                  <c:v>6.2900282913227619</c:v>
                </c:pt>
                <c:pt idx="1016">
                  <c:v>6.2900282913227619</c:v>
                </c:pt>
                <c:pt idx="1017">
                  <c:v>6.2900282913227619</c:v>
                </c:pt>
                <c:pt idx="1018">
                  <c:v>6.2900282913227619</c:v>
                </c:pt>
                <c:pt idx="1019">
                  <c:v>6.2900282913227619</c:v>
                </c:pt>
                <c:pt idx="1020">
                  <c:v>6.2900282913227619</c:v>
                </c:pt>
                <c:pt idx="1021">
                  <c:v>6.2900282913227619</c:v>
                </c:pt>
                <c:pt idx="1022">
                  <c:v>6.2900282913227619</c:v>
                </c:pt>
                <c:pt idx="1023">
                  <c:v>6.2900282913227619</c:v>
                </c:pt>
                <c:pt idx="1024">
                  <c:v>6.2900282913227619</c:v>
                </c:pt>
                <c:pt idx="1025">
                  <c:v>6.2900282913227619</c:v>
                </c:pt>
                <c:pt idx="1026">
                  <c:v>6.2900282913227619</c:v>
                </c:pt>
                <c:pt idx="1027">
                  <c:v>6.2900282913227619</c:v>
                </c:pt>
                <c:pt idx="1028">
                  <c:v>6.2900282913227619</c:v>
                </c:pt>
                <c:pt idx="1029">
                  <c:v>6.2900282913227619</c:v>
                </c:pt>
                <c:pt idx="1030">
                  <c:v>6.2900282913227619</c:v>
                </c:pt>
                <c:pt idx="1031">
                  <c:v>6.2900282913227619</c:v>
                </c:pt>
                <c:pt idx="1032">
                  <c:v>6.2900282913227619</c:v>
                </c:pt>
                <c:pt idx="1033">
                  <c:v>6.2900282913227619</c:v>
                </c:pt>
                <c:pt idx="1034">
                  <c:v>6.2900282913227619</c:v>
                </c:pt>
                <c:pt idx="1035">
                  <c:v>6.2900282913227619</c:v>
                </c:pt>
                <c:pt idx="1036">
                  <c:v>6.2900282913227619</c:v>
                </c:pt>
                <c:pt idx="1037">
                  <c:v>6.2900282913227619</c:v>
                </c:pt>
                <c:pt idx="1038">
                  <c:v>6.2900282913227619</c:v>
                </c:pt>
                <c:pt idx="1039">
                  <c:v>6.2900282913227619</c:v>
                </c:pt>
                <c:pt idx="1040">
                  <c:v>6.2900282913227619</c:v>
                </c:pt>
                <c:pt idx="1041">
                  <c:v>6.2900282913227619</c:v>
                </c:pt>
                <c:pt idx="1042">
                  <c:v>6.2900282913227619</c:v>
                </c:pt>
                <c:pt idx="1043">
                  <c:v>6.2900282913227619</c:v>
                </c:pt>
                <c:pt idx="1044">
                  <c:v>6.2900282913227619</c:v>
                </c:pt>
                <c:pt idx="1045">
                  <c:v>6.2900282913227619</c:v>
                </c:pt>
                <c:pt idx="1046">
                  <c:v>6.2900282913227619</c:v>
                </c:pt>
                <c:pt idx="1047">
                  <c:v>6.2900282913227619</c:v>
                </c:pt>
                <c:pt idx="1048">
                  <c:v>6.2900282913227619</c:v>
                </c:pt>
                <c:pt idx="1049">
                  <c:v>6.2900282913227619</c:v>
                </c:pt>
                <c:pt idx="1050">
                  <c:v>6.2900282913227619</c:v>
                </c:pt>
                <c:pt idx="1051">
                  <c:v>6.2900282913227619</c:v>
                </c:pt>
                <c:pt idx="1052">
                  <c:v>6.2900282913227619</c:v>
                </c:pt>
                <c:pt idx="1053">
                  <c:v>6.2900282913227619</c:v>
                </c:pt>
                <c:pt idx="1054">
                  <c:v>6.2900282913227619</c:v>
                </c:pt>
                <c:pt idx="1055">
                  <c:v>6.2900282913227619</c:v>
                </c:pt>
                <c:pt idx="1056">
                  <c:v>6.2900282913227619</c:v>
                </c:pt>
                <c:pt idx="1057">
                  <c:v>6.2900282913227619</c:v>
                </c:pt>
                <c:pt idx="1058">
                  <c:v>6.2900282913227619</c:v>
                </c:pt>
                <c:pt idx="1059">
                  <c:v>6.2900282913227619</c:v>
                </c:pt>
                <c:pt idx="1060">
                  <c:v>6.2900282913227619</c:v>
                </c:pt>
                <c:pt idx="1061">
                  <c:v>6.2900282913227619</c:v>
                </c:pt>
                <c:pt idx="1062">
                  <c:v>6.2900282913227619</c:v>
                </c:pt>
                <c:pt idx="1063">
                  <c:v>6.2900282913227619</c:v>
                </c:pt>
                <c:pt idx="1064">
                  <c:v>6.2900282913227619</c:v>
                </c:pt>
                <c:pt idx="1065">
                  <c:v>6.2900282913227619</c:v>
                </c:pt>
                <c:pt idx="1066">
                  <c:v>6.2900282913227619</c:v>
                </c:pt>
                <c:pt idx="1067">
                  <c:v>6.2900282913227619</c:v>
                </c:pt>
                <c:pt idx="1068">
                  <c:v>6.2900282913227619</c:v>
                </c:pt>
                <c:pt idx="1069">
                  <c:v>6.2900282913227619</c:v>
                </c:pt>
                <c:pt idx="1070">
                  <c:v>6.2900282913227619</c:v>
                </c:pt>
                <c:pt idx="1071">
                  <c:v>6.2900282913227619</c:v>
                </c:pt>
                <c:pt idx="1072">
                  <c:v>6.2900282913227619</c:v>
                </c:pt>
                <c:pt idx="1073">
                  <c:v>6.2900282913227619</c:v>
                </c:pt>
                <c:pt idx="1074">
                  <c:v>6.2900282913227619</c:v>
                </c:pt>
                <c:pt idx="1075">
                  <c:v>6.2900282913227619</c:v>
                </c:pt>
                <c:pt idx="1076">
                  <c:v>6.2900282913227619</c:v>
                </c:pt>
                <c:pt idx="1077">
                  <c:v>6.2900282913227619</c:v>
                </c:pt>
                <c:pt idx="1078">
                  <c:v>6.2900282913227619</c:v>
                </c:pt>
                <c:pt idx="1079">
                  <c:v>6.2900282913227619</c:v>
                </c:pt>
                <c:pt idx="1080">
                  <c:v>6.2900282913227619</c:v>
                </c:pt>
                <c:pt idx="1081">
                  <c:v>6.2900282913227619</c:v>
                </c:pt>
                <c:pt idx="1082">
                  <c:v>6.2900282913227619</c:v>
                </c:pt>
                <c:pt idx="1083">
                  <c:v>6.2900282913227619</c:v>
                </c:pt>
                <c:pt idx="1084">
                  <c:v>6.2900282913227619</c:v>
                </c:pt>
                <c:pt idx="1085">
                  <c:v>6.2900282913227619</c:v>
                </c:pt>
                <c:pt idx="1086">
                  <c:v>6.2900282913227619</c:v>
                </c:pt>
                <c:pt idx="1087">
                  <c:v>6.2900282913227619</c:v>
                </c:pt>
                <c:pt idx="1088">
                  <c:v>6.2900282913227619</c:v>
                </c:pt>
                <c:pt idx="1089">
                  <c:v>6.2900282913227619</c:v>
                </c:pt>
                <c:pt idx="1090">
                  <c:v>6.2900282913227619</c:v>
                </c:pt>
                <c:pt idx="1091">
                  <c:v>6.2900282913227619</c:v>
                </c:pt>
                <c:pt idx="1092">
                  <c:v>6.2900282913227619</c:v>
                </c:pt>
                <c:pt idx="1093">
                  <c:v>6.2900282913227619</c:v>
                </c:pt>
                <c:pt idx="1094">
                  <c:v>6.2900282913227619</c:v>
                </c:pt>
                <c:pt idx="1095">
                  <c:v>6.2900282913227619</c:v>
                </c:pt>
                <c:pt idx="1096">
                  <c:v>6.2900282913227619</c:v>
                </c:pt>
                <c:pt idx="1097">
                  <c:v>6.2900282913227619</c:v>
                </c:pt>
                <c:pt idx="1098">
                  <c:v>6.2900282913227619</c:v>
                </c:pt>
                <c:pt idx="1099">
                  <c:v>6.2900282913227619</c:v>
                </c:pt>
                <c:pt idx="1100">
                  <c:v>6.2900282913227619</c:v>
                </c:pt>
                <c:pt idx="1101">
                  <c:v>6.2900282913227619</c:v>
                </c:pt>
                <c:pt idx="1102">
                  <c:v>6.2900282913227619</c:v>
                </c:pt>
                <c:pt idx="1103">
                  <c:v>6.2900282913227619</c:v>
                </c:pt>
                <c:pt idx="1104">
                  <c:v>6.2900282913227619</c:v>
                </c:pt>
                <c:pt idx="1105">
                  <c:v>6.2900282913227619</c:v>
                </c:pt>
                <c:pt idx="1106">
                  <c:v>6.2900282913227619</c:v>
                </c:pt>
                <c:pt idx="1107">
                  <c:v>6.2900282913227619</c:v>
                </c:pt>
                <c:pt idx="1108">
                  <c:v>6.2900282913227619</c:v>
                </c:pt>
                <c:pt idx="1109">
                  <c:v>6.2900282913227619</c:v>
                </c:pt>
                <c:pt idx="1110">
                  <c:v>6.2900282913227619</c:v>
                </c:pt>
                <c:pt idx="1111">
                  <c:v>6.2900282913227619</c:v>
                </c:pt>
                <c:pt idx="1112">
                  <c:v>6.2900282913227619</c:v>
                </c:pt>
                <c:pt idx="1113">
                  <c:v>6.2900282913227619</c:v>
                </c:pt>
                <c:pt idx="1114">
                  <c:v>6.2900282913227619</c:v>
                </c:pt>
                <c:pt idx="1115">
                  <c:v>6.2900282913227619</c:v>
                </c:pt>
                <c:pt idx="1116">
                  <c:v>6.2900282913227619</c:v>
                </c:pt>
                <c:pt idx="1117">
                  <c:v>6.2900282913227619</c:v>
                </c:pt>
                <c:pt idx="1118">
                  <c:v>6.2900282913227619</c:v>
                </c:pt>
                <c:pt idx="1119">
                  <c:v>6.2900282913227619</c:v>
                </c:pt>
                <c:pt idx="1120">
                  <c:v>6.2900282913227619</c:v>
                </c:pt>
                <c:pt idx="1121">
                  <c:v>6.2900282913227619</c:v>
                </c:pt>
                <c:pt idx="1122">
                  <c:v>6.2900282913227619</c:v>
                </c:pt>
                <c:pt idx="1123">
                  <c:v>6.2900282913227619</c:v>
                </c:pt>
                <c:pt idx="1124">
                  <c:v>6.2900282913227619</c:v>
                </c:pt>
                <c:pt idx="1125">
                  <c:v>6.2900282913227619</c:v>
                </c:pt>
                <c:pt idx="1126">
                  <c:v>6.2900282913227619</c:v>
                </c:pt>
                <c:pt idx="1127">
                  <c:v>6.2900282913227619</c:v>
                </c:pt>
                <c:pt idx="1128">
                  <c:v>6.2900282913227619</c:v>
                </c:pt>
                <c:pt idx="1129">
                  <c:v>6.2900282913227619</c:v>
                </c:pt>
                <c:pt idx="1130">
                  <c:v>6.2900282913227619</c:v>
                </c:pt>
                <c:pt idx="1131">
                  <c:v>6.2900282913227619</c:v>
                </c:pt>
                <c:pt idx="1132">
                  <c:v>6.2900282913227619</c:v>
                </c:pt>
                <c:pt idx="1133">
                  <c:v>6.2900282913227619</c:v>
                </c:pt>
                <c:pt idx="1134">
                  <c:v>6.2900282913227619</c:v>
                </c:pt>
                <c:pt idx="1135">
                  <c:v>6.2900282913227619</c:v>
                </c:pt>
                <c:pt idx="1136">
                  <c:v>6.2900282913227619</c:v>
                </c:pt>
                <c:pt idx="1137">
                  <c:v>6.2900282913227619</c:v>
                </c:pt>
                <c:pt idx="1138">
                  <c:v>6.2900282913227619</c:v>
                </c:pt>
                <c:pt idx="1139">
                  <c:v>6.2900282913227619</c:v>
                </c:pt>
                <c:pt idx="1140">
                  <c:v>6.2900282913227619</c:v>
                </c:pt>
                <c:pt idx="1141">
                  <c:v>6.2900282913227619</c:v>
                </c:pt>
                <c:pt idx="1142">
                  <c:v>6.2900282913227619</c:v>
                </c:pt>
                <c:pt idx="1143">
                  <c:v>6.2900282913227619</c:v>
                </c:pt>
                <c:pt idx="1144">
                  <c:v>6.2900282913227619</c:v>
                </c:pt>
                <c:pt idx="1145">
                  <c:v>6.2900282913227619</c:v>
                </c:pt>
                <c:pt idx="1146">
                  <c:v>6.2900282913227619</c:v>
                </c:pt>
                <c:pt idx="1147">
                  <c:v>6.2900282913227619</c:v>
                </c:pt>
                <c:pt idx="1148">
                  <c:v>6.2900282913227619</c:v>
                </c:pt>
                <c:pt idx="1149">
                  <c:v>6.2900282913227619</c:v>
                </c:pt>
                <c:pt idx="1150">
                  <c:v>6.2900282913227619</c:v>
                </c:pt>
                <c:pt idx="1151">
                  <c:v>6.2900282913227619</c:v>
                </c:pt>
                <c:pt idx="1152">
                  <c:v>6.2900282913227619</c:v>
                </c:pt>
                <c:pt idx="1153">
                  <c:v>6.2900282913227619</c:v>
                </c:pt>
                <c:pt idx="1154">
                  <c:v>6.2900282913227619</c:v>
                </c:pt>
                <c:pt idx="1155">
                  <c:v>6.2900282913227619</c:v>
                </c:pt>
                <c:pt idx="1156">
                  <c:v>6.2900282913227619</c:v>
                </c:pt>
                <c:pt idx="1157">
                  <c:v>6.2900282913227619</c:v>
                </c:pt>
                <c:pt idx="1158">
                  <c:v>6.2900282913227619</c:v>
                </c:pt>
                <c:pt idx="1159">
                  <c:v>6.2900282913227619</c:v>
                </c:pt>
                <c:pt idx="1160">
                  <c:v>6.2900282913227619</c:v>
                </c:pt>
                <c:pt idx="1161">
                  <c:v>6.2900282913227619</c:v>
                </c:pt>
                <c:pt idx="1162">
                  <c:v>6.2900282913227619</c:v>
                </c:pt>
                <c:pt idx="1163">
                  <c:v>6.2900282913227619</c:v>
                </c:pt>
                <c:pt idx="1164">
                  <c:v>6.2900282913227619</c:v>
                </c:pt>
                <c:pt idx="1165">
                  <c:v>6.2900282913227619</c:v>
                </c:pt>
                <c:pt idx="1166">
                  <c:v>6.2900282913227619</c:v>
                </c:pt>
                <c:pt idx="1167">
                  <c:v>6.2900282913227619</c:v>
                </c:pt>
                <c:pt idx="1168">
                  <c:v>6.2900282913227619</c:v>
                </c:pt>
                <c:pt idx="1169">
                  <c:v>6.2900282913227619</c:v>
                </c:pt>
                <c:pt idx="1170">
                  <c:v>6.2900282913227619</c:v>
                </c:pt>
                <c:pt idx="1171">
                  <c:v>6.2900282913227619</c:v>
                </c:pt>
                <c:pt idx="1172">
                  <c:v>6.2900282913227619</c:v>
                </c:pt>
                <c:pt idx="1173">
                  <c:v>6.2900282913227619</c:v>
                </c:pt>
                <c:pt idx="1174">
                  <c:v>6.2900282913227619</c:v>
                </c:pt>
                <c:pt idx="1175">
                  <c:v>6.2900282913227619</c:v>
                </c:pt>
                <c:pt idx="1176">
                  <c:v>6.2900282913227619</c:v>
                </c:pt>
                <c:pt idx="1177">
                  <c:v>6.2900282913227619</c:v>
                </c:pt>
                <c:pt idx="1178">
                  <c:v>6.2900282913227619</c:v>
                </c:pt>
                <c:pt idx="1179">
                  <c:v>6.2900282913227619</c:v>
                </c:pt>
                <c:pt idx="1180">
                  <c:v>6.2900282913227619</c:v>
                </c:pt>
                <c:pt idx="1181">
                  <c:v>6.2900282913227619</c:v>
                </c:pt>
                <c:pt idx="1182">
                  <c:v>6.2900282913227619</c:v>
                </c:pt>
                <c:pt idx="1183">
                  <c:v>6.2900282913227619</c:v>
                </c:pt>
                <c:pt idx="1184">
                  <c:v>6.2900282913227619</c:v>
                </c:pt>
                <c:pt idx="1185">
                  <c:v>6.2900282913227619</c:v>
                </c:pt>
                <c:pt idx="1186">
                  <c:v>6.2900282913227619</c:v>
                </c:pt>
                <c:pt idx="1187">
                  <c:v>6.2900282913227619</c:v>
                </c:pt>
                <c:pt idx="1188">
                  <c:v>6.2900282913227619</c:v>
                </c:pt>
                <c:pt idx="1189">
                  <c:v>6.2900282913227619</c:v>
                </c:pt>
                <c:pt idx="1190">
                  <c:v>6.2900282913227619</c:v>
                </c:pt>
                <c:pt idx="1191">
                  <c:v>6.2900282913227619</c:v>
                </c:pt>
                <c:pt idx="1192">
                  <c:v>6.2900282913227619</c:v>
                </c:pt>
                <c:pt idx="1193">
                  <c:v>6.2900282913227619</c:v>
                </c:pt>
                <c:pt idx="1194">
                  <c:v>6.2900282913227619</c:v>
                </c:pt>
                <c:pt idx="1195">
                  <c:v>6.2900282913227619</c:v>
                </c:pt>
                <c:pt idx="1196">
                  <c:v>6.2900282913227619</c:v>
                </c:pt>
                <c:pt idx="1197">
                  <c:v>6.2900282913227619</c:v>
                </c:pt>
                <c:pt idx="1198">
                  <c:v>6.2900282913227619</c:v>
                </c:pt>
                <c:pt idx="1199">
                  <c:v>6.2900282913227619</c:v>
                </c:pt>
                <c:pt idx="1200">
                  <c:v>6.2900282913227619</c:v>
                </c:pt>
                <c:pt idx="1201">
                  <c:v>6.2900282913227619</c:v>
                </c:pt>
                <c:pt idx="1202">
                  <c:v>6.2900282913227619</c:v>
                </c:pt>
                <c:pt idx="1203">
                  <c:v>6.2900282913227619</c:v>
                </c:pt>
                <c:pt idx="1204">
                  <c:v>6.2900282913227619</c:v>
                </c:pt>
                <c:pt idx="1205">
                  <c:v>6.2900282913227619</c:v>
                </c:pt>
                <c:pt idx="1206">
                  <c:v>6.2900282913227619</c:v>
                </c:pt>
                <c:pt idx="1207">
                  <c:v>6.2900282913227619</c:v>
                </c:pt>
                <c:pt idx="1208">
                  <c:v>6.2900282913227619</c:v>
                </c:pt>
                <c:pt idx="1209">
                  <c:v>6.2900282913227619</c:v>
                </c:pt>
                <c:pt idx="1210">
                  <c:v>6.2900282913227619</c:v>
                </c:pt>
                <c:pt idx="1211">
                  <c:v>6.2900282913227619</c:v>
                </c:pt>
                <c:pt idx="1212">
                  <c:v>6.2900282913227619</c:v>
                </c:pt>
                <c:pt idx="1213">
                  <c:v>6.2900282913227619</c:v>
                </c:pt>
                <c:pt idx="1214">
                  <c:v>6.2900282913227619</c:v>
                </c:pt>
                <c:pt idx="1215">
                  <c:v>6.2900282913227619</c:v>
                </c:pt>
                <c:pt idx="1216">
                  <c:v>6.2900282913227619</c:v>
                </c:pt>
                <c:pt idx="1217">
                  <c:v>6.2900282913227619</c:v>
                </c:pt>
                <c:pt idx="1218">
                  <c:v>6.2900282913227619</c:v>
                </c:pt>
                <c:pt idx="1219">
                  <c:v>6.2900282913227619</c:v>
                </c:pt>
                <c:pt idx="1220">
                  <c:v>6.2900282913227619</c:v>
                </c:pt>
                <c:pt idx="1221">
                  <c:v>6.2900282913227619</c:v>
                </c:pt>
                <c:pt idx="1222">
                  <c:v>6.2900282913227619</c:v>
                </c:pt>
                <c:pt idx="1223">
                  <c:v>6.2900282913227619</c:v>
                </c:pt>
                <c:pt idx="1224">
                  <c:v>6.2900282913227619</c:v>
                </c:pt>
                <c:pt idx="1225">
                  <c:v>6.2900282913227619</c:v>
                </c:pt>
                <c:pt idx="1226">
                  <c:v>6.2900282913227619</c:v>
                </c:pt>
                <c:pt idx="1227">
                  <c:v>6.2900282913227619</c:v>
                </c:pt>
                <c:pt idx="1228">
                  <c:v>6.2900282913227619</c:v>
                </c:pt>
                <c:pt idx="1229">
                  <c:v>6.2900282913227619</c:v>
                </c:pt>
                <c:pt idx="1230">
                  <c:v>6.2900282913227619</c:v>
                </c:pt>
                <c:pt idx="1231">
                  <c:v>6.2900282913227619</c:v>
                </c:pt>
                <c:pt idx="1232">
                  <c:v>6.2900282913227619</c:v>
                </c:pt>
                <c:pt idx="1233">
                  <c:v>6.2900282913227619</c:v>
                </c:pt>
                <c:pt idx="1234">
                  <c:v>6.2900282913227619</c:v>
                </c:pt>
                <c:pt idx="1235">
                  <c:v>6.2900282913227619</c:v>
                </c:pt>
                <c:pt idx="1236">
                  <c:v>6.2900282913227619</c:v>
                </c:pt>
                <c:pt idx="1237">
                  <c:v>6.2900282913227619</c:v>
                </c:pt>
                <c:pt idx="1238">
                  <c:v>6.2900282913227619</c:v>
                </c:pt>
                <c:pt idx="1239">
                  <c:v>6.2900282913227619</c:v>
                </c:pt>
                <c:pt idx="1240">
                  <c:v>6.2900282913227619</c:v>
                </c:pt>
                <c:pt idx="1241">
                  <c:v>6.2900282913227619</c:v>
                </c:pt>
                <c:pt idx="1242">
                  <c:v>6.2900282913227619</c:v>
                </c:pt>
                <c:pt idx="1243">
                  <c:v>6.2900282913227619</c:v>
                </c:pt>
                <c:pt idx="1244">
                  <c:v>6.2900282913227619</c:v>
                </c:pt>
                <c:pt idx="1245">
                  <c:v>6.2900282913227619</c:v>
                </c:pt>
                <c:pt idx="1246">
                  <c:v>6.2900282913227619</c:v>
                </c:pt>
                <c:pt idx="1247">
                  <c:v>6.2900282913227619</c:v>
                </c:pt>
                <c:pt idx="1248">
                  <c:v>6.2900282913227619</c:v>
                </c:pt>
                <c:pt idx="1249">
                  <c:v>6.2900282913227619</c:v>
                </c:pt>
                <c:pt idx="1250">
                  <c:v>6.2900282913227619</c:v>
                </c:pt>
                <c:pt idx="1251">
                  <c:v>6.2900282913227619</c:v>
                </c:pt>
                <c:pt idx="1252">
                  <c:v>6.2900282913227619</c:v>
                </c:pt>
                <c:pt idx="1253">
                  <c:v>6.2900282913227619</c:v>
                </c:pt>
                <c:pt idx="1254">
                  <c:v>6.2900282913227619</c:v>
                </c:pt>
                <c:pt idx="1255">
                  <c:v>6.2900282913227619</c:v>
                </c:pt>
                <c:pt idx="1256">
                  <c:v>6.2900282913227619</c:v>
                </c:pt>
                <c:pt idx="1257">
                  <c:v>6.2900282913227619</c:v>
                </c:pt>
                <c:pt idx="1258">
                  <c:v>6.2900282913227619</c:v>
                </c:pt>
                <c:pt idx="1259">
                  <c:v>6.2900282913227619</c:v>
                </c:pt>
                <c:pt idx="1260">
                  <c:v>6.2900282913227619</c:v>
                </c:pt>
                <c:pt idx="1261">
                  <c:v>6.2900282913227619</c:v>
                </c:pt>
                <c:pt idx="1262">
                  <c:v>6.2900282913227619</c:v>
                </c:pt>
                <c:pt idx="1263">
                  <c:v>6.2900282913227619</c:v>
                </c:pt>
                <c:pt idx="1264">
                  <c:v>6.2900282913227619</c:v>
                </c:pt>
                <c:pt idx="1265">
                  <c:v>6.2900282913227619</c:v>
                </c:pt>
                <c:pt idx="1266">
                  <c:v>6.2900282913227619</c:v>
                </c:pt>
                <c:pt idx="1267">
                  <c:v>6.2900282913227619</c:v>
                </c:pt>
                <c:pt idx="1268">
                  <c:v>6.2900282913227619</c:v>
                </c:pt>
                <c:pt idx="1269">
                  <c:v>6.2900282913227619</c:v>
                </c:pt>
                <c:pt idx="1270">
                  <c:v>6.2900282913227619</c:v>
                </c:pt>
                <c:pt idx="1271">
                  <c:v>6.2900282913227619</c:v>
                </c:pt>
                <c:pt idx="1272">
                  <c:v>6.2900282913227619</c:v>
                </c:pt>
                <c:pt idx="1273">
                  <c:v>6.2900282913227619</c:v>
                </c:pt>
                <c:pt idx="1274">
                  <c:v>6.2900282913227619</c:v>
                </c:pt>
                <c:pt idx="1275">
                  <c:v>6.2900282913227619</c:v>
                </c:pt>
                <c:pt idx="1276">
                  <c:v>6.2900282913227619</c:v>
                </c:pt>
                <c:pt idx="1277">
                  <c:v>6.2900282913227619</c:v>
                </c:pt>
                <c:pt idx="1278">
                  <c:v>6.2900282913227619</c:v>
                </c:pt>
                <c:pt idx="1279">
                  <c:v>6.2900282913227619</c:v>
                </c:pt>
                <c:pt idx="1280">
                  <c:v>6.2900282913227619</c:v>
                </c:pt>
                <c:pt idx="1281">
                  <c:v>6.2900282913227619</c:v>
                </c:pt>
                <c:pt idx="1282">
                  <c:v>6.2900282913227619</c:v>
                </c:pt>
                <c:pt idx="1283">
                  <c:v>6.2900282913227619</c:v>
                </c:pt>
                <c:pt idx="1284">
                  <c:v>6.2900282913227619</c:v>
                </c:pt>
                <c:pt idx="1285">
                  <c:v>6.2900282913227619</c:v>
                </c:pt>
                <c:pt idx="1286">
                  <c:v>6.2900282913227619</c:v>
                </c:pt>
                <c:pt idx="1287">
                  <c:v>6.2900282913227619</c:v>
                </c:pt>
                <c:pt idx="1288">
                  <c:v>6.2900282913227619</c:v>
                </c:pt>
                <c:pt idx="1289">
                  <c:v>6.2900282913227619</c:v>
                </c:pt>
                <c:pt idx="1290">
                  <c:v>6.2900282913227619</c:v>
                </c:pt>
                <c:pt idx="1291">
                  <c:v>6.2900282913227619</c:v>
                </c:pt>
                <c:pt idx="1292">
                  <c:v>6.2900282913227619</c:v>
                </c:pt>
                <c:pt idx="1293">
                  <c:v>6.2900282913227619</c:v>
                </c:pt>
                <c:pt idx="1294">
                  <c:v>6.2900282913227619</c:v>
                </c:pt>
                <c:pt idx="1295">
                  <c:v>6.2900282913227619</c:v>
                </c:pt>
                <c:pt idx="1296">
                  <c:v>6.2900282913227619</c:v>
                </c:pt>
                <c:pt idx="1297">
                  <c:v>6.2900282913227619</c:v>
                </c:pt>
                <c:pt idx="1298">
                  <c:v>6.2900282913227619</c:v>
                </c:pt>
                <c:pt idx="1299">
                  <c:v>6.2900282913227619</c:v>
                </c:pt>
                <c:pt idx="1300">
                  <c:v>6.2900282913227619</c:v>
                </c:pt>
                <c:pt idx="1301">
                  <c:v>6.2900282913227619</c:v>
                </c:pt>
                <c:pt idx="1302">
                  <c:v>6.2900282913227619</c:v>
                </c:pt>
                <c:pt idx="1303">
                  <c:v>6.2900282913227619</c:v>
                </c:pt>
                <c:pt idx="1304">
                  <c:v>6.2900282913227619</c:v>
                </c:pt>
                <c:pt idx="1305">
                  <c:v>6.2900282913227619</c:v>
                </c:pt>
                <c:pt idx="1306">
                  <c:v>6.2900282913227619</c:v>
                </c:pt>
                <c:pt idx="1307">
                  <c:v>6.2900282913227619</c:v>
                </c:pt>
                <c:pt idx="1308">
                  <c:v>6.2900282913227619</c:v>
                </c:pt>
                <c:pt idx="1309">
                  <c:v>6.2900282913227619</c:v>
                </c:pt>
                <c:pt idx="1310">
                  <c:v>6.2900282913227619</c:v>
                </c:pt>
                <c:pt idx="1311">
                  <c:v>6.2900282913227619</c:v>
                </c:pt>
                <c:pt idx="1312">
                  <c:v>6.2900282913227619</c:v>
                </c:pt>
                <c:pt idx="1313">
                  <c:v>6.2900282913227619</c:v>
                </c:pt>
                <c:pt idx="1314">
                  <c:v>6.2900282913227619</c:v>
                </c:pt>
                <c:pt idx="1315">
                  <c:v>6.2900282913227619</c:v>
                </c:pt>
                <c:pt idx="1316">
                  <c:v>6.2900282913227619</c:v>
                </c:pt>
                <c:pt idx="1317">
                  <c:v>6.2900282913227619</c:v>
                </c:pt>
                <c:pt idx="1318">
                  <c:v>6.2900282913227619</c:v>
                </c:pt>
                <c:pt idx="1319">
                  <c:v>6.2900282913227619</c:v>
                </c:pt>
                <c:pt idx="1320">
                  <c:v>6.2900282913227619</c:v>
                </c:pt>
                <c:pt idx="1321">
                  <c:v>6.2900282913227619</c:v>
                </c:pt>
                <c:pt idx="1322">
                  <c:v>6.2900282913227619</c:v>
                </c:pt>
                <c:pt idx="1323">
                  <c:v>6.2900282913227619</c:v>
                </c:pt>
                <c:pt idx="1324">
                  <c:v>6.2900282913227619</c:v>
                </c:pt>
                <c:pt idx="1325">
                  <c:v>6.2900282913227619</c:v>
                </c:pt>
                <c:pt idx="1326">
                  <c:v>6.2900282913227619</c:v>
                </c:pt>
                <c:pt idx="1327">
                  <c:v>6.2900282913227619</c:v>
                </c:pt>
                <c:pt idx="1328">
                  <c:v>6.2900282913227619</c:v>
                </c:pt>
                <c:pt idx="1329">
                  <c:v>6.2900282913227619</c:v>
                </c:pt>
                <c:pt idx="1330">
                  <c:v>6.2900282913227619</c:v>
                </c:pt>
                <c:pt idx="1331">
                  <c:v>6.2900282913227619</c:v>
                </c:pt>
                <c:pt idx="1332">
                  <c:v>6.2900282913227619</c:v>
                </c:pt>
                <c:pt idx="1333">
                  <c:v>6.2900282913227619</c:v>
                </c:pt>
                <c:pt idx="1334">
                  <c:v>6.2900282913227619</c:v>
                </c:pt>
                <c:pt idx="1335">
                  <c:v>6.2900282913227619</c:v>
                </c:pt>
                <c:pt idx="1336">
                  <c:v>6.2900282913227619</c:v>
                </c:pt>
                <c:pt idx="1337">
                  <c:v>6.2900282913227619</c:v>
                </c:pt>
                <c:pt idx="1338">
                  <c:v>6.2900282913227619</c:v>
                </c:pt>
                <c:pt idx="1339">
                  <c:v>6.2900282913227619</c:v>
                </c:pt>
                <c:pt idx="1340">
                  <c:v>6.2900282913227619</c:v>
                </c:pt>
                <c:pt idx="1341">
                  <c:v>6.2900282913227619</c:v>
                </c:pt>
                <c:pt idx="1342">
                  <c:v>6.2900282913227619</c:v>
                </c:pt>
                <c:pt idx="1343">
                  <c:v>6.2900282913227619</c:v>
                </c:pt>
                <c:pt idx="1344">
                  <c:v>6.2900282913227619</c:v>
                </c:pt>
                <c:pt idx="1345">
                  <c:v>6.2900282913227619</c:v>
                </c:pt>
                <c:pt idx="1346">
                  <c:v>6.2900282913227619</c:v>
                </c:pt>
                <c:pt idx="1347">
                  <c:v>6.2900282913227619</c:v>
                </c:pt>
                <c:pt idx="1348">
                  <c:v>6.2900282913227619</c:v>
                </c:pt>
                <c:pt idx="1349">
                  <c:v>6.2900282913227619</c:v>
                </c:pt>
                <c:pt idx="1350">
                  <c:v>6.2900282913227619</c:v>
                </c:pt>
                <c:pt idx="1351">
                  <c:v>6.2900282913227619</c:v>
                </c:pt>
                <c:pt idx="1352">
                  <c:v>6.2900282913227619</c:v>
                </c:pt>
                <c:pt idx="1353">
                  <c:v>6.2900282913227619</c:v>
                </c:pt>
                <c:pt idx="1354">
                  <c:v>6.2900282913227619</c:v>
                </c:pt>
                <c:pt idx="1355">
                  <c:v>6.2900282913227619</c:v>
                </c:pt>
                <c:pt idx="1356">
                  <c:v>6.2900282913227619</c:v>
                </c:pt>
                <c:pt idx="1357">
                  <c:v>6.2900282913227619</c:v>
                </c:pt>
                <c:pt idx="1358">
                  <c:v>6.2900282913227619</c:v>
                </c:pt>
                <c:pt idx="1359">
                  <c:v>6.2900282913227619</c:v>
                </c:pt>
                <c:pt idx="1360">
                  <c:v>6.2900282913227619</c:v>
                </c:pt>
                <c:pt idx="1361">
                  <c:v>6.2900282913227619</c:v>
                </c:pt>
                <c:pt idx="1362">
                  <c:v>6.2900282913227619</c:v>
                </c:pt>
                <c:pt idx="1363">
                  <c:v>6.2900282913227619</c:v>
                </c:pt>
                <c:pt idx="1364">
                  <c:v>6.2900282913227619</c:v>
                </c:pt>
                <c:pt idx="1365">
                  <c:v>6.2900282913227619</c:v>
                </c:pt>
                <c:pt idx="1366">
                  <c:v>6.2900282913227619</c:v>
                </c:pt>
                <c:pt idx="1367">
                  <c:v>6.2900282913227619</c:v>
                </c:pt>
                <c:pt idx="1368">
                  <c:v>6.2900282913227619</c:v>
                </c:pt>
                <c:pt idx="1369">
                  <c:v>6.2900282913227619</c:v>
                </c:pt>
                <c:pt idx="1370">
                  <c:v>6.2900282913227619</c:v>
                </c:pt>
                <c:pt idx="1371">
                  <c:v>6.2900282913227619</c:v>
                </c:pt>
                <c:pt idx="1372">
                  <c:v>6.2900282913227619</c:v>
                </c:pt>
                <c:pt idx="1373">
                  <c:v>6.2900282913227619</c:v>
                </c:pt>
                <c:pt idx="1374">
                  <c:v>6.2900282913227619</c:v>
                </c:pt>
                <c:pt idx="1375">
                  <c:v>6.2900282913227619</c:v>
                </c:pt>
                <c:pt idx="1376">
                  <c:v>6.2900282913227619</c:v>
                </c:pt>
                <c:pt idx="1377">
                  <c:v>6.2900282913227619</c:v>
                </c:pt>
                <c:pt idx="1378">
                  <c:v>6.2900282913227619</c:v>
                </c:pt>
                <c:pt idx="1379">
                  <c:v>6.2900282913227619</c:v>
                </c:pt>
                <c:pt idx="1380">
                  <c:v>6.2900282913227619</c:v>
                </c:pt>
                <c:pt idx="1381">
                  <c:v>6.2900282913227619</c:v>
                </c:pt>
                <c:pt idx="1382">
                  <c:v>6.2900282913227619</c:v>
                </c:pt>
                <c:pt idx="1383">
                  <c:v>6.2900282913227619</c:v>
                </c:pt>
                <c:pt idx="1384">
                  <c:v>6.2900282913227619</c:v>
                </c:pt>
                <c:pt idx="1385">
                  <c:v>6.2900282913227619</c:v>
                </c:pt>
                <c:pt idx="1386">
                  <c:v>6.2900282913227619</c:v>
                </c:pt>
                <c:pt idx="1387">
                  <c:v>6.2900282913227619</c:v>
                </c:pt>
                <c:pt idx="1388">
                  <c:v>6.2900282913227619</c:v>
                </c:pt>
                <c:pt idx="1389">
                  <c:v>6.2900282913227619</c:v>
                </c:pt>
                <c:pt idx="1390">
                  <c:v>6.2900282913227619</c:v>
                </c:pt>
                <c:pt idx="1391">
                  <c:v>6.2900282913227619</c:v>
                </c:pt>
                <c:pt idx="1392">
                  <c:v>6.2900282913227619</c:v>
                </c:pt>
                <c:pt idx="1393">
                  <c:v>6.2900282913227619</c:v>
                </c:pt>
                <c:pt idx="1394">
                  <c:v>6.2900282913227619</c:v>
                </c:pt>
                <c:pt idx="1395">
                  <c:v>6.2900282913227619</c:v>
                </c:pt>
                <c:pt idx="1396">
                  <c:v>6.2900282913227619</c:v>
                </c:pt>
                <c:pt idx="1397">
                  <c:v>6.2900282913227619</c:v>
                </c:pt>
                <c:pt idx="1398">
                  <c:v>6.2900282913227619</c:v>
                </c:pt>
                <c:pt idx="1399">
                  <c:v>6.2900282913227619</c:v>
                </c:pt>
                <c:pt idx="1400">
                  <c:v>6.2900282913227619</c:v>
                </c:pt>
                <c:pt idx="1401">
                  <c:v>6.2900282913227619</c:v>
                </c:pt>
                <c:pt idx="1402">
                  <c:v>6.2900282913227619</c:v>
                </c:pt>
                <c:pt idx="1403">
                  <c:v>6.2900282913227619</c:v>
                </c:pt>
                <c:pt idx="1404">
                  <c:v>6.2900282913227619</c:v>
                </c:pt>
                <c:pt idx="1405">
                  <c:v>6.2900282913227619</c:v>
                </c:pt>
                <c:pt idx="1406">
                  <c:v>6.2900282913227619</c:v>
                </c:pt>
                <c:pt idx="1407">
                  <c:v>6.2900282913227619</c:v>
                </c:pt>
                <c:pt idx="1408">
                  <c:v>6.2900282913227619</c:v>
                </c:pt>
                <c:pt idx="1409">
                  <c:v>6.2900282913227619</c:v>
                </c:pt>
                <c:pt idx="1410">
                  <c:v>6.2900282913227619</c:v>
                </c:pt>
                <c:pt idx="1411">
                  <c:v>6.2900282913227619</c:v>
                </c:pt>
                <c:pt idx="1412">
                  <c:v>6.2900282913227619</c:v>
                </c:pt>
                <c:pt idx="1413">
                  <c:v>6.2900282913227619</c:v>
                </c:pt>
                <c:pt idx="1414">
                  <c:v>6.2900282913227619</c:v>
                </c:pt>
                <c:pt idx="1415">
                  <c:v>6.2900282913227619</c:v>
                </c:pt>
                <c:pt idx="1416">
                  <c:v>6.2900282913227619</c:v>
                </c:pt>
                <c:pt idx="1417">
                  <c:v>6.2900282913227619</c:v>
                </c:pt>
                <c:pt idx="1418">
                  <c:v>6.2900282913227619</c:v>
                </c:pt>
                <c:pt idx="1419">
                  <c:v>6.2900282913227619</c:v>
                </c:pt>
                <c:pt idx="1420">
                  <c:v>6.2900282913227619</c:v>
                </c:pt>
                <c:pt idx="1421">
                  <c:v>6.2900282913227619</c:v>
                </c:pt>
                <c:pt idx="1422">
                  <c:v>6.2900282913227619</c:v>
                </c:pt>
                <c:pt idx="1423">
                  <c:v>6.2900282913227619</c:v>
                </c:pt>
                <c:pt idx="1424">
                  <c:v>6.2900282913227619</c:v>
                </c:pt>
                <c:pt idx="1425">
                  <c:v>6.2900282913227619</c:v>
                </c:pt>
                <c:pt idx="1426">
                  <c:v>6.2900282913227619</c:v>
                </c:pt>
                <c:pt idx="1427">
                  <c:v>6.2900282913227619</c:v>
                </c:pt>
                <c:pt idx="1428">
                  <c:v>6.2900282913227619</c:v>
                </c:pt>
                <c:pt idx="1429">
                  <c:v>6.2900282913227619</c:v>
                </c:pt>
                <c:pt idx="1430">
                  <c:v>6.2900282913227619</c:v>
                </c:pt>
                <c:pt idx="1431">
                  <c:v>6.2900282913227619</c:v>
                </c:pt>
                <c:pt idx="1432">
                  <c:v>6.2900282913227619</c:v>
                </c:pt>
                <c:pt idx="1433">
                  <c:v>6.2900282913227619</c:v>
                </c:pt>
                <c:pt idx="1434">
                  <c:v>6.2900282913227619</c:v>
                </c:pt>
                <c:pt idx="1435">
                  <c:v>6.2900282913227619</c:v>
                </c:pt>
                <c:pt idx="1436">
                  <c:v>6.2900282913227619</c:v>
                </c:pt>
                <c:pt idx="1437">
                  <c:v>6.2900282913227619</c:v>
                </c:pt>
                <c:pt idx="1438">
                  <c:v>6.2900282913227619</c:v>
                </c:pt>
                <c:pt idx="1439">
                  <c:v>6.2900282913227619</c:v>
                </c:pt>
                <c:pt idx="1440">
                  <c:v>6.2900282913227619</c:v>
                </c:pt>
                <c:pt idx="1441">
                  <c:v>6.2900282913227619</c:v>
                </c:pt>
                <c:pt idx="1442">
                  <c:v>6.2900282913227619</c:v>
                </c:pt>
                <c:pt idx="1443">
                  <c:v>6.2900282913227619</c:v>
                </c:pt>
                <c:pt idx="1444">
                  <c:v>6.2900282913227619</c:v>
                </c:pt>
                <c:pt idx="1445">
                  <c:v>6.2900282913227619</c:v>
                </c:pt>
                <c:pt idx="1446">
                  <c:v>6.2900282913227619</c:v>
                </c:pt>
                <c:pt idx="1447">
                  <c:v>6.2900282913227619</c:v>
                </c:pt>
                <c:pt idx="1448">
                  <c:v>6.2900282913227619</c:v>
                </c:pt>
                <c:pt idx="1449">
                  <c:v>6.2900282913227619</c:v>
                </c:pt>
                <c:pt idx="1450">
                  <c:v>6.2900282913227619</c:v>
                </c:pt>
                <c:pt idx="1451">
                  <c:v>6.2900282913227619</c:v>
                </c:pt>
                <c:pt idx="1452">
                  <c:v>6.2900282913227619</c:v>
                </c:pt>
                <c:pt idx="1453">
                  <c:v>6.2900282913227619</c:v>
                </c:pt>
                <c:pt idx="1454">
                  <c:v>6.2900282913227619</c:v>
                </c:pt>
                <c:pt idx="1455">
                  <c:v>6.2900282913227619</c:v>
                </c:pt>
                <c:pt idx="1456">
                  <c:v>6.2900282913227619</c:v>
                </c:pt>
                <c:pt idx="1457">
                  <c:v>6.2900282913227619</c:v>
                </c:pt>
                <c:pt idx="1458">
                  <c:v>6.2900282913227619</c:v>
                </c:pt>
                <c:pt idx="1459">
                  <c:v>6.2900282913227619</c:v>
                </c:pt>
                <c:pt idx="1460">
                  <c:v>6.2900282913227619</c:v>
                </c:pt>
                <c:pt idx="1461">
                  <c:v>6.2900282913227619</c:v>
                </c:pt>
                <c:pt idx="1462">
                  <c:v>6.2900282913227619</c:v>
                </c:pt>
                <c:pt idx="1463">
                  <c:v>6.2900282913227619</c:v>
                </c:pt>
                <c:pt idx="1464">
                  <c:v>6.2900282913227619</c:v>
                </c:pt>
                <c:pt idx="1465">
                  <c:v>6.2900282913227619</c:v>
                </c:pt>
                <c:pt idx="1466">
                  <c:v>6.2900282913227619</c:v>
                </c:pt>
                <c:pt idx="1467">
                  <c:v>6.2900282913227619</c:v>
                </c:pt>
                <c:pt idx="1468">
                  <c:v>6.2900282913227619</c:v>
                </c:pt>
                <c:pt idx="1469">
                  <c:v>6.2900282913227619</c:v>
                </c:pt>
                <c:pt idx="1470">
                  <c:v>6.2900282913227619</c:v>
                </c:pt>
                <c:pt idx="1471">
                  <c:v>6.2900282913227619</c:v>
                </c:pt>
                <c:pt idx="1472">
                  <c:v>6.2900282913227619</c:v>
                </c:pt>
                <c:pt idx="1473">
                  <c:v>6.2900282913227619</c:v>
                </c:pt>
                <c:pt idx="1474">
                  <c:v>6.2900282913227619</c:v>
                </c:pt>
                <c:pt idx="1475">
                  <c:v>6.2900282913227619</c:v>
                </c:pt>
                <c:pt idx="1476">
                  <c:v>6.2900282913227619</c:v>
                </c:pt>
                <c:pt idx="1477">
                  <c:v>6.2900282913227619</c:v>
                </c:pt>
                <c:pt idx="1478">
                  <c:v>6.2900282913227619</c:v>
                </c:pt>
                <c:pt idx="1479">
                  <c:v>6.2900282913227619</c:v>
                </c:pt>
                <c:pt idx="1480">
                  <c:v>6.2900282913227619</c:v>
                </c:pt>
                <c:pt idx="1481">
                  <c:v>6.2900282913227619</c:v>
                </c:pt>
                <c:pt idx="1482">
                  <c:v>6.2900282913227619</c:v>
                </c:pt>
                <c:pt idx="1483">
                  <c:v>6.2900282913227619</c:v>
                </c:pt>
                <c:pt idx="1484">
                  <c:v>6.2900282913227619</c:v>
                </c:pt>
                <c:pt idx="1485">
                  <c:v>6.2900282913227619</c:v>
                </c:pt>
                <c:pt idx="1486">
                  <c:v>6.2900282913227619</c:v>
                </c:pt>
                <c:pt idx="1487">
                  <c:v>6.2900282913227619</c:v>
                </c:pt>
                <c:pt idx="1488">
                  <c:v>6.2900282913227619</c:v>
                </c:pt>
                <c:pt idx="1489">
                  <c:v>6.2900282913227619</c:v>
                </c:pt>
                <c:pt idx="1490">
                  <c:v>6.2900282913227619</c:v>
                </c:pt>
                <c:pt idx="1491">
                  <c:v>6.2900282913227619</c:v>
                </c:pt>
                <c:pt idx="1492">
                  <c:v>6.2900282913227619</c:v>
                </c:pt>
                <c:pt idx="1493">
                  <c:v>6.2900282913227619</c:v>
                </c:pt>
                <c:pt idx="1494">
                  <c:v>6.2900282913227619</c:v>
                </c:pt>
                <c:pt idx="1495">
                  <c:v>6.2900282913227619</c:v>
                </c:pt>
                <c:pt idx="1496">
                  <c:v>6.2900282913227619</c:v>
                </c:pt>
                <c:pt idx="1497">
                  <c:v>6.2900282913227619</c:v>
                </c:pt>
                <c:pt idx="1498">
                  <c:v>6.2900282913227619</c:v>
                </c:pt>
                <c:pt idx="1499">
                  <c:v>6.2900282913227619</c:v>
                </c:pt>
                <c:pt idx="1500">
                  <c:v>6.2900282913227619</c:v>
                </c:pt>
                <c:pt idx="1501">
                  <c:v>6.2900282913227619</c:v>
                </c:pt>
                <c:pt idx="1502">
                  <c:v>6.2900282913227619</c:v>
                </c:pt>
                <c:pt idx="1503">
                  <c:v>6.2900282913227619</c:v>
                </c:pt>
                <c:pt idx="1504">
                  <c:v>6.2900282913227619</c:v>
                </c:pt>
                <c:pt idx="1505">
                  <c:v>6.2900282913227619</c:v>
                </c:pt>
                <c:pt idx="1506">
                  <c:v>6.2900282913227619</c:v>
                </c:pt>
                <c:pt idx="1507">
                  <c:v>6.2900282913227619</c:v>
                </c:pt>
                <c:pt idx="1508">
                  <c:v>6.2900282913227619</c:v>
                </c:pt>
                <c:pt idx="1509">
                  <c:v>6.2900282913227619</c:v>
                </c:pt>
                <c:pt idx="1510">
                  <c:v>6.2900282913227619</c:v>
                </c:pt>
                <c:pt idx="1511">
                  <c:v>6.2900282913227619</c:v>
                </c:pt>
                <c:pt idx="1512">
                  <c:v>6.2900282913227619</c:v>
                </c:pt>
                <c:pt idx="1513">
                  <c:v>6.2900282913227619</c:v>
                </c:pt>
                <c:pt idx="1514">
                  <c:v>6.2900282913227619</c:v>
                </c:pt>
                <c:pt idx="1515">
                  <c:v>6.2900282913227619</c:v>
                </c:pt>
                <c:pt idx="1516">
                  <c:v>6.2900282913227619</c:v>
                </c:pt>
                <c:pt idx="1517">
                  <c:v>6.2900282913227619</c:v>
                </c:pt>
                <c:pt idx="1518">
                  <c:v>6.2900282913227619</c:v>
                </c:pt>
                <c:pt idx="1519">
                  <c:v>6.2900282913227619</c:v>
                </c:pt>
                <c:pt idx="1520">
                  <c:v>6.2900282913227619</c:v>
                </c:pt>
                <c:pt idx="1521">
                  <c:v>6.2900282913227619</c:v>
                </c:pt>
                <c:pt idx="1522">
                  <c:v>6.2900282913227619</c:v>
                </c:pt>
                <c:pt idx="1523">
                  <c:v>6.2900282913227619</c:v>
                </c:pt>
                <c:pt idx="1524">
                  <c:v>6.2900282913227619</c:v>
                </c:pt>
                <c:pt idx="1525">
                  <c:v>6.2900282913227619</c:v>
                </c:pt>
                <c:pt idx="1526">
                  <c:v>6.2900282913227619</c:v>
                </c:pt>
                <c:pt idx="1527">
                  <c:v>6.2900282913227619</c:v>
                </c:pt>
                <c:pt idx="1528">
                  <c:v>6.2900282913227619</c:v>
                </c:pt>
                <c:pt idx="1529">
                  <c:v>6.2900282913227619</c:v>
                </c:pt>
                <c:pt idx="1530">
                  <c:v>6.2900282913227619</c:v>
                </c:pt>
                <c:pt idx="1531">
                  <c:v>6.2900282913227619</c:v>
                </c:pt>
                <c:pt idx="1532">
                  <c:v>6.2900282913227619</c:v>
                </c:pt>
                <c:pt idx="1533">
                  <c:v>6.2900282913227619</c:v>
                </c:pt>
                <c:pt idx="1534">
                  <c:v>6.2900282913227619</c:v>
                </c:pt>
                <c:pt idx="1535">
                  <c:v>6.2900282913227619</c:v>
                </c:pt>
                <c:pt idx="1536">
                  <c:v>6.2900282913227619</c:v>
                </c:pt>
                <c:pt idx="1537">
                  <c:v>6.2900282913227619</c:v>
                </c:pt>
                <c:pt idx="1538">
                  <c:v>6.2900282913227619</c:v>
                </c:pt>
                <c:pt idx="1539">
                  <c:v>6.2900282913227619</c:v>
                </c:pt>
                <c:pt idx="1540">
                  <c:v>6.2900282913227619</c:v>
                </c:pt>
                <c:pt idx="1541">
                  <c:v>6.2900282913227619</c:v>
                </c:pt>
                <c:pt idx="1542">
                  <c:v>6.2900282913227619</c:v>
                </c:pt>
                <c:pt idx="1543">
                  <c:v>6.2900282913227619</c:v>
                </c:pt>
                <c:pt idx="1544">
                  <c:v>6.2900282913227619</c:v>
                </c:pt>
                <c:pt idx="1545">
                  <c:v>6.2900282913227619</c:v>
                </c:pt>
                <c:pt idx="1546">
                  <c:v>6.2900282913227619</c:v>
                </c:pt>
                <c:pt idx="1547">
                  <c:v>6.2900282913227619</c:v>
                </c:pt>
                <c:pt idx="1548">
                  <c:v>6.2900282913227619</c:v>
                </c:pt>
                <c:pt idx="1549">
                  <c:v>6.2900282913227619</c:v>
                </c:pt>
                <c:pt idx="1550">
                  <c:v>6.2900282913227619</c:v>
                </c:pt>
                <c:pt idx="1551">
                  <c:v>6.2900282913227619</c:v>
                </c:pt>
                <c:pt idx="1552">
                  <c:v>6.2900282913227619</c:v>
                </c:pt>
                <c:pt idx="1553">
                  <c:v>6.2900282913227619</c:v>
                </c:pt>
                <c:pt idx="1554">
                  <c:v>6.2900282913227619</c:v>
                </c:pt>
                <c:pt idx="1555">
                  <c:v>6.2900282913227619</c:v>
                </c:pt>
                <c:pt idx="1556">
                  <c:v>6.2900282913227619</c:v>
                </c:pt>
                <c:pt idx="1557">
                  <c:v>6.2900282913227619</c:v>
                </c:pt>
                <c:pt idx="1558">
                  <c:v>6.2900282913227619</c:v>
                </c:pt>
                <c:pt idx="1559">
                  <c:v>6.2900282913227619</c:v>
                </c:pt>
                <c:pt idx="1560">
                  <c:v>6.2900282913227619</c:v>
                </c:pt>
                <c:pt idx="1561">
                  <c:v>6.2900282913227619</c:v>
                </c:pt>
                <c:pt idx="1562">
                  <c:v>6.2900282913227619</c:v>
                </c:pt>
                <c:pt idx="1563">
                  <c:v>6.2900282913227619</c:v>
                </c:pt>
                <c:pt idx="1564">
                  <c:v>6.2900282913227619</c:v>
                </c:pt>
                <c:pt idx="1565">
                  <c:v>6.2900282913227619</c:v>
                </c:pt>
                <c:pt idx="1566">
                  <c:v>6.2900282913227619</c:v>
                </c:pt>
                <c:pt idx="1567">
                  <c:v>6.2900282913227619</c:v>
                </c:pt>
                <c:pt idx="1568">
                  <c:v>6.2900282913227619</c:v>
                </c:pt>
                <c:pt idx="1569">
                  <c:v>6.2900282913227619</c:v>
                </c:pt>
                <c:pt idx="1570">
                  <c:v>6.2900282913227619</c:v>
                </c:pt>
                <c:pt idx="1571">
                  <c:v>6.2900282913227619</c:v>
                </c:pt>
                <c:pt idx="1572">
                  <c:v>6.2900282913227619</c:v>
                </c:pt>
                <c:pt idx="1573">
                  <c:v>6.2900282913227619</c:v>
                </c:pt>
                <c:pt idx="1574">
                  <c:v>6.2900282913227619</c:v>
                </c:pt>
                <c:pt idx="1575">
                  <c:v>6.2900282913227619</c:v>
                </c:pt>
                <c:pt idx="1576">
                  <c:v>6.2900282913227619</c:v>
                </c:pt>
                <c:pt idx="1577">
                  <c:v>6.2900282913227619</c:v>
                </c:pt>
                <c:pt idx="1578">
                  <c:v>6.2900282913227619</c:v>
                </c:pt>
                <c:pt idx="1579">
                  <c:v>6.2900282913227619</c:v>
                </c:pt>
                <c:pt idx="1580">
                  <c:v>6.2900282913227619</c:v>
                </c:pt>
                <c:pt idx="1581">
                  <c:v>6.2900282913227619</c:v>
                </c:pt>
                <c:pt idx="1582">
                  <c:v>6.2900282913227619</c:v>
                </c:pt>
                <c:pt idx="1583">
                  <c:v>6.2900282913227619</c:v>
                </c:pt>
                <c:pt idx="1584">
                  <c:v>6.2900282913227619</c:v>
                </c:pt>
                <c:pt idx="1585">
                  <c:v>6.2900282913227619</c:v>
                </c:pt>
                <c:pt idx="1586">
                  <c:v>6.2900282913227619</c:v>
                </c:pt>
                <c:pt idx="1587">
                  <c:v>6.2900282913227619</c:v>
                </c:pt>
                <c:pt idx="1588">
                  <c:v>6.2900282913227619</c:v>
                </c:pt>
                <c:pt idx="1589">
                  <c:v>6.2900282913227619</c:v>
                </c:pt>
                <c:pt idx="1590">
                  <c:v>6.2900282913227619</c:v>
                </c:pt>
                <c:pt idx="1591">
                  <c:v>6.2900282913227619</c:v>
                </c:pt>
                <c:pt idx="1592">
                  <c:v>6.2900282913227619</c:v>
                </c:pt>
                <c:pt idx="1593">
                  <c:v>6.2900282913227619</c:v>
                </c:pt>
                <c:pt idx="1594">
                  <c:v>6.2900282913227619</c:v>
                </c:pt>
                <c:pt idx="1595">
                  <c:v>6.2900282913227619</c:v>
                </c:pt>
                <c:pt idx="1596">
                  <c:v>6.2900282913227619</c:v>
                </c:pt>
                <c:pt idx="1597">
                  <c:v>6.2900282913227619</c:v>
                </c:pt>
                <c:pt idx="1598">
                  <c:v>6.2900282913227619</c:v>
                </c:pt>
                <c:pt idx="1599">
                  <c:v>6.2900282913227619</c:v>
                </c:pt>
                <c:pt idx="1600">
                  <c:v>6.2900282913227619</c:v>
                </c:pt>
                <c:pt idx="1601">
                  <c:v>6.2900282913227619</c:v>
                </c:pt>
                <c:pt idx="1602">
                  <c:v>6.2900282913227619</c:v>
                </c:pt>
                <c:pt idx="1603">
                  <c:v>6.2900282913227619</c:v>
                </c:pt>
                <c:pt idx="1604">
                  <c:v>6.2900282913227619</c:v>
                </c:pt>
                <c:pt idx="1605">
                  <c:v>6.2900282913227619</c:v>
                </c:pt>
                <c:pt idx="1606">
                  <c:v>6.2900282913227619</c:v>
                </c:pt>
                <c:pt idx="1607">
                  <c:v>6.2900282913227619</c:v>
                </c:pt>
                <c:pt idx="1608">
                  <c:v>6.2900282913227619</c:v>
                </c:pt>
                <c:pt idx="1609">
                  <c:v>6.2900282913227619</c:v>
                </c:pt>
                <c:pt idx="1610">
                  <c:v>6.2900282913227619</c:v>
                </c:pt>
                <c:pt idx="1611">
                  <c:v>6.2900282913227619</c:v>
                </c:pt>
                <c:pt idx="1612">
                  <c:v>6.2900282913227619</c:v>
                </c:pt>
                <c:pt idx="1613">
                  <c:v>6.2900282913227619</c:v>
                </c:pt>
                <c:pt idx="1614">
                  <c:v>6.2900282913227619</c:v>
                </c:pt>
                <c:pt idx="1615">
                  <c:v>6.2900282913227619</c:v>
                </c:pt>
                <c:pt idx="1616">
                  <c:v>6.2900282913227619</c:v>
                </c:pt>
                <c:pt idx="1617">
                  <c:v>6.2900282913227619</c:v>
                </c:pt>
                <c:pt idx="1618">
                  <c:v>6.2900282913227619</c:v>
                </c:pt>
                <c:pt idx="1619">
                  <c:v>6.2900282913227619</c:v>
                </c:pt>
                <c:pt idx="1620">
                  <c:v>6.2900282913227619</c:v>
                </c:pt>
                <c:pt idx="1621">
                  <c:v>6.2900282913227619</c:v>
                </c:pt>
                <c:pt idx="1622">
                  <c:v>6.2900282913227619</c:v>
                </c:pt>
                <c:pt idx="1623">
                  <c:v>6.2900282913227619</c:v>
                </c:pt>
                <c:pt idx="1624">
                  <c:v>6.2900282913227619</c:v>
                </c:pt>
                <c:pt idx="1625">
                  <c:v>6.2900282913227619</c:v>
                </c:pt>
                <c:pt idx="1626">
                  <c:v>6.2900282913227619</c:v>
                </c:pt>
                <c:pt idx="1627">
                  <c:v>6.2900282913227619</c:v>
                </c:pt>
                <c:pt idx="1628">
                  <c:v>6.2900282913227619</c:v>
                </c:pt>
                <c:pt idx="1629">
                  <c:v>6.2900282913227619</c:v>
                </c:pt>
                <c:pt idx="1630">
                  <c:v>6.2900282913227619</c:v>
                </c:pt>
                <c:pt idx="1631">
                  <c:v>6.2900282913227619</c:v>
                </c:pt>
                <c:pt idx="1632">
                  <c:v>6.2900282913227619</c:v>
                </c:pt>
                <c:pt idx="1633">
                  <c:v>6.2900282913227619</c:v>
                </c:pt>
                <c:pt idx="1634">
                  <c:v>6.2900282913227619</c:v>
                </c:pt>
                <c:pt idx="1635">
                  <c:v>6.2900282913227619</c:v>
                </c:pt>
                <c:pt idx="1636">
                  <c:v>6.2900282913227619</c:v>
                </c:pt>
                <c:pt idx="1637">
                  <c:v>6.2900282913227619</c:v>
                </c:pt>
                <c:pt idx="1638">
                  <c:v>6.2900282913227619</c:v>
                </c:pt>
                <c:pt idx="1639">
                  <c:v>6.2900282913227619</c:v>
                </c:pt>
                <c:pt idx="1640">
                  <c:v>6.2900282913227619</c:v>
                </c:pt>
                <c:pt idx="1641">
                  <c:v>6.2900282913227619</c:v>
                </c:pt>
                <c:pt idx="1642">
                  <c:v>6.2900282913227619</c:v>
                </c:pt>
                <c:pt idx="1643">
                  <c:v>6.2900282913227619</c:v>
                </c:pt>
                <c:pt idx="1644">
                  <c:v>6.2900282913227619</c:v>
                </c:pt>
                <c:pt idx="1645">
                  <c:v>6.2900282913227619</c:v>
                </c:pt>
                <c:pt idx="1646">
                  <c:v>6.2900282913227619</c:v>
                </c:pt>
                <c:pt idx="1647">
                  <c:v>6.2900282913227619</c:v>
                </c:pt>
                <c:pt idx="1648">
                  <c:v>6.2900282913227619</c:v>
                </c:pt>
                <c:pt idx="1649">
                  <c:v>6.2900282913227619</c:v>
                </c:pt>
                <c:pt idx="1650">
                  <c:v>6.2900282913227619</c:v>
                </c:pt>
                <c:pt idx="1651">
                  <c:v>6.2900282913227619</c:v>
                </c:pt>
                <c:pt idx="1652">
                  <c:v>6.2900282913227619</c:v>
                </c:pt>
                <c:pt idx="1653">
                  <c:v>6.2900282913227619</c:v>
                </c:pt>
                <c:pt idx="1654">
                  <c:v>6.2900282913227619</c:v>
                </c:pt>
                <c:pt idx="1655">
                  <c:v>6.2900282913227619</c:v>
                </c:pt>
                <c:pt idx="1656">
                  <c:v>6.2900282913227619</c:v>
                </c:pt>
                <c:pt idx="1657">
                  <c:v>6.2900282913227619</c:v>
                </c:pt>
                <c:pt idx="1658">
                  <c:v>6.2900282913227619</c:v>
                </c:pt>
                <c:pt idx="1659">
                  <c:v>6.2900282913227619</c:v>
                </c:pt>
                <c:pt idx="1660">
                  <c:v>6.2900282913227619</c:v>
                </c:pt>
                <c:pt idx="1661">
                  <c:v>6.2900282913227619</c:v>
                </c:pt>
                <c:pt idx="1662">
                  <c:v>6.2900282913227619</c:v>
                </c:pt>
                <c:pt idx="1663">
                  <c:v>6.2900282913227619</c:v>
                </c:pt>
                <c:pt idx="1664">
                  <c:v>6.2900282913227619</c:v>
                </c:pt>
                <c:pt idx="1665">
                  <c:v>6.2900282913227619</c:v>
                </c:pt>
                <c:pt idx="1666">
                  <c:v>6.2900282913227619</c:v>
                </c:pt>
                <c:pt idx="1667">
                  <c:v>6.2900282913227619</c:v>
                </c:pt>
                <c:pt idx="1668">
                  <c:v>6.2900282913227619</c:v>
                </c:pt>
                <c:pt idx="1669">
                  <c:v>6.2900282913227619</c:v>
                </c:pt>
                <c:pt idx="1670">
                  <c:v>6.2900282913227619</c:v>
                </c:pt>
                <c:pt idx="1671">
                  <c:v>6.2900282913227619</c:v>
                </c:pt>
                <c:pt idx="1672">
                  <c:v>6.2900282913227619</c:v>
                </c:pt>
                <c:pt idx="1673">
                  <c:v>6.2900282913227619</c:v>
                </c:pt>
                <c:pt idx="1674">
                  <c:v>6.2900282913227619</c:v>
                </c:pt>
                <c:pt idx="1675">
                  <c:v>6.2900282913227619</c:v>
                </c:pt>
                <c:pt idx="1676">
                  <c:v>6.2900282913227619</c:v>
                </c:pt>
                <c:pt idx="1677">
                  <c:v>6.2900282913227619</c:v>
                </c:pt>
                <c:pt idx="1678">
                  <c:v>6.2900282913227619</c:v>
                </c:pt>
                <c:pt idx="1679">
                  <c:v>6.2900282913227619</c:v>
                </c:pt>
                <c:pt idx="1680">
                  <c:v>6.2900282913227619</c:v>
                </c:pt>
                <c:pt idx="1681">
                  <c:v>6.2900282913227619</c:v>
                </c:pt>
                <c:pt idx="1682">
                  <c:v>6.2900282913227619</c:v>
                </c:pt>
                <c:pt idx="1683">
                  <c:v>6.2900282913227619</c:v>
                </c:pt>
                <c:pt idx="1684">
                  <c:v>6.2900282913227619</c:v>
                </c:pt>
                <c:pt idx="1685">
                  <c:v>6.2900282913227619</c:v>
                </c:pt>
                <c:pt idx="1686">
                  <c:v>6.2900282913227619</c:v>
                </c:pt>
                <c:pt idx="1687">
                  <c:v>6.2900282913227619</c:v>
                </c:pt>
                <c:pt idx="1688">
                  <c:v>6.2900282913227619</c:v>
                </c:pt>
                <c:pt idx="1689">
                  <c:v>6.2900282913227619</c:v>
                </c:pt>
                <c:pt idx="1690">
                  <c:v>6.2900282913227619</c:v>
                </c:pt>
                <c:pt idx="1691">
                  <c:v>6.2900282913227619</c:v>
                </c:pt>
                <c:pt idx="1692">
                  <c:v>6.2900282913227619</c:v>
                </c:pt>
                <c:pt idx="1693">
                  <c:v>6.2900282913227619</c:v>
                </c:pt>
                <c:pt idx="1694">
                  <c:v>6.2900282913227619</c:v>
                </c:pt>
                <c:pt idx="1695">
                  <c:v>6.2900282913227619</c:v>
                </c:pt>
                <c:pt idx="1696">
                  <c:v>6.2900282913227619</c:v>
                </c:pt>
                <c:pt idx="1697">
                  <c:v>6.2900282913227619</c:v>
                </c:pt>
                <c:pt idx="1698">
                  <c:v>6.2900282913227619</c:v>
                </c:pt>
                <c:pt idx="1699">
                  <c:v>6.2900282913227619</c:v>
                </c:pt>
                <c:pt idx="1700">
                  <c:v>6.2900282913227619</c:v>
                </c:pt>
                <c:pt idx="1701">
                  <c:v>6.2900282913227619</c:v>
                </c:pt>
                <c:pt idx="1702">
                  <c:v>6.2900282913227619</c:v>
                </c:pt>
                <c:pt idx="1703">
                  <c:v>6.2900282913227619</c:v>
                </c:pt>
                <c:pt idx="1704">
                  <c:v>6.2900282913227619</c:v>
                </c:pt>
                <c:pt idx="1705">
                  <c:v>6.2900282913227619</c:v>
                </c:pt>
                <c:pt idx="1706">
                  <c:v>6.2900282913227619</c:v>
                </c:pt>
                <c:pt idx="1707">
                  <c:v>6.2900282913227619</c:v>
                </c:pt>
                <c:pt idx="1708">
                  <c:v>6.2900282913227619</c:v>
                </c:pt>
                <c:pt idx="1709">
                  <c:v>6.2900282913227619</c:v>
                </c:pt>
                <c:pt idx="1710">
                  <c:v>6.2900282913227619</c:v>
                </c:pt>
                <c:pt idx="1711">
                  <c:v>6.2900282913227619</c:v>
                </c:pt>
                <c:pt idx="1712">
                  <c:v>6.2900282913227619</c:v>
                </c:pt>
                <c:pt idx="1713">
                  <c:v>6.2900282913227619</c:v>
                </c:pt>
                <c:pt idx="1714">
                  <c:v>6.2900282913227619</c:v>
                </c:pt>
                <c:pt idx="1715">
                  <c:v>6.2900282913227619</c:v>
                </c:pt>
                <c:pt idx="1716">
                  <c:v>6.2900282913227619</c:v>
                </c:pt>
                <c:pt idx="1717">
                  <c:v>6.2900282913227619</c:v>
                </c:pt>
                <c:pt idx="1718">
                  <c:v>6.2900282913227619</c:v>
                </c:pt>
                <c:pt idx="1719">
                  <c:v>6.2900282913227619</c:v>
                </c:pt>
                <c:pt idx="1720">
                  <c:v>6.2900282913227619</c:v>
                </c:pt>
                <c:pt idx="1721">
                  <c:v>6.2900282913227619</c:v>
                </c:pt>
                <c:pt idx="1722">
                  <c:v>6.2900282913227619</c:v>
                </c:pt>
                <c:pt idx="1723">
                  <c:v>6.2900282913227619</c:v>
                </c:pt>
                <c:pt idx="1724">
                  <c:v>6.2900282913227619</c:v>
                </c:pt>
                <c:pt idx="1725">
                  <c:v>6.2900282913227619</c:v>
                </c:pt>
                <c:pt idx="1726">
                  <c:v>6.2900282913227619</c:v>
                </c:pt>
                <c:pt idx="1727">
                  <c:v>6.2900282913227619</c:v>
                </c:pt>
                <c:pt idx="1728">
                  <c:v>6.2900282913227619</c:v>
                </c:pt>
                <c:pt idx="1729">
                  <c:v>6.2900282913227619</c:v>
                </c:pt>
                <c:pt idx="1730">
                  <c:v>6.2900282913227619</c:v>
                </c:pt>
                <c:pt idx="1731">
                  <c:v>6.2900282913227619</c:v>
                </c:pt>
                <c:pt idx="1732">
                  <c:v>6.2900282913227619</c:v>
                </c:pt>
                <c:pt idx="1733">
                  <c:v>6.2900282913227619</c:v>
                </c:pt>
                <c:pt idx="1734">
                  <c:v>6.2900282913227619</c:v>
                </c:pt>
                <c:pt idx="1735">
                  <c:v>6.2900282913227619</c:v>
                </c:pt>
                <c:pt idx="1736">
                  <c:v>6.2900282913227619</c:v>
                </c:pt>
                <c:pt idx="1737">
                  <c:v>6.2900282913227619</c:v>
                </c:pt>
                <c:pt idx="1738">
                  <c:v>6.2900282913227619</c:v>
                </c:pt>
                <c:pt idx="1739">
                  <c:v>6.2900282913227619</c:v>
                </c:pt>
                <c:pt idx="1740">
                  <c:v>6.2900282913227619</c:v>
                </c:pt>
                <c:pt idx="1741">
                  <c:v>6.2900282913227619</c:v>
                </c:pt>
                <c:pt idx="1742">
                  <c:v>6.2900282913227619</c:v>
                </c:pt>
                <c:pt idx="1743">
                  <c:v>6.2900282913227619</c:v>
                </c:pt>
                <c:pt idx="1744">
                  <c:v>6.2900282913227619</c:v>
                </c:pt>
                <c:pt idx="1745">
                  <c:v>6.2900282913227619</c:v>
                </c:pt>
                <c:pt idx="1746">
                  <c:v>6.2900282913227619</c:v>
                </c:pt>
                <c:pt idx="1747">
                  <c:v>6.2900282913227619</c:v>
                </c:pt>
                <c:pt idx="1748">
                  <c:v>6.2900282913227619</c:v>
                </c:pt>
                <c:pt idx="1749">
                  <c:v>6.2900282913227619</c:v>
                </c:pt>
                <c:pt idx="1750">
                  <c:v>6.2900282913227619</c:v>
                </c:pt>
                <c:pt idx="1751">
                  <c:v>6.2900282913227619</c:v>
                </c:pt>
                <c:pt idx="1752">
                  <c:v>6.2900282913227619</c:v>
                </c:pt>
                <c:pt idx="1753">
                  <c:v>6.2900282913227619</c:v>
                </c:pt>
                <c:pt idx="1754">
                  <c:v>6.2900282913227619</c:v>
                </c:pt>
                <c:pt idx="1755">
                  <c:v>6.2900282913227619</c:v>
                </c:pt>
                <c:pt idx="1756">
                  <c:v>6.2900282913227619</c:v>
                </c:pt>
                <c:pt idx="1757">
                  <c:v>6.2900282913227619</c:v>
                </c:pt>
                <c:pt idx="1758">
                  <c:v>6.2900282913227619</c:v>
                </c:pt>
                <c:pt idx="1759">
                  <c:v>6.2900282913227619</c:v>
                </c:pt>
                <c:pt idx="1760">
                  <c:v>6.2900282913227619</c:v>
                </c:pt>
                <c:pt idx="1761">
                  <c:v>6.2900282913227619</c:v>
                </c:pt>
                <c:pt idx="1762">
                  <c:v>6.2900282913227619</c:v>
                </c:pt>
                <c:pt idx="1763">
                  <c:v>6.2900282913227619</c:v>
                </c:pt>
                <c:pt idx="1764">
                  <c:v>6.2900282913227619</c:v>
                </c:pt>
                <c:pt idx="1765">
                  <c:v>6.2900282913227619</c:v>
                </c:pt>
                <c:pt idx="1766">
                  <c:v>6.2900282913227619</c:v>
                </c:pt>
                <c:pt idx="1767">
                  <c:v>6.2900282913227619</c:v>
                </c:pt>
                <c:pt idx="1768">
                  <c:v>6.2900282913227619</c:v>
                </c:pt>
                <c:pt idx="1769">
                  <c:v>6.2900282913227619</c:v>
                </c:pt>
                <c:pt idx="1770">
                  <c:v>6.2900282913227619</c:v>
                </c:pt>
                <c:pt idx="1771">
                  <c:v>6.2900282913227619</c:v>
                </c:pt>
                <c:pt idx="1772">
                  <c:v>6.2900282913227619</c:v>
                </c:pt>
                <c:pt idx="1773">
                  <c:v>6.2900282913227619</c:v>
                </c:pt>
                <c:pt idx="1774">
                  <c:v>6.2900282913227619</c:v>
                </c:pt>
                <c:pt idx="1775">
                  <c:v>6.2900282913227619</c:v>
                </c:pt>
                <c:pt idx="1776">
                  <c:v>6.2900282913227619</c:v>
                </c:pt>
                <c:pt idx="1777">
                  <c:v>6.2900282913227619</c:v>
                </c:pt>
                <c:pt idx="1778">
                  <c:v>6.2900282913227619</c:v>
                </c:pt>
                <c:pt idx="1779">
                  <c:v>6.2900282913227619</c:v>
                </c:pt>
                <c:pt idx="1780">
                  <c:v>6.2900282913227619</c:v>
                </c:pt>
                <c:pt idx="1781">
                  <c:v>6.2900282913227619</c:v>
                </c:pt>
                <c:pt idx="1782">
                  <c:v>6.2900282913227619</c:v>
                </c:pt>
                <c:pt idx="1783">
                  <c:v>6.2900282913227619</c:v>
                </c:pt>
                <c:pt idx="1784">
                  <c:v>6.2900282913227619</c:v>
                </c:pt>
                <c:pt idx="1785">
                  <c:v>6.2900282913227619</c:v>
                </c:pt>
                <c:pt idx="1786">
                  <c:v>6.2900282913227619</c:v>
                </c:pt>
                <c:pt idx="1787">
                  <c:v>6.2900282913227619</c:v>
                </c:pt>
                <c:pt idx="1788">
                  <c:v>6.2900282913227619</c:v>
                </c:pt>
                <c:pt idx="1789">
                  <c:v>6.2900282913227619</c:v>
                </c:pt>
                <c:pt idx="1790">
                  <c:v>6.2900282913227619</c:v>
                </c:pt>
                <c:pt idx="1791">
                  <c:v>6.2900282913227619</c:v>
                </c:pt>
                <c:pt idx="1792">
                  <c:v>6.2900282913227619</c:v>
                </c:pt>
                <c:pt idx="1793">
                  <c:v>6.2900282913227619</c:v>
                </c:pt>
                <c:pt idx="1794">
                  <c:v>6.2900282913227619</c:v>
                </c:pt>
                <c:pt idx="1795">
                  <c:v>6.2900282913227619</c:v>
                </c:pt>
                <c:pt idx="1796">
                  <c:v>6.2900282913227619</c:v>
                </c:pt>
                <c:pt idx="1797">
                  <c:v>6.2900282913227619</c:v>
                </c:pt>
                <c:pt idx="1798">
                  <c:v>6.2900282913227619</c:v>
                </c:pt>
                <c:pt idx="1799">
                  <c:v>6.2900282913227619</c:v>
                </c:pt>
                <c:pt idx="1800">
                  <c:v>6.2900282913227619</c:v>
                </c:pt>
                <c:pt idx="1801">
                  <c:v>6.2900282913227619</c:v>
                </c:pt>
                <c:pt idx="1802">
                  <c:v>6.2900282913227619</c:v>
                </c:pt>
                <c:pt idx="1803">
                  <c:v>6.2900282913227619</c:v>
                </c:pt>
                <c:pt idx="1804">
                  <c:v>6.2900282913227619</c:v>
                </c:pt>
                <c:pt idx="1805">
                  <c:v>6.2900282913227619</c:v>
                </c:pt>
                <c:pt idx="1806">
                  <c:v>6.2900282913227619</c:v>
                </c:pt>
                <c:pt idx="1807">
                  <c:v>6.2900282913227619</c:v>
                </c:pt>
                <c:pt idx="1808">
                  <c:v>6.2900282913227619</c:v>
                </c:pt>
                <c:pt idx="1809">
                  <c:v>6.2900282913227619</c:v>
                </c:pt>
                <c:pt idx="1810">
                  <c:v>6.2900282913227619</c:v>
                </c:pt>
                <c:pt idx="1811">
                  <c:v>6.2900282913227619</c:v>
                </c:pt>
                <c:pt idx="1812">
                  <c:v>6.2900282913227619</c:v>
                </c:pt>
                <c:pt idx="1813">
                  <c:v>6.2900282913227619</c:v>
                </c:pt>
                <c:pt idx="1814">
                  <c:v>6.2900282913227619</c:v>
                </c:pt>
                <c:pt idx="1815">
                  <c:v>6.2900282913227619</c:v>
                </c:pt>
                <c:pt idx="1816">
                  <c:v>6.2900282913227619</c:v>
                </c:pt>
                <c:pt idx="1817">
                  <c:v>6.2900282913227619</c:v>
                </c:pt>
                <c:pt idx="1818">
                  <c:v>6.2900282913227619</c:v>
                </c:pt>
                <c:pt idx="1819">
                  <c:v>6.2900282913227619</c:v>
                </c:pt>
                <c:pt idx="1820">
                  <c:v>6.2900282913227619</c:v>
                </c:pt>
                <c:pt idx="1821">
                  <c:v>6.2900282913227619</c:v>
                </c:pt>
                <c:pt idx="1822">
                  <c:v>6.2900282913227619</c:v>
                </c:pt>
                <c:pt idx="1823">
                  <c:v>6.2900282913227619</c:v>
                </c:pt>
                <c:pt idx="1824">
                  <c:v>6.2900282913227619</c:v>
                </c:pt>
                <c:pt idx="1825">
                  <c:v>6.2900282913227619</c:v>
                </c:pt>
                <c:pt idx="1826">
                  <c:v>6.2900282913227619</c:v>
                </c:pt>
                <c:pt idx="1827">
                  <c:v>6.2900282913227619</c:v>
                </c:pt>
                <c:pt idx="1828">
                  <c:v>6.2900282913227619</c:v>
                </c:pt>
                <c:pt idx="1829">
                  <c:v>6.2900282913227619</c:v>
                </c:pt>
                <c:pt idx="1830">
                  <c:v>6.2900282913227619</c:v>
                </c:pt>
                <c:pt idx="1831">
                  <c:v>6.2900282913227619</c:v>
                </c:pt>
                <c:pt idx="1832">
                  <c:v>6.2900282913227619</c:v>
                </c:pt>
                <c:pt idx="1833">
                  <c:v>6.2900282913227619</c:v>
                </c:pt>
                <c:pt idx="1834">
                  <c:v>6.2900282913227619</c:v>
                </c:pt>
                <c:pt idx="1835">
                  <c:v>6.2900282913227619</c:v>
                </c:pt>
                <c:pt idx="1836">
                  <c:v>6.2900282913227619</c:v>
                </c:pt>
                <c:pt idx="1837">
                  <c:v>6.2900282913227619</c:v>
                </c:pt>
                <c:pt idx="1838">
                  <c:v>6.2900282913227619</c:v>
                </c:pt>
                <c:pt idx="1839">
                  <c:v>6.2900282913227619</c:v>
                </c:pt>
                <c:pt idx="1840">
                  <c:v>6.2900282913227619</c:v>
                </c:pt>
                <c:pt idx="1841">
                  <c:v>6.2900282913227619</c:v>
                </c:pt>
                <c:pt idx="1842">
                  <c:v>6.2900282913227619</c:v>
                </c:pt>
                <c:pt idx="1843">
                  <c:v>6.2900282913227619</c:v>
                </c:pt>
                <c:pt idx="1844">
                  <c:v>6.2900282913227619</c:v>
                </c:pt>
                <c:pt idx="1845">
                  <c:v>6.2900282913227619</c:v>
                </c:pt>
                <c:pt idx="1846">
                  <c:v>6.2900282913227619</c:v>
                </c:pt>
                <c:pt idx="1847">
                  <c:v>6.2900282913227619</c:v>
                </c:pt>
                <c:pt idx="1848">
                  <c:v>6.2900282913227619</c:v>
                </c:pt>
                <c:pt idx="1849">
                  <c:v>6.2900282913227619</c:v>
                </c:pt>
                <c:pt idx="1850">
                  <c:v>6.2900282913227619</c:v>
                </c:pt>
                <c:pt idx="1851">
                  <c:v>6.2900282913227619</c:v>
                </c:pt>
                <c:pt idx="1852">
                  <c:v>6.2900282913227619</c:v>
                </c:pt>
                <c:pt idx="1853">
                  <c:v>6.2900282913227619</c:v>
                </c:pt>
                <c:pt idx="1854">
                  <c:v>6.2900282913227619</c:v>
                </c:pt>
                <c:pt idx="1855">
                  <c:v>6.2900282913227619</c:v>
                </c:pt>
                <c:pt idx="1856">
                  <c:v>6.2900282913227619</c:v>
                </c:pt>
                <c:pt idx="1857">
                  <c:v>6.2900282913227619</c:v>
                </c:pt>
                <c:pt idx="1858">
                  <c:v>6.2900282913227619</c:v>
                </c:pt>
                <c:pt idx="1859">
                  <c:v>6.2900282913227619</c:v>
                </c:pt>
                <c:pt idx="1860">
                  <c:v>6.2900282913227619</c:v>
                </c:pt>
                <c:pt idx="1861">
                  <c:v>6.2900282913227619</c:v>
                </c:pt>
                <c:pt idx="1862">
                  <c:v>6.2900282913227619</c:v>
                </c:pt>
                <c:pt idx="1863">
                  <c:v>6.2900282913227619</c:v>
                </c:pt>
                <c:pt idx="1864">
                  <c:v>6.2900282913227619</c:v>
                </c:pt>
                <c:pt idx="1865">
                  <c:v>6.2900282913227619</c:v>
                </c:pt>
                <c:pt idx="1866">
                  <c:v>6.2900282913227619</c:v>
                </c:pt>
                <c:pt idx="1867">
                  <c:v>6.2900282913227619</c:v>
                </c:pt>
                <c:pt idx="1868">
                  <c:v>6.2900282913227619</c:v>
                </c:pt>
                <c:pt idx="1869">
                  <c:v>6.2900282913227619</c:v>
                </c:pt>
                <c:pt idx="1870">
                  <c:v>6.2900282913227619</c:v>
                </c:pt>
                <c:pt idx="1871">
                  <c:v>6.2900282913227619</c:v>
                </c:pt>
                <c:pt idx="1872">
                  <c:v>6.2900282913227619</c:v>
                </c:pt>
                <c:pt idx="1873">
                  <c:v>6.2900282913227619</c:v>
                </c:pt>
                <c:pt idx="1874">
                  <c:v>6.2900282913227619</c:v>
                </c:pt>
                <c:pt idx="1875">
                  <c:v>6.2900282913227619</c:v>
                </c:pt>
                <c:pt idx="1876">
                  <c:v>6.2900282913227619</c:v>
                </c:pt>
                <c:pt idx="1877">
                  <c:v>6.2900282913227619</c:v>
                </c:pt>
                <c:pt idx="1878">
                  <c:v>6.2900282913227619</c:v>
                </c:pt>
                <c:pt idx="1879">
                  <c:v>6.2900282913227619</c:v>
                </c:pt>
                <c:pt idx="1880">
                  <c:v>6.2900282913227619</c:v>
                </c:pt>
                <c:pt idx="1881">
                  <c:v>6.2900282913227619</c:v>
                </c:pt>
                <c:pt idx="1882">
                  <c:v>6.2900282913227619</c:v>
                </c:pt>
                <c:pt idx="1883">
                  <c:v>6.2900282913227619</c:v>
                </c:pt>
                <c:pt idx="1884">
                  <c:v>6.2900282913227619</c:v>
                </c:pt>
                <c:pt idx="1885">
                  <c:v>6.2900282913227619</c:v>
                </c:pt>
                <c:pt idx="1886">
                  <c:v>6.2900282913227619</c:v>
                </c:pt>
                <c:pt idx="1887">
                  <c:v>6.2900282913227619</c:v>
                </c:pt>
                <c:pt idx="1888">
                  <c:v>6.2900282913227619</c:v>
                </c:pt>
                <c:pt idx="1889">
                  <c:v>6.2900282913227619</c:v>
                </c:pt>
                <c:pt idx="1890">
                  <c:v>6.2900282913227619</c:v>
                </c:pt>
                <c:pt idx="1891">
                  <c:v>6.2900282913227619</c:v>
                </c:pt>
                <c:pt idx="1892">
                  <c:v>6.2900282913227619</c:v>
                </c:pt>
                <c:pt idx="1893">
                  <c:v>6.2900282913227619</c:v>
                </c:pt>
                <c:pt idx="1894">
                  <c:v>6.2900282913227619</c:v>
                </c:pt>
                <c:pt idx="1895">
                  <c:v>6.2900282913227619</c:v>
                </c:pt>
                <c:pt idx="1896">
                  <c:v>6.2900282913227619</c:v>
                </c:pt>
                <c:pt idx="1897">
                  <c:v>6.2900282913227619</c:v>
                </c:pt>
                <c:pt idx="1898">
                  <c:v>6.2900282913227619</c:v>
                </c:pt>
                <c:pt idx="1899">
                  <c:v>6.2900282913227619</c:v>
                </c:pt>
                <c:pt idx="1900">
                  <c:v>6.2900282913227619</c:v>
                </c:pt>
                <c:pt idx="1901">
                  <c:v>6.2900282913227619</c:v>
                </c:pt>
                <c:pt idx="1902">
                  <c:v>6.2900282913227619</c:v>
                </c:pt>
                <c:pt idx="1903">
                  <c:v>6.2900282913227619</c:v>
                </c:pt>
                <c:pt idx="1904">
                  <c:v>6.2900282913227619</c:v>
                </c:pt>
                <c:pt idx="1905">
                  <c:v>6.2900282913227619</c:v>
                </c:pt>
                <c:pt idx="1906">
                  <c:v>6.2900282913227619</c:v>
                </c:pt>
                <c:pt idx="1907">
                  <c:v>6.2900282913227619</c:v>
                </c:pt>
                <c:pt idx="1908">
                  <c:v>6.2900282913227619</c:v>
                </c:pt>
                <c:pt idx="1909">
                  <c:v>6.2900282913227619</c:v>
                </c:pt>
                <c:pt idx="1910">
                  <c:v>6.2900282913227619</c:v>
                </c:pt>
                <c:pt idx="1911">
                  <c:v>6.2900282913227619</c:v>
                </c:pt>
                <c:pt idx="1912">
                  <c:v>6.2900282913227619</c:v>
                </c:pt>
                <c:pt idx="1913">
                  <c:v>6.2900282913227619</c:v>
                </c:pt>
                <c:pt idx="1914">
                  <c:v>6.2900282913227619</c:v>
                </c:pt>
                <c:pt idx="1915">
                  <c:v>6.2900282913227619</c:v>
                </c:pt>
                <c:pt idx="1916">
                  <c:v>6.2900282913227619</c:v>
                </c:pt>
                <c:pt idx="1917">
                  <c:v>6.2900282913227619</c:v>
                </c:pt>
                <c:pt idx="1918">
                  <c:v>6.2900282913227619</c:v>
                </c:pt>
                <c:pt idx="1919">
                  <c:v>6.2900282913227619</c:v>
                </c:pt>
                <c:pt idx="1920">
                  <c:v>6.2900282913227619</c:v>
                </c:pt>
                <c:pt idx="1921">
                  <c:v>6.2900282913227619</c:v>
                </c:pt>
                <c:pt idx="1922">
                  <c:v>6.2900282913227619</c:v>
                </c:pt>
                <c:pt idx="1923">
                  <c:v>6.2900282913227619</c:v>
                </c:pt>
                <c:pt idx="1924">
                  <c:v>6.2900282913227619</c:v>
                </c:pt>
                <c:pt idx="1925">
                  <c:v>6.2900282913227619</c:v>
                </c:pt>
                <c:pt idx="1926">
                  <c:v>6.2900282913227619</c:v>
                </c:pt>
                <c:pt idx="1927">
                  <c:v>6.2900282913227619</c:v>
                </c:pt>
                <c:pt idx="1928">
                  <c:v>6.2900282913227619</c:v>
                </c:pt>
                <c:pt idx="1929">
                  <c:v>6.2900282913227619</c:v>
                </c:pt>
                <c:pt idx="1930">
                  <c:v>6.2900282913227619</c:v>
                </c:pt>
                <c:pt idx="1931">
                  <c:v>6.2900282913227619</c:v>
                </c:pt>
                <c:pt idx="1932">
                  <c:v>6.2900282913227619</c:v>
                </c:pt>
                <c:pt idx="1933">
                  <c:v>6.2900282913227619</c:v>
                </c:pt>
                <c:pt idx="1934">
                  <c:v>6.2900282913227619</c:v>
                </c:pt>
                <c:pt idx="1935">
                  <c:v>6.2900282913227619</c:v>
                </c:pt>
                <c:pt idx="1936">
                  <c:v>6.2900282913227619</c:v>
                </c:pt>
                <c:pt idx="1937">
                  <c:v>6.2900282913227619</c:v>
                </c:pt>
                <c:pt idx="1938">
                  <c:v>6.2900282913227619</c:v>
                </c:pt>
                <c:pt idx="1939">
                  <c:v>6.2900282913227619</c:v>
                </c:pt>
                <c:pt idx="1940">
                  <c:v>6.2900282913227619</c:v>
                </c:pt>
                <c:pt idx="1941">
                  <c:v>6.2900282913227619</c:v>
                </c:pt>
                <c:pt idx="1942">
                  <c:v>6.2900282913227619</c:v>
                </c:pt>
                <c:pt idx="1943">
                  <c:v>6.2900282913227619</c:v>
                </c:pt>
                <c:pt idx="1944">
                  <c:v>6.2900282913227619</c:v>
                </c:pt>
                <c:pt idx="1945">
                  <c:v>6.2900282913227619</c:v>
                </c:pt>
                <c:pt idx="1946">
                  <c:v>6.2900282913227619</c:v>
                </c:pt>
                <c:pt idx="1947">
                  <c:v>6.2900282913227619</c:v>
                </c:pt>
                <c:pt idx="1948">
                  <c:v>6.2900282913227619</c:v>
                </c:pt>
                <c:pt idx="1949">
                  <c:v>6.2900282913227619</c:v>
                </c:pt>
                <c:pt idx="1950">
                  <c:v>6.2900282913227619</c:v>
                </c:pt>
                <c:pt idx="1951">
                  <c:v>6.2900282913227619</c:v>
                </c:pt>
                <c:pt idx="1952">
                  <c:v>6.2900282913227619</c:v>
                </c:pt>
                <c:pt idx="1953">
                  <c:v>6.2900282913227619</c:v>
                </c:pt>
                <c:pt idx="1954">
                  <c:v>6.2900282913227619</c:v>
                </c:pt>
                <c:pt idx="1955">
                  <c:v>6.2900282913227619</c:v>
                </c:pt>
                <c:pt idx="1956">
                  <c:v>6.2900282913227619</c:v>
                </c:pt>
                <c:pt idx="1957">
                  <c:v>6.2900282913227619</c:v>
                </c:pt>
                <c:pt idx="1958">
                  <c:v>6.2900282913227619</c:v>
                </c:pt>
                <c:pt idx="1959">
                  <c:v>6.2900282913227619</c:v>
                </c:pt>
                <c:pt idx="1960">
                  <c:v>6.2900282913227619</c:v>
                </c:pt>
                <c:pt idx="1961">
                  <c:v>6.2900282913227619</c:v>
                </c:pt>
                <c:pt idx="1962">
                  <c:v>6.2900282913227619</c:v>
                </c:pt>
                <c:pt idx="1963">
                  <c:v>6.2900282913227619</c:v>
                </c:pt>
                <c:pt idx="1964">
                  <c:v>6.2900282913227619</c:v>
                </c:pt>
                <c:pt idx="1965">
                  <c:v>6.2900282913227619</c:v>
                </c:pt>
                <c:pt idx="1966">
                  <c:v>6.2900282913227619</c:v>
                </c:pt>
                <c:pt idx="1967">
                  <c:v>6.2900282913227619</c:v>
                </c:pt>
                <c:pt idx="1968">
                  <c:v>6.2900282913227619</c:v>
                </c:pt>
                <c:pt idx="1969">
                  <c:v>6.2900282913227619</c:v>
                </c:pt>
                <c:pt idx="1970">
                  <c:v>6.2900282913227619</c:v>
                </c:pt>
                <c:pt idx="1971">
                  <c:v>6.2900282913227619</c:v>
                </c:pt>
                <c:pt idx="1972">
                  <c:v>6.2900282913227619</c:v>
                </c:pt>
                <c:pt idx="1973">
                  <c:v>6.2900282913227619</c:v>
                </c:pt>
                <c:pt idx="1974">
                  <c:v>6.2900282913227619</c:v>
                </c:pt>
                <c:pt idx="1975">
                  <c:v>6.2900282913227619</c:v>
                </c:pt>
                <c:pt idx="1976">
                  <c:v>6.2900282913227619</c:v>
                </c:pt>
                <c:pt idx="1977">
                  <c:v>6.2900282913227619</c:v>
                </c:pt>
                <c:pt idx="1978">
                  <c:v>6.2900282913227619</c:v>
                </c:pt>
                <c:pt idx="1979">
                  <c:v>6.2900282913227619</c:v>
                </c:pt>
                <c:pt idx="1980">
                  <c:v>6.2900282913227619</c:v>
                </c:pt>
                <c:pt idx="1981">
                  <c:v>6.2900282913227619</c:v>
                </c:pt>
                <c:pt idx="1982">
                  <c:v>6.2900282913227619</c:v>
                </c:pt>
                <c:pt idx="1983">
                  <c:v>6.2900282913227619</c:v>
                </c:pt>
                <c:pt idx="1984">
                  <c:v>6.2900282913227619</c:v>
                </c:pt>
                <c:pt idx="1985">
                  <c:v>6.2900282913227619</c:v>
                </c:pt>
                <c:pt idx="1986">
                  <c:v>6.2900282913227619</c:v>
                </c:pt>
                <c:pt idx="1987">
                  <c:v>6.2900282913227619</c:v>
                </c:pt>
                <c:pt idx="1988">
                  <c:v>6.2900282913227619</c:v>
                </c:pt>
                <c:pt idx="1989">
                  <c:v>6.2900282913227619</c:v>
                </c:pt>
                <c:pt idx="1990">
                  <c:v>6.2900282913227619</c:v>
                </c:pt>
                <c:pt idx="1991">
                  <c:v>6.2900282913227619</c:v>
                </c:pt>
                <c:pt idx="1992">
                  <c:v>6.2900282913227619</c:v>
                </c:pt>
                <c:pt idx="1993">
                  <c:v>6.2900282913227619</c:v>
                </c:pt>
                <c:pt idx="1994">
                  <c:v>6.2900282913227619</c:v>
                </c:pt>
                <c:pt idx="1995">
                  <c:v>6.2900282913227619</c:v>
                </c:pt>
                <c:pt idx="1996">
                  <c:v>6.2900282913227619</c:v>
                </c:pt>
                <c:pt idx="1997">
                  <c:v>6.2900282913227619</c:v>
                </c:pt>
                <c:pt idx="1998">
                  <c:v>6.2900282913227619</c:v>
                </c:pt>
                <c:pt idx="1999">
                  <c:v>6.2900282913227619</c:v>
                </c:pt>
                <c:pt idx="2000">
                  <c:v>6.2900282913227619</c:v>
                </c:pt>
                <c:pt idx="2001">
                  <c:v>6.2900282913227619</c:v>
                </c:pt>
                <c:pt idx="2002">
                  <c:v>6.2900282913227619</c:v>
                </c:pt>
                <c:pt idx="2003">
                  <c:v>6.2900282913227619</c:v>
                </c:pt>
                <c:pt idx="2004">
                  <c:v>6.2900282913227619</c:v>
                </c:pt>
                <c:pt idx="2005">
                  <c:v>6.2900282913227619</c:v>
                </c:pt>
                <c:pt idx="2006">
                  <c:v>6.2900282913227619</c:v>
                </c:pt>
                <c:pt idx="2007">
                  <c:v>6.2900282913227619</c:v>
                </c:pt>
                <c:pt idx="2008">
                  <c:v>6.2900282913227619</c:v>
                </c:pt>
                <c:pt idx="2009">
                  <c:v>6.2900282913227619</c:v>
                </c:pt>
                <c:pt idx="2010">
                  <c:v>6.2900282913227619</c:v>
                </c:pt>
                <c:pt idx="2011">
                  <c:v>6.2900282913227619</c:v>
                </c:pt>
                <c:pt idx="2012">
                  <c:v>6.2900282913227619</c:v>
                </c:pt>
                <c:pt idx="2013">
                  <c:v>6.2900282913227619</c:v>
                </c:pt>
                <c:pt idx="2014">
                  <c:v>6.2900282913227619</c:v>
                </c:pt>
                <c:pt idx="2015">
                  <c:v>6.2900282913227619</c:v>
                </c:pt>
                <c:pt idx="2016">
                  <c:v>6.2900282913227619</c:v>
                </c:pt>
                <c:pt idx="2017">
                  <c:v>6.2900282913227619</c:v>
                </c:pt>
                <c:pt idx="2018">
                  <c:v>6.2900282913227619</c:v>
                </c:pt>
                <c:pt idx="2019">
                  <c:v>6.2900282913227619</c:v>
                </c:pt>
                <c:pt idx="2020">
                  <c:v>6.2900282913227619</c:v>
                </c:pt>
                <c:pt idx="2021">
                  <c:v>6.2900282913227619</c:v>
                </c:pt>
                <c:pt idx="2022">
                  <c:v>6.2900282913227619</c:v>
                </c:pt>
                <c:pt idx="2023">
                  <c:v>6.2900282913227619</c:v>
                </c:pt>
                <c:pt idx="2024">
                  <c:v>6.2900282913227619</c:v>
                </c:pt>
                <c:pt idx="2025">
                  <c:v>6.2900282913227619</c:v>
                </c:pt>
                <c:pt idx="2026">
                  <c:v>6.2900282913227619</c:v>
                </c:pt>
                <c:pt idx="2027">
                  <c:v>6.2900282913227619</c:v>
                </c:pt>
                <c:pt idx="2028">
                  <c:v>6.2900282913227619</c:v>
                </c:pt>
                <c:pt idx="2029">
                  <c:v>6.2900282913227619</c:v>
                </c:pt>
                <c:pt idx="2030">
                  <c:v>6.2900282913227619</c:v>
                </c:pt>
                <c:pt idx="2031">
                  <c:v>6.2900282913227619</c:v>
                </c:pt>
                <c:pt idx="2032">
                  <c:v>6.2900282913227619</c:v>
                </c:pt>
                <c:pt idx="2033">
                  <c:v>6.2900282913227619</c:v>
                </c:pt>
                <c:pt idx="2034">
                  <c:v>6.2900282913227619</c:v>
                </c:pt>
                <c:pt idx="2035">
                  <c:v>6.2900282913227619</c:v>
                </c:pt>
                <c:pt idx="2036">
                  <c:v>6.2900282913227619</c:v>
                </c:pt>
                <c:pt idx="2037">
                  <c:v>6.2900282913227619</c:v>
                </c:pt>
                <c:pt idx="2038">
                  <c:v>6.2900282913227619</c:v>
                </c:pt>
                <c:pt idx="2039">
                  <c:v>6.2900282913227619</c:v>
                </c:pt>
                <c:pt idx="2040">
                  <c:v>6.2900282913227619</c:v>
                </c:pt>
                <c:pt idx="2041">
                  <c:v>6.2900282913227619</c:v>
                </c:pt>
                <c:pt idx="2042">
                  <c:v>6.2900282913227619</c:v>
                </c:pt>
                <c:pt idx="2043">
                  <c:v>6.2900282913227619</c:v>
                </c:pt>
                <c:pt idx="2044">
                  <c:v>6.2900282913227619</c:v>
                </c:pt>
                <c:pt idx="2045">
                  <c:v>6.2900282913227619</c:v>
                </c:pt>
                <c:pt idx="2046">
                  <c:v>6.2900282913227619</c:v>
                </c:pt>
                <c:pt idx="2047">
                  <c:v>6.2900282913227619</c:v>
                </c:pt>
                <c:pt idx="2048">
                  <c:v>6.2900282913227619</c:v>
                </c:pt>
                <c:pt idx="2049">
                  <c:v>6.2900282913227619</c:v>
                </c:pt>
                <c:pt idx="2050">
                  <c:v>6.2900282913227619</c:v>
                </c:pt>
                <c:pt idx="2051">
                  <c:v>6.2900282913227619</c:v>
                </c:pt>
                <c:pt idx="2052">
                  <c:v>6.2900282913227619</c:v>
                </c:pt>
                <c:pt idx="2053">
                  <c:v>6.2900282913227619</c:v>
                </c:pt>
                <c:pt idx="2054">
                  <c:v>6.2900282913227619</c:v>
                </c:pt>
                <c:pt idx="2055">
                  <c:v>6.2900282913227619</c:v>
                </c:pt>
                <c:pt idx="2056">
                  <c:v>6.2900282913227619</c:v>
                </c:pt>
                <c:pt idx="2057">
                  <c:v>6.2900282913227619</c:v>
                </c:pt>
                <c:pt idx="2058">
                  <c:v>6.2900282913227619</c:v>
                </c:pt>
                <c:pt idx="2059">
                  <c:v>6.2900282913227619</c:v>
                </c:pt>
                <c:pt idx="2060">
                  <c:v>6.2900282913227619</c:v>
                </c:pt>
                <c:pt idx="2061">
                  <c:v>6.2900282913227619</c:v>
                </c:pt>
                <c:pt idx="2062">
                  <c:v>6.2900282913227619</c:v>
                </c:pt>
                <c:pt idx="2063">
                  <c:v>6.2900282913227619</c:v>
                </c:pt>
                <c:pt idx="2064">
                  <c:v>6.2900282913227619</c:v>
                </c:pt>
                <c:pt idx="2065">
                  <c:v>6.2900282913227619</c:v>
                </c:pt>
                <c:pt idx="2066">
                  <c:v>6.2900282913227619</c:v>
                </c:pt>
                <c:pt idx="2067">
                  <c:v>6.2900282913227619</c:v>
                </c:pt>
                <c:pt idx="2068">
                  <c:v>6.2900282913227619</c:v>
                </c:pt>
                <c:pt idx="2069">
                  <c:v>6.2900282913227619</c:v>
                </c:pt>
                <c:pt idx="2070">
                  <c:v>6.2900282913227619</c:v>
                </c:pt>
                <c:pt idx="2071">
                  <c:v>6.2900282913227619</c:v>
                </c:pt>
                <c:pt idx="2072">
                  <c:v>6.2900282913227619</c:v>
                </c:pt>
                <c:pt idx="2073">
                  <c:v>6.2900282913227619</c:v>
                </c:pt>
                <c:pt idx="2074">
                  <c:v>6.2900282913227619</c:v>
                </c:pt>
                <c:pt idx="2075">
                  <c:v>6.2900282913227619</c:v>
                </c:pt>
                <c:pt idx="2076">
                  <c:v>6.2900282913227619</c:v>
                </c:pt>
                <c:pt idx="2077">
                  <c:v>6.2900282913227619</c:v>
                </c:pt>
                <c:pt idx="2078">
                  <c:v>6.2900282913227619</c:v>
                </c:pt>
                <c:pt idx="2079">
                  <c:v>6.2900282913227619</c:v>
                </c:pt>
                <c:pt idx="2080">
                  <c:v>6.2900282913227619</c:v>
                </c:pt>
                <c:pt idx="2081">
                  <c:v>6.2900282913227619</c:v>
                </c:pt>
                <c:pt idx="2082">
                  <c:v>6.2900282913227619</c:v>
                </c:pt>
                <c:pt idx="2083">
                  <c:v>6.2900282913227619</c:v>
                </c:pt>
                <c:pt idx="2084">
                  <c:v>6.2900282913227619</c:v>
                </c:pt>
                <c:pt idx="2085">
                  <c:v>6.2900282913227619</c:v>
                </c:pt>
                <c:pt idx="2086">
                  <c:v>6.2900282913227619</c:v>
                </c:pt>
                <c:pt idx="2087">
                  <c:v>6.2900282913227619</c:v>
                </c:pt>
                <c:pt idx="2088">
                  <c:v>6.2900282913227619</c:v>
                </c:pt>
                <c:pt idx="2089">
                  <c:v>6.2900282913227619</c:v>
                </c:pt>
                <c:pt idx="2090">
                  <c:v>6.2900282913227619</c:v>
                </c:pt>
                <c:pt idx="2091">
                  <c:v>6.2900282913227619</c:v>
                </c:pt>
                <c:pt idx="2092">
                  <c:v>6.2900282913227619</c:v>
                </c:pt>
                <c:pt idx="2093">
                  <c:v>6.2900282913227619</c:v>
                </c:pt>
                <c:pt idx="2094">
                  <c:v>6.2900282913227619</c:v>
                </c:pt>
                <c:pt idx="2095">
                  <c:v>6.2900282913227619</c:v>
                </c:pt>
                <c:pt idx="2096">
                  <c:v>6.2900282913227619</c:v>
                </c:pt>
                <c:pt idx="2097">
                  <c:v>6.2900282913227619</c:v>
                </c:pt>
                <c:pt idx="2098">
                  <c:v>6.2900282913227619</c:v>
                </c:pt>
                <c:pt idx="2099">
                  <c:v>6.2900282913227619</c:v>
                </c:pt>
                <c:pt idx="2100">
                  <c:v>6.2900282913227619</c:v>
                </c:pt>
                <c:pt idx="2101">
                  <c:v>6.2900282913227619</c:v>
                </c:pt>
                <c:pt idx="2102">
                  <c:v>6.2900282913227619</c:v>
                </c:pt>
                <c:pt idx="2103">
                  <c:v>6.2900282913227619</c:v>
                </c:pt>
                <c:pt idx="2104">
                  <c:v>6.2900282913227619</c:v>
                </c:pt>
                <c:pt idx="2105">
                  <c:v>6.2900282913227619</c:v>
                </c:pt>
                <c:pt idx="2106">
                  <c:v>6.2900282913227619</c:v>
                </c:pt>
                <c:pt idx="2107">
                  <c:v>6.2900282913227619</c:v>
                </c:pt>
                <c:pt idx="2108">
                  <c:v>6.2900282913227619</c:v>
                </c:pt>
                <c:pt idx="2109">
                  <c:v>6.2900282913227619</c:v>
                </c:pt>
                <c:pt idx="2110">
                  <c:v>6.2900282913227619</c:v>
                </c:pt>
                <c:pt idx="2111">
                  <c:v>6.2900282913227619</c:v>
                </c:pt>
                <c:pt idx="2112">
                  <c:v>6.2900282913227619</c:v>
                </c:pt>
                <c:pt idx="2113">
                  <c:v>6.2900282913227619</c:v>
                </c:pt>
                <c:pt idx="2114">
                  <c:v>6.2900282913227619</c:v>
                </c:pt>
                <c:pt idx="2115">
                  <c:v>6.2900282913227619</c:v>
                </c:pt>
                <c:pt idx="2116">
                  <c:v>6.2900282913227619</c:v>
                </c:pt>
                <c:pt idx="2117">
                  <c:v>6.2900282913227619</c:v>
                </c:pt>
                <c:pt idx="2118">
                  <c:v>6.2900282913227619</c:v>
                </c:pt>
                <c:pt idx="2119">
                  <c:v>6.2900282913227619</c:v>
                </c:pt>
                <c:pt idx="2120">
                  <c:v>6.2900282913227619</c:v>
                </c:pt>
                <c:pt idx="2121">
                  <c:v>6.2900282913227619</c:v>
                </c:pt>
                <c:pt idx="2122">
                  <c:v>6.2900282913227619</c:v>
                </c:pt>
                <c:pt idx="2123">
                  <c:v>6.2900282913227619</c:v>
                </c:pt>
                <c:pt idx="2124">
                  <c:v>6.2900282913227619</c:v>
                </c:pt>
                <c:pt idx="2125">
                  <c:v>6.2900282913227619</c:v>
                </c:pt>
                <c:pt idx="2126">
                  <c:v>6.2900282913227619</c:v>
                </c:pt>
                <c:pt idx="2127">
                  <c:v>6.2900282913227619</c:v>
                </c:pt>
                <c:pt idx="2128">
                  <c:v>6.2900282913227619</c:v>
                </c:pt>
                <c:pt idx="2129">
                  <c:v>6.2900282913227619</c:v>
                </c:pt>
                <c:pt idx="2130">
                  <c:v>6.2900282913227619</c:v>
                </c:pt>
                <c:pt idx="2131">
                  <c:v>6.2900282913227619</c:v>
                </c:pt>
                <c:pt idx="2132">
                  <c:v>6.2900282913227619</c:v>
                </c:pt>
                <c:pt idx="2133">
                  <c:v>6.2900282913227619</c:v>
                </c:pt>
                <c:pt idx="2134">
                  <c:v>6.2900282913227619</c:v>
                </c:pt>
                <c:pt idx="2135">
                  <c:v>6.2900282913227619</c:v>
                </c:pt>
                <c:pt idx="2136">
                  <c:v>6.2900282913227619</c:v>
                </c:pt>
                <c:pt idx="2137">
                  <c:v>6.2900282913227619</c:v>
                </c:pt>
                <c:pt idx="2138">
                  <c:v>6.2900282913227619</c:v>
                </c:pt>
                <c:pt idx="2139">
                  <c:v>6.2900282913227619</c:v>
                </c:pt>
                <c:pt idx="2140">
                  <c:v>6.2900282913227619</c:v>
                </c:pt>
                <c:pt idx="2141">
                  <c:v>6.2900282913227619</c:v>
                </c:pt>
                <c:pt idx="2142">
                  <c:v>6.2900282913227619</c:v>
                </c:pt>
                <c:pt idx="2143">
                  <c:v>6.2900282913227619</c:v>
                </c:pt>
                <c:pt idx="2144">
                  <c:v>6.2900282913227619</c:v>
                </c:pt>
                <c:pt idx="2145">
                  <c:v>6.2900282913227619</c:v>
                </c:pt>
                <c:pt idx="2146">
                  <c:v>6.2900282913227619</c:v>
                </c:pt>
                <c:pt idx="2147">
                  <c:v>6.2900282913227619</c:v>
                </c:pt>
                <c:pt idx="2148">
                  <c:v>6.2900282913227619</c:v>
                </c:pt>
                <c:pt idx="2149">
                  <c:v>6.2900282913227619</c:v>
                </c:pt>
                <c:pt idx="2150">
                  <c:v>6.2900282913227619</c:v>
                </c:pt>
                <c:pt idx="2151">
                  <c:v>6.2900282913227619</c:v>
                </c:pt>
                <c:pt idx="2152">
                  <c:v>6.2900282913227619</c:v>
                </c:pt>
                <c:pt idx="2153">
                  <c:v>6.2900282913227619</c:v>
                </c:pt>
                <c:pt idx="2154">
                  <c:v>6.2900282913227619</c:v>
                </c:pt>
                <c:pt idx="2155">
                  <c:v>6.2900282913227619</c:v>
                </c:pt>
                <c:pt idx="2156">
                  <c:v>6.2900282913227619</c:v>
                </c:pt>
                <c:pt idx="2157">
                  <c:v>6.2900282913227619</c:v>
                </c:pt>
                <c:pt idx="2158">
                  <c:v>6.2900282913227619</c:v>
                </c:pt>
                <c:pt idx="2159">
                  <c:v>6.2900282913227619</c:v>
                </c:pt>
                <c:pt idx="2160">
                  <c:v>6.2900282913227619</c:v>
                </c:pt>
                <c:pt idx="2161">
                  <c:v>6.2900282913227619</c:v>
                </c:pt>
                <c:pt idx="2162">
                  <c:v>6.2900282913227619</c:v>
                </c:pt>
                <c:pt idx="2163">
                  <c:v>6.2900282913227619</c:v>
                </c:pt>
                <c:pt idx="2164">
                  <c:v>6.2900282913227619</c:v>
                </c:pt>
                <c:pt idx="2165">
                  <c:v>6.2900282913227619</c:v>
                </c:pt>
                <c:pt idx="2166">
                  <c:v>6.2900282913227619</c:v>
                </c:pt>
                <c:pt idx="2167">
                  <c:v>6.2900282913227619</c:v>
                </c:pt>
                <c:pt idx="2168">
                  <c:v>6.2900282913227619</c:v>
                </c:pt>
                <c:pt idx="2169">
                  <c:v>6.2900282913227619</c:v>
                </c:pt>
                <c:pt idx="2170">
                  <c:v>6.2900282913227619</c:v>
                </c:pt>
                <c:pt idx="2171">
                  <c:v>6.2900282913227619</c:v>
                </c:pt>
                <c:pt idx="2172">
                  <c:v>6.2900282913227619</c:v>
                </c:pt>
                <c:pt idx="2173">
                  <c:v>6.2900282913227619</c:v>
                </c:pt>
                <c:pt idx="2174">
                  <c:v>6.2900282913227619</c:v>
                </c:pt>
                <c:pt idx="2175">
                  <c:v>6.2900282913227619</c:v>
                </c:pt>
                <c:pt idx="2176">
                  <c:v>6.2900282913227619</c:v>
                </c:pt>
                <c:pt idx="2177">
                  <c:v>6.2900282913227619</c:v>
                </c:pt>
                <c:pt idx="2178">
                  <c:v>6.2900282913227619</c:v>
                </c:pt>
                <c:pt idx="2179">
                  <c:v>6.2900282913227619</c:v>
                </c:pt>
                <c:pt idx="2180">
                  <c:v>6.2900282913227619</c:v>
                </c:pt>
                <c:pt idx="2181">
                  <c:v>6.2900282913227619</c:v>
                </c:pt>
                <c:pt idx="2182">
                  <c:v>6.2900282913227619</c:v>
                </c:pt>
                <c:pt idx="2183">
                  <c:v>6.2900282913227619</c:v>
                </c:pt>
                <c:pt idx="2184">
                  <c:v>6.2900282913227619</c:v>
                </c:pt>
                <c:pt idx="2185">
                  <c:v>6.2900282913227619</c:v>
                </c:pt>
                <c:pt idx="2186">
                  <c:v>6.2900282913227619</c:v>
                </c:pt>
                <c:pt idx="2187">
                  <c:v>6.2900282913227619</c:v>
                </c:pt>
                <c:pt idx="2188">
                  <c:v>6.2900282913227619</c:v>
                </c:pt>
                <c:pt idx="2189">
                  <c:v>6.2900282913227619</c:v>
                </c:pt>
                <c:pt idx="2190">
                  <c:v>6.2900282913227619</c:v>
                </c:pt>
                <c:pt idx="2191">
                  <c:v>6.2900282913227619</c:v>
                </c:pt>
                <c:pt idx="2192">
                  <c:v>6.2900282913227619</c:v>
                </c:pt>
                <c:pt idx="2193">
                  <c:v>6.2900282913227619</c:v>
                </c:pt>
                <c:pt idx="2194">
                  <c:v>6.2900282913227619</c:v>
                </c:pt>
                <c:pt idx="2195">
                  <c:v>6.2900282913227619</c:v>
                </c:pt>
                <c:pt idx="2196">
                  <c:v>6.2900282913227619</c:v>
                </c:pt>
                <c:pt idx="2197">
                  <c:v>6.2900282913227619</c:v>
                </c:pt>
                <c:pt idx="2198">
                  <c:v>6.2900282913227619</c:v>
                </c:pt>
                <c:pt idx="2199">
                  <c:v>6.2900282913227619</c:v>
                </c:pt>
                <c:pt idx="2200">
                  <c:v>6.2900282913227619</c:v>
                </c:pt>
                <c:pt idx="2201">
                  <c:v>6.2900282913227619</c:v>
                </c:pt>
                <c:pt idx="2202">
                  <c:v>6.2900282913227619</c:v>
                </c:pt>
                <c:pt idx="2203">
                  <c:v>6.2900282913227619</c:v>
                </c:pt>
                <c:pt idx="2204">
                  <c:v>6.2900282913227619</c:v>
                </c:pt>
                <c:pt idx="2205">
                  <c:v>6.2900282913227619</c:v>
                </c:pt>
                <c:pt idx="2206">
                  <c:v>6.2900282913227619</c:v>
                </c:pt>
                <c:pt idx="2207">
                  <c:v>6.2900282913227619</c:v>
                </c:pt>
                <c:pt idx="2208">
                  <c:v>6.2900282913227619</c:v>
                </c:pt>
                <c:pt idx="2209">
                  <c:v>6.2900282913227619</c:v>
                </c:pt>
                <c:pt idx="2210">
                  <c:v>6.2900282913227619</c:v>
                </c:pt>
                <c:pt idx="2211">
                  <c:v>6.2900282913227619</c:v>
                </c:pt>
                <c:pt idx="2212">
                  <c:v>6.2900282913227619</c:v>
                </c:pt>
                <c:pt idx="2213">
                  <c:v>6.2900282913227619</c:v>
                </c:pt>
                <c:pt idx="2214">
                  <c:v>6.2900282913227619</c:v>
                </c:pt>
                <c:pt idx="2215">
                  <c:v>6.2900282913227619</c:v>
                </c:pt>
                <c:pt idx="2216">
                  <c:v>6.2900282913227619</c:v>
                </c:pt>
                <c:pt idx="2217">
                  <c:v>6.2900282913227619</c:v>
                </c:pt>
                <c:pt idx="2218">
                  <c:v>6.2900282913227619</c:v>
                </c:pt>
                <c:pt idx="2219">
                  <c:v>6.2900282913227619</c:v>
                </c:pt>
                <c:pt idx="2220">
                  <c:v>6.2900282913227619</c:v>
                </c:pt>
                <c:pt idx="2221">
                  <c:v>6.2900282913227619</c:v>
                </c:pt>
                <c:pt idx="2222">
                  <c:v>6.2900282913227619</c:v>
                </c:pt>
                <c:pt idx="2223">
                  <c:v>6.2900282913227619</c:v>
                </c:pt>
                <c:pt idx="2224">
                  <c:v>6.2900282913227619</c:v>
                </c:pt>
                <c:pt idx="2225">
                  <c:v>6.2900282913227619</c:v>
                </c:pt>
                <c:pt idx="2226">
                  <c:v>6.2900282913227619</c:v>
                </c:pt>
                <c:pt idx="2227">
                  <c:v>6.2900282913227619</c:v>
                </c:pt>
                <c:pt idx="2228">
                  <c:v>6.2900282913227619</c:v>
                </c:pt>
                <c:pt idx="2229">
                  <c:v>6.2900282913227619</c:v>
                </c:pt>
                <c:pt idx="2230">
                  <c:v>6.2900282913227619</c:v>
                </c:pt>
                <c:pt idx="2231">
                  <c:v>6.2900282913227619</c:v>
                </c:pt>
                <c:pt idx="2232">
                  <c:v>6.2900282913227619</c:v>
                </c:pt>
                <c:pt idx="2233">
                  <c:v>6.2900282913227619</c:v>
                </c:pt>
                <c:pt idx="2234">
                  <c:v>6.2900282913227619</c:v>
                </c:pt>
                <c:pt idx="2235">
                  <c:v>6.2900282913227619</c:v>
                </c:pt>
                <c:pt idx="2236">
                  <c:v>6.2900282913227619</c:v>
                </c:pt>
                <c:pt idx="2237">
                  <c:v>6.2900282913227619</c:v>
                </c:pt>
                <c:pt idx="2238">
                  <c:v>6.2900282913227619</c:v>
                </c:pt>
                <c:pt idx="2239">
                  <c:v>6.2900282913227619</c:v>
                </c:pt>
                <c:pt idx="2240">
                  <c:v>6.2900282913227619</c:v>
                </c:pt>
                <c:pt idx="2241">
                  <c:v>6.2900282913227619</c:v>
                </c:pt>
                <c:pt idx="2242">
                  <c:v>6.2900282913227619</c:v>
                </c:pt>
                <c:pt idx="2243">
                  <c:v>6.2900282913227619</c:v>
                </c:pt>
                <c:pt idx="2244">
                  <c:v>6.2900282913227619</c:v>
                </c:pt>
                <c:pt idx="2245">
                  <c:v>6.2900282913227619</c:v>
                </c:pt>
                <c:pt idx="2246">
                  <c:v>6.2900282913227619</c:v>
                </c:pt>
                <c:pt idx="2247">
                  <c:v>6.2900282913227619</c:v>
                </c:pt>
                <c:pt idx="2248">
                  <c:v>6.2900282913227619</c:v>
                </c:pt>
                <c:pt idx="2249">
                  <c:v>6.2900282913227619</c:v>
                </c:pt>
                <c:pt idx="2250">
                  <c:v>6.2900282913227619</c:v>
                </c:pt>
                <c:pt idx="2251">
                  <c:v>6.2900282913227619</c:v>
                </c:pt>
                <c:pt idx="2252">
                  <c:v>6.2900282913227619</c:v>
                </c:pt>
                <c:pt idx="2253">
                  <c:v>6.2900282913227619</c:v>
                </c:pt>
                <c:pt idx="2254">
                  <c:v>6.2900282913227619</c:v>
                </c:pt>
                <c:pt idx="2255">
                  <c:v>6.2900282913227619</c:v>
                </c:pt>
                <c:pt idx="2256">
                  <c:v>6.2900282913227619</c:v>
                </c:pt>
                <c:pt idx="2257">
                  <c:v>6.2900282913227619</c:v>
                </c:pt>
                <c:pt idx="2258">
                  <c:v>6.2900282913227619</c:v>
                </c:pt>
                <c:pt idx="2259">
                  <c:v>6.2900282913227619</c:v>
                </c:pt>
                <c:pt idx="2260">
                  <c:v>6.2900282913227619</c:v>
                </c:pt>
                <c:pt idx="2261">
                  <c:v>6.2900282913227619</c:v>
                </c:pt>
                <c:pt idx="2262">
                  <c:v>6.2900282913227619</c:v>
                </c:pt>
                <c:pt idx="2263">
                  <c:v>6.2900282913227619</c:v>
                </c:pt>
                <c:pt idx="2264">
                  <c:v>6.2900282913227619</c:v>
                </c:pt>
                <c:pt idx="2265">
                  <c:v>6.2900282913227619</c:v>
                </c:pt>
                <c:pt idx="2266">
                  <c:v>6.2900282913227619</c:v>
                </c:pt>
                <c:pt idx="2267">
                  <c:v>6.2900282913227619</c:v>
                </c:pt>
                <c:pt idx="2268">
                  <c:v>6.2900282913227619</c:v>
                </c:pt>
                <c:pt idx="2269">
                  <c:v>6.2900282913227619</c:v>
                </c:pt>
                <c:pt idx="2270">
                  <c:v>6.2900282913227619</c:v>
                </c:pt>
                <c:pt idx="2271">
                  <c:v>6.2900282913227619</c:v>
                </c:pt>
                <c:pt idx="2272">
                  <c:v>6.2900282913227619</c:v>
                </c:pt>
                <c:pt idx="2273">
                  <c:v>6.2900282913227619</c:v>
                </c:pt>
                <c:pt idx="2274">
                  <c:v>6.2900282913227619</c:v>
                </c:pt>
                <c:pt idx="2275">
                  <c:v>6.2900282913227619</c:v>
                </c:pt>
                <c:pt idx="2276">
                  <c:v>6.2900282913227619</c:v>
                </c:pt>
                <c:pt idx="2277">
                  <c:v>6.2900282913227619</c:v>
                </c:pt>
                <c:pt idx="2278">
                  <c:v>6.2900282913227619</c:v>
                </c:pt>
                <c:pt idx="2279">
                  <c:v>6.2900282913227619</c:v>
                </c:pt>
                <c:pt idx="2280">
                  <c:v>6.2900282913227619</c:v>
                </c:pt>
                <c:pt idx="2281">
                  <c:v>6.2900282913227619</c:v>
                </c:pt>
                <c:pt idx="2282">
                  <c:v>6.2900282913227619</c:v>
                </c:pt>
                <c:pt idx="2283">
                  <c:v>6.2900282913227619</c:v>
                </c:pt>
                <c:pt idx="2284">
                  <c:v>6.2900282913227619</c:v>
                </c:pt>
                <c:pt idx="2285">
                  <c:v>6.2900282913227619</c:v>
                </c:pt>
                <c:pt idx="2286">
                  <c:v>6.2900282913227619</c:v>
                </c:pt>
                <c:pt idx="2287">
                  <c:v>6.2900282913227619</c:v>
                </c:pt>
                <c:pt idx="2288">
                  <c:v>6.2900282913227619</c:v>
                </c:pt>
                <c:pt idx="2289">
                  <c:v>6.2900282913227619</c:v>
                </c:pt>
                <c:pt idx="2290">
                  <c:v>6.2900282913227619</c:v>
                </c:pt>
                <c:pt idx="2291">
                  <c:v>6.2900282913227619</c:v>
                </c:pt>
                <c:pt idx="2292">
                  <c:v>6.2900282913227619</c:v>
                </c:pt>
                <c:pt idx="2293">
                  <c:v>6.2900282913227619</c:v>
                </c:pt>
                <c:pt idx="2294">
                  <c:v>6.2900282913227619</c:v>
                </c:pt>
                <c:pt idx="2295">
                  <c:v>6.2900282913227619</c:v>
                </c:pt>
                <c:pt idx="2296">
                  <c:v>6.2900282913227619</c:v>
                </c:pt>
                <c:pt idx="2297">
                  <c:v>6.2900282913227619</c:v>
                </c:pt>
                <c:pt idx="2298">
                  <c:v>6.2900282913227619</c:v>
                </c:pt>
                <c:pt idx="2299">
                  <c:v>6.2900282913227619</c:v>
                </c:pt>
                <c:pt idx="2300">
                  <c:v>6.2900282913227619</c:v>
                </c:pt>
                <c:pt idx="2301">
                  <c:v>6.2900282913227619</c:v>
                </c:pt>
                <c:pt idx="2302">
                  <c:v>6.2900282913227619</c:v>
                </c:pt>
                <c:pt idx="2303">
                  <c:v>6.2900282913227619</c:v>
                </c:pt>
                <c:pt idx="2304">
                  <c:v>6.2900282913227619</c:v>
                </c:pt>
                <c:pt idx="2305">
                  <c:v>6.2900282913227619</c:v>
                </c:pt>
                <c:pt idx="2306">
                  <c:v>6.2900282913227619</c:v>
                </c:pt>
                <c:pt idx="2307">
                  <c:v>6.2900282913227619</c:v>
                </c:pt>
                <c:pt idx="2308">
                  <c:v>6.2900282913227619</c:v>
                </c:pt>
                <c:pt idx="2309">
                  <c:v>6.2900282913227619</c:v>
                </c:pt>
                <c:pt idx="2310">
                  <c:v>6.2900282913227619</c:v>
                </c:pt>
                <c:pt idx="2311">
                  <c:v>6.2900282913227619</c:v>
                </c:pt>
                <c:pt idx="2312">
                  <c:v>6.2900282913227619</c:v>
                </c:pt>
                <c:pt idx="2313">
                  <c:v>6.2900282913227619</c:v>
                </c:pt>
                <c:pt idx="2314">
                  <c:v>6.2900282913227619</c:v>
                </c:pt>
                <c:pt idx="2315">
                  <c:v>6.2900282913227619</c:v>
                </c:pt>
                <c:pt idx="2316">
                  <c:v>6.2900282913227619</c:v>
                </c:pt>
                <c:pt idx="2317">
                  <c:v>6.2900282913227619</c:v>
                </c:pt>
                <c:pt idx="2318">
                  <c:v>6.2900282913227619</c:v>
                </c:pt>
                <c:pt idx="2319">
                  <c:v>6.2900282913227619</c:v>
                </c:pt>
                <c:pt idx="2320">
                  <c:v>6.2900282913227619</c:v>
                </c:pt>
                <c:pt idx="2321">
                  <c:v>6.2900282913227619</c:v>
                </c:pt>
                <c:pt idx="2322">
                  <c:v>6.2900282913227619</c:v>
                </c:pt>
                <c:pt idx="2323">
                  <c:v>6.2900282913227619</c:v>
                </c:pt>
                <c:pt idx="2324">
                  <c:v>6.2900282913227619</c:v>
                </c:pt>
                <c:pt idx="2325">
                  <c:v>6.2900282913227619</c:v>
                </c:pt>
                <c:pt idx="2326">
                  <c:v>6.2900282913227619</c:v>
                </c:pt>
                <c:pt idx="2327">
                  <c:v>6.2900282913227619</c:v>
                </c:pt>
                <c:pt idx="2328">
                  <c:v>6.2900282913227619</c:v>
                </c:pt>
                <c:pt idx="2329">
                  <c:v>6.2900282913227619</c:v>
                </c:pt>
                <c:pt idx="2330">
                  <c:v>6.2900282913227619</c:v>
                </c:pt>
                <c:pt idx="2331">
                  <c:v>6.2900282913227619</c:v>
                </c:pt>
                <c:pt idx="2332">
                  <c:v>6.2900282913227619</c:v>
                </c:pt>
                <c:pt idx="2333">
                  <c:v>6.2900282913227619</c:v>
                </c:pt>
                <c:pt idx="2334">
                  <c:v>6.2900282913227619</c:v>
                </c:pt>
                <c:pt idx="2335">
                  <c:v>6.2900282913227619</c:v>
                </c:pt>
                <c:pt idx="2336">
                  <c:v>6.2900282913227619</c:v>
                </c:pt>
                <c:pt idx="2337">
                  <c:v>6.2900282913227619</c:v>
                </c:pt>
                <c:pt idx="2338">
                  <c:v>6.2900282913227619</c:v>
                </c:pt>
                <c:pt idx="2339">
                  <c:v>6.2900282913227619</c:v>
                </c:pt>
                <c:pt idx="2340">
                  <c:v>6.2900282913227619</c:v>
                </c:pt>
                <c:pt idx="2341">
                  <c:v>6.2900282913227619</c:v>
                </c:pt>
                <c:pt idx="2342">
                  <c:v>6.2900282913227619</c:v>
                </c:pt>
                <c:pt idx="2343">
                  <c:v>6.2900282913227619</c:v>
                </c:pt>
                <c:pt idx="2344">
                  <c:v>6.2900282913227619</c:v>
                </c:pt>
                <c:pt idx="2345">
                  <c:v>6.2900282913227619</c:v>
                </c:pt>
                <c:pt idx="2346">
                  <c:v>6.2900282913227619</c:v>
                </c:pt>
                <c:pt idx="2347">
                  <c:v>6.2900282913227619</c:v>
                </c:pt>
                <c:pt idx="2348">
                  <c:v>6.2900282913227619</c:v>
                </c:pt>
                <c:pt idx="2349">
                  <c:v>6.2900282913227619</c:v>
                </c:pt>
                <c:pt idx="2350">
                  <c:v>6.2900282913227619</c:v>
                </c:pt>
                <c:pt idx="2351">
                  <c:v>6.2900282913227619</c:v>
                </c:pt>
                <c:pt idx="2352">
                  <c:v>6.2900282913227619</c:v>
                </c:pt>
                <c:pt idx="2353">
                  <c:v>6.2900282913227619</c:v>
                </c:pt>
                <c:pt idx="2354">
                  <c:v>6.2900282913227619</c:v>
                </c:pt>
                <c:pt idx="2355">
                  <c:v>6.2900282913227619</c:v>
                </c:pt>
                <c:pt idx="2356">
                  <c:v>6.2900282913227619</c:v>
                </c:pt>
                <c:pt idx="2357">
                  <c:v>6.2900282913227619</c:v>
                </c:pt>
                <c:pt idx="2358">
                  <c:v>6.2900282913227619</c:v>
                </c:pt>
                <c:pt idx="2359">
                  <c:v>6.2900282913227619</c:v>
                </c:pt>
                <c:pt idx="2360">
                  <c:v>6.2900282913227619</c:v>
                </c:pt>
                <c:pt idx="2361">
                  <c:v>6.2900282913227619</c:v>
                </c:pt>
                <c:pt idx="2362">
                  <c:v>6.2900282913227619</c:v>
                </c:pt>
                <c:pt idx="2363">
                  <c:v>6.2900282913227619</c:v>
                </c:pt>
                <c:pt idx="2364">
                  <c:v>6.2900282913227619</c:v>
                </c:pt>
                <c:pt idx="2365">
                  <c:v>6.2900282913227619</c:v>
                </c:pt>
                <c:pt idx="2366">
                  <c:v>6.2900282913227619</c:v>
                </c:pt>
                <c:pt idx="2367">
                  <c:v>6.2900282913227619</c:v>
                </c:pt>
                <c:pt idx="2368">
                  <c:v>6.2900282913227619</c:v>
                </c:pt>
                <c:pt idx="2369">
                  <c:v>6.2900282913227619</c:v>
                </c:pt>
                <c:pt idx="2370">
                  <c:v>6.2900282913227619</c:v>
                </c:pt>
                <c:pt idx="2371">
                  <c:v>6.2900282913227619</c:v>
                </c:pt>
                <c:pt idx="2372">
                  <c:v>6.2900282913227619</c:v>
                </c:pt>
                <c:pt idx="2373">
                  <c:v>6.2900282913227619</c:v>
                </c:pt>
                <c:pt idx="2374">
                  <c:v>6.2900282913227619</c:v>
                </c:pt>
                <c:pt idx="2375">
                  <c:v>6.2900282913227619</c:v>
                </c:pt>
                <c:pt idx="2376">
                  <c:v>6.2900282913227619</c:v>
                </c:pt>
                <c:pt idx="2377">
                  <c:v>6.2900282913227619</c:v>
                </c:pt>
                <c:pt idx="2378">
                  <c:v>6.2900282913227619</c:v>
                </c:pt>
                <c:pt idx="2379">
                  <c:v>6.2900282913227619</c:v>
                </c:pt>
                <c:pt idx="2380">
                  <c:v>6.2900282913227619</c:v>
                </c:pt>
                <c:pt idx="2381">
                  <c:v>6.2900282913227619</c:v>
                </c:pt>
                <c:pt idx="2382">
                  <c:v>6.2900282913227619</c:v>
                </c:pt>
                <c:pt idx="2383">
                  <c:v>6.2900282913227619</c:v>
                </c:pt>
                <c:pt idx="2384">
                  <c:v>6.2900282913227619</c:v>
                </c:pt>
                <c:pt idx="2385">
                  <c:v>6.2900282913227619</c:v>
                </c:pt>
                <c:pt idx="2386">
                  <c:v>6.2900282913227619</c:v>
                </c:pt>
                <c:pt idx="2387">
                  <c:v>6.2900282913227619</c:v>
                </c:pt>
                <c:pt idx="2388">
                  <c:v>6.2900282913227619</c:v>
                </c:pt>
                <c:pt idx="2389">
                  <c:v>6.2900282913227619</c:v>
                </c:pt>
                <c:pt idx="2390">
                  <c:v>6.2900282913227619</c:v>
                </c:pt>
                <c:pt idx="2391">
                  <c:v>6.2900282913227619</c:v>
                </c:pt>
                <c:pt idx="2392">
                  <c:v>6.2900282913227619</c:v>
                </c:pt>
                <c:pt idx="2393">
                  <c:v>6.2900282913227619</c:v>
                </c:pt>
                <c:pt idx="2394">
                  <c:v>6.2900282913227619</c:v>
                </c:pt>
                <c:pt idx="2395">
                  <c:v>6.2900282913227619</c:v>
                </c:pt>
                <c:pt idx="2396">
                  <c:v>6.2900282913227619</c:v>
                </c:pt>
                <c:pt idx="2397">
                  <c:v>6.2900282913227619</c:v>
                </c:pt>
                <c:pt idx="2398">
                  <c:v>6.2900282913227619</c:v>
                </c:pt>
                <c:pt idx="2399">
                  <c:v>6.2900282913227619</c:v>
                </c:pt>
                <c:pt idx="2400">
                  <c:v>6.2900282913227619</c:v>
                </c:pt>
                <c:pt idx="2401">
                  <c:v>6.2900282913227619</c:v>
                </c:pt>
                <c:pt idx="2402">
                  <c:v>6.2900282913227619</c:v>
                </c:pt>
                <c:pt idx="2403">
                  <c:v>6.2900282913227619</c:v>
                </c:pt>
                <c:pt idx="2404">
                  <c:v>6.2900282913227619</c:v>
                </c:pt>
                <c:pt idx="2405">
                  <c:v>6.2900282913227619</c:v>
                </c:pt>
                <c:pt idx="2406">
                  <c:v>6.2900282913227619</c:v>
                </c:pt>
                <c:pt idx="2407">
                  <c:v>6.2900282913227619</c:v>
                </c:pt>
                <c:pt idx="2408">
                  <c:v>6.2900282913227619</c:v>
                </c:pt>
                <c:pt idx="2409">
                  <c:v>6.2900282913227619</c:v>
                </c:pt>
                <c:pt idx="2410">
                  <c:v>6.2900282913227619</c:v>
                </c:pt>
                <c:pt idx="2411">
                  <c:v>6.2900282913227619</c:v>
                </c:pt>
                <c:pt idx="2412">
                  <c:v>6.2900282913227619</c:v>
                </c:pt>
                <c:pt idx="2413">
                  <c:v>6.2900282913227619</c:v>
                </c:pt>
                <c:pt idx="2414">
                  <c:v>6.2900282913227619</c:v>
                </c:pt>
                <c:pt idx="2415">
                  <c:v>6.2900282913227619</c:v>
                </c:pt>
                <c:pt idx="2416">
                  <c:v>6.2900282913227619</c:v>
                </c:pt>
                <c:pt idx="2417">
                  <c:v>6.2900282913227619</c:v>
                </c:pt>
                <c:pt idx="2418">
                  <c:v>6.2900282913227619</c:v>
                </c:pt>
                <c:pt idx="2419">
                  <c:v>6.2900282913227619</c:v>
                </c:pt>
                <c:pt idx="2420">
                  <c:v>6.2900282913227619</c:v>
                </c:pt>
                <c:pt idx="2421">
                  <c:v>6.2900282913227619</c:v>
                </c:pt>
                <c:pt idx="2422">
                  <c:v>6.2900282913227619</c:v>
                </c:pt>
                <c:pt idx="2423">
                  <c:v>6.2900282913227619</c:v>
                </c:pt>
                <c:pt idx="2424">
                  <c:v>6.2900282913227619</c:v>
                </c:pt>
                <c:pt idx="2425">
                  <c:v>6.2900282913227619</c:v>
                </c:pt>
                <c:pt idx="2426">
                  <c:v>6.2900282913227619</c:v>
                </c:pt>
                <c:pt idx="2427">
                  <c:v>6.2900282913227619</c:v>
                </c:pt>
                <c:pt idx="2428">
                  <c:v>6.2900282913227619</c:v>
                </c:pt>
                <c:pt idx="2429">
                  <c:v>6.2900282913227619</c:v>
                </c:pt>
                <c:pt idx="2430">
                  <c:v>6.2900282913227619</c:v>
                </c:pt>
                <c:pt idx="2431">
                  <c:v>6.2900282913227619</c:v>
                </c:pt>
                <c:pt idx="2432">
                  <c:v>6.2900282913227619</c:v>
                </c:pt>
                <c:pt idx="2433">
                  <c:v>6.2900282913227619</c:v>
                </c:pt>
                <c:pt idx="2434">
                  <c:v>6.2900282913227619</c:v>
                </c:pt>
                <c:pt idx="2435">
                  <c:v>6.2900282913227619</c:v>
                </c:pt>
                <c:pt idx="2436">
                  <c:v>6.2900282913227619</c:v>
                </c:pt>
                <c:pt idx="2437">
                  <c:v>6.2900282913227619</c:v>
                </c:pt>
                <c:pt idx="2438">
                  <c:v>6.2900282913227619</c:v>
                </c:pt>
                <c:pt idx="2439">
                  <c:v>6.2900282913227619</c:v>
                </c:pt>
                <c:pt idx="2440">
                  <c:v>6.2900282913227619</c:v>
                </c:pt>
                <c:pt idx="2441">
                  <c:v>6.2900282913227619</c:v>
                </c:pt>
                <c:pt idx="2442">
                  <c:v>6.2900282913227619</c:v>
                </c:pt>
                <c:pt idx="2443">
                  <c:v>6.2900282913227619</c:v>
                </c:pt>
                <c:pt idx="2444">
                  <c:v>6.2900282913227619</c:v>
                </c:pt>
                <c:pt idx="2445">
                  <c:v>6.2900282913227619</c:v>
                </c:pt>
                <c:pt idx="2446">
                  <c:v>6.2900282913227619</c:v>
                </c:pt>
                <c:pt idx="2447">
                  <c:v>6.2900282913227619</c:v>
                </c:pt>
                <c:pt idx="2448">
                  <c:v>6.2900282913227619</c:v>
                </c:pt>
                <c:pt idx="2449">
                  <c:v>6.2900282913227619</c:v>
                </c:pt>
                <c:pt idx="2450">
                  <c:v>6.2900282913227619</c:v>
                </c:pt>
                <c:pt idx="2451">
                  <c:v>6.2900282913227619</c:v>
                </c:pt>
                <c:pt idx="2452">
                  <c:v>6.2900282913227619</c:v>
                </c:pt>
                <c:pt idx="2453">
                  <c:v>6.2900282913227619</c:v>
                </c:pt>
                <c:pt idx="2454">
                  <c:v>6.2900282913227619</c:v>
                </c:pt>
                <c:pt idx="2455">
                  <c:v>6.2900282913227619</c:v>
                </c:pt>
                <c:pt idx="2456">
                  <c:v>6.2900282913227619</c:v>
                </c:pt>
                <c:pt idx="2457">
                  <c:v>6.2900282913227619</c:v>
                </c:pt>
                <c:pt idx="2458">
                  <c:v>6.2900282913227619</c:v>
                </c:pt>
                <c:pt idx="2459">
                  <c:v>6.2900282913227619</c:v>
                </c:pt>
                <c:pt idx="2460">
                  <c:v>6.2900282913227619</c:v>
                </c:pt>
                <c:pt idx="2461">
                  <c:v>6.2900282913227619</c:v>
                </c:pt>
                <c:pt idx="2462">
                  <c:v>6.2900282913227619</c:v>
                </c:pt>
                <c:pt idx="2463">
                  <c:v>6.2900282913227619</c:v>
                </c:pt>
                <c:pt idx="2464">
                  <c:v>6.2900282913227619</c:v>
                </c:pt>
                <c:pt idx="2465">
                  <c:v>6.2900282913227619</c:v>
                </c:pt>
                <c:pt idx="2466">
                  <c:v>6.2900282913227619</c:v>
                </c:pt>
                <c:pt idx="2467">
                  <c:v>6.2900282913227619</c:v>
                </c:pt>
                <c:pt idx="2468">
                  <c:v>6.2900282913227619</c:v>
                </c:pt>
                <c:pt idx="2469">
                  <c:v>6.2900282913227619</c:v>
                </c:pt>
                <c:pt idx="2470">
                  <c:v>6.2900282913227619</c:v>
                </c:pt>
                <c:pt idx="2471">
                  <c:v>6.2900282913227619</c:v>
                </c:pt>
                <c:pt idx="2472">
                  <c:v>6.2900282913227619</c:v>
                </c:pt>
                <c:pt idx="2473">
                  <c:v>6.2900282913227619</c:v>
                </c:pt>
                <c:pt idx="2474">
                  <c:v>6.2900282913227619</c:v>
                </c:pt>
                <c:pt idx="2475">
                  <c:v>6.2900282913227619</c:v>
                </c:pt>
                <c:pt idx="2476">
                  <c:v>6.2900282913227619</c:v>
                </c:pt>
                <c:pt idx="2477">
                  <c:v>6.2900282913227619</c:v>
                </c:pt>
                <c:pt idx="2478">
                  <c:v>6.2900282913227619</c:v>
                </c:pt>
                <c:pt idx="2479">
                  <c:v>6.2900282913227619</c:v>
                </c:pt>
                <c:pt idx="2480">
                  <c:v>6.2900282913227619</c:v>
                </c:pt>
                <c:pt idx="2481">
                  <c:v>6.2900282913227619</c:v>
                </c:pt>
                <c:pt idx="2482">
                  <c:v>6.2900282913227619</c:v>
                </c:pt>
                <c:pt idx="2483">
                  <c:v>6.2900282913227619</c:v>
                </c:pt>
                <c:pt idx="2484">
                  <c:v>6.2900282913227619</c:v>
                </c:pt>
                <c:pt idx="2485">
                  <c:v>6.2900282913227619</c:v>
                </c:pt>
                <c:pt idx="2486">
                  <c:v>6.2900282913227619</c:v>
                </c:pt>
                <c:pt idx="2487">
                  <c:v>6.2900282913227619</c:v>
                </c:pt>
                <c:pt idx="2488">
                  <c:v>6.2900282913227619</c:v>
                </c:pt>
                <c:pt idx="2489">
                  <c:v>6.2900282913227619</c:v>
                </c:pt>
                <c:pt idx="2490">
                  <c:v>6.2900282913227619</c:v>
                </c:pt>
                <c:pt idx="2491">
                  <c:v>6.2900282913227619</c:v>
                </c:pt>
                <c:pt idx="2492">
                  <c:v>6.2900282913227619</c:v>
                </c:pt>
                <c:pt idx="2493">
                  <c:v>6.2900282913227619</c:v>
                </c:pt>
                <c:pt idx="2494">
                  <c:v>6.2900282913227619</c:v>
                </c:pt>
                <c:pt idx="2495">
                  <c:v>6.2900282913227619</c:v>
                </c:pt>
                <c:pt idx="2496">
                  <c:v>6.2900282913227619</c:v>
                </c:pt>
                <c:pt idx="2497">
                  <c:v>6.2900282913227619</c:v>
                </c:pt>
                <c:pt idx="2498">
                  <c:v>6.2900282913227619</c:v>
                </c:pt>
                <c:pt idx="2499">
                  <c:v>6.2900282913227619</c:v>
                </c:pt>
                <c:pt idx="2500">
                  <c:v>6.2900282913227619</c:v>
                </c:pt>
                <c:pt idx="2501">
                  <c:v>6.2900282913227619</c:v>
                </c:pt>
                <c:pt idx="2502">
                  <c:v>6.2900282913227619</c:v>
                </c:pt>
                <c:pt idx="2503">
                  <c:v>6.2900282913227619</c:v>
                </c:pt>
                <c:pt idx="2504">
                  <c:v>6.2900282913227619</c:v>
                </c:pt>
                <c:pt idx="2505">
                  <c:v>6.2900282913227619</c:v>
                </c:pt>
                <c:pt idx="2506">
                  <c:v>6.2900282913227619</c:v>
                </c:pt>
                <c:pt idx="2507">
                  <c:v>6.2900282913227619</c:v>
                </c:pt>
                <c:pt idx="2508">
                  <c:v>6.2900282913227619</c:v>
                </c:pt>
                <c:pt idx="2509">
                  <c:v>6.2900282913227619</c:v>
                </c:pt>
                <c:pt idx="2510">
                  <c:v>6.2900282913227619</c:v>
                </c:pt>
                <c:pt idx="2511">
                  <c:v>6.2900282913227619</c:v>
                </c:pt>
                <c:pt idx="2512">
                  <c:v>6.2900282913227619</c:v>
                </c:pt>
                <c:pt idx="2513">
                  <c:v>6.2900282913227619</c:v>
                </c:pt>
                <c:pt idx="2514">
                  <c:v>6.2900282913227619</c:v>
                </c:pt>
                <c:pt idx="2515">
                  <c:v>6.2900282913227619</c:v>
                </c:pt>
                <c:pt idx="2516">
                  <c:v>6.2900282913227619</c:v>
                </c:pt>
                <c:pt idx="2517">
                  <c:v>6.2900282913227619</c:v>
                </c:pt>
                <c:pt idx="2518">
                  <c:v>6.2900282913227619</c:v>
                </c:pt>
                <c:pt idx="2519">
                  <c:v>6.2900282913227619</c:v>
                </c:pt>
                <c:pt idx="2520">
                  <c:v>6.2900282913227619</c:v>
                </c:pt>
                <c:pt idx="2521">
                  <c:v>6.2900282913227619</c:v>
                </c:pt>
                <c:pt idx="2522">
                  <c:v>6.2900282913227619</c:v>
                </c:pt>
                <c:pt idx="2523">
                  <c:v>6.2900282913227619</c:v>
                </c:pt>
                <c:pt idx="2524">
                  <c:v>6.2900282913227619</c:v>
                </c:pt>
                <c:pt idx="2525">
                  <c:v>6.2900282913227619</c:v>
                </c:pt>
                <c:pt idx="2526">
                  <c:v>6.2900282913227619</c:v>
                </c:pt>
                <c:pt idx="2527">
                  <c:v>6.2900282913227619</c:v>
                </c:pt>
                <c:pt idx="2528">
                  <c:v>6.2900282913227619</c:v>
                </c:pt>
                <c:pt idx="2529">
                  <c:v>6.2900282913227619</c:v>
                </c:pt>
                <c:pt idx="2530">
                  <c:v>6.2900282913227619</c:v>
                </c:pt>
                <c:pt idx="2531">
                  <c:v>6.2900282913227619</c:v>
                </c:pt>
                <c:pt idx="2532">
                  <c:v>6.2900282913227619</c:v>
                </c:pt>
                <c:pt idx="2533">
                  <c:v>6.2900282913227619</c:v>
                </c:pt>
                <c:pt idx="2534">
                  <c:v>6.2900282913227619</c:v>
                </c:pt>
                <c:pt idx="2535">
                  <c:v>6.2900282913227619</c:v>
                </c:pt>
                <c:pt idx="2536">
                  <c:v>6.2900282913227619</c:v>
                </c:pt>
                <c:pt idx="2537">
                  <c:v>6.2900282913227619</c:v>
                </c:pt>
                <c:pt idx="2538">
                  <c:v>6.2900282913227619</c:v>
                </c:pt>
                <c:pt idx="2539">
                  <c:v>6.2900282913227619</c:v>
                </c:pt>
                <c:pt idx="2540">
                  <c:v>6.2900282913227619</c:v>
                </c:pt>
                <c:pt idx="2541">
                  <c:v>6.2900282913227619</c:v>
                </c:pt>
                <c:pt idx="2542">
                  <c:v>6.2900282913227619</c:v>
                </c:pt>
                <c:pt idx="2543">
                  <c:v>6.2900282913227619</c:v>
                </c:pt>
                <c:pt idx="2544">
                  <c:v>6.2900282913227619</c:v>
                </c:pt>
                <c:pt idx="2545">
                  <c:v>6.2900282913227619</c:v>
                </c:pt>
                <c:pt idx="2546">
                  <c:v>6.2900282913227619</c:v>
                </c:pt>
                <c:pt idx="2547">
                  <c:v>6.2900282913227619</c:v>
                </c:pt>
                <c:pt idx="2548">
                  <c:v>6.2900282913227619</c:v>
                </c:pt>
                <c:pt idx="2549">
                  <c:v>6.2900282913227619</c:v>
                </c:pt>
                <c:pt idx="2550">
                  <c:v>6.2900282913227619</c:v>
                </c:pt>
                <c:pt idx="2551">
                  <c:v>6.2900282913227619</c:v>
                </c:pt>
                <c:pt idx="2552">
                  <c:v>6.2900282913227619</c:v>
                </c:pt>
                <c:pt idx="2553">
                  <c:v>6.2900282913227619</c:v>
                </c:pt>
                <c:pt idx="2554">
                  <c:v>6.2900282913227619</c:v>
                </c:pt>
                <c:pt idx="2555">
                  <c:v>6.2900282913227619</c:v>
                </c:pt>
                <c:pt idx="2556">
                  <c:v>6.2900282913227619</c:v>
                </c:pt>
                <c:pt idx="2557">
                  <c:v>6.2900282913227619</c:v>
                </c:pt>
                <c:pt idx="2558">
                  <c:v>6.2900282913227619</c:v>
                </c:pt>
                <c:pt idx="2559">
                  <c:v>6.2900282913227619</c:v>
                </c:pt>
                <c:pt idx="2560">
                  <c:v>6.2900282913227619</c:v>
                </c:pt>
                <c:pt idx="2561">
                  <c:v>6.2900282913227619</c:v>
                </c:pt>
                <c:pt idx="2562">
                  <c:v>6.2900282913227619</c:v>
                </c:pt>
                <c:pt idx="2563">
                  <c:v>6.2900282913227619</c:v>
                </c:pt>
                <c:pt idx="2564">
                  <c:v>6.2900282913227619</c:v>
                </c:pt>
                <c:pt idx="2565">
                  <c:v>6.2900282913227619</c:v>
                </c:pt>
                <c:pt idx="2566">
                  <c:v>6.2900282913227619</c:v>
                </c:pt>
                <c:pt idx="2567">
                  <c:v>6.2900282913227619</c:v>
                </c:pt>
                <c:pt idx="2568">
                  <c:v>6.2900282913227619</c:v>
                </c:pt>
                <c:pt idx="2569">
                  <c:v>6.2900282913227619</c:v>
                </c:pt>
                <c:pt idx="2570">
                  <c:v>6.2900282913227619</c:v>
                </c:pt>
                <c:pt idx="2571">
                  <c:v>6.2900282913227619</c:v>
                </c:pt>
                <c:pt idx="2572">
                  <c:v>6.2900282913227619</c:v>
                </c:pt>
                <c:pt idx="2573">
                  <c:v>6.2900282913227619</c:v>
                </c:pt>
                <c:pt idx="2574">
                  <c:v>6.2900282913227619</c:v>
                </c:pt>
                <c:pt idx="2575">
                  <c:v>6.2900282913227619</c:v>
                </c:pt>
                <c:pt idx="2576">
                  <c:v>6.2900282913227619</c:v>
                </c:pt>
                <c:pt idx="2577">
                  <c:v>6.2900282913227619</c:v>
                </c:pt>
                <c:pt idx="2578">
                  <c:v>6.2900282913227619</c:v>
                </c:pt>
                <c:pt idx="2579">
                  <c:v>6.2900282913227619</c:v>
                </c:pt>
                <c:pt idx="2580">
                  <c:v>6.2900282913227619</c:v>
                </c:pt>
                <c:pt idx="2581">
                  <c:v>6.2900282913227619</c:v>
                </c:pt>
                <c:pt idx="2582">
                  <c:v>6.2900282913227619</c:v>
                </c:pt>
                <c:pt idx="2583">
                  <c:v>6.2900282913227619</c:v>
                </c:pt>
                <c:pt idx="2584">
                  <c:v>6.2900282913227619</c:v>
                </c:pt>
                <c:pt idx="2585">
                  <c:v>6.2900282913227619</c:v>
                </c:pt>
                <c:pt idx="2586">
                  <c:v>6.2900282913227619</c:v>
                </c:pt>
                <c:pt idx="2587">
                  <c:v>6.2900282913227619</c:v>
                </c:pt>
                <c:pt idx="2588">
                  <c:v>6.2900282913227619</c:v>
                </c:pt>
                <c:pt idx="2589">
                  <c:v>6.2900282913227619</c:v>
                </c:pt>
                <c:pt idx="2590">
                  <c:v>6.2900282913227619</c:v>
                </c:pt>
                <c:pt idx="2591">
                  <c:v>6.2900282913227619</c:v>
                </c:pt>
                <c:pt idx="2592">
                  <c:v>6.2900282913227619</c:v>
                </c:pt>
                <c:pt idx="2593">
                  <c:v>6.2900282913227619</c:v>
                </c:pt>
                <c:pt idx="2594">
                  <c:v>6.2900282913227619</c:v>
                </c:pt>
                <c:pt idx="2595">
                  <c:v>6.2900282913227619</c:v>
                </c:pt>
                <c:pt idx="2596">
                  <c:v>6.2900282913227619</c:v>
                </c:pt>
                <c:pt idx="2597">
                  <c:v>6.2900282913227619</c:v>
                </c:pt>
                <c:pt idx="2598">
                  <c:v>6.2900282913227619</c:v>
                </c:pt>
                <c:pt idx="2599">
                  <c:v>6.2900282913227619</c:v>
                </c:pt>
                <c:pt idx="2600">
                  <c:v>6.2900282913227619</c:v>
                </c:pt>
                <c:pt idx="2601">
                  <c:v>6.2900282913227619</c:v>
                </c:pt>
                <c:pt idx="2602">
                  <c:v>6.2900282913227619</c:v>
                </c:pt>
                <c:pt idx="2603">
                  <c:v>6.2900282913227619</c:v>
                </c:pt>
                <c:pt idx="2604">
                  <c:v>6.2900282913227619</c:v>
                </c:pt>
                <c:pt idx="2605">
                  <c:v>6.2900282913227619</c:v>
                </c:pt>
                <c:pt idx="2606">
                  <c:v>6.2900282913227619</c:v>
                </c:pt>
                <c:pt idx="2607">
                  <c:v>6.2900282913227619</c:v>
                </c:pt>
                <c:pt idx="2608">
                  <c:v>6.2900282913227619</c:v>
                </c:pt>
                <c:pt idx="2609">
                  <c:v>6.2900282913227619</c:v>
                </c:pt>
                <c:pt idx="2610">
                  <c:v>6.2900282913227619</c:v>
                </c:pt>
                <c:pt idx="2611">
                  <c:v>6.2900282913227619</c:v>
                </c:pt>
                <c:pt idx="2612">
                  <c:v>6.2900282913227619</c:v>
                </c:pt>
                <c:pt idx="2613">
                  <c:v>6.2900282913227619</c:v>
                </c:pt>
                <c:pt idx="2614">
                  <c:v>6.2900282913227619</c:v>
                </c:pt>
                <c:pt idx="2615">
                  <c:v>6.2900282913227619</c:v>
                </c:pt>
                <c:pt idx="2616">
                  <c:v>6.2900282913227619</c:v>
                </c:pt>
                <c:pt idx="2617">
                  <c:v>6.2900282913227619</c:v>
                </c:pt>
                <c:pt idx="2618">
                  <c:v>6.2900282913227619</c:v>
                </c:pt>
                <c:pt idx="2619">
                  <c:v>6.2900282913227619</c:v>
                </c:pt>
                <c:pt idx="2620">
                  <c:v>6.2900282913227619</c:v>
                </c:pt>
                <c:pt idx="2621">
                  <c:v>6.2900282913227619</c:v>
                </c:pt>
                <c:pt idx="2622">
                  <c:v>6.2900282913227619</c:v>
                </c:pt>
                <c:pt idx="2623">
                  <c:v>6.2900282913227619</c:v>
                </c:pt>
                <c:pt idx="2624">
                  <c:v>6.2900282913227619</c:v>
                </c:pt>
                <c:pt idx="2625">
                  <c:v>6.2900282913227619</c:v>
                </c:pt>
                <c:pt idx="2626">
                  <c:v>6.2900282913227619</c:v>
                </c:pt>
                <c:pt idx="2627">
                  <c:v>6.2900282913227619</c:v>
                </c:pt>
                <c:pt idx="2628">
                  <c:v>6.2900282913227619</c:v>
                </c:pt>
                <c:pt idx="2629">
                  <c:v>6.2900282913227619</c:v>
                </c:pt>
                <c:pt idx="2630">
                  <c:v>6.2900282913227619</c:v>
                </c:pt>
                <c:pt idx="2631">
                  <c:v>6.2900282913227619</c:v>
                </c:pt>
                <c:pt idx="2632">
                  <c:v>6.2900282913227619</c:v>
                </c:pt>
                <c:pt idx="2633">
                  <c:v>6.2900282913227619</c:v>
                </c:pt>
                <c:pt idx="2634">
                  <c:v>6.2900282913227619</c:v>
                </c:pt>
                <c:pt idx="2635">
                  <c:v>6.2900282913227619</c:v>
                </c:pt>
                <c:pt idx="2636">
                  <c:v>6.2900282913227619</c:v>
                </c:pt>
                <c:pt idx="2637">
                  <c:v>6.2900282913227619</c:v>
                </c:pt>
                <c:pt idx="2638">
                  <c:v>6.2900282913227619</c:v>
                </c:pt>
                <c:pt idx="2639">
                  <c:v>6.2900282913227619</c:v>
                </c:pt>
                <c:pt idx="2640">
                  <c:v>6.2900282913227619</c:v>
                </c:pt>
                <c:pt idx="2641">
                  <c:v>6.2900282913227619</c:v>
                </c:pt>
                <c:pt idx="2642">
                  <c:v>6.2900282913227619</c:v>
                </c:pt>
                <c:pt idx="2643">
                  <c:v>6.2900282913227619</c:v>
                </c:pt>
                <c:pt idx="2644">
                  <c:v>6.2900282913227619</c:v>
                </c:pt>
                <c:pt idx="2645">
                  <c:v>6.2900282913227619</c:v>
                </c:pt>
                <c:pt idx="2646">
                  <c:v>6.2900282913227619</c:v>
                </c:pt>
                <c:pt idx="2647">
                  <c:v>6.2900282913227619</c:v>
                </c:pt>
                <c:pt idx="2648">
                  <c:v>6.2900282913227619</c:v>
                </c:pt>
                <c:pt idx="2649">
                  <c:v>6.2900282913227619</c:v>
                </c:pt>
                <c:pt idx="2650">
                  <c:v>6.2900282913227619</c:v>
                </c:pt>
                <c:pt idx="2651">
                  <c:v>6.2900282913227619</c:v>
                </c:pt>
                <c:pt idx="2652">
                  <c:v>6.2900282913227619</c:v>
                </c:pt>
                <c:pt idx="2653">
                  <c:v>6.2900282913227619</c:v>
                </c:pt>
                <c:pt idx="2654">
                  <c:v>6.2900282913227619</c:v>
                </c:pt>
                <c:pt idx="2655">
                  <c:v>6.2900282913227619</c:v>
                </c:pt>
                <c:pt idx="2656">
                  <c:v>6.2900282913227619</c:v>
                </c:pt>
                <c:pt idx="2657">
                  <c:v>6.2900282913227619</c:v>
                </c:pt>
                <c:pt idx="2658">
                  <c:v>6.2900282913227619</c:v>
                </c:pt>
                <c:pt idx="2659">
                  <c:v>6.2900282913227619</c:v>
                </c:pt>
                <c:pt idx="2660">
                  <c:v>6.2900282913227619</c:v>
                </c:pt>
                <c:pt idx="2661">
                  <c:v>6.2900282913227619</c:v>
                </c:pt>
                <c:pt idx="2662">
                  <c:v>6.2900282913227619</c:v>
                </c:pt>
                <c:pt idx="2663">
                  <c:v>6.2900282913227619</c:v>
                </c:pt>
                <c:pt idx="2664">
                  <c:v>6.2900282913227619</c:v>
                </c:pt>
                <c:pt idx="2665">
                  <c:v>6.2900282913227619</c:v>
                </c:pt>
                <c:pt idx="2666">
                  <c:v>6.2900282913227619</c:v>
                </c:pt>
                <c:pt idx="2667">
                  <c:v>6.2900282913227619</c:v>
                </c:pt>
                <c:pt idx="2668">
                  <c:v>6.2900282913227619</c:v>
                </c:pt>
                <c:pt idx="2669">
                  <c:v>6.2900282913227619</c:v>
                </c:pt>
                <c:pt idx="2670">
                  <c:v>6.2900282913227619</c:v>
                </c:pt>
                <c:pt idx="2671">
                  <c:v>6.2900282913227619</c:v>
                </c:pt>
                <c:pt idx="2672">
                  <c:v>6.2900282913227619</c:v>
                </c:pt>
                <c:pt idx="2673">
                  <c:v>6.2900282913227619</c:v>
                </c:pt>
                <c:pt idx="2674">
                  <c:v>6.2900282913227619</c:v>
                </c:pt>
                <c:pt idx="2675">
                  <c:v>6.2900282913227619</c:v>
                </c:pt>
                <c:pt idx="2676">
                  <c:v>6.2900282913227619</c:v>
                </c:pt>
                <c:pt idx="2677">
                  <c:v>6.2900282913227619</c:v>
                </c:pt>
                <c:pt idx="2678">
                  <c:v>6.2900282913227619</c:v>
                </c:pt>
                <c:pt idx="2679">
                  <c:v>6.2900282913227619</c:v>
                </c:pt>
                <c:pt idx="2680">
                  <c:v>6.2900282913227619</c:v>
                </c:pt>
                <c:pt idx="2681">
                  <c:v>6.2900282913227619</c:v>
                </c:pt>
                <c:pt idx="2682">
                  <c:v>6.2900282913227619</c:v>
                </c:pt>
                <c:pt idx="2683">
                  <c:v>6.2900282913227619</c:v>
                </c:pt>
                <c:pt idx="2684">
                  <c:v>6.2900282913227619</c:v>
                </c:pt>
                <c:pt idx="2685">
                  <c:v>6.2900282913227619</c:v>
                </c:pt>
                <c:pt idx="2686">
                  <c:v>6.2900282913227619</c:v>
                </c:pt>
                <c:pt idx="2687">
                  <c:v>6.2900282913227619</c:v>
                </c:pt>
                <c:pt idx="2688">
                  <c:v>6.2900282913227619</c:v>
                </c:pt>
                <c:pt idx="2689">
                  <c:v>6.2900282913227619</c:v>
                </c:pt>
                <c:pt idx="2690">
                  <c:v>6.2900282913227619</c:v>
                </c:pt>
                <c:pt idx="2691">
                  <c:v>6.2900282913227619</c:v>
                </c:pt>
                <c:pt idx="2692">
                  <c:v>6.2900282913227619</c:v>
                </c:pt>
                <c:pt idx="2693">
                  <c:v>6.2900282913227619</c:v>
                </c:pt>
                <c:pt idx="2694">
                  <c:v>6.2900282913227619</c:v>
                </c:pt>
                <c:pt idx="2695">
                  <c:v>6.2900282913227619</c:v>
                </c:pt>
                <c:pt idx="2696">
                  <c:v>6.2900282913227619</c:v>
                </c:pt>
                <c:pt idx="2697">
                  <c:v>6.2900282913227619</c:v>
                </c:pt>
                <c:pt idx="2698">
                  <c:v>6.2900282913227619</c:v>
                </c:pt>
                <c:pt idx="2699">
                  <c:v>6.2900282913227619</c:v>
                </c:pt>
                <c:pt idx="2700">
                  <c:v>6.2900282913227619</c:v>
                </c:pt>
                <c:pt idx="2701">
                  <c:v>6.2900282913227619</c:v>
                </c:pt>
                <c:pt idx="2702">
                  <c:v>6.2900282913227619</c:v>
                </c:pt>
                <c:pt idx="2703">
                  <c:v>6.2900282913227619</c:v>
                </c:pt>
                <c:pt idx="2704">
                  <c:v>6.2900282913227619</c:v>
                </c:pt>
                <c:pt idx="2705">
                  <c:v>6.2900282913227619</c:v>
                </c:pt>
                <c:pt idx="2706">
                  <c:v>6.2900282913227619</c:v>
                </c:pt>
                <c:pt idx="2707">
                  <c:v>6.2900282913227619</c:v>
                </c:pt>
                <c:pt idx="2708">
                  <c:v>6.2900282913227619</c:v>
                </c:pt>
                <c:pt idx="2709">
                  <c:v>6.2900282913227619</c:v>
                </c:pt>
                <c:pt idx="2710">
                  <c:v>6.2900282913227619</c:v>
                </c:pt>
                <c:pt idx="2711">
                  <c:v>6.2900282913227619</c:v>
                </c:pt>
                <c:pt idx="2712">
                  <c:v>6.2900282913227619</c:v>
                </c:pt>
                <c:pt idx="2713">
                  <c:v>6.2900282913227619</c:v>
                </c:pt>
                <c:pt idx="2714">
                  <c:v>6.2900282913227619</c:v>
                </c:pt>
                <c:pt idx="2715">
                  <c:v>6.2900282913227619</c:v>
                </c:pt>
                <c:pt idx="2716">
                  <c:v>6.2900282913227619</c:v>
                </c:pt>
                <c:pt idx="2717">
                  <c:v>6.2900282913227619</c:v>
                </c:pt>
                <c:pt idx="2718">
                  <c:v>6.2900282913227619</c:v>
                </c:pt>
                <c:pt idx="2719">
                  <c:v>6.2900282913227619</c:v>
                </c:pt>
                <c:pt idx="2720">
                  <c:v>6.2900282913227619</c:v>
                </c:pt>
                <c:pt idx="2721">
                  <c:v>6.2900282913227619</c:v>
                </c:pt>
                <c:pt idx="2722">
                  <c:v>6.2900282913227619</c:v>
                </c:pt>
                <c:pt idx="2723">
                  <c:v>6.2900282913227619</c:v>
                </c:pt>
                <c:pt idx="2724">
                  <c:v>6.2900282913227619</c:v>
                </c:pt>
                <c:pt idx="2725">
                  <c:v>6.2900282913227619</c:v>
                </c:pt>
                <c:pt idx="2726">
                  <c:v>6.2900282913227619</c:v>
                </c:pt>
                <c:pt idx="2727">
                  <c:v>6.2900282913227619</c:v>
                </c:pt>
                <c:pt idx="2728">
                  <c:v>6.2900282913227619</c:v>
                </c:pt>
                <c:pt idx="2729">
                  <c:v>6.2900282913227619</c:v>
                </c:pt>
                <c:pt idx="2730">
                  <c:v>6.2900282913227619</c:v>
                </c:pt>
                <c:pt idx="2731">
                  <c:v>6.2900282913227619</c:v>
                </c:pt>
                <c:pt idx="2732">
                  <c:v>6.2900282913227619</c:v>
                </c:pt>
                <c:pt idx="2733">
                  <c:v>6.2900282913227619</c:v>
                </c:pt>
                <c:pt idx="2734">
                  <c:v>6.2900282913227619</c:v>
                </c:pt>
                <c:pt idx="2735">
                  <c:v>6.2900282913227619</c:v>
                </c:pt>
                <c:pt idx="2736">
                  <c:v>6.2900282913227619</c:v>
                </c:pt>
                <c:pt idx="2737">
                  <c:v>6.2900282913227619</c:v>
                </c:pt>
                <c:pt idx="2738">
                  <c:v>6.2900282913227619</c:v>
                </c:pt>
                <c:pt idx="2739">
                  <c:v>6.2900282913227619</c:v>
                </c:pt>
                <c:pt idx="2740">
                  <c:v>6.2900282913227619</c:v>
                </c:pt>
                <c:pt idx="2741">
                  <c:v>6.2900282913227619</c:v>
                </c:pt>
                <c:pt idx="2742">
                  <c:v>6.2900282913227619</c:v>
                </c:pt>
                <c:pt idx="2743">
                  <c:v>6.2900282913227619</c:v>
                </c:pt>
                <c:pt idx="2744">
                  <c:v>6.2900282913227619</c:v>
                </c:pt>
                <c:pt idx="2745">
                  <c:v>6.2900282913227619</c:v>
                </c:pt>
                <c:pt idx="2746">
                  <c:v>6.2900282913227619</c:v>
                </c:pt>
                <c:pt idx="2747">
                  <c:v>6.2900282913227619</c:v>
                </c:pt>
                <c:pt idx="2748">
                  <c:v>6.2900282913227619</c:v>
                </c:pt>
                <c:pt idx="2749">
                  <c:v>6.2900282913227619</c:v>
                </c:pt>
                <c:pt idx="2750">
                  <c:v>6.2900282913227619</c:v>
                </c:pt>
                <c:pt idx="2751">
                  <c:v>6.2900282913227619</c:v>
                </c:pt>
                <c:pt idx="2752">
                  <c:v>6.2900282913227619</c:v>
                </c:pt>
                <c:pt idx="2753">
                  <c:v>6.2900282913227619</c:v>
                </c:pt>
                <c:pt idx="2754">
                  <c:v>6.2900282913227619</c:v>
                </c:pt>
                <c:pt idx="2755">
                  <c:v>6.2900282913227619</c:v>
                </c:pt>
                <c:pt idx="2756">
                  <c:v>6.2900282913227619</c:v>
                </c:pt>
                <c:pt idx="2757">
                  <c:v>6.2900282913227619</c:v>
                </c:pt>
                <c:pt idx="2758">
                  <c:v>6.2900282913227619</c:v>
                </c:pt>
                <c:pt idx="2759">
                  <c:v>6.2900282913227619</c:v>
                </c:pt>
                <c:pt idx="2760">
                  <c:v>6.2900282913227619</c:v>
                </c:pt>
                <c:pt idx="2761">
                  <c:v>6.2900282913227619</c:v>
                </c:pt>
                <c:pt idx="2762">
                  <c:v>6.2900282913227619</c:v>
                </c:pt>
                <c:pt idx="2763">
                  <c:v>6.2900282913227619</c:v>
                </c:pt>
                <c:pt idx="2764">
                  <c:v>6.2900282913227619</c:v>
                </c:pt>
                <c:pt idx="2765">
                  <c:v>6.2900282913227619</c:v>
                </c:pt>
                <c:pt idx="2766">
                  <c:v>6.2900282913227619</c:v>
                </c:pt>
                <c:pt idx="2767">
                  <c:v>6.2900282913227619</c:v>
                </c:pt>
                <c:pt idx="2768">
                  <c:v>6.2900282913227619</c:v>
                </c:pt>
                <c:pt idx="2769">
                  <c:v>6.2900282913227619</c:v>
                </c:pt>
                <c:pt idx="2770">
                  <c:v>6.2900282913227619</c:v>
                </c:pt>
                <c:pt idx="2771">
                  <c:v>6.2900282913227619</c:v>
                </c:pt>
                <c:pt idx="2772">
                  <c:v>6.2900282913227619</c:v>
                </c:pt>
                <c:pt idx="2773">
                  <c:v>6.2900282913227619</c:v>
                </c:pt>
                <c:pt idx="2774">
                  <c:v>6.2900282913227619</c:v>
                </c:pt>
                <c:pt idx="2775">
                  <c:v>6.2900282913227619</c:v>
                </c:pt>
                <c:pt idx="2776">
                  <c:v>6.2900282913227619</c:v>
                </c:pt>
                <c:pt idx="2777">
                  <c:v>6.2900282913227619</c:v>
                </c:pt>
                <c:pt idx="2778">
                  <c:v>6.2900282913227619</c:v>
                </c:pt>
                <c:pt idx="2779">
                  <c:v>6.2900282913227619</c:v>
                </c:pt>
                <c:pt idx="2780">
                  <c:v>6.2900282913227619</c:v>
                </c:pt>
                <c:pt idx="2781">
                  <c:v>6.2900282913227619</c:v>
                </c:pt>
                <c:pt idx="2782">
                  <c:v>6.2900282913227619</c:v>
                </c:pt>
                <c:pt idx="2783">
                  <c:v>6.2900282913227619</c:v>
                </c:pt>
                <c:pt idx="2784">
                  <c:v>6.2900282913227619</c:v>
                </c:pt>
                <c:pt idx="2785">
                  <c:v>6.2900282913227619</c:v>
                </c:pt>
                <c:pt idx="2786">
                  <c:v>6.2900282913227619</c:v>
                </c:pt>
                <c:pt idx="2787">
                  <c:v>6.2900282913227619</c:v>
                </c:pt>
                <c:pt idx="2788">
                  <c:v>6.2900282913227619</c:v>
                </c:pt>
                <c:pt idx="2789">
                  <c:v>6.2900282913227619</c:v>
                </c:pt>
                <c:pt idx="2790">
                  <c:v>6.2900282913227619</c:v>
                </c:pt>
                <c:pt idx="2791">
                  <c:v>6.2900282913227619</c:v>
                </c:pt>
                <c:pt idx="2792">
                  <c:v>6.2900282913227619</c:v>
                </c:pt>
                <c:pt idx="2793">
                  <c:v>6.2900282913227619</c:v>
                </c:pt>
                <c:pt idx="2794">
                  <c:v>6.2900282913227619</c:v>
                </c:pt>
                <c:pt idx="2795">
                  <c:v>6.2900282913227619</c:v>
                </c:pt>
                <c:pt idx="2796">
                  <c:v>6.2900282913227619</c:v>
                </c:pt>
                <c:pt idx="2797">
                  <c:v>6.2900282913227619</c:v>
                </c:pt>
                <c:pt idx="2798">
                  <c:v>6.2900282913227619</c:v>
                </c:pt>
                <c:pt idx="2799">
                  <c:v>6.2900282913227619</c:v>
                </c:pt>
                <c:pt idx="2800">
                  <c:v>6.2900282913227619</c:v>
                </c:pt>
                <c:pt idx="2801">
                  <c:v>6.2900282913227619</c:v>
                </c:pt>
                <c:pt idx="2802">
                  <c:v>6.2900282913227619</c:v>
                </c:pt>
                <c:pt idx="2803">
                  <c:v>6.2900282913227619</c:v>
                </c:pt>
                <c:pt idx="2804">
                  <c:v>6.2900282913227619</c:v>
                </c:pt>
                <c:pt idx="2805">
                  <c:v>6.2900282913227619</c:v>
                </c:pt>
                <c:pt idx="2806">
                  <c:v>6.2900282913227619</c:v>
                </c:pt>
                <c:pt idx="2807">
                  <c:v>6.2900282913227619</c:v>
                </c:pt>
                <c:pt idx="2808">
                  <c:v>6.2900282913227619</c:v>
                </c:pt>
                <c:pt idx="2809">
                  <c:v>6.2900282913227619</c:v>
                </c:pt>
                <c:pt idx="2810">
                  <c:v>6.2900282913227619</c:v>
                </c:pt>
                <c:pt idx="2811">
                  <c:v>6.2900282913227619</c:v>
                </c:pt>
                <c:pt idx="2812">
                  <c:v>6.2900282913227619</c:v>
                </c:pt>
                <c:pt idx="2813">
                  <c:v>6.2900282913227619</c:v>
                </c:pt>
                <c:pt idx="2814">
                  <c:v>6.2900282913227619</c:v>
                </c:pt>
                <c:pt idx="2815">
                  <c:v>6.2900282913227619</c:v>
                </c:pt>
                <c:pt idx="2816">
                  <c:v>6.2900282913227619</c:v>
                </c:pt>
                <c:pt idx="2817">
                  <c:v>6.2900282913227619</c:v>
                </c:pt>
                <c:pt idx="2818">
                  <c:v>6.2900282913227619</c:v>
                </c:pt>
                <c:pt idx="2819">
                  <c:v>6.2900282913227619</c:v>
                </c:pt>
                <c:pt idx="2820">
                  <c:v>6.2900282913227619</c:v>
                </c:pt>
                <c:pt idx="2821">
                  <c:v>6.2900282913227619</c:v>
                </c:pt>
                <c:pt idx="2822">
                  <c:v>6.2900282913227619</c:v>
                </c:pt>
                <c:pt idx="2823">
                  <c:v>6.2900282913227619</c:v>
                </c:pt>
                <c:pt idx="2824">
                  <c:v>6.2900282913227619</c:v>
                </c:pt>
                <c:pt idx="2825">
                  <c:v>6.2900282913227619</c:v>
                </c:pt>
                <c:pt idx="2826">
                  <c:v>6.2900282913227619</c:v>
                </c:pt>
                <c:pt idx="2827">
                  <c:v>6.2900282913227619</c:v>
                </c:pt>
                <c:pt idx="2828">
                  <c:v>6.2900282913227619</c:v>
                </c:pt>
                <c:pt idx="2829">
                  <c:v>6.2900282913227619</c:v>
                </c:pt>
                <c:pt idx="2830">
                  <c:v>6.2900282913227619</c:v>
                </c:pt>
                <c:pt idx="2831">
                  <c:v>6.2900282913227619</c:v>
                </c:pt>
                <c:pt idx="2832">
                  <c:v>6.2900282913227619</c:v>
                </c:pt>
                <c:pt idx="2833">
                  <c:v>6.2900282913227619</c:v>
                </c:pt>
                <c:pt idx="2834">
                  <c:v>6.2900282913227619</c:v>
                </c:pt>
                <c:pt idx="2835">
                  <c:v>6.2900282913227619</c:v>
                </c:pt>
                <c:pt idx="2836">
                  <c:v>6.2900282913227619</c:v>
                </c:pt>
                <c:pt idx="2837">
                  <c:v>6.2900282913227619</c:v>
                </c:pt>
                <c:pt idx="2838">
                  <c:v>6.2900282913227619</c:v>
                </c:pt>
                <c:pt idx="2839">
                  <c:v>6.2900282913227619</c:v>
                </c:pt>
                <c:pt idx="2840">
                  <c:v>6.2900282913227619</c:v>
                </c:pt>
                <c:pt idx="2841">
                  <c:v>6.2900282913227619</c:v>
                </c:pt>
                <c:pt idx="2842">
                  <c:v>6.2900282913227619</c:v>
                </c:pt>
                <c:pt idx="2843">
                  <c:v>6.2900282913227619</c:v>
                </c:pt>
                <c:pt idx="2844">
                  <c:v>6.2900282913227619</c:v>
                </c:pt>
                <c:pt idx="2845">
                  <c:v>6.2900282913227619</c:v>
                </c:pt>
                <c:pt idx="2846">
                  <c:v>6.2900282913227619</c:v>
                </c:pt>
                <c:pt idx="2847">
                  <c:v>6.2900282913227619</c:v>
                </c:pt>
                <c:pt idx="2848">
                  <c:v>6.2900282913227619</c:v>
                </c:pt>
                <c:pt idx="2849">
                  <c:v>6.2900282913227619</c:v>
                </c:pt>
                <c:pt idx="2850">
                  <c:v>6.2900282913227619</c:v>
                </c:pt>
                <c:pt idx="2851">
                  <c:v>6.2900282913227619</c:v>
                </c:pt>
                <c:pt idx="2852">
                  <c:v>6.2900282913227619</c:v>
                </c:pt>
                <c:pt idx="2853">
                  <c:v>6.2900282913227619</c:v>
                </c:pt>
                <c:pt idx="2854">
                  <c:v>6.2900282913227619</c:v>
                </c:pt>
                <c:pt idx="2855">
                  <c:v>6.2900282913227619</c:v>
                </c:pt>
                <c:pt idx="2856">
                  <c:v>6.2900282913227619</c:v>
                </c:pt>
                <c:pt idx="2857">
                  <c:v>6.2900282913227619</c:v>
                </c:pt>
                <c:pt idx="2858">
                  <c:v>6.2900282913227619</c:v>
                </c:pt>
                <c:pt idx="2859">
                  <c:v>6.2900282913227619</c:v>
                </c:pt>
                <c:pt idx="2860">
                  <c:v>6.2900282913227619</c:v>
                </c:pt>
                <c:pt idx="2861">
                  <c:v>6.2900282913227619</c:v>
                </c:pt>
                <c:pt idx="2862">
                  <c:v>6.2900282913227619</c:v>
                </c:pt>
                <c:pt idx="2863">
                  <c:v>6.2900282913227619</c:v>
                </c:pt>
                <c:pt idx="2864">
                  <c:v>6.2900282913227619</c:v>
                </c:pt>
                <c:pt idx="2865">
                  <c:v>6.2900282913227619</c:v>
                </c:pt>
                <c:pt idx="2866">
                  <c:v>6.2900282913227619</c:v>
                </c:pt>
                <c:pt idx="2867">
                  <c:v>6.2900282913227619</c:v>
                </c:pt>
                <c:pt idx="2868">
                  <c:v>6.2900282913227619</c:v>
                </c:pt>
                <c:pt idx="2869">
                  <c:v>6.2900282913227619</c:v>
                </c:pt>
                <c:pt idx="2870">
                  <c:v>6.2900282913227619</c:v>
                </c:pt>
                <c:pt idx="2871">
                  <c:v>6.2900282913227619</c:v>
                </c:pt>
                <c:pt idx="2872">
                  <c:v>6.2900282913227619</c:v>
                </c:pt>
                <c:pt idx="2873">
                  <c:v>6.2900282913227619</c:v>
                </c:pt>
                <c:pt idx="2874">
                  <c:v>6.2900282913227619</c:v>
                </c:pt>
                <c:pt idx="2875">
                  <c:v>6.2900282913227619</c:v>
                </c:pt>
                <c:pt idx="2876">
                  <c:v>6.2900282913227619</c:v>
                </c:pt>
                <c:pt idx="2877">
                  <c:v>6.2900282913227619</c:v>
                </c:pt>
                <c:pt idx="2878">
                  <c:v>6.2900282913227619</c:v>
                </c:pt>
                <c:pt idx="2879">
                  <c:v>6.2900282913227619</c:v>
                </c:pt>
                <c:pt idx="2880">
                  <c:v>6.2900282913227619</c:v>
                </c:pt>
                <c:pt idx="2881">
                  <c:v>6.2900282913227619</c:v>
                </c:pt>
                <c:pt idx="2882">
                  <c:v>6.2900282913227619</c:v>
                </c:pt>
                <c:pt idx="2883">
                  <c:v>6.2900282913227619</c:v>
                </c:pt>
                <c:pt idx="2884">
                  <c:v>6.2900282913227619</c:v>
                </c:pt>
                <c:pt idx="2885">
                  <c:v>6.2900282913227619</c:v>
                </c:pt>
                <c:pt idx="2886">
                  <c:v>6.2900282913227619</c:v>
                </c:pt>
                <c:pt idx="2887">
                  <c:v>6.2900282913227619</c:v>
                </c:pt>
                <c:pt idx="2888">
                  <c:v>6.2900282913227619</c:v>
                </c:pt>
                <c:pt idx="2889">
                  <c:v>6.2900282913227619</c:v>
                </c:pt>
                <c:pt idx="2890">
                  <c:v>6.2900282913227619</c:v>
                </c:pt>
                <c:pt idx="2891">
                  <c:v>6.2900282913227619</c:v>
                </c:pt>
                <c:pt idx="2892">
                  <c:v>6.2900282913227619</c:v>
                </c:pt>
                <c:pt idx="2893">
                  <c:v>6.2900282913227619</c:v>
                </c:pt>
                <c:pt idx="2894">
                  <c:v>6.2900282913227619</c:v>
                </c:pt>
                <c:pt idx="2895">
                  <c:v>6.2900282913227619</c:v>
                </c:pt>
                <c:pt idx="2896">
                  <c:v>6.2900282913227619</c:v>
                </c:pt>
                <c:pt idx="2897">
                  <c:v>6.2900282913227619</c:v>
                </c:pt>
                <c:pt idx="2898">
                  <c:v>6.2900282913227619</c:v>
                </c:pt>
                <c:pt idx="2899">
                  <c:v>6.2900282913227619</c:v>
                </c:pt>
                <c:pt idx="2900">
                  <c:v>6.2900282913227619</c:v>
                </c:pt>
                <c:pt idx="2901">
                  <c:v>6.2900282913227619</c:v>
                </c:pt>
                <c:pt idx="2902">
                  <c:v>6.2900282913227619</c:v>
                </c:pt>
                <c:pt idx="2903">
                  <c:v>6.2900282913227619</c:v>
                </c:pt>
                <c:pt idx="2904">
                  <c:v>6.2900282913227619</c:v>
                </c:pt>
                <c:pt idx="2905">
                  <c:v>6.2900282913227619</c:v>
                </c:pt>
                <c:pt idx="2906">
                  <c:v>6.2900282913227619</c:v>
                </c:pt>
                <c:pt idx="2907">
                  <c:v>6.2900282913227619</c:v>
                </c:pt>
                <c:pt idx="2908">
                  <c:v>6.2900282913227619</c:v>
                </c:pt>
                <c:pt idx="2909">
                  <c:v>6.2900282913227619</c:v>
                </c:pt>
                <c:pt idx="2910">
                  <c:v>6.2900282913227619</c:v>
                </c:pt>
                <c:pt idx="2911">
                  <c:v>6.2900282913227619</c:v>
                </c:pt>
                <c:pt idx="2912">
                  <c:v>6.2900282913227619</c:v>
                </c:pt>
                <c:pt idx="2913">
                  <c:v>6.2900282913227619</c:v>
                </c:pt>
                <c:pt idx="2914">
                  <c:v>6.2900282913227619</c:v>
                </c:pt>
                <c:pt idx="2915">
                  <c:v>6.2900282913227619</c:v>
                </c:pt>
                <c:pt idx="2916">
                  <c:v>6.2900282913227619</c:v>
                </c:pt>
                <c:pt idx="2917">
                  <c:v>6.2900282913227619</c:v>
                </c:pt>
                <c:pt idx="2918">
                  <c:v>6.2900282913227619</c:v>
                </c:pt>
                <c:pt idx="2919">
                  <c:v>6.2900282913227619</c:v>
                </c:pt>
                <c:pt idx="2920">
                  <c:v>6.2900282913227619</c:v>
                </c:pt>
                <c:pt idx="2921">
                  <c:v>6.2900282913227619</c:v>
                </c:pt>
                <c:pt idx="2922">
                  <c:v>6.2900282913227619</c:v>
                </c:pt>
                <c:pt idx="2923">
                  <c:v>6.2900282913227619</c:v>
                </c:pt>
                <c:pt idx="2924">
                  <c:v>6.2900282913227619</c:v>
                </c:pt>
                <c:pt idx="2925">
                  <c:v>6.2900282913227619</c:v>
                </c:pt>
                <c:pt idx="2926">
                  <c:v>6.2900282913227619</c:v>
                </c:pt>
                <c:pt idx="2927">
                  <c:v>6.2900282913227619</c:v>
                </c:pt>
                <c:pt idx="2928">
                  <c:v>6.2900282913227619</c:v>
                </c:pt>
                <c:pt idx="2929">
                  <c:v>6.2900282913227619</c:v>
                </c:pt>
                <c:pt idx="2930">
                  <c:v>6.2900282913227619</c:v>
                </c:pt>
                <c:pt idx="2931">
                  <c:v>6.2900282913227619</c:v>
                </c:pt>
                <c:pt idx="2932">
                  <c:v>6.2900282913227619</c:v>
                </c:pt>
                <c:pt idx="2933">
                  <c:v>6.2900282913227619</c:v>
                </c:pt>
                <c:pt idx="2934">
                  <c:v>6.2900282913227619</c:v>
                </c:pt>
                <c:pt idx="2935">
                  <c:v>6.2900282913227619</c:v>
                </c:pt>
                <c:pt idx="2936">
                  <c:v>6.2900282913227619</c:v>
                </c:pt>
                <c:pt idx="2937">
                  <c:v>6.2900282913227619</c:v>
                </c:pt>
                <c:pt idx="2938">
                  <c:v>6.2900282913227619</c:v>
                </c:pt>
                <c:pt idx="2939">
                  <c:v>6.2900282913227619</c:v>
                </c:pt>
                <c:pt idx="2940">
                  <c:v>6.2900282913227619</c:v>
                </c:pt>
                <c:pt idx="2941">
                  <c:v>6.2900282913227619</c:v>
                </c:pt>
                <c:pt idx="2942">
                  <c:v>6.2900282913227619</c:v>
                </c:pt>
                <c:pt idx="2943">
                  <c:v>6.2900282913227619</c:v>
                </c:pt>
                <c:pt idx="2944">
                  <c:v>6.2900282913227619</c:v>
                </c:pt>
                <c:pt idx="2945">
                  <c:v>6.2900282913227619</c:v>
                </c:pt>
                <c:pt idx="2946">
                  <c:v>6.2900282913227619</c:v>
                </c:pt>
                <c:pt idx="2947">
                  <c:v>6.2900282913227619</c:v>
                </c:pt>
                <c:pt idx="2948">
                  <c:v>6.2900282913227619</c:v>
                </c:pt>
                <c:pt idx="2949">
                  <c:v>6.2900282913227619</c:v>
                </c:pt>
                <c:pt idx="2950">
                  <c:v>6.2900282913227619</c:v>
                </c:pt>
                <c:pt idx="2951">
                  <c:v>6.2900282913227619</c:v>
                </c:pt>
                <c:pt idx="2952">
                  <c:v>6.2900282913227619</c:v>
                </c:pt>
                <c:pt idx="2953">
                  <c:v>6.2900282913227619</c:v>
                </c:pt>
                <c:pt idx="2954">
                  <c:v>6.2900282913227619</c:v>
                </c:pt>
                <c:pt idx="2955">
                  <c:v>6.2900282913227619</c:v>
                </c:pt>
                <c:pt idx="2956">
                  <c:v>6.2900282913227619</c:v>
                </c:pt>
                <c:pt idx="2957">
                  <c:v>6.2900282913227619</c:v>
                </c:pt>
                <c:pt idx="2958">
                  <c:v>6.2900282913227619</c:v>
                </c:pt>
                <c:pt idx="2959">
                  <c:v>6.2900282913227619</c:v>
                </c:pt>
                <c:pt idx="2960">
                  <c:v>6.2900282913227619</c:v>
                </c:pt>
                <c:pt idx="2961">
                  <c:v>6.2900282913227619</c:v>
                </c:pt>
                <c:pt idx="2962">
                  <c:v>6.2900282913227619</c:v>
                </c:pt>
                <c:pt idx="2963">
                  <c:v>6.2900282913227619</c:v>
                </c:pt>
                <c:pt idx="2964">
                  <c:v>6.2900282913227619</c:v>
                </c:pt>
                <c:pt idx="2965">
                  <c:v>6.2900282913227619</c:v>
                </c:pt>
                <c:pt idx="2966">
                  <c:v>6.2900282913227619</c:v>
                </c:pt>
                <c:pt idx="2967">
                  <c:v>6.2900282913227619</c:v>
                </c:pt>
                <c:pt idx="2968">
                  <c:v>6.2900282913227619</c:v>
                </c:pt>
                <c:pt idx="2969">
                  <c:v>6.2900282913227619</c:v>
                </c:pt>
                <c:pt idx="2970">
                  <c:v>6.2900282913227619</c:v>
                </c:pt>
                <c:pt idx="2971">
                  <c:v>6.2900282913227619</c:v>
                </c:pt>
                <c:pt idx="2972">
                  <c:v>6.2900282913227619</c:v>
                </c:pt>
                <c:pt idx="2973">
                  <c:v>6.2900282913227619</c:v>
                </c:pt>
                <c:pt idx="2974">
                  <c:v>6.2900282913227619</c:v>
                </c:pt>
                <c:pt idx="2975">
                  <c:v>6.2900282913227619</c:v>
                </c:pt>
                <c:pt idx="2976">
                  <c:v>6.2900282913227619</c:v>
                </c:pt>
                <c:pt idx="2977">
                  <c:v>6.2900282913227619</c:v>
                </c:pt>
                <c:pt idx="2978">
                  <c:v>6.2900282913227619</c:v>
                </c:pt>
                <c:pt idx="2979">
                  <c:v>6.2900282913227619</c:v>
                </c:pt>
                <c:pt idx="2980">
                  <c:v>6.2900282913227619</c:v>
                </c:pt>
                <c:pt idx="2981">
                  <c:v>6.2900282913227619</c:v>
                </c:pt>
                <c:pt idx="2982">
                  <c:v>6.2900282913227619</c:v>
                </c:pt>
                <c:pt idx="2983">
                  <c:v>6.2900282913227619</c:v>
                </c:pt>
                <c:pt idx="2984">
                  <c:v>6.2900282913227619</c:v>
                </c:pt>
                <c:pt idx="2985">
                  <c:v>6.2900282913227619</c:v>
                </c:pt>
                <c:pt idx="2986">
                  <c:v>6.2900282913227619</c:v>
                </c:pt>
                <c:pt idx="2987">
                  <c:v>6.2900282913227619</c:v>
                </c:pt>
                <c:pt idx="2988">
                  <c:v>6.2900282913227619</c:v>
                </c:pt>
                <c:pt idx="2989">
                  <c:v>6.2900282913227619</c:v>
                </c:pt>
                <c:pt idx="2990">
                  <c:v>6.2900282913227619</c:v>
                </c:pt>
                <c:pt idx="2991">
                  <c:v>6.2900282913227619</c:v>
                </c:pt>
                <c:pt idx="2992">
                  <c:v>6.2900282913227619</c:v>
                </c:pt>
                <c:pt idx="2993">
                  <c:v>6.2900282913227619</c:v>
                </c:pt>
                <c:pt idx="2994">
                  <c:v>6.2900282913227619</c:v>
                </c:pt>
                <c:pt idx="2995">
                  <c:v>6.2900282913227619</c:v>
                </c:pt>
                <c:pt idx="2996">
                  <c:v>6.2900282913227619</c:v>
                </c:pt>
                <c:pt idx="2997">
                  <c:v>6.2900282913227619</c:v>
                </c:pt>
                <c:pt idx="2998">
                  <c:v>6.2900282913227619</c:v>
                </c:pt>
                <c:pt idx="2999">
                  <c:v>6.2900282913227619</c:v>
                </c:pt>
                <c:pt idx="3000">
                  <c:v>6.2900282913227619</c:v>
                </c:pt>
                <c:pt idx="3001">
                  <c:v>6.2900282913227619</c:v>
                </c:pt>
                <c:pt idx="3002">
                  <c:v>6.2900282913227619</c:v>
                </c:pt>
                <c:pt idx="3003">
                  <c:v>6.2900282913227619</c:v>
                </c:pt>
                <c:pt idx="3004">
                  <c:v>6.2900282913227619</c:v>
                </c:pt>
                <c:pt idx="3005">
                  <c:v>6.2900282913227619</c:v>
                </c:pt>
                <c:pt idx="3006">
                  <c:v>6.2900282913227619</c:v>
                </c:pt>
                <c:pt idx="3007">
                  <c:v>6.2900282913227619</c:v>
                </c:pt>
                <c:pt idx="3008">
                  <c:v>6.2900282913227619</c:v>
                </c:pt>
                <c:pt idx="3009">
                  <c:v>6.2900282913227619</c:v>
                </c:pt>
                <c:pt idx="3010">
                  <c:v>6.2900282913227619</c:v>
                </c:pt>
                <c:pt idx="3011">
                  <c:v>6.2900282913227619</c:v>
                </c:pt>
                <c:pt idx="3012">
                  <c:v>6.2900282913227619</c:v>
                </c:pt>
                <c:pt idx="3013">
                  <c:v>6.2900282913227619</c:v>
                </c:pt>
                <c:pt idx="3014">
                  <c:v>6.2900282913227619</c:v>
                </c:pt>
                <c:pt idx="3015">
                  <c:v>6.2900282913227619</c:v>
                </c:pt>
                <c:pt idx="3016">
                  <c:v>6.2900282913227619</c:v>
                </c:pt>
                <c:pt idx="3017">
                  <c:v>6.2900282913227619</c:v>
                </c:pt>
                <c:pt idx="3018">
                  <c:v>6.2900282913227619</c:v>
                </c:pt>
                <c:pt idx="3019">
                  <c:v>6.2900282913227619</c:v>
                </c:pt>
                <c:pt idx="3020">
                  <c:v>6.2900282913227619</c:v>
                </c:pt>
                <c:pt idx="3021">
                  <c:v>6.2900282913227619</c:v>
                </c:pt>
                <c:pt idx="3022">
                  <c:v>6.2900282913227619</c:v>
                </c:pt>
                <c:pt idx="3023">
                  <c:v>6.2900282913227619</c:v>
                </c:pt>
                <c:pt idx="3024">
                  <c:v>6.2900282913227619</c:v>
                </c:pt>
                <c:pt idx="3025">
                  <c:v>6.2900282913227619</c:v>
                </c:pt>
                <c:pt idx="3026">
                  <c:v>6.2900282913227619</c:v>
                </c:pt>
                <c:pt idx="3027">
                  <c:v>6.2900282913227619</c:v>
                </c:pt>
                <c:pt idx="3028">
                  <c:v>6.2900282913227619</c:v>
                </c:pt>
                <c:pt idx="3029">
                  <c:v>6.2900282913227619</c:v>
                </c:pt>
                <c:pt idx="3030">
                  <c:v>6.2900282913227619</c:v>
                </c:pt>
                <c:pt idx="3031">
                  <c:v>6.2900282913227619</c:v>
                </c:pt>
                <c:pt idx="3032">
                  <c:v>6.2900282913227619</c:v>
                </c:pt>
                <c:pt idx="3033">
                  <c:v>6.2900282913227619</c:v>
                </c:pt>
                <c:pt idx="3034">
                  <c:v>6.2900282913227619</c:v>
                </c:pt>
                <c:pt idx="3035">
                  <c:v>6.2900282913227619</c:v>
                </c:pt>
                <c:pt idx="3036">
                  <c:v>6.2900282913227619</c:v>
                </c:pt>
                <c:pt idx="3037">
                  <c:v>6.2900282913227619</c:v>
                </c:pt>
                <c:pt idx="3038">
                  <c:v>6.2900282913227619</c:v>
                </c:pt>
                <c:pt idx="3039">
                  <c:v>6.2900282913227619</c:v>
                </c:pt>
                <c:pt idx="3040">
                  <c:v>6.2900282913227619</c:v>
                </c:pt>
                <c:pt idx="3041">
                  <c:v>6.2900282913227619</c:v>
                </c:pt>
                <c:pt idx="3042">
                  <c:v>6.2900282913227619</c:v>
                </c:pt>
                <c:pt idx="3043">
                  <c:v>6.2900282913227619</c:v>
                </c:pt>
                <c:pt idx="3044">
                  <c:v>6.2900282913227619</c:v>
                </c:pt>
                <c:pt idx="3045">
                  <c:v>6.2900282913227619</c:v>
                </c:pt>
                <c:pt idx="3046">
                  <c:v>6.2900282913227619</c:v>
                </c:pt>
                <c:pt idx="3047">
                  <c:v>6.2900282913227619</c:v>
                </c:pt>
                <c:pt idx="3048">
                  <c:v>6.2900282913227619</c:v>
                </c:pt>
                <c:pt idx="3049">
                  <c:v>6.2900282913227619</c:v>
                </c:pt>
                <c:pt idx="3050">
                  <c:v>6.2900282913227619</c:v>
                </c:pt>
                <c:pt idx="3051">
                  <c:v>6.2900282913227619</c:v>
                </c:pt>
                <c:pt idx="3052">
                  <c:v>6.2900282913227619</c:v>
                </c:pt>
                <c:pt idx="3053">
                  <c:v>6.2900282913227619</c:v>
                </c:pt>
                <c:pt idx="3054">
                  <c:v>6.2900282913227619</c:v>
                </c:pt>
                <c:pt idx="3055">
                  <c:v>6.2900282913227619</c:v>
                </c:pt>
                <c:pt idx="3056">
                  <c:v>6.2900282913227619</c:v>
                </c:pt>
                <c:pt idx="3057">
                  <c:v>6.2900282913227619</c:v>
                </c:pt>
                <c:pt idx="3058">
                  <c:v>6.2900282913227619</c:v>
                </c:pt>
                <c:pt idx="3059">
                  <c:v>6.2900282913227619</c:v>
                </c:pt>
                <c:pt idx="3060">
                  <c:v>6.2900282913227619</c:v>
                </c:pt>
                <c:pt idx="3061">
                  <c:v>6.2900282913227619</c:v>
                </c:pt>
                <c:pt idx="3062">
                  <c:v>6.2900282913227619</c:v>
                </c:pt>
                <c:pt idx="3063">
                  <c:v>6.2900282913227619</c:v>
                </c:pt>
                <c:pt idx="3064">
                  <c:v>6.2900282913227619</c:v>
                </c:pt>
                <c:pt idx="3065">
                  <c:v>6.2900282913227619</c:v>
                </c:pt>
                <c:pt idx="3066">
                  <c:v>6.2900282913227619</c:v>
                </c:pt>
                <c:pt idx="3067">
                  <c:v>6.2900282913227619</c:v>
                </c:pt>
                <c:pt idx="3068">
                  <c:v>6.2900282913227619</c:v>
                </c:pt>
                <c:pt idx="3069">
                  <c:v>6.2900282913227619</c:v>
                </c:pt>
                <c:pt idx="3070">
                  <c:v>6.2900282913227619</c:v>
                </c:pt>
                <c:pt idx="3071">
                  <c:v>6.2900282913227619</c:v>
                </c:pt>
                <c:pt idx="3072">
                  <c:v>6.2900282913227619</c:v>
                </c:pt>
                <c:pt idx="3073">
                  <c:v>6.2900282913227619</c:v>
                </c:pt>
                <c:pt idx="3074">
                  <c:v>6.2900282913227619</c:v>
                </c:pt>
                <c:pt idx="3075">
                  <c:v>6.2900282913227619</c:v>
                </c:pt>
                <c:pt idx="3076">
                  <c:v>6.2900282913227619</c:v>
                </c:pt>
                <c:pt idx="3077">
                  <c:v>6.2900282913227619</c:v>
                </c:pt>
                <c:pt idx="3078">
                  <c:v>6.2900282913227619</c:v>
                </c:pt>
                <c:pt idx="3079">
                  <c:v>6.2900282913227619</c:v>
                </c:pt>
                <c:pt idx="3080">
                  <c:v>6.2900282913227619</c:v>
                </c:pt>
                <c:pt idx="3081">
                  <c:v>6.2900282913227619</c:v>
                </c:pt>
                <c:pt idx="3082">
                  <c:v>6.2900282913227619</c:v>
                </c:pt>
                <c:pt idx="3083">
                  <c:v>6.2900282913227619</c:v>
                </c:pt>
                <c:pt idx="3084">
                  <c:v>6.2900282913227619</c:v>
                </c:pt>
                <c:pt idx="3085">
                  <c:v>6.2900282913227619</c:v>
                </c:pt>
                <c:pt idx="3086">
                  <c:v>6.2900282913227619</c:v>
                </c:pt>
                <c:pt idx="3087">
                  <c:v>6.2900282913227619</c:v>
                </c:pt>
                <c:pt idx="3088">
                  <c:v>6.2900282913227619</c:v>
                </c:pt>
                <c:pt idx="3089">
                  <c:v>6.2900282913227619</c:v>
                </c:pt>
                <c:pt idx="3090">
                  <c:v>6.2900282913227619</c:v>
                </c:pt>
                <c:pt idx="3091">
                  <c:v>6.2900282913227619</c:v>
                </c:pt>
                <c:pt idx="3092">
                  <c:v>6.2900282913227619</c:v>
                </c:pt>
                <c:pt idx="3093">
                  <c:v>6.2900282913227619</c:v>
                </c:pt>
                <c:pt idx="3094">
                  <c:v>6.2900282913227619</c:v>
                </c:pt>
                <c:pt idx="3095">
                  <c:v>6.2900282913227619</c:v>
                </c:pt>
                <c:pt idx="3096">
                  <c:v>6.2900282913227619</c:v>
                </c:pt>
                <c:pt idx="3097">
                  <c:v>6.2900282913227619</c:v>
                </c:pt>
                <c:pt idx="3098">
                  <c:v>6.2900282913227619</c:v>
                </c:pt>
                <c:pt idx="3099">
                  <c:v>6.2900282913227619</c:v>
                </c:pt>
                <c:pt idx="3100">
                  <c:v>6.2900282913227619</c:v>
                </c:pt>
                <c:pt idx="3101">
                  <c:v>6.2900282913227619</c:v>
                </c:pt>
                <c:pt idx="3102">
                  <c:v>6.2900282913227619</c:v>
                </c:pt>
                <c:pt idx="3103">
                  <c:v>6.2900282913227619</c:v>
                </c:pt>
                <c:pt idx="3104">
                  <c:v>6.2900282913227619</c:v>
                </c:pt>
                <c:pt idx="3105">
                  <c:v>6.2900282913227619</c:v>
                </c:pt>
                <c:pt idx="3106">
                  <c:v>6.2900282913227619</c:v>
                </c:pt>
                <c:pt idx="3107">
                  <c:v>6.2900282913227619</c:v>
                </c:pt>
                <c:pt idx="3108">
                  <c:v>6.2900282913227619</c:v>
                </c:pt>
                <c:pt idx="3109">
                  <c:v>6.2900282913227619</c:v>
                </c:pt>
                <c:pt idx="3110">
                  <c:v>6.2900282913227619</c:v>
                </c:pt>
                <c:pt idx="3111">
                  <c:v>6.2900282913227619</c:v>
                </c:pt>
                <c:pt idx="3112">
                  <c:v>6.2900282913227619</c:v>
                </c:pt>
                <c:pt idx="3113">
                  <c:v>6.2900282913227619</c:v>
                </c:pt>
                <c:pt idx="3114">
                  <c:v>6.2900282913227619</c:v>
                </c:pt>
                <c:pt idx="3115">
                  <c:v>6.2900282913227619</c:v>
                </c:pt>
                <c:pt idx="3116">
                  <c:v>6.2900282913227619</c:v>
                </c:pt>
                <c:pt idx="3117">
                  <c:v>6.2900282913227619</c:v>
                </c:pt>
                <c:pt idx="3118">
                  <c:v>6.2900282913227619</c:v>
                </c:pt>
                <c:pt idx="3119">
                  <c:v>6.2900282913227619</c:v>
                </c:pt>
                <c:pt idx="3120">
                  <c:v>6.2900282913227619</c:v>
                </c:pt>
                <c:pt idx="3121">
                  <c:v>6.2900282913227619</c:v>
                </c:pt>
                <c:pt idx="3122">
                  <c:v>6.2900282913227619</c:v>
                </c:pt>
                <c:pt idx="3123">
                  <c:v>6.2900282913227619</c:v>
                </c:pt>
                <c:pt idx="3124">
                  <c:v>6.2900282913227619</c:v>
                </c:pt>
                <c:pt idx="3125">
                  <c:v>6.2900282913227619</c:v>
                </c:pt>
                <c:pt idx="3126">
                  <c:v>6.2900282913227619</c:v>
                </c:pt>
                <c:pt idx="3127">
                  <c:v>6.2900282913227619</c:v>
                </c:pt>
                <c:pt idx="3128">
                  <c:v>6.2900282913227619</c:v>
                </c:pt>
                <c:pt idx="3129">
                  <c:v>6.2900282913227619</c:v>
                </c:pt>
                <c:pt idx="3130">
                  <c:v>6.2900282913227619</c:v>
                </c:pt>
                <c:pt idx="3131">
                  <c:v>6.2900282913227619</c:v>
                </c:pt>
                <c:pt idx="3132">
                  <c:v>6.2900282913227619</c:v>
                </c:pt>
                <c:pt idx="3133">
                  <c:v>6.2900282913227619</c:v>
                </c:pt>
                <c:pt idx="3134">
                  <c:v>6.2900282913227619</c:v>
                </c:pt>
                <c:pt idx="3135">
                  <c:v>6.2900282913227619</c:v>
                </c:pt>
                <c:pt idx="3136">
                  <c:v>6.2900282913227619</c:v>
                </c:pt>
                <c:pt idx="3137">
                  <c:v>6.2900282913227619</c:v>
                </c:pt>
                <c:pt idx="3138">
                  <c:v>6.2900282913227619</c:v>
                </c:pt>
                <c:pt idx="3139">
                  <c:v>6.2900282913227619</c:v>
                </c:pt>
                <c:pt idx="3140">
                  <c:v>6.2900282913227619</c:v>
                </c:pt>
                <c:pt idx="3141">
                  <c:v>6.2900282913227619</c:v>
                </c:pt>
                <c:pt idx="3142">
                  <c:v>6.2900282913227619</c:v>
                </c:pt>
                <c:pt idx="3143">
                  <c:v>6.2900282913227619</c:v>
                </c:pt>
                <c:pt idx="3144">
                  <c:v>6.2900282913227619</c:v>
                </c:pt>
                <c:pt idx="3145">
                  <c:v>6.2900282913227619</c:v>
                </c:pt>
                <c:pt idx="3146">
                  <c:v>6.2900282913227619</c:v>
                </c:pt>
                <c:pt idx="3147">
                  <c:v>6.2900282913227619</c:v>
                </c:pt>
                <c:pt idx="3148">
                  <c:v>6.2900282913227619</c:v>
                </c:pt>
                <c:pt idx="3149">
                  <c:v>6.2900282913227619</c:v>
                </c:pt>
                <c:pt idx="3150">
                  <c:v>6.2900282913227619</c:v>
                </c:pt>
                <c:pt idx="3151">
                  <c:v>6.2900282913227619</c:v>
                </c:pt>
                <c:pt idx="3152">
                  <c:v>6.2900282913227619</c:v>
                </c:pt>
                <c:pt idx="3153">
                  <c:v>6.2900282913227619</c:v>
                </c:pt>
                <c:pt idx="3154">
                  <c:v>6.2900282913227619</c:v>
                </c:pt>
                <c:pt idx="3155">
                  <c:v>6.2900282913227619</c:v>
                </c:pt>
                <c:pt idx="3156">
                  <c:v>6.2900282913227619</c:v>
                </c:pt>
                <c:pt idx="3157">
                  <c:v>6.2900282913227619</c:v>
                </c:pt>
                <c:pt idx="3158">
                  <c:v>6.2900282913227619</c:v>
                </c:pt>
                <c:pt idx="3159">
                  <c:v>6.2900282913227619</c:v>
                </c:pt>
                <c:pt idx="3160">
                  <c:v>6.2900282913227619</c:v>
                </c:pt>
                <c:pt idx="3161">
                  <c:v>6.2900282913227619</c:v>
                </c:pt>
                <c:pt idx="3162">
                  <c:v>6.2900282913227619</c:v>
                </c:pt>
                <c:pt idx="3163">
                  <c:v>6.2900282913227619</c:v>
                </c:pt>
                <c:pt idx="3164">
                  <c:v>6.2900282913227619</c:v>
                </c:pt>
                <c:pt idx="3165">
                  <c:v>6.2900282913227619</c:v>
                </c:pt>
                <c:pt idx="3166">
                  <c:v>6.2900282913227619</c:v>
                </c:pt>
                <c:pt idx="3167">
                  <c:v>6.2900282913227619</c:v>
                </c:pt>
                <c:pt idx="3168">
                  <c:v>6.2900282913227619</c:v>
                </c:pt>
                <c:pt idx="3169">
                  <c:v>6.2900282913227619</c:v>
                </c:pt>
                <c:pt idx="3170">
                  <c:v>6.2900282913227619</c:v>
                </c:pt>
                <c:pt idx="3171">
                  <c:v>6.2900282913227619</c:v>
                </c:pt>
                <c:pt idx="3172">
                  <c:v>6.2900282913227619</c:v>
                </c:pt>
                <c:pt idx="3173">
                  <c:v>6.2900282913227619</c:v>
                </c:pt>
                <c:pt idx="3174">
                  <c:v>6.2900282913227619</c:v>
                </c:pt>
                <c:pt idx="3175">
                  <c:v>6.2900282913227619</c:v>
                </c:pt>
                <c:pt idx="3176">
                  <c:v>6.2900282913227619</c:v>
                </c:pt>
                <c:pt idx="3177">
                  <c:v>6.2900282913227619</c:v>
                </c:pt>
                <c:pt idx="3178">
                  <c:v>6.2900282913227619</c:v>
                </c:pt>
                <c:pt idx="3179">
                  <c:v>6.2900282913227619</c:v>
                </c:pt>
                <c:pt idx="3180">
                  <c:v>6.2900282913227619</c:v>
                </c:pt>
                <c:pt idx="3181">
                  <c:v>6.2900282913227619</c:v>
                </c:pt>
                <c:pt idx="3182">
                  <c:v>6.2900282913227619</c:v>
                </c:pt>
                <c:pt idx="3183">
                  <c:v>6.2900282913227619</c:v>
                </c:pt>
                <c:pt idx="3184">
                  <c:v>6.2900282913227619</c:v>
                </c:pt>
                <c:pt idx="3185">
                  <c:v>6.2900282913227619</c:v>
                </c:pt>
                <c:pt idx="3186">
                  <c:v>6.2900282913227619</c:v>
                </c:pt>
                <c:pt idx="3187">
                  <c:v>6.2900282913227619</c:v>
                </c:pt>
                <c:pt idx="3188">
                  <c:v>6.2900282913227619</c:v>
                </c:pt>
                <c:pt idx="3189">
                  <c:v>6.2900282913227619</c:v>
                </c:pt>
                <c:pt idx="3190">
                  <c:v>6.2900282913227619</c:v>
                </c:pt>
                <c:pt idx="3191">
                  <c:v>6.2900282913227619</c:v>
                </c:pt>
                <c:pt idx="3192">
                  <c:v>6.2900282913227619</c:v>
                </c:pt>
                <c:pt idx="3193">
                  <c:v>6.2900282913227619</c:v>
                </c:pt>
                <c:pt idx="3194">
                  <c:v>6.2900282913227619</c:v>
                </c:pt>
                <c:pt idx="3195">
                  <c:v>6.2900282913227619</c:v>
                </c:pt>
                <c:pt idx="3196">
                  <c:v>6.2900282913227619</c:v>
                </c:pt>
                <c:pt idx="3197">
                  <c:v>6.2900282913227619</c:v>
                </c:pt>
                <c:pt idx="3198">
                  <c:v>6.2900282913227619</c:v>
                </c:pt>
                <c:pt idx="3199">
                  <c:v>6.2900282913227619</c:v>
                </c:pt>
                <c:pt idx="3200">
                  <c:v>6.2900282913227619</c:v>
                </c:pt>
                <c:pt idx="3201">
                  <c:v>6.2900282913227619</c:v>
                </c:pt>
                <c:pt idx="3202">
                  <c:v>6.2900282913227619</c:v>
                </c:pt>
                <c:pt idx="3203">
                  <c:v>6.2900282913227619</c:v>
                </c:pt>
                <c:pt idx="3204">
                  <c:v>6.2900282913227619</c:v>
                </c:pt>
                <c:pt idx="3205">
                  <c:v>6.2900282913227619</c:v>
                </c:pt>
                <c:pt idx="3206">
                  <c:v>6.2900282913227619</c:v>
                </c:pt>
                <c:pt idx="3207">
                  <c:v>6.2900282913227619</c:v>
                </c:pt>
                <c:pt idx="3208">
                  <c:v>6.2900282913227619</c:v>
                </c:pt>
                <c:pt idx="3209">
                  <c:v>6.2900282913227619</c:v>
                </c:pt>
                <c:pt idx="3210">
                  <c:v>6.2900282913227619</c:v>
                </c:pt>
                <c:pt idx="3211">
                  <c:v>6.2900282913227619</c:v>
                </c:pt>
                <c:pt idx="3212">
                  <c:v>6.2900282913227619</c:v>
                </c:pt>
                <c:pt idx="3213">
                  <c:v>6.2900282913227619</c:v>
                </c:pt>
                <c:pt idx="3214">
                  <c:v>6.2900282913227619</c:v>
                </c:pt>
                <c:pt idx="3215">
                  <c:v>6.2900282913227619</c:v>
                </c:pt>
                <c:pt idx="3216">
                  <c:v>6.2900282913227619</c:v>
                </c:pt>
                <c:pt idx="3217">
                  <c:v>6.2900282913227619</c:v>
                </c:pt>
                <c:pt idx="3218">
                  <c:v>6.2900282913227619</c:v>
                </c:pt>
                <c:pt idx="3219">
                  <c:v>6.2900282913227619</c:v>
                </c:pt>
                <c:pt idx="3220">
                  <c:v>6.2900282913227619</c:v>
                </c:pt>
                <c:pt idx="3221">
                  <c:v>6.2900282913227619</c:v>
                </c:pt>
                <c:pt idx="3222">
                  <c:v>6.2900282913227619</c:v>
                </c:pt>
                <c:pt idx="3223">
                  <c:v>6.2900282913227619</c:v>
                </c:pt>
                <c:pt idx="3224">
                  <c:v>6.2900282913227619</c:v>
                </c:pt>
                <c:pt idx="3225">
                  <c:v>6.2900282913227619</c:v>
                </c:pt>
                <c:pt idx="3226">
                  <c:v>6.2900282913227619</c:v>
                </c:pt>
                <c:pt idx="3227">
                  <c:v>6.2900282913227619</c:v>
                </c:pt>
                <c:pt idx="3228">
                  <c:v>6.2900282913227619</c:v>
                </c:pt>
                <c:pt idx="3229">
                  <c:v>6.2900282913227619</c:v>
                </c:pt>
                <c:pt idx="3230">
                  <c:v>6.2900282913227619</c:v>
                </c:pt>
                <c:pt idx="3231">
                  <c:v>6.2900282913227619</c:v>
                </c:pt>
                <c:pt idx="3232">
                  <c:v>6.2900282913227619</c:v>
                </c:pt>
                <c:pt idx="3233">
                  <c:v>6.2900282913227619</c:v>
                </c:pt>
                <c:pt idx="3234">
                  <c:v>6.2900282913227619</c:v>
                </c:pt>
                <c:pt idx="3235">
                  <c:v>6.2900282913227619</c:v>
                </c:pt>
                <c:pt idx="3236">
                  <c:v>6.2900282913227619</c:v>
                </c:pt>
                <c:pt idx="3237">
                  <c:v>6.2900282913227619</c:v>
                </c:pt>
                <c:pt idx="3238">
                  <c:v>6.2900282913227619</c:v>
                </c:pt>
                <c:pt idx="3239">
                  <c:v>6.2900282913227619</c:v>
                </c:pt>
                <c:pt idx="3240">
                  <c:v>6.2900282913227619</c:v>
                </c:pt>
                <c:pt idx="3241">
                  <c:v>6.2900282913227619</c:v>
                </c:pt>
                <c:pt idx="3242">
                  <c:v>6.2900282913227619</c:v>
                </c:pt>
                <c:pt idx="3243">
                  <c:v>6.2900282913227619</c:v>
                </c:pt>
                <c:pt idx="3244">
                  <c:v>6.2900282913227619</c:v>
                </c:pt>
                <c:pt idx="3245">
                  <c:v>6.2900282913227619</c:v>
                </c:pt>
                <c:pt idx="3246">
                  <c:v>6.2900282913227619</c:v>
                </c:pt>
                <c:pt idx="3247">
                  <c:v>6.2900282913227619</c:v>
                </c:pt>
                <c:pt idx="3248">
                  <c:v>6.2900282913227619</c:v>
                </c:pt>
                <c:pt idx="3249">
                  <c:v>6.2900282913227619</c:v>
                </c:pt>
                <c:pt idx="3250">
                  <c:v>6.2900282913227619</c:v>
                </c:pt>
                <c:pt idx="3251">
                  <c:v>6.2900282913227619</c:v>
                </c:pt>
                <c:pt idx="3252">
                  <c:v>6.2900282913227619</c:v>
                </c:pt>
                <c:pt idx="3253">
                  <c:v>6.2900282913227619</c:v>
                </c:pt>
                <c:pt idx="3254">
                  <c:v>6.2900282913227619</c:v>
                </c:pt>
                <c:pt idx="3255">
                  <c:v>6.2900282913227619</c:v>
                </c:pt>
                <c:pt idx="3256">
                  <c:v>6.2900282913227619</c:v>
                </c:pt>
                <c:pt idx="3257">
                  <c:v>6.2900282913227619</c:v>
                </c:pt>
                <c:pt idx="3258">
                  <c:v>6.2900282913227619</c:v>
                </c:pt>
                <c:pt idx="3259">
                  <c:v>6.2900282913227619</c:v>
                </c:pt>
                <c:pt idx="3260">
                  <c:v>6.2900282913227619</c:v>
                </c:pt>
                <c:pt idx="3261">
                  <c:v>6.2900282913227619</c:v>
                </c:pt>
                <c:pt idx="3262">
                  <c:v>6.2900282913227619</c:v>
                </c:pt>
                <c:pt idx="3263">
                  <c:v>6.2900282913227619</c:v>
                </c:pt>
                <c:pt idx="3264">
                  <c:v>6.2900282913227619</c:v>
                </c:pt>
                <c:pt idx="3265">
                  <c:v>6.2900282913227619</c:v>
                </c:pt>
                <c:pt idx="3266">
                  <c:v>6.2900282913227619</c:v>
                </c:pt>
                <c:pt idx="3267">
                  <c:v>6.2900282913227619</c:v>
                </c:pt>
                <c:pt idx="3268">
                  <c:v>6.2900282913227619</c:v>
                </c:pt>
                <c:pt idx="3269">
                  <c:v>6.2900282913227619</c:v>
                </c:pt>
                <c:pt idx="3270">
                  <c:v>6.2900282913227619</c:v>
                </c:pt>
                <c:pt idx="3271">
                  <c:v>6.2900282913227619</c:v>
                </c:pt>
                <c:pt idx="3272">
                  <c:v>6.2900282913227619</c:v>
                </c:pt>
                <c:pt idx="3273">
                  <c:v>6.2900282913227619</c:v>
                </c:pt>
                <c:pt idx="3274">
                  <c:v>6.2900282913227619</c:v>
                </c:pt>
                <c:pt idx="3275">
                  <c:v>6.2900282913227619</c:v>
                </c:pt>
                <c:pt idx="3276">
                  <c:v>6.2900282913227619</c:v>
                </c:pt>
                <c:pt idx="3277">
                  <c:v>6.2900282913227619</c:v>
                </c:pt>
                <c:pt idx="3278">
                  <c:v>6.2900282913227619</c:v>
                </c:pt>
                <c:pt idx="3279">
                  <c:v>6.2900282913227619</c:v>
                </c:pt>
                <c:pt idx="3280">
                  <c:v>6.2900282913227619</c:v>
                </c:pt>
                <c:pt idx="3281">
                  <c:v>6.2900282913227619</c:v>
                </c:pt>
                <c:pt idx="3282">
                  <c:v>6.2900282913227619</c:v>
                </c:pt>
                <c:pt idx="3283">
                  <c:v>6.2900282913227619</c:v>
                </c:pt>
                <c:pt idx="3284">
                  <c:v>6.2900282913227619</c:v>
                </c:pt>
                <c:pt idx="3285">
                  <c:v>6.2900282913227619</c:v>
                </c:pt>
                <c:pt idx="3286">
                  <c:v>6.2900282913227619</c:v>
                </c:pt>
                <c:pt idx="3287">
                  <c:v>6.2900282913227619</c:v>
                </c:pt>
                <c:pt idx="3288">
                  <c:v>6.2900282913227619</c:v>
                </c:pt>
                <c:pt idx="3289">
                  <c:v>6.2900282913227619</c:v>
                </c:pt>
                <c:pt idx="3290">
                  <c:v>6.2900282913227619</c:v>
                </c:pt>
                <c:pt idx="3291">
                  <c:v>6.2900282913227619</c:v>
                </c:pt>
                <c:pt idx="3292">
                  <c:v>6.2900282913227619</c:v>
                </c:pt>
                <c:pt idx="3293">
                  <c:v>6.2900282913227619</c:v>
                </c:pt>
                <c:pt idx="3294">
                  <c:v>6.2900282913227619</c:v>
                </c:pt>
                <c:pt idx="3295">
                  <c:v>6.2900282913227619</c:v>
                </c:pt>
                <c:pt idx="3296">
                  <c:v>6.2900282913227619</c:v>
                </c:pt>
                <c:pt idx="3297">
                  <c:v>6.2900282913227619</c:v>
                </c:pt>
                <c:pt idx="3298">
                  <c:v>6.2900282913227619</c:v>
                </c:pt>
                <c:pt idx="3299">
                  <c:v>6.2900282913227619</c:v>
                </c:pt>
                <c:pt idx="3300">
                  <c:v>6.2900282913227619</c:v>
                </c:pt>
              </c:numCache>
            </c:numRef>
          </c:val>
          <c:smooth val="0"/>
          <c:extLst>
            <c:ext xmlns:c16="http://schemas.microsoft.com/office/drawing/2014/chart" uri="{C3380CC4-5D6E-409C-BE32-E72D297353CC}">
              <c16:uniqueId val="{00000001-CDCA-4C5E-A53A-6DDB61537A8C}"/>
            </c:ext>
          </c:extLst>
        </c:ser>
        <c:ser>
          <c:idx val="2"/>
          <c:order val="2"/>
          <c:tx>
            <c:strRef>
              <c:f>'Component treatment'!$AK$4</c:f>
              <c:strCache>
                <c:ptCount val="1"/>
                <c:pt idx="0">
                  <c:v>Bull</c:v>
                </c:pt>
              </c:strCache>
            </c:strRef>
          </c:tx>
          <c:spPr>
            <a:ln w="19050" cap="rnd">
              <a:solidFill>
                <a:srgbClr val="8EB3DF"/>
              </a:solidFill>
              <a:prstDash val="sysDash"/>
              <a:round/>
            </a:ln>
            <a:effectLst/>
          </c:spPr>
          <c:marker>
            <c:symbol val="none"/>
          </c:marker>
          <c:cat>
            <c:numRef>
              <c:f>'Component treatment'!$AH$5:$AH$50000</c:f>
              <c:numCache>
                <c:formatCode>m/d/yyyy</c:formatCode>
                <c:ptCount val="49996"/>
                <c:pt idx="0">
                  <c:v>45139</c:v>
                </c:pt>
                <c:pt idx="1">
                  <c:v>45170</c:v>
                </c:pt>
                <c:pt idx="2">
                  <c:v>45200</c:v>
                </c:pt>
                <c:pt idx="3">
                  <c:v>45231</c:v>
                </c:pt>
                <c:pt idx="4">
                  <c:v>45261</c:v>
                </c:pt>
                <c:pt idx="5">
                  <c:v>45292</c:v>
                </c:pt>
                <c:pt idx="6">
                  <c:v>45323</c:v>
                </c:pt>
                <c:pt idx="7">
                  <c:v>45352</c:v>
                </c:pt>
                <c:pt idx="8">
                  <c:v>45383</c:v>
                </c:pt>
                <c:pt idx="9">
                  <c:v>45413</c:v>
                </c:pt>
                <c:pt idx="10">
                  <c:v>45444</c:v>
                </c:pt>
                <c:pt idx="11">
                  <c:v>45474</c:v>
                </c:pt>
                <c:pt idx="12">
                  <c:v>45505</c:v>
                </c:pt>
                <c:pt idx="13">
                  <c:v>45536</c:v>
                </c:pt>
                <c:pt idx="14">
                  <c:v>45566</c:v>
                </c:pt>
                <c:pt idx="15">
                  <c:v>45597</c:v>
                </c:pt>
                <c:pt idx="16">
                  <c:v>45627</c:v>
                </c:pt>
                <c:pt idx="17">
                  <c:v>45658</c:v>
                </c:pt>
                <c:pt idx="18">
                  <c:v>45689</c:v>
                </c:pt>
                <c:pt idx="19">
                  <c:v>45717</c:v>
                </c:pt>
                <c:pt idx="20">
                  <c:v>45748</c:v>
                </c:pt>
                <c:pt idx="21">
                  <c:v>45778</c:v>
                </c:pt>
                <c:pt idx="22">
                  <c:v>45809</c:v>
                </c:pt>
                <c:pt idx="23">
                  <c:v>45839</c:v>
                </c:pt>
                <c:pt idx="24">
                  <c:v>45870</c:v>
                </c:pt>
                <c:pt idx="25">
                  <c:v>45901</c:v>
                </c:pt>
                <c:pt idx="26">
                  <c:v>45931</c:v>
                </c:pt>
                <c:pt idx="27">
                  <c:v>45962</c:v>
                </c:pt>
                <c:pt idx="28">
                  <c:v>45992</c:v>
                </c:pt>
                <c:pt idx="29">
                  <c:v>46023</c:v>
                </c:pt>
                <c:pt idx="30">
                  <c:v>46054</c:v>
                </c:pt>
                <c:pt idx="31">
                  <c:v>46082</c:v>
                </c:pt>
                <c:pt idx="32">
                  <c:v>46113</c:v>
                </c:pt>
                <c:pt idx="33">
                  <c:v>46143</c:v>
                </c:pt>
                <c:pt idx="34">
                  <c:v>46174</c:v>
                </c:pt>
                <c:pt idx="35">
                  <c:v>46204</c:v>
                </c:pt>
                <c:pt idx="36">
                  <c:v>46235</c:v>
                </c:pt>
                <c:pt idx="37">
                  <c:v>46266</c:v>
                </c:pt>
              </c:numCache>
            </c:numRef>
          </c:cat>
          <c:val>
            <c:numRef>
              <c:f>'Component treatment'!$AK$5:$AK$50000</c:f>
              <c:numCache>
                <c:formatCode>0.0</c:formatCode>
                <c:ptCount val="49996"/>
                <c:pt idx="0">
                  <c:v>7.2768057641726704</c:v>
                </c:pt>
                <c:pt idx="1">
                  <c:v>7.2768057641726704</c:v>
                </c:pt>
                <c:pt idx="2">
                  <c:v>7.2768057641726704</c:v>
                </c:pt>
                <c:pt idx="3">
                  <c:v>7.2768057641726704</c:v>
                </c:pt>
                <c:pt idx="4">
                  <c:v>7.2768057641726704</c:v>
                </c:pt>
                <c:pt idx="5">
                  <c:v>7.2768057641726704</c:v>
                </c:pt>
                <c:pt idx="6">
                  <c:v>7.2768057641726704</c:v>
                </c:pt>
                <c:pt idx="7">
                  <c:v>7.2768057641726704</c:v>
                </c:pt>
                <c:pt idx="8">
                  <c:v>7.2768057641726704</c:v>
                </c:pt>
                <c:pt idx="9">
                  <c:v>7.2768057641726704</c:v>
                </c:pt>
                <c:pt idx="10">
                  <c:v>7.2768057641726704</c:v>
                </c:pt>
                <c:pt idx="11">
                  <c:v>7.2768057641726704</c:v>
                </c:pt>
                <c:pt idx="12">
                  <c:v>7.2768057641726704</c:v>
                </c:pt>
                <c:pt idx="13">
                  <c:v>7.2768057641726704</c:v>
                </c:pt>
                <c:pt idx="14">
                  <c:v>7.2768057641726704</c:v>
                </c:pt>
                <c:pt idx="15">
                  <c:v>7.2768057641726704</c:v>
                </c:pt>
                <c:pt idx="16">
                  <c:v>7.2768057641726704</c:v>
                </c:pt>
                <c:pt idx="17">
                  <c:v>7.2768057641726704</c:v>
                </c:pt>
                <c:pt idx="18">
                  <c:v>7.2768057641726704</c:v>
                </c:pt>
                <c:pt idx="19">
                  <c:v>7.2768057641726704</c:v>
                </c:pt>
                <c:pt idx="20">
                  <c:v>7.2768057641726704</c:v>
                </c:pt>
                <c:pt idx="21">
                  <c:v>7.2768057641726704</c:v>
                </c:pt>
                <c:pt idx="22">
                  <c:v>7.2768057641726704</c:v>
                </c:pt>
                <c:pt idx="23">
                  <c:v>7.2768057641726704</c:v>
                </c:pt>
                <c:pt idx="24">
                  <c:v>7.2768057641726704</c:v>
                </c:pt>
                <c:pt idx="25">
                  <c:v>7.2768057641726704</c:v>
                </c:pt>
                <c:pt idx="26">
                  <c:v>7.2768057641726704</c:v>
                </c:pt>
                <c:pt idx="27">
                  <c:v>7.2768057641726704</c:v>
                </c:pt>
                <c:pt idx="28">
                  <c:v>7.2768057641726704</c:v>
                </c:pt>
                <c:pt idx="29">
                  <c:v>7.2768057641726704</c:v>
                </c:pt>
                <c:pt idx="30">
                  <c:v>7.2768057641726704</c:v>
                </c:pt>
                <c:pt idx="31">
                  <c:v>7.2768057641726704</c:v>
                </c:pt>
                <c:pt idx="32">
                  <c:v>7.2768057641726704</c:v>
                </c:pt>
                <c:pt idx="33">
                  <c:v>7.2768057641726704</c:v>
                </c:pt>
                <c:pt idx="34">
                  <c:v>7.2768057641726704</c:v>
                </c:pt>
                <c:pt idx="35">
                  <c:v>7.2768057641726704</c:v>
                </c:pt>
                <c:pt idx="36">
                  <c:v>7.2768057641726704</c:v>
                </c:pt>
                <c:pt idx="37">
                  <c:v>7.2768057641726704</c:v>
                </c:pt>
                <c:pt idx="38">
                  <c:v>7.2768057641726704</c:v>
                </c:pt>
                <c:pt idx="39">
                  <c:v>7.2768057641726704</c:v>
                </c:pt>
                <c:pt idx="40">
                  <c:v>7.2768057641726704</c:v>
                </c:pt>
                <c:pt idx="41">
                  <c:v>7.2768057641726704</c:v>
                </c:pt>
                <c:pt idx="42">
                  <c:v>7.2768057641726704</c:v>
                </c:pt>
                <c:pt idx="43">
                  <c:v>7.2768057641726704</c:v>
                </c:pt>
                <c:pt idx="44">
                  <c:v>7.2768057641726704</c:v>
                </c:pt>
                <c:pt idx="45">
                  <c:v>7.2768057641726704</c:v>
                </c:pt>
                <c:pt idx="46">
                  <c:v>7.2768057641726704</c:v>
                </c:pt>
                <c:pt idx="47">
                  <c:v>7.2768057641726704</c:v>
                </c:pt>
                <c:pt idx="48">
                  <c:v>7.2768057641726704</c:v>
                </c:pt>
                <c:pt idx="49">
                  <c:v>7.2768057641726704</c:v>
                </c:pt>
                <c:pt idx="50">
                  <c:v>7.2768057641726704</c:v>
                </c:pt>
                <c:pt idx="51">
                  <c:v>7.2768057641726704</c:v>
                </c:pt>
                <c:pt idx="52">
                  <c:v>7.2768057641726704</c:v>
                </c:pt>
                <c:pt idx="53">
                  <c:v>7.2768057641726704</c:v>
                </c:pt>
                <c:pt idx="54">
                  <c:v>7.2768057641726704</c:v>
                </c:pt>
                <c:pt idx="55">
                  <c:v>7.2768057641726704</c:v>
                </c:pt>
                <c:pt idx="56">
                  <c:v>7.2768057641726704</c:v>
                </c:pt>
                <c:pt idx="57">
                  <c:v>7.2768057641726704</c:v>
                </c:pt>
                <c:pt idx="58">
                  <c:v>7.2768057641726704</c:v>
                </c:pt>
                <c:pt idx="59">
                  <c:v>7.2768057641726704</c:v>
                </c:pt>
                <c:pt idx="60">
                  <c:v>7.2768057641726704</c:v>
                </c:pt>
                <c:pt idx="61">
                  <c:v>7.2768057641726704</c:v>
                </c:pt>
                <c:pt idx="62">
                  <c:v>7.2768057641726704</c:v>
                </c:pt>
                <c:pt idx="63">
                  <c:v>7.2768057641726704</c:v>
                </c:pt>
                <c:pt idx="64">
                  <c:v>7.2768057641726704</c:v>
                </c:pt>
                <c:pt idx="65">
                  <c:v>7.2768057641726704</c:v>
                </c:pt>
                <c:pt idx="66">
                  <c:v>7.2768057641726704</c:v>
                </c:pt>
                <c:pt idx="67">
                  <c:v>7.2768057641726704</c:v>
                </c:pt>
                <c:pt idx="68">
                  <c:v>7.2768057641726704</c:v>
                </c:pt>
                <c:pt idx="69">
                  <c:v>7.2768057641726704</c:v>
                </c:pt>
                <c:pt idx="70">
                  <c:v>7.2768057641726704</c:v>
                </c:pt>
                <c:pt idx="71">
                  <c:v>7.2768057641726704</c:v>
                </c:pt>
                <c:pt idx="72">
                  <c:v>7.2768057641726704</c:v>
                </c:pt>
                <c:pt idx="73">
                  <c:v>7.2768057641726704</c:v>
                </c:pt>
                <c:pt idx="74">
                  <c:v>7.2768057641726704</c:v>
                </c:pt>
                <c:pt idx="75">
                  <c:v>7.2768057641726704</c:v>
                </c:pt>
                <c:pt idx="76">
                  <c:v>7.2768057641726704</c:v>
                </c:pt>
                <c:pt idx="77">
                  <c:v>7.2768057641726704</c:v>
                </c:pt>
                <c:pt idx="78">
                  <c:v>7.2768057641726704</c:v>
                </c:pt>
                <c:pt idx="79">
                  <c:v>7.2768057641726704</c:v>
                </c:pt>
                <c:pt idx="80">
                  <c:v>7.2768057641726704</c:v>
                </c:pt>
                <c:pt idx="81">
                  <c:v>7.2768057641726704</c:v>
                </c:pt>
                <c:pt idx="82">
                  <c:v>7.2768057641726704</c:v>
                </c:pt>
                <c:pt idx="83">
                  <c:v>7.2768057641726704</c:v>
                </c:pt>
                <c:pt idx="84">
                  <c:v>7.2768057641726704</c:v>
                </c:pt>
                <c:pt idx="85">
                  <c:v>7.2768057641726704</c:v>
                </c:pt>
                <c:pt idx="86">
                  <c:v>7.2768057641726704</c:v>
                </c:pt>
                <c:pt idx="87">
                  <c:v>7.2768057641726704</c:v>
                </c:pt>
                <c:pt idx="88">
                  <c:v>7.2768057641726704</c:v>
                </c:pt>
                <c:pt idx="89">
                  <c:v>7.2768057641726704</c:v>
                </c:pt>
                <c:pt idx="90">
                  <c:v>7.2768057641726704</c:v>
                </c:pt>
                <c:pt idx="91">
                  <c:v>7.2768057641726704</c:v>
                </c:pt>
                <c:pt idx="92">
                  <c:v>7.2768057641726704</c:v>
                </c:pt>
                <c:pt idx="93">
                  <c:v>7.2768057641726704</c:v>
                </c:pt>
                <c:pt idx="94">
                  <c:v>7.2768057641726704</c:v>
                </c:pt>
                <c:pt idx="95">
                  <c:v>7.2768057641726704</c:v>
                </c:pt>
                <c:pt idx="96">
                  <c:v>7.2768057641726704</c:v>
                </c:pt>
                <c:pt idx="97">
                  <c:v>7.2768057641726704</c:v>
                </c:pt>
                <c:pt idx="98">
                  <c:v>7.2768057641726704</c:v>
                </c:pt>
                <c:pt idx="99">
                  <c:v>7.2768057641726704</c:v>
                </c:pt>
                <c:pt idx="100">
                  <c:v>7.2768057641726704</c:v>
                </c:pt>
                <c:pt idx="101">
                  <c:v>7.2768057641726704</c:v>
                </c:pt>
                <c:pt idx="102">
                  <c:v>7.2768057641726704</c:v>
                </c:pt>
                <c:pt idx="103">
                  <c:v>7.2768057641726704</c:v>
                </c:pt>
                <c:pt idx="104">
                  <c:v>7.2768057641726704</c:v>
                </c:pt>
                <c:pt idx="105">
                  <c:v>7.2768057641726704</c:v>
                </c:pt>
                <c:pt idx="106">
                  <c:v>7.2768057641726704</c:v>
                </c:pt>
                <c:pt idx="107">
                  <c:v>7.2768057641726704</c:v>
                </c:pt>
                <c:pt idx="108">
                  <c:v>7.2768057641726704</c:v>
                </c:pt>
                <c:pt idx="109">
                  <c:v>7.2768057641726704</c:v>
                </c:pt>
                <c:pt idx="110">
                  <c:v>7.2768057641726704</c:v>
                </c:pt>
                <c:pt idx="111">
                  <c:v>7.2768057641726704</c:v>
                </c:pt>
                <c:pt idx="112">
                  <c:v>7.2768057641726704</c:v>
                </c:pt>
                <c:pt idx="113">
                  <c:v>7.2768057641726704</c:v>
                </c:pt>
                <c:pt idx="114">
                  <c:v>7.2768057641726704</c:v>
                </c:pt>
                <c:pt idx="115">
                  <c:v>7.2768057641726704</c:v>
                </c:pt>
                <c:pt idx="116">
                  <c:v>7.2768057641726704</c:v>
                </c:pt>
                <c:pt idx="117">
                  <c:v>7.2768057641726704</c:v>
                </c:pt>
                <c:pt idx="118">
                  <c:v>7.2768057641726704</c:v>
                </c:pt>
                <c:pt idx="119">
                  <c:v>7.2768057641726704</c:v>
                </c:pt>
                <c:pt idx="120">
                  <c:v>7.2768057641726704</c:v>
                </c:pt>
                <c:pt idx="121">
                  <c:v>7.2768057641726704</c:v>
                </c:pt>
                <c:pt idx="122">
                  <c:v>7.2768057641726704</c:v>
                </c:pt>
                <c:pt idx="123">
                  <c:v>7.2768057641726704</c:v>
                </c:pt>
                <c:pt idx="124">
                  <c:v>7.2768057641726704</c:v>
                </c:pt>
                <c:pt idx="125">
                  <c:v>7.2768057641726704</c:v>
                </c:pt>
                <c:pt idx="126">
                  <c:v>7.2768057641726704</c:v>
                </c:pt>
                <c:pt idx="127">
                  <c:v>7.2768057641726704</c:v>
                </c:pt>
                <c:pt idx="128">
                  <c:v>7.2768057641726704</c:v>
                </c:pt>
                <c:pt idx="129">
                  <c:v>7.2768057641726704</c:v>
                </c:pt>
                <c:pt idx="130">
                  <c:v>7.2768057641726704</c:v>
                </c:pt>
                <c:pt idx="131">
                  <c:v>7.2768057641726704</c:v>
                </c:pt>
                <c:pt idx="132">
                  <c:v>7.2768057641726704</c:v>
                </c:pt>
                <c:pt idx="133">
                  <c:v>7.2768057641726704</c:v>
                </c:pt>
                <c:pt idx="134">
                  <c:v>7.2768057641726704</c:v>
                </c:pt>
                <c:pt idx="135">
                  <c:v>7.2768057641726704</c:v>
                </c:pt>
                <c:pt idx="136">
                  <c:v>7.2768057641726704</c:v>
                </c:pt>
                <c:pt idx="137">
                  <c:v>7.2768057641726704</c:v>
                </c:pt>
                <c:pt idx="138">
                  <c:v>7.2768057641726704</c:v>
                </c:pt>
                <c:pt idx="139">
                  <c:v>7.2768057641726704</c:v>
                </c:pt>
                <c:pt idx="140">
                  <c:v>7.2768057641726704</c:v>
                </c:pt>
                <c:pt idx="141">
                  <c:v>7.2768057641726704</c:v>
                </c:pt>
                <c:pt idx="142">
                  <c:v>7.2768057641726704</c:v>
                </c:pt>
                <c:pt idx="143">
                  <c:v>7.2768057641726704</c:v>
                </c:pt>
                <c:pt idx="144">
                  <c:v>7.2768057641726704</c:v>
                </c:pt>
                <c:pt idx="145">
                  <c:v>7.2768057641726704</c:v>
                </c:pt>
                <c:pt idx="146">
                  <c:v>7.2768057641726704</c:v>
                </c:pt>
                <c:pt idx="147">
                  <c:v>7.2768057641726704</c:v>
                </c:pt>
                <c:pt idx="148">
                  <c:v>7.2768057641726704</c:v>
                </c:pt>
                <c:pt idx="149">
                  <c:v>7.2768057641726704</c:v>
                </c:pt>
                <c:pt idx="150">
                  <c:v>7.2768057641726704</c:v>
                </c:pt>
                <c:pt idx="151">
                  <c:v>7.2768057641726704</c:v>
                </c:pt>
                <c:pt idx="152">
                  <c:v>7.2768057641726704</c:v>
                </c:pt>
                <c:pt idx="153">
                  <c:v>7.2768057641726704</c:v>
                </c:pt>
                <c:pt idx="154">
                  <c:v>7.2768057641726704</c:v>
                </c:pt>
                <c:pt idx="155">
                  <c:v>7.2768057641726704</c:v>
                </c:pt>
                <c:pt idx="156">
                  <c:v>7.2768057641726704</c:v>
                </c:pt>
                <c:pt idx="157">
                  <c:v>7.2768057641726704</c:v>
                </c:pt>
                <c:pt idx="158">
                  <c:v>7.2768057641726704</c:v>
                </c:pt>
                <c:pt idx="159">
                  <c:v>7.2768057641726704</c:v>
                </c:pt>
                <c:pt idx="160">
                  <c:v>7.2768057641726704</c:v>
                </c:pt>
                <c:pt idx="161">
                  <c:v>7.2768057641726704</c:v>
                </c:pt>
                <c:pt idx="162">
                  <c:v>7.2768057641726704</c:v>
                </c:pt>
                <c:pt idx="163">
                  <c:v>7.2768057641726704</c:v>
                </c:pt>
                <c:pt idx="164">
                  <c:v>7.2768057641726704</c:v>
                </c:pt>
                <c:pt idx="165">
                  <c:v>7.2768057641726704</c:v>
                </c:pt>
                <c:pt idx="166">
                  <c:v>7.2768057641726704</c:v>
                </c:pt>
                <c:pt idx="167">
                  <c:v>7.2768057641726704</c:v>
                </c:pt>
                <c:pt idx="168">
                  <c:v>7.2768057641726704</c:v>
                </c:pt>
                <c:pt idx="169">
                  <c:v>7.2768057641726704</c:v>
                </c:pt>
                <c:pt idx="170">
                  <c:v>7.2768057641726704</c:v>
                </c:pt>
                <c:pt idx="171">
                  <c:v>7.2768057641726704</c:v>
                </c:pt>
                <c:pt idx="172">
                  <c:v>7.2768057641726704</c:v>
                </c:pt>
                <c:pt idx="173">
                  <c:v>7.2768057641726704</c:v>
                </c:pt>
                <c:pt idx="174">
                  <c:v>7.2768057641726704</c:v>
                </c:pt>
                <c:pt idx="175">
                  <c:v>7.2768057641726704</c:v>
                </c:pt>
                <c:pt idx="176">
                  <c:v>7.2768057641726704</c:v>
                </c:pt>
                <c:pt idx="177">
                  <c:v>7.2768057641726704</c:v>
                </c:pt>
                <c:pt idx="178">
                  <c:v>7.2768057641726704</c:v>
                </c:pt>
                <c:pt idx="179">
                  <c:v>7.2768057641726704</c:v>
                </c:pt>
                <c:pt idx="180">
                  <c:v>7.2768057641726704</c:v>
                </c:pt>
                <c:pt idx="181">
                  <c:v>7.2768057641726704</c:v>
                </c:pt>
                <c:pt idx="182">
                  <c:v>7.2768057641726704</c:v>
                </c:pt>
                <c:pt idx="183">
                  <c:v>7.2768057641726704</c:v>
                </c:pt>
                <c:pt idx="184">
                  <c:v>7.2768057641726704</c:v>
                </c:pt>
                <c:pt idx="185">
                  <c:v>7.2768057641726704</c:v>
                </c:pt>
                <c:pt idx="186">
                  <c:v>7.2768057641726704</c:v>
                </c:pt>
                <c:pt idx="187">
                  <c:v>7.2768057641726704</c:v>
                </c:pt>
                <c:pt idx="188">
                  <c:v>7.2768057641726704</c:v>
                </c:pt>
                <c:pt idx="189">
                  <c:v>7.2768057641726704</c:v>
                </c:pt>
                <c:pt idx="190">
                  <c:v>7.2768057641726704</c:v>
                </c:pt>
                <c:pt idx="191">
                  <c:v>7.2768057641726704</c:v>
                </c:pt>
                <c:pt idx="192">
                  <c:v>7.2768057641726704</c:v>
                </c:pt>
                <c:pt idx="193">
                  <c:v>7.2768057641726704</c:v>
                </c:pt>
                <c:pt idx="194">
                  <c:v>7.2768057641726704</c:v>
                </c:pt>
                <c:pt idx="195">
                  <c:v>7.2768057641726704</c:v>
                </c:pt>
                <c:pt idx="196">
                  <c:v>7.2768057641726704</c:v>
                </c:pt>
                <c:pt idx="197">
                  <c:v>7.2768057641726704</c:v>
                </c:pt>
                <c:pt idx="198">
                  <c:v>7.2768057641726704</c:v>
                </c:pt>
                <c:pt idx="199">
                  <c:v>7.2768057641726704</c:v>
                </c:pt>
                <c:pt idx="200">
                  <c:v>7.2768057641726704</c:v>
                </c:pt>
                <c:pt idx="201">
                  <c:v>7.2768057641726704</c:v>
                </c:pt>
                <c:pt idx="202">
                  <c:v>7.2768057641726704</c:v>
                </c:pt>
                <c:pt idx="203">
                  <c:v>7.2768057641726704</c:v>
                </c:pt>
                <c:pt idx="204">
                  <c:v>7.2768057641726704</c:v>
                </c:pt>
                <c:pt idx="205">
                  <c:v>7.2768057641726704</c:v>
                </c:pt>
                <c:pt idx="206">
                  <c:v>7.2768057641726704</c:v>
                </c:pt>
                <c:pt idx="207">
                  <c:v>7.2768057641726704</c:v>
                </c:pt>
                <c:pt idx="208">
                  <c:v>7.2768057641726704</c:v>
                </c:pt>
                <c:pt idx="209">
                  <c:v>7.2768057641726704</c:v>
                </c:pt>
                <c:pt idx="210">
                  <c:v>7.2768057641726704</c:v>
                </c:pt>
                <c:pt idx="211">
                  <c:v>7.2768057641726704</c:v>
                </c:pt>
                <c:pt idx="212">
                  <c:v>7.2768057641726704</c:v>
                </c:pt>
                <c:pt idx="213">
                  <c:v>7.2768057641726704</c:v>
                </c:pt>
                <c:pt idx="214">
                  <c:v>7.2768057641726704</c:v>
                </c:pt>
                <c:pt idx="215">
                  <c:v>7.2768057641726704</c:v>
                </c:pt>
                <c:pt idx="216">
                  <c:v>7.2768057641726704</c:v>
                </c:pt>
                <c:pt idx="217">
                  <c:v>7.2768057641726704</c:v>
                </c:pt>
                <c:pt idx="218">
                  <c:v>7.2768057641726704</c:v>
                </c:pt>
                <c:pt idx="219">
                  <c:v>7.2768057641726704</c:v>
                </c:pt>
                <c:pt idx="220">
                  <c:v>7.2768057641726704</c:v>
                </c:pt>
                <c:pt idx="221">
                  <c:v>7.2768057641726704</c:v>
                </c:pt>
                <c:pt idx="222">
                  <c:v>7.2768057641726704</c:v>
                </c:pt>
                <c:pt idx="223">
                  <c:v>7.2768057641726704</c:v>
                </c:pt>
                <c:pt idx="224">
                  <c:v>7.2768057641726704</c:v>
                </c:pt>
                <c:pt idx="225">
                  <c:v>7.2768057641726704</c:v>
                </c:pt>
                <c:pt idx="226">
                  <c:v>7.2768057641726704</c:v>
                </c:pt>
                <c:pt idx="227">
                  <c:v>7.2768057641726704</c:v>
                </c:pt>
                <c:pt idx="228">
                  <c:v>7.2768057641726704</c:v>
                </c:pt>
                <c:pt idx="229">
                  <c:v>7.2768057641726704</c:v>
                </c:pt>
                <c:pt idx="230">
                  <c:v>7.2768057641726704</c:v>
                </c:pt>
                <c:pt idx="231">
                  <c:v>7.2768057641726704</c:v>
                </c:pt>
                <c:pt idx="232">
                  <c:v>7.2768057641726704</c:v>
                </c:pt>
                <c:pt idx="233">
                  <c:v>7.2768057641726704</c:v>
                </c:pt>
                <c:pt idx="234">
                  <c:v>7.2768057641726704</c:v>
                </c:pt>
                <c:pt idx="235">
                  <c:v>7.2768057641726704</c:v>
                </c:pt>
                <c:pt idx="236">
                  <c:v>7.2768057641726704</c:v>
                </c:pt>
                <c:pt idx="237">
                  <c:v>7.2768057641726704</c:v>
                </c:pt>
                <c:pt idx="238">
                  <c:v>7.2768057641726704</c:v>
                </c:pt>
                <c:pt idx="239">
                  <c:v>7.2768057641726704</c:v>
                </c:pt>
                <c:pt idx="240">
                  <c:v>7.2768057641726704</c:v>
                </c:pt>
                <c:pt idx="241">
                  <c:v>7.2768057641726704</c:v>
                </c:pt>
                <c:pt idx="242">
                  <c:v>7.2768057641726704</c:v>
                </c:pt>
                <c:pt idx="243">
                  <c:v>7.2768057641726704</c:v>
                </c:pt>
                <c:pt idx="244">
                  <c:v>7.2768057641726704</c:v>
                </c:pt>
                <c:pt idx="245">
                  <c:v>7.2768057641726704</c:v>
                </c:pt>
                <c:pt idx="246">
                  <c:v>7.2768057641726704</c:v>
                </c:pt>
                <c:pt idx="247">
                  <c:v>7.2768057641726704</c:v>
                </c:pt>
                <c:pt idx="248">
                  <c:v>7.2768057641726704</c:v>
                </c:pt>
                <c:pt idx="249">
                  <c:v>7.2768057641726704</c:v>
                </c:pt>
                <c:pt idx="250">
                  <c:v>7.2768057641726704</c:v>
                </c:pt>
                <c:pt idx="251">
                  <c:v>7.2768057641726704</c:v>
                </c:pt>
                <c:pt idx="252">
                  <c:v>7.2768057641726704</c:v>
                </c:pt>
                <c:pt idx="253">
                  <c:v>7.2768057641726704</c:v>
                </c:pt>
                <c:pt idx="254">
                  <c:v>7.2768057641726704</c:v>
                </c:pt>
                <c:pt idx="255">
                  <c:v>7.2768057641726704</c:v>
                </c:pt>
                <c:pt idx="256">
                  <c:v>7.2768057641726704</c:v>
                </c:pt>
                <c:pt idx="257">
                  <c:v>7.2768057641726704</c:v>
                </c:pt>
                <c:pt idx="258">
                  <c:v>7.2768057641726704</c:v>
                </c:pt>
                <c:pt idx="259">
                  <c:v>7.2768057641726704</c:v>
                </c:pt>
                <c:pt idx="260">
                  <c:v>7.2768057641726704</c:v>
                </c:pt>
                <c:pt idx="261">
                  <c:v>7.2768057641726704</c:v>
                </c:pt>
                <c:pt idx="262">
                  <c:v>7.2768057641726704</c:v>
                </c:pt>
                <c:pt idx="263">
                  <c:v>7.2768057641726704</c:v>
                </c:pt>
                <c:pt idx="264">
                  <c:v>7.2768057641726704</c:v>
                </c:pt>
                <c:pt idx="265">
                  <c:v>7.2768057641726704</c:v>
                </c:pt>
                <c:pt idx="266">
                  <c:v>7.2768057641726704</c:v>
                </c:pt>
                <c:pt idx="267">
                  <c:v>7.2768057641726704</c:v>
                </c:pt>
                <c:pt idx="268">
                  <c:v>7.2768057641726704</c:v>
                </c:pt>
                <c:pt idx="269">
                  <c:v>7.2768057641726704</c:v>
                </c:pt>
                <c:pt idx="270">
                  <c:v>7.2768057641726704</c:v>
                </c:pt>
                <c:pt idx="271">
                  <c:v>7.2768057641726704</c:v>
                </c:pt>
                <c:pt idx="272">
                  <c:v>7.2768057641726704</c:v>
                </c:pt>
                <c:pt idx="273">
                  <c:v>7.2768057641726704</c:v>
                </c:pt>
                <c:pt idx="274">
                  <c:v>7.2768057641726704</c:v>
                </c:pt>
                <c:pt idx="275">
                  <c:v>7.2768057641726704</c:v>
                </c:pt>
                <c:pt idx="276">
                  <c:v>7.2768057641726704</c:v>
                </c:pt>
                <c:pt idx="277">
                  <c:v>7.2768057641726704</c:v>
                </c:pt>
                <c:pt idx="278">
                  <c:v>7.2768057641726704</c:v>
                </c:pt>
                <c:pt idx="279">
                  <c:v>7.2768057641726704</c:v>
                </c:pt>
                <c:pt idx="280">
                  <c:v>7.2768057641726704</c:v>
                </c:pt>
                <c:pt idx="281">
                  <c:v>7.2768057641726704</c:v>
                </c:pt>
                <c:pt idx="282">
                  <c:v>7.2768057641726704</c:v>
                </c:pt>
                <c:pt idx="283">
                  <c:v>7.2768057641726704</c:v>
                </c:pt>
                <c:pt idx="284">
                  <c:v>7.2768057641726704</c:v>
                </c:pt>
                <c:pt idx="285">
                  <c:v>7.2768057641726704</c:v>
                </c:pt>
                <c:pt idx="286">
                  <c:v>7.2768057641726704</c:v>
                </c:pt>
                <c:pt idx="287">
                  <c:v>7.2768057641726704</c:v>
                </c:pt>
                <c:pt idx="288">
                  <c:v>7.2768057641726704</c:v>
                </c:pt>
                <c:pt idx="289">
                  <c:v>7.2768057641726704</c:v>
                </c:pt>
                <c:pt idx="290">
                  <c:v>7.2768057641726704</c:v>
                </c:pt>
                <c:pt idx="291">
                  <c:v>7.2768057641726704</c:v>
                </c:pt>
                <c:pt idx="292">
                  <c:v>7.2768057641726704</c:v>
                </c:pt>
                <c:pt idx="293">
                  <c:v>7.2768057641726704</c:v>
                </c:pt>
                <c:pt idx="294">
                  <c:v>7.2768057641726704</c:v>
                </c:pt>
                <c:pt idx="295">
                  <c:v>7.2768057641726704</c:v>
                </c:pt>
                <c:pt idx="296">
                  <c:v>7.2768057641726704</c:v>
                </c:pt>
                <c:pt idx="297">
                  <c:v>7.2768057641726704</c:v>
                </c:pt>
                <c:pt idx="298">
                  <c:v>7.2768057641726704</c:v>
                </c:pt>
                <c:pt idx="299">
                  <c:v>7.2768057641726704</c:v>
                </c:pt>
                <c:pt idx="300">
                  <c:v>7.2768057641726704</c:v>
                </c:pt>
                <c:pt idx="301">
                  <c:v>7.2768057641726704</c:v>
                </c:pt>
                <c:pt idx="302">
                  <c:v>7.2768057641726704</c:v>
                </c:pt>
                <c:pt idx="303">
                  <c:v>7.2768057641726704</c:v>
                </c:pt>
                <c:pt idx="304">
                  <c:v>7.2768057641726704</c:v>
                </c:pt>
                <c:pt idx="305">
                  <c:v>7.2768057641726704</c:v>
                </c:pt>
                <c:pt idx="306">
                  <c:v>7.2768057641726704</c:v>
                </c:pt>
                <c:pt idx="307">
                  <c:v>7.2768057641726704</c:v>
                </c:pt>
                <c:pt idx="308">
                  <c:v>7.2768057641726704</c:v>
                </c:pt>
                <c:pt idx="309">
                  <c:v>7.2768057641726704</c:v>
                </c:pt>
                <c:pt idx="310">
                  <c:v>7.2768057641726704</c:v>
                </c:pt>
                <c:pt idx="311">
                  <c:v>7.2768057641726704</c:v>
                </c:pt>
                <c:pt idx="312">
                  <c:v>7.2768057641726704</c:v>
                </c:pt>
                <c:pt idx="313">
                  <c:v>7.2768057641726704</c:v>
                </c:pt>
                <c:pt idx="314">
                  <c:v>7.2768057641726704</c:v>
                </c:pt>
                <c:pt idx="315">
                  <c:v>7.2768057641726704</c:v>
                </c:pt>
                <c:pt idx="316">
                  <c:v>7.2768057641726704</c:v>
                </c:pt>
                <c:pt idx="317">
                  <c:v>7.2768057641726704</c:v>
                </c:pt>
                <c:pt idx="318">
                  <c:v>7.2768057641726704</c:v>
                </c:pt>
                <c:pt idx="319">
                  <c:v>7.2768057641726704</c:v>
                </c:pt>
                <c:pt idx="320">
                  <c:v>7.2768057641726704</c:v>
                </c:pt>
                <c:pt idx="321">
                  <c:v>7.2768057641726704</c:v>
                </c:pt>
                <c:pt idx="322">
                  <c:v>7.2768057641726704</c:v>
                </c:pt>
                <c:pt idx="323">
                  <c:v>7.2768057641726704</c:v>
                </c:pt>
                <c:pt idx="324">
                  <c:v>7.2768057641726704</c:v>
                </c:pt>
                <c:pt idx="325">
                  <c:v>7.2768057641726704</c:v>
                </c:pt>
                <c:pt idx="326">
                  <c:v>7.2768057641726704</c:v>
                </c:pt>
                <c:pt idx="327">
                  <c:v>7.2768057641726704</c:v>
                </c:pt>
                <c:pt idx="328">
                  <c:v>7.2768057641726704</c:v>
                </c:pt>
                <c:pt idx="329">
                  <c:v>7.2768057641726704</c:v>
                </c:pt>
                <c:pt idx="330">
                  <c:v>7.2768057641726704</c:v>
                </c:pt>
                <c:pt idx="331">
                  <c:v>7.2768057641726704</c:v>
                </c:pt>
                <c:pt idx="332">
                  <c:v>7.2768057641726704</c:v>
                </c:pt>
                <c:pt idx="333">
                  <c:v>7.2768057641726704</c:v>
                </c:pt>
                <c:pt idx="334">
                  <c:v>7.2768057641726704</c:v>
                </c:pt>
                <c:pt idx="335">
                  <c:v>7.2768057641726704</c:v>
                </c:pt>
                <c:pt idx="336">
                  <c:v>7.2768057641726704</c:v>
                </c:pt>
                <c:pt idx="337">
                  <c:v>7.2768057641726704</c:v>
                </c:pt>
                <c:pt idx="338">
                  <c:v>7.2768057641726704</c:v>
                </c:pt>
                <c:pt idx="339">
                  <c:v>7.2768057641726704</c:v>
                </c:pt>
                <c:pt idx="340">
                  <c:v>7.2768057641726704</c:v>
                </c:pt>
                <c:pt idx="341">
                  <c:v>7.2768057641726704</c:v>
                </c:pt>
                <c:pt idx="342">
                  <c:v>7.2768057641726704</c:v>
                </c:pt>
                <c:pt idx="343">
                  <c:v>7.2768057641726704</c:v>
                </c:pt>
                <c:pt idx="344">
                  <c:v>7.2768057641726704</c:v>
                </c:pt>
                <c:pt idx="345">
                  <c:v>7.2768057641726704</c:v>
                </c:pt>
                <c:pt idx="346">
                  <c:v>7.2768057641726704</c:v>
                </c:pt>
                <c:pt idx="347">
                  <c:v>7.2768057641726704</c:v>
                </c:pt>
                <c:pt idx="348">
                  <c:v>7.2768057641726704</c:v>
                </c:pt>
                <c:pt idx="349">
                  <c:v>7.2768057641726704</c:v>
                </c:pt>
                <c:pt idx="350">
                  <c:v>7.2768057641726704</c:v>
                </c:pt>
                <c:pt idx="351">
                  <c:v>7.2768057641726704</c:v>
                </c:pt>
                <c:pt idx="352">
                  <c:v>7.2768057641726704</c:v>
                </c:pt>
                <c:pt idx="353">
                  <c:v>7.2768057641726704</c:v>
                </c:pt>
                <c:pt idx="354">
                  <c:v>7.2768057641726704</c:v>
                </c:pt>
                <c:pt idx="355">
                  <c:v>7.2768057641726704</c:v>
                </c:pt>
                <c:pt idx="356">
                  <c:v>7.2768057641726704</c:v>
                </c:pt>
                <c:pt idx="357">
                  <c:v>7.2768057641726704</c:v>
                </c:pt>
                <c:pt idx="358">
                  <c:v>7.2768057641726704</c:v>
                </c:pt>
                <c:pt idx="359">
                  <c:v>7.2768057641726704</c:v>
                </c:pt>
                <c:pt idx="360">
                  <c:v>7.2768057641726704</c:v>
                </c:pt>
                <c:pt idx="361">
                  <c:v>7.2768057641726704</c:v>
                </c:pt>
                <c:pt idx="362">
                  <c:v>7.2768057641726704</c:v>
                </c:pt>
                <c:pt idx="363">
                  <c:v>7.2768057641726704</c:v>
                </c:pt>
                <c:pt idx="364">
                  <c:v>7.2768057641726704</c:v>
                </c:pt>
                <c:pt idx="365">
                  <c:v>7.2768057641726704</c:v>
                </c:pt>
                <c:pt idx="366">
                  <c:v>7.2768057641726704</c:v>
                </c:pt>
                <c:pt idx="367">
                  <c:v>7.2768057641726704</c:v>
                </c:pt>
                <c:pt idx="368">
                  <c:v>7.2768057641726704</c:v>
                </c:pt>
                <c:pt idx="369">
                  <c:v>7.2768057641726704</c:v>
                </c:pt>
                <c:pt idx="370">
                  <c:v>7.2768057641726704</c:v>
                </c:pt>
                <c:pt idx="371">
                  <c:v>7.2768057641726704</c:v>
                </c:pt>
                <c:pt idx="372">
                  <c:v>7.2768057641726704</c:v>
                </c:pt>
                <c:pt idx="373">
                  <c:v>7.2768057641726704</c:v>
                </c:pt>
                <c:pt idx="374">
                  <c:v>7.2768057641726704</c:v>
                </c:pt>
                <c:pt idx="375">
                  <c:v>7.2768057641726704</c:v>
                </c:pt>
                <c:pt idx="376">
                  <c:v>7.2768057641726704</c:v>
                </c:pt>
                <c:pt idx="377">
                  <c:v>7.2768057641726704</c:v>
                </c:pt>
                <c:pt idx="378">
                  <c:v>7.2768057641726704</c:v>
                </c:pt>
                <c:pt idx="379">
                  <c:v>7.2768057641726704</c:v>
                </c:pt>
                <c:pt idx="380">
                  <c:v>7.2768057641726704</c:v>
                </c:pt>
                <c:pt idx="381">
                  <c:v>7.2768057641726704</c:v>
                </c:pt>
                <c:pt idx="382">
                  <c:v>7.2768057641726704</c:v>
                </c:pt>
                <c:pt idx="383">
                  <c:v>7.2768057641726704</c:v>
                </c:pt>
                <c:pt idx="384">
                  <c:v>7.2768057641726704</c:v>
                </c:pt>
                <c:pt idx="385">
                  <c:v>7.2768057641726704</c:v>
                </c:pt>
                <c:pt idx="386">
                  <c:v>7.2768057641726704</c:v>
                </c:pt>
                <c:pt idx="387">
                  <c:v>7.2768057641726704</c:v>
                </c:pt>
                <c:pt idx="388">
                  <c:v>7.2768057641726704</c:v>
                </c:pt>
                <c:pt idx="389">
                  <c:v>7.2768057641726704</c:v>
                </c:pt>
                <c:pt idx="390">
                  <c:v>7.2768057641726704</c:v>
                </c:pt>
                <c:pt idx="391">
                  <c:v>7.2768057641726704</c:v>
                </c:pt>
                <c:pt idx="392">
                  <c:v>7.2768057641726704</c:v>
                </c:pt>
                <c:pt idx="393">
                  <c:v>7.2768057641726704</c:v>
                </c:pt>
                <c:pt idx="394">
                  <c:v>7.2768057641726704</c:v>
                </c:pt>
                <c:pt idx="395">
                  <c:v>7.2768057641726704</c:v>
                </c:pt>
                <c:pt idx="396">
                  <c:v>7.2768057641726704</c:v>
                </c:pt>
                <c:pt idx="397">
                  <c:v>7.2768057641726704</c:v>
                </c:pt>
                <c:pt idx="398">
                  <c:v>7.2768057641726704</c:v>
                </c:pt>
                <c:pt idx="399">
                  <c:v>7.2768057641726704</c:v>
                </c:pt>
                <c:pt idx="400">
                  <c:v>7.2768057641726704</c:v>
                </c:pt>
                <c:pt idx="401">
                  <c:v>7.2768057641726704</c:v>
                </c:pt>
                <c:pt idx="402">
                  <c:v>7.2768057641726704</c:v>
                </c:pt>
                <c:pt idx="403">
                  <c:v>7.2768057641726704</c:v>
                </c:pt>
                <c:pt idx="404">
                  <c:v>7.2768057641726704</c:v>
                </c:pt>
                <c:pt idx="405">
                  <c:v>7.2768057641726704</c:v>
                </c:pt>
                <c:pt idx="406">
                  <c:v>7.2768057641726704</c:v>
                </c:pt>
                <c:pt idx="407">
                  <c:v>7.2768057641726704</c:v>
                </c:pt>
                <c:pt idx="408">
                  <c:v>7.2768057641726704</c:v>
                </c:pt>
                <c:pt idx="409">
                  <c:v>7.2768057641726704</c:v>
                </c:pt>
                <c:pt idx="410">
                  <c:v>7.2768057641726704</c:v>
                </c:pt>
                <c:pt idx="411">
                  <c:v>7.2768057641726704</c:v>
                </c:pt>
                <c:pt idx="412">
                  <c:v>7.2768057641726704</c:v>
                </c:pt>
                <c:pt idx="413">
                  <c:v>7.2768057641726704</c:v>
                </c:pt>
                <c:pt idx="414">
                  <c:v>7.2768057641726704</c:v>
                </c:pt>
                <c:pt idx="415">
                  <c:v>7.2768057641726704</c:v>
                </c:pt>
                <c:pt idx="416">
                  <c:v>7.2768057641726704</c:v>
                </c:pt>
                <c:pt idx="417">
                  <c:v>7.2768057641726704</c:v>
                </c:pt>
                <c:pt idx="418">
                  <c:v>7.2768057641726704</c:v>
                </c:pt>
                <c:pt idx="419">
                  <c:v>7.2768057641726704</c:v>
                </c:pt>
                <c:pt idx="420">
                  <c:v>7.2768057641726704</c:v>
                </c:pt>
                <c:pt idx="421">
                  <c:v>7.2768057641726704</c:v>
                </c:pt>
                <c:pt idx="422">
                  <c:v>7.2768057641726704</c:v>
                </c:pt>
                <c:pt idx="423">
                  <c:v>7.2768057641726704</c:v>
                </c:pt>
                <c:pt idx="424">
                  <c:v>7.2768057641726704</c:v>
                </c:pt>
                <c:pt idx="425">
                  <c:v>7.2768057641726704</c:v>
                </c:pt>
                <c:pt idx="426">
                  <c:v>7.2768057641726704</c:v>
                </c:pt>
                <c:pt idx="427">
                  <c:v>7.2768057641726704</c:v>
                </c:pt>
                <c:pt idx="428">
                  <c:v>7.2768057641726704</c:v>
                </c:pt>
                <c:pt idx="429">
                  <c:v>7.2768057641726704</c:v>
                </c:pt>
                <c:pt idx="430">
                  <c:v>7.2768057641726704</c:v>
                </c:pt>
                <c:pt idx="431">
                  <c:v>7.2768057641726704</c:v>
                </c:pt>
                <c:pt idx="432">
                  <c:v>7.2768057641726704</c:v>
                </c:pt>
                <c:pt idx="433">
                  <c:v>7.2768057641726704</c:v>
                </c:pt>
                <c:pt idx="434">
                  <c:v>7.2768057641726704</c:v>
                </c:pt>
                <c:pt idx="435">
                  <c:v>7.2768057641726704</c:v>
                </c:pt>
                <c:pt idx="436">
                  <c:v>7.2768057641726704</c:v>
                </c:pt>
                <c:pt idx="437">
                  <c:v>7.2768057641726704</c:v>
                </c:pt>
                <c:pt idx="438">
                  <c:v>7.2768057641726704</c:v>
                </c:pt>
                <c:pt idx="439">
                  <c:v>7.2768057641726704</c:v>
                </c:pt>
                <c:pt idx="440">
                  <c:v>7.2768057641726704</c:v>
                </c:pt>
                <c:pt idx="441">
                  <c:v>7.2768057641726704</c:v>
                </c:pt>
                <c:pt idx="442">
                  <c:v>7.2768057641726704</c:v>
                </c:pt>
                <c:pt idx="443">
                  <c:v>7.2768057641726704</c:v>
                </c:pt>
                <c:pt idx="444">
                  <c:v>7.2768057641726704</c:v>
                </c:pt>
                <c:pt idx="445">
                  <c:v>7.2768057641726704</c:v>
                </c:pt>
                <c:pt idx="446">
                  <c:v>7.2768057641726704</c:v>
                </c:pt>
                <c:pt idx="447">
                  <c:v>7.2768057641726704</c:v>
                </c:pt>
                <c:pt idx="448">
                  <c:v>7.2768057641726704</c:v>
                </c:pt>
                <c:pt idx="449">
                  <c:v>7.2768057641726704</c:v>
                </c:pt>
                <c:pt idx="450">
                  <c:v>7.2768057641726704</c:v>
                </c:pt>
                <c:pt idx="451">
                  <c:v>7.2768057641726704</c:v>
                </c:pt>
                <c:pt idx="452">
                  <c:v>7.2768057641726704</c:v>
                </c:pt>
                <c:pt idx="453">
                  <c:v>7.2768057641726704</c:v>
                </c:pt>
                <c:pt idx="454">
                  <c:v>7.2768057641726704</c:v>
                </c:pt>
                <c:pt idx="455">
                  <c:v>7.2768057641726704</c:v>
                </c:pt>
                <c:pt idx="456">
                  <c:v>7.2768057641726704</c:v>
                </c:pt>
                <c:pt idx="457">
                  <c:v>7.2768057641726704</c:v>
                </c:pt>
                <c:pt idx="458">
                  <c:v>7.2768057641726704</c:v>
                </c:pt>
                <c:pt idx="459">
                  <c:v>7.2768057641726704</c:v>
                </c:pt>
                <c:pt idx="460">
                  <c:v>7.2768057641726704</c:v>
                </c:pt>
                <c:pt idx="461">
                  <c:v>7.2768057641726704</c:v>
                </c:pt>
                <c:pt idx="462">
                  <c:v>7.2768057641726704</c:v>
                </c:pt>
                <c:pt idx="463">
                  <c:v>7.2768057641726704</c:v>
                </c:pt>
                <c:pt idx="464">
                  <c:v>7.2768057641726704</c:v>
                </c:pt>
                <c:pt idx="465">
                  <c:v>7.2768057641726704</c:v>
                </c:pt>
                <c:pt idx="466">
                  <c:v>7.2768057641726704</c:v>
                </c:pt>
                <c:pt idx="467">
                  <c:v>7.2768057641726704</c:v>
                </c:pt>
                <c:pt idx="468">
                  <c:v>7.2768057641726704</c:v>
                </c:pt>
                <c:pt idx="469">
                  <c:v>7.2768057641726704</c:v>
                </c:pt>
                <c:pt idx="470">
                  <c:v>7.2768057641726704</c:v>
                </c:pt>
                <c:pt idx="471">
                  <c:v>7.2768057641726704</c:v>
                </c:pt>
                <c:pt idx="472">
                  <c:v>7.2768057641726704</c:v>
                </c:pt>
                <c:pt idx="473">
                  <c:v>7.2768057641726704</c:v>
                </c:pt>
                <c:pt idx="474">
                  <c:v>7.2768057641726704</c:v>
                </c:pt>
                <c:pt idx="475">
                  <c:v>7.2768057641726704</c:v>
                </c:pt>
                <c:pt idx="476">
                  <c:v>7.2768057641726704</c:v>
                </c:pt>
                <c:pt idx="477">
                  <c:v>7.2768057641726704</c:v>
                </c:pt>
                <c:pt idx="478">
                  <c:v>7.2768057641726704</c:v>
                </c:pt>
                <c:pt idx="479">
                  <c:v>7.2768057641726704</c:v>
                </c:pt>
                <c:pt idx="480">
                  <c:v>7.2768057641726704</c:v>
                </c:pt>
                <c:pt idx="481">
                  <c:v>7.2768057641726704</c:v>
                </c:pt>
                <c:pt idx="482">
                  <c:v>7.2768057641726704</c:v>
                </c:pt>
                <c:pt idx="483">
                  <c:v>7.2768057641726704</c:v>
                </c:pt>
                <c:pt idx="484">
                  <c:v>7.2768057641726704</c:v>
                </c:pt>
                <c:pt idx="485">
                  <c:v>7.2768057641726704</c:v>
                </c:pt>
                <c:pt idx="486">
                  <c:v>7.2768057641726704</c:v>
                </c:pt>
                <c:pt idx="487">
                  <c:v>7.2768057641726704</c:v>
                </c:pt>
                <c:pt idx="488">
                  <c:v>7.2768057641726704</c:v>
                </c:pt>
                <c:pt idx="489">
                  <c:v>7.2768057641726704</c:v>
                </c:pt>
                <c:pt idx="490">
                  <c:v>7.2768057641726704</c:v>
                </c:pt>
                <c:pt idx="491">
                  <c:v>7.2768057641726704</c:v>
                </c:pt>
                <c:pt idx="492">
                  <c:v>7.2768057641726704</c:v>
                </c:pt>
                <c:pt idx="493">
                  <c:v>7.2768057641726704</c:v>
                </c:pt>
                <c:pt idx="494">
                  <c:v>7.2768057641726704</c:v>
                </c:pt>
                <c:pt idx="495">
                  <c:v>7.2768057641726704</c:v>
                </c:pt>
                <c:pt idx="496">
                  <c:v>7.2768057641726704</c:v>
                </c:pt>
                <c:pt idx="497">
                  <c:v>7.2768057641726704</c:v>
                </c:pt>
                <c:pt idx="498">
                  <c:v>7.2768057641726704</c:v>
                </c:pt>
                <c:pt idx="499">
                  <c:v>7.2768057641726704</c:v>
                </c:pt>
                <c:pt idx="500">
                  <c:v>7.2768057641726704</c:v>
                </c:pt>
                <c:pt idx="501">
                  <c:v>7.2768057641726704</c:v>
                </c:pt>
                <c:pt idx="502">
                  <c:v>7.2768057641726704</c:v>
                </c:pt>
                <c:pt idx="503">
                  <c:v>7.2768057641726704</c:v>
                </c:pt>
                <c:pt idx="504">
                  <c:v>7.2768057641726704</c:v>
                </c:pt>
                <c:pt idx="505">
                  <c:v>7.2768057641726704</c:v>
                </c:pt>
                <c:pt idx="506">
                  <c:v>7.2768057641726704</c:v>
                </c:pt>
                <c:pt idx="507">
                  <c:v>7.2768057641726704</c:v>
                </c:pt>
                <c:pt idx="508">
                  <c:v>7.2768057641726704</c:v>
                </c:pt>
                <c:pt idx="509">
                  <c:v>7.2768057641726704</c:v>
                </c:pt>
                <c:pt idx="510">
                  <c:v>7.2768057641726704</c:v>
                </c:pt>
                <c:pt idx="511">
                  <c:v>7.2768057641726704</c:v>
                </c:pt>
                <c:pt idx="512">
                  <c:v>7.2768057641726704</c:v>
                </c:pt>
                <c:pt idx="513">
                  <c:v>7.2768057641726704</c:v>
                </c:pt>
                <c:pt idx="514">
                  <c:v>7.2768057641726704</c:v>
                </c:pt>
                <c:pt idx="515">
                  <c:v>7.2768057641726704</c:v>
                </c:pt>
                <c:pt idx="516">
                  <c:v>7.2768057641726704</c:v>
                </c:pt>
                <c:pt idx="517">
                  <c:v>7.2768057641726704</c:v>
                </c:pt>
                <c:pt idx="518">
                  <c:v>7.2768057641726704</c:v>
                </c:pt>
                <c:pt idx="519">
                  <c:v>7.2768057641726704</c:v>
                </c:pt>
                <c:pt idx="520">
                  <c:v>7.2768057641726704</c:v>
                </c:pt>
                <c:pt idx="521">
                  <c:v>7.2768057641726704</c:v>
                </c:pt>
                <c:pt idx="522">
                  <c:v>7.2768057641726704</c:v>
                </c:pt>
                <c:pt idx="523">
                  <c:v>7.2768057641726704</c:v>
                </c:pt>
                <c:pt idx="524">
                  <c:v>7.2768057641726704</c:v>
                </c:pt>
                <c:pt idx="525">
                  <c:v>7.2768057641726704</c:v>
                </c:pt>
                <c:pt idx="526">
                  <c:v>7.2768057641726704</c:v>
                </c:pt>
                <c:pt idx="527">
                  <c:v>7.2768057641726704</c:v>
                </c:pt>
                <c:pt idx="528">
                  <c:v>7.2768057641726704</c:v>
                </c:pt>
                <c:pt idx="529">
                  <c:v>7.2768057641726704</c:v>
                </c:pt>
                <c:pt idx="530">
                  <c:v>7.2768057641726704</c:v>
                </c:pt>
                <c:pt idx="531">
                  <c:v>7.2768057641726704</c:v>
                </c:pt>
                <c:pt idx="532">
                  <c:v>7.2768057641726704</c:v>
                </c:pt>
                <c:pt idx="533">
                  <c:v>7.2768057641726704</c:v>
                </c:pt>
                <c:pt idx="534">
                  <c:v>7.2768057641726704</c:v>
                </c:pt>
                <c:pt idx="535">
                  <c:v>7.2768057641726704</c:v>
                </c:pt>
                <c:pt idx="536">
                  <c:v>7.2768057641726704</c:v>
                </c:pt>
                <c:pt idx="537">
                  <c:v>7.2768057641726704</c:v>
                </c:pt>
                <c:pt idx="538">
                  <c:v>7.2768057641726704</c:v>
                </c:pt>
                <c:pt idx="539">
                  <c:v>7.2768057641726704</c:v>
                </c:pt>
                <c:pt idx="540">
                  <c:v>7.2768057641726704</c:v>
                </c:pt>
                <c:pt idx="541">
                  <c:v>7.2768057641726704</c:v>
                </c:pt>
                <c:pt idx="542">
                  <c:v>7.2768057641726704</c:v>
                </c:pt>
                <c:pt idx="543">
                  <c:v>7.2768057641726704</c:v>
                </c:pt>
                <c:pt idx="544">
                  <c:v>7.2768057641726704</c:v>
                </c:pt>
                <c:pt idx="545">
                  <c:v>7.2768057641726704</c:v>
                </c:pt>
                <c:pt idx="546">
                  <c:v>7.2768057641726704</c:v>
                </c:pt>
                <c:pt idx="547">
                  <c:v>7.2768057641726704</c:v>
                </c:pt>
                <c:pt idx="548">
                  <c:v>7.2768057641726704</c:v>
                </c:pt>
                <c:pt idx="549">
                  <c:v>7.2768057641726704</c:v>
                </c:pt>
                <c:pt idx="550">
                  <c:v>7.2768057641726704</c:v>
                </c:pt>
                <c:pt idx="551">
                  <c:v>7.2768057641726704</c:v>
                </c:pt>
                <c:pt idx="552">
                  <c:v>7.2768057641726704</c:v>
                </c:pt>
                <c:pt idx="553">
                  <c:v>7.2768057641726704</c:v>
                </c:pt>
                <c:pt idx="554">
                  <c:v>7.2768057641726704</c:v>
                </c:pt>
                <c:pt idx="555">
                  <c:v>7.2768057641726704</c:v>
                </c:pt>
                <c:pt idx="556">
                  <c:v>7.2768057641726704</c:v>
                </c:pt>
                <c:pt idx="557">
                  <c:v>7.2768057641726704</c:v>
                </c:pt>
                <c:pt idx="558">
                  <c:v>7.2768057641726704</c:v>
                </c:pt>
                <c:pt idx="559">
                  <c:v>7.2768057641726704</c:v>
                </c:pt>
                <c:pt idx="560">
                  <c:v>7.2768057641726704</c:v>
                </c:pt>
                <c:pt idx="561">
                  <c:v>7.2768057641726704</c:v>
                </c:pt>
                <c:pt idx="562">
                  <c:v>7.2768057641726704</c:v>
                </c:pt>
                <c:pt idx="563">
                  <c:v>7.2768057641726704</c:v>
                </c:pt>
                <c:pt idx="564">
                  <c:v>7.2768057641726704</c:v>
                </c:pt>
                <c:pt idx="565">
                  <c:v>7.2768057641726704</c:v>
                </c:pt>
                <c:pt idx="566">
                  <c:v>7.2768057641726704</c:v>
                </c:pt>
                <c:pt idx="567">
                  <c:v>7.2768057641726704</c:v>
                </c:pt>
                <c:pt idx="568">
                  <c:v>7.2768057641726704</c:v>
                </c:pt>
                <c:pt idx="569">
                  <c:v>7.2768057641726704</c:v>
                </c:pt>
                <c:pt idx="570">
                  <c:v>7.2768057641726704</c:v>
                </c:pt>
                <c:pt idx="571">
                  <c:v>7.2768057641726704</c:v>
                </c:pt>
                <c:pt idx="572">
                  <c:v>7.2768057641726704</c:v>
                </c:pt>
                <c:pt idx="573">
                  <c:v>7.2768057641726704</c:v>
                </c:pt>
                <c:pt idx="574">
                  <c:v>7.2768057641726704</c:v>
                </c:pt>
                <c:pt idx="575">
                  <c:v>7.2768057641726704</c:v>
                </c:pt>
                <c:pt idx="576">
                  <c:v>7.2768057641726704</c:v>
                </c:pt>
                <c:pt idx="577">
                  <c:v>7.2768057641726704</c:v>
                </c:pt>
                <c:pt idx="578">
                  <c:v>7.2768057641726704</c:v>
                </c:pt>
                <c:pt idx="579">
                  <c:v>7.2768057641726704</c:v>
                </c:pt>
                <c:pt idx="580">
                  <c:v>7.2768057641726704</c:v>
                </c:pt>
                <c:pt idx="581">
                  <c:v>7.2768057641726704</c:v>
                </c:pt>
                <c:pt idx="582">
                  <c:v>7.2768057641726704</c:v>
                </c:pt>
                <c:pt idx="583">
                  <c:v>7.2768057641726704</c:v>
                </c:pt>
                <c:pt idx="584">
                  <c:v>7.2768057641726704</c:v>
                </c:pt>
                <c:pt idx="585">
                  <c:v>7.2768057641726704</c:v>
                </c:pt>
                <c:pt idx="586">
                  <c:v>7.2768057641726704</c:v>
                </c:pt>
                <c:pt idx="587">
                  <c:v>7.2768057641726704</c:v>
                </c:pt>
                <c:pt idx="588">
                  <c:v>7.2768057641726704</c:v>
                </c:pt>
                <c:pt idx="589">
                  <c:v>7.2768057641726704</c:v>
                </c:pt>
                <c:pt idx="590">
                  <c:v>7.2768057641726704</c:v>
                </c:pt>
                <c:pt idx="591">
                  <c:v>7.2768057641726704</c:v>
                </c:pt>
                <c:pt idx="592">
                  <c:v>7.2768057641726704</c:v>
                </c:pt>
                <c:pt idx="593">
                  <c:v>7.2768057641726704</c:v>
                </c:pt>
                <c:pt idx="594">
                  <c:v>7.2768057641726704</c:v>
                </c:pt>
                <c:pt idx="595">
                  <c:v>7.2768057641726704</c:v>
                </c:pt>
                <c:pt idx="596">
                  <c:v>7.2768057641726704</c:v>
                </c:pt>
                <c:pt idx="597">
                  <c:v>7.2768057641726704</c:v>
                </c:pt>
                <c:pt idx="598">
                  <c:v>7.2768057641726704</c:v>
                </c:pt>
                <c:pt idx="599">
                  <c:v>7.2768057641726704</c:v>
                </c:pt>
                <c:pt idx="600">
                  <c:v>7.2768057641726704</c:v>
                </c:pt>
                <c:pt idx="601">
                  <c:v>7.2768057641726704</c:v>
                </c:pt>
                <c:pt idx="602">
                  <c:v>7.2768057641726704</c:v>
                </c:pt>
                <c:pt idx="603">
                  <c:v>7.2768057641726704</c:v>
                </c:pt>
                <c:pt idx="604">
                  <c:v>7.2768057641726704</c:v>
                </c:pt>
                <c:pt idx="605">
                  <c:v>7.2768057641726704</c:v>
                </c:pt>
                <c:pt idx="606">
                  <c:v>7.2768057641726704</c:v>
                </c:pt>
                <c:pt idx="607">
                  <c:v>7.2768057641726704</c:v>
                </c:pt>
                <c:pt idx="608">
                  <c:v>7.2768057641726704</c:v>
                </c:pt>
                <c:pt idx="609">
                  <c:v>7.2768057641726704</c:v>
                </c:pt>
                <c:pt idx="610">
                  <c:v>7.2768057641726704</c:v>
                </c:pt>
                <c:pt idx="611">
                  <c:v>7.2768057641726704</c:v>
                </c:pt>
                <c:pt idx="612">
                  <c:v>7.2768057641726704</c:v>
                </c:pt>
                <c:pt idx="613">
                  <c:v>7.2768057641726704</c:v>
                </c:pt>
                <c:pt idx="614">
                  <c:v>7.2768057641726704</c:v>
                </c:pt>
                <c:pt idx="615">
                  <c:v>7.2768057641726704</c:v>
                </c:pt>
                <c:pt idx="616">
                  <c:v>7.2768057641726704</c:v>
                </c:pt>
                <c:pt idx="617">
                  <c:v>7.2768057641726704</c:v>
                </c:pt>
                <c:pt idx="618">
                  <c:v>7.2768057641726704</c:v>
                </c:pt>
                <c:pt idx="619">
                  <c:v>7.2768057641726704</c:v>
                </c:pt>
                <c:pt idx="620">
                  <c:v>7.2768057641726704</c:v>
                </c:pt>
                <c:pt idx="621">
                  <c:v>7.2768057641726704</c:v>
                </c:pt>
                <c:pt idx="622">
                  <c:v>7.2768057641726704</c:v>
                </c:pt>
                <c:pt idx="623">
                  <c:v>7.2768057641726704</c:v>
                </c:pt>
                <c:pt idx="624">
                  <c:v>7.2768057641726704</c:v>
                </c:pt>
                <c:pt idx="625">
                  <c:v>7.2768057641726704</c:v>
                </c:pt>
                <c:pt idx="626">
                  <c:v>7.2768057641726704</c:v>
                </c:pt>
                <c:pt idx="627">
                  <c:v>7.2768057641726704</c:v>
                </c:pt>
                <c:pt idx="628">
                  <c:v>7.2768057641726704</c:v>
                </c:pt>
                <c:pt idx="629">
                  <c:v>7.2768057641726704</c:v>
                </c:pt>
                <c:pt idx="630">
                  <c:v>7.2768057641726704</c:v>
                </c:pt>
                <c:pt idx="631">
                  <c:v>7.2768057641726704</c:v>
                </c:pt>
                <c:pt idx="632">
                  <c:v>7.2768057641726704</c:v>
                </c:pt>
                <c:pt idx="633">
                  <c:v>7.2768057641726704</c:v>
                </c:pt>
                <c:pt idx="634">
                  <c:v>7.2768057641726704</c:v>
                </c:pt>
                <c:pt idx="635">
                  <c:v>7.2768057641726704</c:v>
                </c:pt>
                <c:pt idx="636">
                  <c:v>7.2768057641726704</c:v>
                </c:pt>
                <c:pt idx="637">
                  <c:v>7.2768057641726704</c:v>
                </c:pt>
                <c:pt idx="638">
                  <c:v>7.2768057641726704</c:v>
                </c:pt>
                <c:pt idx="639">
                  <c:v>7.2768057641726704</c:v>
                </c:pt>
                <c:pt idx="640">
                  <c:v>7.2768057641726704</c:v>
                </c:pt>
                <c:pt idx="641">
                  <c:v>7.2768057641726704</c:v>
                </c:pt>
                <c:pt idx="642">
                  <c:v>7.2768057641726704</c:v>
                </c:pt>
                <c:pt idx="643">
                  <c:v>7.2768057641726704</c:v>
                </c:pt>
                <c:pt idx="644">
                  <c:v>7.2768057641726704</c:v>
                </c:pt>
                <c:pt idx="645">
                  <c:v>7.2768057641726704</c:v>
                </c:pt>
                <c:pt idx="646">
                  <c:v>7.2768057641726704</c:v>
                </c:pt>
                <c:pt idx="647">
                  <c:v>7.2768057641726704</c:v>
                </c:pt>
                <c:pt idx="648">
                  <c:v>7.2768057641726704</c:v>
                </c:pt>
                <c:pt idx="649">
                  <c:v>7.2768057641726704</c:v>
                </c:pt>
                <c:pt idx="650">
                  <c:v>7.2768057641726704</c:v>
                </c:pt>
                <c:pt idx="651">
                  <c:v>7.2768057641726704</c:v>
                </c:pt>
                <c:pt idx="652">
                  <c:v>7.2768057641726704</c:v>
                </c:pt>
                <c:pt idx="653">
                  <c:v>7.2768057641726704</c:v>
                </c:pt>
                <c:pt idx="654">
                  <c:v>7.2768057641726704</c:v>
                </c:pt>
                <c:pt idx="655">
                  <c:v>7.2768057641726704</c:v>
                </c:pt>
                <c:pt idx="656">
                  <c:v>7.2768057641726704</c:v>
                </c:pt>
                <c:pt idx="657">
                  <c:v>7.2768057641726704</c:v>
                </c:pt>
                <c:pt idx="658">
                  <c:v>7.2768057641726704</c:v>
                </c:pt>
                <c:pt idx="659">
                  <c:v>7.2768057641726704</c:v>
                </c:pt>
                <c:pt idx="660">
                  <c:v>7.2768057641726704</c:v>
                </c:pt>
                <c:pt idx="661">
                  <c:v>7.2768057641726704</c:v>
                </c:pt>
                <c:pt idx="662">
                  <c:v>7.2768057641726704</c:v>
                </c:pt>
                <c:pt idx="663">
                  <c:v>7.2768057641726704</c:v>
                </c:pt>
                <c:pt idx="664">
                  <c:v>7.2768057641726704</c:v>
                </c:pt>
                <c:pt idx="665">
                  <c:v>7.2768057641726704</c:v>
                </c:pt>
                <c:pt idx="666">
                  <c:v>7.2768057641726704</c:v>
                </c:pt>
                <c:pt idx="667">
                  <c:v>7.2768057641726704</c:v>
                </c:pt>
                <c:pt idx="668">
                  <c:v>7.2768057641726704</c:v>
                </c:pt>
                <c:pt idx="669">
                  <c:v>7.2768057641726704</c:v>
                </c:pt>
                <c:pt idx="670">
                  <c:v>7.2768057641726704</c:v>
                </c:pt>
                <c:pt idx="671">
                  <c:v>7.2768057641726704</c:v>
                </c:pt>
                <c:pt idx="672">
                  <c:v>7.2768057641726704</c:v>
                </c:pt>
                <c:pt idx="673">
                  <c:v>7.2768057641726704</c:v>
                </c:pt>
                <c:pt idx="674">
                  <c:v>7.2768057641726704</c:v>
                </c:pt>
                <c:pt idx="675">
                  <c:v>7.2768057641726704</c:v>
                </c:pt>
                <c:pt idx="676">
                  <c:v>7.2768057641726704</c:v>
                </c:pt>
                <c:pt idx="677">
                  <c:v>7.2768057641726704</c:v>
                </c:pt>
                <c:pt idx="678">
                  <c:v>7.2768057641726704</c:v>
                </c:pt>
                <c:pt idx="679">
                  <c:v>7.2768057641726704</c:v>
                </c:pt>
                <c:pt idx="680">
                  <c:v>7.2768057641726704</c:v>
                </c:pt>
                <c:pt idx="681">
                  <c:v>7.2768057641726704</c:v>
                </c:pt>
                <c:pt idx="682">
                  <c:v>7.2768057641726704</c:v>
                </c:pt>
                <c:pt idx="683">
                  <c:v>7.2768057641726704</c:v>
                </c:pt>
                <c:pt idx="684">
                  <c:v>7.2768057641726704</c:v>
                </c:pt>
                <c:pt idx="685">
                  <c:v>7.2768057641726704</c:v>
                </c:pt>
                <c:pt idx="686">
                  <c:v>7.2768057641726704</c:v>
                </c:pt>
                <c:pt idx="687">
                  <c:v>7.2768057641726704</c:v>
                </c:pt>
                <c:pt idx="688">
                  <c:v>7.2768057641726704</c:v>
                </c:pt>
                <c:pt idx="689">
                  <c:v>7.2768057641726704</c:v>
                </c:pt>
                <c:pt idx="690">
                  <c:v>7.2768057641726704</c:v>
                </c:pt>
                <c:pt idx="691">
                  <c:v>7.2768057641726704</c:v>
                </c:pt>
                <c:pt idx="692">
                  <c:v>7.2768057641726704</c:v>
                </c:pt>
                <c:pt idx="693">
                  <c:v>7.2768057641726704</c:v>
                </c:pt>
                <c:pt idx="694">
                  <c:v>7.2768057641726704</c:v>
                </c:pt>
                <c:pt idx="695">
                  <c:v>7.2768057641726704</c:v>
                </c:pt>
                <c:pt idx="696">
                  <c:v>7.2768057641726704</c:v>
                </c:pt>
                <c:pt idx="697">
                  <c:v>7.2768057641726704</c:v>
                </c:pt>
                <c:pt idx="698">
                  <c:v>7.2768057641726704</c:v>
                </c:pt>
                <c:pt idx="699">
                  <c:v>7.2768057641726704</c:v>
                </c:pt>
                <c:pt idx="700">
                  <c:v>7.2768057641726704</c:v>
                </c:pt>
                <c:pt idx="701">
                  <c:v>7.2768057641726704</c:v>
                </c:pt>
                <c:pt idx="702">
                  <c:v>7.2768057641726704</c:v>
                </c:pt>
                <c:pt idx="703">
                  <c:v>7.2768057641726704</c:v>
                </c:pt>
                <c:pt idx="704">
                  <c:v>7.2768057641726704</c:v>
                </c:pt>
                <c:pt idx="705">
                  <c:v>7.2768057641726704</c:v>
                </c:pt>
                <c:pt idx="706">
                  <c:v>7.2768057641726704</c:v>
                </c:pt>
                <c:pt idx="707">
                  <c:v>7.2768057641726704</c:v>
                </c:pt>
                <c:pt idx="708">
                  <c:v>7.2768057641726704</c:v>
                </c:pt>
                <c:pt idx="709">
                  <c:v>7.2768057641726704</c:v>
                </c:pt>
                <c:pt idx="710">
                  <c:v>7.2768057641726704</c:v>
                </c:pt>
                <c:pt idx="711">
                  <c:v>7.2768057641726704</c:v>
                </c:pt>
                <c:pt idx="712">
                  <c:v>7.2768057641726704</c:v>
                </c:pt>
                <c:pt idx="713">
                  <c:v>7.2768057641726704</c:v>
                </c:pt>
                <c:pt idx="714">
                  <c:v>7.2768057641726704</c:v>
                </c:pt>
                <c:pt idx="715">
                  <c:v>7.2768057641726704</c:v>
                </c:pt>
                <c:pt idx="716">
                  <c:v>7.2768057641726704</c:v>
                </c:pt>
                <c:pt idx="717">
                  <c:v>7.2768057641726704</c:v>
                </c:pt>
                <c:pt idx="718">
                  <c:v>7.2768057641726704</c:v>
                </c:pt>
                <c:pt idx="719">
                  <c:v>7.2768057641726704</c:v>
                </c:pt>
                <c:pt idx="720">
                  <c:v>7.2768057641726704</c:v>
                </c:pt>
                <c:pt idx="721">
                  <c:v>7.2768057641726704</c:v>
                </c:pt>
                <c:pt idx="722">
                  <c:v>7.2768057641726704</c:v>
                </c:pt>
                <c:pt idx="723">
                  <c:v>7.2768057641726704</c:v>
                </c:pt>
                <c:pt idx="724">
                  <c:v>7.2768057641726704</c:v>
                </c:pt>
                <c:pt idx="725">
                  <c:v>7.2768057641726704</c:v>
                </c:pt>
                <c:pt idx="726">
                  <c:v>7.2768057641726704</c:v>
                </c:pt>
                <c:pt idx="727">
                  <c:v>7.2768057641726704</c:v>
                </c:pt>
                <c:pt idx="728">
                  <c:v>7.2768057641726704</c:v>
                </c:pt>
                <c:pt idx="729">
                  <c:v>7.2768057641726704</c:v>
                </c:pt>
                <c:pt idx="730">
                  <c:v>7.2768057641726704</c:v>
                </c:pt>
                <c:pt idx="731">
                  <c:v>7.2768057641726704</c:v>
                </c:pt>
                <c:pt idx="732">
                  <c:v>7.2768057641726704</c:v>
                </c:pt>
                <c:pt idx="733">
                  <c:v>7.2768057641726704</c:v>
                </c:pt>
                <c:pt idx="734">
                  <c:v>7.2768057641726704</c:v>
                </c:pt>
                <c:pt idx="735">
                  <c:v>7.2768057641726704</c:v>
                </c:pt>
                <c:pt idx="736">
                  <c:v>7.2768057641726704</c:v>
                </c:pt>
                <c:pt idx="737">
                  <c:v>7.2768057641726704</c:v>
                </c:pt>
                <c:pt idx="738">
                  <c:v>7.2768057641726704</c:v>
                </c:pt>
                <c:pt idx="739">
                  <c:v>7.2768057641726704</c:v>
                </c:pt>
                <c:pt idx="740">
                  <c:v>7.2768057641726704</c:v>
                </c:pt>
                <c:pt idx="741">
                  <c:v>7.2768057641726704</c:v>
                </c:pt>
                <c:pt idx="742">
                  <c:v>7.2768057641726704</c:v>
                </c:pt>
                <c:pt idx="743">
                  <c:v>7.2768057641726704</c:v>
                </c:pt>
                <c:pt idx="744">
                  <c:v>7.2768057641726704</c:v>
                </c:pt>
                <c:pt idx="745">
                  <c:v>7.2768057641726704</c:v>
                </c:pt>
                <c:pt idx="746">
                  <c:v>7.2768057641726704</c:v>
                </c:pt>
                <c:pt idx="747">
                  <c:v>7.2768057641726704</c:v>
                </c:pt>
                <c:pt idx="748">
                  <c:v>7.2768057641726704</c:v>
                </c:pt>
                <c:pt idx="749">
                  <c:v>7.2768057641726704</c:v>
                </c:pt>
                <c:pt idx="750">
                  <c:v>7.2768057641726704</c:v>
                </c:pt>
                <c:pt idx="751">
                  <c:v>7.2768057641726704</c:v>
                </c:pt>
                <c:pt idx="752">
                  <c:v>7.2768057641726704</c:v>
                </c:pt>
                <c:pt idx="753">
                  <c:v>7.2768057641726704</c:v>
                </c:pt>
                <c:pt idx="754">
                  <c:v>7.2768057641726704</c:v>
                </c:pt>
                <c:pt idx="755">
                  <c:v>7.2768057641726704</c:v>
                </c:pt>
                <c:pt idx="756">
                  <c:v>7.2768057641726704</c:v>
                </c:pt>
                <c:pt idx="757">
                  <c:v>7.2768057641726704</c:v>
                </c:pt>
                <c:pt idx="758">
                  <c:v>7.2768057641726704</c:v>
                </c:pt>
                <c:pt idx="759">
                  <c:v>7.2768057641726704</c:v>
                </c:pt>
                <c:pt idx="760">
                  <c:v>7.2768057641726704</c:v>
                </c:pt>
                <c:pt idx="761">
                  <c:v>7.2768057641726704</c:v>
                </c:pt>
                <c:pt idx="762">
                  <c:v>7.2768057641726704</c:v>
                </c:pt>
                <c:pt idx="763">
                  <c:v>7.2768057641726704</c:v>
                </c:pt>
                <c:pt idx="764">
                  <c:v>7.2768057641726704</c:v>
                </c:pt>
                <c:pt idx="765">
                  <c:v>7.2768057641726704</c:v>
                </c:pt>
                <c:pt idx="766">
                  <c:v>7.2768057641726704</c:v>
                </c:pt>
                <c:pt idx="767">
                  <c:v>7.2768057641726704</c:v>
                </c:pt>
                <c:pt idx="768">
                  <c:v>7.2768057641726704</c:v>
                </c:pt>
                <c:pt idx="769">
                  <c:v>7.2768057641726704</c:v>
                </c:pt>
                <c:pt idx="770">
                  <c:v>7.2768057641726704</c:v>
                </c:pt>
                <c:pt idx="771">
                  <c:v>7.2768057641726704</c:v>
                </c:pt>
                <c:pt idx="772">
                  <c:v>7.2768057641726704</c:v>
                </c:pt>
                <c:pt idx="773">
                  <c:v>7.2768057641726704</c:v>
                </c:pt>
                <c:pt idx="774">
                  <c:v>7.2768057641726704</c:v>
                </c:pt>
                <c:pt idx="775">
                  <c:v>7.2768057641726704</c:v>
                </c:pt>
                <c:pt idx="776">
                  <c:v>7.2768057641726704</c:v>
                </c:pt>
                <c:pt idx="777">
                  <c:v>7.2768057641726704</c:v>
                </c:pt>
                <c:pt idx="778">
                  <c:v>7.2768057641726704</c:v>
                </c:pt>
                <c:pt idx="779">
                  <c:v>7.2768057641726704</c:v>
                </c:pt>
                <c:pt idx="780">
                  <c:v>7.2768057641726704</c:v>
                </c:pt>
                <c:pt idx="781">
                  <c:v>7.2768057641726704</c:v>
                </c:pt>
                <c:pt idx="782">
                  <c:v>7.2768057641726704</c:v>
                </c:pt>
                <c:pt idx="783">
                  <c:v>7.2768057641726704</c:v>
                </c:pt>
                <c:pt idx="784">
                  <c:v>7.2768057641726704</c:v>
                </c:pt>
                <c:pt idx="785">
                  <c:v>7.2768057641726704</c:v>
                </c:pt>
                <c:pt idx="786">
                  <c:v>7.2768057641726704</c:v>
                </c:pt>
                <c:pt idx="787">
                  <c:v>7.2768057641726704</c:v>
                </c:pt>
                <c:pt idx="788">
                  <c:v>7.2768057641726704</c:v>
                </c:pt>
                <c:pt idx="789">
                  <c:v>7.2768057641726704</c:v>
                </c:pt>
                <c:pt idx="790">
                  <c:v>7.2768057641726704</c:v>
                </c:pt>
                <c:pt idx="791">
                  <c:v>7.2768057641726704</c:v>
                </c:pt>
                <c:pt idx="792">
                  <c:v>7.2768057641726704</c:v>
                </c:pt>
                <c:pt idx="793">
                  <c:v>7.2768057641726704</c:v>
                </c:pt>
                <c:pt idx="794">
                  <c:v>7.2768057641726704</c:v>
                </c:pt>
                <c:pt idx="795">
                  <c:v>7.2768057641726704</c:v>
                </c:pt>
                <c:pt idx="796">
                  <c:v>7.2768057641726704</c:v>
                </c:pt>
                <c:pt idx="797">
                  <c:v>7.2768057641726704</c:v>
                </c:pt>
                <c:pt idx="798">
                  <c:v>7.2768057641726704</c:v>
                </c:pt>
                <c:pt idx="799">
                  <c:v>7.2768057641726704</c:v>
                </c:pt>
                <c:pt idx="800">
                  <c:v>7.2768057641726704</c:v>
                </c:pt>
                <c:pt idx="801">
                  <c:v>7.2768057641726704</c:v>
                </c:pt>
                <c:pt idx="802">
                  <c:v>7.2768057641726704</c:v>
                </c:pt>
                <c:pt idx="803">
                  <c:v>7.2768057641726704</c:v>
                </c:pt>
                <c:pt idx="804">
                  <c:v>7.2768057641726704</c:v>
                </c:pt>
                <c:pt idx="805">
                  <c:v>7.2768057641726704</c:v>
                </c:pt>
                <c:pt idx="806">
                  <c:v>7.2768057641726704</c:v>
                </c:pt>
                <c:pt idx="807">
                  <c:v>7.2768057641726704</c:v>
                </c:pt>
                <c:pt idx="808">
                  <c:v>7.2768057641726704</c:v>
                </c:pt>
                <c:pt idx="809">
                  <c:v>7.2768057641726704</c:v>
                </c:pt>
                <c:pt idx="810">
                  <c:v>7.2768057641726704</c:v>
                </c:pt>
                <c:pt idx="811">
                  <c:v>7.2768057641726704</c:v>
                </c:pt>
                <c:pt idx="812">
                  <c:v>7.2768057641726704</c:v>
                </c:pt>
                <c:pt idx="813">
                  <c:v>7.2768057641726704</c:v>
                </c:pt>
                <c:pt idx="814">
                  <c:v>7.2768057641726704</c:v>
                </c:pt>
                <c:pt idx="815">
                  <c:v>7.2768057641726704</c:v>
                </c:pt>
                <c:pt idx="816">
                  <c:v>7.2768057641726704</c:v>
                </c:pt>
                <c:pt idx="817">
                  <c:v>7.2768057641726704</c:v>
                </c:pt>
                <c:pt idx="818">
                  <c:v>7.2768057641726704</c:v>
                </c:pt>
                <c:pt idx="819">
                  <c:v>7.2768057641726704</c:v>
                </c:pt>
                <c:pt idx="820">
                  <c:v>7.2768057641726704</c:v>
                </c:pt>
                <c:pt idx="821">
                  <c:v>7.2768057641726704</c:v>
                </c:pt>
                <c:pt idx="822">
                  <c:v>7.2768057641726704</c:v>
                </c:pt>
                <c:pt idx="823">
                  <c:v>7.2768057641726704</c:v>
                </c:pt>
                <c:pt idx="824">
                  <c:v>7.2768057641726704</c:v>
                </c:pt>
                <c:pt idx="825">
                  <c:v>7.2768057641726704</c:v>
                </c:pt>
                <c:pt idx="826">
                  <c:v>7.2768057641726704</c:v>
                </c:pt>
                <c:pt idx="827">
                  <c:v>7.2768057641726704</c:v>
                </c:pt>
                <c:pt idx="828">
                  <c:v>7.2768057641726704</c:v>
                </c:pt>
                <c:pt idx="829">
                  <c:v>7.2768057641726704</c:v>
                </c:pt>
                <c:pt idx="830">
                  <c:v>7.2768057641726704</c:v>
                </c:pt>
                <c:pt idx="831">
                  <c:v>7.2768057641726704</c:v>
                </c:pt>
                <c:pt idx="832">
                  <c:v>7.2768057641726704</c:v>
                </c:pt>
                <c:pt idx="833">
                  <c:v>7.2768057641726704</c:v>
                </c:pt>
                <c:pt idx="834">
                  <c:v>7.2768057641726704</c:v>
                </c:pt>
                <c:pt idx="835">
                  <c:v>7.2768057641726704</c:v>
                </c:pt>
                <c:pt idx="836">
                  <c:v>7.2768057641726704</c:v>
                </c:pt>
                <c:pt idx="837">
                  <c:v>7.2768057641726704</c:v>
                </c:pt>
                <c:pt idx="838">
                  <c:v>7.2768057641726704</c:v>
                </c:pt>
                <c:pt idx="839">
                  <c:v>7.2768057641726704</c:v>
                </c:pt>
                <c:pt idx="840">
                  <c:v>7.2768057641726704</c:v>
                </c:pt>
                <c:pt idx="841">
                  <c:v>7.2768057641726704</c:v>
                </c:pt>
                <c:pt idx="842">
                  <c:v>7.2768057641726704</c:v>
                </c:pt>
                <c:pt idx="843">
                  <c:v>7.2768057641726704</c:v>
                </c:pt>
                <c:pt idx="844">
                  <c:v>7.2768057641726704</c:v>
                </c:pt>
                <c:pt idx="845">
                  <c:v>7.2768057641726704</c:v>
                </c:pt>
                <c:pt idx="846">
                  <c:v>7.2768057641726704</c:v>
                </c:pt>
                <c:pt idx="847">
                  <c:v>7.2768057641726704</c:v>
                </c:pt>
                <c:pt idx="848">
                  <c:v>7.2768057641726704</c:v>
                </c:pt>
                <c:pt idx="849">
                  <c:v>7.2768057641726704</c:v>
                </c:pt>
                <c:pt idx="850">
                  <c:v>7.2768057641726704</c:v>
                </c:pt>
                <c:pt idx="851">
                  <c:v>7.2768057641726704</c:v>
                </c:pt>
                <c:pt idx="852">
                  <c:v>7.2768057641726704</c:v>
                </c:pt>
                <c:pt idx="853">
                  <c:v>7.2768057641726704</c:v>
                </c:pt>
                <c:pt idx="854">
                  <c:v>7.2768057641726704</c:v>
                </c:pt>
                <c:pt idx="855">
                  <c:v>7.2768057641726704</c:v>
                </c:pt>
                <c:pt idx="856">
                  <c:v>7.2768057641726704</c:v>
                </c:pt>
                <c:pt idx="857">
                  <c:v>7.2768057641726704</c:v>
                </c:pt>
                <c:pt idx="858">
                  <c:v>7.2768057641726704</c:v>
                </c:pt>
                <c:pt idx="859">
                  <c:v>7.2768057641726704</c:v>
                </c:pt>
                <c:pt idx="860">
                  <c:v>7.2768057641726704</c:v>
                </c:pt>
                <c:pt idx="861">
                  <c:v>7.2768057641726704</c:v>
                </c:pt>
                <c:pt idx="862">
                  <c:v>7.2768057641726704</c:v>
                </c:pt>
                <c:pt idx="863">
                  <c:v>7.2768057641726704</c:v>
                </c:pt>
                <c:pt idx="864">
                  <c:v>7.2768057641726704</c:v>
                </c:pt>
                <c:pt idx="865">
                  <c:v>7.2768057641726704</c:v>
                </c:pt>
                <c:pt idx="866">
                  <c:v>7.2768057641726704</c:v>
                </c:pt>
                <c:pt idx="867">
                  <c:v>7.2768057641726704</c:v>
                </c:pt>
                <c:pt idx="868">
                  <c:v>7.2768057641726704</c:v>
                </c:pt>
                <c:pt idx="869">
                  <c:v>7.2768057641726704</c:v>
                </c:pt>
                <c:pt idx="870">
                  <c:v>7.2768057641726704</c:v>
                </c:pt>
                <c:pt idx="871">
                  <c:v>7.2768057641726704</c:v>
                </c:pt>
                <c:pt idx="872">
                  <c:v>7.2768057641726704</c:v>
                </c:pt>
                <c:pt idx="873">
                  <c:v>7.2768057641726704</c:v>
                </c:pt>
                <c:pt idx="874">
                  <c:v>7.2768057641726704</c:v>
                </c:pt>
                <c:pt idx="875">
                  <c:v>7.2768057641726704</c:v>
                </c:pt>
                <c:pt idx="876">
                  <c:v>7.2768057641726704</c:v>
                </c:pt>
                <c:pt idx="877">
                  <c:v>7.2768057641726704</c:v>
                </c:pt>
                <c:pt idx="878">
                  <c:v>7.2768057641726704</c:v>
                </c:pt>
                <c:pt idx="879">
                  <c:v>7.2768057641726704</c:v>
                </c:pt>
                <c:pt idx="880">
                  <c:v>7.2768057641726704</c:v>
                </c:pt>
                <c:pt idx="881">
                  <c:v>7.2768057641726704</c:v>
                </c:pt>
                <c:pt idx="882">
                  <c:v>7.2768057641726704</c:v>
                </c:pt>
                <c:pt idx="883">
                  <c:v>7.2768057641726704</c:v>
                </c:pt>
                <c:pt idx="884">
                  <c:v>7.2768057641726704</c:v>
                </c:pt>
                <c:pt idx="885">
                  <c:v>7.2768057641726704</c:v>
                </c:pt>
                <c:pt idx="886">
                  <c:v>7.2768057641726704</c:v>
                </c:pt>
                <c:pt idx="887">
                  <c:v>7.2768057641726704</c:v>
                </c:pt>
                <c:pt idx="888">
                  <c:v>7.2768057641726704</c:v>
                </c:pt>
                <c:pt idx="889">
                  <c:v>7.2768057641726704</c:v>
                </c:pt>
                <c:pt idx="890">
                  <c:v>7.2768057641726704</c:v>
                </c:pt>
                <c:pt idx="891">
                  <c:v>7.2768057641726704</c:v>
                </c:pt>
                <c:pt idx="892">
                  <c:v>7.2768057641726704</c:v>
                </c:pt>
                <c:pt idx="893">
                  <c:v>7.2768057641726704</c:v>
                </c:pt>
                <c:pt idx="894">
                  <c:v>7.2768057641726704</c:v>
                </c:pt>
                <c:pt idx="895">
                  <c:v>7.2768057641726704</c:v>
                </c:pt>
                <c:pt idx="896">
                  <c:v>7.2768057641726704</c:v>
                </c:pt>
                <c:pt idx="897">
                  <c:v>7.2768057641726704</c:v>
                </c:pt>
                <c:pt idx="898">
                  <c:v>7.2768057641726704</c:v>
                </c:pt>
                <c:pt idx="899">
                  <c:v>7.2768057641726704</c:v>
                </c:pt>
                <c:pt idx="900">
                  <c:v>7.2768057641726704</c:v>
                </c:pt>
                <c:pt idx="901">
                  <c:v>7.2768057641726704</c:v>
                </c:pt>
                <c:pt idx="902">
                  <c:v>7.2768057641726704</c:v>
                </c:pt>
                <c:pt idx="903">
                  <c:v>7.2768057641726704</c:v>
                </c:pt>
                <c:pt idx="904">
                  <c:v>7.2768057641726704</c:v>
                </c:pt>
                <c:pt idx="905">
                  <c:v>7.2768057641726704</c:v>
                </c:pt>
                <c:pt idx="906">
                  <c:v>7.2768057641726704</c:v>
                </c:pt>
                <c:pt idx="907">
                  <c:v>7.2768057641726704</c:v>
                </c:pt>
                <c:pt idx="908">
                  <c:v>7.2768057641726704</c:v>
                </c:pt>
                <c:pt idx="909">
                  <c:v>7.2768057641726704</c:v>
                </c:pt>
                <c:pt idx="910">
                  <c:v>7.2768057641726704</c:v>
                </c:pt>
                <c:pt idx="911">
                  <c:v>7.2768057641726704</c:v>
                </c:pt>
                <c:pt idx="912">
                  <c:v>7.2768057641726704</c:v>
                </c:pt>
                <c:pt idx="913">
                  <c:v>7.2768057641726704</c:v>
                </c:pt>
                <c:pt idx="914">
                  <c:v>7.2768057641726704</c:v>
                </c:pt>
                <c:pt idx="915">
                  <c:v>7.2768057641726704</c:v>
                </c:pt>
                <c:pt idx="916">
                  <c:v>7.2768057641726704</c:v>
                </c:pt>
                <c:pt idx="917">
                  <c:v>7.2768057641726704</c:v>
                </c:pt>
                <c:pt idx="918">
                  <c:v>7.2768057641726704</c:v>
                </c:pt>
                <c:pt idx="919">
                  <c:v>7.2768057641726704</c:v>
                </c:pt>
                <c:pt idx="920">
                  <c:v>7.2768057641726704</c:v>
                </c:pt>
                <c:pt idx="921">
                  <c:v>7.2768057641726704</c:v>
                </c:pt>
                <c:pt idx="922">
                  <c:v>7.2768057641726704</c:v>
                </c:pt>
                <c:pt idx="923">
                  <c:v>7.2768057641726704</c:v>
                </c:pt>
                <c:pt idx="924">
                  <c:v>7.2768057641726704</c:v>
                </c:pt>
                <c:pt idx="925">
                  <c:v>7.2768057641726704</c:v>
                </c:pt>
                <c:pt idx="926">
                  <c:v>7.2768057641726704</c:v>
                </c:pt>
                <c:pt idx="927">
                  <c:v>7.2768057641726704</c:v>
                </c:pt>
                <c:pt idx="928">
                  <c:v>7.2768057641726704</c:v>
                </c:pt>
                <c:pt idx="929">
                  <c:v>7.2768057641726704</c:v>
                </c:pt>
                <c:pt idx="930">
                  <c:v>7.2768057641726704</c:v>
                </c:pt>
                <c:pt idx="931">
                  <c:v>7.2768057641726704</c:v>
                </c:pt>
                <c:pt idx="932">
                  <c:v>7.2768057641726704</c:v>
                </c:pt>
                <c:pt idx="933">
                  <c:v>7.2768057641726704</c:v>
                </c:pt>
                <c:pt idx="934">
                  <c:v>7.2768057641726704</c:v>
                </c:pt>
                <c:pt idx="935">
                  <c:v>7.2768057641726704</c:v>
                </c:pt>
                <c:pt idx="936">
                  <c:v>7.2768057641726704</c:v>
                </c:pt>
                <c:pt idx="937">
                  <c:v>7.2768057641726704</c:v>
                </c:pt>
                <c:pt idx="938">
                  <c:v>7.2768057641726704</c:v>
                </c:pt>
                <c:pt idx="939">
                  <c:v>7.2768057641726704</c:v>
                </c:pt>
                <c:pt idx="940">
                  <c:v>7.2768057641726704</c:v>
                </c:pt>
                <c:pt idx="941">
                  <c:v>7.2768057641726704</c:v>
                </c:pt>
                <c:pt idx="942">
                  <c:v>7.2768057641726704</c:v>
                </c:pt>
                <c:pt idx="943">
                  <c:v>7.2768057641726704</c:v>
                </c:pt>
                <c:pt idx="944">
                  <c:v>7.2768057641726704</c:v>
                </c:pt>
                <c:pt idx="945">
                  <c:v>7.2768057641726704</c:v>
                </c:pt>
                <c:pt idx="946">
                  <c:v>7.2768057641726704</c:v>
                </c:pt>
                <c:pt idx="947">
                  <c:v>7.2768057641726704</c:v>
                </c:pt>
                <c:pt idx="948">
                  <c:v>7.2768057641726704</c:v>
                </c:pt>
                <c:pt idx="949">
                  <c:v>7.2768057641726704</c:v>
                </c:pt>
                <c:pt idx="950">
                  <c:v>7.2768057641726704</c:v>
                </c:pt>
                <c:pt idx="951">
                  <c:v>7.2768057641726704</c:v>
                </c:pt>
                <c:pt idx="952">
                  <c:v>7.2768057641726704</c:v>
                </c:pt>
                <c:pt idx="953">
                  <c:v>7.2768057641726704</c:v>
                </c:pt>
                <c:pt idx="954">
                  <c:v>7.2768057641726704</c:v>
                </c:pt>
                <c:pt idx="955">
                  <c:v>7.2768057641726704</c:v>
                </c:pt>
                <c:pt idx="956">
                  <c:v>7.2768057641726704</c:v>
                </c:pt>
                <c:pt idx="957">
                  <c:v>7.2768057641726704</c:v>
                </c:pt>
                <c:pt idx="958">
                  <c:v>7.2768057641726704</c:v>
                </c:pt>
                <c:pt idx="959">
                  <c:v>7.2768057641726704</c:v>
                </c:pt>
                <c:pt idx="960">
                  <c:v>7.2768057641726704</c:v>
                </c:pt>
                <c:pt idx="961">
                  <c:v>7.2768057641726704</c:v>
                </c:pt>
                <c:pt idx="962">
                  <c:v>7.2768057641726704</c:v>
                </c:pt>
                <c:pt idx="963">
                  <c:v>7.2768057641726704</c:v>
                </c:pt>
                <c:pt idx="964">
                  <c:v>7.2768057641726704</c:v>
                </c:pt>
                <c:pt idx="965">
                  <c:v>7.2768057641726704</c:v>
                </c:pt>
                <c:pt idx="966">
                  <c:v>7.2768057641726704</c:v>
                </c:pt>
                <c:pt idx="967">
                  <c:v>7.2768057641726704</c:v>
                </c:pt>
                <c:pt idx="968">
                  <c:v>7.2768057641726704</c:v>
                </c:pt>
                <c:pt idx="969">
                  <c:v>7.2768057641726704</c:v>
                </c:pt>
                <c:pt idx="970">
                  <c:v>7.2768057641726704</c:v>
                </c:pt>
                <c:pt idx="971">
                  <c:v>7.2768057641726704</c:v>
                </c:pt>
                <c:pt idx="972">
                  <c:v>7.2768057641726704</c:v>
                </c:pt>
                <c:pt idx="973">
                  <c:v>7.2768057641726704</c:v>
                </c:pt>
                <c:pt idx="974">
                  <c:v>7.2768057641726704</c:v>
                </c:pt>
                <c:pt idx="975">
                  <c:v>7.2768057641726704</c:v>
                </c:pt>
                <c:pt idx="976">
                  <c:v>7.2768057641726704</c:v>
                </c:pt>
                <c:pt idx="977">
                  <c:v>7.2768057641726704</c:v>
                </c:pt>
                <c:pt idx="978">
                  <c:v>7.2768057641726704</c:v>
                </c:pt>
                <c:pt idx="979">
                  <c:v>7.2768057641726704</c:v>
                </c:pt>
                <c:pt idx="980">
                  <c:v>7.2768057641726704</c:v>
                </c:pt>
                <c:pt idx="981">
                  <c:v>7.2768057641726704</c:v>
                </c:pt>
                <c:pt idx="982">
                  <c:v>7.2768057641726704</c:v>
                </c:pt>
                <c:pt idx="983">
                  <c:v>7.2768057641726704</c:v>
                </c:pt>
                <c:pt idx="984">
                  <c:v>7.2768057641726704</c:v>
                </c:pt>
                <c:pt idx="985">
                  <c:v>7.2768057641726704</c:v>
                </c:pt>
                <c:pt idx="986">
                  <c:v>7.2768057641726704</c:v>
                </c:pt>
                <c:pt idx="987">
                  <c:v>7.2768057641726704</c:v>
                </c:pt>
                <c:pt idx="988">
                  <c:v>7.2768057641726704</c:v>
                </c:pt>
                <c:pt idx="989">
                  <c:v>7.2768057641726704</c:v>
                </c:pt>
                <c:pt idx="990">
                  <c:v>7.2768057641726704</c:v>
                </c:pt>
                <c:pt idx="991">
                  <c:v>7.2768057641726704</c:v>
                </c:pt>
                <c:pt idx="992">
                  <c:v>7.2768057641726704</c:v>
                </c:pt>
                <c:pt idx="993">
                  <c:v>7.2768057641726704</c:v>
                </c:pt>
                <c:pt idx="994">
                  <c:v>7.2768057641726704</c:v>
                </c:pt>
                <c:pt idx="995">
                  <c:v>7.2768057641726704</c:v>
                </c:pt>
                <c:pt idx="996">
                  <c:v>7.2768057641726704</c:v>
                </c:pt>
                <c:pt idx="997">
                  <c:v>7.2768057641726704</c:v>
                </c:pt>
                <c:pt idx="998">
                  <c:v>7.2768057641726704</c:v>
                </c:pt>
                <c:pt idx="999">
                  <c:v>7.2768057641726704</c:v>
                </c:pt>
                <c:pt idx="1000">
                  <c:v>7.2768057641726704</c:v>
                </c:pt>
                <c:pt idx="1001">
                  <c:v>7.2768057641726704</c:v>
                </c:pt>
                <c:pt idx="1002">
                  <c:v>7.2768057641726704</c:v>
                </c:pt>
                <c:pt idx="1003">
                  <c:v>7.2768057641726704</c:v>
                </c:pt>
                <c:pt idx="1004">
                  <c:v>7.2768057641726704</c:v>
                </c:pt>
                <c:pt idx="1005">
                  <c:v>7.2768057641726704</c:v>
                </c:pt>
                <c:pt idx="1006">
                  <c:v>7.2768057641726704</c:v>
                </c:pt>
                <c:pt idx="1007">
                  <c:v>7.2768057641726704</c:v>
                </c:pt>
                <c:pt idx="1008">
                  <c:v>7.2768057641726704</c:v>
                </c:pt>
                <c:pt idx="1009">
                  <c:v>7.2768057641726704</c:v>
                </c:pt>
                <c:pt idx="1010">
                  <c:v>7.2768057641726704</c:v>
                </c:pt>
                <c:pt idx="1011">
                  <c:v>7.2768057641726704</c:v>
                </c:pt>
                <c:pt idx="1012">
                  <c:v>7.2768057641726704</c:v>
                </c:pt>
                <c:pt idx="1013">
                  <c:v>7.2768057641726704</c:v>
                </c:pt>
                <c:pt idx="1014">
                  <c:v>7.2768057641726704</c:v>
                </c:pt>
                <c:pt idx="1015">
                  <c:v>7.2768057641726704</c:v>
                </c:pt>
                <c:pt idx="1016">
                  <c:v>7.2768057641726704</c:v>
                </c:pt>
                <c:pt idx="1017">
                  <c:v>7.2768057641726704</c:v>
                </c:pt>
                <c:pt idx="1018">
                  <c:v>7.2768057641726704</c:v>
                </c:pt>
                <c:pt idx="1019">
                  <c:v>7.2768057641726704</c:v>
                </c:pt>
                <c:pt idx="1020">
                  <c:v>7.2768057641726704</c:v>
                </c:pt>
                <c:pt idx="1021">
                  <c:v>7.2768057641726704</c:v>
                </c:pt>
                <c:pt idx="1022">
                  <c:v>7.2768057641726704</c:v>
                </c:pt>
                <c:pt idx="1023">
                  <c:v>7.2768057641726704</c:v>
                </c:pt>
                <c:pt idx="1024">
                  <c:v>7.2768057641726704</c:v>
                </c:pt>
                <c:pt idx="1025">
                  <c:v>7.2768057641726704</c:v>
                </c:pt>
                <c:pt idx="1026">
                  <c:v>7.2768057641726704</c:v>
                </c:pt>
                <c:pt idx="1027">
                  <c:v>7.2768057641726704</c:v>
                </c:pt>
                <c:pt idx="1028">
                  <c:v>7.2768057641726704</c:v>
                </c:pt>
                <c:pt idx="1029">
                  <c:v>7.2768057641726704</c:v>
                </c:pt>
                <c:pt idx="1030">
                  <c:v>7.2768057641726704</c:v>
                </c:pt>
                <c:pt idx="1031">
                  <c:v>7.2768057641726704</c:v>
                </c:pt>
                <c:pt idx="1032">
                  <c:v>7.2768057641726704</c:v>
                </c:pt>
                <c:pt idx="1033">
                  <c:v>7.2768057641726704</c:v>
                </c:pt>
                <c:pt idx="1034">
                  <c:v>7.2768057641726704</c:v>
                </c:pt>
                <c:pt idx="1035">
                  <c:v>7.2768057641726704</c:v>
                </c:pt>
                <c:pt idx="1036">
                  <c:v>7.2768057641726704</c:v>
                </c:pt>
                <c:pt idx="1037">
                  <c:v>7.2768057641726704</c:v>
                </c:pt>
                <c:pt idx="1038">
                  <c:v>7.2768057641726704</c:v>
                </c:pt>
                <c:pt idx="1039">
                  <c:v>7.2768057641726704</c:v>
                </c:pt>
                <c:pt idx="1040">
                  <c:v>7.2768057641726704</c:v>
                </c:pt>
                <c:pt idx="1041">
                  <c:v>7.2768057641726704</c:v>
                </c:pt>
                <c:pt idx="1042">
                  <c:v>7.2768057641726704</c:v>
                </c:pt>
                <c:pt idx="1043">
                  <c:v>7.2768057641726704</c:v>
                </c:pt>
                <c:pt idx="1044">
                  <c:v>7.2768057641726704</c:v>
                </c:pt>
                <c:pt idx="1045">
                  <c:v>7.2768057641726704</c:v>
                </c:pt>
                <c:pt idx="1046">
                  <c:v>7.2768057641726704</c:v>
                </c:pt>
                <c:pt idx="1047">
                  <c:v>7.2768057641726704</c:v>
                </c:pt>
                <c:pt idx="1048">
                  <c:v>7.2768057641726704</c:v>
                </c:pt>
                <c:pt idx="1049">
                  <c:v>7.2768057641726704</c:v>
                </c:pt>
                <c:pt idx="1050">
                  <c:v>7.2768057641726704</c:v>
                </c:pt>
                <c:pt idx="1051">
                  <c:v>7.2768057641726704</c:v>
                </c:pt>
                <c:pt idx="1052">
                  <c:v>7.2768057641726704</c:v>
                </c:pt>
                <c:pt idx="1053">
                  <c:v>7.2768057641726704</c:v>
                </c:pt>
                <c:pt idx="1054">
                  <c:v>7.2768057641726704</c:v>
                </c:pt>
                <c:pt idx="1055">
                  <c:v>7.2768057641726704</c:v>
                </c:pt>
                <c:pt idx="1056">
                  <c:v>7.2768057641726704</c:v>
                </c:pt>
                <c:pt idx="1057">
                  <c:v>7.2768057641726704</c:v>
                </c:pt>
                <c:pt idx="1058">
                  <c:v>7.2768057641726704</c:v>
                </c:pt>
                <c:pt idx="1059">
                  <c:v>7.2768057641726704</c:v>
                </c:pt>
                <c:pt idx="1060">
                  <c:v>7.2768057641726704</c:v>
                </c:pt>
                <c:pt idx="1061">
                  <c:v>7.2768057641726704</c:v>
                </c:pt>
                <c:pt idx="1062">
                  <c:v>7.2768057641726704</c:v>
                </c:pt>
                <c:pt idx="1063">
                  <c:v>7.2768057641726704</c:v>
                </c:pt>
                <c:pt idx="1064">
                  <c:v>7.2768057641726704</c:v>
                </c:pt>
                <c:pt idx="1065">
                  <c:v>7.2768057641726704</c:v>
                </c:pt>
                <c:pt idx="1066">
                  <c:v>7.2768057641726704</c:v>
                </c:pt>
                <c:pt idx="1067">
                  <c:v>7.2768057641726704</c:v>
                </c:pt>
                <c:pt idx="1068">
                  <c:v>7.2768057641726704</c:v>
                </c:pt>
                <c:pt idx="1069">
                  <c:v>7.2768057641726704</c:v>
                </c:pt>
                <c:pt idx="1070">
                  <c:v>7.2768057641726704</c:v>
                </c:pt>
                <c:pt idx="1071">
                  <c:v>7.2768057641726704</c:v>
                </c:pt>
                <c:pt idx="1072">
                  <c:v>7.2768057641726704</c:v>
                </c:pt>
                <c:pt idx="1073">
                  <c:v>7.2768057641726704</c:v>
                </c:pt>
                <c:pt idx="1074">
                  <c:v>7.2768057641726704</c:v>
                </c:pt>
                <c:pt idx="1075">
                  <c:v>7.2768057641726704</c:v>
                </c:pt>
                <c:pt idx="1076">
                  <c:v>7.2768057641726704</c:v>
                </c:pt>
                <c:pt idx="1077">
                  <c:v>7.2768057641726704</c:v>
                </c:pt>
                <c:pt idx="1078">
                  <c:v>7.2768057641726704</c:v>
                </c:pt>
                <c:pt idx="1079">
                  <c:v>7.2768057641726704</c:v>
                </c:pt>
                <c:pt idx="1080">
                  <c:v>7.2768057641726704</c:v>
                </c:pt>
                <c:pt idx="1081">
                  <c:v>7.2768057641726704</c:v>
                </c:pt>
                <c:pt idx="1082">
                  <c:v>7.2768057641726704</c:v>
                </c:pt>
                <c:pt idx="1083">
                  <c:v>7.2768057641726704</c:v>
                </c:pt>
                <c:pt idx="1084">
                  <c:v>7.2768057641726704</c:v>
                </c:pt>
                <c:pt idx="1085">
                  <c:v>7.2768057641726704</c:v>
                </c:pt>
                <c:pt idx="1086">
                  <c:v>7.2768057641726704</c:v>
                </c:pt>
                <c:pt idx="1087">
                  <c:v>7.2768057641726704</c:v>
                </c:pt>
                <c:pt idx="1088">
                  <c:v>7.2768057641726704</c:v>
                </c:pt>
                <c:pt idx="1089">
                  <c:v>7.2768057641726704</c:v>
                </c:pt>
                <c:pt idx="1090">
                  <c:v>7.2768057641726704</c:v>
                </c:pt>
                <c:pt idx="1091">
                  <c:v>7.2768057641726704</c:v>
                </c:pt>
                <c:pt idx="1092">
                  <c:v>7.2768057641726704</c:v>
                </c:pt>
                <c:pt idx="1093">
                  <c:v>7.2768057641726704</c:v>
                </c:pt>
                <c:pt idx="1094">
                  <c:v>7.2768057641726704</c:v>
                </c:pt>
                <c:pt idx="1095">
                  <c:v>7.2768057641726704</c:v>
                </c:pt>
                <c:pt idx="1096">
                  <c:v>7.2768057641726704</c:v>
                </c:pt>
                <c:pt idx="1097">
                  <c:v>7.2768057641726704</c:v>
                </c:pt>
                <c:pt idx="1098">
                  <c:v>7.2768057641726704</c:v>
                </c:pt>
                <c:pt idx="1099">
                  <c:v>7.2768057641726704</c:v>
                </c:pt>
                <c:pt idx="1100">
                  <c:v>7.2768057641726704</c:v>
                </c:pt>
                <c:pt idx="1101">
                  <c:v>7.2768057641726704</c:v>
                </c:pt>
                <c:pt idx="1102">
                  <c:v>7.2768057641726704</c:v>
                </c:pt>
                <c:pt idx="1103">
                  <c:v>7.2768057641726704</c:v>
                </c:pt>
                <c:pt idx="1104">
                  <c:v>7.2768057641726704</c:v>
                </c:pt>
                <c:pt idx="1105">
                  <c:v>7.2768057641726704</c:v>
                </c:pt>
                <c:pt idx="1106">
                  <c:v>7.2768057641726704</c:v>
                </c:pt>
                <c:pt idx="1107">
                  <c:v>7.2768057641726704</c:v>
                </c:pt>
                <c:pt idx="1108">
                  <c:v>7.2768057641726704</c:v>
                </c:pt>
                <c:pt idx="1109">
                  <c:v>7.2768057641726704</c:v>
                </c:pt>
                <c:pt idx="1110">
                  <c:v>7.2768057641726704</c:v>
                </c:pt>
                <c:pt idx="1111">
                  <c:v>7.2768057641726704</c:v>
                </c:pt>
                <c:pt idx="1112">
                  <c:v>7.2768057641726704</c:v>
                </c:pt>
                <c:pt idx="1113">
                  <c:v>7.2768057641726704</c:v>
                </c:pt>
                <c:pt idx="1114">
                  <c:v>7.2768057641726704</c:v>
                </c:pt>
                <c:pt idx="1115">
                  <c:v>7.2768057641726704</c:v>
                </c:pt>
                <c:pt idx="1116">
                  <c:v>7.2768057641726704</c:v>
                </c:pt>
                <c:pt idx="1117">
                  <c:v>7.2768057641726704</c:v>
                </c:pt>
                <c:pt idx="1118">
                  <c:v>7.2768057641726704</c:v>
                </c:pt>
                <c:pt idx="1119">
                  <c:v>7.2768057641726704</c:v>
                </c:pt>
                <c:pt idx="1120">
                  <c:v>7.2768057641726704</c:v>
                </c:pt>
                <c:pt idx="1121">
                  <c:v>7.2768057641726704</c:v>
                </c:pt>
                <c:pt idx="1122">
                  <c:v>7.2768057641726704</c:v>
                </c:pt>
                <c:pt idx="1123">
                  <c:v>7.2768057641726704</c:v>
                </c:pt>
                <c:pt idx="1124">
                  <c:v>7.2768057641726704</c:v>
                </c:pt>
                <c:pt idx="1125">
                  <c:v>7.2768057641726704</c:v>
                </c:pt>
                <c:pt idx="1126">
                  <c:v>7.2768057641726704</c:v>
                </c:pt>
                <c:pt idx="1127">
                  <c:v>7.2768057641726704</c:v>
                </c:pt>
                <c:pt idx="1128">
                  <c:v>7.2768057641726704</c:v>
                </c:pt>
                <c:pt idx="1129">
                  <c:v>7.2768057641726704</c:v>
                </c:pt>
                <c:pt idx="1130">
                  <c:v>7.2768057641726704</c:v>
                </c:pt>
                <c:pt idx="1131">
                  <c:v>7.2768057641726704</c:v>
                </c:pt>
                <c:pt idx="1132">
                  <c:v>7.2768057641726704</c:v>
                </c:pt>
                <c:pt idx="1133">
                  <c:v>7.2768057641726704</c:v>
                </c:pt>
                <c:pt idx="1134">
                  <c:v>7.2768057641726704</c:v>
                </c:pt>
                <c:pt idx="1135">
                  <c:v>7.2768057641726704</c:v>
                </c:pt>
                <c:pt idx="1136">
                  <c:v>7.2768057641726704</c:v>
                </c:pt>
                <c:pt idx="1137">
                  <c:v>7.2768057641726704</c:v>
                </c:pt>
                <c:pt idx="1138">
                  <c:v>7.2768057641726704</c:v>
                </c:pt>
                <c:pt idx="1139">
                  <c:v>7.2768057641726704</c:v>
                </c:pt>
                <c:pt idx="1140">
                  <c:v>7.2768057641726704</c:v>
                </c:pt>
                <c:pt idx="1141">
                  <c:v>7.2768057641726704</c:v>
                </c:pt>
                <c:pt idx="1142">
                  <c:v>7.2768057641726704</c:v>
                </c:pt>
                <c:pt idx="1143">
                  <c:v>7.2768057641726704</c:v>
                </c:pt>
                <c:pt idx="1144">
                  <c:v>7.2768057641726704</c:v>
                </c:pt>
                <c:pt idx="1145">
                  <c:v>7.2768057641726704</c:v>
                </c:pt>
                <c:pt idx="1146">
                  <c:v>7.2768057641726704</c:v>
                </c:pt>
                <c:pt idx="1147">
                  <c:v>7.2768057641726704</c:v>
                </c:pt>
                <c:pt idx="1148">
                  <c:v>7.2768057641726704</c:v>
                </c:pt>
                <c:pt idx="1149">
                  <c:v>7.2768057641726704</c:v>
                </c:pt>
                <c:pt idx="1150">
                  <c:v>7.2768057641726704</c:v>
                </c:pt>
                <c:pt idx="1151">
                  <c:v>7.2768057641726704</c:v>
                </c:pt>
                <c:pt idx="1152">
                  <c:v>7.2768057641726704</c:v>
                </c:pt>
                <c:pt idx="1153">
                  <c:v>7.2768057641726704</c:v>
                </c:pt>
                <c:pt idx="1154">
                  <c:v>7.2768057641726704</c:v>
                </c:pt>
                <c:pt idx="1155">
                  <c:v>7.2768057641726704</c:v>
                </c:pt>
                <c:pt idx="1156">
                  <c:v>7.2768057641726704</c:v>
                </c:pt>
                <c:pt idx="1157">
                  <c:v>7.2768057641726704</c:v>
                </c:pt>
                <c:pt idx="1158">
                  <c:v>7.2768057641726704</c:v>
                </c:pt>
                <c:pt idx="1159">
                  <c:v>7.2768057641726704</c:v>
                </c:pt>
                <c:pt idx="1160">
                  <c:v>7.2768057641726704</c:v>
                </c:pt>
                <c:pt idx="1161">
                  <c:v>7.2768057641726704</c:v>
                </c:pt>
                <c:pt idx="1162">
                  <c:v>7.2768057641726704</c:v>
                </c:pt>
                <c:pt idx="1163">
                  <c:v>7.2768057641726704</c:v>
                </c:pt>
                <c:pt idx="1164">
                  <c:v>7.2768057641726704</c:v>
                </c:pt>
                <c:pt idx="1165">
                  <c:v>7.2768057641726704</c:v>
                </c:pt>
                <c:pt idx="1166">
                  <c:v>7.2768057641726704</c:v>
                </c:pt>
                <c:pt idx="1167">
                  <c:v>7.2768057641726704</c:v>
                </c:pt>
                <c:pt idx="1168">
                  <c:v>7.2768057641726704</c:v>
                </c:pt>
                <c:pt idx="1169">
                  <c:v>7.2768057641726704</c:v>
                </c:pt>
                <c:pt idx="1170">
                  <c:v>7.2768057641726704</c:v>
                </c:pt>
                <c:pt idx="1171">
                  <c:v>7.2768057641726704</c:v>
                </c:pt>
                <c:pt idx="1172">
                  <c:v>7.2768057641726704</c:v>
                </c:pt>
                <c:pt idx="1173">
                  <c:v>7.2768057641726704</c:v>
                </c:pt>
                <c:pt idx="1174">
                  <c:v>7.2768057641726704</c:v>
                </c:pt>
                <c:pt idx="1175">
                  <c:v>7.2768057641726704</c:v>
                </c:pt>
                <c:pt idx="1176">
                  <c:v>7.2768057641726704</c:v>
                </c:pt>
                <c:pt idx="1177">
                  <c:v>7.2768057641726704</c:v>
                </c:pt>
                <c:pt idx="1178">
                  <c:v>7.2768057641726704</c:v>
                </c:pt>
                <c:pt idx="1179">
                  <c:v>7.2768057641726704</c:v>
                </c:pt>
                <c:pt idx="1180">
                  <c:v>7.2768057641726704</c:v>
                </c:pt>
                <c:pt idx="1181">
                  <c:v>7.2768057641726704</c:v>
                </c:pt>
                <c:pt idx="1182">
                  <c:v>7.2768057641726704</c:v>
                </c:pt>
                <c:pt idx="1183">
                  <c:v>7.2768057641726704</c:v>
                </c:pt>
                <c:pt idx="1184">
                  <c:v>7.2768057641726704</c:v>
                </c:pt>
                <c:pt idx="1185">
                  <c:v>7.2768057641726704</c:v>
                </c:pt>
                <c:pt idx="1186">
                  <c:v>7.2768057641726704</c:v>
                </c:pt>
                <c:pt idx="1187">
                  <c:v>7.2768057641726704</c:v>
                </c:pt>
                <c:pt idx="1188">
                  <c:v>7.2768057641726704</c:v>
                </c:pt>
                <c:pt idx="1189">
                  <c:v>7.2768057641726704</c:v>
                </c:pt>
                <c:pt idx="1190">
                  <c:v>7.2768057641726704</c:v>
                </c:pt>
                <c:pt idx="1191">
                  <c:v>7.2768057641726704</c:v>
                </c:pt>
                <c:pt idx="1192">
                  <c:v>7.2768057641726704</c:v>
                </c:pt>
                <c:pt idx="1193">
                  <c:v>7.2768057641726704</c:v>
                </c:pt>
                <c:pt idx="1194">
                  <c:v>7.2768057641726704</c:v>
                </c:pt>
                <c:pt idx="1195">
                  <c:v>7.2768057641726704</c:v>
                </c:pt>
                <c:pt idx="1196">
                  <c:v>7.2768057641726704</c:v>
                </c:pt>
                <c:pt idx="1197">
                  <c:v>7.2768057641726704</c:v>
                </c:pt>
                <c:pt idx="1198">
                  <c:v>7.2768057641726704</c:v>
                </c:pt>
                <c:pt idx="1199">
                  <c:v>7.2768057641726704</c:v>
                </c:pt>
                <c:pt idx="1200">
                  <c:v>7.2768057641726704</c:v>
                </c:pt>
                <c:pt idx="1201">
                  <c:v>7.2768057641726704</c:v>
                </c:pt>
                <c:pt idx="1202">
                  <c:v>7.2768057641726704</c:v>
                </c:pt>
                <c:pt idx="1203">
                  <c:v>7.2768057641726704</c:v>
                </c:pt>
                <c:pt idx="1204">
                  <c:v>7.2768057641726704</c:v>
                </c:pt>
                <c:pt idx="1205">
                  <c:v>7.2768057641726704</c:v>
                </c:pt>
                <c:pt idx="1206">
                  <c:v>7.2768057641726704</c:v>
                </c:pt>
                <c:pt idx="1207">
                  <c:v>7.2768057641726704</c:v>
                </c:pt>
                <c:pt idx="1208">
                  <c:v>7.2768057641726704</c:v>
                </c:pt>
                <c:pt idx="1209">
                  <c:v>7.2768057641726704</c:v>
                </c:pt>
                <c:pt idx="1210">
                  <c:v>7.2768057641726704</c:v>
                </c:pt>
                <c:pt idx="1211">
                  <c:v>7.2768057641726704</c:v>
                </c:pt>
                <c:pt idx="1212">
                  <c:v>7.2768057641726704</c:v>
                </c:pt>
                <c:pt idx="1213">
                  <c:v>7.2768057641726704</c:v>
                </c:pt>
                <c:pt idx="1214">
                  <c:v>7.2768057641726704</c:v>
                </c:pt>
                <c:pt idx="1215">
                  <c:v>7.2768057641726704</c:v>
                </c:pt>
                <c:pt idx="1216">
                  <c:v>7.2768057641726704</c:v>
                </c:pt>
                <c:pt idx="1217">
                  <c:v>7.2768057641726704</c:v>
                </c:pt>
                <c:pt idx="1218">
                  <c:v>7.2768057641726704</c:v>
                </c:pt>
                <c:pt idx="1219">
                  <c:v>7.2768057641726704</c:v>
                </c:pt>
                <c:pt idx="1220">
                  <c:v>7.2768057641726704</c:v>
                </c:pt>
                <c:pt idx="1221">
                  <c:v>7.2768057641726704</c:v>
                </c:pt>
                <c:pt idx="1222">
                  <c:v>7.2768057641726704</c:v>
                </c:pt>
                <c:pt idx="1223">
                  <c:v>7.2768057641726704</c:v>
                </c:pt>
                <c:pt idx="1224">
                  <c:v>7.2768057641726704</c:v>
                </c:pt>
                <c:pt idx="1225">
                  <c:v>7.2768057641726704</c:v>
                </c:pt>
                <c:pt idx="1226">
                  <c:v>7.2768057641726704</c:v>
                </c:pt>
                <c:pt idx="1227">
                  <c:v>7.2768057641726704</c:v>
                </c:pt>
                <c:pt idx="1228">
                  <c:v>7.2768057641726704</c:v>
                </c:pt>
                <c:pt idx="1229">
                  <c:v>7.2768057641726704</c:v>
                </c:pt>
                <c:pt idx="1230">
                  <c:v>7.2768057641726704</c:v>
                </c:pt>
                <c:pt idx="1231">
                  <c:v>7.2768057641726704</c:v>
                </c:pt>
                <c:pt idx="1232">
                  <c:v>7.2768057641726704</c:v>
                </c:pt>
                <c:pt idx="1233">
                  <c:v>7.2768057641726704</c:v>
                </c:pt>
                <c:pt idx="1234">
                  <c:v>7.2768057641726704</c:v>
                </c:pt>
                <c:pt idx="1235">
                  <c:v>7.2768057641726704</c:v>
                </c:pt>
                <c:pt idx="1236">
                  <c:v>7.2768057641726704</c:v>
                </c:pt>
                <c:pt idx="1237">
                  <c:v>7.2768057641726704</c:v>
                </c:pt>
                <c:pt idx="1238">
                  <c:v>7.2768057641726704</c:v>
                </c:pt>
                <c:pt idx="1239">
                  <c:v>7.2768057641726704</c:v>
                </c:pt>
                <c:pt idx="1240">
                  <c:v>7.2768057641726704</c:v>
                </c:pt>
                <c:pt idx="1241">
                  <c:v>7.2768057641726704</c:v>
                </c:pt>
                <c:pt idx="1242">
                  <c:v>7.2768057641726704</c:v>
                </c:pt>
                <c:pt idx="1243">
                  <c:v>7.2768057641726704</c:v>
                </c:pt>
                <c:pt idx="1244">
                  <c:v>7.2768057641726704</c:v>
                </c:pt>
                <c:pt idx="1245">
                  <c:v>7.2768057641726704</c:v>
                </c:pt>
                <c:pt idx="1246">
                  <c:v>7.2768057641726704</c:v>
                </c:pt>
                <c:pt idx="1247">
                  <c:v>7.2768057641726704</c:v>
                </c:pt>
                <c:pt idx="1248">
                  <c:v>7.2768057641726704</c:v>
                </c:pt>
                <c:pt idx="1249">
                  <c:v>7.2768057641726704</c:v>
                </c:pt>
                <c:pt idx="1250">
                  <c:v>7.2768057641726704</c:v>
                </c:pt>
                <c:pt idx="1251">
                  <c:v>7.2768057641726704</c:v>
                </c:pt>
                <c:pt idx="1252">
                  <c:v>7.2768057641726704</c:v>
                </c:pt>
                <c:pt idx="1253">
                  <c:v>7.2768057641726704</c:v>
                </c:pt>
                <c:pt idx="1254">
                  <c:v>7.2768057641726704</c:v>
                </c:pt>
                <c:pt idx="1255">
                  <c:v>7.2768057641726704</c:v>
                </c:pt>
                <c:pt idx="1256">
                  <c:v>7.2768057641726704</c:v>
                </c:pt>
                <c:pt idx="1257">
                  <c:v>7.2768057641726704</c:v>
                </c:pt>
                <c:pt idx="1258">
                  <c:v>7.2768057641726704</c:v>
                </c:pt>
                <c:pt idx="1259">
                  <c:v>7.2768057641726704</c:v>
                </c:pt>
                <c:pt idx="1260">
                  <c:v>7.2768057641726704</c:v>
                </c:pt>
                <c:pt idx="1261">
                  <c:v>7.2768057641726704</c:v>
                </c:pt>
                <c:pt idx="1262">
                  <c:v>7.2768057641726704</c:v>
                </c:pt>
                <c:pt idx="1263">
                  <c:v>7.2768057641726704</c:v>
                </c:pt>
                <c:pt idx="1264">
                  <c:v>7.2768057641726704</c:v>
                </c:pt>
                <c:pt idx="1265">
                  <c:v>7.2768057641726704</c:v>
                </c:pt>
                <c:pt idx="1266">
                  <c:v>7.2768057641726704</c:v>
                </c:pt>
                <c:pt idx="1267">
                  <c:v>7.2768057641726704</c:v>
                </c:pt>
                <c:pt idx="1268">
                  <c:v>7.2768057641726704</c:v>
                </c:pt>
                <c:pt idx="1269">
                  <c:v>7.2768057641726704</c:v>
                </c:pt>
                <c:pt idx="1270">
                  <c:v>7.2768057641726704</c:v>
                </c:pt>
                <c:pt idx="1271">
                  <c:v>7.2768057641726704</c:v>
                </c:pt>
                <c:pt idx="1272">
                  <c:v>7.2768057641726704</c:v>
                </c:pt>
                <c:pt idx="1273">
                  <c:v>7.2768057641726704</c:v>
                </c:pt>
                <c:pt idx="1274">
                  <c:v>7.2768057641726704</c:v>
                </c:pt>
                <c:pt idx="1275">
                  <c:v>7.2768057641726704</c:v>
                </c:pt>
                <c:pt idx="1276">
                  <c:v>7.2768057641726704</c:v>
                </c:pt>
                <c:pt idx="1277">
                  <c:v>7.2768057641726704</c:v>
                </c:pt>
                <c:pt idx="1278">
                  <c:v>7.2768057641726704</c:v>
                </c:pt>
                <c:pt idx="1279">
                  <c:v>7.2768057641726704</c:v>
                </c:pt>
                <c:pt idx="1280">
                  <c:v>7.2768057641726704</c:v>
                </c:pt>
                <c:pt idx="1281">
                  <c:v>7.2768057641726704</c:v>
                </c:pt>
                <c:pt idx="1282">
                  <c:v>7.2768057641726704</c:v>
                </c:pt>
                <c:pt idx="1283">
                  <c:v>7.2768057641726704</c:v>
                </c:pt>
                <c:pt idx="1284">
                  <c:v>7.2768057641726704</c:v>
                </c:pt>
                <c:pt idx="1285">
                  <c:v>7.2768057641726704</c:v>
                </c:pt>
                <c:pt idx="1286">
                  <c:v>7.2768057641726704</c:v>
                </c:pt>
                <c:pt idx="1287">
                  <c:v>7.2768057641726704</c:v>
                </c:pt>
                <c:pt idx="1288">
                  <c:v>7.2768057641726704</c:v>
                </c:pt>
                <c:pt idx="1289">
                  <c:v>7.2768057641726704</c:v>
                </c:pt>
                <c:pt idx="1290">
                  <c:v>7.2768057641726704</c:v>
                </c:pt>
                <c:pt idx="1291">
                  <c:v>7.2768057641726704</c:v>
                </c:pt>
                <c:pt idx="1292">
                  <c:v>7.2768057641726704</c:v>
                </c:pt>
                <c:pt idx="1293">
                  <c:v>7.2768057641726704</c:v>
                </c:pt>
                <c:pt idx="1294">
                  <c:v>7.2768057641726704</c:v>
                </c:pt>
                <c:pt idx="1295">
                  <c:v>7.2768057641726704</c:v>
                </c:pt>
                <c:pt idx="1296">
                  <c:v>7.2768057641726704</c:v>
                </c:pt>
                <c:pt idx="1297">
                  <c:v>7.2768057641726704</c:v>
                </c:pt>
                <c:pt idx="1298">
                  <c:v>7.2768057641726704</c:v>
                </c:pt>
                <c:pt idx="1299">
                  <c:v>7.2768057641726704</c:v>
                </c:pt>
                <c:pt idx="1300">
                  <c:v>7.2768057641726704</c:v>
                </c:pt>
                <c:pt idx="1301">
                  <c:v>7.2768057641726704</c:v>
                </c:pt>
                <c:pt idx="1302">
                  <c:v>7.2768057641726704</c:v>
                </c:pt>
                <c:pt idx="1303">
                  <c:v>7.2768057641726704</c:v>
                </c:pt>
                <c:pt idx="1304">
                  <c:v>7.2768057641726704</c:v>
                </c:pt>
                <c:pt idx="1305">
                  <c:v>7.2768057641726704</c:v>
                </c:pt>
                <c:pt idx="1306">
                  <c:v>7.2768057641726704</c:v>
                </c:pt>
                <c:pt idx="1307">
                  <c:v>7.2768057641726704</c:v>
                </c:pt>
                <c:pt idx="1308">
                  <c:v>7.2768057641726704</c:v>
                </c:pt>
                <c:pt idx="1309">
                  <c:v>7.2768057641726704</c:v>
                </c:pt>
                <c:pt idx="1310">
                  <c:v>7.2768057641726704</c:v>
                </c:pt>
                <c:pt idx="1311">
                  <c:v>7.2768057641726704</c:v>
                </c:pt>
                <c:pt idx="1312">
                  <c:v>7.2768057641726704</c:v>
                </c:pt>
                <c:pt idx="1313">
                  <c:v>7.2768057641726704</c:v>
                </c:pt>
                <c:pt idx="1314">
                  <c:v>7.2768057641726704</c:v>
                </c:pt>
                <c:pt idx="1315">
                  <c:v>7.2768057641726704</c:v>
                </c:pt>
                <c:pt idx="1316">
                  <c:v>7.2768057641726704</c:v>
                </c:pt>
                <c:pt idx="1317">
                  <c:v>7.2768057641726704</c:v>
                </c:pt>
                <c:pt idx="1318">
                  <c:v>7.2768057641726704</c:v>
                </c:pt>
                <c:pt idx="1319">
                  <c:v>7.2768057641726704</c:v>
                </c:pt>
                <c:pt idx="1320">
                  <c:v>7.2768057641726704</c:v>
                </c:pt>
                <c:pt idx="1321">
                  <c:v>7.2768057641726704</c:v>
                </c:pt>
                <c:pt idx="1322">
                  <c:v>7.2768057641726704</c:v>
                </c:pt>
                <c:pt idx="1323">
                  <c:v>7.2768057641726704</c:v>
                </c:pt>
                <c:pt idx="1324">
                  <c:v>7.2768057641726704</c:v>
                </c:pt>
                <c:pt idx="1325">
                  <c:v>7.2768057641726704</c:v>
                </c:pt>
                <c:pt idx="1326">
                  <c:v>7.2768057641726704</c:v>
                </c:pt>
                <c:pt idx="1327">
                  <c:v>7.2768057641726704</c:v>
                </c:pt>
                <c:pt idx="1328">
                  <c:v>7.2768057641726704</c:v>
                </c:pt>
                <c:pt idx="1329">
                  <c:v>7.2768057641726704</c:v>
                </c:pt>
                <c:pt idx="1330">
                  <c:v>7.2768057641726704</c:v>
                </c:pt>
                <c:pt idx="1331">
                  <c:v>7.2768057641726704</c:v>
                </c:pt>
                <c:pt idx="1332">
                  <c:v>7.2768057641726704</c:v>
                </c:pt>
                <c:pt idx="1333">
                  <c:v>7.2768057641726704</c:v>
                </c:pt>
                <c:pt idx="1334">
                  <c:v>7.2768057641726704</c:v>
                </c:pt>
                <c:pt idx="1335">
                  <c:v>7.2768057641726704</c:v>
                </c:pt>
                <c:pt idx="1336">
                  <c:v>7.2768057641726704</c:v>
                </c:pt>
                <c:pt idx="1337">
                  <c:v>7.2768057641726704</c:v>
                </c:pt>
                <c:pt idx="1338">
                  <c:v>7.2768057641726704</c:v>
                </c:pt>
                <c:pt idx="1339">
                  <c:v>7.2768057641726704</c:v>
                </c:pt>
                <c:pt idx="1340">
                  <c:v>7.2768057641726704</c:v>
                </c:pt>
                <c:pt idx="1341">
                  <c:v>7.2768057641726704</c:v>
                </c:pt>
                <c:pt idx="1342">
                  <c:v>7.2768057641726704</c:v>
                </c:pt>
                <c:pt idx="1343">
                  <c:v>7.2768057641726704</c:v>
                </c:pt>
                <c:pt idx="1344">
                  <c:v>7.2768057641726704</c:v>
                </c:pt>
                <c:pt idx="1345">
                  <c:v>7.2768057641726704</c:v>
                </c:pt>
                <c:pt idx="1346">
                  <c:v>7.2768057641726704</c:v>
                </c:pt>
                <c:pt idx="1347">
                  <c:v>7.2768057641726704</c:v>
                </c:pt>
                <c:pt idx="1348">
                  <c:v>7.2768057641726704</c:v>
                </c:pt>
                <c:pt idx="1349">
                  <c:v>7.2768057641726704</c:v>
                </c:pt>
                <c:pt idx="1350">
                  <c:v>7.2768057641726704</c:v>
                </c:pt>
                <c:pt idx="1351">
                  <c:v>7.2768057641726704</c:v>
                </c:pt>
                <c:pt idx="1352">
                  <c:v>7.2768057641726704</c:v>
                </c:pt>
                <c:pt idx="1353">
                  <c:v>7.2768057641726704</c:v>
                </c:pt>
                <c:pt idx="1354">
                  <c:v>7.2768057641726704</c:v>
                </c:pt>
                <c:pt idx="1355">
                  <c:v>7.2768057641726704</c:v>
                </c:pt>
                <c:pt idx="1356">
                  <c:v>7.2768057641726704</c:v>
                </c:pt>
                <c:pt idx="1357">
                  <c:v>7.2768057641726704</c:v>
                </c:pt>
                <c:pt idx="1358">
                  <c:v>7.2768057641726704</c:v>
                </c:pt>
                <c:pt idx="1359">
                  <c:v>7.2768057641726704</c:v>
                </c:pt>
                <c:pt idx="1360">
                  <c:v>7.2768057641726704</c:v>
                </c:pt>
                <c:pt idx="1361">
                  <c:v>7.2768057641726704</c:v>
                </c:pt>
                <c:pt idx="1362">
                  <c:v>7.2768057641726704</c:v>
                </c:pt>
                <c:pt idx="1363">
                  <c:v>7.2768057641726704</c:v>
                </c:pt>
                <c:pt idx="1364">
                  <c:v>7.2768057641726704</c:v>
                </c:pt>
                <c:pt idx="1365">
                  <c:v>7.2768057641726704</c:v>
                </c:pt>
                <c:pt idx="1366">
                  <c:v>7.2768057641726704</c:v>
                </c:pt>
                <c:pt idx="1367">
                  <c:v>7.2768057641726704</c:v>
                </c:pt>
                <c:pt idx="1368">
                  <c:v>7.2768057641726704</c:v>
                </c:pt>
                <c:pt idx="1369">
                  <c:v>7.2768057641726704</c:v>
                </c:pt>
                <c:pt idx="1370">
                  <c:v>7.2768057641726704</c:v>
                </c:pt>
                <c:pt idx="1371">
                  <c:v>7.2768057641726704</c:v>
                </c:pt>
                <c:pt idx="1372">
                  <c:v>7.2768057641726704</c:v>
                </c:pt>
                <c:pt idx="1373">
                  <c:v>7.2768057641726704</c:v>
                </c:pt>
                <c:pt idx="1374">
                  <c:v>7.2768057641726704</c:v>
                </c:pt>
                <c:pt idx="1375">
                  <c:v>7.2768057641726704</c:v>
                </c:pt>
                <c:pt idx="1376">
                  <c:v>7.2768057641726704</c:v>
                </c:pt>
                <c:pt idx="1377">
                  <c:v>7.2768057641726704</c:v>
                </c:pt>
                <c:pt idx="1378">
                  <c:v>7.2768057641726704</c:v>
                </c:pt>
                <c:pt idx="1379">
                  <c:v>7.2768057641726704</c:v>
                </c:pt>
                <c:pt idx="1380">
                  <c:v>7.2768057641726704</c:v>
                </c:pt>
                <c:pt idx="1381">
                  <c:v>7.2768057641726704</c:v>
                </c:pt>
                <c:pt idx="1382">
                  <c:v>7.2768057641726704</c:v>
                </c:pt>
                <c:pt idx="1383">
                  <c:v>7.2768057641726704</c:v>
                </c:pt>
                <c:pt idx="1384">
                  <c:v>7.2768057641726704</c:v>
                </c:pt>
                <c:pt idx="1385">
                  <c:v>7.2768057641726704</c:v>
                </c:pt>
                <c:pt idx="1386">
                  <c:v>7.2768057641726704</c:v>
                </c:pt>
                <c:pt idx="1387">
                  <c:v>7.2768057641726704</c:v>
                </c:pt>
                <c:pt idx="1388">
                  <c:v>7.2768057641726704</c:v>
                </c:pt>
                <c:pt idx="1389">
                  <c:v>7.2768057641726704</c:v>
                </c:pt>
                <c:pt idx="1390">
                  <c:v>7.2768057641726704</c:v>
                </c:pt>
                <c:pt idx="1391">
                  <c:v>7.2768057641726704</c:v>
                </c:pt>
                <c:pt idx="1392">
                  <c:v>7.2768057641726704</c:v>
                </c:pt>
                <c:pt idx="1393">
                  <c:v>7.2768057641726704</c:v>
                </c:pt>
                <c:pt idx="1394">
                  <c:v>7.2768057641726704</c:v>
                </c:pt>
                <c:pt idx="1395">
                  <c:v>7.2768057641726704</c:v>
                </c:pt>
                <c:pt idx="1396">
                  <c:v>7.2768057641726704</c:v>
                </c:pt>
                <c:pt idx="1397">
                  <c:v>7.2768057641726704</c:v>
                </c:pt>
                <c:pt idx="1398">
                  <c:v>7.2768057641726704</c:v>
                </c:pt>
                <c:pt idx="1399">
                  <c:v>7.2768057641726704</c:v>
                </c:pt>
                <c:pt idx="1400">
                  <c:v>7.2768057641726704</c:v>
                </c:pt>
                <c:pt idx="1401">
                  <c:v>7.2768057641726704</c:v>
                </c:pt>
                <c:pt idx="1402">
                  <c:v>7.2768057641726704</c:v>
                </c:pt>
                <c:pt idx="1403">
                  <c:v>7.2768057641726704</c:v>
                </c:pt>
                <c:pt idx="1404">
                  <c:v>7.2768057641726704</c:v>
                </c:pt>
                <c:pt idx="1405">
                  <c:v>7.2768057641726704</c:v>
                </c:pt>
                <c:pt idx="1406">
                  <c:v>7.2768057641726704</c:v>
                </c:pt>
                <c:pt idx="1407">
                  <c:v>7.2768057641726704</c:v>
                </c:pt>
                <c:pt idx="1408">
                  <c:v>7.2768057641726704</c:v>
                </c:pt>
                <c:pt idx="1409">
                  <c:v>7.2768057641726704</c:v>
                </c:pt>
                <c:pt idx="1410">
                  <c:v>7.2768057641726704</c:v>
                </c:pt>
                <c:pt idx="1411">
                  <c:v>7.2768057641726704</c:v>
                </c:pt>
                <c:pt idx="1412">
                  <c:v>7.2768057641726704</c:v>
                </c:pt>
                <c:pt idx="1413">
                  <c:v>7.2768057641726704</c:v>
                </c:pt>
                <c:pt idx="1414">
                  <c:v>7.2768057641726704</c:v>
                </c:pt>
                <c:pt idx="1415">
                  <c:v>7.2768057641726704</c:v>
                </c:pt>
                <c:pt idx="1416">
                  <c:v>7.2768057641726704</c:v>
                </c:pt>
                <c:pt idx="1417">
                  <c:v>7.2768057641726704</c:v>
                </c:pt>
                <c:pt idx="1418">
                  <c:v>7.2768057641726704</c:v>
                </c:pt>
                <c:pt idx="1419">
                  <c:v>7.2768057641726704</c:v>
                </c:pt>
                <c:pt idx="1420">
                  <c:v>7.2768057641726704</c:v>
                </c:pt>
                <c:pt idx="1421">
                  <c:v>7.2768057641726704</c:v>
                </c:pt>
                <c:pt idx="1422">
                  <c:v>7.2768057641726704</c:v>
                </c:pt>
                <c:pt idx="1423">
                  <c:v>7.2768057641726704</c:v>
                </c:pt>
                <c:pt idx="1424">
                  <c:v>7.2768057641726704</c:v>
                </c:pt>
                <c:pt idx="1425">
                  <c:v>7.2768057641726704</c:v>
                </c:pt>
                <c:pt idx="1426">
                  <c:v>7.2768057641726704</c:v>
                </c:pt>
                <c:pt idx="1427">
                  <c:v>7.2768057641726704</c:v>
                </c:pt>
                <c:pt idx="1428">
                  <c:v>7.2768057641726704</c:v>
                </c:pt>
                <c:pt idx="1429">
                  <c:v>7.2768057641726704</c:v>
                </c:pt>
                <c:pt idx="1430">
                  <c:v>7.2768057641726704</c:v>
                </c:pt>
                <c:pt idx="1431">
                  <c:v>7.2768057641726704</c:v>
                </c:pt>
                <c:pt idx="1432">
                  <c:v>7.2768057641726704</c:v>
                </c:pt>
                <c:pt idx="1433">
                  <c:v>7.2768057641726704</c:v>
                </c:pt>
                <c:pt idx="1434">
                  <c:v>7.2768057641726704</c:v>
                </c:pt>
                <c:pt idx="1435">
                  <c:v>7.2768057641726704</c:v>
                </c:pt>
                <c:pt idx="1436">
                  <c:v>7.2768057641726704</c:v>
                </c:pt>
                <c:pt idx="1437">
                  <c:v>7.2768057641726704</c:v>
                </c:pt>
                <c:pt idx="1438">
                  <c:v>7.2768057641726704</c:v>
                </c:pt>
                <c:pt idx="1439">
                  <c:v>7.2768057641726704</c:v>
                </c:pt>
                <c:pt idx="1440">
                  <c:v>7.2768057641726704</c:v>
                </c:pt>
                <c:pt idx="1441">
                  <c:v>7.2768057641726704</c:v>
                </c:pt>
                <c:pt idx="1442">
                  <c:v>7.2768057641726704</c:v>
                </c:pt>
                <c:pt idx="1443">
                  <c:v>7.2768057641726704</c:v>
                </c:pt>
                <c:pt idx="1444">
                  <c:v>7.2768057641726704</c:v>
                </c:pt>
                <c:pt idx="1445">
                  <c:v>7.2768057641726704</c:v>
                </c:pt>
                <c:pt idx="1446">
                  <c:v>7.2768057641726704</c:v>
                </c:pt>
                <c:pt idx="1447">
                  <c:v>7.2768057641726704</c:v>
                </c:pt>
                <c:pt idx="1448">
                  <c:v>7.2768057641726704</c:v>
                </c:pt>
                <c:pt idx="1449">
                  <c:v>7.2768057641726704</c:v>
                </c:pt>
                <c:pt idx="1450">
                  <c:v>7.2768057641726704</c:v>
                </c:pt>
                <c:pt idx="1451">
                  <c:v>7.2768057641726704</c:v>
                </c:pt>
                <c:pt idx="1452">
                  <c:v>7.2768057641726704</c:v>
                </c:pt>
                <c:pt idx="1453">
                  <c:v>7.2768057641726704</c:v>
                </c:pt>
                <c:pt idx="1454">
                  <c:v>7.2768057641726704</c:v>
                </c:pt>
                <c:pt idx="1455">
                  <c:v>7.2768057641726704</c:v>
                </c:pt>
                <c:pt idx="1456">
                  <c:v>7.2768057641726704</c:v>
                </c:pt>
                <c:pt idx="1457">
                  <c:v>7.2768057641726704</c:v>
                </c:pt>
                <c:pt idx="1458">
                  <c:v>7.2768057641726704</c:v>
                </c:pt>
                <c:pt idx="1459">
                  <c:v>7.2768057641726704</c:v>
                </c:pt>
                <c:pt idx="1460">
                  <c:v>7.2768057641726704</c:v>
                </c:pt>
                <c:pt idx="1461">
                  <c:v>7.2768057641726704</c:v>
                </c:pt>
                <c:pt idx="1462">
                  <c:v>7.2768057641726704</c:v>
                </c:pt>
                <c:pt idx="1463">
                  <c:v>7.2768057641726704</c:v>
                </c:pt>
                <c:pt idx="1464">
                  <c:v>7.2768057641726704</c:v>
                </c:pt>
                <c:pt idx="1465">
                  <c:v>7.2768057641726704</c:v>
                </c:pt>
                <c:pt idx="1466">
                  <c:v>7.2768057641726704</c:v>
                </c:pt>
                <c:pt idx="1467">
                  <c:v>7.2768057641726704</c:v>
                </c:pt>
                <c:pt idx="1468">
                  <c:v>7.2768057641726704</c:v>
                </c:pt>
                <c:pt idx="1469">
                  <c:v>7.2768057641726704</c:v>
                </c:pt>
                <c:pt idx="1470">
                  <c:v>7.2768057641726704</c:v>
                </c:pt>
                <c:pt idx="1471">
                  <c:v>7.2768057641726704</c:v>
                </c:pt>
                <c:pt idx="1472">
                  <c:v>7.2768057641726704</c:v>
                </c:pt>
                <c:pt idx="1473">
                  <c:v>7.2768057641726704</c:v>
                </c:pt>
                <c:pt idx="1474">
                  <c:v>7.2768057641726704</c:v>
                </c:pt>
                <c:pt idx="1475">
                  <c:v>7.2768057641726704</c:v>
                </c:pt>
                <c:pt idx="1476">
                  <c:v>7.2768057641726704</c:v>
                </c:pt>
                <c:pt idx="1477">
                  <c:v>7.2768057641726704</c:v>
                </c:pt>
                <c:pt idx="1478">
                  <c:v>7.2768057641726704</c:v>
                </c:pt>
                <c:pt idx="1479">
                  <c:v>7.2768057641726704</c:v>
                </c:pt>
                <c:pt idx="1480">
                  <c:v>7.2768057641726704</c:v>
                </c:pt>
                <c:pt idx="1481">
                  <c:v>7.2768057641726704</c:v>
                </c:pt>
                <c:pt idx="1482">
                  <c:v>7.2768057641726704</c:v>
                </c:pt>
                <c:pt idx="1483">
                  <c:v>7.2768057641726704</c:v>
                </c:pt>
                <c:pt idx="1484">
                  <c:v>7.2768057641726704</c:v>
                </c:pt>
                <c:pt idx="1485">
                  <c:v>7.2768057641726704</c:v>
                </c:pt>
                <c:pt idx="1486">
                  <c:v>7.2768057641726704</c:v>
                </c:pt>
                <c:pt idx="1487">
                  <c:v>7.2768057641726704</c:v>
                </c:pt>
                <c:pt idx="1488">
                  <c:v>7.2768057641726704</c:v>
                </c:pt>
                <c:pt idx="1489">
                  <c:v>7.2768057641726704</c:v>
                </c:pt>
                <c:pt idx="1490">
                  <c:v>7.2768057641726704</c:v>
                </c:pt>
                <c:pt idx="1491">
                  <c:v>7.2768057641726704</c:v>
                </c:pt>
                <c:pt idx="1492">
                  <c:v>7.2768057641726704</c:v>
                </c:pt>
                <c:pt idx="1493">
                  <c:v>7.2768057641726704</c:v>
                </c:pt>
                <c:pt idx="1494">
                  <c:v>7.2768057641726704</c:v>
                </c:pt>
                <c:pt idx="1495">
                  <c:v>7.2768057641726704</c:v>
                </c:pt>
                <c:pt idx="1496">
                  <c:v>7.2768057641726704</c:v>
                </c:pt>
                <c:pt idx="1497">
                  <c:v>7.2768057641726704</c:v>
                </c:pt>
                <c:pt idx="1498">
                  <c:v>7.2768057641726704</c:v>
                </c:pt>
                <c:pt idx="1499">
                  <c:v>7.2768057641726704</c:v>
                </c:pt>
                <c:pt idx="1500">
                  <c:v>7.2768057641726704</c:v>
                </c:pt>
                <c:pt idx="1501">
                  <c:v>7.2768057641726704</c:v>
                </c:pt>
                <c:pt idx="1502">
                  <c:v>7.2768057641726704</c:v>
                </c:pt>
                <c:pt idx="1503">
                  <c:v>7.2768057641726704</c:v>
                </c:pt>
                <c:pt idx="1504">
                  <c:v>7.2768057641726704</c:v>
                </c:pt>
                <c:pt idx="1505">
                  <c:v>7.2768057641726704</c:v>
                </c:pt>
                <c:pt idx="1506">
                  <c:v>7.2768057641726704</c:v>
                </c:pt>
                <c:pt idx="1507">
                  <c:v>7.2768057641726704</c:v>
                </c:pt>
                <c:pt idx="1508">
                  <c:v>7.2768057641726704</c:v>
                </c:pt>
                <c:pt idx="1509">
                  <c:v>7.2768057641726704</c:v>
                </c:pt>
                <c:pt idx="1510">
                  <c:v>7.2768057641726704</c:v>
                </c:pt>
                <c:pt idx="1511">
                  <c:v>7.2768057641726704</c:v>
                </c:pt>
                <c:pt idx="1512">
                  <c:v>7.2768057641726704</c:v>
                </c:pt>
                <c:pt idx="1513">
                  <c:v>7.2768057641726704</c:v>
                </c:pt>
                <c:pt idx="1514">
                  <c:v>7.2768057641726704</c:v>
                </c:pt>
                <c:pt idx="1515">
                  <c:v>7.2768057641726704</c:v>
                </c:pt>
                <c:pt idx="1516">
                  <c:v>7.2768057641726704</c:v>
                </c:pt>
                <c:pt idx="1517">
                  <c:v>7.2768057641726704</c:v>
                </c:pt>
                <c:pt idx="1518">
                  <c:v>7.2768057641726704</c:v>
                </c:pt>
                <c:pt idx="1519">
                  <c:v>7.2768057641726704</c:v>
                </c:pt>
                <c:pt idx="1520">
                  <c:v>7.2768057641726704</c:v>
                </c:pt>
                <c:pt idx="1521">
                  <c:v>7.2768057641726704</c:v>
                </c:pt>
                <c:pt idx="1522">
                  <c:v>7.2768057641726704</c:v>
                </c:pt>
                <c:pt idx="1523">
                  <c:v>7.2768057641726704</c:v>
                </c:pt>
                <c:pt idx="1524">
                  <c:v>7.2768057641726704</c:v>
                </c:pt>
                <c:pt idx="1525">
                  <c:v>7.2768057641726704</c:v>
                </c:pt>
                <c:pt idx="1526">
                  <c:v>7.2768057641726704</c:v>
                </c:pt>
                <c:pt idx="1527">
                  <c:v>7.2768057641726704</c:v>
                </c:pt>
                <c:pt idx="1528">
                  <c:v>7.2768057641726704</c:v>
                </c:pt>
                <c:pt idx="1529">
                  <c:v>7.2768057641726704</c:v>
                </c:pt>
                <c:pt idx="1530">
                  <c:v>7.2768057641726704</c:v>
                </c:pt>
                <c:pt idx="1531">
                  <c:v>7.2768057641726704</c:v>
                </c:pt>
                <c:pt idx="1532">
                  <c:v>7.2768057641726704</c:v>
                </c:pt>
                <c:pt idx="1533">
                  <c:v>7.2768057641726704</c:v>
                </c:pt>
                <c:pt idx="1534">
                  <c:v>7.2768057641726704</c:v>
                </c:pt>
                <c:pt idx="1535">
                  <c:v>7.2768057641726704</c:v>
                </c:pt>
                <c:pt idx="1536">
                  <c:v>7.2768057641726704</c:v>
                </c:pt>
                <c:pt idx="1537">
                  <c:v>7.2768057641726704</c:v>
                </c:pt>
                <c:pt idx="1538">
                  <c:v>7.2768057641726704</c:v>
                </c:pt>
                <c:pt idx="1539">
                  <c:v>7.2768057641726704</c:v>
                </c:pt>
                <c:pt idx="1540">
                  <c:v>7.2768057641726704</c:v>
                </c:pt>
                <c:pt idx="1541">
                  <c:v>7.2768057641726704</c:v>
                </c:pt>
                <c:pt idx="1542">
                  <c:v>7.2768057641726704</c:v>
                </c:pt>
                <c:pt idx="1543">
                  <c:v>7.2768057641726704</c:v>
                </c:pt>
                <c:pt idx="1544">
                  <c:v>7.2768057641726704</c:v>
                </c:pt>
                <c:pt idx="1545">
                  <c:v>7.2768057641726704</c:v>
                </c:pt>
                <c:pt idx="1546">
                  <c:v>7.2768057641726704</c:v>
                </c:pt>
                <c:pt idx="1547">
                  <c:v>7.2768057641726704</c:v>
                </c:pt>
                <c:pt idx="1548">
                  <c:v>7.2768057641726704</c:v>
                </c:pt>
                <c:pt idx="1549">
                  <c:v>7.2768057641726704</c:v>
                </c:pt>
                <c:pt idx="1550">
                  <c:v>7.2768057641726704</c:v>
                </c:pt>
                <c:pt idx="1551">
                  <c:v>7.2768057641726704</c:v>
                </c:pt>
                <c:pt idx="1552">
                  <c:v>7.2768057641726704</c:v>
                </c:pt>
                <c:pt idx="1553">
                  <c:v>7.2768057641726704</c:v>
                </c:pt>
                <c:pt idx="1554">
                  <c:v>7.2768057641726704</c:v>
                </c:pt>
                <c:pt idx="1555">
                  <c:v>7.2768057641726704</c:v>
                </c:pt>
                <c:pt idx="1556">
                  <c:v>7.2768057641726704</c:v>
                </c:pt>
                <c:pt idx="1557">
                  <c:v>7.2768057641726704</c:v>
                </c:pt>
                <c:pt idx="1558">
                  <c:v>7.2768057641726704</c:v>
                </c:pt>
                <c:pt idx="1559">
                  <c:v>7.2768057641726704</c:v>
                </c:pt>
                <c:pt idx="1560">
                  <c:v>7.2768057641726704</c:v>
                </c:pt>
                <c:pt idx="1561">
                  <c:v>7.2768057641726704</c:v>
                </c:pt>
                <c:pt idx="1562">
                  <c:v>7.2768057641726704</c:v>
                </c:pt>
                <c:pt idx="1563">
                  <c:v>7.2768057641726704</c:v>
                </c:pt>
                <c:pt idx="1564">
                  <c:v>7.2768057641726704</c:v>
                </c:pt>
                <c:pt idx="1565">
                  <c:v>7.2768057641726704</c:v>
                </c:pt>
                <c:pt idx="1566">
                  <c:v>7.2768057641726704</c:v>
                </c:pt>
                <c:pt idx="1567">
                  <c:v>7.2768057641726704</c:v>
                </c:pt>
                <c:pt idx="1568">
                  <c:v>7.2768057641726704</c:v>
                </c:pt>
                <c:pt idx="1569">
                  <c:v>7.2768057641726704</c:v>
                </c:pt>
                <c:pt idx="1570">
                  <c:v>7.2768057641726704</c:v>
                </c:pt>
                <c:pt idx="1571">
                  <c:v>7.2768057641726704</c:v>
                </c:pt>
                <c:pt idx="1572">
                  <c:v>7.2768057641726704</c:v>
                </c:pt>
                <c:pt idx="1573">
                  <c:v>7.2768057641726704</c:v>
                </c:pt>
                <c:pt idx="1574">
                  <c:v>7.2768057641726704</c:v>
                </c:pt>
                <c:pt idx="1575">
                  <c:v>7.2768057641726704</c:v>
                </c:pt>
                <c:pt idx="1576">
                  <c:v>7.2768057641726704</c:v>
                </c:pt>
                <c:pt idx="1577">
                  <c:v>7.2768057641726704</c:v>
                </c:pt>
                <c:pt idx="1578">
                  <c:v>7.2768057641726704</c:v>
                </c:pt>
                <c:pt idx="1579">
                  <c:v>7.2768057641726704</c:v>
                </c:pt>
                <c:pt idx="1580">
                  <c:v>7.2768057641726704</c:v>
                </c:pt>
                <c:pt idx="1581">
                  <c:v>7.2768057641726704</c:v>
                </c:pt>
                <c:pt idx="1582">
                  <c:v>7.2768057641726704</c:v>
                </c:pt>
                <c:pt idx="1583">
                  <c:v>7.2768057641726704</c:v>
                </c:pt>
                <c:pt idx="1584">
                  <c:v>7.2768057641726704</c:v>
                </c:pt>
                <c:pt idx="1585">
                  <c:v>7.2768057641726704</c:v>
                </c:pt>
                <c:pt idx="1586">
                  <c:v>7.2768057641726704</c:v>
                </c:pt>
                <c:pt idx="1587">
                  <c:v>7.2768057641726704</c:v>
                </c:pt>
                <c:pt idx="1588">
                  <c:v>7.2768057641726704</c:v>
                </c:pt>
                <c:pt idx="1589">
                  <c:v>7.2768057641726704</c:v>
                </c:pt>
                <c:pt idx="1590">
                  <c:v>7.2768057641726704</c:v>
                </c:pt>
                <c:pt idx="1591">
                  <c:v>7.2768057641726704</c:v>
                </c:pt>
                <c:pt idx="1592">
                  <c:v>7.2768057641726704</c:v>
                </c:pt>
                <c:pt idx="1593">
                  <c:v>7.2768057641726704</c:v>
                </c:pt>
                <c:pt idx="1594">
                  <c:v>7.2768057641726704</c:v>
                </c:pt>
                <c:pt idx="1595">
                  <c:v>7.2768057641726704</c:v>
                </c:pt>
                <c:pt idx="1596">
                  <c:v>7.2768057641726704</c:v>
                </c:pt>
                <c:pt idx="1597">
                  <c:v>7.2768057641726704</c:v>
                </c:pt>
                <c:pt idx="1598">
                  <c:v>7.2768057641726704</c:v>
                </c:pt>
                <c:pt idx="1599">
                  <c:v>7.2768057641726704</c:v>
                </c:pt>
                <c:pt idx="1600">
                  <c:v>7.2768057641726704</c:v>
                </c:pt>
                <c:pt idx="1601">
                  <c:v>7.2768057641726704</c:v>
                </c:pt>
                <c:pt idx="1602">
                  <c:v>7.2768057641726704</c:v>
                </c:pt>
                <c:pt idx="1603">
                  <c:v>7.2768057641726704</c:v>
                </c:pt>
                <c:pt idx="1604">
                  <c:v>7.2768057641726704</c:v>
                </c:pt>
                <c:pt idx="1605">
                  <c:v>7.2768057641726704</c:v>
                </c:pt>
                <c:pt idx="1606">
                  <c:v>7.2768057641726704</c:v>
                </c:pt>
                <c:pt idx="1607">
                  <c:v>7.2768057641726704</c:v>
                </c:pt>
                <c:pt idx="1608">
                  <c:v>7.2768057641726704</c:v>
                </c:pt>
                <c:pt idx="1609">
                  <c:v>7.2768057641726704</c:v>
                </c:pt>
                <c:pt idx="1610">
                  <c:v>7.2768057641726704</c:v>
                </c:pt>
                <c:pt idx="1611">
                  <c:v>7.2768057641726704</c:v>
                </c:pt>
                <c:pt idx="1612">
                  <c:v>7.2768057641726704</c:v>
                </c:pt>
                <c:pt idx="1613">
                  <c:v>7.2768057641726704</c:v>
                </c:pt>
                <c:pt idx="1614">
                  <c:v>7.2768057641726704</c:v>
                </c:pt>
                <c:pt idx="1615">
                  <c:v>7.2768057641726704</c:v>
                </c:pt>
                <c:pt idx="1616">
                  <c:v>7.2768057641726704</c:v>
                </c:pt>
                <c:pt idx="1617">
                  <c:v>7.2768057641726704</c:v>
                </c:pt>
                <c:pt idx="1618">
                  <c:v>7.2768057641726704</c:v>
                </c:pt>
                <c:pt idx="1619">
                  <c:v>7.2768057641726704</c:v>
                </c:pt>
                <c:pt idx="1620">
                  <c:v>7.2768057641726704</c:v>
                </c:pt>
                <c:pt idx="1621">
                  <c:v>7.2768057641726704</c:v>
                </c:pt>
                <c:pt idx="1622">
                  <c:v>7.2768057641726704</c:v>
                </c:pt>
                <c:pt idx="1623">
                  <c:v>7.2768057641726704</c:v>
                </c:pt>
                <c:pt idx="1624">
                  <c:v>7.2768057641726704</c:v>
                </c:pt>
                <c:pt idx="1625">
                  <c:v>7.2768057641726704</c:v>
                </c:pt>
                <c:pt idx="1626">
                  <c:v>7.2768057641726704</c:v>
                </c:pt>
                <c:pt idx="1627">
                  <c:v>7.2768057641726704</c:v>
                </c:pt>
                <c:pt idx="1628">
                  <c:v>7.2768057641726704</c:v>
                </c:pt>
                <c:pt idx="1629">
                  <c:v>7.2768057641726704</c:v>
                </c:pt>
                <c:pt idx="1630">
                  <c:v>7.2768057641726704</c:v>
                </c:pt>
                <c:pt idx="1631">
                  <c:v>7.2768057641726704</c:v>
                </c:pt>
                <c:pt idx="1632">
                  <c:v>7.2768057641726704</c:v>
                </c:pt>
                <c:pt idx="1633">
                  <c:v>7.2768057641726704</c:v>
                </c:pt>
                <c:pt idx="1634">
                  <c:v>7.2768057641726704</c:v>
                </c:pt>
                <c:pt idx="1635">
                  <c:v>7.2768057641726704</c:v>
                </c:pt>
                <c:pt idx="1636">
                  <c:v>7.2768057641726704</c:v>
                </c:pt>
                <c:pt idx="1637">
                  <c:v>7.2768057641726704</c:v>
                </c:pt>
                <c:pt idx="1638">
                  <c:v>7.2768057641726704</c:v>
                </c:pt>
                <c:pt idx="1639">
                  <c:v>7.2768057641726704</c:v>
                </c:pt>
                <c:pt idx="1640">
                  <c:v>7.2768057641726704</c:v>
                </c:pt>
                <c:pt idx="1641">
                  <c:v>7.2768057641726704</c:v>
                </c:pt>
                <c:pt idx="1642">
                  <c:v>7.2768057641726704</c:v>
                </c:pt>
                <c:pt idx="1643">
                  <c:v>7.2768057641726704</c:v>
                </c:pt>
                <c:pt idx="1644">
                  <c:v>7.2768057641726704</c:v>
                </c:pt>
                <c:pt idx="1645">
                  <c:v>7.2768057641726704</c:v>
                </c:pt>
                <c:pt idx="1646">
                  <c:v>7.2768057641726704</c:v>
                </c:pt>
                <c:pt idx="1647">
                  <c:v>7.2768057641726704</c:v>
                </c:pt>
                <c:pt idx="1648">
                  <c:v>7.2768057641726704</c:v>
                </c:pt>
                <c:pt idx="1649">
                  <c:v>7.2768057641726704</c:v>
                </c:pt>
                <c:pt idx="1650">
                  <c:v>7.2768057641726704</c:v>
                </c:pt>
                <c:pt idx="1651">
                  <c:v>7.2768057641726704</c:v>
                </c:pt>
                <c:pt idx="1652">
                  <c:v>7.2768057641726704</c:v>
                </c:pt>
                <c:pt idx="1653">
                  <c:v>7.2768057641726704</c:v>
                </c:pt>
                <c:pt idx="1654">
                  <c:v>7.2768057641726704</c:v>
                </c:pt>
                <c:pt idx="1655">
                  <c:v>7.2768057641726704</c:v>
                </c:pt>
                <c:pt idx="1656">
                  <c:v>7.2768057641726704</c:v>
                </c:pt>
                <c:pt idx="1657">
                  <c:v>7.2768057641726704</c:v>
                </c:pt>
                <c:pt idx="1658">
                  <c:v>7.2768057641726704</c:v>
                </c:pt>
                <c:pt idx="1659">
                  <c:v>7.2768057641726704</c:v>
                </c:pt>
                <c:pt idx="1660">
                  <c:v>7.2768057641726704</c:v>
                </c:pt>
                <c:pt idx="1661">
                  <c:v>7.2768057641726704</c:v>
                </c:pt>
                <c:pt idx="1662">
                  <c:v>7.2768057641726704</c:v>
                </c:pt>
                <c:pt idx="1663">
                  <c:v>7.2768057641726704</c:v>
                </c:pt>
                <c:pt idx="1664">
                  <c:v>7.2768057641726704</c:v>
                </c:pt>
                <c:pt idx="1665">
                  <c:v>7.2768057641726704</c:v>
                </c:pt>
                <c:pt idx="1666">
                  <c:v>7.2768057641726704</c:v>
                </c:pt>
                <c:pt idx="1667">
                  <c:v>7.2768057641726704</c:v>
                </c:pt>
                <c:pt idx="1668">
                  <c:v>7.2768057641726704</c:v>
                </c:pt>
                <c:pt idx="1669">
                  <c:v>7.2768057641726704</c:v>
                </c:pt>
                <c:pt idx="1670">
                  <c:v>7.2768057641726704</c:v>
                </c:pt>
                <c:pt idx="1671">
                  <c:v>7.2768057641726704</c:v>
                </c:pt>
                <c:pt idx="1672">
                  <c:v>7.2768057641726704</c:v>
                </c:pt>
                <c:pt idx="1673">
                  <c:v>7.2768057641726704</c:v>
                </c:pt>
                <c:pt idx="1674">
                  <c:v>7.2768057641726704</c:v>
                </c:pt>
                <c:pt idx="1675">
                  <c:v>7.2768057641726704</c:v>
                </c:pt>
                <c:pt idx="1676">
                  <c:v>7.2768057641726704</c:v>
                </c:pt>
                <c:pt idx="1677">
                  <c:v>7.2768057641726704</c:v>
                </c:pt>
                <c:pt idx="1678">
                  <c:v>7.2768057641726704</c:v>
                </c:pt>
                <c:pt idx="1679">
                  <c:v>7.2768057641726704</c:v>
                </c:pt>
                <c:pt idx="1680">
                  <c:v>7.2768057641726704</c:v>
                </c:pt>
                <c:pt idx="1681">
                  <c:v>7.2768057641726704</c:v>
                </c:pt>
                <c:pt idx="1682">
                  <c:v>7.2768057641726704</c:v>
                </c:pt>
                <c:pt idx="1683">
                  <c:v>7.2768057641726704</c:v>
                </c:pt>
                <c:pt idx="1684">
                  <c:v>7.2768057641726704</c:v>
                </c:pt>
                <c:pt idx="1685">
                  <c:v>7.2768057641726704</c:v>
                </c:pt>
                <c:pt idx="1686">
                  <c:v>7.2768057641726704</c:v>
                </c:pt>
                <c:pt idx="1687">
                  <c:v>7.2768057641726704</c:v>
                </c:pt>
                <c:pt idx="1688">
                  <c:v>7.2768057641726704</c:v>
                </c:pt>
                <c:pt idx="1689">
                  <c:v>7.2768057641726704</c:v>
                </c:pt>
                <c:pt idx="1690">
                  <c:v>7.2768057641726704</c:v>
                </c:pt>
                <c:pt idx="1691">
                  <c:v>7.2768057641726704</c:v>
                </c:pt>
                <c:pt idx="1692">
                  <c:v>7.2768057641726704</c:v>
                </c:pt>
                <c:pt idx="1693">
                  <c:v>7.2768057641726704</c:v>
                </c:pt>
                <c:pt idx="1694">
                  <c:v>7.2768057641726704</c:v>
                </c:pt>
                <c:pt idx="1695">
                  <c:v>7.2768057641726704</c:v>
                </c:pt>
                <c:pt idx="1696">
                  <c:v>7.2768057641726704</c:v>
                </c:pt>
                <c:pt idx="1697">
                  <c:v>7.2768057641726704</c:v>
                </c:pt>
                <c:pt idx="1698">
                  <c:v>7.2768057641726704</c:v>
                </c:pt>
                <c:pt idx="1699">
                  <c:v>7.2768057641726704</c:v>
                </c:pt>
                <c:pt idx="1700">
                  <c:v>7.2768057641726704</c:v>
                </c:pt>
                <c:pt idx="1701">
                  <c:v>7.2768057641726704</c:v>
                </c:pt>
                <c:pt idx="1702">
                  <c:v>7.2768057641726704</c:v>
                </c:pt>
                <c:pt idx="1703">
                  <c:v>7.2768057641726704</c:v>
                </c:pt>
                <c:pt idx="1704">
                  <c:v>7.2768057641726704</c:v>
                </c:pt>
                <c:pt idx="1705">
                  <c:v>7.2768057641726704</c:v>
                </c:pt>
                <c:pt idx="1706">
                  <c:v>7.2768057641726704</c:v>
                </c:pt>
                <c:pt idx="1707">
                  <c:v>7.2768057641726704</c:v>
                </c:pt>
                <c:pt idx="1708">
                  <c:v>7.2768057641726704</c:v>
                </c:pt>
                <c:pt idx="1709">
                  <c:v>7.2768057641726704</c:v>
                </c:pt>
                <c:pt idx="1710">
                  <c:v>7.2768057641726704</c:v>
                </c:pt>
                <c:pt idx="1711">
                  <c:v>7.2768057641726704</c:v>
                </c:pt>
                <c:pt idx="1712">
                  <c:v>7.2768057641726704</c:v>
                </c:pt>
                <c:pt idx="1713">
                  <c:v>7.2768057641726704</c:v>
                </c:pt>
                <c:pt idx="1714">
                  <c:v>7.2768057641726704</c:v>
                </c:pt>
                <c:pt idx="1715">
                  <c:v>7.2768057641726704</c:v>
                </c:pt>
                <c:pt idx="1716">
                  <c:v>7.2768057641726704</c:v>
                </c:pt>
                <c:pt idx="1717">
                  <c:v>7.2768057641726704</c:v>
                </c:pt>
                <c:pt idx="1718">
                  <c:v>7.2768057641726704</c:v>
                </c:pt>
                <c:pt idx="1719">
                  <c:v>7.2768057641726704</c:v>
                </c:pt>
                <c:pt idx="1720">
                  <c:v>7.2768057641726704</c:v>
                </c:pt>
                <c:pt idx="1721">
                  <c:v>7.2768057641726704</c:v>
                </c:pt>
                <c:pt idx="1722">
                  <c:v>7.2768057641726704</c:v>
                </c:pt>
                <c:pt idx="1723">
                  <c:v>7.2768057641726704</c:v>
                </c:pt>
                <c:pt idx="1724">
                  <c:v>7.2768057641726704</c:v>
                </c:pt>
                <c:pt idx="1725">
                  <c:v>7.2768057641726704</c:v>
                </c:pt>
                <c:pt idx="1726">
                  <c:v>7.2768057641726704</c:v>
                </c:pt>
                <c:pt idx="1727">
                  <c:v>7.2768057641726704</c:v>
                </c:pt>
                <c:pt idx="1728">
                  <c:v>7.2768057641726704</c:v>
                </c:pt>
                <c:pt idx="1729">
                  <c:v>7.2768057641726704</c:v>
                </c:pt>
                <c:pt idx="1730">
                  <c:v>7.2768057641726704</c:v>
                </c:pt>
                <c:pt idx="1731">
                  <c:v>7.2768057641726704</c:v>
                </c:pt>
                <c:pt idx="1732">
                  <c:v>7.2768057641726704</c:v>
                </c:pt>
                <c:pt idx="1733">
                  <c:v>7.2768057641726704</c:v>
                </c:pt>
                <c:pt idx="1734">
                  <c:v>7.2768057641726704</c:v>
                </c:pt>
                <c:pt idx="1735">
                  <c:v>7.2768057641726704</c:v>
                </c:pt>
                <c:pt idx="1736">
                  <c:v>7.2768057641726704</c:v>
                </c:pt>
                <c:pt idx="1737">
                  <c:v>7.2768057641726704</c:v>
                </c:pt>
                <c:pt idx="1738">
                  <c:v>7.2768057641726704</c:v>
                </c:pt>
                <c:pt idx="1739">
                  <c:v>7.2768057641726704</c:v>
                </c:pt>
                <c:pt idx="1740">
                  <c:v>7.2768057641726704</c:v>
                </c:pt>
                <c:pt idx="1741">
                  <c:v>7.2768057641726704</c:v>
                </c:pt>
                <c:pt idx="1742">
                  <c:v>7.2768057641726704</c:v>
                </c:pt>
                <c:pt idx="1743">
                  <c:v>7.2768057641726704</c:v>
                </c:pt>
                <c:pt idx="1744">
                  <c:v>7.2768057641726704</c:v>
                </c:pt>
                <c:pt idx="1745">
                  <c:v>7.2768057641726704</c:v>
                </c:pt>
                <c:pt idx="1746">
                  <c:v>7.2768057641726704</c:v>
                </c:pt>
                <c:pt idx="1747">
                  <c:v>7.2768057641726704</c:v>
                </c:pt>
                <c:pt idx="1748">
                  <c:v>7.2768057641726704</c:v>
                </c:pt>
                <c:pt idx="1749">
                  <c:v>7.2768057641726704</c:v>
                </c:pt>
                <c:pt idx="1750">
                  <c:v>7.2768057641726704</c:v>
                </c:pt>
                <c:pt idx="1751">
                  <c:v>7.2768057641726704</c:v>
                </c:pt>
                <c:pt idx="1752">
                  <c:v>7.2768057641726704</c:v>
                </c:pt>
                <c:pt idx="1753">
                  <c:v>7.2768057641726704</c:v>
                </c:pt>
                <c:pt idx="1754">
                  <c:v>7.2768057641726704</c:v>
                </c:pt>
                <c:pt idx="1755">
                  <c:v>7.2768057641726704</c:v>
                </c:pt>
                <c:pt idx="1756">
                  <c:v>7.2768057641726704</c:v>
                </c:pt>
                <c:pt idx="1757">
                  <c:v>7.2768057641726704</c:v>
                </c:pt>
                <c:pt idx="1758">
                  <c:v>7.2768057641726704</c:v>
                </c:pt>
                <c:pt idx="1759">
                  <c:v>7.2768057641726704</c:v>
                </c:pt>
                <c:pt idx="1760">
                  <c:v>7.2768057641726704</c:v>
                </c:pt>
                <c:pt idx="1761">
                  <c:v>7.2768057641726704</c:v>
                </c:pt>
                <c:pt idx="1762">
                  <c:v>7.2768057641726704</c:v>
                </c:pt>
                <c:pt idx="1763">
                  <c:v>7.2768057641726704</c:v>
                </c:pt>
                <c:pt idx="1764">
                  <c:v>7.2768057641726704</c:v>
                </c:pt>
                <c:pt idx="1765">
                  <c:v>7.2768057641726704</c:v>
                </c:pt>
                <c:pt idx="1766">
                  <c:v>7.2768057641726704</c:v>
                </c:pt>
                <c:pt idx="1767">
                  <c:v>7.2768057641726704</c:v>
                </c:pt>
                <c:pt idx="1768">
                  <c:v>7.2768057641726704</c:v>
                </c:pt>
                <c:pt idx="1769">
                  <c:v>7.2768057641726704</c:v>
                </c:pt>
                <c:pt idx="1770">
                  <c:v>7.2768057641726704</c:v>
                </c:pt>
                <c:pt idx="1771">
                  <c:v>7.2768057641726704</c:v>
                </c:pt>
                <c:pt idx="1772">
                  <c:v>7.2768057641726704</c:v>
                </c:pt>
                <c:pt idx="1773">
                  <c:v>7.2768057641726704</c:v>
                </c:pt>
                <c:pt idx="1774">
                  <c:v>7.2768057641726704</c:v>
                </c:pt>
                <c:pt idx="1775">
                  <c:v>7.2768057641726704</c:v>
                </c:pt>
                <c:pt idx="1776">
                  <c:v>7.2768057641726704</c:v>
                </c:pt>
                <c:pt idx="1777">
                  <c:v>7.2768057641726704</c:v>
                </c:pt>
                <c:pt idx="1778">
                  <c:v>7.2768057641726704</c:v>
                </c:pt>
                <c:pt idx="1779">
                  <c:v>7.2768057641726704</c:v>
                </c:pt>
                <c:pt idx="1780">
                  <c:v>7.2768057641726704</c:v>
                </c:pt>
                <c:pt idx="1781">
                  <c:v>7.2768057641726704</c:v>
                </c:pt>
                <c:pt idx="1782">
                  <c:v>7.2768057641726704</c:v>
                </c:pt>
                <c:pt idx="1783">
                  <c:v>7.2768057641726704</c:v>
                </c:pt>
                <c:pt idx="1784">
                  <c:v>7.2768057641726704</c:v>
                </c:pt>
                <c:pt idx="1785">
                  <c:v>7.2768057641726704</c:v>
                </c:pt>
                <c:pt idx="1786">
                  <c:v>7.2768057641726704</c:v>
                </c:pt>
                <c:pt idx="1787">
                  <c:v>7.2768057641726704</c:v>
                </c:pt>
                <c:pt idx="1788">
                  <c:v>7.2768057641726704</c:v>
                </c:pt>
                <c:pt idx="1789">
                  <c:v>7.2768057641726704</c:v>
                </c:pt>
                <c:pt idx="1790">
                  <c:v>7.2768057641726704</c:v>
                </c:pt>
                <c:pt idx="1791">
                  <c:v>7.2768057641726704</c:v>
                </c:pt>
                <c:pt idx="1792">
                  <c:v>7.2768057641726704</c:v>
                </c:pt>
                <c:pt idx="1793">
                  <c:v>7.2768057641726704</c:v>
                </c:pt>
                <c:pt idx="1794">
                  <c:v>7.2768057641726704</c:v>
                </c:pt>
                <c:pt idx="1795">
                  <c:v>7.2768057641726704</c:v>
                </c:pt>
                <c:pt idx="1796">
                  <c:v>7.2768057641726704</c:v>
                </c:pt>
                <c:pt idx="1797">
                  <c:v>7.2768057641726704</c:v>
                </c:pt>
                <c:pt idx="1798">
                  <c:v>7.2768057641726704</c:v>
                </c:pt>
                <c:pt idx="1799">
                  <c:v>7.2768057641726704</c:v>
                </c:pt>
                <c:pt idx="1800">
                  <c:v>7.2768057641726704</c:v>
                </c:pt>
                <c:pt idx="1801">
                  <c:v>7.2768057641726704</c:v>
                </c:pt>
                <c:pt idx="1802">
                  <c:v>7.2768057641726704</c:v>
                </c:pt>
                <c:pt idx="1803">
                  <c:v>7.2768057641726704</c:v>
                </c:pt>
                <c:pt idx="1804">
                  <c:v>7.2768057641726704</c:v>
                </c:pt>
                <c:pt idx="1805">
                  <c:v>7.2768057641726704</c:v>
                </c:pt>
                <c:pt idx="1806">
                  <c:v>7.2768057641726704</c:v>
                </c:pt>
                <c:pt idx="1807">
                  <c:v>7.2768057641726704</c:v>
                </c:pt>
                <c:pt idx="1808">
                  <c:v>7.2768057641726704</c:v>
                </c:pt>
                <c:pt idx="1809">
                  <c:v>7.2768057641726704</c:v>
                </c:pt>
                <c:pt idx="1810">
                  <c:v>7.2768057641726704</c:v>
                </c:pt>
                <c:pt idx="1811">
                  <c:v>7.2768057641726704</c:v>
                </c:pt>
                <c:pt idx="1812">
                  <c:v>7.2768057641726704</c:v>
                </c:pt>
                <c:pt idx="1813">
                  <c:v>7.2768057641726704</c:v>
                </c:pt>
                <c:pt idx="1814">
                  <c:v>7.2768057641726704</c:v>
                </c:pt>
                <c:pt idx="1815">
                  <c:v>7.2768057641726704</c:v>
                </c:pt>
                <c:pt idx="1816">
                  <c:v>7.2768057641726704</c:v>
                </c:pt>
                <c:pt idx="1817">
                  <c:v>7.2768057641726704</c:v>
                </c:pt>
                <c:pt idx="1818">
                  <c:v>7.2768057641726704</c:v>
                </c:pt>
                <c:pt idx="1819">
                  <c:v>7.2768057641726704</c:v>
                </c:pt>
                <c:pt idx="1820">
                  <c:v>7.2768057641726704</c:v>
                </c:pt>
                <c:pt idx="1821">
                  <c:v>7.2768057641726704</c:v>
                </c:pt>
                <c:pt idx="1822">
                  <c:v>7.2768057641726704</c:v>
                </c:pt>
                <c:pt idx="1823">
                  <c:v>7.2768057641726704</c:v>
                </c:pt>
                <c:pt idx="1824">
                  <c:v>7.2768057641726704</c:v>
                </c:pt>
                <c:pt idx="1825">
                  <c:v>7.2768057641726704</c:v>
                </c:pt>
                <c:pt idx="1826">
                  <c:v>7.2768057641726704</c:v>
                </c:pt>
                <c:pt idx="1827">
                  <c:v>7.2768057641726704</c:v>
                </c:pt>
                <c:pt idx="1828">
                  <c:v>7.2768057641726704</c:v>
                </c:pt>
                <c:pt idx="1829">
                  <c:v>7.2768057641726704</c:v>
                </c:pt>
                <c:pt idx="1830">
                  <c:v>7.2768057641726704</c:v>
                </c:pt>
                <c:pt idx="1831">
                  <c:v>7.2768057641726704</c:v>
                </c:pt>
                <c:pt idx="1832">
                  <c:v>7.2768057641726704</c:v>
                </c:pt>
                <c:pt idx="1833">
                  <c:v>7.2768057641726704</c:v>
                </c:pt>
                <c:pt idx="1834">
                  <c:v>7.2768057641726704</c:v>
                </c:pt>
                <c:pt idx="1835">
                  <c:v>7.2768057641726704</c:v>
                </c:pt>
                <c:pt idx="1836">
                  <c:v>7.2768057641726704</c:v>
                </c:pt>
                <c:pt idx="1837">
                  <c:v>7.2768057641726704</c:v>
                </c:pt>
                <c:pt idx="1838">
                  <c:v>7.2768057641726704</c:v>
                </c:pt>
                <c:pt idx="1839">
                  <c:v>7.2768057641726704</c:v>
                </c:pt>
                <c:pt idx="1840">
                  <c:v>7.2768057641726704</c:v>
                </c:pt>
                <c:pt idx="1841">
                  <c:v>7.2768057641726704</c:v>
                </c:pt>
                <c:pt idx="1842">
                  <c:v>7.2768057641726704</c:v>
                </c:pt>
                <c:pt idx="1843">
                  <c:v>7.2768057641726704</c:v>
                </c:pt>
                <c:pt idx="1844">
                  <c:v>7.2768057641726704</c:v>
                </c:pt>
                <c:pt idx="1845">
                  <c:v>7.2768057641726704</c:v>
                </c:pt>
                <c:pt idx="1846">
                  <c:v>7.2768057641726704</c:v>
                </c:pt>
                <c:pt idx="1847">
                  <c:v>7.2768057641726704</c:v>
                </c:pt>
                <c:pt idx="1848">
                  <c:v>7.2768057641726704</c:v>
                </c:pt>
                <c:pt idx="1849">
                  <c:v>7.2768057641726704</c:v>
                </c:pt>
                <c:pt idx="1850">
                  <c:v>7.2768057641726704</c:v>
                </c:pt>
                <c:pt idx="1851">
                  <c:v>7.2768057641726704</c:v>
                </c:pt>
                <c:pt idx="1852">
                  <c:v>7.2768057641726704</c:v>
                </c:pt>
                <c:pt idx="1853">
                  <c:v>7.2768057641726704</c:v>
                </c:pt>
                <c:pt idx="1854">
                  <c:v>7.2768057641726704</c:v>
                </c:pt>
                <c:pt idx="1855">
                  <c:v>7.2768057641726704</c:v>
                </c:pt>
                <c:pt idx="1856">
                  <c:v>7.2768057641726704</c:v>
                </c:pt>
                <c:pt idx="1857">
                  <c:v>7.2768057641726704</c:v>
                </c:pt>
                <c:pt idx="1858">
                  <c:v>7.2768057641726704</c:v>
                </c:pt>
                <c:pt idx="1859">
                  <c:v>7.2768057641726704</c:v>
                </c:pt>
                <c:pt idx="1860">
                  <c:v>7.2768057641726704</c:v>
                </c:pt>
                <c:pt idx="1861">
                  <c:v>7.2768057641726704</c:v>
                </c:pt>
                <c:pt idx="1862">
                  <c:v>7.2768057641726704</c:v>
                </c:pt>
                <c:pt idx="1863">
                  <c:v>7.2768057641726704</c:v>
                </c:pt>
                <c:pt idx="1864">
                  <c:v>7.2768057641726704</c:v>
                </c:pt>
                <c:pt idx="1865">
                  <c:v>7.2768057641726704</c:v>
                </c:pt>
                <c:pt idx="1866">
                  <c:v>7.2768057641726704</c:v>
                </c:pt>
                <c:pt idx="1867">
                  <c:v>7.2768057641726704</c:v>
                </c:pt>
                <c:pt idx="1868">
                  <c:v>7.2768057641726704</c:v>
                </c:pt>
                <c:pt idx="1869">
                  <c:v>7.2768057641726704</c:v>
                </c:pt>
                <c:pt idx="1870">
                  <c:v>7.2768057641726704</c:v>
                </c:pt>
                <c:pt idx="1871">
                  <c:v>7.2768057641726704</c:v>
                </c:pt>
                <c:pt idx="1872">
                  <c:v>7.2768057641726704</c:v>
                </c:pt>
                <c:pt idx="1873">
                  <c:v>7.2768057641726704</c:v>
                </c:pt>
                <c:pt idx="1874">
                  <c:v>7.2768057641726704</c:v>
                </c:pt>
                <c:pt idx="1875">
                  <c:v>7.2768057641726704</c:v>
                </c:pt>
                <c:pt idx="1876">
                  <c:v>7.2768057641726704</c:v>
                </c:pt>
                <c:pt idx="1877">
                  <c:v>7.2768057641726704</c:v>
                </c:pt>
                <c:pt idx="1878">
                  <c:v>7.2768057641726704</c:v>
                </c:pt>
                <c:pt idx="1879">
                  <c:v>7.2768057641726704</c:v>
                </c:pt>
                <c:pt idx="1880">
                  <c:v>7.2768057641726704</c:v>
                </c:pt>
                <c:pt idx="1881">
                  <c:v>7.2768057641726704</c:v>
                </c:pt>
                <c:pt idx="1882">
                  <c:v>7.2768057641726704</c:v>
                </c:pt>
                <c:pt idx="1883">
                  <c:v>7.2768057641726704</c:v>
                </c:pt>
                <c:pt idx="1884">
                  <c:v>7.2768057641726704</c:v>
                </c:pt>
                <c:pt idx="1885">
                  <c:v>7.2768057641726704</c:v>
                </c:pt>
                <c:pt idx="1886">
                  <c:v>7.2768057641726704</c:v>
                </c:pt>
                <c:pt idx="1887">
                  <c:v>7.2768057641726704</c:v>
                </c:pt>
                <c:pt idx="1888">
                  <c:v>7.2768057641726704</c:v>
                </c:pt>
                <c:pt idx="1889">
                  <c:v>7.2768057641726704</c:v>
                </c:pt>
                <c:pt idx="1890">
                  <c:v>7.2768057641726704</c:v>
                </c:pt>
                <c:pt idx="1891">
                  <c:v>7.2768057641726704</c:v>
                </c:pt>
                <c:pt idx="1892">
                  <c:v>7.2768057641726704</c:v>
                </c:pt>
                <c:pt idx="1893">
                  <c:v>7.2768057641726704</c:v>
                </c:pt>
                <c:pt idx="1894">
                  <c:v>7.2768057641726704</c:v>
                </c:pt>
                <c:pt idx="1895">
                  <c:v>7.2768057641726704</c:v>
                </c:pt>
                <c:pt idx="1896">
                  <c:v>7.2768057641726704</c:v>
                </c:pt>
                <c:pt idx="1897">
                  <c:v>7.2768057641726704</c:v>
                </c:pt>
                <c:pt idx="1898">
                  <c:v>7.2768057641726704</c:v>
                </c:pt>
                <c:pt idx="1899">
                  <c:v>7.2768057641726704</c:v>
                </c:pt>
                <c:pt idx="1900">
                  <c:v>7.2768057641726704</c:v>
                </c:pt>
                <c:pt idx="1901">
                  <c:v>7.2768057641726704</c:v>
                </c:pt>
                <c:pt idx="1902">
                  <c:v>7.2768057641726704</c:v>
                </c:pt>
                <c:pt idx="1903">
                  <c:v>7.2768057641726704</c:v>
                </c:pt>
                <c:pt idx="1904">
                  <c:v>7.2768057641726704</c:v>
                </c:pt>
                <c:pt idx="1905">
                  <c:v>7.2768057641726704</c:v>
                </c:pt>
                <c:pt idx="1906">
                  <c:v>7.2768057641726704</c:v>
                </c:pt>
                <c:pt idx="1907">
                  <c:v>7.2768057641726704</c:v>
                </c:pt>
                <c:pt idx="1908">
                  <c:v>7.2768057641726704</c:v>
                </c:pt>
                <c:pt idx="1909">
                  <c:v>7.2768057641726704</c:v>
                </c:pt>
                <c:pt idx="1910">
                  <c:v>7.2768057641726704</c:v>
                </c:pt>
                <c:pt idx="1911">
                  <c:v>7.2768057641726704</c:v>
                </c:pt>
                <c:pt idx="1912">
                  <c:v>7.2768057641726704</c:v>
                </c:pt>
                <c:pt idx="1913">
                  <c:v>7.2768057641726704</c:v>
                </c:pt>
                <c:pt idx="1914">
                  <c:v>7.2768057641726704</c:v>
                </c:pt>
                <c:pt idx="1915">
                  <c:v>7.2768057641726704</c:v>
                </c:pt>
                <c:pt idx="1916">
                  <c:v>7.2768057641726704</c:v>
                </c:pt>
                <c:pt idx="1917">
                  <c:v>7.2768057641726704</c:v>
                </c:pt>
                <c:pt idx="1918">
                  <c:v>7.2768057641726704</c:v>
                </c:pt>
                <c:pt idx="1919">
                  <c:v>7.2768057641726704</c:v>
                </c:pt>
                <c:pt idx="1920">
                  <c:v>7.2768057641726704</c:v>
                </c:pt>
                <c:pt idx="1921">
                  <c:v>7.2768057641726704</c:v>
                </c:pt>
                <c:pt idx="1922">
                  <c:v>7.2768057641726704</c:v>
                </c:pt>
                <c:pt idx="1923">
                  <c:v>7.2768057641726704</c:v>
                </c:pt>
                <c:pt idx="1924">
                  <c:v>7.2768057641726704</c:v>
                </c:pt>
                <c:pt idx="1925">
                  <c:v>7.2768057641726704</c:v>
                </c:pt>
                <c:pt idx="1926">
                  <c:v>7.2768057641726704</c:v>
                </c:pt>
                <c:pt idx="1927">
                  <c:v>7.2768057641726704</c:v>
                </c:pt>
                <c:pt idx="1928">
                  <c:v>7.2768057641726704</c:v>
                </c:pt>
                <c:pt idx="1929">
                  <c:v>7.2768057641726704</c:v>
                </c:pt>
                <c:pt idx="1930">
                  <c:v>7.2768057641726704</c:v>
                </c:pt>
                <c:pt idx="1931">
                  <c:v>7.2768057641726704</c:v>
                </c:pt>
                <c:pt idx="1932">
                  <c:v>7.2768057641726704</c:v>
                </c:pt>
                <c:pt idx="1933">
                  <c:v>7.2768057641726704</c:v>
                </c:pt>
                <c:pt idx="1934">
                  <c:v>7.2768057641726704</c:v>
                </c:pt>
                <c:pt idx="1935">
                  <c:v>7.2768057641726704</c:v>
                </c:pt>
                <c:pt idx="1936">
                  <c:v>7.2768057641726704</c:v>
                </c:pt>
                <c:pt idx="1937">
                  <c:v>7.2768057641726704</c:v>
                </c:pt>
                <c:pt idx="1938">
                  <c:v>7.2768057641726704</c:v>
                </c:pt>
                <c:pt idx="1939">
                  <c:v>7.2768057641726704</c:v>
                </c:pt>
                <c:pt idx="1940">
                  <c:v>7.2768057641726704</c:v>
                </c:pt>
                <c:pt idx="1941">
                  <c:v>7.2768057641726704</c:v>
                </c:pt>
                <c:pt idx="1942">
                  <c:v>7.2768057641726704</c:v>
                </c:pt>
                <c:pt idx="1943">
                  <c:v>7.2768057641726704</c:v>
                </c:pt>
                <c:pt idx="1944">
                  <c:v>7.2768057641726704</c:v>
                </c:pt>
                <c:pt idx="1945">
                  <c:v>7.2768057641726704</c:v>
                </c:pt>
                <c:pt idx="1946">
                  <c:v>7.2768057641726704</c:v>
                </c:pt>
                <c:pt idx="1947">
                  <c:v>7.2768057641726704</c:v>
                </c:pt>
                <c:pt idx="1948">
                  <c:v>7.2768057641726704</c:v>
                </c:pt>
                <c:pt idx="1949">
                  <c:v>7.2768057641726704</c:v>
                </c:pt>
                <c:pt idx="1950">
                  <c:v>7.2768057641726704</c:v>
                </c:pt>
                <c:pt idx="1951">
                  <c:v>7.2768057641726704</c:v>
                </c:pt>
                <c:pt idx="1952">
                  <c:v>7.2768057641726704</c:v>
                </c:pt>
                <c:pt idx="1953">
                  <c:v>7.2768057641726704</c:v>
                </c:pt>
                <c:pt idx="1954">
                  <c:v>7.2768057641726704</c:v>
                </c:pt>
                <c:pt idx="1955">
                  <c:v>7.2768057641726704</c:v>
                </c:pt>
                <c:pt idx="1956">
                  <c:v>7.2768057641726704</c:v>
                </c:pt>
                <c:pt idx="1957">
                  <c:v>7.2768057641726704</c:v>
                </c:pt>
                <c:pt idx="1958">
                  <c:v>7.2768057641726704</c:v>
                </c:pt>
                <c:pt idx="1959">
                  <c:v>7.2768057641726704</c:v>
                </c:pt>
                <c:pt idx="1960">
                  <c:v>7.2768057641726704</c:v>
                </c:pt>
                <c:pt idx="1961">
                  <c:v>7.2768057641726704</c:v>
                </c:pt>
                <c:pt idx="1962">
                  <c:v>7.2768057641726704</c:v>
                </c:pt>
                <c:pt idx="1963">
                  <c:v>7.2768057641726704</c:v>
                </c:pt>
                <c:pt idx="1964">
                  <c:v>7.2768057641726704</c:v>
                </c:pt>
                <c:pt idx="1965">
                  <c:v>7.2768057641726704</c:v>
                </c:pt>
                <c:pt idx="1966">
                  <c:v>7.2768057641726704</c:v>
                </c:pt>
                <c:pt idx="1967">
                  <c:v>7.2768057641726704</c:v>
                </c:pt>
                <c:pt idx="1968">
                  <c:v>7.2768057641726704</c:v>
                </c:pt>
                <c:pt idx="1969">
                  <c:v>7.2768057641726704</c:v>
                </c:pt>
                <c:pt idx="1970">
                  <c:v>7.2768057641726704</c:v>
                </c:pt>
                <c:pt idx="1971">
                  <c:v>7.2768057641726704</c:v>
                </c:pt>
                <c:pt idx="1972">
                  <c:v>7.2768057641726704</c:v>
                </c:pt>
                <c:pt idx="1973">
                  <c:v>7.2768057641726704</c:v>
                </c:pt>
                <c:pt idx="1974">
                  <c:v>7.2768057641726704</c:v>
                </c:pt>
                <c:pt idx="1975">
                  <c:v>7.2768057641726704</c:v>
                </c:pt>
                <c:pt idx="1976">
                  <c:v>7.2768057641726704</c:v>
                </c:pt>
                <c:pt idx="1977">
                  <c:v>7.2768057641726704</c:v>
                </c:pt>
                <c:pt idx="1978">
                  <c:v>7.2768057641726704</c:v>
                </c:pt>
                <c:pt idx="1979">
                  <c:v>7.2768057641726704</c:v>
                </c:pt>
                <c:pt idx="1980">
                  <c:v>7.2768057641726704</c:v>
                </c:pt>
                <c:pt idx="1981">
                  <c:v>7.2768057641726704</c:v>
                </c:pt>
                <c:pt idx="1982">
                  <c:v>7.2768057641726704</c:v>
                </c:pt>
                <c:pt idx="1983">
                  <c:v>7.2768057641726704</c:v>
                </c:pt>
                <c:pt idx="1984">
                  <c:v>7.2768057641726704</c:v>
                </c:pt>
                <c:pt idx="1985">
                  <c:v>7.2768057641726704</c:v>
                </c:pt>
                <c:pt idx="1986">
                  <c:v>7.2768057641726704</c:v>
                </c:pt>
                <c:pt idx="1987">
                  <c:v>7.2768057641726704</c:v>
                </c:pt>
                <c:pt idx="1988">
                  <c:v>7.2768057641726704</c:v>
                </c:pt>
                <c:pt idx="1989">
                  <c:v>7.2768057641726704</c:v>
                </c:pt>
                <c:pt idx="1990">
                  <c:v>7.2768057641726704</c:v>
                </c:pt>
                <c:pt idx="1991">
                  <c:v>7.2768057641726704</c:v>
                </c:pt>
                <c:pt idx="1992">
                  <c:v>7.2768057641726704</c:v>
                </c:pt>
                <c:pt idx="1993">
                  <c:v>7.2768057641726704</c:v>
                </c:pt>
                <c:pt idx="1994">
                  <c:v>7.2768057641726704</c:v>
                </c:pt>
                <c:pt idx="1995">
                  <c:v>7.2768057641726704</c:v>
                </c:pt>
                <c:pt idx="1996">
                  <c:v>7.2768057641726704</c:v>
                </c:pt>
                <c:pt idx="1997">
                  <c:v>7.2768057641726704</c:v>
                </c:pt>
                <c:pt idx="1998">
                  <c:v>7.2768057641726704</c:v>
                </c:pt>
                <c:pt idx="1999">
                  <c:v>7.2768057641726704</c:v>
                </c:pt>
                <c:pt idx="2000">
                  <c:v>7.2768057641726704</c:v>
                </c:pt>
                <c:pt idx="2001">
                  <c:v>7.2768057641726704</c:v>
                </c:pt>
                <c:pt idx="2002">
                  <c:v>7.2768057641726704</c:v>
                </c:pt>
                <c:pt idx="2003">
                  <c:v>7.2768057641726704</c:v>
                </c:pt>
                <c:pt idx="2004">
                  <c:v>7.2768057641726704</c:v>
                </c:pt>
                <c:pt idx="2005">
                  <c:v>7.2768057641726704</c:v>
                </c:pt>
                <c:pt idx="2006">
                  <c:v>7.2768057641726704</c:v>
                </c:pt>
                <c:pt idx="2007">
                  <c:v>7.2768057641726704</c:v>
                </c:pt>
                <c:pt idx="2008">
                  <c:v>7.2768057641726704</c:v>
                </c:pt>
                <c:pt idx="2009">
                  <c:v>7.2768057641726704</c:v>
                </c:pt>
                <c:pt idx="2010">
                  <c:v>7.2768057641726704</c:v>
                </c:pt>
                <c:pt idx="2011">
                  <c:v>7.2768057641726704</c:v>
                </c:pt>
                <c:pt idx="2012">
                  <c:v>7.2768057641726704</c:v>
                </c:pt>
                <c:pt idx="2013">
                  <c:v>7.2768057641726704</c:v>
                </c:pt>
                <c:pt idx="2014">
                  <c:v>7.2768057641726704</c:v>
                </c:pt>
                <c:pt idx="2015">
                  <c:v>7.2768057641726704</c:v>
                </c:pt>
                <c:pt idx="2016">
                  <c:v>7.2768057641726704</c:v>
                </c:pt>
                <c:pt idx="2017">
                  <c:v>7.2768057641726704</c:v>
                </c:pt>
                <c:pt idx="2018">
                  <c:v>7.2768057641726704</c:v>
                </c:pt>
                <c:pt idx="2019">
                  <c:v>7.2768057641726704</c:v>
                </c:pt>
                <c:pt idx="2020">
                  <c:v>7.2768057641726704</c:v>
                </c:pt>
                <c:pt idx="2021">
                  <c:v>7.2768057641726704</c:v>
                </c:pt>
                <c:pt idx="2022">
                  <c:v>7.2768057641726704</c:v>
                </c:pt>
                <c:pt idx="2023">
                  <c:v>7.2768057641726704</c:v>
                </c:pt>
                <c:pt idx="2024">
                  <c:v>7.2768057641726704</c:v>
                </c:pt>
                <c:pt idx="2025">
                  <c:v>7.2768057641726704</c:v>
                </c:pt>
                <c:pt idx="2026">
                  <c:v>7.2768057641726704</c:v>
                </c:pt>
                <c:pt idx="2027">
                  <c:v>7.2768057641726704</c:v>
                </c:pt>
                <c:pt idx="2028">
                  <c:v>7.2768057641726704</c:v>
                </c:pt>
                <c:pt idx="2029">
                  <c:v>7.2768057641726704</c:v>
                </c:pt>
                <c:pt idx="2030">
                  <c:v>7.2768057641726704</c:v>
                </c:pt>
                <c:pt idx="2031">
                  <c:v>7.2768057641726704</c:v>
                </c:pt>
                <c:pt idx="2032">
                  <c:v>7.2768057641726704</c:v>
                </c:pt>
                <c:pt idx="2033">
                  <c:v>7.2768057641726704</c:v>
                </c:pt>
                <c:pt idx="2034">
                  <c:v>7.2768057641726704</c:v>
                </c:pt>
                <c:pt idx="2035">
                  <c:v>7.2768057641726704</c:v>
                </c:pt>
                <c:pt idx="2036">
                  <c:v>7.2768057641726704</c:v>
                </c:pt>
                <c:pt idx="2037">
                  <c:v>7.2768057641726704</c:v>
                </c:pt>
                <c:pt idx="2038">
                  <c:v>7.2768057641726704</c:v>
                </c:pt>
                <c:pt idx="2039">
                  <c:v>7.2768057641726704</c:v>
                </c:pt>
                <c:pt idx="2040">
                  <c:v>7.2768057641726704</c:v>
                </c:pt>
                <c:pt idx="2041">
                  <c:v>7.2768057641726704</c:v>
                </c:pt>
                <c:pt idx="2042">
                  <c:v>7.2768057641726704</c:v>
                </c:pt>
                <c:pt idx="2043">
                  <c:v>7.2768057641726704</c:v>
                </c:pt>
                <c:pt idx="2044">
                  <c:v>7.2768057641726704</c:v>
                </c:pt>
                <c:pt idx="2045">
                  <c:v>7.2768057641726704</c:v>
                </c:pt>
                <c:pt idx="2046">
                  <c:v>7.2768057641726704</c:v>
                </c:pt>
                <c:pt idx="2047">
                  <c:v>7.2768057641726704</c:v>
                </c:pt>
                <c:pt idx="2048">
                  <c:v>7.2768057641726704</c:v>
                </c:pt>
                <c:pt idx="2049">
                  <c:v>7.2768057641726704</c:v>
                </c:pt>
                <c:pt idx="2050">
                  <c:v>7.2768057641726704</c:v>
                </c:pt>
                <c:pt idx="2051">
                  <c:v>7.2768057641726704</c:v>
                </c:pt>
                <c:pt idx="2052">
                  <c:v>7.2768057641726704</c:v>
                </c:pt>
                <c:pt idx="2053">
                  <c:v>7.2768057641726704</c:v>
                </c:pt>
                <c:pt idx="2054">
                  <c:v>7.2768057641726704</c:v>
                </c:pt>
                <c:pt idx="2055">
                  <c:v>7.2768057641726704</c:v>
                </c:pt>
                <c:pt idx="2056">
                  <c:v>7.2768057641726704</c:v>
                </c:pt>
                <c:pt idx="2057">
                  <c:v>7.2768057641726704</c:v>
                </c:pt>
                <c:pt idx="2058">
                  <c:v>7.2768057641726704</c:v>
                </c:pt>
                <c:pt idx="2059">
                  <c:v>7.2768057641726704</c:v>
                </c:pt>
                <c:pt idx="2060">
                  <c:v>7.2768057641726704</c:v>
                </c:pt>
                <c:pt idx="2061">
                  <c:v>7.2768057641726704</c:v>
                </c:pt>
                <c:pt idx="2062">
                  <c:v>7.2768057641726704</c:v>
                </c:pt>
                <c:pt idx="2063">
                  <c:v>7.2768057641726704</c:v>
                </c:pt>
                <c:pt idx="2064">
                  <c:v>7.2768057641726704</c:v>
                </c:pt>
                <c:pt idx="2065">
                  <c:v>7.2768057641726704</c:v>
                </c:pt>
                <c:pt idx="2066">
                  <c:v>7.2768057641726704</c:v>
                </c:pt>
                <c:pt idx="2067">
                  <c:v>7.2768057641726704</c:v>
                </c:pt>
                <c:pt idx="2068">
                  <c:v>7.2768057641726704</c:v>
                </c:pt>
                <c:pt idx="2069">
                  <c:v>7.2768057641726704</c:v>
                </c:pt>
                <c:pt idx="2070">
                  <c:v>7.2768057641726704</c:v>
                </c:pt>
                <c:pt idx="2071">
                  <c:v>7.2768057641726704</c:v>
                </c:pt>
                <c:pt idx="2072">
                  <c:v>7.2768057641726704</c:v>
                </c:pt>
                <c:pt idx="2073">
                  <c:v>7.2768057641726704</c:v>
                </c:pt>
                <c:pt idx="2074">
                  <c:v>7.2768057641726704</c:v>
                </c:pt>
                <c:pt idx="2075">
                  <c:v>7.2768057641726704</c:v>
                </c:pt>
                <c:pt idx="2076">
                  <c:v>7.2768057641726704</c:v>
                </c:pt>
                <c:pt idx="2077">
                  <c:v>7.2768057641726704</c:v>
                </c:pt>
                <c:pt idx="2078">
                  <c:v>7.2768057641726704</c:v>
                </c:pt>
                <c:pt idx="2079">
                  <c:v>7.2768057641726704</c:v>
                </c:pt>
                <c:pt idx="2080">
                  <c:v>7.2768057641726704</c:v>
                </c:pt>
                <c:pt idx="2081">
                  <c:v>7.2768057641726704</c:v>
                </c:pt>
                <c:pt idx="2082">
                  <c:v>7.2768057641726704</c:v>
                </c:pt>
                <c:pt idx="2083">
                  <c:v>7.2768057641726704</c:v>
                </c:pt>
                <c:pt idx="2084">
                  <c:v>7.2768057641726704</c:v>
                </c:pt>
                <c:pt idx="2085">
                  <c:v>7.2768057641726704</c:v>
                </c:pt>
                <c:pt idx="2086">
                  <c:v>7.2768057641726704</c:v>
                </c:pt>
                <c:pt idx="2087">
                  <c:v>7.2768057641726704</c:v>
                </c:pt>
                <c:pt idx="2088">
                  <c:v>7.2768057641726704</c:v>
                </c:pt>
                <c:pt idx="2089">
                  <c:v>7.2768057641726704</c:v>
                </c:pt>
                <c:pt idx="2090">
                  <c:v>7.2768057641726704</c:v>
                </c:pt>
                <c:pt idx="2091">
                  <c:v>7.2768057641726704</c:v>
                </c:pt>
                <c:pt idx="2092">
                  <c:v>7.2768057641726704</c:v>
                </c:pt>
                <c:pt idx="2093">
                  <c:v>7.2768057641726704</c:v>
                </c:pt>
                <c:pt idx="2094">
                  <c:v>7.2768057641726704</c:v>
                </c:pt>
                <c:pt idx="2095">
                  <c:v>7.2768057641726704</c:v>
                </c:pt>
                <c:pt idx="2096">
                  <c:v>7.2768057641726704</c:v>
                </c:pt>
                <c:pt idx="2097">
                  <c:v>7.2768057641726704</c:v>
                </c:pt>
                <c:pt idx="2098">
                  <c:v>7.2768057641726704</c:v>
                </c:pt>
                <c:pt idx="2099">
                  <c:v>7.2768057641726704</c:v>
                </c:pt>
                <c:pt idx="2100">
                  <c:v>7.2768057641726704</c:v>
                </c:pt>
                <c:pt idx="2101">
                  <c:v>7.2768057641726704</c:v>
                </c:pt>
                <c:pt idx="2102">
                  <c:v>7.2768057641726704</c:v>
                </c:pt>
                <c:pt idx="2103">
                  <c:v>7.2768057641726704</c:v>
                </c:pt>
                <c:pt idx="2104">
                  <c:v>7.2768057641726704</c:v>
                </c:pt>
                <c:pt idx="2105">
                  <c:v>7.2768057641726704</c:v>
                </c:pt>
                <c:pt idx="2106">
                  <c:v>7.2768057641726704</c:v>
                </c:pt>
                <c:pt idx="2107">
                  <c:v>7.2768057641726704</c:v>
                </c:pt>
                <c:pt idx="2108">
                  <c:v>7.2768057641726704</c:v>
                </c:pt>
                <c:pt idx="2109">
                  <c:v>7.2768057641726704</c:v>
                </c:pt>
                <c:pt idx="2110">
                  <c:v>7.2768057641726704</c:v>
                </c:pt>
                <c:pt idx="2111">
                  <c:v>7.2768057641726704</c:v>
                </c:pt>
                <c:pt idx="2112">
                  <c:v>7.2768057641726704</c:v>
                </c:pt>
                <c:pt idx="2113">
                  <c:v>7.2768057641726704</c:v>
                </c:pt>
                <c:pt idx="2114">
                  <c:v>7.2768057641726704</c:v>
                </c:pt>
                <c:pt idx="2115">
                  <c:v>7.2768057641726704</c:v>
                </c:pt>
                <c:pt idx="2116">
                  <c:v>7.2768057641726704</c:v>
                </c:pt>
                <c:pt idx="2117">
                  <c:v>7.2768057641726704</c:v>
                </c:pt>
                <c:pt idx="2118">
                  <c:v>7.2768057641726704</c:v>
                </c:pt>
                <c:pt idx="2119">
                  <c:v>7.2768057641726704</c:v>
                </c:pt>
                <c:pt idx="2120">
                  <c:v>7.2768057641726704</c:v>
                </c:pt>
                <c:pt idx="2121">
                  <c:v>7.2768057641726704</c:v>
                </c:pt>
                <c:pt idx="2122">
                  <c:v>7.2768057641726704</c:v>
                </c:pt>
                <c:pt idx="2123">
                  <c:v>7.2768057641726704</c:v>
                </c:pt>
                <c:pt idx="2124">
                  <c:v>7.2768057641726704</c:v>
                </c:pt>
                <c:pt idx="2125">
                  <c:v>7.2768057641726704</c:v>
                </c:pt>
                <c:pt idx="2126">
                  <c:v>7.2768057641726704</c:v>
                </c:pt>
                <c:pt idx="2127">
                  <c:v>7.2768057641726704</c:v>
                </c:pt>
                <c:pt idx="2128">
                  <c:v>7.2768057641726704</c:v>
                </c:pt>
                <c:pt idx="2129">
                  <c:v>7.2768057641726704</c:v>
                </c:pt>
                <c:pt idx="2130">
                  <c:v>7.2768057641726704</c:v>
                </c:pt>
                <c:pt idx="2131">
                  <c:v>7.2768057641726704</c:v>
                </c:pt>
                <c:pt idx="2132">
                  <c:v>7.2768057641726704</c:v>
                </c:pt>
                <c:pt idx="2133">
                  <c:v>7.2768057641726704</c:v>
                </c:pt>
                <c:pt idx="2134">
                  <c:v>7.2768057641726704</c:v>
                </c:pt>
                <c:pt idx="2135">
                  <c:v>7.2768057641726704</c:v>
                </c:pt>
                <c:pt idx="2136">
                  <c:v>7.2768057641726704</c:v>
                </c:pt>
                <c:pt idx="2137">
                  <c:v>7.2768057641726704</c:v>
                </c:pt>
                <c:pt idx="2138">
                  <c:v>7.2768057641726704</c:v>
                </c:pt>
                <c:pt idx="2139">
                  <c:v>7.2768057641726704</c:v>
                </c:pt>
                <c:pt idx="2140">
                  <c:v>7.2768057641726704</c:v>
                </c:pt>
                <c:pt idx="2141">
                  <c:v>7.2768057641726704</c:v>
                </c:pt>
                <c:pt idx="2142">
                  <c:v>7.2768057641726704</c:v>
                </c:pt>
                <c:pt idx="2143">
                  <c:v>7.2768057641726704</c:v>
                </c:pt>
                <c:pt idx="2144">
                  <c:v>7.2768057641726704</c:v>
                </c:pt>
                <c:pt idx="2145">
                  <c:v>7.2768057641726704</c:v>
                </c:pt>
                <c:pt idx="2146">
                  <c:v>7.2768057641726704</c:v>
                </c:pt>
                <c:pt idx="2147">
                  <c:v>7.2768057641726704</c:v>
                </c:pt>
                <c:pt idx="2148">
                  <c:v>7.2768057641726704</c:v>
                </c:pt>
                <c:pt idx="2149">
                  <c:v>7.2768057641726704</c:v>
                </c:pt>
                <c:pt idx="2150">
                  <c:v>7.2768057641726704</c:v>
                </c:pt>
                <c:pt idx="2151">
                  <c:v>7.2768057641726704</c:v>
                </c:pt>
                <c:pt idx="2152">
                  <c:v>7.2768057641726704</c:v>
                </c:pt>
                <c:pt idx="2153">
                  <c:v>7.2768057641726704</c:v>
                </c:pt>
                <c:pt idx="2154">
                  <c:v>7.2768057641726704</c:v>
                </c:pt>
                <c:pt idx="2155">
                  <c:v>7.2768057641726704</c:v>
                </c:pt>
                <c:pt idx="2156">
                  <c:v>7.2768057641726704</c:v>
                </c:pt>
                <c:pt idx="2157">
                  <c:v>7.2768057641726704</c:v>
                </c:pt>
                <c:pt idx="2158">
                  <c:v>7.2768057641726704</c:v>
                </c:pt>
                <c:pt idx="2159">
                  <c:v>7.2768057641726704</c:v>
                </c:pt>
                <c:pt idx="2160">
                  <c:v>7.2768057641726704</c:v>
                </c:pt>
                <c:pt idx="2161">
                  <c:v>7.2768057641726704</c:v>
                </c:pt>
                <c:pt idx="2162">
                  <c:v>7.2768057641726704</c:v>
                </c:pt>
                <c:pt idx="2163">
                  <c:v>7.2768057641726704</c:v>
                </c:pt>
                <c:pt idx="2164">
                  <c:v>7.2768057641726704</c:v>
                </c:pt>
                <c:pt idx="2165">
                  <c:v>7.2768057641726704</c:v>
                </c:pt>
                <c:pt idx="2166">
                  <c:v>7.2768057641726704</c:v>
                </c:pt>
                <c:pt idx="2167">
                  <c:v>7.2768057641726704</c:v>
                </c:pt>
                <c:pt idx="2168">
                  <c:v>7.2768057641726704</c:v>
                </c:pt>
                <c:pt idx="2169">
                  <c:v>7.2768057641726704</c:v>
                </c:pt>
                <c:pt idx="2170">
                  <c:v>7.2768057641726704</c:v>
                </c:pt>
                <c:pt idx="2171">
                  <c:v>7.2768057641726704</c:v>
                </c:pt>
                <c:pt idx="2172">
                  <c:v>7.2768057641726704</c:v>
                </c:pt>
                <c:pt idx="2173">
                  <c:v>7.2768057641726704</c:v>
                </c:pt>
                <c:pt idx="2174">
                  <c:v>7.2768057641726704</c:v>
                </c:pt>
                <c:pt idx="2175">
                  <c:v>7.2768057641726704</c:v>
                </c:pt>
                <c:pt idx="2176">
                  <c:v>7.2768057641726704</c:v>
                </c:pt>
                <c:pt idx="2177">
                  <c:v>7.2768057641726704</c:v>
                </c:pt>
                <c:pt idx="2178">
                  <c:v>7.2768057641726704</c:v>
                </c:pt>
                <c:pt idx="2179">
                  <c:v>7.2768057641726704</c:v>
                </c:pt>
                <c:pt idx="2180">
                  <c:v>7.2768057641726704</c:v>
                </c:pt>
                <c:pt idx="2181">
                  <c:v>7.2768057641726704</c:v>
                </c:pt>
                <c:pt idx="2182">
                  <c:v>7.2768057641726704</c:v>
                </c:pt>
                <c:pt idx="2183">
                  <c:v>7.2768057641726704</c:v>
                </c:pt>
                <c:pt idx="2184">
                  <c:v>7.2768057641726704</c:v>
                </c:pt>
                <c:pt idx="2185">
                  <c:v>7.2768057641726704</c:v>
                </c:pt>
                <c:pt idx="2186">
                  <c:v>7.2768057641726704</c:v>
                </c:pt>
                <c:pt idx="2187">
                  <c:v>7.2768057641726704</c:v>
                </c:pt>
                <c:pt idx="2188">
                  <c:v>7.2768057641726704</c:v>
                </c:pt>
                <c:pt idx="2189">
                  <c:v>7.2768057641726704</c:v>
                </c:pt>
                <c:pt idx="2190">
                  <c:v>7.2768057641726704</c:v>
                </c:pt>
                <c:pt idx="2191">
                  <c:v>7.2768057641726704</c:v>
                </c:pt>
                <c:pt idx="2192">
                  <c:v>7.2768057641726704</c:v>
                </c:pt>
                <c:pt idx="2193">
                  <c:v>7.2768057641726704</c:v>
                </c:pt>
                <c:pt idx="2194">
                  <c:v>7.2768057641726704</c:v>
                </c:pt>
                <c:pt idx="2195">
                  <c:v>7.2768057641726704</c:v>
                </c:pt>
                <c:pt idx="2196">
                  <c:v>7.2768057641726704</c:v>
                </c:pt>
                <c:pt idx="2197">
                  <c:v>7.2768057641726704</c:v>
                </c:pt>
                <c:pt idx="2198">
                  <c:v>7.2768057641726704</c:v>
                </c:pt>
                <c:pt idx="2199">
                  <c:v>7.2768057641726704</c:v>
                </c:pt>
                <c:pt idx="2200">
                  <c:v>7.2768057641726704</c:v>
                </c:pt>
                <c:pt idx="2201">
                  <c:v>7.2768057641726704</c:v>
                </c:pt>
                <c:pt idx="2202">
                  <c:v>7.2768057641726704</c:v>
                </c:pt>
                <c:pt idx="2203">
                  <c:v>7.2768057641726704</c:v>
                </c:pt>
                <c:pt idx="2204">
                  <c:v>7.2768057641726704</c:v>
                </c:pt>
                <c:pt idx="2205">
                  <c:v>7.2768057641726704</c:v>
                </c:pt>
                <c:pt idx="2206">
                  <c:v>7.2768057641726704</c:v>
                </c:pt>
                <c:pt idx="2207">
                  <c:v>7.2768057641726704</c:v>
                </c:pt>
                <c:pt idx="2208">
                  <c:v>7.2768057641726704</c:v>
                </c:pt>
                <c:pt idx="2209">
                  <c:v>7.2768057641726704</c:v>
                </c:pt>
                <c:pt idx="2210">
                  <c:v>7.2768057641726704</c:v>
                </c:pt>
                <c:pt idx="2211">
                  <c:v>7.2768057641726704</c:v>
                </c:pt>
                <c:pt idx="2212">
                  <c:v>7.2768057641726704</c:v>
                </c:pt>
                <c:pt idx="2213">
                  <c:v>7.2768057641726704</c:v>
                </c:pt>
                <c:pt idx="2214">
                  <c:v>7.2768057641726704</c:v>
                </c:pt>
                <c:pt idx="2215">
                  <c:v>7.2768057641726704</c:v>
                </c:pt>
                <c:pt idx="2216">
                  <c:v>7.2768057641726704</c:v>
                </c:pt>
                <c:pt idx="2217">
                  <c:v>7.2768057641726704</c:v>
                </c:pt>
                <c:pt idx="2218">
                  <c:v>7.2768057641726704</c:v>
                </c:pt>
                <c:pt idx="2219">
                  <c:v>7.2768057641726704</c:v>
                </c:pt>
                <c:pt idx="2220">
                  <c:v>7.2768057641726704</c:v>
                </c:pt>
                <c:pt idx="2221">
                  <c:v>7.2768057641726704</c:v>
                </c:pt>
                <c:pt idx="2222">
                  <c:v>7.2768057641726704</c:v>
                </c:pt>
                <c:pt idx="2223">
                  <c:v>7.2768057641726704</c:v>
                </c:pt>
                <c:pt idx="2224">
                  <c:v>7.2768057641726704</c:v>
                </c:pt>
                <c:pt idx="2225">
                  <c:v>7.2768057641726704</c:v>
                </c:pt>
                <c:pt idx="2226">
                  <c:v>7.2768057641726704</c:v>
                </c:pt>
                <c:pt idx="2227">
                  <c:v>7.2768057641726704</c:v>
                </c:pt>
                <c:pt idx="2228">
                  <c:v>7.2768057641726704</c:v>
                </c:pt>
                <c:pt idx="2229">
                  <c:v>7.2768057641726704</c:v>
                </c:pt>
                <c:pt idx="2230">
                  <c:v>7.2768057641726704</c:v>
                </c:pt>
                <c:pt idx="2231">
                  <c:v>7.2768057641726704</c:v>
                </c:pt>
                <c:pt idx="2232">
                  <c:v>7.2768057641726704</c:v>
                </c:pt>
                <c:pt idx="2233">
                  <c:v>7.2768057641726704</c:v>
                </c:pt>
                <c:pt idx="2234">
                  <c:v>7.2768057641726704</c:v>
                </c:pt>
                <c:pt idx="2235">
                  <c:v>7.2768057641726704</c:v>
                </c:pt>
                <c:pt idx="2236">
                  <c:v>7.2768057641726704</c:v>
                </c:pt>
                <c:pt idx="2237">
                  <c:v>7.2768057641726704</c:v>
                </c:pt>
                <c:pt idx="2238">
                  <c:v>7.2768057641726704</c:v>
                </c:pt>
                <c:pt idx="2239">
                  <c:v>7.2768057641726704</c:v>
                </c:pt>
                <c:pt idx="2240">
                  <c:v>7.2768057641726704</c:v>
                </c:pt>
                <c:pt idx="2241">
                  <c:v>7.2768057641726704</c:v>
                </c:pt>
                <c:pt idx="2242">
                  <c:v>7.2768057641726704</c:v>
                </c:pt>
                <c:pt idx="2243">
                  <c:v>7.2768057641726704</c:v>
                </c:pt>
                <c:pt idx="2244">
                  <c:v>7.2768057641726704</c:v>
                </c:pt>
                <c:pt idx="2245">
                  <c:v>7.2768057641726704</c:v>
                </c:pt>
                <c:pt idx="2246">
                  <c:v>7.2768057641726704</c:v>
                </c:pt>
                <c:pt idx="2247">
                  <c:v>7.2768057641726704</c:v>
                </c:pt>
                <c:pt idx="2248">
                  <c:v>7.2768057641726704</c:v>
                </c:pt>
                <c:pt idx="2249">
                  <c:v>7.2768057641726704</c:v>
                </c:pt>
                <c:pt idx="2250">
                  <c:v>7.2768057641726704</c:v>
                </c:pt>
                <c:pt idx="2251">
                  <c:v>7.2768057641726704</c:v>
                </c:pt>
                <c:pt idx="2252">
                  <c:v>7.2768057641726704</c:v>
                </c:pt>
                <c:pt idx="2253">
                  <c:v>7.2768057641726704</c:v>
                </c:pt>
                <c:pt idx="2254">
                  <c:v>7.2768057641726704</c:v>
                </c:pt>
                <c:pt idx="2255">
                  <c:v>7.2768057641726704</c:v>
                </c:pt>
                <c:pt idx="2256">
                  <c:v>7.2768057641726704</c:v>
                </c:pt>
                <c:pt idx="2257">
                  <c:v>7.2768057641726704</c:v>
                </c:pt>
                <c:pt idx="2258">
                  <c:v>7.2768057641726704</c:v>
                </c:pt>
                <c:pt idx="2259">
                  <c:v>7.2768057641726704</c:v>
                </c:pt>
                <c:pt idx="2260">
                  <c:v>7.2768057641726704</c:v>
                </c:pt>
                <c:pt idx="2261">
                  <c:v>7.2768057641726704</c:v>
                </c:pt>
                <c:pt idx="2262">
                  <c:v>7.2768057641726704</c:v>
                </c:pt>
                <c:pt idx="2263">
                  <c:v>7.2768057641726704</c:v>
                </c:pt>
                <c:pt idx="2264">
                  <c:v>7.2768057641726704</c:v>
                </c:pt>
                <c:pt idx="2265">
                  <c:v>7.2768057641726704</c:v>
                </c:pt>
                <c:pt idx="2266">
                  <c:v>7.2768057641726704</c:v>
                </c:pt>
                <c:pt idx="2267">
                  <c:v>7.2768057641726704</c:v>
                </c:pt>
                <c:pt idx="2268">
                  <c:v>7.2768057641726704</c:v>
                </c:pt>
                <c:pt idx="2269">
                  <c:v>7.2768057641726704</c:v>
                </c:pt>
                <c:pt idx="2270">
                  <c:v>7.2768057641726704</c:v>
                </c:pt>
                <c:pt idx="2271">
                  <c:v>7.2768057641726704</c:v>
                </c:pt>
                <c:pt idx="2272">
                  <c:v>7.2768057641726704</c:v>
                </c:pt>
                <c:pt idx="2273">
                  <c:v>7.2768057641726704</c:v>
                </c:pt>
                <c:pt idx="2274">
                  <c:v>7.2768057641726704</c:v>
                </c:pt>
                <c:pt idx="2275">
                  <c:v>7.2768057641726704</c:v>
                </c:pt>
                <c:pt idx="2276">
                  <c:v>7.2768057641726704</c:v>
                </c:pt>
                <c:pt idx="2277">
                  <c:v>7.2768057641726704</c:v>
                </c:pt>
                <c:pt idx="2278">
                  <c:v>7.2768057641726704</c:v>
                </c:pt>
                <c:pt idx="2279">
                  <c:v>7.2768057641726704</c:v>
                </c:pt>
                <c:pt idx="2280">
                  <c:v>7.2768057641726704</c:v>
                </c:pt>
                <c:pt idx="2281">
                  <c:v>7.2768057641726704</c:v>
                </c:pt>
                <c:pt idx="2282">
                  <c:v>7.2768057641726704</c:v>
                </c:pt>
                <c:pt idx="2283">
                  <c:v>7.2768057641726704</c:v>
                </c:pt>
                <c:pt idx="2284">
                  <c:v>7.2768057641726704</c:v>
                </c:pt>
                <c:pt idx="2285">
                  <c:v>7.2768057641726704</c:v>
                </c:pt>
                <c:pt idx="2286">
                  <c:v>7.2768057641726704</c:v>
                </c:pt>
                <c:pt idx="2287">
                  <c:v>7.2768057641726704</c:v>
                </c:pt>
                <c:pt idx="2288">
                  <c:v>7.2768057641726704</c:v>
                </c:pt>
                <c:pt idx="2289">
                  <c:v>7.2768057641726704</c:v>
                </c:pt>
                <c:pt idx="2290">
                  <c:v>7.2768057641726704</c:v>
                </c:pt>
                <c:pt idx="2291">
                  <c:v>7.2768057641726704</c:v>
                </c:pt>
                <c:pt idx="2292">
                  <c:v>7.2768057641726704</c:v>
                </c:pt>
                <c:pt idx="2293">
                  <c:v>7.2768057641726704</c:v>
                </c:pt>
                <c:pt idx="2294">
                  <c:v>7.2768057641726704</c:v>
                </c:pt>
                <c:pt idx="2295">
                  <c:v>7.2768057641726704</c:v>
                </c:pt>
                <c:pt idx="2296">
                  <c:v>7.2768057641726704</c:v>
                </c:pt>
                <c:pt idx="2297">
                  <c:v>7.2768057641726704</c:v>
                </c:pt>
                <c:pt idx="2298">
                  <c:v>7.2768057641726704</c:v>
                </c:pt>
                <c:pt idx="2299">
                  <c:v>7.2768057641726704</c:v>
                </c:pt>
                <c:pt idx="2300">
                  <c:v>7.2768057641726704</c:v>
                </c:pt>
                <c:pt idx="2301">
                  <c:v>7.2768057641726704</c:v>
                </c:pt>
                <c:pt idx="2302">
                  <c:v>7.2768057641726704</c:v>
                </c:pt>
                <c:pt idx="2303">
                  <c:v>7.2768057641726704</c:v>
                </c:pt>
                <c:pt idx="2304">
                  <c:v>7.2768057641726704</c:v>
                </c:pt>
                <c:pt idx="2305">
                  <c:v>7.2768057641726704</c:v>
                </c:pt>
                <c:pt idx="2306">
                  <c:v>7.2768057641726704</c:v>
                </c:pt>
                <c:pt idx="2307">
                  <c:v>7.2768057641726704</c:v>
                </c:pt>
                <c:pt idx="2308">
                  <c:v>7.2768057641726704</c:v>
                </c:pt>
                <c:pt idx="2309">
                  <c:v>7.2768057641726704</c:v>
                </c:pt>
                <c:pt idx="2310">
                  <c:v>7.2768057641726704</c:v>
                </c:pt>
                <c:pt idx="2311">
                  <c:v>7.2768057641726704</c:v>
                </c:pt>
                <c:pt idx="2312">
                  <c:v>7.2768057641726704</c:v>
                </c:pt>
                <c:pt idx="2313">
                  <c:v>7.2768057641726704</c:v>
                </c:pt>
                <c:pt idx="2314">
                  <c:v>7.2768057641726704</c:v>
                </c:pt>
                <c:pt idx="2315">
                  <c:v>7.2768057641726704</c:v>
                </c:pt>
                <c:pt idx="2316">
                  <c:v>7.2768057641726704</c:v>
                </c:pt>
                <c:pt idx="2317">
                  <c:v>7.2768057641726704</c:v>
                </c:pt>
                <c:pt idx="2318">
                  <c:v>7.2768057641726704</c:v>
                </c:pt>
                <c:pt idx="2319">
                  <c:v>7.2768057641726704</c:v>
                </c:pt>
                <c:pt idx="2320">
                  <c:v>7.2768057641726704</c:v>
                </c:pt>
                <c:pt idx="2321">
                  <c:v>7.2768057641726704</c:v>
                </c:pt>
                <c:pt idx="2322">
                  <c:v>7.2768057641726704</c:v>
                </c:pt>
                <c:pt idx="2323">
                  <c:v>7.2768057641726704</c:v>
                </c:pt>
                <c:pt idx="2324">
                  <c:v>7.2768057641726704</c:v>
                </c:pt>
                <c:pt idx="2325">
                  <c:v>7.2768057641726704</c:v>
                </c:pt>
                <c:pt idx="2326">
                  <c:v>7.2768057641726704</c:v>
                </c:pt>
                <c:pt idx="2327">
                  <c:v>7.2768057641726704</c:v>
                </c:pt>
                <c:pt idx="2328">
                  <c:v>7.2768057641726704</c:v>
                </c:pt>
                <c:pt idx="2329">
                  <c:v>7.2768057641726704</c:v>
                </c:pt>
                <c:pt idx="2330">
                  <c:v>7.2768057641726704</c:v>
                </c:pt>
                <c:pt idx="2331">
                  <c:v>7.2768057641726704</c:v>
                </c:pt>
                <c:pt idx="2332">
                  <c:v>7.2768057641726704</c:v>
                </c:pt>
                <c:pt idx="2333">
                  <c:v>7.2768057641726704</c:v>
                </c:pt>
                <c:pt idx="2334">
                  <c:v>7.2768057641726704</c:v>
                </c:pt>
                <c:pt idx="2335">
                  <c:v>7.2768057641726704</c:v>
                </c:pt>
                <c:pt idx="2336">
                  <c:v>7.2768057641726704</c:v>
                </c:pt>
                <c:pt idx="2337">
                  <c:v>7.2768057641726704</c:v>
                </c:pt>
                <c:pt idx="2338">
                  <c:v>7.2768057641726704</c:v>
                </c:pt>
                <c:pt idx="2339">
                  <c:v>7.2768057641726704</c:v>
                </c:pt>
                <c:pt idx="2340">
                  <c:v>7.2768057641726704</c:v>
                </c:pt>
                <c:pt idx="2341">
                  <c:v>7.2768057641726704</c:v>
                </c:pt>
                <c:pt idx="2342">
                  <c:v>7.2768057641726704</c:v>
                </c:pt>
                <c:pt idx="2343">
                  <c:v>7.2768057641726704</c:v>
                </c:pt>
                <c:pt idx="2344">
                  <c:v>7.2768057641726704</c:v>
                </c:pt>
                <c:pt idx="2345">
                  <c:v>7.2768057641726704</c:v>
                </c:pt>
                <c:pt idx="2346">
                  <c:v>7.2768057641726704</c:v>
                </c:pt>
                <c:pt idx="2347">
                  <c:v>7.2768057641726704</c:v>
                </c:pt>
                <c:pt idx="2348">
                  <c:v>7.2768057641726704</c:v>
                </c:pt>
                <c:pt idx="2349">
                  <c:v>7.2768057641726704</c:v>
                </c:pt>
                <c:pt idx="2350">
                  <c:v>7.2768057641726704</c:v>
                </c:pt>
                <c:pt idx="2351">
                  <c:v>7.2768057641726704</c:v>
                </c:pt>
                <c:pt idx="2352">
                  <c:v>7.2768057641726704</c:v>
                </c:pt>
                <c:pt idx="2353">
                  <c:v>7.2768057641726704</c:v>
                </c:pt>
                <c:pt idx="2354">
                  <c:v>7.2768057641726704</c:v>
                </c:pt>
                <c:pt idx="2355">
                  <c:v>7.2768057641726704</c:v>
                </c:pt>
                <c:pt idx="2356">
                  <c:v>7.2768057641726704</c:v>
                </c:pt>
                <c:pt idx="2357">
                  <c:v>7.2768057641726704</c:v>
                </c:pt>
                <c:pt idx="2358">
                  <c:v>7.2768057641726704</c:v>
                </c:pt>
                <c:pt idx="2359">
                  <c:v>7.2768057641726704</c:v>
                </c:pt>
                <c:pt idx="2360">
                  <c:v>7.2768057641726704</c:v>
                </c:pt>
                <c:pt idx="2361">
                  <c:v>7.2768057641726704</c:v>
                </c:pt>
                <c:pt idx="2362">
                  <c:v>7.2768057641726704</c:v>
                </c:pt>
                <c:pt idx="2363">
                  <c:v>7.2768057641726704</c:v>
                </c:pt>
                <c:pt idx="2364">
                  <c:v>7.2768057641726704</c:v>
                </c:pt>
                <c:pt idx="2365">
                  <c:v>7.2768057641726704</c:v>
                </c:pt>
                <c:pt idx="2366">
                  <c:v>7.2768057641726704</c:v>
                </c:pt>
                <c:pt idx="2367">
                  <c:v>7.2768057641726704</c:v>
                </c:pt>
                <c:pt idx="2368">
                  <c:v>7.2768057641726704</c:v>
                </c:pt>
                <c:pt idx="2369">
                  <c:v>7.2768057641726704</c:v>
                </c:pt>
                <c:pt idx="2370">
                  <c:v>7.2768057641726704</c:v>
                </c:pt>
                <c:pt idx="2371">
                  <c:v>7.2768057641726704</c:v>
                </c:pt>
                <c:pt idx="2372">
                  <c:v>7.2768057641726704</c:v>
                </c:pt>
                <c:pt idx="2373">
                  <c:v>7.2768057641726704</c:v>
                </c:pt>
                <c:pt idx="2374">
                  <c:v>7.2768057641726704</c:v>
                </c:pt>
                <c:pt idx="2375">
                  <c:v>7.2768057641726704</c:v>
                </c:pt>
                <c:pt idx="2376">
                  <c:v>7.2768057641726704</c:v>
                </c:pt>
                <c:pt idx="2377">
                  <c:v>7.2768057641726704</c:v>
                </c:pt>
                <c:pt idx="2378">
                  <c:v>7.2768057641726704</c:v>
                </c:pt>
                <c:pt idx="2379">
                  <c:v>7.2768057641726704</c:v>
                </c:pt>
                <c:pt idx="2380">
                  <c:v>7.2768057641726704</c:v>
                </c:pt>
                <c:pt idx="2381">
                  <c:v>7.2768057641726704</c:v>
                </c:pt>
                <c:pt idx="2382">
                  <c:v>7.2768057641726704</c:v>
                </c:pt>
                <c:pt idx="2383">
                  <c:v>7.2768057641726704</c:v>
                </c:pt>
                <c:pt idx="2384">
                  <c:v>7.2768057641726704</c:v>
                </c:pt>
                <c:pt idx="2385">
                  <c:v>7.2768057641726704</c:v>
                </c:pt>
                <c:pt idx="2386">
                  <c:v>7.2768057641726704</c:v>
                </c:pt>
                <c:pt idx="2387">
                  <c:v>7.2768057641726704</c:v>
                </c:pt>
                <c:pt idx="2388">
                  <c:v>7.2768057641726704</c:v>
                </c:pt>
                <c:pt idx="2389">
                  <c:v>7.2768057641726704</c:v>
                </c:pt>
                <c:pt idx="2390">
                  <c:v>7.2768057641726704</c:v>
                </c:pt>
                <c:pt idx="2391">
                  <c:v>7.2768057641726704</c:v>
                </c:pt>
                <c:pt idx="2392">
                  <c:v>7.2768057641726704</c:v>
                </c:pt>
                <c:pt idx="2393">
                  <c:v>7.2768057641726704</c:v>
                </c:pt>
                <c:pt idx="2394">
                  <c:v>7.2768057641726704</c:v>
                </c:pt>
                <c:pt idx="2395">
                  <c:v>7.2768057641726704</c:v>
                </c:pt>
                <c:pt idx="2396">
                  <c:v>7.2768057641726704</c:v>
                </c:pt>
                <c:pt idx="2397">
                  <c:v>7.2768057641726704</c:v>
                </c:pt>
                <c:pt idx="2398">
                  <c:v>7.2768057641726704</c:v>
                </c:pt>
                <c:pt idx="2399">
                  <c:v>7.2768057641726704</c:v>
                </c:pt>
                <c:pt idx="2400">
                  <c:v>7.2768057641726704</c:v>
                </c:pt>
                <c:pt idx="2401">
                  <c:v>7.2768057641726704</c:v>
                </c:pt>
                <c:pt idx="2402">
                  <c:v>7.2768057641726704</c:v>
                </c:pt>
                <c:pt idx="2403">
                  <c:v>7.2768057641726704</c:v>
                </c:pt>
                <c:pt idx="2404">
                  <c:v>7.2768057641726704</c:v>
                </c:pt>
                <c:pt idx="2405">
                  <c:v>7.2768057641726704</c:v>
                </c:pt>
                <c:pt idx="2406">
                  <c:v>7.2768057641726704</c:v>
                </c:pt>
                <c:pt idx="2407">
                  <c:v>7.2768057641726704</c:v>
                </c:pt>
                <c:pt idx="2408">
                  <c:v>7.2768057641726704</c:v>
                </c:pt>
                <c:pt idx="2409">
                  <c:v>7.2768057641726704</c:v>
                </c:pt>
                <c:pt idx="2410">
                  <c:v>7.2768057641726704</c:v>
                </c:pt>
                <c:pt idx="2411">
                  <c:v>7.2768057641726704</c:v>
                </c:pt>
                <c:pt idx="2412">
                  <c:v>7.2768057641726704</c:v>
                </c:pt>
                <c:pt idx="2413">
                  <c:v>7.2768057641726704</c:v>
                </c:pt>
                <c:pt idx="2414">
                  <c:v>7.2768057641726704</c:v>
                </c:pt>
                <c:pt idx="2415">
                  <c:v>7.2768057641726704</c:v>
                </c:pt>
                <c:pt idx="2416">
                  <c:v>7.2768057641726704</c:v>
                </c:pt>
                <c:pt idx="2417">
                  <c:v>7.2768057641726704</c:v>
                </c:pt>
                <c:pt idx="2418">
                  <c:v>7.2768057641726704</c:v>
                </c:pt>
                <c:pt idx="2419">
                  <c:v>7.2768057641726704</c:v>
                </c:pt>
                <c:pt idx="2420">
                  <c:v>7.2768057641726704</c:v>
                </c:pt>
                <c:pt idx="2421">
                  <c:v>7.2768057641726704</c:v>
                </c:pt>
                <c:pt idx="2422">
                  <c:v>7.2768057641726704</c:v>
                </c:pt>
                <c:pt idx="2423">
                  <c:v>7.2768057641726704</c:v>
                </c:pt>
                <c:pt idx="2424">
                  <c:v>7.2768057641726704</c:v>
                </c:pt>
                <c:pt idx="2425">
                  <c:v>7.2768057641726704</c:v>
                </c:pt>
                <c:pt idx="2426">
                  <c:v>7.2768057641726704</c:v>
                </c:pt>
                <c:pt idx="2427">
                  <c:v>7.2768057641726704</c:v>
                </c:pt>
                <c:pt idx="2428">
                  <c:v>7.2768057641726704</c:v>
                </c:pt>
                <c:pt idx="2429">
                  <c:v>7.2768057641726704</c:v>
                </c:pt>
                <c:pt idx="2430">
                  <c:v>7.2768057641726704</c:v>
                </c:pt>
                <c:pt idx="2431">
                  <c:v>7.2768057641726704</c:v>
                </c:pt>
                <c:pt idx="2432">
                  <c:v>7.2768057641726704</c:v>
                </c:pt>
                <c:pt idx="2433">
                  <c:v>7.2768057641726704</c:v>
                </c:pt>
                <c:pt idx="2434">
                  <c:v>7.2768057641726704</c:v>
                </c:pt>
                <c:pt idx="2435">
                  <c:v>7.2768057641726704</c:v>
                </c:pt>
                <c:pt idx="2436">
                  <c:v>7.2768057641726704</c:v>
                </c:pt>
                <c:pt idx="2437">
                  <c:v>7.2768057641726704</c:v>
                </c:pt>
                <c:pt idx="2438">
                  <c:v>7.2768057641726704</c:v>
                </c:pt>
                <c:pt idx="2439">
                  <c:v>7.2768057641726704</c:v>
                </c:pt>
                <c:pt idx="2440">
                  <c:v>7.2768057641726704</c:v>
                </c:pt>
                <c:pt idx="2441">
                  <c:v>7.2768057641726704</c:v>
                </c:pt>
                <c:pt idx="2442">
                  <c:v>7.2768057641726704</c:v>
                </c:pt>
                <c:pt idx="2443">
                  <c:v>7.2768057641726704</c:v>
                </c:pt>
                <c:pt idx="2444">
                  <c:v>7.2768057641726704</c:v>
                </c:pt>
                <c:pt idx="2445">
                  <c:v>7.2768057641726704</c:v>
                </c:pt>
                <c:pt idx="2446">
                  <c:v>7.2768057641726704</c:v>
                </c:pt>
                <c:pt idx="2447">
                  <c:v>7.2768057641726704</c:v>
                </c:pt>
                <c:pt idx="2448">
                  <c:v>7.2768057641726704</c:v>
                </c:pt>
                <c:pt idx="2449">
                  <c:v>7.2768057641726704</c:v>
                </c:pt>
                <c:pt idx="2450">
                  <c:v>7.2768057641726704</c:v>
                </c:pt>
                <c:pt idx="2451">
                  <c:v>7.2768057641726704</c:v>
                </c:pt>
                <c:pt idx="2452">
                  <c:v>7.2768057641726704</c:v>
                </c:pt>
                <c:pt idx="2453">
                  <c:v>7.2768057641726704</c:v>
                </c:pt>
                <c:pt idx="2454">
                  <c:v>7.2768057641726704</c:v>
                </c:pt>
                <c:pt idx="2455">
                  <c:v>7.2768057641726704</c:v>
                </c:pt>
                <c:pt idx="2456">
                  <c:v>7.2768057641726704</c:v>
                </c:pt>
                <c:pt idx="2457">
                  <c:v>7.2768057641726704</c:v>
                </c:pt>
                <c:pt idx="2458">
                  <c:v>7.2768057641726704</c:v>
                </c:pt>
                <c:pt idx="2459">
                  <c:v>7.2768057641726704</c:v>
                </c:pt>
                <c:pt idx="2460">
                  <c:v>7.2768057641726704</c:v>
                </c:pt>
                <c:pt idx="2461">
                  <c:v>7.2768057641726704</c:v>
                </c:pt>
                <c:pt idx="2462">
                  <c:v>7.2768057641726704</c:v>
                </c:pt>
                <c:pt idx="2463">
                  <c:v>7.2768057641726704</c:v>
                </c:pt>
                <c:pt idx="2464">
                  <c:v>7.2768057641726704</c:v>
                </c:pt>
                <c:pt idx="2465">
                  <c:v>7.2768057641726704</c:v>
                </c:pt>
                <c:pt idx="2466">
                  <c:v>7.2768057641726704</c:v>
                </c:pt>
                <c:pt idx="2467">
                  <c:v>7.2768057641726704</c:v>
                </c:pt>
                <c:pt idx="2468">
                  <c:v>7.2768057641726704</c:v>
                </c:pt>
                <c:pt idx="2469">
                  <c:v>7.2768057641726704</c:v>
                </c:pt>
                <c:pt idx="2470">
                  <c:v>7.2768057641726704</c:v>
                </c:pt>
                <c:pt idx="2471">
                  <c:v>7.2768057641726704</c:v>
                </c:pt>
                <c:pt idx="2472">
                  <c:v>7.2768057641726704</c:v>
                </c:pt>
                <c:pt idx="2473">
                  <c:v>7.2768057641726704</c:v>
                </c:pt>
                <c:pt idx="2474">
                  <c:v>7.2768057641726704</c:v>
                </c:pt>
                <c:pt idx="2475">
                  <c:v>7.2768057641726704</c:v>
                </c:pt>
                <c:pt idx="2476">
                  <c:v>7.2768057641726704</c:v>
                </c:pt>
                <c:pt idx="2477">
                  <c:v>7.2768057641726704</c:v>
                </c:pt>
                <c:pt idx="2478">
                  <c:v>7.2768057641726704</c:v>
                </c:pt>
                <c:pt idx="2479">
                  <c:v>7.2768057641726704</c:v>
                </c:pt>
                <c:pt idx="2480">
                  <c:v>7.2768057641726704</c:v>
                </c:pt>
                <c:pt idx="2481">
                  <c:v>7.2768057641726704</c:v>
                </c:pt>
                <c:pt idx="2482">
                  <c:v>7.2768057641726704</c:v>
                </c:pt>
                <c:pt idx="2483">
                  <c:v>7.2768057641726704</c:v>
                </c:pt>
                <c:pt idx="2484">
                  <c:v>7.2768057641726704</c:v>
                </c:pt>
                <c:pt idx="2485">
                  <c:v>7.2768057641726704</c:v>
                </c:pt>
                <c:pt idx="2486">
                  <c:v>7.2768057641726704</c:v>
                </c:pt>
                <c:pt idx="2487">
                  <c:v>7.2768057641726704</c:v>
                </c:pt>
                <c:pt idx="2488">
                  <c:v>7.2768057641726704</c:v>
                </c:pt>
                <c:pt idx="2489">
                  <c:v>7.2768057641726704</c:v>
                </c:pt>
                <c:pt idx="2490">
                  <c:v>7.2768057641726704</c:v>
                </c:pt>
                <c:pt idx="2491">
                  <c:v>7.2768057641726704</c:v>
                </c:pt>
                <c:pt idx="2492">
                  <c:v>7.2768057641726704</c:v>
                </c:pt>
                <c:pt idx="2493">
                  <c:v>7.2768057641726704</c:v>
                </c:pt>
                <c:pt idx="2494">
                  <c:v>7.2768057641726704</c:v>
                </c:pt>
                <c:pt idx="2495">
                  <c:v>7.2768057641726704</c:v>
                </c:pt>
                <c:pt idx="2496">
                  <c:v>7.2768057641726704</c:v>
                </c:pt>
                <c:pt idx="2497">
                  <c:v>7.2768057641726704</c:v>
                </c:pt>
                <c:pt idx="2498">
                  <c:v>7.2768057641726704</c:v>
                </c:pt>
                <c:pt idx="2499">
                  <c:v>7.2768057641726704</c:v>
                </c:pt>
                <c:pt idx="2500">
                  <c:v>7.2768057641726704</c:v>
                </c:pt>
                <c:pt idx="2501">
                  <c:v>7.2768057641726704</c:v>
                </c:pt>
                <c:pt idx="2502">
                  <c:v>7.2768057641726704</c:v>
                </c:pt>
                <c:pt idx="2503">
                  <c:v>7.2768057641726704</c:v>
                </c:pt>
                <c:pt idx="2504">
                  <c:v>7.2768057641726704</c:v>
                </c:pt>
                <c:pt idx="2505">
                  <c:v>7.2768057641726704</c:v>
                </c:pt>
                <c:pt idx="2506">
                  <c:v>7.2768057641726704</c:v>
                </c:pt>
                <c:pt idx="2507">
                  <c:v>7.2768057641726704</c:v>
                </c:pt>
                <c:pt idx="2508">
                  <c:v>7.2768057641726704</c:v>
                </c:pt>
                <c:pt idx="2509">
                  <c:v>7.2768057641726704</c:v>
                </c:pt>
                <c:pt idx="2510">
                  <c:v>7.2768057641726704</c:v>
                </c:pt>
                <c:pt idx="2511">
                  <c:v>7.2768057641726704</c:v>
                </c:pt>
                <c:pt idx="2512">
                  <c:v>7.2768057641726704</c:v>
                </c:pt>
                <c:pt idx="2513">
                  <c:v>7.2768057641726704</c:v>
                </c:pt>
                <c:pt idx="2514">
                  <c:v>7.2768057641726704</c:v>
                </c:pt>
                <c:pt idx="2515">
                  <c:v>7.2768057641726704</c:v>
                </c:pt>
                <c:pt idx="2516">
                  <c:v>7.2768057641726704</c:v>
                </c:pt>
                <c:pt idx="2517">
                  <c:v>7.2768057641726704</c:v>
                </c:pt>
                <c:pt idx="2518">
                  <c:v>7.2768057641726704</c:v>
                </c:pt>
                <c:pt idx="2519">
                  <c:v>7.2768057641726704</c:v>
                </c:pt>
                <c:pt idx="2520">
                  <c:v>7.2768057641726704</c:v>
                </c:pt>
                <c:pt idx="2521">
                  <c:v>7.2768057641726704</c:v>
                </c:pt>
                <c:pt idx="2522">
                  <c:v>7.2768057641726704</c:v>
                </c:pt>
                <c:pt idx="2523">
                  <c:v>7.2768057641726704</c:v>
                </c:pt>
                <c:pt idx="2524">
                  <c:v>7.2768057641726704</c:v>
                </c:pt>
                <c:pt idx="2525">
                  <c:v>7.2768057641726704</c:v>
                </c:pt>
                <c:pt idx="2526">
                  <c:v>7.2768057641726704</c:v>
                </c:pt>
                <c:pt idx="2527">
                  <c:v>7.2768057641726704</c:v>
                </c:pt>
                <c:pt idx="2528">
                  <c:v>7.2768057641726704</c:v>
                </c:pt>
                <c:pt idx="2529">
                  <c:v>7.2768057641726704</c:v>
                </c:pt>
                <c:pt idx="2530">
                  <c:v>7.2768057641726704</c:v>
                </c:pt>
                <c:pt idx="2531">
                  <c:v>7.2768057641726704</c:v>
                </c:pt>
                <c:pt idx="2532">
                  <c:v>7.2768057641726704</c:v>
                </c:pt>
                <c:pt idx="2533">
                  <c:v>7.2768057641726704</c:v>
                </c:pt>
                <c:pt idx="2534">
                  <c:v>7.2768057641726704</c:v>
                </c:pt>
                <c:pt idx="2535">
                  <c:v>7.2768057641726704</c:v>
                </c:pt>
                <c:pt idx="2536">
                  <c:v>7.2768057641726704</c:v>
                </c:pt>
                <c:pt idx="2537">
                  <c:v>7.2768057641726704</c:v>
                </c:pt>
                <c:pt idx="2538">
                  <c:v>7.2768057641726704</c:v>
                </c:pt>
                <c:pt idx="2539">
                  <c:v>7.2768057641726704</c:v>
                </c:pt>
                <c:pt idx="2540">
                  <c:v>7.2768057641726704</c:v>
                </c:pt>
                <c:pt idx="2541">
                  <c:v>7.2768057641726704</c:v>
                </c:pt>
                <c:pt idx="2542">
                  <c:v>7.2768057641726704</c:v>
                </c:pt>
                <c:pt idx="2543">
                  <c:v>7.2768057641726704</c:v>
                </c:pt>
                <c:pt idx="2544">
                  <c:v>7.2768057641726704</c:v>
                </c:pt>
                <c:pt idx="2545">
                  <c:v>7.2768057641726704</c:v>
                </c:pt>
                <c:pt idx="2546">
                  <c:v>7.2768057641726704</c:v>
                </c:pt>
                <c:pt idx="2547">
                  <c:v>7.2768057641726704</c:v>
                </c:pt>
                <c:pt idx="2548">
                  <c:v>7.2768057641726704</c:v>
                </c:pt>
                <c:pt idx="2549">
                  <c:v>7.2768057641726704</c:v>
                </c:pt>
                <c:pt idx="2550">
                  <c:v>7.2768057641726704</c:v>
                </c:pt>
                <c:pt idx="2551">
                  <c:v>7.2768057641726704</c:v>
                </c:pt>
                <c:pt idx="2552">
                  <c:v>7.2768057641726704</c:v>
                </c:pt>
                <c:pt idx="2553">
                  <c:v>7.2768057641726704</c:v>
                </c:pt>
                <c:pt idx="2554">
                  <c:v>7.2768057641726704</c:v>
                </c:pt>
                <c:pt idx="2555">
                  <c:v>7.2768057641726704</c:v>
                </c:pt>
                <c:pt idx="2556">
                  <c:v>7.2768057641726704</c:v>
                </c:pt>
                <c:pt idx="2557">
                  <c:v>7.2768057641726704</c:v>
                </c:pt>
                <c:pt idx="2558">
                  <c:v>7.2768057641726704</c:v>
                </c:pt>
                <c:pt idx="2559">
                  <c:v>7.2768057641726704</c:v>
                </c:pt>
                <c:pt idx="2560">
                  <c:v>7.2768057641726704</c:v>
                </c:pt>
                <c:pt idx="2561">
                  <c:v>7.2768057641726704</c:v>
                </c:pt>
                <c:pt idx="2562">
                  <c:v>7.2768057641726704</c:v>
                </c:pt>
                <c:pt idx="2563">
                  <c:v>7.2768057641726704</c:v>
                </c:pt>
                <c:pt idx="2564">
                  <c:v>7.2768057641726704</c:v>
                </c:pt>
                <c:pt idx="2565">
                  <c:v>7.2768057641726704</c:v>
                </c:pt>
                <c:pt idx="2566">
                  <c:v>7.2768057641726704</c:v>
                </c:pt>
                <c:pt idx="2567">
                  <c:v>7.2768057641726704</c:v>
                </c:pt>
                <c:pt idx="2568">
                  <c:v>7.2768057641726704</c:v>
                </c:pt>
                <c:pt idx="2569">
                  <c:v>7.2768057641726704</c:v>
                </c:pt>
                <c:pt idx="2570">
                  <c:v>7.2768057641726704</c:v>
                </c:pt>
                <c:pt idx="2571">
                  <c:v>7.2768057641726704</c:v>
                </c:pt>
                <c:pt idx="2572">
                  <c:v>7.2768057641726704</c:v>
                </c:pt>
                <c:pt idx="2573">
                  <c:v>7.2768057641726704</c:v>
                </c:pt>
                <c:pt idx="2574">
                  <c:v>7.2768057641726704</c:v>
                </c:pt>
                <c:pt idx="2575">
                  <c:v>7.2768057641726704</c:v>
                </c:pt>
                <c:pt idx="2576">
                  <c:v>7.2768057641726704</c:v>
                </c:pt>
                <c:pt idx="2577">
                  <c:v>7.2768057641726704</c:v>
                </c:pt>
                <c:pt idx="2578">
                  <c:v>7.2768057641726704</c:v>
                </c:pt>
                <c:pt idx="2579">
                  <c:v>7.2768057641726704</c:v>
                </c:pt>
                <c:pt idx="2580">
                  <c:v>7.2768057641726704</c:v>
                </c:pt>
                <c:pt idx="2581">
                  <c:v>7.2768057641726704</c:v>
                </c:pt>
                <c:pt idx="2582">
                  <c:v>7.2768057641726704</c:v>
                </c:pt>
                <c:pt idx="2583">
                  <c:v>7.2768057641726704</c:v>
                </c:pt>
                <c:pt idx="2584">
                  <c:v>7.2768057641726704</c:v>
                </c:pt>
                <c:pt idx="2585">
                  <c:v>7.2768057641726704</c:v>
                </c:pt>
                <c:pt idx="2586">
                  <c:v>7.2768057641726704</c:v>
                </c:pt>
                <c:pt idx="2587">
                  <c:v>7.2768057641726704</c:v>
                </c:pt>
                <c:pt idx="2588">
                  <c:v>7.2768057641726704</c:v>
                </c:pt>
                <c:pt idx="2589">
                  <c:v>7.2768057641726704</c:v>
                </c:pt>
                <c:pt idx="2590">
                  <c:v>7.2768057641726704</c:v>
                </c:pt>
                <c:pt idx="2591">
                  <c:v>7.2768057641726704</c:v>
                </c:pt>
                <c:pt idx="2592">
                  <c:v>7.2768057641726704</c:v>
                </c:pt>
                <c:pt idx="2593">
                  <c:v>7.2768057641726704</c:v>
                </c:pt>
                <c:pt idx="2594">
                  <c:v>7.2768057641726704</c:v>
                </c:pt>
                <c:pt idx="2595">
                  <c:v>7.2768057641726704</c:v>
                </c:pt>
                <c:pt idx="2596">
                  <c:v>7.2768057641726704</c:v>
                </c:pt>
                <c:pt idx="2597">
                  <c:v>7.2768057641726704</c:v>
                </c:pt>
                <c:pt idx="2598">
                  <c:v>7.2768057641726704</c:v>
                </c:pt>
                <c:pt idx="2599">
                  <c:v>7.2768057641726704</c:v>
                </c:pt>
                <c:pt idx="2600">
                  <c:v>7.2768057641726704</c:v>
                </c:pt>
                <c:pt idx="2601">
                  <c:v>7.2768057641726704</c:v>
                </c:pt>
                <c:pt idx="2602">
                  <c:v>7.2768057641726704</c:v>
                </c:pt>
                <c:pt idx="2603">
                  <c:v>7.2768057641726704</c:v>
                </c:pt>
                <c:pt idx="2604">
                  <c:v>7.2768057641726704</c:v>
                </c:pt>
                <c:pt idx="2605">
                  <c:v>7.2768057641726704</c:v>
                </c:pt>
                <c:pt idx="2606">
                  <c:v>7.2768057641726704</c:v>
                </c:pt>
                <c:pt idx="2607">
                  <c:v>7.2768057641726704</c:v>
                </c:pt>
                <c:pt idx="2608">
                  <c:v>7.2768057641726704</c:v>
                </c:pt>
                <c:pt idx="2609">
                  <c:v>7.2768057641726704</c:v>
                </c:pt>
                <c:pt idx="2610">
                  <c:v>7.2768057641726704</c:v>
                </c:pt>
                <c:pt idx="2611">
                  <c:v>7.2768057641726704</c:v>
                </c:pt>
                <c:pt idx="2612">
                  <c:v>7.2768057641726704</c:v>
                </c:pt>
                <c:pt idx="2613">
                  <c:v>7.2768057641726704</c:v>
                </c:pt>
                <c:pt idx="2614">
                  <c:v>7.2768057641726704</c:v>
                </c:pt>
                <c:pt idx="2615">
                  <c:v>7.2768057641726704</c:v>
                </c:pt>
                <c:pt idx="2616">
                  <c:v>7.2768057641726704</c:v>
                </c:pt>
                <c:pt idx="2617">
                  <c:v>7.2768057641726704</c:v>
                </c:pt>
                <c:pt idx="2618">
                  <c:v>7.2768057641726704</c:v>
                </c:pt>
                <c:pt idx="2619">
                  <c:v>7.2768057641726704</c:v>
                </c:pt>
                <c:pt idx="2620">
                  <c:v>7.2768057641726704</c:v>
                </c:pt>
                <c:pt idx="2621">
                  <c:v>7.2768057641726704</c:v>
                </c:pt>
                <c:pt idx="2622">
                  <c:v>7.2768057641726704</c:v>
                </c:pt>
                <c:pt idx="2623">
                  <c:v>7.2768057641726704</c:v>
                </c:pt>
                <c:pt idx="2624">
                  <c:v>7.2768057641726704</c:v>
                </c:pt>
                <c:pt idx="2625">
                  <c:v>7.2768057641726704</c:v>
                </c:pt>
                <c:pt idx="2626">
                  <c:v>7.2768057641726704</c:v>
                </c:pt>
                <c:pt idx="2627">
                  <c:v>7.2768057641726704</c:v>
                </c:pt>
                <c:pt idx="2628">
                  <c:v>7.2768057641726704</c:v>
                </c:pt>
                <c:pt idx="2629">
                  <c:v>7.2768057641726704</c:v>
                </c:pt>
                <c:pt idx="2630">
                  <c:v>7.2768057641726704</c:v>
                </c:pt>
                <c:pt idx="2631">
                  <c:v>7.2768057641726704</c:v>
                </c:pt>
                <c:pt idx="2632">
                  <c:v>7.2768057641726704</c:v>
                </c:pt>
                <c:pt idx="2633">
                  <c:v>7.2768057641726704</c:v>
                </c:pt>
                <c:pt idx="2634">
                  <c:v>7.2768057641726704</c:v>
                </c:pt>
                <c:pt idx="2635">
                  <c:v>7.2768057641726704</c:v>
                </c:pt>
                <c:pt idx="2636">
                  <c:v>7.2768057641726704</c:v>
                </c:pt>
                <c:pt idx="2637">
                  <c:v>7.2768057641726704</c:v>
                </c:pt>
                <c:pt idx="2638">
                  <c:v>7.2768057641726704</c:v>
                </c:pt>
                <c:pt idx="2639">
                  <c:v>7.2768057641726704</c:v>
                </c:pt>
                <c:pt idx="2640">
                  <c:v>7.2768057641726704</c:v>
                </c:pt>
                <c:pt idx="2641">
                  <c:v>7.2768057641726704</c:v>
                </c:pt>
                <c:pt idx="2642">
                  <c:v>7.2768057641726704</c:v>
                </c:pt>
                <c:pt idx="2643">
                  <c:v>7.2768057641726704</c:v>
                </c:pt>
                <c:pt idx="2644">
                  <c:v>7.2768057641726704</c:v>
                </c:pt>
                <c:pt idx="2645">
                  <c:v>7.2768057641726704</c:v>
                </c:pt>
                <c:pt idx="2646">
                  <c:v>7.2768057641726704</c:v>
                </c:pt>
                <c:pt idx="2647">
                  <c:v>7.2768057641726704</c:v>
                </c:pt>
                <c:pt idx="2648">
                  <c:v>7.2768057641726704</c:v>
                </c:pt>
                <c:pt idx="2649">
                  <c:v>7.2768057641726704</c:v>
                </c:pt>
                <c:pt idx="2650">
                  <c:v>7.2768057641726704</c:v>
                </c:pt>
                <c:pt idx="2651">
                  <c:v>7.2768057641726704</c:v>
                </c:pt>
                <c:pt idx="2652">
                  <c:v>7.2768057641726704</c:v>
                </c:pt>
                <c:pt idx="2653">
                  <c:v>7.2768057641726704</c:v>
                </c:pt>
                <c:pt idx="2654">
                  <c:v>7.2768057641726704</c:v>
                </c:pt>
                <c:pt idx="2655">
                  <c:v>7.2768057641726704</c:v>
                </c:pt>
                <c:pt idx="2656">
                  <c:v>7.2768057641726704</c:v>
                </c:pt>
                <c:pt idx="2657">
                  <c:v>7.2768057641726704</c:v>
                </c:pt>
                <c:pt idx="2658">
                  <c:v>7.2768057641726704</c:v>
                </c:pt>
                <c:pt idx="2659">
                  <c:v>7.2768057641726704</c:v>
                </c:pt>
                <c:pt idx="2660">
                  <c:v>7.2768057641726704</c:v>
                </c:pt>
                <c:pt idx="2661">
                  <c:v>7.2768057641726704</c:v>
                </c:pt>
                <c:pt idx="2662">
                  <c:v>7.2768057641726704</c:v>
                </c:pt>
                <c:pt idx="2663">
                  <c:v>7.2768057641726704</c:v>
                </c:pt>
                <c:pt idx="2664">
                  <c:v>7.2768057641726704</c:v>
                </c:pt>
                <c:pt idx="2665">
                  <c:v>7.2768057641726704</c:v>
                </c:pt>
                <c:pt idx="2666">
                  <c:v>7.2768057641726704</c:v>
                </c:pt>
                <c:pt idx="2667">
                  <c:v>7.2768057641726704</c:v>
                </c:pt>
                <c:pt idx="2668">
                  <c:v>7.2768057641726704</c:v>
                </c:pt>
                <c:pt idx="2669">
                  <c:v>7.2768057641726704</c:v>
                </c:pt>
                <c:pt idx="2670">
                  <c:v>7.2768057641726704</c:v>
                </c:pt>
                <c:pt idx="2671">
                  <c:v>7.2768057641726704</c:v>
                </c:pt>
                <c:pt idx="2672">
                  <c:v>7.2768057641726704</c:v>
                </c:pt>
                <c:pt idx="2673">
                  <c:v>7.2768057641726704</c:v>
                </c:pt>
                <c:pt idx="2674">
                  <c:v>7.2768057641726704</c:v>
                </c:pt>
                <c:pt idx="2675">
                  <c:v>7.2768057641726704</c:v>
                </c:pt>
                <c:pt idx="2676">
                  <c:v>7.2768057641726704</c:v>
                </c:pt>
                <c:pt idx="2677">
                  <c:v>7.2768057641726704</c:v>
                </c:pt>
                <c:pt idx="2678">
                  <c:v>7.2768057641726704</c:v>
                </c:pt>
                <c:pt idx="2679">
                  <c:v>7.2768057641726704</c:v>
                </c:pt>
                <c:pt idx="2680">
                  <c:v>7.2768057641726704</c:v>
                </c:pt>
                <c:pt idx="2681">
                  <c:v>7.2768057641726704</c:v>
                </c:pt>
                <c:pt idx="2682">
                  <c:v>7.2768057641726704</c:v>
                </c:pt>
                <c:pt idx="2683">
                  <c:v>7.2768057641726704</c:v>
                </c:pt>
                <c:pt idx="2684">
                  <c:v>7.2768057641726704</c:v>
                </c:pt>
                <c:pt idx="2685">
                  <c:v>7.2768057641726704</c:v>
                </c:pt>
                <c:pt idx="2686">
                  <c:v>7.2768057641726704</c:v>
                </c:pt>
                <c:pt idx="2687">
                  <c:v>7.2768057641726704</c:v>
                </c:pt>
                <c:pt idx="2688">
                  <c:v>7.2768057641726704</c:v>
                </c:pt>
                <c:pt idx="2689">
                  <c:v>7.2768057641726704</c:v>
                </c:pt>
                <c:pt idx="2690">
                  <c:v>7.2768057641726704</c:v>
                </c:pt>
                <c:pt idx="2691">
                  <c:v>7.2768057641726704</c:v>
                </c:pt>
                <c:pt idx="2692">
                  <c:v>7.2768057641726704</c:v>
                </c:pt>
                <c:pt idx="2693">
                  <c:v>7.2768057641726704</c:v>
                </c:pt>
                <c:pt idx="2694">
                  <c:v>7.2768057641726704</c:v>
                </c:pt>
                <c:pt idx="2695">
                  <c:v>7.2768057641726704</c:v>
                </c:pt>
                <c:pt idx="2696">
                  <c:v>7.2768057641726704</c:v>
                </c:pt>
                <c:pt idx="2697">
                  <c:v>7.2768057641726704</c:v>
                </c:pt>
                <c:pt idx="2698">
                  <c:v>7.2768057641726704</c:v>
                </c:pt>
                <c:pt idx="2699">
                  <c:v>7.2768057641726704</c:v>
                </c:pt>
                <c:pt idx="2700">
                  <c:v>7.2768057641726704</c:v>
                </c:pt>
                <c:pt idx="2701">
                  <c:v>7.2768057641726704</c:v>
                </c:pt>
                <c:pt idx="2702">
                  <c:v>7.2768057641726704</c:v>
                </c:pt>
                <c:pt idx="2703">
                  <c:v>7.2768057641726704</c:v>
                </c:pt>
                <c:pt idx="2704">
                  <c:v>7.2768057641726704</c:v>
                </c:pt>
                <c:pt idx="2705">
                  <c:v>7.2768057641726704</c:v>
                </c:pt>
                <c:pt idx="2706">
                  <c:v>7.2768057641726704</c:v>
                </c:pt>
                <c:pt idx="2707">
                  <c:v>7.2768057641726704</c:v>
                </c:pt>
                <c:pt idx="2708">
                  <c:v>7.2768057641726704</c:v>
                </c:pt>
                <c:pt idx="2709">
                  <c:v>7.2768057641726704</c:v>
                </c:pt>
                <c:pt idx="2710">
                  <c:v>7.2768057641726704</c:v>
                </c:pt>
                <c:pt idx="2711">
                  <c:v>7.2768057641726704</c:v>
                </c:pt>
                <c:pt idx="2712">
                  <c:v>7.2768057641726704</c:v>
                </c:pt>
                <c:pt idx="2713">
                  <c:v>7.2768057641726704</c:v>
                </c:pt>
                <c:pt idx="2714">
                  <c:v>7.2768057641726704</c:v>
                </c:pt>
                <c:pt idx="2715">
                  <c:v>7.2768057641726704</c:v>
                </c:pt>
                <c:pt idx="2716">
                  <c:v>7.2768057641726704</c:v>
                </c:pt>
                <c:pt idx="2717">
                  <c:v>7.2768057641726704</c:v>
                </c:pt>
                <c:pt idx="2718">
                  <c:v>7.2768057641726704</c:v>
                </c:pt>
                <c:pt idx="2719">
                  <c:v>7.2768057641726704</c:v>
                </c:pt>
                <c:pt idx="2720">
                  <c:v>7.2768057641726704</c:v>
                </c:pt>
                <c:pt idx="2721">
                  <c:v>7.2768057641726704</c:v>
                </c:pt>
                <c:pt idx="2722">
                  <c:v>7.2768057641726704</c:v>
                </c:pt>
                <c:pt idx="2723">
                  <c:v>7.2768057641726704</c:v>
                </c:pt>
                <c:pt idx="2724">
                  <c:v>7.2768057641726704</c:v>
                </c:pt>
                <c:pt idx="2725">
                  <c:v>7.2768057641726704</c:v>
                </c:pt>
                <c:pt idx="2726">
                  <c:v>7.2768057641726704</c:v>
                </c:pt>
                <c:pt idx="2727">
                  <c:v>7.2768057641726704</c:v>
                </c:pt>
                <c:pt idx="2728">
                  <c:v>7.2768057641726704</c:v>
                </c:pt>
                <c:pt idx="2729">
                  <c:v>7.2768057641726704</c:v>
                </c:pt>
                <c:pt idx="2730">
                  <c:v>7.2768057641726704</c:v>
                </c:pt>
                <c:pt idx="2731">
                  <c:v>7.2768057641726704</c:v>
                </c:pt>
                <c:pt idx="2732">
                  <c:v>7.2768057641726704</c:v>
                </c:pt>
                <c:pt idx="2733">
                  <c:v>7.2768057641726704</c:v>
                </c:pt>
                <c:pt idx="2734">
                  <c:v>7.2768057641726704</c:v>
                </c:pt>
                <c:pt idx="2735">
                  <c:v>7.2768057641726704</c:v>
                </c:pt>
                <c:pt idx="2736">
                  <c:v>7.2768057641726704</c:v>
                </c:pt>
                <c:pt idx="2737">
                  <c:v>7.2768057641726704</c:v>
                </c:pt>
                <c:pt idx="2738">
                  <c:v>7.2768057641726704</c:v>
                </c:pt>
                <c:pt idx="2739">
                  <c:v>7.2768057641726704</c:v>
                </c:pt>
                <c:pt idx="2740">
                  <c:v>7.2768057641726704</c:v>
                </c:pt>
                <c:pt idx="2741">
                  <c:v>7.2768057641726704</c:v>
                </c:pt>
                <c:pt idx="2742">
                  <c:v>7.2768057641726704</c:v>
                </c:pt>
                <c:pt idx="2743">
                  <c:v>7.2768057641726704</c:v>
                </c:pt>
                <c:pt idx="2744">
                  <c:v>7.2768057641726704</c:v>
                </c:pt>
                <c:pt idx="2745">
                  <c:v>7.2768057641726704</c:v>
                </c:pt>
                <c:pt idx="2746">
                  <c:v>7.2768057641726704</c:v>
                </c:pt>
                <c:pt idx="2747">
                  <c:v>7.2768057641726704</c:v>
                </c:pt>
                <c:pt idx="2748">
                  <c:v>7.2768057641726704</c:v>
                </c:pt>
                <c:pt idx="2749">
                  <c:v>7.2768057641726704</c:v>
                </c:pt>
                <c:pt idx="2750">
                  <c:v>7.2768057641726704</c:v>
                </c:pt>
                <c:pt idx="2751">
                  <c:v>7.2768057641726704</c:v>
                </c:pt>
                <c:pt idx="2752">
                  <c:v>7.2768057641726704</c:v>
                </c:pt>
                <c:pt idx="2753">
                  <c:v>7.2768057641726704</c:v>
                </c:pt>
                <c:pt idx="2754">
                  <c:v>7.2768057641726704</c:v>
                </c:pt>
                <c:pt idx="2755">
                  <c:v>7.2768057641726704</c:v>
                </c:pt>
                <c:pt idx="2756">
                  <c:v>7.2768057641726704</c:v>
                </c:pt>
                <c:pt idx="2757">
                  <c:v>7.2768057641726704</c:v>
                </c:pt>
                <c:pt idx="2758">
                  <c:v>7.2768057641726704</c:v>
                </c:pt>
                <c:pt idx="2759">
                  <c:v>7.2768057641726704</c:v>
                </c:pt>
                <c:pt idx="2760">
                  <c:v>7.2768057641726704</c:v>
                </c:pt>
                <c:pt idx="2761">
                  <c:v>7.2768057641726704</c:v>
                </c:pt>
                <c:pt idx="2762">
                  <c:v>7.2768057641726704</c:v>
                </c:pt>
                <c:pt idx="2763">
                  <c:v>7.2768057641726704</c:v>
                </c:pt>
                <c:pt idx="2764">
                  <c:v>7.2768057641726704</c:v>
                </c:pt>
                <c:pt idx="2765">
                  <c:v>7.2768057641726704</c:v>
                </c:pt>
                <c:pt idx="2766">
                  <c:v>7.2768057641726704</c:v>
                </c:pt>
                <c:pt idx="2767">
                  <c:v>7.2768057641726704</c:v>
                </c:pt>
                <c:pt idx="2768">
                  <c:v>7.2768057641726704</c:v>
                </c:pt>
                <c:pt idx="2769">
                  <c:v>7.2768057641726704</c:v>
                </c:pt>
                <c:pt idx="2770">
                  <c:v>7.2768057641726704</c:v>
                </c:pt>
                <c:pt idx="2771">
                  <c:v>7.2768057641726704</c:v>
                </c:pt>
                <c:pt idx="2772">
                  <c:v>7.2768057641726704</c:v>
                </c:pt>
                <c:pt idx="2773">
                  <c:v>7.2768057641726704</c:v>
                </c:pt>
                <c:pt idx="2774">
                  <c:v>7.2768057641726704</c:v>
                </c:pt>
                <c:pt idx="2775">
                  <c:v>7.2768057641726704</c:v>
                </c:pt>
                <c:pt idx="2776">
                  <c:v>7.2768057641726704</c:v>
                </c:pt>
                <c:pt idx="2777">
                  <c:v>7.2768057641726704</c:v>
                </c:pt>
                <c:pt idx="2778">
                  <c:v>7.2768057641726704</c:v>
                </c:pt>
                <c:pt idx="2779">
                  <c:v>7.2768057641726704</c:v>
                </c:pt>
                <c:pt idx="2780">
                  <c:v>7.2768057641726704</c:v>
                </c:pt>
                <c:pt idx="2781">
                  <c:v>7.2768057641726704</c:v>
                </c:pt>
                <c:pt idx="2782">
                  <c:v>7.2768057641726704</c:v>
                </c:pt>
                <c:pt idx="2783">
                  <c:v>7.2768057641726704</c:v>
                </c:pt>
                <c:pt idx="2784">
                  <c:v>7.2768057641726704</c:v>
                </c:pt>
                <c:pt idx="2785">
                  <c:v>7.2768057641726704</c:v>
                </c:pt>
                <c:pt idx="2786">
                  <c:v>7.2768057641726704</c:v>
                </c:pt>
                <c:pt idx="2787">
                  <c:v>7.2768057641726704</c:v>
                </c:pt>
                <c:pt idx="2788">
                  <c:v>7.2768057641726704</c:v>
                </c:pt>
                <c:pt idx="2789">
                  <c:v>7.2768057641726704</c:v>
                </c:pt>
                <c:pt idx="2790">
                  <c:v>7.2768057641726704</c:v>
                </c:pt>
                <c:pt idx="2791">
                  <c:v>7.2768057641726704</c:v>
                </c:pt>
                <c:pt idx="2792">
                  <c:v>7.2768057641726704</c:v>
                </c:pt>
                <c:pt idx="2793">
                  <c:v>7.2768057641726704</c:v>
                </c:pt>
                <c:pt idx="2794">
                  <c:v>7.2768057641726704</c:v>
                </c:pt>
                <c:pt idx="2795">
                  <c:v>7.2768057641726704</c:v>
                </c:pt>
                <c:pt idx="2796">
                  <c:v>7.2768057641726704</c:v>
                </c:pt>
                <c:pt idx="2797">
                  <c:v>7.2768057641726704</c:v>
                </c:pt>
                <c:pt idx="2798">
                  <c:v>7.2768057641726704</c:v>
                </c:pt>
                <c:pt idx="2799">
                  <c:v>7.2768057641726704</c:v>
                </c:pt>
                <c:pt idx="2800">
                  <c:v>7.2768057641726704</c:v>
                </c:pt>
                <c:pt idx="2801">
                  <c:v>7.2768057641726704</c:v>
                </c:pt>
                <c:pt idx="2802">
                  <c:v>7.2768057641726704</c:v>
                </c:pt>
                <c:pt idx="2803">
                  <c:v>7.2768057641726704</c:v>
                </c:pt>
                <c:pt idx="2804">
                  <c:v>7.2768057641726704</c:v>
                </c:pt>
                <c:pt idx="2805">
                  <c:v>7.2768057641726704</c:v>
                </c:pt>
                <c:pt idx="2806">
                  <c:v>7.2768057641726704</c:v>
                </c:pt>
                <c:pt idx="2807">
                  <c:v>7.2768057641726704</c:v>
                </c:pt>
                <c:pt idx="2808">
                  <c:v>7.2768057641726704</c:v>
                </c:pt>
                <c:pt idx="2809">
                  <c:v>7.2768057641726704</c:v>
                </c:pt>
                <c:pt idx="2810">
                  <c:v>7.2768057641726704</c:v>
                </c:pt>
                <c:pt idx="2811">
                  <c:v>7.2768057641726704</c:v>
                </c:pt>
                <c:pt idx="2812">
                  <c:v>7.2768057641726704</c:v>
                </c:pt>
                <c:pt idx="2813">
                  <c:v>7.2768057641726704</c:v>
                </c:pt>
                <c:pt idx="2814">
                  <c:v>7.2768057641726704</c:v>
                </c:pt>
                <c:pt idx="2815">
                  <c:v>7.2768057641726704</c:v>
                </c:pt>
                <c:pt idx="2816">
                  <c:v>7.2768057641726704</c:v>
                </c:pt>
                <c:pt idx="2817">
                  <c:v>7.2768057641726704</c:v>
                </c:pt>
                <c:pt idx="2818">
                  <c:v>7.2768057641726704</c:v>
                </c:pt>
                <c:pt idx="2819">
                  <c:v>7.2768057641726704</c:v>
                </c:pt>
                <c:pt idx="2820">
                  <c:v>7.2768057641726704</c:v>
                </c:pt>
                <c:pt idx="2821">
                  <c:v>7.2768057641726704</c:v>
                </c:pt>
                <c:pt idx="2822">
                  <c:v>7.2768057641726704</c:v>
                </c:pt>
                <c:pt idx="2823">
                  <c:v>7.2768057641726704</c:v>
                </c:pt>
                <c:pt idx="2824">
                  <c:v>7.2768057641726704</c:v>
                </c:pt>
                <c:pt idx="2825">
                  <c:v>7.2768057641726704</c:v>
                </c:pt>
                <c:pt idx="2826">
                  <c:v>7.2768057641726704</c:v>
                </c:pt>
                <c:pt idx="2827">
                  <c:v>7.2768057641726704</c:v>
                </c:pt>
                <c:pt idx="2828">
                  <c:v>7.2768057641726704</c:v>
                </c:pt>
                <c:pt idx="2829">
                  <c:v>7.2768057641726704</c:v>
                </c:pt>
                <c:pt idx="2830">
                  <c:v>7.2768057641726704</c:v>
                </c:pt>
                <c:pt idx="2831">
                  <c:v>7.2768057641726704</c:v>
                </c:pt>
                <c:pt idx="2832">
                  <c:v>7.2768057641726704</c:v>
                </c:pt>
                <c:pt idx="2833">
                  <c:v>7.2768057641726704</c:v>
                </c:pt>
                <c:pt idx="2834">
                  <c:v>7.2768057641726704</c:v>
                </c:pt>
                <c:pt idx="2835">
                  <c:v>7.2768057641726704</c:v>
                </c:pt>
                <c:pt idx="2836">
                  <c:v>7.2768057641726704</c:v>
                </c:pt>
                <c:pt idx="2837">
                  <c:v>7.2768057641726704</c:v>
                </c:pt>
                <c:pt idx="2838">
                  <c:v>7.2768057641726704</c:v>
                </c:pt>
                <c:pt idx="2839">
                  <c:v>7.2768057641726704</c:v>
                </c:pt>
                <c:pt idx="2840">
                  <c:v>7.2768057641726704</c:v>
                </c:pt>
                <c:pt idx="2841">
                  <c:v>7.2768057641726704</c:v>
                </c:pt>
                <c:pt idx="2842">
                  <c:v>7.2768057641726704</c:v>
                </c:pt>
                <c:pt idx="2843">
                  <c:v>7.2768057641726704</c:v>
                </c:pt>
                <c:pt idx="2844">
                  <c:v>7.2768057641726704</c:v>
                </c:pt>
                <c:pt idx="2845">
                  <c:v>7.2768057641726704</c:v>
                </c:pt>
                <c:pt idx="2846">
                  <c:v>7.2768057641726704</c:v>
                </c:pt>
                <c:pt idx="2847">
                  <c:v>7.2768057641726704</c:v>
                </c:pt>
                <c:pt idx="2848">
                  <c:v>7.2768057641726704</c:v>
                </c:pt>
                <c:pt idx="2849">
                  <c:v>7.2768057641726704</c:v>
                </c:pt>
                <c:pt idx="2850">
                  <c:v>7.2768057641726704</c:v>
                </c:pt>
                <c:pt idx="2851">
                  <c:v>7.2768057641726704</c:v>
                </c:pt>
                <c:pt idx="2852">
                  <c:v>7.2768057641726704</c:v>
                </c:pt>
                <c:pt idx="2853">
                  <c:v>7.2768057641726704</c:v>
                </c:pt>
                <c:pt idx="2854">
                  <c:v>7.2768057641726704</c:v>
                </c:pt>
                <c:pt idx="2855">
                  <c:v>7.2768057641726704</c:v>
                </c:pt>
                <c:pt idx="2856">
                  <c:v>7.2768057641726704</c:v>
                </c:pt>
                <c:pt idx="2857">
                  <c:v>7.2768057641726704</c:v>
                </c:pt>
                <c:pt idx="2858">
                  <c:v>7.2768057641726704</c:v>
                </c:pt>
                <c:pt idx="2859">
                  <c:v>7.2768057641726704</c:v>
                </c:pt>
                <c:pt idx="2860">
                  <c:v>7.2768057641726704</c:v>
                </c:pt>
                <c:pt idx="2861">
                  <c:v>7.2768057641726704</c:v>
                </c:pt>
                <c:pt idx="2862">
                  <c:v>7.2768057641726704</c:v>
                </c:pt>
                <c:pt idx="2863">
                  <c:v>7.2768057641726704</c:v>
                </c:pt>
                <c:pt idx="2864">
                  <c:v>7.2768057641726704</c:v>
                </c:pt>
                <c:pt idx="2865">
                  <c:v>7.2768057641726704</c:v>
                </c:pt>
                <c:pt idx="2866">
                  <c:v>7.2768057641726704</c:v>
                </c:pt>
                <c:pt idx="2867">
                  <c:v>7.2768057641726704</c:v>
                </c:pt>
                <c:pt idx="2868">
                  <c:v>7.2768057641726704</c:v>
                </c:pt>
                <c:pt idx="2869">
                  <c:v>7.2768057641726704</c:v>
                </c:pt>
                <c:pt idx="2870">
                  <c:v>7.2768057641726704</c:v>
                </c:pt>
                <c:pt idx="2871">
                  <c:v>7.2768057641726704</c:v>
                </c:pt>
                <c:pt idx="2872">
                  <c:v>7.2768057641726704</c:v>
                </c:pt>
                <c:pt idx="2873">
                  <c:v>7.2768057641726704</c:v>
                </c:pt>
                <c:pt idx="2874">
                  <c:v>7.2768057641726704</c:v>
                </c:pt>
                <c:pt idx="2875">
                  <c:v>7.2768057641726704</c:v>
                </c:pt>
                <c:pt idx="2876">
                  <c:v>7.2768057641726704</c:v>
                </c:pt>
                <c:pt idx="2877">
                  <c:v>7.2768057641726704</c:v>
                </c:pt>
                <c:pt idx="2878">
                  <c:v>7.2768057641726704</c:v>
                </c:pt>
                <c:pt idx="2879">
                  <c:v>7.2768057641726704</c:v>
                </c:pt>
                <c:pt idx="2880">
                  <c:v>7.2768057641726704</c:v>
                </c:pt>
                <c:pt idx="2881">
                  <c:v>7.2768057641726704</c:v>
                </c:pt>
                <c:pt idx="2882">
                  <c:v>7.2768057641726704</c:v>
                </c:pt>
                <c:pt idx="2883">
                  <c:v>7.2768057641726704</c:v>
                </c:pt>
                <c:pt idx="2884">
                  <c:v>7.2768057641726704</c:v>
                </c:pt>
                <c:pt idx="2885">
                  <c:v>7.2768057641726704</c:v>
                </c:pt>
                <c:pt idx="2886">
                  <c:v>7.2768057641726704</c:v>
                </c:pt>
                <c:pt idx="2887">
                  <c:v>7.2768057641726704</c:v>
                </c:pt>
                <c:pt idx="2888">
                  <c:v>7.2768057641726704</c:v>
                </c:pt>
                <c:pt idx="2889">
                  <c:v>7.2768057641726704</c:v>
                </c:pt>
                <c:pt idx="2890">
                  <c:v>7.2768057641726704</c:v>
                </c:pt>
                <c:pt idx="2891">
                  <c:v>7.2768057641726704</c:v>
                </c:pt>
                <c:pt idx="2892">
                  <c:v>7.2768057641726704</c:v>
                </c:pt>
                <c:pt idx="2893">
                  <c:v>7.2768057641726704</c:v>
                </c:pt>
                <c:pt idx="2894">
                  <c:v>7.2768057641726704</c:v>
                </c:pt>
                <c:pt idx="2895">
                  <c:v>7.2768057641726704</c:v>
                </c:pt>
                <c:pt idx="2896">
                  <c:v>7.2768057641726704</c:v>
                </c:pt>
                <c:pt idx="2897">
                  <c:v>7.2768057641726704</c:v>
                </c:pt>
                <c:pt idx="2898">
                  <c:v>7.2768057641726704</c:v>
                </c:pt>
                <c:pt idx="2899">
                  <c:v>7.2768057641726704</c:v>
                </c:pt>
                <c:pt idx="2900">
                  <c:v>7.2768057641726704</c:v>
                </c:pt>
                <c:pt idx="2901">
                  <c:v>7.2768057641726704</c:v>
                </c:pt>
                <c:pt idx="2902">
                  <c:v>7.2768057641726704</c:v>
                </c:pt>
                <c:pt idx="2903">
                  <c:v>7.2768057641726704</c:v>
                </c:pt>
                <c:pt idx="2904">
                  <c:v>7.2768057641726704</c:v>
                </c:pt>
                <c:pt idx="2905">
                  <c:v>7.2768057641726704</c:v>
                </c:pt>
                <c:pt idx="2906">
                  <c:v>7.2768057641726704</c:v>
                </c:pt>
                <c:pt idx="2907">
                  <c:v>7.2768057641726704</c:v>
                </c:pt>
                <c:pt idx="2908">
                  <c:v>7.2768057641726704</c:v>
                </c:pt>
                <c:pt idx="2909">
                  <c:v>7.2768057641726704</c:v>
                </c:pt>
                <c:pt idx="2910">
                  <c:v>7.2768057641726704</c:v>
                </c:pt>
                <c:pt idx="2911">
                  <c:v>7.2768057641726704</c:v>
                </c:pt>
                <c:pt idx="2912">
                  <c:v>7.2768057641726704</c:v>
                </c:pt>
                <c:pt idx="2913">
                  <c:v>7.2768057641726704</c:v>
                </c:pt>
                <c:pt idx="2914">
                  <c:v>7.2768057641726704</c:v>
                </c:pt>
                <c:pt idx="2915">
                  <c:v>7.2768057641726704</c:v>
                </c:pt>
                <c:pt idx="2916">
                  <c:v>7.2768057641726704</c:v>
                </c:pt>
                <c:pt idx="2917">
                  <c:v>7.2768057641726704</c:v>
                </c:pt>
                <c:pt idx="2918">
                  <c:v>7.2768057641726704</c:v>
                </c:pt>
                <c:pt idx="2919">
                  <c:v>7.2768057641726704</c:v>
                </c:pt>
                <c:pt idx="2920">
                  <c:v>7.2768057641726704</c:v>
                </c:pt>
                <c:pt idx="2921">
                  <c:v>7.2768057641726704</c:v>
                </c:pt>
                <c:pt idx="2922">
                  <c:v>7.2768057641726704</c:v>
                </c:pt>
                <c:pt idx="2923">
                  <c:v>7.2768057641726704</c:v>
                </c:pt>
                <c:pt idx="2924">
                  <c:v>7.2768057641726704</c:v>
                </c:pt>
                <c:pt idx="2925">
                  <c:v>7.2768057641726704</c:v>
                </c:pt>
                <c:pt idx="2926">
                  <c:v>7.2768057641726704</c:v>
                </c:pt>
                <c:pt idx="2927">
                  <c:v>7.2768057641726704</c:v>
                </c:pt>
                <c:pt idx="2928">
                  <c:v>7.2768057641726704</c:v>
                </c:pt>
                <c:pt idx="2929">
                  <c:v>7.2768057641726704</c:v>
                </c:pt>
                <c:pt idx="2930">
                  <c:v>7.2768057641726704</c:v>
                </c:pt>
                <c:pt idx="2931">
                  <c:v>7.2768057641726704</c:v>
                </c:pt>
                <c:pt idx="2932">
                  <c:v>7.2768057641726704</c:v>
                </c:pt>
                <c:pt idx="2933">
                  <c:v>7.2768057641726704</c:v>
                </c:pt>
                <c:pt idx="2934">
                  <c:v>7.2768057641726704</c:v>
                </c:pt>
                <c:pt idx="2935">
                  <c:v>7.2768057641726704</c:v>
                </c:pt>
                <c:pt idx="2936">
                  <c:v>7.2768057641726704</c:v>
                </c:pt>
                <c:pt idx="2937">
                  <c:v>7.2768057641726704</c:v>
                </c:pt>
                <c:pt idx="2938">
                  <c:v>7.2768057641726704</c:v>
                </c:pt>
                <c:pt idx="2939">
                  <c:v>7.2768057641726704</c:v>
                </c:pt>
                <c:pt idx="2940">
                  <c:v>7.2768057641726704</c:v>
                </c:pt>
                <c:pt idx="2941">
                  <c:v>7.2768057641726704</c:v>
                </c:pt>
                <c:pt idx="2942">
                  <c:v>7.2768057641726704</c:v>
                </c:pt>
                <c:pt idx="2943">
                  <c:v>7.2768057641726704</c:v>
                </c:pt>
                <c:pt idx="2944">
                  <c:v>7.2768057641726704</c:v>
                </c:pt>
                <c:pt idx="2945">
                  <c:v>7.2768057641726704</c:v>
                </c:pt>
                <c:pt idx="2946">
                  <c:v>7.2768057641726704</c:v>
                </c:pt>
                <c:pt idx="2947">
                  <c:v>7.2768057641726704</c:v>
                </c:pt>
                <c:pt idx="2948">
                  <c:v>7.2768057641726704</c:v>
                </c:pt>
                <c:pt idx="2949">
                  <c:v>7.2768057641726704</c:v>
                </c:pt>
                <c:pt idx="2950">
                  <c:v>7.2768057641726704</c:v>
                </c:pt>
                <c:pt idx="2951">
                  <c:v>7.2768057641726704</c:v>
                </c:pt>
                <c:pt idx="2952">
                  <c:v>7.2768057641726704</c:v>
                </c:pt>
                <c:pt idx="2953">
                  <c:v>7.2768057641726704</c:v>
                </c:pt>
                <c:pt idx="2954">
                  <c:v>7.2768057641726704</c:v>
                </c:pt>
                <c:pt idx="2955">
                  <c:v>7.2768057641726704</c:v>
                </c:pt>
                <c:pt idx="2956">
                  <c:v>7.2768057641726704</c:v>
                </c:pt>
                <c:pt idx="2957">
                  <c:v>7.2768057641726704</c:v>
                </c:pt>
                <c:pt idx="2958">
                  <c:v>7.2768057641726704</c:v>
                </c:pt>
                <c:pt idx="2959">
                  <c:v>7.2768057641726704</c:v>
                </c:pt>
                <c:pt idx="2960">
                  <c:v>7.2768057641726704</c:v>
                </c:pt>
                <c:pt idx="2961">
                  <c:v>7.2768057641726704</c:v>
                </c:pt>
                <c:pt idx="2962">
                  <c:v>7.2768057641726704</c:v>
                </c:pt>
                <c:pt idx="2963">
                  <c:v>7.2768057641726704</c:v>
                </c:pt>
                <c:pt idx="2964">
                  <c:v>7.2768057641726704</c:v>
                </c:pt>
                <c:pt idx="2965">
                  <c:v>7.2768057641726704</c:v>
                </c:pt>
                <c:pt idx="2966">
                  <c:v>7.2768057641726704</c:v>
                </c:pt>
                <c:pt idx="2967">
                  <c:v>7.2768057641726704</c:v>
                </c:pt>
                <c:pt idx="2968">
                  <c:v>7.2768057641726704</c:v>
                </c:pt>
                <c:pt idx="2969">
                  <c:v>7.2768057641726704</c:v>
                </c:pt>
                <c:pt idx="2970">
                  <c:v>7.2768057641726704</c:v>
                </c:pt>
                <c:pt idx="2971">
                  <c:v>7.2768057641726704</c:v>
                </c:pt>
                <c:pt idx="2972">
                  <c:v>7.2768057641726704</c:v>
                </c:pt>
                <c:pt idx="2973">
                  <c:v>7.2768057641726704</c:v>
                </c:pt>
                <c:pt idx="2974">
                  <c:v>7.2768057641726704</c:v>
                </c:pt>
                <c:pt idx="2975">
                  <c:v>7.2768057641726704</c:v>
                </c:pt>
                <c:pt idx="2976">
                  <c:v>7.2768057641726704</c:v>
                </c:pt>
                <c:pt idx="2977">
                  <c:v>7.2768057641726704</c:v>
                </c:pt>
                <c:pt idx="2978">
                  <c:v>7.2768057641726704</c:v>
                </c:pt>
                <c:pt idx="2979">
                  <c:v>7.2768057641726704</c:v>
                </c:pt>
                <c:pt idx="2980">
                  <c:v>7.2768057641726704</c:v>
                </c:pt>
                <c:pt idx="2981">
                  <c:v>7.2768057641726704</c:v>
                </c:pt>
                <c:pt idx="2982">
                  <c:v>7.2768057641726704</c:v>
                </c:pt>
                <c:pt idx="2983">
                  <c:v>7.2768057641726704</c:v>
                </c:pt>
                <c:pt idx="2984">
                  <c:v>7.2768057641726704</c:v>
                </c:pt>
                <c:pt idx="2985">
                  <c:v>7.2768057641726704</c:v>
                </c:pt>
                <c:pt idx="2986">
                  <c:v>7.2768057641726704</c:v>
                </c:pt>
                <c:pt idx="2987">
                  <c:v>7.2768057641726704</c:v>
                </c:pt>
                <c:pt idx="2988">
                  <c:v>7.2768057641726704</c:v>
                </c:pt>
                <c:pt idx="2989">
                  <c:v>7.2768057641726704</c:v>
                </c:pt>
                <c:pt idx="2990">
                  <c:v>7.2768057641726704</c:v>
                </c:pt>
                <c:pt idx="2991">
                  <c:v>7.2768057641726704</c:v>
                </c:pt>
                <c:pt idx="2992">
                  <c:v>7.2768057641726704</c:v>
                </c:pt>
                <c:pt idx="2993">
                  <c:v>7.2768057641726704</c:v>
                </c:pt>
                <c:pt idx="2994">
                  <c:v>7.2768057641726704</c:v>
                </c:pt>
                <c:pt idx="2995">
                  <c:v>7.2768057641726704</c:v>
                </c:pt>
                <c:pt idx="2996">
                  <c:v>7.2768057641726704</c:v>
                </c:pt>
                <c:pt idx="2997">
                  <c:v>7.2768057641726704</c:v>
                </c:pt>
                <c:pt idx="2998">
                  <c:v>7.2768057641726704</c:v>
                </c:pt>
                <c:pt idx="2999">
                  <c:v>7.2768057641726704</c:v>
                </c:pt>
                <c:pt idx="3000">
                  <c:v>7.2768057641726704</c:v>
                </c:pt>
                <c:pt idx="3001">
                  <c:v>7.2768057641726704</c:v>
                </c:pt>
                <c:pt idx="3002">
                  <c:v>7.2768057641726704</c:v>
                </c:pt>
                <c:pt idx="3003">
                  <c:v>7.2768057641726704</c:v>
                </c:pt>
                <c:pt idx="3004">
                  <c:v>7.2768057641726704</c:v>
                </c:pt>
                <c:pt idx="3005">
                  <c:v>7.2768057641726704</c:v>
                </c:pt>
                <c:pt idx="3006">
                  <c:v>7.2768057641726704</c:v>
                </c:pt>
                <c:pt idx="3007">
                  <c:v>7.2768057641726704</c:v>
                </c:pt>
                <c:pt idx="3008">
                  <c:v>7.2768057641726704</c:v>
                </c:pt>
                <c:pt idx="3009">
                  <c:v>7.2768057641726704</c:v>
                </c:pt>
                <c:pt idx="3010">
                  <c:v>7.2768057641726704</c:v>
                </c:pt>
                <c:pt idx="3011">
                  <c:v>7.2768057641726704</c:v>
                </c:pt>
                <c:pt idx="3012">
                  <c:v>7.2768057641726704</c:v>
                </c:pt>
                <c:pt idx="3013">
                  <c:v>7.2768057641726704</c:v>
                </c:pt>
                <c:pt idx="3014">
                  <c:v>7.2768057641726704</c:v>
                </c:pt>
                <c:pt idx="3015">
                  <c:v>7.2768057641726704</c:v>
                </c:pt>
                <c:pt idx="3016">
                  <c:v>7.2768057641726704</c:v>
                </c:pt>
                <c:pt idx="3017">
                  <c:v>7.2768057641726704</c:v>
                </c:pt>
                <c:pt idx="3018">
                  <c:v>7.2768057641726704</c:v>
                </c:pt>
                <c:pt idx="3019">
                  <c:v>7.2768057641726704</c:v>
                </c:pt>
                <c:pt idx="3020">
                  <c:v>7.2768057641726704</c:v>
                </c:pt>
                <c:pt idx="3021">
                  <c:v>7.2768057641726704</c:v>
                </c:pt>
                <c:pt idx="3022">
                  <c:v>7.2768057641726704</c:v>
                </c:pt>
                <c:pt idx="3023">
                  <c:v>7.2768057641726704</c:v>
                </c:pt>
                <c:pt idx="3024">
                  <c:v>7.2768057641726704</c:v>
                </c:pt>
                <c:pt idx="3025">
                  <c:v>7.2768057641726704</c:v>
                </c:pt>
                <c:pt idx="3026">
                  <c:v>7.2768057641726704</c:v>
                </c:pt>
                <c:pt idx="3027">
                  <c:v>7.2768057641726704</c:v>
                </c:pt>
                <c:pt idx="3028">
                  <c:v>7.2768057641726704</c:v>
                </c:pt>
                <c:pt idx="3029">
                  <c:v>7.2768057641726704</c:v>
                </c:pt>
                <c:pt idx="3030">
                  <c:v>7.2768057641726704</c:v>
                </c:pt>
                <c:pt idx="3031">
                  <c:v>7.2768057641726704</c:v>
                </c:pt>
                <c:pt idx="3032">
                  <c:v>7.2768057641726704</c:v>
                </c:pt>
                <c:pt idx="3033">
                  <c:v>7.2768057641726704</c:v>
                </c:pt>
                <c:pt idx="3034">
                  <c:v>7.2768057641726704</c:v>
                </c:pt>
                <c:pt idx="3035">
                  <c:v>7.2768057641726704</c:v>
                </c:pt>
                <c:pt idx="3036">
                  <c:v>7.2768057641726704</c:v>
                </c:pt>
                <c:pt idx="3037">
                  <c:v>7.2768057641726704</c:v>
                </c:pt>
                <c:pt idx="3038">
                  <c:v>7.2768057641726704</c:v>
                </c:pt>
                <c:pt idx="3039">
                  <c:v>7.2768057641726704</c:v>
                </c:pt>
                <c:pt idx="3040">
                  <c:v>7.2768057641726704</c:v>
                </c:pt>
                <c:pt idx="3041">
                  <c:v>7.2768057641726704</c:v>
                </c:pt>
                <c:pt idx="3042">
                  <c:v>7.2768057641726704</c:v>
                </c:pt>
                <c:pt idx="3043">
                  <c:v>7.2768057641726704</c:v>
                </c:pt>
                <c:pt idx="3044">
                  <c:v>7.2768057641726704</c:v>
                </c:pt>
                <c:pt idx="3045">
                  <c:v>7.2768057641726704</c:v>
                </c:pt>
                <c:pt idx="3046">
                  <c:v>7.2768057641726704</c:v>
                </c:pt>
                <c:pt idx="3047">
                  <c:v>7.2768057641726704</c:v>
                </c:pt>
                <c:pt idx="3048">
                  <c:v>7.2768057641726704</c:v>
                </c:pt>
                <c:pt idx="3049">
                  <c:v>7.2768057641726704</c:v>
                </c:pt>
                <c:pt idx="3050">
                  <c:v>7.2768057641726704</c:v>
                </c:pt>
                <c:pt idx="3051">
                  <c:v>7.2768057641726704</c:v>
                </c:pt>
                <c:pt idx="3052">
                  <c:v>7.2768057641726704</c:v>
                </c:pt>
                <c:pt idx="3053">
                  <c:v>7.2768057641726704</c:v>
                </c:pt>
                <c:pt idx="3054">
                  <c:v>7.2768057641726704</c:v>
                </c:pt>
                <c:pt idx="3055">
                  <c:v>7.2768057641726704</c:v>
                </c:pt>
                <c:pt idx="3056">
                  <c:v>7.2768057641726704</c:v>
                </c:pt>
                <c:pt idx="3057">
                  <c:v>7.2768057641726704</c:v>
                </c:pt>
                <c:pt idx="3058">
                  <c:v>7.2768057641726704</c:v>
                </c:pt>
                <c:pt idx="3059">
                  <c:v>7.2768057641726704</c:v>
                </c:pt>
                <c:pt idx="3060">
                  <c:v>7.2768057641726704</c:v>
                </c:pt>
                <c:pt idx="3061">
                  <c:v>7.2768057641726704</c:v>
                </c:pt>
                <c:pt idx="3062">
                  <c:v>7.2768057641726704</c:v>
                </c:pt>
                <c:pt idx="3063">
                  <c:v>7.2768057641726704</c:v>
                </c:pt>
                <c:pt idx="3064">
                  <c:v>7.2768057641726704</c:v>
                </c:pt>
                <c:pt idx="3065">
                  <c:v>7.2768057641726704</c:v>
                </c:pt>
                <c:pt idx="3066">
                  <c:v>7.2768057641726704</c:v>
                </c:pt>
                <c:pt idx="3067">
                  <c:v>7.2768057641726704</c:v>
                </c:pt>
                <c:pt idx="3068">
                  <c:v>7.2768057641726704</c:v>
                </c:pt>
                <c:pt idx="3069">
                  <c:v>7.2768057641726704</c:v>
                </c:pt>
                <c:pt idx="3070">
                  <c:v>7.2768057641726704</c:v>
                </c:pt>
                <c:pt idx="3071">
                  <c:v>7.2768057641726704</c:v>
                </c:pt>
                <c:pt idx="3072">
                  <c:v>7.2768057641726704</c:v>
                </c:pt>
                <c:pt idx="3073">
                  <c:v>7.2768057641726704</c:v>
                </c:pt>
                <c:pt idx="3074">
                  <c:v>7.2768057641726704</c:v>
                </c:pt>
                <c:pt idx="3075">
                  <c:v>7.2768057641726704</c:v>
                </c:pt>
                <c:pt idx="3076">
                  <c:v>7.2768057641726704</c:v>
                </c:pt>
                <c:pt idx="3077">
                  <c:v>7.2768057641726704</c:v>
                </c:pt>
                <c:pt idx="3078">
                  <c:v>7.2768057641726704</c:v>
                </c:pt>
                <c:pt idx="3079">
                  <c:v>7.2768057641726704</c:v>
                </c:pt>
                <c:pt idx="3080">
                  <c:v>7.2768057641726704</c:v>
                </c:pt>
                <c:pt idx="3081">
                  <c:v>7.2768057641726704</c:v>
                </c:pt>
                <c:pt idx="3082">
                  <c:v>7.2768057641726704</c:v>
                </c:pt>
                <c:pt idx="3083">
                  <c:v>7.2768057641726704</c:v>
                </c:pt>
                <c:pt idx="3084">
                  <c:v>7.2768057641726704</c:v>
                </c:pt>
                <c:pt idx="3085">
                  <c:v>7.2768057641726704</c:v>
                </c:pt>
                <c:pt idx="3086">
                  <c:v>7.2768057641726704</c:v>
                </c:pt>
                <c:pt idx="3087">
                  <c:v>7.2768057641726704</c:v>
                </c:pt>
                <c:pt idx="3088">
                  <c:v>7.2768057641726704</c:v>
                </c:pt>
                <c:pt idx="3089">
                  <c:v>7.2768057641726704</c:v>
                </c:pt>
                <c:pt idx="3090">
                  <c:v>7.2768057641726704</c:v>
                </c:pt>
                <c:pt idx="3091">
                  <c:v>7.2768057641726704</c:v>
                </c:pt>
                <c:pt idx="3092">
                  <c:v>7.2768057641726704</c:v>
                </c:pt>
                <c:pt idx="3093">
                  <c:v>7.2768057641726704</c:v>
                </c:pt>
                <c:pt idx="3094">
                  <c:v>7.2768057641726704</c:v>
                </c:pt>
                <c:pt idx="3095">
                  <c:v>7.2768057641726704</c:v>
                </c:pt>
                <c:pt idx="3096">
                  <c:v>7.2768057641726704</c:v>
                </c:pt>
                <c:pt idx="3097">
                  <c:v>7.2768057641726704</c:v>
                </c:pt>
                <c:pt idx="3098">
                  <c:v>7.2768057641726704</c:v>
                </c:pt>
                <c:pt idx="3099">
                  <c:v>7.2768057641726704</c:v>
                </c:pt>
                <c:pt idx="3100">
                  <c:v>7.2768057641726704</c:v>
                </c:pt>
                <c:pt idx="3101">
                  <c:v>7.2768057641726704</c:v>
                </c:pt>
                <c:pt idx="3102">
                  <c:v>7.2768057641726704</c:v>
                </c:pt>
                <c:pt idx="3103">
                  <c:v>7.2768057641726704</c:v>
                </c:pt>
                <c:pt idx="3104">
                  <c:v>7.2768057641726704</c:v>
                </c:pt>
                <c:pt idx="3105">
                  <c:v>7.2768057641726704</c:v>
                </c:pt>
                <c:pt idx="3106">
                  <c:v>7.2768057641726704</c:v>
                </c:pt>
                <c:pt idx="3107">
                  <c:v>7.2768057641726704</c:v>
                </c:pt>
                <c:pt idx="3108">
                  <c:v>7.2768057641726704</c:v>
                </c:pt>
                <c:pt idx="3109">
                  <c:v>7.2768057641726704</c:v>
                </c:pt>
                <c:pt idx="3110">
                  <c:v>7.2768057641726704</c:v>
                </c:pt>
                <c:pt idx="3111">
                  <c:v>7.2768057641726704</c:v>
                </c:pt>
                <c:pt idx="3112">
                  <c:v>7.2768057641726704</c:v>
                </c:pt>
                <c:pt idx="3113">
                  <c:v>7.2768057641726704</c:v>
                </c:pt>
                <c:pt idx="3114">
                  <c:v>7.2768057641726704</c:v>
                </c:pt>
                <c:pt idx="3115">
                  <c:v>7.2768057641726704</c:v>
                </c:pt>
                <c:pt idx="3116">
                  <c:v>7.2768057641726704</c:v>
                </c:pt>
                <c:pt idx="3117">
                  <c:v>7.2768057641726704</c:v>
                </c:pt>
                <c:pt idx="3118">
                  <c:v>7.2768057641726704</c:v>
                </c:pt>
                <c:pt idx="3119">
                  <c:v>7.2768057641726704</c:v>
                </c:pt>
                <c:pt idx="3120">
                  <c:v>7.2768057641726704</c:v>
                </c:pt>
                <c:pt idx="3121">
                  <c:v>7.2768057641726704</c:v>
                </c:pt>
                <c:pt idx="3122">
                  <c:v>7.2768057641726704</c:v>
                </c:pt>
                <c:pt idx="3123">
                  <c:v>7.2768057641726704</c:v>
                </c:pt>
                <c:pt idx="3124">
                  <c:v>7.2768057641726704</c:v>
                </c:pt>
                <c:pt idx="3125">
                  <c:v>7.2768057641726704</c:v>
                </c:pt>
                <c:pt idx="3126">
                  <c:v>7.2768057641726704</c:v>
                </c:pt>
                <c:pt idx="3127">
                  <c:v>7.2768057641726704</c:v>
                </c:pt>
                <c:pt idx="3128">
                  <c:v>7.2768057641726704</c:v>
                </c:pt>
                <c:pt idx="3129">
                  <c:v>7.2768057641726704</c:v>
                </c:pt>
                <c:pt idx="3130">
                  <c:v>7.2768057641726704</c:v>
                </c:pt>
                <c:pt idx="3131">
                  <c:v>7.2768057641726704</c:v>
                </c:pt>
                <c:pt idx="3132">
                  <c:v>7.2768057641726704</c:v>
                </c:pt>
                <c:pt idx="3133">
                  <c:v>7.2768057641726704</c:v>
                </c:pt>
                <c:pt idx="3134">
                  <c:v>7.2768057641726704</c:v>
                </c:pt>
                <c:pt idx="3135">
                  <c:v>7.2768057641726704</c:v>
                </c:pt>
                <c:pt idx="3136">
                  <c:v>7.2768057641726704</c:v>
                </c:pt>
                <c:pt idx="3137">
                  <c:v>7.2768057641726704</c:v>
                </c:pt>
                <c:pt idx="3138">
                  <c:v>7.2768057641726704</c:v>
                </c:pt>
                <c:pt idx="3139">
                  <c:v>7.2768057641726704</c:v>
                </c:pt>
                <c:pt idx="3140">
                  <c:v>7.2768057641726704</c:v>
                </c:pt>
                <c:pt idx="3141">
                  <c:v>7.2768057641726704</c:v>
                </c:pt>
                <c:pt idx="3142">
                  <c:v>7.2768057641726704</c:v>
                </c:pt>
                <c:pt idx="3143">
                  <c:v>7.2768057641726704</c:v>
                </c:pt>
                <c:pt idx="3144">
                  <c:v>7.2768057641726704</c:v>
                </c:pt>
                <c:pt idx="3145">
                  <c:v>7.2768057641726704</c:v>
                </c:pt>
                <c:pt idx="3146">
                  <c:v>7.2768057641726704</c:v>
                </c:pt>
                <c:pt idx="3147">
                  <c:v>7.2768057641726704</c:v>
                </c:pt>
                <c:pt idx="3148">
                  <c:v>7.2768057641726704</c:v>
                </c:pt>
                <c:pt idx="3149">
                  <c:v>7.2768057641726704</c:v>
                </c:pt>
                <c:pt idx="3150">
                  <c:v>7.2768057641726704</c:v>
                </c:pt>
                <c:pt idx="3151">
                  <c:v>7.2768057641726704</c:v>
                </c:pt>
                <c:pt idx="3152">
                  <c:v>7.2768057641726704</c:v>
                </c:pt>
                <c:pt idx="3153">
                  <c:v>7.2768057641726704</c:v>
                </c:pt>
                <c:pt idx="3154">
                  <c:v>7.2768057641726704</c:v>
                </c:pt>
                <c:pt idx="3155">
                  <c:v>7.2768057641726704</c:v>
                </c:pt>
                <c:pt idx="3156">
                  <c:v>7.2768057641726704</c:v>
                </c:pt>
                <c:pt idx="3157">
                  <c:v>7.2768057641726704</c:v>
                </c:pt>
                <c:pt idx="3158">
                  <c:v>7.2768057641726704</c:v>
                </c:pt>
                <c:pt idx="3159">
                  <c:v>7.2768057641726704</c:v>
                </c:pt>
                <c:pt idx="3160">
                  <c:v>7.2768057641726704</c:v>
                </c:pt>
                <c:pt idx="3161">
                  <c:v>7.2768057641726704</c:v>
                </c:pt>
                <c:pt idx="3162">
                  <c:v>7.2768057641726704</c:v>
                </c:pt>
                <c:pt idx="3163">
                  <c:v>7.2768057641726704</c:v>
                </c:pt>
                <c:pt idx="3164">
                  <c:v>7.2768057641726704</c:v>
                </c:pt>
                <c:pt idx="3165">
                  <c:v>7.2768057641726704</c:v>
                </c:pt>
                <c:pt idx="3166">
                  <c:v>7.2768057641726704</c:v>
                </c:pt>
                <c:pt idx="3167">
                  <c:v>7.2768057641726704</c:v>
                </c:pt>
                <c:pt idx="3168">
                  <c:v>7.2768057641726704</c:v>
                </c:pt>
                <c:pt idx="3169">
                  <c:v>7.2768057641726704</c:v>
                </c:pt>
                <c:pt idx="3170">
                  <c:v>7.2768057641726704</c:v>
                </c:pt>
                <c:pt idx="3171">
                  <c:v>7.2768057641726704</c:v>
                </c:pt>
                <c:pt idx="3172">
                  <c:v>7.2768057641726704</c:v>
                </c:pt>
                <c:pt idx="3173">
                  <c:v>7.2768057641726704</c:v>
                </c:pt>
                <c:pt idx="3174">
                  <c:v>7.2768057641726704</c:v>
                </c:pt>
                <c:pt idx="3175">
                  <c:v>7.2768057641726704</c:v>
                </c:pt>
                <c:pt idx="3176">
                  <c:v>7.2768057641726704</c:v>
                </c:pt>
                <c:pt idx="3177">
                  <c:v>7.2768057641726704</c:v>
                </c:pt>
                <c:pt idx="3178">
                  <c:v>7.2768057641726704</c:v>
                </c:pt>
                <c:pt idx="3179">
                  <c:v>7.2768057641726704</c:v>
                </c:pt>
                <c:pt idx="3180">
                  <c:v>7.2768057641726704</c:v>
                </c:pt>
                <c:pt idx="3181">
                  <c:v>7.2768057641726704</c:v>
                </c:pt>
                <c:pt idx="3182">
                  <c:v>7.2768057641726704</c:v>
                </c:pt>
                <c:pt idx="3183">
                  <c:v>7.2768057641726704</c:v>
                </c:pt>
                <c:pt idx="3184">
                  <c:v>7.2768057641726704</c:v>
                </c:pt>
                <c:pt idx="3185">
                  <c:v>7.2768057641726704</c:v>
                </c:pt>
                <c:pt idx="3186">
                  <c:v>7.2768057641726704</c:v>
                </c:pt>
                <c:pt idx="3187">
                  <c:v>7.2768057641726704</c:v>
                </c:pt>
                <c:pt idx="3188">
                  <c:v>7.2768057641726704</c:v>
                </c:pt>
                <c:pt idx="3189">
                  <c:v>7.2768057641726704</c:v>
                </c:pt>
                <c:pt idx="3190">
                  <c:v>7.2768057641726704</c:v>
                </c:pt>
                <c:pt idx="3191">
                  <c:v>7.2768057641726704</c:v>
                </c:pt>
                <c:pt idx="3192">
                  <c:v>7.2768057641726704</c:v>
                </c:pt>
                <c:pt idx="3193">
                  <c:v>7.2768057641726704</c:v>
                </c:pt>
                <c:pt idx="3194">
                  <c:v>7.2768057641726704</c:v>
                </c:pt>
                <c:pt idx="3195">
                  <c:v>7.2768057641726704</c:v>
                </c:pt>
                <c:pt idx="3196">
                  <c:v>7.2768057641726704</c:v>
                </c:pt>
                <c:pt idx="3197">
                  <c:v>7.2768057641726704</c:v>
                </c:pt>
                <c:pt idx="3198">
                  <c:v>7.2768057641726704</c:v>
                </c:pt>
                <c:pt idx="3199">
                  <c:v>7.2768057641726704</c:v>
                </c:pt>
                <c:pt idx="3200">
                  <c:v>7.2768057641726704</c:v>
                </c:pt>
                <c:pt idx="3201">
                  <c:v>7.2768057641726704</c:v>
                </c:pt>
                <c:pt idx="3202">
                  <c:v>7.2768057641726704</c:v>
                </c:pt>
                <c:pt idx="3203">
                  <c:v>7.2768057641726704</c:v>
                </c:pt>
                <c:pt idx="3204">
                  <c:v>7.2768057641726704</c:v>
                </c:pt>
                <c:pt idx="3205">
                  <c:v>7.2768057641726704</c:v>
                </c:pt>
                <c:pt idx="3206">
                  <c:v>7.2768057641726704</c:v>
                </c:pt>
                <c:pt idx="3207">
                  <c:v>7.2768057641726704</c:v>
                </c:pt>
                <c:pt idx="3208">
                  <c:v>7.2768057641726704</c:v>
                </c:pt>
                <c:pt idx="3209">
                  <c:v>7.2768057641726704</c:v>
                </c:pt>
                <c:pt idx="3210">
                  <c:v>7.2768057641726704</c:v>
                </c:pt>
                <c:pt idx="3211">
                  <c:v>7.2768057641726704</c:v>
                </c:pt>
                <c:pt idx="3212">
                  <c:v>7.2768057641726704</c:v>
                </c:pt>
                <c:pt idx="3213">
                  <c:v>7.2768057641726704</c:v>
                </c:pt>
                <c:pt idx="3214">
                  <c:v>7.2768057641726704</c:v>
                </c:pt>
                <c:pt idx="3215">
                  <c:v>7.2768057641726704</c:v>
                </c:pt>
                <c:pt idx="3216">
                  <c:v>7.2768057641726704</c:v>
                </c:pt>
                <c:pt idx="3217">
                  <c:v>7.2768057641726704</c:v>
                </c:pt>
                <c:pt idx="3218">
                  <c:v>7.2768057641726704</c:v>
                </c:pt>
                <c:pt idx="3219">
                  <c:v>7.2768057641726704</c:v>
                </c:pt>
                <c:pt idx="3220">
                  <c:v>7.2768057641726704</c:v>
                </c:pt>
                <c:pt idx="3221">
                  <c:v>7.2768057641726704</c:v>
                </c:pt>
                <c:pt idx="3222">
                  <c:v>7.2768057641726704</c:v>
                </c:pt>
                <c:pt idx="3223">
                  <c:v>7.2768057641726704</c:v>
                </c:pt>
                <c:pt idx="3224">
                  <c:v>7.2768057641726704</c:v>
                </c:pt>
                <c:pt idx="3225">
                  <c:v>7.2768057641726704</c:v>
                </c:pt>
                <c:pt idx="3226">
                  <c:v>7.2768057641726704</c:v>
                </c:pt>
                <c:pt idx="3227">
                  <c:v>7.2768057641726704</c:v>
                </c:pt>
                <c:pt idx="3228">
                  <c:v>7.2768057641726704</c:v>
                </c:pt>
                <c:pt idx="3229">
                  <c:v>7.2768057641726704</c:v>
                </c:pt>
                <c:pt idx="3230">
                  <c:v>7.2768057641726704</c:v>
                </c:pt>
                <c:pt idx="3231">
                  <c:v>7.2768057641726704</c:v>
                </c:pt>
                <c:pt idx="3232">
                  <c:v>7.2768057641726704</c:v>
                </c:pt>
                <c:pt idx="3233">
                  <c:v>7.2768057641726704</c:v>
                </c:pt>
                <c:pt idx="3234">
                  <c:v>7.2768057641726704</c:v>
                </c:pt>
                <c:pt idx="3235">
                  <c:v>7.2768057641726704</c:v>
                </c:pt>
                <c:pt idx="3236">
                  <c:v>7.2768057641726704</c:v>
                </c:pt>
                <c:pt idx="3237">
                  <c:v>7.2768057641726704</c:v>
                </c:pt>
                <c:pt idx="3238">
                  <c:v>7.2768057641726704</c:v>
                </c:pt>
                <c:pt idx="3239">
                  <c:v>7.2768057641726704</c:v>
                </c:pt>
                <c:pt idx="3240">
                  <c:v>7.2768057641726704</c:v>
                </c:pt>
                <c:pt idx="3241">
                  <c:v>7.2768057641726704</c:v>
                </c:pt>
                <c:pt idx="3242">
                  <c:v>7.2768057641726704</c:v>
                </c:pt>
                <c:pt idx="3243">
                  <c:v>7.2768057641726704</c:v>
                </c:pt>
                <c:pt idx="3244">
                  <c:v>7.2768057641726704</c:v>
                </c:pt>
                <c:pt idx="3245">
                  <c:v>7.2768057641726704</c:v>
                </c:pt>
                <c:pt idx="3246">
                  <c:v>7.2768057641726704</c:v>
                </c:pt>
                <c:pt idx="3247">
                  <c:v>7.2768057641726704</c:v>
                </c:pt>
                <c:pt idx="3248">
                  <c:v>7.2768057641726704</c:v>
                </c:pt>
                <c:pt idx="3249">
                  <c:v>7.2768057641726704</c:v>
                </c:pt>
                <c:pt idx="3250">
                  <c:v>7.2768057641726704</c:v>
                </c:pt>
                <c:pt idx="3251">
                  <c:v>7.2768057641726704</c:v>
                </c:pt>
                <c:pt idx="3252">
                  <c:v>7.2768057641726704</c:v>
                </c:pt>
                <c:pt idx="3253">
                  <c:v>7.2768057641726704</c:v>
                </c:pt>
                <c:pt idx="3254">
                  <c:v>7.2768057641726704</c:v>
                </c:pt>
                <c:pt idx="3255">
                  <c:v>7.2768057641726704</c:v>
                </c:pt>
                <c:pt idx="3256">
                  <c:v>7.2768057641726704</c:v>
                </c:pt>
                <c:pt idx="3257">
                  <c:v>7.2768057641726704</c:v>
                </c:pt>
                <c:pt idx="3258">
                  <c:v>7.2768057641726704</c:v>
                </c:pt>
                <c:pt idx="3259">
                  <c:v>7.2768057641726704</c:v>
                </c:pt>
                <c:pt idx="3260">
                  <c:v>7.2768057641726704</c:v>
                </c:pt>
                <c:pt idx="3261">
                  <c:v>7.2768057641726704</c:v>
                </c:pt>
                <c:pt idx="3262">
                  <c:v>7.2768057641726704</c:v>
                </c:pt>
                <c:pt idx="3263">
                  <c:v>7.2768057641726704</c:v>
                </c:pt>
                <c:pt idx="3264">
                  <c:v>7.2768057641726704</c:v>
                </c:pt>
                <c:pt idx="3265">
                  <c:v>7.2768057641726704</c:v>
                </c:pt>
                <c:pt idx="3266">
                  <c:v>7.2768057641726704</c:v>
                </c:pt>
                <c:pt idx="3267">
                  <c:v>7.2768057641726704</c:v>
                </c:pt>
                <c:pt idx="3268">
                  <c:v>7.2768057641726704</c:v>
                </c:pt>
                <c:pt idx="3269">
                  <c:v>7.2768057641726704</c:v>
                </c:pt>
                <c:pt idx="3270">
                  <c:v>7.2768057641726704</c:v>
                </c:pt>
                <c:pt idx="3271">
                  <c:v>7.2768057641726704</c:v>
                </c:pt>
                <c:pt idx="3272">
                  <c:v>7.2768057641726704</c:v>
                </c:pt>
                <c:pt idx="3273">
                  <c:v>7.2768057641726704</c:v>
                </c:pt>
                <c:pt idx="3274">
                  <c:v>7.2768057641726704</c:v>
                </c:pt>
                <c:pt idx="3275">
                  <c:v>7.2768057641726704</c:v>
                </c:pt>
                <c:pt idx="3276">
                  <c:v>7.2768057641726704</c:v>
                </c:pt>
                <c:pt idx="3277">
                  <c:v>7.2768057641726704</c:v>
                </c:pt>
                <c:pt idx="3278">
                  <c:v>7.2768057641726704</c:v>
                </c:pt>
                <c:pt idx="3279">
                  <c:v>7.2768057641726704</c:v>
                </c:pt>
                <c:pt idx="3280">
                  <c:v>7.2768057641726704</c:v>
                </c:pt>
                <c:pt idx="3281">
                  <c:v>7.2768057641726704</c:v>
                </c:pt>
                <c:pt idx="3282">
                  <c:v>7.2768057641726704</c:v>
                </c:pt>
                <c:pt idx="3283">
                  <c:v>7.2768057641726704</c:v>
                </c:pt>
                <c:pt idx="3284">
                  <c:v>7.2768057641726704</c:v>
                </c:pt>
                <c:pt idx="3285">
                  <c:v>7.2768057641726704</c:v>
                </c:pt>
                <c:pt idx="3286">
                  <c:v>7.2768057641726704</c:v>
                </c:pt>
                <c:pt idx="3287">
                  <c:v>7.2768057641726704</c:v>
                </c:pt>
                <c:pt idx="3288">
                  <c:v>7.2768057641726704</c:v>
                </c:pt>
                <c:pt idx="3289">
                  <c:v>7.2768057641726704</c:v>
                </c:pt>
                <c:pt idx="3290">
                  <c:v>7.2768057641726704</c:v>
                </c:pt>
                <c:pt idx="3291">
                  <c:v>7.2768057641726704</c:v>
                </c:pt>
                <c:pt idx="3292">
                  <c:v>7.2768057641726704</c:v>
                </c:pt>
                <c:pt idx="3293">
                  <c:v>7.2768057641726704</c:v>
                </c:pt>
                <c:pt idx="3294">
                  <c:v>7.2768057641726704</c:v>
                </c:pt>
                <c:pt idx="3295">
                  <c:v>7.2768057641726704</c:v>
                </c:pt>
                <c:pt idx="3296">
                  <c:v>7.2768057641726704</c:v>
                </c:pt>
                <c:pt idx="3297">
                  <c:v>7.2768057641726704</c:v>
                </c:pt>
                <c:pt idx="3298">
                  <c:v>7.2768057641726704</c:v>
                </c:pt>
                <c:pt idx="3299">
                  <c:v>7.2768057641726704</c:v>
                </c:pt>
                <c:pt idx="3300">
                  <c:v>7.2768057641726704</c:v>
                </c:pt>
              </c:numCache>
            </c:numRef>
          </c:val>
          <c:smooth val="0"/>
          <c:extLst>
            <c:ext xmlns:c16="http://schemas.microsoft.com/office/drawing/2014/chart" uri="{C3380CC4-5D6E-409C-BE32-E72D297353CC}">
              <c16:uniqueId val="{00000002-CDCA-4C5E-A53A-6DDB61537A8C}"/>
            </c:ext>
          </c:extLst>
        </c:ser>
        <c:dLbls>
          <c:showLegendKey val="0"/>
          <c:showVal val="0"/>
          <c:showCatName val="0"/>
          <c:showSerName val="0"/>
          <c:showPercent val="0"/>
          <c:showBubbleSize val="0"/>
        </c:dLbls>
        <c:marker val="1"/>
        <c:smooth val="0"/>
        <c:axId val="390145295"/>
        <c:axId val="390144335"/>
      </c:lineChart>
      <c:dateAx>
        <c:axId val="390145295"/>
        <c:scaling>
          <c:orientation val="minMax"/>
        </c:scaling>
        <c:delete val="0"/>
        <c:axPos val="b"/>
        <c:numFmt formatCode="[$-409]mmm\-yy;@" sourceLinked="0"/>
        <c:majorTickMark val="out"/>
        <c:minorTickMark val="none"/>
        <c:tickLblPos val="low"/>
        <c:spPr>
          <a:noFill/>
          <a:ln w="9525" cap="flat" cmpd="sng" algn="ctr">
            <a:noFill/>
            <a:round/>
          </a:ln>
          <a:effectLst/>
        </c:spPr>
        <c:txPr>
          <a:bodyPr rot="-5400000" spcFirstLastPara="1" vertOverflow="ellipsis"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 val="autoZero"/>
        <c:auto val="1"/>
        <c:lblOffset val="100"/>
        <c:baseTimeUnit val="days"/>
        <c:majorUnit val="3"/>
        <c:majorTimeUnit val="months"/>
      </c:dateAx>
      <c:valAx>
        <c:axId val="390144335"/>
        <c:scaling>
          <c:orientation val="minMax"/>
          <c:max val="8"/>
          <c:min val="4"/>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between"/>
        <c:maj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'Component treatment'!$AD$4</c:f>
              <c:strCache>
                <c:ptCount val="1"/>
                <c:pt idx="0">
                  <c:v>Positive</c:v>
                </c:pt>
              </c:strCache>
            </c:strRef>
          </c:tx>
          <c:spPr>
            <a:ln w="19050" cap="rnd">
              <a:solidFill>
                <a:srgbClr val="1F2F44"/>
              </a:solidFill>
              <a:round/>
            </a:ln>
            <a:effectLst/>
          </c:spPr>
          <c:marker>
            <c:symbol val="none"/>
          </c:marker>
          <c:cat>
            <c:numRef>
              <c:f>'Component treatment'!$Z$5:$Z$50000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treatment'!$AD$5:$AD$50000</c:f>
              <c:numCache>
                <c:formatCode>0.0</c:formatCode>
                <c:ptCount val="49996"/>
                <c:pt idx="0">
                  <c:v>0.16885876666666669</c:v>
                </c:pt>
                <c:pt idx="1">
                  <c:v>0.1279576</c:v>
                </c:pt>
                <c:pt idx="2">
                  <c:v>0.10411776666666669</c:v>
                </c:pt>
                <c:pt idx="3">
                  <c:v>3.0993166666666669E-2</c:v>
                </c:pt>
                <c:pt idx="4">
                  <c:v>-1.489556666666667E-2</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1.3979E-2</c:v>
                </c:pt>
                <c:pt idx="65">
                  <c:v>2.51744E-2</c:v>
                </c:pt>
                <c:pt idx="66">
                  <c:v>4.1761199999999998E-2</c:v>
                </c:pt>
                <c:pt idx="67">
                  <c:v>7.5551933333333335E-2</c:v>
                </c:pt>
                <c:pt idx="68">
                  <c:v>0.15289686666666669</c:v>
                </c:pt>
                <c:pt idx="69">
                  <c:v>0.20998986666666669</c:v>
                </c:pt>
                <c:pt idx="70">
                  <c:v>0.31725743333333328</c:v>
                </c:pt>
                <c:pt idx="71">
                  <c:v>0.35449343333333327</c:v>
                </c:pt>
                <c:pt idx="72">
                  <c:v>0.38919530000000002</c:v>
                </c:pt>
                <c:pt idx="73">
                  <c:v>0.48018133333333329</c:v>
                </c:pt>
                <c:pt idx="74">
                  <c:v>0.48719299999999999</c:v>
                </c:pt>
                <c:pt idx="75">
                  <c:v>0.49034276666666671</c:v>
                </c:pt>
                <c:pt idx="76">
                  <c:v>0.50869616666666673</c:v>
                </c:pt>
                <c:pt idx="77">
                  <c:v>0.5181422</c:v>
                </c:pt>
                <c:pt idx="78">
                  <c:v>0.51365070000000002</c:v>
                </c:pt>
                <c:pt idx="79">
                  <c:v>0.60888836666666668</c:v>
                </c:pt>
                <c:pt idx="80">
                  <c:v>0.63238246666666664</c:v>
                </c:pt>
                <c:pt idx="81">
                  <c:v>0.66400836666666674</c:v>
                </c:pt>
                <c:pt idx="82">
                  <c:v>0.73893406666666661</c:v>
                </c:pt>
                <c:pt idx="83">
                  <c:v>0.76392183333333341</c:v>
                </c:pt>
                <c:pt idx="84">
                  <c:v>0.77387090000000003</c:v>
                </c:pt>
                <c:pt idx="85">
                  <c:v>0.82340659999999999</c:v>
                </c:pt>
                <c:pt idx="86">
                  <c:v>0.8224695666666666</c:v>
                </c:pt>
                <c:pt idx="87">
                  <c:v>0.80451223333333333</c:v>
                </c:pt>
                <c:pt idx="88">
                  <c:v>0.83899940000000006</c:v>
                </c:pt>
                <c:pt idx="89">
                  <c:v>0.93188539999999997</c:v>
                </c:pt>
                <c:pt idx="90">
                  <c:v>1.011879</c:v>
                </c:pt>
                <c:pt idx="91">
                  <c:v>1.0228467999999999</c:v>
                </c:pt>
                <c:pt idx="92">
                  <c:v>1.061494366666667</c:v>
                </c:pt>
                <c:pt idx="93">
                  <c:v>1.0636792333333329</c:v>
                </c:pt>
                <c:pt idx="94">
                  <c:v>1.0698204</c:v>
                </c:pt>
                <c:pt idx="95">
                  <c:v>1.132663766666667</c:v>
                </c:pt>
                <c:pt idx="96">
                  <c:v>1.110245466666667</c:v>
                </c:pt>
                <c:pt idx="97">
                  <c:v>1.1090968000000001</c:v>
                </c:pt>
                <c:pt idx="98">
                  <c:v>1.0344324</c:v>
                </c:pt>
                <c:pt idx="99">
                  <c:v>0.99592980000000009</c:v>
                </c:pt>
                <c:pt idx="100">
                  <c:v>0.88886176666666672</c:v>
                </c:pt>
                <c:pt idx="101">
                  <c:v>0.89558083333333338</c:v>
                </c:pt>
                <c:pt idx="102">
                  <c:v>0.90780076666666676</c:v>
                </c:pt>
                <c:pt idx="103">
                  <c:v>0.8349666</c:v>
                </c:pt>
                <c:pt idx="104">
                  <c:v>0.85816693333333338</c:v>
                </c:pt>
                <c:pt idx="105">
                  <c:v>0.82272449999999997</c:v>
                </c:pt>
                <c:pt idx="106">
                  <c:v>0.76944456666666661</c:v>
                </c:pt>
                <c:pt idx="107">
                  <c:v>0.74447059999999998</c:v>
                </c:pt>
                <c:pt idx="108">
                  <c:v>0.74233349999999998</c:v>
                </c:pt>
                <c:pt idx="109">
                  <c:v>0.66016580000000002</c:v>
                </c:pt>
                <c:pt idx="110">
                  <c:v>0.56615946666666672</c:v>
                </c:pt>
                <c:pt idx="111">
                  <c:v>0.51659149999999998</c:v>
                </c:pt>
                <c:pt idx="112">
                  <c:v>0.47648299999999999</c:v>
                </c:pt>
                <c:pt idx="113">
                  <c:v>0.3592278333333333</c:v>
                </c:pt>
                <c:pt idx="114">
                  <c:v>0.33933289999999999</c:v>
                </c:pt>
                <c:pt idx="115">
                  <c:v>0.29445453333333332</c:v>
                </c:pt>
                <c:pt idx="116">
                  <c:v>0.26319910000000002</c:v>
                </c:pt>
                <c:pt idx="117">
                  <c:v>0.31157813333333328</c:v>
                </c:pt>
                <c:pt idx="118">
                  <c:v>0.28423019999999999</c:v>
                </c:pt>
                <c:pt idx="119">
                  <c:v>0.17366076666666669</c:v>
                </c:pt>
                <c:pt idx="120">
                  <c:v>3.3203999999999997E-2</c:v>
                </c:pt>
                <c:pt idx="121">
                  <c:v>-6.6215933333333338E-2</c:v>
                </c:pt>
                <c:pt idx="122">
                  <c:v>#N/A</c:v>
                </c:pt>
                <c:pt idx="123">
                  <c:v>#N/A</c:v>
                </c:pt>
                <c:pt idx="124">
                  <c:v>#N/A</c:v>
                </c:pt>
                <c:pt idx="125">
                  <c:v>#N/A</c:v>
                </c:pt>
                <c:pt idx="126">
                  <c:v>#N/A</c:v>
                </c:pt>
                <c:pt idx="127">
                  <c:v>#N/A</c:v>
                </c:pt>
                <c:pt idx="128">
                  <c:v>#N/A</c:v>
                </c:pt>
                <c:pt idx="129">
                  <c:v>#N/A</c:v>
                </c:pt>
                <c:pt idx="130">
                  <c:v>#N/A</c:v>
                </c:pt>
                <c:pt idx="131">
                  <c:v>#N/A</c:v>
                </c:pt>
                <c:pt idx="132">
                  <c:v>#N/A</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#N/A</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1.8973766666666659E-2</c:v>
                </c:pt>
                <c:pt idx="237">
                  <c:v>6.4198000000000005E-2</c:v>
                </c:pt>
                <c:pt idx="238">
                  <c:v>0.1749353666666667</c:v>
                </c:pt>
                <c:pt idx="239">
                  <c:v>0.1725771666666667</c:v>
                </c:pt>
                <c:pt idx="240">
                  <c:v>0.19000049999999999</c:v>
                </c:pt>
                <c:pt idx="241">
                  <c:v>0.27881539999999999</c:v>
                </c:pt>
                <c:pt idx="242">
                  <c:v>0.24558436666666669</c:v>
                </c:pt>
                <c:pt idx="243">
                  <c:v>0.20893856666666669</c:v>
                </c:pt>
                <c:pt idx="244">
                  <c:v>0.20785716666666659</c:v>
                </c:pt>
                <c:pt idx="245">
                  <c:v>0.2207552666666667</c:v>
                </c:pt>
                <c:pt idx="246">
                  <c:v>0.2162047</c:v>
                </c:pt>
                <c:pt idx="247">
                  <c:v>0.1761287</c:v>
                </c:pt>
                <c:pt idx="248">
                  <c:v>0.1318893333333333</c:v>
                </c:pt>
                <c:pt idx="249">
                  <c:v>0.1220057333333333</c:v>
                </c:pt>
                <c:pt idx="250">
                  <c:v>0.1246335333333333</c:v>
                </c:pt>
                <c:pt idx="251">
                  <c:v>0.15952303333333329</c:v>
                </c:pt>
                <c:pt idx="252">
                  <c:v>0.17293396666666669</c:v>
                </c:pt>
                <c:pt idx="253">
                  <c:v>0.17562359999999999</c:v>
                </c:pt>
                <c:pt idx="254">
                  <c:v>0.19168450000000001</c:v>
                </c:pt>
                <c:pt idx="255">
                  <c:v>0.19893183333333331</c:v>
                </c:pt>
                <c:pt idx="256">
                  <c:v>0.16180606666666669</c:v>
                </c:pt>
                <c:pt idx="257">
                  <c:v>0.19195446666666671</c:v>
                </c:pt>
                <c:pt idx="258">
                  <c:v>0.2710631</c:v>
                </c:pt>
                <c:pt idx="259">
                  <c:v>0.28362953333333341</c:v>
                </c:pt>
                <c:pt idx="260">
                  <c:v>0.27561926666666658</c:v>
                </c:pt>
                <c:pt idx="261">
                  <c:v>0.25652409999999998</c:v>
                </c:pt>
                <c:pt idx="262">
                  <c:v>0.2217134</c:v>
                </c:pt>
                <c:pt idx="263">
                  <c:v>0.26166830000000002</c:v>
                </c:pt>
                <c:pt idx="264">
                  <c:v>0.31412866666666672</c:v>
                </c:pt>
                <c:pt idx="265">
                  <c:v>0.32101863333333341</c:v>
                </c:pt>
                <c:pt idx="266">
                  <c:v>0.32943423333333333</c:v>
                </c:pt>
                <c:pt idx="267">
                  <c:v>0.30097003333333328</c:v>
                </c:pt>
                <c:pt idx="268">
                  <c:v>0.23370859999999999</c:v>
                </c:pt>
                <c:pt idx="269">
                  <c:v>0.24235110000000001</c:v>
                </c:pt>
                <c:pt idx="270">
                  <c:v>0.24801570000000001</c:v>
                </c:pt>
                <c:pt idx="271">
                  <c:v>0.27123380000000002</c:v>
                </c:pt>
                <c:pt idx="272">
                  <c:v>0.28643603333333328</c:v>
                </c:pt>
                <c:pt idx="273">
                  <c:v>0.28474926666666672</c:v>
                </c:pt>
                <c:pt idx="274">
                  <c:v>0.27778120000000001</c:v>
                </c:pt>
                <c:pt idx="275">
                  <c:v>0.28037853333333329</c:v>
                </c:pt>
                <c:pt idx="276">
                  <c:v>0.26206610000000002</c:v>
                </c:pt>
                <c:pt idx="277">
                  <c:v>0.27033606666666671</c:v>
                </c:pt>
                <c:pt idx="278">
                  <c:v>0.28881573333333332</c:v>
                </c:pt>
                <c:pt idx="279">
                  <c:v>0.29003906666666668</c:v>
                </c:pt>
                <c:pt idx="280">
                  <c:v>0.29581466666666673</c:v>
                </c:pt>
                <c:pt idx="281">
                  <c:v>0.24330406666666671</c:v>
                </c:pt>
                <c:pt idx="282">
                  <c:v>0.2474300666666667</c:v>
                </c:pt>
                <c:pt idx="283">
                  <c:v>0.27419893333333328</c:v>
                </c:pt>
                <c:pt idx="284">
                  <c:v>0.22613159999999999</c:v>
                </c:pt>
                <c:pt idx="285">
                  <c:v>0.2207465333333333</c:v>
                </c:pt>
                <c:pt idx="286">
                  <c:v>0.22191630000000001</c:v>
                </c:pt>
                <c:pt idx="287">
                  <c:v>0.16839323333333331</c:v>
                </c:pt>
                <c:pt idx="288">
                  <c:v>8.8062566666666661E-2</c:v>
                </c:pt>
                <c:pt idx="289">
                  <c:v>2.148853333333333E-2</c:v>
                </c:pt>
                <c:pt idx="290">
                  <c:v>5.611236666666667E-2</c:v>
                </c:pt>
                <c:pt idx="291">
                  <c:v>8.2915699999999995E-2</c:v>
                </c:pt>
                <c:pt idx="292">
                  <c:v>5.3931666666666662E-2</c:v>
                </c:pt>
                <c:pt idx="293">
                  <c:v>-3.0684666666666669E-3</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1.049113333333334E-2</c:v>
                </c:pt>
                <c:pt idx="353">
                  <c:v>-1.2753533333333331E-2</c:v>
                </c:pt>
                <c:pt idx="354">
                  <c:v>#N/A</c:v>
                </c:pt>
                <c:pt idx="355">
                  <c:v>#N/A</c:v>
                </c:pt>
                <c:pt idx="356">
                  <c:v>#N/A</c:v>
                </c:pt>
                <c:pt idx="357">
                  <c:v>#N/A</c:v>
                </c:pt>
                <c:pt idx="358">
                  <c:v>#N/A</c:v>
                </c:pt>
                <c:pt idx="359">
                  <c:v>#N/A</c:v>
                </c:pt>
                <c:pt idx="360">
                  <c:v>#N/A</c:v>
                </c:pt>
                <c:pt idx="361">
                  <c:v>#N/A</c:v>
                </c:pt>
                <c:pt idx="362">
                  <c:v>#N/A</c:v>
                </c:pt>
                <c:pt idx="363">
                  <c:v>6.0675066666666673E-2</c:v>
                </c:pt>
                <c:pt idx="364">
                  <c:v>0.1467595333333333</c:v>
                </c:pt>
                <c:pt idx="365">
                  <c:v>0.12511363333333331</c:v>
                </c:pt>
                <c:pt idx="366">
                  <c:v>0.12699389999999999</c:v>
                </c:pt>
                <c:pt idx="367">
                  <c:v>7.9558633333333337E-2</c:v>
                </c:pt>
                <c:pt idx="368">
                  <c:v>9.3489000000000003E-2</c:v>
                </c:pt>
                <c:pt idx="369">
                  <c:v>9.5790866666666669E-2</c:v>
                </c:pt>
                <c:pt idx="370">
                  <c:v>0.1529454666666667</c:v>
                </c:pt>
                <c:pt idx="371">
                  <c:v>0.14937633333333331</c:v>
                </c:pt>
                <c:pt idx="372">
                  <c:v>0.1583156</c:v>
                </c:pt>
                <c:pt idx="373">
                  <c:v>0.23274690000000001</c:v>
                </c:pt>
                <c:pt idx="374">
                  <c:v>0.2479020666666667</c:v>
                </c:pt>
                <c:pt idx="375">
                  <c:v>0.2554510333333333</c:v>
                </c:pt>
                <c:pt idx="376">
                  <c:v>0.1641556333333333</c:v>
                </c:pt>
                <c:pt idx="377">
                  <c:v>0.2003918666666667</c:v>
                </c:pt>
                <c:pt idx="378">
                  <c:v>0.2040689</c:v>
                </c:pt>
                <c:pt idx="379">
                  <c:v>0.20672013333333331</c:v>
                </c:pt>
                <c:pt idx="380">
                  <c:v>0.2088651</c:v>
                </c:pt>
                <c:pt idx="381">
                  <c:v>0.23156679999999999</c:v>
                </c:pt>
                <c:pt idx="382">
                  <c:v>0.23228046666666671</c:v>
                </c:pt>
                <c:pt idx="383">
                  <c:v>0.25053163333333328</c:v>
                </c:pt>
                <c:pt idx="384">
                  <c:v>0.36399466666666669</c:v>
                </c:pt>
                <c:pt idx="385">
                  <c:v>0.39393346666666668</c:v>
                </c:pt>
                <c:pt idx="386">
                  <c:v>0.38120196666666673</c:v>
                </c:pt>
                <c:pt idx="387">
                  <c:v>0.4028374666666667</c:v>
                </c:pt>
                <c:pt idx="388">
                  <c:v>0.39166553333333332</c:v>
                </c:pt>
                <c:pt idx="389">
                  <c:v>0.49417290000000003</c:v>
                </c:pt>
                <c:pt idx="390">
                  <c:v>0.51154506666666666</c:v>
                </c:pt>
                <c:pt idx="391">
                  <c:v>0.55732513333333333</c:v>
                </c:pt>
                <c:pt idx="392">
                  <c:v>0.51859979999999994</c:v>
                </c:pt>
                <c:pt idx="393">
                  <c:v>0.2684990333333333</c:v>
                </c:pt>
                <c:pt idx="394">
                  <c:v>0.13010143333333329</c:v>
                </c:pt>
                <c:pt idx="395">
                  <c:v>0.1072438666666667</c:v>
                </c:pt>
                <c:pt idx="396">
                  <c:v>0.1240544333333333</c:v>
                </c:pt>
                <c:pt idx="397">
                  <c:v>0.14424999999999999</c:v>
                </c:pt>
                <c:pt idx="398">
                  <c:v>0.1096733666666667</c:v>
                </c:pt>
                <c:pt idx="399">
                  <c:v>6.0786800000000002E-2</c:v>
                </c:pt>
                <c:pt idx="400">
                  <c:v>3.161433333333334E-3</c:v>
                </c:pt>
                <c:pt idx="401">
                  <c:v>3.5356633333333332E-2</c:v>
                </c:pt>
                <c:pt idx="402">
                  <c:v>9.0137499999999995E-2</c:v>
                </c:pt>
                <c:pt idx="403">
                  <c:v>2.6146833333333331E-2</c:v>
                </c:pt>
                <c:pt idx="404">
                  <c:v>2.9427066666666661E-2</c:v>
                </c:pt>
                <c:pt idx="405">
                  <c:v>4.9146799999999997E-2</c:v>
                </c:pt>
                <c:pt idx="406">
                  <c:v>0.1031836</c:v>
                </c:pt>
                <c:pt idx="407">
                  <c:v>0.16305500000000001</c:v>
                </c:pt>
                <c:pt idx="408">
                  <c:v>0.17734649999999999</c:v>
                </c:pt>
                <c:pt idx="409">
                  <c:v>0.17317736666666669</c:v>
                </c:pt>
                <c:pt idx="410">
                  <c:v>0.17545116666666671</c:v>
                </c:pt>
                <c:pt idx="411">
                  <c:v>0.1923226666666667</c:v>
                </c:pt>
                <c:pt idx="412">
                  <c:v>0.1831622</c:v>
                </c:pt>
                <c:pt idx="413">
                  <c:v>0.12224506666666669</c:v>
                </c:pt>
                <c:pt idx="414">
                  <c:v>5.7768433333333341E-2</c:v>
                </c:pt>
                <c:pt idx="415">
                  <c:v>2.7155600000000009E-2</c:v>
                </c:pt>
                <c:pt idx="416">
                  <c:v>6.5471000000000079E-3</c:v>
                </c:pt>
                <c:pt idx="417">
                  <c:v>-5.6573699999999991E-2</c:v>
                </c:pt>
                <c:pt idx="418">
                  <c:v>#N/A</c:v>
                </c:pt>
                <c:pt idx="419">
                  <c:v>#N/A</c:v>
                </c:pt>
                <c:pt idx="420">
                  <c:v>#N/A</c:v>
                </c:pt>
                <c:pt idx="421">
                  <c:v>#N/A</c:v>
                </c:pt>
                <c:pt idx="422">
                  <c:v>#N/A</c:v>
                </c:pt>
                <c:pt idx="423">
                  <c:v>#N/A</c:v>
                </c:pt>
                <c:pt idx="424">
                  <c:v>#N/A</c:v>
                </c:pt>
                <c:pt idx="425">
                  <c:v>#N/A</c:v>
                </c:pt>
                <c:pt idx="426">
                  <c:v>#N/A</c:v>
                </c:pt>
                <c:pt idx="427">
                  <c:v>#N/A</c:v>
                </c:pt>
                <c:pt idx="428">
                  <c:v>#N/A</c:v>
                </c:pt>
                <c:pt idx="429">
                  <c:v>2.6472700000000019E-2</c:v>
                </c:pt>
                <c:pt idx="430">
                  <c:v>9.8680233333333353E-2</c:v>
                </c:pt>
                <c:pt idx="431">
                  <c:v>9.0637533333333353E-2</c:v>
                </c:pt>
                <c:pt idx="432">
                  <c:v>7.6879733333333353E-2</c:v>
                </c:pt>
                <c:pt idx="433">
                  <c:v>0.1013715</c:v>
                </c:pt>
                <c:pt idx="434">
                  <c:v>0.1198713333333333</c:v>
                </c:pt>
                <c:pt idx="435">
                  <c:v>0.1178028666666667</c:v>
                </c:pt>
                <c:pt idx="436">
                  <c:v>0.10802829999999999</c:v>
                </c:pt>
                <c:pt idx="437">
                  <c:v>4.6887233333333347E-2</c:v>
                </c:pt>
                <c:pt idx="438">
                  <c:v>0.10118383333333331</c:v>
                </c:pt>
                <c:pt idx="439">
                  <c:v>0.15517133333333341</c:v>
                </c:pt>
                <c:pt idx="440">
                  <c:v>0.1714314333333333</c:v>
                </c:pt>
                <c:pt idx="441">
                  <c:v>0.20663283333333329</c:v>
                </c:pt>
                <c:pt idx="442">
                  <c:v>0.2441820333333333</c:v>
                </c:pt>
                <c:pt idx="443">
                  <c:v>0.33058870000000001</c:v>
                </c:pt>
                <c:pt idx="444">
                  <c:v>0.34082593333333328</c:v>
                </c:pt>
                <c:pt idx="445">
                  <c:v>0.36640643333333328</c:v>
                </c:pt>
                <c:pt idx="446">
                  <c:v>0.37851906666666663</c:v>
                </c:pt>
                <c:pt idx="447">
                  <c:v>0.44138963333333342</c:v>
                </c:pt>
                <c:pt idx="448">
                  <c:v>0.50900190000000001</c:v>
                </c:pt>
                <c:pt idx="449">
                  <c:v>0.51754129999999998</c:v>
                </c:pt>
                <c:pt idx="450">
                  <c:v>0.55312799999999995</c:v>
                </c:pt>
                <c:pt idx="451">
                  <c:v>0.60718506666666661</c:v>
                </c:pt>
                <c:pt idx="452">
                  <c:v>0.67035900000000004</c:v>
                </c:pt>
                <c:pt idx="453">
                  <c:v>0.72422140000000002</c:v>
                </c:pt>
                <c:pt idx="454">
                  <c:v>0.67390433333333333</c:v>
                </c:pt>
                <c:pt idx="455">
                  <c:v>0.70047496666666664</c:v>
                </c:pt>
                <c:pt idx="456">
                  <c:v>0.65237250000000002</c:v>
                </c:pt>
                <c:pt idx="457">
                  <c:v>0.61632659999999995</c:v>
                </c:pt>
                <c:pt idx="458">
                  <c:v>0.58412913333333327</c:v>
                </c:pt>
                <c:pt idx="459">
                  <c:v>0.57643556666666662</c:v>
                </c:pt>
                <c:pt idx="460">
                  <c:v>0.51327593333333332</c:v>
                </c:pt>
                <c:pt idx="461">
                  <c:v>0.51711736666666663</c:v>
                </c:pt>
                <c:pt idx="462">
                  <c:v>0.46057389999999998</c:v>
                </c:pt>
                <c:pt idx="463">
                  <c:v>0.41684116666666671</c:v>
                </c:pt>
                <c:pt idx="464">
                  <c:v>0.38992803333333331</c:v>
                </c:pt>
                <c:pt idx="465">
                  <c:v>0.42371730000000002</c:v>
                </c:pt>
                <c:pt idx="466">
                  <c:v>0.39653040000000001</c:v>
                </c:pt>
                <c:pt idx="467">
                  <c:v>0.41668273333333328</c:v>
                </c:pt>
                <c:pt idx="468">
                  <c:v>0.30876949999999997</c:v>
                </c:pt>
                <c:pt idx="469">
                  <c:v>0.26355196666666669</c:v>
                </c:pt>
                <c:pt idx="470">
                  <c:v>0.27835223333333331</c:v>
                </c:pt>
                <c:pt idx="471">
                  <c:v>0.20821363333333329</c:v>
                </c:pt>
                <c:pt idx="472">
                  <c:v>0.18350966666666671</c:v>
                </c:pt>
                <c:pt idx="473">
                  <c:v>0.17336213333333331</c:v>
                </c:pt>
                <c:pt idx="474">
                  <c:v>0.20225613333333331</c:v>
                </c:pt>
                <c:pt idx="475">
                  <c:v>0.19238406666666669</c:v>
                </c:pt>
                <c:pt idx="476">
                  <c:v>0.2170854666666667</c:v>
                </c:pt>
                <c:pt idx="477">
                  <c:v>0.24149760000000001</c:v>
                </c:pt>
                <c:pt idx="478">
                  <c:v>0.2384382333333333</c:v>
                </c:pt>
                <c:pt idx="479">
                  <c:v>0.25522139999999999</c:v>
                </c:pt>
                <c:pt idx="480">
                  <c:v>0.2370546</c:v>
                </c:pt>
                <c:pt idx="481">
                  <c:v>0.19810996666666669</c:v>
                </c:pt>
                <c:pt idx="482">
                  <c:v>0.12650140000000001</c:v>
                </c:pt>
                <c:pt idx="483">
                  <c:v>7.6402266666666663E-2</c:v>
                </c:pt>
                <c:pt idx="484">
                  <c:v>9.8841600000000002E-2</c:v>
                </c:pt>
                <c:pt idx="485">
                  <c:v>7.3659033333333346E-2</c:v>
                </c:pt>
                <c:pt idx="486">
                  <c:v>2.1942666666666669E-2</c:v>
                </c:pt>
                <c:pt idx="487">
                  <c:v>-8.5670333333333331E-3</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2.2604033333333329E-2</c:v>
                </c:pt>
                <c:pt idx="519">
                  <c:v>4.5450333333333344E-3</c:v>
                </c:pt>
                <c:pt idx="520">
                  <c:v>-1.27067E-2</c:v>
                </c:pt>
                <c:pt idx="521">
                  <c:v>#N/A</c:v>
                </c:pt>
                <c:pt idx="522">
                  <c:v>#N/A</c:v>
                </c:pt>
                <c:pt idx="523">
                  <c:v>#N/A</c:v>
                </c:pt>
                <c:pt idx="524">
                  <c:v>#N/A</c:v>
                </c:pt>
                <c:pt idx="525">
                  <c:v>#N/A</c:v>
                </c:pt>
                <c:pt idx="526">
                  <c:v>2.0664333333333331E-3</c:v>
                </c:pt>
                <c:pt idx="527">
                  <c:v>3.3931700000000002E-2</c:v>
                </c:pt>
                <c:pt idx="528">
                  <c:v>6.7039299999999996E-2</c:v>
                </c:pt>
                <c:pt idx="529">
                  <c:v>5.8716933333333332E-2</c:v>
                </c:pt>
                <c:pt idx="530">
                  <c:v>0.1110246</c:v>
                </c:pt>
                <c:pt idx="531">
                  <c:v>0.14434673333333331</c:v>
                </c:pt>
                <c:pt idx="532">
                  <c:v>0.15852106666666671</c:v>
                </c:pt>
                <c:pt idx="533">
                  <c:v>0.17293883333333329</c:v>
                </c:pt>
                <c:pt idx="534">
                  <c:v>0.1782309</c:v>
                </c:pt>
                <c:pt idx="535">
                  <c:v>0.1920167333333333</c:v>
                </c:pt>
                <c:pt idx="536">
                  <c:v>0.1755183333333333</c:v>
                </c:pt>
                <c:pt idx="537">
                  <c:v>0.18534946666666671</c:v>
                </c:pt>
                <c:pt idx="538">
                  <c:v>0.20352439999999999</c:v>
                </c:pt>
                <c:pt idx="539">
                  <c:v>0.22111693333333329</c:v>
                </c:pt>
                <c:pt idx="540">
                  <c:v>0.2260957666666667</c:v>
                </c:pt>
                <c:pt idx="541">
                  <c:v>0.2365355666666667</c:v>
                </c:pt>
                <c:pt idx="542">
                  <c:v>0.2155923333333333</c:v>
                </c:pt>
                <c:pt idx="543">
                  <c:v>0.17154266666666659</c:v>
                </c:pt>
                <c:pt idx="544">
                  <c:v>0.14778359999999999</c:v>
                </c:pt>
                <c:pt idx="545">
                  <c:v>0.10319683333333329</c:v>
                </c:pt>
                <c:pt idx="546">
                  <c:v>7.8053399999999995E-2</c:v>
                </c:pt>
                <c:pt idx="547">
                  <c:v>5.8809933333333328E-2</c:v>
                </c:pt>
                <c:pt idx="548">
                  <c:v>-5.5925033333333332E-2</c:v>
                </c:pt>
                <c:pt idx="549">
                  <c:v>#N/A</c:v>
                </c:pt>
                <c:pt idx="550">
                  <c:v>#N/A</c:v>
                </c:pt>
                <c:pt idx="551">
                  <c:v>#N/A</c:v>
                </c:pt>
                <c:pt idx="552">
                  <c:v>3.2056466666666672E-2</c:v>
                </c:pt>
                <c:pt idx="553">
                  <c:v>1.801213333333334E-2</c:v>
                </c:pt>
                <c:pt idx="554">
                  <c:v>-4.8486666666666672E-4</c:v>
                </c:pt>
                <c:pt idx="555">
                  <c:v>#N/A</c:v>
                </c:pt>
                <c:pt idx="556">
                  <c:v>#N/A</c:v>
                </c:pt>
                <c:pt idx="557">
                  <c:v>5.6544066666666663E-2</c:v>
                </c:pt>
                <c:pt idx="558">
                  <c:v>6.3203666666666658E-2</c:v>
                </c:pt>
                <c:pt idx="559">
                  <c:v>7.7403966666666657E-2</c:v>
                </c:pt>
                <c:pt idx="560">
                  <c:v>5.6484133333333332E-2</c:v>
                </c:pt>
                <c:pt idx="561">
                  <c:v>7.5435866666666671E-2</c:v>
                </c:pt>
                <c:pt idx="562">
                  <c:v>5.3241499999999997E-2</c:v>
                </c:pt>
                <c:pt idx="563">
                  <c:v>7.1973366666666663E-2</c:v>
                </c:pt>
                <c:pt idx="564">
                  <c:v>2.1422933333333331E-2</c:v>
                </c:pt>
                <c:pt idx="565">
                  <c:v>-5.1020299999999998E-2</c:v>
                </c:pt>
                <c:pt idx="566">
                  <c:v>#N/A</c:v>
                </c:pt>
                <c:pt idx="567">
                  <c:v>#N/A</c:v>
                </c:pt>
                <c:pt idx="568">
                  <c:v>#N/A</c:v>
                </c:pt>
                <c:pt idx="569">
                  <c:v>#N/A</c:v>
                </c:pt>
                <c:pt idx="570">
                  <c:v>#N/A</c:v>
                </c:pt>
                <c:pt idx="571">
                  <c:v>2.848726666666667E-2</c:v>
                </c:pt>
                <c:pt idx="572">
                  <c:v>7.6281033333333345E-2</c:v>
                </c:pt>
                <c:pt idx="573">
                  <c:v>0.1359411666666667</c:v>
                </c:pt>
                <c:pt idx="574">
                  <c:v>0.18038416666666671</c:v>
                </c:pt>
                <c:pt idx="575">
                  <c:v>0.25616743333333331</c:v>
                </c:pt>
                <c:pt idx="576">
                  <c:v>0.34080443333333332</c:v>
                </c:pt>
                <c:pt idx="577">
                  <c:v>0.26406829999999998</c:v>
                </c:pt>
                <c:pt idx="578">
                  <c:v>0.30489939999999999</c:v>
                </c:pt>
                <c:pt idx="579">
                  <c:v>0.28414509999999998</c:v>
                </c:pt>
                <c:pt idx="580">
                  <c:v>0.29769119999999999</c:v>
                </c:pt>
                <c:pt idx="581">
                  <c:v>0.26961353333333332</c:v>
                </c:pt>
                <c:pt idx="582">
                  <c:v>0.2082169333333333</c:v>
                </c:pt>
                <c:pt idx="583">
                  <c:v>0.23388083333333329</c:v>
                </c:pt>
                <c:pt idx="584">
                  <c:v>0.25490439999999998</c:v>
                </c:pt>
                <c:pt idx="585">
                  <c:v>0.25921949999999999</c:v>
                </c:pt>
                <c:pt idx="586">
                  <c:v>0.27845613333333341</c:v>
                </c:pt>
                <c:pt idx="587">
                  <c:v>9.4202833333333333E-2</c:v>
                </c:pt>
                <c:pt idx="588">
                  <c:v>0.1017796</c:v>
                </c:pt>
                <c:pt idx="589">
                  <c:v>4.1314366666666678E-2</c:v>
                </c:pt>
                <c:pt idx="590">
                  <c:v>2.3203066666666671E-2</c:v>
                </c:pt>
                <c:pt idx="591">
                  <c:v>-3.2579266666666662E-2</c:v>
                </c:pt>
                <c:pt idx="592">
                  <c:v>3.420733333333341E-3</c:v>
                </c:pt>
                <c:pt idx="593">
                  <c:v>-3.5296133333333327E-2</c:v>
                </c:pt>
                <c:pt idx="594">
                  <c:v>3.7505400000000008E-2</c:v>
                </c:pt>
                <c:pt idx="595">
                  <c:v>6.1012933333333332E-2</c:v>
                </c:pt>
                <c:pt idx="596">
                  <c:v>9.8746933333333328E-2</c:v>
                </c:pt>
                <c:pt idx="597">
                  <c:v>7.6910266666666657E-2</c:v>
                </c:pt>
                <c:pt idx="598">
                  <c:v>8.7823300000000007E-2</c:v>
                </c:pt>
                <c:pt idx="599">
                  <c:v>6.5000733333333338E-2</c:v>
                </c:pt>
                <c:pt idx="600">
                  <c:v>1.5692366666666669E-2</c:v>
                </c:pt>
                <c:pt idx="601">
                  <c:v>-5.5230999999999926E-3</c:v>
                </c:pt>
                <c:pt idx="602">
                  <c:v>#N/A</c:v>
                </c:pt>
                <c:pt idx="603">
                  <c:v>#N/A</c:v>
                </c:pt>
                <c:pt idx="604">
                  <c:v>#N/A</c:v>
                </c:pt>
                <c:pt idx="605">
                  <c:v>#N/A</c:v>
                </c:pt>
                <c:pt idx="606">
                  <c:v>#N/A</c:v>
                </c:pt>
                <c:pt idx="607">
                  <c:v>#N/A</c:v>
                </c:pt>
                <c:pt idx="608">
                  <c:v>#N/A</c:v>
                </c:pt>
                <c:pt idx="609">
                  <c:v>#N/A</c:v>
                </c:pt>
                <c:pt idx="610">
                  <c:v>#N/A</c:v>
                </c:pt>
                <c:pt idx="611">
                  <c:v>#N/A</c:v>
                </c:pt>
                <c:pt idx="612">
                  <c:v>3.6976433333333343E-2</c:v>
                </c:pt>
                <c:pt idx="613">
                  <c:v>9.4409133333333325E-2</c:v>
                </c:pt>
                <c:pt idx="614">
                  <c:v>0.1009711333333333</c:v>
                </c:pt>
                <c:pt idx="615">
                  <c:v>0.1772170666666667</c:v>
                </c:pt>
                <c:pt idx="616">
                  <c:v>0.1826964666666667</c:v>
                </c:pt>
                <c:pt idx="617">
                  <c:v>0.28742886666666662</c:v>
                </c:pt>
                <c:pt idx="618">
                  <c:v>0.38465139999999998</c:v>
                </c:pt>
                <c:pt idx="619">
                  <c:v>0.54215150000000001</c:v>
                </c:pt>
                <c:pt idx="620">
                  <c:v>0.60376526666666674</c:v>
                </c:pt>
                <c:pt idx="621">
                  <c:v>0.7167346</c:v>
                </c:pt>
                <c:pt idx="622">
                  <c:v>0.74454039999999999</c:v>
                </c:pt>
                <c:pt idx="623">
                  <c:v>0.81026813333333325</c:v>
                </c:pt>
                <c:pt idx="624">
                  <c:v>0.83656976666666671</c:v>
                </c:pt>
                <c:pt idx="625">
                  <c:v>0.88069333333333333</c:v>
                </c:pt>
                <c:pt idx="626">
                  <c:v>0.88283976666666675</c:v>
                </c:pt>
                <c:pt idx="627">
                  <c:v>0.92562483333333334</c:v>
                </c:pt>
                <c:pt idx="628">
                  <c:v>0.92421783333333341</c:v>
                </c:pt>
                <c:pt idx="629">
                  <c:v>0.93078530000000004</c:v>
                </c:pt>
                <c:pt idx="630">
                  <c:v>0.9321628666666667</c:v>
                </c:pt>
                <c:pt idx="631">
                  <c:v>0.96764633333333339</c:v>
                </c:pt>
                <c:pt idx="632">
                  <c:v>1.0346329000000001</c:v>
                </c:pt>
                <c:pt idx="633">
                  <c:v>1.1173377</c:v>
                </c:pt>
                <c:pt idx="634">
                  <c:v>1.1557694000000001</c:v>
                </c:pt>
                <c:pt idx="635">
                  <c:v>1.1995925999999999</c:v>
                </c:pt>
                <c:pt idx="636">
                  <c:v>1.1835624</c:v>
                </c:pt>
                <c:pt idx="637">
                  <c:v>1.2425946999999999</c:v>
                </c:pt>
                <c:pt idx="638">
                  <c:v>1.1671102666666671</c:v>
                </c:pt>
                <c:pt idx="639">
                  <c:v>1.2616563666666669</c:v>
                </c:pt>
                <c:pt idx="640">
                  <c:v>1.311948166666667</c:v>
                </c:pt>
                <c:pt idx="641">
                  <c:v>1.318588333333333</c:v>
                </c:pt>
                <c:pt idx="642">
                  <c:v>1.3141021333333329</c:v>
                </c:pt>
                <c:pt idx="643">
                  <c:v>1.2360164666666671</c:v>
                </c:pt>
                <c:pt idx="644">
                  <c:v>1.240272333333333</c:v>
                </c:pt>
                <c:pt idx="645">
                  <c:v>1.1567301333333331</c:v>
                </c:pt>
                <c:pt idx="646">
                  <c:v>1.1693456666666671</c:v>
                </c:pt>
                <c:pt idx="647">
                  <c:v>1.1116888</c:v>
                </c:pt>
                <c:pt idx="648">
                  <c:v>1.0046706999999999</c:v>
                </c:pt>
                <c:pt idx="649">
                  <c:v>0.94005443333333338</c:v>
                </c:pt>
                <c:pt idx="650">
                  <c:v>0.88964993333333331</c:v>
                </c:pt>
                <c:pt idx="651">
                  <c:v>0.78803166666666657</c:v>
                </c:pt>
                <c:pt idx="652">
                  <c:v>0.74238516666666665</c:v>
                </c:pt>
                <c:pt idx="653">
                  <c:v>0.73692540000000006</c:v>
                </c:pt>
                <c:pt idx="654">
                  <c:v>0.68003426666666678</c:v>
                </c:pt>
                <c:pt idx="655">
                  <c:v>0.6657525666666666</c:v>
                </c:pt>
                <c:pt idx="656">
                  <c:v>0.63340380000000007</c:v>
                </c:pt>
                <c:pt idx="657">
                  <c:v>0.67176226666666672</c:v>
                </c:pt>
                <c:pt idx="658">
                  <c:v>0.59603303333333335</c:v>
                </c:pt>
                <c:pt idx="659">
                  <c:v>0.60902860000000003</c:v>
                </c:pt>
                <c:pt idx="660">
                  <c:v>0.64869526666666677</c:v>
                </c:pt>
                <c:pt idx="661">
                  <c:v>0.6427111333333333</c:v>
                </c:pt>
                <c:pt idx="662">
                  <c:v>0.61733480000000007</c:v>
                </c:pt>
                <c:pt idx="663">
                  <c:v>0.56870283333333338</c:v>
                </c:pt>
                <c:pt idx="664">
                  <c:v>0.55038486666666675</c:v>
                </c:pt>
                <c:pt idx="665">
                  <c:v>0.60981903333333332</c:v>
                </c:pt>
                <c:pt idx="666">
                  <c:v>0.67998976666666677</c:v>
                </c:pt>
                <c:pt idx="667">
                  <c:v>0.61828459999999996</c:v>
                </c:pt>
                <c:pt idx="668">
                  <c:v>0.64646400000000004</c:v>
                </c:pt>
                <c:pt idx="669">
                  <c:v>0.51015370000000004</c:v>
                </c:pt>
                <c:pt idx="670">
                  <c:v>0.52619216666666668</c:v>
                </c:pt>
                <c:pt idx="671">
                  <c:v>0.7778775</c:v>
                </c:pt>
                <c:pt idx="672">
                  <c:v>0.83280076666666669</c:v>
                </c:pt>
                <c:pt idx="673">
                  <c:v>0.86994013333333331</c:v>
                </c:pt>
                <c:pt idx="674">
                  <c:v>0.88827063333333334</c:v>
                </c:pt>
                <c:pt idx="675">
                  <c:v>0.86689966666666662</c:v>
                </c:pt>
                <c:pt idx="676">
                  <c:v>0.81809836666666669</c:v>
                </c:pt>
                <c:pt idx="677">
                  <c:v>0.75759386666666673</c:v>
                </c:pt>
                <c:pt idx="678">
                  <c:v>0.7462314333333333</c:v>
                </c:pt>
                <c:pt idx="679">
                  <c:v>0.68195056666666665</c:v>
                </c:pt>
                <c:pt idx="680">
                  <c:v>0.63605876666666672</c:v>
                </c:pt>
                <c:pt idx="681">
                  <c:v>0.60373386666666673</c:v>
                </c:pt>
                <c:pt idx="682">
                  <c:v>0.58442646666666664</c:v>
                </c:pt>
                <c:pt idx="683">
                  <c:v>0.50214199999999998</c:v>
                </c:pt>
                <c:pt idx="684">
                  <c:v>0.41910619999999998</c:v>
                </c:pt>
                <c:pt idx="685">
                  <c:v>0.3419126666666667</c:v>
                </c:pt>
                <c:pt idx="686">
                  <c:v>0.27463206666666667</c:v>
                </c:pt>
                <c:pt idx="687">
                  <c:v>0.2033797</c:v>
                </c:pt>
                <c:pt idx="688">
                  <c:v>0.2442216666666667</c:v>
                </c:pt>
                <c:pt idx="689">
                  <c:v>0.19016123333333329</c:v>
                </c:pt>
                <c:pt idx="690">
                  <c:v>0.1530763</c:v>
                </c:pt>
                <c:pt idx="691">
                  <c:v>8.1025300000000008E-2</c:v>
                </c:pt>
                <c:pt idx="692">
                  <c:v>5.6140566666666662E-2</c:v>
                </c:pt>
                <c:pt idx="693">
                  <c:v>-1.626706666666667E-2</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1.3133266666666671E-2</c:v>
                </c:pt>
                <c:pt idx="743">
                  <c:v>5.5103666666666664E-3</c:v>
                </c:pt>
                <c:pt idx="744">
                  <c:v>-3.5506033333333333E-2</c:v>
                </c:pt>
                <c:pt idx="745">
                  <c:v>#N/A</c:v>
                </c:pt>
                <c:pt idx="746">
                  <c:v>3.5203333333333329E-4</c:v>
                </c:pt>
                <c:pt idx="747">
                  <c:v>-1.9080266666666661E-2</c:v>
                </c:pt>
                <c:pt idx="748">
                  <c:v>#N/A</c:v>
                </c:pt>
                <c:pt idx="749">
                  <c:v>#N/A</c:v>
                </c:pt>
                <c:pt idx="750">
                  <c:v>4.2775300000000009E-2</c:v>
                </c:pt>
                <c:pt idx="751">
                  <c:v>7.2517999999999999E-2</c:v>
                </c:pt>
                <c:pt idx="752">
                  <c:v>7.7210000000000001E-2</c:v>
                </c:pt>
                <c:pt idx="753">
                  <c:v>8.8972666666666672E-3</c:v>
                </c:pt>
                <c:pt idx="754">
                  <c:v>-6.7640133333333338E-2</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9.2647633333333326E-2</c:v>
                </c:pt>
                <c:pt idx="787">
                  <c:v>0.15007116666666659</c:v>
                </c:pt>
                <c:pt idx="788">
                  <c:v>0.23143603333333329</c:v>
                </c:pt>
                <c:pt idx="789">
                  <c:v>0.31999753333333331</c:v>
                </c:pt>
                <c:pt idx="790">
                  <c:v>0.31035496666666668</c:v>
                </c:pt>
                <c:pt idx="791">
                  <c:v>0.38050363333333342</c:v>
                </c:pt>
                <c:pt idx="792">
                  <c:v>0.44218463333333341</c:v>
                </c:pt>
                <c:pt idx="793">
                  <c:v>0.55812686666666667</c:v>
                </c:pt>
                <c:pt idx="794">
                  <c:v>0.83478850000000004</c:v>
                </c:pt>
                <c:pt idx="795">
                  <c:v>0.86888523333333323</c:v>
                </c:pt>
                <c:pt idx="796">
                  <c:v>0.80232333333333339</c:v>
                </c:pt>
                <c:pt idx="797">
                  <c:v>0.81359150000000002</c:v>
                </c:pt>
                <c:pt idx="798">
                  <c:v>0.8410042333333333</c:v>
                </c:pt>
                <c:pt idx="799">
                  <c:v>0.91307143333333352</c:v>
                </c:pt>
                <c:pt idx="800">
                  <c:v>0.92140919999999993</c:v>
                </c:pt>
                <c:pt idx="801">
                  <c:v>0.90146936666666677</c:v>
                </c:pt>
                <c:pt idx="802">
                  <c:v>0.92990966666666663</c:v>
                </c:pt>
                <c:pt idx="803">
                  <c:v>0.83817600000000003</c:v>
                </c:pt>
                <c:pt idx="804">
                  <c:v>0.792323</c:v>
                </c:pt>
                <c:pt idx="805">
                  <c:v>0.77598813333333339</c:v>
                </c:pt>
                <c:pt idx="806">
                  <c:v>0.73472526666666671</c:v>
                </c:pt>
                <c:pt idx="807">
                  <c:v>0.59539780000000009</c:v>
                </c:pt>
                <c:pt idx="808">
                  <c:v>0.50388656666666665</c:v>
                </c:pt>
                <c:pt idx="809">
                  <c:v>0.4467479333333334</c:v>
                </c:pt>
                <c:pt idx="810">
                  <c:v>0.34802500000000008</c:v>
                </c:pt>
                <c:pt idx="811">
                  <c:v>0.34802500000000008</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numCache>
            </c:numRef>
          </c:val>
          <c:smooth val="0"/>
          <c:extLst>
            <c:ext xmlns:c16="http://schemas.microsoft.com/office/drawing/2014/chart" uri="{C3380CC4-5D6E-409C-BE32-E72D297353CC}">
              <c16:uniqueId val="{00000000-F0C5-4B21-84F8-6BA871EB236D}"/>
            </c:ext>
          </c:extLst>
        </c:ser>
        <c:ser>
          <c:idx val="1"/>
          <c:order val="1"/>
          <c:tx>
            <c:strRef>
              <c:f>'Component treatment'!$AE$4</c:f>
              <c:strCache>
                <c:ptCount val="1"/>
                <c:pt idx="0">
                  <c:v>Negative</c:v>
                </c:pt>
              </c:strCache>
            </c:strRef>
          </c:tx>
          <c:spPr>
            <a:ln w="19050" cap="rnd">
              <a:solidFill>
                <a:srgbClr val="C00000"/>
              </a:solidFill>
              <a:round/>
            </a:ln>
            <a:effectLst/>
          </c:spPr>
          <c:marker>
            <c:symbol val="none"/>
          </c:marker>
          <c:cat>
            <c:numRef>
              <c:f>'Component treatment'!$Z$5:$Z$50000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treatment'!$AE$5:$AE$50000</c:f>
              <c:numCache>
                <c:formatCode>0.0</c:formatCode>
                <c:ptCount val="49996"/>
                <c:pt idx="0">
                  <c:v>0.16885876666666669</c:v>
                </c:pt>
                <c:pt idx="1">
                  <c:v>#N/A</c:v>
                </c:pt>
                <c:pt idx="2">
                  <c:v>#N/A</c:v>
                </c:pt>
                <c:pt idx="3">
                  <c:v>#N/A</c:v>
                </c:pt>
                <c:pt idx="4">
                  <c:v>-1.489556666666667E-2</c:v>
                </c:pt>
                <c:pt idx="5">
                  <c:v>-2.784933333333333E-2</c:v>
                </c:pt>
                <c:pt idx="6">
                  <c:v>-5.0513533333333333E-2</c:v>
                </c:pt>
                <c:pt idx="7">
                  <c:v>-2.7431199999999999E-2</c:v>
                </c:pt>
                <c:pt idx="8">
                  <c:v>-2.0089333333333328E-3</c:v>
                </c:pt>
                <c:pt idx="9">
                  <c:v>-3.4708199999999988E-2</c:v>
                </c:pt>
                <c:pt idx="10">
                  <c:v>-2.851666666666666E-3</c:v>
                </c:pt>
                <c:pt idx="11">
                  <c:v>-0.1125640666666667</c:v>
                </c:pt>
                <c:pt idx="12">
                  <c:v>-0.15466160000000001</c:v>
                </c:pt>
                <c:pt idx="13">
                  <c:v>-0.22033340000000001</c:v>
                </c:pt>
                <c:pt idx="14">
                  <c:v>-0.25093110000000002</c:v>
                </c:pt>
                <c:pt idx="15">
                  <c:v>-0.27293913333333342</c:v>
                </c:pt>
                <c:pt idx="16">
                  <c:v>-0.26649176666666669</c:v>
                </c:pt>
                <c:pt idx="17">
                  <c:v>-0.27544669999999999</c:v>
                </c:pt>
                <c:pt idx="18">
                  <c:v>-0.29632969999999997</c:v>
                </c:pt>
                <c:pt idx="19">
                  <c:v>-0.31063950000000001</c:v>
                </c:pt>
                <c:pt idx="20">
                  <c:v>-0.35114313333333341</c:v>
                </c:pt>
                <c:pt idx="21">
                  <c:v>-0.36022946666666672</c:v>
                </c:pt>
                <c:pt idx="22">
                  <c:v>-0.38446316666666669</c:v>
                </c:pt>
                <c:pt idx="23">
                  <c:v>-0.39057330000000001</c:v>
                </c:pt>
                <c:pt idx="24">
                  <c:v>-0.39699783333333333</c:v>
                </c:pt>
                <c:pt idx="25">
                  <c:v>-0.44456326666666668</c:v>
                </c:pt>
                <c:pt idx="26">
                  <c:v>-0.4168907</c:v>
                </c:pt>
                <c:pt idx="27">
                  <c:v>-0.35664996666666671</c:v>
                </c:pt>
                <c:pt idx="28">
                  <c:v>-0.3283580333333333</c:v>
                </c:pt>
                <c:pt idx="29">
                  <c:v>-0.28395609999999999</c:v>
                </c:pt>
                <c:pt idx="30">
                  <c:v>-0.28154863333333341</c:v>
                </c:pt>
                <c:pt idx="31">
                  <c:v>-0.2434307</c:v>
                </c:pt>
                <c:pt idx="32">
                  <c:v>-0.26261066666666671</c:v>
                </c:pt>
                <c:pt idx="33">
                  <c:v>-0.25750050000000002</c:v>
                </c:pt>
                <c:pt idx="34">
                  <c:v>-0.23306053333333329</c:v>
                </c:pt>
                <c:pt idx="35">
                  <c:v>-0.2505285333333333</c:v>
                </c:pt>
                <c:pt idx="36">
                  <c:v>-0.1954941</c:v>
                </c:pt>
                <c:pt idx="37">
                  <c:v>-0.20903379999999999</c:v>
                </c:pt>
                <c:pt idx="38">
                  <c:v>-0.1855647</c:v>
                </c:pt>
                <c:pt idx="39">
                  <c:v>-0.1596931</c:v>
                </c:pt>
                <c:pt idx="40">
                  <c:v>-0.1819467666666667</c:v>
                </c:pt>
                <c:pt idx="41">
                  <c:v>-0.17319016666666659</c:v>
                </c:pt>
                <c:pt idx="42">
                  <c:v>-0.15090933333333331</c:v>
                </c:pt>
                <c:pt idx="43">
                  <c:v>-0.14882056666666671</c:v>
                </c:pt>
                <c:pt idx="44">
                  <c:v>-0.1204731333333333</c:v>
                </c:pt>
                <c:pt idx="45">
                  <c:v>-0.10674453333333329</c:v>
                </c:pt>
                <c:pt idx="46">
                  <c:v>-0.10165873333333331</c:v>
                </c:pt>
                <c:pt idx="47">
                  <c:v>-8.9288066666666666E-2</c:v>
                </c:pt>
                <c:pt idx="48">
                  <c:v>-4.94022E-2</c:v>
                </c:pt>
                <c:pt idx="49">
                  <c:v>-9.7344966666666657E-2</c:v>
                </c:pt>
                <c:pt idx="50">
                  <c:v>-6.5337366666666674E-2</c:v>
                </c:pt>
                <c:pt idx="51">
                  <c:v>-8.5825899999999997E-2</c:v>
                </c:pt>
                <c:pt idx="52">
                  <c:v>-0.1383723</c:v>
                </c:pt>
                <c:pt idx="53">
                  <c:v>-0.1400259333333333</c:v>
                </c:pt>
                <c:pt idx="54">
                  <c:v>-0.14817169999999999</c:v>
                </c:pt>
                <c:pt idx="55">
                  <c:v>-0.15746160000000001</c:v>
                </c:pt>
                <c:pt idx="56">
                  <c:v>-0.1421166666666667</c:v>
                </c:pt>
                <c:pt idx="57">
                  <c:v>-0.17213256666666671</c:v>
                </c:pt>
                <c:pt idx="58">
                  <c:v>-0.1705512333333333</c:v>
                </c:pt>
                <c:pt idx="59">
                  <c:v>-0.16630003333333329</c:v>
                </c:pt>
                <c:pt idx="60">
                  <c:v>-0.15030666666666659</c:v>
                </c:pt>
                <c:pt idx="61">
                  <c:v>-0.10096763333333331</c:v>
                </c:pt>
                <c:pt idx="62">
                  <c:v>-3.9896333333333339E-2</c:v>
                </c:pt>
                <c:pt idx="63">
                  <c:v>-9.8110999999999997E-3</c:v>
                </c:pt>
                <c:pt idx="64">
                  <c:v>1.3979E-2</c:v>
                </c:pt>
                <c:pt idx="65">
                  <c:v>#N/A</c:v>
                </c:pt>
                <c:pt idx="66">
                  <c:v>#N/A</c:v>
                </c:pt>
                <c:pt idx="67">
                  <c:v>#N/A</c:v>
                </c:pt>
                <c:pt idx="68">
                  <c:v>#N/A</c:v>
                </c:pt>
                <c:pt idx="69">
                  <c:v>#N/A</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-6.6215933333333338E-2</c:v>
                </c:pt>
                <c:pt idx="122">
                  <c:v>-0.1351948</c:v>
                </c:pt>
                <c:pt idx="123">
                  <c:v>-0.21193196666666669</c:v>
                </c:pt>
                <c:pt idx="124">
                  <c:v>-0.24473886666666669</c:v>
                </c:pt>
                <c:pt idx="125">
                  <c:v>-0.2940454666666667</c:v>
                </c:pt>
                <c:pt idx="126">
                  <c:v>-0.34427923333333332</c:v>
                </c:pt>
                <c:pt idx="127">
                  <c:v>-0.4006829666666667</c:v>
                </c:pt>
                <c:pt idx="128">
                  <c:v>-0.43342183333333328</c:v>
                </c:pt>
                <c:pt idx="129">
                  <c:v>-0.46743276666666672</c:v>
                </c:pt>
                <c:pt idx="130">
                  <c:v>-0.47590113333333328</c:v>
                </c:pt>
                <c:pt idx="131">
                  <c:v>-0.51837426666666664</c:v>
                </c:pt>
                <c:pt idx="132">
                  <c:v>-0.55670963333333334</c:v>
                </c:pt>
                <c:pt idx="133">
                  <c:v>-0.62777986666666674</c:v>
                </c:pt>
                <c:pt idx="134">
                  <c:v>-0.70843346666666662</c:v>
                </c:pt>
                <c:pt idx="135">
                  <c:v>-0.69088130000000003</c:v>
                </c:pt>
                <c:pt idx="136">
                  <c:v>-0.69889476666666672</c:v>
                </c:pt>
                <c:pt idx="137">
                  <c:v>-0.69038580000000005</c:v>
                </c:pt>
                <c:pt idx="138">
                  <c:v>-0.65442896666666672</c:v>
                </c:pt>
                <c:pt idx="139">
                  <c:v>-0.67315166666666659</c:v>
                </c:pt>
                <c:pt idx="140">
                  <c:v>-0.60086190000000006</c:v>
                </c:pt>
                <c:pt idx="141">
                  <c:v>-0.59631853333333329</c:v>
                </c:pt>
                <c:pt idx="142">
                  <c:v>-0.58521103333333335</c:v>
                </c:pt>
                <c:pt idx="143">
                  <c:v>-0.4757982</c:v>
                </c:pt>
                <c:pt idx="144">
                  <c:v>-0.48731143333333332</c:v>
                </c:pt>
                <c:pt idx="145">
                  <c:v>-0.49763663333333341</c:v>
                </c:pt>
                <c:pt idx="146">
                  <c:v>-0.54388416666666661</c:v>
                </c:pt>
                <c:pt idx="147">
                  <c:v>-0.60650496666666665</c:v>
                </c:pt>
                <c:pt idx="148">
                  <c:v>-0.61421206666666661</c:v>
                </c:pt>
                <c:pt idx="149">
                  <c:v>-0.60496593333333337</c:v>
                </c:pt>
                <c:pt idx="150">
                  <c:v>-0.57646486666666674</c:v>
                </c:pt>
                <c:pt idx="151">
                  <c:v>-0.44385046666666672</c:v>
                </c:pt>
                <c:pt idx="152">
                  <c:v>-0.44157026666666671</c:v>
                </c:pt>
                <c:pt idx="153">
                  <c:v>-0.39420656666666659</c:v>
                </c:pt>
                <c:pt idx="154">
                  <c:v>-0.3696778</c:v>
                </c:pt>
                <c:pt idx="155">
                  <c:v>-0.40298493333333341</c:v>
                </c:pt>
                <c:pt idx="156">
                  <c:v>-0.37798803333333331</c:v>
                </c:pt>
                <c:pt idx="157">
                  <c:v>-0.35820356666666658</c:v>
                </c:pt>
                <c:pt idx="158">
                  <c:v>-0.3523712</c:v>
                </c:pt>
                <c:pt idx="159">
                  <c:v>-0.29650626666666668</c:v>
                </c:pt>
                <c:pt idx="160">
                  <c:v>-0.27039626666666672</c:v>
                </c:pt>
                <c:pt idx="161">
                  <c:v>-0.31234123333333341</c:v>
                </c:pt>
                <c:pt idx="162">
                  <c:v>-0.31742416666666667</c:v>
                </c:pt>
                <c:pt idx="163">
                  <c:v>-0.27683256666666672</c:v>
                </c:pt>
                <c:pt idx="164">
                  <c:v>-0.21471370000000001</c:v>
                </c:pt>
                <c:pt idx="165">
                  <c:v>-0.2341596</c:v>
                </c:pt>
                <c:pt idx="166">
                  <c:v>-0.17827806666666671</c:v>
                </c:pt>
                <c:pt idx="167">
                  <c:v>-0.17043639999999999</c:v>
                </c:pt>
                <c:pt idx="168">
                  <c:v>-0.24509256666666671</c:v>
                </c:pt>
                <c:pt idx="169">
                  <c:v>-0.25833810000000001</c:v>
                </c:pt>
                <c:pt idx="170">
                  <c:v>-0.2965255</c:v>
                </c:pt>
                <c:pt idx="171">
                  <c:v>-0.2701942</c:v>
                </c:pt>
                <c:pt idx="172">
                  <c:v>-0.29603126666666668</c:v>
                </c:pt>
                <c:pt idx="173">
                  <c:v>-0.40058816666666669</c:v>
                </c:pt>
                <c:pt idx="174">
                  <c:v>-0.3928682</c:v>
                </c:pt>
                <c:pt idx="175">
                  <c:v>-0.35973423333333332</c:v>
                </c:pt>
                <c:pt idx="176">
                  <c:v>-0.32822036666666671</c:v>
                </c:pt>
                <c:pt idx="177">
                  <c:v>-0.32331026666666668</c:v>
                </c:pt>
                <c:pt idx="178">
                  <c:v>-0.33164153333333329</c:v>
                </c:pt>
                <c:pt idx="179">
                  <c:v>-0.3561824666666667</c:v>
                </c:pt>
                <c:pt idx="180">
                  <c:v>-0.3221788333333333</c:v>
                </c:pt>
                <c:pt idx="181">
                  <c:v>-0.38820830000000001</c:v>
                </c:pt>
                <c:pt idx="182">
                  <c:v>-0.4237519666666667</c:v>
                </c:pt>
                <c:pt idx="183">
                  <c:v>-0.40121023333333328</c:v>
                </c:pt>
                <c:pt idx="184">
                  <c:v>-0.38111853333333329</c:v>
                </c:pt>
                <c:pt idx="185">
                  <c:v>-0.36524869999999998</c:v>
                </c:pt>
                <c:pt idx="186">
                  <c:v>-0.34857546666666672</c:v>
                </c:pt>
                <c:pt idx="187">
                  <c:v>-0.30208839999999998</c:v>
                </c:pt>
                <c:pt idx="188">
                  <c:v>-0.30045213333333343</c:v>
                </c:pt>
                <c:pt idx="189">
                  <c:v>-0.34298800000000002</c:v>
                </c:pt>
                <c:pt idx="190">
                  <c:v>-0.32409169999999998</c:v>
                </c:pt>
                <c:pt idx="191">
                  <c:v>-0.28278723333333328</c:v>
                </c:pt>
                <c:pt idx="192">
                  <c:v>-0.29924699999999999</c:v>
                </c:pt>
                <c:pt idx="193">
                  <c:v>-0.272094</c:v>
                </c:pt>
                <c:pt idx="194">
                  <c:v>-0.26884340000000001</c:v>
                </c:pt>
                <c:pt idx="195">
                  <c:v>-0.2547779</c:v>
                </c:pt>
                <c:pt idx="196">
                  <c:v>-0.2916806666666667</c:v>
                </c:pt>
                <c:pt idx="197">
                  <c:v>-0.28360433333333329</c:v>
                </c:pt>
                <c:pt idx="198">
                  <c:v>-0.28085136666666671</c:v>
                </c:pt>
                <c:pt idx="199">
                  <c:v>-0.25236696666666669</c:v>
                </c:pt>
                <c:pt idx="200">
                  <c:v>-0.23731416666666669</c:v>
                </c:pt>
                <c:pt idx="201">
                  <c:v>-0.27136156666666672</c:v>
                </c:pt>
                <c:pt idx="202">
                  <c:v>-0.25648786666666668</c:v>
                </c:pt>
                <c:pt idx="203">
                  <c:v>-0.1732885666666667</c:v>
                </c:pt>
                <c:pt idx="204">
                  <c:v>-0.15066743333333329</c:v>
                </c:pt>
                <c:pt idx="205">
                  <c:v>-0.19251299999999999</c:v>
                </c:pt>
                <c:pt idx="206">
                  <c:v>-0.1859705666666667</c:v>
                </c:pt>
                <c:pt idx="207">
                  <c:v>-0.1584381</c:v>
                </c:pt>
                <c:pt idx="208">
                  <c:v>-0.18891993333333329</c:v>
                </c:pt>
                <c:pt idx="209">
                  <c:v>-0.16405026666666669</c:v>
                </c:pt>
                <c:pt idx="210">
                  <c:v>-0.20680589999999999</c:v>
                </c:pt>
                <c:pt idx="211">
                  <c:v>-0.34192353333333331</c:v>
                </c:pt>
                <c:pt idx="212">
                  <c:v>-0.29812806666666658</c:v>
                </c:pt>
                <c:pt idx="213">
                  <c:v>-0.31110213333333342</c:v>
                </c:pt>
                <c:pt idx="214">
                  <c:v>-0.33633793333333328</c:v>
                </c:pt>
                <c:pt idx="215">
                  <c:v>-0.35107519999999998</c:v>
                </c:pt>
                <c:pt idx="216">
                  <c:v>-0.34697026666666658</c:v>
                </c:pt>
                <c:pt idx="217">
                  <c:v>-0.35071316666666669</c:v>
                </c:pt>
                <c:pt idx="218">
                  <c:v>-0.28067866666666669</c:v>
                </c:pt>
                <c:pt idx="219">
                  <c:v>-0.24740290000000001</c:v>
                </c:pt>
                <c:pt idx="220">
                  <c:v>-0.26445229999999997</c:v>
                </c:pt>
                <c:pt idx="221">
                  <c:v>-0.26824949999999997</c:v>
                </c:pt>
                <c:pt idx="222">
                  <c:v>-0.24382926666666671</c:v>
                </c:pt>
                <c:pt idx="223">
                  <c:v>-0.22512036666666671</c:v>
                </c:pt>
                <c:pt idx="224">
                  <c:v>-0.26029449999999998</c:v>
                </c:pt>
                <c:pt idx="225">
                  <c:v>-0.21625086666666671</c:v>
                </c:pt>
                <c:pt idx="226">
                  <c:v>-0.18653069999999999</c:v>
                </c:pt>
                <c:pt idx="227">
                  <c:v>-0.19604959999999999</c:v>
                </c:pt>
                <c:pt idx="228">
                  <c:v>-0.17129096666666671</c:v>
                </c:pt>
                <c:pt idx="229">
                  <c:v>-0.14031640000000001</c:v>
                </c:pt>
                <c:pt idx="230">
                  <c:v>-0.1349171333333333</c:v>
                </c:pt>
                <c:pt idx="231">
                  <c:v>-0.1014733333333333</c:v>
                </c:pt>
                <c:pt idx="232">
                  <c:v>-7.0321033333333338E-2</c:v>
                </c:pt>
                <c:pt idx="233">
                  <c:v>-3.8534199999999998E-2</c:v>
                </c:pt>
                <c:pt idx="234">
                  <c:v>-3.7168666666666662E-2</c:v>
                </c:pt>
                <c:pt idx="235">
                  <c:v>-4.4390333333333377E-3</c:v>
                </c:pt>
                <c:pt idx="236">
                  <c:v>1.8973766666666659E-2</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-3.0684666666666669E-3</c:v>
                </c:pt>
                <c:pt idx="294">
                  <c:v>-2.9968000000000002E-2</c:v>
                </c:pt>
                <c:pt idx="295">
                  <c:v>-6.474856666666666E-2</c:v>
                </c:pt>
                <c:pt idx="296">
                  <c:v>-0.1289382</c:v>
                </c:pt>
                <c:pt idx="297">
                  <c:v>-0.15863113333333331</c:v>
                </c:pt>
                <c:pt idx="298">
                  <c:v>-0.17329996666666669</c:v>
                </c:pt>
                <c:pt idx="299">
                  <c:v>-0.1564557</c:v>
                </c:pt>
                <c:pt idx="300">
                  <c:v>-0.15817343333333331</c:v>
                </c:pt>
                <c:pt idx="301">
                  <c:v>-0.1223704</c:v>
                </c:pt>
                <c:pt idx="302">
                  <c:v>-0.12083670000000001</c:v>
                </c:pt>
                <c:pt idx="303">
                  <c:v>-7.1566100000000007E-2</c:v>
                </c:pt>
                <c:pt idx="304">
                  <c:v>-8.8708633333333328E-2</c:v>
                </c:pt>
                <c:pt idx="305">
                  <c:v>-9.3932766666666667E-2</c:v>
                </c:pt>
                <c:pt idx="306">
                  <c:v>-8.6697466666666653E-2</c:v>
                </c:pt>
                <c:pt idx="307">
                  <c:v>-7.6981100000000011E-2</c:v>
                </c:pt>
                <c:pt idx="308">
                  <c:v>-7.7368500000000007E-2</c:v>
                </c:pt>
                <c:pt idx="309">
                  <c:v>-6.3600833333333343E-2</c:v>
                </c:pt>
                <c:pt idx="310">
                  <c:v>-7.5278633333333331E-2</c:v>
                </c:pt>
                <c:pt idx="311">
                  <c:v>-6.0888733333333327E-2</c:v>
                </c:pt>
                <c:pt idx="312">
                  <c:v>-8.8103300000000009E-2</c:v>
                </c:pt>
                <c:pt idx="313">
                  <c:v>-0.1418907333333333</c:v>
                </c:pt>
                <c:pt idx="314">
                  <c:v>-7.7790899999999996E-2</c:v>
                </c:pt>
                <c:pt idx="315">
                  <c:v>-0.11242249999999999</c:v>
                </c:pt>
                <c:pt idx="316">
                  <c:v>-0.1056452333333333</c:v>
                </c:pt>
                <c:pt idx="317">
                  <c:v>-9.119066666666667E-2</c:v>
                </c:pt>
                <c:pt idx="318">
                  <c:v>-0.1209271333333333</c:v>
                </c:pt>
                <c:pt idx="319">
                  <c:v>-0.1074903</c:v>
                </c:pt>
                <c:pt idx="320">
                  <c:v>-0.12782760000000001</c:v>
                </c:pt>
                <c:pt idx="321">
                  <c:v>-0.1381186666666667</c:v>
                </c:pt>
                <c:pt idx="322">
                  <c:v>-0.1166499333333333</c:v>
                </c:pt>
                <c:pt idx="323">
                  <c:v>-9.921986666666667E-2</c:v>
                </c:pt>
                <c:pt idx="324">
                  <c:v>-0.13407986666666671</c:v>
                </c:pt>
                <c:pt idx="325">
                  <c:v>-0.1203007333333333</c:v>
                </c:pt>
                <c:pt idx="326">
                  <c:v>-2.45019E-2</c:v>
                </c:pt>
                <c:pt idx="327">
                  <c:v>-4.3052066666666673E-2</c:v>
                </c:pt>
                <c:pt idx="328">
                  <c:v>-2.6214966666666659E-2</c:v>
                </c:pt>
                <c:pt idx="329">
                  <c:v>-3.4964099999999998E-2</c:v>
                </c:pt>
                <c:pt idx="330">
                  <c:v>-5.6725166666666667E-2</c:v>
                </c:pt>
                <c:pt idx="331">
                  <c:v>-0.1175262333333333</c:v>
                </c:pt>
                <c:pt idx="332">
                  <c:v>-8.95315E-2</c:v>
                </c:pt>
                <c:pt idx="333">
                  <c:v>-9.6798066666666668E-2</c:v>
                </c:pt>
                <c:pt idx="334">
                  <c:v>-6.9388033333333335E-2</c:v>
                </c:pt>
                <c:pt idx="335">
                  <c:v>-3.5529166666666667E-2</c:v>
                </c:pt>
                <c:pt idx="336">
                  <c:v>-5.2116533333333333E-2</c:v>
                </c:pt>
                <c:pt idx="337">
                  <c:v>-1.7305633333333331E-2</c:v>
                </c:pt>
                <c:pt idx="338">
                  <c:v>-3.7754466666666667E-2</c:v>
                </c:pt>
                <c:pt idx="339">
                  <c:v>-5.5528599999999997E-2</c:v>
                </c:pt>
                <c:pt idx="340">
                  <c:v>-7.2483500000000006E-2</c:v>
                </c:pt>
                <c:pt idx="341">
                  <c:v>-6.49396E-2</c:v>
                </c:pt>
                <c:pt idx="342">
                  <c:v>-6.6024899999999997E-2</c:v>
                </c:pt>
                <c:pt idx="343">
                  <c:v>-5.0773233333333327E-2</c:v>
                </c:pt>
                <c:pt idx="344">
                  <c:v>-8.5983933333333332E-2</c:v>
                </c:pt>
                <c:pt idx="345">
                  <c:v>-9.4552266666666662E-2</c:v>
                </c:pt>
                <c:pt idx="346">
                  <c:v>-1.67175E-2</c:v>
                </c:pt>
                <c:pt idx="347">
                  <c:v>-4.9480299999999998E-2</c:v>
                </c:pt>
                <c:pt idx="348">
                  <c:v>-1.8056166666666661E-2</c:v>
                </c:pt>
                <c:pt idx="349">
                  <c:v>-5.2539666666666634E-3</c:v>
                </c:pt>
                <c:pt idx="350">
                  <c:v>-1.2442133333333331E-2</c:v>
                </c:pt>
                <c:pt idx="351">
                  <c:v>-3.0264166666666661E-2</c:v>
                </c:pt>
                <c:pt idx="352">
                  <c:v>1.049113333333334E-2</c:v>
                </c:pt>
                <c:pt idx="353">
                  <c:v>-1.2753533333333331E-2</c:v>
                </c:pt>
                <c:pt idx="354">
                  <c:v>-7.0457666666666668E-2</c:v>
                </c:pt>
                <c:pt idx="355">
                  <c:v>-7.8240433333333331E-2</c:v>
                </c:pt>
                <c:pt idx="356">
                  <c:v>-0.1077100333333333</c:v>
                </c:pt>
                <c:pt idx="357">
                  <c:v>-9.6745499999999998E-2</c:v>
                </c:pt>
                <c:pt idx="358">
                  <c:v>-0.10774253333333331</c:v>
                </c:pt>
                <c:pt idx="359">
                  <c:v>-0.1464357</c:v>
                </c:pt>
                <c:pt idx="360">
                  <c:v>-0.12460640000000001</c:v>
                </c:pt>
                <c:pt idx="361">
                  <c:v>-0.15245283333333329</c:v>
                </c:pt>
                <c:pt idx="362">
                  <c:v>-0.1455971333333333</c:v>
                </c:pt>
                <c:pt idx="363">
                  <c:v>6.0675066666666673E-2</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-5.6573699999999991E-2</c:v>
                </c:pt>
                <c:pt idx="418">
                  <c:v>-9.3903633333333333E-2</c:v>
                </c:pt>
                <c:pt idx="419">
                  <c:v>-0.18485936666666669</c:v>
                </c:pt>
                <c:pt idx="420">
                  <c:v>-0.22035403333333331</c:v>
                </c:pt>
                <c:pt idx="421">
                  <c:v>-0.25942883333333328</c:v>
                </c:pt>
                <c:pt idx="422">
                  <c:v>-0.25911393333333332</c:v>
                </c:pt>
                <c:pt idx="423">
                  <c:v>-0.26045773333333327</c:v>
                </c:pt>
                <c:pt idx="424">
                  <c:v>-0.22168940000000001</c:v>
                </c:pt>
                <c:pt idx="425">
                  <c:v>-0.2395051</c:v>
                </c:pt>
                <c:pt idx="426">
                  <c:v>-0.1559115333333333</c:v>
                </c:pt>
                <c:pt idx="427">
                  <c:v>-0.1248908</c:v>
                </c:pt>
                <c:pt idx="428">
                  <c:v>-4.9612499999999983E-2</c:v>
                </c:pt>
                <c:pt idx="429">
                  <c:v>2.6472700000000019E-2</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-8.5670333333333331E-3</c:v>
                </c:pt>
                <c:pt idx="488">
                  <c:v>-6.1032566666666663E-2</c:v>
                </c:pt>
                <c:pt idx="489">
                  <c:v>-6.4385833333333337E-2</c:v>
                </c:pt>
                <c:pt idx="490">
                  <c:v>-4.4096066666666663E-2</c:v>
                </c:pt>
                <c:pt idx="491">
                  <c:v>-6.2922866666666674E-2</c:v>
                </c:pt>
                <c:pt idx="492">
                  <c:v>-6.0091466666666669E-2</c:v>
                </c:pt>
                <c:pt idx="493">
                  <c:v>-7.4656066666666659E-2</c:v>
                </c:pt>
                <c:pt idx="494">
                  <c:v>-7.7131866666666674E-2</c:v>
                </c:pt>
                <c:pt idx="495">
                  <c:v>-0.13627956666666671</c:v>
                </c:pt>
                <c:pt idx="496">
                  <c:v>-0.1428159</c:v>
                </c:pt>
                <c:pt idx="497">
                  <c:v>-0.17201173333333331</c:v>
                </c:pt>
                <c:pt idx="498">
                  <c:v>-0.16147863333333329</c:v>
                </c:pt>
                <c:pt idx="499">
                  <c:v>-0.1604477</c:v>
                </c:pt>
                <c:pt idx="500">
                  <c:v>-0.2031583666666667</c:v>
                </c:pt>
                <c:pt idx="501">
                  <c:v>-0.22021789999999999</c:v>
                </c:pt>
                <c:pt idx="502">
                  <c:v>-0.22957856666666671</c:v>
                </c:pt>
                <c:pt idx="503">
                  <c:v>-0.26073350000000001</c:v>
                </c:pt>
                <c:pt idx="504">
                  <c:v>-0.26225253333333332</c:v>
                </c:pt>
                <c:pt idx="505">
                  <c:v>-0.2349396</c:v>
                </c:pt>
                <c:pt idx="506">
                  <c:v>-0.21719143333333329</c:v>
                </c:pt>
                <c:pt idx="507">
                  <c:v>-0.23524876666666669</c:v>
                </c:pt>
                <c:pt idx="508">
                  <c:v>-0.25865636666666669</c:v>
                </c:pt>
                <c:pt idx="509">
                  <c:v>-0.26970216666666669</c:v>
                </c:pt>
                <c:pt idx="510">
                  <c:v>-0.25809169999999998</c:v>
                </c:pt>
                <c:pt idx="511">
                  <c:v>-0.25487383333333341</c:v>
                </c:pt>
                <c:pt idx="512">
                  <c:v>-0.2249779666666667</c:v>
                </c:pt>
                <c:pt idx="513">
                  <c:v>-0.1621929</c:v>
                </c:pt>
                <c:pt idx="514">
                  <c:v>-0.12887460000000001</c:v>
                </c:pt>
                <c:pt idx="515">
                  <c:v>-8.3095100000000005E-2</c:v>
                </c:pt>
                <c:pt idx="516">
                  <c:v>-7.5366100000000005E-2</c:v>
                </c:pt>
                <c:pt idx="517">
                  <c:v>-5.5211400000000001E-2</c:v>
                </c:pt>
                <c:pt idx="518">
                  <c:v>2.2604033333333329E-2</c:v>
                </c:pt>
                <c:pt idx="519">
                  <c:v>#N/A</c:v>
                </c:pt>
                <c:pt idx="520">
                  <c:v>-1.27067E-2</c:v>
                </c:pt>
                <c:pt idx="521">
                  <c:v>-3.4050800000000013E-2</c:v>
                </c:pt>
                <c:pt idx="522">
                  <c:v>-3.3401100000000003E-2</c:v>
                </c:pt>
                <c:pt idx="523">
                  <c:v>-3.5364300000000001E-2</c:v>
                </c:pt>
                <c:pt idx="524">
                  <c:v>-2.2057500000000001E-2</c:v>
                </c:pt>
                <c:pt idx="525">
                  <c:v>-2.41309E-2</c:v>
                </c:pt>
                <c:pt idx="526">
                  <c:v>2.0664333333333331E-3</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-5.5925033333333332E-2</c:v>
                </c:pt>
                <c:pt idx="549">
                  <c:v>-5.2707766666666669E-2</c:v>
                </c:pt>
                <c:pt idx="550">
                  <c:v>-6.2727400000000003E-2</c:v>
                </c:pt>
                <c:pt idx="551">
                  <c:v>-2.8273300000000001E-2</c:v>
                </c:pt>
                <c:pt idx="552">
                  <c:v>3.2056466666666672E-2</c:v>
                </c:pt>
                <c:pt idx="553">
                  <c:v>#N/A</c:v>
                </c:pt>
                <c:pt idx="554">
                  <c:v>-4.8486666666666672E-4</c:v>
                </c:pt>
                <c:pt idx="555">
                  <c:v>-1.2037E-3</c:v>
                </c:pt>
                <c:pt idx="556">
                  <c:v>-3.1420566666666663E-2</c:v>
                </c:pt>
                <c:pt idx="557">
                  <c:v>5.6544066666666663E-2</c:v>
                </c:pt>
                <c:pt idx="558">
                  <c:v>#N/A</c:v>
                </c:pt>
                <c:pt idx="559">
                  <c:v>#N/A</c:v>
                </c:pt>
                <c:pt idx="560">
                  <c:v>#N/A</c:v>
                </c:pt>
                <c:pt idx="561">
                  <c:v>#N/A</c:v>
                </c:pt>
                <c:pt idx="562">
                  <c:v>#N/A</c:v>
                </c:pt>
                <c:pt idx="563">
                  <c:v>#N/A</c:v>
                </c:pt>
                <c:pt idx="564">
                  <c:v>#N/A</c:v>
                </c:pt>
                <c:pt idx="565">
                  <c:v>-5.1020299999999998E-2</c:v>
                </c:pt>
                <c:pt idx="566">
                  <c:v>-5.6182599999999999E-2</c:v>
                </c:pt>
                <c:pt idx="567">
                  <c:v>-7.3606500000000005E-2</c:v>
                </c:pt>
                <c:pt idx="568">
                  <c:v>-5.8018100000000003E-2</c:v>
                </c:pt>
                <c:pt idx="569">
                  <c:v>-4.9782466666666657E-2</c:v>
                </c:pt>
                <c:pt idx="570">
                  <c:v>-5.8893999999999986E-3</c:v>
                </c:pt>
                <c:pt idx="571">
                  <c:v>2.848726666666667E-2</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-3.2579266666666662E-2</c:v>
                </c:pt>
                <c:pt idx="592">
                  <c:v>3.420733333333341E-3</c:v>
                </c:pt>
                <c:pt idx="593">
                  <c:v>-3.5296133333333327E-2</c:v>
                </c:pt>
                <c:pt idx="594">
                  <c:v>3.7505400000000008E-2</c:v>
                </c:pt>
                <c:pt idx="595">
                  <c:v>#N/A</c:v>
                </c:pt>
                <c:pt idx="596">
                  <c:v>#N/A</c:v>
                </c:pt>
                <c:pt idx="597">
                  <c:v>#N/A</c:v>
                </c:pt>
                <c:pt idx="598">
                  <c:v>#N/A</c:v>
                </c:pt>
                <c:pt idx="599">
                  <c:v>#N/A</c:v>
                </c:pt>
                <c:pt idx="600">
                  <c:v>#N/A</c:v>
                </c:pt>
                <c:pt idx="601">
                  <c:v>-5.5230999999999926E-3</c:v>
                </c:pt>
                <c:pt idx="602">
                  <c:v>-7.882243333333333E-2</c:v>
                </c:pt>
                <c:pt idx="603">
                  <c:v>-0.12819293333333329</c:v>
                </c:pt>
                <c:pt idx="604">
                  <c:v>-0.15203050000000001</c:v>
                </c:pt>
                <c:pt idx="605">
                  <c:v>-0.22377910000000001</c:v>
                </c:pt>
                <c:pt idx="606">
                  <c:v>-0.27601179999999997</c:v>
                </c:pt>
                <c:pt idx="607">
                  <c:v>-0.15548913333333331</c:v>
                </c:pt>
                <c:pt idx="608">
                  <c:v>-8.9056766666666662E-2</c:v>
                </c:pt>
                <c:pt idx="609">
                  <c:v>-6.5839033333333324E-2</c:v>
                </c:pt>
                <c:pt idx="610">
                  <c:v>-4.2491666666666657E-2</c:v>
                </c:pt>
                <c:pt idx="611">
                  <c:v>-1.155636666666666E-2</c:v>
                </c:pt>
                <c:pt idx="612">
                  <c:v>3.6976433333333343E-2</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-1.626706666666667E-2</c:v>
                </c:pt>
                <c:pt idx="694">
                  <c:v>-6.0298900000000002E-2</c:v>
                </c:pt>
                <c:pt idx="695">
                  <c:v>-0.21539413333333329</c:v>
                </c:pt>
                <c:pt idx="696">
                  <c:v>-0.29218473333333328</c:v>
                </c:pt>
                <c:pt idx="697">
                  <c:v>-0.33486060000000001</c:v>
                </c:pt>
                <c:pt idx="698">
                  <c:v>-0.33820856666666671</c:v>
                </c:pt>
                <c:pt idx="699">
                  <c:v>-0.33577896666666668</c:v>
                </c:pt>
                <c:pt idx="700">
                  <c:v>-0.43585563333333338</c:v>
                </c:pt>
                <c:pt idx="701">
                  <c:v>-0.72720373333333332</c:v>
                </c:pt>
                <c:pt idx="702">
                  <c:v>-0.82180106666666664</c:v>
                </c:pt>
                <c:pt idx="703">
                  <c:v>-0.84559119999999999</c:v>
                </c:pt>
                <c:pt idx="704">
                  <c:v>-0.89403973333333331</c:v>
                </c:pt>
                <c:pt idx="705">
                  <c:v>-0.88015556666666661</c:v>
                </c:pt>
                <c:pt idx="706">
                  <c:v>-0.88394790000000001</c:v>
                </c:pt>
                <c:pt idx="707">
                  <c:v>-0.80473283333333334</c:v>
                </c:pt>
                <c:pt idx="708">
                  <c:v>-0.8216348</c:v>
                </c:pt>
                <c:pt idx="709">
                  <c:v>-0.82126163333333335</c:v>
                </c:pt>
                <c:pt idx="710">
                  <c:v>-0.79003269999999992</c:v>
                </c:pt>
                <c:pt idx="711">
                  <c:v>-0.79121793333333335</c:v>
                </c:pt>
                <c:pt idx="712">
                  <c:v>-0.78205580000000008</c:v>
                </c:pt>
                <c:pt idx="713">
                  <c:v>-0.76390423333333324</c:v>
                </c:pt>
                <c:pt idx="714">
                  <c:v>-0.69932456666666665</c:v>
                </c:pt>
                <c:pt idx="715">
                  <c:v>-0.60769453333333334</c:v>
                </c:pt>
                <c:pt idx="716">
                  <c:v>-0.60130399999999995</c:v>
                </c:pt>
                <c:pt idx="717">
                  <c:v>-0.58314140000000003</c:v>
                </c:pt>
                <c:pt idx="718">
                  <c:v>-0.57093469999999991</c:v>
                </c:pt>
                <c:pt idx="719">
                  <c:v>-0.53239886666666669</c:v>
                </c:pt>
                <c:pt idx="720">
                  <c:v>-0.60589876666666675</c:v>
                </c:pt>
                <c:pt idx="721">
                  <c:v>-0.60378750000000003</c:v>
                </c:pt>
                <c:pt idx="722">
                  <c:v>-0.60115866666666662</c:v>
                </c:pt>
                <c:pt idx="723">
                  <c:v>-0.57495230000000008</c:v>
                </c:pt>
                <c:pt idx="724">
                  <c:v>-0.54987619999999993</c:v>
                </c:pt>
                <c:pt idx="725">
                  <c:v>-0.4452371</c:v>
                </c:pt>
                <c:pt idx="726">
                  <c:v>-0.40543896666666668</c:v>
                </c:pt>
                <c:pt idx="727">
                  <c:v>-0.39498850000000002</c:v>
                </c:pt>
                <c:pt idx="728">
                  <c:v>-0.36682483333333332</c:v>
                </c:pt>
                <c:pt idx="729">
                  <c:v>-0.31022146666666672</c:v>
                </c:pt>
                <c:pt idx="730">
                  <c:v>-0.31395876666666672</c:v>
                </c:pt>
                <c:pt idx="731">
                  <c:v>-0.30215206666666672</c:v>
                </c:pt>
                <c:pt idx="732">
                  <c:v>-0.31025616666666672</c:v>
                </c:pt>
                <c:pt idx="733">
                  <c:v>-0.29350920000000003</c:v>
                </c:pt>
                <c:pt idx="734">
                  <c:v>-0.23643406666666669</c:v>
                </c:pt>
                <c:pt idx="735">
                  <c:v>-0.22183559999999999</c:v>
                </c:pt>
                <c:pt idx="736">
                  <c:v>-0.1770434666666667</c:v>
                </c:pt>
                <c:pt idx="737">
                  <c:v>-0.15209020000000001</c:v>
                </c:pt>
                <c:pt idx="738">
                  <c:v>-0.13431870000000001</c:v>
                </c:pt>
                <c:pt idx="739">
                  <c:v>-4.061936666666667E-2</c:v>
                </c:pt>
                <c:pt idx="740">
                  <c:v>-5.7830633333333333E-2</c:v>
                </c:pt>
                <c:pt idx="741">
                  <c:v>-1.1044E-3</c:v>
                </c:pt>
                <c:pt idx="742">
                  <c:v>1.3133266666666671E-2</c:v>
                </c:pt>
                <c:pt idx="743">
                  <c:v>#N/A</c:v>
                </c:pt>
                <c:pt idx="744">
                  <c:v>-3.5506033333333333E-2</c:v>
                </c:pt>
                <c:pt idx="745">
                  <c:v>-5.3623200000000003E-2</c:v>
                </c:pt>
                <c:pt idx="746">
                  <c:v>3.5203333333333329E-4</c:v>
                </c:pt>
                <c:pt idx="747">
                  <c:v>-1.9080266666666661E-2</c:v>
                </c:pt>
                <c:pt idx="748">
                  <c:v>-4.2923900000000001E-2</c:v>
                </c:pt>
                <c:pt idx="749">
                  <c:v>-2.8477066666666669E-2</c:v>
                </c:pt>
                <c:pt idx="750">
                  <c:v>4.2775300000000009E-2</c:v>
                </c:pt>
                <c:pt idx="751">
                  <c:v>#N/A</c:v>
                </c:pt>
                <c:pt idx="752">
                  <c:v>#N/A</c:v>
                </c:pt>
                <c:pt idx="753">
                  <c:v>#N/A</c:v>
                </c:pt>
                <c:pt idx="754">
                  <c:v>-6.7640133333333338E-2</c:v>
                </c:pt>
                <c:pt idx="755">
                  <c:v>-0.14504880000000001</c:v>
                </c:pt>
                <c:pt idx="756">
                  <c:v>-0.31235970000000002</c:v>
                </c:pt>
                <c:pt idx="757">
                  <c:v>-0.34708630000000001</c:v>
                </c:pt>
                <c:pt idx="758">
                  <c:v>-0.43503486666666658</c:v>
                </c:pt>
                <c:pt idx="759">
                  <c:v>-0.54215423333333324</c:v>
                </c:pt>
                <c:pt idx="760">
                  <c:v>-0.54201246666666669</c:v>
                </c:pt>
                <c:pt idx="761">
                  <c:v>-0.60182199999999997</c:v>
                </c:pt>
                <c:pt idx="762">
                  <c:v>-0.63431306666666665</c:v>
                </c:pt>
                <c:pt idx="763">
                  <c:v>-0.68103569999999991</c:v>
                </c:pt>
                <c:pt idx="764">
                  <c:v>-0.67308313333333325</c:v>
                </c:pt>
                <c:pt idx="765">
                  <c:v>-0.66485863333333328</c:v>
                </c:pt>
                <c:pt idx="766">
                  <c:v>-0.63451809999999997</c:v>
                </c:pt>
                <c:pt idx="767">
                  <c:v>-0.6143860333333333</c:v>
                </c:pt>
                <c:pt idx="768">
                  <c:v>-0.60938206666666661</c:v>
                </c:pt>
                <c:pt idx="769">
                  <c:v>-0.69099496666666671</c:v>
                </c:pt>
                <c:pt idx="770">
                  <c:v>-0.65914340000000005</c:v>
                </c:pt>
                <c:pt idx="771">
                  <c:v>-0.63611296666666672</c:v>
                </c:pt>
                <c:pt idx="772">
                  <c:v>-0.59903746666666668</c:v>
                </c:pt>
                <c:pt idx="773">
                  <c:v>-0.50827013333333337</c:v>
                </c:pt>
                <c:pt idx="774">
                  <c:v>-0.42073686666666671</c:v>
                </c:pt>
                <c:pt idx="775">
                  <c:v>-0.41433146666666659</c:v>
                </c:pt>
                <c:pt idx="776">
                  <c:v>-0.4212591</c:v>
                </c:pt>
                <c:pt idx="777">
                  <c:v>-0.36308563333333338</c:v>
                </c:pt>
                <c:pt idx="778">
                  <c:v>-0.34529523333333328</c:v>
                </c:pt>
                <c:pt idx="779">
                  <c:v>-0.37050666666666671</c:v>
                </c:pt>
                <c:pt idx="780">
                  <c:v>-0.36390126666666672</c:v>
                </c:pt>
                <c:pt idx="781">
                  <c:v>-0.39033353333333332</c:v>
                </c:pt>
                <c:pt idx="782">
                  <c:v>-0.38949523333333341</c:v>
                </c:pt>
                <c:pt idx="783">
                  <c:v>-0.18639786666666669</c:v>
                </c:pt>
                <c:pt idx="784">
                  <c:v>-9.7512000000000029E-2</c:v>
                </c:pt>
                <c:pt idx="785">
                  <c:v>-4.1639100000000019E-2</c:v>
                </c:pt>
                <c:pt idx="786">
                  <c:v>9.2647633333333326E-2</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numCache>
            </c:numRef>
          </c:val>
          <c:smooth val="0"/>
          <c:extLst>
            <c:ext xmlns:c16="http://schemas.microsoft.com/office/drawing/2014/chart" uri="{C3380CC4-5D6E-409C-BE32-E72D297353CC}">
              <c16:uniqueId val="{00000001-F0C5-4B21-84F8-6BA871EB236D}"/>
            </c:ext>
          </c:extLst>
        </c:ser>
        <c:dLbls>
          <c:showLegendKey val="0"/>
          <c:showVal val="0"/>
          <c:showCatName val="0"/>
          <c:showSerName val="0"/>
          <c:showPercent val="0"/>
          <c:showBubbleSize val="0"/>
        </c:dLbls>
        <c:smooth val="0"/>
        <c:axId val="390145295"/>
        <c:axId val="390144335"/>
      </c:lineChart>
      <c:dateAx>
        <c:axId val="390145295"/>
        <c:scaling>
          <c:orientation val="minMax"/>
        </c:scaling>
        <c:delete val="0"/>
        <c:axPos val="b"/>
        <c:numFmt formatCode="[$-409]mmm\-yy;@" sourceLinked="0"/>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At val="0"/>
        <c:auto val="1"/>
        <c:lblOffset val="100"/>
        <c:baseTimeUnit val="days"/>
      </c:dateAx>
      <c:valAx>
        <c:axId val="390144335"/>
        <c:scaling>
          <c:orientation val="minMax"/>
          <c:max val="2"/>
          <c:min val="-2"/>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between"/>
        <c:maj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'Component treatment'!$U$4</c:f>
              <c:strCache>
                <c:ptCount val="1"/>
                <c:pt idx="0">
                  <c:v>low_risk</c:v>
                </c:pt>
              </c:strCache>
            </c:strRef>
          </c:tx>
          <c:spPr>
            <a:ln w="19050" cap="rnd">
              <a:solidFill>
                <a:srgbClr val="1F2F44"/>
              </a:solidFill>
              <a:round/>
            </a:ln>
            <a:effectLst/>
          </c:spPr>
          <c:marker>
            <c:symbol val="none"/>
          </c:marker>
          <c:cat>
            <c:numRef>
              <c:f>'Component treatment'!$T$5:$T$50000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treatment'!$U$5:$U$50000</c:f>
              <c:numCache>
                <c:formatCode>0%</c:formatCode>
                <c:ptCount val="49996"/>
                <c:pt idx="0">
                  <c:v>-0.11761732953297829</c:v>
                </c:pt>
                <c:pt idx="1">
                  <c:v>-0.1205115357466809</c:v>
                </c:pt>
                <c:pt idx="2">
                  <c:v>-0.1186839317115357</c:v>
                </c:pt>
                <c:pt idx="3">
                  <c:v>-0.13260070481033151</c:v>
                </c:pt>
                <c:pt idx="4">
                  <c:v>-0.15686200373271131</c:v>
                </c:pt>
                <c:pt idx="5">
                  <c:v>-0.1101725044376665</c:v>
                </c:pt>
                <c:pt idx="6">
                  <c:v>-8.2160455455382864E-2</c:v>
                </c:pt>
                <c:pt idx="7">
                  <c:v>-8.4914888866272409E-2</c:v>
                </c:pt>
                <c:pt idx="8">
                  <c:v>-4.945886111067288E-2</c:v>
                </c:pt>
                <c:pt idx="9">
                  <c:v>-7.1157207741205264E-2</c:v>
                </c:pt>
                <c:pt idx="10">
                  <c:v>-7.0925264296145762E-2</c:v>
                </c:pt>
                <c:pt idx="11">
                  <c:v>-5.8293503617784508E-2</c:v>
                </c:pt>
                <c:pt idx="12">
                  <c:v>-4.9730474652124657E-2</c:v>
                </c:pt>
                <c:pt idx="13">
                  <c:v>-3.9741950422764738E-2</c:v>
                </c:pt>
                <c:pt idx="14">
                  <c:v>-1.7069214856388019E-2</c:v>
                </c:pt>
                <c:pt idx="15">
                  <c:v>7.1795362261986018E-3</c:v>
                </c:pt>
                <c:pt idx="16">
                  <c:v>3.2111131778853157E-2</c:v>
                </c:pt>
                <c:pt idx="17">
                  <c:v>1.5569424876404669E-2</c:v>
                </c:pt>
                <c:pt idx="18">
                  <c:v>5.6693168768502833E-2</c:v>
                </c:pt>
                <c:pt idx="19">
                  <c:v>7.7104473510365645E-2</c:v>
                </c:pt>
                <c:pt idx="20">
                  <c:v>7.5723042963851572E-2</c:v>
                </c:pt>
                <c:pt idx="21">
                  <c:v>8.3255931598581245E-2</c:v>
                </c:pt>
                <c:pt idx="22">
                  <c:v>8.4312524814415202E-2</c:v>
                </c:pt>
                <c:pt idx="23">
                  <c:v>6.3429487850452437E-2</c:v>
                </c:pt>
                <c:pt idx="24">
                  <c:v>9.5397178520018278E-2</c:v>
                </c:pt>
                <c:pt idx="25">
                  <c:v>9.8919288834812935E-2</c:v>
                </c:pt>
                <c:pt idx="26">
                  <c:v>9.7292031419300651E-2</c:v>
                </c:pt>
                <c:pt idx="27">
                  <c:v>0.1204272249542651</c:v>
                </c:pt>
                <c:pt idx="28">
                  <c:v>0.1685153054295663</c:v>
                </c:pt>
                <c:pt idx="29">
                  <c:v>0.16978767226981001</c:v>
                </c:pt>
                <c:pt idx="30">
                  <c:v>0.16274080132442831</c:v>
                </c:pt>
                <c:pt idx="31">
                  <c:v>0.14320591027867799</c:v>
                </c:pt>
                <c:pt idx="32">
                  <c:v>0.15194016091922191</c:v>
                </c:pt>
                <c:pt idx="33">
                  <c:v>0.16165001351336891</c:v>
                </c:pt>
                <c:pt idx="34">
                  <c:v>0.1707070948294569</c:v>
                </c:pt>
                <c:pt idx="35">
                  <c:v>0.19257029683044749</c:v>
                </c:pt>
                <c:pt idx="36">
                  <c:v>0.18144049184278141</c:v>
                </c:pt>
                <c:pt idx="37">
                  <c:v>0.18814019263125401</c:v>
                </c:pt>
                <c:pt idx="38">
                  <c:v>0.18401029309738531</c:v>
                </c:pt>
                <c:pt idx="39">
                  <c:v>0.22912694529668459</c:v>
                </c:pt>
                <c:pt idx="40">
                  <c:v>0.22900295243227811</c:v>
                </c:pt>
                <c:pt idx="41">
                  <c:v>0.25094944533589891</c:v>
                </c:pt>
                <c:pt idx="42">
                  <c:v>0.23390776487221629</c:v>
                </c:pt>
                <c:pt idx="43">
                  <c:v>0.24100368867852051</c:v>
                </c:pt>
                <c:pt idx="44">
                  <c:v>0.21011827654531109</c:v>
                </c:pt>
                <c:pt idx="45">
                  <c:v>0.14658241398426261</c:v>
                </c:pt>
                <c:pt idx="46">
                  <c:v>0.13271259102608651</c:v>
                </c:pt>
                <c:pt idx="47">
                  <c:v>0.15445012624660651</c:v>
                </c:pt>
                <c:pt idx="48">
                  <c:v>0.1571252289537752</c:v>
                </c:pt>
                <c:pt idx="49">
                  <c:v>0.16207868533556621</c:v>
                </c:pt>
                <c:pt idx="50">
                  <c:v>0.1685759229039028</c:v>
                </c:pt>
                <c:pt idx="51">
                  <c:v>0.19576806459460089</c:v>
                </c:pt>
                <c:pt idx="52">
                  <c:v>0.1964754970580882</c:v>
                </c:pt>
                <c:pt idx="53">
                  <c:v>0.1839249799211107</c:v>
                </c:pt>
                <c:pt idx="54">
                  <c:v>0.17876910690630979</c:v>
                </c:pt>
                <c:pt idx="55">
                  <c:v>0.17849283982314601</c:v>
                </c:pt>
                <c:pt idx="56">
                  <c:v>0.16098782210137269</c:v>
                </c:pt>
                <c:pt idx="57">
                  <c:v>0.20171206133961481</c:v>
                </c:pt>
                <c:pt idx="58">
                  <c:v>0.22523313904403189</c:v>
                </c:pt>
                <c:pt idx="59">
                  <c:v>0.18984648572690599</c:v>
                </c:pt>
                <c:pt idx="60">
                  <c:v>0.18294715446394921</c:v>
                </c:pt>
                <c:pt idx="61">
                  <c:v>0.13393734002210089</c:v>
                </c:pt>
                <c:pt idx="62">
                  <c:v>0.16461428825684241</c:v>
                </c:pt>
                <c:pt idx="63">
                  <c:v>0.13836135831984819</c:v>
                </c:pt>
                <c:pt idx="64">
                  <c:v>0.12087685925365781</c:v>
                </c:pt>
                <c:pt idx="65">
                  <c:v>0.15022457788199481</c:v>
                </c:pt>
                <c:pt idx="66">
                  <c:v>0.12745902079004481</c:v>
                </c:pt>
                <c:pt idx="67">
                  <c:v>0.10865723776432019</c:v>
                </c:pt>
                <c:pt idx="68">
                  <c:v>9.5471673367218735E-2</c:v>
                </c:pt>
                <c:pt idx="69">
                  <c:v>6.9804708883010047E-2</c:v>
                </c:pt>
                <c:pt idx="70">
                  <c:v>4.6063955846094462E-2</c:v>
                </c:pt>
                <c:pt idx="71">
                  <c:v>5.3655416340274931E-2</c:v>
                </c:pt>
                <c:pt idx="72">
                  <c:v>5.8359823665418357E-2</c:v>
                </c:pt>
                <c:pt idx="73">
                  <c:v>8.0761071635444326E-2</c:v>
                </c:pt>
                <c:pt idx="74">
                  <c:v>9.1356500995495526E-2</c:v>
                </c:pt>
                <c:pt idx="75">
                  <c:v>9.5178923864618792E-2</c:v>
                </c:pt>
                <c:pt idx="76">
                  <c:v>7.3940811868171696E-2</c:v>
                </c:pt>
                <c:pt idx="77">
                  <c:v>4.5918241417103323E-2</c:v>
                </c:pt>
                <c:pt idx="78">
                  <c:v>6.1586457628385112E-2</c:v>
                </c:pt>
                <c:pt idx="79">
                  <c:v>7.1145168115825941E-2</c:v>
                </c:pt>
                <c:pt idx="80">
                  <c:v>3.6763971673714479E-2</c:v>
                </c:pt>
                <c:pt idx="81">
                  <c:v>7.106691685329225E-2</c:v>
                </c:pt>
                <c:pt idx="82">
                  <c:v>5.7857130680667453E-2</c:v>
                </c:pt>
                <c:pt idx="83">
                  <c:v>5.723765980594564E-2</c:v>
                </c:pt>
                <c:pt idx="84">
                  <c:v>3.654348987177003E-2</c:v>
                </c:pt>
                <c:pt idx="85">
                  <c:v>2.773954384830124E-2</c:v>
                </c:pt>
                <c:pt idx="86">
                  <c:v>3.703552710805158E-2</c:v>
                </c:pt>
                <c:pt idx="87">
                  <c:v>4.4332331684974191E-2</c:v>
                </c:pt>
                <c:pt idx="88">
                  <c:v>2.5140248068479479E-2</c:v>
                </c:pt>
                <c:pt idx="89">
                  <c:v>2.727514064499181E-2</c:v>
                </c:pt>
                <c:pt idx="90">
                  <c:v>2.2504430521210761E-2</c:v>
                </c:pt>
                <c:pt idx="91">
                  <c:v>2.4229383122563061E-2</c:v>
                </c:pt>
                <c:pt idx="92">
                  <c:v>2.514594527422287E-2</c:v>
                </c:pt>
                <c:pt idx="93">
                  <c:v>2.3847624350466608E-2</c:v>
                </c:pt>
                <c:pt idx="94">
                  <c:v>5.914977252485798E-3</c:v>
                </c:pt>
                <c:pt idx="95">
                  <c:v>-1.047402112627405E-2</c:v>
                </c:pt>
                <c:pt idx="96">
                  <c:v>-2.580623608594201E-2</c:v>
                </c:pt>
                <c:pt idx="97">
                  <c:v>-3.4004877045406778E-2</c:v>
                </c:pt>
                <c:pt idx="98">
                  <c:v>-7.2650321378414651E-3</c:v>
                </c:pt>
                <c:pt idx="99">
                  <c:v>-7.2650321378414651E-3</c:v>
                </c:pt>
                <c:pt idx="100">
                  <c:v>6.2842273120324874E-3</c:v>
                </c:pt>
                <c:pt idx="101">
                  <c:v>2.5306569851138109E-2</c:v>
                </c:pt>
                <c:pt idx="102">
                  <c:v>2.8173012724455049E-2</c:v>
                </c:pt>
                <c:pt idx="103">
                  <c:v>-1.5514048361865429E-3</c:v>
                </c:pt>
                <c:pt idx="104">
                  <c:v>-2.489519903204163E-2</c:v>
                </c:pt>
                <c:pt idx="105">
                  <c:v>-3.3131070040856359E-2</c:v>
                </c:pt>
                <c:pt idx="106">
                  <c:v>-3.1258619078905481E-2</c:v>
                </c:pt>
                <c:pt idx="107">
                  <c:v>-2.7447899174024789E-2</c:v>
                </c:pt>
                <c:pt idx="108">
                  <c:v>-6.5245550769523764E-3</c:v>
                </c:pt>
                <c:pt idx="109">
                  <c:v>-2.453882318199907E-2</c:v>
                </c:pt>
                <c:pt idx="110">
                  <c:v>-2.6652977673189419E-2</c:v>
                </c:pt>
                <c:pt idx="111">
                  <c:v>-1.7360418960886911E-2</c:v>
                </c:pt>
                <c:pt idx="112">
                  <c:v>-1.7459735906397381E-2</c:v>
                </c:pt>
                <c:pt idx="113">
                  <c:v>-4.7772267518702782E-2</c:v>
                </c:pt>
                <c:pt idx="114">
                  <c:v>-4.3266582268150611E-2</c:v>
                </c:pt>
                <c:pt idx="115">
                  <c:v>-5.6727626827037032E-2</c:v>
                </c:pt>
                <c:pt idx="116">
                  <c:v>-3.4466272042826707E-2</c:v>
                </c:pt>
                <c:pt idx="117">
                  <c:v>-4.6090498325064622E-2</c:v>
                </c:pt>
                <c:pt idx="118">
                  <c:v>-4.3543932461859391E-2</c:v>
                </c:pt>
                <c:pt idx="119">
                  <c:v>-8.9080124188468668E-3</c:v>
                </c:pt>
                <c:pt idx="120">
                  <c:v>4.4383771768865543E-3</c:v>
                </c:pt>
                <c:pt idx="121">
                  <c:v>-2.1817611108825959E-2</c:v>
                </c:pt>
                <c:pt idx="122">
                  <c:v>-2.6327333686144701E-3</c:v>
                </c:pt>
                <c:pt idx="123">
                  <c:v>1.8222995894806141E-2</c:v>
                </c:pt>
                <c:pt idx="124">
                  <c:v>9.9944314415074897E-2</c:v>
                </c:pt>
                <c:pt idx="125">
                  <c:v>5.5327311255800149E-2</c:v>
                </c:pt>
                <c:pt idx="126">
                  <c:v>9.3368554363740586E-2</c:v>
                </c:pt>
                <c:pt idx="127">
                  <c:v>9.825223707432329E-2</c:v>
                </c:pt>
                <c:pt idx="128">
                  <c:v>8.1804506325694692E-2</c:v>
                </c:pt>
                <c:pt idx="129">
                  <c:v>9.8824169194353217E-2</c:v>
                </c:pt>
                <c:pt idx="130">
                  <c:v>0.1057403724249526</c:v>
                </c:pt>
                <c:pt idx="131">
                  <c:v>0.1044727733526489</c:v>
                </c:pt>
                <c:pt idx="132">
                  <c:v>0.1243747789786751</c:v>
                </c:pt>
                <c:pt idx="133">
                  <c:v>0.12033394505224471</c:v>
                </c:pt>
                <c:pt idx="134">
                  <c:v>0.12196995479037701</c:v>
                </c:pt>
                <c:pt idx="135">
                  <c:v>9.6568568878762084E-2</c:v>
                </c:pt>
                <c:pt idx="136">
                  <c:v>9.6355699957914487E-2</c:v>
                </c:pt>
                <c:pt idx="137">
                  <c:v>9.9337394596165307E-2</c:v>
                </c:pt>
                <c:pt idx="138">
                  <c:v>5.9582405403533878E-2</c:v>
                </c:pt>
                <c:pt idx="139">
                  <c:v>5.7393498492672501E-2</c:v>
                </c:pt>
                <c:pt idx="140">
                  <c:v>5.6087187857310372E-2</c:v>
                </c:pt>
                <c:pt idx="141">
                  <c:v>3.5991887923379151E-2</c:v>
                </c:pt>
                <c:pt idx="142">
                  <c:v>4.1937512044240899E-2</c:v>
                </c:pt>
                <c:pt idx="143">
                  <c:v>4.9337580805580927E-2</c:v>
                </c:pt>
                <c:pt idx="144">
                  <c:v>2.3700550476577261E-2</c:v>
                </c:pt>
                <c:pt idx="145">
                  <c:v>5.2983686720298413E-2</c:v>
                </c:pt>
                <c:pt idx="146">
                  <c:v>4.9241267387410297E-2</c:v>
                </c:pt>
                <c:pt idx="147">
                  <c:v>6.7970937802098286E-2</c:v>
                </c:pt>
                <c:pt idx="148">
                  <c:v>5.6401707167604398E-2</c:v>
                </c:pt>
                <c:pt idx="149">
                  <c:v>3.3926271444763678E-2</c:v>
                </c:pt>
                <c:pt idx="150">
                  <c:v>4.2168434953717693E-2</c:v>
                </c:pt>
                <c:pt idx="151">
                  <c:v>9.1843015427839125E-2</c:v>
                </c:pt>
                <c:pt idx="152">
                  <c:v>9.0222625425949499E-2</c:v>
                </c:pt>
                <c:pt idx="153">
                  <c:v>7.5096747150975807E-2</c:v>
                </c:pt>
                <c:pt idx="154">
                  <c:v>4.4131705535121142E-2</c:v>
                </c:pt>
                <c:pt idx="155">
                  <c:v>4.3094244750619293E-2</c:v>
                </c:pt>
                <c:pt idx="156">
                  <c:v>6.9315919132928894E-2</c:v>
                </c:pt>
                <c:pt idx="157">
                  <c:v>6.563124873185644E-2</c:v>
                </c:pt>
                <c:pt idx="158">
                  <c:v>7.1032992986097998E-2</c:v>
                </c:pt>
                <c:pt idx="159">
                  <c:v>7.8539498309884603E-2</c:v>
                </c:pt>
                <c:pt idx="160">
                  <c:v>8.1616351937629394E-2</c:v>
                </c:pt>
                <c:pt idx="161">
                  <c:v>6.6443509146666857E-2</c:v>
                </c:pt>
                <c:pt idx="162">
                  <c:v>6.7721746571285157E-2</c:v>
                </c:pt>
                <c:pt idx="163">
                  <c:v>8.847079015426873E-2</c:v>
                </c:pt>
                <c:pt idx="164">
                  <c:v>5.9740900823025633E-2</c:v>
                </c:pt>
                <c:pt idx="165">
                  <c:v>5.7300301379654028E-2</c:v>
                </c:pt>
                <c:pt idx="166">
                  <c:v>7.9576243441811689E-2</c:v>
                </c:pt>
                <c:pt idx="167">
                  <c:v>8.1604695550740569E-2</c:v>
                </c:pt>
                <c:pt idx="168">
                  <c:v>8.067506481357456E-2</c:v>
                </c:pt>
                <c:pt idx="169">
                  <c:v>8.1075348750615062E-2</c:v>
                </c:pt>
                <c:pt idx="170">
                  <c:v>0.13033530434951099</c:v>
                </c:pt>
                <c:pt idx="171">
                  <c:v>0.1809632010064248</c:v>
                </c:pt>
                <c:pt idx="172">
                  <c:v>0.16404855017559189</c:v>
                </c:pt>
                <c:pt idx="173">
                  <c:v>0.16178824191344929</c:v>
                </c:pt>
                <c:pt idx="174">
                  <c:v>0.1525079568873566</c:v>
                </c:pt>
                <c:pt idx="175">
                  <c:v>0.14367216160238239</c:v>
                </c:pt>
                <c:pt idx="176">
                  <c:v>0.1105233814700224</c:v>
                </c:pt>
                <c:pt idx="177">
                  <c:v>0.1232956752817311</c:v>
                </c:pt>
                <c:pt idx="178">
                  <c:v>0.12638691999087401</c:v>
                </c:pt>
                <c:pt idx="179">
                  <c:v>0.14210312660742661</c:v>
                </c:pt>
                <c:pt idx="180">
                  <c:v>0.1137968445611988</c:v>
                </c:pt>
                <c:pt idx="181">
                  <c:v>8.1027643090257895E-2</c:v>
                </c:pt>
                <c:pt idx="182">
                  <c:v>8.0221524598090177E-2</c:v>
                </c:pt>
                <c:pt idx="183">
                  <c:v>6.9021556397957484E-2</c:v>
                </c:pt>
                <c:pt idx="184">
                  <c:v>3.9705914394674968E-2</c:v>
                </c:pt>
                <c:pt idx="185">
                  <c:v>4.718778575766569E-2</c:v>
                </c:pt>
                <c:pt idx="186">
                  <c:v>1.2683746138164359E-2</c:v>
                </c:pt>
                <c:pt idx="187">
                  <c:v>2.1362640193578471E-2</c:v>
                </c:pt>
                <c:pt idx="188">
                  <c:v>2.1966507356655281E-2</c:v>
                </c:pt>
                <c:pt idx="189">
                  <c:v>4.4993954001481429E-2</c:v>
                </c:pt>
                <c:pt idx="190">
                  <c:v>6.2333407412068942E-2</c:v>
                </c:pt>
                <c:pt idx="191">
                  <c:v>4.6276003540545618E-2</c:v>
                </c:pt>
                <c:pt idx="192">
                  <c:v>3.5549417542144912E-2</c:v>
                </c:pt>
                <c:pt idx="193">
                  <c:v>5.2871187258314967E-2</c:v>
                </c:pt>
                <c:pt idx="194">
                  <c:v>6.7854964716881572E-2</c:v>
                </c:pt>
                <c:pt idx="195">
                  <c:v>5.4658761411171319E-2</c:v>
                </c:pt>
                <c:pt idx="196">
                  <c:v>5.6625288427361031E-2</c:v>
                </c:pt>
                <c:pt idx="197">
                  <c:v>9.6001998889952089E-2</c:v>
                </c:pt>
                <c:pt idx="198">
                  <c:v>8.082976792708485E-2</c:v>
                </c:pt>
                <c:pt idx="199">
                  <c:v>7.9679519275211108E-2</c:v>
                </c:pt>
                <c:pt idx="200">
                  <c:v>9.9750214512725366E-2</c:v>
                </c:pt>
                <c:pt idx="201">
                  <c:v>0.12511813258681309</c:v>
                </c:pt>
                <c:pt idx="202">
                  <c:v>0.13129797010108629</c:v>
                </c:pt>
                <c:pt idx="203">
                  <c:v>0.1552354311019459</c:v>
                </c:pt>
                <c:pt idx="204">
                  <c:v>0.13023988516843771</c:v>
                </c:pt>
                <c:pt idx="205">
                  <c:v>0.16139679910407789</c:v>
                </c:pt>
                <c:pt idx="206">
                  <c:v>0.16160275725073189</c:v>
                </c:pt>
                <c:pt idx="207">
                  <c:v>0.13389978261266269</c:v>
                </c:pt>
                <c:pt idx="208">
                  <c:v>0.1469417149033134</c:v>
                </c:pt>
                <c:pt idx="209">
                  <c:v>0.1552787156668167</c:v>
                </c:pt>
                <c:pt idx="210">
                  <c:v>0.14501060509716729</c:v>
                </c:pt>
                <c:pt idx="211">
                  <c:v>0.1661700425859636</c:v>
                </c:pt>
                <c:pt idx="212">
                  <c:v>0.17219070189212229</c:v>
                </c:pt>
                <c:pt idx="213">
                  <c:v>0.14901541808977509</c:v>
                </c:pt>
                <c:pt idx="214">
                  <c:v>0.17568300786345931</c:v>
                </c:pt>
                <c:pt idx="215">
                  <c:v>0.17925549671665261</c:v>
                </c:pt>
                <c:pt idx="216">
                  <c:v>0.2061683818492159</c:v>
                </c:pt>
                <c:pt idx="217">
                  <c:v>0.2166468147005918</c:v>
                </c:pt>
                <c:pt idx="218">
                  <c:v>0.19125368846533769</c:v>
                </c:pt>
                <c:pt idx="219">
                  <c:v>0.16041292064352919</c:v>
                </c:pt>
                <c:pt idx="220">
                  <c:v>0.16636164436696951</c:v>
                </c:pt>
                <c:pt idx="221">
                  <c:v>0.18398143842420289</c:v>
                </c:pt>
                <c:pt idx="222">
                  <c:v>0.15341611677789579</c:v>
                </c:pt>
                <c:pt idx="223">
                  <c:v>0.16738608814434161</c:v>
                </c:pt>
                <c:pt idx="224">
                  <c:v>0.17778160995284109</c:v>
                </c:pt>
                <c:pt idx="225">
                  <c:v>0.14750231636114111</c:v>
                </c:pt>
                <c:pt idx="226">
                  <c:v>0.1180515204275405</c:v>
                </c:pt>
                <c:pt idx="227">
                  <c:v>8.3596671752079077E-2</c:v>
                </c:pt>
                <c:pt idx="228">
                  <c:v>6.2264255238408513E-2</c:v>
                </c:pt>
                <c:pt idx="229">
                  <c:v>7.208905204066185E-2</c:v>
                </c:pt>
                <c:pt idx="230">
                  <c:v>4.1520212887277141E-2</c:v>
                </c:pt>
                <c:pt idx="231">
                  <c:v>3.3264759885206503E-2</c:v>
                </c:pt>
                <c:pt idx="232">
                  <c:v>-2.4535916243147988E-3</c:v>
                </c:pt>
                <c:pt idx="233">
                  <c:v>-2.335345298639491E-2</c:v>
                </c:pt>
                <c:pt idx="234">
                  <c:v>-3.6327017461138873E-2</c:v>
                </c:pt>
                <c:pt idx="235">
                  <c:v>-3.5870320073382977E-2</c:v>
                </c:pt>
                <c:pt idx="236">
                  <c:v>-1.9359698306558482E-2</c:v>
                </c:pt>
                <c:pt idx="237">
                  <c:v>3.5077491366544138E-2</c:v>
                </c:pt>
                <c:pt idx="238">
                  <c:v>4.7329721755663412E-2</c:v>
                </c:pt>
                <c:pt idx="239">
                  <c:v>3.6451507339300797E-2</c:v>
                </c:pt>
                <c:pt idx="240">
                  <c:v>3.0483680200749319E-2</c:v>
                </c:pt>
                <c:pt idx="241">
                  <c:v>4.7608668807143983E-2</c:v>
                </c:pt>
                <c:pt idx="242">
                  <c:v>5.9004560480201418E-2</c:v>
                </c:pt>
                <c:pt idx="243">
                  <c:v>5.0022450042179978E-2</c:v>
                </c:pt>
                <c:pt idx="244">
                  <c:v>4.939524993204647E-2</c:v>
                </c:pt>
                <c:pt idx="245">
                  <c:v>7.3726037829744184E-2</c:v>
                </c:pt>
                <c:pt idx="246">
                  <c:v>8.5787215031707165E-2</c:v>
                </c:pt>
                <c:pt idx="247">
                  <c:v>9.240290866227685E-2</c:v>
                </c:pt>
                <c:pt idx="248">
                  <c:v>6.2816240276323931E-2</c:v>
                </c:pt>
                <c:pt idx="249">
                  <c:v>6.8534139827644669E-2</c:v>
                </c:pt>
                <c:pt idx="250">
                  <c:v>7.5599450085281905E-2</c:v>
                </c:pt>
                <c:pt idx="251">
                  <c:v>2.2733084516401991E-3</c:v>
                </c:pt>
                <c:pt idx="252">
                  <c:v>-1.5910748318303192E-2</c:v>
                </c:pt>
                <c:pt idx="253">
                  <c:v>-1.75957400247615E-2</c:v>
                </c:pt>
                <c:pt idx="254">
                  <c:v>-1.782192511688185E-2</c:v>
                </c:pt>
                <c:pt idx="255">
                  <c:v>3.9670833740332867E-3</c:v>
                </c:pt>
                <c:pt idx="256">
                  <c:v>3.2118705522579338E-2</c:v>
                </c:pt>
                <c:pt idx="257">
                  <c:v>4.0421454498637648E-2</c:v>
                </c:pt>
                <c:pt idx="258">
                  <c:v>4.4020714616220369E-2</c:v>
                </c:pt>
                <c:pt idx="259">
                  <c:v>-2.774535909912601E-2</c:v>
                </c:pt>
                <c:pt idx="260">
                  <c:v>-2.2649442041928539E-2</c:v>
                </c:pt>
                <c:pt idx="261">
                  <c:v>-3.0235231200141599E-2</c:v>
                </c:pt>
                <c:pt idx="262">
                  <c:v>-2.8248203273253392E-3</c:v>
                </c:pt>
                <c:pt idx="263">
                  <c:v>-3.936930067490696E-2</c:v>
                </c:pt>
                <c:pt idx="264">
                  <c:v>-2.75118463364038E-2</c:v>
                </c:pt>
                <c:pt idx="265">
                  <c:v>-5.1072597988888191E-2</c:v>
                </c:pt>
                <c:pt idx="266">
                  <c:v>-2.3061732848661861E-2</c:v>
                </c:pt>
                <c:pt idx="267">
                  <c:v>-2.3445878397819971E-2</c:v>
                </c:pt>
                <c:pt idx="268">
                  <c:v>-3.0001217090851569E-2</c:v>
                </c:pt>
                <c:pt idx="269">
                  <c:v>-1.9489001752013731E-2</c:v>
                </c:pt>
                <c:pt idx="270">
                  <c:v>-1.440108503983617E-2</c:v>
                </c:pt>
                <c:pt idx="271">
                  <c:v>-2.4495670639780091E-2</c:v>
                </c:pt>
                <c:pt idx="272">
                  <c:v>-1.37355777538678E-2</c:v>
                </c:pt>
                <c:pt idx="273">
                  <c:v>-2.3238165223916311E-2</c:v>
                </c:pt>
                <c:pt idx="274">
                  <c:v>-2.0177875968070969E-2</c:v>
                </c:pt>
                <c:pt idx="275">
                  <c:v>-1.9478061011217629E-2</c:v>
                </c:pt>
                <c:pt idx="276">
                  <c:v>-6.0819221912024601E-2</c:v>
                </c:pt>
                <c:pt idx="277">
                  <c:v>-7.1707528036973223E-2</c:v>
                </c:pt>
                <c:pt idx="278">
                  <c:v>-9.8696406746170084E-2</c:v>
                </c:pt>
                <c:pt idx="279">
                  <c:v>-0.1165414513590578</c:v>
                </c:pt>
                <c:pt idx="280">
                  <c:v>-0.11283442129134121</c:v>
                </c:pt>
                <c:pt idx="281">
                  <c:v>-8.9284945424493944E-2</c:v>
                </c:pt>
                <c:pt idx="282">
                  <c:v>-7.9590139279847705E-2</c:v>
                </c:pt>
                <c:pt idx="283">
                  <c:v>-6.3096721464951044E-2</c:v>
                </c:pt>
                <c:pt idx="284">
                  <c:v>-2.8574749620507659E-2</c:v>
                </c:pt>
                <c:pt idx="285">
                  <c:v>-5.193573075665836E-2</c:v>
                </c:pt>
                <c:pt idx="286">
                  <c:v>-6.4875501733254737E-2</c:v>
                </c:pt>
                <c:pt idx="287">
                  <c:v>-6.0137612111022982E-2</c:v>
                </c:pt>
                <c:pt idx="288">
                  <c:v>-5.5453935314969782E-2</c:v>
                </c:pt>
                <c:pt idx="289">
                  <c:v>-1.4907571950740991E-2</c:v>
                </c:pt>
                <c:pt idx="290">
                  <c:v>1.209801760301854E-2</c:v>
                </c:pt>
                <c:pt idx="291">
                  <c:v>-1.897140443595902E-3</c:v>
                </c:pt>
                <c:pt idx="292">
                  <c:v>3.0736665282075078E-2</c:v>
                </c:pt>
                <c:pt idx="293">
                  <c:v>2.4544439752032691E-2</c:v>
                </c:pt>
                <c:pt idx="294">
                  <c:v>3.43958467591301E-2</c:v>
                </c:pt>
                <c:pt idx="295">
                  <c:v>1.501345784780783E-2</c:v>
                </c:pt>
                <c:pt idx="296">
                  <c:v>3.2697836660146251E-2</c:v>
                </c:pt>
                <c:pt idx="297">
                  <c:v>2.8955216367323459E-2</c:v>
                </c:pt>
                <c:pt idx="298">
                  <c:v>-9.0201244935538272E-3</c:v>
                </c:pt>
                <c:pt idx="299">
                  <c:v>-5.2279075907427419E-2</c:v>
                </c:pt>
                <c:pt idx="300">
                  <c:v>-4.6414291396348117E-2</c:v>
                </c:pt>
                <c:pt idx="301">
                  <c:v>-3.5503043428796073E-2</c:v>
                </c:pt>
                <c:pt idx="302">
                  <c:v>-3.5964372396358413E-2</c:v>
                </c:pt>
                <c:pt idx="303">
                  <c:v>-4.0714646530898853E-2</c:v>
                </c:pt>
                <c:pt idx="304">
                  <c:v>-4.6475661276633051E-2</c:v>
                </c:pt>
                <c:pt idx="305">
                  <c:v>-3.026613056341421E-2</c:v>
                </c:pt>
                <c:pt idx="306">
                  <c:v>-5.8130163213553132E-2</c:v>
                </c:pt>
                <c:pt idx="307">
                  <c:v>-6.5555776184340719E-2</c:v>
                </c:pt>
                <c:pt idx="308">
                  <c:v>-4.8460151254545718E-2</c:v>
                </c:pt>
                <c:pt idx="309">
                  <c:v>-8.1025431961907479E-2</c:v>
                </c:pt>
                <c:pt idx="310">
                  <c:v>-4.3618429190600112E-2</c:v>
                </c:pt>
                <c:pt idx="311">
                  <c:v>-6.3760855632157054E-2</c:v>
                </c:pt>
                <c:pt idx="312">
                  <c:v>-6.5104595262724163E-2</c:v>
                </c:pt>
                <c:pt idx="313">
                  <c:v>-1.0884063515122829E-2</c:v>
                </c:pt>
                <c:pt idx="314">
                  <c:v>-3.8702413651816481E-2</c:v>
                </c:pt>
                <c:pt idx="315">
                  <c:v>-4.682515717462421E-2</c:v>
                </c:pt>
                <c:pt idx="316">
                  <c:v>-4.4019456184438699E-2</c:v>
                </c:pt>
                <c:pt idx="317">
                  <c:v>-2.7289238359729961E-2</c:v>
                </c:pt>
                <c:pt idx="318">
                  <c:v>-5.1695213268176943E-2</c:v>
                </c:pt>
                <c:pt idx="319">
                  <c:v>-5.1583142667782411E-2</c:v>
                </c:pt>
                <c:pt idx="320">
                  <c:v>-4.8048466117952549E-2</c:v>
                </c:pt>
                <c:pt idx="321">
                  <c:v>3.1132308708814449E-4</c:v>
                </c:pt>
                <c:pt idx="322">
                  <c:v>1.856672887743227E-2</c:v>
                </c:pt>
                <c:pt idx="323">
                  <c:v>2.259480957786297E-2</c:v>
                </c:pt>
                <c:pt idx="324">
                  <c:v>-1.2402462531214581E-2</c:v>
                </c:pt>
                <c:pt idx="325">
                  <c:v>7.3251399508376114E-3</c:v>
                </c:pt>
                <c:pt idx="326">
                  <c:v>-7.3355622567365941E-3</c:v>
                </c:pt>
                <c:pt idx="327">
                  <c:v>-6.1859201662596286E-3</c:v>
                </c:pt>
                <c:pt idx="328">
                  <c:v>-3.0342332801769119E-2</c:v>
                </c:pt>
                <c:pt idx="329">
                  <c:v>-2.3878788682950899E-2</c:v>
                </c:pt>
                <c:pt idx="330">
                  <c:v>2.3866447832935789E-2</c:v>
                </c:pt>
                <c:pt idx="331">
                  <c:v>1.693724461895996E-2</c:v>
                </c:pt>
                <c:pt idx="332">
                  <c:v>-5.6303248446528684E-3</c:v>
                </c:pt>
                <c:pt idx="333">
                  <c:v>3.0425953928181482E-3</c:v>
                </c:pt>
                <c:pt idx="334">
                  <c:v>1.4844594883835599E-2</c:v>
                </c:pt>
                <c:pt idx="335">
                  <c:v>2.052438612493512E-2</c:v>
                </c:pt>
                <c:pt idx="336">
                  <c:v>3.2122197205237901E-2</c:v>
                </c:pt>
                <c:pt idx="337">
                  <c:v>4.4663258719630283E-2</c:v>
                </c:pt>
                <c:pt idx="338">
                  <c:v>1.7908538227253249E-2</c:v>
                </c:pt>
                <c:pt idx="339">
                  <c:v>7.2070500243004432E-4</c:v>
                </c:pt>
                <c:pt idx="340">
                  <c:v>4.7756033682584853E-2</c:v>
                </c:pt>
                <c:pt idx="341">
                  <c:v>5.6362432410248957E-2</c:v>
                </c:pt>
                <c:pt idx="342">
                  <c:v>6.3237192437625822E-2</c:v>
                </c:pt>
                <c:pt idx="343">
                  <c:v>8.1416456482738875E-2</c:v>
                </c:pt>
                <c:pt idx="344">
                  <c:v>9.9565557972753904E-2</c:v>
                </c:pt>
                <c:pt idx="345">
                  <c:v>4.0634297860610243E-2</c:v>
                </c:pt>
                <c:pt idx="346">
                  <c:v>3.4411331939031557E-2</c:v>
                </c:pt>
                <c:pt idx="347">
                  <c:v>6.0310322664969267E-2</c:v>
                </c:pt>
                <c:pt idx="348">
                  <c:v>6.0310322664969267E-2</c:v>
                </c:pt>
                <c:pt idx="349">
                  <c:v>6.2579105779251964E-2</c:v>
                </c:pt>
                <c:pt idx="350">
                  <c:v>4.6983442261323123E-2</c:v>
                </c:pt>
                <c:pt idx="351">
                  <c:v>8.1043494801648963E-2</c:v>
                </c:pt>
                <c:pt idx="352">
                  <c:v>8.1043494801648963E-2</c:v>
                </c:pt>
                <c:pt idx="353">
                  <c:v>7.6097130377860589E-2</c:v>
                </c:pt>
                <c:pt idx="354">
                  <c:v>5.5576166087463193E-2</c:v>
                </c:pt>
                <c:pt idx="355">
                  <c:v>6.3858083314125347E-2</c:v>
                </c:pt>
                <c:pt idx="356">
                  <c:v>4.9477452644978159E-2</c:v>
                </c:pt>
                <c:pt idx="357">
                  <c:v>7.1524941921528251E-2</c:v>
                </c:pt>
                <c:pt idx="358">
                  <c:v>6.3385635738067547E-2</c:v>
                </c:pt>
                <c:pt idx="359">
                  <c:v>6.3399988204444702E-2</c:v>
                </c:pt>
                <c:pt idx="360">
                  <c:v>6.6302780531295236E-2</c:v>
                </c:pt>
                <c:pt idx="361">
                  <c:v>6.2499054821960158E-2</c:v>
                </c:pt>
                <c:pt idx="362">
                  <c:v>3.7979407246198749E-2</c:v>
                </c:pt>
                <c:pt idx="363">
                  <c:v>6.5895137335119092E-2</c:v>
                </c:pt>
                <c:pt idx="364">
                  <c:v>7.0423470381403952E-2</c:v>
                </c:pt>
                <c:pt idx="365">
                  <c:v>6.3705453264579326E-2</c:v>
                </c:pt>
                <c:pt idx="366">
                  <c:v>7.1604864583765027E-2</c:v>
                </c:pt>
                <c:pt idx="367">
                  <c:v>4.4487951918391389E-2</c:v>
                </c:pt>
                <c:pt idx="368">
                  <c:v>5.8187261063344708E-2</c:v>
                </c:pt>
                <c:pt idx="369">
                  <c:v>5.2400867054319678E-2</c:v>
                </c:pt>
                <c:pt idx="370">
                  <c:v>3.9477240046957407E-2</c:v>
                </c:pt>
                <c:pt idx="371">
                  <c:v>5.7636257398819828E-2</c:v>
                </c:pt>
                <c:pt idx="372">
                  <c:v>4.9025250719061157E-2</c:v>
                </c:pt>
                <c:pt idx="373">
                  <c:v>4.3253105989401019E-2</c:v>
                </c:pt>
                <c:pt idx="374">
                  <c:v>3.3204057607690851E-2</c:v>
                </c:pt>
                <c:pt idx="375">
                  <c:v>6.1122951860203889E-2</c:v>
                </c:pt>
                <c:pt idx="376">
                  <c:v>6.9223278743039796E-2</c:v>
                </c:pt>
                <c:pt idx="377">
                  <c:v>8.2356537237003646E-2</c:v>
                </c:pt>
                <c:pt idx="378">
                  <c:v>0.1068776729728544</c:v>
                </c:pt>
                <c:pt idx="379">
                  <c:v>0.14459654628632351</c:v>
                </c:pt>
                <c:pt idx="380">
                  <c:v>0.13507218783208799</c:v>
                </c:pt>
                <c:pt idx="381">
                  <c:v>8.2071508856203401E-2</c:v>
                </c:pt>
                <c:pt idx="382">
                  <c:v>9.5718497220851573E-2</c:v>
                </c:pt>
                <c:pt idx="383">
                  <c:v>0.1162292567082237</c:v>
                </c:pt>
                <c:pt idx="384">
                  <c:v>7.1329351322177326E-2</c:v>
                </c:pt>
                <c:pt idx="385">
                  <c:v>4.5659089962970967E-2</c:v>
                </c:pt>
                <c:pt idx="386">
                  <c:v>2.7152587377126561E-2</c:v>
                </c:pt>
                <c:pt idx="387">
                  <c:v>4.4131683437005582E-2</c:v>
                </c:pt>
                <c:pt idx="388">
                  <c:v>5.9060685188525808E-2</c:v>
                </c:pt>
                <c:pt idx="389">
                  <c:v>4.5156578677620678E-2</c:v>
                </c:pt>
                <c:pt idx="390">
                  <c:v>7.1319799384546023E-2</c:v>
                </c:pt>
                <c:pt idx="391">
                  <c:v>8.4541421835880648E-2</c:v>
                </c:pt>
                <c:pt idx="392">
                  <c:v>0.1163734696421652</c:v>
                </c:pt>
                <c:pt idx="393">
                  <c:v>8.0659583579128835E-2</c:v>
                </c:pt>
                <c:pt idx="394">
                  <c:v>4.1135738231106833E-2</c:v>
                </c:pt>
                <c:pt idx="395">
                  <c:v>6.5602906273907635E-2</c:v>
                </c:pt>
                <c:pt idx="396">
                  <c:v>6.6257514577445331E-2</c:v>
                </c:pt>
                <c:pt idx="397">
                  <c:v>3.2060597867988649E-2</c:v>
                </c:pt>
                <c:pt idx="398">
                  <c:v>2.0173348160595461E-2</c:v>
                </c:pt>
                <c:pt idx="399">
                  <c:v>2.9313405431290458E-3</c:v>
                </c:pt>
                <c:pt idx="400">
                  <c:v>-2.399996147206496E-2</c:v>
                </c:pt>
                <c:pt idx="401">
                  <c:v>-1.997151450490697E-2</c:v>
                </c:pt>
                <c:pt idx="402">
                  <c:v>1.7740234998546709E-3</c:v>
                </c:pt>
                <c:pt idx="403">
                  <c:v>2.314126008322304E-2</c:v>
                </c:pt>
                <c:pt idx="404">
                  <c:v>1.2250118382328919E-2</c:v>
                </c:pt>
                <c:pt idx="405">
                  <c:v>-1.5838745825108361E-2</c:v>
                </c:pt>
                <c:pt idx="406">
                  <c:v>-1.826881118082058E-2</c:v>
                </c:pt>
                <c:pt idx="407">
                  <c:v>-4.0639165463306932E-2</c:v>
                </c:pt>
                <c:pt idx="408">
                  <c:v>-7.8314038478290326E-2</c:v>
                </c:pt>
                <c:pt idx="409">
                  <c:v>-8.2160795566539768E-2</c:v>
                </c:pt>
                <c:pt idx="410">
                  <c:v>-0.1026459142884866</c:v>
                </c:pt>
                <c:pt idx="411">
                  <c:v>-0.1147618166749117</c:v>
                </c:pt>
                <c:pt idx="412">
                  <c:v>-0.11141992773185019</c:v>
                </c:pt>
                <c:pt idx="413">
                  <c:v>-9.2069515713608774E-2</c:v>
                </c:pt>
                <c:pt idx="414">
                  <c:v>-0.1058312147399243</c:v>
                </c:pt>
                <c:pt idx="415">
                  <c:v>-0.1187274471206267</c:v>
                </c:pt>
                <c:pt idx="416">
                  <c:v>-0.1022968272272681</c:v>
                </c:pt>
                <c:pt idx="417">
                  <c:v>-7.0533140665260841E-2</c:v>
                </c:pt>
                <c:pt idx="418">
                  <c:v>-6.5576166618479759E-2</c:v>
                </c:pt>
                <c:pt idx="419">
                  <c:v>-5.7004554165464238E-2</c:v>
                </c:pt>
                <c:pt idx="420">
                  <c:v>-8.3977854696985377E-2</c:v>
                </c:pt>
                <c:pt idx="421">
                  <c:v>-7.4568859966128609E-2</c:v>
                </c:pt>
                <c:pt idx="422">
                  <c:v>-9.4076583656290125E-2</c:v>
                </c:pt>
                <c:pt idx="423">
                  <c:v>-9.6174344043707394E-2</c:v>
                </c:pt>
                <c:pt idx="424">
                  <c:v>-6.165857390072349E-2</c:v>
                </c:pt>
                <c:pt idx="425">
                  <c:v>-7.8466353216901097E-2</c:v>
                </c:pt>
                <c:pt idx="426">
                  <c:v>-0.1029380738801252</c:v>
                </c:pt>
                <c:pt idx="427">
                  <c:v>-0.1132788478601726</c:v>
                </c:pt>
                <c:pt idx="428">
                  <c:v>-0.12849354477651101</c:v>
                </c:pt>
                <c:pt idx="429">
                  <c:v>-0.11704536705830371</c:v>
                </c:pt>
                <c:pt idx="430">
                  <c:v>-0.1169705272369191</c:v>
                </c:pt>
                <c:pt idx="431">
                  <c:v>-9.0604135149232601E-2</c:v>
                </c:pt>
                <c:pt idx="432">
                  <c:v>-6.6162666404664949E-2</c:v>
                </c:pt>
                <c:pt idx="433">
                  <c:v>-5.3382590673196173E-2</c:v>
                </c:pt>
                <c:pt idx="434">
                  <c:v>-7.1335111091125114E-2</c:v>
                </c:pt>
                <c:pt idx="435">
                  <c:v>-5.273830660731893E-2</c:v>
                </c:pt>
                <c:pt idx="436">
                  <c:v>-3.3628286944506702E-2</c:v>
                </c:pt>
                <c:pt idx="437">
                  <c:v>-3.7632972200917547E-2</c:v>
                </c:pt>
                <c:pt idx="438">
                  <c:v>-8.2385216863373301E-2</c:v>
                </c:pt>
                <c:pt idx="439">
                  <c:v>-0.10536604664875041</c:v>
                </c:pt>
                <c:pt idx="440">
                  <c:v>-9.676606375325314E-2</c:v>
                </c:pt>
                <c:pt idx="441">
                  <c:v>-0.12222469295216851</c:v>
                </c:pt>
                <c:pt idx="442">
                  <c:v>-0.1074944500484184</c:v>
                </c:pt>
                <c:pt idx="443">
                  <c:v>-9.5437729569671448E-2</c:v>
                </c:pt>
                <c:pt idx="444">
                  <c:v>-0.13247442094977671</c:v>
                </c:pt>
                <c:pt idx="445">
                  <c:v>-0.1208560736480951</c:v>
                </c:pt>
                <c:pt idx="446">
                  <c:v>-9.6048473462906903E-2</c:v>
                </c:pt>
                <c:pt idx="447">
                  <c:v>-6.4519914154579694E-2</c:v>
                </c:pt>
                <c:pt idx="448">
                  <c:v>-7.2134999913052611E-2</c:v>
                </c:pt>
                <c:pt idx="449">
                  <c:v>-7.6191768773016033E-2</c:v>
                </c:pt>
                <c:pt idx="450">
                  <c:v>-8.3738402566596482E-2</c:v>
                </c:pt>
                <c:pt idx="451">
                  <c:v>-8.2416361838205776E-2</c:v>
                </c:pt>
                <c:pt idx="452">
                  <c:v>-0.10150148457185711</c:v>
                </c:pt>
                <c:pt idx="453">
                  <c:v>-0.1011002701482506</c:v>
                </c:pt>
                <c:pt idx="454">
                  <c:v>-0.1235202197123787</c:v>
                </c:pt>
                <c:pt idx="455">
                  <c:v>-0.11450110886762151</c:v>
                </c:pt>
                <c:pt idx="456">
                  <c:v>-0.13736556732493491</c:v>
                </c:pt>
                <c:pt idx="457">
                  <c:v>-0.1507673051856325</c:v>
                </c:pt>
                <c:pt idx="458">
                  <c:v>-0.13391633744351489</c:v>
                </c:pt>
                <c:pt idx="459">
                  <c:v>-0.1000353509689199</c:v>
                </c:pt>
                <c:pt idx="460">
                  <c:v>-0.1073599165910829</c:v>
                </c:pt>
                <c:pt idx="461">
                  <c:v>-0.1102537348483322</c:v>
                </c:pt>
                <c:pt idx="462">
                  <c:v>-0.10372313646716901</c:v>
                </c:pt>
                <c:pt idx="463">
                  <c:v>-0.1161791912619812</c:v>
                </c:pt>
                <c:pt idx="464">
                  <c:v>-8.2505668059746684E-2</c:v>
                </c:pt>
                <c:pt idx="465">
                  <c:v>-9.1581050154196597E-2</c:v>
                </c:pt>
                <c:pt idx="466">
                  <c:v>-8.914942906202572E-2</c:v>
                </c:pt>
                <c:pt idx="467">
                  <c:v>-6.4251248408616624E-2</c:v>
                </c:pt>
                <c:pt idx="468">
                  <c:v>-5.1904775587013008E-2</c:v>
                </c:pt>
                <c:pt idx="469">
                  <c:v>-3.6683051579632031E-2</c:v>
                </c:pt>
                <c:pt idx="470">
                  <c:v>-4.2957222515350613E-2</c:v>
                </c:pt>
                <c:pt idx="471">
                  <c:v>-1.5429683211236171E-2</c:v>
                </c:pt>
                <c:pt idx="472">
                  <c:v>1.318426569695696E-2</c:v>
                </c:pt>
                <c:pt idx="473">
                  <c:v>1.9099423229524289E-2</c:v>
                </c:pt>
                <c:pt idx="474">
                  <c:v>1.6117302403514389E-2</c:v>
                </c:pt>
                <c:pt idx="475">
                  <c:v>1.254302742391755E-2</c:v>
                </c:pt>
                <c:pt idx="476">
                  <c:v>4.244282484741313E-2</c:v>
                </c:pt>
                <c:pt idx="477">
                  <c:v>4.263901128807146E-2</c:v>
                </c:pt>
                <c:pt idx="478">
                  <c:v>3.8565788794055589E-2</c:v>
                </c:pt>
                <c:pt idx="479">
                  <c:v>-2.8778917012133309E-3</c:v>
                </c:pt>
                <c:pt idx="480">
                  <c:v>-6.5433463915484102E-3</c:v>
                </c:pt>
                <c:pt idx="481">
                  <c:v>-2.900570694001281E-2</c:v>
                </c:pt>
                <c:pt idx="482">
                  <c:v>1.245259869353532E-5</c:v>
                </c:pt>
                <c:pt idx="483">
                  <c:v>-2.192150747775123E-3</c:v>
                </c:pt>
                <c:pt idx="484">
                  <c:v>1.323084528157414E-2</c:v>
                </c:pt>
                <c:pt idx="485">
                  <c:v>1.205834770530601E-2</c:v>
                </c:pt>
                <c:pt idx="486">
                  <c:v>1.8965143407754459E-2</c:v>
                </c:pt>
                <c:pt idx="487">
                  <c:v>5.36104768352752E-3</c:v>
                </c:pt>
                <c:pt idx="488">
                  <c:v>4.5438544061920487E-2</c:v>
                </c:pt>
                <c:pt idx="489">
                  <c:v>8.1957715556048472E-2</c:v>
                </c:pt>
                <c:pt idx="490">
                  <c:v>7.335901573032455E-2</c:v>
                </c:pt>
                <c:pt idx="491">
                  <c:v>7.4503016001735922E-2</c:v>
                </c:pt>
                <c:pt idx="492">
                  <c:v>7.2500113592109949E-2</c:v>
                </c:pt>
                <c:pt idx="493">
                  <c:v>4.9206500683686587E-2</c:v>
                </c:pt>
                <c:pt idx="494">
                  <c:v>4.9162842826193653E-2</c:v>
                </c:pt>
                <c:pt idx="495">
                  <c:v>2.9998666381384261E-2</c:v>
                </c:pt>
                <c:pt idx="496">
                  <c:v>3.11912930112761E-2</c:v>
                </c:pt>
                <c:pt idx="497">
                  <c:v>4.5829665647884037E-2</c:v>
                </c:pt>
                <c:pt idx="498">
                  <c:v>1.9598319240825109E-2</c:v>
                </c:pt>
                <c:pt idx="499">
                  <c:v>1.3317751255502049E-2</c:v>
                </c:pt>
                <c:pt idx="500">
                  <c:v>3.995901759845899E-2</c:v>
                </c:pt>
                <c:pt idx="501">
                  <c:v>2.597420453621813E-2</c:v>
                </c:pt>
                <c:pt idx="502">
                  <c:v>2.572484524107721E-2</c:v>
                </c:pt>
                <c:pt idx="503">
                  <c:v>6.2563976738382987E-2</c:v>
                </c:pt>
                <c:pt idx="504">
                  <c:v>6.8741423452794992E-2</c:v>
                </c:pt>
                <c:pt idx="505">
                  <c:v>6.3547744891129021E-2</c:v>
                </c:pt>
                <c:pt idx="506">
                  <c:v>0.1072331473692225</c:v>
                </c:pt>
                <c:pt idx="507">
                  <c:v>9.7436552168657764E-2</c:v>
                </c:pt>
                <c:pt idx="508">
                  <c:v>9.7814412809052564E-2</c:v>
                </c:pt>
                <c:pt idx="509">
                  <c:v>7.7367515620830218E-2</c:v>
                </c:pt>
                <c:pt idx="510">
                  <c:v>0.1018691386227981</c:v>
                </c:pt>
                <c:pt idx="511">
                  <c:v>9.9144467419533644E-2</c:v>
                </c:pt>
                <c:pt idx="512">
                  <c:v>0.12296174819539291</c:v>
                </c:pt>
                <c:pt idx="513">
                  <c:v>0.1125829695046234</c:v>
                </c:pt>
                <c:pt idx="514">
                  <c:v>0.11486094158491041</c:v>
                </c:pt>
                <c:pt idx="515">
                  <c:v>0.1194712522508521</c:v>
                </c:pt>
                <c:pt idx="516">
                  <c:v>0.11545702366295479</c:v>
                </c:pt>
                <c:pt idx="517">
                  <c:v>9.4926486900169804E-2</c:v>
                </c:pt>
                <c:pt idx="518">
                  <c:v>9.6384212572942385E-2</c:v>
                </c:pt>
                <c:pt idx="519">
                  <c:v>8.4244232685309672E-2</c:v>
                </c:pt>
                <c:pt idx="520">
                  <c:v>8.1892211339504861E-2</c:v>
                </c:pt>
                <c:pt idx="521">
                  <c:v>7.0125340909030776E-2</c:v>
                </c:pt>
                <c:pt idx="522">
                  <c:v>7.3555903798785627E-2</c:v>
                </c:pt>
                <c:pt idx="523">
                  <c:v>7.2059105739762153E-2</c:v>
                </c:pt>
                <c:pt idx="524">
                  <c:v>8.2282875305872638E-2</c:v>
                </c:pt>
                <c:pt idx="525">
                  <c:v>7.8755783426116999E-2</c:v>
                </c:pt>
                <c:pt idx="526">
                  <c:v>5.2443465739387518E-2</c:v>
                </c:pt>
                <c:pt idx="527">
                  <c:v>4.7981765728692283E-2</c:v>
                </c:pt>
                <c:pt idx="528">
                  <c:v>4.3469726703527563E-2</c:v>
                </c:pt>
                <c:pt idx="529">
                  <c:v>3.6228760987475177E-2</c:v>
                </c:pt>
                <c:pt idx="530">
                  <c:v>1.4198353537120401E-2</c:v>
                </c:pt>
                <c:pt idx="531">
                  <c:v>-4.0623655223268607E-3</c:v>
                </c:pt>
                <c:pt idx="532">
                  <c:v>8.8693030978341802E-3</c:v>
                </c:pt>
                <c:pt idx="533">
                  <c:v>6.9148584524936219E-3</c:v>
                </c:pt>
                <c:pt idx="534">
                  <c:v>1.9241239400503481E-2</c:v>
                </c:pt>
                <c:pt idx="535">
                  <c:v>1.27909099021164E-2</c:v>
                </c:pt>
                <c:pt idx="536">
                  <c:v>1.579700088947034E-2</c:v>
                </c:pt>
                <c:pt idx="537">
                  <c:v>3.8099356057534228E-2</c:v>
                </c:pt>
                <c:pt idx="538">
                  <c:v>3.0348704841736129E-3</c:v>
                </c:pt>
                <c:pt idx="539">
                  <c:v>2.4726799728632901E-2</c:v>
                </c:pt>
                <c:pt idx="540">
                  <c:v>4.6158031104532198E-2</c:v>
                </c:pt>
                <c:pt idx="541">
                  <c:v>6.2151588701606197E-2</c:v>
                </c:pt>
                <c:pt idx="542">
                  <c:v>9.6994933969593911E-2</c:v>
                </c:pt>
                <c:pt idx="543">
                  <c:v>0.1138860872075862</c:v>
                </c:pt>
                <c:pt idx="544">
                  <c:v>0.1251760226447354</c:v>
                </c:pt>
                <c:pt idx="545">
                  <c:v>0.1469735012909488</c:v>
                </c:pt>
                <c:pt idx="546">
                  <c:v>0.14220017245370251</c:v>
                </c:pt>
                <c:pt idx="547">
                  <c:v>0.16402967353411671</c:v>
                </c:pt>
                <c:pt idx="548">
                  <c:v>0.17310874261269521</c:v>
                </c:pt>
                <c:pt idx="549">
                  <c:v>0.19262831494600749</c:v>
                </c:pt>
                <c:pt idx="550">
                  <c:v>0.17515063103477549</c:v>
                </c:pt>
                <c:pt idx="551">
                  <c:v>0.13947115137512481</c:v>
                </c:pt>
                <c:pt idx="552">
                  <c:v>0.18569258156693441</c:v>
                </c:pt>
                <c:pt idx="553">
                  <c:v>0.1932293616923422</c:v>
                </c:pt>
                <c:pt idx="554">
                  <c:v>0.16978019036226041</c:v>
                </c:pt>
                <c:pt idx="555">
                  <c:v>0.1690695376694982</c:v>
                </c:pt>
                <c:pt idx="556">
                  <c:v>0.15276210217929981</c:v>
                </c:pt>
                <c:pt idx="557">
                  <c:v>0.1336716666115336</c:v>
                </c:pt>
                <c:pt idx="558">
                  <c:v>0.14616204639884309</c:v>
                </c:pt>
                <c:pt idx="559">
                  <c:v>0.10296295851312801</c:v>
                </c:pt>
                <c:pt idx="560">
                  <c:v>0.11473731736048839</c:v>
                </c:pt>
                <c:pt idx="561">
                  <c:v>0.12875721264541279</c:v>
                </c:pt>
                <c:pt idx="562">
                  <c:v>0.137134172178178</c:v>
                </c:pt>
                <c:pt idx="563">
                  <c:v>0.13450799602171609</c:v>
                </c:pt>
                <c:pt idx="564">
                  <c:v>0.16687514751581539</c:v>
                </c:pt>
                <c:pt idx="565">
                  <c:v>0.1478818893162899</c:v>
                </c:pt>
                <c:pt idx="566">
                  <c:v>0.1221749341077749</c:v>
                </c:pt>
                <c:pt idx="567">
                  <c:v>0.14997650484894759</c:v>
                </c:pt>
                <c:pt idx="568">
                  <c:v>0.11858597984266089</c:v>
                </c:pt>
                <c:pt idx="569">
                  <c:v>0.1111460978432226</c:v>
                </c:pt>
                <c:pt idx="570">
                  <c:v>8.5566710792302159E-2</c:v>
                </c:pt>
                <c:pt idx="571">
                  <c:v>9.3168807602247661E-2</c:v>
                </c:pt>
                <c:pt idx="572">
                  <c:v>9.7074169724503889E-2</c:v>
                </c:pt>
                <c:pt idx="573">
                  <c:v>8.456372301853321E-2</c:v>
                </c:pt>
                <c:pt idx="574">
                  <c:v>7.0177963289318912E-2</c:v>
                </c:pt>
                <c:pt idx="575">
                  <c:v>9.1939873281114748E-2</c:v>
                </c:pt>
                <c:pt idx="576">
                  <c:v>9.7989218427049218E-2</c:v>
                </c:pt>
                <c:pt idx="577">
                  <c:v>9.927661134851351E-2</c:v>
                </c:pt>
                <c:pt idx="578">
                  <c:v>0.1084869525795948</c:v>
                </c:pt>
                <c:pt idx="579">
                  <c:v>0.1015339975224465</c:v>
                </c:pt>
                <c:pt idx="580">
                  <c:v>0.11027080665437609</c:v>
                </c:pt>
                <c:pt idx="581">
                  <c:v>0.1165537510142525</c:v>
                </c:pt>
                <c:pt idx="582">
                  <c:v>8.8767506194006085E-2</c:v>
                </c:pt>
                <c:pt idx="583">
                  <c:v>8.0640557728273388E-2</c:v>
                </c:pt>
                <c:pt idx="584">
                  <c:v>7.2811575822738339E-2</c:v>
                </c:pt>
                <c:pt idx="585">
                  <c:v>7.3636285174722538E-2</c:v>
                </c:pt>
                <c:pt idx="586">
                  <c:v>5.119098038903469E-2</c:v>
                </c:pt>
                <c:pt idx="587">
                  <c:v>7.4706695786382227E-2</c:v>
                </c:pt>
                <c:pt idx="588">
                  <c:v>7.4489027143259001E-2</c:v>
                </c:pt>
                <c:pt idx="589">
                  <c:v>9.6851644551512628E-2</c:v>
                </c:pt>
                <c:pt idx="590">
                  <c:v>0.1090369089677492</c:v>
                </c:pt>
                <c:pt idx="591">
                  <c:v>0.1325123655524838</c:v>
                </c:pt>
                <c:pt idx="592">
                  <c:v>0.1238222703456382</c:v>
                </c:pt>
                <c:pt idx="593">
                  <c:v>0.14255067156496179</c:v>
                </c:pt>
                <c:pt idx="594">
                  <c:v>0.14683101397390169</c:v>
                </c:pt>
                <c:pt idx="595">
                  <c:v>0.1425944703643123</c:v>
                </c:pt>
                <c:pt idx="596">
                  <c:v>0.1226317522926466</c:v>
                </c:pt>
                <c:pt idx="597">
                  <c:v>0.11613710817357201</c:v>
                </c:pt>
                <c:pt idx="598">
                  <c:v>0.1243423161739992</c:v>
                </c:pt>
                <c:pt idx="599">
                  <c:v>9.6364925872948648E-2</c:v>
                </c:pt>
                <c:pt idx="600">
                  <c:v>9.6364925872948648E-2</c:v>
                </c:pt>
                <c:pt idx="601">
                  <c:v>9.7715485166683713E-2</c:v>
                </c:pt>
                <c:pt idx="602">
                  <c:v>8.2804384543003984E-2</c:v>
                </c:pt>
                <c:pt idx="603">
                  <c:v>5.5275380189628631E-2</c:v>
                </c:pt>
                <c:pt idx="604">
                  <c:v>5.5275380189628631E-2</c:v>
                </c:pt>
                <c:pt idx="605">
                  <c:v>6.4993430866437274E-2</c:v>
                </c:pt>
                <c:pt idx="606">
                  <c:v>3.2460569948850049E-2</c:v>
                </c:pt>
                <c:pt idx="607">
                  <c:v>-4.9055441234796548E-3</c:v>
                </c:pt>
                <c:pt idx="608">
                  <c:v>-2.5219953876969181E-2</c:v>
                </c:pt>
                <c:pt idx="609">
                  <c:v>-5.2052589088137702E-2</c:v>
                </c:pt>
                <c:pt idx="610">
                  <c:v>-4.6903374907194761E-2</c:v>
                </c:pt>
                <c:pt idx="611">
                  <c:v>-6.3281150288054588E-2</c:v>
                </c:pt>
                <c:pt idx="612">
                  <c:v>-6.992785569980442E-2</c:v>
                </c:pt>
                <c:pt idx="613">
                  <c:v>-7.3037869076279738E-2</c:v>
                </c:pt>
                <c:pt idx="614">
                  <c:v>-7.0830199994702858E-2</c:v>
                </c:pt>
                <c:pt idx="615">
                  <c:v>-4.7292040770021027E-2</c:v>
                </c:pt>
                <c:pt idx="616">
                  <c:v>-6.3293641512129795E-2</c:v>
                </c:pt>
                <c:pt idx="617">
                  <c:v>-5.2117428300017088E-2</c:v>
                </c:pt>
                <c:pt idx="618">
                  <c:v>-4.9954567570224317E-2</c:v>
                </c:pt>
                <c:pt idx="619">
                  <c:v>-5.0245159397071193E-2</c:v>
                </c:pt>
                <c:pt idx="620">
                  <c:v>-4.7646947744369172E-2</c:v>
                </c:pt>
                <c:pt idx="621">
                  <c:v>-5.3538720701979507E-2</c:v>
                </c:pt>
                <c:pt idx="622">
                  <c:v>-6.6138910103932247E-2</c:v>
                </c:pt>
                <c:pt idx="623">
                  <c:v>-4.5602156338279583E-2</c:v>
                </c:pt>
                <c:pt idx="624">
                  <c:v>-3.500124162451701E-2</c:v>
                </c:pt>
                <c:pt idx="625">
                  <c:v>-5.7207949349647458E-2</c:v>
                </c:pt>
                <c:pt idx="626">
                  <c:v>-4.2593928248778952E-2</c:v>
                </c:pt>
                <c:pt idx="627">
                  <c:v>-2.9441001112030959E-2</c:v>
                </c:pt>
                <c:pt idx="628">
                  <c:v>-4.5716334780393282E-2</c:v>
                </c:pt>
                <c:pt idx="629">
                  <c:v>-4.3744619468929047E-2</c:v>
                </c:pt>
                <c:pt idx="630">
                  <c:v>-4.846112660613866E-2</c:v>
                </c:pt>
                <c:pt idx="631">
                  <c:v>-6.9240772407003881E-2</c:v>
                </c:pt>
                <c:pt idx="632">
                  <c:v>-4.1353459610120713E-2</c:v>
                </c:pt>
                <c:pt idx="633">
                  <c:v>-3.7969521319166977E-2</c:v>
                </c:pt>
                <c:pt idx="634">
                  <c:v>7.6394614047154974E-3</c:v>
                </c:pt>
                <c:pt idx="635">
                  <c:v>-1.0731780851949151E-3</c:v>
                </c:pt>
                <c:pt idx="636">
                  <c:v>-2.341637929746232E-2</c:v>
                </c:pt>
                <c:pt idx="637">
                  <c:v>-1.721789194876067E-2</c:v>
                </c:pt>
                <c:pt idx="638">
                  <c:v>-1.604529331482096E-2</c:v>
                </c:pt>
                <c:pt idx="639">
                  <c:v>-4.612457812617099E-3</c:v>
                </c:pt>
                <c:pt idx="640">
                  <c:v>1.792652915720838E-3</c:v>
                </c:pt>
                <c:pt idx="641">
                  <c:v>1.2948538628106739E-2</c:v>
                </c:pt>
                <c:pt idx="642">
                  <c:v>1.2907800623752189E-2</c:v>
                </c:pt>
                <c:pt idx="643">
                  <c:v>4.3886362746139662E-2</c:v>
                </c:pt>
                <c:pt idx="644">
                  <c:v>5.1268581192991158E-2</c:v>
                </c:pt>
                <c:pt idx="645">
                  <c:v>7.2533439702376468E-2</c:v>
                </c:pt>
                <c:pt idx="646">
                  <c:v>8.3890719684639681E-2</c:v>
                </c:pt>
                <c:pt idx="647">
                  <c:v>9.3909169930932457E-2</c:v>
                </c:pt>
                <c:pt idx="648">
                  <c:v>0.1251021916662558</c:v>
                </c:pt>
                <c:pt idx="649">
                  <c:v>0.13864687845740489</c:v>
                </c:pt>
                <c:pt idx="650">
                  <c:v>0.13598217155440581</c:v>
                </c:pt>
                <c:pt idx="651">
                  <c:v>0.1113605388939249</c:v>
                </c:pt>
                <c:pt idx="652">
                  <c:v>0.14731333152240039</c:v>
                </c:pt>
                <c:pt idx="653">
                  <c:v>0.1644937164306868</c:v>
                </c:pt>
                <c:pt idx="654">
                  <c:v>0.13521279830611441</c:v>
                </c:pt>
                <c:pt idx="655">
                  <c:v>0.1191099138408591</c:v>
                </c:pt>
                <c:pt idx="656">
                  <c:v>0.14340651946761199</c:v>
                </c:pt>
                <c:pt idx="657">
                  <c:v>0.13583432977247761</c:v>
                </c:pt>
                <c:pt idx="658">
                  <c:v>0.12181932722692281</c:v>
                </c:pt>
                <c:pt idx="659">
                  <c:v>4.9805542470011677E-2</c:v>
                </c:pt>
                <c:pt idx="660">
                  <c:v>6.5585470846901917E-2</c:v>
                </c:pt>
                <c:pt idx="661">
                  <c:v>5.9374925368450793E-2</c:v>
                </c:pt>
                <c:pt idx="662">
                  <c:v>6.1756062865506937E-2</c:v>
                </c:pt>
                <c:pt idx="663">
                  <c:v>8.1762918507736648E-2</c:v>
                </c:pt>
                <c:pt idx="664">
                  <c:v>0.10534939982595071</c:v>
                </c:pt>
                <c:pt idx="665">
                  <c:v>9.8582826809010982E-2</c:v>
                </c:pt>
                <c:pt idx="666">
                  <c:v>9.4838993963472173E-2</c:v>
                </c:pt>
                <c:pt idx="667">
                  <c:v>8.7609210431978779E-2</c:v>
                </c:pt>
                <c:pt idx="668">
                  <c:v>9.5620735680636004E-2</c:v>
                </c:pt>
                <c:pt idx="669">
                  <c:v>0.13300634421774049</c:v>
                </c:pt>
                <c:pt idx="670">
                  <c:v>0.13661080971679479</c:v>
                </c:pt>
                <c:pt idx="671">
                  <c:v>0.14020147868344199</c:v>
                </c:pt>
                <c:pt idx="672">
                  <c:v>0.1509980425388269</c:v>
                </c:pt>
                <c:pt idx="673">
                  <c:v>0.15637429096810379</c:v>
                </c:pt>
                <c:pt idx="674">
                  <c:v>0.1445899241666537</c:v>
                </c:pt>
                <c:pt idx="675">
                  <c:v>0.1442221232058947</c:v>
                </c:pt>
                <c:pt idx="676">
                  <c:v>0.14454368768741579</c:v>
                </c:pt>
                <c:pt idx="677">
                  <c:v>0.1067426198941432</c:v>
                </c:pt>
                <c:pt idx="678">
                  <c:v>8.4860047520544324E-2</c:v>
                </c:pt>
                <c:pt idx="679">
                  <c:v>6.843420212664042E-2</c:v>
                </c:pt>
                <c:pt idx="680">
                  <c:v>0.1010493062882096</c:v>
                </c:pt>
                <c:pt idx="681">
                  <c:v>0.1076266767100174</c:v>
                </c:pt>
                <c:pt idx="682">
                  <c:v>0.1213829942662772</c:v>
                </c:pt>
                <c:pt idx="683">
                  <c:v>0.13363278969714629</c:v>
                </c:pt>
                <c:pt idx="684">
                  <c:v>0.1692277241492666</c:v>
                </c:pt>
                <c:pt idx="685">
                  <c:v>0.1615144747346802</c:v>
                </c:pt>
                <c:pt idx="686">
                  <c:v>0.1363738085190089</c:v>
                </c:pt>
                <c:pt idx="687">
                  <c:v>0.1495736898128632</c:v>
                </c:pt>
                <c:pt idx="688">
                  <c:v>0.11493513967868731</c:v>
                </c:pt>
                <c:pt idx="689">
                  <c:v>0.12201736428489381</c:v>
                </c:pt>
                <c:pt idx="690">
                  <c:v>0.1571274124660387</c:v>
                </c:pt>
                <c:pt idx="691">
                  <c:v>0.1610285161783018</c:v>
                </c:pt>
                <c:pt idx="692">
                  <c:v>0.1627979830236719</c:v>
                </c:pt>
                <c:pt idx="693">
                  <c:v>0.1806048535092788</c:v>
                </c:pt>
                <c:pt idx="694">
                  <c:v>0.1575154720610952</c:v>
                </c:pt>
                <c:pt idx="695">
                  <c:v>0.16906170441296101</c:v>
                </c:pt>
                <c:pt idx="696">
                  <c:v>0.15611929698486679</c:v>
                </c:pt>
                <c:pt idx="697">
                  <c:v>0.1810462825615948</c:v>
                </c:pt>
                <c:pt idx="698">
                  <c:v>0.14402975177764721</c:v>
                </c:pt>
                <c:pt idx="699">
                  <c:v>0.14283410041029379</c:v>
                </c:pt>
                <c:pt idx="700">
                  <c:v>0.1397901733025291</c:v>
                </c:pt>
                <c:pt idx="701">
                  <c:v>0.1000049051026535</c:v>
                </c:pt>
                <c:pt idx="702">
                  <c:v>0.1037257278555495</c:v>
                </c:pt>
                <c:pt idx="703">
                  <c:v>9.0959403348332968E-2</c:v>
                </c:pt>
                <c:pt idx="704">
                  <c:v>9.704373772518271E-2</c:v>
                </c:pt>
                <c:pt idx="705">
                  <c:v>9.6863550946711729E-2</c:v>
                </c:pt>
                <c:pt idx="706">
                  <c:v>0.104232671397068</c:v>
                </c:pt>
                <c:pt idx="707">
                  <c:v>9.5912423986207029E-2</c:v>
                </c:pt>
                <c:pt idx="708">
                  <c:v>0.1340337919564365</c:v>
                </c:pt>
                <c:pt idx="709">
                  <c:v>0.1354951977566097</c:v>
                </c:pt>
                <c:pt idx="710">
                  <c:v>0.140957688118271</c:v>
                </c:pt>
                <c:pt idx="711">
                  <c:v>0.1359793552757762</c:v>
                </c:pt>
                <c:pt idx="712">
                  <c:v>0.15976367358085161</c:v>
                </c:pt>
                <c:pt idx="713">
                  <c:v>0.1447137878504314</c:v>
                </c:pt>
                <c:pt idx="714">
                  <c:v>0.1151551127840027</c:v>
                </c:pt>
                <c:pt idx="715">
                  <c:v>7.8541562805976461E-2</c:v>
                </c:pt>
                <c:pt idx="716" formatCode="0.0">
                  <c:v>0.1068789624006128</c:v>
                </c:pt>
                <c:pt idx="717" formatCode="0.0">
                  <c:v>0.1123922429766229</c:v>
                </c:pt>
                <c:pt idx="718" formatCode="0.0">
                  <c:v>0.1235750127324957</c:v>
                </c:pt>
                <c:pt idx="719" formatCode="0.0">
                  <c:v>0.102327679229455</c:v>
                </c:pt>
                <c:pt idx="720" formatCode="0.0">
                  <c:v>9.7484831543844797E-2</c:v>
                </c:pt>
                <c:pt idx="721" formatCode="0.0">
                  <c:v>0.17267611523573101</c:v>
                </c:pt>
                <c:pt idx="722" formatCode="0.0">
                  <c:v>0.15195015852278709</c:v>
                </c:pt>
                <c:pt idx="723" formatCode="0.0">
                  <c:v>0.17073333785775821</c:v>
                </c:pt>
                <c:pt idx="724" formatCode="0.0">
                  <c:v>0.1621529733119855</c:v>
                </c:pt>
                <c:pt idx="725" formatCode="0.0">
                  <c:v>0.1400900172904618</c:v>
                </c:pt>
                <c:pt idx="726" formatCode="0.0">
                  <c:v>0.13195653491501361</c:v>
                </c:pt>
                <c:pt idx="727" formatCode="0.0">
                  <c:v>0.15018032027507</c:v>
                </c:pt>
                <c:pt idx="728" formatCode="0.0">
                  <c:v>0.17563344659749339</c:v>
                </c:pt>
                <c:pt idx="729" formatCode="0.0">
                  <c:v>0.1573510781241059</c:v>
                </c:pt>
                <c:pt idx="730" formatCode="0.0">
                  <c:v>0.1843396223995977</c:v>
                </c:pt>
                <c:pt idx="731" formatCode="0.0">
                  <c:v>0.19591746181862171</c:v>
                </c:pt>
                <c:pt idx="732" formatCode="0.0">
                  <c:v>0.20722327941607641</c:v>
                </c:pt>
                <c:pt idx="733" formatCode="0.0">
                  <c:v>0.201533968249856</c:v>
                </c:pt>
                <c:pt idx="734" formatCode="0.0">
                  <c:v>0.19020205910560201</c:v>
                </c:pt>
                <c:pt idx="735" formatCode="0.0">
                  <c:v>0.1887222954183905</c:v>
                </c:pt>
                <c:pt idx="736" formatCode="0.0">
                  <c:v>0.17561965206631741</c:v>
                </c:pt>
                <c:pt idx="737" formatCode="0.0">
                  <c:v>0.20734025262786429</c:v>
                </c:pt>
                <c:pt idx="738" formatCode="0.0">
                  <c:v>0.20546641757404771</c:v>
                </c:pt>
                <c:pt idx="739" formatCode="0.0">
                  <c:v>0.2336952954842593</c:v>
                </c:pt>
                <c:pt idx="740" formatCode="0.0">
                  <c:v>0.27230573247079382</c:v>
                </c:pt>
                <c:pt idx="741" formatCode="0.0">
                  <c:v>0.29899368425131939</c:v>
                </c:pt>
                <c:pt idx="742" formatCode="0.0">
                  <c:v>0.26969648342476948</c:v>
                </c:pt>
                <c:pt idx="743" formatCode="0.0">
                  <c:v>0.26397060284992357</c:v>
                </c:pt>
                <c:pt idx="744" formatCode="0.0">
                  <c:v>0.24668615129889271</c:v>
                </c:pt>
                <c:pt idx="745" formatCode="0.0">
                  <c:v>0.23186940607705961</c:v>
                </c:pt>
                <c:pt idx="746" formatCode="0.0">
                  <c:v>0.2189295153118109</c:v>
                </c:pt>
                <c:pt idx="747" formatCode="0.0">
                  <c:v>0.2269842914720617</c:v>
                </c:pt>
                <c:pt idx="748" formatCode="0.0">
                  <c:v>0.23084929137891111</c:v>
                </c:pt>
                <c:pt idx="749" formatCode="0.0">
                  <c:v>0.23467066534309791</c:v>
                </c:pt>
                <c:pt idx="750" formatCode="0.0">
                  <c:v>0.2420505579338337</c:v>
                </c:pt>
                <c:pt idx="751" formatCode="0.0">
                  <c:v>0.2332009009565463</c:v>
                </c:pt>
                <c:pt idx="752" formatCode="0.0">
                  <c:v>0.17551654402225239</c:v>
                </c:pt>
                <c:pt idx="753" formatCode="0.0">
                  <c:v>0.17452934309904131</c:v>
                </c:pt>
                <c:pt idx="754" formatCode="0.0">
                  <c:v>0.21218022416375051</c:v>
                </c:pt>
                <c:pt idx="755" formatCode="0.0">
                  <c:v>0.21568009802916871</c:v>
                </c:pt>
                <c:pt idx="756" formatCode="0.0">
                  <c:v>0.2421855298791411</c:v>
                </c:pt>
                <c:pt idx="757" formatCode="0.0">
                  <c:v>0.23119689098676341</c:v>
                </c:pt>
                <c:pt idx="758" formatCode="0.0">
                  <c:v>0.21718517729664599</c:v>
                </c:pt>
                <c:pt idx="759" formatCode="0.0">
                  <c:v>0.19716832773227561</c:v>
                </c:pt>
                <c:pt idx="760" formatCode="0.0">
                  <c:v>0.25721902798495488</c:v>
                </c:pt>
                <c:pt idx="761" formatCode="0.0">
                  <c:v>0.26817705623326149</c:v>
                </c:pt>
                <c:pt idx="762" formatCode="0.0">
                  <c:v>0.26309406395924317</c:v>
                </c:pt>
                <c:pt idx="763" formatCode="0.0">
                  <c:v>0.29912641155580971</c:v>
                </c:pt>
                <c:pt idx="764" formatCode="0.0">
                  <c:v>0.24069978687850371</c:v>
                </c:pt>
                <c:pt idx="765" formatCode="0.0">
                  <c:v>0.22833789197186949</c:v>
                </c:pt>
                <c:pt idx="766" formatCode="0.0">
                  <c:v>0.20987913048734891</c:v>
                </c:pt>
                <c:pt idx="767" formatCode="0.0">
                  <c:v>0.22136906086271879</c:v>
                </c:pt>
                <c:pt idx="768" formatCode="0.0">
                  <c:v>0.19646040587308591</c:v>
                </c:pt>
                <c:pt idx="769" formatCode="0.0">
                  <c:v>0.2126149623718743</c:v>
                </c:pt>
                <c:pt idx="770" formatCode="0.0">
                  <c:v>0.17279276448995939</c:v>
                </c:pt>
                <c:pt idx="771" formatCode="0.0">
                  <c:v>0.1695665976359069</c:v>
                </c:pt>
                <c:pt idx="772" formatCode="0.0">
                  <c:v>0.1245872457788417</c:v>
                </c:pt>
                <c:pt idx="773" formatCode="0.0">
                  <c:v>0.12901382600652991</c:v>
                </c:pt>
                <c:pt idx="774" formatCode="0.0">
                  <c:v>0.12349602684778779</c:v>
                </c:pt>
                <c:pt idx="775" formatCode="0.0">
                  <c:v>0.1330056915952964</c:v>
                </c:pt>
                <c:pt idx="776" formatCode="0.0">
                  <c:v>0.14861819904248799</c:v>
                </c:pt>
                <c:pt idx="777" formatCode="0.0">
                  <c:v>0.15899718372401539</c:v>
                </c:pt>
                <c:pt idx="778" formatCode="0.0">
                  <c:v>0.13533790515128891</c:v>
                </c:pt>
                <c:pt idx="779" formatCode="0.0">
                  <c:v>0.14179625388418679</c:v>
                </c:pt>
                <c:pt idx="780" formatCode="0.0">
                  <c:v>0.12588986535828051</c:v>
                </c:pt>
                <c:pt idx="781" formatCode="0.0">
                  <c:v>0.1308204369436301</c:v>
                </c:pt>
                <c:pt idx="782" formatCode="0.0">
                  <c:v>0.15298822083655161</c:v>
                </c:pt>
                <c:pt idx="783" formatCode="0.0">
                  <c:v>0.16261012055836321</c:v>
                </c:pt>
                <c:pt idx="784" formatCode="0.0">
                  <c:v>0.13706582017727101</c:v>
                </c:pt>
                <c:pt idx="785" formatCode="0.0">
                  <c:v>0.12927615971456219</c:v>
                </c:pt>
                <c:pt idx="786" formatCode="0.0">
                  <c:v>0.1193715483582212</c:v>
                </c:pt>
                <c:pt idx="787" formatCode="0.0">
                  <c:v>0.1080711490329644</c:v>
                </c:pt>
                <c:pt idx="788" formatCode="0.0">
                  <c:v>9.9361326374231895E-2</c:v>
                </c:pt>
                <c:pt idx="789" formatCode="0.0">
                  <c:v>9.8275153714103114E-2</c:v>
                </c:pt>
                <c:pt idx="790" formatCode="0.0">
                  <c:v>7.1812354810252277E-2</c:v>
                </c:pt>
                <c:pt idx="791" formatCode="0.0">
                  <c:v>5.3213793300293633E-2</c:v>
                </c:pt>
                <c:pt idx="792" formatCode="0.0">
                  <c:v>1.271816662498115E-2</c:v>
                </c:pt>
                <c:pt idx="793" formatCode="0.0">
                  <c:v>-1.7504505446691802E-2</c:v>
                </c:pt>
                <c:pt idx="794" formatCode="0.0">
                  <c:v>-8.7186635094576359E-2</c:v>
                </c:pt>
                <c:pt idx="795" formatCode="0.0">
                  <c:v>-0.1032211223013806</c:v>
                </c:pt>
                <c:pt idx="796" formatCode="0.0">
                  <c:v>-0.12007602998980629</c:v>
                </c:pt>
                <c:pt idx="797" formatCode="0.0">
                  <c:v>-0.14249094446630589</c:v>
                </c:pt>
                <c:pt idx="798" formatCode="0.0">
                  <c:v>-0.1847722254688503</c:v>
                </c:pt>
                <c:pt idx="799" formatCode="0.0">
                  <c:v>-0.17616388633842611</c:v>
                </c:pt>
                <c:pt idx="800" formatCode="0.0">
                  <c:v>-0.16361653479032101</c:v>
                </c:pt>
                <c:pt idx="801" formatCode="0.0">
                  <c:v>-0.15168477644330181</c:v>
                </c:pt>
                <c:pt idx="802" formatCode="0.0">
                  <c:v>-0.16602771689340301</c:v>
                </c:pt>
                <c:pt idx="803" formatCode="0.0">
                  <c:v>-0.2212090559963924</c:v>
                </c:pt>
                <c:pt idx="804" formatCode="0.0">
                  <c:v>-0.23877883684137211</c:v>
                </c:pt>
                <c:pt idx="805" formatCode="0.0">
                  <c:v>-0.22997753917902181</c:v>
                </c:pt>
                <c:pt idx="806" formatCode="0.0">
                  <c:v>-0.21846795220547291</c:v>
                </c:pt>
                <c:pt idx="807" formatCode="0.0">
                  <c:v>-0.22451038540965679</c:v>
                </c:pt>
                <c:pt idx="808" formatCode="0.0">
                  <c:v>-2.8022204630439251E-2</c:v>
                </c:pt>
                <c:pt idx="809" formatCode="0.0">
                  <c:v>-3.5959053368841087E-2</c:v>
                </c:pt>
                <c:pt idx="810" formatCode="0.0">
                  <c:v>6.9655543617235249E-3</c:v>
                </c:pt>
                <c:pt idx="811" formatCode="0.0">
                  <c:v>4.1097477601099719E-2</c:v>
                </c:pt>
              </c:numCache>
            </c:numRef>
          </c:val>
          <c:smooth val="0"/>
          <c:extLst>
            <c:ext xmlns:c16="http://schemas.microsoft.com/office/drawing/2014/chart" uri="{C3380CC4-5D6E-409C-BE32-E72D297353CC}">
              <c16:uniqueId val="{00000000-EB54-43B1-B902-0DD5A0E42910}"/>
            </c:ext>
          </c:extLst>
        </c:ser>
        <c:ser>
          <c:idx val="1"/>
          <c:order val="1"/>
          <c:tx>
            <c:strRef>
              <c:f>'Component treatment'!$V$4</c:f>
              <c:strCache>
                <c:ptCount val="1"/>
                <c:pt idx="0">
                  <c:v>Bear</c:v>
                </c:pt>
              </c:strCache>
            </c:strRef>
          </c:tx>
          <c:spPr>
            <a:ln w="19050" cap="rnd">
              <a:solidFill>
                <a:srgbClr val="C00000"/>
              </a:solidFill>
              <a:prstDash val="sysDash"/>
              <a:round/>
            </a:ln>
            <a:effectLst/>
          </c:spPr>
          <c:marker>
            <c:symbol val="none"/>
          </c:marker>
          <c:cat>
            <c:numRef>
              <c:f>'Component treatment'!$T$5:$T$50000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treatment'!$V$5:$V$50000</c:f>
              <c:numCache>
                <c:formatCode>0.0</c:formatCode>
                <c:ptCount val="49996"/>
                <c:pt idx="0">
                  <c:v>0.1495648687780346</c:v>
                </c:pt>
                <c:pt idx="1">
                  <c:v>0.1495648687780346</c:v>
                </c:pt>
                <c:pt idx="2">
                  <c:v>0.1495648687780346</c:v>
                </c:pt>
                <c:pt idx="3">
                  <c:v>0.1495648687780346</c:v>
                </c:pt>
                <c:pt idx="4">
                  <c:v>0.1495648687780346</c:v>
                </c:pt>
                <c:pt idx="5">
                  <c:v>0.1495648687780346</c:v>
                </c:pt>
                <c:pt idx="6">
                  <c:v>0.1495648687780346</c:v>
                </c:pt>
                <c:pt idx="7">
                  <c:v>0.1495648687780346</c:v>
                </c:pt>
                <c:pt idx="8">
                  <c:v>0.1495648687780346</c:v>
                </c:pt>
                <c:pt idx="9">
                  <c:v>0.1495648687780346</c:v>
                </c:pt>
                <c:pt idx="10">
                  <c:v>0.1495648687780346</c:v>
                </c:pt>
                <c:pt idx="11">
                  <c:v>0.1495648687780346</c:v>
                </c:pt>
                <c:pt idx="12">
                  <c:v>0.1495648687780346</c:v>
                </c:pt>
                <c:pt idx="13">
                  <c:v>0.1495648687780346</c:v>
                </c:pt>
                <c:pt idx="14">
                  <c:v>0.1495648687780346</c:v>
                </c:pt>
                <c:pt idx="15">
                  <c:v>0.1495648687780346</c:v>
                </c:pt>
                <c:pt idx="16">
                  <c:v>0.1495648687780346</c:v>
                </c:pt>
                <c:pt idx="17">
                  <c:v>0.1495648687780346</c:v>
                </c:pt>
                <c:pt idx="18">
                  <c:v>0.1495648687780346</c:v>
                </c:pt>
                <c:pt idx="19">
                  <c:v>0.1495648687780346</c:v>
                </c:pt>
                <c:pt idx="20">
                  <c:v>0.1495648687780346</c:v>
                </c:pt>
                <c:pt idx="21">
                  <c:v>0.1495648687780346</c:v>
                </c:pt>
                <c:pt idx="22">
                  <c:v>0.1495648687780346</c:v>
                </c:pt>
                <c:pt idx="23">
                  <c:v>0.1495648687780346</c:v>
                </c:pt>
                <c:pt idx="24">
                  <c:v>0.1495648687780346</c:v>
                </c:pt>
                <c:pt idx="25">
                  <c:v>0.1495648687780346</c:v>
                </c:pt>
                <c:pt idx="26">
                  <c:v>0.1495648687780346</c:v>
                </c:pt>
                <c:pt idx="27">
                  <c:v>0.1495648687780346</c:v>
                </c:pt>
                <c:pt idx="28">
                  <c:v>0.1495648687780346</c:v>
                </c:pt>
                <c:pt idx="29">
                  <c:v>0.1495648687780346</c:v>
                </c:pt>
                <c:pt idx="30">
                  <c:v>0.1495648687780346</c:v>
                </c:pt>
                <c:pt idx="31">
                  <c:v>0.1495648687780346</c:v>
                </c:pt>
                <c:pt idx="32">
                  <c:v>0.1495648687780346</c:v>
                </c:pt>
                <c:pt idx="33">
                  <c:v>0.1495648687780346</c:v>
                </c:pt>
                <c:pt idx="34">
                  <c:v>0.1495648687780346</c:v>
                </c:pt>
                <c:pt idx="35">
                  <c:v>0.1495648687780346</c:v>
                </c:pt>
                <c:pt idx="36">
                  <c:v>0.1495648687780346</c:v>
                </c:pt>
                <c:pt idx="37">
                  <c:v>0.1495648687780346</c:v>
                </c:pt>
                <c:pt idx="38">
                  <c:v>0.1495648687780346</c:v>
                </c:pt>
                <c:pt idx="39">
                  <c:v>0.1495648687780346</c:v>
                </c:pt>
                <c:pt idx="40">
                  <c:v>0.1495648687780346</c:v>
                </c:pt>
                <c:pt idx="41">
                  <c:v>0.1495648687780346</c:v>
                </c:pt>
                <c:pt idx="42">
                  <c:v>0.1495648687780346</c:v>
                </c:pt>
                <c:pt idx="43">
                  <c:v>0.1495648687780346</c:v>
                </c:pt>
                <c:pt idx="44">
                  <c:v>0.1495648687780346</c:v>
                </c:pt>
                <c:pt idx="45">
                  <c:v>0.1495648687780346</c:v>
                </c:pt>
                <c:pt idx="46">
                  <c:v>0.1495648687780346</c:v>
                </c:pt>
                <c:pt idx="47">
                  <c:v>0.1495648687780346</c:v>
                </c:pt>
                <c:pt idx="48">
                  <c:v>0.1495648687780346</c:v>
                </c:pt>
                <c:pt idx="49">
                  <c:v>0.1495648687780346</c:v>
                </c:pt>
                <c:pt idx="50">
                  <c:v>0.1495648687780346</c:v>
                </c:pt>
                <c:pt idx="51">
                  <c:v>0.1495648687780346</c:v>
                </c:pt>
                <c:pt idx="52">
                  <c:v>0.1495648687780346</c:v>
                </c:pt>
                <c:pt idx="53">
                  <c:v>0.1495648687780346</c:v>
                </c:pt>
                <c:pt idx="54">
                  <c:v>0.1495648687780346</c:v>
                </c:pt>
                <c:pt idx="55">
                  <c:v>0.1495648687780346</c:v>
                </c:pt>
                <c:pt idx="56">
                  <c:v>0.1495648687780346</c:v>
                </c:pt>
                <c:pt idx="57">
                  <c:v>0.1495648687780346</c:v>
                </c:pt>
                <c:pt idx="58">
                  <c:v>0.1495648687780346</c:v>
                </c:pt>
                <c:pt idx="59">
                  <c:v>0.1495648687780346</c:v>
                </c:pt>
                <c:pt idx="60">
                  <c:v>0.1495648687780346</c:v>
                </c:pt>
                <c:pt idx="61">
                  <c:v>0.1495648687780346</c:v>
                </c:pt>
                <c:pt idx="62">
                  <c:v>0.1495648687780346</c:v>
                </c:pt>
                <c:pt idx="63">
                  <c:v>0.1495648687780346</c:v>
                </c:pt>
                <c:pt idx="64">
                  <c:v>0.1495648687780346</c:v>
                </c:pt>
                <c:pt idx="65">
                  <c:v>0.1495648687780346</c:v>
                </c:pt>
                <c:pt idx="66">
                  <c:v>0.1495648687780346</c:v>
                </c:pt>
                <c:pt idx="67">
                  <c:v>0.1495648687780346</c:v>
                </c:pt>
                <c:pt idx="68">
                  <c:v>0.1495648687780346</c:v>
                </c:pt>
                <c:pt idx="69">
                  <c:v>0.1495648687780346</c:v>
                </c:pt>
                <c:pt idx="70">
                  <c:v>0.1495648687780346</c:v>
                </c:pt>
                <c:pt idx="71">
                  <c:v>0.1495648687780346</c:v>
                </c:pt>
                <c:pt idx="72">
                  <c:v>0.1495648687780346</c:v>
                </c:pt>
                <c:pt idx="73">
                  <c:v>0.1495648687780346</c:v>
                </c:pt>
                <c:pt idx="74">
                  <c:v>0.1495648687780346</c:v>
                </c:pt>
                <c:pt idx="75">
                  <c:v>0.1495648687780346</c:v>
                </c:pt>
                <c:pt idx="76">
                  <c:v>0.1495648687780346</c:v>
                </c:pt>
                <c:pt idx="77">
                  <c:v>0.1495648687780346</c:v>
                </c:pt>
                <c:pt idx="78">
                  <c:v>0.1495648687780346</c:v>
                </c:pt>
                <c:pt idx="79">
                  <c:v>0.1495648687780346</c:v>
                </c:pt>
                <c:pt idx="80">
                  <c:v>0.1495648687780346</c:v>
                </c:pt>
                <c:pt idx="81">
                  <c:v>0.1495648687780346</c:v>
                </c:pt>
                <c:pt idx="82">
                  <c:v>0.1495648687780346</c:v>
                </c:pt>
                <c:pt idx="83">
                  <c:v>0.1495648687780346</c:v>
                </c:pt>
                <c:pt idx="84">
                  <c:v>0.1495648687780346</c:v>
                </c:pt>
                <c:pt idx="85">
                  <c:v>0.1495648687780346</c:v>
                </c:pt>
                <c:pt idx="86">
                  <c:v>0.1495648687780346</c:v>
                </c:pt>
                <c:pt idx="87">
                  <c:v>0.1495648687780346</c:v>
                </c:pt>
                <c:pt idx="88">
                  <c:v>0.1495648687780346</c:v>
                </c:pt>
                <c:pt idx="89">
                  <c:v>0.1495648687780346</c:v>
                </c:pt>
                <c:pt idx="90">
                  <c:v>0.1495648687780346</c:v>
                </c:pt>
                <c:pt idx="91">
                  <c:v>0.1495648687780346</c:v>
                </c:pt>
                <c:pt idx="92">
                  <c:v>0.1495648687780346</c:v>
                </c:pt>
                <c:pt idx="93">
                  <c:v>0.1495648687780346</c:v>
                </c:pt>
                <c:pt idx="94">
                  <c:v>0.1495648687780346</c:v>
                </c:pt>
                <c:pt idx="95">
                  <c:v>0.1495648687780346</c:v>
                </c:pt>
                <c:pt idx="96">
                  <c:v>0.1495648687780346</c:v>
                </c:pt>
                <c:pt idx="97">
                  <c:v>0.1495648687780346</c:v>
                </c:pt>
                <c:pt idx="98">
                  <c:v>0.1495648687780346</c:v>
                </c:pt>
                <c:pt idx="99">
                  <c:v>0.1495648687780346</c:v>
                </c:pt>
                <c:pt idx="100">
                  <c:v>0.1495648687780346</c:v>
                </c:pt>
                <c:pt idx="101">
                  <c:v>0.1495648687780346</c:v>
                </c:pt>
                <c:pt idx="102">
                  <c:v>0.1495648687780346</c:v>
                </c:pt>
                <c:pt idx="103">
                  <c:v>0.1495648687780346</c:v>
                </c:pt>
                <c:pt idx="104">
                  <c:v>0.1495648687780346</c:v>
                </c:pt>
                <c:pt idx="105">
                  <c:v>0.1495648687780346</c:v>
                </c:pt>
                <c:pt idx="106">
                  <c:v>0.1495648687780346</c:v>
                </c:pt>
                <c:pt idx="107">
                  <c:v>0.1495648687780346</c:v>
                </c:pt>
                <c:pt idx="108">
                  <c:v>0.1495648687780346</c:v>
                </c:pt>
                <c:pt idx="109">
                  <c:v>0.1495648687780346</c:v>
                </c:pt>
                <c:pt idx="110">
                  <c:v>0.1495648687780346</c:v>
                </c:pt>
                <c:pt idx="111">
                  <c:v>0.1495648687780346</c:v>
                </c:pt>
                <c:pt idx="112">
                  <c:v>0.1495648687780346</c:v>
                </c:pt>
                <c:pt idx="113">
                  <c:v>0.1495648687780346</c:v>
                </c:pt>
                <c:pt idx="114">
                  <c:v>0.1495648687780346</c:v>
                </c:pt>
                <c:pt idx="115">
                  <c:v>0.1495648687780346</c:v>
                </c:pt>
                <c:pt idx="116">
                  <c:v>0.1495648687780346</c:v>
                </c:pt>
                <c:pt idx="117">
                  <c:v>0.1495648687780346</c:v>
                </c:pt>
                <c:pt idx="118">
                  <c:v>0.1495648687780346</c:v>
                </c:pt>
                <c:pt idx="119">
                  <c:v>0.1495648687780346</c:v>
                </c:pt>
                <c:pt idx="120">
                  <c:v>0.1495648687780346</c:v>
                </c:pt>
                <c:pt idx="121">
                  <c:v>0.1495648687780346</c:v>
                </c:pt>
                <c:pt idx="122">
                  <c:v>0.1495648687780346</c:v>
                </c:pt>
                <c:pt idx="123">
                  <c:v>0.1495648687780346</c:v>
                </c:pt>
                <c:pt idx="124">
                  <c:v>0.1495648687780346</c:v>
                </c:pt>
                <c:pt idx="125">
                  <c:v>0.1495648687780346</c:v>
                </c:pt>
                <c:pt idx="126">
                  <c:v>0.1495648687780346</c:v>
                </c:pt>
                <c:pt idx="127">
                  <c:v>0.1495648687780346</c:v>
                </c:pt>
                <c:pt idx="128">
                  <c:v>0.1495648687780346</c:v>
                </c:pt>
                <c:pt idx="129">
                  <c:v>0.1495648687780346</c:v>
                </c:pt>
                <c:pt idx="130">
                  <c:v>0.1495648687780346</c:v>
                </c:pt>
                <c:pt idx="131">
                  <c:v>0.1495648687780346</c:v>
                </c:pt>
                <c:pt idx="132">
                  <c:v>0.1495648687780346</c:v>
                </c:pt>
                <c:pt idx="133">
                  <c:v>0.1495648687780346</c:v>
                </c:pt>
                <c:pt idx="134">
                  <c:v>0.1495648687780346</c:v>
                </c:pt>
                <c:pt idx="135">
                  <c:v>0.1495648687780346</c:v>
                </c:pt>
                <c:pt idx="136">
                  <c:v>0.1495648687780346</c:v>
                </c:pt>
                <c:pt idx="137">
                  <c:v>0.1495648687780346</c:v>
                </c:pt>
                <c:pt idx="138">
                  <c:v>0.1495648687780346</c:v>
                </c:pt>
                <c:pt idx="139">
                  <c:v>0.1495648687780346</c:v>
                </c:pt>
                <c:pt idx="140">
                  <c:v>0.1495648687780346</c:v>
                </c:pt>
                <c:pt idx="141">
                  <c:v>0.1495648687780346</c:v>
                </c:pt>
                <c:pt idx="142">
                  <c:v>0.1495648687780346</c:v>
                </c:pt>
                <c:pt idx="143">
                  <c:v>0.1495648687780346</c:v>
                </c:pt>
                <c:pt idx="144">
                  <c:v>0.1495648687780346</c:v>
                </c:pt>
                <c:pt idx="145">
                  <c:v>0.1495648687780346</c:v>
                </c:pt>
                <c:pt idx="146">
                  <c:v>0.1495648687780346</c:v>
                </c:pt>
                <c:pt idx="147">
                  <c:v>0.1495648687780346</c:v>
                </c:pt>
                <c:pt idx="148">
                  <c:v>0.1495648687780346</c:v>
                </c:pt>
                <c:pt idx="149">
                  <c:v>0.1495648687780346</c:v>
                </c:pt>
                <c:pt idx="150">
                  <c:v>0.1495648687780346</c:v>
                </c:pt>
                <c:pt idx="151">
                  <c:v>0.1495648687780346</c:v>
                </c:pt>
                <c:pt idx="152">
                  <c:v>0.1495648687780346</c:v>
                </c:pt>
                <c:pt idx="153">
                  <c:v>0.1495648687780346</c:v>
                </c:pt>
                <c:pt idx="154">
                  <c:v>0.1495648687780346</c:v>
                </c:pt>
                <c:pt idx="155">
                  <c:v>0.1495648687780346</c:v>
                </c:pt>
                <c:pt idx="156">
                  <c:v>0.1495648687780346</c:v>
                </c:pt>
                <c:pt idx="157">
                  <c:v>0.1495648687780346</c:v>
                </c:pt>
                <c:pt idx="158">
                  <c:v>0.1495648687780346</c:v>
                </c:pt>
                <c:pt idx="159">
                  <c:v>0.1495648687780346</c:v>
                </c:pt>
                <c:pt idx="160">
                  <c:v>0.1495648687780346</c:v>
                </c:pt>
                <c:pt idx="161">
                  <c:v>0.1495648687780346</c:v>
                </c:pt>
                <c:pt idx="162">
                  <c:v>0.1495648687780346</c:v>
                </c:pt>
                <c:pt idx="163">
                  <c:v>0.1495648687780346</c:v>
                </c:pt>
                <c:pt idx="164">
                  <c:v>0.1495648687780346</c:v>
                </c:pt>
                <c:pt idx="165">
                  <c:v>0.1495648687780346</c:v>
                </c:pt>
                <c:pt idx="166">
                  <c:v>0.1495648687780346</c:v>
                </c:pt>
                <c:pt idx="167">
                  <c:v>0.1495648687780346</c:v>
                </c:pt>
                <c:pt idx="168">
                  <c:v>0.1495648687780346</c:v>
                </c:pt>
                <c:pt idx="169">
                  <c:v>0.1495648687780346</c:v>
                </c:pt>
                <c:pt idx="170">
                  <c:v>0.1495648687780346</c:v>
                </c:pt>
                <c:pt idx="171">
                  <c:v>0.1495648687780346</c:v>
                </c:pt>
                <c:pt idx="172">
                  <c:v>0.1495648687780346</c:v>
                </c:pt>
                <c:pt idx="173">
                  <c:v>0.1495648687780346</c:v>
                </c:pt>
                <c:pt idx="174">
                  <c:v>0.1495648687780346</c:v>
                </c:pt>
                <c:pt idx="175">
                  <c:v>0.1495648687780346</c:v>
                </c:pt>
                <c:pt idx="176">
                  <c:v>0.1495648687780346</c:v>
                </c:pt>
                <c:pt idx="177">
                  <c:v>0.1495648687780346</c:v>
                </c:pt>
                <c:pt idx="178">
                  <c:v>0.1495648687780346</c:v>
                </c:pt>
                <c:pt idx="179">
                  <c:v>0.1495648687780346</c:v>
                </c:pt>
                <c:pt idx="180">
                  <c:v>0.1495648687780346</c:v>
                </c:pt>
                <c:pt idx="181">
                  <c:v>0.1495648687780346</c:v>
                </c:pt>
                <c:pt idx="182">
                  <c:v>0.1495648687780346</c:v>
                </c:pt>
                <c:pt idx="183">
                  <c:v>0.1495648687780346</c:v>
                </c:pt>
                <c:pt idx="184">
                  <c:v>0.1495648687780346</c:v>
                </c:pt>
                <c:pt idx="185">
                  <c:v>0.1495648687780346</c:v>
                </c:pt>
                <c:pt idx="186">
                  <c:v>0.1495648687780346</c:v>
                </c:pt>
                <c:pt idx="187">
                  <c:v>0.1495648687780346</c:v>
                </c:pt>
                <c:pt idx="188">
                  <c:v>0.1495648687780346</c:v>
                </c:pt>
                <c:pt idx="189">
                  <c:v>0.1495648687780346</c:v>
                </c:pt>
                <c:pt idx="190">
                  <c:v>0.1495648687780346</c:v>
                </c:pt>
                <c:pt idx="191">
                  <c:v>0.1495648687780346</c:v>
                </c:pt>
                <c:pt idx="192">
                  <c:v>0.1495648687780346</c:v>
                </c:pt>
                <c:pt idx="193">
                  <c:v>0.1495648687780346</c:v>
                </c:pt>
                <c:pt idx="194">
                  <c:v>0.1495648687780346</c:v>
                </c:pt>
                <c:pt idx="195">
                  <c:v>0.1495648687780346</c:v>
                </c:pt>
                <c:pt idx="196">
                  <c:v>0.1495648687780346</c:v>
                </c:pt>
                <c:pt idx="197">
                  <c:v>0.1495648687780346</c:v>
                </c:pt>
                <c:pt idx="198">
                  <c:v>0.1495648687780346</c:v>
                </c:pt>
                <c:pt idx="199">
                  <c:v>0.1495648687780346</c:v>
                </c:pt>
                <c:pt idx="200">
                  <c:v>0.1495648687780346</c:v>
                </c:pt>
                <c:pt idx="201">
                  <c:v>0.1495648687780346</c:v>
                </c:pt>
                <c:pt idx="202">
                  <c:v>0.1495648687780346</c:v>
                </c:pt>
                <c:pt idx="203">
                  <c:v>0.1495648687780346</c:v>
                </c:pt>
                <c:pt idx="204">
                  <c:v>0.1495648687780346</c:v>
                </c:pt>
                <c:pt idx="205">
                  <c:v>0.1495648687780346</c:v>
                </c:pt>
                <c:pt idx="206">
                  <c:v>0.1495648687780346</c:v>
                </c:pt>
                <c:pt idx="207">
                  <c:v>0.1495648687780346</c:v>
                </c:pt>
                <c:pt idx="208">
                  <c:v>0.1495648687780346</c:v>
                </c:pt>
                <c:pt idx="209">
                  <c:v>0.1495648687780346</c:v>
                </c:pt>
                <c:pt idx="210">
                  <c:v>0.1495648687780346</c:v>
                </c:pt>
                <c:pt idx="211">
                  <c:v>0.1495648687780346</c:v>
                </c:pt>
                <c:pt idx="212">
                  <c:v>0.1495648687780346</c:v>
                </c:pt>
                <c:pt idx="213">
                  <c:v>0.1495648687780346</c:v>
                </c:pt>
                <c:pt idx="214">
                  <c:v>0.1495648687780346</c:v>
                </c:pt>
                <c:pt idx="215">
                  <c:v>0.1495648687780346</c:v>
                </c:pt>
                <c:pt idx="216">
                  <c:v>0.1495648687780346</c:v>
                </c:pt>
                <c:pt idx="217">
                  <c:v>0.1495648687780346</c:v>
                </c:pt>
                <c:pt idx="218">
                  <c:v>0.1495648687780346</c:v>
                </c:pt>
                <c:pt idx="219">
                  <c:v>0.1495648687780346</c:v>
                </c:pt>
                <c:pt idx="220">
                  <c:v>0.1495648687780346</c:v>
                </c:pt>
                <c:pt idx="221">
                  <c:v>0.1495648687780346</c:v>
                </c:pt>
                <c:pt idx="222">
                  <c:v>0.1495648687780346</c:v>
                </c:pt>
                <c:pt idx="223">
                  <c:v>0.1495648687780346</c:v>
                </c:pt>
                <c:pt idx="224">
                  <c:v>0.1495648687780346</c:v>
                </c:pt>
                <c:pt idx="225">
                  <c:v>0.1495648687780346</c:v>
                </c:pt>
                <c:pt idx="226">
                  <c:v>0.1495648687780346</c:v>
                </c:pt>
                <c:pt idx="227">
                  <c:v>0.1495648687780346</c:v>
                </c:pt>
                <c:pt idx="228">
                  <c:v>0.1495648687780346</c:v>
                </c:pt>
                <c:pt idx="229">
                  <c:v>0.1495648687780346</c:v>
                </c:pt>
                <c:pt idx="230">
                  <c:v>0.1495648687780346</c:v>
                </c:pt>
                <c:pt idx="231">
                  <c:v>0.1495648687780346</c:v>
                </c:pt>
                <c:pt idx="232">
                  <c:v>0.1495648687780346</c:v>
                </c:pt>
                <c:pt idx="233">
                  <c:v>0.1495648687780346</c:v>
                </c:pt>
                <c:pt idx="234">
                  <c:v>0.1495648687780346</c:v>
                </c:pt>
                <c:pt idx="235">
                  <c:v>0.1495648687780346</c:v>
                </c:pt>
                <c:pt idx="236">
                  <c:v>0.1495648687780346</c:v>
                </c:pt>
                <c:pt idx="237">
                  <c:v>0.1495648687780346</c:v>
                </c:pt>
                <c:pt idx="238">
                  <c:v>0.1495648687780346</c:v>
                </c:pt>
                <c:pt idx="239">
                  <c:v>0.1495648687780346</c:v>
                </c:pt>
                <c:pt idx="240">
                  <c:v>0.1495648687780346</c:v>
                </c:pt>
                <c:pt idx="241">
                  <c:v>0.1495648687780346</c:v>
                </c:pt>
                <c:pt idx="242">
                  <c:v>0.1495648687780346</c:v>
                </c:pt>
                <c:pt idx="243">
                  <c:v>0.1495648687780346</c:v>
                </c:pt>
                <c:pt idx="244">
                  <c:v>0.1495648687780346</c:v>
                </c:pt>
                <c:pt idx="245">
                  <c:v>0.1495648687780346</c:v>
                </c:pt>
                <c:pt idx="246">
                  <c:v>0.1495648687780346</c:v>
                </c:pt>
                <c:pt idx="247">
                  <c:v>0.1495648687780346</c:v>
                </c:pt>
                <c:pt idx="248">
                  <c:v>0.1495648687780346</c:v>
                </c:pt>
                <c:pt idx="249">
                  <c:v>0.1495648687780346</c:v>
                </c:pt>
                <c:pt idx="250">
                  <c:v>0.1495648687780346</c:v>
                </c:pt>
                <c:pt idx="251">
                  <c:v>0.1495648687780346</c:v>
                </c:pt>
                <c:pt idx="252">
                  <c:v>0.1495648687780346</c:v>
                </c:pt>
                <c:pt idx="253">
                  <c:v>0.1495648687780346</c:v>
                </c:pt>
                <c:pt idx="254">
                  <c:v>0.1495648687780346</c:v>
                </c:pt>
                <c:pt idx="255">
                  <c:v>0.1495648687780346</c:v>
                </c:pt>
                <c:pt idx="256">
                  <c:v>0.1495648687780346</c:v>
                </c:pt>
                <c:pt idx="257">
                  <c:v>0.1495648687780346</c:v>
                </c:pt>
                <c:pt idx="258">
                  <c:v>0.1495648687780346</c:v>
                </c:pt>
                <c:pt idx="259">
                  <c:v>0.1495648687780346</c:v>
                </c:pt>
                <c:pt idx="260">
                  <c:v>0.1495648687780346</c:v>
                </c:pt>
                <c:pt idx="261">
                  <c:v>0.1495648687780346</c:v>
                </c:pt>
                <c:pt idx="262">
                  <c:v>0.1495648687780346</c:v>
                </c:pt>
                <c:pt idx="263">
                  <c:v>0.1495648687780346</c:v>
                </c:pt>
                <c:pt idx="264">
                  <c:v>0.1495648687780346</c:v>
                </c:pt>
                <c:pt idx="265">
                  <c:v>0.1495648687780346</c:v>
                </c:pt>
                <c:pt idx="266">
                  <c:v>0.1495648687780346</c:v>
                </c:pt>
                <c:pt idx="267">
                  <c:v>0.1495648687780346</c:v>
                </c:pt>
                <c:pt idx="268">
                  <c:v>0.1495648687780346</c:v>
                </c:pt>
                <c:pt idx="269">
                  <c:v>0.1495648687780346</c:v>
                </c:pt>
                <c:pt idx="270">
                  <c:v>0.1495648687780346</c:v>
                </c:pt>
                <c:pt idx="271">
                  <c:v>0.1495648687780346</c:v>
                </c:pt>
                <c:pt idx="272">
                  <c:v>0.1495648687780346</c:v>
                </c:pt>
                <c:pt idx="273">
                  <c:v>0.1495648687780346</c:v>
                </c:pt>
                <c:pt idx="274">
                  <c:v>0.1495648687780346</c:v>
                </c:pt>
                <c:pt idx="275">
                  <c:v>0.1495648687780346</c:v>
                </c:pt>
                <c:pt idx="276">
                  <c:v>0.1495648687780346</c:v>
                </c:pt>
                <c:pt idx="277">
                  <c:v>0.1495648687780346</c:v>
                </c:pt>
                <c:pt idx="278">
                  <c:v>0.1495648687780346</c:v>
                </c:pt>
                <c:pt idx="279">
                  <c:v>0.1495648687780346</c:v>
                </c:pt>
                <c:pt idx="280">
                  <c:v>0.1495648687780346</c:v>
                </c:pt>
                <c:pt idx="281">
                  <c:v>0.1495648687780346</c:v>
                </c:pt>
                <c:pt idx="282">
                  <c:v>0.1495648687780346</c:v>
                </c:pt>
                <c:pt idx="283">
                  <c:v>0.1495648687780346</c:v>
                </c:pt>
                <c:pt idx="284">
                  <c:v>0.1495648687780346</c:v>
                </c:pt>
                <c:pt idx="285">
                  <c:v>0.1495648687780346</c:v>
                </c:pt>
                <c:pt idx="286">
                  <c:v>0.1495648687780346</c:v>
                </c:pt>
                <c:pt idx="287">
                  <c:v>0.1495648687780346</c:v>
                </c:pt>
                <c:pt idx="288">
                  <c:v>0.1495648687780346</c:v>
                </c:pt>
                <c:pt idx="289">
                  <c:v>0.1495648687780346</c:v>
                </c:pt>
                <c:pt idx="290">
                  <c:v>0.1495648687780346</c:v>
                </c:pt>
                <c:pt idx="291">
                  <c:v>0.1495648687780346</c:v>
                </c:pt>
                <c:pt idx="292">
                  <c:v>0.1495648687780346</c:v>
                </c:pt>
                <c:pt idx="293">
                  <c:v>0.1495648687780346</c:v>
                </c:pt>
                <c:pt idx="294">
                  <c:v>0.1495648687780346</c:v>
                </c:pt>
                <c:pt idx="295">
                  <c:v>0.1495648687780346</c:v>
                </c:pt>
                <c:pt idx="296">
                  <c:v>0.1495648687780346</c:v>
                </c:pt>
                <c:pt idx="297">
                  <c:v>0.1495648687780346</c:v>
                </c:pt>
                <c:pt idx="298">
                  <c:v>0.1495648687780346</c:v>
                </c:pt>
                <c:pt idx="299">
                  <c:v>0.1495648687780346</c:v>
                </c:pt>
                <c:pt idx="300">
                  <c:v>0.1495648687780346</c:v>
                </c:pt>
                <c:pt idx="301">
                  <c:v>0.1495648687780346</c:v>
                </c:pt>
                <c:pt idx="302">
                  <c:v>0.1495648687780346</c:v>
                </c:pt>
                <c:pt idx="303">
                  <c:v>0.1495648687780346</c:v>
                </c:pt>
                <c:pt idx="304">
                  <c:v>0.1495648687780346</c:v>
                </c:pt>
                <c:pt idx="305">
                  <c:v>0.1495648687780346</c:v>
                </c:pt>
                <c:pt idx="306">
                  <c:v>0.1495648687780346</c:v>
                </c:pt>
                <c:pt idx="307">
                  <c:v>0.1495648687780346</c:v>
                </c:pt>
                <c:pt idx="308">
                  <c:v>0.1495648687780346</c:v>
                </c:pt>
                <c:pt idx="309">
                  <c:v>0.1495648687780346</c:v>
                </c:pt>
                <c:pt idx="310">
                  <c:v>0.1495648687780346</c:v>
                </c:pt>
                <c:pt idx="311">
                  <c:v>0.1495648687780346</c:v>
                </c:pt>
                <c:pt idx="312">
                  <c:v>0.1495648687780346</c:v>
                </c:pt>
                <c:pt idx="313">
                  <c:v>0.1495648687780346</c:v>
                </c:pt>
                <c:pt idx="314">
                  <c:v>0.1495648687780346</c:v>
                </c:pt>
                <c:pt idx="315">
                  <c:v>0.1495648687780346</c:v>
                </c:pt>
                <c:pt idx="316">
                  <c:v>0.1495648687780346</c:v>
                </c:pt>
                <c:pt idx="317">
                  <c:v>0.1495648687780346</c:v>
                </c:pt>
                <c:pt idx="318">
                  <c:v>0.1495648687780346</c:v>
                </c:pt>
                <c:pt idx="319">
                  <c:v>0.1495648687780346</c:v>
                </c:pt>
                <c:pt idx="320">
                  <c:v>0.1495648687780346</c:v>
                </c:pt>
                <c:pt idx="321">
                  <c:v>0.1495648687780346</c:v>
                </c:pt>
                <c:pt idx="322">
                  <c:v>0.1495648687780346</c:v>
                </c:pt>
                <c:pt idx="323">
                  <c:v>0.1495648687780346</c:v>
                </c:pt>
                <c:pt idx="324">
                  <c:v>0.1495648687780346</c:v>
                </c:pt>
                <c:pt idx="325">
                  <c:v>0.1495648687780346</c:v>
                </c:pt>
                <c:pt idx="326">
                  <c:v>0.1495648687780346</c:v>
                </c:pt>
                <c:pt idx="327">
                  <c:v>0.1495648687780346</c:v>
                </c:pt>
                <c:pt idx="328">
                  <c:v>0.1495648687780346</c:v>
                </c:pt>
                <c:pt idx="329">
                  <c:v>0.1495648687780346</c:v>
                </c:pt>
                <c:pt idx="330">
                  <c:v>0.1495648687780346</c:v>
                </c:pt>
                <c:pt idx="331">
                  <c:v>0.1495648687780346</c:v>
                </c:pt>
                <c:pt idx="332">
                  <c:v>0.1495648687780346</c:v>
                </c:pt>
                <c:pt idx="333">
                  <c:v>0.1495648687780346</c:v>
                </c:pt>
                <c:pt idx="334">
                  <c:v>0.1495648687780346</c:v>
                </c:pt>
                <c:pt idx="335">
                  <c:v>0.1495648687780346</c:v>
                </c:pt>
                <c:pt idx="336">
                  <c:v>0.1495648687780346</c:v>
                </c:pt>
                <c:pt idx="337">
                  <c:v>0.1495648687780346</c:v>
                </c:pt>
                <c:pt idx="338">
                  <c:v>0.1495648687780346</c:v>
                </c:pt>
                <c:pt idx="339">
                  <c:v>0.1495648687780346</c:v>
                </c:pt>
                <c:pt idx="340">
                  <c:v>0.1495648687780346</c:v>
                </c:pt>
                <c:pt idx="341">
                  <c:v>0.1495648687780346</c:v>
                </c:pt>
                <c:pt idx="342">
                  <c:v>0.1495648687780346</c:v>
                </c:pt>
                <c:pt idx="343">
                  <c:v>0.1495648687780346</c:v>
                </c:pt>
                <c:pt idx="344">
                  <c:v>0.1495648687780346</c:v>
                </c:pt>
                <c:pt idx="345">
                  <c:v>0.1495648687780346</c:v>
                </c:pt>
                <c:pt idx="346">
                  <c:v>0.1495648687780346</c:v>
                </c:pt>
                <c:pt idx="347">
                  <c:v>0.1495648687780346</c:v>
                </c:pt>
                <c:pt idx="348">
                  <c:v>0.1495648687780346</c:v>
                </c:pt>
                <c:pt idx="349">
                  <c:v>0.1495648687780346</c:v>
                </c:pt>
                <c:pt idx="350">
                  <c:v>0.1495648687780346</c:v>
                </c:pt>
                <c:pt idx="351">
                  <c:v>0.1495648687780346</c:v>
                </c:pt>
                <c:pt idx="352">
                  <c:v>0.1495648687780346</c:v>
                </c:pt>
                <c:pt idx="353">
                  <c:v>0.1495648687780346</c:v>
                </c:pt>
                <c:pt idx="354">
                  <c:v>0.1495648687780346</c:v>
                </c:pt>
                <c:pt idx="355">
                  <c:v>0.1495648687780346</c:v>
                </c:pt>
                <c:pt idx="356">
                  <c:v>0.1495648687780346</c:v>
                </c:pt>
                <c:pt idx="357">
                  <c:v>0.1495648687780346</c:v>
                </c:pt>
                <c:pt idx="358">
                  <c:v>0.1495648687780346</c:v>
                </c:pt>
                <c:pt idx="359">
                  <c:v>0.1495648687780346</c:v>
                </c:pt>
                <c:pt idx="360">
                  <c:v>0.1495648687780346</c:v>
                </c:pt>
                <c:pt idx="361">
                  <c:v>0.1495648687780346</c:v>
                </c:pt>
                <c:pt idx="362">
                  <c:v>0.1495648687780346</c:v>
                </c:pt>
                <c:pt idx="363">
                  <c:v>0.1495648687780346</c:v>
                </c:pt>
                <c:pt idx="364">
                  <c:v>0.1495648687780346</c:v>
                </c:pt>
                <c:pt idx="365">
                  <c:v>0.1495648687780346</c:v>
                </c:pt>
                <c:pt idx="366">
                  <c:v>0.1495648687780346</c:v>
                </c:pt>
                <c:pt idx="367">
                  <c:v>0.1495648687780346</c:v>
                </c:pt>
                <c:pt idx="368">
                  <c:v>0.1495648687780346</c:v>
                </c:pt>
                <c:pt idx="369">
                  <c:v>0.1495648687780346</c:v>
                </c:pt>
                <c:pt idx="370">
                  <c:v>0.1495648687780346</c:v>
                </c:pt>
                <c:pt idx="371">
                  <c:v>0.1495648687780346</c:v>
                </c:pt>
                <c:pt idx="372">
                  <c:v>0.1495648687780346</c:v>
                </c:pt>
                <c:pt idx="373">
                  <c:v>0.1495648687780346</c:v>
                </c:pt>
                <c:pt idx="374">
                  <c:v>0.1495648687780346</c:v>
                </c:pt>
                <c:pt idx="375">
                  <c:v>0.1495648687780346</c:v>
                </c:pt>
                <c:pt idx="376">
                  <c:v>0.1495648687780346</c:v>
                </c:pt>
                <c:pt idx="377">
                  <c:v>0.1495648687780346</c:v>
                </c:pt>
                <c:pt idx="378">
                  <c:v>0.1495648687780346</c:v>
                </c:pt>
                <c:pt idx="379">
                  <c:v>0.1495648687780346</c:v>
                </c:pt>
                <c:pt idx="380">
                  <c:v>0.1495648687780346</c:v>
                </c:pt>
                <c:pt idx="381">
                  <c:v>0.1495648687780346</c:v>
                </c:pt>
                <c:pt idx="382">
                  <c:v>0.1495648687780346</c:v>
                </c:pt>
                <c:pt idx="383">
                  <c:v>0.1495648687780346</c:v>
                </c:pt>
                <c:pt idx="384">
                  <c:v>0.1495648687780346</c:v>
                </c:pt>
                <c:pt idx="385">
                  <c:v>0.1495648687780346</c:v>
                </c:pt>
                <c:pt idx="386">
                  <c:v>0.1495648687780346</c:v>
                </c:pt>
                <c:pt idx="387">
                  <c:v>0.1495648687780346</c:v>
                </c:pt>
                <c:pt idx="388">
                  <c:v>0.1495648687780346</c:v>
                </c:pt>
                <c:pt idx="389">
                  <c:v>0.1495648687780346</c:v>
                </c:pt>
                <c:pt idx="390">
                  <c:v>0.1495648687780346</c:v>
                </c:pt>
                <c:pt idx="391">
                  <c:v>0.1495648687780346</c:v>
                </c:pt>
                <c:pt idx="392">
                  <c:v>0.1495648687780346</c:v>
                </c:pt>
                <c:pt idx="393">
                  <c:v>0.1495648687780346</c:v>
                </c:pt>
                <c:pt idx="394">
                  <c:v>0.1495648687780346</c:v>
                </c:pt>
                <c:pt idx="395">
                  <c:v>0.1495648687780346</c:v>
                </c:pt>
                <c:pt idx="396">
                  <c:v>0.1495648687780346</c:v>
                </c:pt>
                <c:pt idx="397">
                  <c:v>0.1495648687780346</c:v>
                </c:pt>
                <c:pt idx="398">
                  <c:v>0.1495648687780346</c:v>
                </c:pt>
                <c:pt idx="399">
                  <c:v>0.1495648687780346</c:v>
                </c:pt>
                <c:pt idx="400">
                  <c:v>0.1495648687780346</c:v>
                </c:pt>
                <c:pt idx="401">
                  <c:v>0.1495648687780346</c:v>
                </c:pt>
                <c:pt idx="402">
                  <c:v>0.1495648687780346</c:v>
                </c:pt>
                <c:pt idx="403">
                  <c:v>0.1495648687780346</c:v>
                </c:pt>
                <c:pt idx="404">
                  <c:v>0.1495648687780346</c:v>
                </c:pt>
                <c:pt idx="405">
                  <c:v>0.1495648687780346</c:v>
                </c:pt>
                <c:pt idx="406">
                  <c:v>0.1495648687780346</c:v>
                </c:pt>
                <c:pt idx="407">
                  <c:v>0.1495648687780346</c:v>
                </c:pt>
                <c:pt idx="408">
                  <c:v>0.1495648687780346</c:v>
                </c:pt>
                <c:pt idx="409">
                  <c:v>0.1495648687780346</c:v>
                </c:pt>
                <c:pt idx="410">
                  <c:v>0.1495648687780346</c:v>
                </c:pt>
                <c:pt idx="411">
                  <c:v>0.1495648687780346</c:v>
                </c:pt>
                <c:pt idx="412">
                  <c:v>0.1495648687780346</c:v>
                </c:pt>
                <c:pt idx="413">
                  <c:v>0.1495648687780346</c:v>
                </c:pt>
                <c:pt idx="414">
                  <c:v>0.1495648687780346</c:v>
                </c:pt>
                <c:pt idx="415">
                  <c:v>0.1495648687780346</c:v>
                </c:pt>
                <c:pt idx="416">
                  <c:v>0.1495648687780346</c:v>
                </c:pt>
                <c:pt idx="417">
                  <c:v>0.1495648687780346</c:v>
                </c:pt>
                <c:pt idx="418">
                  <c:v>0.1495648687780346</c:v>
                </c:pt>
                <c:pt idx="419">
                  <c:v>0.1495648687780346</c:v>
                </c:pt>
                <c:pt idx="420">
                  <c:v>0.1495648687780346</c:v>
                </c:pt>
                <c:pt idx="421">
                  <c:v>0.1495648687780346</c:v>
                </c:pt>
                <c:pt idx="422">
                  <c:v>0.1495648687780346</c:v>
                </c:pt>
                <c:pt idx="423">
                  <c:v>0.1495648687780346</c:v>
                </c:pt>
                <c:pt idx="424">
                  <c:v>0.1495648687780346</c:v>
                </c:pt>
                <c:pt idx="425">
                  <c:v>0.1495648687780346</c:v>
                </c:pt>
                <c:pt idx="426">
                  <c:v>0.1495648687780346</c:v>
                </c:pt>
                <c:pt idx="427">
                  <c:v>0.1495648687780346</c:v>
                </c:pt>
                <c:pt idx="428">
                  <c:v>0.1495648687780346</c:v>
                </c:pt>
                <c:pt idx="429">
                  <c:v>0.1495648687780346</c:v>
                </c:pt>
                <c:pt idx="430">
                  <c:v>0.1495648687780346</c:v>
                </c:pt>
                <c:pt idx="431">
                  <c:v>0.1495648687780346</c:v>
                </c:pt>
                <c:pt idx="432">
                  <c:v>0.1495648687780346</c:v>
                </c:pt>
                <c:pt idx="433">
                  <c:v>0.1495648687780346</c:v>
                </c:pt>
                <c:pt idx="434">
                  <c:v>0.1495648687780346</c:v>
                </c:pt>
                <c:pt idx="435">
                  <c:v>0.1495648687780346</c:v>
                </c:pt>
                <c:pt idx="436">
                  <c:v>0.1495648687780346</c:v>
                </c:pt>
                <c:pt idx="437">
                  <c:v>0.1495648687780346</c:v>
                </c:pt>
                <c:pt idx="438">
                  <c:v>0.1495648687780346</c:v>
                </c:pt>
                <c:pt idx="439">
                  <c:v>0.1495648687780346</c:v>
                </c:pt>
                <c:pt idx="440">
                  <c:v>0.1495648687780346</c:v>
                </c:pt>
                <c:pt idx="441">
                  <c:v>0.1495648687780346</c:v>
                </c:pt>
                <c:pt idx="442">
                  <c:v>0.1495648687780346</c:v>
                </c:pt>
                <c:pt idx="443">
                  <c:v>0.1495648687780346</c:v>
                </c:pt>
                <c:pt idx="444">
                  <c:v>0.1495648687780346</c:v>
                </c:pt>
                <c:pt idx="445">
                  <c:v>0.1495648687780346</c:v>
                </c:pt>
                <c:pt idx="446">
                  <c:v>0.1495648687780346</c:v>
                </c:pt>
                <c:pt idx="447">
                  <c:v>0.1495648687780346</c:v>
                </c:pt>
                <c:pt idx="448">
                  <c:v>0.1495648687780346</c:v>
                </c:pt>
                <c:pt idx="449">
                  <c:v>0.1495648687780346</c:v>
                </c:pt>
                <c:pt idx="450">
                  <c:v>0.1495648687780346</c:v>
                </c:pt>
                <c:pt idx="451">
                  <c:v>0.1495648687780346</c:v>
                </c:pt>
                <c:pt idx="452">
                  <c:v>0.1495648687780346</c:v>
                </c:pt>
                <c:pt idx="453">
                  <c:v>0.1495648687780346</c:v>
                </c:pt>
                <c:pt idx="454">
                  <c:v>0.1495648687780346</c:v>
                </c:pt>
                <c:pt idx="455">
                  <c:v>0.1495648687780346</c:v>
                </c:pt>
                <c:pt idx="456">
                  <c:v>0.1495648687780346</c:v>
                </c:pt>
                <c:pt idx="457">
                  <c:v>0.1495648687780346</c:v>
                </c:pt>
                <c:pt idx="458">
                  <c:v>0.1495648687780346</c:v>
                </c:pt>
                <c:pt idx="459">
                  <c:v>0.1495648687780346</c:v>
                </c:pt>
                <c:pt idx="460">
                  <c:v>0.1495648687780346</c:v>
                </c:pt>
                <c:pt idx="461">
                  <c:v>0.1495648687780346</c:v>
                </c:pt>
                <c:pt idx="462">
                  <c:v>0.1495648687780346</c:v>
                </c:pt>
                <c:pt idx="463">
                  <c:v>0.1495648687780346</c:v>
                </c:pt>
                <c:pt idx="464">
                  <c:v>0.1495648687780346</c:v>
                </c:pt>
                <c:pt idx="465">
                  <c:v>0.1495648687780346</c:v>
                </c:pt>
                <c:pt idx="466">
                  <c:v>0.1495648687780346</c:v>
                </c:pt>
                <c:pt idx="467">
                  <c:v>0.1495648687780346</c:v>
                </c:pt>
                <c:pt idx="468">
                  <c:v>0.1495648687780346</c:v>
                </c:pt>
                <c:pt idx="469">
                  <c:v>0.1495648687780346</c:v>
                </c:pt>
                <c:pt idx="470">
                  <c:v>0.1495648687780346</c:v>
                </c:pt>
                <c:pt idx="471">
                  <c:v>0.1495648687780346</c:v>
                </c:pt>
                <c:pt idx="472">
                  <c:v>0.1495648687780346</c:v>
                </c:pt>
                <c:pt idx="473">
                  <c:v>0.1495648687780346</c:v>
                </c:pt>
                <c:pt idx="474">
                  <c:v>0.1495648687780346</c:v>
                </c:pt>
                <c:pt idx="475">
                  <c:v>0.1495648687780346</c:v>
                </c:pt>
                <c:pt idx="476">
                  <c:v>0.1495648687780346</c:v>
                </c:pt>
                <c:pt idx="477">
                  <c:v>0.1495648687780346</c:v>
                </c:pt>
                <c:pt idx="478">
                  <c:v>0.1495648687780346</c:v>
                </c:pt>
                <c:pt idx="479">
                  <c:v>0.1495648687780346</c:v>
                </c:pt>
                <c:pt idx="480">
                  <c:v>0.1495648687780346</c:v>
                </c:pt>
                <c:pt idx="481">
                  <c:v>0.1495648687780346</c:v>
                </c:pt>
                <c:pt idx="482">
                  <c:v>0.1495648687780346</c:v>
                </c:pt>
                <c:pt idx="483">
                  <c:v>0.1495648687780346</c:v>
                </c:pt>
                <c:pt idx="484">
                  <c:v>0.1495648687780346</c:v>
                </c:pt>
                <c:pt idx="485">
                  <c:v>0.1495648687780346</c:v>
                </c:pt>
                <c:pt idx="486">
                  <c:v>0.1495648687780346</c:v>
                </c:pt>
                <c:pt idx="487">
                  <c:v>0.1495648687780346</c:v>
                </c:pt>
                <c:pt idx="488">
                  <c:v>0.1495648687780346</c:v>
                </c:pt>
                <c:pt idx="489">
                  <c:v>0.1495648687780346</c:v>
                </c:pt>
                <c:pt idx="490">
                  <c:v>0.1495648687780346</c:v>
                </c:pt>
                <c:pt idx="491">
                  <c:v>0.1495648687780346</c:v>
                </c:pt>
                <c:pt idx="492">
                  <c:v>0.1495648687780346</c:v>
                </c:pt>
                <c:pt idx="493">
                  <c:v>0.1495648687780346</c:v>
                </c:pt>
                <c:pt idx="494">
                  <c:v>0.1495648687780346</c:v>
                </c:pt>
                <c:pt idx="495">
                  <c:v>0.1495648687780346</c:v>
                </c:pt>
                <c:pt idx="496">
                  <c:v>0.1495648687780346</c:v>
                </c:pt>
                <c:pt idx="497">
                  <c:v>0.1495648687780346</c:v>
                </c:pt>
                <c:pt idx="498">
                  <c:v>0.1495648687780346</c:v>
                </c:pt>
                <c:pt idx="499">
                  <c:v>0.1495648687780346</c:v>
                </c:pt>
                <c:pt idx="500">
                  <c:v>0.1495648687780346</c:v>
                </c:pt>
                <c:pt idx="501">
                  <c:v>0.1495648687780346</c:v>
                </c:pt>
                <c:pt idx="502">
                  <c:v>0.1495648687780346</c:v>
                </c:pt>
                <c:pt idx="503">
                  <c:v>0.1495648687780346</c:v>
                </c:pt>
                <c:pt idx="504">
                  <c:v>0.1495648687780346</c:v>
                </c:pt>
                <c:pt idx="505">
                  <c:v>0.1495648687780346</c:v>
                </c:pt>
                <c:pt idx="506">
                  <c:v>0.1495648687780346</c:v>
                </c:pt>
                <c:pt idx="507">
                  <c:v>0.1495648687780346</c:v>
                </c:pt>
                <c:pt idx="508">
                  <c:v>0.1495648687780346</c:v>
                </c:pt>
                <c:pt idx="509">
                  <c:v>0.1495648687780346</c:v>
                </c:pt>
                <c:pt idx="510">
                  <c:v>0.1495648687780346</c:v>
                </c:pt>
                <c:pt idx="511">
                  <c:v>0.1495648687780346</c:v>
                </c:pt>
                <c:pt idx="512">
                  <c:v>0.1495648687780346</c:v>
                </c:pt>
                <c:pt idx="513">
                  <c:v>0.1495648687780346</c:v>
                </c:pt>
                <c:pt idx="514">
                  <c:v>0.1495648687780346</c:v>
                </c:pt>
                <c:pt idx="515">
                  <c:v>0.1495648687780346</c:v>
                </c:pt>
                <c:pt idx="516">
                  <c:v>0.1495648687780346</c:v>
                </c:pt>
                <c:pt idx="517">
                  <c:v>0.1495648687780346</c:v>
                </c:pt>
                <c:pt idx="518">
                  <c:v>0.1495648687780346</c:v>
                </c:pt>
                <c:pt idx="519">
                  <c:v>0.1495648687780346</c:v>
                </c:pt>
                <c:pt idx="520">
                  <c:v>0.1495648687780346</c:v>
                </c:pt>
                <c:pt idx="521">
                  <c:v>0.1495648687780346</c:v>
                </c:pt>
                <c:pt idx="522">
                  <c:v>0.1495648687780346</c:v>
                </c:pt>
                <c:pt idx="523">
                  <c:v>0.1495648687780346</c:v>
                </c:pt>
                <c:pt idx="524">
                  <c:v>0.1495648687780346</c:v>
                </c:pt>
                <c:pt idx="525">
                  <c:v>0.1495648687780346</c:v>
                </c:pt>
                <c:pt idx="526">
                  <c:v>0.1495648687780346</c:v>
                </c:pt>
                <c:pt idx="527">
                  <c:v>0.1495648687780346</c:v>
                </c:pt>
                <c:pt idx="528">
                  <c:v>0.1495648687780346</c:v>
                </c:pt>
                <c:pt idx="529">
                  <c:v>0.1495648687780346</c:v>
                </c:pt>
                <c:pt idx="530">
                  <c:v>0.1495648687780346</c:v>
                </c:pt>
                <c:pt idx="531">
                  <c:v>0.1495648687780346</c:v>
                </c:pt>
                <c:pt idx="532">
                  <c:v>0.1495648687780346</c:v>
                </c:pt>
                <c:pt idx="533">
                  <c:v>0.1495648687780346</c:v>
                </c:pt>
                <c:pt idx="534">
                  <c:v>0.1495648687780346</c:v>
                </c:pt>
                <c:pt idx="535">
                  <c:v>0.1495648687780346</c:v>
                </c:pt>
                <c:pt idx="536">
                  <c:v>0.1495648687780346</c:v>
                </c:pt>
                <c:pt idx="537">
                  <c:v>0.1495648687780346</c:v>
                </c:pt>
                <c:pt idx="538">
                  <c:v>0.1495648687780346</c:v>
                </c:pt>
                <c:pt idx="539">
                  <c:v>0.1495648687780346</c:v>
                </c:pt>
                <c:pt idx="540">
                  <c:v>0.1495648687780346</c:v>
                </c:pt>
                <c:pt idx="541">
                  <c:v>0.1495648687780346</c:v>
                </c:pt>
                <c:pt idx="542">
                  <c:v>0.1495648687780346</c:v>
                </c:pt>
                <c:pt idx="543">
                  <c:v>0.1495648687780346</c:v>
                </c:pt>
                <c:pt idx="544">
                  <c:v>0.1495648687780346</c:v>
                </c:pt>
                <c:pt idx="545">
                  <c:v>0.1495648687780346</c:v>
                </c:pt>
                <c:pt idx="546">
                  <c:v>0.1495648687780346</c:v>
                </c:pt>
                <c:pt idx="547">
                  <c:v>0.1495648687780346</c:v>
                </c:pt>
                <c:pt idx="548">
                  <c:v>0.1495648687780346</c:v>
                </c:pt>
                <c:pt idx="549">
                  <c:v>0.1495648687780346</c:v>
                </c:pt>
                <c:pt idx="550">
                  <c:v>0.1495648687780346</c:v>
                </c:pt>
                <c:pt idx="551">
                  <c:v>0.1495648687780346</c:v>
                </c:pt>
                <c:pt idx="552">
                  <c:v>0.1495648687780346</c:v>
                </c:pt>
                <c:pt idx="553">
                  <c:v>0.1495648687780346</c:v>
                </c:pt>
                <c:pt idx="554">
                  <c:v>0.1495648687780346</c:v>
                </c:pt>
                <c:pt idx="555">
                  <c:v>0.1495648687780346</c:v>
                </c:pt>
                <c:pt idx="556">
                  <c:v>0.1495648687780346</c:v>
                </c:pt>
                <c:pt idx="557">
                  <c:v>0.1495648687780346</c:v>
                </c:pt>
                <c:pt idx="558">
                  <c:v>0.1495648687780346</c:v>
                </c:pt>
                <c:pt idx="559">
                  <c:v>0.1495648687780346</c:v>
                </c:pt>
                <c:pt idx="560">
                  <c:v>0.1495648687780346</c:v>
                </c:pt>
                <c:pt idx="561">
                  <c:v>0.1495648687780346</c:v>
                </c:pt>
                <c:pt idx="562">
                  <c:v>0.1495648687780346</c:v>
                </c:pt>
                <c:pt idx="563">
                  <c:v>0.1495648687780346</c:v>
                </c:pt>
                <c:pt idx="564">
                  <c:v>0.1495648687780346</c:v>
                </c:pt>
                <c:pt idx="565">
                  <c:v>0.1495648687780346</c:v>
                </c:pt>
                <c:pt idx="566">
                  <c:v>0.1495648687780346</c:v>
                </c:pt>
                <c:pt idx="567">
                  <c:v>0.1495648687780346</c:v>
                </c:pt>
                <c:pt idx="568">
                  <c:v>0.1495648687780346</c:v>
                </c:pt>
                <c:pt idx="569">
                  <c:v>0.1495648687780346</c:v>
                </c:pt>
                <c:pt idx="570">
                  <c:v>0.1495648687780346</c:v>
                </c:pt>
                <c:pt idx="571">
                  <c:v>0.1495648687780346</c:v>
                </c:pt>
                <c:pt idx="572">
                  <c:v>0.1495648687780346</c:v>
                </c:pt>
                <c:pt idx="573">
                  <c:v>0.1495648687780346</c:v>
                </c:pt>
                <c:pt idx="574">
                  <c:v>0.1495648687780346</c:v>
                </c:pt>
                <c:pt idx="575">
                  <c:v>0.1495648687780346</c:v>
                </c:pt>
                <c:pt idx="576">
                  <c:v>0.1495648687780346</c:v>
                </c:pt>
                <c:pt idx="577">
                  <c:v>0.1495648687780346</c:v>
                </c:pt>
                <c:pt idx="578">
                  <c:v>0.1495648687780346</c:v>
                </c:pt>
                <c:pt idx="579">
                  <c:v>0.1495648687780346</c:v>
                </c:pt>
                <c:pt idx="580">
                  <c:v>0.1495648687780346</c:v>
                </c:pt>
                <c:pt idx="581">
                  <c:v>0.1495648687780346</c:v>
                </c:pt>
                <c:pt idx="582">
                  <c:v>0.1495648687780346</c:v>
                </c:pt>
                <c:pt idx="583">
                  <c:v>0.1495648687780346</c:v>
                </c:pt>
                <c:pt idx="584">
                  <c:v>0.1495648687780346</c:v>
                </c:pt>
                <c:pt idx="585">
                  <c:v>0.1495648687780346</c:v>
                </c:pt>
                <c:pt idx="586">
                  <c:v>0.1495648687780346</c:v>
                </c:pt>
                <c:pt idx="587">
                  <c:v>0.1495648687780346</c:v>
                </c:pt>
                <c:pt idx="588">
                  <c:v>0.1495648687780346</c:v>
                </c:pt>
                <c:pt idx="589">
                  <c:v>0.1495648687780346</c:v>
                </c:pt>
                <c:pt idx="590">
                  <c:v>0.1495648687780346</c:v>
                </c:pt>
                <c:pt idx="591">
                  <c:v>0.1495648687780346</c:v>
                </c:pt>
                <c:pt idx="592">
                  <c:v>0.1495648687780346</c:v>
                </c:pt>
                <c:pt idx="593">
                  <c:v>0.1495648687780346</c:v>
                </c:pt>
                <c:pt idx="594">
                  <c:v>0.1495648687780346</c:v>
                </c:pt>
                <c:pt idx="595">
                  <c:v>0.1495648687780346</c:v>
                </c:pt>
                <c:pt idx="596">
                  <c:v>0.1495648687780346</c:v>
                </c:pt>
                <c:pt idx="597">
                  <c:v>0.1495648687780346</c:v>
                </c:pt>
                <c:pt idx="598">
                  <c:v>0.1495648687780346</c:v>
                </c:pt>
                <c:pt idx="599">
                  <c:v>0.1495648687780346</c:v>
                </c:pt>
                <c:pt idx="600">
                  <c:v>0.1495648687780346</c:v>
                </c:pt>
                <c:pt idx="601">
                  <c:v>0.1495648687780346</c:v>
                </c:pt>
                <c:pt idx="602">
                  <c:v>0.1495648687780346</c:v>
                </c:pt>
                <c:pt idx="603">
                  <c:v>0.1495648687780346</c:v>
                </c:pt>
                <c:pt idx="604">
                  <c:v>0.1495648687780346</c:v>
                </c:pt>
                <c:pt idx="605">
                  <c:v>0.1495648687780346</c:v>
                </c:pt>
                <c:pt idx="606">
                  <c:v>0.1495648687780346</c:v>
                </c:pt>
                <c:pt idx="607">
                  <c:v>0.1495648687780346</c:v>
                </c:pt>
                <c:pt idx="608">
                  <c:v>0.1495648687780346</c:v>
                </c:pt>
                <c:pt idx="609">
                  <c:v>0.1495648687780346</c:v>
                </c:pt>
                <c:pt idx="610">
                  <c:v>0.1495648687780346</c:v>
                </c:pt>
                <c:pt idx="611">
                  <c:v>0.1495648687780346</c:v>
                </c:pt>
                <c:pt idx="612">
                  <c:v>0.1495648687780346</c:v>
                </c:pt>
                <c:pt idx="613">
                  <c:v>0.1495648687780346</c:v>
                </c:pt>
                <c:pt idx="614">
                  <c:v>0.1495648687780346</c:v>
                </c:pt>
                <c:pt idx="615">
                  <c:v>0.1495648687780346</c:v>
                </c:pt>
                <c:pt idx="616">
                  <c:v>0.1495648687780346</c:v>
                </c:pt>
                <c:pt idx="617">
                  <c:v>0.1495648687780346</c:v>
                </c:pt>
                <c:pt idx="618">
                  <c:v>0.1495648687780346</c:v>
                </c:pt>
                <c:pt idx="619">
                  <c:v>0.1495648687780346</c:v>
                </c:pt>
                <c:pt idx="620">
                  <c:v>0.1495648687780346</c:v>
                </c:pt>
                <c:pt idx="621">
                  <c:v>0.1495648687780346</c:v>
                </c:pt>
                <c:pt idx="622">
                  <c:v>0.1495648687780346</c:v>
                </c:pt>
                <c:pt idx="623">
                  <c:v>0.1495648687780346</c:v>
                </c:pt>
                <c:pt idx="624">
                  <c:v>0.1495648687780346</c:v>
                </c:pt>
                <c:pt idx="625">
                  <c:v>0.1495648687780346</c:v>
                </c:pt>
                <c:pt idx="626">
                  <c:v>0.1495648687780346</c:v>
                </c:pt>
                <c:pt idx="627">
                  <c:v>0.1495648687780346</c:v>
                </c:pt>
                <c:pt idx="628">
                  <c:v>0.1495648687780346</c:v>
                </c:pt>
                <c:pt idx="629">
                  <c:v>0.1495648687780346</c:v>
                </c:pt>
                <c:pt idx="630">
                  <c:v>0.1495648687780346</c:v>
                </c:pt>
                <c:pt idx="631">
                  <c:v>0.1495648687780346</c:v>
                </c:pt>
                <c:pt idx="632">
                  <c:v>0.1495648687780346</c:v>
                </c:pt>
                <c:pt idx="633">
                  <c:v>0.1495648687780346</c:v>
                </c:pt>
                <c:pt idx="634">
                  <c:v>0.1495648687780346</c:v>
                </c:pt>
                <c:pt idx="635">
                  <c:v>0.1495648687780346</c:v>
                </c:pt>
                <c:pt idx="636">
                  <c:v>0.1495648687780346</c:v>
                </c:pt>
                <c:pt idx="637">
                  <c:v>0.1495648687780346</c:v>
                </c:pt>
                <c:pt idx="638">
                  <c:v>0.1495648687780346</c:v>
                </c:pt>
                <c:pt idx="639">
                  <c:v>0.1495648687780346</c:v>
                </c:pt>
                <c:pt idx="640">
                  <c:v>0.1495648687780346</c:v>
                </c:pt>
                <c:pt idx="641">
                  <c:v>0.1495648687780346</c:v>
                </c:pt>
                <c:pt idx="642">
                  <c:v>0.1495648687780346</c:v>
                </c:pt>
                <c:pt idx="643">
                  <c:v>0.1495648687780346</c:v>
                </c:pt>
                <c:pt idx="644">
                  <c:v>0.1495648687780346</c:v>
                </c:pt>
                <c:pt idx="645">
                  <c:v>0.1495648687780346</c:v>
                </c:pt>
                <c:pt idx="646">
                  <c:v>0.1495648687780346</c:v>
                </c:pt>
                <c:pt idx="647">
                  <c:v>0.1495648687780346</c:v>
                </c:pt>
                <c:pt idx="648">
                  <c:v>0.1495648687780346</c:v>
                </c:pt>
                <c:pt idx="649">
                  <c:v>0.1495648687780346</c:v>
                </c:pt>
                <c:pt idx="650">
                  <c:v>0.1495648687780346</c:v>
                </c:pt>
                <c:pt idx="651">
                  <c:v>0.1495648687780346</c:v>
                </c:pt>
                <c:pt idx="652">
                  <c:v>0.1495648687780346</c:v>
                </c:pt>
                <c:pt idx="653">
                  <c:v>0.1495648687780346</c:v>
                </c:pt>
                <c:pt idx="654">
                  <c:v>0.1495648687780346</c:v>
                </c:pt>
                <c:pt idx="655">
                  <c:v>0.1495648687780346</c:v>
                </c:pt>
                <c:pt idx="656">
                  <c:v>0.1495648687780346</c:v>
                </c:pt>
                <c:pt idx="657">
                  <c:v>0.1495648687780346</c:v>
                </c:pt>
                <c:pt idx="658">
                  <c:v>0.1495648687780346</c:v>
                </c:pt>
                <c:pt idx="659">
                  <c:v>0.1495648687780346</c:v>
                </c:pt>
                <c:pt idx="660">
                  <c:v>0.1495648687780346</c:v>
                </c:pt>
                <c:pt idx="661">
                  <c:v>0.1495648687780346</c:v>
                </c:pt>
                <c:pt idx="662">
                  <c:v>0.1495648687780346</c:v>
                </c:pt>
                <c:pt idx="663">
                  <c:v>0.1495648687780346</c:v>
                </c:pt>
                <c:pt idx="664">
                  <c:v>0.1495648687780346</c:v>
                </c:pt>
                <c:pt idx="665">
                  <c:v>0.1495648687780346</c:v>
                </c:pt>
                <c:pt idx="666">
                  <c:v>0.1495648687780346</c:v>
                </c:pt>
                <c:pt idx="667">
                  <c:v>0.1495648687780346</c:v>
                </c:pt>
                <c:pt idx="668">
                  <c:v>0.1495648687780346</c:v>
                </c:pt>
                <c:pt idx="669">
                  <c:v>0.1495648687780346</c:v>
                </c:pt>
                <c:pt idx="670">
                  <c:v>0.1495648687780346</c:v>
                </c:pt>
                <c:pt idx="671">
                  <c:v>0.1495648687780346</c:v>
                </c:pt>
                <c:pt idx="672">
                  <c:v>0.1495648687780346</c:v>
                </c:pt>
                <c:pt idx="673">
                  <c:v>0.1495648687780346</c:v>
                </c:pt>
                <c:pt idx="674">
                  <c:v>0.1495648687780346</c:v>
                </c:pt>
                <c:pt idx="675">
                  <c:v>0.1495648687780346</c:v>
                </c:pt>
                <c:pt idx="676">
                  <c:v>0.1495648687780346</c:v>
                </c:pt>
                <c:pt idx="677">
                  <c:v>0.1495648687780346</c:v>
                </c:pt>
                <c:pt idx="678">
                  <c:v>0.1495648687780346</c:v>
                </c:pt>
                <c:pt idx="679">
                  <c:v>0.1495648687780346</c:v>
                </c:pt>
                <c:pt idx="680">
                  <c:v>0.1495648687780346</c:v>
                </c:pt>
                <c:pt idx="681">
                  <c:v>0.1495648687780346</c:v>
                </c:pt>
                <c:pt idx="682">
                  <c:v>0.1495648687780346</c:v>
                </c:pt>
                <c:pt idx="683">
                  <c:v>0.1495648687780346</c:v>
                </c:pt>
                <c:pt idx="684">
                  <c:v>0.1495648687780346</c:v>
                </c:pt>
                <c:pt idx="685">
                  <c:v>0.1495648687780346</c:v>
                </c:pt>
                <c:pt idx="686">
                  <c:v>0.1495648687780346</c:v>
                </c:pt>
                <c:pt idx="687">
                  <c:v>0.1495648687780346</c:v>
                </c:pt>
                <c:pt idx="688">
                  <c:v>0.1495648687780346</c:v>
                </c:pt>
                <c:pt idx="689">
                  <c:v>0.1495648687780346</c:v>
                </c:pt>
                <c:pt idx="690">
                  <c:v>0.1495648687780346</c:v>
                </c:pt>
                <c:pt idx="691">
                  <c:v>0.1495648687780346</c:v>
                </c:pt>
                <c:pt idx="692">
                  <c:v>0.1495648687780346</c:v>
                </c:pt>
                <c:pt idx="693">
                  <c:v>0.1495648687780346</c:v>
                </c:pt>
                <c:pt idx="694">
                  <c:v>0.1495648687780346</c:v>
                </c:pt>
                <c:pt idx="695">
                  <c:v>0.1495648687780346</c:v>
                </c:pt>
                <c:pt idx="696">
                  <c:v>0.1495648687780346</c:v>
                </c:pt>
                <c:pt idx="697">
                  <c:v>0.1495648687780346</c:v>
                </c:pt>
                <c:pt idx="698">
                  <c:v>0.1495648687780346</c:v>
                </c:pt>
                <c:pt idx="699">
                  <c:v>0.1495648687780346</c:v>
                </c:pt>
                <c:pt idx="700">
                  <c:v>0.1495648687780346</c:v>
                </c:pt>
                <c:pt idx="701">
                  <c:v>0.1495648687780346</c:v>
                </c:pt>
                <c:pt idx="702">
                  <c:v>0.1495648687780346</c:v>
                </c:pt>
                <c:pt idx="703">
                  <c:v>0.1495648687780346</c:v>
                </c:pt>
                <c:pt idx="704">
                  <c:v>0.1495648687780346</c:v>
                </c:pt>
                <c:pt idx="705">
                  <c:v>0.1495648687780346</c:v>
                </c:pt>
                <c:pt idx="706">
                  <c:v>0.1495648687780346</c:v>
                </c:pt>
                <c:pt idx="707">
                  <c:v>0.1495648687780346</c:v>
                </c:pt>
                <c:pt idx="708">
                  <c:v>0.1495648687780346</c:v>
                </c:pt>
                <c:pt idx="709">
                  <c:v>0.1495648687780346</c:v>
                </c:pt>
                <c:pt idx="710">
                  <c:v>0.1495648687780346</c:v>
                </c:pt>
                <c:pt idx="711">
                  <c:v>0.1495648687780346</c:v>
                </c:pt>
                <c:pt idx="712">
                  <c:v>0.1495648687780346</c:v>
                </c:pt>
                <c:pt idx="713">
                  <c:v>0.1495648687780346</c:v>
                </c:pt>
                <c:pt idx="714">
                  <c:v>0.1495648687780346</c:v>
                </c:pt>
                <c:pt idx="715">
                  <c:v>0.1495648687780346</c:v>
                </c:pt>
                <c:pt idx="716">
                  <c:v>0.1495648687780346</c:v>
                </c:pt>
                <c:pt idx="717">
                  <c:v>0.1495648687780346</c:v>
                </c:pt>
                <c:pt idx="718">
                  <c:v>0.1495648687780346</c:v>
                </c:pt>
                <c:pt idx="719">
                  <c:v>0.1495648687780346</c:v>
                </c:pt>
                <c:pt idx="720">
                  <c:v>0.1495648687780346</c:v>
                </c:pt>
                <c:pt idx="721">
                  <c:v>0.1495648687780346</c:v>
                </c:pt>
                <c:pt idx="722">
                  <c:v>0.1495648687780346</c:v>
                </c:pt>
                <c:pt idx="723">
                  <c:v>0.1495648687780346</c:v>
                </c:pt>
                <c:pt idx="724">
                  <c:v>0.1495648687780346</c:v>
                </c:pt>
                <c:pt idx="725">
                  <c:v>0.1495648687780346</c:v>
                </c:pt>
                <c:pt idx="726">
                  <c:v>0.1495648687780346</c:v>
                </c:pt>
                <c:pt idx="727">
                  <c:v>0.1495648687780346</c:v>
                </c:pt>
                <c:pt idx="728">
                  <c:v>0.1495648687780346</c:v>
                </c:pt>
                <c:pt idx="729">
                  <c:v>0.1495648687780346</c:v>
                </c:pt>
                <c:pt idx="730">
                  <c:v>0.1495648687780346</c:v>
                </c:pt>
                <c:pt idx="731">
                  <c:v>0.1495648687780346</c:v>
                </c:pt>
                <c:pt idx="732">
                  <c:v>0.1495648687780346</c:v>
                </c:pt>
                <c:pt idx="733">
                  <c:v>0.1495648687780346</c:v>
                </c:pt>
                <c:pt idx="734">
                  <c:v>0.1495648687780346</c:v>
                </c:pt>
                <c:pt idx="735">
                  <c:v>0.1495648687780346</c:v>
                </c:pt>
                <c:pt idx="736">
                  <c:v>0.1495648687780346</c:v>
                </c:pt>
                <c:pt idx="737">
                  <c:v>0.1495648687780346</c:v>
                </c:pt>
                <c:pt idx="738">
                  <c:v>0.1495648687780346</c:v>
                </c:pt>
                <c:pt idx="739">
                  <c:v>0.1495648687780346</c:v>
                </c:pt>
                <c:pt idx="740">
                  <c:v>0.1495648687780346</c:v>
                </c:pt>
                <c:pt idx="741">
                  <c:v>0.1495648687780346</c:v>
                </c:pt>
                <c:pt idx="742">
                  <c:v>0.1495648687780346</c:v>
                </c:pt>
                <c:pt idx="743">
                  <c:v>0.1495648687780346</c:v>
                </c:pt>
                <c:pt idx="744">
                  <c:v>0.1495648687780346</c:v>
                </c:pt>
                <c:pt idx="745">
                  <c:v>0.1495648687780346</c:v>
                </c:pt>
                <c:pt idx="746">
                  <c:v>0.1495648687780346</c:v>
                </c:pt>
                <c:pt idx="747">
                  <c:v>0.1495648687780346</c:v>
                </c:pt>
                <c:pt idx="748">
                  <c:v>0.1495648687780346</c:v>
                </c:pt>
                <c:pt idx="749">
                  <c:v>0.1495648687780346</c:v>
                </c:pt>
                <c:pt idx="750">
                  <c:v>0.1495648687780346</c:v>
                </c:pt>
                <c:pt idx="751">
                  <c:v>0.1495648687780346</c:v>
                </c:pt>
                <c:pt idx="752">
                  <c:v>0.1495648687780346</c:v>
                </c:pt>
                <c:pt idx="753">
                  <c:v>0.1495648687780346</c:v>
                </c:pt>
                <c:pt idx="754">
                  <c:v>0.1495648687780346</c:v>
                </c:pt>
                <c:pt idx="755">
                  <c:v>0.1495648687780346</c:v>
                </c:pt>
                <c:pt idx="756">
                  <c:v>0.1495648687780346</c:v>
                </c:pt>
                <c:pt idx="757">
                  <c:v>0.1495648687780346</c:v>
                </c:pt>
                <c:pt idx="758">
                  <c:v>0.1495648687780346</c:v>
                </c:pt>
                <c:pt idx="759">
                  <c:v>0.1495648687780346</c:v>
                </c:pt>
                <c:pt idx="760">
                  <c:v>0.1495648687780346</c:v>
                </c:pt>
                <c:pt idx="761">
                  <c:v>0.1495648687780346</c:v>
                </c:pt>
                <c:pt idx="762">
                  <c:v>0.1495648687780346</c:v>
                </c:pt>
                <c:pt idx="763">
                  <c:v>0.1495648687780346</c:v>
                </c:pt>
                <c:pt idx="764">
                  <c:v>0.1495648687780346</c:v>
                </c:pt>
                <c:pt idx="765">
                  <c:v>0.1495648687780346</c:v>
                </c:pt>
                <c:pt idx="766">
                  <c:v>0.1495648687780346</c:v>
                </c:pt>
                <c:pt idx="767">
                  <c:v>0.1495648687780346</c:v>
                </c:pt>
                <c:pt idx="768">
                  <c:v>0.1495648687780346</c:v>
                </c:pt>
                <c:pt idx="769">
                  <c:v>0.1495648687780346</c:v>
                </c:pt>
                <c:pt idx="770">
                  <c:v>0.1495648687780346</c:v>
                </c:pt>
                <c:pt idx="771">
                  <c:v>0.1495648687780346</c:v>
                </c:pt>
                <c:pt idx="772">
                  <c:v>0.1495648687780346</c:v>
                </c:pt>
                <c:pt idx="773">
                  <c:v>0.1495648687780346</c:v>
                </c:pt>
                <c:pt idx="774">
                  <c:v>0.1495648687780346</c:v>
                </c:pt>
                <c:pt idx="775">
                  <c:v>0.1495648687780346</c:v>
                </c:pt>
                <c:pt idx="776">
                  <c:v>0.1495648687780346</c:v>
                </c:pt>
                <c:pt idx="777">
                  <c:v>0.1495648687780346</c:v>
                </c:pt>
                <c:pt idx="778">
                  <c:v>0.1495648687780346</c:v>
                </c:pt>
                <c:pt idx="779">
                  <c:v>0.1495648687780346</c:v>
                </c:pt>
                <c:pt idx="780">
                  <c:v>0.1495648687780346</c:v>
                </c:pt>
                <c:pt idx="781">
                  <c:v>0.1495648687780346</c:v>
                </c:pt>
                <c:pt idx="782">
                  <c:v>0.1495648687780346</c:v>
                </c:pt>
                <c:pt idx="783">
                  <c:v>0.1495648687780346</c:v>
                </c:pt>
                <c:pt idx="784">
                  <c:v>0.1495648687780346</c:v>
                </c:pt>
                <c:pt idx="785">
                  <c:v>0.1495648687780346</c:v>
                </c:pt>
                <c:pt idx="786">
                  <c:v>0.1495648687780346</c:v>
                </c:pt>
                <c:pt idx="787">
                  <c:v>0.1495648687780346</c:v>
                </c:pt>
                <c:pt idx="788">
                  <c:v>0.1495648687780346</c:v>
                </c:pt>
                <c:pt idx="789">
                  <c:v>0.1495648687780346</c:v>
                </c:pt>
                <c:pt idx="790">
                  <c:v>0.1495648687780346</c:v>
                </c:pt>
                <c:pt idx="791">
                  <c:v>0.1495648687780346</c:v>
                </c:pt>
                <c:pt idx="792">
                  <c:v>0.1495648687780346</c:v>
                </c:pt>
                <c:pt idx="793">
                  <c:v>0.1495648687780346</c:v>
                </c:pt>
                <c:pt idx="794">
                  <c:v>0.1495648687780346</c:v>
                </c:pt>
                <c:pt idx="795">
                  <c:v>0.1495648687780346</c:v>
                </c:pt>
                <c:pt idx="796">
                  <c:v>0.1495648687780346</c:v>
                </c:pt>
                <c:pt idx="797">
                  <c:v>0.1495648687780346</c:v>
                </c:pt>
                <c:pt idx="798">
                  <c:v>0.1495648687780346</c:v>
                </c:pt>
                <c:pt idx="799">
                  <c:v>0.1495648687780346</c:v>
                </c:pt>
                <c:pt idx="800">
                  <c:v>0.1495648687780346</c:v>
                </c:pt>
                <c:pt idx="801">
                  <c:v>0.1495648687780346</c:v>
                </c:pt>
                <c:pt idx="802">
                  <c:v>0.1495648687780346</c:v>
                </c:pt>
                <c:pt idx="803">
                  <c:v>0.1495648687780346</c:v>
                </c:pt>
                <c:pt idx="804">
                  <c:v>0.1495648687780346</c:v>
                </c:pt>
                <c:pt idx="805">
                  <c:v>0.1495648687780346</c:v>
                </c:pt>
                <c:pt idx="806">
                  <c:v>0.1495648687780346</c:v>
                </c:pt>
                <c:pt idx="807">
                  <c:v>0.1495648687780346</c:v>
                </c:pt>
                <c:pt idx="808">
                  <c:v>0.1495648687780346</c:v>
                </c:pt>
                <c:pt idx="809">
                  <c:v>0.1495648687780346</c:v>
                </c:pt>
                <c:pt idx="810">
                  <c:v>0.1495648687780346</c:v>
                </c:pt>
                <c:pt idx="811">
                  <c:v>0.1495648687780346</c:v>
                </c:pt>
                <c:pt idx="812">
                  <c:v>0.1495648687780346</c:v>
                </c:pt>
                <c:pt idx="813">
                  <c:v>0.1495648687780346</c:v>
                </c:pt>
                <c:pt idx="814">
                  <c:v>0.1495648687780346</c:v>
                </c:pt>
                <c:pt idx="815">
                  <c:v>0.1495648687780346</c:v>
                </c:pt>
                <c:pt idx="816">
                  <c:v>0.1495648687780346</c:v>
                </c:pt>
                <c:pt idx="817">
                  <c:v>0.1495648687780346</c:v>
                </c:pt>
                <c:pt idx="818">
                  <c:v>0.1495648687780346</c:v>
                </c:pt>
                <c:pt idx="819">
                  <c:v>0.1495648687780346</c:v>
                </c:pt>
                <c:pt idx="820">
                  <c:v>0.1495648687780346</c:v>
                </c:pt>
                <c:pt idx="821">
                  <c:v>0.1495648687780346</c:v>
                </c:pt>
                <c:pt idx="822">
                  <c:v>0.1495648687780346</c:v>
                </c:pt>
                <c:pt idx="823">
                  <c:v>0.1495648687780346</c:v>
                </c:pt>
                <c:pt idx="824">
                  <c:v>0.1495648687780346</c:v>
                </c:pt>
                <c:pt idx="825">
                  <c:v>0.1495648687780346</c:v>
                </c:pt>
                <c:pt idx="826">
                  <c:v>0.1495648687780346</c:v>
                </c:pt>
                <c:pt idx="827">
                  <c:v>0.1495648687780346</c:v>
                </c:pt>
                <c:pt idx="828">
                  <c:v>0.1495648687780346</c:v>
                </c:pt>
                <c:pt idx="829">
                  <c:v>0.1495648687780346</c:v>
                </c:pt>
                <c:pt idx="830">
                  <c:v>0.1495648687780346</c:v>
                </c:pt>
                <c:pt idx="831">
                  <c:v>0.1495648687780346</c:v>
                </c:pt>
                <c:pt idx="832">
                  <c:v>0.1495648687780346</c:v>
                </c:pt>
                <c:pt idx="833">
                  <c:v>0.1495648687780346</c:v>
                </c:pt>
                <c:pt idx="834">
                  <c:v>0.1495648687780346</c:v>
                </c:pt>
                <c:pt idx="835">
                  <c:v>0.1495648687780346</c:v>
                </c:pt>
                <c:pt idx="836">
                  <c:v>0.1495648687780346</c:v>
                </c:pt>
                <c:pt idx="837">
                  <c:v>0.1495648687780346</c:v>
                </c:pt>
                <c:pt idx="838">
                  <c:v>0.1495648687780346</c:v>
                </c:pt>
                <c:pt idx="839">
                  <c:v>0.1495648687780346</c:v>
                </c:pt>
                <c:pt idx="840">
                  <c:v>0.1495648687780346</c:v>
                </c:pt>
                <c:pt idx="841">
                  <c:v>0.1495648687780346</c:v>
                </c:pt>
                <c:pt idx="842">
                  <c:v>0.1495648687780346</c:v>
                </c:pt>
                <c:pt idx="843">
                  <c:v>0.1495648687780346</c:v>
                </c:pt>
                <c:pt idx="844">
                  <c:v>0.1495648687780346</c:v>
                </c:pt>
                <c:pt idx="845">
                  <c:v>0.1495648687780346</c:v>
                </c:pt>
                <c:pt idx="846">
                  <c:v>0.1495648687780346</c:v>
                </c:pt>
                <c:pt idx="847">
                  <c:v>0.1495648687780346</c:v>
                </c:pt>
                <c:pt idx="848">
                  <c:v>0.1495648687780346</c:v>
                </c:pt>
                <c:pt idx="849">
                  <c:v>0.1495648687780346</c:v>
                </c:pt>
                <c:pt idx="850">
                  <c:v>0.1495648687780346</c:v>
                </c:pt>
                <c:pt idx="851">
                  <c:v>0.1495648687780346</c:v>
                </c:pt>
                <c:pt idx="852">
                  <c:v>0.1495648687780346</c:v>
                </c:pt>
                <c:pt idx="853">
                  <c:v>0.1495648687780346</c:v>
                </c:pt>
                <c:pt idx="854">
                  <c:v>0.1495648687780346</c:v>
                </c:pt>
                <c:pt idx="855">
                  <c:v>0.1495648687780346</c:v>
                </c:pt>
                <c:pt idx="856">
                  <c:v>0.1495648687780346</c:v>
                </c:pt>
                <c:pt idx="857">
                  <c:v>0.1495648687780346</c:v>
                </c:pt>
                <c:pt idx="858">
                  <c:v>0.1495648687780346</c:v>
                </c:pt>
                <c:pt idx="859">
                  <c:v>0.1495648687780346</c:v>
                </c:pt>
                <c:pt idx="860">
                  <c:v>0.1495648687780346</c:v>
                </c:pt>
                <c:pt idx="861">
                  <c:v>0.1495648687780346</c:v>
                </c:pt>
                <c:pt idx="862">
                  <c:v>0.1495648687780346</c:v>
                </c:pt>
                <c:pt idx="863">
                  <c:v>0.1495648687780346</c:v>
                </c:pt>
                <c:pt idx="864">
                  <c:v>0.1495648687780346</c:v>
                </c:pt>
                <c:pt idx="865">
                  <c:v>0.1495648687780346</c:v>
                </c:pt>
                <c:pt idx="866">
                  <c:v>0.1495648687780346</c:v>
                </c:pt>
                <c:pt idx="867">
                  <c:v>0.1495648687780346</c:v>
                </c:pt>
                <c:pt idx="868">
                  <c:v>0.1495648687780346</c:v>
                </c:pt>
                <c:pt idx="869">
                  <c:v>0.1495648687780346</c:v>
                </c:pt>
                <c:pt idx="870">
                  <c:v>0.1495648687780346</c:v>
                </c:pt>
                <c:pt idx="871">
                  <c:v>0.1495648687780346</c:v>
                </c:pt>
                <c:pt idx="872">
                  <c:v>0.1495648687780346</c:v>
                </c:pt>
                <c:pt idx="873">
                  <c:v>0.1495648687780346</c:v>
                </c:pt>
                <c:pt idx="874">
                  <c:v>0.1495648687780346</c:v>
                </c:pt>
                <c:pt idx="875">
                  <c:v>0.1495648687780346</c:v>
                </c:pt>
                <c:pt idx="876">
                  <c:v>0.1495648687780346</c:v>
                </c:pt>
                <c:pt idx="877">
                  <c:v>0.1495648687780346</c:v>
                </c:pt>
                <c:pt idx="878">
                  <c:v>0.1495648687780346</c:v>
                </c:pt>
                <c:pt idx="879">
                  <c:v>0.1495648687780346</c:v>
                </c:pt>
                <c:pt idx="880">
                  <c:v>0.1495648687780346</c:v>
                </c:pt>
                <c:pt idx="881">
                  <c:v>0.1495648687780346</c:v>
                </c:pt>
                <c:pt idx="882">
                  <c:v>0.1495648687780346</c:v>
                </c:pt>
                <c:pt idx="883">
                  <c:v>0.1495648687780346</c:v>
                </c:pt>
                <c:pt idx="884">
                  <c:v>0.1495648687780346</c:v>
                </c:pt>
                <c:pt idx="885">
                  <c:v>0.1495648687780346</c:v>
                </c:pt>
                <c:pt idx="886">
                  <c:v>0.1495648687780346</c:v>
                </c:pt>
                <c:pt idx="887">
                  <c:v>0.1495648687780346</c:v>
                </c:pt>
                <c:pt idx="888">
                  <c:v>0.1495648687780346</c:v>
                </c:pt>
                <c:pt idx="889">
                  <c:v>0.1495648687780346</c:v>
                </c:pt>
                <c:pt idx="890">
                  <c:v>0.1495648687780346</c:v>
                </c:pt>
                <c:pt idx="891">
                  <c:v>0.1495648687780346</c:v>
                </c:pt>
                <c:pt idx="892">
                  <c:v>0.1495648687780346</c:v>
                </c:pt>
                <c:pt idx="893">
                  <c:v>0.1495648687780346</c:v>
                </c:pt>
                <c:pt idx="894">
                  <c:v>0.1495648687780346</c:v>
                </c:pt>
                <c:pt idx="895">
                  <c:v>0.1495648687780346</c:v>
                </c:pt>
                <c:pt idx="896">
                  <c:v>0.1495648687780346</c:v>
                </c:pt>
                <c:pt idx="897">
                  <c:v>0.1495648687780346</c:v>
                </c:pt>
                <c:pt idx="898">
                  <c:v>0.1495648687780346</c:v>
                </c:pt>
                <c:pt idx="899">
                  <c:v>0.1495648687780346</c:v>
                </c:pt>
                <c:pt idx="900">
                  <c:v>0.1495648687780346</c:v>
                </c:pt>
                <c:pt idx="901">
                  <c:v>0.1495648687780346</c:v>
                </c:pt>
                <c:pt idx="902">
                  <c:v>0.1495648687780346</c:v>
                </c:pt>
                <c:pt idx="903">
                  <c:v>0.1495648687780346</c:v>
                </c:pt>
                <c:pt idx="904">
                  <c:v>0.1495648687780346</c:v>
                </c:pt>
                <c:pt idx="905">
                  <c:v>0.1495648687780346</c:v>
                </c:pt>
                <c:pt idx="906">
                  <c:v>0.1495648687780346</c:v>
                </c:pt>
                <c:pt idx="907">
                  <c:v>0.1495648687780346</c:v>
                </c:pt>
                <c:pt idx="908">
                  <c:v>0.1495648687780346</c:v>
                </c:pt>
                <c:pt idx="909">
                  <c:v>0.1495648687780346</c:v>
                </c:pt>
                <c:pt idx="910">
                  <c:v>0.1495648687780346</c:v>
                </c:pt>
                <c:pt idx="911">
                  <c:v>0.1495648687780346</c:v>
                </c:pt>
                <c:pt idx="912">
                  <c:v>0.1495648687780346</c:v>
                </c:pt>
                <c:pt idx="913">
                  <c:v>0.1495648687780346</c:v>
                </c:pt>
                <c:pt idx="914">
                  <c:v>0.1495648687780346</c:v>
                </c:pt>
                <c:pt idx="915">
                  <c:v>0.1495648687780346</c:v>
                </c:pt>
                <c:pt idx="916">
                  <c:v>0.1495648687780346</c:v>
                </c:pt>
                <c:pt idx="917">
                  <c:v>0.1495648687780346</c:v>
                </c:pt>
                <c:pt idx="918">
                  <c:v>0.1495648687780346</c:v>
                </c:pt>
                <c:pt idx="919">
                  <c:v>0.1495648687780346</c:v>
                </c:pt>
                <c:pt idx="920">
                  <c:v>0.1495648687780346</c:v>
                </c:pt>
                <c:pt idx="921">
                  <c:v>0.1495648687780346</c:v>
                </c:pt>
                <c:pt idx="922">
                  <c:v>0.1495648687780346</c:v>
                </c:pt>
                <c:pt idx="923">
                  <c:v>0.1495648687780346</c:v>
                </c:pt>
                <c:pt idx="924">
                  <c:v>0.1495648687780346</c:v>
                </c:pt>
                <c:pt idx="925">
                  <c:v>0.1495648687780346</c:v>
                </c:pt>
                <c:pt idx="926">
                  <c:v>0.1495648687780346</c:v>
                </c:pt>
                <c:pt idx="927">
                  <c:v>0.1495648687780346</c:v>
                </c:pt>
                <c:pt idx="928">
                  <c:v>0.1495648687780346</c:v>
                </c:pt>
                <c:pt idx="929">
                  <c:v>0.1495648687780346</c:v>
                </c:pt>
                <c:pt idx="930">
                  <c:v>0.1495648687780346</c:v>
                </c:pt>
                <c:pt idx="931">
                  <c:v>0.1495648687780346</c:v>
                </c:pt>
                <c:pt idx="932">
                  <c:v>0.1495648687780346</c:v>
                </c:pt>
                <c:pt idx="933">
                  <c:v>0.1495648687780346</c:v>
                </c:pt>
                <c:pt idx="934">
                  <c:v>0.1495648687780346</c:v>
                </c:pt>
                <c:pt idx="935">
                  <c:v>0.1495648687780346</c:v>
                </c:pt>
                <c:pt idx="936">
                  <c:v>0.1495648687780346</c:v>
                </c:pt>
                <c:pt idx="937">
                  <c:v>0.1495648687780346</c:v>
                </c:pt>
                <c:pt idx="938">
                  <c:v>0.1495648687780346</c:v>
                </c:pt>
                <c:pt idx="939">
                  <c:v>0.1495648687780346</c:v>
                </c:pt>
                <c:pt idx="940">
                  <c:v>0.1495648687780346</c:v>
                </c:pt>
                <c:pt idx="941">
                  <c:v>0.1495648687780346</c:v>
                </c:pt>
                <c:pt idx="942">
                  <c:v>0.1495648687780346</c:v>
                </c:pt>
                <c:pt idx="943">
                  <c:v>0.1495648687780346</c:v>
                </c:pt>
                <c:pt idx="944">
                  <c:v>0.1495648687780346</c:v>
                </c:pt>
                <c:pt idx="945">
                  <c:v>0.1495648687780346</c:v>
                </c:pt>
                <c:pt idx="946">
                  <c:v>0.1495648687780346</c:v>
                </c:pt>
                <c:pt idx="947">
                  <c:v>0.1495648687780346</c:v>
                </c:pt>
                <c:pt idx="948">
                  <c:v>0.1495648687780346</c:v>
                </c:pt>
                <c:pt idx="949">
                  <c:v>0.1495648687780346</c:v>
                </c:pt>
                <c:pt idx="950">
                  <c:v>0.1495648687780346</c:v>
                </c:pt>
                <c:pt idx="951">
                  <c:v>0.1495648687780346</c:v>
                </c:pt>
                <c:pt idx="952">
                  <c:v>0.1495648687780346</c:v>
                </c:pt>
                <c:pt idx="953">
                  <c:v>0.1495648687780346</c:v>
                </c:pt>
                <c:pt idx="954">
                  <c:v>0.1495648687780346</c:v>
                </c:pt>
                <c:pt idx="955">
                  <c:v>0.1495648687780346</c:v>
                </c:pt>
                <c:pt idx="956">
                  <c:v>0.1495648687780346</c:v>
                </c:pt>
                <c:pt idx="957">
                  <c:v>0.1495648687780346</c:v>
                </c:pt>
                <c:pt idx="958">
                  <c:v>0.1495648687780346</c:v>
                </c:pt>
                <c:pt idx="959">
                  <c:v>0.1495648687780346</c:v>
                </c:pt>
                <c:pt idx="960">
                  <c:v>0.1495648687780346</c:v>
                </c:pt>
                <c:pt idx="961">
                  <c:v>0.1495648687780346</c:v>
                </c:pt>
                <c:pt idx="962">
                  <c:v>0.1495648687780346</c:v>
                </c:pt>
                <c:pt idx="963">
                  <c:v>0.1495648687780346</c:v>
                </c:pt>
                <c:pt idx="964">
                  <c:v>0.1495648687780346</c:v>
                </c:pt>
                <c:pt idx="965">
                  <c:v>0.1495648687780346</c:v>
                </c:pt>
                <c:pt idx="966">
                  <c:v>0.1495648687780346</c:v>
                </c:pt>
                <c:pt idx="967">
                  <c:v>0.1495648687780346</c:v>
                </c:pt>
                <c:pt idx="968">
                  <c:v>0.1495648687780346</c:v>
                </c:pt>
                <c:pt idx="969">
                  <c:v>0.1495648687780346</c:v>
                </c:pt>
                <c:pt idx="970">
                  <c:v>0.1495648687780346</c:v>
                </c:pt>
                <c:pt idx="971">
                  <c:v>0.1495648687780346</c:v>
                </c:pt>
                <c:pt idx="972">
                  <c:v>0.1495648687780346</c:v>
                </c:pt>
                <c:pt idx="973">
                  <c:v>0.1495648687780346</c:v>
                </c:pt>
                <c:pt idx="974">
                  <c:v>0.1495648687780346</c:v>
                </c:pt>
                <c:pt idx="975">
                  <c:v>0.1495648687780346</c:v>
                </c:pt>
                <c:pt idx="976">
                  <c:v>0.1495648687780346</c:v>
                </c:pt>
                <c:pt idx="977">
                  <c:v>0.1495648687780346</c:v>
                </c:pt>
                <c:pt idx="978">
                  <c:v>0.1495648687780346</c:v>
                </c:pt>
                <c:pt idx="979">
                  <c:v>0.1495648687780346</c:v>
                </c:pt>
                <c:pt idx="980">
                  <c:v>0.1495648687780346</c:v>
                </c:pt>
                <c:pt idx="981">
                  <c:v>0.1495648687780346</c:v>
                </c:pt>
                <c:pt idx="982">
                  <c:v>0.1495648687780346</c:v>
                </c:pt>
                <c:pt idx="983">
                  <c:v>0.1495648687780346</c:v>
                </c:pt>
                <c:pt idx="984">
                  <c:v>0.1495648687780346</c:v>
                </c:pt>
                <c:pt idx="985">
                  <c:v>0.1495648687780346</c:v>
                </c:pt>
                <c:pt idx="986">
                  <c:v>0.1495648687780346</c:v>
                </c:pt>
                <c:pt idx="987">
                  <c:v>0.1495648687780346</c:v>
                </c:pt>
                <c:pt idx="988">
                  <c:v>0.1495648687780346</c:v>
                </c:pt>
                <c:pt idx="989">
                  <c:v>0.1495648687780346</c:v>
                </c:pt>
                <c:pt idx="990">
                  <c:v>0.1495648687780346</c:v>
                </c:pt>
                <c:pt idx="991">
                  <c:v>0.1495648687780346</c:v>
                </c:pt>
                <c:pt idx="992">
                  <c:v>0.1495648687780346</c:v>
                </c:pt>
                <c:pt idx="993">
                  <c:v>0.1495648687780346</c:v>
                </c:pt>
                <c:pt idx="994">
                  <c:v>0.1495648687780346</c:v>
                </c:pt>
                <c:pt idx="995">
                  <c:v>0.1495648687780346</c:v>
                </c:pt>
                <c:pt idx="996">
                  <c:v>0.1495648687780346</c:v>
                </c:pt>
                <c:pt idx="997">
                  <c:v>0.1495648687780346</c:v>
                </c:pt>
                <c:pt idx="998">
                  <c:v>0.1495648687780346</c:v>
                </c:pt>
                <c:pt idx="999">
                  <c:v>0.1495648687780346</c:v>
                </c:pt>
                <c:pt idx="1000">
                  <c:v>0.1495648687780346</c:v>
                </c:pt>
                <c:pt idx="1001">
                  <c:v>0.1495648687780346</c:v>
                </c:pt>
                <c:pt idx="1002">
                  <c:v>0.1495648687780346</c:v>
                </c:pt>
                <c:pt idx="1003">
                  <c:v>0.1495648687780346</c:v>
                </c:pt>
                <c:pt idx="1004">
                  <c:v>0.1495648687780346</c:v>
                </c:pt>
                <c:pt idx="1005">
                  <c:v>0.1495648687780346</c:v>
                </c:pt>
                <c:pt idx="1006">
                  <c:v>0.1495648687780346</c:v>
                </c:pt>
                <c:pt idx="1007">
                  <c:v>0.1495648687780346</c:v>
                </c:pt>
                <c:pt idx="1008">
                  <c:v>0.1495648687780346</c:v>
                </c:pt>
                <c:pt idx="1009">
                  <c:v>0.1495648687780346</c:v>
                </c:pt>
                <c:pt idx="1010">
                  <c:v>0.1495648687780346</c:v>
                </c:pt>
                <c:pt idx="1011">
                  <c:v>0.1495648687780346</c:v>
                </c:pt>
                <c:pt idx="1012">
                  <c:v>0.1495648687780346</c:v>
                </c:pt>
                <c:pt idx="1013">
                  <c:v>0.1495648687780346</c:v>
                </c:pt>
                <c:pt idx="1014">
                  <c:v>0.1495648687780346</c:v>
                </c:pt>
                <c:pt idx="1015">
                  <c:v>0.1495648687780346</c:v>
                </c:pt>
                <c:pt idx="1016">
                  <c:v>0.1495648687780346</c:v>
                </c:pt>
                <c:pt idx="1017">
                  <c:v>0.1495648687780346</c:v>
                </c:pt>
                <c:pt idx="1018">
                  <c:v>0.1495648687780346</c:v>
                </c:pt>
                <c:pt idx="1019">
                  <c:v>0.1495648687780346</c:v>
                </c:pt>
                <c:pt idx="1020">
                  <c:v>0.1495648687780346</c:v>
                </c:pt>
                <c:pt idx="1021">
                  <c:v>0.1495648687780346</c:v>
                </c:pt>
                <c:pt idx="1022">
                  <c:v>0.1495648687780346</c:v>
                </c:pt>
                <c:pt idx="1023">
                  <c:v>0.1495648687780346</c:v>
                </c:pt>
                <c:pt idx="1024">
                  <c:v>0.1495648687780346</c:v>
                </c:pt>
                <c:pt idx="1025">
                  <c:v>0.1495648687780346</c:v>
                </c:pt>
                <c:pt idx="1026">
                  <c:v>0.1495648687780346</c:v>
                </c:pt>
                <c:pt idx="1027">
                  <c:v>0.1495648687780346</c:v>
                </c:pt>
                <c:pt idx="1028">
                  <c:v>0.1495648687780346</c:v>
                </c:pt>
                <c:pt idx="1029">
                  <c:v>0.1495648687780346</c:v>
                </c:pt>
                <c:pt idx="1030">
                  <c:v>0.1495648687780346</c:v>
                </c:pt>
                <c:pt idx="1031">
                  <c:v>0.1495648687780346</c:v>
                </c:pt>
                <c:pt idx="1032">
                  <c:v>0.1495648687780346</c:v>
                </c:pt>
                <c:pt idx="1033">
                  <c:v>0.1495648687780346</c:v>
                </c:pt>
                <c:pt idx="1034">
                  <c:v>0.1495648687780346</c:v>
                </c:pt>
                <c:pt idx="1035">
                  <c:v>0.1495648687780346</c:v>
                </c:pt>
                <c:pt idx="1036">
                  <c:v>0.1495648687780346</c:v>
                </c:pt>
                <c:pt idx="1037">
                  <c:v>0.1495648687780346</c:v>
                </c:pt>
                <c:pt idx="1038">
                  <c:v>0.1495648687780346</c:v>
                </c:pt>
                <c:pt idx="1039">
                  <c:v>0.1495648687780346</c:v>
                </c:pt>
                <c:pt idx="1040">
                  <c:v>0.1495648687780346</c:v>
                </c:pt>
                <c:pt idx="1041">
                  <c:v>0.1495648687780346</c:v>
                </c:pt>
                <c:pt idx="1042">
                  <c:v>0.1495648687780346</c:v>
                </c:pt>
                <c:pt idx="1043">
                  <c:v>0.1495648687780346</c:v>
                </c:pt>
                <c:pt idx="1044">
                  <c:v>0.1495648687780346</c:v>
                </c:pt>
                <c:pt idx="1045">
                  <c:v>0.1495648687780346</c:v>
                </c:pt>
                <c:pt idx="1046">
                  <c:v>0.1495648687780346</c:v>
                </c:pt>
                <c:pt idx="1047">
                  <c:v>0.1495648687780346</c:v>
                </c:pt>
                <c:pt idx="1048">
                  <c:v>0.1495648687780346</c:v>
                </c:pt>
                <c:pt idx="1049">
                  <c:v>0.1495648687780346</c:v>
                </c:pt>
                <c:pt idx="1050">
                  <c:v>0.1495648687780346</c:v>
                </c:pt>
                <c:pt idx="1051">
                  <c:v>0.1495648687780346</c:v>
                </c:pt>
                <c:pt idx="1052">
                  <c:v>0.1495648687780346</c:v>
                </c:pt>
                <c:pt idx="1053">
                  <c:v>0.1495648687780346</c:v>
                </c:pt>
                <c:pt idx="1054">
                  <c:v>0.1495648687780346</c:v>
                </c:pt>
                <c:pt idx="1055">
                  <c:v>0.1495648687780346</c:v>
                </c:pt>
                <c:pt idx="1056">
                  <c:v>0.1495648687780346</c:v>
                </c:pt>
                <c:pt idx="1057">
                  <c:v>0.1495648687780346</c:v>
                </c:pt>
                <c:pt idx="1058">
                  <c:v>0.1495648687780346</c:v>
                </c:pt>
                <c:pt idx="1059">
                  <c:v>0.1495648687780346</c:v>
                </c:pt>
                <c:pt idx="1060">
                  <c:v>0.1495648687780346</c:v>
                </c:pt>
                <c:pt idx="1061">
                  <c:v>0.1495648687780346</c:v>
                </c:pt>
                <c:pt idx="1062">
                  <c:v>0.1495648687780346</c:v>
                </c:pt>
                <c:pt idx="1063">
                  <c:v>0.1495648687780346</c:v>
                </c:pt>
                <c:pt idx="1064">
                  <c:v>0.1495648687780346</c:v>
                </c:pt>
                <c:pt idx="1065">
                  <c:v>0.1495648687780346</c:v>
                </c:pt>
                <c:pt idx="1066">
                  <c:v>0.1495648687780346</c:v>
                </c:pt>
                <c:pt idx="1067">
                  <c:v>0.1495648687780346</c:v>
                </c:pt>
                <c:pt idx="1068">
                  <c:v>0.1495648687780346</c:v>
                </c:pt>
                <c:pt idx="1069">
                  <c:v>0.1495648687780346</c:v>
                </c:pt>
                <c:pt idx="1070">
                  <c:v>0.1495648687780346</c:v>
                </c:pt>
                <c:pt idx="1071">
                  <c:v>0.1495648687780346</c:v>
                </c:pt>
                <c:pt idx="1072">
                  <c:v>0.1495648687780346</c:v>
                </c:pt>
                <c:pt idx="1073">
                  <c:v>0.1495648687780346</c:v>
                </c:pt>
                <c:pt idx="1074">
                  <c:v>0.1495648687780346</c:v>
                </c:pt>
                <c:pt idx="1075">
                  <c:v>0.1495648687780346</c:v>
                </c:pt>
                <c:pt idx="1076">
                  <c:v>0.1495648687780346</c:v>
                </c:pt>
                <c:pt idx="1077">
                  <c:v>0.1495648687780346</c:v>
                </c:pt>
                <c:pt idx="1078">
                  <c:v>0.1495648687780346</c:v>
                </c:pt>
                <c:pt idx="1079">
                  <c:v>0.1495648687780346</c:v>
                </c:pt>
                <c:pt idx="1080">
                  <c:v>0.1495648687780346</c:v>
                </c:pt>
                <c:pt idx="1081">
                  <c:v>0.1495648687780346</c:v>
                </c:pt>
                <c:pt idx="1082">
                  <c:v>0.1495648687780346</c:v>
                </c:pt>
                <c:pt idx="1083">
                  <c:v>0.1495648687780346</c:v>
                </c:pt>
                <c:pt idx="1084">
                  <c:v>0.1495648687780346</c:v>
                </c:pt>
                <c:pt idx="1085">
                  <c:v>0.1495648687780346</c:v>
                </c:pt>
                <c:pt idx="1086">
                  <c:v>0.1495648687780346</c:v>
                </c:pt>
                <c:pt idx="1087">
                  <c:v>0.1495648687780346</c:v>
                </c:pt>
                <c:pt idx="1088">
                  <c:v>0.1495648687780346</c:v>
                </c:pt>
                <c:pt idx="1089">
                  <c:v>0.1495648687780346</c:v>
                </c:pt>
                <c:pt idx="1090">
                  <c:v>0.1495648687780346</c:v>
                </c:pt>
                <c:pt idx="1091">
                  <c:v>0.1495648687780346</c:v>
                </c:pt>
                <c:pt idx="1092">
                  <c:v>0.1495648687780346</c:v>
                </c:pt>
                <c:pt idx="1093">
                  <c:v>0.1495648687780346</c:v>
                </c:pt>
                <c:pt idx="1094">
                  <c:v>0.1495648687780346</c:v>
                </c:pt>
                <c:pt idx="1095">
                  <c:v>0.1495648687780346</c:v>
                </c:pt>
                <c:pt idx="1096">
                  <c:v>0.1495648687780346</c:v>
                </c:pt>
                <c:pt idx="1097">
                  <c:v>0.1495648687780346</c:v>
                </c:pt>
                <c:pt idx="1098">
                  <c:v>0.1495648687780346</c:v>
                </c:pt>
                <c:pt idx="1099">
                  <c:v>0.1495648687780346</c:v>
                </c:pt>
                <c:pt idx="1100">
                  <c:v>0.1495648687780346</c:v>
                </c:pt>
                <c:pt idx="1101">
                  <c:v>0.1495648687780346</c:v>
                </c:pt>
                <c:pt idx="1102">
                  <c:v>0.1495648687780346</c:v>
                </c:pt>
                <c:pt idx="1103">
                  <c:v>0.1495648687780346</c:v>
                </c:pt>
                <c:pt idx="1104">
                  <c:v>0.1495648687780346</c:v>
                </c:pt>
                <c:pt idx="1105">
                  <c:v>0.1495648687780346</c:v>
                </c:pt>
                <c:pt idx="1106">
                  <c:v>0.1495648687780346</c:v>
                </c:pt>
                <c:pt idx="1107">
                  <c:v>0.1495648687780346</c:v>
                </c:pt>
                <c:pt idx="1108">
                  <c:v>0.1495648687780346</c:v>
                </c:pt>
                <c:pt idx="1109">
                  <c:v>0.1495648687780346</c:v>
                </c:pt>
                <c:pt idx="1110">
                  <c:v>0.1495648687780346</c:v>
                </c:pt>
                <c:pt idx="1111">
                  <c:v>0.1495648687780346</c:v>
                </c:pt>
                <c:pt idx="1112">
                  <c:v>0.1495648687780346</c:v>
                </c:pt>
                <c:pt idx="1113">
                  <c:v>0.1495648687780346</c:v>
                </c:pt>
                <c:pt idx="1114">
                  <c:v>0.1495648687780346</c:v>
                </c:pt>
                <c:pt idx="1115">
                  <c:v>0.1495648687780346</c:v>
                </c:pt>
                <c:pt idx="1116">
                  <c:v>0.1495648687780346</c:v>
                </c:pt>
                <c:pt idx="1117">
                  <c:v>0.1495648687780346</c:v>
                </c:pt>
                <c:pt idx="1118">
                  <c:v>0.1495648687780346</c:v>
                </c:pt>
                <c:pt idx="1119">
                  <c:v>0.1495648687780346</c:v>
                </c:pt>
                <c:pt idx="1120">
                  <c:v>0.1495648687780346</c:v>
                </c:pt>
                <c:pt idx="1121">
                  <c:v>0.1495648687780346</c:v>
                </c:pt>
                <c:pt idx="1122">
                  <c:v>0.1495648687780346</c:v>
                </c:pt>
                <c:pt idx="1123">
                  <c:v>0.1495648687780346</c:v>
                </c:pt>
                <c:pt idx="1124">
                  <c:v>0.1495648687780346</c:v>
                </c:pt>
                <c:pt idx="1125">
                  <c:v>0.1495648687780346</c:v>
                </c:pt>
                <c:pt idx="1126">
                  <c:v>0.1495648687780346</c:v>
                </c:pt>
                <c:pt idx="1127">
                  <c:v>0.1495648687780346</c:v>
                </c:pt>
                <c:pt idx="1128">
                  <c:v>0.1495648687780346</c:v>
                </c:pt>
                <c:pt idx="1129">
                  <c:v>0.1495648687780346</c:v>
                </c:pt>
                <c:pt idx="1130">
                  <c:v>0.1495648687780346</c:v>
                </c:pt>
                <c:pt idx="1131">
                  <c:v>0.1495648687780346</c:v>
                </c:pt>
                <c:pt idx="1132">
                  <c:v>0.1495648687780346</c:v>
                </c:pt>
                <c:pt idx="1133">
                  <c:v>0.1495648687780346</c:v>
                </c:pt>
                <c:pt idx="1134">
                  <c:v>0.1495648687780346</c:v>
                </c:pt>
                <c:pt idx="1135">
                  <c:v>0.1495648687780346</c:v>
                </c:pt>
                <c:pt idx="1136">
                  <c:v>0.1495648687780346</c:v>
                </c:pt>
                <c:pt idx="1137">
                  <c:v>0.1495648687780346</c:v>
                </c:pt>
                <c:pt idx="1138">
                  <c:v>0.1495648687780346</c:v>
                </c:pt>
                <c:pt idx="1139">
                  <c:v>0.1495648687780346</c:v>
                </c:pt>
                <c:pt idx="1140">
                  <c:v>0.1495648687780346</c:v>
                </c:pt>
                <c:pt idx="1141">
                  <c:v>0.1495648687780346</c:v>
                </c:pt>
                <c:pt idx="1142">
                  <c:v>0.1495648687780346</c:v>
                </c:pt>
                <c:pt idx="1143">
                  <c:v>0.1495648687780346</c:v>
                </c:pt>
                <c:pt idx="1144">
                  <c:v>0.1495648687780346</c:v>
                </c:pt>
                <c:pt idx="1145">
                  <c:v>0.1495648687780346</c:v>
                </c:pt>
                <c:pt idx="1146">
                  <c:v>0.1495648687780346</c:v>
                </c:pt>
                <c:pt idx="1147">
                  <c:v>0.1495648687780346</c:v>
                </c:pt>
                <c:pt idx="1148">
                  <c:v>0.1495648687780346</c:v>
                </c:pt>
                <c:pt idx="1149">
                  <c:v>0.1495648687780346</c:v>
                </c:pt>
                <c:pt idx="1150">
                  <c:v>0.1495648687780346</c:v>
                </c:pt>
                <c:pt idx="1151">
                  <c:v>0.1495648687780346</c:v>
                </c:pt>
                <c:pt idx="1152">
                  <c:v>0.1495648687780346</c:v>
                </c:pt>
                <c:pt idx="1153">
                  <c:v>0.1495648687780346</c:v>
                </c:pt>
                <c:pt idx="1154">
                  <c:v>0.1495648687780346</c:v>
                </c:pt>
                <c:pt idx="1155">
                  <c:v>0.1495648687780346</c:v>
                </c:pt>
                <c:pt idx="1156">
                  <c:v>0.1495648687780346</c:v>
                </c:pt>
                <c:pt idx="1157">
                  <c:v>0.1495648687780346</c:v>
                </c:pt>
                <c:pt idx="1158">
                  <c:v>0.1495648687780346</c:v>
                </c:pt>
                <c:pt idx="1159">
                  <c:v>0.1495648687780346</c:v>
                </c:pt>
                <c:pt idx="1160">
                  <c:v>0.1495648687780346</c:v>
                </c:pt>
                <c:pt idx="1161">
                  <c:v>0.1495648687780346</c:v>
                </c:pt>
                <c:pt idx="1162">
                  <c:v>0.1495648687780346</c:v>
                </c:pt>
                <c:pt idx="1163">
                  <c:v>0.1495648687780346</c:v>
                </c:pt>
                <c:pt idx="1164">
                  <c:v>0.1495648687780346</c:v>
                </c:pt>
                <c:pt idx="1165">
                  <c:v>0.1495648687780346</c:v>
                </c:pt>
                <c:pt idx="1166">
                  <c:v>0.1495648687780346</c:v>
                </c:pt>
                <c:pt idx="1167">
                  <c:v>0.1495648687780346</c:v>
                </c:pt>
                <c:pt idx="1168">
                  <c:v>0.1495648687780346</c:v>
                </c:pt>
                <c:pt idx="1169">
                  <c:v>0.1495648687780346</c:v>
                </c:pt>
                <c:pt idx="1170">
                  <c:v>0.1495648687780346</c:v>
                </c:pt>
                <c:pt idx="1171">
                  <c:v>0.1495648687780346</c:v>
                </c:pt>
                <c:pt idx="1172">
                  <c:v>0.1495648687780346</c:v>
                </c:pt>
                <c:pt idx="1173">
                  <c:v>0.1495648687780346</c:v>
                </c:pt>
                <c:pt idx="1174">
                  <c:v>0.1495648687780346</c:v>
                </c:pt>
                <c:pt idx="1175">
                  <c:v>0.1495648687780346</c:v>
                </c:pt>
                <c:pt idx="1176">
                  <c:v>0.1495648687780346</c:v>
                </c:pt>
                <c:pt idx="1177">
                  <c:v>0.1495648687780346</c:v>
                </c:pt>
                <c:pt idx="1178">
                  <c:v>0.1495648687780346</c:v>
                </c:pt>
                <c:pt idx="1179">
                  <c:v>0.1495648687780346</c:v>
                </c:pt>
                <c:pt idx="1180">
                  <c:v>0.1495648687780346</c:v>
                </c:pt>
                <c:pt idx="1181">
                  <c:v>0.1495648687780346</c:v>
                </c:pt>
                <c:pt idx="1182">
                  <c:v>0.1495648687780346</c:v>
                </c:pt>
                <c:pt idx="1183">
                  <c:v>0.1495648687780346</c:v>
                </c:pt>
                <c:pt idx="1184">
                  <c:v>0.1495648687780346</c:v>
                </c:pt>
                <c:pt idx="1185">
                  <c:v>0.1495648687780346</c:v>
                </c:pt>
                <c:pt idx="1186">
                  <c:v>0.1495648687780346</c:v>
                </c:pt>
                <c:pt idx="1187">
                  <c:v>0.1495648687780346</c:v>
                </c:pt>
                <c:pt idx="1188">
                  <c:v>0.1495648687780346</c:v>
                </c:pt>
                <c:pt idx="1189">
                  <c:v>0.1495648687780346</c:v>
                </c:pt>
                <c:pt idx="1190">
                  <c:v>0.1495648687780346</c:v>
                </c:pt>
                <c:pt idx="1191">
                  <c:v>0.1495648687780346</c:v>
                </c:pt>
                <c:pt idx="1192">
                  <c:v>0.1495648687780346</c:v>
                </c:pt>
                <c:pt idx="1193">
                  <c:v>0.1495648687780346</c:v>
                </c:pt>
                <c:pt idx="1194">
                  <c:v>0.1495648687780346</c:v>
                </c:pt>
                <c:pt idx="1195">
                  <c:v>0.1495648687780346</c:v>
                </c:pt>
                <c:pt idx="1196">
                  <c:v>0.1495648687780346</c:v>
                </c:pt>
                <c:pt idx="1197">
                  <c:v>0.1495648687780346</c:v>
                </c:pt>
                <c:pt idx="1198">
                  <c:v>0.1495648687780346</c:v>
                </c:pt>
                <c:pt idx="1199">
                  <c:v>0.1495648687780346</c:v>
                </c:pt>
                <c:pt idx="1200">
                  <c:v>0.1495648687780346</c:v>
                </c:pt>
                <c:pt idx="1201">
                  <c:v>0.1495648687780346</c:v>
                </c:pt>
                <c:pt idx="1202">
                  <c:v>0.1495648687780346</c:v>
                </c:pt>
                <c:pt idx="1203">
                  <c:v>0.1495648687780346</c:v>
                </c:pt>
                <c:pt idx="1204">
                  <c:v>0.1495648687780346</c:v>
                </c:pt>
                <c:pt idx="1205">
                  <c:v>0.1495648687780346</c:v>
                </c:pt>
                <c:pt idx="1206">
                  <c:v>0.1495648687780346</c:v>
                </c:pt>
                <c:pt idx="1207">
                  <c:v>0.1495648687780346</c:v>
                </c:pt>
                <c:pt idx="1208">
                  <c:v>0.1495648687780346</c:v>
                </c:pt>
                <c:pt idx="1209">
                  <c:v>0.1495648687780346</c:v>
                </c:pt>
                <c:pt idx="1210">
                  <c:v>0.1495648687780346</c:v>
                </c:pt>
                <c:pt idx="1211">
                  <c:v>0.1495648687780346</c:v>
                </c:pt>
                <c:pt idx="1212">
                  <c:v>0.1495648687780346</c:v>
                </c:pt>
                <c:pt idx="1213">
                  <c:v>0.1495648687780346</c:v>
                </c:pt>
                <c:pt idx="1214">
                  <c:v>0.1495648687780346</c:v>
                </c:pt>
                <c:pt idx="1215">
                  <c:v>0.1495648687780346</c:v>
                </c:pt>
                <c:pt idx="1216">
                  <c:v>0.1495648687780346</c:v>
                </c:pt>
                <c:pt idx="1217">
                  <c:v>0.1495648687780346</c:v>
                </c:pt>
                <c:pt idx="1218">
                  <c:v>0.1495648687780346</c:v>
                </c:pt>
                <c:pt idx="1219">
                  <c:v>0.1495648687780346</c:v>
                </c:pt>
                <c:pt idx="1220">
                  <c:v>0.1495648687780346</c:v>
                </c:pt>
                <c:pt idx="1221">
                  <c:v>0.1495648687780346</c:v>
                </c:pt>
                <c:pt idx="1222">
                  <c:v>0.1495648687780346</c:v>
                </c:pt>
                <c:pt idx="1223">
                  <c:v>0.1495648687780346</c:v>
                </c:pt>
                <c:pt idx="1224">
                  <c:v>0.1495648687780346</c:v>
                </c:pt>
                <c:pt idx="1225">
                  <c:v>0.1495648687780346</c:v>
                </c:pt>
                <c:pt idx="1226">
                  <c:v>0.1495648687780346</c:v>
                </c:pt>
                <c:pt idx="1227">
                  <c:v>0.1495648687780346</c:v>
                </c:pt>
                <c:pt idx="1228">
                  <c:v>0.1495648687780346</c:v>
                </c:pt>
                <c:pt idx="1229">
                  <c:v>0.1495648687780346</c:v>
                </c:pt>
                <c:pt idx="1230">
                  <c:v>0.1495648687780346</c:v>
                </c:pt>
                <c:pt idx="1231">
                  <c:v>0.1495648687780346</c:v>
                </c:pt>
                <c:pt idx="1232">
                  <c:v>0.1495648687780346</c:v>
                </c:pt>
                <c:pt idx="1233">
                  <c:v>0.1495648687780346</c:v>
                </c:pt>
                <c:pt idx="1234">
                  <c:v>0.1495648687780346</c:v>
                </c:pt>
                <c:pt idx="1235">
                  <c:v>0.1495648687780346</c:v>
                </c:pt>
                <c:pt idx="1236">
                  <c:v>0.1495648687780346</c:v>
                </c:pt>
                <c:pt idx="1237">
                  <c:v>0.1495648687780346</c:v>
                </c:pt>
                <c:pt idx="1238">
                  <c:v>0.1495648687780346</c:v>
                </c:pt>
                <c:pt idx="1239">
                  <c:v>0.1495648687780346</c:v>
                </c:pt>
                <c:pt idx="1240">
                  <c:v>0.1495648687780346</c:v>
                </c:pt>
                <c:pt idx="1241">
                  <c:v>0.1495648687780346</c:v>
                </c:pt>
                <c:pt idx="1242">
                  <c:v>0.1495648687780346</c:v>
                </c:pt>
                <c:pt idx="1243">
                  <c:v>0.1495648687780346</c:v>
                </c:pt>
                <c:pt idx="1244">
                  <c:v>0.1495648687780346</c:v>
                </c:pt>
                <c:pt idx="1245">
                  <c:v>0.1495648687780346</c:v>
                </c:pt>
                <c:pt idx="1246">
                  <c:v>0.1495648687780346</c:v>
                </c:pt>
                <c:pt idx="1247">
                  <c:v>0.1495648687780346</c:v>
                </c:pt>
                <c:pt idx="1248">
                  <c:v>0.1495648687780346</c:v>
                </c:pt>
                <c:pt idx="1249">
                  <c:v>0.1495648687780346</c:v>
                </c:pt>
                <c:pt idx="1250">
                  <c:v>0.1495648687780346</c:v>
                </c:pt>
                <c:pt idx="1251">
                  <c:v>0.1495648687780346</c:v>
                </c:pt>
                <c:pt idx="1252">
                  <c:v>0.1495648687780346</c:v>
                </c:pt>
                <c:pt idx="1253">
                  <c:v>0.1495648687780346</c:v>
                </c:pt>
                <c:pt idx="1254">
                  <c:v>0.1495648687780346</c:v>
                </c:pt>
                <c:pt idx="1255">
                  <c:v>0.1495648687780346</c:v>
                </c:pt>
                <c:pt idx="1256">
                  <c:v>0.1495648687780346</c:v>
                </c:pt>
                <c:pt idx="1257">
                  <c:v>0.1495648687780346</c:v>
                </c:pt>
                <c:pt idx="1258">
                  <c:v>0.1495648687780346</c:v>
                </c:pt>
                <c:pt idx="1259">
                  <c:v>0.1495648687780346</c:v>
                </c:pt>
                <c:pt idx="1260">
                  <c:v>0.1495648687780346</c:v>
                </c:pt>
                <c:pt idx="1261">
                  <c:v>0.1495648687780346</c:v>
                </c:pt>
                <c:pt idx="1262">
                  <c:v>0.1495648687780346</c:v>
                </c:pt>
                <c:pt idx="1263">
                  <c:v>0.1495648687780346</c:v>
                </c:pt>
                <c:pt idx="1264">
                  <c:v>0.1495648687780346</c:v>
                </c:pt>
                <c:pt idx="1265">
                  <c:v>0.1495648687780346</c:v>
                </c:pt>
                <c:pt idx="1266">
                  <c:v>0.1495648687780346</c:v>
                </c:pt>
                <c:pt idx="1267">
                  <c:v>0.1495648687780346</c:v>
                </c:pt>
                <c:pt idx="1268">
                  <c:v>0.1495648687780346</c:v>
                </c:pt>
                <c:pt idx="1269">
                  <c:v>0.1495648687780346</c:v>
                </c:pt>
                <c:pt idx="1270">
                  <c:v>0.1495648687780346</c:v>
                </c:pt>
                <c:pt idx="1271">
                  <c:v>0.1495648687780346</c:v>
                </c:pt>
                <c:pt idx="1272">
                  <c:v>0.1495648687780346</c:v>
                </c:pt>
                <c:pt idx="1273">
                  <c:v>0.1495648687780346</c:v>
                </c:pt>
                <c:pt idx="1274">
                  <c:v>0.1495648687780346</c:v>
                </c:pt>
                <c:pt idx="1275">
                  <c:v>0.1495648687780346</c:v>
                </c:pt>
                <c:pt idx="1276">
                  <c:v>0.1495648687780346</c:v>
                </c:pt>
                <c:pt idx="1277">
                  <c:v>0.1495648687780346</c:v>
                </c:pt>
                <c:pt idx="1278">
                  <c:v>0.1495648687780346</c:v>
                </c:pt>
                <c:pt idx="1279">
                  <c:v>0.1495648687780346</c:v>
                </c:pt>
                <c:pt idx="1280">
                  <c:v>0.1495648687780346</c:v>
                </c:pt>
                <c:pt idx="1281">
                  <c:v>0.1495648687780346</c:v>
                </c:pt>
                <c:pt idx="1282">
                  <c:v>0.1495648687780346</c:v>
                </c:pt>
                <c:pt idx="1283">
                  <c:v>0.1495648687780346</c:v>
                </c:pt>
                <c:pt idx="1284">
                  <c:v>0.1495648687780346</c:v>
                </c:pt>
                <c:pt idx="1285">
                  <c:v>0.1495648687780346</c:v>
                </c:pt>
                <c:pt idx="1286">
                  <c:v>0.1495648687780346</c:v>
                </c:pt>
                <c:pt idx="1287">
                  <c:v>0.1495648687780346</c:v>
                </c:pt>
                <c:pt idx="1288">
                  <c:v>0.1495648687780346</c:v>
                </c:pt>
                <c:pt idx="1289">
                  <c:v>0.1495648687780346</c:v>
                </c:pt>
                <c:pt idx="1290">
                  <c:v>0.1495648687780346</c:v>
                </c:pt>
                <c:pt idx="1291">
                  <c:v>0.1495648687780346</c:v>
                </c:pt>
                <c:pt idx="1292">
                  <c:v>0.1495648687780346</c:v>
                </c:pt>
                <c:pt idx="1293">
                  <c:v>0.1495648687780346</c:v>
                </c:pt>
                <c:pt idx="1294">
                  <c:v>0.1495648687780346</c:v>
                </c:pt>
                <c:pt idx="1295">
                  <c:v>0.1495648687780346</c:v>
                </c:pt>
                <c:pt idx="1296">
                  <c:v>0.1495648687780346</c:v>
                </c:pt>
                <c:pt idx="1297">
                  <c:v>0.1495648687780346</c:v>
                </c:pt>
                <c:pt idx="1298">
                  <c:v>0.1495648687780346</c:v>
                </c:pt>
                <c:pt idx="1299">
                  <c:v>0.1495648687780346</c:v>
                </c:pt>
                <c:pt idx="1300">
                  <c:v>0.1495648687780346</c:v>
                </c:pt>
                <c:pt idx="1301">
                  <c:v>0.1495648687780346</c:v>
                </c:pt>
                <c:pt idx="1302">
                  <c:v>0.1495648687780346</c:v>
                </c:pt>
                <c:pt idx="1303">
                  <c:v>0.1495648687780346</c:v>
                </c:pt>
                <c:pt idx="1304">
                  <c:v>0.1495648687780346</c:v>
                </c:pt>
                <c:pt idx="1305">
                  <c:v>0.1495648687780346</c:v>
                </c:pt>
                <c:pt idx="1306">
                  <c:v>0.1495648687780346</c:v>
                </c:pt>
                <c:pt idx="1307">
                  <c:v>0.1495648687780346</c:v>
                </c:pt>
                <c:pt idx="1308">
                  <c:v>0.1495648687780346</c:v>
                </c:pt>
                <c:pt idx="1309">
                  <c:v>0.1495648687780346</c:v>
                </c:pt>
                <c:pt idx="1310">
                  <c:v>0.1495648687780346</c:v>
                </c:pt>
                <c:pt idx="1311">
                  <c:v>0.1495648687780346</c:v>
                </c:pt>
                <c:pt idx="1312">
                  <c:v>0.1495648687780346</c:v>
                </c:pt>
                <c:pt idx="1313">
                  <c:v>0.1495648687780346</c:v>
                </c:pt>
                <c:pt idx="1314">
                  <c:v>0.1495648687780346</c:v>
                </c:pt>
                <c:pt idx="1315">
                  <c:v>0.1495648687780346</c:v>
                </c:pt>
                <c:pt idx="1316">
                  <c:v>0.1495648687780346</c:v>
                </c:pt>
                <c:pt idx="1317">
                  <c:v>0.1495648687780346</c:v>
                </c:pt>
                <c:pt idx="1318">
                  <c:v>0.1495648687780346</c:v>
                </c:pt>
                <c:pt idx="1319">
                  <c:v>0.1495648687780346</c:v>
                </c:pt>
                <c:pt idx="1320">
                  <c:v>0.1495648687780346</c:v>
                </c:pt>
                <c:pt idx="1321">
                  <c:v>0.1495648687780346</c:v>
                </c:pt>
                <c:pt idx="1322">
                  <c:v>0.1495648687780346</c:v>
                </c:pt>
                <c:pt idx="1323">
                  <c:v>0.1495648687780346</c:v>
                </c:pt>
                <c:pt idx="1324">
                  <c:v>0.1495648687780346</c:v>
                </c:pt>
                <c:pt idx="1325">
                  <c:v>0.1495648687780346</c:v>
                </c:pt>
                <c:pt idx="1326">
                  <c:v>0.1495648687780346</c:v>
                </c:pt>
                <c:pt idx="1327">
                  <c:v>0.1495648687780346</c:v>
                </c:pt>
                <c:pt idx="1328">
                  <c:v>0.1495648687780346</c:v>
                </c:pt>
                <c:pt idx="1329">
                  <c:v>0.1495648687780346</c:v>
                </c:pt>
                <c:pt idx="1330">
                  <c:v>0.1495648687780346</c:v>
                </c:pt>
                <c:pt idx="1331">
                  <c:v>0.1495648687780346</c:v>
                </c:pt>
                <c:pt idx="1332">
                  <c:v>0.1495648687780346</c:v>
                </c:pt>
                <c:pt idx="1333">
                  <c:v>0.1495648687780346</c:v>
                </c:pt>
                <c:pt idx="1334">
                  <c:v>0.1495648687780346</c:v>
                </c:pt>
                <c:pt idx="1335">
                  <c:v>0.1495648687780346</c:v>
                </c:pt>
                <c:pt idx="1336">
                  <c:v>0.1495648687780346</c:v>
                </c:pt>
                <c:pt idx="1337">
                  <c:v>0.1495648687780346</c:v>
                </c:pt>
                <c:pt idx="1338">
                  <c:v>0.1495648687780346</c:v>
                </c:pt>
                <c:pt idx="1339">
                  <c:v>0.1495648687780346</c:v>
                </c:pt>
                <c:pt idx="1340">
                  <c:v>0.1495648687780346</c:v>
                </c:pt>
                <c:pt idx="1341">
                  <c:v>0.1495648687780346</c:v>
                </c:pt>
                <c:pt idx="1342">
                  <c:v>0.1495648687780346</c:v>
                </c:pt>
                <c:pt idx="1343">
                  <c:v>0.1495648687780346</c:v>
                </c:pt>
                <c:pt idx="1344">
                  <c:v>0.1495648687780346</c:v>
                </c:pt>
                <c:pt idx="1345">
                  <c:v>0.1495648687780346</c:v>
                </c:pt>
                <c:pt idx="1346">
                  <c:v>0.1495648687780346</c:v>
                </c:pt>
                <c:pt idx="1347">
                  <c:v>0.1495648687780346</c:v>
                </c:pt>
                <c:pt idx="1348">
                  <c:v>0.1495648687780346</c:v>
                </c:pt>
                <c:pt idx="1349">
                  <c:v>0.1495648687780346</c:v>
                </c:pt>
                <c:pt idx="1350">
                  <c:v>0.1495648687780346</c:v>
                </c:pt>
                <c:pt idx="1351">
                  <c:v>0.1495648687780346</c:v>
                </c:pt>
                <c:pt idx="1352">
                  <c:v>0.1495648687780346</c:v>
                </c:pt>
                <c:pt idx="1353">
                  <c:v>0.1495648687780346</c:v>
                </c:pt>
                <c:pt idx="1354">
                  <c:v>0.1495648687780346</c:v>
                </c:pt>
                <c:pt idx="1355">
                  <c:v>0.1495648687780346</c:v>
                </c:pt>
                <c:pt idx="1356">
                  <c:v>0.1495648687780346</c:v>
                </c:pt>
                <c:pt idx="1357">
                  <c:v>0.1495648687780346</c:v>
                </c:pt>
                <c:pt idx="1358">
                  <c:v>0.1495648687780346</c:v>
                </c:pt>
                <c:pt idx="1359">
                  <c:v>0.1495648687780346</c:v>
                </c:pt>
                <c:pt idx="1360">
                  <c:v>0.1495648687780346</c:v>
                </c:pt>
                <c:pt idx="1361">
                  <c:v>0.1495648687780346</c:v>
                </c:pt>
                <c:pt idx="1362">
                  <c:v>0.1495648687780346</c:v>
                </c:pt>
                <c:pt idx="1363">
                  <c:v>0.1495648687780346</c:v>
                </c:pt>
                <c:pt idx="1364">
                  <c:v>0.1495648687780346</c:v>
                </c:pt>
                <c:pt idx="1365">
                  <c:v>0.1495648687780346</c:v>
                </c:pt>
                <c:pt idx="1366">
                  <c:v>0.1495648687780346</c:v>
                </c:pt>
                <c:pt idx="1367">
                  <c:v>0.1495648687780346</c:v>
                </c:pt>
                <c:pt idx="1368">
                  <c:v>0.1495648687780346</c:v>
                </c:pt>
                <c:pt idx="1369">
                  <c:v>0.1495648687780346</c:v>
                </c:pt>
                <c:pt idx="1370">
                  <c:v>0.1495648687780346</c:v>
                </c:pt>
                <c:pt idx="1371">
                  <c:v>0.1495648687780346</c:v>
                </c:pt>
                <c:pt idx="1372">
                  <c:v>0.1495648687780346</c:v>
                </c:pt>
                <c:pt idx="1373">
                  <c:v>0.1495648687780346</c:v>
                </c:pt>
                <c:pt idx="1374">
                  <c:v>0.1495648687780346</c:v>
                </c:pt>
                <c:pt idx="1375">
                  <c:v>0.1495648687780346</c:v>
                </c:pt>
                <c:pt idx="1376">
                  <c:v>0.1495648687780346</c:v>
                </c:pt>
                <c:pt idx="1377">
                  <c:v>0.1495648687780346</c:v>
                </c:pt>
                <c:pt idx="1378">
                  <c:v>0.1495648687780346</c:v>
                </c:pt>
                <c:pt idx="1379">
                  <c:v>0.1495648687780346</c:v>
                </c:pt>
                <c:pt idx="1380">
                  <c:v>0.1495648687780346</c:v>
                </c:pt>
                <c:pt idx="1381">
                  <c:v>0.1495648687780346</c:v>
                </c:pt>
                <c:pt idx="1382">
                  <c:v>0.1495648687780346</c:v>
                </c:pt>
                <c:pt idx="1383">
                  <c:v>0.1495648687780346</c:v>
                </c:pt>
                <c:pt idx="1384">
                  <c:v>0.1495648687780346</c:v>
                </c:pt>
                <c:pt idx="1385">
                  <c:v>0.1495648687780346</c:v>
                </c:pt>
                <c:pt idx="1386">
                  <c:v>0.1495648687780346</c:v>
                </c:pt>
                <c:pt idx="1387">
                  <c:v>0.1495648687780346</c:v>
                </c:pt>
                <c:pt idx="1388">
                  <c:v>0.1495648687780346</c:v>
                </c:pt>
                <c:pt idx="1389">
                  <c:v>0.1495648687780346</c:v>
                </c:pt>
                <c:pt idx="1390">
                  <c:v>0.1495648687780346</c:v>
                </c:pt>
                <c:pt idx="1391">
                  <c:v>0.1495648687780346</c:v>
                </c:pt>
                <c:pt idx="1392">
                  <c:v>0.1495648687780346</c:v>
                </c:pt>
                <c:pt idx="1393">
                  <c:v>0.1495648687780346</c:v>
                </c:pt>
                <c:pt idx="1394">
                  <c:v>0.1495648687780346</c:v>
                </c:pt>
                <c:pt idx="1395">
                  <c:v>0.1495648687780346</c:v>
                </c:pt>
                <c:pt idx="1396">
                  <c:v>0.1495648687780346</c:v>
                </c:pt>
                <c:pt idx="1397">
                  <c:v>0.1495648687780346</c:v>
                </c:pt>
                <c:pt idx="1398">
                  <c:v>0.1495648687780346</c:v>
                </c:pt>
                <c:pt idx="1399">
                  <c:v>0.1495648687780346</c:v>
                </c:pt>
                <c:pt idx="1400">
                  <c:v>0.1495648687780346</c:v>
                </c:pt>
                <c:pt idx="1401">
                  <c:v>0.1495648687780346</c:v>
                </c:pt>
                <c:pt idx="1402">
                  <c:v>0.1495648687780346</c:v>
                </c:pt>
                <c:pt idx="1403">
                  <c:v>0.1495648687780346</c:v>
                </c:pt>
                <c:pt idx="1404">
                  <c:v>0.1495648687780346</c:v>
                </c:pt>
                <c:pt idx="1405">
                  <c:v>0.1495648687780346</c:v>
                </c:pt>
                <c:pt idx="1406">
                  <c:v>0.1495648687780346</c:v>
                </c:pt>
                <c:pt idx="1407">
                  <c:v>0.1495648687780346</c:v>
                </c:pt>
                <c:pt idx="1408">
                  <c:v>0.1495648687780346</c:v>
                </c:pt>
                <c:pt idx="1409">
                  <c:v>0.1495648687780346</c:v>
                </c:pt>
                <c:pt idx="1410">
                  <c:v>0.1495648687780346</c:v>
                </c:pt>
                <c:pt idx="1411">
                  <c:v>0.1495648687780346</c:v>
                </c:pt>
                <c:pt idx="1412">
                  <c:v>0.1495648687780346</c:v>
                </c:pt>
                <c:pt idx="1413">
                  <c:v>0.1495648687780346</c:v>
                </c:pt>
                <c:pt idx="1414">
                  <c:v>0.1495648687780346</c:v>
                </c:pt>
                <c:pt idx="1415">
                  <c:v>0.1495648687780346</c:v>
                </c:pt>
                <c:pt idx="1416">
                  <c:v>0.1495648687780346</c:v>
                </c:pt>
                <c:pt idx="1417">
                  <c:v>0.1495648687780346</c:v>
                </c:pt>
                <c:pt idx="1418">
                  <c:v>0.1495648687780346</c:v>
                </c:pt>
                <c:pt idx="1419">
                  <c:v>0.1495648687780346</c:v>
                </c:pt>
                <c:pt idx="1420">
                  <c:v>0.1495648687780346</c:v>
                </c:pt>
                <c:pt idx="1421">
                  <c:v>0.1495648687780346</c:v>
                </c:pt>
                <c:pt idx="1422">
                  <c:v>0.1495648687780346</c:v>
                </c:pt>
                <c:pt idx="1423">
                  <c:v>0.1495648687780346</c:v>
                </c:pt>
                <c:pt idx="1424">
                  <c:v>0.1495648687780346</c:v>
                </c:pt>
                <c:pt idx="1425">
                  <c:v>0.1495648687780346</c:v>
                </c:pt>
                <c:pt idx="1426">
                  <c:v>0.1495648687780346</c:v>
                </c:pt>
                <c:pt idx="1427">
                  <c:v>0.1495648687780346</c:v>
                </c:pt>
                <c:pt idx="1428">
                  <c:v>0.1495648687780346</c:v>
                </c:pt>
                <c:pt idx="1429">
                  <c:v>0.1495648687780346</c:v>
                </c:pt>
                <c:pt idx="1430">
                  <c:v>0.1495648687780346</c:v>
                </c:pt>
                <c:pt idx="1431">
                  <c:v>0.1495648687780346</c:v>
                </c:pt>
                <c:pt idx="1432">
                  <c:v>0.1495648687780346</c:v>
                </c:pt>
                <c:pt idx="1433">
                  <c:v>0.1495648687780346</c:v>
                </c:pt>
                <c:pt idx="1434">
                  <c:v>0.1495648687780346</c:v>
                </c:pt>
                <c:pt idx="1435">
                  <c:v>0.1495648687780346</c:v>
                </c:pt>
                <c:pt idx="1436">
                  <c:v>0.1495648687780346</c:v>
                </c:pt>
                <c:pt idx="1437">
                  <c:v>0.1495648687780346</c:v>
                </c:pt>
                <c:pt idx="1438">
                  <c:v>0.1495648687780346</c:v>
                </c:pt>
                <c:pt idx="1439">
                  <c:v>0.1495648687780346</c:v>
                </c:pt>
                <c:pt idx="1440">
                  <c:v>0.1495648687780346</c:v>
                </c:pt>
                <c:pt idx="1441">
                  <c:v>0.1495648687780346</c:v>
                </c:pt>
                <c:pt idx="1442">
                  <c:v>0.1495648687780346</c:v>
                </c:pt>
                <c:pt idx="1443">
                  <c:v>0.1495648687780346</c:v>
                </c:pt>
                <c:pt idx="1444">
                  <c:v>0.1495648687780346</c:v>
                </c:pt>
                <c:pt idx="1445">
                  <c:v>0.1495648687780346</c:v>
                </c:pt>
                <c:pt idx="1446">
                  <c:v>0.1495648687780346</c:v>
                </c:pt>
                <c:pt idx="1447">
                  <c:v>0.1495648687780346</c:v>
                </c:pt>
                <c:pt idx="1448">
                  <c:v>0.1495648687780346</c:v>
                </c:pt>
                <c:pt idx="1449">
                  <c:v>0.1495648687780346</c:v>
                </c:pt>
                <c:pt idx="1450">
                  <c:v>0.1495648687780346</c:v>
                </c:pt>
                <c:pt idx="1451">
                  <c:v>0.1495648687780346</c:v>
                </c:pt>
                <c:pt idx="1452">
                  <c:v>0.1495648687780346</c:v>
                </c:pt>
                <c:pt idx="1453">
                  <c:v>0.1495648687780346</c:v>
                </c:pt>
                <c:pt idx="1454">
                  <c:v>0.1495648687780346</c:v>
                </c:pt>
                <c:pt idx="1455">
                  <c:v>0.1495648687780346</c:v>
                </c:pt>
                <c:pt idx="1456">
                  <c:v>0.1495648687780346</c:v>
                </c:pt>
                <c:pt idx="1457">
                  <c:v>0.1495648687780346</c:v>
                </c:pt>
                <c:pt idx="1458">
                  <c:v>0.1495648687780346</c:v>
                </c:pt>
                <c:pt idx="1459">
                  <c:v>0.1495648687780346</c:v>
                </c:pt>
                <c:pt idx="1460">
                  <c:v>0.1495648687780346</c:v>
                </c:pt>
                <c:pt idx="1461">
                  <c:v>0.1495648687780346</c:v>
                </c:pt>
                <c:pt idx="1462">
                  <c:v>0.1495648687780346</c:v>
                </c:pt>
                <c:pt idx="1463">
                  <c:v>0.1495648687780346</c:v>
                </c:pt>
                <c:pt idx="1464">
                  <c:v>0.1495648687780346</c:v>
                </c:pt>
                <c:pt idx="1465">
                  <c:v>0.1495648687780346</c:v>
                </c:pt>
                <c:pt idx="1466">
                  <c:v>0.1495648687780346</c:v>
                </c:pt>
                <c:pt idx="1467">
                  <c:v>0.1495648687780346</c:v>
                </c:pt>
                <c:pt idx="1468">
                  <c:v>0.1495648687780346</c:v>
                </c:pt>
                <c:pt idx="1469">
                  <c:v>0.1495648687780346</c:v>
                </c:pt>
                <c:pt idx="1470">
                  <c:v>0.1495648687780346</c:v>
                </c:pt>
                <c:pt idx="1471">
                  <c:v>0.1495648687780346</c:v>
                </c:pt>
                <c:pt idx="1472">
                  <c:v>0.1495648687780346</c:v>
                </c:pt>
                <c:pt idx="1473">
                  <c:v>0.1495648687780346</c:v>
                </c:pt>
                <c:pt idx="1474">
                  <c:v>0.1495648687780346</c:v>
                </c:pt>
                <c:pt idx="1475">
                  <c:v>0.1495648687780346</c:v>
                </c:pt>
                <c:pt idx="1476">
                  <c:v>0.1495648687780346</c:v>
                </c:pt>
                <c:pt idx="1477">
                  <c:v>0.1495648687780346</c:v>
                </c:pt>
                <c:pt idx="1478">
                  <c:v>0.1495648687780346</c:v>
                </c:pt>
                <c:pt idx="1479">
                  <c:v>0.1495648687780346</c:v>
                </c:pt>
                <c:pt idx="1480">
                  <c:v>0.1495648687780346</c:v>
                </c:pt>
                <c:pt idx="1481">
                  <c:v>0.1495648687780346</c:v>
                </c:pt>
                <c:pt idx="1482">
                  <c:v>0.1495648687780346</c:v>
                </c:pt>
                <c:pt idx="1483">
                  <c:v>0.1495648687780346</c:v>
                </c:pt>
                <c:pt idx="1484">
                  <c:v>0.1495648687780346</c:v>
                </c:pt>
                <c:pt idx="1485">
                  <c:v>0.1495648687780346</c:v>
                </c:pt>
                <c:pt idx="1486">
                  <c:v>0.1495648687780346</c:v>
                </c:pt>
                <c:pt idx="1487">
                  <c:v>0.1495648687780346</c:v>
                </c:pt>
                <c:pt idx="1488">
                  <c:v>0.1495648687780346</c:v>
                </c:pt>
                <c:pt idx="1489">
                  <c:v>0.1495648687780346</c:v>
                </c:pt>
                <c:pt idx="1490">
                  <c:v>0.1495648687780346</c:v>
                </c:pt>
                <c:pt idx="1491">
                  <c:v>0.1495648687780346</c:v>
                </c:pt>
                <c:pt idx="1492">
                  <c:v>0.1495648687780346</c:v>
                </c:pt>
                <c:pt idx="1493">
                  <c:v>0.1495648687780346</c:v>
                </c:pt>
                <c:pt idx="1494">
                  <c:v>0.1495648687780346</c:v>
                </c:pt>
                <c:pt idx="1495">
                  <c:v>0.1495648687780346</c:v>
                </c:pt>
                <c:pt idx="1496">
                  <c:v>0.1495648687780346</c:v>
                </c:pt>
                <c:pt idx="1497">
                  <c:v>0.1495648687780346</c:v>
                </c:pt>
                <c:pt idx="1498">
                  <c:v>0.1495648687780346</c:v>
                </c:pt>
                <c:pt idx="1499">
                  <c:v>0.1495648687780346</c:v>
                </c:pt>
                <c:pt idx="1500">
                  <c:v>0.1495648687780346</c:v>
                </c:pt>
                <c:pt idx="1501">
                  <c:v>0.1495648687780346</c:v>
                </c:pt>
                <c:pt idx="1502">
                  <c:v>0.1495648687780346</c:v>
                </c:pt>
                <c:pt idx="1503">
                  <c:v>0.1495648687780346</c:v>
                </c:pt>
                <c:pt idx="1504">
                  <c:v>0.1495648687780346</c:v>
                </c:pt>
                <c:pt idx="1505">
                  <c:v>0.1495648687780346</c:v>
                </c:pt>
                <c:pt idx="1506">
                  <c:v>0.1495648687780346</c:v>
                </c:pt>
                <c:pt idx="1507">
                  <c:v>0.1495648687780346</c:v>
                </c:pt>
                <c:pt idx="1508">
                  <c:v>0.1495648687780346</c:v>
                </c:pt>
                <c:pt idx="1509">
                  <c:v>0.1495648687780346</c:v>
                </c:pt>
                <c:pt idx="1510">
                  <c:v>0.1495648687780346</c:v>
                </c:pt>
                <c:pt idx="1511">
                  <c:v>0.1495648687780346</c:v>
                </c:pt>
                <c:pt idx="1512">
                  <c:v>0.1495648687780346</c:v>
                </c:pt>
                <c:pt idx="1513">
                  <c:v>0.1495648687780346</c:v>
                </c:pt>
                <c:pt idx="1514">
                  <c:v>0.1495648687780346</c:v>
                </c:pt>
                <c:pt idx="1515">
                  <c:v>0.1495648687780346</c:v>
                </c:pt>
                <c:pt idx="1516">
                  <c:v>0.1495648687780346</c:v>
                </c:pt>
                <c:pt idx="1517">
                  <c:v>0.1495648687780346</c:v>
                </c:pt>
                <c:pt idx="1518">
                  <c:v>0.1495648687780346</c:v>
                </c:pt>
                <c:pt idx="1519">
                  <c:v>0.1495648687780346</c:v>
                </c:pt>
                <c:pt idx="1520">
                  <c:v>0.1495648687780346</c:v>
                </c:pt>
                <c:pt idx="1521">
                  <c:v>0.1495648687780346</c:v>
                </c:pt>
                <c:pt idx="1522">
                  <c:v>0.1495648687780346</c:v>
                </c:pt>
                <c:pt idx="1523">
                  <c:v>0.1495648687780346</c:v>
                </c:pt>
                <c:pt idx="1524">
                  <c:v>0.1495648687780346</c:v>
                </c:pt>
                <c:pt idx="1525">
                  <c:v>0.1495648687780346</c:v>
                </c:pt>
                <c:pt idx="1526">
                  <c:v>0.1495648687780346</c:v>
                </c:pt>
                <c:pt idx="1527">
                  <c:v>0.1495648687780346</c:v>
                </c:pt>
                <c:pt idx="1528">
                  <c:v>0.1495648687780346</c:v>
                </c:pt>
                <c:pt idx="1529">
                  <c:v>0.1495648687780346</c:v>
                </c:pt>
                <c:pt idx="1530">
                  <c:v>0.1495648687780346</c:v>
                </c:pt>
                <c:pt idx="1531">
                  <c:v>0.1495648687780346</c:v>
                </c:pt>
                <c:pt idx="1532">
                  <c:v>0.1495648687780346</c:v>
                </c:pt>
                <c:pt idx="1533">
                  <c:v>0.1495648687780346</c:v>
                </c:pt>
                <c:pt idx="1534">
                  <c:v>0.1495648687780346</c:v>
                </c:pt>
                <c:pt idx="1535">
                  <c:v>0.1495648687780346</c:v>
                </c:pt>
                <c:pt idx="1536">
                  <c:v>0.1495648687780346</c:v>
                </c:pt>
                <c:pt idx="1537">
                  <c:v>0.1495648687780346</c:v>
                </c:pt>
                <c:pt idx="1538">
                  <c:v>0.1495648687780346</c:v>
                </c:pt>
                <c:pt idx="1539">
                  <c:v>0.1495648687780346</c:v>
                </c:pt>
                <c:pt idx="1540">
                  <c:v>0.1495648687780346</c:v>
                </c:pt>
                <c:pt idx="1541">
                  <c:v>0.1495648687780346</c:v>
                </c:pt>
                <c:pt idx="1542">
                  <c:v>0.1495648687780346</c:v>
                </c:pt>
                <c:pt idx="1543">
                  <c:v>0.1495648687780346</c:v>
                </c:pt>
                <c:pt idx="1544">
                  <c:v>0.1495648687780346</c:v>
                </c:pt>
                <c:pt idx="1545">
                  <c:v>0.1495648687780346</c:v>
                </c:pt>
                <c:pt idx="1546">
                  <c:v>0.1495648687780346</c:v>
                </c:pt>
                <c:pt idx="1547">
                  <c:v>0.1495648687780346</c:v>
                </c:pt>
                <c:pt idx="1548">
                  <c:v>0.1495648687780346</c:v>
                </c:pt>
                <c:pt idx="1549">
                  <c:v>0.1495648687780346</c:v>
                </c:pt>
                <c:pt idx="1550">
                  <c:v>0.1495648687780346</c:v>
                </c:pt>
                <c:pt idx="1551">
                  <c:v>0.1495648687780346</c:v>
                </c:pt>
                <c:pt idx="1552">
                  <c:v>0.1495648687780346</c:v>
                </c:pt>
                <c:pt idx="1553">
                  <c:v>0.1495648687780346</c:v>
                </c:pt>
                <c:pt idx="1554">
                  <c:v>0.1495648687780346</c:v>
                </c:pt>
                <c:pt idx="1555">
                  <c:v>0.1495648687780346</c:v>
                </c:pt>
                <c:pt idx="1556">
                  <c:v>0.1495648687780346</c:v>
                </c:pt>
                <c:pt idx="1557">
                  <c:v>0.1495648687780346</c:v>
                </c:pt>
                <c:pt idx="1558">
                  <c:v>0.1495648687780346</c:v>
                </c:pt>
                <c:pt idx="1559">
                  <c:v>0.1495648687780346</c:v>
                </c:pt>
                <c:pt idx="1560">
                  <c:v>0.1495648687780346</c:v>
                </c:pt>
                <c:pt idx="1561">
                  <c:v>0.1495648687780346</c:v>
                </c:pt>
                <c:pt idx="1562">
                  <c:v>0.1495648687780346</c:v>
                </c:pt>
                <c:pt idx="1563">
                  <c:v>0.1495648687780346</c:v>
                </c:pt>
                <c:pt idx="1564">
                  <c:v>0.1495648687780346</c:v>
                </c:pt>
                <c:pt idx="1565">
                  <c:v>0.1495648687780346</c:v>
                </c:pt>
                <c:pt idx="1566">
                  <c:v>0.1495648687780346</c:v>
                </c:pt>
                <c:pt idx="1567">
                  <c:v>0.1495648687780346</c:v>
                </c:pt>
                <c:pt idx="1568">
                  <c:v>0.1495648687780346</c:v>
                </c:pt>
                <c:pt idx="1569">
                  <c:v>0.1495648687780346</c:v>
                </c:pt>
                <c:pt idx="1570">
                  <c:v>0.1495648687780346</c:v>
                </c:pt>
                <c:pt idx="1571">
                  <c:v>0.1495648687780346</c:v>
                </c:pt>
                <c:pt idx="1572">
                  <c:v>0.1495648687780346</c:v>
                </c:pt>
                <c:pt idx="1573">
                  <c:v>0.1495648687780346</c:v>
                </c:pt>
                <c:pt idx="1574">
                  <c:v>0.1495648687780346</c:v>
                </c:pt>
                <c:pt idx="1575">
                  <c:v>0.1495648687780346</c:v>
                </c:pt>
                <c:pt idx="1576">
                  <c:v>0.1495648687780346</c:v>
                </c:pt>
                <c:pt idx="1577">
                  <c:v>0.1495648687780346</c:v>
                </c:pt>
                <c:pt idx="1578">
                  <c:v>0.1495648687780346</c:v>
                </c:pt>
                <c:pt idx="1579">
                  <c:v>0.1495648687780346</c:v>
                </c:pt>
                <c:pt idx="1580">
                  <c:v>0.1495648687780346</c:v>
                </c:pt>
                <c:pt idx="1581">
                  <c:v>0.1495648687780346</c:v>
                </c:pt>
                <c:pt idx="1582">
                  <c:v>0.1495648687780346</c:v>
                </c:pt>
                <c:pt idx="1583">
                  <c:v>0.1495648687780346</c:v>
                </c:pt>
                <c:pt idx="1584">
                  <c:v>0.1495648687780346</c:v>
                </c:pt>
                <c:pt idx="1585">
                  <c:v>0.1495648687780346</c:v>
                </c:pt>
                <c:pt idx="1586">
                  <c:v>0.1495648687780346</c:v>
                </c:pt>
                <c:pt idx="1587">
                  <c:v>0.1495648687780346</c:v>
                </c:pt>
                <c:pt idx="1588">
                  <c:v>0.1495648687780346</c:v>
                </c:pt>
                <c:pt idx="1589">
                  <c:v>0.1495648687780346</c:v>
                </c:pt>
                <c:pt idx="1590">
                  <c:v>0.1495648687780346</c:v>
                </c:pt>
                <c:pt idx="1591">
                  <c:v>0.1495648687780346</c:v>
                </c:pt>
                <c:pt idx="1592">
                  <c:v>0.1495648687780346</c:v>
                </c:pt>
                <c:pt idx="1593">
                  <c:v>0.1495648687780346</c:v>
                </c:pt>
                <c:pt idx="1594">
                  <c:v>0.1495648687780346</c:v>
                </c:pt>
                <c:pt idx="1595">
                  <c:v>0.1495648687780346</c:v>
                </c:pt>
                <c:pt idx="1596">
                  <c:v>0.1495648687780346</c:v>
                </c:pt>
                <c:pt idx="1597">
                  <c:v>0.1495648687780346</c:v>
                </c:pt>
                <c:pt idx="1598">
                  <c:v>0.1495648687780346</c:v>
                </c:pt>
                <c:pt idx="1599">
                  <c:v>0.1495648687780346</c:v>
                </c:pt>
                <c:pt idx="1600">
                  <c:v>0.1495648687780346</c:v>
                </c:pt>
                <c:pt idx="1601">
                  <c:v>0.1495648687780346</c:v>
                </c:pt>
                <c:pt idx="1602">
                  <c:v>0.1495648687780346</c:v>
                </c:pt>
                <c:pt idx="1603">
                  <c:v>0.1495648687780346</c:v>
                </c:pt>
                <c:pt idx="1604">
                  <c:v>0.1495648687780346</c:v>
                </c:pt>
                <c:pt idx="1605">
                  <c:v>0.1495648687780346</c:v>
                </c:pt>
                <c:pt idx="1606">
                  <c:v>0.1495648687780346</c:v>
                </c:pt>
                <c:pt idx="1607">
                  <c:v>0.1495648687780346</c:v>
                </c:pt>
                <c:pt idx="1608">
                  <c:v>0.1495648687780346</c:v>
                </c:pt>
                <c:pt idx="1609">
                  <c:v>0.1495648687780346</c:v>
                </c:pt>
                <c:pt idx="1610">
                  <c:v>0.1495648687780346</c:v>
                </c:pt>
                <c:pt idx="1611">
                  <c:v>0.1495648687780346</c:v>
                </c:pt>
                <c:pt idx="1612">
                  <c:v>0.1495648687780346</c:v>
                </c:pt>
                <c:pt idx="1613">
                  <c:v>0.1495648687780346</c:v>
                </c:pt>
                <c:pt idx="1614">
                  <c:v>0.1495648687780346</c:v>
                </c:pt>
                <c:pt idx="1615">
                  <c:v>0.1495648687780346</c:v>
                </c:pt>
                <c:pt idx="1616">
                  <c:v>0.1495648687780346</c:v>
                </c:pt>
                <c:pt idx="1617">
                  <c:v>0.1495648687780346</c:v>
                </c:pt>
                <c:pt idx="1618">
                  <c:v>0.1495648687780346</c:v>
                </c:pt>
                <c:pt idx="1619">
                  <c:v>0.1495648687780346</c:v>
                </c:pt>
                <c:pt idx="1620">
                  <c:v>0.1495648687780346</c:v>
                </c:pt>
                <c:pt idx="1621">
                  <c:v>0.1495648687780346</c:v>
                </c:pt>
                <c:pt idx="1622">
                  <c:v>0.1495648687780346</c:v>
                </c:pt>
                <c:pt idx="1623">
                  <c:v>0.1495648687780346</c:v>
                </c:pt>
                <c:pt idx="1624">
                  <c:v>0.1495648687780346</c:v>
                </c:pt>
                <c:pt idx="1625">
                  <c:v>0.1495648687780346</c:v>
                </c:pt>
                <c:pt idx="1626">
                  <c:v>0.1495648687780346</c:v>
                </c:pt>
                <c:pt idx="1627">
                  <c:v>0.1495648687780346</c:v>
                </c:pt>
                <c:pt idx="1628">
                  <c:v>0.1495648687780346</c:v>
                </c:pt>
                <c:pt idx="1629">
                  <c:v>0.1495648687780346</c:v>
                </c:pt>
                <c:pt idx="1630">
                  <c:v>0.1495648687780346</c:v>
                </c:pt>
                <c:pt idx="1631">
                  <c:v>0.1495648687780346</c:v>
                </c:pt>
                <c:pt idx="1632">
                  <c:v>0.1495648687780346</c:v>
                </c:pt>
                <c:pt idx="1633">
                  <c:v>0.1495648687780346</c:v>
                </c:pt>
                <c:pt idx="1634">
                  <c:v>0.1495648687780346</c:v>
                </c:pt>
                <c:pt idx="1635">
                  <c:v>0.1495648687780346</c:v>
                </c:pt>
                <c:pt idx="1636">
                  <c:v>0.1495648687780346</c:v>
                </c:pt>
                <c:pt idx="1637">
                  <c:v>0.1495648687780346</c:v>
                </c:pt>
                <c:pt idx="1638">
                  <c:v>0.1495648687780346</c:v>
                </c:pt>
                <c:pt idx="1639">
                  <c:v>0.1495648687780346</c:v>
                </c:pt>
                <c:pt idx="1640">
                  <c:v>0.1495648687780346</c:v>
                </c:pt>
                <c:pt idx="1641">
                  <c:v>0.1495648687780346</c:v>
                </c:pt>
                <c:pt idx="1642">
                  <c:v>0.1495648687780346</c:v>
                </c:pt>
                <c:pt idx="1643">
                  <c:v>0.1495648687780346</c:v>
                </c:pt>
                <c:pt idx="1644">
                  <c:v>0.1495648687780346</c:v>
                </c:pt>
                <c:pt idx="1645">
                  <c:v>0.1495648687780346</c:v>
                </c:pt>
                <c:pt idx="1646">
                  <c:v>0.1495648687780346</c:v>
                </c:pt>
                <c:pt idx="1647">
                  <c:v>0.1495648687780346</c:v>
                </c:pt>
                <c:pt idx="1648">
                  <c:v>0.1495648687780346</c:v>
                </c:pt>
                <c:pt idx="1649">
                  <c:v>0.1495648687780346</c:v>
                </c:pt>
                <c:pt idx="1650">
                  <c:v>0.1495648687780346</c:v>
                </c:pt>
                <c:pt idx="1651">
                  <c:v>0.1495648687780346</c:v>
                </c:pt>
                <c:pt idx="1652">
                  <c:v>0.1495648687780346</c:v>
                </c:pt>
                <c:pt idx="1653">
                  <c:v>0.1495648687780346</c:v>
                </c:pt>
                <c:pt idx="1654">
                  <c:v>0.1495648687780346</c:v>
                </c:pt>
                <c:pt idx="1655">
                  <c:v>0.1495648687780346</c:v>
                </c:pt>
                <c:pt idx="1656">
                  <c:v>0.1495648687780346</c:v>
                </c:pt>
                <c:pt idx="1657">
                  <c:v>0.1495648687780346</c:v>
                </c:pt>
                <c:pt idx="1658">
                  <c:v>0.1495648687780346</c:v>
                </c:pt>
                <c:pt idx="1659">
                  <c:v>0.1495648687780346</c:v>
                </c:pt>
                <c:pt idx="1660">
                  <c:v>0.1495648687780346</c:v>
                </c:pt>
                <c:pt idx="1661">
                  <c:v>0.1495648687780346</c:v>
                </c:pt>
                <c:pt idx="1662">
                  <c:v>0.1495648687780346</c:v>
                </c:pt>
                <c:pt idx="1663">
                  <c:v>0.1495648687780346</c:v>
                </c:pt>
                <c:pt idx="1664">
                  <c:v>0.1495648687780346</c:v>
                </c:pt>
                <c:pt idx="1665">
                  <c:v>0.1495648687780346</c:v>
                </c:pt>
                <c:pt idx="1666">
                  <c:v>0.1495648687780346</c:v>
                </c:pt>
                <c:pt idx="1667">
                  <c:v>0.1495648687780346</c:v>
                </c:pt>
                <c:pt idx="1668">
                  <c:v>0.1495648687780346</c:v>
                </c:pt>
                <c:pt idx="1669">
                  <c:v>0.1495648687780346</c:v>
                </c:pt>
                <c:pt idx="1670">
                  <c:v>0.1495648687780346</c:v>
                </c:pt>
                <c:pt idx="1671">
                  <c:v>0.1495648687780346</c:v>
                </c:pt>
                <c:pt idx="1672">
                  <c:v>0.1495648687780346</c:v>
                </c:pt>
                <c:pt idx="1673">
                  <c:v>0.1495648687780346</c:v>
                </c:pt>
                <c:pt idx="1674">
                  <c:v>0.1495648687780346</c:v>
                </c:pt>
                <c:pt idx="1675">
                  <c:v>0.1495648687780346</c:v>
                </c:pt>
                <c:pt idx="1676">
                  <c:v>0.1495648687780346</c:v>
                </c:pt>
                <c:pt idx="1677">
                  <c:v>0.1495648687780346</c:v>
                </c:pt>
                <c:pt idx="1678">
                  <c:v>0.1495648687780346</c:v>
                </c:pt>
                <c:pt idx="1679">
                  <c:v>0.1495648687780346</c:v>
                </c:pt>
                <c:pt idx="1680">
                  <c:v>0.1495648687780346</c:v>
                </c:pt>
                <c:pt idx="1681">
                  <c:v>0.1495648687780346</c:v>
                </c:pt>
                <c:pt idx="1682">
                  <c:v>0.1495648687780346</c:v>
                </c:pt>
                <c:pt idx="1683">
                  <c:v>0.1495648687780346</c:v>
                </c:pt>
                <c:pt idx="1684">
                  <c:v>0.1495648687780346</c:v>
                </c:pt>
                <c:pt idx="1685">
                  <c:v>0.1495648687780346</c:v>
                </c:pt>
                <c:pt idx="1686">
                  <c:v>0.1495648687780346</c:v>
                </c:pt>
                <c:pt idx="1687">
                  <c:v>0.1495648687780346</c:v>
                </c:pt>
                <c:pt idx="1688">
                  <c:v>0.1495648687780346</c:v>
                </c:pt>
                <c:pt idx="1689">
                  <c:v>0.1495648687780346</c:v>
                </c:pt>
                <c:pt idx="1690">
                  <c:v>0.1495648687780346</c:v>
                </c:pt>
                <c:pt idx="1691">
                  <c:v>0.1495648687780346</c:v>
                </c:pt>
                <c:pt idx="1692">
                  <c:v>0.1495648687780346</c:v>
                </c:pt>
                <c:pt idx="1693">
                  <c:v>0.1495648687780346</c:v>
                </c:pt>
                <c:pt idx="1694">
                  <c:v>0.1495648687780346</c:v>
                </c:pt>
                <c:pt idx="1695">
                  <c:v>0.1495648687780346</c:v>
                </c:pt>
                <c:pt idx="1696">
                  <c:v>0.1495648687780346</c:v>
                </c:pt>
                <c:pt idx="1697">
                  <c:v>0.1495648687780346</c:v>
                </c:pt>
                <c:pt idx="1698">
                  <c:v>0.1495648687780346</c:v>
                </c:pt>
                <c:pt idx="1699">
                  <c:v>0.1495648687780346</c:v>
                </c:pt>
                <c:pt idx="1700">
                  <c:v>0.1495648687780346</c:v>
                </c:pt>
                <c:pt idx="1701">
                  <c:v>0.1495648687780346</c:v>
                </c:pt>
                <c:pt idx="1702">
                  <c:v>0.1495648687780346</c:v>
                </c:pt>
                <c:pt idx="1703">
                  <c:v>0.1495648687780346</c:v>
                </c:pt>
                <c:pt idx="1704">
                  <c:v>0.1495648687780346</c:v>
                </c:pt>
                <c:pt idx="1705">
                  <c:v>0.1495648687780346</c:v>
                </c:pt>
                <c:pt idx="1706">
                  <c:v>0.1495648687780346</c:v>
                </c:pt>
                <c:pt idx="1707">
                  <c:v>0.1495648687780346</c:v>
                </c:pt>
                <c:pt idx="1708">
                  <c:v>0.1495648687780346</c:v>
                </c:pt>
                <c:pt idx="1709">
                  <c:v>0.1495648687780346</c:v>
                </c:pt>
                <c:pt idx="1710">
                  <c:v>0.1495648687780346</c:v>
                </c:pt>
                <c:pt idx="1711">
                  <c:v>0.1495648687780346</c:v>
                </c:pt>
                <c:pt idx="1712">
                  <c:v>0.1495648687780346</c:v>
                </c:pt>
                <c:pt idx="1713">
                  <c:v>0.1495648687780346</c:v>
                </c:pt>
                <c:pt idx="1714">
                  <c:v>0.1495648687780346</c:v>
                </c:pt>
                <c:pt idx="1715">
                  <c:v>0.1495648687780346</c:v>
                </c:pt>
                <c:pt idx="1716">
                  <c:v>0.1495648687780346</c:v>
                </c:pt>
                <c:pt idx="1717">
                  <c:v>0.1495648687780346</c:v>
                </c:pt>
                <c:pt idx="1718">
                  <c:v>0.1495648687780346</c:v>
                </c:pt>
                <c:pt idx="1719">
                  <c:v>0.1495648687780346</c:v>
                </c:pt>
                <c:pt idx="1720">
                  <c:v>0.1495648687780346</c:v>
                </c:pt>
                <c:pt idx="1721">
                  <c:v>0.1495648687780346</c:v>
                </c:pt>
                <c:pt idx="1722">
                  <c:v>0.1495648687780346</c:v>
                </c:pt>
                <c:pt idx="1723">
                  <c:v>0.1495648687780346</c:v>
                </c:pt>
                <c:pt idx="1724">
                  <c:v>0.1495648687780346</c:v>
                </c:pt>
                <c:pt idx="1725">
                  <c:v>0.1495648687780346</c:v>
                </c:pt>
                <c:pt idx="1726">
                  <c:v>0.1495648687780346</c:v>
                </c:pt>
                <c:pt idx="1727">
                  <c:v>0.1495648687780346</c:v>
                </c:pt>
                <c:pt idx="1728">
                  <c:v>0.1495648687780346</c:v>
                </c:pt>
                <c:pt idx="1729">
                  <c:v>0.1495648687780346</c:v>
                </c:pt>
                <c:pt idx="1730">
                  <c:v>0.1495648687780346</c:v>
                </c:pt>
                <c:pt idx="1731">
                  <c:v>0.1495648687780346</c:v>
                </c:pt>
                <c:pt idx="1732">
                  <c:v>0.1495648687780346</c:v>
                </c:pt>
                <c:pt idx="1733">
                  <c:v>0.1495648687780346</c:v>
                </c:pt>
                <c:pt idx="1734">
                  <c:v>0.1495648687780346</c:v>
                </c:pt>
                <c:pt idx="1735">
                  <c:v>0.1495648687780346</c:v>
                </c:pt>
                <c:pt idx="1736">
                  <c:v>0.1495648687780346</c:v>
                </c:pt>
                <c:pt idx="1737">
                  <c:v>0.1495648687780346</c:v>
                </c:pt>
                <c:pt idx="1738">
                  <c:v>0.1495648687780346</c:v>
                </c:pt>
                <c:pt idx="1739">
                  <c:v>0.1495648687780346</c:v>
                </c:pt>
                <c:pt idx="1740">
                  <c:v>0.1495648687780346</c:v>
                </c:pt>
                <c:pt idx="1741">
                  <c:v>0.1495648687780346</c:v>
                </c:pt>
                <c:pt idx="1742">
                  <c:v>0.1495648687780346</c:v>
                </c:pt>
                <c:pt idx="1743">
                  <c:v>0.1495648687780346</c:v>
                </c:pt>
                <c:pt idx="1744">
                  <c:v>0.1495648687780346</c:v>
                </c:pt>
                <c:pt idx="1745">
                  <c:v>0.1495648687780346</c:v>
                </c:pt>
                <c:pt idx="1746">
                  <c:v>0.1495648687780346</c:v>
                </c:pt>
                <c:pt idx="1747">
                  <c:v>0.1495648687780346</c:v>
                </c:pt>
                <c:pt idx="1748">
                  <c:v>0.1495648687780346</c:v>
                </c:pt>
                <c:pt idx="1749">
                  <c:v>0.1495648687780346</c:v>
                </c:pt>
                <c:pt idx="1750">
                  <c:v>0.1495648687780346</c:v>
                </c:pt>
                <c:pt idx="1751">
                  <c:v>0.1495648687780346</c:v>
                </c:pt>
                <c:pt idx="1752">
                  <c:v>0.1495648687780346</c:v>
                </c:pt>
                <c:pt idx="1753">
                  <c:v>0.1495648687780346</c:v>
                </c:pt>
                <c:pt idx="1754">
                  <c:v>0.1495648687780346</c:v>
                </c:pt>
                <c:pt idx="1755">
                  <c:v>0.1495648687780346</c:v>
                </c:pt>
                <c:pt idx="1756">
                  <c:v>0.1495648687780346</c:v>
                </c:pt>
                <c:pt idx="1757">
                  <c:v>0.1495648687780346</c:v>
                </c:pt>
                <c:pt idx="1758">
                  <c:v>0.1495648687780346</c:v>
                </c:pt>
                <c:pt idx="1759">
                  <c:v>0.1495648687780346</c:v>
                </c:pt>
                <c:pt idx="1760">
                  <c:v>0.1495648687780346</c:v>
                </c:pt>
                <c:pt idx="1761">
                  <c:v>0.1495648687780346</c:v>
                </c:pt>
                <c:pt idx="1762">
                  <c:v>0.1495648687780346</c:v>
                </c:pt>
                <c:pt idx="1763">
                  <c:v>0.1495648687780346</c:v>
                </c:pt>
                <c:pt idx="1764">
                  <c:v>0.1495648687780346</c:v>
                </c:pt>
                <c:pt idx="1765">
                  <c:v>0.1495648687780346</c:v>
                </c:pt>
                <c:pt idx="1766">
                  <c:v>0.1495648687780346</c:v>
                </c:pt>
                <c:pt idx="1767">
                  <c:v>0.1495648687780346</c:v>
                </c:pt>
                <c:pt idx="1768">
                  <c:v>0.1495648687780346</c:v>
                </c:pt>
                <c:pt idx="1769">
                  <c:v>0.1495648687780346</c:v>
                </c:pt>
                <c:pt idx="1770">
                  <c:v>0.1495648687780346</c:v>
                </c:pt>
                <c:pt idx="1771">
                  <c:v>0.1495648687780346</c:v>
                </c:pt>
                <c:pt idx="1772">
                  <c:v>0.1495648687780346</c:v>
                </c:pt>
                <c:pt idx="1773">
                  <c:v>0.1495648687780346</c:v>
                </c:pt>
                <c:pt idx="1774">
                  <c:v>0.1495648687780346</c:v>
                </c:pt>
                <c:pt idx="1775">
                  <c:v>0.1495648687780346</c:v>
                </c:pt>
                <c:pt idx="1776">
                  <c:v>0.1495648687780346</c:v>
                </c:pt>
                <c:pt idx="1777">
                  <c:v>0.1495648687780346</c:v>
                </c:pt>
                <c:pt idx="1778">
                  <c:v>0.1495648687780346</c:v>
                </c:pt>
                <c:pt idx="1779">
                  <c:v>0.1495648687780346</c:v>
                </c:pt>
                <c:pt idx="1780">
                  <c:v>0.1495648687780346</c:v>
                </c:pt>
                <c:pt idx="1781">
                  <c:v>0.1495648687780346</c:v>
                </c:pt>
                <c:pt idx="1782">
                  <c:v>0.1495648687780346</c:v>
                </c:pt>
                <c:pt idx="1783">
                  <c:v>0.1495648687780346</c:v>
                </c:pt>
                <c:pt idx="1784">
                  <c:v>0.1495648687780346</c:v>
                </c:pt>
                <c:pt idx="1785">
                  <c:v>0.1495648687780346</c:v>
                </c:pt>
                <c:pt idx="1786">
                  <c:v>0.1495648687780346</c:v>
                </c:pt>
                <c:pt idx="1787">
                  <c:v>0.1495648687780346</c:v>
                </c:pt>
                <c:pt idx="1788">
                  <c:v>0.1495648687780346</c:v>
                </c:pt>
                <c:pt idx="1789">
                  <c:v>0.1495648687780346</c:v>
                </c:pt>
                <c:pt idx="1790">
                  <c:v>0.1495648687780346</c:v>
                </c:pt>
                <c:pt idx="1791">
                  <c:v>0.1495648687780346</c:v>
                </c:pt>
                <c:pt idx="1792">
                  <c:v>0.1495648687780346</c:v>
                </c:pt>
                <c:pt idx="1793">
                  <c:v>0.1495648687780346</c:v>
                </c:pt>
                <c:pt idx="1794">
                  <c:v>0.1495648687780346</c:v>
                </c:pt>
                <c:pt idx="1795">
                  <c:v>0.1495648687780346</c:v>
                </c:pt>
                <c:pt idx="1796">
                  <c:v>0.1495648687780346</c:v>
                </c:pt>
                <c:pt idx="1797">
                  <c:v>0.1495648687780346</c:v>
                </c:pt>
                <c:pt idx="1798">
                  <c:v>0.1495648687780346</c:v>
                </c:pt>
                <c:pt idx="1799">
                  <c:v>0.1495648687780346</c:v>
                </c:pt>
                <c:pt idx="1800">
                  <c:v>0.1495648687780346</c:v>
                </c:pt>
                <c:pt idx="1801">
                  <c:v>0.1495648687780346</c:v>
                </c:pt>
                <c:pt idx="1802">
                  <c:v>0.1495648687780346</c:v>
                </c:pt>
                <c:pt idx="1803">
                  <c:v>0.1495648687780346</c:v>
                </c:pt>
                <c:pt idx="1804">
                  <c:v>0.1495648687780346</c:v>
                </c:pt>
                <c:pt idx="1805">
                  <c:v>0.1495648687780346</c:v>
                </c:pt>
                <c:pt idx="1806">
                  <c:v>0.1495648687780346</c:v>
                </c:pt>
                <c:pt idx="1807">
                  <c:v>0.1495648687780346</c:v>
                </c:pt>
                <c:pt idx="1808">
                  <c:v>0.1495648687780346</c:v>
                </c:pt>
                <c:pt idx="1809">
                  <c:v>0.1495648687780346</c:v>
                </c:pt>
                <c:pt idx="1810">
                  <c:v>0.1495648687780346</c:v>
                </c:pt>
                <c:pt idx="1811">
                  <c:v>0.1495648687780346</c:v>
                </c:pt>
                <c:pt idx="1812">
                  <c:v>0.1495648687780346</c:v>
                </c:pt>
                <c:pt idx="1813">
                  <c:v>0.1495648687780346</c:v>
                </c:pt>
                <c:pt idx="1814">
                  <c:v>0.1495648687780346</c:v>
                </c:pt>
                <c:pt idx="1815">
                  <c:v>0.1495648687780346</c:v>
                </c:pt>
                <c:pt idx="1816">
                  <c:v>0.1495648687780346</c:v>
                </c:pt>
                <c:pt idx="1817">
                  <c:v>0.1495648687780346</c:v>
                </c:pt>
                <c:pt idx="1818">
                  <c:v>0.1495648687780346</c:v>
                </c:pt>
                <c:pt idx="1819">
                  <c:v>0.1495648687780346</c:v>
                </c:pt>
                <c:pt idx="1820">
                  <c:v>0.1495648687780346</c:v>
                </c:pt>
                <c:pt idx="1821">
                  <c:v>0.1495648687780346</c:v>
                </c:pt>
                <c:pt idx="1822">
                  <c:v>0.1495648687780346</c:v>
                </c:pt>
                <c:pt idx="1823">
                  <c:v>0.1495648687780346</c:v>
                </c:pt>
                <c:pt idx="1824">
                  <c:v>0.1495648687780346</c:v>
                </c:pt>
                <c:pt idx="1825">
                  <c:v>0.1495648687780346</c:v>
                </c:pt>
                <c:pt idx="1826">
                  <c:v>0.1495648687780346</c:v>
                </c:pt>
                <c:pt idx="1827">
                  <c:v>0.1495648687780346</c:v>
                </c:pt>
                <c:pt idx="1828">
                  <c:v>0.1495648687780346</c:v>
                </c:pt>
                <c:pt idx="1829">
                  <c:v>0.1495648687780346</c:v>
                </c:pt>
                <c:pt idx="1830">
                  <c:v>0.1495648687780346</c:v>
                </c:pt>
                <c:pt idx="1831">
                  <c:v>0.1495648687780346</c:v>
                </c:pt>
                <c:pt idx="1832">
                  <c:v>0.1495648687780346</c:v>
                </c:pt>
                <c:pt idx="1833">
                  <c:v>0.1495648687780346</c:v>
                </c:pt>
                <c:pt idx="1834">
                  <c:v>0.1495648687780346</c:v>
                </c:pt>
                <c:pt idx="1835">
                  <c:v>0.1495648687780346</c:v>
                </c:pt>
                <c:pt idx="1836">
                  <c:v>0.1495648687780346</c:v>
                </c:pt>
                <c:pt idx="1837">
                  <c:v>0.1495648687780346</c:v>
                </c:pt>
                <c:pt idx="1838">
                  <c:v>0.1495648687780346</c:v>
                </c:pt>
                <c:pt idx="1839">
                  <c:v>0.1495648687780346</c:v>
                </c:pt>
                <c:pt idx="1840">
                  <c:v>0.1495648687780346</c:v>
                </c:pt>
                <c:pt idx="1841">
                  <c:v>0.1495648687780346</c:v>
                </c:pt>
                <c:pt idx="1842">
                  <c:v>0.1495648687780346</c:v>
                </c:pt>
                <c:pt idx="1843">
                  <c:v>0.1495648687780346</c:v>
                </c:pt>
                <c:pt idx="1844">
                  <c:v>0.1495648687780346</c:v>
                </c:pt>
                <c:pt idx="1845">
                  <c:v>0.1495648687780346</c:v>
                </c:pt>
                <c:pt idx="1846">
                  <c:v>0.1495648687780346</c:v>
                </c:pt>
                <c:pt idx="1847">
                  <c:v>0.1495648687780346</c:v>
                </c:pt>
                <c:pt idx="1848">
                  <c:v>0.1495648687780346</c:v>
                </c:pt>
                <c:pt idx="1849">
                  <c:v>0.1495648687780346</c:v>
                </c:pt>
                <c:pt idx="1850">
                  <c:v>0.1495648687780346</c:v>
                </c:pt>
                <c:pt idx="1851">
                  <c:v>0.1495648687780346</c:v>
                </c:pt>
                <c:pt idx="1852">
                  <c:v>0.1495648687780346</c:v>
                </c:pt>
                <c:pt idx="1853">
                  <c:v>0.1495648687780346</c:v>
                </c:pt>
                <c:pt idx="1854">
                  <c:v>0.1495648687780346</c:v>
                </c:pt>
                <c:pt idx="1855">
                  <c:v>0.1495648687780346</c:v>
                </c:pt>
                <c:pt idx="1856">
                  <c:v>0.1495648687780346</c:v>
                </c:pt>
                <c:pt idx="1857">
                  <c:v>0.1495648687780346</c:v>
                </c:pt>
                <c:pt idx="1858">
                  <c:v>0.1495648687780346</c:v>
                </c:pt>
                <c:pt idx="1859">
                  <c:v>0.1495648687780346</c:v>
                </c:pt>
                <c:pt idx="1860">
                  <c:v>0.1495648687780346</c:v>
                </c:pt>
                <c:pt idx="1861">
                  <c:v>0.1495648687780346</c:v>
                </c:pt>
                <c:pt idx="1862">
                  <c:v>0.1495648687780346</c:v>
                </c:pt>
                <c:pt idx="1863">
                  <c:v>0.1495648687780346</c:v>
                </c:pt>
                <c:pt idx="1864">
                  <c:v>0.1495648687780346</c:v>
                </c:pt>
                <c:pt idx="1865">
                  <c:v>0.1495648687780346</c:v>
                </c:pt>
                <c:pt idx="1866">
                  <c:v>0.1495648687780346</c:v>
                </c:pt>
                <c:pt idx="1867">
                  <c:v>0.1495648687780346</c:v>
                </c:pt>
                <c:pt idx="1868">
                  <c:v>0.1495648687780346</c:v>
                </c:pt>
                <c:pt idx="1869">
                  <c:v>0.1495648687780346</c:v>
                </c:pt>
                <c:pt idx="1870">
                  <c:v>0.1495648687780346</c:v>
                </c:pt>
                <c:pt idx="1871">
                  <c:v>0.1495648687780346</c:v>
                </c:pt>
                <c:pt idx="1872">
                  <c:v>0.1495648687780346</c:v>
                </c:pt>
                <c:pt idx="1873">
                  <c:v>0.1495648687780346</c:v>
                </c:pt>
                <c:pt idx="1874">
                  <c:v>0.1495648687780346</c:v>
                </c:pt>
                <c:pt idx="1875">
                  <c:v>0.1495648687780346</c:v>
                </c:pt>
                <c:pt idx="1876">
                  <c:v>0.1495648687780346</c:v>
                </c:pt>
                <c:pt idx="1877">
                  <c:v>0.1495648687780346</c:v>
                </c:pt>
                <c:pt idx="1878">
                  <c:v>0.1495648687780346</c:v>
                </c:pt>
                <c:pt idx="1879">
                  <c:v>0.1495648687780346</c:v>
                </c:pt>
                <c:pt idx="1880">
                  <c:v>0.1495648687780346</c:v>
                </c:pt>
                <c:pt idx="1881">
                  <c:v>0.1495648687780346</c:v>
                </c:pt>
                <c:pt idx="1882">
                  <c:v>0.1495648687780346</c:v>
                </c:pt>
                <c:pt idx="1883">
                  <c:v>0.1495648687780346</c:v>
                </c:pt>
                <c:pt idx="1884">
                  <c:v>0.1495648687780346</c:v>
                </c:pt>
                <c:pt idx="1885">
                  <c:v>0.1495648687780346</c:v>
                </c:pt>
                <c:pt idx="1886">
                  <c:v>0.1495648687780346</c:v>
                </c:pt>
                <c:pt idx="1887">
                  <c:v>0.1495648687780346</c:v>
                </c:pt>
                <c:pt idx="1888">
                  <c:v>0.1495648687780346</c:v>
                </c:pt>
                <c:pt idx="1889">
                  <c:v>0.1495648687780346</c:v>
                </c:pt>
                <c:pt idx="1890">
                  <c:v>0.1495648687780346</c:v>
                </c:pt>
                <c:pt idx="1891">
                  <c:v>0.1495648687780346</c:v>
                </c:pt>
                <c:pt idx="1892">
                  <c:v>0.1495648687780346</c:v>
                </c:pt>
                <c:pt idx="1893">
                  <c:v>0.1495648687780346</c:v>
                </c:pt>
                <c:pt idx="1894">
                  <c:v>0.1495648687780346</c:v>
                </c:pt>
                <c:pt idx="1895">
                  <c:v>0.1495648687780346</c:v>
                </c:pt>
                <c:pt idx="1896">
                  <c:v>0.1495648687780346</c:v>
                </c:pt>
                <c:pt idx="1897">
                  <c:v>0.1495648687780346</c:v>
                </c:pt>
                <c:pt idx="1898">
                  <c:v>0.1495648687780346</c:v>
                </c:pt>
                <c:pt idx="1899">
                  <c:v>0.1495648687780346</c:v>
                </c:pt>
                <c:pt idx="1900">
                  <c:v>0.1495648687780346</c:v>
                </c:pt>
                <c:pt idx="1901">
                  <c:v>0.1495648687780346</c:v>
                </c:pt>
                <c:pt idx="1902">
                  <c:v>0.1495648687780346</c:v>
                </c:pt>
                <c:pt idx="1903">
                  <c:v>0.1495648687780346</c:v>
                </c:pt>
                <c:pt idx="1904">
                  <c:v>0.1495648687780346</c:v>
                </c:pt>
                <c:pt idx="1905">
                  <c:v>0.1495648687780346</c:v>
                </c:pt>
                <c:pt idx="1906">
                  <c:v>0.1495648687780346</c:v>
                </c:pt>
                <c:pt idx="1907">
                  <c:v>0.1495648687780346</c:v>
                </c:pt>
                <c:pt idx="1908">
                  <c:v>0.1495648687780346</c:v>
                </c:pt>
                <c:pt idx="1909">
                  <c:v>0.1495648687780346</c:v>
                </c:pt>
                <c:pt idx="1910">
                  <c:v>0.1495648687780346</c:v>
                </c:pt>
                <c:pt idx="1911">
                  <c:v>0.1495648687780346</c:v>
                </c:pt>
                <c:pt idx="1912">
                  <c:v>0.1495648687780346</c:v>
                </c:pt>
                <c:pt idx="1913">
                  <c:v>0.1495648687780346</c:v>
                </c:pt>
                <c:pt idx="1914">
                  <c:v>0.1495648687780346</c:v>
                </c:pt>
                <c:pt idx="1915">
                  <c:v>0.1495648687780346</c:v>
                </c:pt>
                <c:pt idx="1916">
                  <c:v>0.1495648687780346</c:v>
                </c:pt>
                <c:pt idx="1917">
                  <c:v>0.1495648687780346</c:v>
                </c:pt>
                <c:pt idx="1918">
                  <c:v>0.1495648687780346</c:v>
                </c:pt>
                <c:pt idx="1919">
                  <c:v>0.1495648687780346</c:v>
                </c:pt>
                <c:pt idx="1920">
                  <c:v>0.1495648687780346</c:v>
                </c:pt>
                <c:pt idx="1921">
                  <c:v>0.1495648687780346</c:v>
                </c:pt>
                <c:pt idx="1922">
                  <c:v>0.1495648687780346</c:v>
                </c:pt>
                <c:pt idx="1923">
                  <c:v>0.1495648687780346</c:v>
                </c:pt>
                <c:pt idx="1924">
                  <c:v>0.1495648687780346</c:v>
                </c:pt>
                <c:pt idx="1925">
                  <c:v>0.1495648687780346</c:v>
                </c:pt>
                <c:pt idx="1926">
                  <c:v>0.1495648687780346</c:v>
                </c:pt>
                <c:pt idx="1927">
                  <c:v>0.1495648687780346</c:v>
                </c:pt>
                <c:pt idx="1928">
                  <c:v>0.1495648687780346</c:v>
                </c:pt>
                <c:pt idx="1929">
                  <c:v>0.1495648687780346</c:v>
                </c:pt>
                <c:pt idx="1930">
                  <c:v>0.1495648687780346</c:v>
                </c:pt>
                <c:pt idx="1931">
                  <c:v>0.1495648687780346</c:v>
                </c:pt>
                <c:pt idx="1932">
                  <c:v>0.1495648687780346</c:v>
                </c:pt>
                <c:pt idx="1933">
                  <c:v>0.1495648687780346</c:v>
                </c:pt>
                <c:pt idx="1934">
                  <c:v>0.1495648687780346</c:v>
                </c:pt>
                <c:pt idx="1935">
                  <c:v>0.1495648687780346</c:v>
                </c:pt>
                <c:pt idx="1936">
                  <c:v>0.1495648687780346</c:v>
                </c:pt>
                <c:pt idx="1937">
                  <c:v>0.1495648687780346</c:v>
                </c:pt>
                <c:pt idx="1938">
                  <c:v>0.1495648687780346</c:v>
                </c:pt>
                <c:pt idx="1939">
                  <c:v>0.1495648687780346</c:v>
                </c:pt>
                <c:pt idx="1940">
                  <c:v>0.1495648687780346</c:v>
                </c:pt>
                <c:pt idx="1941">
                  <c:v>0.1495648687780346</c:v>
                </c:pt>
                <c:pt idx="1942">
                  <c:v>0.1495648687780346</c:v>
                </c:pt>
                <c:pt idx="1943">
                  <c:v>0.1495648687780346</c:v>
                </c:pt>
                <c:pt idx="1944">
                  <c:v>0.1495648687780346</c:v>
                </c:pt>
                <c:pt idx="1945">
                  <c:v>0.1495648687780346</c:v>
                </c:pt>
                <c:pt idx="1946">
                  <c:v>0.1495648687780346</c:v>
                </c:pt>
                <c:pt idx="1947">
                  <c:v>0.1495648687780346</c:v>
                </c:pt>
                <c:pt idx="1948">
                  <c:v>0.1495648687780346</c:v>
                </c:pt>
                <c:pt idx="1949">
                  <c:v>0.1495648687780346</c:v>
                </c:pt>
                <c:pt idx="1950">
                  <c:v>0.1495648687780346</c:v>
                </c:pt>
                <c:pt idx="1951">
                  <c:v>0.1495648687780346</c:v>
                </c:pt>
                <c:pt idx="1952">
                  <c:v>0.1495648687780346</c:v>
                </c:pt>
                <c:pt idx="1953">
                  <c:v>0.1495648687780346</c:v>
                </c:pt>
                <c:pt idx="1954">
                  <c:v>0.1495648687780346</c:v>
                </c:pt>
                <c:pt idx="1955">
                  <c:v>0.1495648687780346</c:v>
                </c:pt>
                <c:pt idx="1956">
                  <c:v>0.1495648687780346</c:v>
                </c:pt>
                <c:pt idx="1957">
                  <c:v>0.1495648687780346</c:v>
                </c:pt>
                <c:pt idx="1958">
                  <c:v>0.1495648687780346</c:v>
                </c:pt>
                <c:pt idx="1959">
                  <c:v>0.1495648687780346</c:v>
                </c:pt>
                <c:pt idx="1960">
                  <c:v>0.1495648687780346</c:v>
                </c:pt>
                <c:pt idx="1961">
                  <c:v>0.1495648687780346</c:v>
                </c:pt>
                <c:pt idx="1962">
                  <c:v>0.1495648687780346</c:v>
                </c:pt>
                <c:pt idx="1963">
                  <c:v>0.1495648687780346</c:v>
                </c:pt>
                <c:pt idx="1964">
                  <c:v>0.1495648687780346</c:v>
                </c:pt>
                <c:pt idx="1965">
                  <c:v>0.1495648687780346</c:v>
                </c:pt>
                <c:pt idx="1966">
                  <c:v>0.1495648687780346</c:v>
                </c:pt>
                <c:pt idx="1967">
                  <c:v>0.1495648687780346</c:v>
                </c:pt>
                <c:pt idx="1968">
                  <c:v>0.1495648687780346</c:v>
                </c:pt>
                <c:pt idx="1969">
                  <c:v>0.1495648687780346</c:v>
                </c:pt>
                <c:pt idx="1970">
                  <c:v>0.1495648687780346</c:v>
                </c:pt>
                <c:pt idx="1971">
                  <c:v>0.1495648687780346</c:v>
                </c:pt>
                <c:pt idx="1972">
                  <c:v>0.1495648687780346</c:v>
                </c:pt>
                <c:pt idx="1973">
                  <c:v>0.1495648687780346</c:v>
                </c:pt>
                <c:pt idx="1974">
                  <c:v>0.1495648687780346</c:v>
                </c:pt>
                <c:pt idx="1975">
                  <c:v>0.1495648687780346</c:v>
                </c:pt>
                <c:pt idx="1976">
                  <c:v>0.1495648687780346</c:v>
                </c:pt>
                <c:pt idx="1977">
                  <c:v>0.1495648687780346</c:v>
                </c:pt>
                <c:pt idx="1978">
                  <c:v>0.1495648687780346</c:v>
                </c:pt>
                <c:pt idx="1979">
                  <c:v>0.1495648687780346</c:v>
                </c:pt>
                <c:pt idx="1980">
                  <c:v>0.1495648687780346</c:v>
                </c:pt>
                <c:pt idx="1981">
                  <c:v>0.1495648687780346</c:v>
                </c:pt>
                <c:pt idx="1982">
                  <c:v>0.1495648687780346</c:v>
                </c:pt>
                <c:pt idx="1983">
                  <c:v>0.1495648687780346</c:v>
                </c:pt>
                <c:pt idx="1984">
                  <c:v>0.1495648687780346</c:v>
                </c:pt>
                <c:pt idx="1985">
                  <c:v>0.1495648687780346</c:v>
                </c:pt>
                <c:pt idx="1986">
                  <c:v>0.1495648687780346</c:v>
                </c:pt>
                <c:pt idx="1987">
                  <c:v>0.1495648687780346</c:v>
                </c:pt>
                <c:pt idx="1988">
                  <c:v>0.1495648687780346</c:v>
                </c:pt>
                <c:pt idx="1989">
                  <c:v>0.1495648687780346</c:v>
                </c:pt>
                <c:pt idx="1990">
                  <c:v>0.1495648687780346</c:v>
                </c:pt>
                <c:pt idx="1991">
                  <c:v>0.1495648687780346</c:v>
                </c:pt>
                <c:pt idx="1992">
                  <c:v>0.1495648687780346</c:v>
                </c:pt>
                <c:pt idx="1993">
                  <c:v>0.1495648687780346</c:v>
                </c:pt>
                <c:pt idx="1994">
                  <c:v>0.1495648687780346</c:v>
                </c:pt>
                <c:pt idx="1995">
                  <c:v>0.1495648687780346</c:v>
                </c:pt>
                <c:pt idx="1996">
                  <c:v>0.1495648687780346</c:v>
                </c:pt>
                <c:pt idx="1997">
                  <c:v>0.1495648687780346</c:v>
                </c:pt>
                <c:pt idx="1998">
                  <c:v>0.1495648687780346</c:v>
                </c:pt>
                <c:pt idx="1999">
                  <c:v>0.1495648687780346</c:v>
                </c:pt>
                <c:pt idx="2000">
                  <c:v>0.1495648687780346</c:v>
                </c:pt>
                <c:pt idx="2001">
                  <c:v>0.1495648687780346</c:v>
                </c:pt>
                <c:pt idx="2002">
                  <c:v>0.1495648687780346</c:v>
                </c:pt>
                <c:pt idx="2003">
                  <c:v>0.1495648687780346</c:v>
                </c:pt>
                <c:pt idx="2004">
                  <c:v>0.1495648687780346</c:v>
                </c:pt>
                <c:pt idx="2005">
                  <c:v>0.1495648687780346</c:v>
                </c:pt>
                <c:pt idx="2006">
                  <c:v>0.1495648687780346</c:v>
                </c:pt>
                <c:pt idx="2007">
                  <c:v>0.1495648687780346</c:v>
                </c:pt>
                <c:pt idx="2008">
                  <c:v>0.1495648687780346</c:v>
                </c:pt>
                <c:pt idx="2009">
                  <c:v>0.1495648687780346</c:v>
                </c:pt>
                <c:pt idx="2010">
                  <c:v>0.1495648687780346</c:v>
                </c:pt>
                <c:pt idx="2011">
                  <c:v>0.1495648687780346</c:v>
                </c:pt>
                <c:pt idx="2012">
                  <c:v>0.1495648687780346</c:v>
                </c:pt>
                <c:pt idx="2013">
                  <c:v>0.1495648687780346</c:v>
                </c:pt>
                <c:pt idx="2014">
                  <c:v>0.1495648687780346</c:v>
                </c:pt>
                <c:pt idx="2015">
                  <c:v>0.1495648687780346</c:v>
                </c:pt>
                <c:pt idx="2016">
                  <c:v>0.1495648687780346</c:v>
                </c:pt>
                <c:pt idx="2017">
                  <c:v>0.1495648687780346</c:v>
                </c:pt>
                <c:pt idx="2018">
                  <c:v>0.1495648687780346</c:v>
                </c:pt>
                <c:pt idx="2019">
                  <c:v>0.1495648687780346</c:v>
                </c:pt>
                <c:pt idx="2020">
                  <c:v>0.1495648687780346</c:v>
                </c:pt>
                <c:pt idx="2021">
                  <c:v>0.1495648687780346</c:v>
                </c:pt>
                <c:pt idx="2022">
                  <c:v>0.1495648687780346</c:v>
                </c:pt>
                <c:pt idx="2023">
                  <c:v>0.1495648687780346</c:v>
                </c:pt>
                <c:pt idx="2024">
                  <c:v>0.1495648687780346</c:v>
                </c:pt>
                <c:pt idx="2025">
                  <c:v>0.1495648687780346</c:v>
                </c:pt>
                <c:pt idx="2026">
                  <c:v>0.1495648687780346</c:v>
                </c:pt>
                <c:pt idx="2027">
                  <c:v>0.1495648687780346</c:v>
                </c:pt>
                <c:pt idx="2028">
                  <c:v>0.1495648687780346</c:v>
                </c:pt>
                <c:pt idx="2029">
                  <c:v>0.1495648687780346</c:v>
                </c:pt>
                <c:pt idx="2030">
                  <c:v>0.1495648687780346</c:v>
                </c:pt>
                <c:pt idx="2031">
                  <c:v>0.1495648687780346</c:v>
                </c:pt>
                <c:pt idx="2032">
                  <c:v>0.1495648687780346</c:v>
                </c:pt>
                <c:pt idx="2033">
                  <c:v>0.1495648687780346</c:v>
                </c:pt>
                <c:pt idx="2034">
                  <c:v>0.1495648687780346</c:v>
                </c:pt>
                <c:pt idx="2035">
                  <c:v>0.1495648687780346</c:v>
                </c:pt>
                <c:pt idx="2036">
                  <c:v>0.1495648687780346</c:v>
                </c:pt>
                <c:pt idx="2037">
                  <c:v>0.1495648687780346</c:v>
                </c:pt>
                <c:pt idx="2038">
                  <c:v>0.1495648687780346</c:v>
                </c:pt>
                <c:pt idx="2039">
                  <c:v>0.1495648687780346</c:v>
                </c:pt>
                <c:pt idx="2040">
                  <c:v>0.1495648687780346</c:v>
                </c:pt>
                <c:pt idx="2041">
                  <c:v>0.1495648687780346</c:v>
                </c:pt>
                <c:pt idx="2042">
                  <c:v>0.1495648687780346</c:v>
                </c:pt>
                <c:pt idx="2043">
                  <c:v>0.1495648687780346</c:v>
                </c:pt>
                <c:pt idx="2044">
                  <c:v>0.1495648687780346</c:v>
                </c:pt>
                <c:pt idx="2045">
                  <c:v>0.1495648687780346</c:v>
                </c:pt>
                <c:pt idx="2046">
                  <c:v>0.1495648687780346</c:v>
                </c:pt>
                <c:pt idx="2047">
                  <c:v>0.1495648687780346</c:v>
                </c:pt>
                <c:pt idx="2048">
                  <c:v>0.1495648687780346</c:v>
                </c:pt>
                <c:pt idx="2049">
                  <c:v>0.1495648687780346</c:v>
                </c:pt>
                <c:pt idx="2050">
                  <c:v>0.1495648687780346</c:v>
                </c:pt>
                <c:pt idx="2051">
                  <c:v>0.1495648687780346</c:v>
                </c:pt>
                <c:pt idx="2052">
                  <c:v>0.1495648687780346</c:v>
                </c:pt>
                <c:pt idx="2053">
                  <c:v>0.1495648687780346</c:v>
                </c:pt>
                <c:pt idx="2054">
                  <c:v>0.1495648687780346</c:v>
                </c:pt>
                <c:pt idx="2055">
                  <c:v>0.1495648687780346</c:v>
                </c:pt>
                <c:pt idx="2056">
                  <c:v>0.1495648687780346</c:v>
                </c:pt>
                <c:pt idx="2057">
                  <c:v>0.1495648687780346</c:v>
                </c:pt>
                <c:pt idx="2058">
                  <c:v>0.1495648687780346</c:v>
                </c:pt>
                <c:pt idx="2059">
                  <c:v>0.1495648687780346</c:v>
                </c:pt>
                <c:pt idx="2060">
                  <c:v>0.1495648687780346</c:v>
                </c:pt>
                <c:pt idx="2061">
                  <c:v>0.1495648687780346</c:v>
                </c:pt>
                <c:pt idx="2062">
                  <c:v>0.1495648687780346</c:v>
                </c:pt>
                <c:pt idx="2063">
                  <c:v>0.1495648687780346</c:v>
                </c:pt>
                <c:pt idx="2064">
                  <c:v>0.1495648687780346</c:v>
                </c:pt>
                <c:pt idx="2065">
                  <c:v>0.1495648687780346</c:v>
                </c:pt>
                <c:pt idx="2066">
                  <c:v>0.1495648687780346</c:v>
                </c:pt>
                <c:pt idx="2067">
                  <c:v>0.1495648687780346</c:v>
                </c:pt>
                <c:pt idx="2068">
                  <c:v>0.1495648687780346</c:v>
                </c:pt>
                <c:pt idx="2069">
                  <c:v>0.1495648687780346</c:v>
                </c:pt>
                <c:pt idx="2070">
                  <c:v>0.1495648687780346</c:v>
                </c:pt>
                <c:pt idx="2071">
                  <c:v>0.1495648687780346</c:v>
                </c:pt>
                <c:pt idx="2072">
                  <c:v>0.1495648687780346</c:v>
                </c:pt>
                <c:pt idx="2073">
                  <c:v>0.1495648687780346</c:v>
                </c:pt>
                <c:pt idx="2074">
                  <c:v>0.1495648687780346</c:v>
                </c:pt>
                <c:pt idx="2075">
                  <c:v>0.1495648687780346</c:v>
                </c:pt>
                <c:pt idx="2076">
                  <c:v>0.1495648687780346</c:v>
                </c:pt>
                <c:pt idx="2077">
                  <c:v>0.1495648687780346</c:v>
                </c:pt>
                <c:pt idx="2078">
                  <c:v>0.1495648687780346</c:v>
                </c:pt>
                <c:pt idx="2079">
                  <c:v>0.1495648687780346</c:v>
                </c:pt>
                <c:pt idx="2080">
                  <c:v>0.1495648687780346</c:v>
                </c:pt>
                <c:pt idx="2081">
                  <c:v>0.1495648687780346</c:v>
                </c:pt>
                <c:pt idx="2082">
                  <c:v>0.1495648687780346</c:v>
                </c:pt>
                <c:pt idx="2083">
                  <c:v>0.1495648687780346</c:v>
                </c:pt>
                <c:pt idx="2084">
                  <c:v>0.1495648687780346</c:v>
                </c:pt>
                <c:pt idx="2085">
                  <c:v>0.1495648687780346</c:v>
                </c:pt>
                <c:pt idx="2086">
                  <c:v>0.1495648687780346</c:v>
                </c:pt>
                <c:pt idx="2087">
                  <c:v>0.1495648687780346</c:v>
                </c:pt>
                <c:pt idx="2088">
                  <c:v>0.1495648687780346</c:v>
                </c:pt>
                <c:pt idx="2089">
                  <c:v>0.1495648687780346</c:v>
                </c:pt>
                <c:pt idx="2090">
                  <c:v>0.1495648687780346</c:v>
                </c:pt>
                <c:pt idx="2091">
                  <c:v>0.1495648687780346</c:v>
                </c:pt>
                <c:pt idx="2092">
                  <c:v>0.1495648687780346</c:v>
                </c:pt>
                <c:pt idx="2093">
                  <c:v>0.1495648687780346</c:v>
                </c:pt>
                <c:pt idx="2094">
                  <c:v>0.1495648687780346</c:v>
                </c:pt>
                <c:pt idx="2095">
                  <c:v>0.1495648687780346</c:v>
                </c:pt>
                <c:pt idx="2096">
                  <c:v>0.1495648687780346</c:v>
                </c:pt>
                <c:pt idx="2097">
                  <c:v>0.1495648687780346</c:v>
                </c:pt>
                <c:pt idx="2098">
                  <c:v>0.1495648687780346</c:v>
                </c:pt>
                <c:pt idx="2099">
                  <c:v>0.1495648687780346</c:v>
                </c:pt>
                <c:pt idx="2100">
                  <c:v>0.1495648687780346</c:v>
                </c:pt>
                <c:pt idx="2101">
                  <c:v>0.1495648687780346</c:v>
                </c:pt>
                <c:pt idx="2102">
                  <c:v>0.1495648687780346</c:v>
                </c:pt>
                <c:pt idx="2103">
                  <c:v>0.1495648687780346</c:v>
                </c:pt>
                <c:pt idx="2104">
                  <c:v>0.1495648687780346</c:v>
                </c:pt>
                <c:pt idx="2105">
                  <c:v>0.1495648687780346</c:v>
                </c:pt>
                <c:pt idx="2106">
                  <c:v>0.1495648687780346</c:v>
                </c:pt>
                <c:pt idx="2107">
                  <c:v>0.1495648687780346</c:v>
                </c:pt>
                <c:pt idx="2108">
                  <c:v>0.1495648687780346</c:v>
                </c:pt>
                <c:pt idx="2109">
                  <c:v>0.1495648687780346</c:v>
                </c:pt>
                <c:pt idx="2110">
                  <c:v>0.1495648687780346</c:v>
                </c:pt>
                <c:pt idx="2111">
                  <c:v>0.1495648687780346</c:v>
                </c:pt>
                <c:pt idx="2112">
                  <c:v>0.1495648687780346</c:v>
                </c:pt>
                <c:pt idx="2113">
                  <c:v>0.1495648687780346</c:v>
                </c:pt>
                <c:pt idx="2114">
                  <c:v>0.1495648687780346</c:v>
                </c:pt>
                <c:pt idx="2115">
                  <c:v>0.1495648687780346</c:v>
                </c:pt>
                <c:pt idx="2116">
                  <c:v>0.1495648687780346</c:v>
                </c:pt>
                <c:pt idx="2117">
                  <c:v>0.1495648687780346</c:v>
                </c:pt>
                <c:pt idx="2118">
                  <c:v>0.1495648687780346</c:v>
                </c:pt>
                <c:pt idx="2119">
                  <c:v>0.1495648687780346</c:v>
                </c:pt>
                <c:pt idx="2120">
                  <c:v>0.1495648687780346</c:v>
                </c:pt>
                <c:pt idx="2121">
                  <c:v>0.1495648687780346</c:v>
                </c:pt>
                <c:pt idx="2122">
                  <c:v>0.1495648687780346</c:v>
                </c:pt>
                <c:pt idx="2123">
                  <c:v>0.1495648687780346</c:v>
                </c:pt>
                <c:pt idx="2124">
                  <c:v>0.1495648687780346</c:v>
                </c:pt>
                <c:pt idx="2125">
                  <c:v>0.1495648687780346</c:v>
                </c:pt>
                <c:pt idx="2126">
                  <c:v>0.1495648687780346</c:v>
                </c:pt>
                <c:pt idx="2127">
                  <c:v>0.1495648687780346</c:v>
                </c:pt>
                <c:pt idx="2128">
                  <c:v>0.1495648687780346</c:v>
                </c:pt>
                <c:pt idx="2129">
                  <c:v>0.1495648687780346</c:v>
                </c:pt>
                <c:pt idx="2130">
                  <c:v>0.1495648687780346</c:v>
                </c:pt>
                <c:pt idx="2131">
                  <c:v>0.1495648687780346</c:v>
                </c:pt>
                <c:pt idx="2132">
                  <c:v>0.1495648687780346</c:v>
                </c:pt>
                <c:pt idx="2133">
                  <c:v>0.1495648687780346</c:v>
                </c:pt>
                <c:pt idx="2134">
                  <c:v>0.1495648687780346</c:v>
                </c:pt>
                <c:pt idx="2135">
                  <c:v>0.1495648687780346</c:v>
                </c:pt>
                <c:pt idx="2136">
                  <c:v>0.1495648687780346</c:v>
                </c:pt>
                <c:pt idx="2137">
                  <c:v>0.1495648687780346</c:v>
                </c:pt>
                <c:pt idx="2138">
                  <c:v>0.1495648687780346</c:v>
                </c:pt>
                <c:pt idx="2139">
                  <c:v>0.1495648687780346</c:v>
                </c:pt>
                <c:pt idx="2140">
                  <c:v>0.1495648687780346</c:v>
                </c:pt>
                <c:pt idx="2141">
                  <c:v>0.1495648687780346</c:v>
                </c:pt>
                <c:pt idx="2142">
                  <c:v>0.1495648687780346</c:v>
                </c:pt>
                <c:pt idx="2143">
                  <c:v>0.1495648687780346</c:v>
                </c:pt>
                <c:pt idx="2144">
                  <c:v>0.1495648687780346</c:v>
                </c:pt>
                <c:pt idx="2145">
                  <c:v>0.1495648687780346</c:v>
                </c:pt>
                <c:pt idx="2146">
                  <c:v>0.1495648687780346</c:v>
                </c:pt>
                <c:pt idx="2147">
                  <c:v>0.1495648687780346</c:v>
                </c:pt>
                <c:pt idx="2148">
                  <c:v>0.1495648687780346</c:v>
                </c:pt>
                <c:pt idx="2149">
                  <c:v>0.1495648687780346</c:v>
                </c:pt>
                <c:pt idx="2150">
                  <c:v>0.1495648687780346</c:v>
                </c:pt>
                <c:pt idx="2151">
                  <c:v>0.1495648687780346</c:v>
                </c:pt>
                <c:pt idx="2152">
                  <c:v>0.1495648687780346</c:v>
                </c:pt>
                <c:pt idx="2153">
                  <c:v>0.1495648687780346</c:v>
                </c:pt>
                <c:pt idx="2154">
                  <c:v>0.1495648687780346</c:v>
                </c:pt>
                <c:pt idx="2155">
                  <c:v>0.1495648687780346</c:v>
                </c:pt>
                <c:pt idx="2156">
                  <c:v>0.1495648687780346</c:v>
                </c:pt>
                <c:pt idx="2157">
                  <c:v>0.1495648687780346</c:v>
                </c:pt>
                <c:pt idx="2158">
                  <c:v>0.1495648687780346</c:v>
                </c:pt>
                <c:pt idx="2159">
                  <c:v>0.1495648687780346</c:v>
                </c:pt>
                <c:pt idx="2160">
                  <c:v>0.1495648687780346</c:v>
                </c:pt>
                <c:pt idx="2161">
                  <c:v>0.1495648687780346</c:v>
                </c:pt>
                <c:pt idx="2162">
                  <c:v>0.1495648687780346</c:v>
                </c:pt>
                <c:pt idx="2163">
                  <c:v>0.1495648687780346</c:v>
                </c:pt>
                <c:pt idx="2164">
                  <c:v>0.1495648687780346</c:v>
                </c:pt>
                <c:pt idx="2165">
                  <c:v>0.1495648687780346</c:v>
                </c:pt>
                <c:pt idx="2166">
                  <c:v>0.1495648687780346</c:v>
                </c:pt>
                <c:pt idx="2167">
                  <c:v>0.1495648687780346</c:v>
                </c:pt>
                <c:pt idx="2168">
                  <c:v>0.1495648687780346</c:v>
                </c:pt>
                <c:pt idx="2169">
                  <c:v>0.1495648687780346</c:v>
                </c:pt>
                <c:pt idx="2170">
                  <c:v>0.1495648687780346</c:v>
                </c:pt>
                <c:pt idx="2171">
                  <c:v>0.1495648687780346</c:v>
                </c:pt>
                <c:pt idx="2172">
                  <c:v>0.1495648687780346</c:v>
                </c:pt>
                <c:pt idx="2173">
                  <c:v>0.1495648687780346</c:v>
                </c:pt>
                <c:pt idx="2174">
                  <c:v>0.1495648687780346</c:v>
                </c:pt>
                <c:pt idx="2175">
                  <c:v>0.1495648687780346</c:v>
                </c:pt>
                <c:pt idx="2176">
                  <c:v>0.1495648687780346</c:v>
                </c:pt>
                <c:pt idx="2177">
                  <c:v>0.1495648687780346</c:v>
                </c:pt>
                <c:pt idx="2178">
                  <c:v>0.1495648687780346</c:v>
                </c:pt>
                <c:pt idx="2179">
                  <c:v>0.1495648687780346</c:v>
                </c:pt>
                <c:pt idx="2180">
                  <c:v>0.1495648687780346</c:v>
                </c:pt>
                <c:pt idx="2181">
                  <c:v>0.1495648687780346</c:v>
                </c:pt>
                <c:pt idx="2182">
                  <c:v>0.1495648687780346</c:v>
                </c:pt>
                <c:pt idx="2183">
                  <c:v>0.1495648687780346</c:v>
                </c:pt>
                <c:pt idx="2184">
                  <c:v>0.1495648687780346</c:v>
                </c:pt>
                <c:pt idx="2185">
                  <c:v>0.1495648687780346</c:v>
                </c:pt>
                <c:pt idx="2186">
                  <c:v>0.1495648687780346</c:v>
                </c:pt>
                <c:pt idx="2187">
                  <c:v>0.1495648687780346</c:v>
                </c:pt>
                <c:pt idx="2188">
                  <c:v>0.1495648687780346</c:v>
                </c:pt>
                <c:pt idx="2189">
                  <c:v>0.1495648687780346</c:v>
                </c:pt>
                <c:pt idx="2190">
                  <c:v>0.1495648687780346</c:v>
                </c:pt>
                <c:pt idx="2191">
                  <c:v>0.1495648687780346</c:v>
                </c:pt>
                <c:pt idx="2192">
                  <c:v>0.1495648687780346</c:v>
                </c:pt>
                <c:pt idx="2193">
                  <c:v>0.1495648687780346</c:v>
                </c:pt>
                <c:pt idx="2194">
                  <c:v>0.1495648687780346</c:v>
                </c:pt>
                <c:pt idx="2195">
                  <c:v>0.1495648687780346</c:v>
                </c:pt>
                <c:pt idx="2196">
                  <c:v>0.1495648687780346</c:v>
                </c:pt>
                <c:pt idx="2197">
                  <c:v>0.1495648687780346</c:v>
                </c:pt>
                <c:pt idx="2198">
                  <c:v>0.1495648687780346</c:v>
                </c:pt>
                <c:pt idx="2199">
                  <c:v>0.1495648687780346</c:v>
                </c:pt>
                <c:pt idx="2200">
                  <c:v>0.1495648687780346</c:v>
                </c:pt>
                <c:pt idx="2201">
                  <c:v>0.1495648687780346</c:v>
                </c:pt>
                <c:pt idx="2202">
                  <c:v>0.1495648687780346</c:v>
                </c:pt>
                <c:pt idx="2203">
                  <c:v>0.1495648687780346</c:v>
                </c:pt>
                <c:pt idx="2204">
                  <c:v>0.1495648687780346</c:v>
                </c:pt>
                <c:pt idx="2205">
                  <c:v>0.1495648687780346</c:v>
                </c:pt>
                <c:pt idx="2206">
                  <c:v>0.1495648687780346</c:v>
                </c:pt>
                <c:pt idx="2207">
                  <c:v>0.1495648687780346</c:v>
                </c:pt>
                <c:pt idx="2208">
                  <c:v>0.1495648687780346</c:v>
                </c:pt>
                <c:pt idx="2209">
                  <c:v>0.1495648687780346</c:v>
                </c:pt>
                <c:pt idx="2210">
                  <c:v>0.1495648687780346</c:v>
                </c:pt>
                <c:pt idx="2211">
                  <c:v>0.1495648687780346</c:v>
                </c:pt>
                <c:pt idx="2212">
                  <c:v>0.1495648687780346</c:v>
                </c:pt>
                <c:pt idx="2213">
                  <c:v>0.1495648687780346</c:v>
                </c:pt>
                <c:pt idx="2214">
                  <c:v>0.1495648687780346</c:v>
                </c:pt>
                <c:pt idx="2215">
                  <c:v>0.1495648687780346</c:v>
                </c:pt>
                <c:pt idx="2216">
                  <c:v>0.1495648687780346</c:v>
                </c:pt>
                <c:pt idx="2217">
                  <c:v>0.1495648687780346</c:v>
                </c:pt>
                <c:pt idx="2218">
                  <c:v>0.1495648687780346</c:v>
                </c:pt>
                <c:pt idx="2219">
                  <c:v>0.1495648687780346</c:v>
                </c:pt>
                <c:pt idx="2220">
                  <c:v>0.1495648687780346</c:v>
                </c:pt>
                <c:pt idx="2221">
                  <c:v>0.1495648687780346</c:v>
                </c:pt>
                <c:pt idx="2222">
                  <c:v>0.1495648687780346</c:v>
                </c:pt>
                <c:pt idx="2223">
                  <c:v>0.1495648687780346</c:v>
                </c:pt>
                <c:pt idx="2224">
                  <c:v>0.1495648687780346</c:v>
                </c:pt>
                <c:pt idx="2225">
                  <c:v>0.1495648687780346</c:v>
                </c:pt>
                <c:pt idx="2226">
                  <c:v>0.1495648687780346</c:v>
                </c:pt>
                <c:pt idx="2227">
                  <c:v>0.1495648687780346</c:v>
                </c:pt>
                <c:pt idx="2228">
                  <c:v>0.1495648687780346</c:v>
                </c:pt>
                <c:pt idx="2229">
                  <c:v>0.1495648687780346</c:v>
                </c:pt>
                <c:pt idx="2230">
                  <c:v>0.1495648687780346</c:v>
                </c:pt>
                <c:pt idx="2231">
                  <c:v>0.1495648687780346</c:v>
                </c:pt>
                <c:pt idx="2232">
                  <c:v>0.1495648687780346</c:v>
                </c:pt>
                <c:pt idx="2233">
                  <c:v>0.1495648687780346</c:v>
                </c:pt>
                <c:pt idx="2234">
                  <c:v>0.1495648687780346</c:v>
                </c:pt>
                <c:pt idx="2235">
                  <c:v>0.1495648687780346</c:v>
                </c:pt>
                <c:pt idx="2236">
                  <c:v>0.1495648687780346</c:v>
                </c:pt>
                <c:pt idx="2237">
                  <c:v>0.1495648687780346</c:v>
                </c:pt>
                <c:pt idx="2238">
                  <c:v>0.1495648687780346</c:v>
                </c:pt>
                <c:pt idx="2239">
                  <c:v>0.1495648687780346</c:v>
                </c:pt>
                <c:pt idx="2240">
                  <c:v>0.1495648687780346</c:v>
                </c:pt>
                <c:pt idx="2241">
                  <c:v>0.1495648687780346</c:v>
                </c:pt>
                <c:pt idx="2242">
                  <c:v>0.1495648687780346</c:v>
                </c:pt>
                <c:pt idx="2243">
                  <c:v>0.1495648687780346</c:v>
                </c:pt>
                <c:pt idx="2244">
                  <c:v>0.1495648687780346</c:v>
                </c:pt>
                <c:pt idx="2245">
                  <c:v>0.1495648687780346</c:v>
                </c:pt>
                <c:pt idx="2246">
                  <c:v>0.1495648687780346</c:v>
                </c:pt>
                <c:pt idx="2247">
                  <c:v>0.1495648687780346</c:v>
                </c:pt>
                <c:pt idx="2248">
                  <c:v>0.1495648687780346</c:v>
                </c:pt>
                <c:pt idx="2249">
                  <c:v>0.1495648687780346</c:v>
                </c:pt>
                <c:pt idx="2250">
                  <c:v>0.1495648687780346</c:v>
                </c:pt>
                <c:pt idx="2251">
                  <c:v>0.1495648687780346</c:v>
                </c:pt>
                <c:pt idx="2252">
                  <c:v>0.1495648687780346</c:v>
                </c:pt>
                <c:pt idx="2253">
                  <c:v>0.1495648687780346</c:v>
                </c:pt>
                <c:pt idx="2254">
                  <c:v>0.1495648687780346</c:v>
                </c:pt>
                <c:pt idx="2255">
                  <c:v>0.1495648687780346</c:v>
                </c:pt>
                <c:pt idx="2256">
                  <c:v>0.1495648687780346</c:v>
                </c:pt>
                <c:pt idx="2257">
                  <c:v>0.1495648687780346</c:v>
                </c:pt>
                <c:pt idx="2258">
                  <c:v>0.1495648687780346</c:v>
                </c:pt>
                <c:pt idx="2259">
                  <c:v>0.1495648687780346</c:v>
                </c:pt>
                <c:pt idx="2260">
                  <c:v>0.1495648687780346</c:v>
                </c:pt>
                <c:pt idx="2261">
                  <c:v>0.1495648687780346</c:v>
                </c:pt>
                <c:pt idx="2262">
                  <c:v>0.1495648687780346</c:v>
                </c:pt>
                <c:pt idx="2263">
                  <c:v>0.1495648687780346</c:v>
                </c:pt>
                <c:pt idx="2264">
                  <c:v>0.1495648687780346</c:v>
                </c:pt>
                <c:pt idx="2265">
                  <c:v>0.1495648687780346</c:v>
                </c:pt>
                <c:pt idx="2266">
                  <c:v>0.1495648687780346</c:v>
                </c:pt>
                <c:pt idx="2267">
                  <c:v>0.1495648687780346</c:v>
                </c:pt>
                <c:pt idx="2268">
                  <c:v>0.1495648687780346</c:v>
                </c:pt>
                <c:pt idx="2269">
                  <c:v>0.1495648687780346</c:v>
                </c:pt>
                <c:pt idx="2270">
                  <c:v>0.1495648687780346</c:v>
                </c:pt>
                <c:pt idx="2271">
                  <c:v>0.1495648687780346</c:v>
                </c:pt>
                <c:pt idx="2272">
                  <c:v>0.1495648687780346</c:v>
                </c:pt>
                <c:pt idx="2273">
                  <c:v>0.1495648687780346</c:v>
                </c:pt>
                <c:pt idx="2274">
                  <c:v>0.1495648687780346</c:v>
                </c:pt>
                <c:pt idx="2275">
                  <c:v>0.1495648687780346</c:v>
                </c:pt>
                <c:pt idx="2276">
                  <c:v>0.1495648687780346</c:v>
                </c:pt>
                <c:pt idx="2277">
                  <c:v>0.1495648687780346</c:v>
                </c:pt>
                <c:pt idx="2278">
                  <c:v>0.1495648687780346</c:v>
                </c:pt>
                <c:pt idx="2279">
                  <c:v>0.1495648687780346</c:v>
                </c:pt>
                <c:pt idx="2280">
                  <c:v>0.1495648687780346</c:v>
                </c:pt>
                <c:pt idx="2281">
                  <c:v>0.1495648687780346</c:v>
                </c:pt>
                <c:pt idx="2282">
                  <c:v>0.1495648687780346</c:v>
                </c:pt>
                <c:pt idx="2283">
                  <c:v>0.1495648687780346</c:v>
                </c:pt>
                <c:pt idx="2284">
                  <c:v>0.1495648687780346</c:v>
                </c:pt>
                <c:pt idx="2285">
                  <c:v>0.1495648687780346</c:v>
                </c:pt>
                <c:pt idx="2286">
                  <c:v>0.1495648687780346</c:v>
                </c:pt>
                <c:pt idx="2287">
                  <c:v>0.1495648687780346</c:v>
                </c:pt>
                <c:pt idx="2288">
                  <c:v>0.1495648687780346</c:v>
                </c:pt>
                <c:pt idx="2289">
                  <c:v>0.1495648687780346</c:v>
                </c:pt>
                <c:pt idx="2290">
                  <c:v>0.1495648687780346</c:v>
                </c:pt>
                <c:pt idx="2291">
                  <c:v>0.1495648687780346</c:v>
                </c:pt>
                <c:pt idx="2292">
                  <c:v>0.1495648687780346</c:v>
                </c:pt>
                <c:pt idx="2293">
                  <c:v>0.1495648687780346</c:v>
                </c:pt>
                <c:pt idx="2294">
                  <c:v>0.1495648687780346</c:v>
                </c:pt>
                <c:pt idx="2295">
                  <c:v>0.1495648687780346</c:v>
                </c:pt>
                <c:pt idx="2296">
                  <c:v>0.1495648687780346</c:v>
                </c:pt>
                <c:pt idx="2297">
                  <c:v>0.1495648687780346</c:v>
                </c:pt>
                <c:pt idx="2298">
                  <c:v>0.1495648687780346</c:v>
                </c:pt>
                <c:pt idx="2299">
                  <c:v>0.1495648687780346</c:v>
                </c:pt>
                <c:pt idx="2300">
                  <c:v>0.1495648687780346</c:v>
                </c:pt>
                <c:pt idx="2301">
                  <c:v>0.1495648687780346</c:v>
                </c:pt>
                <c:pt idx="2302">
                  <c:v>0.1495648687780346</c:v>
                </c:pt>
                <c:pt idx="2303">
                  <c:v>0.1495648687780346</c:v>
                </c:pt>
                <c:pt idx="2304">
                  <c:v>0.1495648687780346</c:v>
                </c:pt>
                <c:pt idx="2305">
                  <c:v>0.1495648687780346</c:v>
                </c:pt>
                <c:pt idx="2306">
                  <c:v>0.1495648687780346</c:v>
                </c:pt>
                <c:pt idx="2307">
                  <c:v>0.1495648687780346</c:v>
                </c:pt>
                <c:pt idx="2308">
                  <c:v>0.1495648687780346</c:v>
                </c:pt>
                <c:pt idx="2309">
                  <c:v>0.1495648687780346</c:v>
                </c:pt>
                <c:pt idx="2310">
                  <c:v>0.1495648687780346</c:v>
                </c:pt>
                <c:pt idx="2311">
                  <c:v>0.1495648687780346</c:v>
                </c:pt>
                <c:pt idx="2312">
                  <c:v>0.1495648687780346</c:v>
                </c:pt>
                <c:pt idx="2313">
                  <c:v>0.1495648687780346</c:v>
                </c:pt>
                <c:pt idx="2314">
                  <c:v>0.1495648687780346</c:v>
                </c:pt>
                <c:pt idx="2315">
                  <c:v>0.1495648687780346</c:v>
                </c:pt>
                <c:pt idx="2316">
                  <c:v>0.1495648687780346</c:v>
                </c:pt>
                <c:pt idx="2317">
                  <c:v>0.1495648687780346</c:v>
                </c:pt>
                <c:pt idx="2318">
                  <c:v>0.1495648687780346</c:v>
                </c:pt>
                <c:pt idx="2319">
                  <c:v>0.1495648687780346</c:v>
                </c:pt>
                <c:pt idx="2320">
                  <c:v>0.1495648687780346</c:v>
                </c:pt>
                <c:pt idx="2321">
                  <c:v>0.1495648687780346</c:v>
                </c:pt>
                <c:pt idx="2322">
                  <c:v>0.1495648687780346</c:v>
                </c:pt>
                <c:pt idx="2323">
                  <c:v>0.1495648687780346</c:v>
                </c:pt>
                <c:pt idx="2324">
                  <c:v>0.1495648687780346</c:v>
                </c:pt>
                <c:pt idx="2325">
                  <c:v>0.1495648687780346</c:v>
                </c:pt>
                <c:pt idx="2326">
                  <c:v>0.1495648687780346</c:v>
                </c:pt>
                <c:pt idx="2327">
                  <c:v>0.1495648687780346</c:v>
                </c:pt>
                <c:pt idx="2328">
                  <c:v>0.1495648687780346</c:v>
                </c:pt>
                <c:pt idx="2329">
                  <c:v>0.1495648687780346</c:v>
                </c:pt>
                <c:pt idx="2330">
                  <c:v>0.1495648687780346</c:v>
                </c:pt>
                <c:pt idx="2331">
                  <c:v>0.1495648687780346</c:v>
                </c:pt>
                <c:pt idx="2332">
                  <c:v>0.1495648687780346</c:v>
                </c:pt>
                <c:pt idx="2333">
                  <c:v>0.1495648687780346</c:v>
                </c:pt>
                <c:pt idx="2334">
                  <c:v>0.1495648687780346</c:v>
                </c:pt>
                <c:pt idx="2335">
                  <c:v>0.1495648687780346</c:v>
                </c:pt>
                <c:pt idx="2336">
                  <c:v>0.1495648687780346</c:v>
                </c:pt>
                <c:pt idx="2337">
                  <c:v>0.1495648687780346</c:v>
                </c:pt>
                <c:pt idx="2338">
                  <c:v>0.1495648687780346</c:v>
                </c:pt>
                <c:pt idx="2339">
                  <c:v>0.1495648687780346</c:v>
                </c:pt>
                <c:pt idx="2340">
                  <c:v>0.1495648687780346</c:v>
                </c:pt>
                <c:pt idx="2341">
                  <c:v>0.1495648687780346</c:v>
                </c:pt>
                <c:pt idx="2342">
                  <c:v>0.1495648687780346</c:v>
                </c:pt>
                <c:pt idx="2343">
                  <c:v>0.1495648687780346</c:v>
                </c:pt>
                <c:pt idx="2344">
                  <c:v>0.1495648687780346</c:v>
                </c:pt>
                <c:pt idx="2345">
                  <c:v>0.1495648687780346</c:v>
                </c:pt>
                <c:pt idx="2346">
                  <c:v>0.1495648687780346</c:v>
                </c:pt>
                <c:pt idx="2347">
                  <c:v>0.1495648687780346</c:v>
                </c:pt>
                <c:pt idx="2348">
                  <c:v>0.1495648687780346</c:v>
                </c:pt>
                <c:pt idx="2349">
                  <c:v>0.1495648687780346</c:v>
                </c:pt>
                <c:pt idx="2350">
                  <c:v>0.1495648687780346</c:v>
                </c:pt>
                <c:pt idx="2351">
                  <c:v>0.1495648687780346</c:v>
                </c:pt>
                <c:pt idx="2352">
                  <c:v>0.1495648687780346</c:v>
                </c:pt>
                <c:pt idx="2353">
                  <c:v>0.1495648687780346</c:v>
                </c:pt>
                <c:pt idx="2354">
                  <c:v>0.1495648687780346</c:v>
                </c:pt>
                <c:pt idx="2355">
                  <c:v>0.1495648687780346</c:v>
                </c:pt>
                <c:pt idx="2356">
                  <c:v>0.1495648687780346</c:v>
                </c:pt>
                <c:pt idx="2357">
                  <c:v>0.1495648687780346</c:v>
                </c:pt>
                <c:pt idx="2358">
                  <c:v>0.1495648687780346</c:v>
                </c:pt>
                <c:pt idx="2359">
                  <c:v>0.1495648687780346</c:v>
                </c:pt>
                <c:pt idx="2360">
                  <c:v>0.1495648687780346</c:v>
                </c:pt>
                <c:pt idx="2361">
                  <c:v>0.1495648687780346</c:v>
                </c:pt>
                <c:pt idx="2362">
                  <c:v>0.1495648687780346</c:v>
                </c:pt>
                <c:pt idx="2363">
                  <c:v>0.1495648687780346</c:v>
                </c:pt>
                <c:pt idx="2364">
                  <c:v>0.1495648687780346</c:v>
                </c:pt>
                <c:pt idx="2365">
                  <c:v>0.1495648687780346</c:v>
                </c:pt>
                <c:pt idx="2366">
                  <c:v>0.1495648687780346</c:v>
                </c:pt>
                <c:pt idx="2367">
                  <c:v>0.1495648687780346</c:v>
                </c:pt>
                <c:pt idx="2368">
                  <c:v>0.1495648687780346</c:v>
                </c:pt>
                <c:pt idx="2369">
                  <c:v>0.1495648687780346</c:v>
                </c:pt>
                <c:pt idx="2370">
                  <c:v>0.1495648687780346</c:v>
                </c:pt>
                <c:pt idx="2371">
                  <c:v>0.1495648687780346</c:v>
                </c:pt>
                <c:pt idx="2372">
                  <c:v>0.1495648687780346</c:v>
                </c:pt>
                <c:pt idx="2373">
                  <c:v>0.1495648687780346</c:v>
                </c:pt>
                <c:pt idx="2374">
                  <c:v>0.1495648687780346</c:v>
                </c:pt>
                <c:pt idx="2375">
                  <c:v>0.1495648687780346</c:v>
                </c:pt>
                <c:pt idx="2376">
                  <c:v>0.1495648687780346</c:v>
                </c:pt>
                <c:pt idx="2377">
                  <c:v>0.1495648687780346</c:v>
                </c:pt>
                <c:pt idx="2378">
                  <c:v>0.1495648687780346</c:v>
                </c:pt>
                <c:pt idx="2379">
                  <c:v>0.1495648687780346</c:v>
                </c:pt>
                <c:pt idx="2380">
                  <c:v>0.1495648687780346</c:v>
                </c:pt>
                <c:pt idx="2381">
                  <c:v>0.1495648687780346</c:v>
                </c:pt>
                <c:pt idx="2382">
                  <c:v>0.1495648687780346</c:v>
                </c:pt>
                <c:pt idx="2383">
                  <c:v>0.1495648687780346</c:v>
                </c:pt>
                <c:pt idx="2384">
                  <c:v>0.1495648687780346</c:v>
                </c:pt>
                <c:pt idx="2385">
                  <c:v>0.1495648687780346</c:v>
                </c:pt>
                <c:pt idx="2386">
                  <c:v>0.1495648687780346</c:v>
                </c:pt>
                <c:pt idx="2387">
                  <c:v>0.1495648687780346</c:v>
                </c:pt>
                <c:pt idx="2388">
                  <c:v>0.1495648687780346</c:v>
                </c:pt>
                <c:pt idx="2389">
                  <c:v>0.1495648687780346</c:v>
                </c:pt>
                <c:pt idx="2390">
                  <c:v>0.1495648687780346</c:v>
                </c:pt>
                <c:pt idx="2391">
                  <c:v>0.1495648687780346</c:v>
                </c:pt>
                <c:pt idx="2392">
                  <c:v>0.1495648687780346</c:v>
                </c:pt>
                <c:pt idx="2393">
                  <c:v>0.1495648687780346</c:v>
                </c:pt>
                <c:pt idx="2394">
                  <c:v>0.1495648687780346</c:v>
                </c:pt>
                <c:pt idx="2395">
                  <c:v>0.1495648687780346</c:v>
                </c:pt>
                <c:pt idx="2396">
                  <c:v>0.1495648687780346</c:v>
                </c:pt>
                <c:pt idx="2397">
                  <c:v>0.1495648687780346</c:v>
                </c:pt>
                <c:pt idx="2398">
                  <c:v>0.1495648687780346</c:v>
                </c:pt>
                <c:pt idx="2399">
                  <c:v>0.1495648687780346</c:v>
                </c:pt>
                <c:pt idx="2400">
                  <c:v>0.1495648687780346</c:v>
                </c:pt>
                <c:pt idx="2401">
                  <c:v>0.1495648687780346</c:v>
                </c:pt>
                <c:pt idx="2402">
                  <c:v>0.1495648687780346</c:v>
                </c:pt>
                <c:pt idx="2403">
                  <c:v>0.1495648687780346</c:v>
                </c:pt>
                <c:pt idx="2404">
                  <c:v>0.1495648687780346</c:v>
                </c:pt>
                <c:pt idx="2405">
                  <c:v>0.1495648687780346</c:v>
                </c:pt>
                <c:pt idx="2406">
                  <c:v>0.1495648687780346</c:v>
                </c:pt>
                <c:pt idx="2407">
                  <c:v>0.1495648687780346</c:v>
                </c:pt>
                <c:pt idx="2408">
                  <c:v>0.1495648687780346</c:v>
                </c:pt>
                <c:pt idx="2409">
                  <c:v>0.1495648687780346</c:v>
                </c:pt>
                <c:pt idx="2410">
                  <c:v>0.1495648687780346</c:v>
                </c:pt>
                <c:pt idx="2411">
                  <c:v>0.1495648687780346</c:v>
                </c:pt>
                <c:pt idx="2412">
                  <c:v>0.1495648687780346</c:v>
                </c:pt>
                <c:pt idx="2413">
                  <c:v>0.1495648687780346</c:v>
                </c:pt>
                <c:pt idx="2414">
                  <c:v>0.1495648687780346</c:v>
                </c:pt>
                <c:pt idx="2415">
                  <c:v>0.1495648687780346</c:v>
                </c:pt>
                <c:pt idx="2416">
                  <c:v>0.1495648687780346</c:v>
                </c:pt>
                <c:pt idx="2417">
                  <c:v>0.1495648687780346</c:v>
                </c:pt>
                <c:pt idx="2418">
                  <c:v>0.1495648687780346</c:v>
                </c:pt>
                <c:pt idx="2419">
                  <c:v>0.1495648687780346</c:v>
                </c:pt>
                <c:pt idx="2420">
                  <c:v>0.1495648687780346</c:v>
                </c:pt>
                <c:pt idx="2421">
                  <c:v>0.1495648687780346</c:v>
                </c:pt>
                <c:pt idx="2422">
                  <c:v>0.1495648687780346</c:v>
                </c:pt>
                <c:pt idx="2423">
                  <c:v>0.1495648687780346</c:v>
                </c:pt>
                <c:pt idx="2424">
                  <c:v>0.1495648687780346</c:v>
                </c:pt>
                <c:pt idx="2425">
                  <c:v>0.1495648687780346</c:v>
                </c:pt>
                <c:pt idx="2426">
                  <c:v>0.1495648687780346</c:v>
                </c:pt>
                <c:pt idx="2427">
                  <c:v>0.1495648687780346</c:v>
                </c:pt>
                <c:pt idx="2428">
                  <c:v>0.1495648687780346</c:v>
                </c:pt>
                <c:pt idx="2429">
                  <c:v>0.1495648687780346</c:v>
                </c:pt>
                <c:pt idx="2430">
                  <c:v>0.1495648687780346</c:v>
                </c:pt>
                <c:pt idx="2431">
                  <c:v>0.1495648687780346</c:v>
                </c:pt>
                <c:pt idx="2432">
                  <c:v>0.1495648687780346</c:v>
                </c:pt>
                <c:pt idx="2433">
                  <c:v>0.1495648687780346</c:v>
                </c:pt>
                <c:pt idx="2434">
                  <c:v>0.1495648687780346</c:v>
                </c:pt>
                <c:pt idx="2435">
                  <c:v>0.1495648687780346</c:v>
                </c:pt>
                <c:pt idx="2436">
                  <c:v>0.1495648687780346</c:v>
                </c:pt>
                <c:pt idx="2437">
                  <c:v>0.1495648687780346</c:v>
                </c:pt>
                <c:pt idx="2438">
                  <c:v>0.1495648687780346</c:v>
                </c:pt>
                <c:pt idx="2439">
                  <c:v>0.1495648687780346</c:v>
                </c:pt>
                <c:pt idx="2440">
                  <c:v>0.1495648687780346</c:v>
                </c:pt>
                <c:pt idx="2441">
                  <c:v>0.1495648687780346</c:v>
                </c:pt>
                <c:pt idx="2442">
                  <c:v>0.1495648687780346</c:v>
                </c:pt>
                <c:pt idx="2443">
                  <c:v>0.1495648687780346</c:v>
                </c:pt>
                <c:pt idx="2444">
                  <c:v>0.1495648687780346</c:v>
                </c:pt>
                <c:pt idx="2445">
                  <c:v>0.1495648687780346</c:v>
                </c:pt>
                <c:pt idx="2446">
                  <c:v>0.1495648687780346</c:v>
                </c:pt>
                <c:pt idx="2447">
                  <c:v>0.1495648687780346</c:v>
                </c:pt>
                <c:pt idx="2448">
                  <c:v>0.1495648687780346</c:v>
                </c:pt>
                <c:pt idx="2449">
                  <c:v>0.1495648687780346</c:v>
                </c:pt>
                <c:pt idx="2450">
                  <c:v>0.1495648687780346</c:v>
                </c:pt>
                <c:pt idx="2451">
                  <c:v>0.1495648687780346</c:v>
                </c:pt>
                <c:pt idx="2452">
                  <c:v>0.1495648687780346</c:v>
                </c:pt>
                <c:pt idx="2453">
                  <c:v>0.1495648687780346</c:v>
                </c:pt>
                <c:pt idx="2454">
                  <c:v>0.1495648687780346</c:v>
                </c:pt>
                <c:pt idx="2455">
                  <c:v>0.1495648687780346</c:v>
                </c:pt>
                <c:pt idx="2456">
                  <c:v>0.1495648687780346</c:v>
                </c:pt>
                <c:pt idx="2457">
                  <c:v>0.1495648687780346</c:v>
                </c:pt>
                <c:pt idx="2458">
                  <c:v>0.1495648687780346</c:v>
                </c:pt>
                <c:pt idx="2459">
                  <c:v>0.1495648687780346</c:v>
                </c:pt>
                <c:pt idx="2460">
                  <c:v>0.1495648687780346</c:v>
                </c:pt>
                <c:pt idx="2461">
                  <c:v>0.1495648687780346</c:v>
                </c:pt>
                <c:pt idx="2462">
                  <c:v>0.1495648687780346</c:v>
                </c:pt>
                <c:pt idx="2463">
                  <c:v>0.1495648687780346</c:v>
                </c:pt>
                <c:pt idx="2464">
                  <c:v>0.1495648687780346</c:v>
                </c:pt>
                <c:pt idx="2465">
                  <c:v>0.1495648687780346</c:v>
                </c:pt>
                <c:pt idx="2466">
                  <c:v>0.1495648687780346</c:v>
                </c:pt>
                <c:pt idx="2467">
                  <c:v>0.1495648687780346</c:v>
                </c:pt>
                <c:pt idx="2468">
                  <c:v>0.1495648687780346</c:v>
                </c:pt>
                <c:pt idx="2469">
                  <c:v>0.1495648687780346</c:v>
                </c:pt>
                <c:pt idx="2470">
                  <c:v>0.1495648687780346</c:v>
                </c:pt>
                <c:pt idx="2471">
                  <c:v>0.1495648687780346</c:v>
                </c:pt>
                <c:pt idx="2472">
                  <c:v>0.1495648687780346</c:v>
                </c:pt>
                <c:pt idx="2473">
                  <c:v>0.1495648687780346</c:v>
                </c:pt>
                <c:pt idx="2474">
                  <c:v>0.1495648687780346</c:v>
                </c:pt>
                <c:pt idx="2475">
                  <c:v>0.1495648687780346</c:v>
                </c:pt>
                <c:pt idx="2476">
                  <c:v>0.1495648687780346</c:v>
                </c:pt>
                <c:pt idx="2477">
                  <c:v>0.1495648687780346</c:v>
                </c:pt>
                <c:pt idx="2478">
                  <c:v>0.1495648687780346</c:v>
                </c:pt>
                <c:pt idx="2479">
                  <c:v>0.1495648687780346</c:v>
                </c:pt>
                <c:pt idx="2480">
                  <c:v>0.1495648687780346</c:v>
                </c:pt>
                <c:pt idx="2481">
                  <c:v>0.1495648687780346</c:v>
                </c:pt>
                <c:pt idx="2482">
                  <c:v>0.1495648687780346</c:v>
                </c:pt>
                <c:pt idx="2483">
                  <c:v>0.1495648687780346</c:v>
                </c:pt>
                <c:pt idx="2484">
                  <c:v>0.1495648687780346</c:v>
                </c:pt>
                <c:pt idx="2485">
                  <c:v>0.1495648687780346</c:v>
                </c:pt>
                <c:pt idx="2486">
                  <c:v>0.1495648687780346</c:v>
                </c:pt>
                <c:pt idx="2487">
                  <c:v>0.1495648687780346</c:v>
                </c:pt>
                <c:pt idx="2488">
                  <c:v>0.1495648687780346</c:v>
                </c:pt>
                <c:pt idx="2489">
                  <c:v>0.1495648687780346</c:v>
                </c:pt>
                <c:pt idx="2490">
                  <c:v>0.1495648687780346</c:v>
                </c:pt>
                <c:pt idx="2491">
                  <c:v>0.1495648687780346</c:v>
                </c:pt>
                <c:pt idx="2492">
                  <c:v>0.1495648687780346</c:v>
                </c:pt>
                <c:pt idx="2493">
                  <c:v>0.1495648687780346</c:v>
                </c:pt>
                <c:pt idx="2494">
                  <c:v>0.1495648687780346</c:v>
                </c:pt>
                <c:pt idx="2495">
                  <c:v>0.1495648687780346</c:v>
                </c:pt>
                <c:pt idx="2496">
                  <c:v>0.1495648687780346</c:v>
                </c:pt>
                <c:pt idx="2497">
                  <c:v>0.1495648687780346</c:v>
                </c:pt>
                <c:pt idx="2498">
                  <c:v>0.1495648687780346</c:v>
                </c:pt>
                <c:pt idx="2499">
                  <c:v>0.1495648687780346</c:v>
                </c:pt>
                <c:pt idx="2500">
                  <c:v>0.1495648687780346</c:v>
                </c:pt>
                <c:pt idx="2501">
                  <c:v>0.1495648687780346</c:v>
                </c:pt>
                <c:pt idx="2502">
                  <c:v>0.1495648687780346</c:v>
                </c:pt>
                <c:pt idx="2503">
                  <c:v>0.1495648687780346</c:v>
                </c:pt>
                <c:pt idx="2504">
                  <c:v>0.1495648687780346</c:v>
                </c:pt>
                <c:pt idx="2505">
                  <c:v>0.1495648687780346</c:v>
                </c:pt>
                <c:pt idx="2506">
                  <c:v>0.1495648687780346</c:v>
                </c:pt>
                <c:pt idx="2507">
                  <c:v>0.1495648687780346</c:v>
                </c:pt>
                <c:pt idx="2508">
                  <c:v>0.1495648687780346</c:v>
                </c:pt>
                <c:pt idx="2509">
                  <c:v>0.1495648687780346</c:v>
                </c:pt>
                <c:pt idx="2510">
                  <c:v>0.1495648687780346</c:v>
                </c:pt>
                <c:pt idx="2511">
                  <c:v>0.1495648687780346</c:v>
                </c:pt>
                <c:pt idx="2512">
                  <c:v>0.1495648687780346</c:v>
                </c:pt>
                <c:pt idx="2513">
                  <c:v>0.1495648687780346</c:v>
                </c:pt>
                <c:pt idx="2514">
                  <c:v>0.1495648687780346</c:v>
                </c:pt>
                <c:pt idx="2515">
                  <c:v>0.1495648687780346</c:v>
                </c:pt>
                <c:pt idx="2516">
                  <c:v>0.1495648687780346</c:v>
                </c:pt>
                <c:pt idx="2517">
                  <c:v>0.1495648687780346</c:v>
                </c:pt>
                <c:pt idx="2518">
                  <c:v>0.1495648687780346</c:v>
                </c:pt>
                <c:pt idx="2519">
                  <c:v>0.1495648687780346</c:v>
                </c:pt>
                <c:pt idx="2520">
                  <c:v>0.1495648687780346</c:v>
                </c:pt>
                <c:pt idx="2521">
                  <c:v>0.1495648687780346</c:v>
                </c:pt>
                <c:pt idx="2522">
                  <c:v>0.1495648687780346</c:v>
                </c:pt>
                <c:pt idx="2523">
                  <c:v>0.1495648687780346</c:v>
                </c:pt>
                <c:pt idx="2524">
                  <c:v>0.1495648687780346</c:v>
                </c:pt>
                <c:pt idx="2525">
                  <c:v>0.1495648687780346</c:v>
                </c:pt>
                <c:pt idx="2526">
                  <c:v>0.1495648687780346</c:v>
                </c:pt>
                <c:pt idx="2527">
                  <c:v>0.1495648687780346</c:v>
                </c:pt>
                <c:pt idx="2528">
                  <c:v>0.1495648687780346</c:v>
                </c:pt>
                <c:pt idx="2529">
                  <c:v>0.1495648687780346</c:v>
                </c:pt>
                <c:pt idx="2530">
                  <c:v>0.1495648687780346</c:v>
                </c:pt>
                <c:pt idx="2531">
                  <c:v>0.1495648687780346</c:v>
                </c:pt>
                <c:pt idx="2532">
                  <c:v>0.1495648687780346</c:v>
                </c:pt>
                <c:pt idx="2533">
                  <c:v>0.1495648687780346</c:v>
                </c:pt>
                <c:pt idx="2534">
                  <c:v>0.1495648687780346</c:v>
                </c:pt>
                <c:pt idx="2535">
                  <c:v>0.1495648687780346</c:v>
                </c:pt>
                <c:pt idx="2536">
                  <c:v>0.1495648687780346</c:v>
                </c:pt>
                <c:pt idx="2537">
                  <c:v>0.1495648687780346</c:v>
                </c:pt>
                <c:pt idx="2538">
                  <c:v>0.1495648687780346</c:v>
                </c:pt>
                <c:pt idx="2539">
                  <c:v>0.1495648687780346</c:v>
                </c:pt>
                <c:pt idx="2540">
                  <c:v>0.1495648687780346</c:v>
                </c:pt>
                <c:pt idx="2541">
                  <c:v>0.1495648687780346</c:v>
                </c:pt>
                <c:pt idx="2542">
                  <c:v>0.1495648687780346</c:v>
                </c:pt>
                <c:pt idx="2543">
                  <c:v>0.1495648687780346</c:v>
                </c:pt>
                <c:pt idx="2544">
                  <c:v>0.1495648687780346</c:v>
                </c:pt>
                <c:pt idx="2545">
                  <c:v>0.1495648687780346</c:v>
                </c:pt>
                <c:pt idx="2546">
                  <c:v>0.1495648687780346</c:v>
                </c:pt>
                <c:pt idx="2547">
                  <c:v>0.1495648687780346</c:v>
                </c:pt>
                <c:pt idx="2548">
                  <c:v>0.1495648687780346</c:v>
                </c:pt>
                <c:pt idx="2549">
                  <c:v>0.1495648687780346</c:v>
                </c:pt>
                <c:pt idx="2550">
                  <c:v>0.1495648687780346</c:v>
                </c:pt>
                <c:pt idx="2551">
                  <c:v>0.1495648687780346</c:v>
                </c:pt>
                <c:pt idx="2552">
                  <c:v>0.1495648687780346</c:v>
                </c:pt>
                <c:pt idx="2553">
                  <c:v>0.1495648687780346</c:v>
                </c:pt>
                <c:pt idx="2554">
                  <c:v>0.1495648687780346</c:v>
                </c:pt>
                <c:pt idx="2555">
                  <c:v>0.1495648687780346</c:v>
                </c:pt>
                <c:pt idx="2556">
                  <c:v>0.1495648687780346</c:v>
                </c:pt>
                <c:pt idx="2557">
                  <c:v>0.1495648687780346</c:v>
                </c:pt>
                <c:pt idx="2558">
                  <c:v>0.1495648687780346</c:v>
                </c:pt>
                <c:pt idx="2559">
                  <c:v>0.1495648687780346</c:v>
                </c:pt>
                <c:pt idx="2560">
                  <c:v>0.1495648687780346</c:v>
                </c:pt>
                <c:pt idx="2561">
                  <c:v>0.1495648687780346</c:v>
                </c:pt>
                <c:pt idx="2562">
                  <c:v>0.1495648687780346</c:v>
                </c:pt>
                <c:pt idx="2563">
                  <c:v>0.1495648687780346</c:v>
                </c:pt>
                <c:pt idx="2564">
                  <c:v>0.1495648687780346</c:v>
                </c:pt>
                <c:pt idx="2565">
                  <c:v>0.1495648687780346</c:v>
                </c:pt>
                <c:pt idx="2566">
                  <c:v>0.1495648687780346</c:v>
                </c:pt>
                <c:pt idx="2567">
                  <c:v>0.1495648687780346</c:v>
                </c:pt>
                <c:pt idx="2568">
                  <c:v>0.1495648687780346</c:v>
                </c:pt>
                <c:pt idx="2569">
                  <c:v>0.1495648687780346</c:v>
                </c:pt>
                <c:pt idx="2570">
                  <c:v>0.1495648687780346</c:v>
                </c:pt>
                <c:pt idx="2571">
                  <c:v>0.1495648687780346</c:v>
                </c:pt>
                <c:pt idx="2572">
                  <c:v>0.1495648687780346</c:v>
                </c:pt>
                <c:pt idx="2573">
                  <c:v>0.1495648687780346</c:v>
                </c:pt>
                <c:pt idx="2574">
                  <c:v>0.1495648687780346</c:v>
                </c:pt>
                <c:pt idx="2575">
                  <c:v>0.1495648687780346</c:v>
                </c:pt>
                <c:pt idx="2576">
                  <c:v>0.1495648687780346</c:v>
                </c:pt>
                <c:pt idx="2577">
                  <c:v>0.1495648687780346</c:v>
                </c:pt>
                <c:pt idx="2578">
                  <c:v>0.1495648687780346</c:v>
                </c:pt>
                <c:pt idx="2579">
                  <c:v>0.1495648687780346</c:v>
                </c:pt>
                <c:pt idx="2580">
                  <c:v>0.1495648687780346</c:v>
                </c:pt>
                <c:pt idx="2581">
                  <c:v>0.1495648687780346</c:v>
                </c:pt>
                <c:pt idx="2582">
                  <c:v>0.1495648687780346</c:v>
                </c:pt>
                <c:pt idx="2583">
                  <c:v>0.1495648687780346</c:v>
                </c:pt>
                <c:pt idx="2584">
                  <c:v>0.1495648687780346</c:v>
                </c:pt>
                <c:pt idx="2585">
                  <c:v>0.1495648687780346</c:v>
                </c:pt>
                <c:pt idx="2586">
                  <c:v>0.1495648687780346</c:v>
                </c:pt>
                <c:pt idx="2587">
                  <c:v>0.1495648687780346</c:v>
                </c:pt>
                <c:pt idx="2588">
                  <c:v>0.1495648687780346</c:v>
                </c:pt>
                <c:pt idx="2589">
                  <c:v>0.1495648687780346</c:v>
                </c:pt>
                <c:pt idx="2590">
                  <c:v>0.1495648687780346</c:v>
                </c:pt>
                <c:pt idx="2591">
                  <c:v>0.1495648687780346</c:v>
                </c:pt>
                <c:pt idx="2592">
                  <c:v>0.1495648687780346</c:v>
                </c:pt>
                <c:pt idx="2593">
                  <c:v>0.1495648687780346</c:v>
                </c:pt>
                <c:pt idx="2594">
                  <c:v>0.1495648687780346</c:v>
                </c:pt>
                <c:pt idx="2595">
                  <c:v>0.1495648687780346</c:v>
                </c:pt>
                <c:pt idx="2596">
                  <c:v>0.1495648687780346</c:v>
                </c:pt>
                <c:pt idx="2597">
                  <c:v>0.1495648687780346</c:v>
                </c:pt>
                <c:pt idx="2598">
                  <c:v>0.1495648687780346</c:v>
                </c:pt>
                <c:pt idx="2599">
                  <c:v>0.1495648687780346</c:v>
                </c:pt>
                <c:pt idx="2600">
                  <c:v>0.1495648687780346</c:v>
                </c:pt>
                <c:pt idx="2601">
                  <c:v>0.1495648687780346</c:v>
                </c:pt>
                <c:pt idx="2602">
                  <c:v>0.1495648687780346</c:v>
                </c:pt>
                <c:pt idx="2603">
                  <c:v>0.1495648687780346</c:v>
                </c:pt>
                <c:pt idx="2604">
                  <c:v>0.1495648687780346</c:v>
                </c:pt>
                <c:pt idx="2605">
                  <c:v>0.1495648687780346</c:v>
                </c:pt>
                <c:pt idx="2606">
                  <c:v>0.1495648687780346</c:v>
                </c:pt>
                <c:pt idx="2607">
                  <c:v>0.1495648687780346</c:v>
                </c:pt>
                <c:pt idx="2608">
                  <c:v>0.1495648687780346</c:v>
                </c:pt>
                <c:pt idx="2609">
                  <c:v>0.1495648687780346</c:v>
                </c:pt>
                <c:pt idx="2610">
                  <c:v>0.1495648687780346</c:v>
                </c:pt>
                <c:pt idx="2611">
                  <c:v>0.1495648687780346</c:v>
                </c:pt>
                <c:pt idx="2612">
                  <c:v>0.1495648687780346</c:v>
                </c:pt>
                <c:pt idx="2613">
                  <c:v>0.1495648687780346</c:v>
                </c:pt>
                <c:pt idx="2614">
                  <c:v>0.1495648687780346</c:v>
                </c:pt>
                <c:pt idx="2615">
                  <c:v>0.1495648687780346</c:v>
                </c:pt>
                <c:pt idx="2616">
                  <c:v>0.1495648687780346</c:v>
                </c:pt>
                <c:pt idx="2617">
                  <c:v>0.1495648687780346</c:v>
                </c:pt>
                <c:pt idx="2618">
                  <c:v>0.1495648687780346</c:v>
                </c:pt>
                <c:pt idx="2619">
                  <c:v>0.1495648687780346</c:v>
                </c:pt>
                <c:pt idx="2620">
                  <c:v>0.1495648687780346</c:v>
                </c:pt>
                <c:pt idx="2621">
                  <c:v>0.1495648687780346</c:v>
                </c:pt>
                <c:pt idx="2622">
                  <c:v>0.1495648687780346</c:v>
                </c:pt>
                <c:pt idx="2623">
                  <c:v>0.1495648687780346</c:v>
                </c:pt>
                <c:pt idx="2624">
                  <c:v>0.1495648687780346</c:v>
                </c:pt>
                <c:pt idx="2625">
                  <c:v>0.1495648687780346</c:v>
                </c:pt>
                <c:pt idx="2626">
                  <c:v>0.1495648687780346</c:v>
                </c:pt>
                <c:pt idx="2627">
                  <c:v>0.1495648687780346</c:v>
                </c:pt>
                <c:pt idx="2628">
                  <c:v>0.1495648687780346</c:v>
                </c:pt>
                <c:pt idx="2629">
                  <c:v>0.1495648687780346</c:v>
                </c:pt>
                <c:pt idx="2630">
                  <c:v>0.1495648687780346</c:v>
                </c:pt>
                <c:pt idx="2631">
                  <c:v>0.1495648687780346</c:v>
                </c:pt>
                <c:pt idx="2632">
                  <c:v>0.1495648687780346</c:v>
                </c:pt>
                <c:pt idx="2633">
                  <c:v>0.1495648687780346</c:v>
                </c:pt>
                <c:pt idx="2634">
                  <c:v>0.1495648687780346</c:v>
                </c:pt>
                <c:pt idx="2635">
                  <c:v>0.1495648687780346</c:v>
                </c:pt>
                <c:pt idx="2636">
                  <c:v>0.1495648687780346</c:v>
                </c:pt>
                <c:pt idx="2637">
                  <c:v>0.1495648687780346</c:v>
                </c:pt>
                <c:pt idx="2638">
                  <c:v>0.1495648687780346</c:v>
                </c:pt>
                <c:pt idx="2639">
                  <c:v>0.1495648687780346</c:v>
                </c:pt>
                <c:pt idx="2640">
                  <c:v>0.1495648687780346</c:v>
                </c:pt>
                <c:pt idx="2641">
                  <c:v>0.1495648687780346</c:v>
                </c:pt>
                <c:pt idx="2642">
                  <c:v>0.1495648687780346</c:v>
                </c:pt>
                <c:pt idx="2643">
                  <c:v>0.1495648687780346</c:v>
                </c:pt>
                <c:pt idx="2644">
                  <c:v>0.1495648687780346</c:v>
                </c:pt>
                <c:pt idx="2645">
                  <c:v>0.1495648687780346</c:v>
                </c:pt>
                <c:pt idx="2646">
                  <c:v>0.1495648687780346</c:v>
                </c:pt>
                <c:pt idx="2647">
                  <c:v>0.1495648687780346</c:v>
                </c:pt>
                <c:pt idx="2648">
                  <c:v>0.1495648687780346</c:v>
                </c:pt>
                <c:pt idx="2649">
                  <c:v>0.1495648687780346</c:v>
                </c:pt>
                <c:pt idx="2650">
                  <c:v>0.1495648687780346</c:v>
                </c:pt>
                <c:pt idx="2651">
                  <c:v>0.1495648687780346</c:v>
                </c:pt>
                <c:pt idx="2652">
                  <c:v>0.1495648687780346</c:v>
                </c:pt>
                <c:pt idx="2653">
                  <c:v>0.1495648687780346</c:v>
                </c:pt>
                <c:pt idx="2654">
                  <c:v>0.1495648687780346</c:v>
                </c:pt>
                <c:pt idx="2655">
                  <c:v>0.1495648687780346</c:v>
                </c:pt>
                <c:pt idx="2656">
                  <c:v>0.1495648687780346</c:v>
                </c:pt>
                <c:pt idx="2657">
                  <c:v>0.1495648687780346</c:v>
                </c:pt>
                <c:pt idx="2658">
                  <c:v>0.1495648687780346</c:v>
                </c:pt>
                <c:pt idx="2659">
                  <c:v>0.1495648687780346</c:v>
                </c:pt>
                <c:pt idx="2660">
                  <c:v>0.1495648687780346</c:v>
                </c:pt>
                <c:pt idx="2661">
                  <c:v>0.1495648687780346</c:v>
                </c:pt>
                <c:pt idx="2662">
                  <c:v>0.1495648687780346</c:v>
                </c:pt>
                <c:pt idx="2663">
                  <c:v>0.1495648687780346</c:v>
                </c:pt>
                <c:pt idx="2664">
                  <c:v>0.1495648687780346</c:v>
                </c:pt>
                <c:pt idx="2665">
                  <c:v>0.1495648687780346</c:v>
                </c:pt>
                <c:pt idx="2666">
                  <c:v>0.1495648687780346</c:v>
                </c:pt>
                <c:pt idx="2667">
                  <c:v>0.1495648687780346</c:v>
                </c:pt>
                <c:pt idx="2668">
                  <c:v>0.1495648687780346</c:v>
                </c:pt>
                <c:pt idx="2669">
                  <c:v>0.1495648687780346</c:v>
                </c:pt>
                <c:pt idx="2670">
                  <c:v>0.1495648687780346</c:v>
                </c:pt>
                <c:pt idx="2671">
                  <c:v>0.1495648687780346</c:v>
                </c:pt>
                <c:pt idx="2672">
                  <c:v>0.1495648687780346</c:v>
                </c:pt>
                <c:pt idx="2673">
                  <c:v>0.1495648687780346</c:v>
                </c:pt>
                <c:pt idx="2674">
                  <c:v>0.1495648687780346</c:v>
                </c:pt>
                <c:pt idx="2675">
                  <c:v>0.1495648687780346</c:v>
                </c:pt>
                <c:pt idx="2676">
                  <c:v>0.1495648687780346</c:v>
                </c:pt>
                <c:pt idx="2677">
                  <c:v>0.1495648687780346</c:v>
                </c:pt>
                <c:pt idx="2678">
                  <c:v>0.1495648687780346</c:v>
                </c:pt>
                <c:pt idx="2679">
                  <c:v>0.1495648687780346</c:v>
                </c:pt>
                <c:pt idx="2680">
                  <c:v>0.1495648687780346</c:v>
                </c:pt>
                <c:pt idx="2681">
                  <c:v>0.1495648687780346</c:v>
                </c:pt>
                <c:pt idx="2682">
                  <c:v>0.1495648687780346</c:v>
                </c:pt>
                <c:pt idx="2683">
                  <c:v>0.1495648687780346</c:v>
                </c:pt>
                <c:pt idx="2684">
                  <c:v>0.1495648687780346</c:v>
                </c:pt>
                <c:pt idx="2685">
                  <c:v>0.1495648687780346</c:v>
                </c:pt>
                <c:pt idx="2686">
                  <c:v>0.1495648687780346</c:v>
                </c:pt>
                <c:pt idx="2687">
                  <c:v>0.1495648687780346</c:v>
                </c:pt>
                <c:pt idx="2688">
                  <c:v>0.1495648687780346</c:v>
                </c:pt>
                <c:pt idx="2689">
                  <c:v>0.1495648687780346</c:v>
                </c:pt>
                <c:pt idx="2690">
                  <c:v>0.1495648687780346</c:v>
                </c:pt>
                <c:pt idx="2691">
                  <c:v>0.1495648687780346</c:v>
                </c:pt>
                <c:pt idx="2692">
                  <c:v>0.1495648687780346</c:v>
                </c:pt>
                <c:pt idx="2693">
                  <c:v>0.1495648687780346</c:v>
                </c:pt>
                <c:pt idx="2694">
                  <c:v>0.1495648687780346</c:v>
                </c:pt>
                <c:pt idx="2695">
                  <c:v>0.1495648687780346</c:v>
                </c:pt>
                <c:pt idx="2696">
                  <c:v>0.1495648687780346</c:v>
                </c:pt>
                <c:pt idx="2697">
                  <c:v>0.1495648687780346</c:v>
                </c:pt>
                <c:pt idx="2698">
                  <c:v>0.1495648687780346</c:v>
                </c:pt>
                <c:pt idx="2699">
                  <c:v>0.1495648687780346</c:v>
                </c:pt>
                <c:pt idx="2700">
                  <c:v>0.1495648687780346</c:v>
                </c:pt>
                <c:pt idx="2701">
                  <c:v>0.1495648687780346</c:v>
                </c:pt>
                <c:pt idx="2702">
                  <c:v>0.1495648687780346</c:v>
                </c:pt>
                <c:pt idx="2703">
                  <c:v>0.1495648687780346</c:v>
                </c:pt>
                <c:pt idx="2704">
                  <c:v>0.1495648687780346</c:v>
                </c:pt>
                <c:pt idx="2705">
                  <c:v>0.1495648687780346</c:v>
                </c:pt>
                <c:pt idx="2706">
                  <c:v>0.1495648687780346</c:v>
                </c:pt>
                <c:pt idx="2707">
                  <c:v>0.1495648687780346</c:v>
                </c:pt>
                <c:pt idx="2708">
                  <c:v>0.1495648687780346</c:v>
                </c:pt>
                <c:pt idx="2709">
                  <c:v>0.1495648687780346</c:v>
                </c:pt>
                <c:pt idx="2710">
                  <c:v>0.1495648687780346</c:v>
                </c:pt>
                <c:pt idx="2711">
                  <c:v>0.1495648687780346</c:v>
                </c:pt>
                <c:pt idx="2712">
                  <c:v>0.1495648687780346</c:v>
                </c:pt>
                <c:pt idx="2713">
                  <c:v>0.1495648687780346</c:v>
                </c:pt>
                <c:pt idx="2714">
                  <c:v>0.1495648687780346</c:v>
                </c:pt>
                <c:pt idx="2715">
                  <c:v>0.1495648687780346</c:v>
                </c:pt>
                <c:pt idx="2716">
                  <c:v>0.1495648687780346</c:v>
                </c:pt>
                <c:pt idx="2717">
                  <c:v>0.1495648687780346</c:v>
                </c:pt>
                <c:pt idx="2718">
                  <c:v>0.1495648687780346</c:v>
                </c:pt>
                <c:pt idx="2719">
                  <c:v>0.1495648687780346</c:v>
                </c:pt>
                <c:pt idx="2720">
                  <c:v>0.1495648687780346</c:v>
                </c:pt>
                <c:pt idx="2721">
                  <c:v>0.1495648687780346</c:v>
                </c:pt>
                <c:pt idx="2722">
                  <c:v>0.1495648687780346</c:v>
                </c:pt>
                <c:pt idx="2723">
                  <c:v>0.1495648687780346</c:v>
                </c:pt>
                <c:pt idx="2724">
                  <c:v>0.1495648687780346</c:v>
                </c:pt>
                <c:pt idx="2725">
                  <c:v>0.1495648687780346</c:v>
                </c:pt>
                <c:pt idx="2726">
                  <c:v>0.1495648687780346</c:v>
                </c:pt>
                <c:pt idx="2727">
                  <c:v>0.1495648687780346</c:v>
                </c:pt>
                <c:pt idx="2728">
                  <c:v>0.1495648687780346</c:v>
                </c:pt>
                <c:pt idx="2729">
                  <c:v>0.1495648687780346</c:v>
                </c:pt>
                <c:pt idx="2730">
                  <c:v>0.1495648687780346</c:v>
                </c:pt>
                <c:pt idx="2731">
                  <c:v>0.1495648687780346</c:v>
                </c:pt>
                <c:pt idx="2732">
                  <c:v>0.1495648687780346</c:v>
                </c:pt>
                <c:pt idx="2733">
                  <c:v>0.1495648687780346</c:v>
                </c:pt>
                <c:pt idx="2734">
                  <c:v>0.1495648687780346</c:v>
                </c:pt>
                <c:pt idx="2735">
                  <c:v>0.1495648687780346</c:v>
                </c:pt>
                <c:pt idx="2736">
                  <c:v>0.1495648687780346</c:v>
                </c:pt>
                <c:pt idx="2737">
                  <c:v>0.1495648687780346</c:v>
                </c:pt>
                <c:pt idx="2738">
                  <c:v>0.1495648687780346</c:v>
                </c:pt>
                <c:pt idx="2739">
                  <c:v>0.1495648687780346</c:v>
                </c:pt>
                <c:pt idx="2740">
                  <c:v>0.1495648687780346</c:v>
                </c:pt>
                <c:pt idx="2741">
                  <c:v>0.1495648687780346</c:v>
                </c:pt>
                <c:pt idx="2742">
                  <c:v>0.1495648687780346</c:v>
                </c:pt>
                <c:pt idx="2743">
                  <c:v>0.1495648687780346</c:v>
                </c:pt>
                <c:pt idx="2744">
                  <c:v>0.1495648687780346</c:v>
                </c:pt>
                <c:pt idx="2745">
                  <c:v>0.1495648687780346</c:v>
                </c:pt>
                <c:pt idx="2746">
                  <c:v>0.1495648687780346</c:v>
                </c:pt>
                <c:pt idx="2747">
                  <c:v>0.1495648687780346</c:v>
                </c:pt>
                <c:pt idx="2748">
                  <c:v>0.1495648687780346</c:v>
                </c:pt>
                <c:pt idx="2749">
                  <c:v>0.1495648687780346</c:v>
                </c:pt>
                <c:pt idx="2750">
                  <c:v>0.1495648687780346</c:v>
                </c:pt>
                <c:pt idx="2751">
                  <c:v>0.1495648687780346</c:v>
                </c:pt>
                <c:pt idx="2752">
                  <c:v>0.1495648687780346</c:v>
                </c:pt>
                <c:pt idx="2753">
                  <c:v>0.1495648687780346</c:v>
                </c:pt>
                <c:pt idx="2754">
                  <c:v>0.1495648687780346</c:v>
                </c:pt>
                <c:pt idx="2755">
                  <c:v>0.1495648687780346</c:v>
                </c:pt>
                <c:pt idx="2756">
                  <c:v>0.1495648687780346</c:v>
                </c:pt>
                <c:pt idx="2757">
                  <c:v>0.1495648687780346</c:v>
                </c:pt>
                <c:pt idx="2758">
                  <c:v>0.1495648687780346</c:v>
                </c:pt>
                <c:pt idx="2759">
                  <c:v>0.1495648687780346</c:v>
                </c:pt>
                <c:pt idx="2760">
                  <c:v>0.1495648687780346</c:v>
                </c:pt>
                <c:pt idx="2761">
                  <c:v>0.1495648687780346</c:v>
                </c:pt>
                <c:pt idx="2762">
                  <c:v>0.1495648687780346</c:v>
                </c:pt>
                <c:pt idx="2763">
                  <c:v>0.1495648687780346</c:v>
                </c:pt>
                <c:pt idx="2764">
                  <c:v>0.1495648687780346</c:v>
                </c:pt>
                <c:pt idx="2765">
                  <c:v>0.1495648687780346</c:v>
                </c:pt>
                <c:pt idx="2766">
                  <c:v>0.1495648687780346</c:v>
                </c:pt>
                <c:pt idx="2767">
                  <c:v>0.1495648687780346</c:v>
                </c:pt>
                <c:pt idx="2768">
                  <c:v>0.1495648687780346</c:v>
                </c:pt>
                <c:pt idx="2769">
                  <c:v>0.1495648687780346</c:v>
                </c:pt>
                <c:pt idx="2770">
                  <c:v>0.1495648687780346</c:v>
                </c:pt>
                <c:pt idx="2771">
                  <c:v>0.1495648687780346</c:v>
                </c:pt>
                <c:pt idx="2772">
                  <c:v>0.1495648687780346</c:v>
                </c:pt>
                <c:pt idx="2773">
                  <c:v>0.1495648687780346</c:v>
                </c:pt>
                <c:pt idx="2774">
                  <c:v>0.1495648687780346</c:v>
                </c:pt>
                <c:pt idx="2775">
                  <c:v>0.1495648687780346</c:v>
                </c:pt>
                <c:pt idx="2776">
                  <c:v>0.1495648687780346</c:v>
                </c:pt>
                <c:pt idx="2777">
                  <c:v>0.1495648687780346</c:v>
                </c:pt>
                <c:pt idx="2778">
                  <c:v>0.1495648687780346</c:v>
                </c:pt>
                <c:pt idx="2779">
                  <c:v>0.1495648687780346</c:v>
                </c:pt>
                <c:pt idx="2780">
                  <c:v>0.1495648687780346</c:v>
                </c:pt>
                <c:pt idx="2781">
                  <c:v>0.1495648687780346</c:v>
                </c:pt>
                <c:pt idx="2782">
                  <c:v>0.1495648687780346</c:v>
                </c:pt>
                <c:pt idx="2783">
                  <c:v>0.1495648687780346</c:v>
                </c:pt>
                <c:pt idx="2784">
                  <c:v>0.1495648687780346</c:v>
                </c:pt>
                <c:pt idx="2785">
                  <c:v>0.1495648687780346</c:v>
                </c:pt>
                <c:pt idx="2786">
                  <c:v>0.1495648687780346</c:v>
                </c:pt>
                <c:pt idx="2787">
                  <c:v>0.1495648687780346</c:v>
                </c:pt>
                <c:pt idx="2788">
                  <c:v>0.1495648687780346</c:v>
                </c:pt>
                <c:pt idx="2789">
                  <c:v>0.1495648687780346</c:v>
                </c:pt>
                <c:pt idx="2790">
                  <c:v>0.1495648687780346</c:v>
                </c:pt>
                <c:pt idx="2791">
                  <c:v>0.1495648687780346</c:v>
                </c:pt>
                <c:pt idx="2792">
                  <c:v>0.1495648687780346</c:v>
                </c:pt>
                <c:pt idx="2793">
                  <c:v>0.1495648687780346</c:v>
                </c:pt>
                <c:pt idx="2794">
                  <c:v>0.1495648687780346</c:v>
                </c:pt>
                <c:pt idx="2795">
                  <c:v>0.1495648687780346</c:v>
                </c:pt>
                <c:pt idx="2796">
                  <c:v>0.1495648687780346</c:v>
                </c:pt>
                <c:pt idx="2797">
                  <c:v>0.1495648687780346</c:v>
                </c:pt>
                <c:pt idx="2798">
                  <c:v>0.1495648687780346</c:v>
                </c:pt>
                <c:pt idx="2799">
                  <c:v>0.1495648687780346</c:v>
                </c:pt>
                <c:pt idx="2800">
                  <c:v>0.1495648687780346</c:v>
                </c:pt>
                <c:pt idx="2801">
                  <c:v>0.1495648687780346</c:v>
                </c:pt>
                <c:pt idx="2802">
                  <c:v>0.1495648687780346</c:v>
                </c:pt>
                <c:pt idx="2803">
                  <c:v>0.1495648687780346</c:v>
                </c:pt>
                <c:pt idx="2804">
                  <c:v>0.1495648687780346</c:v>
                </c:pt>
                <c:pt idx="2805">
                  <c:v>0.1495648687780346</c:v>
                </c:pt>
                <c:pt idx="2806">
                  <c:v>0.1495648687780346</c:v>
                </c:pt>
                <c:pt idx="2807">
                  <c:v>0.1495648687780346</c:v>
                </c:pt>
                <c:pt idx="2808">
                  <c:v>0.1495648687780346</c:v>
                </c:pt>
                <c:pt idx="2809">
                  <c:v>0.1495648687780346</c:v>
                </c:pt>
                <c:pt idx="2810">
                  <c:v>0.1495648687780346</c:v>
                </c:pt>
                <c:pt idx="2811">
                  <c:v>0.1495648687780346</c:v>
                </c:pt>
                <c:pt idx="2812">
                  <c:v>0.1495648687780346</c:v>
                </c:pt>
                <c:pt idx="2813">
                  <c:v>0.1495648687780346</c:v>
                </c:pt>
                <c:pt idx="2814">
                  <c:v>0.1495648687780346</c:v>
                </c:pt>
                <c:pt idx="2815">
                  <c:v>0.1495648687780346</c:v>
                </c:pt>
                <c:pt idx="2816">
                  <c:v>0.1495648687780346</c:v>
                </c:pt>
                <c:pt idx="2817">
                  <c:v>0.1495648687780346</c:v>
                </c:pt>
                <c:pt idx="2818">
                  <c:v>0.1495648687780346</c:v>
                </c:pt>
                <c:pt idx="2819">
                  <c:v>0.1495648687780346</c:v>
                </c:pt>
                <c:pt idx="2820">
                  <c:v>0.1495648687780346</c:v>
                </c:pt>
                <c:pt idx="2821">
                  <c:v>0.1495648687780346</c:v>
                </c:pt>
                <c:pt idx="2822">
                  <c:v>0.1495648687780346</c:v>
                </c:pt>
                <c:pt idx="2823">
                  <c:v>0.1495648687780346</c:v>
                </c:pt>
                <c:pt idx="2824">
                  <c:v>0.1495648687780346</c:v>
                </c:pt>
                <c:pt idx="2825">
                  <c:v>0.1495648687780346</c:v>
                </c:pt>
                <c:pt idx="2826">
                  <c:v>0.1495648687780346</c:v>
                </c:pt>
                <c:pt idx="2827">
                  <c:v>0.1495648687780346</c:v>
                </c:pt>
                <c:pt idx="2828">
                  <c:v>0.1495648687780346</c:v>
                </c:pt>
                <c:pt idx="2829">
                  <c:v>0.1495648687780346</c:v>
                </c:pt>
                <c:pt idx="2830">
                  <c:v>0.1495648687780346</c:v>
                </c:pt>
                <c:pt idx="2831">
                  <c:v>0.1495648687780346</c:v>
                </c:pt>
                <c:pt idx="2832">
                  <c:v>0.1495648687780346</c:v>
                </c:pt>
                <c:pt idx="2833">
                  <c:v>0.1495648687780346</c:v>
                </c:pt>
                <c:pt idx="2834">
                  <c:v>0.1495648687780346</c:v>
                </c:pt>
                <c:pt idx="2835">
                  <c:v>0.1495648687780346</c:v>
                </c:pt>
                <c:pt idx="2836">
                  <c:v>0.1495648687780346</c:v>
                </c:pt>
                <c:pt idx="2837">
                  <c:v>0.1495648687780346</c:v>
                </c:pt>
                <c:pt idx="2838">
                  <c:v>0.1495648687780346</c:v>
                </c:pt>
                <c:pt idx="2839">
                  <c:v>0.1495648687780346</c:v>
                </c:pt>
                <c:pt idx="2840">
                  <c:v>0.1495648687780346</c:v>
                </c:pt>
                <c:pt idx="2841">
                  <c:v>0.1495648687780346</c:v>
                </c:pt>
                <c:pt idx="2842">
                  <c:v>0.1495648687780346</c:v>
                </c:pt>
                <c:pt idx="2843">
                  <c:v>0.1495648687780346</c:v>
                </c:pt>
                <c:pt idx="2844">
                  <c:v>0.1495648687780346</c:v>
                </c:pt>
                <c:pt idx="2845">
                  <c:v>0.1495648687780346</c:v>
                </c:pt>
                <c:pt idx="2846">
                  <c:v>0.1495648687780346</c:v>
                </c:pt>
                <c:pt idx="2847">
                  <c:v>0.1495648687780346</c:v>
                </c:pt>
                <c:pt idx="2848">
                  <c:v>0.1495648687780346</c:v>
                </c:pt>
                <c:pt idx="2849">
                  <c:v>0.1495648687780346</c:v>
                </c:pt>
                <c:pt idx="2850">
                  <c:v>0.1495648687780346</c:v>
                </c:pt>
                <c:pt idx="2851">
                  <c:v>0.1495648687780346</c:v>
                </c:pt>
                <c:pt idx="2852">
                  <c:v>0.1495648687780346</c:v>
                </c:pt>
                <c:pt idx="2853">
                  <c:v>0.1495648687780346</c:v>
                </c:pt>
                <c:pt idx="2854">
                  <c:v>0.1495648687780346</c:v>
                </c:pt>
                <c:pt idx="2855">
                  <c:v>0.1495648687780346</c:v>
                </c:pt>
                <c:pt idx="2856">
                  <c:v>0.1495648687780346</c:v>
                </c:pt>
                <c:pt idx="2857">
                  <c:v>0.1495648687780346</c:v>
                </c:pt>
                <c:pt idx="2858">
                  <c:v>0.1495648687780346</c:v>
                </c:pt>
                <c:pt idx="2859">
                  <c:v>0.1495648687780346</c:v>
                </c:pt>
                <c:pt idx="2860">
                  <c:v>0.1495648687780346</c:v>
                </c:pt>
                <c:pt idx="2861">
                  <c:v>0.1495648687780346</c:v>
                </c:pt>
                <c:pt idx="2862">
                  <c:v>0.1495648687780346</c:v>
                </c:pt>
                <c:pt idx="2863">
                  <c:v>0.1495648687780346</c:v>
                </c:pt>
                <c:pt idx="2864">
                  <c:v>0.1495648687780346</c:v>
                </c:pt>
                <c:pt idx="2865">
                  <c:v>0.1495648687780346</c:v>
                </c:pt>
                <c:pt idx="2866">
                  <c:v>0.1495648687780346</c:v>
                </c:pt>
                <c:pt idx="2867">
                  <c:v>0.1495648687780346</c:v>
                </c:pt>
                <c:pt idx="2868">
                  <c:v>0.1495648687780346</c:v>
                </c:pt>
                <c:pt idx="2869">
                  <c:v>0.1495648687780346</c:v>
                </c:pt>
                <c:pt idx="2870">
                  <c:v>0.1495648687780346</c:v>
                </c:pt>
                <c:pt idx="2871">
                  <c:v>0.1495648687780346</c:v>
                </c:pt>
                <c:pt idx="2872">
                  <c:v>0.1495648687780346</c:v>
                </c:pt>
                <c:pt idx="2873">
                  <c:v>0.1495648687780346</c:v>
                </c:pt>
                <c:pt idx="2874">
                  <c:v>0.1495648687780346</c:v>
                </c:pt>
                <c:pt idx="2875">
                  <c:v>0.1495648687780346</c:v>
                </c:pt>
                <c:pt idx="2876">
                  <c:v>0.1495648687780346</c:v>
                </c:pt>
                <c:pt idx="2877">
                  <c:v>0.1495648687780346</c:v>
                </c:pt>
                <c:pt idx="2878">
                  <c:v>0.1495648687780346</c:v>
                </c:pt>
                <c:pt idx="2879">
                  <c:v>0.1495648687780346</c:v>
                </c:pt>
                <c:pt idx="2880">
                  <c:v>0.1495648687780346</c:v>
                </c:pt>
                <c:pt idx="2881">
                  <c:v>0.1495648687780346</c:v>
                </c:pt>
                <c:pt idx="2882">
                  <c:v>0.1495648687780346</c:v>
                </c:pt>
                <c:pt idx="2883">
                  <c:v>0.1495648687780346</c:v>
                </c:pt>
                <c:pt idx="2884">
                  <c:v>0.1495648687780346</c:v>
                </c:pt>
                <c:pt idx="2885">
                  <c:v>0.1495648687780346</c:v>
                </c:pt>
                <c:pt idx="2886">
                  <c:v>0.1495648687780346</c:v>
                </c:pt>
                <c:pt idx="2887">
                  <c:v>0.1495648687780346</c:v>
                </c:pt>
                <c:pt idx="2888">
                  <c:v>0.1495648687780346</c:v>
                </c:pt>
                <c:pt idx="2889">
                  <c:v>0.1495648687780346</c:v>
                </c:pt>
                <c:pt idx="2890">
                  <c:v>0.1495648687780346</c:v>
                </c:pt>
                <c:pt idx="2891">
                  <c:v>0.1495648687780346</c:v>
                </c:pt>
                <c:pt idx="2892">
                  <c:v>0.1495648687780346</c:v>
                </c:pt>
                <c:pt idx="2893">
                  <c:v>0.1495648687780346</c:v>
                </c:pt>
                <c:pt idx="2894">
                  <c:v>0.1495648687780346</c:v>
                </c:pt>
                <c:pt idx="2895">
                  <c:v>0.1495648687780346</c:v>
                </c:pt>
                <c:pt idx="2896">
                  <c:v>0.1495648687780346</c:v>
                </c:pt>
                <c:pt idx="2897">
                  <c:v>0.1495648687780346</c:v>
                </c:pt>
                <c:pt idx="2898">
                  <c:v>0.1495648687780346</c:v>
                </c:pt>
                <c:pt idx="2899">
                  <c:v>0.1495648687780346</c:v>
                </c:pt>
                <c:pt idx="2900">
                  <c:v>0.1495648687780346</c:v>
                </c:pt>
                <c:pt idx="2901">
                  <c:v>0.1495648687780346</c:v>
                </c:pt>
                <c:pt idx="2902">
                  <c:v>0.1495648687780346</c:v>
                </c:pt>
                <c:pt idx="2903">
                  <c:v>0.1495648687780346</c:v>
                </c:pt>
                <c:pt idx="2904">
                  <c:v>0.1495648687780346</c:v>
                </c:pt>
                <c:pt idx="2905">
                  <c:v>0.1495648687780346</c:v>
                </c:pt>
                <c:pt idx="2906">
                  <c:v>0.1495648687780346</c:v>
                </c:pt>
                <c:pt idx="2907">
                  <c:v>0.1495648687780346</c:v>
                </c:pt>
                <c:pt idx="2908">
                  <c:v>0.1495648687780346</c:v>
                </c:pt>
                <c:pt idx="2909">
                  <c:v>0.1495648687780346</c:v>
                </c:pt>
                <c:pt idx="2910">
                  <c:v>0.1495648687780346</c:v>
                </c:pt>
                <c:pt idx="2911">
                  <c:v>0.1495648687780346</c:v>
                </c:pt>
                <c:pt idx="2912">
                  <c:v>0.1495648687780346</c:v>
                </c:pt>
                <c:pt idx="2913">
                  <c:v>0.1495648687780346</c:v>
                </c:pt>
                <c:pt idx="2914">
                  <c:v>0.1495648687780346</c:v>
                </c:pt>
                <c:pt idx="2915">
                  <c:v>0.1495648687780346</c:v>
                </c:pt>
                <c:pt idx="2916">
                  <c:v>0.1495648687780346</c:v>
                </c:pt>
                <c:pt idx="2917">
                  <c:v>0.1495648687780346</c:v>
                </c:pt>
                <c:pt idx="2918">
                  <c:v>0.1495648687780346</c:v>
                </c:pt>
                <c:pt idx="2919">
                  <c:v>0.1495648687780346</c:v>
                </c:pt>
                <c:pt idx="2920">
                  <c:v>0.1495648687780346</c:v>
                </c:pt>
                <c:pt idx="2921">
                  <c:v>0.1495648687780346</c:v>
                </c:pt>
                <c:pt idx="2922">
                  <c:v>0.1495648687780346</c:v>
                </c:pt>
                <c:pt idx="2923">
                  <c:v>0.1495648687780346</c:v>
                </c:pt>
                <c:pt idx="2924">
                  <c:v>0.1495648687780346</c:v>
                </c:pt>
                <c:pt idx="2925">
                  <c:v>0.1495648687780346</c:v>
                </c:pt>
                <c:pt idx="2926">
                  <c:v>0.1495648687780346</c:v>
                </c:pt>
                <c:pt idx="2927">
                  <c:v>0.1495648687780346</c:v>
                </c:pt>
                <c:pt idx="2928">
                  <c:v>0.1495648687780346</c:v>
                </c:pt>
                <c:pt idx="2929">
                  <c:v>0.1495648687780346</c:v>
                </c:pt>
                <c:pt idx="2930">
                  <c:v>0.1495648687780346</c:v>
                </c:pt>
                <c:pt idx="2931">
                  <c:v>0.1495648687780346</c:v>
                </c:pt>
                <c:pt idx="2932">
                  <c:v>0.1495648687780346</c:v>
                </c:pt>
                <c:pt idx="2933">
                  <c:v>0.1495648687780346</c:v>
                </c:pt>
                <c:pt idx="2934">
                  <c:v>0.1495648687780346</c:v>
                </c:pt>
                <c:pt idx="2935">
                  <c:v>0.1495648687780346</c:v>
                </c:pt>
                <c:pt idx="2936">
                  <c:v>0.1495648687780346</c:v>
                </c:pt>
                <c:pt idx="2937">
                  <c:v>0.1495648687780346</c:v>
                </c:pt>
                <c:pt idx="2938">
                  <c:v>0.1495648687780346</c:v>
                </c:pt>
                <c:pt idx="2939">
                  <c:v>0.1495648687780346</c:v>
                </c:pt>
                <c:pt idx="2940">
                  <c:v>0.1495648687780346</c:v>
                </c:pt>
                <c:pt idx="2941">
                  <c:v>0.1495648687780346</c:v>
                </c:pt>
                <c:pt idx="2942">
                  <c:v>0.1495648687780346</c:v>
                </c:pt>
                <c:pt idx="2943">
                  <c:v>0.1495648687780346</c:v>
                </c:pt>
                <c:pt idx="2944">
                  <c:v>0.1495648687780346</c:v>
                </c:pt>
                <c:pt idx="2945">
                  <c:v>0.1495648687780346</c:v>
                </c:pt>
                <c:pt idx="2946">
                  <c:v>0.1495648687780346</c:v>
                </c:pt>
                <c:pt idx="2947">
                  <c:v>0.1495648687780346</c:v>
                </c:pt>
                <c:pt idx="2948">
                  <c:v>0.1495648687780346</c:v>
                </c:pt>
                <c:pt idx="2949">
                  <c:v>0.1495648687780346</c:v>
                </c:pt>
                <c:pt idx="2950">
                  <c:v>0.1495648687780346</c:v>
                </c:pt>
                <c:pt idx="2951">
                  <c:v>0.1495648687780346</c:v>
                </c:pt>
                <c:pt idx="2952">
                  <c:v>0.1495648687780346</c:v>
                </c:pt>
                <c:pt idx="2953">
                  <c:v>0.1495648687780346</c:v>
                </c:pt>
                <c:pt idx="2954">
                  <c:v>0.1495648687780346</c:v>
                </c:pt>
                <c:pt idx="2955">
                  <c:v>0.1495648687780346</c:v>
                </c:pt>
                <c:pt idx="2956">
                  <c:v>0.1495648687780346</c:v>
                </c:pt>
                <c:pt idx="2957">
                  <c:v>0.1495648687780346</c:v>
                </c:pt>
                <c:pt idx="2958">
                  <c:v>0.1495648687780346</c:v>
                </c:pt>
                <c:pt idx="2959">
                  <c:v>0.1495648687780346</c:v>
                </c:pt>
                <c:pt idx="2960">
                  <c:v>0.1495648687780346</c:v>
                </c:pt>
                <c:pt idx="2961">
                  <c:v>0.1495648687780346</c:v>
                </c:pt>
                <c:pt idx="2962">
                  <c:v>0.1495648687780346</c:v>
                </c:pt>
                <c:pt idx="2963">
                  <c:v>0.1495648687780346</c:v>
                </c:pt>
                <c:pt idx="2964">
                  <c:v>0.1495648687780346</c:v>
                </c:pt>
                <c:pt idx="2965">
                  <c:v>0.1495648687780346</c:v>
                </c:pt>
                <c:pt idx="2966">
                  <c:v>0.1495648687780346</c:v>
                </c:pt>
                <c:pt idx="2967">
                  <c:v>0.1495648687780346</c:v>
                </c:pt>
                <c:pt idx="2968">
                  <c:v>0.1495648687780346</c:v>
                </c:pt>
                <c:pt idx="2969">
                  <c:v>0.1495648687780346</c:v>
                </c:pt>
                <c:pt idx="2970">
                  <c:v>0.1495648687780346</c:v>
                </c:pt>
                <c:pt idx="2971">
                  <c:v>0.1495648687780346</c:v>
                </c:pt>
                <c:pt idx="2972">
                  <c:v>0.1495648687780346</c:v>
                </c:pt>
                <c:pt idx="2973">
                  <c:v>0.1495648687780346</c:v>
                </c:pt>
                <c:pt idx="2974">
                  <c:v>0.1495648687780346</c:v>
                </c:pt>
                <c:pt idx="2975">
                  <c:v>0.1495648687780346</c:v>
                </c:pt>
                <c:pt idx="2976">
                  <c:v>0.1495648687780346</c:v>
                </c:pt>
                <c:pt idx="2977">
                  <c:v>0.1495648687780346</c:v>
                </c:pt>
                <c:pt idx="2978">
                  <c:v>0.1495648687780346</c:v>
                </c:pt>
                <c:pt idx="2979">
                  <c:v>0.1495648687780346</c:v>
                </c:pt>
                <c:pt idx="2980">
                  <c:v>0.1495648687780346</c:v>
                </c:pt>
                <c:pt idx="2981">
                  <c:v>0.1495648687780346</c:v>
                </c:pt>
                <c:pt idx="2982">
                  <c:v>0.1495648687780346</c:v>
                </c:pt>
                <c:pt idx="2983">
                  <c:v>0.1495648687780346</c:v>
                </c:pt>
                <c:pt idx="2984">
                  <c:v>0.1495648687780346</c:v>
                </c:pt>
                <c:pt idx="2985">
                  <c:v>0.1495648687780346</c:v>
                </c:pt>
                <c:pt idx="2986">
                  <c:v>0.1495648687780346</c:v>
                </c:pt>
                <c:pt idx="2987">
                  <c:v>0.1495648687780346</c:v>
                </c:pt>
                <c:pt idx="2988">
                  <c:v>0.1495648687780346</c:v>
                </c:pt>
                <c:pt idx="2989">
                  <c:v>0.1495648687780346</c:v>
                </c:pt>
                <c:pt idx="2990">
                  <c:v>0.1495648687780346</c:v>
                </c:pt>
                <c:pt idx="2991">
                  <c:v>0.1495648687780346</c:v>
                </c:pt>
                <c:pt idx="2992">
                  <c:v>0.1495648687780346</c:v>
                </c:pt>
                <c:pt idx="2993">
                  <c:v>0.1495648687780346</c:v>
                </c:pt>
                <c:pt idx="2994">
                  <c:v>0.1495648687780346</c:v>
                </c:pt>
                <c:pt idx="2995">
                  <c:v>0.1495648687780346</c:v>
                </c:pt>
                <c:pt idx="2996">
                  <c:v>0.1495648687780346</c:v>
                </c:pt>
                <c:pt idx="2997">
                  <c:v>0.1495648687780346</c:v>
                </c:pt>
                <c:pt idx="2998">
                  <c:v>0.1495648687780346</c:v>
                </c:pt>
                <c:pt idx="2999">
                  <c:v>0.1495648687780346</c:v>
                </c:pt>
                <c:pt idx="3000">
                  <c:v>0.1495648687780346</c:v>
                </c:pt>
                <c:pt idx="3001">
                  <c:v>0.1495648687780346</c:v>
                </c:pt>
                <c:pt idx="3002">
                  <c:v>0.1495648687780346</c:v>
                </c:pt>
                <c:pt idx="3003">
                  <c:v>0.1495648687780346</c:v>
                </c:pt>
                <c:pt idx="3004">
                  <c:v>0.1495648687780346</c:v>
                </c:pt>
                <c:pt idx="3005">
                  <c:v>0.1495648687780346</c:v>
                </c:pt>
                <c:pt idx="3006">
                  <c:v>0.1495648687780346</c:v>
                </c:pt>
                <c:pt idx="3007">
                  <c:v>0.1495648687780346</c:v>
                </c:pt>
                <c:pt idx="3008">
                  <c:v>0.1495648687780346</c:v>
                </c:pt>
                <c:pt idx="3009">
                  <c:v>0.1495648687780346</c:v>
                </c:pt>
                <c:pt idx="3010">
                  <c:v>0.1495648687780346</c:v>
                </c:pt>
                <c:pt idx="3011">
                  <c:v>0.1495648687780346</c:v>
                </c:pt>
                <c:pt idx="3012">
                  <c:v>0.1495648687780346</c:v>
                </c:pt>
                <c:pt idx="3013">
                  <c:v>0.1495648687780346</c:v>
                </c:pt>
                <c:pt idx="3014">
                  <c:v>0.1495648687780346</c:v>
                </c:pt>
                <c:pt idx="3015">
                  <c:v>0.1495648687780346</c:v>
                </c:pt>
                <c:pt idx="3016">
                  <c:v>0.1495648687780346</c:v>
                </c:pt>
                <c:pt idx="3017">
                  <c:v>0.1495648687780346</c:v>
                </c:pt>
                <c:pt idx="3018">
                  <c:v>0.1495648687780346</c:v>
                </c:pt>
                <c:pt idx="3019">
                  <c:v>0.1495648687780346</c:v>
                </c:pt>
                <c:pt idx="3020">
                  <c:v>0.1495648687780346</c:v>
                </c:pt>
                <c:pt idx="3021">
                  <c:v>0.1495648687780346</c:v>
                </c:pt>
                <c:pt idx="3022">
                  <c:v>0.1495648687780346</c:v>
                </c:pt>
                <c:pt idx="3023">
                  <c:v>0.1495648687780346</c:v>
                </c:pt>
                <c:pt idx="3024">
                  <c:v>0.1495648687780346</c:v>
                </c:pt>
                <c:pt idx="3025">
                  <c:v>0.1495648687780346</c:v>
                </c:pt>
                <c:pt idx="3026">
                  <c:v>0.1495648687780346</c:v>
                </c:pt>
                <c:pt idx="3027">
                  <c:v>0.1495648687780346</c:v>
                </c:pt>
                <c:pt idx="3028">
                  <c:v>0.1495648687780346</c:v>
                </c:pt>
                <c:pt idx="3029">
                  <c:v>0.1495648687780346</c:v>
                </c:pt>
                <c:pt idx="3030">
                  <c:v>0.1495648687780346</c:v>
                </c:pt>
                <c:pt idx="3031">
                  <c:v>0.1495648687780346</c:v>
                </c:pt>
                <c:pt idx="3032">
                  <c:v>0.1495648687780346</c:v>
                </c:pt>
                <c:pt idx="3033">
                  <c:v>0.1495648687780346</c:v>
                </c:pt>
                <c:pt idx="3034">
                  <c:v>0.1495648687780346</c:v>
                </c:pt>
                <c:pt idx="3035">
                  <c:v>0.1495648687780346</c:v>
                </c:pt>
                <c:pt idx="3036">
                  <c:v>0.1495648687780346</c:v>
                </c:pt>
                <c:pt idx="3037">
                  <c:v>0.1495648687780346</c:v>
                </c:pt>
                <c:pt idx="3038">
                  <c:v>0.1495648687780346</c:v>
                </c:pt>
                <c:pt idx="3039">
                  <c:v>0.1495648687780346</c:v>
                </c:pt>
                <c:pt idx="3040">
                  <c:v>0.1495648687780346</c:v>
                </c:pt>
                <c:pt idx="3041">
                  <c:v>0.1495648687780346</c:v>
                </c:pt>
                <c:pt idx="3042">
                  <c:v>0.1495648687780346</c:v>
                </c:pt>
                <c:pt idx="3043">
                  <c:v>0.1495648687780346</c:v>
                </c:pt>
                <c:pt idx="3044">
                  <c:v>0.1495648687780346</c:v>
                </c:pt>
                <c:pt idx="3045">
                  <c:v>0.1495648687780346</c:v>
                </c:pt>
                <c:pt idx="3046">
                  <c:v>0.1495648687780346</c:v>
                </c:pt>
                <c:pt idx="3047">
                  <c:v>0.1495648687780346</c:v>
                </c:pt>
                <c:pt idx="3048">
                  <c:v>0.1495648687780346</c:v>
                </c:pt>
                <c:pt idx="3049">
                  <c:v>0.1495648687780346</c:v>
                </c:pt>
                <c:pt idx="3050">
                  <c:v>0.1495648687780346</c:v>
                </c:pt>
                <c:pt idx="3051">
                  <c:v>0.1495648687780346</c:v>
                </c:pt>
                <c:pt idx="3052">
                  <c:v>0.1495648687780346</c:v>
                </c:pt>
                <c:pt idx="3053">
                  <c:v>0.1495648687780346</c:v>
                </c:pt>
                <c:pt idx="3054">
                  <c:v>0.1495648687780346</c:v>
                </c:pt>
                <c:pt idx="3055">
                  <c:v>0.1495648687780346</c:v>
                </c:pt>
                <c:pt idx="3056">
                  <c:v>0.1495648687780346</c:v>
                </c:pt>
                <c:pt idx="3057">
                  <c:v>0.1495648687780346</c:v>
                </c:pt>
                <c:pt idx="3058">
                  <c:v>0.1495648687780346</c:v>
                </c:pt>
                <c:pt idx="3059">
                  <c:v>0.1495648687780346</c:v>
                </c:pt>
                <c:pt idx="3060">
                  <c:v>0.1495648687780346</c:v>
                </c:pt>
                <c:pt idx="3061">
                  <c:v>0.1495648687780346</c:v>
                </c:pt>
                <c:pt idx="3062">
                  <c:v>0.1495648687780346</c:v>
                </c:pt>
                <c:pt idx="3063">
                  <c:v>0.1495648687780346</c:v>
                </c:pt>
                <c:pt idx="3064">
                  <c:v>0.1495648687780346</c:v>
                </c:pt>
                <c:pt idx="3065">
                  <c:v>0.1495648687780346</c:v>
                </c:pt>
                <c:pt idx="3066">
                  <c:v>0.1495648687780346</c:v>
                </c:pt>
                <c:pt idx="3067">
                  <c:v>0.1495648687780346</c:v>
                </c:pt>
                <c:pt idx="3068">
                  <c:v>0.1495648687780346</c:v>
                </c:pt>
                <c:pt idx="3069">
                  <c:v>0.1495648687780346</c:v>
                </c:pt>
                <c:pt idx="3070">
                  <c:v>0.1495648687780346</c:v>
                </c:pt>
                <c:pt idx="3071">
                  <c:v>0.1495648687780346</c:v>
                </c:pt>
                <c:pt idx="3072">
                  <c:v>0.1495648687780346</c:v>
                </c:pt>
                <c:pt idx="3073">
                  <c:v>0.1495648687780346</c:v>
                </c:pt>
                <c:pt idx="3074">
                  <c:v>0.1495648687780346</c:v>
                </c:pt>
                <c:pt idx="3075">
                  <c:v>0.1495648687780346</c:v>
                </c:pt>
                <c:pt idx="3076">
                  <c:v>0.1495648687780346</c:v>
                </c:pt>
                <c:pt idx="3077">
                  <c:v>0.1495648687780346</c:v>
                </c:pt>
                <c:pt idx="3078">
                  <c:v>0.1495648687780346</c:v>
                </c:pt>
                <c:pt idx="3079">
                  <c:v>0.1495648687780346</c:v>
                </c:pt>
                <c:pt idx="3080">
                  <c:v>0.1495648687780346</c:v>
                </c:pt>
                <c:pt idx="3081">
                  <c:v>0.1495648687780346</c:v>
                </c:pt>
                <c:pt idx="3082">
                  <c:v>0.1495648687780346</c:v>
                </c:pt>
                <c:pt idx="3083">
                  <c:v>0.1495648687780346</c:v>
                </c:pt>
                <c:pt idx="3084">
                  <c:v>0.1495648687780346</c:v>
                </c:pt>
                <c:pt idx="3085">
                  <c:v>0.1495648687780346</c:v>
                </c:pt>
                <c:pt idx="3086">
                  <c:v>0.1495648687780346</c:v>
                </c:pt>
                <c:pt idx="3087">
                  <c:v>0.1495648687780346</c:v>
                </c:pt>
                <c:pt idx="3088">
                  <c:v>0.1495648687780346</c:v>
                </c:pt>
                <c:pt idx="3089">
                  <c:v>0.1495648687780346</c:v>
                </c:pt>
                <c:pt idx="3090">
                  <c:v>0.1495648687780346</c:v>
                </c:pt>
                <c:pt idx="3091">
                  <c:v>0.1495648687780346</c:v>
                </c:pt>
                <c:pt idx="3092">
                  <c:v>0.1495648687780346</c:v>
                </c:pt>
                <c:pt idx="3093">
                  <c:v>0.1495648687780346</c:v>
                </c:pt>
                <c:pt idx="3094">
                  <c:v>0.1495648687780346</c:v>
                </c:pt>
                <c:pt idx="3095">
                  <c:v>0.1495648687780346</c:v>
                </c:pt>
                <c:pt idx="3096">
                  <c:v>0.1495648687780346</c:v>
                </c:pt>
                <c:pt idx="3097">
                  <c:v>0.1495648687780346</c:v>
                </c:pt>
                <c:pt idx="3098">
                  <c:v>0.1495648687780346</c:v>
                </c:pt>
                <c:pt idx="3099">
                  <c:v>0.1495648687780346</c:v>
                </c:pt>
                <c:pt idx="3100">
                  <c:v>0.1495648687780346</c:v>
                </c:pt>
                <c:pt idx="3101">
                  <c:v>0.1495648687780346</c:v>
                </c:pt>
                <c:pt idx="3102">
                  <c:v>0.1495648687780346</c:v>
                </c:pt>
                <c:pt idx="3103">
                  <c:v>0.1495648687780346</c:v>
                </c:pt>
                <c:pt idx="3104">
                  <c:v>0.1495648687780346</c:v>
                </c:pt>
                <c:pt idx="3105">
                  <c:v>0.1495648687780346</c:v>
                </c:pt>
                <c:pt idx="3106">
                  <c:v>0.1495648687780346</c:v>
                </c:pt>
                <c:pt idx="3107">
                  <c:v>0.1495648687780346</c:v>
                </c:pt>
                <c:pt idx="3108">
                  <c:v>0.1495648687780346</c:v>
                </c:pt>
                <c:pt idx="3109">
                  <c:v>0.1495648687780346</c:v>
                </c:pt>
                <c:pt idx="3110">
                  <c:v>0.1495648687780346</c:v>
                </c:pt>
                <c:pt idx="3111">
                  <c:v>0.1495648687780346</c:v>
                </c:pt>
                <c:pt idx="3112">
                  <c:v>0.1495648687780346</c:v>
                </c:pt>
                <c:pt idx="3113">
                  <c:v>0.1495648687780346</c:v>
                </c:pt>
                <c:pt idx="3114">
                  <c:v>0.1495648687780346</c:v>
                </c:pt>
                <c:pt idx="3115">
                  <c:v>0.1495648687780346</c:v>
                </c:pt>
                <c:pt idx="3116">
                  <c:v>0.1495648687780346</c:v>
                </c:pt>
                <c:pt idx="3117">
                  <c:v>0.1495648687780346</c:v>
                </c:pt>
                <c:pt idx="3118">
                  <c:v>0.1495648687780346</c:v>
                </c:pt>
                <c:pt idx="3119">
                  <c:v>0.1495648687780346</c:v>
                </c:pt>
                <c:pt idx="3120">
                  <c:v>0.1495648687780346</c:v>
                </c:pt>
                <c:pt idx="3121">
                  <c:v>0.1495648687780346</c:v>
                </c:pt>
                <c:pt idx="3122">
                  <c:v>0.1495648687780346</c:v>
                </c:pt>
                <c:pt idx="3123">
                  <c:v>0.1495648687780346</c:v>
                </c:pt>
                <c:pt idx="3124">
                  <c:v>0.1495648687780346</c:v>
                </c:pt>
                <c:pt idx="3125">
                  <c:v>0.1495648687780346</c:v>
                </c:pt>
                <c:pt idx="3126">
                  <c:v>0.1495648687780346</c:v>
                </c:pt>
                <c:pt idx="3127">
                  <c:v>0.1495648687780346</c:v>
                </c:pt>
                <c:pt idx="3128">
                  <c:v>0.1495648687780346</c:v>
                </c:pt>
                <c:pt idx="3129">
                  <c:v>0.1495648687780346</c:v>
                </c:pt>
                <c:pt idx="3130">
                  <c:v>0.1495648687780346</c:v>
                </c:pt>
                <c:pt idx="3131">
                  <c:v>0.1495648687780346</c:v>
                </c:pt>
                <c:pt idx="3132">
                  <c:v>0.1495648687780346</c:v>
                </c:pt>
                <c:pt idx="3133">
                  <c:v>0.1495648687780346</c:v>
                </c:pt>
                <c:pt idx="3134">
                  <c:v>0.1495648687780346</c:v>
                </c:pt>
                <c:pt idx="3135">
                  <c:v>0.1495648687780346</c:v>
                </c:pt>
                <c:pt idx="3136">
                  <c:v>0.1495648687780346</c:v>
                </c:pt>
                <c:pt idx="3137">
                  <c:v>0.1495648687780346</c:v>
                </c:pt>
                <c:pt idx="3138">
                  <c:v>0.1495648687780346</c:v>
                </c:pt>
                <c:pt idx="3139">
                  <c:v>0.1495648687780346</c:v>
                </c:pt>
                <c:pt idx="3140">
                  <c:v>0.1495648687780346</c:v>
                </c:pt>
                <c:pt idx="3141">
                  <c:v>0.1495648687780346</c:v>
                </c:pt>
                <c:pt idx="3142">
                  <c:v>0.1495648687780346</c:v>
                </c:pt>
                <c:pt idx="3143">
                  <c:v>0.1495648687780346</c:v>
                </c:pt>
                <c:pt idx="3144">
                  <c:v>0.1495648687780346</c:v>
                </c:pt>
                <c:pt idx="3145">
                  <c:v>0.1495648687780346</c:v>
                </c:pt>
                <c:pt idx="3146">
                  <c:v>0.1495648687780346</c:v>
                </c:pt>
                <c:pt idx="3147">
                  <c:v>0.1495648687780346</c:v>
                </c:pt>
                <c:pt idx="3148">
                  <c:v>0.1495648687780346</c:v>
                </c:pt>
                <c:pt idx="3149">
                  <c:v>0.1495648687780346</c:v>
                </c:pt>
                <c:pt idx="3150">
                  <c:v>0.1495648687780346</c:v>
                </c:pt>
                <c:pt idx="3151">
                  <c:v>0.1495648687780346</c:v>
                </c:pt>
                <c:pt idx="3152">
                  <c:v>0.1495648687780346</c:v>
                </c:pt>
                <c:pt idx="3153">
                  <c:v>0.1495648687780346</c:v>
                </c:pt>
                <c:pt idx="3154">
                  <c:v>0.1495648687780346</c:v>
                </c:pt>
                <c:pt idx="3155">
                  <c:v>0.1495648687780346</c:v>
                </c:pt>
                <c:pt idx="3156">
                  <c:v>0.1495648687780346</c:v>
                </c:pt>
                <c:pt idx="3157">
                  <c:v>0.1495648687780346</c:v>
                </c:pt>
                <c:pt idx="3158">
                  <c:v>0.1495648687780346</c:v>
                </c:pt>
                <c:pt idx="3159">
                  <c:v>0.1495648687780346</c:v>
                </c:pt>
                <c:pt idx="3160">
                  <c:v>0.1495648687780346</c:v>
                </c:pt>
                <c:pt idx="3161">
                  <c:v>0.1495648687780346</c:v>
                </c:pt>
                <c:pt idx="3162">
                  <c:v>0.1495648687780346</c:v>
                </c:pt>
                <c:pt idx="3163">
                  <c:v>0.1495648687780346</c:v>
                </c:pt>
                <c:pt idx="3164">
                  <c:v>0.1495648687780346</c:v>
                </c:pt>
                <c:pt idx="3165">
                  <c:v>0.1495648687780346</c:v>
                </c:pt>
                <c:pt idx="3166">
                  <c:v>0.1495648687780346</c:v>
                </c:pt>
                <c:pt idx="3167">
                  <c:v>0.1495648687780346</c:v>
                </c:pt>
                <c:pt idx="3168">
                  <c:v>0.1495648687780346</c:v>
                </c:pt>
                <c:pt idx="3169">
                  <c:v>0.1495648687780346</c:v>
                </c:pt>
                <c:pt idx="3170">
                  <c:v>0.1495648687780346</c:v>
                </c:pt>
                <c:pt idx="3171">
                  <c:v>0.1495648687780346</c:v>
                </c:pt>
                <c:pt idx="3172">
                  <c:v>0.1495648687780346</c:v>
                </c:pt>
                <c:pt idx="3173">
                  <c:v>0.1495648687780346</c:v>
                </c:pt>
                <c:pt idx="3174">
                  <c:v>0.1495648687780346</c:v>
                </c:pt>
                <c:pt idx="3175">
                  <c:v>0.1495648687780346</c:v>
                </c:pt>
                <c:pt idx="3176">
                  <c:v>0.1495648687780346</c:v>
                </c:pt>
                <c:pt idx="3177">
                  <c:v>0.1495648687780346</c:v>
                </c:pt>
                <c:pt idx="3178">
                  <c:v>0.1495648687780346</c:v>
                </c:pt>
                <c:pt idx="3179">
                  <c:v>0.1495648687780346</c:v>
                </c:pt>
                <c:pt idx="3180">
                  <c:v>0.1495648687780346</c:v>
                </c:pt>
                <c:pt idx="3181">
                  <c:v>0.1495648687780346</c:v>
                </c:pt>
                <c:pt idx="3182">
                  <c:v>0.1495648687780346</c:v>
                </c:pt>
                <c:pt idx="3183">
                  <c:v>0.1495648687780346</c:v>
                </c:pt>
                <c:pt idx="3184">
                  <c:v>0.1495648687780346</c:v>
                </c:pt>
                <c:pt idx="3185">
                  <c:v>0.1495648687780346</c:v>
                </c:pt>
                <c:pt idx="3186">
                  <c:v>0.1495648687780346</c:v>
                </c:pt>
                <c:pt idx="3187">
                  <c:v>0.1495648687780346</c:v>
                </c:pt>
                <c:pt idx="3188">
                  <c:v>0.1495648687780346</c:v>
                </c:pt>
                <c:pt idx="3189">
                  <c:v>0.1495648687780346</c:v>
                </c:pt>
                <c:pt idx="3190">
                  <c:v>0.1495648687780346</c:v>
                </c:pt>
                <c:pt idx="3191">
                  <c:v>0.1495648687780346</c:v>
                </c:pt>
                <c:pt idx="3192">
                  <c:v>0.1495648687780346</c:v>
                </c:pt>
                <c:pt idx="3193">
                  <c:v>0.1495648687780346</c:v>
                </c:pt>
                <c:pt idx="3194">
                  <c:v>0.1495648687780346</c:v>
                </c:pt>
                <c:pt idx="3195">
                  <c:v>0.1495648687780346</c:v>
                </c:pt>
                <c:pt idx="3196">
                  <c:v>0.1495648687780346</c:v>
                </c:pt>
                <c:pt idx="3197">
                  <c:v>0.1495648687780346</c:v>
                </c:pt>
                <c:pt idx="3198">
                  <c:v>0.1495648687780346</c:v>
                </c:pt>
                <c:pt idx="3199">
                  <c:v>0.1495648687780346</c:v>
                </c:pt>
                <c:pt idx="3200">
                  <c:v>0.1495648687780346</c:v>
                </c:pt>
                <c:pt idx="3201">
                  <c:v>0.1495648687780346</c:v>
                </c:pt>
                <c:pt idx="3202">
                  <c:v>0.1495648687780346</c:v>
                </c:pt>
                <c:pt idx="3203">
                  <c:v>0.1495648687780346</c:v>
                </c:pt>
                <c:pt idx="3204">
                  <c:v>0.1495648687780346</c:v>
                </c:pt>
                <c:pt idx="3205">
                  <c:v>0.1495648687780346</c:v>
                </c:pt>
                <c:pt idx="3206">
                  <c:v>0.1495648687780346</c:v>
                </c:pt>
                <c:pt idx="3207">
                  <c:v>0.1495648687780346</c:v>
                </c:pt>
                <c:pt idx="3208">
                  <c:v>0.1495648687780346</c:v>
                </c:pt>
                <c:pt idx="3209">
                  <c:v>0.1495648687780346</c:v>
                </c:pt>
                <c:pt idx="3210">
                  <c:v>0.1495648687780346</c:v>
                </c:pt>
                <c:pt idx="3211">
                  <c:v>0.1495648687780346</c:v>
                </c:pt>
                <c:pt idx="3212">
                  <c:v>0.1495648687780346</c:v>
                </c:pt>
                <c:pt idx="3213">
                  <c:v>0.1495648687780346</c:v>
                </c:pt>
                <c:pt idx="3214">
                  <c:v>0.1495648687780346</c:v>
                </c:pt>
                <c:pt idx="3215">
                  <c:v>0.1495648687780346</c:v>
                </c:pt>
                <c:pt idx="3216">
                  <c:v>0.1495648687780346</c:v>
                </c:pt>
                <c:pt idx="3217">
                  <c:v>0.1495648687780346</c:v>
                </c:pt>
                <c:pt idx="3218">
                  <c:v>0.1495648687780346</c:v>
                </c:pt>
                <c:pt idx="3219">
                  <c:v>0.1495648687780346</c:v>
                </c:pt>
                <c:pt idx="3220">
                  <c:v>0.1495648687780346</c:v>
                </c:pt>
                <c:pt idx="3221">
                  <c:v>0.1495648687780346</c:v>
                </c:pt>
                <c:pt idx="3222">
                  <c:v>0.1495648687780346</c:v>
                </c:pt>
                <c:pt idx="3223">
                  <c:v>0.1495648687780346</c:v>
                </c:pt>
                <c:pt idx="3224">
                  <c:v>0.1495648687780346</c:v>
                </c:pt>
                <c:pt idx="3225">
                  <c:v>0.1495648687780346</c:v>
                </c:pt>
                <c:pt idx="3226">
                  <c:v>0.1495648687780346</c:v>
                </c:pt>
                <c:pt idx="3227">
                  <c:v>0.1495648687780346</c:v>
                </c:pt>
                <c:pt idx="3228">
                  <c:v>0.1495648687780346</c:v>
                </c:pt>
                <c:pt idx="3229">
                  <c:v>0.1495648687780346</c:v>
                </c:pt>
                <c:pt idx="3230">
                  <c:v>0.1495648687780346</c:v>
                </c:pt>
                <c:pt idx="3231">
                  <c:v>0.1495648687780346</c:v>
                </c:pt>
                <c:pt idx="3232">
                  <c:v>0.1495648687780346</c:v>
                </c:pt>
                <c:pt idx="3233">
                  <c:v>0.1495648687780346</c:v>
                </c:pt>
                <c:pt idx="3234">
                  <c:v>0.1495648687780346</c:v>
                </c:pt>
                <c:pt idx="3235">
                  <c:v>0.1495648687780346</c:v>
                </c:pt>
                <c:pt idx="3236">
                  <c:v>0.1495648687780346</c:v>
                </c:pt>
                <c:pt idx="3237">
                  <c:v>0.1495648687780346</c:v>
                </c:pt>
                <c:pt idx="3238">
                  <c:v>0.1495648687780346</c:v>
                </c:pt>
                <c:pt idx="3239">
                  <c:v>0.1495648687780346</c:v>
                </c:pt>
                <c:pt idx="3240">
                  <c:v>0.1495648687780346</c:v>
                </c:pt>
                <c:pt idx="3241">
                  <c:v>0.1495648687780346</c:v>
                </c:pt>
                <c:pt idx="3242">
                  <c:v>0.1495648687780346</c:v>
                </c:pt>
                <c:pt idx="3243">
                  <c:v>0.1495648687780346</c:v>
                </c:pt>
                <c:pt idx="3244">
                  <c:v>0.1495648687780346</c:v>
                </c:pt>
                <c:pt idx="3245">
                  <c:v>0.1495648687780346</c:v>
                </c:pt>
                <c:pt idx="3246">
                  <c:v>0.1495648687780346</c:v>
                </c:pt>
                <c:pt idx="3247">
                  <c:v>0.1495648687780346</c:v>
                </c:pt>
                <c:pt idx="3248">
                  <c:v>0.1495648687780346</c:v>
                </c:pt>
                <c:pt idx="3249">
                  <c:v>0.1495648687780346</c:v>
                </c:pt>
                <c:pt idx="3250">
                  <c:v>0.1495648687780346</c:v>
                </c:pt>
                <c:pt idx="3251">
                  <c:v>0.1495648687780346</c:v>
                </c:pt>
                <c:pt idx="3252">
                  <c:v>0.1495648687780346</c:v>
                </c:pt>
                <c:pt idx="3253">
                  <c:v>0.1495648687780346</c:v>
                </c:pt>
                <c:pt idx="3254">
                  <c:v>0.1495648687780346</c:v>
                </c:pt>
                <c:pt idx="3255">
                  <c:v>0.1495648687780346</c:v>
                </c:pt>
                <c:pt idx="3256">
                  <c:v>0.1495648687780346</c:v>
                </c:pt>
                <c:pt idx="3257">
                  <c:v>0.1495648687780346</c:v>
                </c:pt>
                <c:pt idx="3258">
                  <c:v>0.1495648687780346</c:v>
                </c:pt>
                <c:pt idx="3259">
                  <c:v>0.1495648687780346</c:v>
                </c:pt>
                <c:pt idx="3260">
                  <c:v>0.1495648687780346</c:v>
                </c:pt>
                <c:pt idx="3261">
                  <c:v>0.1495648687780346</c:v>
                </c:pt>
                <c:pt idx="3262">
                  <c:v>0.1495648687780346</c:v>
                </c:pt>
                <c:pt idx="3263">
                  <c:v>0.1495648687780346</c:v>
                </c:pt>
                <c:pt idx="3264">
                  <c:v>0.1495648687780346</c:v>
                </c:pt>
                <c:pt idx="3265">
                  <c:v>0.1495648687780346</c:v>
                </c:pt>
                <c:pt idx="3266">
                  <c:v>0.1495648687780346</c:v>
                </c:pt>
                <c:pt idx="3267">
                  <c:v>0.1495648687780346</c:v>
                </c:pt>
                <c:pt idx="3268">
                  <c:v>0.1495648687780346</c:v>
                </c:pt>
                <c:pt idx="3269">
                  <c:v>0.1495648687780346</c:v>
                </c:pt>
                <c:pt idx="3270">
                  <c:v>0.1495648687780346</c:v>
                </c:pt>
                <c:pt idx="3271">
                  <c:v>0.1495648687780346</c:v>
                </c:pt>
                <c:pt idx="3272">
                  <c:v>0.1495648687780346</c:v>
                </c:pt>
                <c:pt idx="3273">
                  <c:v>0.1495648687780346</c:v>
                </c:pt>
                <c:pt idx="3274">
                  <c:v>0.1495648687780346</c:v>
                </c:pt>
                <c:pt idx="3275">
                  <c:v>0.1495648687780346</c:v>
                </c:pt>
                <c:pt idx="3276">
                  <c:v>0.1495648687780346</c:v>
                </c:pt>
                <c:pt idx="3277">
                  <c:v>0.1495648687780346</c:v>
                </c:pt>
                <c:pt idx="3278">
                  <c:v>0.1495648687780346</c:v>
                </c:pt>
                <c:pt idx="3279">
                  <c:v>0.1495648687780346</c:v>
                </c:pt>
                <c:pt idx="3280">
                  <c:v>0.1495648687780346</c:v>
                </c:pt>
                <c:pt idx="3281">
                  <c:v>0.1495648687780346</c:v>
                </c:pt>
                <c:pt idx="3282">
                  <c:v>0.1495648687780346</c:v>
                </c:pt>
                <c:pt idx="3283">
                  <c:v>0.1495648687780346</c:v>
                </c:pt>
                <c:pt idx="3284">
                  <c:v>0.1495648687780346</c:v>
                </c:pt>
                <c:pt idx="3285">
                  <c:v>0.1495648687780346</c:v>
                </c:pt>
                <c:pt idx="3286">
                  <c:v>0.1495648687780346</c:v>
                </c:pt>
                <c:pt idx="3287">
                  <c:v>0.1495648687780346</c:v>
                </c:pt>
                <c:pt idx="3288">
                  <c:v>0.1495648687780346</c:v>
                </c:pt>
                <c:pt idx="3289">
                  <c:v>0.1495648687780346</c:v>
                </c:pt>
                <c:pt idx="3290">
                  <c:v>0.1495648687780346</c:v>
                </c:pt>
                <c:pt idx="3291">
                  <c:v>0.1495648687780346</c:v>
                </c:pt>
                <c:pt idx="3292">
                  <c:v>0.1495648687780346</c:v>
                </c:pt>
                <c:pt idx="3293">
                  <c:v>0.1495648687780346</c:v>
                </c:pt>
                <c:pt idx="3294">
                  <c:v>0.1495648687780346</c:v>
                </c:pt>
                <c:pt idx="3295">
                  <c:v>0.1495648687780346</c:v>
                </c:pt>
                <c:pt idx="3296">
                  <c:v>0.1495648687780346</c:v>
                </c:pt>
                <c:pt idx="3297">
                  <c:v>0.1495648687780346</c:v>
                </c:pt>
                <c:pt idx="3298">
                  <c:v>0.1495648687780346</c:v>
                </c:pt>
                <c:pt idx="3299">
                  <c:v>0.1495648687780346</c:v>
                </c:pt>
                <c:pt idx="3300">
                  <c:v>0.1495648687780346</c:v>
                </c:pt>
              </c:numCache>
            </c:numRef>
          </c:val>
          <c:smooth val="0"/>
          <c:extLst>
            <c:ext xmlns:c16="http://schemas.microsoft.com/office/drawing/2014/chart" uri="{C3380CC4-5D6E-409C-BE32-E72D297353CC}">
              <c16:uniqueId val="{00000001-EB54-43B1-B902-0DD5A0E42910}"/>
            </c:ext>
          </c:extLst>
        </c:ser>
        <c:ser>
          <c:idx val="2"/>
          <c:order val="2"/>
          <c:tx>
            <c:strRef>
              <c:f>'Component treatment'!$W$4</c:f>
              <c:strCache>
                <c:ptCount val="1"/>
                <c:pt idx="0">
                  <c:v>Bull</c:v>
                </c:pt>
              </c:strCache>
            </c:strRef>
          </c:tx>
          <c:spPr>
            <a:ln w="19050" cap="rnd">
              <a:solidFill>
                <a:srgbClr val="8EB3DF"/>
              </a:solidFill>
              <a:prstDash val="sysDash"/>
              <a:round/>
            </a:ln>
            <a:effectLst/>
          </c:spPr>
          <c:marker>
            <c:symbol val="none"/>
          </c:marker>
          <c:cat>
            <c:numRef>
              <c:f>'Component treatment'!$T$5:$T$50000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treatment'!$W$5:$W$50000</c:f>
              <c:numCache>
                <c:formatCode>0.0</c:formatCode>
                <c:ptCount val="49996"/>
                <c:pt idx="0">
                  <c:v>-3.7828043382591381E-2</c:v>
                </c:pt>
                <c:pt idx="1">
                  <c:v>-3.7828043382591381E-2</c:v>
                </c:pt>
                <c:pt idx="2">
                  <c:v>-3.7828043382591381E-2</c:v>
                </c:pt>
                <c:pt idx="3">
                  <c:v>-3.7828043382591381E-2</c:v>
                </c:pt>
                <c:pt idx="4">
                  <c:v>-3.7828043382591381E-2</c:v>
                </c:pt>
                <c:pt idx="5">
                  <c:v>-3.7828043382591381E-2</c:v>
                </c:pt>
                <c:pt idx="6">
                  <c:v>-3.7828043382591381E-2</c:v>
                </c:pt>
                <c:pt idx="7">
                  <c:v>-3.7828043382591381E-2</c:v>
                </c:pt>
                <c:pt idx="8">
                  <c:v>-3.7828043382591381E-2</c:v>
                </c:pt>
                <c:pt idx="9">
                  <c:v>-3.7828043382591381E-2</c:v>
                </c:pt>
                <c:pt idx="10">
                  <c:v>-3.7828043382591381E-2</c:v>
                </c:pt>
                <c:pt idx="11">
                  <c:v>-3.7828043382591381E-2</c:v>
                </c:pt>
                <c:pt idx="12">
                  <c:v>-3.7828043382591381E-2</c:v>
                </c:pt>
                <c:pt idx="13">
                  <c:v>-3.7828043382591381E-2</c:v>
                </c:pt>
                <c:pt idx="14">
                  <c:v>-3.7828043382591381E-2</c:v>
                </c:pt>
                <c:pt idx="15">
                  <c:v>-3.7828043382591381E-2</c:v>
                </c:pt>
                <c:pt idx="16">
                  <c:v>-3.7828043382591381E-2</c:v>
                </c:pt>
                <c:pt idx="17">
                  <c:v>-3.7828043382591381E-2</c:v>
                </c:pt>
                <c:pt idx="18">
                  <c:v>-3.7828043382591381E-2</c:v>
                </c:pt>
                <c:pt idx="19">
                  <c:v>-3.7828043382591381E-2</c:v>
                </c:pt>
                <c:pt idx="20">
                  <c:v>-3.7828043382591381E-2</c:v>
                </c:pt>
                <c:pt idx="21">
                  <c:v>-3.7828043382591381E-2</c:v>
                </c:pt>
                <c:pt idx="22">
                  <c:v>-3.7828043382591381E-2</c:v>
                </c:pt>
                <c:pt idx="23">
                  <c:v>-3.7828043382591381E-2</c:v>
                </c:pt>
                <c:pt idx="24">
                  <c:v>-3.7828043382591381E-2</c:v>
                </c:pt>
                <c:pt idx="25">
                  <c:v>-3.7828043382591381E-2</c:v>
                </c:pt>
                <c:pt idx="26">
                  <c:v>-3.7828043382591381E-2</c:v>
                </c:pt>
                <c:pt idx="27">
                  <c:v>-3.7828043382591381E-2</c:v>
                </c:pt>
                <c:pt idx="28">
                  <c:v>-3.7828043382591381E-2</c:v>
                </c:pt>
                <c:pt idx="29">
                  <c:v>-3.7828043382591381E-2</c:v>
                </c:pt>
                <c:pt idx="30">
                  <c:v>-3.7828043382591381E-2</c:v>
                </c:pt>
                <c:pt idx="31">
                  <c:v>-3.7828043382591381E-2</c:v>
                </c:pt>
                <c:pt idx="32">
                  <c:v>-3.7828043382591381E-2</c:v>
                </c:pt>
                <c:pt idx="33">
                  <c:v>-3.7828043382591381E-2</c:v>
                </c:pt>
                <c:pt idx="34">
                  <c:v>-3.7828043382591381E-2</c:v>
                </c:pt>
                <c:pt idx="35">
                  <c:v>-3.7828043382591381E-2</c:v>
                </c:pt>
                <c:pt idx="36">
                  <c:v>-3.7828043382591381E-2</c:v>
                </c:pt>
                <c:pt idx="37">
                  <c:v>-3.7828043382591381E-2</c:v>
                </c:pt>
                <c:pt idx="38">
                  <c:v>-3.7828043382591381E-2</c:v>
                </c:pt>
                <c:pt idx="39">
                  <c:v>-3.7828043382591381E-2</c:v>
                </c:pt>
                <c:pt idx="40">
                  <c:v>-3.7828043382591381E-2</c:v>
                </c:pt>
                <c:pt idx="41">
                  <c:v>-3.7828043382591381E-2</c:v>
                </c:pt>
                <c:pt idx="42">
                  <c:v>-3.7828043382591381E-2</c:v>
                </c:pt>
                <c:pt idx="43">
                  <c:v>-3.7828043382591381E-2</c:v>
                </c:pt>
                <c:pt idx="44">
                  <c:v>-3.7828043382591381E-2</c:v>
                </c:pt>
                <c:pt idx="45">
                  <c:v>-3.7828043382591381E-2</c:v>
                </c:pt>
                <c:pt idx="46">
                  <c:v>-3.7828043382591381E-2</c:v>
                </c:pt>
                <c:pt idx="47">
                  <c:v>-3.7828043382591381E-2</c:v>
                </c:pt>
                <c:pt idx="48">
                  <c:v>-3.7828043382591381E-2</c:v>
                </c:pt>
                <c:pt idx="49">
                  <c:v>-3.7828043382591381E-2</c:v>
                </c:pt>
                <c:pt idx="50">
                  <c:v>-3.7828043382591381E-2</c:v>
                </c:pt>
                <c:pt idx="51">
                  <c:v>-3.7828043382591381E-2</c:v>
                </c:pt>
                <c:pt idx="52">
                  <c:v>-3.7828043382591381E-2</c:v>
                </c:pt>
                <c:pt idx="53">
                  <c:v>-3.7828043382591381E-2</c:v>
                </c:pt>
                <c:pt idx="54">
                  <c:v>-3.7828043382591381E-2</c:v>
                </c:pt>
                <c:pt idx="55">
                  <c:v>-3.7828043382591381E-2</c:v>
                </c:pt>
                <c:pt idx="56">
                  <c:v>-3.7828043382591381E-2</c:v>
                </c:pt>
                <c:pt idx="57">
                  <c:v>-3.7828043382591381E-2</c:v>
                </c:pt>
                <c:pt idx="58">
                  <c:v>-3.7828043382591381E-2</c:v>
                </c:pt>
                <c:pt idx="59">
                  <c:v>-3.7828043382591381E-2</c:v>
                </c:pt>
                <c:pt idx="60">
                  <c:v>-3.7828043382591381E-2</c:v>
                </c:pt>
                <c:pt idx="61">
                  <c:v>-3.7828043382591381E-2</c:v>
                </c:pt>
                <c:pt idx="62">
                  <c:v>-3.7828043382591381E-2</c:v>
                </c:pt>
                <c:pt idx="63">
                  <c:v>-3.7828043382591381E-2</c:v>
                </c:pt>
                <c:pt idx="64">
                  <c:v>-3.7828043382591381E-2</c:v>
                </c:pt>
                <c:pt idx="65">
                  <c:v>-3.7828043382591381E-2</c:v>
                </c:pt>
                <c:pt idx="66">
                  <c:v>-3.7828043382591381E-2</c:v>
                </c:pt>
                <c:pt idx="67">
                  <c:v>-3.7828043382591381E-2</c:v>
                </c:pt>
                <c:pt idx="68">
                  <c:v>-3.7828043382591381E-2</c:v>
                </c:pt>
                <c:pt idx="69">
                  <c:v>-3.7828043382591381E-2</c:v>
                </c:pt>
                <c:pt idx="70">
                  <c:v>-3.7828043382591381E-2</c:v>
                </c:pt>
                <c:pt idx="71">
                  <c:v>-3.7828043382591381E-2</c:v>
                </c:pt>
                <c:pt idx="72">
                  <c:v>-3.7828043382591381E-2</c:v>
                </c:pt>
                <c:pt idx="73">
                  <c:v>-3.7828043382591381E-2</c:v>
                </c:pt>
                <c:pt idx="74">
                  <c:v>-3.7828043382591381E-2</c:v>
                </c:pt>
                <c:pt idx="75">
                  <c:v>-3.7828043382591381E-2</c:v>
                </c:pt>
                <c:pt idx="76">
                  <c:v>-3.7828043382591381E-2</c:v>
                </c:pt>
                <c:pt idx="77">
                  <c:v>-3.7828043382591381E-2</c:v>
                </c:pt>
                <c:pt idx="78">
                  <c:v>-3.7828043382591381E-2</c:v>
                </c:pt>
                <c:pt idx="79">
                  <c:v>-3.7828043382591381E-2</c:v>
                </c:pt>
                <c:pt idx="80">
                  <c:v>-3.7828043382591381E-2</c:v>
                </c:pt>
                <c:pt idx="81">
                  <c:v>-3.7828043382591381E-2</c:v>
                </c:pt>
                <c:pt idx="82">
                  <c:v>-3.7828043382591381E-2</c:v>
                </c:pt>
                <c:pt idx="83">
                  <c:v>-3.7828043382591381E-2</c:v>
                </c:pt>
                <c:pt idx="84">
                  <c:v>-3.7828043382591381E-2</c:v>
                </c:pt>
                <c:pt idx="85">
                  <c:v>-3.7828043382591381E-2</c:v>
                </c:pt>
                <c:pt idx="86">
                  <c:v>-3.7828043382591381E-2</c:v>
                </c:pt>
                <c:pt idx="87">
                  <c:v>-3.7828043382591381E-2</c:v>
                </c:pt>
                <c:pt idx="88">
                  <c:v>-3.7828043382591381E-2</c:v>
                </c:pt>
                <c:pt idx="89">
                  <c:v>-3.7828043382591381E-2</c:v>
                </c:pt>
                <c:pt idx="90">
                  <c:v>-3.7828043382591381E-2</c:v>
                </c:pt>
                <c:pt idx="91">
                  <c:v>-3.7828043382591381E-2</c:v>
                </c:pt>
                <c:pt idx="92">
                  <c:v>-3.7828043382591381E-2</c:v>
                </c:pt>
                <c:pt idx="93">
                  <c:v>-3.7828043382591381E-2</c:v>
                </c:pt>
                <c:pt idx="94">
                  <c:v>-3.7828043382591381E-2</c:v>
                </c:pt>
                <c:pt idx="95">
                  <c:v>-3.7828043382591381E-2</c:v>
                </c:pt>
                <c:pt idx="96">
                  <c:v>-3.7828043382591381E-2</c:v>
                </c:pt>
                <c:pt idx="97">
                  <c:v>-3.7828043382591381E-2</c:v>
                </c:pt>
                <c:pt idx="98">
                  <c:v>-3.7828043382591381E-2</c:v>
                </c:pt>
                <c:pt idx="99">
                  <c:v>-3.7828043382591381E-2</c:v>
                </c:pt>
                <c:pt idx="100">
                  <c:v>-3.7828043382591381E-2</c:v>
                </c:pt>
                <c:pt idx="101">
                  <c:v>-3.7828043382591381E-2</c:v>
                </c:pt>
                <c:pt idx="102">
                  <c:v>-3.7828043382591381E-2</c:v>
                </c:pt>
                <c:pt idx="103">
                  <c:v>-3.7828043382591381E-2</c:v>
                </c:pt>
                <c:pt idx="104">
                  <c:v>-3.7828043382591381E-2</c:v>
                </c:pt>
                <c:pt idx="105">
                  <c:v>-3.7828043382591381E-2</c:v>
                </c:pt>
                <c:pt idx="106">
                  <c:v>-3.7828043382591381E-2</c:v>
                </c:pt>
                <c:pt idx="107">
                  <c:v>-3.7828043382591381E-2</c:v>
                </c:pt>
                <c:pt idx="108">
                  <c:v>-3.7828043382591381E-2</c:v>
                </c:pt>
                <c:pt idx="109">
                  <c:v>-3.7828043382591381E-2</c:v>
                </c:pt>
                <c:pt idx="110">
                  <c:v>-3.7828043382591381E-2</c:v>
                </c:pt>
                <c:pt idx="111">
                  <c:v>-3.7828043382591381E-2</c:v>
                </c:pt>
                <c:pt idx="112">
                  <c:v>-3.7828043382591381E-2</c:v>
                </c:pt>
                <c:pt idx="113">
                  <c:v>-3.7828043382591381E-2</c:v>
                </c:pt>
                <c:pt idx="114">
                  <c:v>-3.7828043382591381E-2</c:v>
                </c:pt>
                <c:pt idx="115">
                  <c:v>-3.7828043382591381E-2</c:v>
                </c:pt>
                <c:pt idx="116">
                  <c:v>-3.7828043382591381E-2</c:v>
                </c:pt>
                <c:pt idx="117">
                  <c:v>-3.7828043382591381E-2</c:v>
                </c:pt>
                <c:pt idx="118">
                  <c:v>-3.7828043382591381E-2</c:v>
                </c:pt>
                <c:pt idx="119">
                  <c:v>-3.7828043382591381E-2</c:v>
                </c:pt>
                <c:pt idx="120">
                  <c:v>-3.7828043382591381E-2</c:v>
                </c:pt>
                <c:pt idx="121">
                  <c:v>-3.7828043382591381E-2</c:v>
                </c:pt>
                <c:pt idx="122">
                  <c:v>-3.7828043382591381E-2</c:v>
                </c:pt>
                <c:pt idx="123">
                  <c:v>-3.7828043382591381E-2</c:v>
                </c:pt>
                <c:pt idx="124">
                  <c:v>-3.7828043382591381E-2</c:v>
                </c:pt>
                <c:pt idx="125">
                  <c:v>-3.7828043382591381E-2</c:v>
                </c:pt>
                <c:pt idx="126">
                  <c:v>-3.7828043382591381E-2</c:v>
                </c:pt>
                <c:pt idx="127">
                  <c:v>-3.7828043382591381E-2</c:v>
                </c:pt>
                <c:pt idx="128">
                  <c:v>-3.7828043382591381E-2</c:v>
                </c:pt>
                <c:pt idx="129">
                  <c:v>-3.7828043382591381E-2</c:v>
                </c:pt>
                <c:pt idx="130">
                  <c:v>-3.7828043382591381E-2</c:v>
                </c:pt>
                <c:pt idx="131">
                  <c:v>-3.7828043382591381E-2</c:v>
                </c:pt>
                <c:pt idx="132">
                  <c:v>-3.7828043382591381E-2</c:v>
                </c:pt>
                <c:pt idx="133">
                  <c:v>-3.7828043382591381E-2</c:v>
                </c:pt>
                <c:pt idx="134">
                  <c:v>-3.7828043382591381E-2</c:v>
                </c:pt>
                <c:pt idx="135">
                  <c:v>-3.7828043382591381E-2</c:v>
                </c:pt>
                <c:pt idx="136">
                  <c:v>-3.7828043382591381E-2</c:v>
                </c:pt>
                <c:pt idx="137">
                  <c:v>-3.7828043382591381E-2</c:v>
                </c:pt>
                <c:pt idx="138">
                  <c:v>-3.7828043382591381E-2</c:v>
                </c:pt>
                <c:pt idx="139">
                  <c:v>-3.7828043382591381E-2</c:v>
                </c:pt>
                <c:pt idx="140">
                  <c:v>-3.7828043382591381E-2</c:v>
                </c:pt>
                <c:pt idx="141">
                  <c:v>-3.7828043382591381E-2</c:v>
                </c:pt>
                <c:pt idx="142">
                  <c:v>-3.7828043382591381E-2</c:v>
                </c:pt>
                <c:pt idx="143">
                  <c:v>-3.7828043382591381E-2</c:v>
                </c:pt>
                <c:pt idx="144">
                  <c:v>-3.7828043382591381E-2</c:v>
                </c:pt>
                <c:pt idx="145">
                  <c:v>-3.7828043382591381E-2</c:v>
                </c:pt>
                <c:pt idx="146">
                  <c:v>-3.7828043382591381E-2</c:v>
                </c:pt>
                <c:pt idx="147">
                  <c:v>-3.7828043382591381E-2</c:v>
                </c:pt>
                <c:pt idx="148">
                  <c:v>-3.7828043382591381E-2</c:v>
                </c:pt>
                <c:pt idx="149">
                  <c:v>-3.7828043382591381E-2</c:v>
                </c:pt>
                <c:pt idx="150">
                  <c:v>-3.7828043382591381E-2</c:v>
                </c:pt>
                <c:pt idx="151">
                  <c:v>-3.7828043382591381E-2</c:v>
                </c:pt>
                <c:pt idx="152">
                  <c:v>-3.7828043382591381E-2</c:v>
                </c:pt>
                <c:pt idx="153">
                  <c:v>-3.7828043382591381E-2</c:v>
                </c:pt>
                <c:pt idx="154">
                  <c:v>-3.7828043382591381E-2</c:v>
                </c:pt>
                <c:pt idx="155">
                  <c:v>-3.7828043382591381E-2</c:v>
                </c:pt>
                <c:pt idx="156">
                  <c:v>-3.7828043382591381E-2</c:v>
                </c:pt>
                <c:pt idx="157">
                  <c:v>-3.7828043382591381E-2</c:v>
                </c:pt>
                <c:pt idx="158">
                  <c:v>-3.7828043382591381E-2</c:v>
                </c:pt>
                <c:pt idx="159">
                  <c:v>-3.7828043382591381E-2</c:v>
                </c:pt>
                <c:pt idx="160">
                  <c:v>-3.7828043382591381E-2</c:v>
                </c:pt>
                <c:pt idx="161">
                  <c:v>-3.7828043382591381E-2</c:v>
                </c:pt>
                <c:pt idx="162">
                  <c:v>-3.7828043382591381E-2</c:v>
                </c:pt>
                <c:pt idx="163">
                  <c:v>-3.7828043382591381E-2</c:v>
                </c:pt>
                <c:pt idx="164">
                  <c:v>-3.7828043382591381E-2</c:v>
                </c:pt>
                <c:pt idx="165">
                  <c:v>-3.7828043382591381E-2</c:v>
                </c:pt>
                <c:pt idx="166">
                  <c:v>-3.7828043382591381E-2</c:v>
                </c:pt>
                <c:pt idx="167">
                  <c:v>-3.7828043382591381E-2</c:v>
                </c:pt>
                <c:pt idx="168">
                  <c:v>-3.7828043382591381E-2</c:v>
                </c:pt>
                <c:pt idx="169">
                  <c:v>-3.7828043382591381E-2</c:v>
                </c:pt>
                <c:pt idx="170">
                  <c:v>-3.7828043382591381E-2</c:v>
                </c:pt>
                <c:pt idx="171">
                  <c:v>-3.7828043382591381E-2</c:v>
                </c:pt>
                <c:pt idx="172">
                  <c:v>-3.7828043382591381E-2</c:v>
                </c:pt>
                <c:pt idx="173">
                  <c:v>-3.7828043382591381E-2</c:v>
                </c:pt>
                <c:pt idx="174">
                  <c:v>-3.7828043382591381E-2</c:v>
                </c:pt>
                <c:pt idx="175">
                  <c:v>-3.7828043382591381E-2</c:v>
                </c:pt>
                <c:pt idx="176">
                  <c:v>-3.7828043382591381E-2</c:v>
                </c:pt>
                <c:pt idx="177">
                  <c:v>-3.7828043382591381E-2</c:v>
                </c:pt>
                <c:pt idx="178">
                  <c:v>-3.7828043382591381E-2</c:v>
                </c:pt>
                <c:pt idx="179">
                  <c:v>-3.7828043382591381E-2</c:v>
                </c:pt>
                <c:pt idx="180">
                  <c:v>-3.7828043382591381E-2</c:v>
                </c:pt>
                <c:pt idx="181">
                  <c:v>-3.7828043382591381E-2</c:v>
                </c:pt>
                <c:pt idx="182">
                  <c:v>-3.7828043382591381E-2</c:v>
                </c:pt>
                <c:pt idx="183">
                  <c:v>-3.7828043382591381E-2</c:v>
                </c:pt>
                <c:pt idx="184">
                  <c:v>-3.7828043382591381E-2</c:v>
                </c:pt>
                <c:pt idx="185">
                  <c:v>-3.7828043382591381E-2</c:v>
                </c:pt>
                <c:pt idx="186">
                  <c:v>-3.7828043382591381E-2</c:v>
                </c:pt>
                <c:pt idx="187">
                  <c:v>-3.7828043382591381E-2</c:v>
                </c:pt>
                <c:pt idx="188">
                  <c:v>-3.7828043382591381E-2</c:v>
                </c:pt>
                <c:pt idx="189">
                  <c:v>-3.7828043382591381E-2</c:v>
                </c:pt>
                <c:pt idx="190">
                  <c:v>-3.7828043382591381E-2</c:v>
                </c:pt>
                <c:pt idx="191">
                  <c:v>-3.7828043382591381E-2</c:v>
                </c:pt>
                <c:pt idx="192">
                  <c:v>-3.7828043382591381E-2</c:v>
                </c:pt>
                <c:pt idx="193">
                  <c:v>-3.7828043382591381E-2</c:v>
                </c:pt>
                <c:pt idx="194">
                  <c:v>-3.7828043382591381E-2</c:v>
                </c:pt>
                <c:pt idx="195">
                  <c:v>-3.7828043382591381E-2</c:v>
                </c:pt>
                <c:pt idx="196">
                  <c:v>-3.7828043382591381E-2</c:v>
                </c:pt>
                <c:pt idx="197">
                  <c:v>-3.7828043382591381E-2</c:v>
                </c:pt>
                <c:pt idx="198">
                  <c:v>-3.7828043382591381E-2</c:v>
                </c:pt>
                <c:pt idx="199">
                  <c:v>-3.7828043382591381E-2</c:v>
                </c:pt>
                <c:pt idx="200">
                  <c:v>-3.7828043382591381E-2</c:v>
                </c:pt>
                <c:pt idx="201">
                  <c:v>-3.7828043382591381E-2</c:v>
                </c:pt>
                <c:pt idx="202">
                  <c:v>-3.7828043382591381E-2</c:v>
                </c:pt>
                <c:pt idx="203">
                  <c:v>-3.7828043382591381E-2</c:v>
                </c:pt>
                <c:pt idx="204">
                  <c:v>-3.7828043382591381E-2</c:v>
                </c:pt>
                <c:pt idx="205">
                  <c:v>-3.7828043382591381E-2</c:v>
                </c:pt>
                <c:pt idx="206">
                  <c:v>-3.7828043382591381E-2</c:v>
                </c:pt>
                <c:pt idx="207">
                  <c:v>-3.7828043382591381E-2</c:v>
                </c:pt>
                <c:pt idx="208">
                  <c:v>-3.7828043382591381E-2</c:v>
                </c:pt>
                <c:pt idx="209">
                  <c:v>-3.7828043382591381E-2</c:v>
                </c:pt>
                <c:pt idx="210">
                  <c:v>-3.7828043382591381E-2</c:v>
                </c:pt>
                <c:pt idx="211">
                  <c:v>-3.7828043382591381E-2</c:v>
                </c:pt>
                <c:pt idx="212">
                  <c:v>-3.7828043382591381E-2</c:v>
                </c:pt>
                <c:pt idx="213">
                  <c:v>-3.7828043382591381E-2</c:v>
                </c:pt>
                <c:pt idx="214">
                  <c:v>-3.7828043382591381E-2</c:v>
                </c:pt>
                <c:pt idx="215">
                  <c:v>-3.7828043382591381E-2</c:v>
                </c:pt>
                <c:pt idx="216">
                  <c:v>-3.7828043382591381E-2</c:v>
                </c:pt>
                <c:pt idx="217">
                  <c:v>-3.7828043382591381E-2</c:v>
                </c:pt>
                <c:pt idx="218">
                  <c:v>-3.7828043382591381E-2</c:v>
                </c:pt>
                <c:pt idx="219">
                  <c:v>-3.7828043382591381E-2</c:v>
                </c:pt>
                <c:pt idx="220">
                  <c:v>-3.7828043382591381E-2</c:v>
                </c:pt>
                <c:pt idx="221">
                  <c:v>-3.7828043382591381E-2</c:v>
                </c:pt>
                <c:pt idx="222">
                  <c:v>-3.7828043382591381E-2</c:v>
                </c:pt>
                <c:pt idx="223">
                  <c:v>-3.7828043382591381E-2</c:v>
                </c:pt>
                <c:pt idx="224">
                  <c:v>-3.7828043382591381E-2</c:v>
                </c:pt>
                <c:pt idx="225">
                  <c:v>-3.7828043382591381E-2</c:v>
                </c:pt>
                <c:pt idx="226">
                  <c:v>-3.7828043382591381E-2</c:v>
                </c:pt>
                <c:pt idx="227">
                  <c:v>-3.7828043382591381E-2</c:v>
                </c:pt>
                <c:pt idx="228">
                  <c:v>-3.7828043382591381E-2</c:v>
                </c:pt>
                <c:pt idx="229">
                  <c:v>-3.7828043382591381E-2</c:v>
                </c:pt>
                <c:pt idx="230">
                  <c:v>-3.7828043382591381E-2</c:v>
                </c:pt>
                <c:pt idx="231">
                  <c:v>-3.7828043382591381E-2</c:v>
                </c:pt>
                <c:pt idx="232">
                  <c:v>-3.7828043382591381E-2</c:v>
                </c:pt>
                <c:pt idx="233">
                  <c:v>-3.7828043382591381E-2</c:v>
                </c:pt>
                <c:pt idx="234">
                  <c:v>-3.7828043382591381E-2</c:v>
                </c:pt>
                <c:pt idx="235">
                  <c:v>-3.7828043382591381E-2</c:v>
                </c:pt>
                <c:pt idx="236">
                  <c:v>-3.7828043382591381E-2</c:v>
                </c:pt>
                <c:pt idx="237">
                  <c:v>-3.7828043382591381E-2</c:v>
                </c:pt>
                <c:pt idx="238">
                  <c:v>-3.7828043382591381E-2</c:v>
                </c:pt>
                <c:pt idx="239">
                  <c:v>-3.7828043382591381E-2</c:v>
                </c:pt>
                <c:pt idx="240">
                  <c:v>-3.7828043382591381E-2</c:v>
                </c:pt>
                <c:pt idx="241">
                  <c:v>-3.7828043382591381E-2</c:v>
                </c:pt>
                <c:pt idx="242">
                  <c:v>-3.7828043382591381E-2</c:v>
                </c:pt>
                <c:pt idx="243">
                  <c:v>-3.7828043382591381E-2</c:v>
                </c:pt>
                <c:pt idx="244">
                  <c:v>-3.7828043382591381E-2</c:v>
                </c:pt>
                <c:pt idx="245">
                  <c:v>-3.7828043382591381E-2</c:v>
                </c:pt>
                <c:pt idx="246">
                  <c:v>-3.7828043382591381E-2</c:v>
                </c:pt>
                <c:pt idx="247">
                  <c:v>-3.7828043382591381E-2</c:v>
                </c:pt>
                <c:pt idx="248">
                  <c:v>-3.7828043382591381E-2</c:v>
                </c:pt>
                <c:pt idx="249">
                  <c:v>-3.7828043382591381E-2</c:v>
                </c:pt>
                <c:pt idx="250">
                  <c:v>-3.7828043382591381E-2</c:v>
                </c:pt>
                <c:pt idx="251">
                  <c:v>-3.7828043382591381E-2</c:v>
                </c:pt>
                <c:pt idx="252">
                  <c:v>-3.7828043382591381E-2</c:v>
                </c:pt>
                <c:pt idx="253">
                  <c:v>-3.7828043382591381E-2</c:v>
                </c:pt>
                <c:pt idx="254">
                  <c:v>-3.7828043382591381E-2</c:v>
                </c:pt>
                <c:pt idx="255">
                  <c:v>-3.7828043382591381E-2</c:v>
                </c:pt>
                <c:pt idx="256">
                  <c:v>-3.7828043382591381E-2</c:v>
                </c:pt>
                <c:pt idx="257">
                  <c:v>-3.7828043382591381E-2</c:v>
                </c:pt>
                <c:pt idx="258">
                  <c:v>-3.7828043382591381E-2</c:v>
                </c:pt>
                <c:pt idx="259">
                  <c:v>-3.7828043382591381E-2</c:v>
                </c:pt>
                <c:pt idx="260">
                  <c:v>-3.7828043382591381E-2</c:v>
                </c:pt>
                <c:pt idx="261">
                  <c:v>-3.7828043382591381E-2</c:v>
                </c:pt>
                <c:pt idx="262">
                  <c:v>-3.7828043382591381E-2</c:v>
                </c:pt>
                <c:pt idx="263">
                  <c:v>-3.7828043382591381E-2</c:v>
                </c:pt>
                <c:pt idx="264">
                  <c:v>-3.7828043382591381E-2</c:v>
                </c:pt>
                <c:pt idx="265">
                  <c:v>-3.7828043382591381E-2</c:v>
                </c:pt>
                <c:pt idx="266">
                  <c:v>-3.7828043382591381E-2</c:v>
                </c:pt>
                <c:pt idx="267">
                  <c:v>-3.7828043382591381E-2</c:v>
                </c:pt>
                <c:pt idx="268">
                  <c:v>-3.7828043382591381E-2</c:v>
                </c:pt>
                <c:pt idx="269">
                  <c:v>-3.7828043382591381E-2</c:v>
                </c:pt>
                <c:pt idx="270">
                  <c:v>-3.7828043382591381E-2</c:v>
                </c:pt>
                <c:pt idx="271">
                  <c:v>-3.7828043382591381E-2</c:v>
                </c:pt>
                <c:pt idx="272">
                  <c:v>-3.7828043382591381E-2</c:v>
                </c:pt>
                <c:pt idx="273">
                  <c:v>-3.7828043382591381E-2</c:v>
                </c:pt>
                <c:pt idx="274">
                  <c:v>-3.7828043382591381E-2</c:v>
                </c:pt>
                <c:pt idx="275">
                  <c:v>-3.7828043382591381E-2</c:v>
                </c:pt>
                <c:pt idx="276">
                  <c:v>-3.7828043382591381E-2</c:v>
                </c:pt>
                <c:pt idx="277">
                  <c:v>-3.7828043382591381E-2</c:v>
                </c:pt>
                <c:pt idx="278">
                  <c:v>-3.7828043382591381E-2</c:v>
                </c:pt>
                <c:pt idx="279">
                  <c:v>-3.7828043382591381E-2</c:v>
                </c:pt>
                <c:pt idx="280">
                  <c:v>-3.7828043382591381E-2</c:v>
                </c:pt>
                <c:pt idx="281">
                  <c:v>-3.7828043382591381E-2</c:v>
                </c:pt>
                <c:pt idx="282">
                  <c:v>-3.7828043382591381E-2</c:v>
                </c:pt>
                <c:pt idx="283">
                  <c:v>-3.7828043382591381E-2</c:v>
                </c:pt>
                <c:pt idx="284">
                  <c:v>-3.7828043382591381E-2</c:v>
                </c:pt>
                <c:pt idx="285">
                  <c:v>-3.7828043382591381E-2</c:v>
                </c:pt>
                <c:pt idx="286">
                  <c:v>-3.7828043382591381E-2</c:v>
                </c:pt>
                <c:pt idx="287">
                  <c:v>-3.7828043382591381E-2</c:v>
                </c:pt>
                <c:pt idx="288">
                  <c:v>-3.7828043382591381E-2</c:v>
                </c:pt>
                <c:pt idx="289">
                  <c:v>-3.7828043382591381E-2</c:v>
                </c:pt>
                <c:pt idx="290">
                  <c:v>-3.7828043382591381E-2</c:v>
                </c:pt>
                <c:pt idx="291">
                  <c:v>-3.7828043382591381E-2</c:v>
                </c:pt>
                <c:pt idx="292">
                  <c:v>-3.7828043382591381E-2</c:v>
                </c:pt>
                <c:pt idx="293">
                  <c:v>-3.7828043382591381E-2</c:v>
                </c:pt>
                <c:pt idx="294">
                  <c:v>-3.7828043382591381E-2</c:v>
                </c:pt>
                <c:pt idx="295">
                  <c:v>-3.7828043382591381E-2</c:v>
                </c:pt>
                <c:pt idx="296">
                  <c:v>-3.7828043382591381E-2</c:v>
                </c:pt>
                <c:pt idx="297">
                  <c:v>-3.7828043382591381E-2</c:v>
                </c:pt>
                <c:pt idx="298">
                  <c:v>-3.7828043382591381E-2</c:v>
                </c:pt>
                <c:pt idx="299">
                  <c:v>-3.7828043382591381E-2</c:v>
                </c:pt>
                <c:pt idx="300">
                  <c:v>-3.7828043382591381E-2</c:v>
                </c:pt>
                <c:pt idx="301">
                  <c:v>-3.7828043382591381E-2</c:v>
                </c:pt>
                <c:pt idx="302">
                  <c:v>-3.7828043382591381E-2</c:v>
                </c:pt>
                <c:pt idx="303">
                  <c:v>-3.7828043382591381E-2</c:v>
                </c:pt>
                <c:pt idx="304">
                  <c:v>-3.7828043382591381E-2</c:v>
                </c:pt>
                <c:pt idx="305">
                  <c:v>-3.7828043382591381E-2</c:v>
                </c:pt>
                <c:pt idx="306">
                  <c:v>-3.7828043382591381E-2</c:v>
                </c:pt>
                <c:pt idx="307">
                  <c:v>-3.7828043382591381E-2</c:v>
                </c:pt>
                <c:pt idx="308">
                  <c:v>-3.7828043382591381E-2</c:v>
                </c:pt>
                <c:pt idx="309">
                  <c:v>-3.7828043382591381E-2</c:v>
                </c:pt>
                <c:pt idx="310">
                  <c:v>-3.7828043382591381E-2</c:v>
                </c:pt>
                <c:pt idx="311">
                  <c:v>-3.7828043382591381E-2</c:v>
                </c:pt>
                <c:pt idx="312">
                  <c:v>-3.7828043382591381E-2</c:v>
                </c:pt>
                <c:pt idx="313">
                  <c:v>-3.7828043382591381E-2</c:v>
                </c:pt>
                <c:pt idx="314">
                  <c:v>-3.7828043382591381E-2</c:v>
                </c:pt>
                <c:pt idx="315">
                  <c:v>-3.7828043382591381E-2</c:v>
                </c:pt>
                <c:pt idx="316">
                  <c:v>-3.7828043382591381E-2</c:v>
                </c:pt>
                <c:pt idx="317">
                  <c:v>-3.7828043382591381E-2</c:v>
                </c:pt>
                <c:pt idx="318">
                  <c:v>-3.7828043382591381E-2</c:v>
                </c:pt>
                <c:pt idx="319">
                  <c:v>-3.7828043382591381E-2</c:v>
                </c:pt>
                <c:pt idx="320">
                  <c:v>-3.7828043382591381E-2</c:v>
                </c:pt>
                <c:pt idx="321">
                  <c:v>-3.7828043382591381E-2</c:v>
                </c:pt>
                <c:pt idx="322">
                  <c:v>-3.7828043382591381E-2</c:v>
                </c:pt>
                <c:pt idx="323">
                  <c:v>-3.7828043382591381E-2</c:v>
                </c:pt>
                <c:pt idx="324">
                  <c:v>-3.7828043382591381E-2</c:v>
                </c:pt>
                <c:pt idx="325">
                  <c:v>-3.7828043382591381E-2</c:v>
                </c:pt>
                <c:pt idx="326">
                  <c:v>-3.7828043382591381E-2</c:v>
                </c:pt>
                <c:pt idx="327">
                  <c:v>-3.7828043382591381E-2</c:v>
                </c:pt>
                <c:pt idx="328">
                  <c:v>-3.7828043382591381E-2</c:v>
                </c:pt>
                <c:pt idx="329">
                  <c:v>-3.7828043382591381E-2</c:v>
                </c:pt>
                <c:pt idx="330">
                  <c:v>-3.7828043382591381E-2</c:v>
                </c:pt>
                <c:pt idx="331">
                  <c:v>-3.7828043382591381E-2</c:v>
                </c:pt>
                <c:pt idx="332">
                  <c:v>-3.7828043382591381E-2</c:v>
                </c:pt>
                <c:pt idx="333">
                  <c:v>-3.7828043382591381E-2</c:v>
                </c:pt>
                <c:pt idx="334">
                  <c:v>-3.7828043382591381E-2</c:v>
                </c:pt>
                <c:pt idx="335">
                  <c:v>-3.7828043382591381E-2</c:v>
                </c:pt>
                <c:pt idx="336">
                  <c:v>-3.7828043382591381E-2</c:v>
                </c:pt>
                <c:pt idx="337">
                  <c:v>-3.7828043382591381E-2</c:v>
                </c:pt>
                <c:pt idx="338">
                  <c:v>-3.7828043382591381E-2</c:v>
                </c:pt>
                <c:pt idx="339">
                  <c:v>-3.7828043382591381E-2</c:v>
                </c:pt>
                <c:pt idx="340">
                  <c:v>-3.7828043382591381E-2</c:v>
                </c:pt>
                <c:pt idx="341">
                  <c:v>-3.7828043382591381E-2</c:v>
                </c:pt>
                <c:pt idx="342">
                  <c:v>-3.7828043382591381E-2</c:v>
                </c:pt>
                <c:pt idx="343">
                  <c:v>-3.7828043382591381E-2</c:v>
                </c:pt>
                <c:pt idx="344">
                  <c:v>-3.7828043382591381E-2</c:v>
                </c:pt>
                <c:pt idx="345">
                  <c:v>-3.7828043382591381E-2</c:v>
                </c:pt>
                <c:pt idx="346">
                  <c:v>-3.7828043382591381E-2</c:v>
                </c:pt>
                <c:pt idx="347">
                  <c:v>-3.7828043382591381E-2</c:v>
                </c:pt>
                <c:pt idx="348">
                  <c:v>-3.7828043382591381E-2</c:v>
                </c:pt>
                <c:pt idx="349">
                  <c:v>-3.7828043382591381E-2</c:v>
                </c:pt>
                <c:pt idx="350">
                  <c:v>-3.7828043382591381E-2</c:v>
                </c:pt>
                <c:pt idx="351">
                  <c:v>-3.7828043382591381E-2</c:v>
                </c:pt>
                <c:pt idx="352">
                  <c:v>-3.7828043382591381E-2</c:v>
                </c:pt>
                <c:pt idx="353">
                  <c:v>-3.7828043382591381E-2</c:v>
                </c:pt>
                <c:pt idx="354">
                  <c:v>-3.7828043382591381E-2</c:v>
                </c:pt>
                <c:pt idx="355">
                  <c:v>-3.7828043382591381E-2</c:v>
                </c:pt>
                <c:pt idx="356">
                  <c:v>-3.7828043382591381E-2</c:v>
                </c:pt>
                <c:pt idx="357">
                  <c:v>-3.7828043382591381E-2</c:v>
                </c:pt>
                <c:pt idx="358">
                  <c:v>-3.7828043382591381E-2</c:v>
                </c:pt>
                <c:pt idx="359">
                  <c:v>-3.7828043382591381E-2</c:v>
                </c:pt>
                <c:pt idx="360">
                  <c:v>-3.7828043382591381E-2</c:v>
                </c:pt>
                <c:pt idx="361">
                  <c:v>-3.7828043382591381E-2</c:v>
                </c:pt>
                <c:pt idx="362">
                  <c:v>-3.7828043382591381E-2</c:v>
                </c:pt>
                <c:pt idx="363">
                  <c:v>-3.7828043382591381E-2</c:v>
                </c:pt>
                <c:pt idx="364">
                  <c:v>-3.7828043382591381E-2</c:v>
                </c:pt>
                <c:pt idx="365">
                  <c:v>-3.7828043382591381E-2</c:v>
                </c:pt>
                <c:pt idx="366">
                  <c:v>-3.7828043382591381E-2</c:v>
                </c:pt>
                <c:pt idx="367">
                  <c:v>-3.7828043382591381E-2</c:v>
                </c:pt>
                <c:pt idx="368">
                  <c:v>-3.7828043382591381E-2</c:v>
                </c:pt>
                <c:pt idx="369">
                  <c:v>-3.7828043382591381E-2</c:v>
                </c:pt>
                <c:pt idx="370">
                  <c:v>-3.7828043382591381E-2</c:v>
                </c:pt>
                <c:pt idx="371">
                  <c:v>-3.7828043382591381E-2</c:v>
                </c:pt>
                <c:pt idx="372">
                  <c:v>-3.7828043382591381E-2</c:v>
                </c:pt>
                <c:pt idx="373">
                  <c:v>-3.7828043382591381E-2</c:v>
                </c:pt>
                <c:pt idx="374">
                  <c:v>-3.7828043382591381E-2</c:v>
                </c:pt>
                <c:pt idx="375">
                  <c:v>-3.7828043382591381E-2</c:v>
                </c:pt>
                <c:pt idx="376">
                  <c:v>-3.7828043382591381E-2</c:v>
                </c:pt>
                <c:pt idx="377">
                  <c:v>-3.7828043382591381E-2</c:v>
                </c:pt>
                <c:pt idx="378">
                  <c:v>-3.7828043382591381E-2</c:v>
                </c:pt>
                <c:pt idx="379">
                  <c:v>-3.7828043382591381E-2</c:v>
                </c:pt>
                <c:pt idx="380">
                  <c:v>-3.7828043382591381E-2</c:v>
                </c:pt>
                <c:pt idx="381">
                  <c:v>-3.7828043382591381E-2</c:v>
                </c:pt>
                <c:pt idx="382">
                  <c:v>-3.7828043382591381E-2</c:v>
                </c:pt>
                <c:pt idx="383">
                  <c:v>-3.7828043382591381E-2</c:v>
                </c:pt>
                <c:pt idx="384">
                  <c:v>-3.7828043382591381E-2</c:v>
                </c:pt>
                <c:pt idx="385">
                  <c:v>-3.7828043382591381E-2</c:v>
                </c:pt>
                <c:pt idx="386">
                  <c:v>-3.7828043382591381E-2</c:v>
                </c:pt>
                <c:pt idx="387">
                  <c:v>-3.7828043382591381E-2</c:v>
                </c:pt>
                <c:pt idx="388">
                  <c:v>-3.7828043382591381E-2</c:v>
                </c:pt>
                <c:pt idx="389">
                  <c:v>-3.7828043382591381E-2</c:v>
                </c:pt>
                <c:pt idx="390">
                  <c:v>-3.7828043382591381E-2</c:v>
                </c:pt>
                <c:pt idx="391">
                  <c:v>-3.7828043382591381E-2</c:v>
                </c:pt>
                <c:pt idx="392">
                  <c:v>-3.7828043382591381E-2</c:v>
                </c:pt>
                <c:pt idx="393">
                  <c:v>-3.7828043382591381E-2</c:v>
                </c:pt>
                <c:pt idx="394">
                  <c:v>-3.7828043382591381E-2</c:v>
                </c:pt>
                <c:pt idx="395">
                  <c:v>-3.7828043382591381E-2</c:v>
                </c:pt>
                <c:pt idx="396">
                  <c:v>-3.7828043382591381E-2</c:v>
                </c:pt>
                <c:pt idx="397">
                  <c:v>-3.7828043382591381E-2</c:v>
                </c:pt>
                <c:pt idx="398">
                  <c:v>-3.7828043382591381E-2</c:v>
                </c:pt>
                <c:pt idx="399">
                  <c:v>-3.7828043382591381E-2</c:v>
                </c:pt>
                <c:pt idx="400">
                  <c:v>-3.7828043382591381E-2</c:v>
                </c:pt>
                <c:pt idx="401">
                  <c:v>-3.7828043382591381E-2</c:v>
                </c:pt>
                <c:pt idx="402">
                  <c:v>-3.7828043382591381E-2</c:v>
                </c:pt>
                <c:pt idx="403">
                  <c:v>-3.7828043382591381E-2</c:v>
                </c:pt>
                <c:pt idx="404">
                  <c:v>-3.7828043382591381E-2</c:v>
                </c:pt>
                <c:pt idx="405">
                  <c:v>-3.7828043382591381E-2</c:v>
                </c:pt>
                <c:pt idx="406">
                  <c:v>-3.7828043382591381E-2</c:v>
                </c:pt>
                <c:pt idx="407">
                  <c:v>-3.7828043382591381E-2</c:v>
                </c:pt>
                <c:pt idx="408">
                  <c:v>-3.7828043382591381E-2</c:v>
                </c:pt>
                <c:pt idx="409">
                  <c:v>-3.7828043382591381E-2</c:v>
                </c:pt>
                <c:pt idx="410">
                  <c:v>-3.7828043382591381E-2</c:v>
                </c:pt>
                <c:pt idx="411">
                  <c:v>-3.7828043382591381E-2</c:v>
                </c:pt>
                <c:pt idx="412">
                  <c:v>-3.7828043382591381E-2</c:v>
                </c:pt>
                <c:pt idx="413">
                  <c:v>-3.7828043382591381E-2</c:v>
                </c:pt>
                <c:pt idx="414">
                  <c:v>-3.7828043382591381E-2</c:v>
                </c:pt>
                <c:pt idx="415">
                  <c:v>-3.7828043382591381E-2</c:v>
                </c:pt>
                <c:pt idx="416">
                  <c:v>-3.7828043382591381E-2</c:v>
                </c:pt>
                <c:pt idx="417">
                  <c:v>-3.7828043382591381E-2</c:v>
                </c:pt>
                <c:pt idx="418">
                  <c:v>-3.7828043382591381E-2</c:v>
                </c:pt>
                <c:pt idx="419">
                  <c:v>-3.7828043382591381E-2</c:v>
                </c:pt>
                <c:pt idx="420">
                  <c:v>-3.7828043382591381E-2</c:v>
                </c:pt>
                <c:pt idx="421">
                  <c:v>-3.7828043382591381E-2</c:v>
                </c:pt>
                <c:pt idx="422">
                  <c:v>-3.7828043382591381E-2</c:v>
                </c:pt>
                <c:pt idx="423">
                  <c:v>-3.7828043382591381E-2</c:v>
                </c:pt>
                <c:pt idx="424">
                  <c:v>-3.7828043382591381E-2</c:v>
                </c:pt>
                <c:pt idx="425">
                  <c:v>-3.7828043382591381E-2</c:v>
                </c:pt>
                <c:pt idx="426">
                  <c:v>-3.7828043382591381E-2</c:v>
                </c:pt>
                <c:pt idx="427">
                  <c:v>-3.7828043382591381E-2</c:v>
                </c:pt>
                <c:pt idx="428">
                  <c:v>-3.7828043382591381E-2</c:v>
                </c:pt>
                <c:pt idx="429">
                  <c:v>-3.7828043382591381E-2</c:v>
                </c:pt>
                <c:pt idx="430">
                  <c:v>-3.7828043382591381E-2</c:v>
                </c:pt>
                <c:pt idx="431">
                  <c:v>-3.7828043382591381E-2</c:v>
                </c:pt>
                <c:pt idx="432">
                  <c:v>-3.7828043382591381E-2</c:v>
                </c:pt>
                <c:pt idx="433">
                  <c:v>-3.7828043382591381E-2</c:v>
                </c:pt>
                <c:pt idx="434">
                  <c:v>-3.7828043382591381E-2</c:v>
                </c:pt>
                <c:pt idx="435">
                  <c:v>-3.7828043382591381E-2</c:v>
                </c:pt>
                <c:pt idx="436">
                  <c:v>-3.7828043382591381E-2</c:v>
                </c:pt>
                <c:pt idx="437">
                  <c:v>-3.7828043382591381E-2</c:v>
                </c:pt>
                <c:pt idx="438">
                  <c:v>-3.7828043382591381E-2</c:v>
                </c:pt>
                <c:pt idx="439">
                  <c:v>-3.7828043382591381E-2</c:v>
                </c:pt>
                <c:pt idx="440">
                  <c:v>-3.7828043382591381E-2</c:v>
                </c:pt>
                <c:pt idx="441">
                  <c:v>-3.7828043382591381E-2</c:v>
                </c:pt>
                <c:pt idx="442">
                  <c:v>-3.7828043382591381E-2</c:v>
                </c:pt>
                <c:pt idx="443">
                  <c:v>-3.7828043382591381E-2</c:v>
                </c:pt>
                <c:pt idx="444">
                  <c:v>-3.7828043382591381E-2</c:v>
                </c:pt>
                <c:pt idx="445">
                  <c:v>-3.7828043382591381E-2</c:v>
                </c:pt>
                <c:pt idx="446">
                  <c:v>-3.7828043382591381E-2</c:v>
                </c:pt>
                <c:pt idx="447">
                  <c:v>-3.7828043382591381E-2</c:v>
                </c:pt>
                <c:pt idx="448">
                  <c:v>-3.7828043382591381E-2</c:v>
                </c:pt>
                <c:pt idx="449">
                  <c:v>-3.7828043382591381E-2</c:v>
                </c:pt>
                <c:pt idx="450">
                  <c:v>-3.7828043382591381E-2</c:v>
                </c:pt>
                <c:pt idx="451">
                  <c:v>-3.7828043382591381E-2</c:v>
                </c:pt>
                <c:pt idx="452">
                  <c:v>-3.7828043382591381E-2</c:v>
                </c:pt>
                <c:pt idx="453">
                  <c:v>-3.7828043382591381E-2</c:v>
                </c:pt>
                <c:pt idx="454">
                  <c:v>-3.7828043382591381E-2</c:v>
                </c:pt>
                <c:pt idx="455">
                  <c:v>-3.7828043382591381E-2</c:v>
                </c:pt>
                <c:pt idx="456">
                  <c:v>-3.7828043382591381E-2</c:v>
                </c:pt>
                <c:pt idx="457">
                  <c:v>-3.7828043382591381E-2</c:v>
                </c:pt>
                <c:pt idx="458">
                  <c:v>-3.7828043382591381E-2</c:v>
                </c:pt>
                <c:pt idx="459">
                  <c:v>-3.7828043382591381E-2</c:v>
                </c:pt>
                <c:pt idx="460">
                  <c:v>-3.7828043382591381E-2</c:v>
                </c:pt>
                <c:pt idx="461">
                  <c:v>-3.7828043382591381E-2</c:v>
                </c:pt>
                <c:pt idx="462">
                  <c:v>-3.7828043382591381E-2</c:v>
                </c:pt>
                <c:pt idx="463">
                  <c:v>-3.7828043382591381E-2</c:v>
                </c:pt>
                <c:pt idx="464">
                  <c:v>-3.7828043382591381E-2</c:v>
                </c:pt>
                <c:pt idx="465">
                  <c:v>-3.7828043382591381E-2</c:v>
                </c:pt>
                <c:pt idx="466">
                  <c:v>-3.7828043382591381E-2</c:v>
                </c:pt>
                <c:pt idx="467">
                  <c:v>-3.7828043382591381E-2</c:v>
                </c:pt>
                <c:pt idx="468">
                  <c:v>-3.7828043382591381E-2</c:v>
                </c:pt>
                <c:pt idx="469">
                  <c:v>-3.7828043382591381E-2</c:v>
                </c:pt>
                <c:pt idx="470">
                  <c:v>-3.7828043382591381E-2</c:v>
                </c:pt>
                <c:pt idx="471">
                  <c:v>-3.7828043382591381E-2</c:v>
                </c:pt>
                <c:pt idx="472">
                  <c:v>-3.7828043382591381E-2</c:v>
                </c:pt>
                <c:pt idx="473">
                  <c:v>-3.7828043382591381E-2</c:v>
                </c:pt>
                <c:pt idx="474">
                  <c:v>-3.7828043382591381E-2</c:v>
                </c:pt>
                <c:pt idx="475">
                  <c:v>-3.7828043382591381E-2</c:v>
                </c:pt>
                <c:pt idx="476">
                  <c:v>-3.7828043382591381E-2</c:v>
                </c:pt>
                <c:pt idx="477">
                  <c:v>-3.7828043382591381E-2</c:v>
                </c:pt>
                <c:pt idx="478">
                  <c:v>-3.7828043382591381E-2</c:v>
                </c:pt>
                <c:pt idx="479">
                  <c:v>-3.7828043382591381E-2</c:v>
                </c:pt>
                <c:pt idx="480">
                  <c:v>-3.7828043382591381E-2</c:v>
                </c:pt>
                <c:pt idx="481">
                  <c:v>-3.7828043382591381E-2</c:v>
                </c:pt>
                <c:pt idx="482">
                  <c:v>-3.7828043382591381E-2</c:v>
                </c:pt>
                <c:pt idx="483">
                  <c:v>-3.7828043382591381E-2</c:v>
                </c:pt>
                <c:pt idx="484">
                  <c:v>-3.7828043382591381E-2</c:v>
                </c:pt>
                <c:pt idx="485">
                  <c:v>-3.7828043382591381E-2</c:v>
                </c:pt>
                <c:pt idx="486">
                  <c:v>-3.7828043382591381E-2</c:v>
                </c:pt>
                <c:pt idx="487">
                  <c:v>-3.7828043382591381E-2</c:v>
                </c:pt>
                <c:pt idx="488">
                  <c:v>-3.7828043382591381E-2</c:v>
                </c:pt>
                <c:pt idx="489">
                  <c:v>-3.7828043382591381E-2</c:v>
                </c:pt>
                <c:pt idx="490">
                  <c:v>-3.7828043382591381E-2</c:v>
                </c:pt>
                <c:pt idx="491">
                  <c:v>-3.7828043382591381E-2</c:v>
                </c:pt>
                <c:pt idx="492">
                  <c:v>-3.7828043382591381E-2</c:v>
                </c:pt>
                <c:pt idx="493">
                  <c:v>-3.7828043382591381E-2</c:v>
                </c:pt>
                <c:pt idx="494">
                  <c:v>-3.7828043382591381E-2</c:v>
                </c:pt>
                <c:pt idx="495">
                  <c:v>-3.7828043382591381E-2</c:v>
                </c:pt>
                <c:pt idx="496">
                  <c:v>-3.7828043382591381E-2</c:v>
                </c:pt>
                <c:pt idx="497">
                  <c:v>-3.7828043382591381E-2</c:v>
                </c:pt>
                <c:pt idx="498">
                  <c:v>-3.7828043382591381E-2</c:v>
                </c:pt>
                <c:pt idx="499">
                  <c:v>-3.7828043382591381E-2</c:v>
                </c:pt>
                <c:pt idx="500">
                  <c:v>-3.7828043382591381E-2</c:v>
                </c:pt>
                <c:pt idx="501">
                  <c:v>-3.7828043382591381E-2</c:v>
                </c:pt>
                <c:pt idx="502">
                  <c:v>-3.7828043382591381E-2</c:v>
                </c:pt>
                <c:pt idx="503">
                  <c:v>-3.7828043382591381E-2</c:v>
                </c:pt>
                <c:pt idx="504">
                  <c:v>-3.7828043382591381E-2</c:v>
                </c:pt>
                <c:pt idx="505">
                  <c:v>-3.7828043382591381E-2</c:v>
                </c:pt>
                <c:pt idx="506">
                  <c:v>-3.7828043382591381E-2</c:v>
                </c:pt>
                <c:pt idx="507">
                  <c:v>-3.7828043382591381E-2</c:v>
                </c:pt>
                <c:pt idx="508">
                  <c:v>-3.7828043382591381E-2</c:v>
                </c:pt>
                <c:pt idx="509">
                  <c:v>-3.7828043382591381E-2</c:v>
                </c:pt>
                <c:pt idx="510">
                  <c:v>-3.7828043382591381E-2</c:v>
                </c:pt>
                <c:pt idx="511">
                  <c:v>-3.7828043382591381E-2</c:v>
                </c:pt>
                <c:pt idx="512">
                  <c:v>-3.7828043382591381E-2</c:v>
                </c:pt>
                <c:pt idx="513">
                  <c:v>-3.7828043382591381E-2</c:v>
                </c:pt>
                <c:pt idx="514">
                  <c:v>-3.7828043382591381E-2</c:v>
                </c:pt>
                <c:pt idx="515">
                  <c:v>-3.7828043382591381E-2</c:v>
                </c:pt>
                <c:pt idx="516">
                  <c:v>-3.7828043382591381E-2</c:v>
                </c:pt>
                <c:pt idx="517">
                  <c:v>-3.7828043382591381E-2</c:v>
                </c:pt>
                <c:pt idx="518">
                  <c:v>-3.7828043382591381E-2</c:v>
                </c:pt>
                <c:pt idx="519">
                  <c:v>-3.7828043382591381E-2</c:v>
                </c:pt>
                <c:pt idx="520">
                  <c:v>-3.7828043382591381E-2</c:v>
                </c:pt>
                <c:pt idx="521">
                  <c:v>-3.7828043382591381E-2</c:v>
                </c:pt>
                <c:pt idx="522">
                  <c:v>-3.7828043382591381E-2</c:v>
                </c:pt>
                <c:pt idx="523">
                  <c:v>-3.7828043382591381E-2</c:v>
                </c:pt>
                <c:pt idx="524">
                  <c:v>-3.7828043382591381E-2</c:v>
                </c:pt>
                <c:pt idx="525">
                  <c:v>-3.7828043382591381E-2</c:v>
                </c:pt>
                <c:pt idx="526">
                  <c:v>-3.7828043382591381E-2</c:v>
                </c:pt>
                <c:pt idx="527">
                  <c:v>-3.7828043382591381E-2</c:v>
                </c:pt>
                <c:pt idx="528">
                  <c:v>-3.7828043382591381E-2</c:v>
                </c:pt>
                <c:pt idx="529">
                  <c:v>-3.7828043382591381E-2</c:v>
                </c:pt>
                <c:pt idx="530">
                  <c:v>-3.7828043382591381E-2</c:v>
                </c:pt>
                <c:pt idx="531">
                  <c:v>-3.7828043382591381E-2</c:v>
                </c:pt>
                <c:pt idx="532">
                  <c:v>-3.7828043382591381E-2</c:v>
                </c:pt>
                <c:pt idx="533">
                  <c:v>-3.7828043382591381E-2</c:v>
                </c:pt>
                <c:pt idx="534">
                  <c:v>-3.7828043382591381E-2</c:v>
                </c:pt>
                <c:pt idx="535">
                  <c:v>-3.7828043382591381E-2</c:v>
                </c:pt>
                <c:pt idx="536">
                  <c:v>-3.7828043382591381E-2</c:v>
                </c:pt>
                <c:pt idx="537">
                  <c:v>-3.7828043382591381E-2</c:v>
                </c:pt>
                <c:pt idx="538">
                  <c:v>-3.7828043382591381E-2</c:v>
                </c:pt>
                <c:pt idx="539">
                  <c:v>-3.7828043382591381E-2</c:v>
                </c:pt>
                <c:pt idx="540">
                  <c:v>-3.7828043382591381E-2</c:v>
                </c:pt>
                <c:pt idx="541">
                  <c:v>-3.7828043382591381E-2</c:v>
                </c:pt>
                <c:pt idx="542">
                  <c:v>-3.7828043382591381E-2</c:v>
                </c:pt>
                <c:pt idx="543">
                  <c:v>-3.7828043382591381E-2</c:v>
                </c:pt>
                <c:pt idx="544">
                  <c:v>-3.7828043382591381E-2</c:v>
                </c:pt>
                <c:pt idx="545">
                  <c:v>-3.7828043382591381E-2</c:v>
                </c:pt>
                <c:pt idx="546">
                  <c:v>-3.7828043382591381E-2</c:v>
                </c:pt>
                <c:pt idx="547">
                  <c:v>-3.7828043382591381E-2</c:v>
                </c:pt>
                <c:pt idx="548">
                  <c:v>-3.7828043382591381E-2</c:v>
                </c:pt>
                <c:pt idx="549">
                  <c:v>-3.7828043382591381E-2</c:v>
                </c:pt>
                <c:pt idx="550">
                  <c:v>-3.7828043382591381E-2</c:v>
                </c:pt>
                <c:pt idx="551">
                  <c:v>-3.7828043382591381E-2</c:v>
                </c:pt>
                <c:pt idx="552">
                  <c:v>-3.7828043382591381E-2</c:v>
                </c:pt>
                <c:pt idx="553">
                  <c:v>-3.7828043382591381E-2</c:v>
                </c:pt>
                <c:pt idx="554">
                  <c:v>-3.7828043382591381E-2</c:v>
                </c:pt>
                <c:pt idx="555">
                  <c:v>-3.7828043382591381E-2</c:v>
                </c:pt>
                <c:pt idx="556">
                  <c:v>-3.7828043382591381E-2</c:v>
                </c:pt>
                <c:pt idx="557">
                  <c:v>-3.7828043382591381E-2</c:v>
                </c:pt>
                <c:pt idx="558">
                  <c:v>-3.7828043382591381E-2</c:v>
                </c:pt>
                <c:pt idx="559">
                  <c:v>-3.7828043382591381E-2</c:v>
                </c:pt>
                <c:pt idx="560">
                  <c:v>-3.7828043382591381E-2</c:v>
                </c:pt>
                <c:pt idx="561">
                  <c:v>-3.7828043382591381E-2</c:v>
                </c:pt>
                <c:pt idx="562">
                  <c:v>-3.7828043382591381E-2</c:v>
                </c:pt>
                <c:pt idx="563">
                  <c:v>-3.7828043382591381E-2</c:v>
                </c:pt>
                <c:pt idx="564">
                  <c:v>-3.7828043382591381E-2</c:v>
                </c:pt>
                <c:pt idx="565">
                  <c:v>-3.7828043382591381E-2</c:v>
                </c:pt>
                <c:pt idx="566">
                  <c:v>-3.7828043382591381E-2</c:v>
                </c:pt>
                <c:pt idx="567">
                  <c:v>-3.7828043382591381E-2</c:v>
                </c:pt>
                <c:pt idx="568">
                  <c:v>-3.7828043382591381E-2</c:v>
                </c:pt>
                <c:pt idx="569">
                  <c:v>-3.7828043382591381E-2</c:v>
                </c:pt>
                <c:pt idx="570">
                  <c:v>-3.7828043382591381E-2</c:v>
                </c:pt>
                <c:pt idx="571">
                  <c:v>-3.7828043382591381E-2</c:v>
                </c:pt>
                <c:pt idx="572">
                  <c:v>-3.7828043382591381E-2</c:v>
                </c:pt>
                <c:pt idx="573">
                  <c:v>-3.7828043382591381E-2</c:v>
                </c:pt>
                <c:pt idx="574">
                  <c:v>-3.7828043382591381E-2</c:v>
                </c:pt>
                <c:pt idx="575">
                  <c:v>-3.7828043382591381E-2</c:v>
                </c:pt>
                <c:pt idx="576">
                  <c:v>-3.7828043382591381E-2</c:v>
                </c:pt>
                <c:pt idx="577">
                  <c:v>-3.7828043382591381E-2</c:v>
                </c:pt>
                <c:pt idx="578">
                  <c:v>-3.7828043382591381E-2</c:v>
                </c:pt>
                <c:pt idx="579">
                  <c:v>-3.7828043382591381E-2</c:v>
                </c:pt>
                <c:pt idx="580">
                  <c:v>-3.7828043382591381E-2</c:v>
                </c:pt>
                <c:pt idx="581">
                  <c:v>-3.7828043382591381E-2</c:v>
                </c:pt>
                <c:pt idx="582">
                  <c:v>-3.7828043382591381E-2</c:v>
                </c:pt>
                <c:pt idx="583">
                  <c:v>-3.7828043382591381E-2</c:v>
                </c:pt>
                <c:pt idx="584">
                  <c:v>-3.7828043382591381E-2</c:v>
                </c:pt>
                <c:pt idx="585">
                  <c:v>-3.7828043382591381E-2</c:v>
                </c:pt>
                <c:pt idx="586">
                  <c:v>-3.7828043382591381E-2</c:v>
                </c:pt>
                <c:pt idx="587">
                  <c:v>-3.7828043382591381E-2</c:v>
                </c:pt>
                <c:pt idx="588">
                  <c:v>-3.7828043382591381E-2</c:v>
                </c:pt>
                <c:pt idx="589">
                  <c:v>-3.7828043382591381E-2</c:v>
                </c:pt>
                <c:pt idx="590">
                  <c:v>-3.7828043382591381E-2</c:v>
                </c:pt>
                <c:pt idx="591">
                  <c:v>-3.7828043382591381E-2</c:v>
                </c:pt>
                <c:pt idx="592">
                  <c:v>-3.7828043382591381E-2</c:v>
                </c:pt>
                <c:pt idx="593">
                  <c:v>-3.7828043382591381E-2</c:v>
                </c:pt>
                <c:pt idx="594">
                  <c:v>-3.7828043382591381E-2</c:v>
                </c:pt>
                <c:pt idx="595">
                  <c:v>-3.7828043382591381E-2</c:v>
                </c:pt>
                <c:pt idx="596">
                  <c:v>-3.7828043382591381E-2</c:v>
                </c:pt>
                <c:pt idx="597">
                  <c:v>-3.7828043382591381E-2</c:v>
                </c:pt>
                <c:pt idx="598">
                  <c:v>-3.7828043382591381E-2</c:v>
                </c:pt>
                <c:pt idx="599">
                  <c:v>-3.7828043382591381E-2</c:v>
                </c:pt>
                <c:pt idx="600">
                  <c:v>-3.7828043382591381E-2</c:v>
                </c:pt>
                <c:pt idx="601">
                  <c:v>-3.7828043382591381E-2</c:v>
                </c:pt>
                <c:pt idx="602">
                  <c:v>-3.7828043382591381E-2</c:v>
                </c:pt>
                <c:pt idx="603">
                  <c:v>-3.7828043382591381E-2</c:v>
                </c:pt>
                <c:pt idx="604">
                  <c:v>-3.7828043382591381E-2</c:v>
                </c:pt>
                <c:pt idx="605">
                  <c:v>-3.7828043382591381E-2</c:v>
                </c:pt>
                <c:pt idx="606">
                  <c:v>-3.7828043382591381E-2</c:v>
                </c:pt>
                <c:pt idx="607">
                  <c:v>-3.7828043382591381E-2</c:v>
                </c:pt>
                <c:pt idx="608">
                  <c:v>-3.7828043382591381E-2</c:v>
                </c:pt>
                <c:pt idx="609">
                  <c:v>-3.7828043382591381E-2</c:v>
                </c:pt>
                <c:pt idx="610">
                  <c:v>-3.7828043382591381E-2</c:v>
                </c:pt>
                <c:pt idx="611">
                  <c:v>-3.7828043382591381E-2</c:v>
                </c:pt>
                <c:pt idx="612">
                  <c:v>-3.7828043382591381E-2</c:v>
                </c:pt>
                <c:pt idx="613">
                  <c:v>-3.7828043382591381E-2</c:v>
                </c:pt>
                <c:pt idx="614">
                  <c:v>-3.7828043382591381E-2</c:v>
                </c:pt>
                <c:pt idx="615">
                  <c:v>-3.7828043382591381E-2</c:v>
                </c:pt>
                <c:pt idx="616">
                  <c:v>-3.7828043382591381E-2</c:v>
                </c:pt>
                <c:pt idx="617">
                  <c:v>-3.7828043382591381E-2</c:v>
                </c:pt>
                <c:pt idx="618">
                  <c:v>-3.7828043382591381E-2</c:v>
                </c:pt>
                <c:pt idx="619">
                  <c:v>-3.7828043382591381E-2</c:v>
                </c:pt>
                <c:pt idx="620">
                  <c:v>-3.7828043382591381E-2</c:v>
                </c:pt>
                <c:pt idx="621">
                  <c:v>-3.7828043382591381E-2</c:v>
                </c:pt>
                <c:pt idx="622">
                  <c:v>-3.7828043382591381E-2</c:v>
                </c:pt>
                <c:pt idx="623">
                  <c:v>-3.7828043382591381E-2</c:v>
                </c:pt>
                <c:pt idx="624">
                  <c:v>-3.7828043382591381E-2</c:v>
                </c:pt>
                <c:pt idx="625">
                  <c:v>-3.7828043382591381E-2</c:v>
                </c:pt>
                <c:pt idx="626">
                  <c:v>-3.7828043382591381E-2</c:v>
                </c:pt>
                <c:pt idx="627">
                  <c:v>-3.7828043382591381E-2</c:v>
                </c:pt>
                <c:pt idx="628">
                  <c:v>-3.7828043382591381E-2</c:v>
                </c:pt>
                <c:pt idx="629">
                  <c:v>-3.7828043382591381E-2</c:v>
                </c:pt>
                <c:pt idx="630">
                  <c:v>-3.7828043382591381E-2</c:v>
                </c:pt>
                <c:pt idx="631">
                  <c:v>-3.7828043382591381E-2</c:v>
                </c:pt>
                <c:pt idx="632">
                  <c:v>-3.7828043382591381E-2</c:v>
                </c:pt>
                <c:pt idx="633">
                  <c:v>-3.7828043382591381E-2</c:v>
                </c:pt>
                <c:pt idx="634">
                  <c:v>-3.7828043382591381E-2</c:v>
                </c:pt>
                <c:pt idx="635">
                  <c:v>-3.7828043382591381E-2</c:v>
                </c:pt>
                <c:pt idx="636">
                  <c:v>-3.7828043382591381E-2</c:v>
                </c:pt>
                <c:pt idx="637">
                  <c:v>-3.7828043382591381E-2</c:v>
                </c:pt>
                <c:pt idx="638">
                  <c:v>-3.7828043382591381E-2</c:v>
                </c:pt>
                <c:pt idx="639">
                  <c:v>-3.7828043382591381E-2</c:v>
                </c:pt>
                <c:pt idx="640">
                  <c:v>-3.7828043382591381E-2</c:v>
                </c:pt>
                <c:pt idx="641">
                  <c:v>-3.7828043382591381E-2</c:v>
                </c:pt>
                <c:pt idx="642">
                  <c:v>-3.7828043382591381E-2</c:v>
                </c:pt>
                <c:pt idx="643">
                  <c:v>-3.7828043382591381E-2</c:v>
                </c:pt>
                <c:pt idx="644">
                  <c:v>-3.7828043382591381E-2</c:v>
                </c:pt>
                <c:pt idx="645">
                  <c:v>-3.7828043382591381E-2</c:v>
                </c:pt>
                <c:pt idx="646">
                  <c:v>-3.7828043382591381E-2</c:v>
                </c:pt>
                <c:pt idx="647">
                  <c:v>-3.7828043382591381E-2</c:v>
                </c:pt>
                <c:pt idx="648">
                  <c:v>-3.7828043382591381E-2</c:v>
                </c:pt>
                <c:pt idx="649">
                  <c:v>-3.7828043382591381E-2</c:v>
                </c:pt>
                <c:pt idx="650">
                  <c:v>-3.7828043382591381E-2</c:v>
                </c:pt>
                <c:pt idx="651">
                  <c:v>-3.7828043382591381E-2</c:v>
                </c:pt>
                <c:pt idx="652">
                  <c:v>-3.7828043382591381E-2</c:v>
                </c:pt>
                <c:pt idx="653">
                  <c:v>-3.7828043382591381E-2</c:v>
                </c:pt>
                <c:pt idx="654">
                  <c:v>-3.7828043382591381E-2</c:v>
                </c:pt>
                <c:pt idx="655">
                  <c:v>-3.7828043382591381E-2</c:v>
                </c:pt>
                <c:pt idx="656">
                  <c:v>-3.7828043382591381E-2</c:v>
                </c:pt>
                <c:pt idx="657">
                  <c:v>-3.7828043382591381E-2</c:v>
                </c:pt>
                <c:pt idx="658">
                  <c:v>-3.7828043382591381E-2</c:v>
                </c:pt>
                <c:pt idx="659">
                  <c:v>-3.7828043382591381E-2</c:v>
                </c:pt>
                <c:pt idx="660">
                  <c:v>-3.7828043382591381E-2</c:v>
                </c:pt>
                <c:pt idx="661">
                  <c:v>-3.7828043382591381E-2</c:v>
                </c:pt>
                <c:pt idx="662">
                  <c:v>-3.7828043382591381E-2</c:v>
                </c:pt>
                <c:pt idx="663">
                  <c:v>-3.7828043382591381E-2</c:v>
                </c:pt>
                <c:pt idx="664">
                  <c:v>-3.7828043382591381E-2</c:v>
                </c:pt>
                <c:pt idx="665">
                  <c:v>-3.7828043382591381E-2</c:v>
                </c:pt>
                <c:pt idx="666">
                  <c:v>-3.7828043382591381E-2</c:v>
                </c:pt>
                <c:pt idx="667">
                  <c:v>-3.7828043382591381E-2</c:v>
                </c:pt>
                <c:pt idx="668">
                  <c:v>-3.7828043382591381E-2</c:v>
                </c:pt>
                <c:pt idx="669">
                  <c:v>-3.7828043382591381E-2</c:v>
                </c:pt>
                <c:pt idx="670">
                  <c:v>-3.7828043382591381E-2</c:v>
                </c:pt>
                <c:pt idx="671">
                  <c:v>-3.7828043382591381E-2</c:v>
                </c:pt>
                <c:pt idx="672">
                  <c:v>-3.7828043382591381E-2</c:v>
                </c:pt>
                <c:pt idx="673">
                  <c:v>-3.7828043382591381E-2</c:v>
                </c:pt>
                <c:pt idx="674">
                  <c:v>-3.7828043382591381E-2</c:v>
                </c:pt>
                <c:pt idx="675">
                  <c:v>-3.7828043382591381E-2</c:v>
                </c:pt>
                <c:pt idx="676">
                  <c:v>-3.7828043382591381E-2</c:v>
                </c:pt>
                <c:pt idx="677">
                  <c:v>-3.7828043382591381E-2</c:v>
                </c:pt>
                <c:pt idx="678">
                  <c:v>-3.7828043382591381E-2</c:v>
                </c:pt>
                <c:pt idx="679">
                  <c:v>-3.7828043382591381E-2</c:v>
                </c:pt>
                <c:pt idx="680">
                  <c:v>-3.7828043382591381E-2</c:v>
                </c:pt>
                <c:pt idx="681">
                  <c:v>-3.7828043382591381E-2</c:v>
                </c:pt>
                <c:pt idx="682">
                  <c:v>-3.7828043382591381E-2</c:v>
                </c:pt>
                <c:pt idx="683">
                  <c:v>-3.7828043382591381E-2</c:v>
                </c:pt>
                <c:pt idx="684">
                  <c:v>-3.7828043382591381E-2</c:v>
                </c:pt>
                <c:pt idx="685">
                  <c:v>-3.7828043382591381E-2</c:v>
                </c:pt>
                <c:pt idx="686">
                  <c:v>-3.7828043382591381E-2</c:v>
                </c:pt>
                <c:pt idx="687">
                  <c:v>-3.7828043382591381E-2</c:v>
                </c:pt>
                <c:pt idx="688">
                  <c:v>-3.7828043382591381E-2</c:v>
                </c:pt>
                <c:pt idx="689">
                  <c:v>-3.7828043382591381E-2</c:v>
                </c:pt>
                <c:pt idx="690">
                  <c:v>-3.7828043382591381E-2</c:v>
                </c:pt>
                <c:pt idx="691">
                  <c:v>-3.7828043382591381E-2</c:v>
                </c:pt>
                <c:pt idx="692">
                  <c:v>-3.7828043382591381E-2</c:v>
                </c:pt>
                <c:pt idx="693">
                  <c:v>-3.7828043382591381E-2</c:v>
                </c:pt>
                <c:pt idx="694">
                  <c:v>-3.7828043382591381E-2</c:v>
                </c:pt>
                <c:pt idx="695">
                  <c:v>-3.7828043382591381E-2</c:v>
                </c:pt>
                <c:pt idx="696">
                  <c:v>-3.7828043382591381E-2</c:v>
                </c:pt>
                <c:pt idx="697">
                  <c:v>-3.7828043382591381E-2</c:v>
                </c:pt>
                <c:pt idx="698">
                  <c:v>-3.7828043382591381E-2</c:v>
                </c:pt>
                <c:pt idx="699">
                  <c:v>-3.7828043382591381E-2</c:v>
                </c:pt>
                <c:pt idx="700">
                  <c:v>-3.7828043382591381E-2</c:v>
                </c:pt>
                <c:pt idx="701">
                  <c:v>-3.7828043382591381E-2</c:v>
                </c:pt>
                <c:pt idx="702">
                  <c:v>-3.7828043382591381E-2</c:v>
                </c:pt>
                <c:pt idx="703">
                  <c:v>-3.7828043382591381E-2</c:v>
                </c:pt>
                <c:pt idx="704">
                  <c:v>-3.7828043382591381E-2</c:v>
                </c:pt>
                <c:pt idx="705">
                  <c:v>-3.7828043382591381E-2</c:v>
                </c:pt>
                <c:pt idx="706">
                  <c:v>-3.7828043382591381E-2</c:v>
                </c:pt>
                <c:pt idx="707">
                  <c:v>-3.7828043382591381E-2</c:v>
                </c:pt>
                <c:pt idx="708">
                  <c:v>-3.7828043382591381E-2</c:v>
                </c:pt>
                <c:pt idx="709">
                  <c:v>-3.7828043382591381E-2</c:v>
                </c:pt>
                <c:pt idx="710">
                  <c:v>-3.7828043382591381E-2</c:v>
                </c:pt>
                <c:pt idx="711">
                  <c:v>-3.7828043382591381E-2</c:v>
                </c:pt>
                <c:pt idx="712">
                  <c:v>-3.7828043382591381E-2</c:v>
                </c:pt>
                <c:pt idx="713">
                  <c:v>-3.7828043382591381E-2</c:v>
                </c:pt>
                <c:pt idx="714">
                  <c:v>-3.7828043382591381E-2</c:v>
                </c:pt>
                <c:pt idx="715">
                  <c:v>-3.7828043382591381E-2</c:v>
                </c:pt>
                <c:pt idx="716">
                  <c:v>-3.7828043382591381E-2</c:v>
                </c:pt>
                <c:pt idx="717">
                  <c:v>-3.7828043382591381E-2</c:v>
                </c:pt>
                <c:pt idx="718">
                  <c:v>-3.7828043382591381E-2</c:v>
                </c:pt>
                <c:pt idx="719">
                  <c:v>-3.7828043382591381E-2</c:v>
                </c:pt>
                <c:pt idx="720">
                  <c:v>-3.7828043382591381E-2</c:v>
                </c:pt>
                <c:pt idx="721">
                  <c:v>-3.7828043382591381E-2</c:v>
                </c:pt>
                <c:pt idx="722">
                  <c:v>-3.7828043382591381E-2</c:v>
                </c:pt>
                <c:pt idx="723">
                  <c:v>-3.7828043382591381E-2</c:v>
                </c:pt>
                <c:pt idx="724">
                  <c:v>-3.7828043382591381E-2</c:v>
                </c:pt>
                <c:pt idx="725">
                  <c:v>-3.7828043382591381E-2</c:v>
                </c:pt>
                <c:pt idx="726">
                  <c:v>-3.7828043382591381E-2</c:v>
                </c:pt>
                <c:pt idx="727">
                  <c:v>-3.7828043382591381E-2</c:v>
                </c:pt>
                <c:pt idx="728">
                  <c:v>-3.7828043382591381E-2</c:v>
                </c:pt>
                <c:pt idx="729">
                  <c:v>-3.7828043382591381E-2</c:v>
                </c:pt>
                <c:pt idx="730">
                  <c:v>-3.7828043382591381E-2</c:v>
                </c:pt>
                <c:pt idx="731">
                  <c:v>-3.7828043382591381E-2</c:v>
                </c:pt>
                <c:pt idx="732">
                  <c:v>-3.7828043382591381E-2</c:v>
                </c:pt>
                <c:pt idx="733">
                  <c:v>-3.7828043382591381E-2</c:v>
                </c:pt>
                <c:pt idx="734">
                  <c:v>-3.7828043382591381E-2</c:v>
                </c:pt>
                <c:pt idx="735">
                  <c:v>-3.7828043382591381E-2</c:v>
                </c:pt>
                <c:pt idx="736">
                  <c:v>-3.7828043382591381E-2</c:v>
                </c:pt>
                <c:pt idx="737">
                  <c:v>-3.7828043382591381E-2</c:v>
                </c:pt>
                <c:pt idx="738">
                  <c:v>-3.7828043382591381E-2</c:v>
                </c:pt>
                <c:pt idx="739">
                  <c:v>-3.7828043382591381E-2</c:v>
                </c:pt>
                <c:pt idx="740">
                  <c:v>-3.7828043382591381E-2</c:v>
                </c:pt>
                <c:pt idx="741">
                  <c:v>-3.7828043382591381E-2</c:v>
                </c:pt>
                <c:pt idx="742">
                  <c:v>-3.7828043382591381E-2</c:v>
                </c:pt>
                <c:pt idx="743">
                  <c:v>-3.7828043382591381E-2</c:v>
                </c:pt>
                <c:pt idx="744">
                  <c:v>-3.7828043382591381E-2</c:v>
                </c:pt>
                <c:pt idx="745">
                  <c:v>-3.7828043382591381E-2</c:v>
                </c:pt>
                <c:pt idx="746">
                  <c:v>-3.7828043382591381E-2</c:v>
                </c:pt>
                <c:pt idx="747">
                  <c:v>-3.7828043382591381E-2</c:v>
                </c:pt>
                <c:pt idx="748">
                  <c:v>-3.7828043382591381E-2</c:v>
                </c:pt>
                <c:pt idx="749">
                  <c:v>-3.7828043382591381E-2</c:v>
                </c:pt>
                <c:pt idx="750">
                  <c:v>-3.7828043382591381E-2</c:v>
                </c:pt>
                <c:pt idx="751">
                  <c:v>-3.7828043382591381E-2</c:v>
                </c:pt>
                <c:pt idx="752">
                  <c:v>-3.7828043382591381E-2</c:v>
                </c:pt>
                <c:pt idx="753">
                  <c:v>-3.7828043382591381E-2</c:v>
                </c:pt>
                <c:pt idx="754">
                  <c:v>-3.7828043382591381E-2</c:v>
                </c:pt>
                <c:pt idx="755">
                  <c:v>-3.7828043382591381E-2</c:v>
                </c:pt>
                <c:pt idx="756">
                  <c:v>-3.7828043382591381E-2</c:v>
                </c:pt>
                <c:pt idx="757">
                  <c:v>-3.7828043382591381E-2</c:v>
                </c:pt>
                <c:pt idx="758">
                  <c:v>-3.7828043382591381E-2</c:v>
                </c:pt>
                <c:pt idx="759">
                  <c:v>-3.7828043382591381E-2</c:v>
                </c:pt>
                <c:pt idx="760">
                  <c:v>-3.7828043382591381E-2</c:v>
                </c:pt>
                <c:pt idx="761">
                  <c:v>-3.7828043382591381E-2</c:v>
                </c:pt>
                <c:pt idx="762">
                  <c:v>-3.7828043382591381E-2</c:v>
                </c:pt>
                <c:pt idx="763">
                  <c:v>-3.7828043382591381E-2</c:v>
                </c:pt>
                <c:pt idx="764">
                  <c:v>-3.7828043382591381E-2</c:v>
                </c:pt>
                <c:pt idx="765">
                  <c:v>-3.7828043382591381E-2</c:v>
                </c:pt>
                <c:pt idx="766">
                  <c:v>-3.7828043382591381E-2</c:v>
                </c:pt>
                <c:pt idx="767">
                  <c:v>-3.7828043382591381E-2</c:v>
                </c:pt>
                <c:pt idx="768">
                  <c:v>-3.7828043382591381E-2</c:v>
                </c:pt>
                <c:pt idx="769">
                  <c:v>-3.7828043382591381E-2</c:v>
                </c:pt>
                <c:pt idx="770">
                  <c:v>-3.7828043382591381E-2</c:v>
                </c:pt>
                <c:pt idx="771">
                  <c:v>-3.7828043382591381E-2</c:v>
                </c:pt>
                <c:pt idx="772">
                  <c:v>-3.7828043382591381E-2</c:v>
                </c:pt>
                <c:pt idx="773">
                  <c:v>-3.7828043382591381E-2</c:v>
                </c:pt>
                <c:pt idx="774">
                  <c:v>-3.7828043382591381E-2</c:v>
                </c:pt>
                <c:pt idx="775">
                  <c:v>-3.7828043382591381E-2</c:v>
                </c:pt>
                <c:pt idx="776">
                  <c:v>-3.7828043382591381E-2</c:v>
                </c:pt>
                <c:pt idx="777">
                  <c:v>-3.7828043382591381E-2</c:v>
                </c:pt>
                <c:pt idx="778">
                  <c:v>-3.7828043382591381E-2</c:v>
                </c:pt>
                <c:pt idx="779">
                  <c:v>-3.7828043382591381E-2</c:v>
                </c:pt>
                <c:pt idx="780">
                  <c:v>-3.7828043382591381E-2</c:v>
                </c:pt>
                <c:pt idx="781">
                  <c:v>-3.7828043382591381E-2</c:v>
                </c:pt>
                <c:pt idx="782">
                  <c:v>-3.7828043382591381E-2</c:v>
                </c:pt>
                <c:pt idx="783">
                  <c:v>-3.7828043382591381E-2</c:v>
                </c:pt>
                <c:pt idx="784">
                  <c:v>-3.7828043382591381E-2</c:v>
                </c:pt>
                <c:pt idx="785">
                  <c:v>-3.7828043382591381E-2</c:v>
                </c:pt>
                <c:pt idx="786">
                  <c:v>-3.7828043382591381E-2</c:v>
                </c:pt>
                <c:pt idx="787">
                  <c:v>-3.7828043382591381E-2</c:v>
                </c:pt>
                <c:pt idx="788">
                  <c:v>-3.7828043382591381E-2</c:v>
                </c:pt>
                <c:pt idx="789">
                  <c:v>-3.7828043382591381E-2</c:v>
                </c:pt>
                <c:pt idx="790">
                  <c:v>-3.7828043382591381E-2</c:v>
                </c:pt>
                <c:pt idx="791">
                  <c:v>-3.7828043382591381E-2</c:v>
                </c:pt>
                <c:pt idx="792">
                  <c:v>-3.7828043382591381E-2</c:v>
                </c:pt>
                <c:pt idx="793">
                  <c:v>-3.7828043382591381E-2</c:v>
                </c:pt>
                <c:pt idx="794">
                  <c:v>-3.7828043382591381E-2</c:v>
                </c:pt>
                <c:pt idx="795">
                  <c:v>-3.7828043382591381E-2</c:v>
                </c:pt>
                <c:pt idx="796">
                  <c:v>-3.7828043382591381E-2</c:v>
                </c:pt>
                <c:pt idx="797">
                  <c:v>-3.7828043382591381E-2</c:v>
                </c:pt>
                <c:pt idx="798">
                  <c:v>-3.7828043382591381E-2</c:v>
                </c:pt>
                <c:pt idx="799">
                  <c:v>-3.7828043382591381E-2</c:v>
                </c:pt>
                <c:pt idx="800">
                  <c:v>-3.7828043382591381E-2</c:v>
                </c:pt>
                <c:pt idx="801">
                  <c:v>-3.7828043382591381E-2</c:v>
                </c:pt>
                <c:pt idx="802">
                  <c:v>-3.7828043382591381E-2</c:v>
                </c:pt>
                <c:pt idx="803">
                  <c:v>-3.7828043382591381E-2</c:v>
                </c:pt>
                <c:pt idx="804">
                  <c:v>-3.7828043382591381E-2</c:v>
                </c:pt>
                <c:pt idx="805">
                  <c:v>-3.7828043382591381E-2</c:v>
                </c:pt>
                <c:pt idx="806">
                  <c:v>-3.7828043382591381E-2</c:v>
                </c:pt>
                <c:pt idx="807">
                  <c:v>-3.7828043382591381E-2</c:v>
                </c:pt>
                <c:pt idx="808">
                  <c:v>-3.7828043382591381E-2</c:v>
                </c:pt>
                <c:pt idx="809">
                  <c:v>-3.7828043382591381E-2</c:v>
                </c:pt>
                <c:pt idx="810">
                  <c:v>-3.7828043382591381E-2</c:v>
                </c:pt>
                <c:pt idx="811">
                  <c:v>-3.7828043382591381E-2</c:v>
                </c:pt>
                <c:pt idx="812">
                  <c:v>-3.7828043382591381E-2</c:v>
                </c:pt>
                <c:pt idx="813">
                  <c:v>-3.7828043382591381E-2</c:v>
                </c:pt>
                <c:pt idx="814">
                  <c:v>-3.7828043382591381E-2</c:v>
                </c:pt>
                <c:pt idx="815">
                  <c:v>-3.7828043382591381E-2</c:v>
                </c:pt>
                <c:pt idx="816">
                  <c:v>-3.7828043382591381E-2</c:v>
                </c:pt>
                <c:pt idx="817">
                  <c:v>-3.7828043382591381E-2</c:v>
                </c:pt>
                <c:pt idx="818">
                  <c:v>-3.7828043382591381E-2</c:v>
                </c:pt>
                <c:pt idx="819">
                  <c:v>-3.7828043382591381E-2</c:v>
                </c:pt>
                <c:pt idx="820">
                  <c:v>-3.7828043382591381E-2</c:v>
                </c:pt>
                <c:pt idx="821">
                  <c:v>-3.7828043382591381E-2</c:v>
                </c:pt>
                <c:pt idx="822">
                  <c:v>-3.7828043382591381E-2</c:v>
                </c:pt>
                <c:pt idx="823">
                  <c:v>-3.7828043382591381E-2</c:v>
                </c:pt>
                <c:pt idx="824">
                  <c:v>-3.7828043382591381E-2</c:v>
                </c:pt>
                <c:pt idx="825">
                  <c:v>-3.7828043382591381E-2</c:v>
                </c:pt>
                <c:pt idx="826">
                  <c:v>-3.7828043382591381E-2</c:v>
                </c:pt>
                <c:pt idx="827">
                  <c:v>-3.7828043382591381E-2</c:v>
                </c:pt>
                <c:pt idx="828">
                  <c:v>-3.7828043382591381E-2</c:v>
                </c:pt>
                <c:pt idx="829">
                  <c:v>-3.7828043382591381E-2</c:v>
                </c:pt>
                <c:pt idx="830">
                  <c:v>-3.7828043382591381E-2</c:v>
                </c:pt>
                <c:pt idx="831">
                  <c:v>-3.7828043382591381E-2</c:v>
                </c:pt>
                <c:pt idx="832">
                  <c:v>-3.7828043382591381E-2</c:v>
                </c:pt>
                <c:pt idx="833">
                  <c:v>-3.7828043382591381E-2</c:v>
                </c:pt>
                <c:pt idx="834">
                  <c:v>-3.7828043382591381E-2</c:v>
                </c:pt>
                <c:pt idx="835">
                  <c:v>-3.7828043382591381E-2</c:v>
                </c:pt>
                <c:pt idx="836">
                  <c:v>-3.7828043382591381E-2</c:v>
                </c:pt>
                <c:pt idx="837">
                  <c:v>-3.7828043382591381E-2</c:v>
                </c:pt>
                <c:pt idx="838">
                  <c:v>-3.7828043382591381E-2</c:v>
                </c:pt>
                <c:pt idx="839">
                  <c:v>-3.7828043382591381E-2</c:v>
                </c:pt>
                <c:pt idx="840">
                  <c:v>-3.7828043382591381E-2</c:v>
                </c:pt>
                <c:pt idx="841">
                  <c:v>-3.7828043382591381E-2</c:v>
                </c:pt>
                <c:pt idx="842">
                  <c:v>-3.7828043382591381E-2</c:v>
                </c:pt>
                <c:pt idx="843">
                  <c:v>-3.7828043382591381E-2</c:v>
                </c:pt>
                <c:pt idx="844">
                  <c:v>-3.7828043382591381E-2</c:v>
                </c:pt>
                <c:pt idx="845">
                  <c:v>-3.7828043382591381E-2</c:v>
                </c:pt>
                <c:pt idx="846">
                  <c:v>-3.7828043382591381E-2</c:v>
                </c:pt>
                <c:pt idx="847">
                  <c:v>-3.7828043382591381E-2</c:v>
                </c:pt>
                <c:pt idx="848">
                  <c:v>-3.7828043382591381E-2</c:v>
                </c:pt>
                <c:pt idx="849">
                  <c:v>-3.7828043382591381E-2</c:v>
                </c:pt>
                <c:pt idx="850">
                  <c:v>-3.7828043382591381E-2</c:v>
                </c:pt>
                <c:pt idx="851">
                  <c:v>-3.7828043382591381E-2</c:v>
                </c:pt>
                <c:pt idx="852">
                  <c:v>-3.7828043382591381E-2</c:v>
                </c:pt>
                <c:pt idx="853">
                  <c:v>-3.7828043382591381E-2</c:v>
                </c:pt>
                <c:pt idx="854">
                  <c:v>-3.7828043382591381E-2</c:v>
                </c:pt>
                <c:pt idx="855">
                  <c:v>-3.7828043382591381E-2</c:v>
                </c:pt>
                <c:pt idx="856">
                  <c:v>-3.7828043382591381E-2</c:v>
                </c:pt>
                <c:pt idx="857">
                  <c:v>-3.7828043382591381E-2</c:v>
                </c:pt>
                <c:pt idx="858">
                  <c:v>-3.7828043382591381E-2</c:v>
                </c:pt>
                <c:pt idx="859">
                  <c:v>-3.7828043382591381E-2</c:v>
                </c:pt>
                <c:pt idx="860">
                  <c:v>-3.7828043382591381E-2</c:v>
                </c:pt>
                <c:pt idx="861">
                  <c:v>-3.7828043382591381E-2</c:v>
                </c:pt>
                <c:pt idx="862">
                  <c:v>-3.7828043382591381E-2</c:v>
                </c:pt>
                <c:pt idx="863">
                  <c:v>-3.7828043382591381E-2</c:v>
                </c:pt>
                <c:pt idx="864">
                  <c:v>-3.7828043382591381E-2</c:v>
                </c:pt>
                <c:pt idx="865">
                  <c:v>-3.7828043382591381E-2</c:v>
                </c:pt>
                <c:pt idx="866">
                  <c:v>-3.7828043382591381E-2</c:v>
                </c:pt>
                <c:pt idx="867">
                  <c:v>-3.7828043382591381E-2</c:v>
                </c:pt>
                <c:pt idx="868">
                  <c:v>-3.7828043382591381E-2</c:v>
                </c:pt>
                <c:pt idx="869">
                  <c:v>-3.7828043382591381E-2</c:v>
                </c:pt>
                <c:pt idx="870">
                  <c:v>-3.7828043382591381E-2</c:v>
                </c:pt>
                <c:pt idx="871">
                  <c:v>-3.7828043382591381E-2</c:v>
                </c:pt>
                <c:pt idx="872">
                  <c:v>-3.7828043382591381E-2</c:v>
                </c:pt>
                <c:pt idx="873">
                  <c:v>-3.7828043382591381E-2</c:v>
                </c:pt>
                <c:pt idx="874">
                  <c:v>-3.7828043382591381E-2</c:v>
                </c:pt>
                <c:pt idx="875">
                  <c:v>-3.7828043382591381E-2</c:v>
                </c:pt>
                <c:pt idx="876">
                  <c:v>-3.7828043382591381E-2</c:v>
                </c:pt>
                <c:pt idx="877">
                  <c:v>-3.7828043382591381E-2</c:v>
                </c:pt>
                <c:pt idx="878">
                  <c:v>-3.7828043382591381E-2</c:v>
                </c:pt>
                <c:pt idx="879">
                  <c:v>-3.7828043382591381E-2</c:v>
                </c:pt>
                <c:pt idx="880">
                  <c:v>-3.7828043382591381E-2</c:v>
                </c:pt>
                <c:pt idx="881">
                  <c:v>-3.7828043382591381E-2</c:v>
                </c:pt>
                <c:pt idx="882">
                  <c:v>-3.7828043382591381E-2</c:v>
                </c:pt>
                <c:pt idx="883">
                  <c:v>-3.7828043382591381E-2</c:v>
                </c:pt>
                <c:pt idx="884">
                  <c:v>-3.7828043382591381E-2</c:v>
                </c:pt>
                <c:pt idx="885">
                  <c:v>-3.7828043382591381E-2</c:v>
                </c:pt>
                <c:pt idx="886">
                  <c:v>-3.7828043382591381E-2</c:v>
                </c:pt>
                <c:pt idx="887">
                  <c:v>-3.7828043382591381E-2</c:v>
                </c:pt>
                <c:pt idx="888">
                  <c:v>-3.7828043382591381E-2</c:v>
                </c:pt>
                <c:pt idx="889">
                  <c:v>-3.7828043382591381E-2</c:v>
                </c:pt>
                <c:pt idx="890">
                  <c:v>-3.7828043382591381E-2</c:v>
                </c:pt>
                <c:pt idx="891">
                  <c:v>-3.7828043382591381E-2</c:v>
                </c:pt>
                <c:pt idx="892">
                  <c:v>-3.7828043382591381E-2</c:v>
                </c:pt>
                <c:pt idx="893">
                  <c:v>-3.7828043382591381E-2</c:v>
                </c:pt>
                <c:pt idx="894">
                  <c:v>-3.7828043382591381E-2</c:v>
                </c:pt>
                <c:pt idx="895">
                  <c:v>-3.7828043382591381E-2</c:v>
                </c:pt>
                <c:pt idx="896">
                  <c:v>-3.7828043382591381E-2</c:v>
                </c:pt>
                <c:pt idx="897">
                  <c:v>-3.7828043382591381E-2</c:v>
                </c:pt>
                <c:pt idx="898">
                  <c:v>-3.7828043382591381E-2</c:v>
                </c:pt>
                <c:pt idx="899">
                  <c:v>-3.7828043382591381E-2</c:v>
                </c:pt>
                <c:pt idx="900">
                  <c:v>-3.7828043382591381E-2</c:v>
                </c:pt>
                <c:pt idx="901">
                  <c:v>-3.7828043382591381E-2</c:v>
                </c:pt>
                <c:pt idx="902">
                  <c:v>-3.7828043382591381E-2</c:v>
                </c:pt>
                <c:pt idx="903">
                  <c:v>-3.7828043382591381E-2</c:v>
                </c:pt>
                <c:pt idx="904">
                  <c:v>-3.7828043382591381E-2</c:v>
                </c:pt>
                <c:pt idx="905">
                  <c:v>-3.7828043382591381E-2</c:v>
                </c:pt>
                <c:pt idx="906">
                  <c:v>-3.7828043382591381E-2</c:v>
                </c:pt>
                <c:pt idx="907">
                  <c:v>-3.7828043382591381E-2</c:v>
                </c:pt>
                <c:pt idx="908">
                  <c:v>-3.7828043382591381E-2</c:v>
                </c:pt>
                <c:pt idx="909">
                  <c:v>-3.7828043382591381E-2</c:v>
                </c:pt>
                <c:pt idx="910">
                  <c:v>-3.7828043382591381E-2</c:v>
                </c:pt>
                <c:pt idx="911">
                  <c:v>-3.7828043382591381E-2</c:v>
                </c:pt>
                <c:pt idx="912">
                  <c:v>-3.7828043382591381E-2</c:v>
                </c:pt>
                <c:pt idx="913">
                  <c:v>-3.7828043382591381E-2</c:v>
                </c:pt>
                <c:pt idx="914">
                  <c:v>-3.7828043382591381E-2</c:v>
                </c:pt>
                <c:pt idx="915">
                  <c:v>-3.7828043382591381E-2</c:v>
                </c:pt>
                <c:pt idx="916">
                  <c:v>-3.7828043382591381E-2</c:v>
                </c:pt>
                <c:pt idx="917">
                  <c:v>-3.7828043382591381E-2</c:v>
                </c:pt>
                <c:pt idx="918">
                  <c:v>-3.7828043382591381E-2</c:v>
                </c:pt>
                <c:pt idx="919">
                  <c:v>-3.7828043382591381E-2</c:v>
                </c:pt>
                <c:pt idx="920">
                  <c:v>-3.7828043382591381E-2</c:v>
                </c:pt>
                <c:pt idx="921">
                  <c:v>-3.7828043382591381E-2</c:v>
                </c:pt>
                <c:pt idx="922">
                  <c:v>-3.7828043382591381E-2</c:v>
                </c:pt>
                <c:pt idx="923">
                  <c:v>-3.7828043382591381E-2</c:v>
                </c:pt>
                <c:pt idx="924">
                  <c:v>-3.7828043382591381E-2</c:v>
                </c:pt>
                <c:pt idx="925">
                  <c:v>-3.7828043382591381E-2</c:v>
                </c:pt>
                <c:pt idx="926">
                  <c:v>-3.7828043382591381E-2</c:v>
                </c:pt>
                <c:pt idx="927">
                  <c:v>-3.7828043382591381E-2</c:v>
                </c:pt>
                <c:pt idx="928">
                  <c:v>-3.7828043382591381E-2</c:v>
                </c:pt>
                <c:pt idx="929">
                  <c:v>-3.7828043382591381E-2</c:v>
                </c:pt>
                <c:pt idx="930">
                  <c:v>-3.7828043382591381E-2</c:v>
                </c:pt>
                <c:pt idx="931">
                  <c:v>-3.7828043382591381E-2</c:v>
                </c:pt>
                <c:pt idx="932">
                  <c:v>-3.7828043382591381E-2</c:v>
                </c:pt>
                <c:pt idx="933">
                  <c:v>-3.7828043382591381E-2</c:v>
                </c:pt>
                <c:pt idx="934">
                  <c:v>-3.7828043382591381E-2</c:v>
                </c:pt>
                <c:pt idx="935">
                  <c:v>-3.7828043382591381E-2</c:v>
                </c:pt>
                <c:pt idx="936">
                  <c:v>-3.7828043382591381E-2</c:v>
                </c:pt>
                <c:pt idx="937">
                  <c:v>-3.7828043382591381E-2</c:v>
                </c:pt>
                <c:pt idx="938">
                  <c:v>-3.7828043382591381E-2</c:v>
                </c:pt>
                <c:pt idx="939">
                  <c:v>-3.7828043382591381E-2</c:v>
                </c:pt>
                <c:pt idx="940">
                  <c:v>-3.7828043382591381E-2</c:v>
                </c:pt>
                <c:pt idx="941">
                  <c:v>-3.7828043382591381E-2</c:v>
                </c:pt>
                <c:pt idx="942">
                  <c:v>-3.7828043382591381E-2</c:v>
                </c:pt>
                <c:pt idx="943">
                  <c:v>-3.7828043382591381E-2</c:v>
                </c:pt>
                <c:pt idx="944">
                  <c:v>-3.7828043382591381E-2</c:v>
                </c:pt>
                <c:pt idx="945">
                  <c:v>-3.7828043382591381E-2</c:v>
                </c:pt>
                <c:pt idx="946">
                  <c:v>-3.7828043382591381E-2</c:v>
                </c:pt>
                <c:pt idx="947">
                  <c:v>-3.7828043382591381E-2</c:v>
                </c:pt>
                <c:pt idx="948">
                  <c:v>-3.7828043382591381E-2</c:v>
                </c:pt>
                <c:pt idx="949">
                  <c:v>-3.7828043382591381E-2</c:v>
                </c:pt>
                <c:pt idx="950">
                  <c:v>-3.7828043382591381E-2</c:v>
                </c:pt>
                <c:pt idx="951">
                  <c:v>-3.7828043382591381E-2</c:v>
                </c:pt>
                <c:pt idx="952">
                  <c:v>-3.7828043382591381E-2</c:v>
                </c:pt>
                <c:pt idx="953">
                  <c:v>-3.7828043382591381E-2</c:v>
                </c:pt>
                <c:pt idx="954">
                  <c:v>-3.7828043382591381E-2</c:v>
                </c:pt>
                <c:pt idx="955">
                  <c:v>-3.7828043382591381E-2</c:v>
                </c:pt>
                <c:pt idx="956">
                  <c:v>-3.7828043382591381E-2</c:v>
                </c:pt>
                <c:pt idx="957">
                  <c:v>-3.7828043382591381E-2</c:v>
                </c:pt>
                <c:pt idx="958">
                  <c:v>-3.7828043382591381E-2</c:v>
                </c:pt>
                <c:pt idx="959">
                  <c:v>-3.7828043382591381E-2</c:v>
                </c:pt>
                <c:pt idx="960">
                  <c:v>-3.7828043382591381E-2</c:v>
                </c:pt>
                <c:pt idx="961">
                  <c:v>-3.7828043382591381E-2</c:v>
                </c:pt>
                <c:pt idx="962">
                  <c:v>-3.7828043382591381E-2</c:v>
                </c:pt>
                <c:pt idx="963">
                  <c:v>-3.7828043382591381E-2</c:v>
                </c:pt>
                <c:pt idx="964">
                  <c:v>-3.7828043382591381E-2</c:v>
                </c:pt>
                <c:pt idx="965">
                  <c:v>-3.7828043382591381E-2</c:v>
                </c:pt>
                <c:pt idx="966">
                  <c:v>-3.7828043382591381E-2</c:v>
                </c:pt>
                <c:pt idx="967">
                  <c:v>-3.7828043382591381E-2</c:v>
                </c:pt>
                <c:pt idx="968">
                  <c:v>-3.7828043382591381E-2</c:v>
                </c:pt>
                <c:pt idx="969">
                  <c:v>-3.7828043382591381E-2</c:v>
                </c:pt>
                <c:pt idx="970">
                  <c:v>-3.7828043382591381E-2</c:v>
                </c:pt>
                <c:pt idx="971">
                  <c:v>-3.7828043382591381E-2</c:v>
                </c:pt>
                <c:pt idx="972">
                  <c:v>-3.7828043382591381E-2</c:v>
                </c:pt>
                <c:pt idx="973">
                  <c:v>-3.7828043382591381E-2</c:v>
                </c:pt>
                <c:pt idx="974">
                  <c:v>-3.7828043382591381E-2</c:v>
                </c:pt>
                <c:pt idx="975">
                  <c:v>-3.7828043382591381E-2</c:v>
                </c:pt>
                <c:pt idx="976">
                  <c:v>-3.7828043382591381E-2</c:v>
                </c:pt>
                <c:pt idx="977">
                  <c:v>-3.7828043382591381E-2</c:v>
                </c:pt>
                <c:pt idx="978">
                  <c:v>-3.7828043382591381E-2</c:v>
                </c:pt>
                <c:pt idx="979">
                  <c:v>-3.7828043382591381E-2</c:v>
                </c:pt>
                <c:pt idx="980">
                  <c:v>-3.7828043382591381E-2</c:v>
                </c:pt>
                <c:pt idx="981">
                  <c:v>-3.7828043382591381E-2</c:v>
                </c:pt>
                <c:pt idx="982">
                  <c:v>-3.7828043382591381E-2</c:v>
                </c:pt>
                <c:pt idx="983">
                  <c:v>-3.7828043382591381E-2</c:v>
                </c:pt>
                <c:pt idx="984">
                  <c:v>-3.7828043382591381E-2</c:v>
                </c:pt>
                <c:pt idx="985">
                  <c:v>-3.7828043382591381E-2</c:v>
                </c:pt>
                <c:pt idx="986">
                  <c:v>-3.7828043382591381E-2</c:v>
                </c:pt>
                <c:pt idx="987">
                  <c:v>-3.7828043382591381E-2</c:v>
                </c:pt>
                <c:pt idx="988">
                  <c:v>-3.7828043382591381E-2</c:v>
                </c:pt>
                <c:pt idx="989">
                  <c:v>-3.7828043382591381E-2</c:v>
                </c:pt>
                <c:pt idx="990">
                  <c:v>-3.7828043382591381E-2</c:v>
                </c:pt>
                <c:pt idx="991">
                  <c:v>-3.7828043382591381E-2</c:v>
                </c:pt>
                <c:pt idx="992">
                  <c:v>-3.7828043382591381E-2</c:v>
                </c:pt>
                <c:pt idx="993">
                  <c:v>-3.7828043382591381E-2</c:v>
                </c:pt>
                <c:pt idx="994">
                  <c:v>-3.7828043382591381E-2</c:v>
                </c:pt>
                <c:pt idx="995">
                  <c:v>-3.7828043382591381E-2</c:v>
                </c:pt>
                <c:pt idx="996">
                  <c:v>-3.7828043382591381E-2</c:v>
                </c:pt>
                <c:pt idx="997">
                  <c:v>-3.7828043382591381E-2</c:v>
                </c:pt>
                <c:pt idx="998">
                  <c:v>-3.7828043382591381E-2</c:v>
                </c:pt>
                <c:pt idx="999">
                  <c:v>-3.7828043382591381E-2</c:v>
                </c:pt>
                <c:pt idx="1000">
                  <c:v>-3.7828043382591381E-2</c:v>
                </c:pt>
                <c:pt idx="1001">
                  <c:v>-3.7828043382591381E-2</c:v>
                </c:pt>
                <c:pt idx="1002">
                  <c:v>-3.7828043382591381E-2</c:v>
                </c:pt>
                <c:pt idx="1003">
                  <c:v>-3.7828043382591381E-2</c:v>
                </c:pt>
                <c:pt idx="1004">
                  <c:v>-3.7828043382591381E-2</c:v>
                </c:pt>
                <c:pt idx="1005">
                  <c:v>-3.7828043382591381E-2</c:v>
                </c:pt>
                <c:pt idx="1006">
                  <c:v>-3.7828043382591381E-2</c:v>
                </c:pt>
                <c:pt idx="1007">
                  <c:v>-3.7828043382591381E-2</c:v>
                </c:pt>
                <c:pt idx="1008">
                  <c:v>-3.7828043382591381E-2</c:v>
                </c:pt>
                <c:pt idx="1009">
                  <c:v>-3.7828043382591381E-2</c:v>
                </c:pt>
                <c:pt idx="1010">
                  <c:v>-3.7828043382591381E-2</c:v>
                </c:pt>
                <c:pt idx="1011">
                  <c:v>-3.7828043382591381E-2</c:v>
                </c:pt>
                <c:pt idx="1012">
                  <c:v>-3.7828043382591381E-2</c:v>
                </c:pt>
                <c:pt idx="1013">
                  <c:v>-3.7828043382591381E-2</c:v>
                </c:pt>
                <c:pt idx="1014">
                  <c:v>-3.7828043382591381E-2</c:v>
                </c:pt>
                <c:pt idx="1015">
                  <c:v>-3.7828043382591381E-2</c:v>
                </c:pt>
                <c:pt idx="1016">
                  <c:v>-3.7828043382591381E-2</c:v>
                </c:pt>
                <c:pt idx="1017">
                  <c:v>-3.7828043382591381E-2</c:v>
                </c:pt>
                <c:pt idx="1018">
                  <c:v>-3.7828043382591381E-2</c:v>
                </c:pt>
                <c:pt idx="1019">
                  <c:v>-3.7828043382591381E-2</c:v>
                </c:pt>
                <c:pt idx="1020">
                  <c:v>-3.7828043382591381E-2</c:v>
                </c:pt>
                <c:pt idx="1021">
                  <c:v>-3.7828043382591381E-2</c:v>
                </c:pt>
                <c:pt idx="1022">
                  <c:v>-3.7828043382591381E-2</c:v>
                </c:pt>
                <c:pt idx="1023">
                  <c:v>-3.7828043382591381E-2</c:v>
                </c:pt>
                <c:pt idx="1024">
                  <c:v>-3.7828043382591381E-2</c:v>
                </c:pt>
                <c:pt idx="1025">
                  <c:v>-3.7828043382591381E-2</c:v>
                </c:pt>
                <c:pt idx="1026">
                  <c:v>-3.7828043382591381E-2</c:v>
                </c:pt>
                <c:pt idx="1027">
                  <c:v>-3.7828043382591381E-2</c:v>
                </c:pt>
                <c:pt idx="1028">
                  <c:v>-3.7828043382591381E-2</c:v>
                </c:pt>
                <c:pt idx="1029">
                  <c:v>-3.7828043382591381E-2</c:v>
                </c:pt>
                <c:pt idx="1030">
                  <c:v>-3.7828043382591381E-2</c:v>
                </c:pt>
                <c:pt idx="1031">
                  <c:v>-3.7828043382591381E-2</c:v>
                </c:pt>
                <c:pt idx="1032">
                  <c:v>-3.7828043382591381E-2</c:v>
                </c:pt>
                <c:pt idx="1033">
                  <c:v>-3.7828043382591381E-2</c:v>
                </c:pt>
                <c:pt idx="1034">
                  <c:v>-3.7828043382591381E-2</c:v>
                </c:pt>
                <c:pt idx="1035">
                  <c:v>-3.7828043382591381E-2</c:v>
                </c:pt>
                <c:pt idx="1036">
                  <c:v>-3.7828043382591381E-2</c:v>
                </c:pt>
                <c:pt idx="1037">
                  <c:v>-3.7828043382591381E-2</c:v>
                </c:pt>
                <c:pt idx="1038">
                  <c:v>-3.7828043382591381E-2</c:v>
                </c:pt>
                <c:pt idx="1039">
                  <c:v>-3.7828043382591381E-2</c:v>
                </c:pt>
                <c:pt idx="1040">
                  <c:v>-3.7828043382591381E-2</c:v>
                </c:pt>
                <c:pt idx="1041">
                  <c:v>-3.7828043382591381E-2</c:v>
                </c:pt>
                <c:pt idx="1042">
                  <c:v>-3.7828043382591381E-2</c:v>
                </c:pt>
                <c:pt idx="1043">
                  <c:v>-3.7828043382591381E-2</c:v>
                </c:pt>
                <c:pt idx="1044">
                  <c:v>-3.7828043382591381E-2</c:v>
                </c:pt>
                <c:pt idx="1045">
                  <c:v>-3.7828043382591381E-2</c:v>
                </c:pt>
                <c:pt idx="1046">
                  <c:v>-3.7828043382591381E-2</c:v>
                </c:pt>
                <c:pt idx="1047">
                  <c:v>-3.7828043382591381E-2</c:v>
                </c:pt>
                <c:pt idx="1048">
                  <c:v>-3.7828043382591381E-2</c:v>
                </c:pt>
                <c:pt idx="1049">
                  <c:v>-3.7828043382591381E-2</c:v>
                </c:pt>
                <c:pt idx="1050">
                  <c:v>-3.7828043382591381E-2</c:v>
                </c:pt>
                <c:pt idx="1051">
                  <c:v>-3.7828043382591381E-2</c:v>
                </c:pt>
                <c:pt idx="1052">
                  <c:v>-3.7828043382591381E-2</c:v>
                </c:pt>
                <c:pt idx="1053">
                  <c:v>-3.7828043382591381E-2</c:v>
                </c:pt>
                <c:pt idx="1054">
                  <c:v>-3.7828043382591381E-2</c:v>
                </c:pt>
                <c:pt idx="1055">
                  <c:v>-3.7828043382591381E-2</c:v>
                </c:pt>
                <c:pt idx="1056">
                  <c:v>-3.7828043382591381E-2</c:v>
                </c:pt>
                <c:pt idx="1057">
                  <c:v>-3.7828043382591381E-2</c:v>
                </c:pt>
                <c:pt idx="1058">
                  <c:v>-3.7828043382591381E-2</c:v>
                </c:pt>
                <c:pt idx="1059">
                  <c:v>-3.7828043382591381E-2</c:v>
                </c:pt>
                <c:pt idx="1060">
                  <c:v>-3.7828043382591381E-2</c:v>
                </c:pt>
                <c:pt idx="1061">
                  <c:v>-3.7828043382591381E-2</c:v>
                </c:pt>
                <c:pt idx="1062">
                  <c:v>-3.7828043382591381E-2</c:v>
                </c:pt>
                <c:pt idx="1063">
                  <c:v>-3.7828043382591381E-2</c:v>
                </c:pt>
                <c:pt idx="1064">
                  <c:v>-3.7828043382591381E-2</c:v>
                </c:pt>
                <c:pt idx="1065">
                  <c:v>-3.7828043382591381E-2</c:v>
                </c:pt>
                <c:pt idx="1066">
                  <c:v>-3.7828043382591381E-2</c:v>
                </c:pt>
                <c:pt idx="1067">
                  <c:v>-3.7828043382591381E-2</c:v>
                </c:pt>
                <c:pt idx="1068">
                  <c:v>-3.7828043382591381E-2</c:v>
                </c:pt>
                <c:pt idx="1069">
                  <c:v>-3.7828043382591381E-2</c:v>
                </c:pt>
                <c:pt idx="1070">
                  <c:v>-3.7828043382591381E-2</c:v>
                </c:pt>
                <c:pt idx="1071">
                  <c:v>-3.7828043382591381E-2</c:v>
                </c:pt>
                <c:pt idx="1072">
                  <c:v>-3.7828043382591381E-2</c:v>
                </c:pt>
                <c:pt idx="1073">
                  <c:v>-3.7828043382591381E-2</c:v>
                </c:pt>
                <c:pt idx="1074">
                  <c:v>-3.7828043382591381E-2</c:v>
                </c:pt>
                <c:pt idx="1075">
                  <c:v>-3.7828043382591381E-2</c:v>
                </c:pt>
                <c:pt idx="1076">
                  <c:v>-3.7828043382591381E-2</c:v>
                </c:pt>
                <c:pt idx="1077">
                  <c:v>-3.7828043382591381E-2</c:v>
                </c:pt>
                <c:pt idx="1078">
                  <c:v>-3.7828043382591381E-2</c:v>
                </c:pt>
                <c:pt idx="1079">
                  <c:v>-3.7828043382591381E-2</c:v>
                </c:pt>
                <c:pt idx="1080">
                  <c:v>-3.7828043382591381E-2</c:v>
                </c:pt>
                <c:pt idx="1081">
                  <c:v>-3.7828043382591381E-2</c:v>
                </c:pt>
                <c:pt idx="1082">
                  <c:v>-3.7828043382591381E-2</c:v>
                </c:pt>
                <c:pt idx="1083">
                  <c:v>-3.7828043382591381E-2</c:v>
                </c:pt>
                <c:pt idx="1084">
                  <c:v>-3.7828043382591381E-2</c:v>
                </c:pt>
                <c:pt idx="1085">
                  <c:v>-3.7828043382591381E-2</c:v>
                </c:pt>
                <c:pt idx="1086">
                  <c:v>-3.7828043382591381E-2</c:v>
                </c:pt>
                <c:pt idx="1087">
                  <c:v>-3.7828043382591381E-2</c:v>
                </c:pt>
                <c:pt idx="1088">
                  <c:v>-3.7828043382591381E-2</c:v>
                </c:pt>
                <c:pt idx="1089">
                  <c:v>-3.7828043382591381E-2</c:v>
                </c:pt>
                <c:pt idx="1090">
                  <c:v>-3.7828043382591381E-2</c:v>
                </c:pt>
                <c:pt idx="1091">
                  <c:v>-3.7828043382591381E-2</c:v>
                </c:pt>
                <c:pt idx="1092">
                  <c:v>-3.7828043382591381E-2</c:v>
                </c:pt>
                <c:pt idx="1093">
                  <c:v>-3.7828043382591381E-2</c:v>
                </c:pt>
                <c:pt idx="1094">
                  <c:v>-3.7828043382591381E-2</c:v>
                </c:pt>
                <c:pt idx="1095">
                  <c:v>-3.7828043382591381E-2</c:v>
                </c:pt>
                <c:pt idx="1096">
                  <c:v>-3.7828043382591381E-2</c:v>
                </c:pt>
                <c:pt idx="1097">
                  <c:v>-3.7828043382591381E-2</c:v>
                </c:pt>
                <c:pt idx="1098">
                  <c:v>-3.7828043382591381E-2</c:v>
                </c:pt>
                <c:pt idx="1099">
                  <c:v>-3.7828043382591381E-2</c:v>
                </c:pt>
                <c:pt idx="1100">
                  <c:v>-3.7828043382591381E-2</c:v>
                </c:pt>
                <c:pt idx="1101">
                  <c:v>-3.7828043382591381E-2</c:v>
                </c:pt>
                <c:pt idx="1102">
                  <c:v>-3.7828043382591381E-2</c:v>
                </c:pt>
                <c:pt idx="1103">
                  <c:v>-3.7828043382591381E-2</c:v>
                </c:pt>
                <c:pt idx="1104">
                  <c:v>-3.7828043382591381E-2</c:v>
                </c:pt>
                <c:pt idx="1105">
                  <c:v>-3.7828043382591381E-2</c:v>
                </c:pt>
                <c:pt idx="1106">
                  <c:v>-3.7828043382591381E-2</c:v>
                </c:pt>
                <c:pt idx="1107">
                  <c:v>-3.7828043382591381E-2</c:v>
                </c:pt>
                <c:pt idx="1108">
                  <c:v>-3.7828043382591381E-2</c:v>
                </c:pt>
                <c:pt idx="1109">
                  <c:v>-3.7828043382591381E-2</c:v>
                </c:pt>
                <c:pt idx="1110">
                  <c:v>-3.7828043382591381E-2</c:v>
                </c:pt>
                <c:pt idx="1111">
                  <c:v>-3.7828043382591381E-2</c:v>
                </c:pt>
                <c:pt idx="1112">
                  <c:v>-3.7828043382591381E-2</c:v>
                </c:pt>
                <c:pt idx="1113">
                  <c:v>-3.7828043382591381E-2</c:v>
                </c:pt>
                <c:pt idx="1114">
                  <c:v>-3.7828043382591381E-2</c:v>
                </c:pt>
                <c:pt idx="1115">
                  <c:v>-3.7828043382591381E-2</c:v>
                </c:pt>
                <c:pt idx="1116">
                  <c:v>-3.7828043382591381E-2</c:v>
                </c:pt>
                <c:pt idx="1117">
                  <c:v>-3.7828043382591381E-2</c:v>
                </c:pt>
                <c:pt idx="1118">
                  <c:v>-3.7828043382591381E-2</c:v>
                </c:pt>
                <c:pt idx="1119">
                  <c:v>-3.7828043382591381E-2</c:v>
                </c:pt>
                <c:pt idx="1120">
                  <c:v>-3.7828043382591381E-2</c:v>
                </c:pt>
                <c:pt idx="1121">
                  <c:v>-3.7828043382591381E-2</c:v>
                </c:pt>
                <c:pt idx="1122">
                  <c:v>-3.7828043382591381E-2</c:v>
                </c:pt>
                <c:pt idx="1123">
                  <c:v>-3.7828043382591381E-2</c:v>
                </c:pt>
                <c:pt idx="1124">
                  <c:v>-3.7828043382591381E-2</c:v>
                </c:pt>
                <c:pt idx="1125">
                  <c:v>-3.7828043382591381E-2</c:v>
                </c:pt>
                <c:pt idx="1126">
                  <c:v>-3.7828043382591381E-2</c:v>
                </c:pt>
                <c:pt idx="1127">
                  <c:v>-3.7828043382591381E-2</c:v>
                </c:pt>
                <c:pt idx="1128">
                  <c:v>-3.7828043382591381E-2</c:v>
                </c:pt>
                <c:pt idx="1129">
                  <c:v>-3.7828043382591381E-2</c:v>
                </c:pt>
                <c:pt idx="1130">
                  <c:v>-3.7828043382591381E-2</c:v>
                </c:pt>
                <c:pt idx="1131">
                  <c:v>-3.7828043382591381E-2</c:v>
                </c:pt>
                <c:pt idx="1132">
                  <c:v>-3.7828043382591381E-2</c:v>
                </c:pt>
                <c:pt idx="1133">
                  <c:v>-3.7828043382591381E-2</c:v>
                </c:pt>
                <c:pt idx="1134">
                  <c:v>-3.7828043382591381E-2</c:v>
                </c:pt>
                <c:pt idx="1135">
                  <c:v>-3.7828043382591381E-2</c:v>
                </c:pt>
                <c:pt idx="1136">
                  <c:v>-3.7828043382591381E-2</c:v>
                </c:pt>
                <c:pt idx="1137">
                  <c:v>-3.7828043382591381E-2</c:v>
                </c:pt>
                <c:pt idx="1138">
                  <c:v>-3.7828043382591381E-2</c:v>
                </c:pt>
                <c:pt idx="1139">
                  <c:v>-3.7828043382591381E-2</c:v>
                </c:pt>
                <c:pt idx="1140">
                  <c:v>-3.7828043382591381E-2</c:v>
                </c:pt>
                <c:pt idx="1141">
                  <c:v>-3.7828043382591381E-2</c:v>
                </c:pt>
                <c:pt idx="1142">
                  <c:v>-3.7828043382591381E-2</c:v>
                </c:pt>
                <c:pt idx="1143">
                  <c:v>-3.7828043382591381E-2</c:v>
                </c:pt>
                <c:pt idx="1144">
                  <c:v>-3.7828043382591381E-2</c:v>
                </c:pt>
                <c:pt idx="1145">
                  <c:v>-3.7828043382591381E-2</c:v>
                </c:pt>
                <c:pt idx="1146">
                  <c:v>-3.7828043382591381E-2</c:v>
                </c:pt>
                <c:pt idx="1147">
                  <c:v>-3.7828043382591381E-2</c:v>
                </c:pt>
                <c:pt idx="1148">
                  <c:v>-3.7828043382591381E-2</c:v>
                </c:pt>
                <c:pt idx="1149">
                  <c:v>-3.7828043382591381E-2</c:v>
                </c:pt>
                <c:pt idx="1150">
                  <c:v>-3.7828043382591381E-2</c:v>
                </c:pt>
                <c:pt idx="1151">
                  <c:v>-3.7828043382591381E-2</c:v>
                </c:pt>
                <c:pt idx="1152">
                  <c:v>-3.7828043382591381E-2</c:v>
                </c:pt>
                <c:pt idx="1153">
                  <c:v>-3.7828043382591381E-2</c:v>
                </c:pt>
                <c:pt idx="1154">
                  <c:v>-3.7828043382591381E-2</c:v>
                </c:pt>
                <c:pt idx="1155">
                  <c:v>-3.7828043382591381E-2</c:v>
                </c:pt>
                <c:pt idx="1156">
                  <c:v>-3.7828043382591381E-2</c:v>
                </c:pt>
                <c:pt idx="1157">
                  <c:v>-3.7828043382591381E-2</c:v>
                </c:pt>
                <c:pt idx="1158">
                  <c:v>-3.7828043382591381E-2</c:v>
                </c:pt>
                <c:pt idx="1159">
                  <c:v>-3.7828043382591381E-2</c:v>
                </c:pt>
                <c:pt idx="1160">
                  <c:v>-3.7828043382591381E-2</c:v>
                </c:pt>
                <c:pt idx="1161">
                  <c:v>-3.7828043382591381E-2</c:v>
                </c:pt>
                <c:pt idx="1162">
                  <c:v>-3.7828043382591381E-2</c:v>
                </c:pt>
                <c:pt idx="1163">
                  <c:v>-3.7828043382591381E-2</c:v>
                </c:pt>
                <c:pt idx="1164">
                  <c:v>-3.7828043382591381E-2</c:v>
                </c:pt>
                <c:pt idx="1165">
                  <c:v>-3.7828043382591381E-2</c:v>
                </c:pt>
                <c:pt idx="1166">
                  <c:v>-3.7828043382591381E-2</c:v>
                </c:pt>
                <c:pt idx="1167">
                  <c:v>-3.7828043382591381E-2</c:v>
                </c:pt>
                <c:pt idx="1168">
                  <c:v>-3.7828043382591381E-2</c:v>
                </c:pt>
                <c:pt idx="1169">
                  <c:v>-3.7828043382591381E-2</c:v>
                </c:pt>
                <c:pt idx="1170">
                  <c:v>-3.7828043382591381E-2</c:v>
                </c:pt>
                <c:pt idx="1171">
                  <c:v>-3.7828043382591381E-2</c:v>
                </c:pt>
                <c:pt idx="1172">
                  <c:v>-3.7828043382591381E-2</c:v>
                </c:pt>
                <c:pt idx="1173">
                  <c:v>-3.7828043382591381E-2</c:v>
                </c:pt>
                <c:pt idx="1174">
                  <c:v>-3.7828043382591381E-2</c:v>
                </c:pt>
                <c:pt idx="1175">
                  <c:v>-3.7828043382591381E-2</c:v>
                </c:pt>
                <c:pt idx="1176">
                  <c:v>-3.7828043382591381E-2</c:v>
                </c:pt>
                <c:pt idx="1177">
                  <c:v>-3.7828043382591381E-2</c:v>
                </c:pt>
                <c:pt idx="1178">
                  <c:v>-3.7828043382591381E-2</c:v>
                </c:pt>
                <c:pt idx="1179">
                  <c:v>-3.7828043382591381E-2</c:v>
                </c:pt>
                <c:pt idx="1180">
                  <c:v>-3.7828043382591381E-2</c:v>
                </c:pt>
                <c:pt idx="1181">
                  <c:v>-3.7828043382591381E-2</c:v>
                </c:pt>
                <c:pt idx="1182">
                  <c:v>-3.7828043382591381E-2</c:v>
                </c:pt>
                <c:pt idx="1183">
                  <c:v>-3.7828043382591381E-2</c:v>
                </c:pt>
                <c:pt idx="1184">
                  <c:v>-3.7828043382591381E-2</c:v>
                </c:pt>
                <c:pt idx="1185">
                  <c:v>-3.7828043382591381E-2</c:v>
                </c:pt>
                <c:pt idx="1186">
                  <c:v>-3.7828043382591381E-2</c:v>
                </c:pt>
                <c:pt idx="1187">
                  <c:v>-3.7828043382591381E-2</c:v>
                </c:pt>
                <c:pt idx="1188">
                  <c:v>-3.7828043382591381E-2</c:v>
                </c:pt>
                <c:pt idx="1189">
                  <c:v>-3.7828043382591381E-2</c:v>
                </c:pt>
                <c:pt idx="1190">
                  <c:v>-3.7828043382591381E-2</c:v>
                </c:pt>
                <c:pt idx="1191">
                  <c:v>-3.7828043382591381E-2</c:v>
                </c:pt>
                <c:pt idx="1192">
                  <c:v>-3.7828043382591381E-2</c:v>
                </c:pt>
                <c:pt idx="1193">
                  <c:v>-3.7828043382591381E-2</c:v>
                </c:pt>
                <c:pt idx="1194">
                  <c:v>-3.7828043382591381E-2</c:v>
                </c:pt>
                <c:pt idx="1195">
                  <c:v>-3.7828043382591381E-2</c:v>
                </c:pt>
                <c:pt idx="1196">
                  <c:v>-3.7828043382591381E-2</c:v>
                </c:pt>
                <c:pt idx="1197">
                  <c:v>-3.7828043382591381E-2</c:v>
                </c:pt>
                <c:pt idx="1198">
                  <c:v>-3.7828043382591381E-2</c:v>
                </c:pt>
                <c:pt idx="1199">
                  <c:v>-3.7828043382591381E-2</c:v>
                </c:pt>
                <c:pt idx="1200">
                  <c:v>-3.7828043382591381E-2</c:v>
                </c:pt>
                <c:pt idx="1201">
                  <c:v>-3.7828043382591381E-2</c:v>
                </c:pt>
                <c:pt idx="1202">
                  <c:v>-3.7828043382591381E-2</c:v>
                </c:pt>
                <c:pt idx="1203">
                  <c:v>-3.7828043382591381E-2</c:v>
                </c:pt>
                <c:pt idx="1204">
                  <c:v>-3.7828043382591381E-2</c:v>
                </c:pt>
                <c:pt idx="1205">
                  <c:v>-3.7828043382591381E-2</c:v>
                </c:pt>
                <c:pt idx="1206">
                  <c:v>-3.7828043382591381E-2</c:v>
                </c:pt>
                <c:pt idx="1207">
                  <c:v>-3.7828043382591381E-2</c:v>
                </c:pt>
                <c:pt idx="1208">
                  <c:v>-3.7828043382591381E-2</c:v>
                </c:pt>
                <c:pt idx="1209">
                  <c:v>-3.7828043382591381E-2</c:v>
                </c:pt>
                <c:pt idx="1210">
                  <c:v>-3.7828043382591381E-2</c:v>
                </c:pt>
                <c:pt idx="1211">
                  <c:v>-3.7828043382591381E-2</c:v>
                </c:pt>
                <c:pt idx="1212">
                  <c:v>-3.7828043382591381E-2</c:v>
                </c:pt>
                <c:pt idx="1213">
                  <c:v>-3.7828043382591381E-2</c:v>
                </c:pt>
                <c:pt idx="1214">
                  <c:v>-3.7828043382591381E-2</c:v>
                </c:pt>
                <c:pt idx="1215">
                  <c:v>-3.7828043382591381E-2</c:v>
                </c:pt>
                <c:pt idx="1216">
                  <c:v>-3.7828043382591381E-2</c:v>
                </c:pt>
                <c:pt idx="1217">
                  <c:v>-3.7828043382591381E-2</c:v>
                </c:pt>
                <c:pt idx="1218">
                  <c:v>-3.7828043382591381E-2</c:v>
                </c:pt>
                <c:pt idx="1219">
                  <c:v>-3.7828043382591381E-2</c:v>
                </c:pt>
                <c:pt idx="1220">
                  <c:v>-3.7828043382591381E-2</c:v>
                </c:pt>
                <c:pt idx="1221">
                  <c:v>-3.7828043382591381E-2</c:v>
                </c:pt>
                <c:pt idx="1222">
                  <c:v>-3.7828043382591381E-2</c:v>
                </c:pt>
                <c:pt idx="1223">
                  <c:v>-3.7828043382591381E-2</c:v>
                </c:pt>
                <c:pt idx="1224">
                  <c:v>-3.7828043382591381E-2</c:v>
                </c:pt>
                <c:pt idx="1225">
                  <c:v>-3.7828043382591381E-2</c:v>
                </c:pt>
                <c:pt idx="1226">
                  <c:v>-3.7828043382591381E-2</c:v>
                </c:pt>
                <c:pt idx="1227">
                  <c:v>-3.7828043382591381E-2</c:v>
                </c:pt>
                <c:pt idx="1228">
                  <c:v>-3.7828043382591381E-2</c:v>
                </c:pt>
                <c:pt idx="1229">
                  <c:v>-3.7828043382591381E-2</c:v>
                </c:pt>
                <c:pt idx="1230">
                  <c:v>-3.7828043382591381E-2</c:v>
                </c:pt>
                <c:pt idx="1231">
                  <c:v>-3.7828043382591381E-2</c:v>
                </c:pt>
                <c:pt idx="1232">
                  <c:v>-3.7828043382591381E-2</c:v>
                </c:pt>
                <c:pt idx="1233">
                  <c:v>-3.7828043382591381E-2</c:v>
                </c:pt>
                <c:pt idx="1234">
                  <c:v>-3.7828043382591381E-2</c:v>
                </c:pt>
                <c:pt idx="1235">
                  <c:v>-3.7828043382591381E-2</c:v>
                </c:pt>
                <c:pt idx="1236">
                  <c:v>-3.7828043382591381E-2</c:v>
                </c:pt>
                <c:pt idx="1237">
                  <c:v>-3.7828043382591381E-2</c:v>
                </c:pt>
                <c:pt idx="1238">
                  <c:v>-3.7828043382591381E-2</c:v>
                </c:pt>
                <c:pt idx="1239">
                  <c:v>-3.7828043382591381E-2</c:v>
                </c:pt>
                <c:pt idx="1240">
                  <c:v>-3.7828043382591381E-2</c:v>
                </c:pt>
                <c:pt idx="1241">
                  <c:v>-3.7828043382591381E-2</c:v>
                </c:pt>
                <c:pt idx="1242">
                  <c:v>-3.7828043382591381E-2</c:v>
                </c:pt>
                <c:pt idx="1243">
                  <c:v>-3.7828043382591381E-2</c:v>
                </c:pt>
                <c:pt idx="1244">
                  <c:v>-3.7828043382591381E-2</c:v>
                </c:pt>
                <c:pt idx="1245">
                  <c:v>-3.7828043382591381E-2</c:v>
                </c:pt>
                <c:pt idx="1246">
                  <c:v>-3.7828043382591381E-2</c:v>
                </c:pt>
                <c:pt idx="1247">
                  <c:v>-3.7828043382591381E-2</c:v>
                </c:pt>
                <c:pt idx="1248">
                  <c:v>-3.7828043382591381E-2</c:v>
                </c:pt>
                <c:pt idx="1249">
                  <c:v>-3.7828043382591381E-2</c:v>
                </c:pt>
                <c:pt idx="1250">
                  <c:v>-3.7828043382591381E-2</c:v>
                </c:pt>
                <c:pt idx="1251">
                  <c:v>-3.7828043382591381E-2</c:v>
                </c:pt>
                <c:pt idx="1252">
                  <c:v>-3.7828043382591381E-2</c:v>
                </c:pt>
                <c:pt idx="1253">
                  <c:v>-3.7828043382591381E-2</c:v>
                </c:pt>
                <c:pt idx="1254">
                  <c:v>-3.7828043382591381E-2</c:v>
                </c:pt>
                <c:pt idx="1255">
                  <c:v>-3.7828043382591381E-2</c:v>
                </c:pt>
                <c:pt idx="1256">
                  <c:v>-3.7828043382591381E-2</c:v>
                </c:pt>
                <c:pt idx="1257">
                  <c:v>-3.7828043382591381E-2</c:v>
                </c:pt>
                <c:pt idx="1258">
                  <c:v>-3.7828043382591381E-2</c:v>
                </c:pt>
                <c:pt idx="1259">
                  <c:v>-3.7828043382591381E-2</c:v>
                </c:pt>
                <c:pt idx="1260">
                  <c:v>-3.7828043382591381E-2</c:v>
                </c:pt>
                <c:pt idx="1261">
                  <c:v>-3.7828043382591381E-2</c:v>
                </c:pt>
                <c:pt idx="1262">
                  <c:v>-3.7828043382591381E-2</c:v>
                </c:pt>
                <c:pt idx="1263">
                  <c:v>-3.7828043382591381E-2</c:v>
                </c:pt>
                <c:pt idx="1264">
                  <c:v>-3.7828043382591381E-2</c:v>
                </c:pt>
                <c:pt idx="1265">
                  <c:v>-3.7828043382591381E-2</c:v>
                </c:pt>
                <c:pt idx="1266">
                  <c:v>-3.7828043382591381E-2</c:v>
                </c:pt>
                <c:pt idx="1267">
                  <c:v>-3.7828043382591381E-2</c:v>
                </c:pt>
                <c:pt idx="1268">
                  <c:v>-3.7828043382591381E-2</c:v>
                </c:pt>
                <c:pt idx="1269">
                  <c:v>-3.7828043382591381E-2</c:v>
                </c:pt>
                <c:pt idx="1270">
                  <c:v>-3.7828043382591381E-2</c:v>
                </c:pt>
                <c:pt idx="1271">
                  <c:v>-3.7828043382591381E-2</c:v>
                </c:pt>
                <c:pt idx="1272">
                  <c:v>-3.7828043382591381E-2</c:v>
                </c:pt>
                <c:pt idx="1273">
                  <c:v>-3.7828043382591381E-2</c:v>
                </c:pt>
                <c:pt idx="1274">
                  <c:v>-3.7828043382591381E-2</c:v>
                </c:pt>
                <c:pt idx="1275">
                  <c:v>-3.7828043382591381E-2</c:v>
                </c:pt>
                <c:pt idx="1276">
                  <c:v>-3.7828043382591381E-2</c:v>
                </c:pt>
                <c:pt idx="1277">
                  <c:v>-3.7828043382591381E-2</c:v>
                </c:pt>
                <c:pt idx="1278">
                  <c:v>-3.7828043382591381E-2</c:v>
                </c:pt>
                <c:pt idx="1279">
                  <c:v>-3.7828043382591381E-2</c:v>
                </c:pt>
                <c:pt idx="1280">
                  <c:v>-3.7828043382591381E-2</c:v>
                </c:pt>
                <c:pt idx="1281">
                  <c:v>-3.7828043382591381E-2</c:v>
                </c:pt>
                <c:pt idx="1282">
                  <c:v>-3.7828043382591381E-2</c:v>
                </c:pt>
                <c:pt idx="1283">
                  <c:v>-3.7828043382591381E-2</c:v>
                </c:pt>
                <c:pt idx="1284">
                  <c:v>-3.7828043382591381E-2</c:v>
                </c:pt>
                <c:pt idx="1285">
                  <c:v>-3.7828043382591381E-2</c:v>
                </c:pt>
                <c:pt idx="1286">
                  <c:v>-3.7828043382591381E-2</c:v>
                </c:pt>
                <c:pt idx="1287">
                  <c:v>-3.7828043382591381E-2</c:v>
                </c:pt>
                <c:pt idx="1288">
                  <c:v>-3.7828043382591381E-2</c:v>
                </c:pt>
                <c:pt idx="1289">
                  <c:v>-3.7828043382591381E-2</c:v>
                </c:pt>
                <c:pt idx="1290">
                  <c:v>-3.7828043382591381E-2</c:v>
                </c:pt>
                <c:pt idx="1291">
                  <c:v>-3.7828043382591381E-2</c:v>
                </c:pt>
                <c:pt idx="1292">
                  <c:v>-3.7828043382591381E-2</c:v>
                </c:pt>
                <c:pt idx="1293">
                  <c:v>-3.7828043382591381E-2</c:v>
                </c:pt>
                <c:pt idx="1294">
                  <c:v>-3.7828043382591381E-2</c:v>
                </c:pt>
                <c:pt idx="1295">
                  <c:v>-3.7828043382591381E-2</c:v>
                </c:pt>
                <c:pt idx="1296">
                  <c:v>-3.7828043382591381E-2</c:v>
                </c:pt>
                <c:pt idx="1297">
                  <c:v>-3.7828043382591381E-2</c:v>
                </c:pt>
                <c:pt idx="1298">
                  <c:v>-3.7828043382591381E-2</c:v>
                </c:pt>
                <c:pt idx="1299">
                  <c:v>-3.7828043382591381E-2</c:v>
                </c:pt>
                <c:pt idx="1300">
                  <c:v>-3.7828043382591381E-2</c:v>
                </c:pt>
                <c:pt idx="1301">
                  <c:v>-3.7828043382591381E-2</c:v>
                </c:pt>
                <c:pt idx="1302">
                  <c:v>-3.7828043382591381E-2</c:v>
                </c:pt>
                <c:pt idx="1303">
                  <c:v>-3.7828043382591381E-2</c:v>
                </c:pt>
                <c:pt idx="1304">
                  <c:v>-3.7828043382591381E-2</c:v>
                </c:pt>
                <c:pt idx="1305">
                  <c:v>-3.7828043382591381E-2</c:v>
                </c:pt>
                <c:pt idx="1306">
                  <c:v>-3.7828043382591381E-2</c:v>
                </c:pt>
                <c:pt idx="1307">
                  <c:v>-3.7828043382591381E-2</c:v>
                </c:pt>
                <c:pt idx="1308">
                  <c:v>-3.7828043382591381E-2</c:v>
                </c:pt>
                <c:pt idx="1309">
                  <c:v>-3.7828043382591381E-2</c:v>
                </c:pt>
                <c:pt idx="1310">
                  <c:v>-3.7828043382591381E-2</c:v>
                </c:pt>
                <c:pt idx="1311">
                  <c:v>-3.7828043382591381E-2</c:v>
                </c:pt>
                <c:pt idx="1312">
                  <c:v>-3.7828043382591381E-2</c:v>
                </c:pt>
                <c:pt idx="1313">
                  <c:v>-3.7828043382591381E-2</c:v>
                </c:pt>
                <c:pt idx="1314">
                  <c:v>-3.7828043382591381E-2</c:v>
                </c:pt>
                <c:pt idx="1315">
                  <c:v>-3.7828043382591381E-2</c:v>
                </c:pt>
                <c:pt idx="1316">
                  <c:v>-3.7828043382591381E-2</c:v>
                </c:pt>
                <c:pt idx="1317">
                  <c:v>-3.7828043382591381E-2</c:v>
                </c:pt>
                <c:pt idx="1318">
                  <c:v>-3.7828043382591381E-2</c:v>
                </c:pt>
                <c:pt idx="1319">
                  <c:v>-3.7828043382591381E-2</c:v>
                </c:pt>
                <c:pt idx="1320">
                  <c:v>-3.7828043382591381E-2</c:v>
                </c:pt>
                <c:pt idx="1321">
                  <c:v>-3.7828043382591381E-2</c:v>
                </c:pt>
                <c:pt idx="1322">
                  <c:v>-3.7828043382591381E-2</c:v>
                </c:pt>
                <c:pt idx="1323">
                  <c:v>-3.7828043382591381E-2</c:v>
                </c:pt>
                <c:pt idx="1324">
                  <c:v>-3.7828043382591381E-2</c:v>
                </c:pt>
                <c:pt idx="1325">
                  <c:v>-3.7828043382591381E-2</c:v>
                </c:pt>
                <c:pt idx="1326">
                  <c:v>-3.7828043382591381E-2</c:v>
                </c:pt>
                <c:pt idx="1327">
                  <c:v>-3.7828043382591381E-2</c:v>
                </c:pt>
                <c:pt idx="1328">
                  <c:v>-3.7828043382591381E-2</c:v>
                </c:pt>
                <c:pt idx="1329">
                  <c:v>-3.7828043382591381E-2</c:v>
                </c:pt>
                <c:pt idx="1330">
                  <c:v>-3.7828043382591381E-2</c:v>
                </c:pt>
                <c:pt idx="1331">
                  <c:v>-3.7828043382591381E-2</c:v>
                </c:pt>
                <c:pt idx="1332">
                  <c:v>-3.7828043382591381E-2</c:v>
                </c:pt>
                <c:pt idx="1333">
                  <c:v>-3.7828043382591381E-2</c:v>
                </c:pt>
                <c:pt idx="1334">
                  <c:v>-3.7828043382591381E-2</c:v>
                </c:pt>
                <c:pt idx="1335">
                  <c:v>-3.7828043382591381E-2</c:v>
                </c:pt>
                <c:pt idx="1336">
                  <c:v>-3.7828043382591381E-2</c:v>
                </c:pt>
                <c:pt idx="1337">
                  <c:v>-3.7828043382591381E-2</c:v>
                </c:pt>
                <c:pt idx="1338">
                  <c:v>-3.7828043382591381E-2</c:v>
                </c:pt>
                <c:pt idx="1339">
                  <c:v>-3.7828043382591381E-2</c:v>
                </c:pt>
                <c:pt idx="1340">
                  <c:v>-3.7828043382591381E-2</c:v>
                </c:pt>
                <c:pt idx="1341">
                  <c:v>-3.7828043382591381E-2</c:v>
                </c:pt>
                <c:pt idx="1342">
                  <c:v>-3.7828043382591381E-2</c:v>
                </c:pt>
                <c:pt idx="1343">
                  <c:v>-3.7828043382591381E-2</c:v>
                </c:pt>
                <c:pt idx="1344">
                  <c:v>-3.7828043382591381E-2</c:v>
                </c:pt>
                <c:pt idx="1345">
                  <c:v>-3.7828043382591381E-2</c:v>
                </c:pt>
                <c:pt idx="1346">
                  <c:v>-3.7828043382591381E-2</c:v>
                </c:pt>
                <c:pt idx="1347">
                  <c:v>-3.7828043382591381E-2</c:v>
                </c:pt>
                <c:pt idx="1348">
                  <c:v>-3.7828043382591381E-2</c:v>
                </c:pt>
                <c:pt idx="1349">
                  <c:v>-3.7828043382591381E-2</c:v>
                </c:pt>
                <c:pt idx="1350">
                  <c:v>-3.7828043382591381E-2</c:v>
                </c:pt>
                <c:pt idx="1351">
                  <c:v>-3.7828043382591381E-2</c:v>
                </c:pt>
                <c:pt idx="1352">
                  <c:v>-3.7828043382591381E-2</c:v>
                </c:pt>
                <c:pt idx="1353">
                  <c:v>-3.7828043382591381E-2</c:v>
                </c:pt>
                <c:pt idx="1354">
                  <c:v>-3.7828043382591381E-2</c:v>
                </c:pt>
                <c:pt idx="1355">
                  <c:v>-3.7828043382591381E-2</c:v>
                </c:pt>
                <c:pt idx="1356">
                  <c:v>-3.7828043382591381E-2</c:v>
                </c:pt>
                <c:pt idx="1357">
                  <c:v>-3.7828043382591381E-2</c:v>
                </c:pt>
                <c:pt idx="1358">
                  <c:v>-3.7828043382591381E-2</c:v>
                </c:pt>
                <c:pt idx="1359">
                  <c:v>-3.7828043382591381E-2</c:v>
                </c:pt>
                <c:pt idx="1360">
                  <c:v>-3.7828043382591381E-2</c:v>
                </c:pt>
                <c:pt idx="1361">
                  <c:v>-3.7828043382591381E-2</c:v>
                </c:pt>
                <c:pt idx="1362">
                  <c:v>-3.7828043382591381E-2</c:v>
                </c:pt>
                <c:pt idx="1363">
                  <c:v>-3.7828043382591381E-2</c:v>
                </c:pt>
                <c:pt idx="1364">
                  <c:v>-3.7828043382591381E-2</c:v>
                </c:pt>
                <c:pt idx="1365">
                  <c:v>-3.7828043382591381E-2</c:v>
                </c:pt>
                <c:pt idx="1366">
                  <c:v>-3.7828043382591381E-2</c:v>
                </c:pt>
                <c:pt idx="1367">
                  <c:v>-3.7828043382591381E-2</c:v>
                </c:pt>
                <c:pt idx="1368">
                  <c:v>-3.7828043382591381E-2</c:v>
                </c:pt>
                <c:pt idx="1369">
                  <c:v>-3.7828043382591381E-2</c:v>
                </c:pt>
                <c:pt idx="1370">
                  <c:v>-3.7828043382591381E-2</c:v>
                </c:pt>
                <c:pt idx="1371">
                  <c:v>-3.7828043382591381E-2</c:v>
                </c:pt>
                <c:pt idx="1372">
                  <c:v>-3.7828043382591381E-2</c:v>
                </c:pt>
                <c:pt idx="1373">
                  <c:v>-3.7828043382591381E-2</c:v>
                </c:pt>
                <c:pt idx="1374">
                  <c:v>-3.7828043382591381E-2</c:v>
                </c:pt>
                <c:pt idx="1375">
                  <c:v>-3.7828043382591381E-2</c:v>
                </c:pt>
                <c:pt idx="1376">
                  <c:v>-3.7828043382591381E-2</c:v>
                </c:pt>
                <c:pt idx="1377">
                  <c:v>-3.7828043382591381E-2</c:v>
                </c:pt>
                <c:pt idx="1378">
                  <c:v>-3.7828043382591381E-2</c:v>
                </c:pt>
                <c:pt idx="1379">
                  <c:v>-3.7828043382591381E-2</c:v>
                </c:pt>
                <c:pt idx="1380">
                  <c:v>-3.7828043382591381E-2</c:v>
                </c:pt>
                <c:pt idx="1381">
                  <c:v>-3.7828043382591381E-2</c:v>
                </c:pt>
                <c:pt idx="1382">
                  <c:v>-3.7828043382591381E-2</c:v>
                </c:pt>
                <c:pt idx="1383">
                  <c:v>-3.7828043382591381E-2</c:v>
                </c:pt>
                <c:pt idx="1384">
                  <c:v>-3.7828043382591381E-2</c:v>
                </c:pt>
                <c:pt idx="1385">
                  <c:v>-3.7828043382591381E-2</c:v>
                </c:pt>
                <c:pt idx="1386">
                  <c:v>-3.7828043382591381E-2</c:v>
                </c:pt>
                <c:pt idx="1387">
                  <c:v>-3.7828043382591381E-2</c:v>
                </c:pt>
                <c:pt idx="1388">
                  <c:v>-3.7828043382591381E-2</c:v>
                </c:pt>
                <c:pt idx="1389">
                  <c:v>-3.7828043382591381E-2</c:v>
                </c:pt>
                <c:pt idx="1390">
                  <c:v>-3.7828043382591381E-2</c:v>
                </c:pt>
                <c:pt idx="1391">
                  <c:v>-3.7828043382591381E-2</c:v>
                </c:pt>
                <c:pt idx="1392">
                  <c:v>-3.7828043382591381E-2</c:v>
                </c:pt>
                <c:pt idx="1393">
                  <c:v>-3.7828043382591381E-2</c:v>
                </c:pt>
                <c:pt idx="1394">
                  <c:v>-3.7828043382591381E-2</c:v>
                </c:pt>
                <c:pt idx="1395">
                  <c:v>-3.7828043382591381E-2</c:v>
                </c:pt>
                <c:pt idx="1396">
                  <c:v>-3.7828043382591381E-2</c:v>
                </c:pt>
                <c:pt idx="1397">
                  <c:v>-3.7828043382591381E-2</c:v>
                </c:pt>
                <c:pt idx="1398">
                  <c:v>-3.7828043382591381E-2</c:v>
                </c:pt>
                <c:pt idx="1399">
                  <c:v>-3.7828043382591381E-2</c:v>
                </c:pt>
                <c:pt idx="1400">
                  <c:v>-3.7828043382591381E-2</c:v>
                </c:pt>
                <c:pt idx="1401">
                  <c:v>-3.7828043382591381E-2</c:v>
                </c:pt>
                <c:pt idx="1402">
                  <c:v>-3.7828043382591381E-2</c:v>
                </c:pt>
                <c:pt idx="1403">
                  <c:v>-3.7828043382591381E-2</c:v>
                </c:pt>
                <c:pt idx="1404">
                  <c:v>-3.7828043382591381E-2</c:v>
                </c:pt>
                <c:pt idx="1405">
                  <c:v>-3.7828043382591381E-2</c:v>
                </c:pt>
                <c:pt idx="1406">
                  <c:v>-3.7828043382591381E-2</c:v>
                </c:pt>
                <c:pt idx="1407">
                  <c:v>-3.7828043382591381E-2</c:v>
                </c:pt>
                <c:pt idx="1408">
                  <c:v>-3.7828043382591381E-2</c:v>
                </c:pt>
                <c:pt idx="1409">
                  <c:v>-3.7828043382591381E-2</c:v>
                </c:pt>
                <c:pt idx="1410">
                  <c:v>-3.7828043382591381E-2</c:v>
                </c:pt>
                <c:pt idx="1411">
                  <c:v>-3.7828043382591381E-2</c:v>
                </c:pt>
                <c:pt idx="1412">
                  <c:v>-3.7828043382591381E-2</c:v>
                </c:pt>
                <c:pt idx="1413">
                  <c:v>-3.7828043382591381E-2</c:v>
                </c:pt>
                <c:pt idx="1414">
                  <c:v>-3.7828043382591381E-2</c:v>
                </c:pt>
                <c:pt idx="1415">
                  <c:v>-3.7828043382591381E-2</c:v>
                </c:pt>
                <c:pt idx="1416">
                  <c:v>-3.7828043382591381E-2</c:v>
                </c:pt>
                <c:pt idx="1417">
                  <c:v>-3.7828043382591381E-2</c:v>
                </c:pt>
                <c:pt idx="1418">
                  <c:v>-3.7828043382591381E-2</c:v>
                </c:pt>
                <c:pt idx="1419">
                  <c:v>-3.7828043382591381E-2</c:v>
                </c:pt>
                <c:pt idx="1420">
                  <c:v>-3.7828043382591381E-2</c:v>
                </c:pt>
                <c:pt idx="1421">
                  <c:v>-3.7828043382591381E-2</c:v>
                </c:pt>
                <c:pt idx="1422">
                  <c:v>-3.7828043382591381E-2</c:v>
                </c:pt>
                <c:pt idx="1423">
                  <c:v>-3.7828043382591381E-2</c:v>
                </c:pt>
                <c:pt idx="1424">
                  <c:v>-3.7828043382591381E-2</c:v>
                </c:pt>
                <c:pt idx="1425">
                  <c:v>-3.7828043382591381E-2</c:v>
                </c:pt>
                <c:pt idx="1426">
                  <c:v>-3.7828043382591381E-2</c:v>
                </c:pt>
                <c:pt idx="1427">
                  <c:v>-3.7828043382591381E-2</c:v>
                </c:pt>
                <c:pt idx="1428">
                  <c:v>-3.7828043382591381E-2</c:v>
                </c:pt>
                <c:pt idx="1429">
                  <c:v>-3.7828043382591381E-2</c:v>
                </c:pt>
                <c:pt idx="1430">
                  <c:v>-3.7828043382591381E-2</c:v>
                </c:pt>
                <c:pt idx="1431">
                  <c:v>-3.7828043382591381E-2</c:v>
                </c:pt>
                <c:pt idx="1432">
                  <c:v>-3.7828043382591381E-2</c:v>
                </c:pt>
                <c:pt idx="1433">
                  <c:v>-3.7828043382591381E-2</c:v>
                </c:pt>
                <c:pt idx="1434">
                  <c:v>-3.7828043382591381E-2</c:v>
                </c:pt>
                <c:pt idx="1435">
                  <c:v>-3.7828043382591381E-2</c:v>
                </c:pt>
                <c:pt idx="1436">
                  <c:v>-3.7828043382591381E-2</c:v>
                </c:pt>
                <c:pt idx="1437">
                  <c:v>-3.7828043382591381E-2</c:v>
                </c:pt>
                <c:pt idx="1438">
                  <c:v>-3.7828043382591381E-2</c:v>
                </c:pt>
                <c:pt idx="1439">
                  <c:v>-3.7828043382591381E-2</c:v>
                </c:pt>
                <c:pt idx="1440">
                  <c:v>-3.7828043382591381E-2</c:v>
                </c:pt>
                <c:pt idx="1441">
                  <c:v>-3.7828043382591381E-2</c:v>
                </c:pt>
                <c:pt idx="1442">
                  <c:v>-3.7828043382591381E-2</c:v>
                </c:pt>
                <c:pt idx="1443">
                  <c:v>-3.7828043382591381E-2</c:v>
                </c:pt>
                <c:pt idx="1444">
                  <c:v>-3.7828043382591381E-2</c:v>
                </c:pt>
                <c:pt idx="1445">
                  <c:v>-3.7828043382591381E-2</c:v>
                </c:pt>
                <c:pt idx="1446">
                  <c:v>-3.7828043382591381E-2</c:v>
                </c:pt>
                <c:pt idx="1447">
                  <c:v>-3.7828043382591381E-2</c:v>
                </c:pt>
                <c:pt idx="1448">
                  <c:v>-3.7828043382591381E-2</c:v>
                </c:pt>
                <c:pt idx="1449">
                  <c:v>-3.7828043382591381E-2</c:v>
                </c:pt>
                <c:pt idx="1450">
                  <c:v>-3.7828043382591381E-2</c:v>
                </c:pt>
                <c:pt idx="1451">
                  <c:v>-3.7828043382591381E-2</c:v>
                </c:pt>
                <c:pt idx="1452">
                  <c:v>-3.7828043382591381E-2</c:v>
                </c:pt>
                <c:pt idx="1453">
                  <c:v>-3.7828043382591381E-2</c:v>
                </c:pt>
                <c:pt idx="1454">
                  <c:v>-3.7828043382591381E-2</c:v>
                </c:pt>
                <c:pt idx="1455">
                  <c:v>-3.7828043382591381E-2</c:v>
                </c:pt>
                <c:pt idx="1456">
                  <c:v>-3.7828043382591381E-2</c:v>
                </c:pt>
                <c:pt idx="1457">
                  <c:v>-3.7828043382591381E-2</c:v>
                </c:pt>
                <c:pt idx="1458">
                  <c:v>-3.7828043382591381E-2</c:v>
                </c:pt>
                <c:pt idx="1459">
                  <c:v>-3.7828043382591381E-2</c:v>
                </c:pt>
                <c:pt idx="1460">
                  <c:v>-3.7828043382591381E-2</c:v>
                </c:pt>
                <c:pt idx="1461">
                  <c:v>-3.7828043382591381E-2</c:v>
                </c:pt>
                <c:pt idx="1462">
                  <c:v>-3.7828043382591381E-2</c:v>
                </c:pt>
                <c:pt idx="1463">
                  <c:v>-3.7828043382591381E-2</c:v>
                </c:pt>
                <c:pt idx="1464">
                  <c:v>-3.7828043382591381E-2</c:v>
                </c:pt>
                <c:pt idx="1465">
                  <c:v>-3.7828043382591381E-2</c:v>
                </c:pt>
                <c:pt idx="1466">
                  <c:v>-3.7828043382591381E-2</c:v>
                </c:pt>
                <c:pt idx="1467">
                  <c:v>-3.7828043382591381E-2</c:v>
                </c:pt>
                <c:pt idx="1468">
                  <c:v>-3.7828043382591381E-2</c:v>
                </c:pt>
                <c:pt idx="1469">
                  <c:v>-3.7828043382591381E-2</c:v>
                </c:pt>
                <c:pt idx="1470">
                  <c:v>-3.7828043382591381E-2</c:v>
                </c:pt>
                <c:pt idx="1471">
                  <c:v>-3.7828043382591381E-2</c:v>
                </c:pt>
                <c:pt idx="1472">
                  <c:v>-3.7828043382591381E-2</c:v>
                </c:pt>
                <c:pt idx="1473">
                  <c:v>-3.7828043382591381E-2</c:v>
                </c:pt>
                <c:pt idx="1474">
                  <c:v>-3.7828043382591381E-2</c:v>
                </c:pt>
                <c:pt idx="1475">
                  <c:v>-3.7828043382591381E-2</c:v>
                </c:pt>
                <c:pt idx="1476">
                  <c:v>-3.7828043382591381E-2</c:v>
                </c:pt>
                <c:pt idx="1477">
                  <c:v>-3.7828043382591381E-2</c:v>
                </c:pt>
                <c:pt idx="1478">
                  <c:v>-3.7828043382591381E-2</c:v>
                </c:pt>
                <c:pt idx="1479">
                  <c:v>-3.7828043382591381E-2</c:v>
                </c:pt>
                <c:pt idx="1480">
                  <c:v>-3.7828043382591381E-2</c:v>
                </c:pt>
                <c:pt idx="1481">
                  <c:v>-3.7828043382591381E-2</c:v>
                </c:pt>
                <c:pt idx="1482">
                  <c:v>-3.7828043382591381E-2</c:v>
                </c:pt>
                <c:pt idx="1483">
                  <c:v>-3.7828043382591381E-2</c:v>
                </c:pt>
                <c:pt idx="1484">
                  <c:v>-3.7828043382591381E-2</c:v>
                </c:pt>
                <c:pt idx="1485">
                  <c:v>-3.7828043382591381E-2</c:v>
                </c:pt>
                <c:pt idx="1486">
                  <c:v>-3.7828043382591381E-2</c:v>
                </c:pt>
                <c:pt idx="1487">
                  <c:v>-3.7828043382591381E-2</c:v>
                </c:pt>
                <c:pt idx="1488">
                  <c:v>-3.7828043382591381E-2</c:v>
                </c:pt>
                <c:pt idx="1489">
                  <c:v>-3.7828043382591381E-2</c:v>
                </c:pt>
                <c:pt idx="1490">
                  <c:v>-3.7828043382591381E-2</c:v>
                </c:pt>
                <c:pt idx="1491">
                  <c:v>-3.7828043382591381E-2</c:v>
                </c:pt>
                <c:pt idx="1492">
                  <c:v>-3.7828043382591381E-2</c:v>
                </c:pt>
                <c:pt idx="1493">
                  <c:v>-3.7828043382591381E-2</c:v>
                </c:pt>
                <c:pt idx="1494">
                  <c:v>-3.7828043382591381E-2</c:v>
                </c:pt>
                <c:pt idx="1495">
                  <c:v>-3.7828043382591381E-2</c:v>
                </c:pt>
                <c:pt idx="1496">
                  <c:v>-3.7828043382591381E-2</c:v>
                </c:pt>
                <c:pt idx="1497">
                  <c:v>-3.7828043382591381E-2</c:v>
                </c:pt>
                <c:pt idx="1498">
                  <c:v>-3.7828043382591381E-2</c:v>
                </c:pt>
                <c:pt idx="1499">
                  <c:v>-3.7828043382591381E-2</c:v>
                </c:pt>
                <c:pt idx="1500">
                  <c:v>-3.7828043382591381E-2</c:v>
                </c:pt>
                <c:pt idx="1501">
                  <c:v>-3.7828043382591381E-2</c:v>
                </c:pt>
                <c:pt idx="1502">
                  <c:v>-3.7828043382591381E-2</c:v>
                </c:pt>
                <c:pt idx="1503">
                  <c:v>-3.7828043382591381E-2</c:v>
                </c:pt>
                <c:pt idx="1504">
                  <c:v>-3.7828043382591381E-2</c:v>
                </c:pt>
                <c:pt idx="1505">
                  <c:v>-3.7828043382591381E-2</c:v>
                </c:pt>
                <c:pt idx="1506">
                  <c:v>-3.7828043382591381E-2</c:v>
                </c:pt>
                <c:pt idx="1507">
                  <c:v>-3.7828043382591381E-2</c:v>
                </c:pt>
                <c:pt idx="1508">
                  <c:v>-3.7828043382591381E-2</c:v>
                </c:pt>
                <c:pt idx="1509">
                  <c:v>-3.7828043382591381E-2</c:v>
                </c:pt>
                <c:pt idx="1510">
                  <c:v>-3.7828043382591381E-2</c:v>
                </c:pt>
                <c:pt idx="1511">
                  <c:v>-3.7828043382591381E-2</c:v>
                </c:pt>
                <c:pt idx="1512">
                  <c:v>-3.7828043382591381E-2</c:v>
                </c:pt>
                <c:pt idx="1513">
                  <c:v>-3.7828043382591381E-2</c:v>
                </c:pt>
                <c:pt idx="1514">
                  <c:v>-3.7828043382591381E-2</c:v>
                </c:pt>
                <c:pt idx="1515">
                  <c:v>-3.7828043382591381E-2</c:v>
                </c:pt>
                <c:pt idx="1516">
                  <c:v>-3.7828043382591381E-2</c:v>
                </c:pt>
                <c:pt idx="1517">
                  <c:v>-3.7828043382591381E-2</c:v>
                </c:pt>
                <c:pt idx="1518">
                  <c:v>-3.7828043382591381E-2</c:v>
                </c:pt>
                <c:pt idx="1519">
                  <c:v>-3.7828043382591381E-2</c:v>
                </c:pt>
                <c:pt idx="1520">
                  <c:v>-3.7828043382591381E-2</c:v>
                </c:pt>
                <c:pt idx="1521">
                  <c:v>-3.7828043382591381E-2</c:v>
                </c:pt>
                <c:pt idx="1522">
                  <c:v>-3.7828043382591381E-2</c:v>
                </c:pt>
                <c:pt idx="1523">
                  <c:v>-3.7828043382591381E-2</c:v>
                </c:pt>
                <c:pt idx="1524">
                  <c:v>-3.7828043382591381E-2</c:v>
                </c:pt>
                <c:pt idx="1525">
                  <c:v>-3.7828043382591381E-2</c:v>
                </c:pt>
                <c:pt idx="1526">
                  <c:v>-3.7828043382591381E-2</c:v>
                </c:pt>
                <c:pt idx="1527">
                  <c:v>-3.7828043382591381E-2</c:v>
                </c:pt>
                <c:pt idx="1528">
                  <c:v>-3.7828043382591381E-2</c:v>
                </c:pt>
                <c:pt idx="1529">
                  <c:v>-3.7828043382591381E-2</c:v>
                </c:pt>
                <c:pt idx="1530">
                  <c:v>-3.7828043382591381E-2</c:v>
                </c:pt>
                <c:pt idx="1531">
                  <c:v>-3.7828043382591381E-2</c:v>
                </c:pt>
                <c:pt idx="1532">
                  <c:v>-3.7828043382591381E-2</c:v>
                </c:pt>
                <c:pt idx="1533">
                  <c:v>-3.7828043382591381E-2</c:v>
                </c:pt>
                <c:pt idx="1534">
                  <c:v>-3.7828043382591381E-2</c:v>
                </c:pt>
                <c:pt idx="1535">
                  <c:v>-3.7828043382591381E-2</c:v>
                </c:pt>
                <c:pt idx="1536">
                  <c:v>-3.7828043382591381E-2</c:v>
                </c:pt>
                <c:pt idx="1537">
                  <c:v>-3.7828043382591381E-2</c:v>
                </c:pt>
                <c:pt idx="1538">
                  <c:v>-3.7828043382591381E-2</c:v>
                </c:pt>
                <c:pt idx="1539">
                  <c:v>-3.7828043382591381E-2</c:v>
                </c:pt>
                <c:pt idx="1540">
                  <c:v>-3.7828043382591381E-2</c:v>
                </c:pt>
                <c:pt idx="1541">
                  <c:v>-3.7828043382591381E-2</c:v>
                </c:pt>
                <c:pt idx="1542">
                  <c:v>-3.7828043382591381E-2</c:v>
                </c:pt>
                <c:pt idx="1543">
                  <c:v>-3.7828043382591381E-2</c:v>
                </c:pt>
                <c:pt idx="1544">
                  <c:v>-3.7828043382591381E-2</c:v>
                </c:pt>
                <c:pt idx="1545">
                  <c:v>-3.7828043382591381E-2</c:v>
                </c:pt>
                <c:pt idx="1546">
                  <c:v>-3.7828043382591381E-2</c:v>
                </c:pt>
                <c:pt idx="1547">
                  <c:v>-3.7828043382591381E-2</c:v>
                </c:pt>
                <c:pt idx="1548">
                  <c:v>-3.7828043382591381E-2</c:v>
                </c:pt>
                <c:pt idx="1549">
                  <c:v>-3.7828043382591381E-2</c:v>
                </c:pt>
                <c:pt idx="1550">
                  <c:v>-3.7828043382591381E-2</c:v>
                </c:pt>
                <c:pt idx="1551">
                  <c:v>-3.7828043382591381E-2</c:v>
                </c:pt>
                <c:pt idx="1552">
                  <c:v>-3.7828043382591381E-2</c:v>
                </c:pt>
                <c:pt idx="1553">
                  <c:v>-3.7828043382591381E-2</c:v>
                </c:pt>
                <c:pt idx="1554">
                  <c:v>-3.7828043382591381E-2</c:v>
                </c:pt>
                <c:pt idx="1555">
                  <c:v>-3.7828043382591381E-2</c:v>
                </c:pt>
                <c:pt idx="1556">
                  <c:v>-3.7828043382591381E-2</c:v>
                </c:pt>
                <c:pt idx="1557">
                  <c:v>-3.7828043382591381E-2</c:v>
                </c:pt>
                <c:pt idx="1558">
                  <c:v>-3.7828043382591381E-2</c:v>
                </c:pt>
                <c:pt idx="1559">
                  <c:v>-3.7828043382591381E-2</c:v>
                </c:pt>
                <c:pt idx="1560">
                  <c:v>-3.7828043382591381E-2</c:v>
                </c:pt>
                <c:pt idx="1561">
                  <c:v>-3.7828043382591381E-2</c:v>
                </c:pt>
                <c:pt idx="1562">
                  <c:v>-3.7828043382591381E-2</c:v>
                </c:pt>
                <c:pt idx="1563">
                  <c:v>-3.7828043382591381E-2</c:v>
                </c:pt>
                <c:pt idx="1564">
                  <c:v>-3.7828043382591381E-2</c:v>
                </c:pt>
                <c:pt idx="1565">
                  <c:v>-3.7828043382591381E-2</c:v>
                </c:pt>
                <c:pt idx="1566">
                  <c:v>-3.7828043382591381E-2</c:v>
                </c:pt>
                <c:pt idx="1567">
                  <c:v>-3.7828043382591381E-2</c:v>
                </c:pt>
                <c:pt idx="1568">
                  <c:v>-3.7828043382591381E-2</c:v>
                </c:pt>
                <c:pt idx="1569">
                  <c:v>-3.7828043382591381E-2</c:v>
                </c:pt>
                <c:pt idx="1570">
                  <c:v>-3.7828043382591381E-2</c:v>
                </c:pt>
                <c:pt idx="1571">
                  <c:v>-3.7828043382591381E-2</c:v>
                </c:pt>
                <c:pt idx="1572">
                  <c:v>-3.7828043382591381E-2</c:v>
                </c:pt>
                <c:pt idx="1573">
                  <c:v>-3.7828043382591381E-2</c:v>
                </c:pt>
                <c:pt idx="1574">
                  <c:v>-3.7828043382591381E-2</c:v>
                </c:pt>
                <c:pt idx="1575">
                  <c:v>-3.7828043382591381E-2</c:v>
                </c:pt>
                <c:pt idx="1576">
                  <c:v>-3.7828043382591381E-2</c:v>
                </c:pt>
                <c:pt idx="1577">
                  <c:v>-3.7828043382591381E-2</c:v>
                </c:pt>
                <c:pt idx="1578">
                  <c:v>-3.7828043382591381E-2</c:v>
                </c:pt>
                <c:pt idx="1579">
                  <c:v>-3.7828043382591381E-2</c:v>
                </c:pt>
                <c:pt idx="1580">
                  <c:v>-3.7828043382591381E-2</c:v>
                </c:pt>
                <c:pt idx="1581">
                  <c:v>-3.7828043382591381E-2</c:v>
                </c:pt>
                <c:pt idx="1582">
                  <c:v>-3.7828043382591381E-2</c:v>
                </c:pt>
                <c:pt idx="1583">
                  <c:v>-3.7828043382591381E-2</c:v>
                </c:pt>
                <c:pt idx="1584">
                  <c:v>-3.7828043382591381E-2</c:v>
                </c:pt>
                <c:pt idx="1585">
                  <c:v>-3.7828043382591381E-2</c:v>
                </c:pt>
                <c:pt idx="1586">
                  <c:v>-3.7828043382591381E-2</c:v>
                </c:pt>
                <c:pt idx="1587">
                  <c:v>-3.7828043382591381E-2</c:v>
                </c:pt>
                <c:pt idx="1588">
                  <c:v>-3.7828043382591381E-2</c:v>
                </c:pt>
                <c:pt idx="1589">
                  <c:v>-3.7828043382591381E-2</c:v>
                </c:pt>
                <c:pt idx="1590">
                  <c:v>-3.7828043382591381E-2</c:v>
                </c:pt>
                <c:pt idx="1591">
                  <c:v>-3.7828043382591381E-2</c:v>
                </c:pt>
                <c:pt idx="1592">
                  <c:v>-3.7828043382591381E-2</c:v>
                </c:pt>
                <c:pt idx="1593">
                  <c:v>-3.7828043382591381E-2</c:v>
                </c:pt>
                <c:pt idx="1594">
                  <c:v>-3.7828043382591381E-2</c:v>
                </c:pt>
                <c:pt idx="1595">
                  <c:v>-3.7828043382591381E-2</c:v>
                </c:pt>
                <c:pt idx="1596">
                  <c:v>-3.7828043382591381E-2</c:v>
                </c:pt>
                <c:pt idx="1597">
                  <c:v>-3.7828043382591381E-2</c:v>
                </c:pt>
                <c:pt idx="1598">
                  <c:v>-3.7828043382591381E-2</c:v>
                </c:pt>
                <c:pt idx="1599">
                  <c:v>-3.7828043382591381E-2</c:v>
                </c:pt>
                <c:pt idx="1600">
                  <c:v>-3.7828043382591381E-2</c:v>
                </c:pt>
                <c:pt idx="1601">
                  <c:v>-3.7828043382591381E-2</c:v>
                </c:pt>
                <c:pt idx="1602">
                  <c:v>-3.7828043382591381E-2</c:v>
                </c:pt>
                <c:pt idx="1603">
                  <c:v>-3.7828043382591381E-2</c:v>
                </c:pt>
                <c:pt idx="1604">
                  <c:v>-3.7828043382591381E-2</c:v>
                </c:pt>
                <c:pt idx="1605">
                  <c:v>-3.7828043382591381E-2</c:v>
                </c:pt>
                <c:pt idx="1606">
                  <c:v>-3.7828043382591381E-2</c:v>
                </c:pt>
                <c:pt idx="1607">
                  <c:v>-3.7828043382591381E-2</c:v>
                </c:pt>
                <c:pt idx="1608">
                  <c:v>-3.7828043382591381E-2</c:v>
                </c:pt>
                <c:pt idx="1609">
                  <c:v>-3.7828043382591381E-2</c:v>
                </c:pt>
                <c:pt idx="1610">
                  <c:v>-3.7828043382591381E-2</c:v>
                </c:pt>
                <c:pt idx="1611">
                  <c:v>-3.7828043382591381E-2</c:v>
                </c:pt>
                <c:pt idx="1612">
                  <c:v>-3.7828043382591381E-2</c:v>
                </c:pt>
                <c:pt idx="1613">
                  <c:v>-3.7828043382591381E-2</c:v>
                </c:pt>
                <c:pt idx="1614">
                  <c:v>-3.7828043382591381E-2</c:v>
                </c:pt>
                <c:pt idx="1615">
                  <c:v>-3.7828043382591381E-2</c:v>
                </c:pt>
                <c:pt idx="1616">
                  <c:v>-3.7828043382591381E-2</c:v>
                </c:pt>
                <c:pt idx="1617">
                  <c:v>-3.7828043382591381E-2</c:v>
                </c:pt>
                <c:pt idx="1618">
                  <c:v>-3.7828043382591381E-2</c:v>
                </c:pt>
                <c:pt idx="1619">
                  <c:v>-3.7828043382591381E-2</c:v>
                </c:pt>
                <c:pt idx="1620">
                  <c:v>-3.7828043382591381E-2</c:v>
                </c:pt>
                <c:pt idx="1621">
                  <c:v>-3.7828043382591381E-2</c:v>
                </c:pt>
                <c:pt idx="1622">
                  <c:v>-3.7828043382591381E-2</c:v>
                </c:pt>
                <c:pt idx="1623">
                  <c:v>-3.7828043382591381E-2</c:v>
                </c:pt>
                <c:pt idx="1624">
                  <c:v>-3.7828043382591381E-2</c:v>
                </c:pt>
                <c:pt idx="1625">
                  <c:v>-3.7828043382591381E-2</c:v>
                </c:pt>
                <c:pt idx="1626">
                  <c:v>-3.7828043382591381E-2</c:v>
                </c:pt>
                <c:pt idx="1627">
                  <c:v>-3.7828043382591381E-2</c:v>
                </c:pt>
                <c:pt idx="1628">
                  <c:v>-3.7828043382591381E-2</c:v>
                </c:pt>
                <c:pt idx="1629">
                  <c:v>-3.7828043382591381E-2</c:v>
                </c:pt>
                <c:pt idx="1630">
                  <c:v>-3.7828043382591381E-2</c:v>
                </c:pt>
                <c:pt idx="1631">
                  <c:v>-3.7828043382591381E-2</c:v>
                </c:pt>
                <c:pt idx="1632">
                  <c:v>-3.7828043382591381E-2</c:v>
                </c:pt>
                <c:pt idx="1633">
                  <c:v>-3.7828043382591381E-2</c:v>
                </c:pt>
                <c:pt idx="1634">
                  <c:v>-3.7828043382591381E-2</c:v>
                </c:pt>
                <c:pt idx="1635">
                  <c:v>-3.7828043382591381E-2</c:v>
                </c:pt>
                <c:pt idx="1636">
                  <c:v>-3.7828043382591381E-2</c:v>
                </c:pt>
                <c:pt idx="1637">
                  <c:v>-3.7828043382591381E-2</c:v>
                </c:pt>
                <c:pt idx="1638">
                  <c:v>-3.7828043382591381E-2</c:v>
                </c:pt>
                <c:pt idx="1639">
                  <c:v>-3.7828043382591381E-2</c:v>
                </c:pt>
                <c:pt idx="1640">
                  <c:v>-3.7828043382591381E-2</c:v>
                </c:pt>
                <c:pt idx="1641">
                  <c:v>-3.7828043382591381E-2</c:v>
                </c:pt>
                <c:pt idx="1642">
                  <c:v>-3.7828043382591381E-2</c:v>
                </c:pt>
                <c:pt idx="1643">
                  <c:v>-3.7828043382591381E-2</c:v>
                </c:pt>
                <c:pt idx="1644">
                  <c:v>-3.7828043382591381E-2</c:v>
                </c:pt>
                <c:pt idx="1645">
                  <c:v>-3.7828043382591381E-2</c:v>
                </c:pt>
                <c:pt idx="1646">
                  <c:v>-3.7828043382591381E-2</c:v>
                </c:pt>
                <c:pt idx="1647">
                  <c:v>-3.7828043382591381E-2</c:v>
                </c:pt>
                <c:pt idx="1648">
                  <c:v>-3.7828043382591381E-2</c:v>
                </c:pt>
                <c:pt idx="1649">
                  <c:v>-3.7828043382591381E-2</c:v>
                </c:pt>
                <c:pt idx="1650">
                  <c:v>-3.7828043382591381E-2</c:v>
                </c:pt>
                <c:pt idx="1651">
                  <c:v>-3.7828043382591381E-2</c:v>
                </c:pt>
                <c:pt idx="1652">
                  <c:v>-3.7828043382591381E-2</c:v>
                </c:pt>
                <c:pt idx="1653">
                  <c:v>-3.7828043382591381E-2</c:v>
                </c:pt>
                <c:pt idx="1654">
                  <c:v>-3.7828043382591381E-2</c:v>
                </c:pt>
                <c:pt idx="1655">
                  <c:v>-3.7828043382591381E-2</c:v>
                </c:pt>
                <c:pt idx="1656">
                  <c:v>-3.7828043382591381E-2</c:v>
                </c:pt>
                <c:pt idx="1657">
                  <c:v>-3.7828043382591381E-2</c:v>
                </c:pt>
                <c:pt idx="1658">
                  <c:v>-3.7828043382591381E-2</c:v>
                </c:pt>
                <c:pt idx="1659">
                  <c:v>-3.7828043382591381E-2</c:v>
                </c:pt>
                <c:pt idx="1660">
                  <c:v>-3.7828043382591381E-2</c:v>
                </c:pt>
                <c:pt idx="1661">
                  <c:v>-3.7828043382591381E-2</c:v>
                </c:pt>
                <c:pt idx="1662">
                  <c:v>-3.7828043382591381E-2</c:v>
                </c:pt>
                <c:pt idx="1663">
                  <c:v>-3.7828043382591381E-2</c:v>
                </c:pt>
                <c:pt idx="1664">
                  <c:v>-3.7828043382591381E-2</c:v>
                </c:pt>
                <c:pt idx="1665">
                  <c:v>-3.7828043382591381E-2</c:v>
                </c:pt>
                <c:pt idx="1666">
                  <c:v>-3.7828043382591381E-2</c:v>
                </c:pt>
                <c:pt idx="1667">
                  <c:v>-3.7828043382591381E-2</c:v>
                </c:pt>
                <c:pt idx="1668">
                  <c:v>-3.7828043382591381E-2</c:v>
                </c:pt>
                <c:pt idx="1669">
                  <c:v>-3.7828043382591381E-2</c:v>
                </c:pt>
                <c:pt idx="1670">
                  <c:v>-3.7828043382591381E-2</c:v>
                </c:pt>
                <c:pt idx="1671">
                  <c:v>-3.7828043382591381E-2</c:v>
                </c:pt>
                <c:pt idx="1672">
                  <c:v>-3.7828043382591381E-2</c:v>
                </c:pt>
                <c:pt idx="1673">
                  <c:v>-3.7828043382591381E-2</c:v>
                </c:pt>
                <c:pt idx="1674">
                  <c:v>-3.7828043382591381E-2</c:v>
                </c:pt>
                <c:pt idx="1675">
                  <c:v>-3.7828043382591381E-2</c:v>
                </c:pt>
                <c:pt idx="1676">
                  <c:v>-3.7828043382591381E-2</c:v>
                </c:pt>
                <c:pt idx="1677">
                  <c:v>-3.7828043382591381E-2</c:v>
                </c:pt>
                <c:pt idx="1678">
                  <c:v>-3.7828043382591381E-2</c:v>
                </c:pt>
                <c:pt idx="1679">
                  <c:v>-3.7828043382591381E-2</c:v>
                </c:pt>
                <c:pt idx="1680">
                  <c:v>-3.7828043382591381E-2</c:v>
                </c:pt>
                <c:pt idx="1681">
                  <c:v>-3.7828043382591381E-2</c:v>
                </c:pt>
                <c:pt idx="1682">
                  <c:v>-3.7828043382591381E-2</c:v>
                </c:pt>
                <c:pt idx="1683">
                  <c:v>-3.7828043382591381E-2</c:v>
                </c:pt>
                <c:pt idx="1684">
                  <c:v>-3.7828043382591381E-2</c:v>
                </c:pt>
                <c:pt idx="1685">
                  <c:v>-3.7828043382591381E-2</c:v>
                </c:pt>
                <c:pt idx="1686">
                  <c:v>-3.7828043382591381E-2</c:v>
                </c:pt>
                <c:pt idx="1687">
                  <c:v>-3.7828043382591381E-2</c:v>
                </c:pt>
                <c:pt idx="1688">
                  <c:v>-3.7828043382591381E-2</c:v>
                </c:pt>
                <c:pt idx="1689">
                  <c:v>-3.7828043382591381E-2</c:v>
                </c:pt>
                <c:pt idx="1690">
                  <c:v>-3.7828043382591381E-2</c:v>
                </c:pt>
                <c:pt idx="1691">
                  <c:v>-3.7828043382591381E-2</c:v>
                </c:pt>
                <c:pt idx="1692">
                  <c:v>-3.7828043382591381E-2</c:v>
                </c:pt>
                <c:pt idx="1693">
                  <c:v>-3.7828043382591381E-2</c:v>
                </c:pt>
                <c:pt idx="1694">
                  <c:v>-3.7828043382591381E-2</c:v>
                </c:pt>
                <c:pt idx="1695">
                  <c:v>-3.7828043382591381E-2</c:v>
                </c:pt>
                <c:pt idx="1696">
                  <c:v>-3.7828043382591381E-2</c:v>
                </c:pt>
                <c:pt idx="1697">
                  <c:v>-3.7828043382591381E-2</c:v>
                </c:pt>
                <c:pt idx="1698">
                  <c:v>-3.7828043382591381E-2</c:v>
                </c:pt>
                <c:pt idx="1699">
                  <c:v>-3.7828043382591381E-2</c:v>
                </c:pt>
                <c:pt idx="1700">
                  <c:v>-3.7828043382591381E-2</c:v>
                </c:pt>
                <c:pt idx="1701">
                  <c:v>-3.7828043382591381E-2</c:v>
                </c:pt>
                <c:pt idx="1702">
                  <c:v>-3.7828043382591381E-2</c:v>
                </c:pt>
                <c:pt idx="1703">
                  <c:v>-3.7828043382591381E-2</c:v>
                </c:pt>
                <c:pt idx="1704">
                  <c:v>-3.7828043382591381E-2</c:v>
                </c:pt>
                <c:pt idx="1705">
                  <c:v>-3.7828043382591381E-2</c:v>
                </c:pt>
                <c:pt idx="1706">
                  <c:v>-3.7828043382591381E-2</c:v>
                </c:pt>
                <c:pt idx="1707">
                  <c:v>-3.7828043382591381E-2</c:v>
                </c:pt>
                <c:pt idx="1708">
                  <c:v>-3.7828043382591381E-2</c:v>
                </c:pt>
                <c:pt idx="1709">
                  <c:v>-3.7828043382591381E-2</c:v>
                </c:pt>
                <c:pt idx="1710">
                  <c:v>-3.7828043382591381E-2</c:v>
                </c:pt>
                <c:pt idx="1711">
                  <c:v>-3.7828043382591381E-2</c:v>
                </c:pt>
                <c:pt idx="1712">
                  <c:v>-3.7828043382591381E-2</c:v>
                </c:pt>
                <c:pt idx="1713">
                  <c:v>-3.7828043382591381E-2</c:v>
                </c:pt>
                <c:pt idx="1714">
                  <c:v>-3.7828043382591381E-2</c:v>
                </c:pt>
                <c:pt idx="1715">
                  <c:v>-3.7828043382591381E-2</c:v>
                </c:pt>
                <c:pt idx="1716">
                  <c:v>-3.7828043382591381E-2</c:v>
                </c:pt>
                <c:pt idx="1717">
                  <c:v>-3.7828043382591381E-2</c:v>
                </c:pt>
                <c:pt idx="1718">
                  <c:v>-3.7828043382591381E-2</c:v>
                </c:pt>
                <c:pt idx="1719">
                  <c:v>-3.7828043382591381E-2</c:v>
                </c:pt>
                <c:pt idx="1720">
                  <c:v>-3.7828043382591381E-2</c:v>
                </c:pt>
                <c:pt idx="1721">
                  <c:v>-3.7828043382591381E-2</c:v>
                </c:pt>
                <c:pt idx="1722">
                  <c:v>-3.7828043382591381E-2</c:v>
                </c:pt>
                <c:pt idx="1723">
                  <c:v>-3.7828043382591381E-2</c:v>
                </c:pt>
                <c:pt idx="1724">
                  <c:v>-3.7828043382591381E-2</c:v>
                </c:pt>
                <c:pt idx="1725">
                  <c:v>-3.7828043382591381E-2</c:v>
                </c:pt>
                <c:pt idx="1726">
                  <c:v>-3.7828043382591381E-2</c:v>
                </c:pt>
                <c:pt idx="1727">
                  <c:v>-3.7828043382591381E-2</c:v>
                </c:pt>
                <c:pt idx="1728">
                  <c:v>-3.7828043382591381E-2</c:v>
                </c:pt>
                <c:pt idx="1729">
                  <c:v>-3.7828043382591381E-2</c:v>
                </c:pt>
                <c:pt idx="1730">
                  <c:v>-3.7828043382591381E-2</c:v>
                </c:pt>
                <c:pt idx="1731">
                  <c:v>-3.7828043382591381E-2</c:v>
                </c:pt>
                <c:pt idx="1732">
                  <c:v>-3.7828043382591381E-2</c:v>
                </c:pt>
                <c:pt idx="1733">
                  <c:v>-3.7828043382591381E-2</c:v>
                </c:pt>
                <c:pt idx="1734">
                  <c:v>-3.7828043382591381E-2</c:v>
                </c:pt>
                <c:pt idx="1735">
                  <c:v>-3.7828043382591381E-2</c:v>
                </c:pt>
                <c:pt idx="1736">
                  <c:v>-3.7828043382591381E-2</c:v>
                </c:pt>
                <c:pt idx="1737">
                  <c:v>-3.7828043382591381E-2</c:v>
                </c:pt>
                <c:pt idx="1738">
                  <c:v>-3.7828043382591381E-2</c:v>
                </c:pt>
                <c:pt idx="1739">
                  <c:v>-3.7828043382591381E-2</c:v>
                </c:pt>
                <c:pt idx="1740">
                  <c:v>-3.7828043382591381E-2</c:v>
                </c:pt>
                <c:pt idx="1741">
                  <c:v>-3.7828043382591381E-2</c:v>
                </c:pt>
                <c:pt idx="1742">
                  <c:v>-3.7828043382591381E-2</c:v>
                </c:pt>
                <c:pt idx="1743">
                  <c:v>-3.7828043382591381E-2</c:v>
                </c:pt>
                <c:pt idx="1744">
                  <c:v>-3.7828043382591381E-2</c:v>
                </c:pt>
                <c:pt idx="1745">
                  <c:v>-3.7828043382591381E-2</c:v>
                </c:pt>
                <c:pt idx="1746">
                  <c:v>-3.7828043382591381E-2</c:v>
                </c:pt>
                <c:pt idx="1747">
                  <c:v>-3.7828043382591381E-2</c:v>
                </c:pt>
                <c:pt idx="1748">
                  <c:v>-3.7828043382591381E-2</c:v>
                </c:pt>
                <c:pt idx="1749">
                  <c:v>-3.7828043382591381E-2</c:v>
                </c:pt>
                <c:pt idx="1750">
                  <c:v>-3.7828043382591381E-2</c:v>
                </c:pt>
                <c:pt idx="1751">
                  <c:v>-3.7828043382591381E-2</c:v>
                </c:pt>
                <c:pt idx="1752">
                  <c:v>-3.7828043382591381E-2</c:v>
                </c:pt>
                <c:pt idx="1753">
                  <c:v>-3.7828043382591381E-2</c:v>
                </c:pt>
                <c:pt idx="1754">
                  <c:v>-3.7828043382591381E-2</c:v>
                </c:pt>
                <c:pt idx="1755">
                  <c:v>-3.7828043382591381E-2</c:v>
                </c:pt>
                <c:pt idx="1756">
                  <c:v>-3.7828043382591381E-2</c:v>
                </c:pt>
                <c:pt idx="1757">
                  <c:v>-3.7828043382591381E-2</c:v>
                </c:pt>
                <c:pt idx="1758">
                  <c:v>-3.7828043382591381E-2</c:v>
                </c:pt>
                <c:pt idx="1759">
                  <c:v>-3.7828043382591381E-2</c:v>
                </c:pt>
                <c:pt idx="1760">
                  <c:v>-3.7828043382591381E-2</c:v>
                </c:pt>
                <c:pt idx="1761">
                  <c:v>-3.7828043382591381E-2</c:v>
                </c:pt>
                <c:pt idx="1762">
                  <c:v>-3.7828043382591381E-2</c:v>
                </c:pt>
                <c:pt idx="1763">
                  <c:v>-3.7828043382591381E-2</c:v>
                </c:pt>
                <c:pt idx="1764">
                  <c:v>-3.7828043382591381E-2</c:v>
                </c:pt>
                <c:pt idx="1765">
                  <c:v>-3.7828043382591381E-2</c:v>
                </c:pt>
                <c:pt idx="1766">
                  <c:v>-3.7828043382591381E-2</c:v>
                </c:pt>
                <c:pt idx="1767">
                  <c:v>-3.7828043382591381E-2</c:v>
                </c:pt>
                <c:pt idx="1768">
                  <c:v>-3.7828043382591381E-2</c:v>
                </c:pt>
                <c:pt idx="1769">
                  <c:v>-3.7828043382591381E-2</c:v>
                </c:pt>
                <c:pt idx="1770">
                  <c:v>-3.7828043382591381E-2</c:v>
                </c:pt>
                <c:pt idx="1771">
                  <c:v>-3.7828043382591381E-2</c:v>
                </c:pt>
                <c:pt idx="1772">
                  <c:v>-3.7828043382591381E-2</c:v>
                </c:pt>
                <c:pt idx="1773">
                  <c:v>-3.7828043382591381E-2</c:v>
                </c:pt>
                <c:pt idx="1774">
                  <c:v>-3.7828043382591381E-2</c:v>
                </c:pt>
                <c:pt idx="1775">
                  <c:v>-3.7828043382591381E-2</c:v>
                </c:pt>
                <c:pt idx="1776">
                  <c:v>-3.7828043382591381E-2</c:v>
                </c:pt>
                <c:pt idx="1777">
                  <c:v>-3.7828043382591381E-2</c:v>
                </c:pt>
                <c:pt idx="1778">
                  <c:v>-3.7828043382591381E-2</c:v>
                </c:pt>
                <c:pt idx="1779">
                  <c:v>-3.7828043382591381E-2</c:v>
                </c:pt>
                <c:pt idx="1780">
                  <c:v>-3.7828043382591381E-2</c:v>
                </c:pt>
                <c:pt idx="1781">
                  <c:v>-3.7828043382591381E-2</c:v>
                </c:pt>
                <c:pt idx="1782">
                  <c:v>-3.7828043382591381E-2</c:v>
                </c:pt>
                <c:pt idx="1783">
                  <c:v>-3.7828043382591381E-2</c:v>
                </c:pt>
                <c:pt idx="1784">
                  <c:v>-3.7828043382591381E-2</c:v>
                </c:pt>
                <c:pt idx="1785">
                  <c:v>-3.7828043382591381E-2</c:v>
                </c:pt>
                <c:pt idx="1786">
                  <c:v>-3.7828043382591381E-2</c:v>
                </c:pt>
                <c:pt idx="1787">
                  <c:v>-3.7828043382591381E-2</c:v>
                </c:pt>
                <c:pt idx="1788">
                  <c:v>-3.7828043382591381E-2</c:v>
                </c:pt>
                <c:pt idx="1789">
                  <c:v>-3.7828043382591381E-2</c:v>
                </c:pt>
                <c:pt idx="1790">
                  <c:v>-3.7828043382591381E-2</c:v>
                </c:pt>
                <c:pt idx="1791">
                  <c:v>-3.7828043382591381E-2</c:v>
                </c:pt>
                <c:pt idx="1792">
                  <c:v>-3.7828043382591381E-2</c:v>
                </c:pt>
                <c:pt idx="1793">
                  <c:v>-3.7828043382591381E-2</c:v>
                </c:pt>
                <c:pt idx="1794">
                  <c:v>-3.7828043382591381E-2</c:v>
                </c:pt>
                <c:pt idx="1795">
                  <c:v>-3.7828043382591381E-2</c:v>
                </c:pt>
                <c:pt idx="1796">
                  <c:v>-3.7828043382591381E-2</c:v>
                </c:pt>
                <c:pt idx="1797">
                  <c:v>-3.7828043382591381E-2</c:v>
                </c:pt>
                <c:pt idx="1798">
                  <c:v>-3.7828043382591381E-2</c:v>
                </c:pt>
                <c:pt idx="1799">
                  <c:v>-3.7828043382591381E-2</c:v>
                </c:pt>
                <c:pt idx="1800">
                  <c:v>-3.7828043382591381E-2</c:v>
                </c:pt>
                <c:pt idx="1801">
                  <c:v>-3.7828043382591381E-2</c:v>
                </c:pt>
                <c:pt idx="1802">
                  <c:v>-3.7828043382591381E-2</c:v>
                </c:pt>
                <c:pt idx="1803">
                  <c:v>-3.7828043382591381E-2</c:v>
                </c:pt>
                <c:pt idx="1804">
                  <c:v>-3.7828043382591381E-2</c:v>
                </c:pt>
                <c:pt idx="1805">
                  <c:v>-3.7828043382591381E-2</c:v>
                </c:pt>
                <c:pt idx="1806">
                  <c:v>-3.7828043382591381E-2</c:v>
                </c:pt>
                <c:pt idx="1807">
                  <c:v>-3.7828043382591381E-2</c:v>
                </c:pt>
                <c:pt idx="1808">
                  <c:v>-3.7828043382591381E-2</c:v>
                </c:pt>
                <c:pt idx="1809">
                  <c:v>-3.7828043382591381E-2</c:v>
                </c:pt>
                <c:pt idx="1810">
                  <c:v>-3.7828043382591381E-2</c:v>
                </c:pt>
                <c:pt idx="1811">
                  <c:v>-3.7828043382591381E-2</c:v>
                </c:pt>
                <c:pt idx="1812">
                  <c:v>-3.7828043382591381E-2</c:v>
                </c:pt>
                <c:pt idx="1813">
                  <c:v>-3.7828043382591381E-2</c:v>
                </c:pt>
                <c:pt idx="1814">
                  <c:v>-3.7828043382591381E-2</c:v>
                </c:pt>
                <c:pt idx="1815">
                  <c:v>-3.7828043382591381E-2</c:v>
                </c:pt>
                <c:pt idx="1816">
                  <c:v>-3.7828043382591381E-2</c:v>
                </c:pt>
                <c:pt idx="1817">
                  <c:v>-3.7828043382591381E-2</c:v>
                </c:pt>
                <c:pt idx="1818">
                  <c:v>-3.7828043382591381E-2</c:v>
                </c:pt>
                <c:pt idx="1819">
                  <c:v>-3.7828043382591381E-2</c:v>
                </c:pt>
                <c:pt idx="1820">
                  <c:v>-3.7828043382591381E-2</c:v>
                </c:pt>
                <c:pt idx="1821">
                  <c:v>-3.7828043382591381E-2</c:v>
                </c:pt>
                <c:pt idx="1822">
                  <c:v>-3.7828043382591381E-2</c:v>
                </c:pt>
                <c:pt idx="1823">
                  <c:v>-3.7828043382591381E-2</c:v>
                </c:pt>
                <c:pt idx="1824">
                  <c:v>-3.7828043382591381E-2</c:v>
                </c:pt>
                <c:pt idx="1825">
                  <c:v>-3.7828043382591381E-2</c:v>
                </c:pt>
                <c:pt idx="1826">
                  <c:v>-3.7828043382591381E-2</c:v>
                </c:pt>
                <c:pt idx="1827">
                  <c:v>-3.7828043382591381E-2</c:v>
                </c:pt>
                <c:pt idx="1828">
                  <c:v>-3.7828043382591381E-2</c:v>
                </c:pt>
                <c:pt idx="1829">
                  <c:v>-3.7828043382591381E-2</c:v>
                </c:pt>
                <c:pt idx="1830">
                  <c:v>-3.7828043382591381E-2</c:v>
                </c:pt>
                <c:pt idx="1831">
                  <c:v>-3.7828043382591381E-2</c:v>
                </c:pt>
                <c:pt idx="1832">
                  <c:v>-3.7828043382591381E-2</c:v>
                </c:pt>
                <c:pt idx="1833">
                  <c:v>-3.7828043382591381E-2</c:v>
                </c:pt>
                <c:pt idx="1834">
                  <c:v>-3.7828043382591381E-2</c:v>
                </c:pt>
                <c:pt idx="1835">
                  <c:v>-3.7828043382591381E-2</c:v>
                </c:pt>
                <c:pt idx="1836">
                  <c:v>-3.7828043382591381E-2</c:v>
                </c:pt>
                <c:pt idx="1837">
                  <c:v>-3.7828043382591381E-2</c:v>
                </c:pt>
                <c:pt idx="1838">
                  <c:v>-3.7828043382591381E-2</c:v>
                </c:pt>
                <c:pt idx="1839">
                  <c:v>-3.7828043382591381E-2</c:v>
                </c:pt>
                <c:pt idx="1840">
                  <c:v>-3.7828043382591381E-2</c:v>
                </c:pt>
                <c:pt idx="1841">
                  <c:v>-3.7828043382591381E-2</c:v>
                </c:pt>
                <c:pt idx="1842">
                  <c:v>-3.7828043382591381E-2</c:v>
                </c:pt>
                <c:pt idx="1843">
                  <c:v>-3.7828043382591381E-2</c:v>
                </c:pt>
                <c:pt idx="1844">
                  <c:v>-3.7828043382591381E-2</c:v>
                </c:pt>
                <c:pt idx="1845">
                  <c:v>-3.7828043382591381E-2</c:v>
                </c:pt>
                <c:pt idx="1846">
                  <c:v>-3.7828043382591381E-2</c:v>
                </c:pt>
                <c:pt idx="1847">
                  <c:v>-3.7828043382591381E-2</c:v>
                </c:pt>
                <c:pt idx="1848">
                  <c:v>-3.7828043382591381E-2</c:v>
                </c:pt>
                <c:pt idx="1849">
                  <c:v>-3.7828043382591381E-2</c:v>
                </c:pt>
                <c:pt idx="1850">
                  <c:v>-3.7828043382591381E-2</c:v>
                </c:pt>
                <c:pt idx="1851">
                  <c:v>-3.7828043382591381E-2</c:v>
                </c:pt>
                <c:pt idx="1852">
                  <c:v>-3.7828043382591381E-2</c:v>
                </c:pt>
                <c:pt idx="1853">
                  <c:v>-3.7828043382591381E-2</c:v>
                </c:pt>
                <c:pt idx="1854">
                  <c:v>-3.7828043382591381E-2</c:v>
                </c:pt>
                <c:pt idx="1855">
                  <c:v>-3.7828043382591381E-2</c:v>
                </c:pt>
                <c:pt idx="1856">
                  <c:v>-3.7828043382591381E-2</c:v>
                </c:pt>
                <c:pt idx="1857">
                  <c:v>-3.7828043382591381E-2</c:v>
                </c:pt>
                <c:pt idx="1858">
                  <c:v>-3.7828043382591381E-2</c:v>
                </c:pt>
                <c:pt idx="1859">
                  <c:v>-3.7828043382591381E-2</c:v>
                </c:pt>
                <c:pt idx="1860">
                  <c:v>-3.7828043382591381E-2</c:v>
                </c:pt>
                <c:pt idx="1861">
                  <c:v>-3.7828043382591381E-2</c:v>
                </c:pt>
                <c:pt idx="1862">
                  <c:v>-3.7828043382591381E-2</c:v>
                </c:pt>
                <c:pt idx="1863">
                  <c:v>-3.7828043382591381E-2</c:v>
                </c:pt>
                <c:pt idx="1864">
                  <c:v>-3.7828043382591381E-2</c:v>
                </c:pt>
                <c:pt idx="1865">
                  <c:v>-3.7828043382591381E-2</c:v>
                </c:pt>
                <c:pt idx="1866">
                  <c:v>-3.7828043382591381E-2</c:v>
                </c:pt>
                <c:pt idx="1867">
                  <c:v>-3.7828043382591381E-2</c:v>
                </c:pt>
                <c:pt idx="1868">
                  <c:v>-3.7828043382591381E-2</c:v>
                </c:pt>
                <c:pt idx="1869">
                  <c:v>-3.7828043382591381E-2</c:v>
                </c:pt>
                <c:pt idx="1870">
                  <c:v>-3.7828043382591381E-2</c:v>
                </c:pt>
                <c:pt idx="1871">
                  <c:v>-3.7828043382591381E-2</c:v>
                </c:pt>
                <c:pt idx="1872">
                  <c:v>-3.7828043382591381E-2</c:v>
                </c:pt>
                <c:pt idx="1873">
                  <c:v>-3.7828043382591381E-2</c:v>
                </c:pt>
                <c:pt idx="1874">
                  <c:v>-3.7828043382591381E-2</c:v>
                </c:pt>
                <c:pt idx="1875">
                  <c:v>-3.7828043382591381E-2</c:v>
                </c:pt>
                <c:pt idx="1876">
                  <c:v>-3.7828043382591381E-2</c:v>
                </c:pt>
                <c:pt idx="1877">
                  <c:v>-3.7828043382591381E-2</c:v>
                </c:pt>
                <c:pt idx="1878">
                  <c:v>-3.7828043382591381E-2</c:v>
                </c:pt>
                <c:pt idx="1879">
                  <c:v>-3.7828043382591381E-2</c:v>
                </c:pt>
                <c:pt idx="1880">
                  <c:v>-3.7828043382591381E-2</c:v>
                </c:pt>
                <c:pt idx="1881">
                  <c:v>-3.7828043382591381E-2</c:v>
                </c:pt>
                <c:pt idx="1882">
                  <c:v>-3.7828043382591381E-2</c:v>
                </c:pt>
                <c:pt idx="1883">
                  <c:v>-3.7828043382591381E-2</c:v>
                </c:pt>
                <c:pt idx="1884">
                  <c:v>-3.7828043382591381E-2</c:v>
                </c:pt>
                <c:pt idx="1885">
                  <c:v>-3.7828043382591381E-2</c:v>
                </c:pt>
                <c:pt idx="1886">
                  <c:v>-3.7828043382591381E-2</c:v>
                </c:pt>
                <c:pt idx="1887">
                  <c:v>-3.7828043382591381E-2</c:v>
                </c:pt>
                <c:pt idx="1888">
                  <c:v>-3.7828043382591381E-2</c:v>
                </c:pt>
                <c:pt idx="1889">
                  <c:v>-3.7828043382591381E-2</c:v>
                </c:pt>
                <c:pt idx="1890">
                  <c:v>-3.7828043382591381E-2</c:v>
                </c:pt>
                <c:pt idx="1891">
                  <c:v>-3.7828043382591381E-2</c:v>
                </c:pt>
                <c:pt idx="1892">
                  <c:v>-3.7828043382591381E-2</c:v>
                </c:pt>
                <c:pt idx="1893">
                  <c:v>-3.7828043382591381E-2</c:v>
                </c:pt>
                <c:pt idx="1894">
                  <c:v>-3.7828043382591381E-2</c:v>
                </c:pt>
                <c:pt idx="1895">
                  <c:v>-3.7828043382591381E-2</c:v>
                </c:pt>
                <c:pt idx="1896">
                  <c:v>-3.7828043382591381E-2</c:v>
                </c:pt>
                <c:pt idx="1897">
                  <c:v>-3.7828043382591381E-2</c:v>
                </c:pt>
                <c:pt idx="1898">
                  <c:v>-3.7828043382591381E-2</c:v>
                </c:pt>
                <c:pt idx="1899">
                  <c:v>-3.7828043382591381E-2</c:v>
                </c:pt>
                <c:pt idx="1900">
                  <c:v>-3.7828043382591381E-2</c:v>
                </c:pt>
                <c:pt idx="1901">
                  <c:v>-3.7828043382591381E-2</c:v>
                </c:pt>
                <c:pt idx="1902">
                  <c:v>-3.7828043382591381E-2</c:v>
                </c:pt>
                <c:pt idx="1903">
                  <c:v>-3.7828043382591381E-2</c:v>
                </c:pt>
                <c:pt idx="1904">
                  <c:v>-3.7828043382591381E-2</c:v>
                </c:pt>
                <c:pt idx="1905">
                  <c:v>-3.7828043382591381E-2</c:v>
                </c:pt>
                <c:pt idx="1906">
                  <c:v>-3.7828043382591381E-2</c:v>
                </c:pt>
                <c:pt idx="1907">
                  <c:v>-3.7828043382591381E-2</c:v>
                </c:pt>
                <c:pt idx="1908">
                  <c:v>-3.7828043382591381E-2</c:v>
                </c:pt>
                <c:pt idx="1909">
                  <c:v>-3.7828043382591381E-2</c:v>
                </c:pt>
                <c:pt idx="1910">
                  <c:v>-3.7828043382591381E-2</c:v>
                </c:pt>
                <c:pt idx="1911">
                  <c:v>-3.7828043382591381E-2</c:v>
                </c:pt>
                <c:pt idx="1912">
                  <c:v>-3.7828043382591381E-2</c:v>
                </c:pt>
                <c:pt idx="1913">
                  <c:v>-3.7828043382591381E-2</c:v>
                </c:pt>
                <c:pt idx="1914">
                  <c:v>-3.7828043382591381E-2</c:v>
                </c:pt>
                <c:pt idx="1915">
                  <c:v>-3.7828043382591381E-2</c:v>
                </c:pt>
                <c:pt idx="1916">
                  <c:v>-3.7828043382591381E-2</c:v>
                </c:pt>
                <c:pt idx="1917">
                  <c:v>-3.7828043382591381E-2</c:v>
                </c:pt>
                <c:pt idx="1918">
                  <c:v>-3.7828043382591381E-2</c:v>
                </c:pt>
                <c:pt idx="1919">
                  <c:v>-3.7828043382591381E-2</c:v>
                </c:pt>
                <c:pt idx="1920">
                  <c:v>-3.7828043382591381E-2</c:v>
                </c:pt>
                <c:pt idx="1921">
                  <c:v>-3.7828043382591381E-2</c:v>
                </c:pt>
                <c:pt idx="1922">
                  <c:v>-3.7828043382591381E-2</c:v>
                </c:pt>
                <c:pt idx="1923">
                  <c:v>-3.7828043382591381E-2</c:v>
                </c:pt>
                <c:pt idx="1924">
                  <c:v>-3.7828043382591381E-2</c:v>
                </c:pt>
                <c:pt idx="1925">
                  <c:v>-3.7828043382591381E-2</c:v>
                </c:pt>
                <c:pt idx="1926">
                  <c:v>-3.7828043382591381E-2</c:v>
                </c:pt>
                <c:pt idx="1927">
                  <c:v>-3.7828043382591381E-2</c:v>
                </c:pt>
                <c:pt idx="1928">
                  <c:v>-3.7828043382591381E-2</c:v>
                </c:pt>
                <c:pt idx="1929">
                  <c:v>-3.7828043382591381E-2</c:v>
                </c:pt>
                <c:pt idx="1930">
                  <c:v>-3.7828043382591381E-2</c:v>
                </c:pt>
                <c:pt idx="1931">
                  <c:v>-3.7828043382591381E-2</c:v>
                </c:pt>
                <c:pt idx="1932">
                  <c:v>-3.7828043382591381E-2</c:v>
                </c:pt>
                <c:pt idx="1933">
                  <c:v>-3.7828043382591381E-2</c:v>
                </c:pt>
                <c:pt idx="1934">
                  <c:v>-3.7828043382591381E-2</c:v>
                </c:pt>
                <c:pt idx="1935">
                  <c:v>-3.7828043382591381E-2</c:v>
                </c:pt>
                <c:pt idx="1936">
                  <c:v>-3.7828043382591381E-2</c:v>
                </c:pt>
                <c:pt idx="1937">
                  <c:v>-3.7828043382591381E-2</c:v>
                </c:pt>
                <c:pt idx="1938">
                  <c:v>-3.7828043382591381E-2</c:v>
                </c:pt>
                <c:pt idx="1939">
                  <c:v>-3.7828043382591381E-2</c:v>
                </c:pt>
                <c:pt idx="1940">
                  <c:v>-3.7828043382591381E-2</c:v>
                </c:pt>
                <c:pt idx="1941">
                  <c:v>-3.7828043382591381E-2</c:v>
                </c:pt>
                <c:pt idx="1942">
                  <c:v>-3.7828043382591381E-2</c:v>
                </c:pt>
                <c:pt idx="1943">
                  <c:v>-3.7828043382591381E-2</c:v>
                </c:pt>
                <c:pt idx="1944">
                  <c:v>-3.7828043382591381E-2</c:v>
                </c:pt>
                <c:pt idx="1945">
                  <c:v>-3.7828043382591381E-2</c:v>
                </c:pt>
                <c:pt idx="1946">
                  <c:v>-3.7828043382591381E-2</c:v>
                </c:pt>
                <c:pt idx="1947">
                  <c:v>-3.7828043382591381E-2</c:v>
                </c:pt>
                <c:pt idx="1948">
                  <c:v>-3.7828043382591381E-2</c:v>
                </c:pt>
                <c:pt idx="1949">
                  <c:v>-3.7828043382591381E-2</c:v>
                </c:pt>
                <c:pt idx="1950">
                  <c:v>-3.7828043382591381E-2</c:v>
                </c:pt>
                <c:pt idx="1951">
                  <c:v>-3.7828043382591381E-2</c:v>
                </c:pt>
                <c:pt idx="1952">
                  <c:v>-3.7828043382591381E-2</c:v>
                </c:pt>
                <c:pt idx="1953">
                  <c:v>-3.7828043382591381E-2</c:v>
                </c:pt>
                <c:pt idx="1954">
                  <c:v>-3.7828043382591381E-2</c:v>
                </c:pt>
                <c:pt idx="1955">
                  <c:v>-3.7828043382591381E-2</c:v>
                </c:pt>
                <c:pt idx="1956">
                  <c:v>-3.7828043382591381E-2</c:v>
                </c:pt>
                <c:pt idx="1957">
                  <c:v>-3.7828043382591381E-2</c:v>
                </c:pt>
                <c:pt idx="1958">
                  <c:v>-3.7828043382591381E-2</c:v>
                </c:pt>
                <c:pt idx="1959">
                  <c:v>-3.7828043382591381E-2</c:v>
                </c:pt>
                <c:pt idx="1960">
                  <c:v>-3.7828043382591381E-2</c:v>
                </c:pt>
                <c:pt idx="1961">
                  <c:v>-3.7828043382591381E-2</c:v>
                </c:pt>
                <c:pt idx="1962">
                  <c:v>-3.7828043382591381E-2</c:v>
                </c:pt>
                <c:pt idx="1963">
                  <c:v>-3.7828043382591381E-2</c:v>
                </c:pt>
                <c:pt idx="1964">
                  <c:v>-3.7828043382591381E-2</c:v>
                </c:pt>
                <c:pt idx="1965">
                  <c:v>-3.7828043382591381E-2</c:v>
                </c:pt>
                <c:pt idx="1966">
                  <c:v>-3.7828043382591381E-2</c:v>
                </c:pt>
                <c:pt idx="1967">
                  <c:v>-3.7828043382591381E-2</c:v>
                </c:pt>
                <c:pt idx="1968">
                  <c:v>-3.7828043382591381E-2</c:v>
                </c:pt>
                <c:pt idx="1969">
                  <c:v>-3.7828043382591381E-2</c:v>
                </c:pt>
                <c:pt idx="1970">
                  <c:v>-3.7828043382591381E-2</c:v>
                </c:pt>
                <c:pt idx="1971">
                  <c:v>-3.7828043382591381E-2</c:v>
                </c:pt>
                <c:pt idx="1972">
                  <c:v>-3.7828043382591381E-2</c:v>
                </c:pt>
                <c:pt idx="1973">
                  <c:v>-3.7828043382591381E-2</c:v>
                </c:pt>
                <c:pt idx="1974">
                  <c:v>-3.7828043382591381E-2</c:v>
                </c:pt>
                <c:pt idx="1975">
                  <c:v>-3.7828043382591381E-2</c:v>
                </c:pt>
                <c:pt idx="1976">
                  <c:v>-3.7828043382591381E-2</c:v>
                </c:pt>
                <c:pt idx="1977">
                  <c:v>-3.7828043382591381E-2</c:v>
                </c:pt>
                <c:pt idx="1978">
                  <c:v>-3.7828043382591381E-2</c:v>
                </c:pt>
                <c:pt idx="1979">
                  <c:v>-3.7828043382591381E-2</c:v>
                </c:pt>
                <c:pt idx="1980">
                  <c:v>-3.7828043382591381E-2</c:v>
                </c:pt>
                <c:pt idx="1981">
                  <c:v>-3.7828043382591381E-2</c:v>
                </c:pt>
                <c:pt idx="1982">
                  <c:v>-3.7828043382591381E-2</c:v>
                </c:pt>
                <c:pt idx="1983">
                  <c:v>-3.7828043382591381E-2</c:v>
                </c:pt>
                <c:pt idx="1984">
                  <c:v>-3.7828043382591381E-2</c:v>
                </c:pt>
                <c:pt idx="1985">
                  <c:v>-3.7828043382591381E-2</c:v>
                </c:pt>
                <c:pt idx="1986">
                  <c:v>-3.7828043382591381E-2</c:v>
                </c:pt>
                <c:pt idx="1987">
                  <c:v>-3.7828043382591381E-2</c:v>
                </c:pt>
                <c:pt idx="1988">
                  <c:v>-3.7828043382591381E-2</c:v>
                </c:pt>
                <c:pt idx="1989">
                  <c:v>-3.7828043382591381E-2</c:v>
                </c:pt>
                <c:pt idx="1990">
                  <c:v>-3.7828043382591381E-2</c:v>
                </c:pt>
                <c:pt idx="1991">
                  <c:v>-3.7828043382591381E-2</c:v>
                </c:pt>
                <c:pt idx="1992">
                  <c:v>-3.7828043382591381E-2</c:v>
                </c:pt>
                <c:pt idx="1993">
                  <c:v>-3.7828043382591381E-2</c:v>
                </c:pt>
                <c:pt idx="1994">
                  <c:v>-3.7828043382591381E-2</c:v>
                </c:pt>
                <c:pt idx="1995">
                  <c:v>-3.7828043382591381E-2</c:v>
                </c:pt>
                <c:pt idx="1996">
                  <c:v>-3.7828043382591381E-2</c:v>
                </c:pt>
                <c:pt idx="1997">
                  <c:v>-3.7828043382591381E-2</c:v>
                </c:pt>
                <c:pt idx="1998">
                  <c:v>-3.7828043382591381E-2</c:v>
                </c:pt>
                <c:pt idx="1999">
                  <c:v>-3.7828043382591381E-2</c:v>
                </c:pt>
                <c:pt idx="2000">
                  <c:v>-3.7828043382591381E-2</c:v>
                </c:pt>
                <c:pt idx="2001">
                  <c:v>-3.7828043382591381E-2</c:v>
                </c:pt>
                <c:pt idx="2002">
                  <c:v>-3.7828043382591381E-2</c:v>
                </c:pt>
                <c:pt idx="2003">
                  <c:v>-3.7828043382591381E-2</c:v>
                </c:pt>
                <c:pt idx="2004">
                  <c:v>-3.7828043382591381E-2</c:v>
                </c:pt>
                <c:pt idx="2005">
                  <c:v>-3.7828043382591381E-2</c:v>
                </c:pt>
                <c:pt idx="2006">
                  <c:v>-3.7828043382591381E-2</c:v>
                </c:pt>
                <c:pt idx="2007">
                  <c:v>-3.7828043382591381E-2</c:v>
                </c:pt>
                <c:pt idx="2008">
                  <c:v>-3.7828043382591381E-2</c:v>
                </c:pt>
                <c:pt idx="2009">
                  <c:v>-3.7828043382591381E-2</c:v>
                </c:pt>
                <c:pt idx="2010">
                  <c:v>-3.7828043382591381E-2</c:v>
                </c:pt>
                <c:pt idx="2011">
                  <c:v>-3.7828043382591381E-2</c:v>
                </c:pt>
                <c:pt idx="2012">
                  <c:v>-3.7828043382591381E-2</c:v>
                </c:pt>
                <c:pt idx="2013">
                  <c:v>-3.7828043382591381E-2</c:v>
                </c:pt>
                <c:pt idx="2014">
                  <c:v>-3.7828043382591381E-2</c:v>
                </c:pt>
                <c:pt idx="2015">
                  <c:v>-3.7828043382591381E-2</c:v>
                </c:pt>
                <c:pt idx="2016">
                  <c:v>-3.7828043382591381E-2</c:v>
                </c:pt>
                <c:pt idx="2017">
                  <c:v>-3.7828043382591381E-2</c:v>
                </c:pt>
                <c:pt idx="2018">
                  <c:v>-3.7828043382591381E-2</c:v>
                </c:pt>
                <c:pt idx="2019">
                  <c:v>-3.7828043382591381E-2</c:v>
                </c:pt>
                <c:pt idx="2020">
                  <c:v>-3.7828043382591381E-2</c:v>
                </c:pt>
                <c:pt idx="2021">
                  <c:v>-3.7828043382591381E-2</c:v>
                </c:pt>
                <c:pt idx="2022">
                  <c:v>-3.7828043382591381E-2</c:v>
                </c:pt>
                <c:pt idx="2023">
                  <c:v>-3.7828043382591381E-2</c:v>
                </c:pt>
                <c:pt idx="2024">
                  <c:v>-3.7828043382591381E-2</c:v>
                </c:pt>
                <c:pt idx="2025">
                  <c:v>-3.7828043382591381E-2</c:v>
                </c:pt>
                <c:pt idx="2026">
                  <c:v>-3.7828043382591381E-2</c:v>
                </c:pt>
                <c:pt idx="2027">
                  <c:v>-3.7828043382591381E-2</c:v>
                </c:pt>
                <c:pt idx="2028">
                  <c:v>-3.7828043382591381E-2</c:v>
                </c:pt>
                <c:pt idx="2029">
                  <c:v>-3.7828043382591381E-2</c:v>
                </c:pt>
                <c:pt idx="2030">
                  <c:v>-3.7828043382591381E-2</c:v>
                </c:pt>
                <c:pt idx="2031">
                  <c:v>-3.7828043382591381E-2</c:v>
                </c:pt>
                <c:pt idx="2032">
                  <c:v>-3.7828043382591381E-2</c:v>
                </c:pt>
                <c:pt idx="2033">
                  <c:v>-3.7828043382591381E-2</c:v>
                </c:pt>
                <c:pt idx="2034">
                  <c:v>-3.7828043382591381E-2</c:v>
                </c:pt>
                <c:pt idx="2035">
                  <c:v>-3.7828043382591381E-2</c:v>
                </c:pt>
                <c:pt idx="2036">
                  <c:v>-3.7828043382591381E-2</c:v>
                </c:pt>
                <c:pt idx="2037">
                  <c:v>-3.7828043382591381E-2</c:v>
                </c:pt>
                <c:pt idx="2038">
                  <c:v>-3.7828043382591381E-2</c:v>
                </c:pt>
                <c:pt idx="2039">
                  <c:v>-3.7828043382591381E-2</c:v>
                </c:pt>
                <c:pt idx="2040">
                  <c:v>-3.7828043382591381E-2</c:v>
                </c:pt>
                <c:pt idx="2041">
                  <c:v>-3.7828043382591381E-2</c:v>
                </c:pt>
                <c:pt idx="2042">
                  <c:v>-3.7828043382591381E-2</c:v>
                </c:pt>
                <c:pt idx="2043">
                  <c:v>-3.7828043382591381E-2</c:v>
                </c:pt>
                <c:pt idx="2044">
                  <c:v>-3.7828043382591381E-2</c:v>
                </c:pt>
                <c:pt idx="2045">
                  <c:v>-3.7828043382591381E-2</c:v>
                </c:pt>
                <c:pt idx="2046">
                  <c:v>-3.7828043382591381E-2</c:v>
                </c:pt>
                <c:pt idx="2047">
                  <c:v>-3.7828043382591381E-2</c:v>
                </c:pt>
                <c:pt idx="2048">
                  <c:v>-3.7828043382591381E-2</c:v>
                </c:pt>
                <c:pt idx="2049">
                  <c:v>-3.7828043382591381E-2</c:v>
                </c:pt>
                <c:pt idx="2050">
                  <c:v>-3.7828043382591381E-2</c:v>
                </c:pt>
                <c:pt idx="2051">
                  <c:v>-3.7828043382591381E-2</c:v>
                </c:pt>
                <c:pt idx="2052">
                  <c:v>-3.7828043382591381E-2</c:v>
                </c:pt>
                <c:pt idx="2053">
                  <c:v>-3.7828043382591381E-2</c:v>
                </c:pt>
                <c:pt idx="2054">
                  <c:v>-3.7828043382591381E-2</c:v>
                </c:pt>
                <c:pt idx="2055">
                  <c:v>-3.7828043382591381E-2</c:v>
                </c:pt>
                <c:pt idx="2056">
                  <c:v>-3.7828043382591381E-2</c:v>
                </c:pt>
                <c:pt idx="2057">
                  <c:v>-3.7828043382591381E-2</c:v>
                </c:pt>
                <c:pt idx="2058">
                  <c:v>-3.7828043382591381E-2</c:v>
                </c:pt>
                <c:pt idx="2059">
                  <c:v>-3.7828043382591381E-2</c:v>
                </c:pt>
                <c:pt idx="2060">
                  <c:v>-3.7828043382591381E-2</c:v>
                </c:pt>
                <c:pt idx="2061">
                  <c:v>-3.7828043382591381E-2</c:v>
                </c:pt>
                <c:pt idx="2062">
                  <c:v>-3.7828043382591381E-2</c:v>
                </c:pt>
                <c:pt idx="2063">
                  <c:v>-3.7828043382591381E-2</c:v>
                </c:pt>
                <c:pt idx="2064">
                  <c:v>-3.7828043382591381E-2</c:v>
                </c:pt>
                <c:pt idx="2065">
                  <c:v>-3.7828043382591381E-2</c:v>
                </c:pt>
                <c:pt idx="2066">
                  <c:v>-3.7828043382591381E-2</c:v>
                </c:pt>
                <c:pt idx="2067">
                  <c:v>-3.7828043382591381E-2</c:v>
                </c:pt>
                <c:pt idx="2068">
                  <c:v>-3.7828043382591381E-2</c:v>
                </c:pt>
                <c:pt idx="2069">
                  <c:v>-3.7828043382591381E-2</c:v>
                </c:pt>
                <c:pt idx="2070">
                  <c:v>-3.7828043382591381E-2</c:v>
                </c:pt>
                <c:pt idx="2071">
                  <c:v>-3.7828043382591381E-2</c:v>
                </c:pt>
                <c:pt idx="2072">
                  <c:v>-3.7828043382591381E-2</c:v>
                </c:pt>
                <c:pt idx="2073">
                  <c:v>-3.7828043382591381E-2</c:v>
                </c:pt>
                <c:pt idx="2074">
                  <c:v>-3.7828043382591381E-2</c:v>
                </c:pt>
                <c:pt idx="2075">
                  <c:v>-3.7828043382591381E-2</c:v>
                </c:pt>
                <c:pt idx="2076">
                  <c:v>-3.7828043382591381E-2</c:v>
                </c:pt>
                <c:pt idx="2077">
                  <c:v>-3.7828043382591381E-2</c:v>
                </c:pt>
                <c:pt idx="2078">
                  <c:v>-3.7828043382591381E-2</c:v>
                </c:pt>
                <c:pt idx="2079">
                  <c:v>-3.7828043382591381E-2</c:v>
                </c:pt>
                <c:pt idx="2080">
                  <c:v>-3.7828043382591381E-2</c:v>
                </c:pt>
                <c:pt idx="2081">
                  <c:v>-3.7828043382591381E-2</c:v>
                </c:pt>
                <c:pt idx="2082">
                  <c:v>-3.7828043382591381E-2</c:v>
                </c:pt>
                <c:pt idx="2083">
                  <c:v>-3.7828043382591381E-2</c:v>
                </c:pt>
                <c:pt idx="2084">
                  <c:v>-3.7828043382591381E-2</c:v>
                </c:pt>
                <c:pt idx="2085">
                  <c:v>-3.7828043382591381E-2</c:v>
                </c:pt>
                <c:pt idx="2086">
                  <c:v>-3.7828043382591381E-2</c:v>
                </c:pt>
                <c:pt idx="2087">
                  <c:v>-3.7828043382591381E-2</c:v>
                </c:pt>
                <c:pt idx="2088">
                  <c:v>-3.7828043382591381E-2</c:v>
                </c:pt>
                <c:pt idx="2089">
                  <c:v>-3.7828043382591381E-2</c:v>
                </c:pt>
                <c:pt idx="2090">
                  <c:v>-3.7828043382591381E-2</c:v>
                </c:pt>
                <c:pt idx="2091">
                  <c:v>-3.7828043382591381E-2</c:v>
                </c:pt>
                <c:pt idx="2092">
                  <c:v>-3.7828043382591381E-2</c:v>
                </c:pt>
                <c:pt idx="2093">
                  <c:v>-3.7828043382591381E-2</c:v>
                </c:pt>
                <c:pt idx="2094">
                  <c:v>-3.7828043382591381E-2</c:v>
                </c:pt>
                <c:pt idx="2095">
                  <c:v>-3.7828043382591381E-2</c:v>
                </c:pt>
                <c:pt idx="2096">
                  <c:v>-3.7828043382591381E-2</c:v>
                </c:pt>
                <c:pt idx="2097">
                  <c:v>-3.7828043382591381E-2</c:v>
                </c:pt>
                <c:pt idx="2098">
                  <c:v>-3.7828043382591381E-2</c:v>
                </c:pt>
                <c:pt idx="2099">
                  <c:v>-3.7828043382591381E-2</c:v>
                </c:pt>
                <c:pt idx="2100">
                  <c:v>-3.7828043382591381E-2</c:v>
                </c:pt>
                <c:pt idx="2101">
                  <c:v>-3.7828043382591381E-2</c:v>
                </c:pt>
                <c:pt idx="2102">
                  <c:v>-3.7828043382591381E-2</c:v>
                </c:pt>
                <c:pt idx="2103">
                  <c:v>-3.7828043382591381E-2</c:v>
                </c:pt>
                <c:pt idx="2104">
                  <c:v>-3.7828043382591381E-2</c:v>
                </c:pt>
                <c:pt idx="2105">
                  <c:v>-3.7828043382591381E-2</c:v>
                </c:pt>
                <c:pt idx="2106">
                  <c:v>-3.7828043382591381E-2</c:v>
                </c:pt>
                <c:pt idx="2107">
                  <c:v>-3.7828043382591381E-2</c:v>
                </c:pt>
                <c:pt idx="2108">
                  <c:v>-3.7828043382591381E-2</c:v>
                </c:pt>
                <c:pt idx="2109">
                  <c:v>-3.7828043382591381E-2</c:v>
                </c:pt>
                <c:pt idx="2110">
                  <c:v>-3.7828043382591381E-2</c:v>
                </c:pt>
                <c:pt idx="2111">
                  <c:v>-3.7828043382591381E-2</c:v>
                </c:pt>
                <c:pt idx="2112">
                  <c:v>-3.7828043382591381E-2</c:v>
                </c:pt>
                <c:pt idx="2113">
                  <c:v>-3.7828043382591381E-2</c:v>
                </c:pt>
                <c:pt idx="2114">
                  <c:v>-3.7828043382591381E-2</c:v>
                </c:pt>
                <c:pt idx="2115">
                  <c:v>-3.7828043382591381E-2</c:v>
                </c:pt>
                <c:pt idx="2116">
                  <c:v>-3.7828043382591381E-2</c:v>
                </c:pt>
                <c:pt idx="2117">
                  <c:v>-3.7828043382591381E-2</c:v>
                </c:pt>
                <c:pt idx="2118">
                  <c:v>-3.7828043382591381E-2</c:v>
                </c:pt>
                <c:pt idx="2119">
                  <c:v>-3.7828043382591381E-2</c:v>
                </c:pt>
                <c:pt idx="2120">
                  <c:v>-3.7828043382591381E-2</c:v>
                </c:pt>
                <c:pt idx="2121">
                  <c:v>-3.7828043382591381E-2</c:v>
                </c:pt>
                <c:pt idx="2122">
                  <c:v>-3.7828043382591381E-2</c:v>
                </c:pt>
                <c:pt idx="2123">
                  <c:v>-3.7828043382591381E-2</c:v>
                </c:pt>
                <c:pt idx="2124">
                  <c:v>-3.7828043382591381E-2</c:v>
                </c:pt>
                <c:pt idx="2125">
                  <c:v>-3.7828043382591381E-2</c:v>
                </c:pt>
                <c:pt idx="2126">
                  <c:v>-3.7828043382591381E-2</c:v>
                </c:pt>
                <c:pt idx="2127">
                  <c:v>-3.7828043382591381E-2</c:v>
                </c:pt>
                <c:pt idx="2128">
                  <c:v>-3.7828043382591381E-2</c:v>
                </c:pt>
                <c:pt idx="2129">
                  <c:v>-3.7828043382591381E-2</c:v>
                </c:pt>
                <c:pt idx="2130">
                  <c:v>-3.7828043382591381E-2</c:v>
                </c:pt>
                <c:pt idx="2131">
                  <c:v>-3.7828043382591381E-2</c:v>
                </c:pt>
                <c:pt idx="2132">
                  <c:v>-3.7828043382591381E-2</c:v>
                </c:pt>
                <c:pt idx="2133">
                  <c:v>-3.7828043382591381E-2</c:v>
                </c:pt>
                <c:pt idx="2134">
                  <c:v>-3.7828043382591381E-2</c:v>
                </c:pt>
                <c:pt idx="2135">
                  <c:v>-3.7828043382591381E-2</c:v>
                </c:pt>
                <c:pt idx="2136">
                  <c:v>-3.7828043382591381E-2</c:v>
                </c:pt>
                <c:pt idx="2137">
                  <c:v>-3.7828043382591381E-2</c:v>
                </c:pt>
                <c:pt idx="2138">
                  <c:v>-3.7828043382591381E-2</c:v>
                </c:pt>
                <c:pt idx="2139">
                  <c:v>-3.7828043382591381E-2</c:v>
                </c:pt>
                <c:pt idx="2140">
                  <c:v>-3.7828043382591381E-2</c:v>
                </c:pt>
                <c:pt idx="2141">
                  <c:v>-3.7828043382591381E-2</c:v>
                </c:pt>
                <c:pt idx="2142">
                  <c:v>-3.7828043382591381E-2</c:v>
                </c:pt>
                <c:pt idx="2143">
                  <c:v>-3.7828043382591381E-2</c:v>
                </c:pt>
                <c:pt idx="2144">
                  <c:v>-3.7828043382591381E-2</c:v>
                </c:pt>
                <c:pt idx="2145">
                  <c:v>-3.7828043382591381E-2</c:v>
                </c:pt>
                <c:pt idx="2146">
                  <c:v>-3.7828043382591381E-2</c:v>
                </c:pt>
                <c:pt idx="2147">
                  <c:v>-3.7828043382591381E-2</c:v>
                </c:pt>
                <c:pt idx="2148">
                  <c:v>-3.7828043382591381E-2</c:v>
                </c:pt>
                <c:pt idx="2149">
                  <c:v>-3.7828043382591381E-2</c:v>
                </c:pt>
                <c:pt idx="2150">
                  <c:v>-3.7828043382591381E-2</c:v>
                </c:pt>
                <c:pt idx="2151">
                  <c:v>-3.7828043382591381E-2</c:v>
                </c:pt>
                <c:pt idx="2152">
                  <c:v>-3.7828043382591381E-2</c:v>
                </c:pt>
                <c:pt idx="2153">
                  <c:v>-3.7828043382591381E-2</c:v>
                </c:pt>
                <c:pt idx="2154">
                  <c:v>-3.7828043382591381E-2</c:v>
                </c:pt>
                <c:pt idx="2155">
                  <c:v>-3.7828043382591381E-2</c:v>
                </c:pt>
                <c:pt idx="2156">
                  <c:v>-3.7828043382591381E-2</c:v>
                </c:pt>
                <c:pt idx="2157">
                  <c:v>-3.7828043382591381E-2</c:v>
                </c:pt>
                <c:pt idx="2158">
                  <c:v>-3.7828043382591381E-2</c:v>
                </c:pt>
                <c:pt idx="2159">
                  <c:v>-3.7828043382591381E-2</c:v>
                </c:pt>
                <c:pt idx="2160">
                  <c:v>-3.7828043382591381E-2</c:v>
                </c:pt>
                <c:pt idx="2161">
                  <c:v>-3.7828043382591381E-2</c:v>
                </c:pt>
                <c:pt idx="2162">
                  <c:v>-3.7828043382591381E-2</c:v>
                </c:pt>
                <c:pt idx="2163">
                  <c:v>-3.7828043382591381E-2</c:v>
                </c:pt>
                <c:pt idx="2164">
                  <c:v>-3.7828043382591381E-2</c:v>
                </c:pt>
                <c:pt idx="2165">
                  <c:v>-3.7828043382591381E-2</c:v>
                </c:pt>
                <c:pt idx="2166">
                  <c:v>-3.7828043382591381E-2</c:v>
                </c:pt>
                <c:pt idx="2167">
                  <c:v>-3.7828043382591381E-2</c:v>
                </c:pt>
                <c:pt idx="2168">
                  <c:v>-3.7828043382591381E-2</c:v>
                </c:pt>
                <c:pt idx="2169">
                  <c:v>-3.7828043382591381E-2</c:v>
                </c:pt>
                <c:pt idx="2170">
                  <c:v>-3.7828043382591381E-2</c:v>
                </c:pt>
                <c:pt idx="2171">
                  <c:v>-3.7828043382591381E-2</c:v>
                </c:pt>
                <c:pt idx="2172">
                  <c:v>-3.7828043382591381E-2</c:v>
                </c:pt>
                <c:pt idx="2173">
                  <c:v>-3.7828043382591381E-2</c:v>
                </c:pt>
                <c:pt idx="2174">
                  <c:v>-3.7828043382591381E-2</c:v>
                </c:pt>
                <c:pt idx="2175">
                  <c:v>-3.7828043382591381E-2</c:v>
                </c:pt>
                <c:pt idx="2176">
                  <c:v>-3.7828043382591381E-2</c:v>
                </c:pt>
                <c:pt idx="2177">
                  <c:v>-3.7828043382591381E-2</c:v>
                </c:pt>
                <c:pt idx="2178">
                  <c:v>-3.7828043382591381E-2</c:v>
                </c:pt>
                <c:pt idx="2179">
                  <c:v>-3.7828043382591381E-2</c:v>
                </c:pt>
                <c:pt idx="2180">
                  <c:v>-3.7828043382591381E-2</c:v>
                </c:pt>
                <c:pt idx="2181">
                  <c:v>-3.7828043382591381E-2</c:v>
                </c:pt>
                <c:pt idx="2182">
                  <c:v>-3.7828043382591381E-2</c:v>
                </c:pt>
                <c:pt idx="2183">
                  <c:v>-3.7828043382591381E-2</c:v>
                </c:pt>
                <c:pt idx="2184">
                  <c:v>-3.7828043382591381E-2</c:v>
                </c:pt>
                <c:pt idx="2185">
                  <c:v>-3.7828043382591381E-2</c:v>
                </c:pt>
                <c:pt idx="2186">
                  <c:v>-3.7828043382591381E-2</c:v>
                </c:pt>
                <c:pt idx="2187">
                  <c:v>-3.7828043382591381E-2</c:v>
                </c:pt>
                <c:pt idx="2188">
                  <c:v>-3.7828043382591381E-2</c:v>
                </c:pt>
                <c:pt idx="2189">
                  <c:v>-3.7828043382591381E-2</c:v>
                </c:pt>
                <c:pt idx="2190">
                  <c:v>-3.7828043382591381E-2</c:v>
                </c:pt>
                <c:pt idx="2191">
                  <c:v>-3.7828043382591381E-2</c:v>
                </c:pt>
                <c:pt idx="2192">
                  <c:v>-3.7828043382591381E-2</c:v>
                </c:pt>
                <c:pt idx="2193">
                  <c:v>-3.7828043382591381E-2</c:v>
                </c:pt>
                <c:pt idx="2194">
                  <c:v>-3.7828043382591381E-2</c:v>
                </c:pt>
                <c:pt idx="2195">
                  <c:v>-3.7828043382591381E-2</c:v>
                </c:pt>
                <c:pt idx="2196">
                  <c:v>-3.7828043382591381E-2</c:v>
                </c:pt>
                <c:pt idx="2197">
                  <c:v>-3.7828043382591381E-2</c:v>
                </c:pt>
                <c:pt idx="2198">
                  <c:v>-3.7828043382591381E-2</c:v>
                </c:pt>
                <c:pt idx="2199">
                  <c:v>-3.7828043382591381E-2</c:v>
                </c:pt>
                <c:pt idx="2200">
                  <c:v>-3.7828043382591381E-2</c:v>
                </c:pt>
                <c:pt idx="2201">
                  <c:v>-3.7828043382591381E-2</c:v>
                </c:pt>
                <c:pt idx="2202">
                  <c:v>-3.7828043382591381E-2</c:v>
                </c:pt>
                <c:pt idx="2203">
                  <c:v>-3.7828043382591381E-2</c:v>
                </c:pt>
                <c:pt idx="2204">
                  <c:v>-3.7828043382591381E-2</c:v>
                </c:pt>
                <c:pt idx="2205">
                  <c:v>-3.7828043382591381E-2</c:v>
                </c:pt>
                <c:pt idx="2206">
                  <c:v>-3.7828043382591381E-2</c:v>
                </c:pt>
                <c:pt idx="2207">
                  <c:v>-3.7828043382591381E-2</c:v>
                </c:pt>
                <c:pt idx="2208">
                  <c:v>-3.7828043382591381E-2</c:v>
                </c:pt>
                <c:pt idx="2209">
                  <c:v>-3.7828043382591381E-2</c:v>
                </c:pt>
                <c:pt idx="2210">
                  <c:v>-3.7828043382591381E-2</c:v>
                </c:pt>
                <c:pt idx="2211">
                  <c:v>-3.7828043382591381E-2</c:v>
                </c:pt>
                <c:pt idx="2212">
                  <c:v>-3.7828043382591381E-2</c:v>
                </c:pt>
                <c:pt idx="2213">
                  <c:v>-3.7828043382591381E-2</c:v>
                </c:pt>
                <c:pt idx="2214">
                  <c:v>-3.7828043382591381E-2</c:v>
                </c:pt>
                <c:pt idx="2215">
                  <c:v>-3.7828043382591381E-2</c:v>
                </c:pt>
                <c:pt idx="2216">
                  <c:v>-3.7828043382591381E-2</c:v>
                </c:pt>
                <c:pt idx="2217">
                  <c:v>-3.7828043382591381E-2</c:v>
                </c:pt>
                <c:pt idx="2218">
                  <c:v>-3.7828043382591381E-2</c:v>
                </c:pt>
                <c:pt idx="2219">
                  <c:v>-3.7828043382591381E-2</c:v>
                </c:pt>
                <c:pt idx="2220">
                  <c:v>-3.7828043382591381E-2</c:v>
                </c:pt>
                <c:pt idx="2221">
                  <c:v>-3.7828043382591381E-2</c:v>
                </c:pt>
                <c:pt idx="2222">
                  <c:v>-3.7828043382591381E-2</c:v>
                </c:pt>
                <c:pt idx="2223">
                  <c:v>-3.7828043382591381E-2</c:v>
                </c:pt>
                <c:pt idx="2224">
                  <c:v>-3.7828043382591381E-2</c:v>
                </c:pt>
                <c:pt idx="2225">
                  <c:v>-3.7828043382591381E-2</c:v>
                </c:pt>
                <c:pt idx="2226">
                  <c:v>-3.7828043382591381E-2</c:v>
                </c:pt>
                <c:pt idx="2227">
                  <c:v>-3.7828043382591381E-2</c:v>
                </c:pt>
                <c:pt idx="2228">
                  <c:v>-3.7828043382591381E-2</c:v>
                </c:pt>
                <c:pt idx="2229">
                  <c:v>-3.7828043382591381E-2</c:v>
                </c:pt>
                <c:pt idx="2230">
                  <c:v>-3.7828043382591381E-2</c:v>
                </c:pt>
                <c:pt idx="2231">
                  <c:v>-3.7828043382591381E-2</c:v>
                </c:pt>
                <c:pt idx="2232">
                  <c:v>-3.7828043382591381E-2</c:v>
                </c:pt>
                <c:pt idx="2233">
                  <c:v>-3.7828043382591381E-2</c:v>
                </c:pt>
                <c:pt idx="2234">
                  <c:v>-3.7828043382591381E-2</c:v>
                </c:pt>
                <c:pt idx="2235">
                  <c:v>-3.7828043382591381E-2</c:v>
                </c:pt>
                <c:pt idx="2236">
                  <c:v>-3.7828043382591381E-2</c:v>
                </c:pt>
                <c:pt idx="2237">
                  <c:v>-3.7828043382591381E-2</c:v>
                </c:pt>
                <c:pt idx="2238">
                  <c:v>-3.7828043382591381E-2</c:v>
                </c:pt>
                <c:pt idx="2239">
                  <c:v>-3.7828043382591381E-2</c:v>
                </c:pt>
                <c:pt idx="2240">
                  <c:v>-3.7828043382591381E-2</c:v>
                </c:pt>
                <c:pt idx="2241">
                  <c:v>-3.7828043382591381E-2</c:v>
                </c:pt>
                <c:pt idx="2242">
                  <c:v>-3.7828043382591381E-2</c:v>
                </c:pt>
                <c:pt idx="2243">
                  <c:v>-3.7828043382591381E-2</c:v>
                </c:pt>
                <c:pt idx="2244">
                  <c:v>-3.7828043382591381E-2</c:v>
                </c:pt>
                <c:pt idx="2245">
                  <c:v>-3.7828043382591381E-2</c:v>
                </c:pt>
                <c:pt idx="2246">
                  <c:v>-3.7828043382591381E-2</c:v>
                </c:pt>
                <c:pt idx="2247">
                  <c:v>-3.7828043382591381E-2</c:v>
                </c:pt>
                <c:pt idx="2248">
                  <c:v>-3.7828043382591381E-2</c:v>
                </c:pt>
                <c:pt idx="2249">
                  <c:v>-3.7828043382591381E-2</c:v>
                </c:pt>
                <c:pt idx="2250">
                  <c:v>-3.7828043382591381E-2</c:v>
                </c:pt>
                <c:pt idx="2251">
                  <c:v>-3.7828043382591381E-2</c:v>
                </c:pt>
                <c:pt idx="2252">
                  <c:v>-3.7828043382591381E-2</c:v>
                </c:pt>
                <c:pt idx="2253">
                  <c:v>-3.7828043382591381E-2</c:v>
                </c:pt>
                <c:pt idx="2254">
                  <c:v>-3.7828043382591381E-2</c:v>
                </c:pt>
                <c:pt idx="2255">
                  <c:v>-3.7828043382591381E-2</c:v>
                </c:pt>
                <c:pt idx="2256">
                  <c:v>-3.7828043382591381E-2</c:v>
                </c:pt>
                <c:pt idx="2257">
                  <c:v>-3.7828043382591381E-2</c:v>
                </c:pt>
                <c:pt idx="2258">
                  <c:v>-3.7828043382591381E-2</c:v>
                </c:pt>
                <c:pt idx="2259">
                  <c:v>-3.7828043382591381E-2</c:v>
                </c:pt>
                <c:pt idx="2260">
                  <c:v>-3.7828043382591381E-2</c:v>
                </c:pt>
                <c:pt idx="2261">
                  <c:v>-3.7828043382591381E-2</c:v>
                </c:pt>
                <c:pt idx="2262">
                  <c:v>-3.7828043382591381E-2</c:v>
                </c:pt>
                <c:pt idx="2263">
                  <c:v>-3.7828043382591381E-2</c:v>
                </c:pt>
                <c:pt idx="2264">
                  <c:v>-3.7828043382591381E-2</c:v>
                </c:pt>
                <c:pt idx="2265">
                  <c:v>-3.7828043382591381E-2</c:v>
                </c:pt>
                <c:pt idx="2266">
                  <c:v>-3.7828043382591381E-2</c:v>
                </c:pt>
                <c:pt idx="2267">
                  <c:v>-3.7828043382591381E-2</c:v>
                </c:pt>
                <c:pt idx="2268">
                  <c:v>-3.7828043382591381E-2</c:v>
                </c:pt>
                <c:pt idx="2269">
                  <c:v>-3.7828043382591381E-2</c:v>
                </c:pt>
                <c:pt idx="2270">
                  <c:v>-3.7828043382591381E-2</c:v>
                </c:pt>
                <c:pt idx="2271">
                  <c:v>-3.7828043382591381E-2</c:v>
                </c:pt>
                <c:pt idx="2272">
                  <c:v>-3.7828043382591381E-2</c:v>
                </c:pt>
                <c:pt idx="2273">
                  <c:v>-3.7828043382591381E-2</c:v>
                </c:pt>
                <c:pt idx="2274">
                  <c:v>-3.7828043382591381E-2</c:v>
                </c:pt>
                <c:pt idx="2275">
                  <c:v>-3.7828043382591381E-2</c:v>
                </c:pt>
                <c:pt idx="2276">
                  <c:v>-3.7828043382591381E-2</c:v>
                </c:pt>
                <c:pt idx="2277">
                  <c:v>-3.7828043382591381E-2</c:v>
                </c:pt>
                <c:pt idx="2278">
                  <c:v>-3.7828043382591381E-2</c:v>
                </c:pt>
                <c:pt idx="2279">
                  <c:v>-3.7828043382591381E-2</c:v>
                </c:pt>
                <c:pt idx="2280">
                  <c:v>-3.7828043382591381E-2</c:v>
                </c:pt>
                <c:pt idx="2281">
                  <c:v>-3.7828043382591381E-2</c:v>
                </c:pt>
                <c:pt idx="2282">
                  <c:v>-3.7828043382591381E-2</c:v>
                </c:pt>
                <c:pt idx="2283">
                  <c:v>-3.7828043382591381E-2</c:v>
                </c:pt>
                <c:pt idx="2284">
                  <c:v>-3.7828043382591381E-2</c:v>
                </c:pt>
                <c:pt idx="2285">
                  <c:v>-3.7828043382591381E-2</c:v>
                </c:pt>
                <c:pt idx="2286">
                  <c:v>-3.7828043382591381E-2</c:v>
                </c:pt>
                <c:pt idx="2287">
                  <c:v>-3.7828043382591381E-2</c:v>
                </c:pt>
                <c:pt idx="2288">
                  <c:v>-3.7828043382591381E-2</c:v>
                </c:pt>
                <c:pt idx="2289">
                  <c:v>-3.7828043382591381E-2</c:v>
                </c:pt>
                <c:pt idx="2290">
                  <c:v>-3.7828043382591381E-2</c:v>
                </c:pt>
                <c:pt idx="2291">
                  <c:v>-3.7828043382591381E-2</c:v>
                </c:pt>
                <c:pt idx="2292">
                  <c:v>-3.7828043382591381E-2</c:v>
                </c:pt>
                <c:pt idx="2293">
                  <c:v>-3.7828043382591381E-2</c:v>
                </c:pt>
                <c:pt idx="2294">
                  <c:v>-3.7828043382591381E-2</c:v>
                </c:pt>
                <c:pt idx="2295">
                  <c:v>-3.7828043382591381E-2</c:v>
                </c:pt>
                <c:pt idx="2296">
                  <c:v>-3.7828043382591381E-2</c:v>
                </c:pt>
                <c:pt idx="2297">
                  <c:v>-3.7828043382591381E-2</c:v>
                </c:pt>
                <c:pt idx="2298">
                  <c:v>-3.7828043382591381E-2</c:v>
                </c:pt>
                <c:pt idx="2299">
                  <c:v>-3.7828043382591381E-2</c:v>
                </c:pt>
                <c:pt idx="2300">
                  <c:v>-3.7828043382591381E-2</c:v>
                </c:pt>
                <c:pt idx="2301">
                  <c:v>-3.7828043382591381E-2</c:v>
                </c:pt>
                <c:pt idx="2302">
                  <c:v>-3.7828043382591381E-2</c:v>
                </c:pt>
                <c:pt idx="2303">
                  <c:v>-3.7828043382591381E-2</c:v>
                </c:pt>
                <c:pt idx="2304">
                  <c:v>-3.7828043382591381E-2</c:v>
                </c:pt>
                <c:pt idx="2305">
                  <c:v>-3.7828043382591381E-2</c:v>
                </c:pt>
                <c:pt idx="2306">
                  <c:v>-3.7828043382591381E-2</c:v>
                </c:pt>
                <c:pt idx="2307">
                  <c:v>-3.7828043382591381E-2</c:v>
                </c:pt>
                <c:pt idx="2308">
                  <c:v>-3.7828043382591381E-2</c:v>
                </c:pt>
                <c:pt idx="2309">
                  <c:v>-3.7828043382591381E-2</c:v>
                </c:pt>
                <c:pt idx="2310">
                  <c:v>-3.7828043382591381E-2</c:v>
                </c:pt>
                <c:pt idx="2311">
                  <c:v>-3.7828043382591381E-2</c:v>
                </c:pt>
                <c:pt idx="2312">
                  <c:v>-3.7828043382591381E-2</c:v>
                </c:pt>
                <c:pt idx="2313">
                  <c:v>-3.7828043382591381E-2</c:v>
                </c:pt>
                <c:pt idx="2314">
                  <c:v>-3.7828043382591381E-2</c:v>
                </c:pt>
                <c:pt idx="2315">
                  <c:v>-3.7828043382591381E-2</c:v>
                </c:pt>
                <c:pt idx="2316">
                  <c:v>-3.7828043382591381E-2</c:v>
                </c:pt>
                <c:pt idx="2317">
                  <c:v>-3.7828043382591381E-2</c:v>
                </c:pt>
                <c:pt idx="2318">
                  <c:v>-3.7828043382591381E-2</c:v>
                </c:pt>
                <c:pt idx="2319">
                  <c:v>-3.7828043382591381E-2</c:v>
                </c:pt>
                <c:pt idx="2320">
                  <c:v>-3.7828043382591381E-2</c:v>
                </c:pt>
                <c:pt idx="2321">
                  <c:v>-3.7828043382591381E-2</c:v>
                </c:pt>
                <c:pt idx="2322">
                  <c:v>-3.7828043382591381E-2</c:v>
                </c:pt>
                <c:pt idx="2323">
                  <c:v>-3.7828043382591381E-2</c:v>
                </c:pt>
                <c:pt idx="2324">
                  <c:v>-3.7828043382591381E-2</c:v>
                </c:pt>
                <c:pt idx="2325">
                  <c:v>-3.7828043382591381E-2</c:v>
                </c:pt>
                <c:pt idx="2326">
                  <c:v>-3.7828043382591381E-2</c:v>
                </c:pt>
                <c:pt idx="2327">
                  <c:v>-3.7828043382591381E-2</c:v>
                </c:pt>
                <c:pt idx="2328">
                  <c:v>-3.7828043382591381E-2</c:v>
                </c:pt>
                <c:pt idx="2329">
                  <c:v>-3.7828043382591381E-2</c:v>
                </c:pt>
                <c:pt idx="2330">
                  <c:v>-3.7828043382591381E-2</c:v>
                </c:pt>
                <c:pt idx="2331">
                  <c:v>-3.7828043382591381E-2</c:v>
                </c:pt>
                <c:pt idx="2332">
                  <c:v>-3.7828043382591381E-2</c:v>
                </c:pt>
                <c:pt idx="2333">
                  <c:v>-3.7828043382591381E-2</c:v>
                </c:pt>
                <c:pt idx="2334">
                  <c:v>-3.7828043382591381E-2</c:v>
                </c:pt>
                <c:pt idx="2335">
                  <c:v>-3.7828043382591381E-2</c:v>
                </c:pt>
                <c:pt idx="2336">
                  <c:v>-3.7828043382591381E-2</c:v>
                </c:pt>
                <c:pt idx="2337">
                  <c:v>-3.7828043382591381E-2</c:v>
                </c:pt>
                <c:pt idx="2338">
                  <c:v>-3.7828043382591381E-2</c:v>
                </c:pt>
                <c:pt idx="2339">
                  <c:v>-3.7828043382591381E-2</c:v>
                </c:pt>
                <c:pt idx="2340">
                  <c:v>-3.7828043382591381E-2</c:v>
                </c:pt>
                <c:pt idx="2341">
                  <c:v>-3.7828043382591381E-2</c:v>
                </c:pt>
                <c:pt idx="2342">
                  <c:v>-3.7828043382591381E-2</c:v>
                </c:pt>
                <c:pt idx="2343">
                  <c:v>-3.7828043382591381E-2</c:v>
                </c:pt>
                <c:pt idx="2344">
                  <c:v>-3.7828043382591381E-2</c:v>
                </c:pt>
                <c:pt idx="2345">
                  <c:v>-3.7828043382591381E-2</c:v>
                </c:pt>
                <c:pt idx="2346">
                  <c:v>-3.7828043382591381E-2</c:v>
                </c:pt>
                <c:pt idx="2347">
                  <c:v>-3.7828043382591381E-2</c:v>
                </c:pt>
                <c:pt idx="2348">
                  <c:v>-3.7828043382591381E-2</c:v>
                </c:pt>
                <c:pt idx="2349">
                  <c:v>-3.7828043382591381E-2</c:v>
                </c:pt>
                <c:pt idx="2350">
                  <c:v>-3.7828043382591381E-2</c:v>
                </c:pt>
                <c:pt idx="2351">
                  <c:v>-3.7828043382591381E-2</c:v>
                </c:pt>
                <c:pt idx="2352">
                  <c:v>-3.7828043382591381E-2</c:v>
                </c:pt>
                <c:pt idx="2353">
                  <c:v>-3.7828043382591381E-2</c:v>
                </c:pt>
                <c:pt idx="2354">
                  <c:v>-3.7828043382591381E-2</c:v>
                </c:pt>
                <c:pt idx="2355">
                  <c:v>-3.7828043382591381E-2</c:v>
                </c:pt>
                <c:pt idx="2356">
                  <c:v>-3.7828043382591381E-2</c:v>
                </c:pt>
                <c:pt idx="2357">
                  <c:v>-3.7828043382591381E-2</c:v>
                </c:pt>
                <c:pt idx="2358">
                  <c:v>-3.7828043382591381E-2</c:v>
                </c:pt>
                <c:pt idx="2359">
                  <c:v>-3.7828043382591381E-2</c:v>
                </c:pt>
                <c:pt idx="2360">
                  <c:v>-3.7828043382591381E-2</c:v>
                </c:pt>
                <c:pt idx="2361">
                  <c:v>-3.7828043382591381E-2</c:v>
                </c:pt>
                <c:pt idx="2362">
                  <c:v>-3.7828043382591381E-2</c:v>
                </c:pt>
                <c:pt idx="2363">
                  <c:v>-3.7828043382591381E-2</c:v>
                </c:pt>
                <c:pt idx="2364">
                  <c:v>-3.7828043382591381E-2</c:v>
                </c:pt>
                <c:pt idx="2365">
                  <c:v>-3.7828043382591381E-2</c:v>
                </c:pt>
                <c:pt idx="2366">
                  <c:v>-3.7828043382591381E-2</c:v>
                </c:pt>
                <c:pt idx="2367">
                  <c:v>-3.7828043382591381E-2</c:v>
                </c:pt>
                <c:pt idx="2368">
                  <c:v>-3.7828043382591381E-2</c:v>
                </c:pt>
                <c:pt idx="2369">
                  <c:v>-3.7828043382591381E-2</c:v>
                </c:pt>
                <c:pt idx="2370">
                  <c:v>-3.7828043382591381E-2</c:v>
                </c:pt>
                <c:pt idx="2371">
                  <c:v>-3.7828043382591381E-2</c:v>
                </c:pt>
                <c:pt idx="2372">
                  <c:v>-3.7828043382591381E-2</c:v>
                </c:pt>
                <c:pt idx="2373">
                  <c:v>-3.7828043382591381E-2</c:v>
                </c:pt>
                <c:pt idx="2374">
                  <c:v>-3.7828043382591381E-2</c:v>
                </c:pt>
                <c:pt idx="2375">
                  <c:v>-3.7828043382591381E-2</c:v>
                </c:pt>
                <c:pt idx="2376">
                  <c:v>-3.7828043382591381E-2</c:v>
                </c:pt>
                <c:pt idx="2377">
                  <c:v>-3.7828043382591381E-2</c:v>
                </c:pt>
                <c:pt idx="2378">
                  <c:v>-3.7828043382591381E-2</c:v>
                </c:pt>
                <c:pt idx="2379">
                  <c:v>-3.7828043382591381E-2</c:v>
                </c:pt>
                <c:pt idx="2380">
                  <c:v>-3.7828043382591381E-2</c:v>
                </c:pt>
                <c:pt idx="2381">
                  <c:v>-3.7828043382591381E-2</c:v>
                </c:pt>
                <c:pt idx="2382">
                  <c:v>-3.7828043382591381E-2</c:v>
                </c:pt>
                <c:pt idx="2383">
                  <c:v>-3.7828043382591381E-2</c:v>
                </c:pt>
                <c:pt idx="2384">
                  <c:v>-3.7828043382591381E-2</c:v>
                </c:pt>
                <c:pt idx="2385">
                  <c:v>-3.7828043382591381E-2</c:v>
                </c:pt>
                <c:pt idx="2386">
                  <c:v>-3.7828043382591381E-2</c:v>
                </c:pt>
                <c:pt idx="2387">
                  <c:v>-3.7828043382591381E-2</c:v>
                </c:pt>
                <c:pt idx="2388">
                  <c:v>-3.7828043382591381E-2</c:v>
                </c:pt>
                <c:pt idx="2389">
                  <c:v>-3.7828043382591381E-2</c:v>
                </c:pt>
                <c:pt idx="2390">
                  <c:v>-3.7828043382591381E-2</c:v>
                </c:pt>
                <c:pt idx="2391">
                  <c:v>-3.7828043382591381E-2</c:v>
                </c:pt>
                <c:pt idx="2392">
                  <c:v>-3.7828043382591381E-2</c:v>
                </c:pt>
                <c:pt idx="2393">
                  <c:v>-3.7828043382591381E-2</c:v>
                </c:pt>
                <c:pt idx="2394">
                  <c:v>-3.7828043382591381E-2</c:v>
                </c:pt>
                <c:pt idx="2395">
                  <c:v>-3.7828043382591381E-2</c:v>
                </c:pt>
                <c:pt idx="2396">
                  <c:v>-3.7828043382591381E-2</c:v>
                </c:pt>
                <c:pt idx="2397">
                  <c:v>-3.7828043382591381E-2</c:v>
                </c:pt>
                <c:pt idx="2398">
                  <c:v>-3.7828043382591381E-2</c:v>
                </c:pt>
                <c:pt idx="2399">
                  <c:v>-3.7828043382591381E-2</c:v>
                </c:pt>
                <c:pt idx="2400">
                  <c:v>-3.7828043382591381E-2</c:v>
                </c:pt>
                <c:pt idx="2401">
                  <c:v>-3.7828043382591381E-2</c:v>
                </c:pt>
                <c:pt idx="2402">
                  <c:v>-3.7828043382591381E-2</c:v>
                </c:pt>
                <c:pt idx="2403">
                  <c:v>-3.7828043382591381E-2</c:v>
                </c:pt>
                <c:pt idx="2404">
                  <c:v>-3.7828043382591381E-2</c:v>
                </c:pt>
                <c:pt idx="2405">
                  <c:v>-3.7828043382591381E-2</c:v>
                </c:pt>
                <c:pt idx="2406">
                  <c:v>-3.7828043382591381E-2</c:v>
                </c:pt>
                <c:pt idx="2407">
                  <c:v>-3.7828043382591381E-2</c:v>
                </c:pt>
                <c:pt idx="2408">
                  <c:v>-3.7828043382591381E-2</c:v>
                </c:pt>
                <c:pt idx="2409">
                  <c:v>-3.7828043382591381E-2</c:v>
                </c:pt>
                <c:pt idx="2410">
                  <c:v>-3.7828043382591381E-2</c:v>
                </c:pt>
                <c:pt idx="2411">
                  <c:v>-3.7828043382591381E-2</c:v>
                </c:pt>
                <c:pt idx="2412">
                  <c:v>-3.7828043382591381E-2</c:v>
                </c:pt>
                <c:pt idx="2413">
                  <c:v>-3.7828043382591381E-2</c:v>
                </c:pt>
                <c:pt idx="2414">
                  <c:v>-3.7828043382591381E-2</c:v>
                </c:pt>
                <c:pt idx="2415">
                  <c:v>-3.7828043382591381E-2</c:v>
                </c:pt>
                <c:pt idx="2416">
                  <c:v>-3.7828043382591381E-2</c:v>
                </c:pt>
                <c:pt idx="2417">
                  <c:v>-3.7828043382591381E-2</c:v>
                </c:pt>
                <c:pt idx="2418">
                  <c:v>-3.7828043382591381E-2</c:v>
                </c:pt>
                <c:pt idx="2419">
                  <c:v>-3.7828043382591381E-2</c:v>
                </c:pt>
                <c:pt idx="2420">
                  <c:v>-3.7828043382591381E-2</c:v>
                </c:pt>
                <c:pt idx="2421">
                  <c:v>-3.7828043382591381E-2</c:v>
                </c:pt>
                <c:pt idx="2422">
                  <c:v>-3.7828043382591381E-2</c:v>
                </c:pt>
                <c:pt idx="2423">
                  <c:v>-3.7828043382591381E-2</c:v>
                </c:pt>
                <c:pt idx="2424">
                  <c:v>-3.7828043382591381E-2</c:v>
                </c:pt>
                <c:pt idx="2425">
                  <c:v>-3.7828043382591381E-2</c:v>
                </c:pt>
                <c:pt idx="2426">
                  <c:v>-3.7828043382591381E-2</c:v>
                </c:pt>
                <c:pt idx="2427">
                  <c:v>-3.7828043382591381E-2</c:v>
                </c:pt>
                <c:pt idx="2428">
                  <c:v>-3.7828043382591381E-2</c:v>
                </c:pt>
                <c:pt idx="2429">
                  <c:v>-3.7828043382591381E-2</c:v>
                </c:pt>
                <c:pt idx="2430">
                  <c:v>-3.7828043382591381E-2</c:v>
                </c:pt>
                <c:pt idx="2431">
                  <c:v>-3.7828043382591381E-2</c:v>
                </c:pt>
                <c:pt idx="2432">
                  <c:v>-3.7828043382591381E-2</c:v>
                </c:pt>
                <c:pt idx="2433">
                  <c:v>-3.7828043382591381E-2</c:v>
                </c:pt>
                <c:pt idx="2434">
                  <c:v>-3.7828043382591381E-2</c:v>
                </c:pt>
                <c:pt idx="2435">
                  <c:v>-3.7828043382591381E-2</c:v>
                </c:pt>
                <c:pt idx="2436">
                  <c:v>-3.7828043382591381E-2</c:v>
                </c:pt>
                <c:pt idx="2437">
                  <c:v>-3.7828043382591381E-2</c:v>
                </c:pt>
                <c:pt idx="2438">
                  <c:v>-3.7828043382591381E-2</c:v>
                </c:pt>
                <c:pt idx="2439">
                  <c:v>-3.7828043382591381E-2</c:v>
                </c:pt>
                <c:pt idx="2440">
                  <c:v>-3.7828043382591381E-2</c:v>
                </c:pt>
                <c:pt idx="2441">
                  <c:v>-3.7828043382591381E-2</c:v>
                </c:pt>
                <c:pt idx="2442">
                  <c:v>-3.7828043382591381E-2</c:v>
                </c:pt>
                <c:pt idx="2443">
                  <c:v>-3.7828043382591381E-2</c:v>
                </c:pt>
                <c:pt idx="2444">
                  <c:v>-3.7828043382591381E-2</c:v>
                </c:pt>
                <c:pt idx="2445">
                  <c:v>-3.7828043382591381E-2</c:v>
                </c:pt>
                <c:pt idx="2446">
                  <c:v>-3.7828043382591381E-2</c:v>
                </c:pt>
                <c:pt idx="2447">
                  <c:v>-3.7828043382591381E-2</c:v>
                </c:pt>
                <c:pt idx="2448">
                  <c:v>-3.7828043382591381E-2</c:v>
                </c:pt>
                <c:pt idx="2449">
                  <c:v>-3.7828043382591381E-2</c:v>
                </c:pt>
                <c:pt idx="2450">
                  <c:v>-3.7828043382591381E-2</c:v>
                </c:pt>
                <c:pt idx="2451">
                  <c:v>-3.7828043382591381E-2</c:v>
                </c:pt>
                <c:pt idx="2452">
                  <c:v>-3.7828043382591381E-2</c:v>
                </c:pt>
                <c:pt idx="2453">
                  <c:v>-3.7828043382591381E-2</c:v>
                </c:pt>
                <c:pt idx="2454">
                  <c:v>-3.7828043382591381E-2</c:v>
                </c:pt>
                <c:pt idx="2455">
                  <c:v>-3.7828043382591381E-2</c:v>
                </c:pt>
                <c:pt idx="2456">
                  <c:v>-3.7828043382591381E-2</c:v>
                </c:pt>
                <c:pt idx="2457">
                  <c:v>-3.7828043382591381E-2</c:v>
                </c:pt>
                <c:pt idx="2458">
                  <c:v>-3.7828043382591381E-2</c:v>
                </c:pt>
                <c:pt idx="2459">
                  <c:v>-3.7828043382591381E-2</c:v>
                </c:pt>
                <c:pt idx="2460">
                  <c:v>-3.7828043382591381E-2</c:v>
                </c:pt>
                <c:pt idx="2461">
                  <c:v>-3.7828043382591381E-2</c:v>
                </c:pt>
                <c:pt idx="2462">
                  <c:v>-3.7828043382591381E-2</c:v>
                </c:pt>
                <c:pt idx="2463">
                  <c:v>-3.7828043382591381E-2</c:v>
                </c:pt>
                <c:pt idx="2464">
                  <c:v>-3.7828043382591381E-2</c:v>
                </c:pt>
                <c:pt idx="2465">
                  <c:v>-3.7828043382591381E-2</c:v>
                </c:pt>
                <c:pt idx="2466">
                  <c:v>-3.7828043382591381E-2</c:v>
                </c:pt>
                <c:pt idx="2467">
                  <c:v>-3.7828043382591381E-2</c:v>
                </c:pt>
                <c:pt idx="2468">
                  <c:v>-3.7828043382591381E-2</c:v>
                </c:pt>
                <c:pt idx="2469">
                  <c:v>-3.7828043382591381E-2</c:v>
                </c:pt>
                <c:pt idx="2470">
                  <c:v>-3.7828043382591381E-2</c:v>
                </c:pt>
                <c:pt idx="2471">
                  <c:v>-3.7828043382591381E-2</c:v>
                </c:pt>
                <c:pt idx="2472">
                  <c:v>-3.7828043382591381E-2</c:v>
                </c:pt>
                <c:pt idx="2473">
                  <c:v>-3.7828043382591381E-2</c:v>
                </c:pt>
                <c:pt idx="2474">
                  <c:v>-3.7828043382591381E-2</c:v>
                </c:pt>
                <c:pt idx="2475">
                  <c:v>-3.7828043382591381E-2</c:v>
                </c:pt>
                <c:pt idx="2476">
                  <c:v>-3.7828043382591381E-2</c:v>
                </c:pt>
                <c:pt idx="2477">
                  <c:v>-3.7828043382591381E-2</c:v>
                </c:pt>
                <c:pt idx="2478">
                  <c:v>-3.7828043382591381E-2</c:v>
                </c:pt>
                <c:pt idx="2479">
                  <c:v>-3.7828043382591381E-2</c:v>
                </c:pt>
                <c:pt idx="2480">
                  <c:v>-3.7828043382591381E-2</c:v>
                </c:pt>
                <c:pt idx="2481">
                  <c:v>-3.7828043382591381E-2</c:v>
                </c:pt>
                <c:pt idx="2482">
                  <c:v>-3.7828043382591381E-2</c:v>
                </c:pt>
                <c:pt idx="2483">
                  <c:v>-3.7828043382591381E-2</c:v>
                </c:pt>
                <c:pt idx="2484">
                  <c:v>-3.7828043382591381E-2</c:v>
                </c:pt>
                <c:pt idx="2485">
                  <c:v>-3.7828043382591381E-2</c:v>
                </c:pt>
                <c:pt idx="2486">
                  <c:v>-3.7828043382591381E-2</c:v>
                </c:pt>
                <c:pt idx="2487">
                  <c:v>-3.7828043382591381E-2</c:v>
                </c:pt>
                <c:pt idx="2488">
                  <c:v>-3.7828043382591381E-2</c:v>
                </c:pt>
                <c:pt idx="2489">
                  <c:v>-3.7828043382591381E-2</c:v>
                </c:pt>
                <c:pt idx="2490">
                  <c:v>-3.7828043382591381E-2</c:v>
                </c:pt>
                <c:pt idx="2491">
                  <c:v>-3.7828043382591381E-2</c:v>
                </c:pt>
                <c:pt idx="2492">
                  <c:v>-3.7828043382591381E-2</c:v>
                </c:pt>
                <c:pt idx="2493">
                  <c:v>-3.7828043382591381E-2</c:v>
                </c:pt>
                <c:pt idx="2494">
                  <c:v>-3.7828043382591381E-2</c:v>
                </c:pt>
                <c:pt idx="2495">
                  <c:v>-3.7828043382591381E-2</c:v>
                </c:pt>
                <c:pt idx="2496">
                  <c:v>-3.7828043382591381E-2</c:v>
                </c:pt>
                <c:pt idx="2497">
                  <c:v>-3.7828043382591381E-2</c:v>
                </c:pt>
                <c:pt idx="2498">
                  <c:v>-3.7828043382591381E-2</c:v>
                </c:pt>
                <c:pt idx="2499">
                  <c:v>-3.7828043382591381E-2</c:v>
                </c:pt>
                <c:pt idx="2500">
                  <c:v>-3.7828043382591381E-2</c:v>
                </c:pt>
                <c:pt idx="2501">
                  <c:v>-3.7828043382591381E-2</c:v>
                </c:pt>
                <c:pt idx="2502">
                  <c:v>-3.7828043382591381E-2</c:v>
                </c:pt>
                <c:pt idx="2503">
                  <c:v>-3.7828043382591381E-2</c:v>
                </c:pt>
                <c:pt idx="2504">
                  <c:v>-3.7828043382591381E-2</c:v>
                </c:pt>
                <c:pt idx="2505">
                  <c:v>-3.7828043382591381E-2</c:v>
                </c:pt>
                <c:pt idx="2506">
                  <c:v>-3.7828043382591381E-2</c:v>
                </c:pt>
                <c:pt idx="2507">
                  <c:v>-3.7828043382591381E-2</c:v>
                </c:pt>
                <c:pt idx="2508">
                  <c:v>-3.7828043382591381E-2</c:v>
                </c:pt>
                <c:pt idx="2509">
                  <c:v>-3.7828043382591381E-2</c:v>
                </c:pt>
                <c:pt idx="2510">
                  <c:v>-3.7828043382591381E-2</c:v>
                </c:pt>
                <c:pt idx="2511">
                  <c:v>-3.7828043382591381E-2</c:v>
                </c:pt>
                <c:pt idx="2512">
                  <c:v>-3.7828043382591381E-2</c:v>
                </c:pt>
                <c:pt idx="2513">
                  <c:v>-3.7828043382591381E-2</c:v>
                </c:pt>
                <c:pt idx="2514">
                  <c:v>-3.7828043382591381E-2</c:v>
                </c:pt>
                <c:pt idx="2515">
                  <c:v>-3.7828043382591381E-2</c:v>
                </c:pt>
                <c:pt idx="2516">
                  <c:v>-3.7828043382591381E-2</c:v>
                </c:pt>
                <c:pt idx="2517">
                  <c:v>-3.7828043382591381E-2</c:v>
                </c:pt>
                <c:pt idx="2518">
                  <c:v>-3.7828043382591381E-2</c:v>
                </c:pt>
                <c:pt idx="2519">
                  <c:v>-3.7828043382591381E-2</c:v>
                </c:pt>
                <c:pt idx="2520">
                  <c:v>-3.7828043382591381E-2</c:v>
                </c:pt>
                <c:pt idx="2521">
                  <c:v>-3.7828043382591381E-2</c:v>
                </c:pt>
                <c:pt idx="2522">
                  <c:v>-3.7828043382591381E-2</c:v>
                </c:pt>
                <c:pt idx="2523">
                  <c:v>-3.7828043382591381E-2</c:v>
                </c:pt>
                <c:pt idx="2524">
                  <c:v>-3.7828043382591381E-2</c:v>
                </c:pt>
                <c:pt idx="2525">
                  <c:v>-3.7828043382591381E-2</c:v>
                </c:pt>
                <c:pt idx="2526">
                  <c:v>-3.7828043382591381E-2</c:v>
                </c:pt>
                <c:pt idx="2527">
                  <c:v>-3.7828043382591381E-2</c:v>
                </c:pt>
                <c:pt idx="2528">
                  <c:v>-3.7828043382591381E-2</c:v>
                </c:pt>
                <c:pt idx="2529">
                  <c:v>-3.7828043382591381E-2</c:v>
                </c:pt>
                <c:pt idx="2530">
                  <c:v>-3.7828043382591381E-2</c:v>
                </c:pt>
                <c:pt idx="2531">
                  <c:v>-3.7828043382591381E-2</c:v>
                </c:pt>
                <c:pt idx="2532">
                  <c:v>-3.7828043382591381E-2</c:v>
                </c:pt>
                <c:pt idx="2533">
                  <c:v>-3.7828043382591381E-2</c:v>
                </c:pt>
                <c:pt idx="2534">
                  <c:v>-3.7828043382591381E-2</c:v>
                </c:pt>
                <c:pt idx="2535">
                  <c:v>-3.7828043382591381E-2</c:v>
                </c:pt>
                <c:pt idx="2536">
                  <c:v>-3.7828043382591381E-2</c:v>
                </c:pt>
                <c:pt idx="2537">
                  <c:v>-3.7828043382591381E-2</c:v>
                </c:pt>
                <c:pt idx="2538">
                  <c:v>-3.7828043382591381E-2</c:v>
                </c:pt>
                <c:pt idx="2539">
                  <c:v>-3.7828043382591381E-2</c:v>
                </c:pt>
                <c:pt idx="2540">
                  <c:v>-3.7828043382591381E-2</c:v>
                </c:pt>
                <c:pt idx="2541">
                  <c:v>-3.7828043382591381E-2</c:v>
                </c:pt>
                <c:pt idx="2542">
                  <c:v>-3.7828043382591381E-2</c:v>
                </c:pt>
                <c:pt idx="2543">
                  <c:v>-3.7828043382591381E-2</c:v>
                </c:pt>
                <c:pt idx="2544">
                  <c:v>-3.7828043382591381E-2</c:v>
                </c:pt>
                <c:pt idx="2545">
                  <c:v>-3.7828043382591381E-2</c:v>
                </c:pt>
                <c:pt idx="2546">
                  <c:v>-3.7828043382591381E-2</c:v>
                </c:pt>
                <c:pt idx="2547">
                  <c:v>-3.7828043382591381E-2</c:v>
                </c:pt>
                <c:pt idx="2548">
                  <c:v>-3.7828043382591381E-2</c:v>
                </c:pt>
                <c:pt idx="2549">
                  <c:v>-3.7828043382591381E-2</c:v>
                </c:pt>
                <c:pt idx="2550">
                  <c:v>-3.7828043382591381E-2</c:v>
                </c:pt>
                <c:pt idx="2551">
                  <c:v>-3.7828043382591381E-2</c:v>
                </c:pt>
                <c:pt idx="2552">
                  <c:v>-3.7828043382591381E-2</c:v>
                </c:pt>
                <c:pt idx="2553">
                  <c:v>-3.7828043382591381E-2</c:v>
                </c:pt>
                <c:pt idx="2554">
                  <c:v>-3.7828043382591381E-2</c:v>
                </c:pt>
                <c:pt idx="2555">
                  <c:v>-3.7828043382591381E-2</c:v>
                </c:pt>
                <c:pt idx="2556">
                  <c:v>-3.7828043382591381E-2</c:v>
                </c:pt>
                <c:pt idx="2557">
                  <c:v>-3.7828043382591381E-2</c:v>
                </c:pt>
                <c:pt idx="2558">
                  <c:v>-3.7828043382591381E-2</c:v>
                </c:pt>
                <c:pt idx="2559">
                  <c:v>-3.7828043382591381E-2</c:v>
                </c:pt>
                <c:pt idx="2560">
                  <c:v>-3.7828043382591381E-2</c:v>
                </c:pt>
                <c:pt idx="2561">
                  <c:v>-3.7828043382591381E-2</c:v>
                </c:pt>
                <c:pt idx="2562">
                  <c:v>-3.7828043382591381E-2</c:v>
                </c:pt>
                <c:pt idx="2563">
                  <c:v>-3.7828043382591381E-2</c:v>
                </c:pt>
                <c:pt idx="2564">
                  <c:v>-3.7828043382591381E-2</c:v>
                </c:pt>
                <c:pt idx="2565">
                  <c:v>-3.7828043382591381E-2</c:v>
                </c:pt>
                <c:pt idx="2566">
                  <c:v>-3.7828043382591381E-2</c:v>
                </c:pt>
                <c:pt idx="2567">
                  <c:v>-3.7828043382591381E-2</c:v>
                </c:pt>
                <c:pt idx="2568">
                  <c:v>-3.7828043382591381E-2</c:v>
                </c:pt>
                <c:pt idx="2569">
                  <c:v>-3.7828043382591381E-2</c:v>
                </c:pt>
                <c:pt idx="2570">
                  <c:v>-3.7828043382591381E-2</c:v>
                </c:pt>
                <c:pt idx="2571">
                  <c:v>-3.7828043382591381E-2</c:v>
                </c:pt>
                <c:pt idx="2572">
                  <c:v>-3.7828043382591381E-2</c:v>
                </c:pt>
                <c:pt idx="2573">
                  <c:v>-3.7828043382591381E-2</c:v>
                </c:pt>
                <c:pt idx="2574">
                  <c:v>-3.7828043382591381E-2</c:v>
                </c:pt>
                <c:pt idx="2575">
                  <c:v>-3.7828043382591381E-2</c:v>
                </c:pt>
                <c:pt idx="2576">
                  <c:v>-3.7828043382591381E-2</c:v>
                </c:pt>
                <c:pt idx="2577">
                  <c:v>-3.7828043382591381E-2</c:v>
                </c:pt>
                <c:pt idx="2578">
                  <c:v>-3.7828043382591381E-2</c:v>
                </c:pt>
                <c:pt idx="2579">
                  <c:v>-3.7828043382591381E-2</c:v>
                </c:pt>
                <c:pt idx="2580">
                  <c:v>-3.7828043382591381E-2</c:v>
                </c:pt>
                <c:pt idx="2581">
                  <c:v>-3.7828043382591381E-2</c:v>
                </c:pt>
                <c:pt idx="2582">
                  <c:v>-3.7828043382591381E-2</c:v>
                </c:pt>
                <c:pt idx="2583">
                  <c:v>-3.7828043382591381E-2</c:v>
                </c:pt>
                <c:pt idx="2584">
                  <c:v>-3.7828043382591381E-2</c:v>
                </c:pt>
                <c:pt idx="2585">
                  <c:v>-3.7828043382591381E-2</c:v>
                </c:pt>
                <c:pt idx="2586">
                  <c:v>-3.7828043382591381E-2</c:v>
                </c:pt>
                <c:pt idx="2587">
                  <c:v>-3.7828043382591381E-2</c:v>
                </c:pt>
                <c:pt idx="2588">
                  <c:v>-3.7828043382591381E-2</c:v>
                </c:pt>
                <c:pt idx="2589">
                  <c:v>-3.7828043382591381E-2</c:v>
                </c:pt>
                <c:pt idx="2590">
                  <c:v>-3.7828043382591381E-2</c:v>
                </c:pt>
                <c:pt idx="2591">
                  <c:v>-3.7828043382591381E-2</c:v>
                </c:pt>
                <c:pt idx="2592">
                  <c:v>-3.7828043382591381E-2</c:v>
                </c:pt>
                <c:pt idx="2593">
                  <c:v>-3.7828043382591381E-2</c:v>
                </c:pt>
                <c:pt idx="2594">
                  <c:v>-3.7828043382591381E-2</c:v>
                </c:pt>
                <c:pt idx="2595">
                  <c:v>-3.7828043382591381E-2</c:v>
                </c:pt>
                <c:pt idx="2596">
                  <c:v>-3.7828043382591381E-2</c:v>
                </c:pt>
                <c:pt idx="2597">
                  <c:v>-3.7828043382591381E-2</c:v>
                </c:pt>
                <c:pt idx="2598">
                  <c:v>-3.7828043382591381E-2</c:v>
                </c:pt>
                <c:pt idx="2599">
                  <c:v>-3.7828043382591381E-2</c:v>
                </c:pt>
                <c:pt idx="2600">
                  <c:v>-3.7828043382591381E-2</c:v>
                </c:pt>
                <c:pt idx="2601">
                  <c:v>-3.7828043382591381E-2</c:v>
                </c:pt>
                <c:pt idx="2602">
                  <c:v>-3.7828043382591381E-2</c:v>
                </c:pt>
                <c:pt idx="2603">
                  <c:v>-3.7828043382591381E-2</c:v>
                </c:pt>
                <c:pt idx="2604">
                  <c:v>-3.7828043382591381E-2</c:v>
                </c:pt>
                <c:pt idx="2605">
                  <c:v>-3.7828043382591381E-2</c:v>
                </c:pt>
                <c:pt idx="2606">
                  <c:v>-3.7828043382591381E-2</c:v>
                </c:pt>
                <c:pt idx="2607">
                  <c:v>-3.7828043382591381E-2</c:v>
                </c:pt>
                <c:pt idx="2608">
                  <c:v>-3.7828043382591381E-2</c:v>
                </c:pt>
                <c:pt idx="2609">
                  <c:v>-3.7828043382591381E-2</c:v>
                </c:pt>
                <c:pt idx="2610">
                  <c:v>-3.7828043382591381E-2</c:v>
                </c:pt>
                <c:pt idx="2611">
                  <c:v>-3.7828043382591381E-2</c:v>
                </c:pt>
                <c:pt idx="2612">
                  <c:v>-3.7828043382591381E-2</c:v>
                </c:pt>
                <c:pt idx="2613">
                  <c:v>-3.7828043382591381E-2</c:v>
                </c:pt>
                <c:pt idx="2614">
                  <c:v>-3.7828043382591381E-2</c:v>
                </c:pt>
                <c:pt idx="2615">
                  <c:v>-3.7828043382591381E-2</c:v>
                </c:pt>
                <c:pt idx="2616">
                  <c:v>-3.7828043382591381E-2</c:v>
                </c:pt>
                <c:pt idx="2617">
                  <c:v>-3.7828043382591381E-2</c:v>
                </c:pt>
                <c:pt idx="2618">
                  <c:v>-3.7828043382591381E-2</c:v>
                </c:pt>
                <c:pt idx="2619">
                  <c:v>-3.7828043382591381E-2</c:v>
                </c:pt>
                <c:pt idx="2620">
                  <c:v>-3.7828043382591381E-2</c:v>
                </c:pt>
                <c:pt idx="2621">
                  <c:v>-3.7828043382591381E-2</c:v>
                </c:pt>
                <c:pt idx="2622">
                  <c:v>-3.7828043382591381E-2</c:v>
                </c:pt>
                <c:pt idx="2623">
                  <c:v>-3.7828043382591381E-2</c:v>
                </c:pt>
                <c:pt idx="2624">
                  <c:v>-3.7828043382591381E-2</c:v>
                </c:pt>
                <c:pt idx="2625">
                  <c:v>-3.7828043382591381E-2</c:v>
                </c:pt>
                <c:pt idx="2626">
                  <c:v>-3.7828043382591381E-2</c:v>
                </c:pt>
                <c:pt idx="2627">
                  <c:v>-3.7828043382591381E-2</c:v>
                </c:pt>
                <c:pt idx="2628">
                  <c:v>-3.7828043382591381E-2</c:v>
                </c:pt>
                <c:pt idx="2629">
                  <c:v>-3.7828043382591381E-2</c:v>
                </c:pt>
                <c:pt idx="2630">
                  <c:v>-3.7828043382591381E-2</c:v>
                </c:pt>
                <c:pt idx="2631">
                  <c:v>-3.7828043382591381E-2</c:v>
                </c:pt>
                <c:pt idx="2632">
                  <c:v>-3.7828043382591381E-2</c:v>
                </c:pt>
                <c:pt idx="2633">
                  <c:v>-3.7828043382591381E-2</c:v>
                </c:pt>
                <c:pt idx="2634">
                  <c:v>-3.7828043382591381E-2</c:v>
                </c:pt>
                <c:pt idx="2635">
                  <c:v>-3.7828043382591381E-2</c:v>
                </c:pt>
                <c:pt idx="2636">
                  <c:v>-3.7828043382591381E-2</c:v>
                </c:pt>
                <c:pt idx="2637">
                  <c:v>-3.7828043382591381E-2</c:v>
                </c:pt>
                <c:pt idx="2638">
                  <c:v>-3.7828043382591381E-2</c:v>
                </c:pt>
                <c:pt idx="2639">
                  <c:v>-3.7828043382591381E-2</c:v>
                </c:pt>
                <c:pt idx="2640">
                  <c:v>-3.7828043382591381E-2</c:v>
                </c:pt>
                <c:pt idx="2641">
                  <c:v>-3.7828043382591381E-2</c:v>
                </c:pt>
                <c:pt idx="2642">
                  <c:v>-3.7828043382591381E-2</c:v>
                </c:pt>
                <c:pt idx="2643">
                  <c:v>-3.7828043382591381E-2</c:v>
                </c:pt>
                <c:pt idx="2644">
                  <c:v>-3.7828043382591381E-2</c:v>
                </c:pt>
                <c:pt idx="2645">
                  <c:v>-3.7828043382591381E-2</c:v>
                </c:pt>
                <c:pt idx="2646">
                  <c:v>-3.7828043382591381E-2</c:v>
                </c:pt>
                <c:pt idx="2647">
                  <c:v>-3.7828043382591381E-2</c:v>
                </c:pt>
                <c:pt idx="2648">
                  <c:v>-3.7828043382591381E-2</c:v>
                </c:pt>
                <c:pt idx="2649">
                  <c:v>-3.7828043382591381E-2</c:v>
                </c:pt>
                <c:pt idx="2650">
                  <c:v>-3.7828043382591381E-2</c:v>
                </c:pt>
                <c:pt idx="2651">
                  <c:v>-3.7828043382591381E-2</c:v>
                </c:pt>
                <c:pt idx="2652">
                  <c:v>-3.7828043382591381E-2</c:v>
                </c:pt>
                <c:pt idx="2653">
                  <c:v>-3.7828043382591381E-2</c:v>
                </c:pt>
                <c:pt idx="2654">
                  <c:v>-3.7828043382591381E-2</c:v>
                </c:pt>
                <c:pt idx="2655">
                  <c:v>-3.7828043382591381E-2</c:v>
                </c:pt>
                <c:pt idx="2656">
                  <c:v>-3.7828043382591381E-2</c:v>
                </c:pt>
                <c:pt idx="2657">
                  <c:v>-3.7828043382591381E-2</c:v>
                </c:pt>
                <c:pt idx="2658">
                  <c:v>-3.7828043382591381E-2</c:v>
                </c:pt>
                <c:pt idx="2659">
                  <c:v>-3.7828043382591381E-2</c:v>
                </c:pt>
                <c:pt idx="2660">
                  <c:v>-3.7828043382591381E-2</c:v>
                </c:pt>
                <c:pt idx="2661">
                  <c:v>-3.7828043382591381E-2</c:v>
                </c:pt>
                <c:pt idx="2662">
                  <c:v>-3.7828043382591381E-2</c:v>
                </c:pt>
                <c:pt idx="2663">
                  <c:v>-3.7828043382591381E-2</c:v>
                </c:pt>
                <c:pt idx="2664">
                  <c:v>-3.7828043382591381E-2</c:v>
                </c:pt>
                <c:pt idx="2665">
                  <c:v>-3.7828043382591381E-2</c:v>
                </c:pt>
                <c:pt idx="2666">
                  <c:v>-3.7828043382591381E-2</c:v>
                </c:pt>
                <c:pt idx="2667">
                  <c:v>-3.7828043382591381E-2</c:v>
                </c:pt>
                <c:pt idx="2668">
                  <c:v>-3.7828043382591381E-2</c:v>
                </c:pt>
                <c:pt idx="2669">
                  <c:v>-3.7828043382591381E-2</c:v>
                </c:pt>
                <c:pt idx="2670">
                  <c:v>-3.7828043382591381E-2</c:v>
                </c:pt>
                <c:pt idx="2671">
                  <c:v>-3.7828043382591381E-2</c:v>
                </c:pt>
                <c:pt idx="2672">
                  <c:v>-3.7828043382591381E-2</c:v>
                </c:pt>
                <c:pt idx="2673">
                  <c:v>-3.7828043382591381E-2</c:v>
                </c:pt>
                <c:pt idx="2674">
                  <c:v>-3.7828043382591381E-2</c:v>
                </c:pt>
                <c:pt idx="2675">
                  <c:v>-3.7828043382591381E-2</c:v>
                </c:pt>
                <c:pt idx="2676">
                  <c:v>-3.7828043382591381E-2</c:v>
                </c:pt>
                <c:pt idx="2677">
                  <c:v>-3.7828043382591381E-2</c:v>
                </c:pt>
                <c:pt idx="2678">
                  <c:v>-3.7828043382591381E-2</c:v>
                </c:pt>
                <c:pt idx="2679">
                  <c:v>-3.7828043382591381E-2</c:v>
                </c:pt>
                <c:pt idx="2680">
                  <c:v>-3.7828043382591381E-2</c:v>
                </c:pt>
                <c:pt idx="2681">
                  <c:v>-3.7828043382591381E-2</c:v>
                </c:pt>
                <c:pt idx="2682">
                  <c:v>-3.7828043382591381E-2</c:v>
                </c:pt>
                <c:pt idx="2683">
                  <c:v>-3.7828043382591381E-2</c:v>
                </c:pt>
                <c:pt idx="2684">
                  <c:v>-3.7828043382591381E-2</c:v>
                </c:pt>
                <c:pt idx="2685">
                  <c:v>-3.7828043382591381E-2</c:v>
                </c:pt>
                <c:pt idx="2686">
                  <c:v>-3.7828043382591381E-2</c:v>
                </c:pt>
                <c:pt idx="2687">
                  <c:v>-3.7828043382591381E-2</c:v>
                </c:pt>
                <c:pt idx="2688">
                  <c:v>-3.7828043382591381E-2</c:v>
                </c:pt>
                <c:pt idx="2689">
                  <c:v>-3.7828043382591381E-2</c:v>
                </c:pt>
                <c:pt idx="2690">
                  <c:v>-3.7828043382591381E-2</c:v>
                </c:pt>
                <c:pt idx="2691">
                  <c:v>-3.7828043382591381E-2</c:v>
                </c:pt>
                <c:pt idx="2692">
                  <c:v>-3.7828043382591381E-2</c:v>
                </c:pt>
                <c:pt idx="2693">
                  <c:v>-3.7828043382591381E-2</c:v>
                </c:pt>
                <c:pt idx="2694">
                  <c:v>-3.7828043382591381E-2</c:v>
                </c:pt>
                <c:pt idx="2695">
                  <c:v>-3.7828043382591381E-2</c:v>
                </c:pt>
                <c:pt idx="2696">
                  <c:v>-3.7828043382591381E-2</c:v>
                </c:pt>
                <c:pt idx="2697">
                  <c:v>-3.7828043382591381E-2</c:v>
                </c:pt>
                <c:pt idx="2698">
                  <c:v>-3.7828043382591381E-2</c:v>
                </c:pt>
                <c:pt idx="2699">
                  <c:v>-3.7828043382591381E-2</c:v>
                </c:pt>
                <c:pt idx="2700">
                  <c:v>-3.7828043382591381E-2</c:v>
                </c:pt>
                <c:pt idx="2701">
                  <c:v>-3.7828043382591381E-2</c:v>
                </c:pt>
                <c:pt idx="2702">
                  <c:v>-3.7828043382591381E-2</c:v>
                </c:pt>
                <c:pt idx="2703">
                  <c:v>-3.7828043382591381E-2</c:v>
                </c:pt>
                <c:pt idx="2704">
                  <c:v>-3.7828043382591381E-2</c:v>
                </c:pt>
                <c:pt idx="2705">
                  <c:v>-3.7828043382591381E-2</c:v>
                </c:pt>
                <c:pt idx="2706">
                  <c:v>-3.7828043382591381E-2</c:v>
                </c:pt>
                <c:pt idx="2707">
                  <c:v>-3.7828043382591381E-2</c:v>
                </c:pt>
                <c:pt idx="2708">
                  <c:v>-3.7828043382591381E-2</c:v>
                </c:pt>
                <c:pt idx="2709">
                  <c:v>-3.7828043382591381E-2</c:v>
                </c:pt>
                <c:pt idx="2710">
                  <c:v>-3.7828043382591381E-2</c:v>
                </c:pt>
                <c:pt idx="2711">
                  <c:v>-3.7828043382591381E-2</c:v>
                </c:pt>
                <c:pt idx="2712">
                  <c:v>-3.7828043382591381E-2</c:v>
                </c:pt>
                <c:pt idx="2713">
                  <c:v>-3.7828043382591381E-2</c:v>
                </c:pt>
                <c:pt idx="2714">
                  <c:v>-3.7828043382591381E-2</c:v>
                </c:pt>
                <c:pt idx="2715">
                  <c:v>-3.7828043382591381E-2</c:v>
                </c:pt>
                <c:pt idx="2716">
                  <c:v>-3.7828043382591381E-2</c:v>
                </c:pt>
                <c:pt idx="2717">
                  <c:v>-3.7828043382591381E-2</c:v>
                </c:pt>
                <c:pt idx="2718">
                  <c:v>-3.7828043382591381E-2</c:v>
                </c:pt>
                <c:pt idx="2719">
                  <c:v>-3.7828043382591381E-2</c:v>
                </c:pt>
                <c:pt idx="2720">
                  <c:v>-3.7828043382591381E-2</c:v>
                </c:pt>
                <c:pt idx="2721">
                  <c:v>-3.7828043382591381E-2</c:v>
                </c:pt>
                <c:pt idx="2722">
                  <c:v>-3.7828043382591381E-2</c:v>
                </c:pt>
                <c:pt idx="2723">
                  <c:v>-3.7828043382591381E-2</c:v>
                </c:pt>
                <c:pt idx="2724">
                  <c:v>-3.7828043382591381E-2</c:v>
                </c:pt>
                <c:pt idx="2725">
                  <c:v>-3.7828043382591381E-2</c:v>
                </c:pt>
                <c:pt idx="2726">
                  <c:v>-3.7828043382591381E-2</c:v>
                </c:pt>
                <c:pt idx="2727">
                  <c:v>-3.7828043382591381E-2</c:v>
                </c:pt>
                <c:pt idx="2728">
                  <c:v>-3.7828043382591381E-2</c:v>
                </c:pt>
                <c:pt idx="2729">
                  <c:v>-3.7828043382591381E-2</c:v>
                </c:pt>
                <c:pt idx="2730">
                  <c:v>-3.7828043382591381E-2</c:v>
                </c:pt>
                <c:pt idx="2731">
                  <c:v>-3.7828043382591381E-2</c:v>
                </c:pt>
                <c:pt idx="2732">
                  <c:v>-3.7828043382591381E-2</c:v>
                </c:pt>
                <c:pt idx="2733">
                  <c:v>-3.7828043382591381E-2</c:v>
                </c:pt>
                <c:pt idx="2734">
                  <c:v>-3.7828043382591381E-2</c:v>
                </c:pt>
                <c:pt idx="2735">
                  <c:v>-3.7828043382591381E-2</c:v>
                </c:pt>
                <c:pt idx="2736">
                  <c:v>-3.7828043382591381E-2</c:v>
                </c:pt>
                <c:pt idx="2737">
                  <c:v>-3.7828043382591381E-2</c:v>
                </c:pt>
                <c:pt idx="2738">
                  <c:v>-3.7828043382591381E-2</c:v>
                </c:pt>
                <c:pt idx="2739">
                  <c:v>-3.7828043382591381E-2</c:v>
                </c:pt>
                <c:pt idx="2740">
                  <c:v>-3.7828043382591381E-2</c:v>
                </c:pt>
                <c:pt idx="2741">
                  <c:v>-3.7828043382591381E-2</c:v>
                </c:pt>
                <c:pt idx="2742">
                  <c:v>-3.7828043382591381E-2</c:v>
                </c:pt>
                <c:pt idx="2743">
                  <c:v>-3.7828043382591381E-2</c:v>
                </c:pt>
                <c:pt idx="2744">
                  <c:v>-3.7828043382591381E-2</c:v>
                </c:pt>
                <c:pt idx="2745">
                  <c:v>-3.7828043382591381E-2</c:v>
                </c:pt>
                <c:pt idx="2746">
                  <c:v>-3.7828043382591381E-2</c:v>
                </c:pt>
                <c:pt idx="2747">
                  <c:v>-3.7828043382591381E-2</c:v>
                </c:pt>
                <c:pt idx="2748">
                  <c:v>-3.7828043382591381E-2</c:v>
                </c:pt>
                <c:pt idx="2749">
                  <c:v>-3.7828043382591381E-2</c:v>
                </c:pt>
                <c:pt idx="2750">
                  <c:v>-3.7828043382591381E-2</c:v>
                </c:pt>
                <c:pt idx="2751">
                  <c:v>-3.7828043382591381E-2</c:v>
                </c:pt>
                <c:pt idx="2752">
                  <c:v>-3.7828043382591381E-2</c:v>
                </c:pt>
                <c:pt idx="2753">
                  <c:v>-3.7828043382591381E-2</c:v>
                </c:pt>
                <c:pt idx="2754">
                  <c:v>-3.7828043382591381E-2</c:v>
                </c:pt>
                <c:pt idx="2755">
                  <c:v>-3.7828043382591381E-2</c:v>
                </c:pt>
                <c:pt idx="2756">
                  <c:v>-3.7828043382591381E-2</c:v>
                </c:pt>
                <c:pt idx="2757">
                  <c:v>-3.7828043382591381E-2</c:v>
                </c:pt>
                <c:pt idx="2758">
                  <c:v>-3.7828043382591381E-2</c:v>
                </c:pt>
                <c:pt idx="2759">
                  <c:v>-3.7828043382591381E-2</c:v>
                </c:pt>
                <c:pt idx="2760">
                  <c:v>-3.7828043382591381E-2</c:v>
                </c:pt>
                <c:pt idx="2761">
                  <c:v>-3.7828043382591381E-2</c:v>
                </c:pt>
                <c:pt idx="2762">
                  <c:v>-3.7828043382591381E-2</c:v>
                </c:pt>
                <c:pt idx="2763">
                  <c:v>-3.7828043382591381E-2</c:v>
                </c:pt>
                <c:pt idx="2764">
                  <c:v>-3.7828043382591381E-2</c:v>
                </c:pt>
                <c:pt idx="2765">
                  <c:v>-3.7828043382591381E-2</c:v>
                </c:pt>
                <c:pt idx="2766">
                  <c:v>-3.7828043382591381E-2</c:v>
                </c:pt>
                <c:pt idx="2767">
                  <c:v>-3.7828043382591381E-2</c:v>
                </c:pt>
                <c:pt idx="2768">
                  <c:v>-3.7828043382591381E-2</c:v>
                </c:pt>
                <c:pt idx="2769">
                  <c:v>-3.7828043382591381E-2</c:v>
                </c:pt>
                <c:pt idx="2770">
                  <c:v>-3.7828043382591381E-2</c:v>
                </c:pt>
                <c:pt idx="2771">
                  <c:v>-3.7828043382591381E-2</c:v>
                </c:pt>
                <c:pt idx="2772">
                  <c:v>-3.7828043382591381E-2</c:v>
                </c:pt>
                <c:pt idx="2773">
                  <c:v>-3.7828043382591381E-2</c:v>
                </c:pt>
                <c:pt idx="2774">
                  <c:v>-3.7828043382591381E-2</c:v>
                </c:pt>
                <c:pt idx="2775">
                  <c:v>-3.7828043382591381E-2</c:v>
                </c:pt>
                <c:pt idx="2776">
                  <c:v>-3.7828043382591381E-2</c:v>
                </c:pt>
                <c:pt idx="2777">
                  <c:v>-3.7828043382591381E-2</c:v>
                </c:pt>
                <c:pt idx="2778">
                  <c:v>-3.7828043382591381E-2</c:v>
                </c:pt>
                <c:pt idx="2779">
                  <c:v>-3.7828043382591381E-2</c:v>
                </c:pt>
                <c:pt idx="2780">
                  <c:v>-3.7828043382591381E-2</c:v>
                </c:pt>
                <c:pt idx="2781">
                  <c:v>-3.7828043382591381E-2</c:v>
                </c:pt>
                <c:pt idx="2782">
                  <c:v>-3.7828043382591381E-2</c:v>
                </c:pt>
                <c:pt idx="2783">
                  <c:v>-3.7828043382591381E-2</c:v>
                </c:pt>
                <c:pt idx="2784">
                  <c:v>-3.7828043382591381E-2</c:v>
                </c:pt>
                <c:pt idx="2785">
                  <c:v>-3.7828043382591381E-2</c:v>
                </c:pt>
                <c:pt idx="2786">
                  <c:v>-3.7828043382591381E-2</c:v>
                </c:pt>
                <c:pt idx="2787">
                  <c:v>-3.7828043382591381E-2</c:v>
                </c:pt>
                <c:pt idx="2788">
                  <c:v>-3.7828043382591381E-2</c:v>
                </c:pt>
                <c:pt idx="2789">
                  <c:v>-3.7828043382591381E-2</c:v>
                </c:pt>
                <c:pt idx="2790">
                  <c:v>-3.7828043382591381E-2</c:v>
                </c:pt>
                <c:pt idx="2791">
                  <c:v>-3.7828043382591381E-2</c:v>
                </c:pt>
                <c:pt idx="2792">
                  <c:v>-3.7828043382591381E-2</c:v>
                </c:pt>
                <c:pt idx="2793">
                  <c:v>-3.7828043382591381E-2</c:v>
                </c:pt>
                <c:pt idx="2794">
                  <c:v>-3.7828043382591381E-2</c:v>
                </c:pt>
                <c:pt idx="2795">
                  <c:v>-3.7828043382591381E-2</c:v>
                </c:pt>
                <c:pt idx="2796">
                  <c:v>-3.7828043382591381E-2</c:v>
                </c:pt>
                <c:pt idx="2797">
                  <c:v>-3.7828043382591381E-2</c:v>
                </c:pt>
                <c:pt idx="2798">
                  <c:v>-3.7828043382591381E-2</c:v>
                </c:pt>
                <c:pt idx="2799">
                  <c:v>-3.7828043382591381E-2</c:v>
                </c:pt>
                <c:pt idx="2800">
                  <c:v>-3.7828043382591381E-2</c:v>
                </c:pt>
                <c:pt idx="2801">
                  <c:v>-3.7828043382591381E-2</c:v>
                </c:pt>
                <c:pt idx="2802">
                  <c:v>-3.7828043382591381E-2</c:v>
                </c:pt>
                <c:pt idx="2803">
                  <c:v>-3.7828043382591381E-2</c:v>
                </c:pt>
                <c:pt idx="2804">
                  <c:v>-3.7828043382591381E-2</c:v>
                </c:pt>
                <c:pt idx="2805">
                  <c:v>-3.7828043382591381E-2</c:v>
                </c:pt>
                <c:pt idx="2806">
                  <c:v>-3.7828043382591381E-2</c:v>
                </c:pt>
                <c:pt idx="2807">
                  <c:v>-3.7828043382591381E-2</c:v>
                </c:pt>
                <c:pt idx="2808">
                  <c:v>-3.7828043382591381E-2</c:v>
                </c:pt>
                <c:pt idx="2809">
                  <c:v>-3.7828043382591381E-2</c:v>
                </c:pt>
                <c:pt idx="2810">
                  <c:v>-3.7828043382591381E-2</c:v>
                </c:pt>
                <c:pt idx="2811">
                  <c:v>-3.7828043382591381E-2</c:v>
                </c:pt>
                <c:pt idx="2812">
                  <c:v>-3.7828043382591381E-2</c:v>
                </c:pt>
                <c:pt idx="2813">
                  <c:v>-3.7828043382591381E-2</c:v>
                </c:pt>
                <c:pt idx="2814">
                  <c:v>-3.7828043382591381E-2</c:v>
                </c:pt>
                <c:pt idx="2815">
                  <c:v>-3.7828043382591381E-2</c:v>
                </c:pt>
                <c:pt idx="2816">
                  <c:v>-3.7828043382591381E-2</c:v>
                </c:pt>
                <c:pt idx="2817">
                  <c:v>-3.7828043382591381E-2</c:v>
                </c:pt>
                <c:pt idx="2818">
                  <c:v>-3.7828043382591381E-2</c:v>
                </c:pt>
                <c:pt idx="2819">
                  <c:v>-3.7828043382591381E-2</c:v>
                </c:pt>
                <c:pt idx="2820">
                  <c:v>-3.7828043382591381E-2</c:v>
                </c:pt>
                <c:pt idx="2821">
                  <c:v>-3.7828043382591381E-2</c:v>
                </c:pt>
                <c:pt idx="2822">
                  <c:v>-3.7828043382591381E-2</c:v>
                </c:pt>
                <c:pt idx="2823">
                  <c:v>-3.7828043382591381E-2</c:v>
                </c:pt>
                <c:pt idx="2824">
                  <c:v>-3.7828043382591381E-2</c:v>
                </c:pt>
                <c:pt idx="2825">
                  <c:v>-3.7828043382591381E-2</c:v>
                </c:pt>
                <c:pt idx="2826">
                  <c:v>-3.7828043382591381E-2</c:v>
                </c:pt>
                <c:pt idx="2827">
                  <c:v>-3.7828043382591381E-2</c:v>
                </c:pt>
                <c:pt idx="2828">
                  <c:v>-3.7828043382591381E-2</c:v>
                </c:pt>
                <c:pt idx="2829">
                  <c:v>-3.7828043382591381E-2</c:v>
                </c:pt>
                <c:pt idx="2830">
                  <c:v>-3.7828043382591381E-2</c:v>
                </c:pt>
                <c:pt idx="2831">
                  <c:v>-3.7828043382591381E-2</c:v>
                </c:pt>
                <c:pt idx="2832">
                  <c:v>-3.7828043382591381E-2</c:v>
                </c:pt>
                <c:pt idx="2833">
                  <c:v>-3.7828043382591381E-2</c:v>
                </c:pt>
                <c:pt idx="2834">
                  <c:v>-3.7828043382591381E-2</c:v>
                </c:pt>
                <c:pt idx="2835">
                  <c:v>-3.7828043382591381E-2</c:v>
                </c:pt>
                <c:pt idx="2836">
                  <c:v>-3.7828043382591381E-2</c:v>
                </c:pt>
                <c:pt idx="2837">
                  <c:v>-3.7828043382591381E-2</c:v>
                </c:pt>
                <c:pt idx="2838">
                  <c:v>-3.7828043382591381E-2</c:v>
                </c:pt>
                <c:pt idx="2839">
                  <c:v>-3.7828043382591381E-2</c:v>
                </c:pt>
                <c:pt idx="2840">
                  <c:v>-3.7828043382591381E-2</c:v>
                </c:pt>
                <c:pt idx="2841">
                  <c:v>-3.7828043382591381E-2</c:v>
                </c:pt>
                <c:pt idx="2842">
                  <c:v>-3.7828043382591381E-2</c:v>
                </c:pt>
                <c:pt idx="2843">
                  <c:v>-3.7828043382591381E-2</c:v>
                </c:pt>
                <c:pt idx="2844">
                  <c:v>-3.7828043382591381E-2</c:v>
                </c:pt>
                <c:pt idx="2845">
                  <c:v>-3.7828043382591381E-2</c:v>
                </c:pt>
                <c:pt idx="2846">
                  <c:v>-3.7828043382591381E-2</c:v>
                </c:pt>
                <c:pt idx="2847">
                  <c:v>-3.7828043382591381E-2</c:v>
                </c:pt>
                <c:pt idx="2848">
                  <c:v>-3.7828043382591381E-2</c:v>
                </c:pt>
                <c:pt idx="2849">
                  <c:v>-3.7828043382591381E-2</c:v>
                </c:pt>
                <c:pt idx="2850">
                  <c:v>-3.7828043382591381E-2</c:v>
                </c:pt>
                <c:pt idx="2851">
                  <c:v>-3.7828043382591381E-2</c:v>
                </c:pt>
                <c:pt idx="2852">
                  <c:v>-3.7828043382591381E-2</c:v>
                </c:pt>
                <c:pt idx="2853">
                  <c:v>-3.7828043382591381E-2</c:v>
                </c:pt>
                <c:pt idx="2854">
                  <c:v>-3.7828043382591381E-2</c:v>
                </c:pt>
                <c:pt idx="2855">
                  <c:v>-3.7828043382591381E-2</c:v>
                </c:pt>
                <c:pt idx="2856">
                  <c:v>-3.7828043382591381E-2</c:v>
                </c:pt>
                <c:pt idx="2857">
                  <c:v>-3.7828043382591381E-2</c:v>
                </c:pt>
                <c:pt idx="2858">
                  <c:v>-3.7828043382591381E-2</c:v>
                </c:pt>
                <c:pt idx="2859">
                  <c:v>-3.7828043382591381E-2</c:v>
                </c:pt>
                <c:pt idx="2860">
                  <c:v>-3.7828043382591381E-2</c:v>
                </c:pt>
                <c:pt idx="2861">
                  <c:v>-3.7828043382591381E-2</c:v>
                </c:pt>
                <c:pt idx="2862">
                  <c:v>-3.7828043382591381E-2</c:v>
                </c:pt>
                <c:pt idx="2863">
                  <c:v>-3.7828043382591381E-2</c:v>
                </c:pt>
                <c:pt idx="2864">
                  <c:v>-3.7828043382591381E-2</c:v>
                </c:pt>
                <c:pt idx="2865">
                  <c:v>-3.7828043382591381E-2</c:v>
                </c:pt>
                <c:pt idx="2866">
                  <c:v>-3.7828043382591381E-2</c:v>
                </c:pt>
                <c:pt idx="2867">
                  <c:v>-3.7828043382591381E-2</c:v>
                </c:pt>
                <c:pt idx="2868">
                  <c:v>-3.7828043382591381E-2</c:v>
                </c:pt>
                <c:pt idx="2869">
                  <c:v>-3.7828043382591381E-2</c:v>
                </c:pt>
                <c:pt idx="2870">
                  <c:v>-3.7828043382591381E-2</c:v>
                </c:pt>
                <c:pt idx="2871">
                  <c:v>-3.7828043382591381E-2</c:v>
                </c:pt>
                <c:pt idx="2872">
                  <c:v>-3.7828043382591381E-2</c:v>
                </c:pt>
                <c:pt idx="2873">
                  <c:v>-3.7828043382591381E-2</c:v>
                </c:pt>
                <c:pt idx="2874">
                  <c:v>-3.7828043382591381E-2</c:v>
                </c:pt>
                <c:pt idx="2875">
                  <c:v>-3.7828043382591381E-2</c:v>
                </c:pt>
                <c:pt idx="2876">
                  <c:v>-3.7828043382591381E-2</c:v>
                </c:pt>
                <c:pt idx="2877">
                  <c:v>-3.7828043382591381E-2</c:v>
                </c:pt>
                <c:pt idx="2878">
                  <c:v>-3.7828043382591381E-2</c:v>
                </c:pt>
                <c:pt idx="2879">
                  <c:v>-3.7828043382591381E-2</c:v>
                </c:pt>
                <c:pt idx="2880">
                  <c:v>-3.7828043382591381E-2</c:v>
                </c:pt>
                <c:pt idx="2881">
                  <c:v>-3.7828043382591381E-2</c:v>
                </c:pt>
                <c:pt idx="2882">
                  <c:v>-3.7828043382591381E-2</c:v>
                </c:pt>
                <c:pt idx="2883">
                  <c:v>-3.7828043382591381E-2</c:v>
                </c:pt>
                <c:pt idx="2884">
                  <c:v>-3.7828043382591381E-2</c:v>
                </c:pt>
                <c:pt idx="2885">
                  <c:v>-3.7828043382591381E-2</c:v>
                </c:pt>
                <c:pt idx="2886">
                  <c:v>-3.7828043382591381E-2</c:v>
                </c:pt>
                <c:pt idx="2887">
                  <c:v>-3.7828043382591381E-2</c:v>
                </c:pt>
                <c:pt idx="2888">
                  <c:v>-3.7828043382591381E-2</c:v>
                </c:pt>
                <c:pt idx="2889">
                  <c:v>-3.7828043382591381E-2</c:v>
                </c:pt>
                <c:pt idx="2890">
                  <c:v>-3.7828043382591381E-2</c:v>
                </c:pt>
                <c:pt idx="2891">
                  <c:v>-3.7828043382591381E-2</c:v>
                </c:pt>
                <c:pt idx="2892">
                  <c:v>-3.7828043382591381E-2</c:v>
                </c:pt>
                <c:pt idx="2893">
                  <c:v>-3.7828043382591381E-2</c:v>
                </c:pt>
                <c:pt idx="2894">
                  <c:v>-3.7828043382591381E-2</c:v>
                </c:pt>
                <c:pt idx="2895">
                  <c:v>-3.7828043382591381E-2</c:v>
                </c:pt>
                <c:pt idx="2896">
                  <c:v>-3.7828043382591381E-2</c:v>
                </c:pt>
                <c:pt idx="2897">
                  <c:v>-3.7828043382591381E-2</c:v>
                </c:pt>
                <c:pt idx="2898">
                  <c:v>-3.7828043382591381E-2</c:v>
                </c:pt>
                <c:pt idx="2899">
                  <c:v>-3.7828043382591381E-2</c:v>
                </c:pt>
                <c:pt idx="2900">
                  <c:v>-3.7828043382591381E-2</c:v>
                </c:pt>
                <c:pt idx="2901">
                  <c:v>-3.7828043382591381E-2</c:v>
                </c:pt>
                <c:pt idx="2902">
                  <c:v>-3.7828043382591381E-2</c:v>
                </c:pt>
                <c:pt idx="2903">
                  <c:v>-3.7828043382591381E-2</c:v>
                </c:pt>
                <c:pt idx="2904">
                  <c:v>-3.7828043382591381E-2</c:v>
                </c:pt>
                <c:pt idx="2905">
                  <c:v>-3.7828043382591381E-2</c:v>
                </c:pt>
                <c:pt idx="2906">
                  <c:v>-3.7828043382591381E-2</c:v>
                </c:pt>
                <c:pt idx="2907">
                  <c:v>-3.7828043382591381E-2</c:v>
                </c:pt>
                <c:pt idx="2908">
                  <c:v>-3.7828043382591381E-2</c:v>
                </c:pt>
                <c:pt idx="2909">
                  <c:v>-3.7828043382591381E-2</c:v>
                </c:pt>
                <c:pt idx="2910">
                  <c:v>-3.7828043382591381E-2</c:v>
                </c:pt>
                <c:pt idx="2911">
                  <c:v>-3.7828043382591381E-2</c:v>
                </c:pt>
                <c:pt idx="2912">
                  <c:v>-3.7828043382591381E-2</c:v>
                </c:pt>
                <c:pt idx="2913">
                  <c:v>-3.7828043382591381E-2</c:v>
                </c:pt>
                <c:pt idx="2914">
                  <c:v>-3.7828043382591381E-2</c:v>
                </c:pt>
                <c:pt idx="2915">
                  <c:v>-3.7828043382591381E-2</c:v>
                </c:pt>
                <c:pt idx="2916">
                  <c:v>-3.7828043382591381E-2</c:v>
                </c:pt>
                <c:pt idx="2917">
                  <c:v>-3.7828043382591381E-2</c:v>
                </c:pt>
                <c:pt idx="2918">
                  <c:v>-3.7828043382591381E-2</c:v>
                </c:pt>
                <c:pt idx="2919">
                  <c:v>-3.7828043382591381E-2</c:v>
                </c:pt>
                <c:pt idx="2920">
                  <c:v>-3.7828043382591381E-2</c:v>
                </c:pt>
                <c:pt idx="2921">
                  <c:v>-3.7828043382591381E-2</c:v>
                </c:pt>
                <c:pt idx="2922">
                  <c:v>-3.7828043382591381E-2</c:v>
                </c:pt>
                <c:pt idx="2923">
                  <c:v>-3.7828043382591381E-2</c:v>
                </c:pt>
                <c:pt idx="2924">
                  <c:v>-3.7828043382591381E-2</c:v>
                </c:pt>
                <c:pt idx="2925">
                  <c:v>-3.7828043382591381E-2</c:v>
                </c:pt>
                <c:pt idx="2926">
                  <c:v>-3.7828043382591381E-2</c:v>
                </c:pt>
                <c:pt idx="2927">
                  <c:v>-3.7828043382591381E-2</c:v>
                </c:pt>
                <c:pt idx="2928">
                  <c:v>-3.7828043382591381E-2</c:v>
                </c:pt>
                <c:pt idx="2929">
                  <c:v>-3.7828043382591381E-2</c:v>
                </c:pt>
                <c:pt idx="2930">
                  <c:v>-3.7828043382591381E-2</c:v>
                </c:pt>
                <c:pt idx="2931">
                  <c:v>-3.7828043382591381E-2</c:v>
                </c:pt>
                <c:pt idx="2932">
                  <c:v>-3.7828043382591381E-2</c:v>
                </c:pt>
                <c:pt idx="2933">
                  <c:v>-3.7828043382591381E-2</c:v>
                </c:pt>
                <c:pt idx="2934">
                  <c:v>-3.7828043382591381E-2</c:v>
                </c:pt>
                <c:pt idx="2935">
                  <c:v>-3.7828043382591381E-2</c:v>
                </c:pt>
                <c:pt idx="2936">
                  <c:v>-3.7828043382591381E-2</c:v>
                </c:pt>
                <c:pt idx="2937">
                  <c:v>-3.7828043382591381E-2</c:v>
                </c:pt>
                <c:pt idx="2938">
                  <c:v>-3.7828043382591381E-2</c:v>
                </c:pt>
                <c:pt idx="2939">
                  <c:v>-3.7828043382591381E-2</c:v>
                </c:pt>
                <c:pt idx="2940">
                  <c:v>-3.7828043382591381E-2</c:v>
                </c:pt>
                <c:pt idx="2941">
                  <c:v>-3.7828043382591381E-2</c:v>
                </c:pt>
                <c:pt idx="2942">
                  <c:v>-3.7828043382591381E-2</c:v>
                </c:pt>
                <c:pt idx="2943">
                  <c:v>-3.7828043382591381E-2</c:v>
                </c:pt>
                <c:pt idx="2944">
                  <c:v>-3.7828043382591381E-2</c:v>
                </c:pt>
                <c:pt idx="2945">
                  <c:v>-3.7828043382591381E-2</c:v>
                </c:pt>
                <c:pt idx="2946">
                  <c:v>-3.7828043382591381E-2</c:v>
                </c:pt>
                <c:pt idx="2947">
                  <c:v>-3.7828043382591381E-2</c:v>
                </c:pt>
                <c:pt idx="2948">
                  <c:v>-3.7828043382591381E-2</c:v>
                </c:pt>
                <c:pt idx="2949">
                  <c:v>-3.7828043382591381E-2</c:v>
                </c:pt>
                <c:pt idx="2950">
                  <c:v>-3.7828043382591381E-2</c:v>
                </c:pt>
                <c:pt idx="2951">
                  <c:v>-3.7828043382591381E-2</c:v>
                </c:pt>
                <c:pt idx="2952">
                  <c:v>-3.7828043382591381E-2</c:v>
                </c:pt>
                <c:pt idx="2953">
                  <c:v>-3.7828043382591381E-2</c:v>
                </c:pt>
                <c:pt idx="2954">
                  <c:v>-3.7828043382591381E-2</c:v>
                </c:pt>
                <c:pt idx="2955">
                  <c:v>-3.7828043382591381E-2</c:v>
                </c:pt>
                <c:pt idx="2956">
                  <c:v>-3.7828043382591381E-2</c:v>
                </c:pt>
                <c:pt idx="2957">
                  <c:v>-3.7828043382591381E-2</c:v>
                </c:pt>
                <c:pt idx="2958">
                  <c:v>-3.7828043382591381E-2</c:v>
                </c:pt>
                <c:pt idx="2959">
                  <c:v>-3.7828043382591381E-2</c:v>
                </c:pt>
                <c:pt idx="2960">
                  <c:v>-3.7828043382591381E-2</c:v>
                </c:pt>
                <c:pt idx="2961">
                  <c:v>-3.7828043382591381E-2</c:v>
                </c:pt>
                <c:pt idx="2962">
                  <c:v>-3.7828043382591381E-2</c:v>
                </c:pt>
                <c:pt idx="2963">
                  <c:v>-3.7828043382591381E-2</c:v>
                </c:pt>
                <c:pt idx="2964">
                  <c:v>-3.7828043382591381E-2</c:v>
                </c:pt>
                <c:pt idx="2965">
                  <c:v>-3.7828043382591381E-2</c:v>
                </c:pt>
                <c:pt idx="2966">
                  <c:v>-3.7828043382591381E-2</c:v>
                </c:pt>
                <c:pt idx="2967">
                  <c:v>-3.7828043382591381E-2</c:v>
                </c:pt>
                <c:pt idx="2968">
                  <c:v>-3.7828043382591381E-2</c:v>
                </c:pt>
                <c:pt idx="2969">
                  <c:v>-3.7828043382591381E-2</c:v>
                </c:pt>
                <c:pt idx="2970">
                  <c:v>-3.7828043382591381E-2</c:v>
                </c:pt>
                <c:pt idx="2971">
                  <c:v>-3.7828043382591381E-2</c:v>
                </c:pt>
                <c:pt idx="2972">
                  <c:v>-3.7828043382591381E-2</c:v>
                </c:pt>
                <c:pt idx="2973">
                  <c:v>-3.7828043382591381E-2</c:v>
                </c:pt>
                <c:pt idx="2974">
                  <c:v>-3.7828043382591381E-2</c:v>
                </c:pt>
                <c:pt idx="2975">
                  <c:v>-3.7828043382591381E-2</c:v>
                </c:pt>
                <c:pt idx="2976">
                  <c:v>-3.7828043382591381E-2</c:v>
                </c:pt>
                <c:pt idx="2977">
                  <c:v>-3.7828043382591381E-2</c:v>
                </c:pt>
                <c:pt idx="2978">
                  <c:v>-3.7828043382591381E-2</c:v>
                </c:pt>
                <c:pt idx="2979">
                  <c:v>-3.7828043382591381E-2</c:v>
                </c:pt>
                <c:pt idx="2980">
                  <c:v>-3.7828043382591381E-2</c:v>
                </c:pt>
                <c:pt idx="2981">
                  <c:v>-3.7828043382591381E-2</c:v>
                </c:pt>
                <c:pt idx="2982">
                  <c:v>-3.7828043382591381E-2</c:v>
                </c:pt>
                <c:pt idx="2983">
                  <c:v>-3.7828043382591381E-2</c:v>
                </c:pt>
                <c:pt idx="2984">
                  <c:v>-3.7828043382591381E-2</c:v>
                </c:pt>
                <c:pt idx="2985">
                  <c:v>-3.7828043382591381E-2</c:v>
                </c:pt>
                <c:pt idx="2986">
                  <c:v>-3.7828043382591381E-2</c:v>
                </c:pt>
                <c:pt idx="2987">
                  <c:v>-3.7828043382591381E-2</c:v>
                </c:pt>
                <c:pt idx="2988">
                  <c:v>-3.7828043382591381E-2</c:v>
                </c:pt>
                <c:pt idx="2989">
                  <c:v>-3.7828043382591381E-2</c:v>
                </c:pt>
                <c:pt idx="2990">
                  <c:v>-3.7828043382591381E-2</c:v>
                </c:pt>
                <c:pt idx="2991">
                  <c:v>-3.7828043382591381E-2</c:v>
                </c:pt>
                <c:pt idx="2992">
                  <c:v>-3.7828043382591381E-2</c:v>
                </c:pt>
                <c:pt idx="2993">
                  <c:v>-3.7828043382591381E-2</c:v>
                </c:pt>
                <c:pt idx="2994">
                  <c:v>-3.7828043382591381E-2</c:v>
                </c:pt>
                <c:pt idx="2995">
                  <c:v>-3.7828043382591381E-2</c:v>
                </c:pt>
                <c:pt idx="2996">
                  <c:v>-3.7828043382591381E-2</c:v>
                </c:pt>
                <c:pt idx="2997">
                  <c:v>-3.7828043382591381E-2</c:v>
                </c:pt>
                <c:pt idx="2998">
                  <c:v>-3.7828043382591381E-2</c:v>
                </c:pt>
                <c:pt idx="2999">
                  <c:v>-3.7828043382591381E-2</c:v>
                </c:pt>
                <c:pt idx="3000">
                  <c:v>-3.7828043382591381E-2</c:v>
                </c:pt>
                <c:pt idx="3001">
                  <c:v>-3.7828043382591381E-2</c:v>
                </c:pt>
                <c:pt idx="3002">
                  <c:v>-3.7828043382591381E-2</c:v>
                </c:pt>
                <c:pt idx="3003">
                  <c:v>-3.7828043382591381E-2</c:v>
                </c:pt>
                <c:pt idx="3004">
                  <c:v>-3.7828043382591381E-2</c:v>
                </c:pt>
                <c:pt idx="3005">
                  <c:v>-3.7828043382591381E-2</c:v>
                </c:pt>
                <c:pt idx="3006">
                  <c:v>-3.7828043382591381E-2</c:v>
                </c:pt>
                <c:pt idx="3007">
                  <c:v>-3.7828043382591381E-2</c:v>
                </c:pt>
                <c:pt idx="3008">
                  <c:v>-3.7828043382591381E-2</c:v>
                </c:pt>
                <c:pt idx="3009">
                  <c:v>-3.7828043382591381E-2</c:v>
                </c:pt>
                <c:pt idx="3010">
                  <c:v>-3.7828043382591381E-2</c:v>
                </c:pt>
                <c:pt idx="3011">
                  <c:v>-3.7828043382591381E-2</c:v>
                </c:pt>
                <c:pt idx="3012">
                  <c:v>-3.7828043382591381E-2</c:v>
                </c:pt>
                <c:pt idx="3013">
                  <c:v>-3.7828043382591381E-2</c:v>
                </c:pt>
                <c:pt idx="3014">
                  <c:v>-3.7828043382591381E-2</c:v>
                </c:pt>
                <c:pt idx="3015">
                  <c:v>-3.7828043382591381E-2</c:v>
                </c:pt>
                <c:pt idx="3016">
                  <c:v>-3.7828043382591381E-2</c:v>
                </c:pt>
                <c:pt idx="3017">
                  <c:v>-3.7828043382591381E-2</c:v>
                </c:pt>
                <c:pt idx="3018">
                  <c:v>-3.7828043382591381E-2</c:v>
                </c:pt>
                <c:pt idx="3019">
                  <c:v>-3.7828043382591381E-2</c:v>
                </c:pt>
                <c:pt idx="3020">
                  <c:v>-3.7828043382591381E-2</c:v>
                </c:pt>
                <c:pt idx="3021">
                  <c:v>-3.7828043382591381E-2</c:v>
                </c:pt>
                <c:pt idx="3022">
                  <c:v>-3.7828043382591381E-2</c:v>
                </c:pt>
                <c:pt idx="3023">
                  <c:v>-3.7828043382591381E-2</c:v>
                </c:pt>
                <c:pt idx="3024">
                  <c:v>-3.7828043382591381E-2</c:v>
                </c:pt>
                <c:pt idx="3025">
                  <c:v>-3.7828043382591381E-2</c:v>
                </c:pt>
                <c:pt idx="3026">
                  <c:v>-3.7828043382591381E-2</c:v>
                </c:pt>
                <c:pt idx="3027">
                  <c:v>-3.7828043382591381E-2</c:v>
                </c:pt>
                <c:pt idx="3028">
                  <c:v>-3.7828043382591381E-2</c:v>
                </c:pt>
                <c:pt idx="3029">
                  <c:v>-3.7828043382591381E-2</c:v>
                </c:pt>
                <c:pt idx="3030">
                  <c:v>-3.7828043382591381E-2</c:v>
                </c:pt>
                <c:pt idx="3031">
                  <c:v>-3.7828043382591381E-2</c:v>
                </c:pt>
                <c:pt idx="3032">
                  <c:v>-3.7828043382591381E-2</c:v>
                </c:pt>
                <c:pt idx="3033">
                  <c:v>-3.7828043382591381E-2</c:v>
                </c:pt>
                <c:pt idx="3034">
                  <c:v>-3.7828043382591381E-2</c:v>
                </c:pt>
                <c:pt idx="3035">
                  <c:v>-3.7828043382591381E-2</c:v>
                </c:pt>
                <c:pt idx="3036">
                  <c:v>-3.7828043382591381E-2</c:v>
                </c:pt>
                <c:pt idx="3037">
                  <c:v>-3.7828043382591381E-2</c:v>
                </c:pt>
                <c:pt idx="3038">
                  <c:v>-3.7828043382591381E-2</c:v>
                </c:pt>
                <c:pt idx="3039">
                  <c:v>-3.7828043382591381E-2</c:v>
                </c:pt>
                <c:pt idx="3040">
                  <c:v>-3.7828043382591381E-2</c:v>
                </c:pt>
                <c:pt idx="3041">
                  <c:v>-3.7828043382591381E-2</c:v>
                </c:pt>
                <c:pt idx="3042">
                  <c:v>-3.7828043382591381E-2</c:v>
                </c:pt>
                <c:pt idx="3043">
                  <c:v>-3.7828043382591381E-2</c:v>
                </c:pt>
                <c:pt idx="3044">
                  <c:v>-3.7828043382591381E-2</c:v>
                </c:pt>
                <c:pt idx="3045">
                  <c:v>-3.7828043382591381E-2</c:v>
                </c:pt>
                <c:pt idx="3046">
                  <c:v>-3.7828043382591381E-2</c:v>
                </c:pt>
                <c:pt idx="3047">
                  <c:v>-3.7828043382591381E-2</c:v>
                </c:pt>
                <c:pt idx="3048">
                  <c:v>-3.7828043382591381E-2</c:v>
                </c:pt>
                <c:pt idx="3049">
                  <c:v>-3.7828043382591381E-2</c:v>
                </c:pt>
                <c:pt idx="3050">
                  <c:v>-3.7828043382591381E-2</c:v>
                </c:pt>
                <c:pt idx="3051">
                  <c:v>-3.7828043382591381E-2</c:v>
                </c:pt>
                <c:pt idx="3052">
                  <c:v>-3.7828043382591381E-2</c:v>
                </c:pt>
                <c:pt idx="3053">
                  <c:v>-3.7828043382591381E-2</c:v>
                </c:pt>
                <c:pt idx="3054">
                  <c:v>-3.7828043382591381E-2</c:v>
                </c:pt>
                <c:pt idx="3055">
                  <c:v>-3.7828043382591381E-2</c:v>
                </c:pt>
                <c:pt idx="3056">
                  <c:v>-3.7828043382591381E-2</c:v>
                </c:pt>
                <c:pt idx="3057">
                  <c:v>-3.7828043382591381E-2</c:v>
                </c:pt>
                <c:pt idx="3058">
                  <c:v>-3.7828043382591381E-2</c:v>
                </c:pt>
                <c:pt idx="3059">
                  <c:v>-3.7828043382591381E-2</c:v>
                </c:pt>
                <c:pt idx="3060">
                  <c:v>-3.7828043382591381E-2</c:v>
                </c:pt>
                <c:pt idx="3061">
                  <c:v>-3.7828043382591381E-2</c:v>
                </c:pt>
                <c:pt idx="3062">
                  <c:v>-3.7828043382591381E-2</c:v>
                </c:pt>
                <c:pt idx="3063">
                  <c:v>-3.7828043382591381E-2</c:v>
                </c:pt>
                <c:pt idx="3064">
                  <c:v>-3.7828043382591381E-2</c:v>
                </c:pt>
                <c:pt idx="3065">
                  <c:v>-3.7828043382591381E-2</c:v>
                </c:pt>
                <c:pt idx="3066">
                  <c:v>-3.7828043382591381E-2</c:v>
                </c:pt>
                <c:pt idx="3067">
                  <c:v>-3.7828043382591381E-2</c:v>
                </c:pt>
                <c:pt idx="3068">
                  <c:v>-3.7828043382591381E-2</c:v>
                </c:pt>
                <c:pt idx="3069">
                  <c:v>-3.7828043382591381E-2</c:v>
                </c:pt>
                <c:pt idx="3070">
                  <c:v>-3.7828043382591381E-2</c:v>
                </c:pt>
                <c:pt idx="3071">
                  <c:v>-3.7828043382591381E-2</c:v>
                </c:pt>
                <c:pt idx="3072">
                  <c:v>-3.7828043382591381E-2</c:v>
                </c:pt>
                <c:pt idx="3073">
                  <c:v>-3.7828043382591381E-2</c:v>
                </c:pt>
                <c:pt idx="3074">
                  <c:v>-3.7828043382591381E-2</c:v>
                </c:pt>
                <c:pt idx="3075">
                  <c:v>-3.7828043382591381E-2</c:v>
                </c:pt>
                <c:pt idx="3076">
                  <c:v>-3.7828043382591381E-2</c:v>
                </c:pt>
                <c:pt idx="3077">
                  <c:v>-3.7828043382591381E-2</c:v>
                </c:pt>
                <c:pt idx="3078">
                  <c:v>-3.7828043382591381E-2</c:v>
                </c:pt>
                <c:pt idx="3079">
                  <c:v>-3.7828043382591381E-2</c:v>
                </c:pt>
                <c:pt idx="3080">
                  <c:v>-3.7828043382591381E-2</c:v>
                </c:pt>
                <c:pt idx="3081">
                  <c:v>-3.7828043382591381E-2</c:v>
                </c:pt>
                <c:pt idx="3082">
                  <c:v>-3.7828043382591381E-2</c:v>
                </c:pt>
                <c:pt idx="3083">
                  <c:v>-3.7828043382591381E-2</c:v>
                </c:pt>
                <c:pt idx="3084">
                  <c:v>-3.7828043382591381E-2</c:v>
                </c:pt>
                <c:pt idx="3085">
                  <c:v>-3.7828043382591381E-2</c:v>
                </c:pt>
                <c:pt idx="3086">
                  <c:v>-3.7828043382591381E-2</c:v>
                </c:pt>
                <c:pt idx="3087">
                  <c:v>-3.7828043382591381E-2</c:v>
                </c:pt>
                <c:pt idx="3088">
                  <c:v>-3.7828043382591381E-2</c:v>
                </c:pt>
                <c:pt idx="3089">
                  <c:v>-3.7828043382591381E-2</c:v>
                </c:pt>
                <c:pt idx="3090">
                  <c:v>-3.7828043382591381E-2</c:v>
                </c:pt>
                <c:pt idx="3091">
                  <c:v>-3.7828043382591381E-2</c:v>
                </c:pt>
                <c:pt idx="3092">
                  <c:v>-3.7828043382591381E-2</c:v>
                </c:pt>
                <c:pt idx="3093">
                  <c:v>-3.7828043382591381E-2</c:v>
                </c:pt>
                <c:pt idx="3094">
                  <c:v>-3.7828043382591381E-2</c:v>
                </c:pt>
                <c:pt idx="3095">
                  <c:v>-3.7828043382591381E-2</c:v>
                </c:pt>
                <c:pt idx="3096">
                  <c:v>-3.7828043382591381E-2</c:v>
                </c:pt>
                <c:pt idx="3097">
                  <c:v>-3.7828043382591381E-2</c:v>
                </c:pt>
                <c:pt idx="3098">
                  <c:v>-3.7828043382591381E-2</c:v>
                </c:pt>
                <c:pt idx="3099">
                  <c:v>-3.7828043382591381E-2</c:v>
                </c:pt>
                <c:pt idx="3100">
                  <c:v>-3.7828043382591381E-2</c:v>
                </c:pt>
                <c:pt idx="3101">
                  <c:v>-3.7828043382591381E-2</c:v>
                </c:pt>
                <c:pt idx="3102">
                  <c:v>-3.7828043382591381E-2</c:v>
                </c:pt>
                <c:pt idx="3103">
                  <c:v>-3.7828043382591381E-2</c:v>
                </c:pt>
                <c:pt idx="3104">
                  <c:v>-3.7828043382591381E-2</c:v>
                </c:pt>
                <c:pt idx="3105">
                  <c:v>-3.7828043382591381E-2</c:v>
                </c:pt>
                <c:pt idx="3106">
                  <c:v>-3.7828043382591381E-2</c:v>
                </c:pt>
                <c:pt idx="3107">
                  <c:v>-3.7828043382591381E-2</c:v>
                </c:pt>
                <c:pt idx="3108">
                  <c:v>-3.7828043382591381E-2</c:v>
                </c:pt>
                <c:pt idx="3109">
                  <c:v>-3.7828043382591381E-2</c:v>
                </c:pt>
                <c:pt idx="3110">
                  <c:v>-3.7828043382591381E-2</c:v>
                </c:pt>
                <c:pt idx="3111">
                  <c:v>-3.7828043382591381E-2</c:v>
                </c:pt>
                <c:pt idx="3112">
                  <c:v>-3.7828043382591381E-2</c:v>
                </c:pt>
                <c:pt idx="3113">
                  <c:v>-3.7828043382591381E-2</c:v>
                </c:pt>
                <c:pt idx="3114">
                  <c:v>-3.7828043382591381E-2</c:v>
                </c:pt>
                <c:pt idx="3115">
                  <c:v>-3.7828043382591381E-2</c:v>
                </c:pt>
                <c:pt idx="3116">
                  <c:v>-3.7828043382591381E-2</c:v>
                </c:pt>
                <c:pt idx="3117">
                  <c:v>-3.7828043382591381E-2</c:v>
                </c:pt>
                <c:pt idx="3118">
                  <c:v>-3.7828043382591381E-2</c:v>
                </c:pt>
                <c:pt idx="3119">
                  <c:v>-3.7828043382591381E-2</c:v>
                </c:pt>
                <c:pt idx="3120">
                  <c:v>-3.7828043382591381E-2</c:v>
                </c:pt>
                <c:pt idx="3121">
                  <c:v>-3.7828043382591381E-2</c:v>
                </c:pt>
                <c:pt idx="3122">
                  <c:v>-3.7828043382591381E-2</c:v>
                </c:pt>
                <c:pt idx="3123">
                  <c:v>-3.7828043382591381E-2</c:v>
                </c:pt>
                <c:pt idx="3124">
                  <c:v>-3.7828043382591381E-2</c:v>
                </c:pt>
                <c:pt idx="3125">
                  <c:v>-3.7828043382591381E-2</c:v>
                </c:pt>
                <c:pt idx="3126">
                  <c:v>-3.7828043382591381E-2</c:v>
                </c:pt>
                <c:pt idx="3127">
                  <c:v>-3.7828043382591381E-2</c:v>
                </c:pt>
                <c:pt idx="3128">
                  <c:v>-3.7828043382591381E-2</c:v>
                </c:pt>
                <c:pt idx="3129">
                  <c:v>-3.7828043382591381E-2</c:v>
                </c:pt>
                <c:pt idx="3130">
                  <c:v>-3.7828043382591381E-2</c:v>
                </c:pt>
                <c:pt idx="3131">
                  <c:v>-3.7828043382591381E-2</c:v>
                </c:pt>
                <c:pt idx="3132">
                  <c:v>-3.7828043382591381E-2</c:v>
                </c:pt>
                <c:pt idx="3133">
                  <c:v>-3.7828043382591381E-2</c:v>
                </c:pt>
                <c:pt idx="3134">
                  <c:v>-3.7828043382591381E-2</c:v>
                </c:pt>
                <c:pt idx="3135">
                  <c:v>-3.7828043382591381E-2</c:v>
                </c:pt>
                <c:pt idx="3136">
                  <c:v>-3.7828043382591381E-2</c:v>
                </c:pt>
                <c:pt idx="3137">
                  <c:v>-3.7828043382591381E-2</c:v>
                </c:pt>
                <c:pt idx="3138">
                  <c:v>-3.7828043382591381E-2</c:v>
                </c:pt>
                <c:pt idx="3139">
                  <c:v>-3.7828043382591381E-2</c:v>
                </c:pt>
                <c:pt idx="3140">
                  <c:v>-3.7828043382591381E-2</c:v>
                </c:pt>
                <c:pt idx="3141">
                  <c:v>-3.7828043382591381E-2</c:v>
                </c:pt>
                <c:pt idx="3142">
                  <c:v>-3.7828043382591381E-2</c:v>
                </c:pt>
                <c:pt idx="3143">
                  <c:v>-3.7828043382591381E-2</c:v>
                </c:pt>
                <c:pt idx="3144">
                  <c:v>-3.7828043382591381E-2</c:v>
                </c:pt>
                <c:pt idx="3145">
                  <c:v>-3.7828043382591381E-2</c:v>
                </c:pt>
                <c:pt idx="3146">
                  <c:v>-3.7828043382591381E-2</c:v>
                </c:pt>
                <c:pt idx="3147">
                  <c:v>-3.7828043382591381E-2</c:v>
                </c:pt>
                <c:pt idx="3148">
                  <c:v>-3.7828043382591381E-2</c:v>
                </c:pt>
                <c:pt idx="3149">
                  <c:v>-3.7828043382591381E-2</c:v>
                </c:pt>
                <c:pt idx="3150">
                  <c:v>-3.7828043382591381E-2</c:v>
                </c:pt>
                <c:pt idx="3151">
                  <c:v>-3.7828043382591381E-2</c:v>
                </c:pt>
                <c:pt idx="3152">
                  <c:v>-3.7828043382591381E-2</c:v>
                </c:pt>
                <c:pt idx="3153">
                  <c:v>-3.7828043382591381E-2</c:v>
                </c:pt>
                <c:pt idx="3154">
                  <c:v>-3.7828043382591381E-2</c:v>
                </c:pt>
                <c:pt idx="3155">
                  <c:v>-3.7828043382591381E-2</c:v>
                </c:pt>
                <c:pt idx="3156">
                  <c:v>-3.7828043382591381E-2</c:v>
                </c:pt>
                <c:pt idx="3157">
                  <c:v>-3.7828043382591381E-2</c:v>
                </c:pt>
                <c:pt idx="3158">
                  <c:v>-3.7828043382591381E-2</c:v>
                </c:pt>
                <c:pt idx="3159">
                  <c:v>-3.7828043382591381E-2</c:v>
                </c:pt>
                <c:pt idx="3160">
                  <c:v>-3.7828043382591381E-2</c:v>
                </c:pt>
                <c:pt idx="3161">
                  <c:v>-3.7828043382591381E-2</c:v>
                </c:pt>
                <c:pt idx="3162">
                  <c:v>-3.7828043382591381E-2</c:v>
                </c:pt>
                <c:pt idx="3163">
                  <c:v>-3.7828043382591381E-2</c:v>
                </c:pt>
                <c:pt idx="3164">
                  <c:v>-3.7828043382591381E-2</c:v>
                </c:pt>
                <c:pt idx="3165">
                  <c:v>-3.7828043382591381E-2</c:v>
                </c:pt>
                <c:pt idx="3166">
                  <c:v>-3.7828043382591381E-2</c:v>
                </c:pt>
                <c:pt idx="3167">
                  <c:v>-3.7828043382591381E-2</c:v>
                </c:pt>
                <c:pt idx="3168">
                  <c:v>-3.7828043382591381E-2</c:v>
                </c:pt>
                <c:pt idx="3169">
                  <c:v>-3.7828043382591381E-2</c:v>
                </c:pt>
                <c:pt idx="3170">
                  <c:v>-3.7828043382591381E-2</c:v>
                </c:pt>
                <c:pt idx="3171">
                  <c:v>-3.7828043382591381E-2</c:v>
                </c:pt>
                <c:pt idx="3172">
                  <c:v>-3.7828043382591381E-2</c:v>
                </c:pt>
                <c:pt idx="3173">
                  <c:v>-3.7828043382591381E-2</c:v>
                </c:pt>
                <c:pt idx="3174">
                  <c:v>-3.7828043382591381E-2</c:v>
                </c:pt>
                <c:pt idx="3175">
                  <c:v>-3.7828043382591381E-2</c:v>
                </c:pt>
                <c:pt idx="3176">
                  <c:v>-3.7828043382591381E-2</c:v>
                </c:pt>
                <c:pt idx="3177">
                  <c:v>-3.7828043382591381E-2</c:v>
                </c:pt>
                <c:pt idx="3178">
                  <c:v>-3.7828043382591381E-2</c:v>
                </c:pt>
                <c:pt idx="3179">
                  <c:v>-3.7828043382591381E-2</c:v>
                </c:pt>
                <c:pt idx="3180">
                  <c:v>-3.7828043382591381E-2</c:v>
                </c:pt>
                <c:pt idx="3181">
                  <c:v>-3.7828043382591381E-2</c:v>
                </c:pt>
                <c:pt idx="3182">
                  <c:v>-3.7828043382591381E-2</c:v>
                </c:pt>
                <c:pt idx="3183">
                  <c:v>-3.7828043382591381E-2</c:v>
                </c:pt>
                <c:pt idx="3184">
                  <c:v>-3.7828043382591381E-2</c:v>
                </c:pt>
                <c:pt idx="3185">
                  <c:v>-3.7828043382591381E-2</c:v>
                </c:pt>
                <c:pt idx="3186">
                  <c:v>-3.7828043382591381E-2</c:v>
                </c:pt>
                <c:pt idx="3187">
                  <c:v>-3.7828043382591381E-2</c:v>
                </c:pt>
                <c:pt idx="3188">
                  <c:v>-3.7828043382591381E-2</c:v>
                </c:pt>
                <c:pt idx="3189">
                  <c:v>-3.7828043382591381E-2</c:v>
                </c:pt>
                <c:pt idx="3190">
                  <c:v>-3.7828043382591381E-2</c:v>
                </c:pt>
                <c:pt idx="3191">
                  <c:v>-3.7828043382591381E-2</c:v>
                </c:pt>
                <c:pt idx="3192">
                  <c:v>-3.7828043382591381E-2</c:v>
                </c:pt>
                <c:pt idx="3193">
                  <c:v>-3.7828043382591381E-2</c:v>
                </c:pt>
                <c:pt idx="3194">
                  <c:v>-3.7828043382591381E-2</c:v>
                </c:pt>
                <c:pt idx="3195">
                  <c:v>-3.7828043382591381E-2</c:v>
                </c:pt>
                <c:pt idx="3196">
                  <c:v>-3.7828043382591381E-2</c:v>
                </c:pt>
                <c:pt idx="3197">
                  <c:v>-3.7828043382591381E-2</c:v>
                </c:pt>
                <c:pt idx="3198">
                  <c:v>-3.7828043382591381E-2</c:v>
                </c:pt>
                <c:pt idx="3199">
                  <c:v>-3.7828043382591381E-2</c:v>
                </c:pt>
                <c:pt idx="3200">
                  <c:v>-3.7828043382591381E-2</c:v>
                </c:pt>
                <c:pt idx="3201">
                  <c:v>-3.7828043382591381E-2</c:v>
                </c:pt>
                <c:pt idx="3202">
                  <c:v>-3.7828043382591381E-2</c:v>
                </c:pt>
                <c:pt idx="3203">
                  <c:v>-3.7828043382591381E-2</c:v>
                </c:pt>
                <c:pt idx="3204">
                  <c:v>-3.7828043382591381E-2</c:v>
                </c:pt>
                <c:pt idx="3205">
                  <c:v>-3.7828043382591381E-2</c:v>
                </c:pt>
                <c:pt idx="3206">
                  <c:v>-3.7828043382591381E-2</c:v>
                </c:pt>
                <c:pt idx="3207">
                  <c:v>-3.7828043382591381E-2</c:v>
                </c:pt>
                <c:pt idx="3208">
                  <c:v>-3.7828043382591381E-2</c:v>
                </c:pt>
                <c:pt idx="3209">
                  <c:v>-3.7828043382591381E-2</c:v>
                </c:pt>
                <c:pt idx="3210">
                  <c:v>-3.7828043382591381E-2</c:v>
                </c:pt>
                <c:pt idx="3211">
                  <c:v>-3.7828043382591381E-2</c:v>
                </c:pt>
                <c:pt idx="3212">
                  <c:v>-3.7828043382591381E-2</c:v>
                </c:pt>
                <c:pt idx="3213">
                  <c:v>-3.7828043382591381E-2</c:v>
                </c:pt>
                <c:pt idx="3214">
                  <c:v>-3.7828043382591381E-2</c:v>
                </c:pt>
                <c:pt idx="3215">
                  <c:v>-3.7828043382591381E-2</c:v>
                </c:pt>
                <c:pt idx="3216">
                  <c:v>-3.7828043382591381E-2</c:v>
                </c:pt>
                <c:pt idx="3217">
                  <c:v>-3.7828043382591381E-2</c:v>
                </c:pt>
                <c:pt idx="3218">
                  <c:v>-3.7828043382591381E-2</c:v>
                </c:pt>
                <c:pt idx="3219">
                  <c:v>-3.7828043382591381E-2</c:v>
                </c:pt>
                <c:pt idx="3220">
                  <c:v>-3.7828043382591381E-2</c:v>
                </c:pt>
                <c:pt idx="3221">
                  <c:v>-3.7828043382591381E-2</c:v>
                </c:pt>
                <c:pt idx="3222">
                  <c:v>-3.7828043382591381E-2</c:v>
                </c:pt>
                <c:pt idx="3223">
                  <c:v>-3.7828043382591381E-2</c:v>
                </c:pt>
                <c:pt idx="3224">
                  <c:v>-3.7828043382591381E-2</c:v>
                </c:pt>
                <c:pt idx="3225">
                  <c:v>-3.7828043382591381E-2</c:v>
                </c:pt>
                <c:pt idx="3226">
                  <c:v>-3.7828043382591381E-2</c:v>
                </c:pt>
                <c:pt idx="3227">
                  <c:v>-3.7828043382591381E-2</c:v>
                </c:pt>
                <c:pt idx="3228">
                  <c:v>-3.7828043382591381E-2</c:v>
                </c:pt>
                <c:pt idx="3229">
                  <c:v>-3.7828043382591381E-2</c:v>
                </c:pt>
                <c:pt idx="3230">
                  <c:v>-3.7828043382591381E-2</c:v>
                </c:pt>
                <c:pt idx="3231">
                  <c:v>-3.7828043382591381E-2</c:v>
                </c:pt>
                <c:pt idx="3232">
                  <c:v>-3.7828043382591381E-2</c:v>
                </c:pt>
                <c:pt idx="3233">
                  <c:v>-3.7828043382591381E-2</c:v>
                </c:pt>
                <c:pt idx="3234">
                  <c:v>-3.7828043382591381E-2</c:v>
                </c:pt>
                <c:pt idx="3235">
                  <c:v>-3.7828043382591381E-2</c:v>
                </c:pt>
                <c:pt idx="3236">
                  <c:v>-3.7828043382591381E-2</c:v>
                </c:pt>
                <c:pt idx="3237">
                  <c:v>-3.7828043382591381E-2</c:v>
                </c:pt>
                <c:pt idx="3238">
                  <c:v>-3.7828043382591381E-2</c:v>
                </c:pt>
                <c:pt idx="3239">
                  <c:v>-3.7828043382591381E-2</c:v>
                </c:pt>
                <c:pt idx="3240">
                  <c:v>-3.7828043382591381E-2</c:v>
                </c:pt>
                <c:pt idx="3241">
                  <c:v>-3.7828043382591381E-2</c:v>
                </c:pt>
                <c:pt idx="3242">
                  <c:v>-3.7828043382591381E-2</c:v>
                </c:pt>
                <c:pt idx="3243">
                  <c:v>-3.7828043382591381E-2</c:v>
                </c:pt>
                <c:pt idx="3244">
                  <c:v>-3.7828043382591381E-2</c:v>
                </c:pt>
                <c:pt idx="3245">
                  <c:v>-3.7828043382591381E-2</c:v>
                </c:pt>
                <c:pt idx="3246">
                  <c:v>-3.7828043382591381E-2</c:v>
                </c:pt>
                <c:pt idx="3247">
                  <c:v>-3.7828043382591381E-2</c:v>
                </c:pt>
                <c:pt idx="3248">
                  <c:v>-3.7828043382591381E-2</c:v>
                </c:pt>
                <c:pt idx="3249">
                  <c:v>-3.7828043382591381E-2</c:v>
                </c:pt>
                <c:pt idx="3250">
                  <c:v>-3.7828043382591381E-2</c:v>
                </c:pt>
                <c:pt idx="3251">
                  <c:v>-3.7828043382591381E-2</c:v>
                </c:pt>
                <c:pt idx="3252">
                  <c:v>-3.7828043382591381E-2</c:v>
                </c:pt>
                <c:pt idx="3253">
                  <c:v>-3.7828043382591381E-2</c:v>
                </c:pt>
                <c:pt idx="3254">
                  <c:v>-3.7828043382591381E-2</c:v>
                </c:pt>
                <c:pt idx="3255">
                  <c:v>-3.7828043382591381E-2</c:v>
                </c:pt>
                <c:pt idx="3256">
                  <c:v>-3.7828043382591381E-2</c:v>
                </c:pt>
                <c:pt idx="3257">
                  <c:v>-3.7828043382591381E-2</c:v>
                </c:pt>
                <c:pt idx="3258">
                  <c:v>-3.7828043382591381E-2</c:v>
                </c:pt>
                <c:pt idx="3259">
                  <c:v>-3.7828043382591381E-2</c:v>
                </c:pt>
                <c:pt idx="3260">
                  <c:v>-3.7828043382591381E-2</c:v>
                </c:pt>
                <c:pt idx="3261">
                  <c:v>-3.7828043382591381E-2</c:v>
                </c:pt>
                <c:pt idx="3262">
                  <c:v>-3.7828043382591381E-2</c:v>
                </c:pt>
                <c:pt idx="3263">
                  <c:v>-3.7828043382591381E-2</c:v>
                </c:pt>
                <c:pt idx="3264">
                  <c:v>-3.7828043382591381E-2</c:v>
                </c:pt>
                <c:pt idx="3265">
                  <c:v>-3.7828043382591381E-2</c:v>
                </c:pt>
                <c:pt idx="3266">
                  <c:v>-3.7828043382591381E-2</c:v>
                </c:pt>
                <c:pt idx="3267">
                  <c:v>-3.7828043382591381E-2</c:v>
                </c:pt>
                <c:pt idx="3268">
                  <c:v>-3.7828043382591381E-2</c:v>
                </c:pt>
                <c:pt idx="3269">
                  <c:v>-3.7828043382591381E-2</c:v>
                </c:pt>
                <c:pt idx="3270">
                  <c:v>-3.7828043382591381E-2</c:v>
                </c:pt>
                <c:pt idx="3271">
                  <c:v>-3.7828043382591381E-2</c:v>
                </c:pt>
                <c:pt idx="3272">
                  <c:v>-3.7828043382591381E-2</c:v>
                </c:pt>
                <c:pt idx="3273">
                  <c:v>-3.7828043382591381E-2</c:v>
                </c:pt>
                <c:pt idx="3274">
                  <c:v>-3.7828043382591381E-2</c:v>
                </c:pt>
                <c:pt idx="3275">
                  <c:v>-3.7828043382591381E-2</c:v>
                </c:pt>
                <c:pt idx="3276">
                  <c:v>-3.7828043382591381E-2</c:v>
                </c:pt>
                <c:pt idx="3277">
                  <c:v>-3.7828043382591381E-2</c:v>
                </c:pt>
                <c:pt idx="3278">
                  <c:v>-3.7828043382591381E-2</c:v>
                </c:pt>
                <c:pt idx="3279">
                  <c:v>-3.7828043382591381E-2</c:v>
                </c:pt>
                <c:pt idx="3280">
                  <c:v>-3.7828043382591381E-2</c:v>
                </c:pt>
                <c:pt idx="3281">
                  <c:v>-3.7828043382591381E-2</c:v>
                </c:pt>
                <c:pt idx="3282">
                  <c:v>-3.7828043382591381E-2</c:v>
                </c:pt>
                <c:pt idx="3283">
                  <c:v>-3.7828043382591381E-2</c:v>
                </c:pt>
                <c:pt idx="3284">
                  <c:v>-3.7828043382591381E-2</c:v>
                </c:pt>
                <c:pt idx="3285">
                  <c:v>-3.7828043382591381E-2</c:v>
                </c:pt>
                <c:pt idx="3286">
                  <c:v>-3.7828043382591381E-2</c:v>
                </c:pt>
                <c:pt idx="3287">
                  <c:v>-3.7828043382591381E-2</c:v>
                </c:pt>
                <c:pt idx="3288">
                  <c:v>-3.7828043382591381E-2</c:v>
                </c:pt>
                <c:pt idx="3289">
                  <c:v>-3.7828043382591381E-2</c:v>
                </c:pt>
                <c:pt idx="3290">
                  <c:v>-3.7828043382591381E-2</c:v>
                </c:pt>
                <c:pt idx="3291">
                  <c:v>-3.7828043382591381E-2</c:v>
                </c:pt>
                <c:pt idx="3292">
                  <c:v>-3.7828043382591381E-2</c:v>
                </c:pt>
                <c:pt idx="3293">
                  <c:v>-3.7828043382591381E-2</c:v>
                </c:pt>
                <c:pt idx="3294">
                  <c:v>-3.7828043382591381E-2</c:v>
                </c:pt>
                <c:pt idx="3295">
                  <c:v>-3.7828043382591381E-2</c:v>
                </c:pt>
                <c:pt idx="3296">
                  <c:v>-3.7828043382591381E-2</c:v>
                </c:pt>
                <c:pt idx="3297">
                  <c:v>-3.7828043382591381E-2</c:v>
                </c:pt>
                <c:pt idx="3298">
                  <c:v>-3.7828043382591381E-2</c:v>
                </c:pt>
                <c:pt idx="3299">
                  <c:v>-3.7828043382591381E-2</c:v>
                </c:pt>
                <c:pt idx="3300">
                  <c:v>-3.7828043382591381E-2</c:v>
                </c:pt>
              </c:numCache>
            </c:numRef>
          </c:val>
          <c:smooth val="0"/>
          <c:extLst>
            <c:ext xmlns:c16="http://schemas.microsoft.com/office/drawing/2014/chart" uri="{C3380CC4-5D6E-409C-BE32-E72D297353CC}">
              <c16:uniqueId val="{00000002-EB54-43B1-B902-0DD5A0E42910}"/>
            </c:ext>
          </c:extLst>
        </c:ser>
        <c:dLbls>
          <c:showLegendKey val="0"/>
          <c:showVal val="0"/>
          <c:showCatName val="0"/>
          <c:showSerName val="0"/>
          <c:showPercent val="0"/>
          <c:showBubbleSize val="0"/>
        </c:dLbls>
        <c:smooth val="0"/>
        <c:axId val="390145295"/>
        <c:axId val="390144335"/>
      </c:lineChart>
      <c:dateAx>
        <c:axId val="390145295"/>
        <c:scaling>
          <c:orientation val="minMax"/>
        </c:scaling>
        <c:delete val="0"/>
        <c:axPos val="b"/>
        <c:numFmt formatCode="[$-409]mmm\-yy;@" sourceLinked="0"/>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 val="autoZero"/>
        <c:auto val="1"/>
        <c:lblOffset val="100"/>
        <c:baseTimeUnit val="days"/>
      </c:dateAx>
      <c:valAx>
        <c:axId val="390144335"/>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4705217011039"/>
          <c:y val="4.0508428623829799E-2"/>
          <c:w val="0.83371487535414457"/>
          <c:h val="0.65625448543131903"/>
        </c:manualLayout>
      </c:layout>
      <c:areaChart>
        <c:grouping val="standard"/>
        <c:varyColors val="0"/>
        <c:ser>
          <c:idx val="0"/>
          <c:order val="0"/>
          <c:tx>
            <c:strRef>
              <c:f>'Component treatment'!$P$4</c:f>
              <c:strCache>
                <c:ptCount val="1"/>
                <c:pt idx="0">
                  <c:v>Positive</c:v>
                </c:pt>
              </c:strCache>
            </c:strRef>
          </c:tx>
          <c:spPr>
            <a:solidFill>
              <a:srgbClr val="1F2F44"/>
            </a:solidFill>
            <a:ln>
              <a:noFill/>
            </a:ln>
            <a:effectLst/>
          </c:spPr>
          <c:cat>
            <c:numRef>
              <c:f>'Component treatment'!$N$5:$N$50000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treatment'!$P$5:$P$50000</c:f>
              <c:numCache>
                <c:formatCode>0.0</c:formatCode>
                <c:ptCount val="49996"/>
                <c:pt idx="0">
                  <c:v>#N/A</c:v>
                </c:pt>
                <c:pt idx="1">
                  <c:v>#N/A</c:v>
                </c:pt>
                <c:pt idx="2">
                  <c:v>#N/A</c:v>
                </c:pt>
                <c:pt idx="3">
                  <c:v>#N/A</c:v>
                </c:pt>
                <c:pt idx="4">
                  <c:v>#N/A</c:v>
                </c:pt>
                <c:pt idx="5">
                  <c:v>#N/A</c:v>
                </c:pt>
                <c:pt idx="6">
                  <c:v>#N/A</c:v>
                </c:pt>
                <c:pt idx="7">
                  <c:v>#N/A</c:v>
                </c:pt>
                <c:pt idx="8">
                  <c:v>#N/A</c:v>
                </c:pt>
                <c:pt idx="9">
                  <c:v>#N/A</c:v>
                </c:pt>
                <c:pt idx="10">
                  <c:v>#N/A</c:v>
                </c:pt>
                <c:pt idx="11">
                  <c:v>#N/A</c:v>
                </c:pt>
                <c:pt idx="12">
                  <c:v>1.23667573004467</c:v>
                </c:pt>
                <c:pt idx="13">
                  <c:v>#N/A</c:v>
                </c:pt>
                <c:pt idx="14">
                  <c:v>#N/A</c:v>
                </c:pt>
                <c:pt idx="15">
                  <c:v>#N/A</c:v>
                </c:pt>
                <c:pt idx="16">
                  <c:v>#N/A</c:v>
                </c:pt>
                <c:pt idx="17">
                  <c:v>#N/A</c:v>
                </c:pt>
                <c:pt idx="18">
                  <c:v>#N/A</c:v>
                </c:pt>
                <c:pt idx="19">
                  <c:v>5.1709300178982842E-2</c:v>
                </c:pt>
                <c:pt idx="20">
                  <c:v>#N/A</c:v>
                </c:pt>
                <c:pt idx="21">
                  <c:v>#N/A</c:v>
                </c:pt>
                <c:pt idx="22">
                  <c:v>#N/A</c:v>
                </c:pt>
                <c:pt idx="23">
                  <c:v>#N/A</c:v>
                </c:pt>
                <c:pt idx="24">
                  <c:v>#N/A</c:v>
                </c:pt>
                <c:pt idx="25">
                  <c:v>21.743106014546221</c:v>
                </c:pt>
                <c:pt idx="26">
                  <c:v>31.150022129559211</c:v>
                </c:pt>
                <c:pt idx="27">
                  <c:v>37.703029819091199</c:v>
                </c:pt>
                <c:pt idx="28">
                  <c:v>17.326250567047399</c:v>
                </c:pt>
                <c:pt idx="29">
                  <c:v>6.4940964855920189</c:v>
                </c:pt>
                <c:pt idx="30">
                  <c:v>#N/A</c:v>
                </c:pt>
                <c:pt idx="31">
                  <c:v>21.949418934379931</c:v>
                </c:pt>
                <c:pt idx="32">
                  <c:v>#N/A</c:v>
                </c:pt>
                <c:pt idx="33">
                  <c:v>#N/A</c:v>
                </c:pt>
                <c:pt idx="34">
                  <c:v>#N/A</c:v>
                </c:pt>
                <c:pt idx="35">
                  <c:v>#N/A</c:v>
                </c:pt>
                <c:pt idx="36">
                  <c:v>#N/A</c:v>
                </c:pt>
                <c:pt idx="37">
                  <c:v>#N/A</c:v>
                </c:pt>
                <c:pt idx="38">
                  <c:v>20.459041322658429</c:v>
                </c:pt>
                <c:pt idx="39">
                  <c:v>#N/A</c:v>
                </c:pt>
                <c:pt idx="40">
                  <c:v>#N/A</c:v>
                </c:pt>
                <c:pt idx="41">
                  <c:v>#N/A</c:v>
                </c:pt>
                <c:pt idx="42">
                  <c:v>#N/A</c:v>
                </c:pt>
                <c:pt idx="43">
                  <c:v>#N/A</c:v>
                </c:pt>
                <c:pt idx="44">
                  <c:v>3.1684473767382699</c:v>
                </c:pt>
                <c:pt idx="45">
                  <c:v>46.02055872453154</c:v>
                </c:pt>
                <c:pt idx="46">
                  <c:v>39.682989058720779</c:v>
                </c:pt>
                <c:pt idx="47">
                  <c:v>6.8190234974732924</c:v>
                </c:pt>
                <c:pt idx="48">
                  <c:v>36.360565835499948</c:v>
                </c:pt>
                <c:pt idx="49">
                  <c:v>3.606109247005385</c:v>
                </c:pt>
                <c:pt idx="50">
                  <c:v>#N/A</c:v>
                </c:pt>
                <c:pt idx="51">
                  <c:v>#N/A</c:v>
                </c:pt>
                <c:pt idx="52">
                  <c:v>#N/A</c:v>
                </c:pt>
                <c:pt idx="53">
                  <c:v>#N/A</c:v>
                </c:pt>
                <c:pt idx="54">
                  <c:v>22.17305427922981</c:v>
                </c:pt>
                <c:pt idx="55">
                  <c:v>#N/A</c:v>
                </c:pt>
                <c:pt idx="56">
                  <c:v>34.835945029030022</c:v>
                </c:pt>
                <c:pt idx="57">
                  <c:v>#N/A</c:v>
                </c:pt>
                <c:pt idx="58">
                  <c:v>#N/A</c:v>
                </c:pt>
                <c:pt idx="59">
                  <c:v>#N/A</c:v>
                </c:pt>
                <c:pt idx="60">
                  <c:v>40.576478655788158</c:v>
                </c:pt>
                <c:pt idx="61">
                  <c:v>86.080768035387521</c:v>
                </c:pt>
                <c:pt idx="62">
                  <c:v>73.908950261735896</c:v>
                </c:pt>
                <c:pt idx="63">
                  <c:v>96.806870139041933</c:v>
                </c:pt>
                <c:pt idx="64">
                  <c:v>85.252017268959236</c:v>
                </c:pt>
                <c:pt idx="65">
                  <c:v>69.923752882325999</c:v>
                </c:pt>
                <c:pt idx="66">
                  <c:v>82.735051856692394</c:v>
                </c:pt>
                <c:pt idx="67">
                  <c:v>57.170391558321548</c:v>
                </c:pt>
                <c:pt idx="68">
                  <c:v>89.13014544165712</c:v>
                </c:pt>
                <c:pt idx="69">
                  <c:v>103.015236741178</c:v>
                </c:pt>
                <c:pt idx="70">
                  <c:v>75.03343438681955</c:v>
                </c:pt>
                <c:pt idx="71">
                  <c:v>79.120391685470366</c:v>
                </c:pt>
                <c:pt idx="72">
                  <c:v>43.305060486702907</c:v>
                </c:pt>
                <c:pt idx="73">
                  <c:v>47.386752993406247</c:v>
                </c:pt>
                <c:pt idx="74">
                  <c:v>52.565292321197219</c:v>
                </c:pt>
                <c:pt idx="75">
                  <c:v>20.054031931901179</c:v>
                </c:pt>
                <c:pt idx="76">
                  <c:v>17.993216670909391</c:v>
                </c:pt>
                <c:pt idx="77">
                  <c:v>43.446381748946003</c:v>
                </c:pt>
                <c:pt idx="78">
                  <c:v>29.38334060951891</c:v>
                </c:pt>
                <c:pt idx="79">
                  <c:v>48.930756992508947</c:v>
                </c:pt>
                <c:pt idx="80">
                  <c:v>64.033924842702447</c:v>
                </c:pt>
                <c:pt idx="81">
                  <c:v>27.607115483882911</c:v>
                </c:pt>
                <c:pt idx="82">
                  <c:v>33.007237282988001</c:v>
                </c:pt>
                <c:pt idx="83">
                  <c:v>10.80278583220638</c:v>
                </c:pt>
                <c:pt idx="84">
                  <c:v>22.46899603192432</c:v>
                </c:pt>
                <c:pt idx="85">
                  <c:v>32.114552110343297</c:v>
                </c:pt>
                <c:pt idx="86">
                  <c:v>10.197500513211891</c:v>
                </c:pt>
                <c:pt idx="87">
                  <c:v>#N/A</c:v>
                </c:pt>
                <c:pt idx="88">
                  <c:v>40.127018833360466</c:v>
                </c:pt>
                <c:pt idx="89">
                  <c:v>54.196129393213667</c:v>
                </c:pt>
                <c:pt idx="90">
                  <c:v>29.928833798148261</c:v>
                </c:pt>
                <c:pt idx="91">
                  <c:v>46.70428232410265</c:v>
                </c:pt>
                <c:pt idx="92">
                  <c:v>54.792648233280559</c:v>
                </c:pt>
                <c:pt idx="93">
                  <c:v>27.594300920814771</c:v>
                </c:pt>
                <c:pt idx="94">
                  <c:v>38.017163430791783</c:v>
                </c:pt>
                <c:pt idx="95">
                  <c:v>54.313596539792727</c:v>
                </c:pt>
                <c:pt idx="96">
                  <c:v>58.906823545499861</c:v>
                </c:pt>
                <c:pt idx="97">
                  <c:v>67.629620365179136</c:v>
                </c:pt>
                <c:pt idx="98">
                  <c:v>42.758670379018369</c:v>
                </c:pt>
                <c:pt idx="99">
                  <c:v>42.758670379018369</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1.14893223556585</c:v>
                </c:pt>
                <c:pt idx="133">
                  <c:v>33.780508862549212</c:v>
                </c:pt>
                <c:pt idx="134">
                  <c:v>28.078507655213318</c:v>
                </c:pt>
                <c:pt idx="135">
                  <c:v>39.341649798204841</c:v>
                </c:pt>
                <c:pt idx="136">
                  <c:v>6.6355515037876884</c:v>
                </c:pt>
                <c:pt idx="137">
                  <c:v>9.5438867576622624</c:v>
                </c:pt>
                <c:pt idx="138">
                  <c:v>47.774161443176638</c:v>
                </c:pt>
                <c:pt idx="139">
                  <c:v>24.641253309365911</c:v>
                </c:pt>
                <c:pt idx="140">
                  <c:v>#N/A</c:v>
                </c:pt>
                <c:pt idx="141">
                  <c:v>9.5422037336866037</c:v>
                </c:pt>
                <c:pt idx="142">
                  <c:v>#N/A</c:v>
                </c:pt>
                <c:pt idx="143">
                  <c:v>#N/A</c:v>
                </c:pt>
                <c:pt idx="144">
                  <c:v>#N/A</c:v>
                </c:pt>
                <c:pt idx="145">
                  <c:v>#N/A</c:v>
                </c:pt>
                <c:pt idx="146">
                  <c:v>#N/A</c:v>
                </c:pt>
                <c:pt idx="147">
                  <c:v>#N/A</c:v>
                </c:pt>
                <c:pt idx="148">
                  <c:v>9.3563266289344167</c:v>
                </c:pt>
                <c:pt idx="149">
                  <c:v>18.779044915160689</c:v>
                </c:pt>
                <c:pt idx="150">
                  <c:v>3.59915279208378</c:v>
                </c:pt>
                <c:pt idx="151">
                  <c:v>#N/A</c:v>
                </c:pt>
                <c:pt idx="152">
                  <c:v>#N/A</c:v>
                </c:pt>
                <c:pt idx="153">
                  <c:v>#N/A</c:v>
                </c:pt>
                <c:pt idx="154">
                  <c:v>39.90731779101371</c:v>
                </c:pt>
                <c:pt idx="155">
                  <c:v>17.077537797094291</c:v>
                </c:pt>
                <c:pt idx="156">
                  <c:v>#N/A</c:v>
                </c:pt>
                <c:pt idx="157">
                  <c:v>#N/A</c:v>
                </c:pt>
                <c:pt idx="158">
                  <c:v>#N/A</c:v>
                </c:pt>
                <c:pt idx="159">
                  <c:v>7.2909427655717538</c:v>
                </c:pt>
                <c:pt idx="160">
                  <c:v>10.092329096110429</c:v>
                </c:pt>
                <c:pt idx="161">
                  <c:v>#N/A</c:v>
                </c:pt>
                <c:pt idx="162">
                  <c:v>#N/A</c:v>
                </c:pt>
                <c:pt idx="163">
                  <c:v>#N/A</c:v>
                </c:pt>
                <c:pt idx="164">
                  <c:v>#N/A</c:v>
                </c:pt>
                <c:pt idx="165">
                  <c:v>#N/A</c:v>
                </c:pt>
                <c:pt idx="166">
                  <c:v>11.430186565219749</c:v>
                </c:pt>
                <c:pt idx="167">
                  <c:v>37.450514188220637</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8.9806910052321882</c:v>
                </c:pt>
                <c:pt idx="181">
                  <c:v>27.548576085418969</c:v>
                </c:pt>
                <c:pt idx="182">
                  <c:v>#N/A</c:v>
                </c:pt>
                <c:pt idx="183">
                  <c:v>22.034061397982491</c:v>
                </c:pt>
                <c:pt idx="184">
                  <c:v>58.217129300785359</c:v>
                </c:pt>
                <c:pt idx="185">
                  <c:v>38.562108325416318</c:v>
                </c:pt>
                <c:pt idx="186">
                  <c:v>45.408344535514708</c:v>
                </c:pt>
                <c:pt idx="187">
                  <c:v>54.874246328706128</c:v>
                </c:pt>
                <c:pt idx="188">
                  <c:v>20.998069293239141</c:v>
                </c:pt>
                <c:pt idx="189">
                  <c:v>#N/A</c:v>
                </c:pt>
                <c:pt idx="190">
                  <c:v>11.057123199301779</c:v>
                </c:pt>
                <c:pt idx="191">
                  <c:v>23.340742625936159</c:v>
                </c:pt>
                <c:pt idx="192">
                  <c:v>29.24932196959157</c:v>
                </c:pt>
                <c:pt idx="193">
                  <c:v>36.805581754911643</c:v>
                </c:pt>
                <c:pt idx="194">
                  <c:v>25.137062919035429</c:v>
                </c:pt>
                <c:pt idx="195">
                  <c:v>28.199000235671139</c:v>
                </c:pt>
                <c:pt idx="196">
                  <c:v>14.61329151828418</c:v>
                </c:pt>
                <c:pt idx="197">
                  <c:v>#N/A</c:v>
                </c:pt>
                <c:pt idx="198">
                  <c:v>#N/A</c:v>
                </c:pt>
                <c:pt idx="199">
                  <c:v>#N/A</c:v>
                </c:pt>
                <c:pt idx="200">
                  <c:v>#N/A</c:v>
                </c:pt>
                <c:pt idx="201">
                  <c:v>#N/A</c:v>
                </c:pt>
                <c:pt idx="202">
                  <c:v>#N/A</c:v>
                </c:pt>
                <c:pt idx="203">
                  <c:v>#N/A</c:v>
                </c:pt>
                <c:pt idx="204">
                  <c:v>#N/A</c:v>
                </c:pt>
                <c:pt idx="205">
                  <c:v>#N/A</c:v>
                </c:pt>
                <c:pt idx="206">
                  <c:v>#N/A</c:v>
                </c:pt>
                <c:pt idx="207">
                  <c:v>5.7014369501389304</c:v>
                </c:pt>
                <c:pt idx="208">
                  <c:v>#N/A</c:v>
                </c:pt>
                <c:pt idx="209">
                  <c:v>#N/A</c:v>
                </c:pt>
                <c:pt idx="210">
                  <c:v>#N/A</c:v>
                </c:pt>
                <c:pt idx="211">
                  <c:v>#N/A</c:v>
                </c:pt>
                <c:pt idx="212">
                  <c:v>#N/A</c:v>
                </c:pt>
                <c:pt idx="213">
                  <c:v>#N/A</c:v>
                </c:pt>
                <c:pt idx="214">
                  <c:v>#N/A</c:v>
                </c:pt>
                <c:pt idx="215">
                  <c:v>#N/A</c:v>
                </c:pt>
                <c:pt idx="216">
                  <c:v>20.18646694729123</c:v>
                </c:pt>
                <c:pt idx="217">
                  <c:v>18.165388598897021</c:v>
                </c:pt>
                <c:pt idx="218">
                  <c:v>40.539165758959811</c:v>
                </c:pt>
                <c:pt idx="219">
                  <c:v>79.095305246526365</c:v>
                </c:pt>
                <c:pt idx="220">
                  <c:v>59.679923206826537</c:v>
                </c:pt>
                <c:pt idx="221">
                  <c:v>52.396119248237383</c:v>
                </c:pt>
                <c:pt idx="222">
                  <c:v>82.624670555358065</c:v>
                </c:pt>
                <c:pt idx="223">
                  <c:v>54.603138612101738</c:v>
                </c:pt>
                <c:pt idx="224">
                  <c:v>66.688006659331776</c:v>
                </c:pt>
                <c:pt idx="225">
                  <c:v>59.15689912015128</c:v>
                </c:pt>
                <c:pt idx="226">
                  <c:v>81.894883716098519</c:v>
                </c:pt>
                <c:pt idx="227">
                  <c:v>106.8720198956057</c:v>
                </c:pt>
                <c:pt idx="228">
                  <c:v>115.64721465385639</c:v>
                </c:pt>
                <c:pt idx="229">
                  <c:v>99.06791250206031</c:v>
                </c:pt>
                <c:pt idx="230">
                  <c:v>104.99462707989279</c:v>
                </c:pt>
                <c:pt idx="231">
                  <c:v>98.031748082390919</c:v>
                </c:pt>
                <c:pt idx="232">
                  <c:v>120.9323885082816</c:v>
                </c:pt>
                <c:pt idx="233">
                  <c:v>98.432449567475544</c:v>
                </c:pt>
                <c:pt idx="234">
                  <c:v>101.5193952463876</c:v>
                </c:pt>
                <c:pt idx="235">
                  <c:v>87.591962297901418</c:v>
                </c:pt>
                <c:pt idx="236">
                  <c:v>85.827699396836707</c:v>
                </c:pt>
                <c:pt idx="237">
                  <c:v>29.731202380740829</c:v>
                </c:pt>
                <c:pt idx="238">
                  <c:v>30.186410526066918</c:v>
                </c:pt>
                <c:pt idx="239">
                  <c:v>50.48784765360395</c:v>
                </c:pt>
                <c:pt idx="240">
                  <c:v>15.27197144790078</c:v>
                </c:pt>
                <c:pt idx="241">
                  <c:v>#N/A</c:v>
                </c:pt>
                <c:pt idx="242">
                  <c:v>#N/A</c:v>
                </c:pt>
                <c:pt idx="243">
                  <c:v>#N/A</c:v>
                </c:pt>
                <c:pt idx="244">
                  <c:v>#N/A</c:v>
                </c:pt>
                <c:pt idx="245">
                  <c:v>#N/A</c:v>
                </c:pt>
                <c:pt idx="246">
                  <c:v>#N/A</c:v>
                </c:pt>
                <c:pt idx="247">
                  <c:v>#N/A</c:v>
                </c:pt>
                <c:pt idx="248">
                  <c:v>#N/A</c:v>
                </c:pt>
                <c:pt idx="249">
                  <c:v>#N/A</c:v>
                </c:pt>
                <c:pt idx="250">
                  <c:v>#N/A</c:v>
                </c:pt>
                <c:pt idx="251">
                  <c:v>17.313838858444122</c:v>
                </c:pt>
                <c:pt idx="252">
                  <c:v>23.680013341021809</c:v>
                </c:pt>
                <c:pt idx="253">
                  <c:v>45.871174842304043</c:v>
                </c:pt>
                <c:pt idx="254">
                  <c:v>40.318137404750317</c:v>
                </c:pt>
                <c:pt idx="255">
                  <c:v>45.608658139424428</c:v>
                </c:pt>
                <c:pt idx="256">
                  <c:v>42.632610995584422</c:v>
                </c:pt>
                <c:pt idx="257">
                  <c:v>45.293884167427557</c:v>
                </c:pt>
                <c:pt idx="258">
                  <c:v>19.933710732286229</c:v>
                </c:pt>
                <c:pt idx="259">
                  <c:v>50.620200791132639</c:v>
                </c:pt>
                <c:pt idx="260">
                  <c:v>42.257476603710707</c:v>
                </c:pt>
                <c:pt idx="261">
                  <c:v>38.090508341590713</c:v>
                </c:pt>
                <c:pt idx="262">
                  <c:v>#N/A</c:v>
                </c:pt>
                <c:pt idx="263">
                  <c:v>20.463213387699732</c:v>
                </c:pt>
                <c:pt idx="264">
                  <c:v>18.565402991123069</c:v>
                </c:pt>
                <c:pt idx="265">
                  <c:v>4.4251004600112376</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13.61757207690394</c:v>
                </c:pt>
                <c:pt idx="300">
                  <c:v>7.4281595496293944</c:v>
                </c:pt>
                <c:pt idx="301">
                  <c:v>21.454545966289292</c:v>
                </c:pt>
                <c:pt idx="302">
                  <c:v>#N/A</c:v>
                </c:pt>
                <c:pt idx="303">
                  <c:v>#N/A</c:v>
                </c:pt>
                <c:pt idx="304">
                  <c:v>#N/A</c:v>
                </c:pt>
                <c:pt idx="305">
                  <c:v>#N/A</c:v>
                </c:pt>
                <c:pt idx="306">
                  <c:v>#N/A</c:v>
                </c:pt>
                <c:pt idx="307">
                  <c:v>13.112260188603519</c:v>
                </c:pt>
                <c:pt idx="308">
                  <c:v>#N/A</c:v>
                </c:pt>
                <c:pt idx="309">
                  <c:v>27.445174553585272</c:v>
                </c:pt>
                <c:pt idx="310">
                  <c:v>5.0616282624372859</c:v>
                </c:pt>
                <c:pt idx="311">
                  <c:v>19.614975771927629</c:v>
                </c:pt>
                <c:pt idx="312">
                  <c:v>#N/A</c:v>
                </c:pt>
                <c:pt idx="313">
                  <c:v>#N/A</c:v>
                </c:pt>
                <c:pt idx="314">
                  <c:v>11.118109326917191</c:v>
                </c:pt>
                <c:pt idx="315">
                  <c:v>16.19400879822879</c:v>
                </c:pt>
                <c:pt idx="316">
                  <c:v>9.4237292259102965</c:v>
                </c:pt>
                <c:pt idx="317">
                  <c:v>#N/A</c:v>
                </c:pt>
                <c:pt idx="318">
                  <c:v>#N/A</c:v>
                </c:pt>
                <c:pt idx="319">
                  <c:v>#N/A</c:v>
                </c:pt>
                <c:pt idx="320">
                  <c:v>#N/A</c:v>
                </c:pt>
                <c:pt idx="321">
                  <c:v>#N/A</c:v>
                </c:pt>
                <c:pt idx="322">
                  <c:v>#N/A</c:v>
                </c:pt>
                <c:pt idx="323">
                  <c:v>#N/A</c:v>
                </c:pt>
                <c:pt idx="324">
                  <c:v>0.61739970711632153</c:v>
                </c:pt>
                <c:pt idx="325">
                  <c:v>#N/A</c:v>
                </c:pt>
                <c:pt idx="326">
                  <c:v>24.858706668476501</c:v>
                </c:pt>
                <c:pt idx="327">
                  <c:v>46.351603092391592</c:v>
                </c:pt>
                <c:pt idx="328">
                  <c:v>68.504329252198218</c:v>
                </c:pt>
                <c:pt idx="329">
                  <c:v>24.55882286974332</c:v>
                </c:pt>
                <c:pt idx="330">
                  <c:v>#N/A</c:v>
                </c:pt>
                <c:pt idx="331">
                  <c:v>#N/A</c:v>
                </c:pt>
                <c:pt idx="332">
                  <c:v>#N/A</c:v>
                </c:pt>
                <c:pt idx="333">
                  <c:v>10.370787378413061</c:v>
                </c:pt>
                <c:pt idx="334">
                  <c:v>11.115606399512879</c:v>
                </c:pt>
                <c:pt idx="335">
                  <c:v>45.185665491166091</c:v>
                </c:pt>
                <c:pt idx="336">
                  <c:v>8.8547601776646232</c:v>
                </c:pt>
                <c:pt idx="337">
                  <c:v>4.4497026337015839</c:v>
                </c:pt>
                <c:pt idx="338">
                  <c:v>45.105243136416952</c:v>
                </c:pt>
                <c:pt idx="339">
                  <c:v>75.884853483258524</c:v>
                </c:pt>
                <c:pt idx="340">
                  <c:v>17.938875726157271</c:v>
                </c:pt>
                <c:pt idx="341">
                  <c:v>#N/A</c:v>
                </c:pt>
                <c:pt idx="342">
                  <c:v>#N/A</c:v>
                </c:pt>
                <c:pt idx="343">
                  <c:v>#N/A</c:v>
                </c:pt>
                <c:pt idx="344">
                  <c:v>#N/A</c:v>
                </c:pt>
                <c:pt idx="345">
                  <c:v>#N/A</c:v>
                </c:pt>
                <c:pt idx="346">
                  <c:v>13.500858922780759</c:v>
                </c:pt>
                <c:pt idx="347">
                  <c:v>#N/A</c:v>
                </c:pt>
                <c:pt idx="348">
                  <c:v>#N/A</c:v>
                </c:pt>
                <c:pt idx="349">
                  <c:v>#N/A</c:v>
                </c:pt>
                <c:pt idx="350">
                  <c:v>#N/A</c:v>
                </c:pt>
                <c:pt idx="351">
                  <c:v>#N/A</c:v>
                </c:pt>
                <c:pt idx="352">
                  <c:v>#N/A</c:v>
                </c:pt>
                <c:pt idx="353">
                  <c:v>#N/A</c:v>
                </c:pt>
                <c:pt idx="354">
                  <c:v>#N/A</c:v>
                </c:pt>
                <c:pt idx="355">
                  <c:v>#N/A</c:v>
                </c:pt>
                <c:pt idx="356">
                  <c:v>4.9905923202794158</c:v>
                </c:pt>
                <c:pt idx="357">
                  <c:v>#N/A</c:v>
                </c:pt>
                <c:pt idx="358">
                  <c:v>#N/A</c:v>
                </c:pt>
                <c:pt idx="359">
                  <c:v>#N/A</c:v>
                </c:pt>
                <c:pt idx="360">
                  <c:v>#N/A</c:v>
                </c:pt>
                <c:pt idx="361">
                  <c:v>#N/A</c:v>
                </c:pt>
                <c:pt idx="362">
                  <c:v>45.670701650967018</c:v>
                </c:pt>
                <c:pt idx="363">
                  <c:v>22.85318299945947</c:v>
                </c:pt>
                <c:pt idx="364">
                  <c:v>47.349018672559993</c:v>
                </c:pt>
                <c:pt idx="365">
                  <c:v>56.905514719850792</c:v>
                </c:pt>
                <c:pt idx="366">
                  <c:v>73.313734363238041</c:v>
                </c:pt>
                <c:pt idx="367">
                  <c:v>75.21822289254429</c:v>
                </c:pt>
                <c:pt idx="368">
                  <c:v>41.216456438738518</c:v>
                </c:pt>
                <c:pt idx="369">
                  <c:v>41.102133979552967</c:v>
                </c:pt>
                <c:pt idx="370">
                  <c:v>81.28831928296718</c:v>
                </c:pt>
                <c:pt idx="371">
                  <c:v>43.111201376022073</c:v>
                </c:pt>
                <c:pt idx="372">
                  <c:v>26.18318024920579</c:v>
                </c:pt>
                <c:pt idx="373">
                  <c:v>68.796653285196868</c:v>
                </c:pt>
                <c:pt idx="374">
                  <c:v>44.770835158623413</c:v>
                </c:pt>
                <c:pt idx="375">
                  <c:v>31.984040603106919</c:v>
                </c:pt>
                <c:pt idx="376">
                  <c:v>5.7463205770323933</c:v>
                </c:pt>
                <c:pt idx="377">
                  <c:v>#N/A</c:v>
                </c:pt>
                <c:pt idx="378">
                  <c:v>29.502603289700129</c:v>
                </c:pt>
                <c:pt idx="379">
                  <c:v>#N/A</c:v>
                </c:pt>
                <c:pt idx="380">
                  <c:v>24.43135241666031</c:v>
                </c:pt>
                <c:pt idx="381">
                  <c:v>54.451612276840883</c:v>
                </c:pt>
                <c:pt idx="382">
                  <c:v>11.31956610742985</c:v>
                </c:pt>
                <c:pt idx="383">
                  <c:v>21.635895140096761</c:v>
                </c:pt>
                <c:pt idx="384">
                  <c:v>64.833227430760644</c:v>
                </c:pt>
                <c:pt idx="385">
                  <c:v>81.10143771574775</c:v>
                </c:pt>
                <c:pt idx="386">
                  <c:v>50.717625785156649</c:v>
                </c:pt>
                <c:pt idx="387">
                  <c:v>13.49285233815287</c:v>
                </c:pt>
                <c:pt idx="388">
                  <c:v>3.5015514396632139</c:v>
                </c:pt>
                <c:pt idx="389">
                  <c:v>#N/A</c:v>
                </c:pt>
                <c:pt idx="390">
                  <c:v>#N/A</c:v>
                </c:pt>
                <c:pt idx="391">
                  <c:v>#N/A</c:v>
                </c:pt>
                <c:pt idx="392">
                  <c:v>#N/A</c:v>
                </c:pt>
                <c:pt idx="393">
                  <c:v>#N/A</c:v>
                </c:pt>
                <c:pt idx="394">
                  <c:v>#N/A</c:v>
                </c:pt>
                <c:pt idx="395">
                  <c:v>#N/A</c:v>
                </c:pt>
                <c:pt idx="396">
                  <c:v>#N/A</c:v>
                </c:pt>
                <c:pt idx="397">
                  <c:v>8.1504271069873653</c:v>
                </c:pt>
                <c:pt idx="398">
                  <c:v>#N/A</c:v>
                </c:pt>
                <c:pt idx="399">
                  <c:v>#N/A</c:v>
                </c:pt>
                <c:pt idx="400">
                  <c:v>#N/A</c:v>
                </c:pt>
                <c:pt idx="401">
                  <c:v>4.7079581114943334</c:v>
                </c:pt>
                <c:pt idx="402">
                  <c:v>39.605034296055251</c:v>
                </c:pt>
                <c:pt idx="403">
                  <c:v>57.952638635654999</c:v>
                </c:pt>
                <c:pt idx="404">
                  <c:v>50.687260123662483</c:v>
                </c:pt>
                <c:pt idx="405">
                  <c:v>76.781990376795235</c:v>
                </c:pt>
                <c:pt idx="406">
                  <c:v>48.243709529296993</c:v>
                </c:pt>
                <c:pt idx="407">
                  <c:v>42.611785870389539</c:v>
                </c:pt>
                <c:pt idx="408">
                  <c:v>18.97056204497791</c:v>
                </c:pt>
                <c:pt idx="409">
                  <c:v>45.792901599511673</c:v>
                </c:pt>
                <c:pt idx="410">
                  <c:v>52.404187938850889</c:v>
                </c:pt>
                <c:pt idx="411">
                  <c:v>58.112352672144098</c:v>
                </c:pt>
                <c:pt idx="412">
                  <c:v>17.90124398272944</c:v>
                </c:pt>
                <c:pt idx="413">
                  <c:v>#N/A</c:v>
                </c:pt>
                <c:pt idx="414">
                  <c:v>7.6511587441027844</c:v>
                </c:pt>
                <c:pt idx="415">
                  <c:v>12.574397504538011</c:v>
                </c:pt>
                <c:pt idx="416">
                  <c:v>30.4195331122197</c:v>
                </c:pt>
                <c:pt idx="417">
                  <c:v>#N/A</c:v>
                </c:pt>
                <c:pt idx="418">
                  <c:v>#N/A</c:v>
                </c:pt>
                <c:pt idx="419">
                  <c:v>#N/A</c:v>
                </c:pt>
                <c:pt idx="420">
                  <c:v>#N/A</c:v>
                </c:pt>
                <c:pt idx="421">
                  <c:v>#N/A</c:v>
                </c:pt>
                <c:pt idx="422">
                  <c:v>4.4954436835796807</c:v>
                </c:pt>
                <c:pt idx="423">
                  <c:v>24.078618389074769</c:v>
                </c:pt>
                <c:pt idx="424">
                  <c:v>21.329447426839661</c:v>
                </c:pt>
                <c:pt idx="425">
                  <c:v>9.6395172022888662</c:v>
                </c:pt>
                <c:pt idx="426">
                  <c:v>43.051037134621353</c:v>
                </c:pt>
                <c:pt idx="427">
                  <c:v>57.169980584162701</c:v>
                </c:pt>
                <c:pt idx="428">
                  <c:v>68.789988217917241</c:v>
                </c:pt>
                <c:pt idx="429">
                  <c:v>80.780980930019723</c:v>
                </c:pt>
                <c:pt idx="430">
                  <c:v>58.941305548966497</c:v>
                </c:pt>
                <c:pt idx="431">
                  <c:v>50.969235940810783</c:v>
                </c:pt>
                <c:pt idx="432">
                  <c:v>33.133965376674873</c:v>
                </c:pt>
                <c:pt idx="433">
                  <c:v>20.24077697272816</c:v>
                </c:pt>
                <c:pt idx="434">
                  <c:v>7.870920422434688</c:v>
                </c:pt>
                <c:pt idx="435">
                  <c:v>#N/A</c:v>
                </c:pt>
                <c:pt idx="436">
                  <c:v>#N/A</c:v>
                </c:pt>
                <c:pt idx="437">
                  <c:v>#N/A</c:v>
                </c:pt>
                <c:pt idx="438">
                  <c:v>#N/A</c:v>
                </c:pt>
                <c:pt idx="439">
                  <c:v>#N/A</c:v>
                </c:pt>
                <c:pt idx="440">
                  <c:v>#N/A</c:v>
                </c:pt>
                <c:pt idx="441">
                  <c:v>19.258865067967811</c:v>
                </c:pt>
                <c:pt idx="442">
                  <c:v>5.351087539011659</c:v>
                </c:pt>
                <c:pt idx="443">
                  <c:v>12.33318913244219</c:v>
                </c:pt>
                <c:pt idx="444">
                  <c:v>21.28114996230677</c:v>
                </c:pt>
                <c:pt idx="445">
                  <c:v>12.87807952643599</c:v>
                </c:pt>
                <c:pt idx="446">
                  <c:v>12.652015852624089</c:v>
                </c:pt>
                <c:pt idx="447">
                  <c:v>#N/A</c:v>
                </c:pt>
                <c:pt idx="448">
                  <c:v>#N/A</c:v>
                </c:pt>
                <c:pt idx="449">
                  <c:v>#N/A</c:v>
                </c:pt>
                <c:pt idx="450">
                  <c:v>7.8269535043650684</c:v>
                </c:pt>
                <c:pt idx="451">
                  <c:v>35.066115048198441</c:v>
                </c:pt>
                <c:pt idx="452">
                  <c:v>16.094713973217601</c:v>
                </c:pt>
                <c:pt idx="453">
                  <c:v>#N/A</c:v>
                </c:pt>
                <c:pt idx="454">
                  <c:v>#N/A</c:v>
                </c:pt>
                <c:pt idx="455">
                  <c:v>#N/A</c:v>
                </c:pt>
                <c:pt idx="456">
                  <c:v>1.72253989922673</c:v>
                </c:pt>
                <c:pt idx="457">
                  <c:v>#N/A</c:v>
                </c:pt>
                <c:pt idx="458">
                  <c:v>#N/A</c:v>
                </c:pt>
                <c:pt idx="459">
                  <c:v>#N/A</c:v>
                </c:pt>
                <c:pt idx="460">
                  <c:v>#N/A</c:v>
                </c:pt>
                <c:pt idx="461">
                  <c:v>#N/A</c:v>
                </c:pt>
                <c:pt idx="462">
                  <c:v>#N/A</c:v>
                </c:pt>
                <c:pt idx="463">
                  <c:v>#N/A</c:v>
                </c:pt>
                <c:pt idx="464">
                  <c:v>#N/A</c:v>
                </c:pt>
                <c:pt idx="465">
                  <c:v>13.263215348557219</c:v>
                </c:pt>
                <c:pt idx="466">
                  <c:v>7.8606628827979783</c:v>
                </c:pt>
                <c:pt idx="467">
                  <c:v>#N/A</c:v>
                </c:pt>
                <c:pt idx="468">
                  <c:v>#N/A</c:v>
                </c:pt>
                <c:pt idx="469">
                  <c:v>#N/A</c:v>
                </c:pt>
                <c:pt idx="470">
                  <c:v>#N/A</c:v>
                </c:pt>
                <c:pt idx="471">
                  <c:v>#N/A</c:v>
                </c:pt>
                <c:pt idx="472">
                  <c:v>#N/A</c:v>
                </c:pt>
                <c:pt idx="473">
                  <c:v>#N/A</c:v>
                </c:pt>
                <c:pt idx="474">
                  <c:v>9.3192880868408103</c:v>
                </c:pt>
                <c:pt idx="475">
                  <c:v>18.85237860140349</c:v>
                </c:pt>
                <c:pt idx="476">
                  <c:v>#N/A</c:v>
                </c:pt>
                <c:pt idx="477">
                  <c:v>40.675833307676321</c:v>
                </c:pt>
                <c:pt idx="478">
                  <c:v>50.678106863901817</c:v>
                </c:pt>
                <c:pt idx="479">
                  <c:v>12.00336244512493</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1.6728856996558741</c:v>
                </c:pt>
                <c:pt idx="497">
                  <c:v>#N/A</c:v>
                </c:pt>
                <c:pt idx="498">
                  <c:v>#N/A</c:v>
                </c:pt>
                <c:pt idx="499">
                  <c:v>#N/A</c:v>
                </c:pt>
                <c:pt idx="500">
                  <c:v>#N/A</c:v>
                </c:pt>
                <c:pt idx="501">
                  <c:v>29.095039510726121</c:v>
                </c:pt>
                <c:pt idx="502">
                  <c:v>55.91082193499512</c:v>
                </c:pt>
                <c:pt idx="503">
                  <c:v>43.614136610556052</c:v>
                </c:pt>
                <c:pt idx="504">
                  <c:v>17.29193471013939</c:v>
                </c:pt>
                <c:pt idx="505">
                  <c:v>48.061599622049563</c:v>
                </c:pt>
                <c:pt idx="506">
                  <c:v>17.667108168239139</c:v>
                </c:pt>
                <c:pt idx="507">
                  <c:v>5.614315808533842</c:v>
                </c:pt>
                <c:pt idx="508">
                  <c:v>9.1943228199414566</c:v>
                </c:pt>
                <c:pt idx="509">
                  <c:v>46.394930462842339</c:v>
                </c:pt>
                <c:pt idx="510">
                  <c:v>#N/A</c:v>
                </c:pt>
                <c:pt idx="511">
                  <c:v>1.863335628246122</c:v>
                </c:pt>
                <c:pt idx="512">
                  <c:v>#N/A</c:v>
                </c:pt>
                <c:pt idx="513">
                  <c:v>41.13723400409264</c:v>
                </c:pt>
                <c:pt idx="514">
                  <c:v>45.588285411899427</c:v>
                </c:pt>
                <c:pt idx="515">
                  <c:v>39.082622546391278</c:v>
                </c:pt>
                <c:pt idx="516">
                  <c:v>71.902930529150481</c:v>
                </c:pt>
                <c:pt idx="517">
                  <c:v>104.98857691758219</c:v>
                </c:pt>
                <c:pt idx="518">
                  <c:v>106.76957846296899</c:v>
                </c:pt>
                <c:pt idx="519">
                  <c:v>96.407587670254188</c:v>
                </c:pt>
                <c:pt idx="520">
                  <c:v>51.777763840806173</c:v>
                </c:pt>
                <c:pt idx="521">
                  <c:v>40.661574218954073</c:v>
                </c:pt>
                <c:pt idx="522">
                  <c:v>69.875140269719381</c:v>
                </c:pt>
                <c:pt idx="523">
                  <c:v>89.366872496918432</c:v>
                </c:pt>
                <c:pt idx="524">
                  <c:v>58.116008273054597</c:v>
                </c:pt>
                <c:pt idx="525">
                  <c:v>39.644314199647233</c:v>
                </c:pt>
                <c:pt idx="526">
                  <c:v>44.637323299448319</c:v>
                </c:pt>
                <c:pt idx="527">
                  <c:v>61.85198603890975</c:v>
                </c:pt>
                <c:pt idx="528">
                  <c:v>36.612585321338493</c:v>
                </c:pt>
                <c:pt idx="529">
                  <c:v>57.947136932920912</c:v>
                </c:pt>
                <c:pt idx="530">
                  <c:v>74.144545962035451</c:v>
                </c:pt>
                <c:pt idx="531">
                  <c:v>93.40092564418029</c:v>
                </c:pt>
                <c:pt idx="532">
                  <c:v>68.40853145161141</c:v>
                </c:pt>
                <c:pt idx="533">
                  <c:v>52.441906478806203</c:v>
                </c:pt>
                <c:pt idx="534">
                  <c:v>11.59069633748171</c:v>
                </c:pt>
                <c:pt idx="535">
                  <c:v>32.186975157300488</c:v>
                </c:pt>
                <c:pt idx="536">
                  <c:v>11.81340479258723</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16.90705472676839</c:v>
                </c:pt>
                <c:pt idx="555">
                  <c:v>7.9028055699475184</c:v>
                </c:pt>
                <c:pt idx="556">
                  <c:v>19.943724490554459</c:v>
                </c:pt>
                <c:pt idx="557">
                  <c:v>42.240709153432263</c:v>
                </c:pt>
                <c:pt idx="558">
                  <c:v>42.501168148404211</c:v>
                </c:pt>
                <c:pt idx="559">
                  <c:v>63.710413729472698</c:v>
                </c:pt>
                <c:pt idx="560">
                  <c:v>57.186557582990552</c:v>
                </c:pt>
                <c:pt idx="561">
                  <c:v>57.89837381452746</c:v>
                </c:pt>
                <c:pt idx="562">
                  <c:v>58.429509164859518</c:v>
                </c:pt>
                <c:pt idx="563">
                  <c:v>75.328003938331833</c:v>
                </c:pt>
                <c:pt idx="564">
                  <c:v>66.616605987310152</c:v>
                </c:pt>
                <c:pt idx="565">
                  <c:v>64.770717885621053</c:v>
                </c:pt>
                <c:pt idx="566">
                  <c:v>85.002401390685151</c:v>
                </c:pt>
                <c:pt idx="567">
                  <c:v>53.617167292970763</c:v>
                </c:pt>
                <c:pt idx="568">
                  <c:v>52.726052090517747</c:v>
                </c:pt>
                <c:pt idx="569">
                  <c:v>73.016242321889194</c:v>
                </c:pt>
                <c:pt idx="570">
                  <c:v>90.26201972823722</c:v>
                </c:pt>
                <c:pt idx="571">
                  <c:v>67.288156771700073</c:v>
                </c:pt>
                <c:pt idx="572">
                  <c:v>42.436750156315902</c:v>
                </c:pt>
                <c:pt idx="573">
                  <c:v>35.072115468629008</c:v>
                </c:pt>
                <c:pt idx="574">
                  <c:v>7.3834778732162896</c:v>
                </c:pt>
                <c:pt idx="575">
                  <c:v>#N/A</c:v>
                </c:pt>
                <c:pt idx="576">
                  <c:v>#N/A</c:v>
                </c:pt>
                <c:pt idx="577">
                  <c:v>#N/A</c:v>
                </c:pt>
                <c:pt idx="578">
                  <c:v>#N/A</c:v>
                </c:pt>
                <c:pt idx="579">
                  <c:v>#N/A</c:v>
                </c:pt>
                <c:pt idx="580">
                  <c:v>8.5499532263994258</c:v>
                </c:pt>
                <c:pt idx="581">
                  <c:v>13.41182186485214</c:v>
                </c:pt>
                <c:pt idx="582">
                  <c:v>22.450812160791649</c:v>
                </c:pt>
                <c:pt idx="583">
                  <c:v>0.21058944168805829</c:v>
                </c:pt>
                <c:pt idx="584">
                  <c:v>33.111596502968503</c:v>
                </c:pt>
                <c:pt idx="585">
                  <c:v>33.025209241080432</c:v>
                </c:pt>
                <c:pt idx="586">
                  <c:v>54.682097767236712</c:v>
                </c:pt>
                <c:pt idx="587">
                  <c:v>#N/A</c:v>
                </c:pt>
                <c:pt idx="588">
                  <c:v>6.2340669650488572</c:v>
                </c:pt>
                <c:pt idx="589">
                  <c:v>#N/A</c:v>
                </c:pt>
                <c:pt idx="590">
                  <c:v>#N/A</c:v>
                </c:pt>
                <c:pt idx="591">
                  <c:v>#N/A</c:v>
                </c:pt>
                <c:pt idx="592">
                  <c:v>21.432564408037699</c:v>
                </c:pt>
                <c:pt idx="593">
                  <c:v>43.466755903980278</c:v>
                </c:pt>
                <c:pt idx="594">
                  <c:v>#N/A</c:v>
                </c:pt>
                <c:pt idx="595">
                  <c:v>#N/A</c:v>
                </c:pt>
                <c:pt idx="596">
                  <c:v>#N/A</c:v>
                </c:pt>
                <c:pt idx="597">
                  <c:v>#N/A</c:v>
                </c:pt>
                <c:pt idx="598">
                  <c:v>#N/A</c:v>
                </c:pt>
                <c:pt idx="599">
                  <c:v>#N/A</c:v>
                </c:pt>
                <c:pt idx="600">
                  <c:v>#N/A</c:v>
                </c:pt>
                <c:pt idx="601">
                  <c:v>17.984601456832451</c:v>
                </c:pt>
                <c:pt idx="602">
                  <c:v>1.1364073497684699</c:v>
                </c:pt>
                <c:pt idx="603">
                  <c:v>24.416814234285571</c:v>
                </c:pt>
                <c:pt idx="604">
                  <c:v>24.416814234285571</c:v>
                </c:pt>
                <c:pt idx="605">
                  <c:v>#N/A</c:v>
                </c:pt>
                <c:pt idx="606">
                  <c:v>4.8041244501626776</c:v>
                </c:pt>
                <c:pt idx="607">
                  <c:v>22.308500489454151</c:v>
                </c:pt>
                <c:pt idx="608">
                  <c:v>#N/A</c:v>
                </c:pt>
                <c:pt idx="609">
                  <c:v>7.109245431573596</c:v>
                </c:pt>
                <c:pt idx="610">
                  <c:v>18.09361239048825</c:v>
                </c:pt>
                <c:pt idx="611">
                  <c:v>22.766936078237769</c:v>
                </c:pt>
                <c:pt idx="612">
                  <c:v>#N/A</c:v>
                </c:pt>
                <c:pt idx="613">
                  <c:v>18.94028366065417</c:v>
                </c:pt>
                <c:pt idx="614">
                  <c:v>9.6854706464901685</c:v>
                </c:pt>
                <c:pt idx="615">
                  <c:v>#N/A</c:v>
                </c:pt>
                <c:pt idx="616">
                  <c:v>#N/A</c:v>
                </c:pt>
                <c:pt idx="617">
                  <c:v>#N/A</c:v>
                </c:pt>
                <c:pt idx="618">
                  <c:v>29.53295201334905</c:v>
                </c:pt>
                <c:pt idx="619">
                  <c:v>60.69212614939218</c:v>
                </c:pt>
                <c:pt idx="620">
                  <c:v>86.991173360212287</c:v>
                </c:pt>
                <c:pt idx="621">
                  <c:v>79.191407856177875</c:v>
                </c:pt>
                <c:pt idx="622">
                  <c:v>97.999257821571646</c:v>
                </c:pt>
                <c:pt idx="623">
                  <c:v>108.11929506759741</c:v>
                </c:pt>
                <c:pt idx="624">
                  <c:v>61.448322926555612</c:v>
                </c:pt>
                <c:pt idx="625">
                  <c:v>31.788305877252728</c:v>
                </c:pt>
                <c:pt idx="626">
                  <c:v>34.083835930881413</c:v>
                </c:pt>
                <c:pt idx="627">
                  <c:v>50.604777441326938</c:v>
                </c:pt>
                <c:pt idx="628">
                  <c:v>#N/A</c:v>
                </c:pt>
                <c:pt idx="629">
                  <c:v>#N/A</c:v>
                </c:pt>
                <c:pt idx="630">
                  <c:v>#N/A</c:v>
                </c:pt>
                <c:pt idx="631">
                  <c:v>10.78483323408841</c:v>
                </c:pt>
                <c:pt idx="632">
                  <c:v>#N/A</c:v>
                </c:pt>
                <c:pt idx="633">
                  <c:v>22.09312474434882</c:v>
                </c:pt>
                <c:pt idx="634">
                  <c:v>#N/A</c:v>
                </c:pt>
                <c:pt idx="635">
                  <c:v>#N/A</c:v>
                </c:pt>
                <c:pt idx="636">
                  <c:v>#N/A</c:v>
                </c:pt>
                <c:pt idx="637">
                  <c:v>#N/A</c:v>
                </c:pt>
                <c:pt idx="638">
                  <c:v>9.5275014944172227</c:v>
                </c:pt>
                <c:pt idx="639">
                  <c:v>#N/A</c:v>
                </c:pt>
                <c:pt idx="640">
                  <c:v>10.311790021200469</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11.14183690950018</c:v>
                </c:pt>
                <c:pt idx="662">
                  <c:v>#N/A</c:v>
                </c:pt>
                <c:pt idx="663">
                  <c:v>#N/A</c:v>
                </c:pt>
                <c:pt idx="664">
                  <c:v>#N/A</c:v>
                </c:pt>
                <c:pt idx="665">
                  <c:v>5.0446344035436628</c:v>
                </c:pt>
                <c:pt idx="666">
                  <c:v>21.980110625440279</c:v>
                </c:pt>
                <c:pt idx="667">
                  <c:v>7.4274101162423616</c:v>
                </c:pt>
                <c:pt idx="668">
                  <c:v>3.6101744706704788</c:v>
                </c:pt>
                <c:pt idx="669">
                  <c:v>#N/A</c:v>
                </c:pt>
                <c:pt idx="670">
                  <c:v>25.352649807589049</c:v>
                </c:pt>
                <c:pt idx="671">
                  <c:v>60.710459124545217</c:v>
                </c:pt>
                <c:pt idx="672">
                  <c:v>69.131772068399911</c:v>
                </c:pt>
                <c:pt idx="673">
                  <c:v>58.94844316813051</c:v>
                </c:pt>
                <c:pt idx="674">
                  <c:v>67.15059305517417</c:v>
                </c:pt>
                <c:pt idx="675">
                  <c:v>47.602749047333717</c:v>
                </c:pt>
                <c:pt idx="676">
                  <c:v>7.6115592901052977</c:v>
                </c:pt>
                <c:pt idx="677">
                  <c:v>11.015014700456</c:v>
                </c:pt>
                <c:pt idx="678">
                  <c:v>15.44943193397072</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9.2726940084718326</c:v>
                </c:pt>
                <c:pt idx="714">
                  <c:v>#N/A</c:v>
                </c:pt>
                <c:pt idx="715">
                  <c:v>#N/A</c:v>
                </c:pt>
                <c:pt idx="716">
                  <c:v>#N/A</c:v>
                </c:pt>
                <c:pt idx="717">
                  <c:v>#N/A</c:v>
                </c:pt>
                <c:pt idx="718">
                  <c:v>#N/A</c:v>
                </c:pt>
                <c:pt idx="719">
                  <c:v>#N/A</c:v>
                </c:pt>
                <c:pt idx="720">
                  <c:v>32.948438664398559</c:v>
                </c:pt>
                <c:pt idx="721">
                  <c:v>54.837102551293171</c:v>
                </c:pt>
                <c:pt idx="722">
                  <c:v>48.4771288941552</c:v>
                </c:pt>
                <c:pt idx="723">
                  <c:v>61.385260702751161</c:v>
                </c:pt>
                <c:pt idx="724">
                  <c:v>87.248556863091579</c:v>
                </c:pt>
                <c:pt idx="725">
                  <c:v>72.329013677819603</c:v>
                </c:pt>
                <c:pt idx="726">
                  <c:v>34.87874142761541</c:v>
                </c:pt>
                <c:pt idx="727">
                  <c:v>25.23586749343859</c:v>
                </c:pt>
                <c:pt idx="728">
                  <c:v>56.148088616133442</c:v>
                </c:pt>
                <c:pt idx="729">
                  <c:v>84.724026536090491</c:v>
                </c:pt>
                <c:pt idx="730">
                  <c:v>50.168468741395444</c:v>
                </c:pt>
                <c:pt idx="731">
                  <c:v>30.869954008513211</c:v>
                </c:pt>
                <c:pt idx="732">
                  <c:v>11.46042772051943</c:v>
                </c:pt>
                <c:pt idx="733">
                  <c:v>46.040764321545502</c:v>
                </c:pt>
                <c:pt idx="734">
                  <c:v>88.512016698247294</c:v>
                </c:pt>
                <c:pt idx="735">
                  <c:v>58.494943568747672</c:v>
                </c:pt>
                <c:pt idx="736">
                  <c:v>59.713727032794523</c:v>
                </c:pt>
                <c:pt idx="737">
                  <c:v>35.486883866895887</c:v>
                </c:pt>
                <c:pt idx="738">
                  <c:v>8.5702485135704602</c:v>
                </c:pt>
                <c:pt idx="739">
                  <c:v>#N/A</c:v>
                </c:pt>
                <c:pt idx="740">
                  <c:v>#N/A</c:v>
                </c:pt>
                <c:pt idx="741">
                  <c:v>#N/A</c:v>
                </c:pt>
                <c:pt idx="742">
                  <c:v>23.810522440684871</c:v>
                </c:pt>
                <c:pt idx="743">
                  <c:v>#N/A</c:v>
                </c:pt>
                <c:pt idx="744">
                  <c:v>#N/A</c:v>
                </c:pt>
                <c:pt idx="745">
                  <c:v>5.2995110658362936</c:v>
                </c:pt>
                <c:pt idx="746">
                  <c:v>28.849786471682101</c:v>
                </c:pt>
                <c:pt idx="747">
                  <c:v>#N/A</c:v>
                </c:pt>
                <c:pt idx="748">
                  <c:v>32.102294831968827</c:v>
                </c:pt>
                <c:pt idx="749">
                  <c:v>46.722034320310371</c:v>
                </c:pt>
                <c:pt idx="750">
                  <c:v>50.838068267542241</c:v>
                </c:pt>
                <c:pt idx="751">
                  <c:v>36.847580450434123</c:v>
                </c:pt>
                <c:pt idx="752">
                  <c:v>23.76649273226635</c:v>
                </c:pt>
                <c:pt idx="753">
                  <c:v>#N/A</c:v>
                </c:pt>
                <c:pt idx="754">
                  <c:v>#N/A</c:v>
                </c:pt>
                <c:pt idx="755">
                  <c:v>#N/A</c:v>
                </c:pt>
                <c:pt idx="756">
                  <c:v>#N/A</c:v>
                </c:pt>
                <c:pt idx="757">
                  <c:v>#N/A</c:v>
                </c:pt>
                <c:pt idx="758">
                  <c:v>#N/A</c:v>
                </c:pt>
                <c:pt idx="759">
                  <c:v>#N/A</c:v>
                </c:pt>
                <c:pt idx="760">
                  <c:v>#N/A</c:v>
                </c:pt>
                <c:pt idx="761">
                  <c:v>#N/A</c:v>
                </c:pt>
                <c:pt idx="762">
                  <c:v>#N/A</c:v>
                </c:pt>
                <c:pt idx="763">
                  <c:v>#N/A</c:v>
                </c:pt>
                <c:pt idx="764">
                  <c:v>12.95012431975127</c:v>
                </c:pt>
                <c:pt idx="765">
                  <c:v>32.53172380396979</c:v>
                </c:pt>
                <c:pt idx="766">
                  <c:v>63.529107362047782</c:v>
                </c:pt>
                <c:pt idx="767">
                  <c:v>58.95964734305155</c:v>
                </c:pt>
                <c:pt idx="768">
                  <c:v>54.225858053154752</c:v>
                </c:pt>
                <c:pt idx="769">
                  <c:v>55.104846192657703</c:v>
                </c:pt>
                <c:pt idx="770">
                  <c:v>76.94097035776602</c:v>
                </c:pt>
                <c:pt idx="771">
                  <c:v>98.763632632086043</c:v>
                </c:pt>
                <c:pt idx="772">
                  <c:v>127.098743294255</c:v>
                </c:pt>
                <c:pt idx="773">
                  <c:v>126.8199377481817</c:v>
                </c:pt>
                <c:pt idx="774">
                  <c:v>119.7647711818742</c:v>
                </c:pt>
                <c:pt idx="775">
                  <c:v>140.41568096988459</c:v>
                </c:pt>
                <c:pt idx="776">
                  <c:v>96.817437574370516</c:v>
                </c:pt>
                <c:pt idx="777">
                  <c:v>124.55915109449261</c:v>
                </c:pt>
                <c:pt idx="778">
                  <c:v>77.471958573888699</c:v>
                </c:pt>
                <c:pt idx="779">
                  <c:v>38.028051011689037</c:v>
                </c:pt>
                <c:pt idx="780">
                  <c:v>36.957425008797763</c:v>
                </c:pt>
                <c:pt idx="781">
                  <c:v>36.191497035855008</c:v>
                </c:pt>
                <c:pt idx="782">
                  <c:v>17.12229558333043</c:v>
                </c:pt>
                <c:pt idx="783">
                  <c:v>#N/A</c:v>
                </c:pt>
                <c:pt idx="784">
                  <c:v>19.727942920187441</c:v>
                </c:pt>
                <c:pt idx="785">
                  <c:v>29.103215889282929</c:v>
                </c:pt>
                <c:pt idx="786">
                  <c:v>#N/A</c:v>
                </c:pt>
                <c:pt idx="787">
                  <c:v>#N/A</c:v>
                </c:pt>
                <c:pt idx="788">
                  <c:v>#N/A</c:v>
                </c:pt>
                <c:pt idx="789">
                  <c:v>#N/A</c:v>
                </c:pt>
                <c:pt idx="790">
                  <c:v>#N/A</c:v>
                </c:pt>
                <c:pt idx="791">
                  <c:v>21.541048086123119</c:v>
                </c:pt>
                <c:pt idx="792">
                  <c:v>37.368688121003302</c:v>
                </c:pt>
                <c:pt idx="793">
                  <c:v>72.012568892127121</c:v>
                </c:pt>
                <c:pt idx="794">
                  <c:v>102.5184730072024</c:v>
                </c:pt>
                <c:pt idx="795">
                  <c:v>90.4654843548863</c:v>
                </c:pt>
                <c:pt idx="796">
                  <c:v>73.049941804707444</c:v>
                </c:pt>
                <c:pt idx="797">
                  <c:v>89.205933139567932</c:v>
                </c:pt>
                <c:pt idx="798">
                  <c:v>111.86225436797569</c:v>
                </c:pt>
                <c:pt idx="799">
                  <c:v>57.622573876282779</c:v>
                </c:pt>
                <c:pt idx="800">
                  <c:v>22.000545828047809</c:v>
                </c:pt>
                <c:pt idx="801">
                  <c:v>#N/A</c:v>
                </c:pt>
                <c:pt idx="802">
                  <c:v>#N/A</c:v>
                </c:pt>
                <c:pt idx="803">
                  <c:v>#N/A</c:v>
                </c:pt>
                <c:pt idx="804">
                  <c:v>29.02571753920336</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numCache>
            </c:numRef>
          </c:val>
          <c:extLst>
            <c:ext xmlns:c16="http://schemas.microsoft.com/office/drawing/2014/chart" uri="{C3380CC4-5D6E-409C-BE32-E72D297353CC}">
              <c16:uniqueId val="{00000000-67C7-4576-87BB-C630F1BE9691}"/>
            </c:ext>
          </c:extLst>
        </c:ser>
        <c:ser>
          <c:idx val="1"/>
          <c:order val="1"/>
          <c:tx>
            <c:strRef>
              <c:f>'Component treatment'!$Q$4</c:f>
              <c:strCache>
                <c:ptCount val="1"/>
                <c:pt idx="0">
                  <c:v>Negative</c:v>
                </c:pt>
              </c:strCache>
            </c:strRef>
          </c:tx>
          <c:spPr>
            <a:solidFill>
              <a:srgbClr val="C00000"/>
            </a:solidFill>
            <a:ln>
              <a:noFill/>
            </a:ln>
            <a:effectLst/>
          </c:spPr>
          <c:cat>
            <c:numRef>
              <c:f>'Component treatment'!$N$5:$N$50000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treatment'!$Q$5:$Q$50000</c:f>
              <c:numCache>
                <c:formatCode>0.0</c:formatCode>
                <c:ptCount val="49996"/>
                <c:pt idx="0">
                  <c:v>-42.441884991220213</c:v>
                </c:pt>
                <c:pt idx="1">
                  <c:v>-49.286051426907022</c:v>
                </c:pt>
                <c:pt idx="2">
                  <c:v>-66.194530071994393</c:v>
                </c:pt>
                <c:pt idx="3">
                  <c:v>-49.404935967628823</c:v>
                </c:pt>
                <c:pt idx="4">
                  <c:v>-59.715117832535867</c:v>
                </c:pt>
                <c:pt idx="5">
                  <c:v>-83.21154882765758</c:v>
                </c:pt>
                <c:pt idx="6">
                  <c:v>-87.172711667316079</c:v>
                </c:pt>
                <c:pt idx="7">
                  <c:v>-90.955782671676928</c:v>
                </c:pt>
                <c:pt idx="8">
                  <c:v>-97.921112430288815</c:v>
                </c:pt>
                <c:pt idx="9">
                  <c:v>-55.836830900682052</c:v>
                </c:pt>
                <c:pt idx="10">
                  <c:v>-81.528602218036625</c:v>
                </c:pt>
                <c:pt idx="11">
                  <c:v>-29.557761142758221</c:v>
                </c:pt>
                <c:pt idx="12">
                  <c:v>#N/A</c:v>
                </c:pt>
                <c:pt idx="13">
                  <c:v>-27.659465695024839</c:v>
                </c:pt>
                <c:pt idx="14">
                  <c:v>-61.246693721002423</c:v>
                </c:pt>
                <c:pt idx="15">
                  <c:v>-36.913685239845329</c:v>
                </c:pt>
                <c:pt idx="16">
                  <c:v>-4.8813856214052072</c:v>
                </c:pt>
                <c:pt idx="17">
                  <c:v>-17.114004197405091</c:v>
                </c:pt>
                <c:pt idx="18">
                  <c:v>-53.421840274876573</c:v>
                </c:pt>
                <c:pt idx="19">
                  <c:v>#N/A</c:v>
                </c:pt>
                <c:pt idx="20">
                  <c:v>-6.3598506433850526</c:v>
                </c:pt>
                <c:pt idx="21">
                  <c:v>-20.92900630298271</c:v>
                </c:pt>
                <c:pt idx="22">
                  <c:v>-43.237295657313823</c:v>
                </c:pt>
                <c:pt idx="23">
                  <c:v>-54.573458301029291</c:v>
                </c:pt>
                <c:pt idx="24">
                  <c:v>-15.55048282668707</c:v>
                </c:pt>
                <c:pt idx="25">
                  <c:v>#N/A</c:v>
                </c:pt>
                <c:pt idx="26">
                  <c:v>#N/A</c:v>
                </c:pt>
                <c:pt idx="27">
                  <c:v>#N/A</c:v>
                </c:pt>
                <c:pt idx="28">
                  <c:v>#N/A</c:v>
                </c:pt>
                <c:pt idx="29">
                  <c:v>#N/A</c:v>
                </c:pt>
                <c:pt idx="30">
                  <c:v>-6.6069827653524884</c:v>
                </c:pt>
                <c:pt idx="31">
                  <c:v>#N/A</c:v>
                </c:pt>
                <c:pt idx="32">
                  <c:v>-19.87086920553449</c:v>
                </c:pt>
                <c:pt idx="33">
                  <c:v>-32.190830860807793</c:v>
                </c:pt>
                <c:pt idx="34">
                  <c:v>-28.125174788032279</c:v>
                </c:pt>
                <c:pt idx="35">
                  <c:v>-58.009722590654512</c:v>
                </c:pt>
                <c:pt idx="36">
                  <c:v>-60.685714546010807</c:v>
                </c:pt>
                <c:pt idx="37">
                  <c:v>-10.910628853819601</c:v>
                </c:pt>
                <c:pt idx="38">
                  <c:v>#N/A</c:v>
                </c:pt>
                <c:pt idx="39">
                  <c:v>-14.56093337577243</c:v>
                </c:pt>
                <c:pt idx="40">
                  <c:v>-51.45221576371241</c:v>
                </c:pt>
                <c:pt idx="41">
                  <c:v>-21.706997839125471</c:v>
                </c:pt>
                <c:pt idx="42">
                  <c:v>-30.382641514271469</c:v>
                </c:pt>
                <c:pt idx="43">
                  <c:v>-19.578675409867849</c:v>
                </c:pt>
                <c:pt idx="44">
                  <c:v>#N/A</c:v>
                </c:pt>
                <c:pt idx="45">
                  <c:v>#N/A</c:v>
                </c:pt>
                <c:pt idx="46">
                  <c:v>#N/A</c:v>
                </c:pt>
                <c:pt idx="47">
                  <c:v>#N/A</c:v>
                </c:pt>
                <c:pt idx="48">
                  <c:v>#N/A</c:v>
                </c:pt>
                <c:pt idx="49">
                  <c:v>#N/A</c:v>
                </c:pt>
                <c:pt idx="50">
                  <c:v>-29.73073904350867</c:v>
                </c:pt>
                <c:pt idx="51">
                  <c:v>-20.82668605546111</c:v>
                </c:pt>
                <c:pt idx="52">
                  <c:v>-34.832376372565612</c:v>
                </c:pt>
                <c:pt idx="53">
                  <c:v>-7.079161389192679</c:v>
                </c:pt>
                <c:pt idx="54">
                  <c:v>#N/A</c:v>
                </c:pt>
                <c:pt idx="55">
                  <c:v>-8.6444668261721613</c:v>
                </c:pt>
                <c:pt idx="56">
                  <c:v>#N/A</c:v>
                </c:pt>
                <c:pt idx="57">
                  <c:v>-5.1514871874109023</c:v>
                </c:pt>
                <c:pt idx="58">
                  <c:v>-29.529887199584099</c:v>
                </c:pt>
                <c:pt idx="59">
                  <c:v>-1.381271016319324</c:v>
                </c:pt>
                <c:pt idx="60">
                  <c:v>#N/A</c:v>
                </c:pt>
                <c:pt idx="61">
                  <c:v>#N/A</c:v>
                </c:pt>
                <c:pt idx="62">
                  <c:v>#N/A</c:v>
                </c:pt>
                <c:pt idx="63">
                  <c:v>#N/A</c:v>
                </c:pt>
                <c:pt idx="64">
                  <c:v>#N/A</c:v>
                </c:pt>
                <c:pt idx="65">
                  <c:v>#N/A</c:v>
                </c:pt>
                <c:pt idx="66">
                  <c:v>#N/A</c:v>
                </c:pt>
                <c:pt idx="67">
                  <c:v>#N/A</c:v>
                </c:pt>
                <c:pt idx="68">
                  <c:v>#N/A</c:v>
                </c:pt>
                <c:pt idx="69">
                  <c:v>#N/A</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-3.7784234786797928</c:v>
                </c:pt>
                <c:pt idx="88">
                  <c:v>#N/A</c:v>
                </c:pt>
                <c:pt idx="89">
                  <c:v>#N/A</c:v>
                </c:pt>
                <c:pt idx="90">
                  <c:v>#N/A</c:v>
                </c:pt>
                <c:pt idx="91">
                  <c:v>#N/A</c:v>
                </c:pt>
                <c:pt idx="92">
                  <c:v>#N/A</c:v>
                </c:pt>
                <c:pt idx="93">
                  <c:v>#N/A</c:v>
                </c:pt>
                <c:pt idx="94">
                  <c:v>#N/A</c:v>
                </c:pt>
                <c:pt idx="95">
                  <c:v>#N/A</c:v>
                </c:pt>
                <c:pt idx="96">
                  <c:v>#N/A</c:v>
                </c:pt>
                <c:pt idx="97">
                  <c:v>#N/A</c:v>
                </c:pt>
                <c:pt idx="98">
                  <c:v>#N/A</c:v>
                </c:pt>
                <c:pt idx="99">
                  <c:v>#N/A</c:v>
                </c:pt>
                <c:pt idx="100">
                  <c:v>-9.0707525113211123</c:v>
                </c:pt>
                <c:pt idx="101">
                  <c:v>-14.68054047635937</c:v>
                </c:pt>
                <c:pt idx="102">
                  <c:v>-62.230690405665158</c:v>
                </c:pt>
                <c:pt idx="103">
                  <c:v>-31.940405197688719</c:v>
                </c:pt>
                <c:pt idx="104">
                  <c:v>-12.048605801020351</c:v>
                </c:pt>
                <c:pt idx="105">
                  <c:v>-35.536327527362261</c:v>
                </c:pt>
                <c:pt idx="106">
                  <c:v>-56.283515167444577</c:v>
                </c:pt>
                <c:pt idx="107">
                  <c:v>-69.731773349058059</c:v>
                </c:pt>
                <c:pt idx="108">
                  <c:v>-51.535533717968427</c:v>
                </c:pt>
                <c:pt idx="109">
                  <c:v>-32.413933552248061</c:v>
                </c:pt>
                <c:pt idx="110">
                  <c:v>-78.744245289760329</c:v>
                </c:pt>
                <c:pt idx="111">
                  <c:v>-79.800541995875292</c:v>
                </c:pt>
                <c:pt idx="112">
                  <c:v>-100.4699611612166</c:v>
                </c:pt>
                <c:pt idx="113">
                  <c:v>-74.392732268337383</c:v>
                </c:pt>
                <c:pt idx="114">
                  <c:v>-92.089432643524532</c:v>
                </c:pt>
                <c:pt idx="115">
                  <c:v>-42.184396168849403</c:v>
                </c:pt>
                <c:pt idx="116">
                  <c:v>-53.605520239619587</c:v>
                </c:pt>
                <c:pt idx="117">
                  <c:v>-40.347031181635217</c:v>
                </c:pt>
                <c:pt idx="118">
                  <c:v>-29.834980536277811</c:v>
                </c:pt>
                <c:pt idx="119">
                  <c:v>-53.10442108381126</c:v>
                </c:pt>
                <c:pt idx="120">
                  <c:v>-86.937194516538725</c:v>
                </c:pt>
                <c:pt idx="121">
                  <c:v>-45.315681009892913</c:v>
                </c:pt>
                <c:pt idx="122">
                  <c:v>-42.48400320413738</c:v>
                </c:pt>
                <c:pt idx="123">
                  <c:v>-68.670974207134151</c:v>
                </c:pt>
                <c:pt idx="124">
                  <c:v>-63.732738625142062</c:v>
                </c:pt>
                <c:pt idx="125">
                  <c:v>-12.507703016625779</c:v>
                </c:pt>
                <c:pt idx="126">
                  <c:v>-20.295244846048561</c:v>
                </c:pt>
                <c:pt idx="127">
                  <c:v>-51.769084454120993</c:v>
                </c:pt>
                <c:pt idx="128">
                  <c:v>-46.043691424230111</c:v>
                </c:pt>
                <c:pt idx="129">
                  <c:v>-70.051827561261732</c:v>
                </c:pt>
                <c:pt idx="130">
                  <c:v>-45.554255072311619</c:v>
                </c:pt>
                <c:pt idx="131">
                  <c:v>-11.93328779924413</c:v>
                </c:pt>
                <c:pt idx="132">
                  <c:v>#N/A</c:v>
                </c:pt>
                <c:pt idx="133">
                  <c:v>#N/A</c:v>
                </c:pt>
                <c:pt idx="134">
                  <c:v>#N/A</c:v>
                </c:pt>
                <c:pt idx="135">
                  <c:v>#N/A</c:v>
                </c:pt>
                <c:pt idx="136">
                  <c:v>#N/A</c:v>
                </c:pt>
                <c:pt idx="137">
                  <c:v>#N/A</c:v>
                </c:pt>
                <c:pt idx="138">
                  <c:v>#N/A</c:v>
                </c:pt>
                <c:pt idx="139">
                  <c:v>#N/A</c:v>
                </c:pt>
                <c:pt idx="140">
                  <c:v>-0.67671247585786998</c:v>
                </c:pt>
                <c:pt idx="141">
                  <c:v>#N/A</c:v>
                </c:pt>
                <c:pt idx="142">
                  <c:v>-21.624400022185881</c:v>
                </c:pt>
                <c:pt idx="143">
                  <c:v>-18.444946351998539</c:v>
                </c:pt>
                <c:pt idx="144">
                  <c:v>-7.0220318965805477</c:v>
                </c:pt>
                <c:pt idx="145">
                  <c:v>-19.356312158755731</c:v>
                </c:pt>
                <c:pt idx="146">
                  <c:v>-14.508038617876499</c:v>
                </c:pt>
                <c:pt idx="147">
                  <c:v>-28.264500562887971</c:v>
                </c:pt>
                <c:pt idx="148">
                  <c:v>#N/A</c:v>
                </c:pt>
                <c:pt idx="149">
                  <c:v>#N/A</c:v>
                </c:pt>
                <c:pt idx="150">
                  <c:v>#N/A</c:v>
                </c:pt>
                <c:pt idx="151">
                  <c:v>-17.783967602897331</c:v>
                </c:pt>
                <c:pt idx="152">
                  <c:v>-7.5524362542386463</c:v>
                </c:pt>
                <c:pt idx="153">
                  <c:v>-1.948081477639408</c:v>
                </c:pt>
                <c:pt idx="154">
                  <c:v>#N/A</c:v>
                </c:pt>
                <c:pt idx="155">
                  <c:v>#N/A</c:v>
                </c:pt>
                <c:pt idx="156">
                  <c:v>-4.4421544547535126</c:v>
                </c:pt>
                <c:pt idx="157">
                  <c:v>-12.76450810497311</c:v>
                </c:pt>
                <c:pt idx="158">
                  <c:v>-17.55873713396911</c:v>
                </c:pt>
                <c:pt idx="159">
                  <c:v>#N/A</c:v>
                </c:pt>
                <c:pt idx="160">
                  <c:v>#N/A</c:v>
                </c:pt>
                <c:pt idx="161">
                  <c:v>-14.896461816037929</c:v>
                </c:pt>
                <c:pt idx="162">
                  <c:v>-13.814578025684821</c:v>
                </c:pt>
                <c:pt idx="163">
                  <c:v>-19.63019721459403</c:v>
                </c:pt>
                <c:pt idx="164">
                  <c:v>-11.151594618770149</c:v>
                </c:pt>
                <c:pt idx="165">
                  <c:v>-29.910567718041591</c:v>
                </c:pt>
                <c:pt idx="166">
                  <c:v>#N/A</c:v>
                </c:pt>
                <c:pt idx="167">
                  <c:v>#N/A</c:v>
                </c:pt>
                <c:pt idx="168">
                  <c:v>-8.049955679352637</c:v>
                </c:pt>
                <c:pt idx="169">
                  <c:v>-22.672881697393152</c:v>
                </c:pt>
                <c:pt idx="170">
                  <c:v>-61.43742535142821</c:v>
                </c:pt>
                <c:pt idx="171">
                  <c:v>-79.590624858570891</c:v>
                </c:pt>
                <c:pt idx="172">
                  <c:v>-97.185397365393257</c:v>
                </c:pt>
                <c:pt idx="173">
                  <c:v>-88.730582842581811</c:v>
                </c:pt>
                <c:pt idx="174">
                  <c:v>-84.124090881779907</c:v>
                </c:pt>
                <c:pt idx="175">
                  <c:v>-42.284549869437683</c:v>
                </c:pt>
                <c:pt idx="176">
                  <c:v>-18.961060958021111</c:v>
                </c:pt>
                <c:pt idx="177">
                  <c:v>-24.269847475010039</c:v>
                </c:pt>
                <c:pt idx="178">
                  <c:v>-43.78518659045168</c:v>
                </c:pt>
                <c:pt idx="179">
                  <c:v>-41.186796861888169</c:v>
                </c:pt>
                <c:pt idx="180">
                  <c:v>#N/A</c:v>
                </c:pt>
                <c:pt idx="181">
                  <c:v>#N/A</c:v>
                </c:pt>
                <c:pt idx="182">
                  <c:v>-11.576676936464709</c:v>
                </c:pt>
                <c:pt idx="183">
                  <c:v>#N/A</c:v>
                </c:pt>
                <c:pt idx="184">
                  <c:v>#N/A</c:v>
                </c:pt>
                <c:pt idx="185">
                  <c:v>#N/A</c:v>
                </c:pt>
                <c:pt idx="186">
                  <c:v>#N/A</c:v>
                </c:pt>
                <c:pt idx="187">
                  <c:v>#N/A</c:v>
                </c:pt>
                <c:pt idx="188">
                  <c:v>#N/A</c:v>
                </c:pt>
                <c:pt idx="189">
                  <c:v>-6.2931193599225086</c:v>
                </c:pt>
                <c:pt idx="190">
                  <c:v>#N/A</c:v>
                </c:pt>
                <c:pt idx="191">
                  <c:v>#N/A</c:v>
                </c:pt>
                <c:pt idx="192">
                  <c:v>#N/A</c:v>
                </c:pt>
                <c:pt idx="193">
                  <c:v>#N/A</c:v>
                </c:pt>
                <c:pt idx="194">
                  <c:v>#N/A</c:v>
                </c:pt>
                <c:pt idx="195">
                  <c:v>#N/A</c:v>
                </c:pt>
                <c:pt idx="196">
                  <c:v>#N/A</c:v>
                </c:pt>
                <c:pt idx="197">
                  <c:v>-21.76560805577731</c:v>
                </c:pt>
                <c:pt idx="198">
                  <c:v>-34.732478822969021</c:v>
                </c:pt>
                <c:pt idx="199">
                  <c:v>-39.364255523223918</c:v>
                </c:pt>
                <c:pt idx="200">
                  <c:v>-27.61826981232274</c:v>
                </c:pt>
                <c:pt idx="201">
                  <c:v>-44.034075739441192</c:v>
                </c:pt>
                <c:pt idx="202">
                  <c:v>-64.703254943302852</c:v>
                </c:pt>
                <c:pt idx="203">
                  <c:v>-71.532224342642394</c:v>
                </c:pt>
                <c:pt idx="204">
                  <c:v>-50.188574899522898</c:v>
                </c:pt>
                <c:pt idx="205">
                  <c:v>-43.753800828172679</c:v>
                </c:pt>
                <c:pt idx="206">
                  <c:v>-45.336733559536711</c:v>
                </c:pt>
                <c:pt idx="207">
                  <c:v>#N/A</c:v>
                </c:pt>
                <c:pt idx="208">
                  <c:v>-36.309843455259809</c:v>
                </c:pt>
                <c:pt idx="209">
                  <c:v>-49.76309382586885</c:v>
                </c:pt>
                <c:pt idx="210">
                  <c:v>-4.3525257730691882</c:v>
                </c:pt>
                <c:pt idx="211">
                  <c:v>-38.194568965912673</c:v>
                </c:pt>
                <c:pt idx="212">
                  <c:v>-47.46334667825802</c:v>
                </c:pt>
                <c:pt idx="213">
                  <c:v>-18.139339153834001</c:v>
                </c:pt>
                <c:pt idx="214">
                  <c:v>-21.330805162757791</c:v>
                </c:pt>
                <c:pt idx="215">
                  <c:v>-8.2655347280821001</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-7.1095620525803982</c:v>
                </c:pt>
                <c:pt idx="242">
                  <c:v>-23.37795922396878</c:v>
                </c:pt>
                <c:pt idx="243">
                  <c:v>-0.1382994161295836</c:v>
                </c:pt>
                <c:pt idx="244">
                  <c:v>-28.05741864622027</c:v>
                </c:pt>
                <c:pt idx="245">
                  <c:v>-44.037698619600853</c:v>
                </c:pt>
                <c:pt idx="246">
                  <c:v>-26.182981268064019</c:v>
                </c:pt>
                <c:pt idx="247">
                  <c:v>-28.6911906741488</c:v>
                </c:pt>
                <c:pt idx="248">
                  <c:v>-21.08188285035844</c:v>
                </c:pt>
                <c:pt idx="249">
                  <c:v>-31.31577867903346</c:v>
                </c:pt>
                <c:pt idx="250">
                  <c:v>-15.865637513630681</c:v>
                </c:pt>
                <c:pt idx="251">
                  <c:v>#N/A</c:v>
                </c:pt>
                <c:pt idx="252">
                  <c:v>#N/A</c:v>
                </c:pt>
                <c:pt idx="253">
                  <c:v>#N/A</c:v>
                </c:pt>
                <c:pt idx="254">
                  <c:v>#N/A</c:v>
                </c:pt>
                <c:pt idx="255">
                  <c:v>#N/A</c:v>
                </c:pt>
                <c:pt idx="256">
                  <c:v>#N/A</c:v>
                </c:pt>
                <c:pt idx="257">
                  <c:v>#N/A</c:v>
                </c:pt>
                <c:pt idx="258">
                  <c:v>#N/A</c:v>
                </c:pt>
                <c:pt idx="259">
                  <c:v>#N/A</c:v>
                </c:pt>
                <c:pt idx="260">
                  <c:v>#N/A</c:v>
                </c:pt>
                <c:pt idx="261">
                  <c:v>#N/A</c:v>
                </c:pt>
                <c:pt idx="262">
                  <c:v>-8.1544929272091</c:v>
                </c:pt>
                <c:pt idx="263">
                  <c:v>#N/A</c:v>
                </c:pt>
                <c:pt idx="264">
                  <c:v>#N/A</c:v>
                </c:pt>
                <c:pt idx="265">
                  <c:v>#N/A</c:v>
                </c:pt>
                <c:pt idx="266">
                  <c:v>-2.6069373944807852</c:v>
                </c:pt>
                <c:pt idx="267">
                  <c:v>-45.419864172552529</c:v>
                </c:pt>
                <c:pt idx="268">
                  <c:v>-47.402821354949467</c:v>
                </c:pt>
                <c:pt idx="269">
                  <c:v>-66.149093062285957</c:v>
                </c:pt>
                <c:pt idx="270">
                  <c:v>-62.417442586448018</c:v>
                </c:pt>
                <c:pt idx="271">
                  <c:v>-14.957735644356889</c:v>
                </c:pt>
                <c:pt idx="272">
                  <c:v>-5.8639011050594254</c:v>
                </c:pt>
                <c:pt idx="273">
                  <c:v>-45.536581134040027</c:v>
                </c:pt>
                <c:pt idx="274">
                  <c:v>-49.957576955800789</c:v>
                </c:pt>
                <c:pt idx="275">
                  <c:v>-43.308982406150967</c:v>
                </c:pt>
                <c:pt idx="276">
                  <c:v>-31.712211447296831</c:v>
                </c:pt>
                <c:pt idx="277">
                  <c:v>-58.126962527170939</c:v>
                </c:pt>
                <c:pt idx="278">
                  <c:v>-19.616998422655481</c:v>
                </c:pt>
                <c:pt idx="279">
                  <c:v>-13.184513761344951</c:v>
                </c:pt>
                <c:pt idx="280">
                  <c:v>-9.6926700729687809</c:v>
                </c:pt>
                <c:pt idx="281">
                  <c:v>-41.017626506629149</c:v>
                </c:pt>
                <c:pt idx="282">
                  <c:v>-65.267864339758944</c:v>
                </c:pt>
                <c:pt idx="283">
                  <c:v>-99.691779722423448</c:v>
                </c:pt>
                <c:pt idx="284">
                  <c:v>-108.9050480102209</c:v>
                </c:pt>
                <c:pt idx="285">
                  <c:v>-73.676122485848083</c:v>
                </c:pt>
                <c:pt idx="286">
                  <c:v>-80.633883561055114</c:v>
                </c:pt>
                <c:pt idx="287">
                  <c:v>-42.429075181814852</c:v>
                </c:pt>
                <c:pt idx="288">
                  <c:v>-35.771179948861047</c:v>
                </c:pt>
                <c:pt idx="289">
                  <c:v>-53.724747845600888</c:v>
                </c:pt>
                <c:pt idx="290">
                  <c:v>-37.924332716745937</c:v>
                </c:pt>
                <c:pt idx="291">
                  <c:v>-0.68971563556181892</c:v>
                </c:pt>
                <c:pt idx="292">
                  <c:v>-39.387389759168727</c:v>
                </c:pt>
                <c:pt idx="293">
                  <c:v>-23.55789545803572</c:v>
                </c:pt>
                <c:pt idx="294">
                  <c:v>-17.953922915721201</c:v>
                </c:pt>
                <c:pt idx="295">
                  <c:v>-2.4887078585846401</c:v>
                </c:pt>
                <c:pt idx="296">
                  <c:v>-39.204092631462089</c:v>
                </c:pt>
                <c:pt idx="297">
                  <c:v>-28.307030436025059</c:v>
                </c:pt>
                <c:pt idx="298">
                  <c:v>-30.124407601337371</c:v>
                </c:pt>
                <c:pt idx="299">
                  <c:v>#N/A</c:v>
                </c:pt>
                <c:pt idx="300">
                  <c:v>#N/A</c:v>
                </c:pt>
                <c:pt idx="301">
                  <c:v>#N/A</c:v>
                </c:pt>
                <c:pt idx="302">
                  <c:v>-1.825464374704495</c:v>
                </c:pt>
                <c:pt idx="303">
                  <c:v>-13.34472506323033</c:v>
                </c:pt>
                <c:pt idx="304">
                  <c:v>-4.7943477892731314</c:v>
                </c:pt>
                <c:pt idx="305">
                  <c:v>-22.39691519521579</c:v>
                </c:pt>
                <c:pt idx="306">
                  <c:v>-23.015160390542189</c:v>
                </c:pt>
                <c:pt idx="307">
                  <c:v>#N/A</c:v>
                </c:pt>
                <c:pt idx="308">
                  <c:v>-3.1727667165467528</c:v>
                </c:pt>
                <c:pt idx="309">
                  <c:v>#N/A</c:v>
                </c:pt>
                <c:pt idx="310">
                  <c:v>#N/A</c:v>
                </c:pt>
                <c:pt idx="311">
                  <c:v>#N/A</c:v>
                </c:pt>
                <c:pt idx="312">
                  <c:v>-9.6295177956643858</c:v>
                </c:pt>
                <c:pt idx="313">
                  <c:v>-41.659820969381883</c:v>
                </c:pt>
                <c:pt idx="314">
                  <c:v>#N/A</c:v>
                </c:pt>
                <c:pt idx="315">
                  <c:v>#N/A</c:v>
                </c:pt>
                <c:pt idx="316">
                  <c:v>#N/A</c:v>
                </c:pt>
                <c:pt idx="317">
                  <c:v>-13.709025458720429</c:v>
                </c:pt>
                <c:pt idx="318">
                  <c:v>-42.156245731926973</c:v>
                </c:pt>
                <c:pt idx="319">
                  <c:v>-28.205641004437179</c:v>
                </c:pt>
                <c:pt idx="320">
                  <c:v>-30.44649457632374</c:v>
                </c:pt>
                <c:pt idx="321">
                  <c:v>-25.954460836644849</c:v>
                </c:pt>
                <c:pt idx="322">
                  <c:v>-23.700662632355868</c:v>
                </c:pt>
                <c:pt idx="323">
                  <c:v>-27.006378778173829</c:v>
                </c:pt>
                <c:pt idx="324">
                  <c:v>#N/A</c:v>
                </c:pt>
                <c:pt idx="325">
                  <c:v>-29.590747735477532</c:v>
                </c:pt>
                <c:pt idx="326">
                  <c:v>#N/A</c:v>
                </c:pt>
                <c:pt idx="327">
                  <c:v>#N/A</c:v>
                </c:pt>
                <c:pt idx="328">
                  <c:v>#N/A</c:v>
                </c:pt>
                <c:pt idx="329">
                  <c:v>#N/A</c:v>
                </c:pt>
                <c:pt idx="330">
                  <c:v>-21.77920085085487</c:v>
                </c:pt>
                <c:pt idx="331">
                  <c:v>-5.1320747472387227</c:v>
                </c:pt>
                <c:pt idx="332">
                  <c:v>-12.041469484984161</c:v>
                </c:pt>
                <c:pt idx="333">
                  <c:v>#N/A</c:v>
                </c:pt>
                <c:pt idx="334">
                  <c:v>#N/A</c:v>
                </c:pt>
                <c:pt idx="335">
                  <c:v>#N/A</c:v>
                </c:pt>
                <c:pt idx="336">
                  <c:v>#N/A</c:v>
                </c:pt>
                <c:pt idx="337">
                  <c:v>#N/A</c:v>
                </c:pt>
                <c:pt idx="338">
                  <c:v>#N/A</c:v>
                </c:pt>
                <c:pt idx="339">
                  <c:v>#N/A</c:v>
                </c:pt>
                <c:pt idx="340">
                  <c:v>#N/A</c:v>
                </c:pt>
                <c:pt idx="341">
                  <c:v>-23.2037055871373</c:v>
                </c:pt>
                <c:pt idx="342">
                  <c:v>-50.144947826443492</c:v>
                </c:pt>
                <c:pt idx="343">
                  <c:v>-15.52553830784761</c:v>
                </c:pt>
                <c:pt idx="344">
                  <c:v>-58.93401417247285</c:v>
                </c:pt>
                <c:pt idx="345">
                  <c:v>-21.997121746969651</c:v>
                </c:pt>
                <c:pt idx="346">
                  <c:v>#N/A</c:v>
                </c:pt>
                <c:pt idx="347">
                  <c:v>-16.7554125531347</c:v>
                </c:pt>
                <c:pt idx="348">
                  <c:v>-16.7554125531347</c:v>
                </c:pt>
                <c:pt idx="349">
                  <c:v>-10.637432257219929</c:v>
                </c:pt>
                <c:pt idx="350">
                  <c:v>-24.373447762140191</c:v>
                </c:pt>
                <c:pt idx="351">
                  <c:v>-27.4056399545609</c:v>
                </c:pt>
                <c:pt idx="352">
                  <c:v>-27.4056399545609</c:v>
                </c:pt>
                <c:pt idx="353">
                  <c:v>-42.232356704195787</c:v>
                </c:pt>
                <c:pt idx="354">
                  <c:v>-66.556908003634078</c:v>
                </c:pt>
                <c:pt idx="355">
                  <c:v>-20.07900460853455</c:v>
                </c:pt>
                <c:pt idx="356">
                  <c:v>#N/A</c:v>
                </c:pt>
                <c:pt idx="357">
                  <c:v>-32.169156821320207</c:v>
                </c:pt>
                <c:pt idx="358">
                  <c:v>-27.378566403554931</c:v>
                </c:pt>
                <c:pt idx="359">
                  <c:v>-42.322707857761152</c:v>
                </c:pt>
                <c:pt idx="360">
                  <c:v>-32.739730626441137</c:v>
                </c:pt>
                <c:pt idx="361">
                  <c:v>-7.6971672235228441</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-6.0700809168834722</c:v>
                </c:pt>
                <c:pt idx="378">
                  <c:v>#N/A</c:v>
                </c:pt>
                <c:pt idx="379">
                  <c:v>-9.4852084591945385</c:v>
                </c:pt>
                <c:pt idx="380">
                  <c:v>#N/A</c:v>
                </c:pt>
                <c:pt idx="381">
                  <c:v>#N/A</c:v>
                </c:pt>
                <c:pt idx="382">
                  <c:v>#N/A</c:v>
                </c:pt>
                <c:pt idx="383">
                  <c:v>#N/A</c:v>
                </c:pt>
                <c:pt idx="384">
                  <c:v>#N/A</c:v>
                </c:pt>
                <c:pt idx="385">
                  <c:v>#N/A</c:v>
                </c:pt>
                <c:pt idx="386">
                  <c:v>#N/A</c:v>
                </c:pt>
                <c:pt idx="387">
                  <c:v>#N/A</c:v>
                </c:pt>
                <c:pt idx="388">
                  <c:v>#N/A</c:v>
                </c:pt>
                <c:pt idx="389">
                  <c:v>-21.372568041415001</c:v>
                </c:pt>
                <c:pt idx="390">
                  <c:v>-58.629524356290929</c:v>
                </c:pt>
                <c:pt idx="391">
                  <c:v>-42.550344992208139</c:v>
                </c:pt>
                <c:pt idx="392">
                  <c:v>-68.681592698180964</c:v>
                </c:pt>
                <c:pt idx="393">
                  <c:v>-60.036932268386877</c:v>
                </c:pt>
                <c:pt idx="394">
                  <c:v>-90.324717664032576</c:v>
                </c:pt>
                <c:pt idx="395">
                  <c:v>-65.262924404065785</c:v>
                </c:pt>
                <c:pt idx="396">
                  <c:v>-41.347794745008741</c:v>
                </c:pt>
                <c:pt idx="397">
                  <c:v>#N/A</c:v>
                </c:pt>
                <c:pt idx="398">
                  <c:v>-8.3232715446478167</c:v>
                </c:pt>
                <c:pt idx="399">
                  <c:v>-32.317507440023952</c:v>
                </c:pt>
                <c:pt idx="400">
                  <c:v>-12.23422092828466</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-24.206524422074811</c:v>
                </c:pt>
                <c:pt idx="414">
                  <c:v>#N/A</c:v>
                </c:pt>
                <c:pt idx="415">
                  <c:v>#N/A</c:v>
                </c:pt>
                <c:pt idx="416">
                  <c:v>#N/A</c:v>
                </c:pt>
                <c:pt idx="417">
                  <c:v>-19.719717250462121</c:v>
                </c:pt>
                <c:pt idx="418">
                  <c:v>-47.199445103324393</c:v>
                </c:pt>
                <c:pt idx="419">
                  <c:v>-66.495671423139996</c:v>
                </c:pt>
                <c:pt idx="420">
                  <c:v>-9.0221962143437064</c:v>
                </c:pt>
                <c:pt idx="421">
                  <c:v>-31.85809050547871</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-29.989132305593099</c:v>
                </c:pt>
                <c:pt idx="436">
                  <c:v>-40.235811751188884</c:v>
                </c:pt>
                <c:pt idx="437">
                  <c:v>-50.204870851669313</c:v>
                </c:pt>
                <c:pt idx="438">
                  <c:v>-8.6673354025902363</c:v>
                </c:pt>
                <c:pt idx="439">
                  <c:v>-17.395306712229761</c:v>
                </c:pt>
                <c:pt idx="440">
                  <c:v>-16.71619509100616</c:v>
                </c:pt>
                <c:pt idx="441">
                  <c:v>#N/A</c:v>
                </c:pt>
                <c:pt idx="442">
                  <c:v>#N/A</c:v>
                </c:pt>
                <c:pt idx="443">
                  <c:v>#N/A</c:v>
                </c:pt>
                <c:pt idx="444">
                  <c:v>#N/A</c:v>
                </c:pt>
                <c:pt idx="445">
                  <c:v>#N/A</c:v>
                </c:pt>
                <c:pt idx="446">
                  <c:v>#N/A</c:v>
                </c:pt>
                <c:pt idx="447">
                  <c:v>-28.32322128199263</c:v>
                </c:pt>
                <c:pt idx="448">
                  <c:v>-18.060626716595479</c:v>
                </c:pt>
                <c:pt idx="449">
                  <c:v>-7.0069571012300882</c:v>
                </c:pt>
                <c:pt idx="450">
                  <c:v>#N/A</c:v>
                </c:pt>
                <c:pt idx="451">
                  <c:v>#N/A</c:v>
                </c:pt>
                <c:pt idx="452">
                  <c:v>#N/A</c:v>
                </c:pt>
                <c:pt idx="453">
                  <c:v>-4.1095579400614799</c:v>
                </c:pt>
                <c:pt idx="454">
                  <c:v>-27.278765195080862</c:v>
                </c:pt>
                <c:pt idx="455">
                  <c:v>-30.851112045873229</c:v>
                </c:pt>
                <c:pt idx="456">
                  <c:v>#N/A</c:v>
                </c:pt>
                <c:pt idx="457">
                  <c:v>-15.074879371658779</c:v>
                </c:pt>
                <c:pt idx="458">
                  <c:v>-32.049533121362373</c:v>
                </c:pt>
                <c:pt idx="459">
                  <c:v>-45.293508125430563</c:v>
                </c:pt>
                <c:pt idx="460">
                  <c:v>-52.055416149612178</c:v>
                </c:pt>
                <c:pt idx="461">
                  <c:v>-32.997477577158449</c:v>
                </c:pt>
                <c:pt idx="462">
                  <c:v>-18.692730828049221</c:v>
                </c:pt>
                <c:pt idx="463">
                  <c:v>-9.7196420296776598</c:v>
                </c:pt>
                <c:pt idx="464">
                  <c:v>-26.615180918636561</c:v>
                </c:pt>
                <c:pt idx="465">
                  <c:v>#N/A</c:v>
                </c:pt>
                <c:pt idx="466">
                  <c:v>#N/A</c:v>
                </c:pt>
                <c:pt idx="467">
                  <c:v>-4.9596550953354068</c:v>
                </c:pt>
                <c:pt idx="468">
                  <c:v>-44.498690054434071</c:v>
                </c:pt>
                <c:pt idx="469">
                  <c:v>-57.156419967553191</c:v>
                </c:pt>
                <c:pt idx="470">
                  <c:v>-32.345730420679359</c:v>
                </c:pt>
                <c:pt idx="471">
                  <c:v>-57.712609119507</c:v>
                </c:pt>
                <c:pt idx="472">
                  <c:v>-26.921656754098251</c:v>
                </c:pt>
                <c:pt idx="473">
                  <c:v>-33.881652663329078</c:v>
                </c:pt>
                <c:pt idx="474">
                  <c:v>#N/A</c:v>
                </c:pt>
                <c:pt idx="475">
                  <c:v>#N/A</c:v>
                </c:pt>
                <c:pt idx="476">
                  <c:v>-0.66046129055649316</c:v>
                </c:pt>
                <c:pt idx="477">
                  <c:v>#N/A</c:v>
                </c:pt>
                <c:pt idx="478">
                  <c:v>#N/A</c:v>
                </c:pt>
                <c:pt idx="479">
                  <c:v>#N/A</c:v>
                </c:pt>
                <c:pt idx="480">
                  <c:v>-4.6550436301157836</c:v>
                </c:pt>
                <c:pt idx="481">
                  <c:v>-36.605941382835383</c:v>
                </c:pt>
                <c:pt idx="482">
                  <c:v>-48.610136422911268</c:v>
                </c:pt>
                <c:pt idx="483">
                  <c:v>-66.30898048699207</c:v>
                </c:pt>
                <c:pt idx="484">
                  <c:v>-80.423915401084415</c:v>
                </c:pt>
                <c:pt idx="485">
                  <c:v>-54.86201772848927</c:v>
                </c:pt>
                <c:pt idx="486">
                  <c:v>-46.52764341517414</c:v>
                </c:pt>
                <c:pt idx="487">
                  <c:v>-35.272717074966998</c:v>
                </c:pt>
                <c:pt idx="488">
                  <c:v>-71.545528926859603</c:v>
                </c:pt>
                <c:pt idx="489">
                  <c:v>-53.095786591593722</c:v>
                </c:pt>
                <c:pt idx="490">
                  <c:v>-54.392105355515667</c:v>
                </c:pt>
                <c:pt idx="491">
                  <c:v>-8.2390948223074609</c:v>
                </c:pt>
                <c:pt idx="492">
                  <c:v>-36.762239853333988</c:v>
                </c:pt>
                <c:pt idx="493">
                  <c:v>-30.814966467866629</c:v>
                </c:pt>
                <c:pt idx="494">
                  <c:v>-60.871255651003487</c:v>
                </c:pt>
                <c:pt idx="495">
                  <c:v>-33.210214512418538</c:v>
                </c:pt>
                <c:pt idx="496">
                  <c:v>#N/A</c:v>
                </c:pt>
                <c:pt idx="497">
                  <c:v>-28.702640597716659</c:v>
                </c:pt>
                <c:pt idx="498">
                  <c:v>-21.996055463540031</c:v>
                </c:pt>
                <c:pt idx="499">
                  <c:v>-15.20015640906179</c:v>
                </c:pt>
                <c:pt idx="500">
                  <c:v>-4.7807113236610768</c:v>
                </c:pt>
                <c:pt idx="501">
                  <c:v>#N/A</c:v>
                </c:pt>
                <c:pt idx="502">
                  <c:v>#N/A</c:v>
                </c:pt>
                <c:pt idx="503">
                  <c:v>#N/A</c:v>
                </c:pt>
                <c:pt idx="504">
                  <c:v>#N/A</c:v>
                </c:pt>
                <c:pt idx="505">
                  <c:v>#N/A</c:v>
                </c:pt>
                <c:pt idx="506">
                  <c:v>#N/A</c:v>
                </c:pt>
                <c:pt idx="507">
                  <c:v>#N/A</c:v>
                </c:pt>
                <c:pt idx="508">
                  <c:v>#N/A</c:v>
                </c:pt>
                <c:pt idx="509">
                  <c:v>#N/A</c:v>
                </c:pt>
                <c:pt idx="510">
                  <c:v>-1.8904165713509931</c:v>
                </c:pt>
                <c:pt idx="511">
                  <c:v>#N/A</c:v>
                </c:pt>
                <c:pt idx="512">
                  <c:v>-11.942566234535301</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-30.597416020654229</c:v>
                </c:pt>
                <c:pt idx="538">
                  <c:v>-14.76976671723912</c:v>
                </c:pt>
                <c:pt idx="539">
                  <c:v>-1.623349062821952</c:v>
                </c:pt>
                <c:pt idx="540">
                  <c:v>-15.533511691875329</c:v>
                </c:pt>
                <c:pt idx="541">
                  <c:v>-37.502730375674084</c:v>
                </c:pt>
                <c:pt idx="542">
                  <c:v>-73.488537020629877</c:v>
                </c:pt>
                <c:pt idx="543">
                  <c:v>-62.896916788236837</c:v>
                </c:pt>
                <c:pt idx="544">
                  <c:v>-84.260014303851548</c:v>
                </c:pt>
                <c:pt idx="545">
                  <c:v>-115.4695611106994</c:v>
                </c:pt>
                <c:pt idx="546">
                  <c:v>-84.654915362588937</c:v>
                </c:pt>
                <c:pt idx="547">
                  <c:v>-89.887878530212603</c:v>
                </c:pt>
                <c:pt idx="548">
                  <c:v>-116.7873342191465</c:v>
                </c:pt>
                <c:pt idx="549">
                  <c:v>-85.906196268605967</c:v>
                </c:pt>
                <c:pt idx="550">
                  <c:v>-80.822042802850405</c:v>
                </c:pt>
                <c:pt idx="551">
                  <c:v>-45.800068290568717</c:v>
                </c:pt>
                <c:pt idx="552">
                  <c:v>-47.737173995560191</c:v>
                </c:pt>
                <c:pt idx="553">
                  <c:v>-9.4141420242414977</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-8.8106550853414713</c:v>
                </c:pt>
                <c:pt idx="576">
                  <c:v>-43.012257167179087</c:v>
                </c:pt>
                <c:pt idx="577">
                  <c:v>-49.420905996695339</c:v>
                </c:pt>
                <c:pt idx="578">
                  <c:v>-35.345232616024177</c:v>
                </c:pt>
                <c:pt idx="579">
                  <c:v>-19.019374920291561</c:v>
                </c:pt>
                <c:pt idx="580">
                  <c:v>#N/A</c:v>
                </c:pt>
                <c:pt idx="581">
                  <c:v>#N/A</c:v>
                </c:pt>
                <c:pt idx="582">
                  <c:v>#N/A</c:v>
                </c:pt>
                <c:pt idx="583">
                  <c:v>#N/A</c:v>
                </c:pt>
                <c:pt idx="584">
                  <c:v>#N/A</c:v>
                </c:pt>
                <c:pt idx="585">
                  <c:v>#N/A</c:v>
                </c:pt>
                <c:pt idx="586">
                  <c:v>#N/A</c:v>
                </c:pt>
                <c:pt idx="587">
                  <c:v>-5.1486756323362579</c:v>
                </c:pt>
                <c:pt idx="588">
                  <c:v>#N/A</c:v>
                </c:pt>
                <c:pt idx="589">
                  <c:v>-17.60673332210672</c:v>
                </c:pt>
                <c:pt idx="590">
                  <c:v>-4.5233123639668857</c:v>
                </c:pt>
                <c:pt idx="591">
                  <c:v>-5.4179834352060254</c:v>
                </c:pt>
                <c:pt idx="592">
                  <c:v>#N/A</c:v>
                </c:pt>
                <c:pt idx="593">
                  <c:v>#N/A</c:v>
                </c:pt>
                <c:pt idx="594">
                  <c:v>-7.3818101516035242</c:v>
                </c:pt>
                <c:pt idx="595">
                  <c:v>-44.695076227690272</c:v>
                </c:pt>
                <c:pt idx="596">
                  <c:v>-35.284429399948259</c:v>
                </c:pt>
                <c:pt idx="597">
                  <c:v>-26.509896299354459</c:v>
                </c:pt>
                <c:pt idx="598">
                  <c:v>-50.206317660221913</c:v>
                </c:pt>
                <c:pt idx="599">
                  <c:v>-4.9870561689838722</c:v>
                </c:pt>
                <c:pt idx="600">
                  <c:v>-4.9870561689838722</c:v>
                </c:pt>
                <c:pt idx="601">
                  <c:v>#N/A</c:v>
                </c:pt>
                <c:pt idx="602">
                  <c:v>#N/A</c:v>
                </c:pt>
                <c:pt idx="603">
                  <c:v>#N/A</c:v>
                </c:pt>
                <c:pt idx="604">
                  <c:v>#N/A</c:v>
                </c:pt>
                <c:pt idx="605">
                  <c:v>-9.7634209365474174</c:v>
                </c:pt>
                <c:pt idx="606">
                  <c:v>#N/A</c:v>
                </c:pt>
                <c:pt idx="607">
                  <c:v>#N/A</c:v>
                </c:pt>
                <c:pt idx="608">
                  <c:v>-2.2200266995674869</c:v>
                </c:pt>
                <c:pt idx="609">
                  <c:v>#N/A</c:v>
                </c:pt>
                <c:pt idx="610">
                  <c:v>#N/A</c:v>
                </c:pt>
                <c:pt idx="611">
                  <c:v>#N/A</c:v>
                </c:pt>
                <c:pt idx="612">
                  <c:v>-11.11695839496385</c:v>
                </c:pt>
                <c:pt idx="613">
                  <c:v>#N/A</c:v>
                </c:pt>
                <c:pt idx="614">
                  <c:v>#N/A</c:v>
                </c:pt>
                <c:pt idx="615">
                  <c:v>-11.542273734783951</c:v>
                </c:pt>
                <c:pt idx="616">
                  <c:v>-24.803035118813028</c:v>
                </c:pt>
                <c:pt idx="617">
                  <c:v>-16.274289640641982</c:v>
                </c:pt>
                <c:pt idx="618">
                  <c:v>#N/A</c:v>
                </c:pt>
                <c:pt idx="619">
                  <c:v>#N/A</c:v>
                </c:pt>
                <c:pt idx="620">
                  <c:v>#N/A</c:v>
                </c:pt>
                <c:pt idx="621">
                  <c:v>#N/A</c:v>
                </c:pt>
                <c:pt idx="622">
                  <c:v>#N/A</c:v>
                </c:pt>
                <c:pt idx="623">
                  <c:v>#N/A</c:v>
                </c:pt>
                <c:pt idx="624">
                  <c:v>#N/A</c:v>
                </c:pt>
                <c:pt idx="625">
                  <c:v>#N/A</c:v>
                </c:pt>
                <c:pt idx="626">
                  <c:v>#N/A</c:v>
                </c:pt>
                <c:pt idx="627">
                  <c:v>#N/A</c:v>
                </c:pt>
                <c:pt idx="628">
                  <c:v>-3.8014012498648331</c:v>
                </c:pt>
                <c:pt idx="629">
                  <c:v>-5.7100460849386634</c:v>
                </c:pt>
                <c:pt idx="630">
                  <c:v>-10.73389309931008</c:v>
                </c:pt>
                <c:pt idx="631">
                  <c:v>#N/A</c:v>
                </c:pt>
                <c:pt idx="632">
                  <c:v>-4.490484718908033</c:v>
                </c:pt>
                <c:pt idx="633">
                  <c:v>#N/A</c:v>
                </c:pt>
                <c:pt idx="634">
                  <c:v>-14.865826024196011</c:v>
                </c:pt>
                <c:pt idx="635">
                  <c:v>-41.176418494906329</c:v>
                </c:pt>
                <c:pt idx="636">
                  <c:v>-39.640607265855223</c:v>
                </c:pt>
                <c:pt idx="637">
                  <c:v>-11.339693833707949</c:v>
                </c:pt>
                <c:pt idx="638">
                  <c:v>#N/A</c:v>
                </c:pt>
                <c:pt idx="639">
                  <c:v>-16.9431997501644</c:v>
                </c:pt>
                <c:pt idx="640">
                  <c:v>#N/A</c:v>
                </c:pt>
                <c:pt idx="641">
                  <c:v>-22.496764916254421</c:v>
                </c:pt>
                <c:pt idx="642">
                  <c:v>-19.421741431402459</c:v>
                </c:pt>
                <c:pt idx="643">
                  <c:v>-55.500608902423323</c:v>
                </c:pt>
                <c:pt idx="644">
                  <c:v>-63.914858020988078</c:v>
                </c:pt>
                <c:pt idx="645">
                  <c:v>-105.26192138166419</c:v>
                </c:pt>
                <c:pt idx="646">
                  <c:v>-70.488142380149895</c:v>
                </c:pt>
                <c:pt idx="647">
                  <c:v>-104.8769994801137</c:v>
                </c:pt>
                <c:pt idx="648">
                  <c:v>-118.9238773300539</c:v>
                </c:pt>
                <c:pt idx="649">
                  <c:v>-87.13504304346371</c:v>
                </c:pt>
                <c:pt idx="650">
                  <c:v>-49.83697113702322</c:v>
                </c:pt>
                <c:pt idx="651">
                  <c:v>-61.4377959234399</c:v>
                </c:pt>
                <c:pt idx="652">
                  <c:v>-92.559703925225364</c:v>
                </c:pt>
                <c:pt idx="653">
                  <c:v>-117.086765848436</c:v>
                </c:pt>
                <c:pt idx="654">
                  <c:v>-67.062940954961377</c:v>
                </c:pt>
                <c:pt idx="655">
                  <c:v>-58.044333278899479</c:v>
                </c:pt>
                <c:pt idx="656">
                  <c:v>-77.572230400853954</c:v>
                </c:pt>
                <c:pt idx="657">
                  <c:v>-63.025606497669443</c:v>
                </c:pt>
                <c:pt idx="658">
                  <c:v>-95.775476091389947</c:v>
                </c:pt>
                <c:pt idx="659">
                  <c:v>-35.527723925350593</c:v>
                </c:pt>
                <c:pt idx="660">
                  <c:v>-33.395034185487319</c:v>
                </c:pt>
                <c:pt idx="661">
                  <c:v>#N/A</c:v>
                </c:pt>
                <c:pt idx="662">
                  <c:v>-24.264528206139769</c:v>
                </c:pt>
                <c:pt idx="663">
                  <c:v>-53.543141440373383</c:v>
                </c:pt>
                <c:pt idx="664">
                  <c:v>-39.385377721048208</c:v>
                </c:pt>
                <c:pt idx="665">
                  <c:v>#N/A</c:v>
                </c:pt>
                <c:pt idx="666">
                  <c:v>#N/A</c:v>
                </c:pt>
                <c:pt idx="667">
                  <c:v>#N/A</c:v>
                </c:pt>
                <c:pt idx="668">
                  <c:v>#N/A</c:v>
                </c:pt>
                <c:pt idx="669">
                  <c:v>-4.1921642903746701</c:v>
                </c:pt>
                <c:pt idx="670">
                  <c:v>#N/A</c:v>
                </c:pt>
                <c:pt idx="671">
                  <c:v>#N/A</c:v>
                </c:pt>
                <c:pt idx="672">
                  <c:v>#N/A</c:v>
                </c:pt>
                <c:pt idx="673">
                  <c:v>#N/A</c:v>
                </c:pt>
                <c:pt idx="674">
                  <c:v>#N/A</c:v>
                </c:pt>
                <c:pt idx="675">
                  <c:v>#N/A</c:v>
                </c:pt>
                <c:pt idx="676">
                  <c:v>#N/A</c:v>
                </c:pt>
                <c:pt idx="677">
                  <c:v>#N/A</c:v>
                </c:pt>
                <c:pt idx="678">
                  <c:v>#N/A</c:v>
                </c:pt>
                <c:pt idx="679">
                  <c:v>-20.085669462736089</c:v>
                </c:pt>
                <c:pt idx="680">
                  <c:v>-51.769632210294809</c:v>
                </c:pt>
                <c:pt idx="681">
                  <c:v>-60.464109193067458</c:v>
                </c:pt>
                <c:pt idx="682">
                  <c:v>-83.244677942140882</c:v>
                </c:pt>
                <c:pt idx="683">
                  <c:v>-83.923821871481962</c:v>
                </c:pt>
                <c:pt idx="684">
                  <c:v>-112.3967246473851</c:v>
                </c:pt>
                <c:pt idx="685">
                  <c:v>-52.205643873494971</c:v>
                </c:pt>
                <c:pt idx="686">
                  <c:v>-62.345107288803398</c:v>
                </c:pt>
                <c:pt idx="687">
                  <c:v>-27.092493313883299</c:v>
                </c:pt>
                <c:pt idx="688">
                  <c:v>-5.6469830264893064</c:v>
                </c:pt>
                <c:pt idx="689">
                  <c:v>-37.468005647957142</c:v>
                </c:pt>
                <c:pt idx="690">
                  <c:v>-23.553031318774359</c:v>
                </c:pt>
                <c:pt idx="691">
                  <c:v>-47.878639243335869</c:v>
                </c:pt>
                <c:pt idx="692">
                  <c:v>-66.44052058134362</c:v>
                </c:pt>
                <c:pt idx="693">
                  <c:v>-94.831423385913268</c:v>
                </c:pt>
                <c:pt idx="694">
                  <c:v>-54.480935320991193</c:v>
                </c:pt>
                <c:pt idx="695">
                  <c:v>-74.552340368967549</c:v>
                </c:pt>
                <c:pt idx="696">
                  <c:v>-72.796088559940102</c:v>
                </c:pt>
                <c:pt idx="697">
                  <c:v>-104.4898216413286</c:v>
                </c:pt>
                <c:pt idx="698">
                  <c:v>-44.10686338739027</c:v>
                </c:pt>
                <c:pt idx="699">
                  <c:v>-29.617318120844281</c:v>
                </c:pt>
                <c:pt idx="700">
                  <c:v>-50.981900929540927</c:v>
                </c:pt>
                <c:pt idx="701">
                  <c:v>-6.80443835305819</c:v>
                </c:pt>
                <c:pt idx="702">
                  <c:v>-25.86162013922543</c:v>
                </c:pt>
                <c:pt idx="703">
                  <c:v>-28.15871647233746</c:v>
                </c:pt>
                <c:pt idx="704">
                  <c:v>-35.814953851298426</c:v>
                </c:pt>
                <c:pt idx="705">
                  <c:v>-43.688160327969598</c:v>
                </c:pt>
                <c:pt idx="706">
                  <c:v>-49.194864347925169</c:v>
                </c:pt>
                <c:pt idx="707">
                  <c:v>-15.10460598853769</c:v>
                </c:pt>
                <c:pt idx="708">
                  <c:v>-50.845756975185921</c:v>
                </c:pt>
                <c:pt idx="709">
                  <c:v>-45.710674243444863</c:v>
                </c:pt>
                <c:pt idx="710">
                  <c:v>-60.262403080530881</c:v>
                </c:pt>
                <c:pt idx="711">
                  <c:v>-24.28242186501997</c:v>
                </c:pt>
                <c:pt idx="712">
                  <c:v>-37.703745918450707</c:v>
                </c:pt>
                <c:pt idx="713">
                  <c:v>#N/A</c:v>
                </c:pt>
                <c:pt idx="714">
                  <c:v>-0.87374085667366042</c:v>
                </c:pt>
                <c:pt idx="715">
                  <c:v>-14.47872179108972</c:v>
                </c:pt>
                <c:pt idx="716">
                  <c:v>-14.86910858871787</c:v>
                </c:pt>
                <c:pt idx="717">
                  <c:v>-20.154945101869131</c:v>
                </c:pt>
                <c:pt idx="718">
                  <c:v>-13.88420098970272</c:v>
                </c:pt>
                <c:pt idx="719">
                  <c:v>-6.6167100797083487</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-9.7891194230338847</c:v>
                </c:pt>
                <c:pt idx="740">
                  <c:v>-19.7469416556402</c:v>
                </c:pt>
                <c:pt idx="741">
                  <c:v>-24.924425204910118</c:v>
                </c:pt>
                <c:pt idx="742">
                  <c:v>#N/A</c:v>
                </c:pt>
                <c:pt idx="743">
                  <c:v>-6.0242339403232119</c:v>
                </c:pt>
                <c:pt idx="744">
                  <c:v>-36.370163227529481</c:v>
                </c:pt>
                <c:pt idx="745">
                  <c:v>#N/A</c:v>
                </c:pt>
                <c:pt idx="746">
                  <c:v>#N/A</c:v>
                </c:pt>
                <c:pt idx="747">
                  <c:v>-4.9792915923125776</c:v>
                </c:pt>
                <c:pt idx="748">
                  <c:v>#N/A</c:v>
                </c:pt>
                <c:pt idx="749">
                  <c:v>#N/A</c:v>
                </c:pt>
                <c:pt idx="750">
                  <c:v>#N/A</c:v>
                </c:pt>
                <c:pt idx="751">
                  <c:v>#N/A</c:v>
                </c:pt>
                <c:pt idx="752">
                  <c:v>#N/A</c:v>
                </c:pt>
                <c:pt idx="753">
                  <c:v>-12.74319021468999</c:v>
                </c:pt>
                <c:pt idx="754">
                  <c:v>-45.72181008887528</c:v>
                </c:pt>
                <c:pt idx="755">
                  <c:v>-66.304802323537601</c:v>
                </c:pt>
                <c:pt idx="756">
                  <c:v>-100.5625819541129</c:v>
                </c:pt>
                <c:pt idx="757">
                  <c:v>-105.6101873868668</c:v>
                </c:pt>
                <c:pt idx="758">
                  <c:v>-93.707878794537436</c:v>
                </c:pt>
                <c:pt idx="759">
                  <c:v>-86.734393534961214</c:v>
                </c:pt>
                <c:pt idx="760">
                  <c:v>-74.960430292523384</c:v>
                </c:pt>
                <c:pt idx="761">
                  <c:v>-80.607836279040143</c:v>
                </c:pt>
                <c:pt idx="762">
                  <c:v>-38.978669583724148</c:v>
                </c:pt>
                <c:pt idx="763">
                  <c:v>-39.671822727865766</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-0.20076002162342649</c:v>
                </c:pt>
                <c:pt idx="784">
                  <c:v>#N/A</c:v>
                </c:pt>
                <c:pt idx="785">
                  <c:v>#N/A</c:v>
                </c:pt>
                <c:pt idx="786">
                  <c:v>-1.0982154000910711</c:v>
                </c:pt>
                <c:pt idx="787">
                  <c:v>-24.363903070450089</c:v>
                </c:pt>
                <c:pt idx="788">
                  <c:v>-18.57556907722039</c:v>
                </c:pt>
                <c:pt idx="789">
                  <c:v>-39.19751546216429</c:v>
                </c:pt>
                <c:pt idx="790">
                  <c:v>-15.113136142408861</c:v>
                </c:pt>
                <c:pt idx="791">
                  <c:v>#N/A</c:v>
                </c:pt>
                <c:pt idx="792">
                  <c:v>#N/A</c:v>
                </c:pt>
                <c:pt idx="793">
                  <c:v>#N/A</c:v>
                </c:pt>
                <c:pt idx="794">
                  <c:v>#N/A</c:v>
                </c:pt>
                <c:pt idx="795">
                  <c:v>#N/A</c:v>
                </c:pt>
                <c:pt idx="796">
                  <c:v>#N/A</c:v>
                </c:pt>
                <c:pt idx="797">
                  <c:v>#N/A</c:v>
                </c:pt>
                <c:pt idx="798">
                  <c:v>#N/A</c:v>
                </c:pt>
                <c:pt idx="799">
                  <c:v>#N/A</c:v>
                </c:pt>
                <c:pt idx="800">
                  <c:v>#N/A</c:v>
                </c:pt>
                <c:pt idx="801">
                  <c:v>-26.28873296475053</c:v>
                </c:pt>
                <c:pt idx="802">
                  <c:v>-29.82790521388484</c:v>
                </c:pt>
                <c:pt idx="803">
                  <c:v>-8.9927194729129418</c:v>
                </c:pt>
                <c:pt idx="804">
                  <c:v>#N/A</c:v>
                </c:pt>
                <c:pt idx="805">
                  <c:v>-13.914942888176229</c:v>
                </c:pt>
                <c:pt idx="806">
                  <c:v>-49.671576613434517</c:v>
                </c:pt>
                <c:pt idx="807">
                  <c:v>-17.156231947841079</c:v>
                </c:pt>
                <c:pt idx="808">
                  <c:v>-63.858759418179787</c:v>
                </c:pt>
                <c:pt idx="809">
                  <c:v>-60.111348425003513</c:v>
                </c:pt>
                <c:pt idx="810">
                  <c:v>-100.5417181581157</c:v>
                </c:pt>
                <c:pt idx="811">
                  <c:v>-100.5417181581157</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numCache>
            </c:numRef>
          </c:val>
          <c:extLst>
            <c:ext xmlns:c16="http://schemas.microsoft.com/office/drawing/2014/chart" uri="{C3380CC4-5D6E-409C-BE32-E72D297353CC}">
              <c16:uniqueId val="{00000001-67C7-4576-87BB-C630F1BE9691}"/>
            </c:ext>
          </c:extLst>
        </c:ser>
        <c:dLbls>
          <c:showLegendKey val="0"/>
          <c:showVal val="0"/>
          <c:showCatName val="0"/>
          <c:showSerName val="0"/>
          <c:showPercent val="0"/>
          <c:showBubbleSize val="0"/>
        </c:dLbls>
        <c:axId val="390145295"/>
        <c:axId val="390144335"/>
      </c:areaChart>
      <c:dateAx>
        <c:axId val="390145295"/>
        <c:scaling>
          <c:orientation val="minMax"/>
        </c:scaling>
        <c:delete val="0"/>
        <c:axPos val="b"/>
        <c:numFmt formatCode="[$-409]mmm\-yy;@" sourceLinked="0"/>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At val="0"/>
        <c:auto val="1"/>
        <c:lblOffset val="100"/>
        <c:baseTimeUnit val="days"/>
      </c:dateAx>
      <c:valAx>
        <c:axId val="390144335"/>
        <c:scaling>
          <c:orientation val="minMax"/>
          <c:min val="-100"/>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midCat"/>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'Component treatment'!$J$4</c:f>
              <c:strCache>
                <c:ptCount val="1"/>
                <c:pt idx="0">
                  <c:v>Positive</c:v>
                </c:pt>
              </c:strCache>
            </c:strRef>
          </c:tx>
          <c:spPr>
            <a:ln w="19050" cap="rnd">
              <a:solidFill>
                <a:srgbClr val="1F2F44"/>
              </a:solidFill>
              <a:round/>
            </a:ln>
            <a:effectLst/>
          </c:spPr>
          <c:marker>
            <c:symbol val="none"/>
          </c:marker>
          <c:cat>
            <c:numRef>
              <c:f>'Component treatment'!$C$5:$C$50000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treatment'!$J$5:$J$50000</c:f>
              <c:numCache>
                <c:formatCode>0%</c:formatCode>
                <c:ptCount val="49996"/>
                <c:pt idx="0">
                  <c:v>5.2061258205286093E-2</c:v>
                </c:pt>
                <c:pt idx="1">
                  <c:v>4.9039850108601041E-2</c:v>
                </c:pt>
                <c:pt idx="2">
                  <c:v>4.8805999434451158E-2</c:v>
                </c:pt>
                <c:pt idx="3">
                  <c:v>4.9836106253931423E-2</c:v>
                </c:pt>
                <c:pt idx="4">
                  <c:v>5.1893434439616123E-2</c:v>
                </c:pt>
                <c:pt idx="5">
                  <c:v>4.8826197607382139E-2</c:v>
                </c:pt>
                <c:pt idx="6">
                  <c:v>4.7798976241177717E-2</c:v>
                </c:pt>
                <c:pt idx="7">
                  <c:v>4.6007109756871702E-2</c:v>
                </c:pt>
                <c:pt idx="8">
                  <c:v>4.2934102018086007E-2</c:v>
                </c:pt>
                <c:pt idx="9">
                  <c:v>4.0888315645504741E-2</c:v>
                </c:pt>
                <c:pt idx="10">
                  <c:v>3.7304582676892711E-2</c:v>
                </c:pt>
                <c:pt idx="11">
                  <c:v>3.4499922092761537E-2</c:v>
                </c:pt>
                <c:pt idx="12">
                  <c:v>3.2467120259921628E-2</c:v>
                </c:pt>
                <c:pt idx="13">
                  <c:v>2.786770773820859E-2</c:v>
                </c:pt>
                <c:pt idx="14">
                  <c:v>2.4030054881321299E-2</c:v>
                </c:pt>
                <c:pt idx="15">
                  <c:v>2.3004276241754811E-2</c:v>
                </c:pt>
                <c:pt idx="16">
                  <c:v>2.27575699866692E-2</c:v>
                </c:pt>
                <c:pt idx="17">
                  <c:v>2.0974359862190751E-2</c:v>
                </c:pt>
                <c:pt idx="18">
                  <c:v>1.636629098065015E-2</c:v>
                </c:pt>
                <c:pt idx="19">
                  <c:v>1.3545952767053501E-2</c:v>
                </c:pt>
                <c:pt idx="20">
                  <c:v>9.7183509057437792E-3</c:v>
                </c:pt>
                <c:pt idx="21">
                  <c:v>4.3614107173429164E-3</c:v>
                </c:pt>
                <c:pt idx="22">
                  <c:v>2.5680534155110382E-3</c:v>
                </c:pt>
                <c:pt idx="23">
                  <c:v>#N/A</c:v>
                </c:pt>
                <c:pt idx="24">
                  <c:v>#N/A</c:v>
                </c:pt>
                <c:pt idx="25">
                  <c:v>#N/A</c:v>
                </c:pt>
                <c:pt idx="26">
                  <c:v>#N/A</c:v>
                </c:pt>
                <c:pt idx="27">
                  <c:v>#N/A</c:v>
                </c:pt>
                <c:pt idx="28">
                  <c:v>9.4161958568737749E-4</c:v>
                </c:pt>
                <c:pt idx="29">
                  <c:v>1.7120356103406901E-3</c:v>
                </c:pt>
                <c:pt idx="30">
                  <c:v>3.7579181646978212E-3</c:v>
                </c:pt>
                <c:pt idx="31">
                  <c:v>5.7866803629515453E-3</c:v>
                </c:pt>
                <c:pt idx="32">
                  <c:v>5.3073103920561497E-3</c:v>
                </c:pt>
                <c:pt idx="33">
                  <c:v>1.0015408320493021E-3</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6.3769323388932343E-4</c:v>
                </c:pt>
                <c:pt idx="71">
                  <c:v>4.7135088249895792E-3</c:v>
                </c:pt>
                <c:pt idx="72">
                  <c:v>9.0361273902796659E-3</c:v>
                </c:pt>
                <c:pt idx="73">
                  <c:v>1.438019641522246E-2</c:v>
                </c:pt>
                <c:pt idx="74">
                  <c:v>2.125358791606986E-2</c:v>
                </c:pt>
                <c:pt idx="75">
                  <c:v>2.4054017039391459E-2</c:v>
                </c:pt>
                <c:pt idx="76">
                  <c:v>2.558761933565774E-2</c:v>
                </c:pt>
                <c:pt idx="77">
                  <c:v>3.2208501435166417E-2</c:v>
                </c:pt>
                <c:pt idx="78">
                  <c:v>3.3746383551794393E-2</c:v>
                </c:pt>
                <c:pt idx="79">
                  <c:v>4.0374398685239177E-2</c:v>
                </c:pt>
                <c:pt idx="80">
                  <c:v>5.0058205556918763E-2</c:v>
                </c:pt>
                <c:pt idx="81">
                  <c:v>5.3626149131767109E-2</c:v>
                </c:pt>
                <c:pt idx="82">
                  <c:v>5.7967313585291107E-2</c:v>
                </c:pt>
                <c:pt idx="83">
                  <c:v>5.924412665985699E-2</c:v>
                </c:pt>
                <c:pt idx="84">
                  <c:v>6.0265577119509701E-2</c:v>
                </c:pt>
                <c:pt idx="85">
                  <c:v>6.1797752808988762E-2</c:v>
                </c:pt>
                <c:pt idx="86">
                  <c:v>6.2308478038815118E-2</c:v>
                </c:pt>
                <c:pt idx="87">
                  <c:v>6.4862104187946884E-2</c:v>
                </c:pt>
                <c:pt idx="88">
                  <c:v>7.0480081716036772E-2</c:v>
                </c:pt>
                <c:pt idx="89">
                  <c:v>7.5331971399387132E-2</c:v>
                </c:pt>
                <c:pt idx="90">
                  <c:v>7.4055158324821235E-2</c:v>
                </c:pt>
                <c:pt idx="91">
                  <c:v>7.3289070480081722E-2</c:v>
                </c:pt>
                <c:pt idx="92">
                  <c:v>7.839632277834524E-2</c:v>
                </c:pt>
                <c:pt idx="93">
                  <c:v>7.7119509703779357E-2</c:v>
                </c:pt>
                <c:pt idx="94">
                  <c:v>7.8907048008171596E-2</c:v>
                </c:pt>
                <c:pt idx="95">
                  <c:v>8.2482124616956073E-2</c:v>
                </c:pt>
                <c:pt idx="96">
                  <c:v>8.4780388151174654E-2</c:v>
                </c:pt>
                <c:pt idx="97">
                  <c:v>9.0653728294177727E-2</c:v>
                </c:pt>
                <c:pt idx="98">
                  <c:v>9.6271705822267614E-2</c:v>
                </c:pt>
                <c:pt idx="99">
                  <c:v>9.6271705822267614E-2</c:v>
                </c:pt>
                <c:pt idx="100">
                  <c:v>9.1419816138917254E-2</c:v>
                </c:pt>
                <c:pt idx="101">
                  <c:v>8.8355464759959132E-2</c:v>
                </c:pt>
                <c:pt idx="102">
                  <c:v>8.1971399387129718E-2</c:v>
                </c:pt>
                <c:pt idx="103">
                  <c:v>8.0694586312563835E-2</c:v>
                </c:pt>
                <c:pt idx="104">
                  <c:v>7.7630234933605713E-2</c:v>
                </c:pt>
                <c:pt idx="105">
                  <c:v>7.7119509703779357E-2</c:v>
                </c:pt>
                <c:pt idx="106">
                  <c:v>7.635342185903983E-2</c:v>
                </c:pt>
                <c:pt idx="107">
                  <c:v>7.4055158324821235E-2</c:v>
                </c:pt>
                <c:pt idx="108">
                  <c:v>7.3544433094994893E-2</c:v>
                </c:pt>
                <c:pt idx="109">
                  <c:v>7.4055158324821235E-2</c:v>
                </c:pt>
                <c:pt idx="110">
                  <c:v>6.4862104187946884E-2</c:v>
                </c:pt>
                <c:pt idx="111">
                  <c:v>5.7456588355464751E-2</c:v>
                </c:pt>
                <c:pt idx="112">
                  <c:v>5.388151174668028E-2</c:v>
                </c:pt>
                <c:pt idx="113">
                  <c:v>4.9540347293156282E-2</c:v>
                </c:pt>
                <c:pt idx="114">
                  <c:v>4.2390194075587327E-2</c:v>
                </c:pt>
                <c:pt idx="115">
                  <c:v>4.1879468845760971E-2</c:v>
                </c:pt>
                <c:pt idx="116">
                  <c:v>3.8815117466802863E-2</c:v>
                </c:pt>
                <c:pt idx="117">
                  <c:v>3.3707865168539318E-2</c:v>
                </c:pt>
                <c:pt idx="118">
                  <c:v>2.860061287027579E-2</c:v>
                </c:pt>
                <c:pt idx="119">
                  <c:v>2.0939734422880489E-2</c:v>
                </c:pt>
                <c:pt idx="120">
                  <c:v>1.2763802565745049E-2</c:v>
                </c:pt>
                <c:pt idx="121">
                  <c:v>1.3277413248847261E-2</c:v>
                </c:pt>
                <c:pt idx="122">
                  <c:v>1.3796794838501171E-2</c:v>
                </c:pt>
                <c:pt idx="123">
                  <c:v>1.14942031243688E-2</c:v>
                </c:pt>
                <c:pt idx="124">
                  <c:v>1.046553903152646E-2</c:v>
                </c:pt>
                <c:pt idx="125">
                  <c:v>1.2525752670487E-2</c:v>
                </c:pt>
                <c:pt idx="126">
                  <c:v>1.3819878464708019E-2</c:v>
                </c:pt>
                <c:pt idx="127">
                  <c:v>1.229058822850481E-2</c:v>
                </c:pt>
                <c:pt idx="128">
                  <c:v>1.1530271290316991E-2</c:v>
                </c:pt>
                <c:pt idx="129">
                  <c:v>8.2004582099802006E-3</c:v>
                </c:pt>
                <c:pt idx="130">
                  <c:v>7.1847786568792057E-3</c:v>
                </c:pt>
                <c:pt idx="131">
                  <c:v>6.4287898986051667E-3</c:v>
                </c:pt>
                <c:pt idx="132">
                  <c:v>9.2493204757535322E-3</c:v>
                </c:pt>
                <c:pt idx="133">
                  <c:v>1.2841709804193141E-2</c:v>
                </c:pt>
                <c:pt idx="134">
                  <c:v>1.4637904468412941E-2</c:v>
                </c:pt>
                <c:pt idx="135">
                  <c:v>1.643554185927067E-2</c:v>
                </c:pt>
                <c:pt idx="136">
                  <c:v>1.6946267089097019E-2</c:v>
                </c:pt>
                <c:pt idx="137">
                  <c:v>1.720595788392398E-2</c:v>
                </c:pt>
                <c:pt idx="138">
                  <c:v>2.02861792558993E-2</c:v>
                </c:pt>
                <c:pt idx="139">
                  <c:v>2.3370728807788409E-2</c:v>
                </c:pt>
                <c:pt idx="140">
                  <c:v>2.4913003583732961E-2</c:v>
                </c:pt>
                <c:pt idx="141">
                  <c:v>2.7734976887519261E-2</c:v>
                </c:pt>
                <c:pt idx="142">
                  <c:v>2.953261427837699E-2</c:v>
                </c:pt>
                <c:pt idx="143">
                  <c:v>3.0816640986132501E-2</c:v>
                </c:pt>
                <c:pt idx="144">
                  <c:v>3.0816640986132501E-2</c:v>
                </c:pt>
                <c:pt idx="145">
                  <c:v>3.3384694401643551E-2</c:v>
                </c:pt>
                <c:pt idx="146">
                  <c:v>3.6723163841807897E-2</c:v>
                </c:pt>
                <c:pt idx="147">
                  <c:v>3.4155110426296868E-2</c:v>
                </c:pt>
                <c:pt idx="148">
                  <c:v>3.2614278376990241E-2</c:v>
                </c:pt>
                <c:pt idx="149">
                  <c:v>3.4155110426296868E-2</c:v>
                </c:pt>
                <c:pt idx="150">
                  <c:v>3.4668721109399073E-2</c:v>
                </c:pt>
                <c:pt idx="151">
                  <c:v>3.6466358500256812E-2</c:v>
                </c:pt>
                <c:pt idx="152">
                  <c:v>3.5695942475603488E-2</c:v>
                </c:pt>
                <c:pt idx="153">
                  <c:v>3.5439137134052383E-2</c:v>
                </c:pt>
                <c:pt idx="154">
                  <c:v>3.6209553158705693E-2</c:v>
                </c:pt>
                <c:pt idx="155">
                  <c:v>3.5182331792501277E-2</c:v>
                </c:pt>
                <c:pt idx="156">
                  <c:v>3.3641499743194657E-2</c:v>
                </c:pt>
                <c:pt idx="157">
                  <c:v>3.133025166923472E-2</c:v>
                </c:pt>
                <c:pt idx="158">
                  <c:v>3.2357473035439142E-2</c:v>
                </c:pt>
                <c:pt idx="159">
                  <c:v>3.4411915767847967E-2</c:v>
                </c:pt>
                <c:pt idx="160">
                  <c:v>3.3898305084745763E-2</c:v>
                </c:pt>
                <c:pt idx="161">
                  <c:v>3.0046224961479191E-2</c:v>
                </c:pt>
                <c:pt idx="162">
                  <c:v>2.8248587570621469E-2</c:v>
                </c:pt>
                <c:pt idx="163">
                  <c:v>2.4910118130457109E-2</c:v>
                </c:pt>
                <c:pt idx="164">
                  <c:v>2.3369286081150489E-2</c:v>
                </c:pt>
                <c:pt idx="165">
                  <c:v>2.0801232665639439E-2</c:v>
                </c:pt>
                <c:pt idx="166">
                  <c:v>2.0030816640986129E-2</c:v>
                </c:pt>
                <c:pt idx="167">
                  <c:v>2.054442732408834E-2</c:v>
                </c:pt>
                <c:pt idx="168">
                  <c:v>1.7462763225475089E-2</c:v>
                </c:pt>
                <c:pt idx="169">
                  <c:v>1.5921931176168459E-2</c:v>
                </c:pt>
                <c:pt idx="170">
                  <c:v>1.309707241910631E-2</c:v>
                </c:pt>
                <c:pt idx="171">
                  <c:v>7.1905495634309148E-3</c:v>
                </c:pt>
                <c:pt idx="172">
                  <c:v>1.027221366204413E-3</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1.5236160487557091E-3</c:v>
                </c:pt>
                <c:pt idx="235">
                  <c:v>4.3169121381411843E-3</c:v>
                </c:pt>
                <c:pt idx="236">
                  <c:v>1.2188928390045709E-2</c:v>
                </c:pt>
                <c:pt idx="237">
                  <c:v>1.6759776536312849E-2</c:v>
                </c:pt>
                <c:pt idx="238">
                  <c:v>1.8283392585068559E-2</c:v>
                </c:pt>
                <c:pt idx="239">
                  <c:v>2.1330624682579988E-2</c:v>
                </c:pt>
                <c:pt idx="240">
                  <c:v>2.2600304723209751E-2</c:v>
                </c:pt>
                <c:pt idx="241">
                  <c:v>2.158456069070594E-2</c:v>
                </c:pt>
                <c:pt idx="242">
                  <c:v>2.0568816658202128E-2</c:v>
                </c:pt>
                <c:pt idx="243">
                  <c:v>2.2092432706957842E-2</c:v>
                </c:pt>
                <c:pt idx="244">
                  <c:v>2.2092432706957849E-2</c:v>
                </c:pt>
                <c:pt idx="245">
                  <c:v>2.2600304723209751E-2</c:v>
                </c:pt>
                <c:pt idx="246">
                  <c:v>2.3630395422839311E-2</c:v>
                </c:pt>
                <c:pt idx="247">
                  <c:v>2.3878592764114959E-2</c:v>
                </c:pt>
                <c:pt idx="248">
                  <c:v>2.3373590081288208E-2</c:v>
                </c:pt>
                <c:pt idx="249">
                  <c:v>2.0828491333178389E-2</c:v>
                </c:pt>
                <c:pt idx="250">
                  <c:v>1.8531589926344211E-2</c:v>
                </c:pt>
                <c:pt idx="251">
                  <c:v>1.9053808609721869E-2</c:v>
                </c:pt>
                <c:pt idx="252">
                  <c:v>1.8563152594020881E-2</c:v>
                </c:pt>
                <c:pt idx="253">
                  <c:v>2.0380875318854672E-2</c:v>
                </c:pt>
                <c:pt idx="254">
                  <c:v>2.0406699319681039E-2</c:v>
                </c:pt>
                <c:pt idx="255">
                  <c:v>2.2478358052640791E-2</c:v>
                </c:pt>
                <c:pt idx="256">
                  <c:v>2.4561787573855989E-2</c:v>
                </c:pt>
                <c:pt idx="257">
                  <c:v>2.6133016624135311E-2</c:v>
                </c:pt>
                <c:pt idx="258">
                  <c:v>2.435979302193762E-2</c:v>
                </c:pt>
                <c:pt idx="259">
                  <c:v>2.7734544857202399E-2</c:v>
                </c:pt>
                <c:pt idx="260">
                  <c:v>3.1617168708719091E-2</c:v>
                </c:pt>
                <c:pt idx="261">
                  <c:v>3.4484048527731972E-2</c:v>
                </c:pt>
                <c:pt idx="262">
                  <c:v>3.4759626809277751E-2</c:v>
                </c:pt>
                <c:pt idx="263">
                  <c:v>3.7600535900186839E-2</c:v>
                </c:pt>
                <c:pt idx="264">
                  <c:v>3.8371000833932627E-2</c:v>
                </c:pt>
                <c:pt idx="265">
                  <c:v>3.7613521264238732E-2</c:v>
                </c:pt>
                <c:pt idx="266">
                  <c:v>3.969695078545394E-2</c:v>
                </c:pt>
                <c:pt idx="267">
                  <c:v>3.8672549843582198E-2</c:v>
                </c:pt>
                <c:pt idx="268">
                  <c:v>3.815461098056621E-2</c:v>
                </c:pt>
                <c:pt idx="269">
                  <c:v>3.8923584278581592E-2</c:v>
                </c:pt>
                <c:pt idx="270">
                  <c:v>3.994359201159637E-2</c:v>
                </c:pt>
                <c:pt idx="271">
                  <c:v>4.5309092378048928E-2</c:v>
                </c:pt>
                <c:pt idx="272">
                  <c:v>5.0422115582864177E-2</c:v>
                </c:pt>
                <c:pt idx="273">
                  <c:v>4.8882726260195491E-2</c:v>
                </c:pt>
                <c:pt idx="274">
                  <c:v>4.7086531595975673E-2</c:v>
                </c:pt>
                <c:pt idx="275">
                  <c:v>4.3235894199347043E-2</c:v>
                </c:pt>
                <c:pt idx="276">
                  <c:v>4.194609658503981E-2</c:v>
                </c:pt>
                <c:pt idx="277">
                  <c:v>3.8861547033150701E-2</c:v>
                </c:pt>
                <c:pt idx="278">
                  <c:v>3.8826724858389818E-2</c:v>
                </c:pt>
                <c:pt idx="279">
                  <c:v>3.7517991456959783E-2</c:v>
                </c:pt>
                <c:pt idx="280">
                  <c:v>3.7259726994149867E-2</c:v>
                </c:pt>
                <c:pt idx="281">
                  <c:v>3.2869231126381272E-2</c:v>
                </c:pt>
                <c:pt idx="282">
                  <c:v>2.618047172439409E-2</c:v>
                </c:pt>
                <c:pt idx="283">
                  <c:v>1.795953663292784E-2</c:v>
                </c:pt>
                <c:pt idx="284">
                  <c:v>1.411458816974649E-2</c:v>
                </c:pt>
                <c:pt idx="285">
                  <c:v>1.0762953849011049E-2</c:v>
                </c:pt>
                <c:pt idx="286">
                  <c:v>6.6713483146067371E-3</c:v>
                </c:pt>
                <c:pt idx="287">
                  <c:v>5.6469960070572901E-3</c:v>
                </c:pt>
                <c:pt idx="288">
                  <c:v>3.3139102980778122E-3</c:v>
                </c:pt>
                <c:pt idx="289">
                  <c:v>2.5536261491317632E-3</c:v>
                </c:pt>
                <c:pt idx="290">
                  <c:v>5.1072522982634964E-4</c:v>
                </c:pt>
                <c:pt idx="291">
                  <c:v>1.2768130745658801E-3</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1.8005556333753529E-3</c:v>
                </c:pt>
                <c:pt idx="415">
                  <c:v>3.090418826166127E-3</c:v>
                </c:pt>
                <c:pt idx="416">
                  <c:v>9.0071555306532169E-3</c:v>
                </c:pt>
                <c:pt idx="417">
                  <c:v>9.5061750011672941E-3</c:v>
                </c:pt>
                <c:pt idx="418">
                  <c:v>7.6910281552038072E-3</c:v>
                </c:pt>
                <c:pt idx="419">
                  <c:v>2.5330345052995262E-3</c:v>
                </c:pt>
                <c:pt idx="420">
                  <c:v>3.3078278937292778E-3</c:v>
                </c:pt>
                <c:pt idx="421">
                  <c:v>2.015046458420878E-3</c:v>
                </c:pt>
                <c:pt idx="422">
                  <c:v>3.300532287435212E-3</c:v>
                </c:pt>
                <c:pt idx="423">
                  <c:v>5.8846360367931982E-3</c:v>
                </c:pt>
                <c:pt idx="424">
                  <c:v>5.893390764346077E-3</c:v>
                </c:pt>
                <c:pt idx="425">
                  <c:v>4.097212494747161E-3</c:v>
                </c:pt>
                <c:pt idx="426">
                  <c:v>7.4619461175701529E-3</c:v>
                </c:pt>
                <c:pt idx="427">
                  <c:v>9.0319605920530389E-3</c:v>
                </c:pt>
                <c:pt idx="428">
                  <c:v>1.420162721202782E-2</c:v>
                </c:pt>
                <c:pt idx="429">
                  <c:v>1.9892200121398879E-2</c:v>
                </c:pt>
                <c:pt idx="430">
                  <c:v>2.5571100060699441E-2</c:v>
                </c:pt>
                <c:pt idx="431">
                  <c:v>2.8932915441004809E-2</c:v>
                </c:pt>
                <c:pt idx="432">
                  <c:v>3.1775283653172698E-2</c:v>
                </c:pt>
                <c:pt idx="433">
                  <c:v>3.6428421347527662E-2</c:v>
                </c:pt>
                <c:pt idx="434">
                  <c:v>3.9918222506820353E-2</c:v>
                </c:pt>
                <c:pt idx="435">
                  <c:v>4.1445297127115303E-2</c:v>
                </c:pt>
                <c:pt idx="436">
                  <c:v>4.2822707595434863E-2</c:v>
                </c:pt>
                <c:pt idx="437">
                  <c:v>4.2871900826446277E-2</c:v>
                </c:pt>
                <c:pt idx="438">
                  <c:v>4.647530499803227E-2</c:v>
                </c:pt>
                <c:pt idx="439">
                  <c:v>5.5010330578512387E-2</c:v>
                </c:pt>
                <c:pt idx="440">
                  <c:v>5.973288075560803E-2</c:v>
                </c:pt>
                <c:pt idx="441">
                  <c:v>6.8747540338449417E-2</c:v>
                </c:pt>
                <c:pt idx="442">
                  <c:v>7.1760625737898459E-2</c:v>
                </c:pt>
                <c:pt idx="443">
                  <c:v>7.9803719008264454E-2</c:v>
                </c:pt>
                <c:pt idx="444">
                  <c:v>8.5768398268398272E-2</c:v>
                </c:pt>
                <c:pt idx="445">
                  <c:v>8.8338744588744592E-2</c:v>
                </c:pt>
                <c:pt idx="446">
                  <c:v>9.3012101534828806E-2</c:v>
                </c:pt>
                <c:pt idx="447">
                  <c:v>9.3565525383707188E-2</c:v>
                </c:pt>
                <c:pt idx="448">
                  <c:v>8.9999016135379764E-2</c:v>
                </c:pt>
                <c:pt idx="449">
                  <c:v>8.6727666273120813E-2</c:v>
                </c:pt>
                <c:pt idx="450">
                  <c:v>8.3493211334120424E-2</c:v>
                </c:pt>
                <c:pt idx="451">
                  <c:v>8.3567001180637535E-2</c:v>
                </c:pt>
                <c:pt idx="452">
                  <c:v>8.4083530106257368E-2</c:v>
                </c:pt>
                <c:pt idx="453">
                  <c:v>8.3489676491173503E-2</c:v>
                </c:pt>
                <c:pt idx="454">
                  <c:v>8.3128728567246388E-2</c:v>
                </c:pt>
                <c:pt idx="455">
                  <c:v>7.9348110226113266E-2</c:v>
                </c:pt>
                <c:pt idx="456">
                  <c:v>8.1300725883548183E-2</c:v>
                </c:pt>
                <c:pt idx="457">
                  <c:v>8.5130981972840428E-2</c:v>
                </c:pt>
                <c:pt idx="458">
                  <c:v>8.4879977956776168E-2</c:v>
                </c:pt>
                <c:pt idx="459">
                  <c:v>8.4073208968188998E-2</c:v>
                </c:pt>
                <c:pt idx="460">
                  <c:v>8.0039364025253149E-2</c:v>
                </c:pt>
                <c:pt idx="461">
                  <c:v>7.5739875634855666E-2</c:v>
                </c:pt>
                <c:pt idx="462">
                  <c:v>7.5493909479798602E-2</c:v>
                </c:pt>
                <c:pt idx="463">
                  <c:v>7.2006109401089424E-2</c:v>
                </c:pt>
                <c:pt idx="464">
                  <c:v>6.8769194800538461E-2</c:v>
                </c:pt>
                <c:pt idx="465">
                  <c:v>6.5856955524662822E-2</c:v>
                </c:pt>
                <c:pt idx="466">
                  <c:v>6.2939796925686048E-2</c:v>
                </c:pt>
                <c:pt idx="467">
                  <c:v>5.945691617007802E-2</c:v>
                </c:pt>
                <c:pt idx="468">
                  <c:v>5.3784936634462113E-2</c:v>
                </c:pt>
                <c:pt idx="469">
                  <c:v>5.2697766229109891E-2</c:v>
                </c:pt>
                <c:pt idx="470">
                  <c:v>5.2717443521514459E-2</c:v>
                </c:pt>
                <c:pt idx="471">
                  <c:v>4.9997057846583329E-2</c:v>
                </c:pt>
                <c:pt idx="472">
                  <c:v>4.9219804796602998E-2</c:v>
                </c:pt>
                <c:pt idx="473">
                  <c:v>4.2465574178736018E-2</c:v>
                </c:pt>
                <c:pt idx="474">
                  <c:v>4.0915987401876519E-2</c:v>
                </c:pt>
                <c:pt idx="475">
                  <c:v>4.2887251485279963E-2</c:v>
                </c:pt>
                <c:pt idx="476">
                  <c:v>4.0149025855488067E-2</c:v>
                </c:pt>
                <c:pt idx="477">
                  <c:v>4.2362839788907702E-2</c:v>
                </c:pt>
                <c:pt idx="478">
                  <c:v>3.9913372498257493E-2</c:v>
                </c:pt>
                <c:pt idx="479">
                  <c:v>3.6078197085864107E-2</c:v>
                </c:pt>
                <c:pt idx="480">
                  <c:v>3.4159779614325057E-2</c:v>
                </c:pt>
                <c:pt idx="481">
                  <c:v>3.2506887052341588E-2</c:v>
                </c:pt>
                <c:pt idx="482">
                  <c:v>2.9476584022038569E-2</c:v>
                </c:pt>
                <c:pt idx="483">
                  <c:v>2.644628099173553E-2</c:v>
                </c:pt>
                <c:pt idx="484">
                  <c:v>2.2589531680440769E-2</c:v>
                </c:pt>
                <c:pt idx="485">
                  <c:v>2.0385674931129479E-2</c:v>
                </c:pt>
                <c:pt idx="486">
                  <c:v>1.928374655647383E-2</c:v>
                </c:pt>
                <c:pt idx="487">
                  <c:v>1.6253443526170801E-2</c:v>
                </c:pt>
                <c:pt idx="488">
                  <c:v>1.046831955922865E-2</c:v>
                </c:pt>
                <c:pt idx="489">
                  <c:v>6.6115702479338824E-3</c:v>
                </c:pt>
                <c:pt idx="490">
                  <c:v>4.9586776859504118E-3</c:v>
                </c:pt>
                <c:pt idx="491">
                  <c:v>4.6831955922864996E-3</c:v>
                </c:pt>
                <c:pt idx="492">
                  <c:v>3.030303030303029E-3</c:v>
                </c:pt>
                <c:pt idx="493">
                  <c:v>3.8567493112947639E-3</c:v>
                </c:pt>
                <c:pt idx="494">
                  <c:v>8.2644628099173346E-4</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8.2140697440031976E-4</c:v>
                </c:pt>
                <c:pt idx="516">
                  <c:v>7.157495128670293E-3</c:v>
                </c:pt>
                <c:pt idx="517">
                  <c:v>1.790129678156286E-2</c:v>
                </c:pt>
                <c:pt idx="518">
                  <c:v>2.4512867029496739E-2</c:v>
                </c:pt>
                <c:pt idx="519">
                  <c:v>2.8094134247127589E-2</c:v>
                </c:pt>
                <c:pt idx="520">
                  <c:v>3.1124437277430621E-2</c:v>
                </c:pt>
                <c:pt idx="521">
                  <c:v>3.3603776120405833E-2</c:v>
                </c:pt>
                <c:pt idx="522">
                  <c:v>3.911341799368407E-2</c:v>
                </c:pt>
                <c:pt idx="523">
                  <c:v>4.7102398709937508E-2</c:v>
                </c:pt>
                <c:pt idx="524">
                  <c:v>4.6000470335281873E-2</c:v>
                </c:pt>
                <c:pt idx="525">
                  <c:v>4.9030773365584902E-2</c:v>
                </c:pt>
                <c:pt idx="526">
                  <c:v>5.2336558489551828E-2</c:v>
                </c:pt>
                <c:pt idx="527">
                  <c:v>5.513001411005846E-2</c:v>
                </c:pt>
                <c:pt idx="528">
                  <c:v>5.9835046697574418E-2</c:v>
                </c:pt>
                <c:pt idx="529">
                  <c:v>6.6754014647584486E-2</c:v>
                </c:pt>
                <c:pt idx="530">
                  <c:v>7.3400860041658272E-2</c:v>
                </c:pt>
                <c:pt idx="531">
                  <c:v>8.172747429953639E-2</c:v>
                </c:pt>
                <c:pt idx="532">
                  <c:v>8.9471208761674387E-2</c:v>
                </c:pt>
                <c:pt idx="533">
                  <c:v>9.9989921386817171E-2</c:v>
                </c:pt>
                <c:pt idx="534">
                  <c:v>0.1027734426687673</c:v>
                </c:pt>
                <c:pt idx="535">
                  <c:v>0.1050516626826259</c:v>
                </c:pt>
                <c:pt idx="536">
                  <c:v>0.10425225758874231</c:v>
                </c:pt>
                <c:pt idx="537">
                  <c:v>0.1031469490656981</c:v>
                </c:pt>
                <c:pt idx="538">
                  <c:v>9.9864824980450781E-2</c:v>
                </c:pt>
                <c:pt idx="539">
                  <c:v>9.4963609817105124E-2</c:v>
                </c:pt>
                <c:pt idx="540">
                  <c:v>9.0589697802367669E-2</c:v>
                </c:pt>
                <c:pt idx="541">
                  <c:v>8.9511430466431618E-2</c:v>
                </c:pt>
                <c:pt idx="542">
                  <c:v>8.6739708787849923E-2</c:v>
                </c:pt>
                <c:pt idx="543">
                  <c:v>8.3695885163992845E-2</c:v>
                </c:pt>
                <c:pt idx="544">
                  <c:v>7.8451584939212976E-2</c:v>
                </c:pt>
                <c:pt idx="545">
                  <c:v>6.6850915669832048E-2</c:v>
                </c:pt>
                <c:pt idx="546">
                  <c:v>6.5191262811071557E-2</c:v>
                </c:pt>
                <c:pt idx="547">
                  <c:v>6.0759888273729357E-2</c:v>
                </c:pt>
                <c:pt idx="548">
                  <c:v>5.5219825064954493E-2</c:v>
                </c:pt>
                <c:pt idx="549">
                  <c:v>4.7171928774502471E-2</c:v>
                </c:pt>
                <c:pt idx="550">
                  <c:v>4.2732237835484882E-2</c:v>
                </c:pt>
                <c:pt idx="551">
                  <c:v>3.7746746061375222E-2</c:v>
                </c:pt>
                <c:pt idx="552">
                  <c:v>3.1926346948293167E-2</c:v>
                </c:pt>
                <c:pt idx="553">
                  <c:v>2.2793692490435471E-2</c:v>
                </c:pt>
                <c:pt idx="554">
                  <c:v>2.0610615104106049E-2</c:v>
                </c:pt>
                <c:pt idx="555">
                  <c:v>1.31375100700254E-2</c:v>
                </c:pt>
                <c:pt idx="556">
                  <c:v>1.4552477742661791E-2</c:v>
                </c:pt>
                <c:pt idx="557">
                  <c:v>1.265240395675178E-2</c:v>
                </c:pt>
                <c:pt idx="558">
                  <c:v>1.57857070367073E-2</c:v>
                </c:pt>
                <c:pt idx="559">
                  <c:v>2.1711096664417551E-2</c:v>
                </c:pt>
                <c:pt idx="560">
                  <c:v>2.4840935617142599E-2</c:v>
                </c:pt>
                <c:pt idx="561">
                  <c:v>2.6876110365040739E-2</c:v>
                </c:pt>
                <c:pt idx="562">
                  <c:v>2.9451688960891408E-2</c:v>
                </c:pt>
                <c:pt idx="563">
                  <c:v>3.4557812498596713E-2</c:v>
                </c:pt>
                <c:pt idx="564">
                  <c:v>4.3292609310214003E-2</c:v>
                </c:pt>
                <c:pt idx="565">
                  <c:v>5.0658058278423707E-2</c:v>
                </c:pt>
                <c:pt idx="566">
                  <c:v>6.3710554095490077E-2</c:v>
                </c:pt>
                <c:pt idx="567">
                  <c:v>7.4174859728507361E-2</c:v>
                </c:pt>
                <c:pt idx="568">
                  <c:v>8.126667512170313E-2</c:v>
                </c:pt>
                <c:pt idx="569">
                  <c:v>9.2877801725161024E-2</c:v>
                </c:pt>
                <c:pt idx="570">
                  <c:v>0.1076034709945419</c:v>
                </c:pt>
                <c:pt idx="571">
                  <c:v>0.11751528081049289</c:v>
                </c:pt>
                <c:pt idx="572">
                  <c:v>0.1243177766275592</c:v>
                </c:pt>
                <c:pt idx="573">
                  <c:v>0.1300031021045514</c:v>
                </c:pt>
                <c:pt idx="574">
                  <c:v>0.13085537483182411</c:v>
                </c:pt>
                <c:pt idx="575">
                  <c:v>0.13086940401252001</c:v>
                </c:pt>
                <c:pt idx="576">
                  <c:v>0.12692720423698681</c:v>
                </c:pt>
                <c:pt idx="577">
                  <c:v>0.12438090794069059</c:v>
                </c:pt>
                <c:pt idx="578">
                  <c:v>0.1232866318464144</c:v>
                </c:pt>
                <c:pt idx="579">
                  <c:v>0.1213244635798984</c:v>
                </c:pt>
                <c:pt idx="580">
                  <c:v>0.1247670807453416</c:v>
                </c:pt>
                <c:pt idx="581">
                  <c:v>0.12423418972332009</c:v>
                </c:pt>
                <c:pt idx="582">
                  <c:v>0.1305159514398645</c:v>
                </c:pt>
                <c:pt idx="583">
                  <c:v>0.12856966403162051</c:v>
                </c:pt>
                <c:pt idx="584">
                  <c:v>0.13513728119706381</c:v>
                </c:pt>
                <c:pt idx="585">
                  <c:v>0.13688594014680969</c:v>
                </c:pt>
                <c:pt idx="586">
                  <c:v>0.14403409090909089</c:v>
                </c:pt>
                <c:pt idx="587">
                  <c:v>0.13721590909090911</c:v>
                </c:pt>
                <c:pt idx="588">
                  <c:v>0.1247159090909091</c:v>
                </c:pt>
                <c:pt idx="589">
                  <c:v>0.11619318181818181</c:v>
                </c:pt>
                <c:pt idx="590">
                  <c:v>0.109375</c:v>
                </c:pt>
                <c:pt idx="591">
                  <c:v>0.10170454545454551</c:v>
                </c:pt>
                <c:pt idx="592">
                  <c:v>9.261363636363637E-2</c:v>
                </c:pt>
                <c:pt idx="593">
                  <c:v>8.8068181818181823E-2</c:v>
                </c:pt>
                <c:pt idx="594">
                  <c:v>8.3522727272727262E-2</c:v>
                </c:pt>
                <c:pt idx="595">
                  <c:v>7.8409090909090901E-2</c:v>
                </c:pt>
                <c:pt idx="596">
                  <c:v>7.9261363636363644E-2</c:v>
                </c:pt>
                <c:pt idx="597">
                  <c:v>7.8409090909090901E-2</c:v>
                </c:pt>
                <c:pt idx="598">
                  <c:v>8.0113636363636373E-2</c:v>
                </c:pt>
                <c:pt idx="599">
                  <c:v>8.4374999999999992E-2</c:v>
                </c:pt>
                <c:pt idx="600">
                  <c:v>8.4374999999999992E-2</c:v>
                </c:pt>
                <c:pt idx="601">
                  <c:v>8.579545454545455E-2</c:v>
                </c:pt>
                <c:pt idx="602">
                  <c:v>8.5216685488424634E-2</c:v>
                </c:pt>
                <c:pt idx="603">
                  <c:v>8.0057454287526753E-2</c:v>
                </c:pt>
                <c:pt idx="604">
                  <c:v>8.0057454287526753E-2</c:v>
                </c:pt>
                <c:pt idx="605">
                  <c:v>7.6637776139587735E-2</c:v>
                </c:pt>
                <c:pt idx="606">
                  <c:v>7.0356014423043414E-2</c:v>
                </c:pt>
                <c:pt idx="607">
                  <c:v>7.2302301831287344E-2</c:v>
                </c:pt>
                <c:pt idx="608">
                  <c:v>6.3476073711580955E-2</c:v>
                </c:pt>
                <c:pt idx="609">
                  <c:v>5.8057171961157471E-2</c:v>
                </c:pt>
                <c:pt idx="610">
                  <c:v>4.7521104767481587E-2</c:v>
                </c:pt>
                <c:pt idx="611">
                  <c:v>5.2041855755623867E-2</c:v>
                </c:pt>
                <c:pt idx="612">
                  <c:v>5.3455252141846349E-2</c:v>
                </c:pt>
                <c:pt idx="613">
                  <c:v>5.7693676760705741E-2</c:v>
                </c:pt>
                <c:pt idx="614">
                  <c:v>6.1083357731908462E-2</c:v>
                </c:pt>
                <c:pt idx="615">
                  <c:v>5.9659374106837873E-2</c:v>
                </c:pt>
                <c:pt idx="616">
                  <c:v>5.7099026845403661E-2</c:v>
                </c:pt>
                <c:pt idx="617">
                  <c:v>5.5099803242919188E-2</c:v>
                </c:pt>
                <c:pt idx="618">
                  <c:v>6.3843097991648723E-2</c:v>
                </c:pt>
                <c:pt idx="619">
                  <c:v>7.6542490989954762E-2</c:v>
                </c:pt>
                <c:pt idx="620">
                  <c:v>9.1315218262682046E-2</c:v>
                </c:pt>
                <c:pt idx="621">
                  <c:v>0.1021106728081366</c:v>
                </c:pt>
                <c:pt idx="622">
                  <c:v>0.1174515818990456</c:v>
                </c:pt>
                <c:pt idx="623">
                  <c:v>0.13108794553540931</c:v>
                </c:pt>
                <c:pt idx="624">
                  <c:v>0.13051976371722751</c:v>
                </c:pt>
                <c:pt idx="625">
                  <c:v>0.1316667145924392</c:v>
                </c:pt>
                <c:pt idx="626">
                  <c:v>0.13597367306606439</c:v>
                </c:pt>
                <c:pt idx="627">
                  <c:v>0.1450751693958216</c:v>
                </c:pt>
                <c:pt idx="628">
                  <c:v>0.14027738565782041</c:v>
                </c:pt>
                <c:pt idx="629">
                  <c:v>0.13804700734048561</c:v>
                </c:pt>
                <c:pt idx="630">
                  <c:v>0.14033914455110111</c:v>
                </c:pt>
                <c:pt idx="631">
                  <c:v>0.1434853190287973</c:v>
                </c:pt>
                <c:pt idx="632">
                  <c:v>0.1460668407679277</c:v>
                </c:pt>
                <c:pt idx="633">
                  <c:v>0.1534779079616036</c:v>
                </c:pt>
                <c:pt idx="634">
                  <c:v>0.15575769339356299</c:v>
                </c:pt>
                <c:pt idx="635">
                  <c:v>0.15464426877470361</c:v>
                </c:pt>
                <c:pt idx="636">
                  <c:v>0.15437958780350081</c:v>
                </c:pt>
                <c:pt idx="637">
                  <c:v>0.16120129870129871</c:v>
                </c:pt>
                <c:pt idx="638">
                  <c:v>0.17001164596273291</c:v>
                </c:pt>
                <c:pt idx="639">
                  <c:v>0.1697381422924901</c:v>
                </c:pt>
                <c:pt idx="640">
                  <c:v>0.16724484754376059</c:v>
                </c:pt>
                <c:pt idx="641">
                  <c:v>0.15795454545454549</c:v>
                </c:pt>
                <c:pt idx="642">
                  <c:v>0.14772727272727271</c:v>
                </c:pt>
                <c:pt idx="643">
                  <c:v>0.13863636363636361</c:v>
                </c:pt>
                <c:pt idx="644">
                  <c:v>0.125</c:v>
                </c:pt>
                <c:pt idx="645">
                  <c:v>0.1088068181818182</c:v>
                </c:pt>
                <c:pt idx="646">
                  <c:v>0.1056818181818182</c:v>
                </c:pt>
                <c:pt idx="647">
                  <c:v>0.10255681818181819</c:v>
                </c:pt>
                <c:pt idx="648">
                  <c:v>9.4318181818181829E-2</c:v>
                </c:pt>
                <c:pt idx="649">
                  <c:v>8.3522727272727276E-2</c:v>
                </c:pt>
                <c:pt idx="650">
                  <c:v>8.3238636363636362E-2</c:v>
                </c:pt>
                <c:pt idx="651">
                  <c:v>7.9264937106918232E-2</c:v>
                </c:pt>
                <c:pt idx="652">
                  <c:v>7.4730270823834224E-2</c:v>
                </c:pt>
                <c:pt idx="653">
                  <c:v>6.6470057935456781E-2</c:v>
                </c:pt>
                <c:pt idx="654">
                  <c:v>6.1086715012556907E-2</c:v>
                </c:pt>
                <c:pt idx="655">
                  <c:v>5.0586139638563822E-2</c:v>
                </c:pt>
                <c:pt idx="656">
                  <c:v>4.6313987739829643E-2</c:v>
                </c:pt>
                <c:pt idx="657">
                  <c:v>4.2894108568368179E-2</c:v>
                </c:pt>
                <c:pt idx="658">
                  <c:v>3.7464016508529291E-2</c:v>
                </c:pt>
                <c:pt idx="659">
                  <c:v>3.0653026865261161E-2</c:v>
                </c:pt>
                <c:pt idx="660">
                  <c:v>2.2428774851452189E-2</c:v>
                </c:pt>
                <c:pt idx="661">
                  <c:v>2.2734442285284179E-2</c:v>
                </c:pt>
                <c:pt idx="662">
                  <c:v>1.6214735726020651E-2</c:v>
                </c:pt>
                <c:pt idx="663">
                  <c:v>1.2528746082752531E-2</c:v>
                </c:pt>
                <c:pt idx="664">
                  <c:v>7.4294940689435549E-3</c:v>
                </c:pt>
                <c:pt idx="665">
                  <c:v>7.7423536776892402E-3</c:v>
                </c:pt>
                <c:pt idx="666">
                  <c:v>7.4834353807962601E-3</c:v>
                </c:pt>
                <c:pt idx="667">
                  <c:v>8.3464963704395281E-3</c:v>
                </c:pt>
                <c:pt idx="668">
                  <c:v>9.784931353178308E-3</c:v>
                </c:pt>
                <c:pt idx="669">
                  <c:v>1.1219770248460241E-2</c:v>
                </c:pt>
                <c:pt idx="670">
                  <c:v>1.668222709541076E-2</c:v>
                </c:pt>
                <c:pt idx="671">
                  <c:v>2.4499250836001379E-2</c:v>
                </c:pt>
                <c:pt idx="672">
                  <c:v>3.0868677587593742E-2</c:v>
                </c:pt>
                <c:pt idx="673">
                  <c:v>3.5508271459251062E-2</c:v>
                </c:pt>
                <c:pt idx="674">
                  <c:v>4.1014637221200148E-2</c:v>
                </c:pt>
                <c:pt idx="675">
                  <c:v>4.8531147156479743E-2</c:v>
                </c:pt>
                <c:pt idx="676">
                  <c:v>4.8827996159286978E-2</c:v>
                </c:pt>
                <c:pt idx="677">
                  <c:v>5.0281090352040932E-2</c:v>
                </c:pt>
                <c:pt idx="678">
                  <c:v>5.3170787126281767E-2</c:v>
                </c:pt>
                <c:pt idx="679">
                  <c:v>5.4612886911524328E-2</c:v>
                </c:pt>
                <c:pt idx="680">
                  <c:v>5.6912550482654492E-2</c:v>
                </c:pt>
                <c:pt idx="681">
                  <c:v>5.6047657091759323E-2</c:v>
                </c:pt>
                <c:pt idx="682">
                  <c:v>5.3449312116570037E-2</c:v>
                </c:pt>
                <c:pt idx="683">
                  <c:v>5.1433670739483857E-2</c:v>
                </c:pt>
                <c:pt idx="684">
                  <c:v>4.7677248173095953E-2</c:v>
                </c:pt>
                <c:pt idx="685">
                  <c:v>4.7397033566068919E-2</c:v>
                </c:pt>
                <c:pt idx="686">
                  <c:v>4.5951126193809408E-2</c:v>
                </c:pt>
                <c:pt idx="687">
                  <c:v>4.3649630221427357E-2</c:v>
                </c:pt>
                <c:pt idx="688">
                  <c:v>4.3111618175935458E-2</c:v>
                </c:pt>
                <c:pt idx="689">
                  <c:v>4.2543716572360668E-2</c:v>
                </c:pt>
                <c:pt idx="690">
                  <c:v>4.0514962817484929E-2</c:v>
                </c:pt>
                <c:pt idx="691">
                  <c:v>3.8183577287019987E-2</c:v>
                </c:pt>
                <c:pt idx="692">
                  <c:v>3.1824573804886493E-2</c:v>
                </c:pt>
                <c:pt idx="693">
                  <c:v>2.1941434361816531E-2</c:v>
                </c:pt>
                <c:pt idx="694">
                  <c:v>1.439137006595026E-2</c:v>
                </c:pt>
                <c:pt idx="695">
                  <c:v>6.228427044871746E-3</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3.8932791119964381E-3</c:v>
                </c:pt>
                <c:pt idx="781">
                  <c:v>8.7022148419847994E-3</c:v>
                </c:pt>
                <c:pt idx="782">
                  <c:v>1.263018587521899E-2</c:v>
                </c:pt>
                <c:pt idx="783">
                  <c:v>1.74526633798157E-2</c:v>
                </c:pt>
                <c:pt idx="784">
                  <c:v>1.9897462182230399E-2</c:v>
                </c:pt>
                <c:pt idx="785">
                  <c:v>2.5383004919428759E-2</c:v>
                </c:pt>
                <c:pt idx="786">
                  <c:v>2.5407412228604279E-2</c:v>
                </c:pt>
                <c:pt idx="787">
                  <c:v>2.5094185094185099E-2</c:v>
                </c:pt>
                <c:pt idx="788">
                  <c:v>2.3869778869778872E-2</c:v>
                </c:pt>
                <c:pt idx="789">
                  <c:v>2.2645372645372652E-2</c:v>
                </c:pt>
                <c:pt idx="790">
                  <c:v>2.142915642915643E-2</c:v>
                </c:pt>
                <c:pt idx="791">
                  <c:v>2.2665847665847672E-2</c:v>
                </c:pt>
                <c:pt idx="792">
                  <c:v>2.4209664209664219E-2</c:v>
                </c:pt>
                <c:pt idx="793">
                  <c:v>2.7293202293202298E-2</c:v>
                </c:pt>
                <c:pt idx="794">
                  <c:v>3.8071253071253072E-2</c:v>
                </c:pt>
                <c:pt idx="795">
                  <c:v>4.760442260442261E-2</c:v>
                </c:pt>
                <c:pt idx="796">
                  <c:v>5.4361179361179367E-2</c:v>
                </c:pt>
                <c:pt idx="797">
                  <c:v>6.3267813267813264E-2</c:v>
                </c:pt>
                <c:pt idx="798">
                  <c:v>7.8009828009828017E-2</c:v>
                </c:pt>
                <c:pt idx="799">
                  <c:v>7.7702702702702714E-2</c:v>
                </c:pt>
                <c:pt idx="800">
                  <c:v>7.9238329238329241E-2</c:v>
                </c:pt>
                <c:pt idx="801">
                  <c:v>8.0466830466830466E-2</c:v>
                </c:pt>
                <c:pt idx="802">
                  <c:v>8.1081081081081086E-2</c:v>
                </c:pt>
                <c:pt idx="803">
                  <c:v>8.292383292383293E-2</c:v>
                </c:pt>
                <c:pt idx="804">
                  <c:v>8.998771498771499E-2</c:v>
                </c:pt>
                <c:pt idx="805">
                  <c:v>9.275184275184277E-2</c:v>
                </c:pt>
                <c:pt idx="806">
                  <c:v>9.2444717444717439E-2</c:v>
                </c:pt>
                <c:pt idx="807">
                  <c:v>9.2467699610556758E-2</c:v>
                </c:pt>
                <c:pt idx="808">
                  <c:v>8.2890404318975749E-2</c:v>
                </c:pt>
                <c:pt idx="809">
                  <c:v>7.7938792224506517E-2</c:v>
                </c:pt>
                <c:pt idx="810">
                  <c:v>6.6182369753798334E-2</c:v>
                </c:pt>
                <c:pt idx="811">
                  <c:v>6.6182369753798334E-2</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numCache>
            </c:numRef>
          </c:val>
          <c:smooth val="0"/>
          <c:extLst>
            <c:ext xmlns:c16="http://schemas.microsoft.com/office/drawing/2014/chart" uri="{C3380CC4-5D6E-409C-BE32-E72D297353CC}">
              <c16:uniqueId val="{00000000-2EB1-47AF-B4EC-D8686D7DF6E2}"/>
            </c:ext>
          </c:extLst>
        </c:ser>
        <c:ser>
          <c:idx val="1"/>
          <c:order val="1"/>
          <c:tx>
            <c:strRef>
              <c:f>'Component treatment'!$K$4</c:f>
              <c:strCache>
                <c:ptCount val="1"/>
                <c:pt idx="0">
                  <c:v>Negative</c:v>
                </c:pt>
              </c:strCache>
            </c:strRef>
          </c:tx>
          <c:spPr>
            <a:ln w="19050" cap="rnd">
              <a:solidFill>
                <a:srgbClr val="C00000"/>
              </a:solidFill>
              <a:round/>
            </a:ln>
            <a:effectLst/>
          </c:spPr>
          <c:marker>
            <c:symbol val="none"/>
          </c:marker>
          <c:cat>
            <c:numRef>
              <c:f>'Component treatment'!$C$5:$C$50000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treatment'!$K$5:$K$50000</c:f>
              <c:numCache>
                <c:formatCode>0%</c:formatCode>
                <c:ptCount val="49996"/>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-1.0058209210751629E-3</c:v>
                </c:pt>
                <c:pt idx="24">
                  <c:v>-2.5509330594076399E-3</c:v>
                </c:pt>
                <c:pt idx="25">
                  <c:v>-1.5665125834617411E-3</c:v>
                </c:pt>
                <c:pt idx="26">
                  <c:v>-3.1244649888717739E-3</c:v>
                </c:pt>
                <c:pt idx="27">
                  <c:v>-1.09570279061805E-3</c:v>
                </c:pt>
                <c:pt idx="28">
                  <c:v>#N/A</c:v>
                </c:pt>
                <c:pt idx="29">
                  <c:v>#N/A</c:v>
                </c:pt>
                <c:pt idx="30">
                  <c:v>#N/A</c:v>
                </c:pt>
                <c:pt idx="31">
                  <c:v>#N/A</c:v>
                </c:pt>
                <c:pt idx="32">
                  <c:v>#N/A</c:v>
                </c:pt>
                <c:pt idx="33">
                  <c:v>#N/A</c:v>
                </c:pt>
                <c:pt idx="34">
                  <c:v>-2.5637733264851962E-3</c:v>
                </c:pt>
                <c:pt idx="35">
                  <c:v>-5.0804656736860168E-3</c:v>
                </c:pt>
                <c:pt idx="36">
                  <c:v>-6.0691662386577697E-3</c:v>
                </c:pt>
                <c:pt idx="37">
                  <c:v>-5.298750214004457E-3</c:v>
                </c:pt>
                <c:pt idx="38">
                  <c:v>-6.0820065057353243E-3</c:v>
                </c:pt>
                <c:pt idx="39">
                  <c:v>-7.8625235404896476E-3</c:v>
                </c:pt>
                <c:pt idx="40">
                  <c:v>-8.080808080808086E-3</c:v>
                </c:pt>
                <c:pt idx="41">
                  <c:v>-9.3434343434343498E-3</c:v>
                </c:pt>
                <c:pt idx="42">
                  <c:v>-1.0101010101010111E-2</c:v>
                </c:pt>
                <c:pt idx="43">
                  <c:v>-1.0858585858585861E-2</c:v>
                </c:pt>
                <c:pt idx="44">
                  <c:v>-9.8484848484848547E-3</c:v>
                </c:pt>
                <c:pt idx="45">
                  <c:v>-6.8181818181818231E-3</c:v>
                </c:pt>
                <c:pt idx="46">
                  <c:v>-7.0707070707070746E-3</c:v>
                </c:pt>
                <c:pt idx="47">
                  <c:v>-1.0353535353535359E-2</c:v>
                </c:pt>
                <c:pt idx="48">
                  <c:v>-1.0601828339258511E-2</c:v>
                </c:pt>
                <c:pt idx="49">
                  <c:v>-1.389453191129169E-2</c:v>
                </c:pt>
                <c:pt idx="50">
                  <c:v>-1.820580102703008E-2</c:v>
                </c:pt>
                <c:pt idx="51">
                  <c:v>-2.1506969132667461E-2</c:v>
                </c:pt>
                <c:pt idx="52">
                  <c:v>-2.5821059759607249E-2</c:v>
                </c:pt>
                <c:pt idx="53">
                  <c:v>-2.885982732351448E-2</c:v>
                </c:pt>
                <c:pt idx="54">
                  <c:v>-2.658568929518651E-2</c:v>
                </c:pt>
                <c:pt idx="55">
                  <c:v>-2.635150386547035E-2</c:v>
                </c:pt>
                <c:pt idx="56">
                  <c:v>-2.3568083065289781E-2</c:v>
                </c:pt>
                <c:pt idx="57">
                  <c:v>-2.256926809999436E-2</c:v>
                </c:pt>
                <c:pt idx="58">
                  <c:v>-2.3851644941030418E-2</c:v>
                </c:pt>
                <c:pt idx="59">
                  <c:v>-2.5121324981660181E-2</c:v>
                </c:pt>
                <c:pt idx="60">
                  <c:v>-2.5368175509409591E-2</c:v>
                </c:pt>
                <c:pt idx="61">
                  <c:v>-2.3081261424742691E-2</c:v>
                </c:pt>
                <c:pt idx="62">
                  <c:v>-1.927635846253636E-2</c:v>
                </c:pt>
                <c:pt idx="63">
                  <c:v>-1.6725569675792518E-2</c:v>
                </c:pt>
                <c:pt idx="64">
                  <c:v>-1.367256774638609E-2</c:v>
                </c:pt>
                <c:pt idx="65">
                  <c:v>-1.2920666713586189E-2</c:v>
                </c:pt>
                <c:pt idx="66">
                  <c:v>-1.0869253707116999E-2</c:v>
                </c:pt>
                <c:pt idx="67">
                  <c:v>-1.0594029555488349E-2</c:v>
                </c:pt>
                <c:pt idx="68">
                  <c:v>-5.9975024870511729E-3</c:v>
                </c:pt>
                <c:pt idx="69">
                  <c:v>-1.3267443121187989E-4</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#N/A</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#N/A</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-2.8248587570621521E-3</c:v>
                </c:pt>
                <c:pt idx="174">
                  <c:v>-6.6769388803287148E-3</c:v>
                </c:pt>
                <c:pt idx="175">
                  <c:v>-8.4745762711864459E-3</c:v>
                </c:pt>
                <c:pt idx="176">
                  <c:v>-1.2069851052901899E-2</c:v>
                </c:pt>
                <c:pt idx="177">
                  <c:v>-1.4637904468412949E-2</c:v>
                </c:pt>
                <c:pt idx="178">
                  <c:v>-1.720595788392399E-2</c:v>
                </c:pt>
                <c:pt idx="179">
                  <c:v>-1.977401129943503E-2</c:v>
                </c:pt>
                <c:pt idx="180">
                  <c:v>-2.054442732408835E-2</c:v>
                </c:pt>
                <c:pt idx="181">
                  <c:v>-2.2598870056497179E-2</c:v>
                </c:pt>
                <c:pt idx="182">
                  <c:v>-2.6976233832936462E-2</c:v>
                </c:pt>
                <c:pt idx="183">
                  <c:v>-2.59446351029556E-2</c:v>
                </c:pt>
                <c:pt idx="184">
                  <c:v>-2.3151339013570131E-2</c:v>
                </c:pt>
                <c:pt idx="185">
                  <c:v>-2.161624563111381E-2</c:v>
                </c:pt>
                <c:pt idx="186">
                  <c:v>-2.1102634948011598E-2</c:v>
                </c:pt>
                <c:pt idx="187">
                  <c:v>-1.9570410898980432E-2</c:v>
                </c:pt>
                <c:pt idx="188">
                  <c:v>-1.983295490738184E-2</c:v>
                </c:pt>
                <c:pt idx="189">
                  <c:v>-2.3921755038223441E-2</c:v>
                </c:pt>
                <c:pt idx="190">
                  <c:v>-2.3656341696396879E-2</c:v>
                </c:pt>
                <c:pt idx="191">
                  <c:v>-2.3390928354570319E-2</c:v>
                </c:pt>
                <c:pt idx="192">
                  <c:v>-2.1345093622436941E-2</c:v>
                </c:pt>
                <c:pt idx="193">
                  <c:v>-1.6223333458540611E-2</c:v>
                </c:pt>
                <c:pt idx="194">
                  <c:v>-1.1092965294368829E-2</c:v>
                </c:pt>
                <c:pt idx="195">
                  <c:v>-6.4790771467244136E-3</c:v>
                </c:pt>
                <c:pt idx="196">
                  <c:v>-2.8838023650089532E-3</c:v>
                </c:pt>
                <c:pt idx="197">
                  <c:v>-5.166357104717371E-3</c:v>
                </c:pt>
                <c:pt idx="198">
                  <c:v>-6.4274291450716762E-3</c:v>
                </c:pt>
                <c:pt idx="199">
                  <c:v>-7.6913705188511343E-3</c:v>
                </c:pt>
                <c:pt idx="200">
                  <c:v>-6.9008691602217573E-3</c:v>
                </c:pt>
                <c:pt idx="201">
                  <c:v>-7.1203731672458874E-3</c:v>
                </c:pt>
                <c:pt idx="202">
                  <c:v>-1.118621863068627E-2</c:v>
                </c:pt>
                <c:pt idx="203">
                  <c:v>-1.6527482801606729E-2</c:v>
                </c:pt>
                <c:pt idx="204">
                  <c:v>-1.750859919663882E-2</c:v>
                </c:pt>
                <c:pt idx="205">
                  <c:v>-2.1330624682579999E-2</c:v>
                </c:pt>
                <c:pt idx="206">
                  <c:v>-2.767902488572881E-2</c:v>
                </c:pt>
                <c:pt idx="207">
                  <c:v>-2.7425088877602848E-2</c:v>
                </c:pt>
                <c:pt idx="208">
                  <c:v>-2.9964448958862369E-2</c:v>
                </c:pt>
                <c:pt idx="209">
                  <c:v>-3.7328593194514988E-2</c:v>
                </c:pt>
                <c:pt idx="210">
                  <c:v>-3.8598273235144753E-2</c:v>
                </c:pt>
                <c:pt idx="211">
                  <c:v>-4.0883697308278323E-2</c:v>
                </c:pt>
                <c:pt idx="212">
                  <c:v>-4.6470289487049267E-2</c:v>
                </c:pt>
                <c:pt idx="213">
                  <c:v>-4.7232097511427117E-2</c:v>
                </c:pt>
                <c:pt idx="214">
                  <c:v>-5.3834433722701892E-2</c:v>
                </c:pt>
                <c:pt idx="215">
                  <c:v>-5.865921787709498E-2</c:v>
                </c:pt>
                <c:pt idx="216">
                  <c:v>-6.0182833925850693E-2</c:v>
                </c:pt>
                <c:pt idx="217">
                  <c:v>-6.2468257998984263E-2</c:v>
                </c:pt>
                <c:pt idx="218">
                  <c:v>-6.2722194007110224E-2</c:v>
                </c:pt>
                <c:pt idx="219">
                  <c:v>-5.9167089893346868E-2</c:v>
                </c:pt>
                <c:pt idx="220">
                  <c:v>-5.637379380396141E-2</c:v>
                </c:pt>
                <c:pt idx="221">
                  <c:v>-5.5104113763331637E-2</c:v>
                </c:pt>
                <c:pt idx="222">
                  <c:v>-5.2310817673946179E-2</c:v>
                </c:pt>
                <c:pt idx="223">
                  <c:v>-4.9009649568308798E-2</c:v>
                </c:pt>
                <c:pt idx="224">
                  <c:v>-4.4946673438293547E-2</c:v>
                </c:pt>
                <c:pt idx="225">
                  <c:v>-4.1137633316404271E-2</c:v>
                </c:pt>
                <c:pt idx="226">
                  <c:v>-3.7328593194514988E-2</c:v>
                </c:pt>
                <c:pt idx="227">
                  <c:v>-3.2249873031995939E-2</c:v>
                </c:pt>
                <c:pt idx="228">
                  <c:v>-2.7425088877602841E-2</c:v>
                </c:pt>
                <c:pt idx="229">
                  <c:v>-2.7425088877602848E-2</c:v>
                </c:pt>
                <c:pt idx="230">
                  <c:v>-2.2854240731335709E-2</c:v>
                </c:pt>
                <c:pt idx="231">
                  <c:v>-1.4474352463179281E-2</c:v>
                </c:pt>
                <c:pt idx="232">
                  <c:v>-1.142712036566786E-2</c:v>
                </c:pt>
                <c:pt idx="233">
                  <c:v>-5.8405281868969062E-3</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-1.276813074565887E-3</c:v>
                </c:pt>
                <c:pt idx="293">
                  <c:v>-7.1501532175689518E-3</c:v>
                </c:pt>
                <c:pt idx="294">
                  <c:v>-1.2768130745658839E-2</c:v>
                </c:pt>
                <c:pt idx="295">
                  <c:v>-1.3789581205311549E-2</c:v>
                </c:pt>
                <c:pt idx="296">
                  <c:v>-1.7364657814096018E-2</c:v>
                </c:pt>
                <c:pt idx="297">
                  <c:v>-2.0173646578140969E-2</c:v>
                </c:pt>
                <c:pt idx="298">
                  <c:v>-2.3493360572012258E-2</c:v>
                </c:pt>
                <c:pt idx="299">
                  <c:v>-2.4770173646578141E-2</c:v>
                </c:pt>
                <c:pt idx="300">
                  <c:v>-2.9118551733291781E-2</c:v>
                </c:pt>
                <c:pt idx="301">
                  <c:v>-3.116433810587305E-2</c:v>
                </c:pt>
                <c:pt idx="302">
                  <c:v>-3.2448364813628568E-2</c:v>
                </c:pt>
                <c:pt idx="303">
                  <c:v>-3.3989196862935188E-2</c:v>
                </c:pt>
                <c:pt idx="304">
                  <c:v>-3.2204544011818818E-2</c:v>
                </c:pt>
                <c:pt idx="305">
                  <c:v>-3.0428547520530001E-2</c:v>
                </c:pt>
                <c:pt idx="306">
                  <c:v>-2.915894807915376E-2</c:v>
                </c:pt>
                <c:pt idx="307">
                  <c:v>-2.81346121662252E-2</c:v>
                </c:pt>
                <c:pt idx="308">
                  <c:v>-2.584356226519624E-2</c:v>
                </c:pt>
                <c:pt idx="309">
                  <c:v>-2.6361501128212231E-2</c:v>
                </c:pt>
                <c:pt idx="310">
                  <c:v>-2.9695642388462808E-2</c:v>
                </c:pt>
                <c:pt idx="311">
                  <c:v>-2.8675634655448021E-2</c:v>
                </c:pt>
                <c:pt idx="312">
                  <c:v>-2.8173614969311901E-2</c:v>
                </c:pt>
                <c:pt idx="313">
                  <c:v>-3.436035468516295E-2</c:v>
                </c:pt>
                <c:pt idx="314">
                  <c:v>-3.1533954833737561E-2</c:v>
                </c:pt>
                <c:pt idx="315">
                  <c:v>-2.922118206003527E-2</c:v>
                </c:pt>
                <c:pt idx="316">
                  <c:v>-2.5106361742457031E-2</c:v>
                </c:pt>
                <c:pt idx="317">
                  <c:v>-2.3829548667891151E-2</c:v>
                </c:pt>
                <c:pt idx="318">
                  <c:v>-2.3098282997912511E-2</c:v>
                </c:pt>
                <c:pt idx="319">
                  <c:v>-2.1841782858623811E-2</c:v>
                </c:pt>
                <c:pt idx="320">
                  <c:v>-2.2642692878124229E-2</c:v>
                </c:pt>
                <c:pt idx="321">
                  <c:v>-2.49757785871037E-2</c:v>
                </c:pt>
                <c:pt idx="322">
                  <c:v>-2.679092543306719E-2</c:v>
                </c:pt>
                <c:pt idx="323">
                  <c:v>-3.066781061773358E-2</c:v>
                </c:pt>
                <c:pt idx="324">
                  <c:v>-3.1191635149647481E-2</c:v>
                </c:pt>
                <c:pt idx="325">
                  <c:v>-3.4557827893729277E-2</c:v>
                </c:pt>
                <c:pt idx="326">
                  <c:v>-3.352768828500724E-2</c:v>
                </c:pt>
                <c:pt idx="327">
                  <c:v>-3.0181923238548819E-2</c:v>
                </c:pt>
                <c:pt idx="328">
                  <c:v>-2.8381367605173461E-2</c:v>
                </c:pt>
                <c:pt idx="329">
                  <c:v>-3.0961093990755011E-2</c:v>
                </c:pt>
                <c:pt idx="330">
                  <c:v>-3.8458059018536668E-2</c:v>
                </c:pt>
                <c:pt idx="331">
                  <c:v>-4.0789734790119998E-2</c:v>
                </c:pt>
                <c:pt idx="332">
                  <c:v>-4.4936557407666812E-2</c:v>
                </c:pt>
                <c:pt idx="333">
                  <c:v>-4.7778925619834718E-2</c:v>
                </c:pt>
                <c:pt idx="334">
                  <c:v>-5.1652892561983473E-2</c:v>
                </c:pt>
                <c:pt idx="335">
                  <c:v>-4.6229338842975212E-2</c:v>
                </c:pt>
                <c:pt idx="336">
                  <c:v>-5.5010330578512387E-2</c:v>
                </c:pt>
                <c:pt idx="337">
                  <c:v>-6.2758264462809923E-2</c:v>
                </c:pt>
                <c:pt idx="338">
                  <c:v>-6.4824380165289255E-2</c:v>
                </c:pt>
                <c:pt idx="339">
                  <c:v>-6.2241735537190077E-2</c:v>
                </c:pt>
                <c:pt idx="340">
                  <c:v>-6.3791322314049589E-2</c:v>
                </c:pt>
                <c:pt idx="341">
                  <c:v>-7.0201242004015507E-2</c:v>
                </c:pt>
                <c:pt idx="342">
                  <c:v>-8.0969556894056133E-2</c:v>
                </c:pt>
                <c:pt idx="343">
                  <c:v>-8.1979268805154784E-2</c:v>
                </c:pt>
                <c:pt idx="344">
                  <c:v>-9.8140495867768601E-2</c:v>
                </c:pt>
                <c:pt idx="345">
                  <c:v>-9.708846944016436E-2</c:v>
                </c:pt>
                <c:pt idx="346">
                  <c:v>-9.6564644908250452E-2</c:v>
                </c:pt>
                <c:pt idx="347">
                  <c:v>-9.9104975019844055E-2</c:v>
                </c:pt>
                <c:pt idx="348">
                  <c:v>-9.9104975019844055E-2</c:v>
                </c:pt>
                <c:pt idx="349">
                  <c:v>-0.1083528855582014</c:v>
                </c:pt>
                <c:pt idx="350">
                  <c:v>-0.1181187841434375</c:v>
                </c:pt>
                <c:pt idx="351">
                  <c:v>-0.12556905729093709</c:v>
                </c:pt>
                <c:pt idx="352">
                  <c:v>-0.12556905729093709</c:v>
                </c:pt>
                <c:pt idx="353">
                  <c:v>-0.1337751552505019</c:v>
                </c:pt>
                <c:pt idx="354">
                  <c:v>-0.1373908577298408</c:v>
                </c:pt>
                <c:pt idx="355">
                  <c:v>-0.13403341971331181</c:v>
                </c:pt>
                <c:pt idx="356">
                  <c:v>-0.12783507260587379</c:v>
                </c:pt>
                <c:pt idx="357">
                  <c:v>-0.12783507260587379</c:v>
                </c:pt>
                <c:pt idx="358">
                  <c:v>-0.1255106924405846</c:v>
                </c:pt>
                <c:pt idx="359">
                  <c:v>-0.13119251062240281</c:v>
                </c:pt>
                <c:pt idx="360">
                  <c:v>-0.1317090395480226</c:v>
                </c:pt>
                <c:pt idx="361">
                  <c:v>-0.12706027921744409</c:v>
                </c:pt>
                <c:pt idx="362">
                  <c:v>-0.127318543680254</c:v>
                </c:pt>
                <c:pt idx="363">
                  <c:v>-0.13248383293645241</c:v>
                </c:pt>
                <c:pt idx="364">
                  <c:v>-0.12886813045711351</c:v>
                </c:pt>
                <c:pt idx="365">
                  <c:v>-0.12090862399028809</c:v>
                </c:pt>
                <c:pt idx="366">
                  <c:v>-0.10729940000933839</c:v>
                </c:pt>
                <c:pt idx="367">
                  <c:v>-0.1026739856189009</c:v>
                </c:pt>
                <c:pt idx="368">
                  <c:v>-8.5221436242237478E-2</c:v>
                </c:pt>
                <c:pt idx="369">
                  <c:v>-8.498214035579213E-2</c:v>
                </c:pt>
                <c:pt idx="370">
                  <c:v>-8.3698113648036601E-2</c:v>
                </c:pt>
                <c:pt idx="371">
                  <c:v>-7.6250758743054578E-2</c:v>
                </c:pt>
                <c:pt idx="372">
                  <c:v>-6.8035906055936873E-2</c:v>
                </c:pt>
                <c:pt idx="373">
                  <c:v>-5.9044800859130601E-2</c:v>
                </c:pt>
                <c:pt idx="374">
                  <c:v>-5.211105663725079E-2</c:v>
                </c:pt>
                <c:pt idx="375">
                  <c:v>-4.1580578512396688E-2</c:v>
                </c:pt>
                <c:pt idx="376">
                  <c:v>-3.0475206611570251E-2</c:v>
                </c:pt>
                <c:pt idx="377">
                  <c:v>-3.2024793388429763E-2</c:v>
                </c:pt>
                <c:pt idx="378">
                  <c:v>-3.2283057851239673E-2</c:v>
                </c:pt>
                <c:pt idx="379">
                  <c:v>-3.2283057851239673E-2</c:v>
                </c:pt>
                <c:pt idx="380">
                  <c:v>-3.0216942148760331E-2</c:v>
                </c:pt>
                <c:pt idx="381">
                  <c:v>-2.505165289256198E-2</c:v>
                </c:pt>
                <c:pt idx="382">
                  <c:v>-1.962809917355372E-2</c:v>
                </c:pt>
                <c:pt idx="383">
                  <c:v>-1.9874690666293139E-2</c:v>
                </c:pt>
                <c:pt idx="384">
                  <c:v>-1.8078512396694221E-2</c:v>
                </c:pt>
                <c:pt idx="385">
                  <c:v>-1.344142503618621E-2</c:v>
                </c:pt>
                <c:pt idx="386">
                  <c:v>-1.138114581874212E-2</c:v>
                </c:pt>
                <c:pt idx="387">
                  <c:v>-1.11228813559322E-2</c:v>
                </c:pt>
                <c:pt idx="388">
                  <c:v>-1.0607811551571179E-2</c:v>
                </c:pt>
                <c:pt idx="389">
                  <c:v>-1.1894756501844329E-2</c:v>
                </c:pt>
                <c:pt idx="390">
                  <c:v>-1.2911764019237061E-2</c:v>
                </c:pt>
                <c:pt idx="391">
                  <c:v>-1.161022785637578E-2</c:v>
                </c:pt>
                <c:pt idx="392">
                  <c:v>-1.5462307979642339E-2</c:v>
                </c:pt>
                <c:pt idx="393">
                  <c:v>-1.571911332119345E-2</c:v>
                </c:pt>
                <c:pt idx="394">
                  <c:v>-1.931146986039128E-2</c:v>
                </c:pt>
                <c:pt idx="395">
                  <c:v>-2.2909662884624371E-2</c:v>
                </c:pt>
                <c:pt idx="396">
                  <c:v>-2.4193689592379889E-2</c:v>
                </c:pt>
                <c:pt idx="397">
                  <c:v>-2.3167927347434281E-2</c:v>
                </c:pt>
                <c:pt idx="398">
                  <c:v>-2.1876605033384702E-2</c:v>
                </c:pt>
                <c:pt idx="399">
                  <c:v>-2.0325559135266381E-2</c:v>
                </c:pt>
                <c:pt idx="400">
                  <c:v>-2.0577987113041041E-2</c:v>
                </c:pt>
                <c:pt idx="401">
                  <c:v>-1.722200821777093E-2</c:v>
                </c:pt>
                <c:pt idx="402">
                  <c:v>-1.542291170565439E-2</c:v>
                </c:pt>
                <c:pt idx="403">
                  <c:v>-1.311020451043564E-2</c:v>
                </c:pt>
                <c:pt idx="404">
                  <c:v>-9.5017976373908616E-3</c:v>
                </c:pt>
                <c:pt idx="405">
                  <c:v>-3.8520801232665661E-3</c:v>
                </c:pt>
                <c:pt idx="406">
                  <c:v>-5.1361068310220893E-3</c:v>
                </c:pt>
                <c:pt idx="407">
                  <c:v>-5.6497175141242964E-3</c:v>
                </c:pt>
                <c:pt idx="408">
                  <c:v>-7.1905495634309226E-3</c:v>
                </c:pt>
                <c:pt idx="409">
                  <c:v>-6.4201335387776091E-3</c:v>
                </c:pt>
                <c:pt idx="410">
                  <c:v>-6.4201335387776091E-3</c:v>
                </c:pt>
                <c:pt idx="411">
                  <c:v>-4.8793014894709837E-3</c:v>
                </c:pt>
                <c:pt idx="412">
                  <c:v>-2.568053415511046E-3</c:v>
                </c:pt>
                <c:pt idx="413">
                  <c:v>-2.5680534155110451E-3</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-8.2644628099173769E-4</c:v>
                </c:pt>
                <c:pt idx="496">
                  <c:v>-4.4077134986225917E-3</c:v>
                </c:pt>
                <c:pt idx="497">
                  <c:v>-1.046831955922865E-2</c:v>
                </c:pt>
                <c:pt idx="498">
                  <c:v>-1.2121212121212119E-2</c:v>
                </c:pt>
                <c:pt idx="499">
                  <c:v>-1.6528925619834711E-2</c:v>
                </c:pt>
                <c:pt idx="500">
                  <c:v>-2.0110192837465572E-2</c:v>
                </c:pt>
                <c:pt idx="501">
                  <c:v>-1.8732782369146009E-2</c:v>
                </c:pt>
                <c:pt idx="502">
                  <c:v>-1.6253443526170801E-2</c:v>
                </c:pt>
                <c:pt idx="503">
                  <c:v>-1.5426997245179069E-2</c:v>
                </c:pt>
                <c:pt idx="504">
                  <c:v>-1.404958677685951E-2</c:v>
                </c:pt>
                <c:pt idx="505">
                  <c:v>-9.0909090909090922E-3</c:v>
                </c:pt>
                <c:pt idx="506">
                  <c:v>-7.7134986225895347E-3</c:v>
                </c:pt>
                <c:pt idx="507">
                  <c:v>-8.8154269972451835E-3</c:v>
                </c:pt>
                <c:pt idx="508">
                  <c:v>-9.0909090909090939E-3</c:v>
                </c:pt>
                <c:pt idx="509">
                  <c:v>-7.7134986225895364E-3</c:v>
                </c:pt>
                <c:pt idx="510">
                  <c:v>-7.9889807162534469E-3</c:v>
                </c:pt>
                <c:pt idx="511">
                  <c:v>-8.2644628099173573E-3</c:v>
                </c:pt>
                <c:pt idx="512">
                  <c:v>-7.9940200228448607E-3</c:v>
                </c:pt>
                <c:pt idx="513">
                  <c:v>-3.5863065242222689E-3</c:v>
                </c:pt>
                <c:pt idx="514">
                  <c:v>-5.0393065914153774E-6</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-2.5022747952684258E-3</c:v>
                </c:pt>
                <c:pt idx="697">
                  <c:v>-1.212973477015168E-2</c:v>
                </c:pt>
                <c:pt idx="698">
                  <c:v>-1.3577331759149941E-2</c:v>
                </c:pt>
                <c:pt idx="699">
                  <c:v>-1.5893486941547161E-2</c:v>
                </c:pt>
                <c:pt idx="700">
                  <c:v>-1.8510441498281679E-2</c:v>
                </c:pt>
                <c:pt idx="701">
                  <c:v>-1.849916152174403E-2</c:v>
                </c:pt>
                <c:pt idx="702">
                  <c:v>-1.761932335180743E-2</c:v>
                </c:pt>
                <c:pt idx="703">
                  <c:v>-1.7624963340076249E-2</c:v>
                </c:pt>
                <c:pt idx="704">
                  <c:v>-1.6767685123214939E-2</c:v>
                </c:pt>
                <c:pt idx="705">
                  <c:v>-1.824912204182615E-2</c:v>
                </c:pt>
                <c:pt idx="706">
                  <c:v>-1.7414403778040141E-2</c:v>
                </c:pt>
                <c:pt idx="707">
                  <c:v>-1.8299881936245571E-2</c:v>
                </c:pt>
                <c:pt idx="708">
                  <c:v>-2.2432113341204249E-2</c:v>
                </c:pt>
                <c:pt idx="709">
                  <c:v>-2.62942642621787E-2</c:v>
                </c:pt>
                <c:pt idx="710">
                  <c:v>-3.2820566243026143E-2</c:v>
                </c:pt>
                <c:pt idx="711">
                  <c:v>-3.4006991226242567E-2</c:v>
                </c:pt>
                <c:pt idx="712">
                  <c:v>-3.6981734842697407E-2</c:v>
                </c:pt>
                <c:pt idx="713">
                  <c:v>-3.6098185830806151E-2</c:v>
                </c:pt>
                <c:pt idx="714">
                  <c:v>-3.5808813883680193E-2</c:v>
                </c:pt>
                <c:pt idx="715">
                  <c:v>-3.552522937549675E-2</c:v>
                </c:pt>
                <c:pt idx="716">
                  <c:v>-3.6127123025518751E-2</c:v>
                </c:pt>
                <c:pt idx="717">
                  <c:v>-3.7928945682956378E-2</c:v>
                </c:pt>
                <c:pt idx="718">
                  <c:v>-4.0321087112530962E-2</c:v>
                </c:pt>
                <c:pt idx="719">
                  <c:v>-3.7672369223171361E-2</c:v>
                </c:pt>
                <c:pt idx="720">
                  <c:v>-3.9454900417467263E-2</c:v>
                </c:pt>
                <c:pt idx="721">
                  <c:v>-4.0049077482232569E-2</c:v>
                </c:pt>
                <c:pt idx="722">
                  <c:v>-3.9755847242478257E-2</c:v>
                </c:pt>
                <c:pt idx="723">
                  <c:v>-4.064325454699786E-2</c:v>
                </c:pt>
                <c:pt idx="724">
                  <c:v>-4.1530661851517457E-2</c:v>
                </c:pt>
                <c:pt idx="725">
                  <c:v>-4.0938413933066339E-2</c:v>
                </c:pt>
                <c:pt idx="726">
                  <c:v>-4.1239360758077333E-2</c:v>
                </c:pt>
                <c:pt idx="727">
                  <c:v>-4.0359670038814417E-2</c:v>
                </c:pt>
                <c:pt idx="728">
                  <c:v>-3.8291625190020911E-2</c:v>
                </c:pt>
                <c:pt idx="729">
                  <c:v>-3.6810040820736009E-2</c:v>
                </c:pt>
                <c:pt idx="730">
                  <c:v>-3.3868092691622102E-2</c:v>
                </c:pt>
                <c:pt idx="731">
                  <c:v>-3.1788472964943547E-2</c:v>
                </c:pt>
                <c:pt idx="732">
                  <c:v>-2.9708853238264998E-2</c:v>
                </c:pt>
                <c:pt idx="733">
                  <c:v>-2.881758764111705E-2</c:v>
                </c:pt>
                <c:pt idx="734">
                  <c:v>-2.4064171122994651E-2</c:v>
                </c:pt>
                <c:pt idx="735">
                  <c:v>-2.4064171122994651E-2</c:v>
                </c:pt>
                <c:pt idx="736">
                  <c:v>-2.2578728461081402E-2</c:v>
                </c:pt>
                <c:pt idx="737">
                  <c:v>-1.989906808018263E-2</c:v>
                </c:pt>
                <c:pt idx="738">
                  <c:v>-1.7518450761484821E-2</c:v>
                </c:pt>
                <c:pt idx="739">
                  <c:v>-1.4260249554367201E-2</c:v>
                </c:pt>
                <c:pt idx="740">
                  <c:v>-1.2497263658254369E-2</c:v>
                </c:pt>
                <c:pt idx="741">
                  <c:v>-1.4598383212934289E-2</c:v>
                </c:pt>
                <c:pt idx="742">
                  <c:v>-1.221776589423648E-2</c:v>
                </c:pt>
                <c:pt idx="743">
                  <c:v>-1.3118804140475971E-2</c:v>
                </c:pt>
                <c:pt idx="744">
                  <c:v>-1.581214623010288E-2</c:v>
                </c:pt>
                <c:pt idx="745">
                  <c:v>-1.5216014635519279E-2</c:v>
                </c:pt>
                <c:pt idx="746">
                  <c:v>-1.611509835194045E-2</c:v>
                </c:pt>
                <c:pt idx="747">
                  <c:v>-2.029974669293555E-2</c:v>
                </c:pt>
                <c:pt idx="748">
                  <c:v>-1.910943803358664E-2</c:v>
                </c:pt>
                <c:pt idx="749">
                  <c:v>-1.7620086312036772E-2</c:v>
                </c:pt>
                <c:pt idx="750">
                  <c:v>-1.7618131782218469E-2</c:v>
                </c:pt>
                <c:pt idx="751">
                  <c:v>-1.9107483503768331E-2</c:v>
                </c:pt>
                <c:pt idx="752">
                  <c:v>-1.7622040841855081E-2</c:v>
                </c:pt>
                <c:pt idx="753">
                  <c:v>-1.7633768020764919E-2</c:v>
                </c:pt>
                <c:pt idx="754">
                  <c:v>-1.7354270256747031E-2</c:v>
                </c:pt>
                <c:pt idx="755">
                  <c:v>-2.3634174562967129E-2</c:v>
                </c:pt>
                <c:pt idx="756">
                  <c:v>-3.4690949745129311E-2</c:v>
                </c:pt>
                <c:pt idx="757">
                  <c:v>-4.0673765518966759E-2</c:v>
                </c:pt>
                <c:pt idx="758">
                  <c:v>-4.5155502392344497E-2</c:v>
                </c:pt>
                <c:pt idx="759">
                  <c:v>-4.9940191387559812E-2</c:v>
                </c:pt>
                <c:pt idx="760">
                  <c:v>-5.293062200956937E-2</c:v>
                </c:pt>
                <c:pt idx="761">
                  <c:v>-5.5950758896035999E-2</c:v>
                </c:pt>
                <c:pt idx="762">
                  <c:v>-5.3562375233689279E-2</c:v>
                </c:pt>
                <c:pt idx="763">
                  <c:v>-5.2380065908298738E-2</c:v>
                </c:pt>
                <c:pt idx="764">
                  <c:v>-5.1774058113374953E-2</c:v>
                </c:pt>
                <c:pt idx="765">
                  <c:v>-5.057986628220159E-2</c:v>
                </c:pt>
                <c:pt idx="766">
                  <c:v>-4.7286405357161707E-2</c:v>
                </c:pt>
                <c:pt idx="767">
                  <c:v>-4.7282418116332367E-2</c:v>
                </c:pt>
                <c:pt idx="768">
                  <c:v>-4.5177154958437632E-2</c:v>
                </c:pt>
                <c:pt idx="769">
                  <c:v>-4.0683534543764582E-2</c:v>
                </c:pt>
                <c:pt idx="770">
                  <c:v>-4.0376516999904938E-2</c:v>
                </c:pt>
                <c:pt idx="771">
                  <c:v>-4.006551221521594E-2</c:v>
                </c:pt>
                <c:pt idx="772">
                  <c:v>-3.8243343156204777E-2</c:v>
                </c:pt>
                <c:pt idx="773">
                  <c:v>-3.6736166122711959E-2</c:v>
                </c:pt>
                <c:pt idx="774">
                  <c:v>-3.5814790201336037E-2</c:v>
                </c:pt>
                <c:pt idx="775">
                  <c:v>-3.1563529371127837E-2</c:v>
                </c:pt>
                <c:pt idx="776">
                  <c:v>-2.7643640582817999E-2</c:v>
                </c:pt>
                <c:pt idx="777">
                  <c:v>-1.829248320534483E-2</c:v>
                </c:pt>
                <c:pt idx="778">
                  <c:v>-7.5026862313373266E-3</c:v>
                </c:pt>
                <c:pt idx="779">
                  <c:v>-1.2227819251172309E-3</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#N/A</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#N/A</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#N/A</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#N/A</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#N/A</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#N/A</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#N/A</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#N/A</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#N/A</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#N/A</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#N/A</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#N/A</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#N/A</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#N/A</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#N/A</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#N/A</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#N/A</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#N/A</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#N/A</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#N/A</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#N/A</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#N/A</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#N/A</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#N/A</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#N/A</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#N/A</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#N/A</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#N/A</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#N/A</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#N/A</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#N/A</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#N/A</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#N/A</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#N/A</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#N/A</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#N/A</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#N/A</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#N/A</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#N/A</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#N/A</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#N/A</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#N/A</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#N/A</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#N/A</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#N/A</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#N/A</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#N/A</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#N/A</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#N/A</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#N/A</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#N/A</c:v>
                </c:pt>
                <c:pt idx="3298">
                  <c:v>#N/A</c:v>
                </c:pt>
                <c:pt idx="3299">
                  <c:v>#N/A</c:v>
                </c:pt>
                <c:pt idx="3300">
                  <c:v>#N/A</c:v>
                </c:pt>
              </c:numCache>
            </c:numRef>
          </c:val>
          <c:smooth val="0"/>
          <c:extLst>
            <c:ext xmlns:c16="http://schemas.microsoft.com/office/drawing/2014/chart" uri="{C3380CC4-5D6E-409C-BE32-E72D297353CC}">
              <c16:uniqueId val="{00000001-2EB1-47AF-B4EC-D8686D7DF6E2}"/>
            </c:ext>
          </c:extLst>
        </c:ser>
        <c:dLbls>
          <c:showLegendKey val="0"/>
          <c:showVal val="0"/>
          <c:showCatName val="0"/>
          <c:showSerName val="0"/>
          <c:showPercent val="0"/>
          <c:showBubbleSize val="0"/>
        </c:dLbls>
        <c:smooth val="0"/>
        <c:axId val="390145295"/>
        <c:axId val="390144335"/>
      </c:lineChart>
      <c:dateAx>
        <c:axId val="390145295"/>
        <c:scaling>
          <c:orientation val="minMax"/>
        </c:scaling>
        <c:delete val="0"/>
        <c:axPos val="b"/>
        <c:numFmt formatCode="[$-409]mmm\-yy;@" sourceLinked="0"/>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At val="0"/>
        <c:auto val="1"/>
        <c:lblOffset val="100"/>
        <c:baseTimeUnit val="days"/>
      </c:dateAx>
      <c:valAx>
        <c:axId val="390144335"/>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between"/>
        <c:majorUnit val="0.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'Component treatment'!$D$4</c:f>
              <c:strCache>
                <c:ptCount val="1"/>
                <c:pt idx="0">
                  <c:v>market_momentum</c:v>
                </c:pt>
              </c:strCache>
            </c:strRef>
          </c:tx>
          <c:spPr>
            <a:ln w="19050" cap="rnd">
              <a:solidFill>
                <a:srgbClr val="1F2F44"/>
              </a:solidFill>
              <a:round/>
            </a:ln>
            <a:effectLst/>
          </c:spPr>
          <c:marker>
            <c:symbol val="none"/>
          </c:marker>
          <c:cat>
            <c:numRef>
              <c:f>'Component treatment'!$C$5:$C$50000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treatment'!$D$5:$D$50000</c:f>
              <c:numCache>
                <c:formatCode>0%</c:formatCode>
                <c:ptCount val="49996"/>
                <c:pt idx="0">
                  <c:v>0.19209039548022599</c:v>
                </c:pt>
                <c:pt idx="1">
                  <c:v>0.21468926553672321</c:v>
                </c:pt>
                <c:pt idx="2">
                  <c:v>0.24858757062146891</c:v>
                </c:pt>
                <c:pt idx="3">
                  <c:v>0.24293785310734459</c:v>
                </c:pt>
                <c:pt idx="4">
                  <c:v>0.2768361581920904</c:v>
                </c:pt>
                <c:pt idx="5">
                  <c:v>0.29378531073446329</c:v>
                </c:pt>
                <c:pt idx="6">
                  <c:v>0.29943502824858759</c:v>
                </c:pt>
                <c:pt idx="7">
                  <c:v>0.32768361581920902</c:v>
                </c:pt>
                <c:pt idx="8">
                  <c:v>0.33898305084745761</c:v>
                </c:pt>
                <c:pt idx="9">
                  <c:v>0.33898305084745761</c:v>
                </c:pt>
                <c:pt idx="10">
                  <c:v>0.33898305084745761</c:v>
                </c:pt>
                <c:pt idx="11">
                  <c:v>0.31073446327683618</c:v>
                </c:pt>
                <c:pt idx="12">
                  <c:v>0.28813559322033899</c:v>
                </c:pt>
                <c:pt idx="13">
                  <c:v>0.31073446327683618</c:v>
                </c:pt>
                <c:pt idx="14">
                  <c:v>0.31638418079096048</c:v>
                </c:pt>
                <c:pt idx="15">
                  <c:v>0.30508474576271188</c:v>
                </c:pt>
                <c:pt idx="16">
                  <c:v>0.28813559322033899</c:v>
                </c:pt>
                <c:pt idx="17">
                  <c:v>0.29943502824858759</c:v>
                </c:pt>
                <c:pt idx="18">
                  <c:v>0.3559322033898305</c:v>
                </c:pt>
                <c:pt idx="19">
                  <c:v>0.28888888888888892</c:v>
                </c:pt>
                <c:pt idx="20">
                  <c:v>0.28333333333333333</c:v>
                </c:pt>
                <c:pt idx="21">
                  <c:v>0.32222222222222219</c:v>
                </c:pt>
                <c:pt idx="22">
                  <c:v>0.32777777777777778</c:v>
                </c:pt>
                <c:pt idx="23">
                  <c:v>0.34444444444444439</c:v>
                </c:pt>
                <c:pt idx="24">
                  <c:v>0.30555555555555558</c:v>
                </c:pt>
                <c:pt idx="25">
                  <c:v>0.28888888888888892</c:v>
                </c:pt>
                <c:pt idx="26">
                  <c:v>0.3</c:v>
                </c:pt>
                <c:pt idx="27">
                  <c:v>0.30555555555555558</c:v>
                </c:pt>
                <c:pt idx="28">
                  <c:v>0.28888888888888892</c:v>
                </c:pt>
                <c:pt idx="29">
                  <c:v>0.29444444444444451</c:v>
                </c:pt>
                <c:pt idx="30">
                  <c:v>0.33333333333333331</c:v>
                </c:pt>
                <c:pt idx="31">
                  <c:v>0.32777777777777778</c:v>
                </c:pt>
                <c:pt idx="32">
                  <c:v>0.3611111111111111</c:v>
                </c:pt>
                <c:pt idx="33">
                  <c:v>0.37222222222222218</c:v>
                </c:pt>
                <c:pt idx="34">
                  <c:v>0.3888888888888889</c:v>
                </c:pt>
                <c:pt idx="35">
                  <c:v>0.43333333333333329</c:v>
                </c:pt>
                <c:pt idx="36">
                  <c:v>0.46666666666666667</c:v>
                </c:pt>
                <c:pt idx="37">
                  <c:v>0.42222222222222222</c:v>
                </c:pt>
                <c:pt idx="38">
                  <c:v>0.39444444444444438</c:v>
                </c:pt>
                <c:pt idx="39">
                  <c:v>0.45555555555555549</c:v>
                </c:pt>
                <c:pt idx="40">
                  <c:v>0.51111111111111107</c:v>
                </c:pt>
                <c:pt idx="41">
                  <c:v>0.48333333333333328</c:v>
                </c:pt>
                <c:pt idx="42">
                  <c:v>0.51111111111111107</c:v>
                </c:pt>
                <c:pt idx="43">
                  <c:v>0.53888888888888886</c:v>
                </c:pt>
                <c:pt idx="44">
                  <c:v>0.5</c:v>
                </c:pt>
                <c:pt idx="45">
                  <c:v>0.43888888888888888</c:v>
                </c:pt>
                <c:pt idx="46">
                  <c:v>0.42222222222222222</c:v>
                </c:pt>
                <c:pt idx="47">
                  <c:v>0.51666666666666672</c:v>
                </c:pt>
                <c:pt idx="48">
                  <c:v>0.51955307262569828</c:v>
                </c:pt>
                <c:pt idx="49">
                  <c:v>0.58659217877094971</c:v>
                </c:pt>
                <c:pt idx="50">
                  <c:v>0.63128491620111726</c:v>
                </c:pt>
                <c:pt idx="51">
                  <c:v>0.60893854748603349</c:v>
                </c:pt>
                <c:pt idx="52">
                  <c:v>0.60893854748603349</c:v>
                </c:pt>
                <c:pt idx="53">
                  <c:v>0.60893854748603349</c:v>
                </c:pt>
                <c:pt idx="54">
                  <c:v>0.55865921787709494</c:v>
                </c:pt>
                <c:pt idx="55">
                  <c:v>0.61452513966480449</c:v>
                </c:pt>
                <c:pt idx="56">
                  <c:v>0.56983240223463683</c:v>
                </c:pt>
                <c:pt idx="57">
                  <c:v>0.64245810055865926</c:v>
                </c:pt>
                <c:pt idx="58">
                  <c:v>0.65921787709497204</c:v>
                </c:pt>
                <c:pt idx="59">
                  <c:v>0.64804469273743015</c:v>
                </c:pt>
                <c:pt idx="60">
                  <c:v>0.61235955056179781</c:v>
                </c:pt>
                <c:pt idx="61">
                  <c:v>0.47752808988764051</c:v>
                </c:pt>
                <c:pt idx="62">
                  <c:v>0.4887640449438202</c:v>
                </c:pt>
                <c:pt idx="63">
                  <c:v>0.4550561797752809</c:v>
                </c:pt>
                <c:pt idx="64">
                  <c:v>0.4606741573033708</c:v>
                </c:pt>
                <c:pt idx="65">
                  <c:v>0.46629213483146059</c:v>
                </c:pt>
                <c:pt idx="66">
                  <c:v>0.4157303370786517</c:v>
                </c:pt>
                <c:pt idx="67">
                  <c:v>0.43258426966292141</c:v>
                </c:pt>
                <c:pt idx="68">
                  <c:v>0.3258426966292135</c:v>
                </c:pt>
                <c:pt idx="69">
                  <c:v>0.29213483146067409</c:v>
                </c:pt>
                <c:pt idx="70">
                  <c:v>0.3258426966292135</c:v>
                </c:pt>
                <c:pt idx="71">
                  <c:v>0.29775280898876411</c:v>
                </c:pt>
                <c:pt idx="72">
                  <c:v>0.34831460674157311</c:v>
                </c:pt>
                <c:pt idx="73">
                  <c:v>0.34831460674157311</c:v>
                </c:pt>
                <c:pt idx="74">
                  <c:v>0.33146067415730329</c:v>
                </c:pt>
                <c:pt idx="75">
                  <c:v>0.37640449438202239</c:v>
                </c:pt>
                <c:pt idx="76">
                  <c:v>0.3707865168539326</c:v>
                </c:pt>
                <c:pt idx="77">
                  <c:v>0.3258426966292135</c:v>
                </c:pt>
                <c:pt idx="78">
                  <c:v>0.34269662921348321</c:v>
                </c:pt>
                <c:pt idx="79">
                  <c:v>0.34831460674157311</c:v>
                </c:pt>
                <c:pt idx="80">
                  <c:v>0.3202247191011236</c:v>
                </c:pt>
                <c:pt idx="81">
                  <c:v>0.34269662921348321</c:v>
                </c:pt>
                <c:pt idx="82">
                  <c:v>0.3202247191011236</c:v>
                </c:pt>
                <c:pt idx="83">
                  <c:v>0.33707865168539319</c:v>
                </c:pt>
                <c:pt idx="84">
                  <c:v>0.3089887640449438</c:v>
                </c:pt>
                <c:pt idx="85">
                  <c:v>0.29213483146067409</c:v>
                </c:pt>
                <c:pt idx="86">
                  <c:v>0.3089887640449438</c:v>
                </c:pt>
                <c:pt idx="87">
                  <c:v>0.3146067415730337</c:v>
                </c:pt>
                <c:pt idx="88">
                  <c:v>0.2359550561797753</c:v>
                </c:pt>
                <c:pt idx="89">
                  <c:v>0.20786516853932591</c:v>
                </c:pt>
                <c:pt idx="90">
                  <c:v>0.24719101123595499</c:v>
                </c:pt>
                <c:pt idx="91">
                  <c:v>0.2359550561797753</c:v>
                </c:pt>
                <c:pt idx="92">
                  <c:v>0.2359550561797753</c:v>
                </c:pt>
                <c:pt idx="93">
                  <c:v>0.2359550561797753</c:v>
                </c:pt>
                <c:pt idx="94">
                  <c:v>0.2359550561797753</c:v>
                </c:pt>
                <c:pt idx="95">
                  <c:v>0.2247191011235955</c:v>
                </c:pt>
                <c:pt idx="96">
                  <c:v>0.2247191011235955</c:v>
                </c:pt>
                <c:pt idx="97">
                  <c:v>0.20786516853932591</c:v>
                </c:pt>
                <c:pt idx="98">
                  <c:v>0.1853932584269663</c:v>
                </c:pt>
                <c:pt idx="99">
                  <c:v>0.1853932584269663</c:v>
                </c:pt>
                <c:pt idx="100">
                  <c:v>0.25280898876404501</c:v>
                </c:pt>
                <c:pt idx="101">
                  <c:v>0.2415730337078652</c:v>
                </c:pt>
                <c:pt idx="102">
                  <c:v>0.29775280898876411</c:v>
                </c:pt>
                <c:pt idx="103">
                  <c:v>0.2640449438202247</c:v>
                </c:pt>
                <c:pt idx="104">
                  <c:v>0.2359550561797753</c:v>
                </c:pt>
                <c:pt idx="105">
                  <c:v>0.2415730337078652</c:v>
                </c:pt>
                <c:pt idx="106">
                  <c:v>0.2696629213483146</c:v>
                </c:pt>
                <c:pt idx="107">
                  <c:v>0.2696629213483146</c:v>
                </c:pt>
                <c:pt idx="108">
                  <c:v>0.2640449438202247</c:v>
                </c:pt>
                <c:pt idx="109">
                  <c:v>0.2752808988764045</c:v>
                </c:pt>
                <c:pt idx="110">
                  <c:v>0.33146067415730329</c:v>
                </c:pt>
                <c:pt idx="111">
                  <c:v>0.3539325842696629</c:v>
                </c:pt>
                <c:pt idx="112">
                  <c:v>0.39325842696629221</c:v>
                </c:pt>
                <c:pt idx="113">
                  <c:v>0.37640449438202239</c:v>
                </c:pt>
                <c:pt idx="114">
                  <c:v>0.42134831460674149</c:v>
                </c:pt>
                <c:pt idx="115">
                  <c:v>0.38202247191011229</c:v>
                </c:pt>
                <c:pt idx="116">
                  <c:v>0.38764044943820231</c:v>
                </c:pt>
                <c:pt idx="117">
                  <c:v>0.37640449438202239</c:v>
                </c:pt>
                <c:pt idx="118">
                  <c:v>0.42134831460674149</c:v>
                </c:pt>
                <c:pt idx="119">
                  <c:v>0.43820224719101131</c:v>
                </c:pt>
                <c:pt idx="120">
                  <c:v>0.4632768361581921</c:v>
                </c:pt>
                <c:pt idx="121">
                  <c:v>0.4576271186440678</c:v>
                </c:pt>
                <c:pt idx="122">
                  <c:v>0.4519774011299435</c:v>
                </c:pt>
                <c:pt idx="123">
                  <c:v>0.50847457627118642</c:v>
                </c:pt>
                <c:pt idx="124">
                  <c:v>0.51412429378531077</c:v>
                </c:pt>
                <c:pt idx="125">
                  <c:v>0.46892655367231639</c:v>
                </c:pt>
                <c:pt idx="126">
                  <c:v>0.4519774011299435</c:v>
                </c:pt>
                <c:pt idx="127">
                  <c:v>0.51412429378531077</c:v>
                </c:pt>
                <c:pt idx="128">
                  <c:v>0.51977401129943501</c:v>
                </c:pt>
                <c:pt idx="129">
                  <c:v>0.55932203389830504</c:v>
                </c:pt>
                <c:pt idx="130">
                  <c:v>0.5536723163841808</c:v>
                </c:pt>
                <c:pt idx="131">
                  <c:v>0.51977401129943501</c:v>
                </c:pt>
                <c:pt idx="132">
                  <c:v>0.51977401129943501</c:v>
                </c:pt>
                <c:pt idx="133">
                  <c:v>0.48587570621468928</c:v>
                </c:pt>
                <c:pt idx="134">
                  <c:v>0.49717514124293788</c:v>
                </c:pt>
                <c:pt idx="135">
                  <c:v>0.42937853107344631</c:v>
                </c:pt>
                <c:pt idx="136">
                  <c:v>0.49152542372881358</c:v>
                </c:pt>
                <c:pt idx="137">
                  <c:v>0.49152542372881358</c:v>
                </c:pt>
                <c:pt idx="138">
                  <c:v>0.41242937853107342</c:v>
                </c:pt>
                <c:pt idx="139">
                  <c:v>0.42372881355932202</c:v>
                </c:pt>
                <c:pt idx="140">
                  <c:v>0.44067796610169491</c:v>
                </c:pt>
                <c:pt idx="141">
                  <c:v>0.44067796610169491</c:v>
                </c:pt>
                <c:pt idx="142">
                  <c:v>0.47457627118644069</c:v>
                </c:pt>
                <c:pt idx="143">
                  <c:v>0.49152542372881358</c:v>
                </c:pt>
                <c:pt idx="144">
                  <c:v>0.46892655367231639</c:v>
                </c:pt>
                <c:pt idx="145">
                  <c:v>0.47457627118644069</c:v>
                </c:pt>
                <c:pt idx="146">
                  <c:v>0.44067796610169491</c:v>
                </c:pt>
                <c:pt idx="147">
                  <c:v>0.47457627118644069</c:v>
                </c:pt>
                <c:pt idx="148">
                  <c:v>0.43502824858757061</c:v>
                </c:pt>
                <c:pt idx="149">
                  <c:v>0.4463276836158192</c:v>
                </c:pt>
                <c:pt idx="150">
                  <c:v>0.4519774011299435</c:v>
                </c:pt>
                <c:pt idx="151">
                  <c:v>0.47457627118644069</c:v>
                </c:pt>
                <c:pt idx="152">
                  <c:v>0.4632768361581921</c:v>
                </c:pt>
                <c:pt idx="153">
                  <c:v>0.4576271186440678</c:v>
                </c:pt>
                <c:pt idx="154">
                  <c:v>0.41807909604519772</c:v>
                </c:pt>
                <c:pt idx="155">
                  <c:v>0.42372881355932202</c:v>
                </c:pt>
                <c:pt idx="156">
                  <c:v>0.4576271186440678</c:v>
                </c:pt>
                <c:pt idx="157">
                  <c:v>0.46892655367231639</c:v>
                </c:pt>
                <c:pt idx="158">
                  <c:v>0.48022598870056499</c:v>
                </c:pt>
                <c:pt idx="159">
                  <c:v>0.4463276836158192</c:v>
                </c:pt>
                <c:pt idx="160">
                  <c:v>0.4463276836158192</c:v>
                </c:pt>
                <c:pt idx="161">
                  <c:v>0.48022598870056499</c:v>
                </c:pt>
                <c:pt idx="162">
                  <c:v>0.4632768361581921</c:v>
                </c:pt>
                <c:pt idx="163">
                  <c:v>0.46892655367231639</c:v>
                </c:pt>
                <c:pt idx="164">
                  <c:v>0.46892655367231639</c:v>
                </c:pt>
                <c:pt idx="165">
                  <c:v>0.48587570621468928</c:v>
                </c:pt>
                <c:pt idx="166">
                  <c:v>0.4519774011299435</c:v>
                </c:pt>
                <c:pt idx="167">
                  <c:v>0.41242937853107342</c:v>
                </c:pt>
                <c:pt idx="168">
                  <c:v>0.46892655367231639</c:v>
                </c:pt>
                <c:pt idx="169">
                  <c:v>0.50282485875706218</c:v>
                </c:pt>
                <c:pt idx="170">
                  <c:v>0.53107344632768361</c:v>
                </c:pt>
                <c:pt idx="171">
                  <c:v>0.60451977401129942</c:v>
                </c:pt>
                <c:pt idx="172">
                  <c:v>0.62146892655367236</c:v>
                </c:pt>
                <c:pt idx="173">
                  <c:v>0.63276836158192096</c:v>
                </c:pt>
                <c:pt idx="174">
                  <c:v>0.6384180790960452</c:v>
                </c:pt>
                <c:pt idx="175">
                  <c:v>0.59887005649717517</c:v>
                </c:pt>
                <c:pt idx="176">
                  <c:v>0.61016949152542377</c:v>
                </c:pt>
                <c:pt idx="177">
                  <c:v>0.61581920903954801</c:v>
                </c:pt>
                <c:pt idx="178">
                  <c:v>0.61581920903954801</c:v>
                </c:pt>
                <c:pt idx="179">
                  <c:v>0.63276836158192096</c:v>
                </c:pt>
                <c:pt idx="180">
                  <c:v>0.58192090395480223</c:v>
                </c:pt>
                <c:pt idx="181">
                  <c:v>0.58192090395480223</c:v>
                </c:pt>
                <c:pt idx="182">
                  <c:v>0.61931818181818177</c:v>
                </c:pt>
                <c:pt idx="183">
                  <c:v>0.57954545454545459</c:v>
                </c:pt>
                <c:pt idx="184">
                  <c:v>0.48603351955307261</c:v>
                </c:pt>
                <c:pt idx="185">
                  <c:v>0.4972067039106145</c:v>
                </c:pt>
                <c:pt idx="186">
                  <c:v>0.51396648044692739</c:v>
                </c:pt>
                <c:pt idx="187">
                  <c:v>0.51396648044692739</c:v>
                </c:pt>
                <c:pt idx="188">
                  <c:v>0.55865921787709494</c:v>
                </c:pt>
                <c:pt idx="189">
                  <c:v>0.6033519553072626</c:v>
                </c:pt>
                <c:pt idx="190">
                  <c:v>0.5977653631284916</c:v>
                </c:pt>
                <c:pt idx="191">
                  <c:v>0.54748603351955305</c:v>
                </c:pt>
                <c:pt idx="192">
                  <c:v>0.51955307262569828</c:v>
                </c:pt>
                <c:pt idx="193">
                  <c:v>0.50837988826815639</c:v>
                </c:pt>
                <c:pt idx="194">
                  <c:v>0.51396648044692739</c:v>
                </c:pt>
                <c:pt idx="195">
                  <c:v>0.50837988826815639</c:v>
                </c:pt>
                <c:pt idx="196">
                  <c:v>0.51396648044692739</c:v>
                </c:pt>
                <c:pt idx="197">
                  <c:v>0.56983240223463683</c:v>
                </c:pt>
                <c:pt idx="198">
                  <c:v>0.6033519553072626</c:v>
                </c:pt>
                <c:pt idx="199">
                  <c:v>0.62011173184357538</c:v>
                </c:pt>
                <c:pt idx="200">
                  <c:v>0.62569832402234637</c:v>
                </c:pt>
                <c:pt idx="201">
                  <c:v>0.63687150837988826</c:v>
                </c:pt>
                <c:pt idx="202">
                  <c:v>0.66480446927374304</c:v>
                </c:pt>
                <c:pt idx="203">
                  <c:v>0.68715083798882681</c:v>
                </c:pt>
                <c:pt idx="204">
                  <c:v>0.68715083798882681</c:v>
                </c:pt>
                <c:pt idx="205">
                  <c:v>0.68715083798882681</c:v>
                </c:pt>
                <c:pt idx="206">
                  <c:v>0.69273743016759781</c:v>
                </c:pt>
                <c:pt idx="207">
                  <c:v>0.68156424581005581</c:v>
                </c:pt>
                <c:pt idx="208">
                  <c:v>0.72625698324022347</c:v>
                </c:pt>
                <c:pt idx="209">
                  <c:v>0.72067039106145248</c:v>
                </c:pt>
                <c:pt idx="210">
                  <c:v>0.6983240223463687</c:v>
                </c:pt>
                <c:pt idx="211">
                  <c:v>0.72067039106145248</c:v>
                </c:pt>
                <c:pt idx="212">
                  <c:v>0.72067039106145248</c:v>
                </c:pt>
                <c:pt idx="213">
                  <c:v>0.71508379888268159</c:v>
                </c:pt>
                <c:pt idx="214">
                  <c:v>0.74301675977653636</c:v>
                </c:pt>
                <c:pt idx="215">
                  <c:v>0.73184357541899436</c:v>
                </c:pt>
                <c:pt idx="216">
                  <c:v>0.73184357541899436</c:v>
                </c:pt>
                <c:pt idx="217">
                  <c:v>0.73743016759776536</c:v>
                </c:pt>
                <c:pt idx="218">
                  <c:v>0.72067039106145248</c:v>
                </c:pt>
                <c:pt idx="219">
                  <c:v>0.6983240223463687</c:v>
                </c:pt>
                <c:pt idx="220">
                  <c:v>0.6983240223463687</c:v>
                </c:pt>
                <c:pt idx="221">
                  <c:v>0.71508379888268159</c:v>
                </c:pt>
                <c:pt idx="222">
                  <c:v>0.65921787709497204</c:v>
                </c:pt>
                <c:pt idx="223">
                  <c:v>0.68715083798882681</c:v>
                </c:pt>
                <c:pt idx="224">
                  <c:v>0.68156424581005581</c:v>
                </c:pt>
                <c:pt idx="225">
                  <c:v>0.67597765363128492</c:v>
                </c:pt>
                <c:pt idx="226">
                  <c:v>0.64245810055865926</c:v>
                </c:pt>
                <c:pt idx="227">
                  <c:v>0.59217877094972071</c:v>
                </c:pt>
                <c:pt idx="228">
                  <c:v>0.54748603351955305</c:v>
                </c:pt>
                <c:pt idx="229">
                  <c:v>0.56983240223463683</c:v>
                </c:pt>
                <c:pt idx="230">
                  <c:v>0.55865921787709494</c:v>
                </c:pt>
                <c:pt idx="231">
                  <c:v>0.54748603351955305</c:v>
                </c:pt>
                <c:pt idx="232">
                  <c:v>0.48044692737430172</c:v>
                </c:pt>
                <c:pt idx="233">
                  <c:v>0.46927374301675978</c:v>
                </c:pt>
                <c:pt idx="234">
                  <c:v>0.47486033519553073</c:v>
                </c:pt>
                <c:pt idx="235">
                  <c:v>0.47486033519553073</c:v>
                </c:pt>
                <c:pt idx="236">
                  <c:v>0.45251396648044689</c:v>
                </c:pt>
                <c:pt idx="237">
                  <c:v>0.54748603351955305</c:v>
                </c:pt>
                <c:pt idx="238">
                  <c:v>0.58100558659217882</c:v>
                </c:pt>
                <c:pt idx="239">
                  <c:v>0.54189944134078216</c:v>
                </c:pt>
                <c:pt idx="240">
                  <c:v>0.5977653631284916</c:v>
                </c:pt>
                <c:pt idx="241">
                  <c:v>0.62011173184357538</c:v>
                </c:pt>
                <c:pt idx="242">
                  <c:v>0.62569832402234637</c:v>
                </c:pt>
                <c:pt idx="243">
                  <c:v>0.5977653631284916</c:v>
                </c:pt>
                <c:pt idx="244">
                  <c:v>0.63128491620111726</c:v>
                </c:pt>
                <c:pt idx="245">
                  <c:v>0.65363128491620115</c:v>
                </c:pt>
                <c:pt idx="246">
                  <c:v>0.61581920903954801</c:v>
                </c:pt>
                <c:pt idx="247">
                  <c:v>0.61016949152542377</c:v>
                </c:pt>
                <c:pt idx="248">
                  <c:v>0.6271186440677966</c:v>
                </c:pt>
                <c:pt idx="249">
                  <c:v>0.65536723163841804</c:v>
                </c:pt>
                <c:pt idx="250">
                  <c:v>0.6271186440677966</c:v>
                </c:pt>
                <c:pt idx="251">
                  <c:v>0.58192090395480223</c:v>
                </c:pt>
                <c:pt idx="252">
                  <c:v>0.51977401129943501</c:v>
                </c:pt>
                <c:pt idx="253">
                  <c:v>0.46892655367231639</c:v>
                </c:pt>
                <c:pt idx="254">
                  <c:v>0.48022598870056499</c:v>
                </c:pt>
                <c:pt idx="255">
                  <c:v>0.44067796610169491</c:v>
                </c:pt>
                <c:pt idx="256">
                  <c:v>0.44886363636363641</c:v>
                </c:pt>
                <c:pt idx="257">
                  <c:v>0.4375</c:v>
                </c:pt>
                <c:pt idx="258">
                  <c:v>0.46590909090909088</c:v>
                </c:pt>
                <c:pt idx="259">
                  <c:v>0.40340909090909088</c:v>
                </c:pt>
                <c:pt idx="260">
                  <c:v>0.40340909090909088</c:v>
                </c:pt>
                <c:pt idx="261">
                  <c:v>0.40909090909090912</c:v>
                </c:pt>
                <c:pt idx="262">
                  <c:v>0.43181818181818182</c:v>
                </c:pt>
                <c:pt idx="263">
                  <c:v>0.38636363636363641</c:v>
                </c:pt>
                <c:pt idx="264">
                  <c:v>0.40340909090909088</c:v>
                </c:pt>
                <c:pt idx="265">
                  <c:v>0.39204545454545447</c:v>
                </c:pt>
                <c:pt idx="266">
                  <c:v>0.42045454545454553</c:v>
                </c:pt>
                <c:pt idx="267">
                  <c:v>0.44318181818181818</c:v>
                </c:pt>
                <c:pt idx="268">
                  <c:v>0.43820224719101131</c:v>
                </c:pt>
                <c:pt idx="269">
                  <c:v>0.4550561797752809</c:v>
                </c:pt>
                <c:pt idx="270">
                  <c:v>0.47191011235955049</c:v>
                </c:pt>
                <c:pt idx="271">
                  <c:v>0.43258426966292141</c:v>
                </c:pt>
                <c:pt idx="272">
                  <c:v>0.4157303370786517</c:v>
                </c:pt>
                <c:pt idx="273">
                  <c:v>0.4438202247191011</c:v>
                </c:pt>
                <c:pt idx="274">
                  <c:v>0.4438202247191011</c:v>
                </c:pt>
                <c:pt idx="275">
                  <c:v>0.4438202247191011</c:v>
                </c:pt>
                <c:pt idx="276">
                  <c:v>0.4438202247191011</c:v>
                </c:pt>
                <c:pt idx="277">
                  <c:v>0.46629213483146059</c:v>
                </c:pt>
                <c:pt idx="278">
                  <c:v>0.4101123595505618</c:v>
                </c:pt>
                <c:pt idx="279">
                  <c:v>0.42696629213483139</c:v>
                </c:pt>
                <c:pt idx="280">
                  <c:v>0.4101123595505618</c:v>
                </c:pt>
                <c:pt idx="281">
                  <c:v>0.42134831460674149</c:v>
                </c:pt>
                <c:pt idx="282">
                  <c:v>0.449438202247191</c:v>
                </c:pt>
                <c:pt idx="283">
                  <c:v>0.52247191011235961</c:v>
                </c:pt>
                <c:pt idx="284">
                  <c:v>0.5393258426966292</c:v>
                </c:pt>
                <c:pt idx="285">
                  <c:v>0.5337078651685393</c:v>
                </c:pt>
                <c:pt idx="286">
                  <c:v>0.550561797752809</c:v>
                </c:pt>
                <c:pt idx="287">
                  <c:v>0.5168539325842697</c:v>
                </c:pt>
                <c:pt idx="288">
                  <c:v>0.5168539325842697</c:v>
                </c:pt>
                <c:pt idx="289">
                  <c:v>0.52247191011235961</c:v>
                </c:pt>
                <c:pt idx="290">
                  <c:v>0.5280898876404494</c:v>
                </c:pt>
                <c:pt idx="291">
                  <c:v>0.4943820224719101</c:v>
                </c:pt>
                <c:pt idx="292">
                  <c:v>0.5561797752808989</c:v>
                </c:pt>
                <c:pt idx="293">
                  <c:v>0.5337078651685393</c:v>
                </c:pt>
                <c:pt idx="294">
                  <c:v>0.5280898876404494</c:v>
                </c:pt>
                <c:pt idx="295">
                  <c:v>0.5168539325842697</c:v>
                </c:pt>
                <c:pt idx="296">
                  <c:v>0.5898876404494382</c:v>
                </c:pt>
                <c:pt idx="297">
                  <c:v>0.6235955056179775</c:v>
                </c:pt>
                <c:pt idx="298">
                  <c:v>0.6235955056179775</c:v>
                </c:pt>
                <c:pt idx="299">
                  <c:v>0.5842696629213483</c:v>
                </c:pt>
                <c:pt idx="300">
                  <c:v>0.56497175141242939</c:v>
                </c:pt>
                <c:pt idx="301">
                  <c:v>0.5536723163841808</c:v>
                </c:pt>
                <c:pt idx="302">
                  <c:v>0.56497175141242939</c:v>
                </c:pt>
                <c:pt idx="303">
                  <c:v>0.58757062146892658</c:v>
                </c:pt>
                <c:pt idx="304">
                  <c:v>0.60451977401129942</c:v>
                </c:pt>
                <c:pt idx="305">
                  <c:v>0.61016949152542377</c:v>
                </c:pt>
                <c:pt idx="306">
                  <c:v>0.64406779661016944</c:v>
                </c:pt>
                <c:pt idx="307">
                  <c:v>0.62146892655367236</c:v>
                </c:pt>
                <c:pt idx="308">
                  <c:v>0.6271186440677966</c:v>
                </c:pt>
                <c:pt idx="309">
                  <c:v>0.62146892655367236</c:v>
                </c:pt>
                <c:pt idx="310">
                  <c:v>0.64406779661016944</c:v>
                </c:pt>
                <c:pt idx="311">
                  <c:v>0.61016949152542377</c:v>
                </c:pt>
                <c:pt idx="312">
                  <c:v>0.625</c:v>
                </c:pt>
                <c:pt idx="313">
                  <c:v>0.65909090909090906</c:v>
                </c:pt>
                <c:pt idx="314">
                  <c:v>0.59090909090909094</c:v>
                </c:pt>
                <c:pt idx="315">
                  <c:v>0.57954545454545459</c:v>
                </c:pt>
                <c:pt idx="316">
                  <c:v>0.58522727272727271</c:v>
                </c:pt>
                <c:pt idx="317">
                  <c:v>0.61931818181818177</c:v>
                </c:pt>
                <c:pt idx="318">
                  <c:v>0.63068181818181823</c:v>
                </c:pt>
                <c:pt idx="319">
                  <c:v>0.66477272727272729</c:v>
                </c:pt>
                <c:pt idx="320">
                  <c:v>0.65909090909090906</c:v>
                </c:pt>
                <c:pt idx="321">
                  <c:v>0.65909090909090906</c:v>
                </c:pt>
                <c:pt idx="322">
                  <c:v>0.64204545454545459</c:v>
                </c:pt>
                <c:pt idx="323">
                  <c:v>0.625</c:v>
                </c:pt>
                <c:pt idx="324">
                  <c:v>0.63068181818181823</c:v>
                </c:pt>
                <c:pt idx="325">
                  <c:v>0.66477272727272729</c:v>
                </c:pt>
                <c:pt idx="326">
                  <c:v>0.61363636363636365</c:v>
                </c:pt>
                <c:pt idx="327">
                  <c:v>0.625</c:v>
                </c:pt>
                <c:pt idx="328">
                  <c:v>0.58522727272727271</c:v>
                </c:pt>
                <c:pt idx="329">
                  <c:v>0.64204545454545459</c:v>
                </c:pt>
                <c:pt idx="330">
                  <c:v>0.73295454545454541</c:v>
                </c:pt>
                <c:pt idx="331">
                  <c:v>0.71022727272727271</c:v>
                </c:pt>
                <c:pt idx="332">
                  <c:v>0.73863636363636365</c:v>
                </c:pt>
                <c:pt idx="333">
                  <c:v>0.71590909090909094</c:v>
                </c:pt>
                <c:pt idx="334">
                  <c:v>0.71590909090909094</c:v>
                </c:pt>
                <c:pt idx="335">
                  <c:v>0.69318181818181823</c:v>
                </c:pt>
                <c:pt idx="336">
                  <c:v>0.72727272727272729</c:v>
                </c:pt>
                <c:pt idx="337">
                  <c:v>0.72727272727272729</c:v>
                </c:pt>
                <c:pt idx="338">
                  <c:v>0.6875</c:v>
                </c:pt>
                <c:pt idx="339">
                  <c:v>0.65340909090909094</c:v>
                </c:pt>
                <c:pt idx="340">
                  <c:v>0.72159090909090906</c:v>
                </c:pt>
                <c:pt idx="341">
                  <c:v>0.7344632768361582</c:v>
                </c:pt>
                <c:pt idx="342">
                  <c:v>0.75706214689265539</c:v>
                </c:pt>
                <c:pt idx="343">
                  <c:v>0.75706214689265539</c:v>
                </c:pt>
                <c:pt idx="344">
                  <c:v>0.79661016949152541</c:v>
                </c:pt>
                <c:pt idx="345">
                  <c:v>0.77966101694915257</c:v>
                </c:pt>
                <c:pt idx="346">
                  <c:v>0.75706214689265539</c:v>
                </c:pt>
                <c:pt idx="347">
                  <c:v>0.79096045197740117</c:v>
                </c:pt>
                <c:pt idx="348">
                  <c:v>0.79096045197740117</c:v>
                </c:pt>
                <c:pt idx="349">
                  <c:v>0.80790960451977401</c:v>
                </c:pt>
                <c:pt idx="350">
                  <c:v>0.79096045197740117</c:v>
                </c:pt>
                <c:pt idx="351">
                  <c:v>0.83050847457627119</c:v>
                </c:pt>
                <c:pt idx="352">
                  <c:v>0.83050847457627119</c:v>
                </c:pt>
                <c:pt idx="353">
                  <c:v>0.83050847457627119</c:v>
                </c:pt>
                <c:pt idx="354">
                  <c:v>0.84090909090909094</c:v>
                </c:pt>
                <c:pt idx="355">
                  <c:v>0.8125</c:v>
                </c:pt>
                <c:pt idx="356">
                  <c:v>0.80681818181818177</c:v>
                </c:pt>
                <c:pt idx="357">
                  <c:v>0.81818181818181823</c:v>
                </c:pt>
                <c:pt idx="358">
                  <c:v>0.81818181818181823</c:v>
                </c:pt>
                <c:pt idx="359">
                  <c:v>0.8125</c:v>
                </c:pt>
                <c:pt idx="360">
                  <c:v>0.81818181818181823</c:v>
                </c:pt>
                <c:pt idx="361">
                  <c:v>0.8125</c:v>
                </c:pt>
                <c:pt idx="362">
                  <c:v>0.78409090909090906</c:v>
                </c:pt>
                <c:pt idx="363">
                  <c:v>0.80113636363636365</c:v>
                </c:pt>
                <c:pt idx="364">
                  <c:v>0.77840909090909094</c:v>
                </c:pt>
                <c:pt idx="365">
                  <c:v>0.78409090909090906</c:v>
                </c:pt>
                <c:pt idx="366">
                  <c:v>0.77840909090909094</c:v>
                </c:pt>
                <c:pt idx="367">
                  <c:v>0.76136363636363635</c:v>
                </c:pt>
                <c:pt idx="368">
                  <c:v>0.77272727272727271</c:v>
                </c:pt>
                <c:pt idx="369">
                  <c:v>0.77840909090909094</c:v>
                </c:pt>
                <c:pt idx="370">
                  <c:v>0.71590909090909094</c:v>
                </c:pt>
                <c:pt idx="371">
                  <c:v>0.71022727272727271</c:v>
                </c:pt>
                <c:pt idx="372">
                  <c:v>0.72727272727272729</c:v>
                </c:pt>
                <c:pt idx="373">
                  <c:v>0.65340909090909094</c:v>
                </c:pt>
                <c:pt idx="374">
                  <c:v>0.66477272727272729</c:v>
                </c:pt>
                <c:pt idx="375">
                  <c:v>0.65909090909090906</c:v>
                </c:pt>
                <c:pt idx="376">
                  <c:v>0.68181818181818177</c:v>
                </c:pt>
                <c:pt idx="377">
                  <c:v>0.68181818181818177</c:v>
                </c:pt>
                <c:pt idx="378">
                  <c:v>0.64204545454545459</c:v>
                </c:pt>
                <c:pt idx="379">
                  <c:v>0.67045454545454541</c:v>
                </c:pt>
                <c:pt idx="380">
                  <c:v>0.64772727272727271</c:v>
                </c:pt>
                <c:pt idx="381">
                  <c:v>0.59659090909090906</c:v>
                </c:pt>
                <c:pt idx="382">
                  <c:v>0.65340909090909094</c:v>
                </c:pt>
                <c:pt idx="383">
                  <c:v>0.64971751412429379</c:v>
                </c:pt>
                <c:pt idx="384">
                  <c:v>0.54802259887005644</c:v>
                </c:pt>
                <c:pt idx="385">
                  <c:v>0.53672316384180796</c:v>
                </c:pt>
                <c:pt idx="386">
                  <c:v>0.54802259887005644</c:v>
                </c:pt>
                <c:pt idx="387">
                  <c:v>0.60451977401129942</c:v>
                </c:pt>
                <c:pt idx="388">
                  <c:v>0.61581920903954801</c:v>
                </c:pt>
                <c:pt idx="389">
                  <c:v>0.59887005649717517</c:v>
                </c:pt>
                <c:pt idx="390">
                  <c:v>0.6384180790960452</c:v>
                </c:pt>
                <c:pt idx="391">
                  <c:v>0.61581920903954801</c:v>
                </c:pt>
                <c:pt idx="392">
                  <c:v>0.66666666666666663</c:v>
                </c:pt>
                <c:pt idx="393">
                  <c:v>0.66666666666666663</c:v>
                </c:pt>
                <c:pt idx="394">
                  <c:v>0.69491525423728817</c:v>
                </c:pt>
                <c:pt idx="395">
                  <c:v>0.68926553672316382</c:v>
                </c:pt>
                <c:pt idx="396">
                  <c:v>0.68361581920903958</c:v>
                </c:pt>
                <c:pt idx="397">
                  <c:v>0.64971751412429379</c:v>
                </c:pt>
                <c:pt idx="398">
                  <c:v>0.6384180790960452</c:v>
                </c:pt>
                <c:pt idx="399">
                  <c:v>0.65536723163841804</c:v>
                </c:pt>
                <c:pt idx="400">
                  <c:v>0.64406779661016944</c:v>
                </c:pt>
                <c:pt idx="401">
                  <c:v>0.61016949152542377</c:v>
                </c:pt>
                <c:pt idx="402">
                  <c:v>0.54802259887005644</c:v>
                </c:pt>
                <c:pt idx="403">
                  <c:v>0.51412429378531077</c:v>
                </c:pt>
                <c:pt idx="404">
                  <c:v>0.53107344632768361</c:v>
                </c:pt>
                <c:pt idx="405">
                  <c:v>0.49717514124293788</c:v>
                </c:pt>
                <c:pt idx="406">
                  <c:v>0.51412429378531077</c:v>
                </c:pt>
                <c:pt idx="407">
                  <c:v>0.53672316384180796</c:v>
                </c:pt>
                <c:pt idx="408">
                  <c:v>0.5536723163841808</c:v>
                </c:pt>
                <c:pt idx="409">
                  <c:v>0.52542372881355937</c:v>
                </c:pt>
                <c:pt idx="410">
                  <c:v>0.50847457627118642</c:v>
                </c:pt>
                <c:pt idx="411">
                  <c:v>0.48022598870056499</c:v>
                </c:pt>
                <c:pt idx="412">
                  <c:v>0.48587570621468928</c:v>
                </c:pt>
                <c:pt idx="413">
                  <c:v>0.56497175141242939</c:v>
                </c:pt>
                <c:pt idx="414">
                  <c:v>0.53409090909090906</c:v>
                </c:pt>
                <c:pt idx="415">
                  <c:v>0.52272727272727271</c:v>
                </c:pt>
                <c:pt idx="416">
                  <c:v>0.47727272727272729</c:v>
                </c:pt>
                <c:pt idx="417">
                  <c:v>0.55113636363636365</c:v>
                </c:pt>
                <c:pt idx="418">
                  <c:v>0.59659090909090906</c:v>
                </c:pt>
                <c:pt idx="419">
                  <c:v>0.61931818181818177</c:v>
                </c:pt>
                <c:pt idx="420">
                  <c:v>0.53977272727272729</c:v>
                </c:pt>
                <c:pt idx="421">
                  <c:v>0.5625</c:v>
                </c:pt>
                <c:pt idx="422">
                  <c:v>0.53409090909090906</c:v>
                </c:pt>
                <c:pt idx="423">
                  <c:v>0.51136363636363635</c:v>
                </c:pt>
                <c:pt idx="424">
                  <c:v>0.5</c:v>
                </c:pt>
                <c:pt idx="425">
                  <c:v>0.47727272727272729</c:v>
                </c:pt>
                <c:pt idx="426">
                  <c:v>0.47159090909090912</c:v>
                </c:pt>
                <c:pt idx="427">
                  <c:v>0.45454545454545447</c:v>
                </c:pt>
                <c:pt idx="428">
                  <c:v>0.39772727272727271</c:v>
                </c:pt>
                <c:pt idx="429">
                  <c:v>0.34090909090909088</c:v>
                </c:pt>
                <c:pt idx="430">
                  <c:v>0.35227272727272729</c:v>
                </c:pt>
                <c:pt idx="431">
                  <c:v>0.34090909090909088</c:v>
                </c:pt>
                <c:pt idx="432">
                  <c:v>0.35795454545454553</c:v>
                </c:pt>
                <c:pt idx="433">
                  <c:v>0.35795454545454553</c:v>
                </c:pt>
                <c:pt idx="434">
                  <c:v>0.36309523809523808</c:v>
                </c:pt>
                <c:pt idx="435">
                  <c:v>0.38690476190476192</c:v>
                </c:pt>
                <c:pt idx="436">
                  <c:v>0.39880952380952378</c:v>
                </c:pt>
                <c:pt idx="437">
                  <c:v>0.40476190476190482</c:v>
                </c:pt>
                <c:pt idx="438">
                  <c:v>0.35714285714285721</c:v>
                </c:pt>
                <c:pt idx="439">
                  <c:v>0.38095238095238088</c:v>
                </c:pt>
                <c:pt idx="440">
                  <c:v>0.38690476190476192</c:v>
                </c:pt>
                <c:pt idx="441">
                  <c:v>0.32738095238095238</c:v>
                </c:pt>
                <c:pt idx="442">
                  <c:v>0.32738095238095238</c:v>
                </c:pt>
                <c:pt idx="443">
                  <c:v>0.32738095238095238</c:v>
                </c:pt>
                <c:pt idx="444">
                  <c:v>0.30952380952380948</c:v>
                </c:pt>
                <c:pt idx="445">
                  <c:v>0.30952380952380948</c:v>
                </c:pt>
                <c:pt idx="446">
                  <c:v>0.29166666666666669</c:v>
                </c:pt>
                <c:pt idx="447">
                  <c:v>0.32738095238095238</c:v>
                </c:pt>
                <c:pt idx="448">
                  <c:v>0.33333333333333331</c:v>
                </c:pt>
                <c:pt idx="449">
                  <c:v>0.3392857142857143</c:v>
                </c:pt>
                <c:pt idx="450">
                  <c:v>0.33333333333333331</c:v>
                </c:pt>
                <c:pt idx="451">
                  <c:v>0.32142857142857151</c:v>
                </c:pt>
                <c:pt idx="452">
                  <c:v>0.30952380952380948</c:v>
                </c:pt>
                <c:pt idx="453">
                  <c:v>0.31736526946107779</c:v>
                </c:pt>
                <c:pt idx="454">
                  <c:v>0.3253012048192771</c:v>
                </c:pt>
                <c:pt idx="455">
                  <c:v>0.3253012048192771</c:v>
                </c:pt>
                <c:pt idx="456">
                  <c:v>0.29518072289156633</c:v>
                </c:pt>
                <c:pt idx="457">
                  <c:v>0.29518072289156633</c:v>
                </c:pt>
                <c:pt idx="458">
                  <c:v>0.31325301204819278</c:v>
                </c:pt>
                <c:pt idx="459">
                  <c:v>0.31515151515151513</c:v>
                </c:pt>
                <c:pt idx="460">
                  <c:v>0.29696969696969699</c:v>
                </c:pt>
                <c:pt idx="461">
                  <c:v>0.30909090909090908</c:v>
                </c:pt>
                <c:pt idx="462">
                  <c:v>0.30909090909090908</c:v>
                </c:pt>
                <c:pt idx="463">
                  <c:v>0.29696969696969699</c:v>
                </c:pt>
                <c:pt idx="464">
                  <c:v>0.32121212121212123</c:v>
                </c:pt>
                <c:pt idx="465">
                  <c:v>0.29696969696969699</c:v>
                </c:pt>
                <c:pt idx="466">
                  <c:v>0.27272727272727271</c:v>
                </c:pt>
                <c:pt idx="467">
                  <c:v>0.29090909090909089</c:v>
                </c:pt>
                <c:pt idx="468">
                  <c:v>0.31515151515151513</c:v>
                </c:pt>
                <c:pt idx="469">
                  <c:v>0.33333333333333331</c:v>
                </c:pt>
                <c:pt idx="470">
                  <c:v>0.32121212121212123</c:v>
                </c:pt>
                <c:pt idx="471">
                  <c:v>0.33333333333333331</c:v>
                </c:pt>
                <c:pt idx="472">
                  <c:v>0.32121212121212123</c:v>
                </c:pt>
                <c:pt idx="473">
                  <c:v>0.31515151515151513</c:v>
                </c:pt>
                <c:pt idx="474">
                  <c:v>0.29696969696969699</c:v>
                </c:pt>
                <c:pt idx="475">
                  <c:v>0.28484848484848491</c:v>
                </c:pt>
                <c:pt idx="476">
                  <c:v>0.28484848484848491</c:v>
                </c:pt>
                <c:pt idx="477">
                  <c:v>0.27878787878787881</c:v>
                </c:pt>
                <c:pt idx="478">
                  <c:v>0.26666666666666672</c:v>
                </c:pt>
                <c:pt idx="479">
                  <c:v>0.29090909090909089</c:v>
                </c:pt>
                <c:pt idx="480">
                  <c:v>0.27272727272727271</c:v>
                </c:pt>
                <c:pt idx="481">
                  <c:v>0.31515151515151513</c:v>
                </c:pt>
                <c:pt idx="482">
                  <c:v>0.29696969696969699</c:v>
                </c:pt>
                <c:pt idx="483">
                  <c:v>0.33333333333333331</c:v>
                </c:pt>
                <c:pt idx="484">
                  <c:v>0.33333333333333331</c:v>
                </c:pt>
                <c:pt idx="485">
                  <c:v>0.33333333333333331</c:v>
                </c:pt>
                <c:pt idx="486">
                  <c:v>0.32727272727272733</c:v>
                </c:pt>
                <c:pt idx="487">
                  <c:v>0.33333333333333331</c:v>
                </c:pt>
                <c:pt idx="488">
                  <c:v>0.38787878787878788</c:v>
                </c:pt>
                <c:pt idx="489">
                  <c:v>0.36969696969696969</c:v>
                </c:pt>
                <c:pt idx="490">
                  <c:v>0.36969696969696969</c:v>
                </c:pt>
                <c:pt idx="491">
                  <c:v>0.34545454545454551</c:v>
                </c:pt>
                <c:pt idx="492">
                  <c:v>0.38181818181818178</c:v>
                </c:pt>
                <c:pt idx="493">
                  <c:v>0.36969696969696969</c:v>
                </c:pt>
                <c:pt idx="494">
                  <c:v>0.40606060606060612</c:v>
                </c:pt>
                <c:pt idx="495">
                  <c:v>0.38181818181818178</c:v>
                </c:pt>
                <c:pt idx="496">
                  <c:v>0.36363636363636359</c:v>
                </c:pt>
                <c:pt idx="497">
                  <c:v>0.41212121212121211</c:v>
                </c:pt>
                <c:pt idx="498">
                  <c:v>0.4303030303030303</c:v>
                </c:pt>
                <c:pt idx="499">
                  <c:v>0.41212121212121211</c:v>
                </c:pt>
                <c:pt idx="500">
                  <c:v>0.40606060606060612</c:v>
                </c:pt>
                <c:pt idx="501">
                  <c:v>0.39393939393939392</c:v>
                </c:pt>
                <c:pt idx="502">
                  <c:v>0.37575757575757568</c:v>
                </c:pt>
                <c:pt idx="503">
                  <c:v>0.38181818181818178</c:v>
                </c:pt>
                <c:pt idx="504">
                  <c:v>0.38787878787878788</c:v>
                </c:pt>
                <c:pt idx="505">
                  <c:v>0.37575757575757568</c:v>
                </c:pt>
                <c:pt idx="506">
                  <c:v>0.41212121212121211</c:v>
                </c:pt>
                <c:pt idx="507">
                  <c:v>0.40606060606060612</c:v>
                </c:pt>
                <c:pt idx="508">
                  <c:v>0.41818181818181821</c:v>
                </c:pt>
                <c:pt idx="509">
                  <c:v>0.40606060606060612</c:v>
                </c:pt>
                <c:pt idx="510">
                  <c:v>0.42424242424242431</c:v>
                </c:pt>
                <c:pt idx="511">
                  <c:v>0.40606060606060612</c:v>
                </c:pt>
                <c:pt idx="512">
                  <c:v>0.41463414634146339</c:v>
                </c:pt>
                <c:pt idx="513">
                  <c:v>0.39393939393939392</c:v>
                </c:pt>
                <c:pt idx="514">
                  <c:v>0.40606060606060612</c:v>
                </c:pt>
                <c:pt idx="515">
                  <c:v>0.38181818181818178</c:v>
                </c:pt>
                <c:pt idx="516">
                  <c:v>0.34545454545454551</c:v>
                </c:pt>
                <c:pt idx="517">
                  <c:v>0.31515151515151513</c:v>
                </c:pt>
                <c:pt idx="518">
                  <c:v>0.31515151515151513</c:v>
                </c:pt>
                <c:pt idx="519">
                  <c:v>0.29696969696969699</c:v>
                </c:pt>
                <c:pt idx="520">
                  <c:v>0.33333333333333331</c:v>
                </c:pt>
                <c:pt idx="521">
                  <c:v>0.33939393939393941</c:v>
                </c:pt>
                <c:pt idx="522">
                  <c:v>0.30909090909090908</c:v>
                </c:pt>
                <c:pt idx="523">
                  <c:v>0.29696969696969699</c:v>
                </c:pt>
                <c:pt idx="524">
                  <c:v>0.30303030303030298</c:v>
                </c:pt>
                <c:pt idx="525">
                  <c:v>0.31515151515151513</c:v>
                </c:pt>
                <c:pt idx="526">
                  <c:v>0.31515151515151513</c:v>
                </c:pt>
                <c:pt idx="527">
                  <c:v>0.3048780487804878</c:v>
                </c:pt>
                <c:pt idx="528">
                  <c:v>0.3048780487804878</c:v>
                </c:pt>
                <c:pt idx="529">
                  <c:v>0.28048780487804881</c:v>
                </c:pt>
                <c:pt idx="530">
                  <c:v>0.28048780487804881</c:v>
                </c:pt>
                <c:pt idx="531">
                  <c:v>0.26219512195121952</c:v>
                </c:pt>
                <c:pt idx="532">
                  <c:v>0.28048780487804881</c:v>
                </c:pt>
                <c:pt idx="533">
                  <c:v>0.28048780487804881</c:v>
                </c:pt>
                <c:pt idx="534">
                  <c:v>0.30061349693251532</c:v>
                </c:pt>
                <c:pt idx="535">
                  <c:v>0.28834355828220859</c:v>
                </c:pt>
                <c:pt idx="536">
                  <c:v>0.28834355828220859</c:v>
                </c:pt>
                <c:pt idx="537">
                  <c:v>0.30674846625766872</c:v>
                </c:pt>
                <c:pt idx="538">
                  <c:v>0.29447852760736198</c:v>
                </c:pt>
                <c:pt idx="539">
                  <c:v>0.30061349693251532</c:v>
                </c:pt>
                <c:pt idx="540">
                  <c:v>0.30674846625766872</c:v>
                </c:pt>
                <c:pt idx="541">
                  <c:v>0.31901840490797551</c:v>
                </c:pt>
                <c:pt idx="542">
                  <c:v>0.33742331288343558</c:v>
                </c:pt>
                <c:pt idx="543">
                  <c:v>0.34355828220858903</c:v>
                </c:pt>
                <c:pt idx="544">
                  <c:v>0.34355828220858903</c:v>
                </c:pt>
                <c:pt idx="545">
                  <c:v>0.38650306748466262</c:v>
                </c:pt>
                <c:pt idx="546">
                  <c:v>0.37423312883435578</c:v>
                </c:pt>
                <c:pt idx="547">
                  <c:v>0.37423312883435578</c:v>
                </c:pt>
                <c:pt idx="548">
                  <c:v>0.3987730061349693</c:v>
                </c:pt>
                <c:pt idx="549">
                  <c:v>0.38650306748466262</c:v>
                </c:pt>
                <c:pt idx="550">
                  <c:v>0.38036809815950923</c:v>
                </c:pt>
                <c:pt idx="551">
                  <c:v>0.37654320987654322</c:v>
                </c:pt>
                <c:pt idx="552">
                  <c:v>0.39506172839506171</c:v>
                </c:pt>
                <c:pt idx="553">
                  <c:v>0.40123456790123457</c:v>
                </c:pt>
                <c:pt idx="554">
                  <c:v>0.37037037037037029</c:v>
                </c:pt>
                <c:pt idx="555">
                  <c:v>0.38271604938271597</c:v>
                </c:pt>
                <c:pt idx="556">
                  <c:v>0.38271604938271597</c:v>
                </c:pt>
                <c:pt idx="557">
                  <c:v>0.37888198757763969</c:v>
                </c:pt>
                <c:pt idx="558">
                  <c:v>0.34161490683229812</c:v>
                </c:pt>
                <c:pt idx="559">
                  <c:v>0.33540372670807461</c:v>
                </c:pt>
                <c:pt idx="560">
                  <c:v>0.32298136645962727</c:v>
                </c:pt>
                <c:pt idx="561">
                  <c:v>0.32298136645962727</c:v>
                </c:pt>
                <c:pt idx="562">
                  <c:v>0.31677018633540371</c:v>
                </c:pt>
                <c:pt idx="563">
                  <c:v>0.29813664596273293</c:v>
                </c:pt>
                <c:pt idx="564">
                  <c:v>0.29813664596273293</c:v>
                </c:pt>
                <c:pt idx="565">
                  <c:v>0.29375000000000001</c:v>
                </c:pt>
                <c:pt idx="566">
                  <c:v>0.27500000000000002</c:v>
                </c:pt>
                <c:pt idx="567">
                  <c:v>0.30625000000000002</c:v>
                </c:pt>
                <c:pt idx="568">
                  <c:v>0.3</c:v>
                </c:pt>
                <c:pt idx="569">
                  <c:v>0.27500000000000002</c:v>
                </c:pt>
                <c:pt idx="570">
                  <c:v>0.25624999999999998</c:v>
                </c:pt>
                <c:pt idx="571">
                  <c:v>0.25</c:v>
                </c:pt>
                <c:pt idx="572">
                  <c:v>0.26250000000000001</c:v>
                </c:pt>
                <c:pt idx="573">
                  <c:v>0.27500000000000002</c:v>
                </c:pt>
                <c:pt idx="574">
                  <c:v>0.28749999999999998</c:v>
                </c:pt>
                <c:pt idx="575">
                  <c:v>0.29375000000000001</c:v>
                </c:pt>
                <c:pt idx="576">
                  <c:v>0.3</c:v>
                </c:pt>
                <c:pt idx="577">
                  <c:v>0.3</c:v>
                </c:pt>
                <c:pt idx="578">
                  <c:v>0.31874999999999998</c:v>
                </c:pt>
                <c:pt idx="579">
                  <c:v>0.3</c:v>
                </c:pt>
                <c:pt idx="580">
                  <c:v>0.23749999999999999</c:v>
                </c:pt>
                <c:pt idx="581">
                  <c:v>0.23749999999999999</c:v>
                </c:pt>
                <c:pt idx="582">
                  <c:v>0.23125000000000001</c:v>
                </c:pt>
                <c:pt idx="583">
                  <c:v>0.23125000000000001</c:v>
                </c:pt>
                <c:pt idx="584">
                  <c:v>0.20624999999999999</c:v>
                </c:pt>
                <c:pt idx="585">
                  <c:v>0.17499999999999999</c:v>
                </c:pt>
                <c:pt idx="586">
                  <c:v>0.17499999999999999</c:v>
                </c:pt>
                <c:pt idx="587">
                  <c:v>0.25624999999999998</c:v>
                </c:pt>
                <c:pt idx="588">
                  <c:v>0.23749999999999999</c:v>
                </c:pt>
                <c:pt idx="589">
                  <c:v>0.23749999999999999</c:v>
                </c:pt>
                <c:pt idx="590">
                  <c:v>0.22500000000000001</c:v>
                </c:pt>
                <c:pt idx="591">
                  <c:v>0.23749999999999999</c:v>
                </c:pt>
                <c:pt idx="592">
                  <c:v>0.24374999999999999</c:v>
                </c:pt>
                <c:pt idx="593">
                  <c:v>0.25</c:v>
                </c:pt>
                <c:pt idx="594">
                  <c:v>0.27500000000000002</c:v>
                </c:pt>
                <c:pt idx="595">
                  <c:v>0.29375000000000001</c:v>
                </c:pt>
                <c:pt idx="596">
                  <c:v>0.29375000000000001</c:v>
                </c:pt>
                <c:pt idx="597">
                  <c:v>0.3</c:v>
                </c:pt>
                <c:pt idx="598">
                  <c:v>0.30625000000000002</c:v>
                </c:pt>
                <c:pt idx="599">
                  <c:v>0.27500000000000002</c:v>
                </c:pt>
                <c:pt idx="600">
                  <c:v>0.27500000000000002</c:v>
                </c:pt>
                <c:pt idx="601">
                  <c:v>0.26250000000000001</c:v>
                </c:pt>
                <c:pt idx="602">
                  <c:v>0.2608695652173913</c:v>
                </c:pt>
                <c:pt idx="603">
                  <c:v>0.25925925925925919</c:v>
                </c:pt>
                <c:pt idx="604">
                  <c:v>0.25925925925925919</c:v>
                </c:pt>
                <c:pt idx="605">
                  <c:v>0.27950310559006208</c:v>
                </c:pt>
                <c:pt idx="606">
                  <c:v>0.27950310559006208</c:v>
                </c:pt>
                <c:pt idx="607">
                  <c:v>0.27329192546583853</c:v>
                </c:pt>
                <c:pt idx="608">
                  <c:v>0.27950310559006208</c:v>
                </c:pt>
                <c:pt idx="609">
                  <c:v>0.27950310559006208</c:v>
                </c:pt>
                <c:pt idx="610">
                  <c:v>0.27329192546583853</c:v>
                </c:pt>
                <c:pt idx="611">
                  <c:v>0.27329192546583853</c:v>
                </c:pt>
                <c:pt idx="612">
                  <c:v>0.26708074534161491</c:v>
                </c:pt>
                <c:pt idx="613">
                  <c:v>0.2608695652173913</c:v>
                </c:pt>
                <c:pt idx="614">
                  <c:v>0.25465838509316768</c:v>
                </c:pt>
                <c:pt idx="615">
                  <c:v>0.30434782608695649</c:v>
                </c:pt>
                <c:pt idx="616">
                  <c:v>0.30434782608695649</c:v>
                </c:pt>
                <c:pt idx="617">
                  <c:v>0.29192546583850931</c:v>
                </c:pt>
                <c:pt idx="618">
                  <c:v>0.24223602484472051</c:v>
                </c:pt>
                <c:pt idx="619">
                  <c:v>0.19875776397515529</c:v>
                </c:pt>
                <c:pt idx="620">
                  <c:v>0.18124999999999999</c:v>
                </c:pt>
                <c:pt idx="621">
                  <c:v>0.19375000000000001</c:v>
                </c:pt>
                <c:pt idx="622">
                  <c:v>0.18124999999999999</c:v>
                </c:pt>
                <c:pt idx="623">
                  <c:v>0.16875000000000001</c:v>
                </c:pt>
                <c:pt idx="624">
                  <c:v>0.18124999999999999</c:v>
                </c:pt>
                <c:pt idx="625">
                  <c:v>0.17499999999999999</c:v>
                </c:pt>
                <c:pt idx="626">
                  <c:v>0.18124999999999999</c:v>
                </c:pt>
                <c:pt idx="627">
                  <c:v>0.16250000000000001</c:v>
                </c:pt>
                <c:pt idx="628">
                  <c:v>0.20624999999999999</c:v>
                </c:pt>
                <c:pt idx="629">
                  <c:v>0.21875</c:v>
                </c:pt>
                <c:pt idx="630">
                  <c:v>0.20624999999999999</c:v>
                </c:pt>
                <c:pt idx="631">
                  <c:v>0.1875</c:v>
                </c:pt>
                <c:pt idx="632">
                  <c:v>0.17499999999999999</c:v>
                </c:pt>
                <c:pt idx="633">
                  <c:v>0.16250000000000001</c:v>
                </c:pt>
                <c:pt idx="634">
                  <c:v>0.20624999999999999</c:v>
                </c:pt>
                <c:pt idx="635">
                  <c:v>0.20624999999999999</c:v>
                </c:pt>
                <c:pt idx="636">
                  <c:v>0.2</c:v>
                </c:pt>
                <c:pt idx="637">
                  <c:v>0.18124999999999999</c:v>
                </c:pt>
                <c:pt idx="638">
                  <c:v>0.15625</c:v>
                </c:pt>
                <c:pt idx="639">
                  <c:v>0.1875</c:v>
                </c:pt>
                <c:pt idx="640">
                  <c:v>0.14374999999999999</c:v>
                </c:pt>
                <c:pt idx="641">
                  <c:v>0.14374999999999999</c:v>
                </c:pt>
                <c:pt idx="642">
                  <c:v>0.15625</c:v>
                </c:pt>
                <c:pt idx="643">
                  <c:v>0.16875000000000001</c:v>
                </c:pt>
                <c:pt idx="644">
                  <c:v>0.20624999999999999</c:v>
                </c:pt>
                <c:pt idx="645">
                  <c:v>0.24374999999999999</c:v>
                </c:pt>
                <c:pt idx="646">
                  <c:v>0.23125000000000001</c:v>
                </c:pt>
                <c:pt idx="647">
                  <c:v>0.26250000000000001</c:v>
                </c:pt>
                <c:pt idx="648">
                  <c:v>0.28125</c:v>
                </c:pt>
                <c:pt idx="649">
                  <c:v>0.26250000000000001</c:v>
                </c:pt>
                <c:pt idx="650">
                  <c:v>0.24374999999999999</c:v>
                </c:pt>
                <c:pt idx="651">
                  <c:v>0.2452830188679245</c:v>
                </c:pt>
                <c:pt idx="652">
                  <c:v>0.33544303797468361</c:v>
                </c:pt>
                <c:pt idx="653">
                  <c:v>0.34810126582278478</c:v>
                </c:pt>
                <c:pt idx="654">
                  <c:v>0.33544303797468361</c:v>
                </c:pt>
                <c:pt idx="655">
                  <c:v>0.32911392405063289</c:v>
                </c:pt>
                <c:pt idx="656">
                  <c:v>0.36708860759493672</c:v>
                </c:pt>
                <c:pt idx="657">
                  <c:v>0.35443037974683539</c:v>
                </c:pt>
                <c:pt idx="658">
                  <c:v>0.41772151898734178</c:v>
                </c:pt>
                <c:pt idx="659">
                  <c:v>0.310126582278481</c:v>
                </c:pt>
                <c:pt idx="660">
                  <c:v>0.33544303797468361</c:v>
                </c:pt>
                <c:pt idx="661">
                  <c:v>0.26582278481012661</c:v>
                </c:pt>
                <c:pt idx="662">
                  <c:v>0.32278481012658228</c:v>
                </c:pt>
                <c:pt idx="663">
                  <c:v>0.379746835443038</c:v>
                </c:pt>
                <c:pt idx="664">
                  <c:v>0.36708860759493672</c:v>
                </c:pt>
                <c:pt idx="665">
                  <c:v>0.27848101265822778</c:v>
                </c:pt>
                <c:pt idx="666">
                  <c:v>0.27215189873417722</c:v>
                </c:pt>
                <c:pt idx="667">
                  <c:v>0.27215189873417722</c:v>
                </c:pt>
                <c:pt idx="668">
                  <c:v>0.310126582278481</c:v>
                </c:pt>
                <c:pt idx="669">
                  <c:v>0.31645569620253172</c:v>
                </c:pt>
                <c:pt idx="670">
                  <c:v>0.25949367088607589</c:v>
                </c:pt>
                <c:pt idx="671">
                  <c:v>0.22929936305732479</c:v>
                </c:pt>
                <c:pt idx="672">
                  <c:v>0.22929936305732479</c:v>
                </c:pt>
                <c:pt idx="673">
                  <c:v>0.21656050955414011</c:v>
                </c:pt>
                <c:pt idx="674">
                  <c:v>0.22292993630573249</c:v>
                </c:pt>
                <c:pt idx="675">
                  <c:v>0.2356687898089172</c:v>
                </c:pt>
                <c:pt idx="676">
                  <c:v>0.26751592356687898</c:v>
                </c:pt>
                <c:pt idx="677">
                  <c:v>0.25477707006369432</c:v>
                </c:pt>
                <c:pt idx="678">
                  <c:v>0.24840764331210191</c:v>
                </c:pt>
                <c:pt idx="679">
                  <c:v>0.2929936305732484</c:v>
                </c:pt>
                <c:pt idx="680">
                  <c:v>0.3503184713375796</c:v>
                </c:pt>
                <c:pt idx="681">
                  <c:v>0.3503184713375796</c:v>
                </c:pt>
                <c:pt idx="682">
                  <c:v>0.4140127388535032</c:v>
                </c:pt>
                <c:pt idx="683">
                  <c:v>0.4140127388535032</c:v>
                </c:pt>
                <c:pt idx="684">
                  <c:v>0.42038216560509561</c:v>
                </c:pt>
                <c:pt idx="685">
                  <c:v>0.37662337662337658</c:v>
                </c:pt>
                <c:pt idx="686">
                  <c:v>0.37012987012987009</c:v>
                </c:pt>
                <c:pt idx="687">
                  <c:v>0.35714285714285721</c:v>
                </c:pt>
                <c:pt idx="688">
                  <c:v>0.33116883116883122</c:v>
                </c:pt>
                <c:pt idx="689">
                  <c:v>0.36363636363636359</c:v>
                </c:pt>
                <c:pt idx="690">
                  <c:v>0.39610389610389612</c:v>
                </c:pt>
                <c:pt idx="691">
                  <c:v>0.42207792207792211</c:v>
                </c:pt>
                <c:pt idx="692">
                  <c:v>0.44155844155844148</c:v>
                </c:pt>
                <c:pt idx="693">
                  <c:v>0.50649350649350644</c:v>
                </c:pt>
                <c:pt idx="694">
                  <c:v>0.4935064935064935</c:v>
                </c:pt>
                <c:pt idx="695">
                  <c:v>0.54545454545454541</c:v>
                </c:pt>
                <c:pt idx="696">
                  <c:v>0.5714285714285714</c:v>
                </c:pt>
                <c:pt idx="697">
                  <c:v>0.63636363636363635</c:v>
                </c:pt>
                <c:pt idx="698">
                  <c:v>0.53896103896103897</c:v>
                </c:pt>
                <c:pt idx="699">
                  <c:v>0.53896103896103897</c:v>
                </c:pt>
                <c:pt idx="700">
                  <c:v>0.56493506493506496</c:v>
                </c:pt>
                <c:pt idx="701">
                  <c:v>0.50649350649350644</c:v>
                </c:pt>
                <c:pt idx="702">
                  <c:v>0.52597402597402598</c:v>
                </c:pt>
                <c:pt idx="703">
                  <c:v>0.52597402597402598</c:v>
                </c:pt>
                <c:pt idx="704">
                  <c:v>0.53246753246753242</c:v>
                </c:pt>
                <c:pt idx="705">
                  <c:v>0.59090909090909094</c:v>
                </c:pt>
                <c:pt idx="706">
                  <c:v>0.6558441558441559</c:v>
                </c:pt>
                <c:pt idx="707">
                  <c:v>0.60389610389610393</c:v>
                </c:pt>
                <c:pt idx="708">
                  <c:v>0.68831168831168832</c:v>
                </c:pt>
                <c:pt idx="709">
                  <c:v>0.74509803921568629</c:v>
                </c:pt>
                <c:pt idx="710">
                  <c:v>0.73202614379084963</c:v>
                </c:pt>
                <c:pt idx="711">
                  <c:v>0.69281045751633985</c:v>
                </c:pt>
                <c:pt idx="712">
                  <c:v>0.73202614379084963</c:v>
                </c:pt>
                <c:pt idx="713">
                  <c:v>0.67320261437908502</c:v>
                </c:pt>
                <c:pt idx="714">
                  <c:v>0.68627450980392157</c:v>
                </c:pt>
                <c:pt idx="715">
                  <c:v>0.67320261437908502</c:v>
                </c:pt>
                <c:pt idx="716">
                  <c:v>0.71241830065359479</c:v>
                </c:pt>
                <c:pt idx="717">
                  <c:v>0.75163398692810457</c:v>
                </c:pt>
                <c:pt idx="718">
                  <c:v>0.71895424836601307</c:v>
                </c:pt>
                <c:pt idx="719">
                  <c:v>0.71895424836601307</c:v>
                </c:pt>
                <c:pt idx="720">
                  <c:v>0.69281045751633985</c:v>
                </c:pt>
                <c:pt idx="721">
                  <c:v>0.69934640522875813</c:v>
                </c:pt>
                <c:pt idx="722">
                  <c:v>0.69934640522875813</c:v>
                </c:pt>
                <c:pt idx="723">
                  <c:v>0.66013071895424835</c:v>
                </c:pt>
                <c:pt idx="724">
                  <c:v>0.6143790849673203</c:v>
                </c:pt>
                <c:pt idx="725">
                  <c:v>0.63398692810457513</c:v>
                </c:pt>
                <c:pt idx="726">
                  <c:v>0.66013071895424835</c:v>
                </c:pt>
                <c:pt idx="727">
                  <c:v>0.67320261437908502</c:v>
                </c:pt>
                <c:pt idx="728">
                  <c:v>0.64052287581699341</c:v>
                </c:pt>
                <c:pt idx="729">
                  <c:v>0.60130718954248363</c:v>
                </c:pt>
                <c:pt idx="730">
                  <c:v>0.64052287581699341</c:v>
                </c:pt>
                <c:pt idx="731">
                  <c:v>0.66666666666666663</c:v>
                </c:pt>
                <c:pt idx="732">
                  <c:v>0.73856209150326801</c:v>
                </c:pt>
                <c:pt idx="733">
                  <c:v>0.6470588235294118</c:v>
                </c:pt>
                <c:pt idx="734">
                  <c:v>0.53594771241830064</c:v>
                </c:pt>
                <c:pt idx="735">
                  <c:v>0.60784313725490191</c:v>
                </c:pt>
                <c:pt idx="736">
                  <c:v>0.5816993464052288</c:v>
                </c:pt>
                <c:pt idx="737">
                  <c:v>0.60526315789473684</c:v>
                </c:pt>
                <c:pt idx="738">
                  <c:v>0.64473684210526316</c:v>
                </c:pt>
                <c:pt idx="739">
                  <c:v>0.66447368421052633</c:v>
                </c:pt>
                <c:pt idx="740">
                  <c:v>0.69736842105263153</c:v>
                </c:pt>
                <c:pt idx="741">
                  <c:v>0.70394736842105265</c:v>
                </c:pt>
                <c:pt idx="742">
                  <c:v>0.65789473684210531</c:v>
                </c:pt>
                <c:pt idx="743">
                  <c:v>0.69078947368421051</c:v>
                </c:pt>
                <c:pt idx="744">
                  <c:v>0.75</c:v>
                </c:pt>
                <c:pt idx="745">
                  <c:v>0.68421052631578949</c:v>
                </c:pt>
                <c:pt idx="746">
                  <c:v>0.68421052631578949</c:v>
                </c:pt>
                <c:pt idx="747">
                  <c:v>0.74342105263157898</c:v>
                </c:pt>
                <c:pt idx="748">
                  <c:v>0.69736842105263153</c:v>
                </c:pt>
                <c:pt idx="749">
                  <c:v>0.67763157894736847</c:v>
                </c:pt>
                <c:pt idx="750">
                  <c:v>0.66447368421052633</c:v>
                </c:pt>
                <c:pt idx="751">
                  <c:v>0.65131578947368418</c:v>
                </c:pt>
                <c:pt idx="752">
                  <c:v>0.67105263157894735</c:v>
                </c:pt>
                <c:pt idx="753">
                  <c:v>0.72368421052631582</c:v>
                </c:pt>
                <c:pt idx="754">
                  <c:v>0.75</c:v>
                </c:pt>
                <c:pt idx="755">
                  <c:v>0.75</c:v>
                </c:pt>
                <c:pt idx="756">
                  <c:v>0.80263157894736847</c:v>
                </c:pt>
                <c:pt idx="757">
                  <c:v>0.80263157894736847</c:v>
                </c:pt>
                <c:pt idx="758">
                  <c:v>0.77631578947368418</c:v>
                </c:pt>
                <c:pt idx="759">
                  <c:v>0.78947368421052633</c:v>
                </c:pt>
                <c:pt idx="760">
                  <c:v>0.80921052631578949</c:v>
                </c:pt>
                <c:pt idx="761">
                  <c:v>0.82119205298013243</c:v>
                </c:pt>
                <c:pt idx="762">
                  <c:v>0.80132450331125826</c:v>
                </c:pt>
                <c:pt idx="763">
                  <c:v>0.79470198675496684</c:v>
                </c:pt>
                <c:pt idx="764">
                  <c:v>0.77483443708609268</c:v>
                </c:pt>
                <c:pt idx="765">
                  <c:v>0.75496688741721851</c:v>
                </c:pt>
                <c:pt idx="766">
                  <c:v>0.71333333333333337</c:v>
                </c:pt>
                <c:pt idx="767">
                  <c:v>0.71333333333333337</c:v>
                </c:pt>
                <c:pt idx="768">
                  <c:v>0.71333333333333337</c:v>
                </c:pt>
                <c:pt idx="769">
                  <c:v>0.69333333333333336</c:v>
                </c:pt>
                <c:pt idx="770">
                  <c:v>0.65333333333333332</c:v>
                </c:pt>
                <c:pt idx="771">
                  <c:v>0.6333333333333333</c:v>
                </c:pt>
                <c:pt idx="772">
                  <c:v>0.52666666666666662</c:v>
                </c:pt>
                <c:pt idx="773">
                  <c:v>0.5</c:v>
                </c:pt>
                <c:pt idx="774">
                  <c:v>0.47297297297297303</c:v>
                </c:pt>
                <c:pt idx="775">
                  <c:v>0.47297297297297303</c:v>
                </c:pt>
                <c:pt idx="776">
                  <c:v>0.5</c:v>
                </c:pt>
                <c:pt idx="777">
                  <c:v>0.44594594594594589</c:v>
                </c:pt>
                <c:pt idx="778">
                  <c:v>0.5067567567567568</c:v>
                </c:pt>
                <c:pt idx="779">
                  <c:v>0.54729729729729726</c:v>
                </c:pt>
                <c:pt idx="780">
                  <c:v>0.56081081081081086</c:v>
                </c:pt>
                <c:pt idx="781">
                  <c:v>0.54729729729729726</c:v>
                </c:pt>
                <c:pt idx="782">
                  <c:v>0.56081081081081086</c:v>
                </c:pt>
                <c:pt idx="783">
                  <c:v>0.54729729729729726</c:v>
                </c:pt>
                <c:pt idx="784">
                  <c:v>0.49324324324324331</c:v>
                </c:pt>
                <c:pt idx="785">
                  <c:v>0.46621621621621617</c:v>
                </c:pt>
                <c:pt idx="786">
                  <c:v>0.51351351351351349</c:v>
                </c:pt>
                <c:pt idx="787">
                  <c:v>0.55405405405405406</c:v>
                </c:pt>
                <c:pt idx="788">
                  <c:v>0.54729729729729726</c:v>
                </c:pt>
                <c:pt idx="789">
                  <c:v>0.58108108108108103</c:v>
                </c:pt>
                <c:pt idx="790">
                  <c:v>0.55405405405405406</c:v>
                </c:pt>
                <c:pt idx="791">
                  <c:v>0.5067567567567568</c:v>
                </c:pt>
                <c:pt idx="792">
                  <c:v>0.47972972972972971</c:v>
                </c:pt>
                <c:pt idx="793">
                  <c:v>0.40540540540540537</c:v>
                </c:pt>
                <c:pt idx="794">
                  <c:v>0.25</c:v>
                </c:pt>
                <c:pt idx="795">
                  <c:v>0.20945945945945951</c:v>
                </c:pt>
                <c:pt idx="796">
                  <c:v>0.1891891891891892</c:v>
                </c:pt>
                <c:pt idx="797">
                  <c:v>0.19594594594594589</c:v>
                </c:pt>
                <c:pt idx="798">
                  <c:v>0.13513513513513509</c:v>
                </c:pt>
                <c:pt idx="799">
                  <c:v>0.1891891891891892</c:v>
                </c:pt>
                <c:pt idx="800">
                  <c:v>0.1891891891891892</c:v>
                </c:pt>
                <c:pt idx="801">
                  <c:v>0.222972972972973</c:v>
                </c:pt>
                <c:pt idx="802">
                  <c:v>0.222972972972973</c:v>
                </c:pt>
                <c:pt idx="803">
                  <c:v>0.1824324324324324</c:v>
                </c:pt>
                <c:pt idx="804">
                  <c:v>0.1621621621621622</c:v>
                </c:pt>
                <c:pt idx="805">
                  <c:v>0.1891891891891892</c:v>
                </c:pt>
                <c:pt idx="806">
                  <c:v>0.20945945945945951</c:v>
                </c:pt>
                <c:pt idx="807">
                  <c:v>0.18367346938775511</c:v>
                </c:pt>
                <c:pt idx="808">
                  <c:v>0.76870748299319724</c:v>
                </c:pt>
                <c:pt idx="809">
                  <c:v>0.76870748299319724</c:v>
                </c:pt>
                <c:pt idx="810">
                  <c:v>0.8231292517006803</c:v>
                </c:pt>
                <c:pt idx="811">
                  <c:v>0.8231292517006803</c:v>
                </c:pt>
              </c:numCache>
            </c:numRef>
          </c:val>
          <c:smooth val="0"/>
          <c:extLst>
            <c:ext xmlns:c16="http://schemas.microsoft.com/office/drawing/2014/chart" uri="{C3380CC4-5D6E-409C-BE32-E72D297353CC}">
              <c16:uniqueId val="{00000000-66D3-4728-A18A-A70AE72A25E1}"/>
            </c:ext>
          </c:extLst>
        </c:ser>
        <c:ser>
          <c:idx val="1"/>
          <c:order val="1"/>
          <c:tx>
            <c:strRef>
              <c:f>'Component treatment'!$E$4</c:f>
              <c:strCache>
                <c:ptCount val="1"/>
                <c:pt idx="0">
                  <c:v>Aux.</c:v>
                </c:pt>
              </c:strCache>
            </c:strRef>
          </c:tx>
          <c:spPr>
            <a:ln w="19050" cap="rnd">
              <a:solidFill>
                <a:srgbClr val="8EB3DF"/>
              </a:solidFill>
              <a:prstDash val="dash"/>
              <a:round/>
            </a:ln>
            <a:effectLst/>
          </c:spPr>
          <c:marker>
            <c:symbol val="none"/>
          </c:marker>
          <c:cat>
            <c:numRef>
              <c:f>'Component treatment'!$C$5:$C$50000</c:f>
              <c:numCache>
                <c:formatCode>m/d/yyyy</c:formatCode>
                <c:ptCount val="49996"/>
                <c:pt idx="0">
                  <c:v>45145</c:v>
                </c:pt>
                <c:pt idx="1">
                  <c:v>45146</c:v>
                </c:pt>
                <c:pt idx="2">
                  <c:v>45147</c:v>
                </c:pt>
                <c:pt idx="3">
                  <c:v>45148</c:v>
                </c:pt>
                <c:pt idx="4">
                  <c:v>45149</c:v>
                </c:pt>
                <c:pt idx="5">
                  <c:v>45152</c:v>
                </c:pt>
                <c:pt idx="6">
                  <c:v>45153</c:v>
                </c:pt>
                <c:pt idx="7">
                  <c:v>45154</c:v>
                </c:pt>
                <c:pt idx="8">
                  <c:v>45155</c:v>
                </c:pt>
                <c:pt idx="9">
                  <c:v>45156</c:v>
                </c:pt>
                <c:pt idx="10">
                  <c:v>45159</c:v>
                </c:pt>
                <c:pt idx="11">
                  <c:v>45160</c:v>
                </c:pt>
                <c:pt idx="12">
                  <c:v>45161</c:v>
                </c:pt>
                <c:pt idx="13">
                  <c:v>45162</c:v>
                </c:pt>
                <c:pt idx="14">
                  <c:v>45163</c:v>
                </c:pt>
                <c:pt idx="15">
                  <c:v>45166</c:v>
                </c:pt>
                <c:pt idx="16">
                  <c:v>45167</c:v>
                </c:pt>
                <c:pt idx="17">
                  <c:v>45168</c:v>
                </c:pt>
                <c:pt idx="18">
                  <c:v>45169</c:v>
                </c:pt>
                <c:pt idx="19">
                  <c:v>45170</c:v>
                </c:pt>
                <c:pt idx="20">
                  <c:v>45173</c:v>
                </c:pt>
                <c:pt idx="21">
                  <c:v>45174</c:v>
                </c:pt>
                <c:pt idx="22">
                  <c:v>45175</c:v>
                </c:pt>
                <c:pt idx="23">
                  <c:v>45177</c:v>
                </c:pt>
                <c:pt idx="24">
                  <c:v>45180</c:v>
                </c:pt>
                <c:pt idx="25">
                  <c:v>45181</c:v>
                </c:pt>
                <c:pt idx="26">
                  <c:v>45182</c:v>
                </c:pt>
                <c:pt idx="27">
                  <c:v>45183</c:v>
                </c:pt>
                <c:pt idx="28">
                  <c:v>45184</c:v>
                </c:pt>
                <c:pt idx="29">
                  <c:v>45187</c:v>
                </c:pt>
                <c:pt idx="30">
                  <c:v>45188</c:v>
                </c:pt>
                <c:pt idx="31">
                  <c:v>45189</c:v>
                </c:pt>
                <c:pt idx="32">
                  <c:v>45190</c:v>
                </c:pt>
                <c:pt idx="33">
                  <c:v>45191</c:v>
                </c:pt>
                <c:pt idx="34">
                  <c:v>45194</c:v>
                </c:pt>
                <c:pt idx="35">
                  <c:v>45195</c:v>
                </c:pt>
                <c:pt idx="36">
                  <c:v>45196</c:v>
                </c:pt>
                <c:pt idx="37">
                  <c:v>45197</c:v>
                </c:pt>
                <c:pt idx="38">
                  <c:v>45198</c:v>
                </c:pt>
                <c:pt idx="39">
                  <c:v>45201</c:v>
                </c:pt>
                <c:pt idx="40">
                  <c:v>45202</c:v>
                </c:pt>
                <c:pt idx="41">
                  <c:v>45203</c:v>
                </c:pt>
                <c:pt idx="42">
                  <c:v>45204</c:v>
                </c:pt>
                <c:pt idx="43">
                  <c:v>45205</c:v>
                </c:pt>
                <c:pt idx="44">
                  <c:v>45208</c:v>
                </c:pt>
                <c:pt idx="45">
                  <c:v>45209</c:v>
                </c:pt>
                <c:pt idx="46">
                  <c:v>45210</c:v>
                </c:pt>
                <c:pt idx="47">
                  <c:v>45212</c:v>
                </c:pt>
                <c:pt idx="48">
                  <c:v>45215</c:v>
                </c:pt>
                <c:pt idx="49">
                  <c:v>45216</c:v>
                </c:pt>
                <c:pt idx="50">
                  <c:v>45217</c:v>
                </c:pt>
                <c:pt idx="51">
                  <c:v>45218</c:v>
                </c:pt>
                <c:pt idx="52">
                  <c:v>45219</c:v>
                </c:pt>
                <c:pt idx="53">
                  <c:v>45222</c:v>
                </c:pt>
                <c:pt idx="54">
                  <c:v>45223</c:v>
                </c:pt>
                <c:pt idx="55">
                  <c:v>45224</c:v>
                </c:pt>
                <c:pt idx="56">
                  <c:v>45225</c:v>
                </c:pt>
                <c:pt idx="57">
                  <c:v>45226</c:v>
                </c:pt>
                <c:pt idx="58">
                  <c:v>45229</c:v>
                </c:pt>
                <c:pt idx="59">
                  <c:v>45230</c:v>
                </c:pt>
                <c:pt idx="60">
                  <c:v>45231</c:v>
                </c:pt>
                <c:pt idx="61">
                  <c:v>45233</c:v>
                </c:pt>
                <c:pt idx="62">
                  <c:v>45236</c:v>
                </c:pt>
                <c:pt idx="63">
                  <c:v>45237</c:v>
                </c:pt>
                <c:pt idx="64">
                  <c:v>45238</c:v>
                </c:pt>
                <c:pt idx="65">
                  <c:v>45239</c:v>
                </c:pt>
                <c:pt idx="66">
                  <c:v>45240</c:v>
                </c:pt>
                <c:pt idx="67">
                  <c:v>45243</c:v>
                </c:pt>
                <c:pt idx="68">
                  <c:v>45244</c:v>
                </c:pt>
                <c:pt idx="69">
                  <c:v>45246</c:v>
                </c:pt>
                <c:pt idx="70">
                  <c:v>45247</c:v>
                </c:pt>
                <c:pt idx="71">
                  <c:v>45250</c:v>
                </c:pt>
                <c:pt idx="72">
                  <c:v>45251</c:v>
                </c:pt>
                <c:pt idx="73">
                  <c:v>45252</c:v>
                </c:pt>
                <c:pt idx="74">
                  <c:v>45253</c:v>
                </c:pt>
                <c:pt idx="75">
                  <c:v>45254</c:v>
                </c:pt>
                <c:pt idx="76">
                  <c:v>45257</c:v>
                </c:pt>
                <c:pt idx="77">
                  <c:v>45258</c:v>
                </c:pt>
                <c:pt idx="78">
                  <c:v>45259</c:v>
                </c:pt>
                <c:pt idx="79">
                  <c:v>45260</c:v>
                </c:pt>
                <c:pt idx="80">
                  <c:v>45261</c:v>
                </c:pt>
                <c:pt idx="81">
                  <c:v>45264</c:v>
                </c:pt>
                <c:pt idx="82">
                  <c:v>45265</c:v>
                </c:pt>
                <c:pt idx="83">
                  <c:v>45266</c:v>
                </c:pt>
                <c:pt idx="84">
                  <c:v>45267</c:v>
                </c:pt>
                <c:pt idx="85">
                  <c:v>45268</c:v>
                </c:pt>
                <c:pt idx="86">
                  <c:v>45271</c:v>
                </c:pt>
                <c:pt idx="87">
                  <c:v>45272</c:v>
                </c:pt>
                <c:pt idx="88">
                  <c:v>45273</c:v>
                </c:pt>
                <c:pt idx="89">
                  <c:v>45274</c:v>
                </c:pt>
                <c:pt idx="90">
                  <c:v>45275</c:v>
                </c:pt>
                <c:pt idx="91">
                  <c:v>45278</c:v>
                </c:pt>
                <c:pt idx="92">
                  <c:v>45279</c:v>
                </c:pt>
                <c:pt idx="93">
                  <c:v>45280</c:v>
                </c:pt>
                <c:pt idx="94">
                  <c:v>45281</c:v>
                </c:pt>
                <c:pt idx="95">
                  <c:v>45282</c:v>
                </c:pt>
                <c:pt idx="96">
                  <c:v>45286</c:v>
                </c:pt>
                <c:pt idx="97">
                  <c:v>45287</c:v>
                </c:pt>
                <c:pt idx="98">
                  <c:v>45288</c:v>
                </c:pt>
                <c:pt idx="99">
                  <c:v>45289</c:v>
                </c:pt>
                <c:pt idx="100">
                  <c:v>45293</c:v>
                </c:pt>
                <c:pt idx="101">
                  <c:v>45294</c:v>
                </c:pt>
                <c:pt idx="102">
                  <c:v>45295</c:v>
                </c:pt>
                <c:pt idx="103">
                  <c:v>45296</c:v>
                </c:pt>
                <c:pt idx="104">
                  <c:v>45299</c:v>
                </c:pt>
                <c:pt idx="105">
                  <c:v>45300</c:v>
                </c:pt>
                <c:pt idx="106">
                  <c:v>45301</c:v>
                </c:pt>
                <c:pt idx="107">
                  <c:v>45302</c:v>
                </c:pt>
                <c:pt idx="108">
                  <c:v>45303</c:v>
                </c:pt>
                <c:pt idx="109">
                  <c:v>45306</c:v>
                </c:pt>
                <c:pt idx="110">
                  <c:v>45307</c:v>
                </c:pt>
                <c:pt idx="111">
                  <c:v>45308</c:v>
                </c:pt>
                <c:pt idx="112">
                  <c:v>45309</c:v>
                </c:pt>
                <c:pt idx="113">
                  <c:v>45310</c:v>
                </c:pt>
                <c:pt idx="114">
                  <c:v>45313</c:v>
                </c:pt>
                <c:pt idx="115">
                  <c:v>45314</c:v>
                </c:pt>
                <c:pt idx="116">
                  <c:v>45315</c:v>
                </c:pt>
                <c:pt idx="117">
                  <c:v>45316</c:v>
                </c:pt>
                <c:pt idx="118">
                  <c:v>45317</c:v>
                </c:pt>
                <c:pt idx="119">
                  <c:v>45320</c:v>
                </c:pt>
                <c:pt idx="120">
                  <c:v>45321</c:v>
                </c:pt>
                <c:pt idx="121">
                  <c:v>45322</c:v>
                </c:pt>
                <c:pt idx="122">
                  <c:v>45323</c:v>
                </c:pt>
                <c:pt idx="123">
                  <c:v>45324</c:v>
                </c:pt>
                <c:pt idx="124">
                  <c:v>45327</c:v>
                </c:pt>
                <c:pt idx="125">
                  <c:v>45328</c:v>
                </c:pt>
                <c:pt idx="126">
                  <c:v>45329</c:v>
                </c:pt>
                <c:pt idx="127">
                  <c:v>45330</c:v>
                </c:pt>
                <c:pt idx="128">
                  <c:v>45331</c:v>
                </c:pt>
                <c:pt idx="129">
                  <c:v>45336</c:v>
                </c:pt>
                <c:pt idx="130">
                  <c:v>45337</c:v>
                </c:pt>
                <c:pt idx="131">
                  <c:v>45338</c:v>
                </c:pt>
                <c:pt idx="132">
                  <c:v>45341</c:v>
                </c:pt>
                <c:pt idx="133">
                  <c:v>45342</c:v>
                </c:pt>
                <c:pt idx="134">
                  <c:v>45343</c:v>
                </c:pt>
                <c:pt idx="135">
                  <c:v>45344</c:v>
                </c:pt>
                <c:pt idx="136">
                  <c:v>45345</c:v>
                </c:pt>
                <c:pt idx="137">
                  <c:v>45348</c:v>
                </c:pt>
                <c:pt idx="138">
                  <c:v>45349</c:v>
                </c:pt>
                <c:pt idx="139">
                  <c:v>45350</c:v>
                </c:pt>
                <c:pt idx="140">
                  <c:v>45351</c:v>
                </c:pt>
                <c:pt idx="141">
                  <c:v>45352</c:v>
                </c:pt>
                <c:pt idx="142">
                  <c:v>45355</c:v>
                </c:pt>
                <c:pt idx="143">
                  <c:v>45356</c:v>
                </c:pt>
                <c:pt idx="144">
                  <c:v>45357</c:v>
                </c:pt>
                <c:pt idx="145">
                  <c:v>45358</c:v>
                </c:pt>
                <c:pt idx="146">
                  <c:v>45359</c:v>
                </c:pt>
                <c:pt idx="147">
                  <c:v>45362</c:v>
                </c:pt>
                <c:pt idx="148">
                  <c:v>45363</c:v>
                </c:pt>
                <c:pt idx="149">
                  <c:v>45364</c:v>
                </c:pt>
                <c:pt idx="150">
                  <c:v>45365</c:v>
                </c:pt>
                <c:pt idx="151">
                  <c:v>45366</c:v>
                </c:pt>
                <c:pt idx="152">
                  <c:v>45369</c:v>
                </c:pt>
                <c:pt idx="153">
                  <c:v>45370</c:v>
                </c:pt>
                <c:pt idx="154">
                  <c:v>45371</c:v>
                </c:pt>
                <c:pt idx="155">
                  <c:v>45372</c:v>
                </c:pt>
                <c:pt idx="156">
                  <c:v>45373</c:v>
                </c:pt>
                <c:pt idx="157">
                  <c:v>45376</c:v>
                </c:pt>
                <c:pt idx="158">
                  <c:v>45377</c:v>
                </c:pt>
                <c:pt idx="159">
                  <c:v>45378</c:v>
                </c:pt>
                <c:pt idx="160">
                  <c:v>45379</c:v>
                </c:pt>
                <c:pt idx="161">
                  <c:v>45383</c:v>
                </c:pt>
                <c:pt idx="162">
                  <c:v>45384</c:v>
                </c:pt>
                <c:pt idx="163">
                  <c:v>45385</c:v>
                </c:pt>
                <c:pt idx="164">
                  <c:v>45386</c:v>
                </c:pt>
                <c:pt idx="165">
                  <c:v>45387</c:v>
                </c:pt>
                <c:pt idx="166">
                  <c:v>45390</c:v>
                </c:pt>
                <c:pt idx="167">
                  <c:v>45391</c:v>
                </c:pt>
                <c:pt idx="168">
                  <c:v>45392</c:v>
                </c:pt>
                <c:pt idx="169">
                  <c:v>45393</c:v>
                </c:pt>
                <c:pt idx="170">
                  <c:v>45394</c:v>
                </c:pt>
                <c:pt idx="171">
                  <c:v>45397</c:v>
                </c:pt>
                <c:pt idx="172">
                  <c:v>45398</c:v>
                </c:pt>
                <c:pt idx="173">
                  <c:v>45399</c:v>
                </c:pt>
                <c:pt idx="174">
                  <c:v>45400</c:v>
                </c:pt>
                <c:pt idx="175">
                  <c:v>45401</c:v>
                </c:pt>
                <c:pt idx="176">
                  <c:v>45404</c:v>
                </c:pt>
                <c:pt idx="177">
                  <c:v>45405</c:v>
                </c:pt>
                <c:pt idx="178">
                  <c:v>45406</c:v>
                </c:pt>
                <c:pt idx="179">
                  <c:v>45407</c:v>
                </c:pt>
                <c:pt idx="180">
                  <c:v>45408</c:v>
                </c:pt>
                <c:pt idx="181">
                  <c:v>45411</c:v>
                </c:pt>
                <c:pt idx="182">
                  <c:v>45412</c:v>
                </c:pt>
                <c:pt idx="183">
                  <c:v>45414</c:v>
                </c:pt>
                <c:pt idx="184">
                  <c:v>45415</c:v>
                </c:pt>
                <c:pt idx="185">
                  <c:v>45418</c:v>
                </c:pt>
                <c:pt idx="186">
                  <c:v>45419</c:v>
                </c:pt>
                <c:pt idx="187">
                  <c:v>45420</c:v>
                </c:pt>
                <c:pt idx="188">
                  <c:v>45421</c:v>
                </c:pt>
                <c:pt idx="189">
                  <c:v>45422</c:v>
                </c:pt>
                <c:pt idx="190">
                  <c:v>45425</c:v>
                </c:pt>
                <c:pt idx="191">
                  <c:v>45426</c:v>
                </c:pt>
                <c:pt idx="192">
                  <c:v>45427</c:v>
                </c:pt>
                <c:pt idx="193">
                  <c:v>45428</c:v>
                </c:pt>
                <c:pt idx="194">
                  <c:v>45429</c:v>
                </c:pt>
                <c:pt idx="195">
                  <c:v>45432</c:v>
                </c:pt>
                <c:pt idx="196">
                  <c:v>45433</c:v>
                </c:pt>
                <c:pt idx="197">
                  <c:v>45434</c:v>
                </c:pt>
                <c:pt idx="198">
                  <c:v>45435</c:v>
                </c:pt>
                <c:pt idx="199">
                  <c:v>45436</c:v>
                </c:pt>
                <c:pt idx="200">
                  <c:v>45439</c:v>
                </c:pt>
                <c:pt idx="201">
                  <c:v>45440</c:v>
                </c:pt>
                <c:pt idx="202">
                  <c:v>45441</c:v>
                </c:pt>
                <c:pt idx="203">
                  <c:v>45443</c:v>
                </c:pt>
                <c:pt idx="204">
                  <c:v>45446</c:v>
                </c:pt>
                <c:pt idx="205">
                  <c:v>45447</c:v>
                </c:pt>
                <c:pt idx="206">
                  <c:v>45448</c:v>
                </c:pt>
                <c:pt idx="207">
                  <c:v>45449</c:v>
                </c:pt>
                <c:pt idx="208">
                  <c:v>45450</c:v>
                </c:pt>
                <c:pt idx="209">
                  <c:v>45453</c:v>
                </c:pt>
                <c:pt idx="210">
                  <c:v>45454</c:v>
                </c:pt>
                <c:pt idx="211">
                  <c:v>45455</c:v>
                </c:pt>
                <c:pt idx="212">
                  <c:v>45456</c:v>
                </c:pt>
                <c:pt idx="213">
                  <c:v>45457</c:v>
                </c:pt>
                <c:pt idx="214">
                  <c:v>45460</c:v>
                </c:pt>
                <c:pt idx="215">
                  <c:v>45461</c:v>
                </c:pt>
                <c:pt idx="216">
                  <c:v>45462</c:v>
                </c:pt>
                <c:pt idx="217">
                  <c:v>45463</c:v>
                </c:pt>
                <c:pt idx="218">
                  <c:v>45464</c:v>
                </c:pt>
                <c:pt idx="219">
                  <c:v>45467</c:v>
                </c:pt>
                <c:pt idx="220">
                  <c:v>45468</c:v>
                </c:pt>
                <c:pt idx="221">
                  <c:v>45469</c:v>
                </c:pt>
                <c:pt idx="222">
                  <c:v>45470</c:v>
                </c:pt>
                <c:pt idx="223">
                  <c:v>45471</c:v>
                </c:pt>
                <c:pt idx="224">
                  <c:v>45474</c:v>
                </c:pt>
                <c:pt idx="225">
                  <c:v>45475</c:v>
                </c:pt>
                <c:pt idx="226">
                  <c:v>45476</c:v>
                </c:pt>
                <c:pt idx="227">
                  <c:v>45477</c:v>
                </c:pt>
                <c:pt idx="228">
                  <c:v>45478</c:v>
                </c:pt>
                <c:pt idx="229">
                  <c:v>45481</c:v>
                </c:pt>
                <c:pt idx="230">
                  <c:v>45482</c:v>
                </c:pt>
                <c:pt idx="231">
                  <c:v>45483</c:v>
                </c:pt>
                <c:pt idx="232">
                  <c:v>45484</c:v>
                </c:pt>
                <c:pt idx="233">
                  <c:v>45485</c:v>
                </c:pt>
                <c:pt idx="234">
                  <c:v>45488</c:v>
                </c:pt>
                <c:pt idx="235">
                  <c:v>45489</c:v>
                </c:pt>
                <c:pt idx="236">
                  <c:v>45490</c:v>
                </c:pt>
                <c:pt idx="237">
                  <c:v>45491</c:v>
                </c:pt>
                <c:pt idx="238">
                  <c:v>45492</c:v>
                </c:pt>
                <c:pt idx="239">
                  <c:v>45495</c:v>
                </c:pt>
                <c:pt idx="240">
                  <c:v>45496</c:v>
                </c:pt>
                <c:pt idx="241">
                  <c:v>45497</c:v>
                </c:pt>
                <c:pt idx="242">
                  <c:v>45498</c:v>
                </c:pt>
                <c:pt idx="243">
                  <c:v>45499</c:v>
                </c:pt>
                <c:pt idx="244">
                  <c:v>45502</c:v>
                </c:pt>
                <c:pt idx="245">
                  <c:v>45503</c:v>
                </c:pt>
                <c:pt idx="246">
                  <c:v>45504</c:v>
                </c:pt>
                <c:pt idx="247">
                  <c:v>45505</c:v>
                </c:pt>
                <c:pt idx="248">
                  <c:v>45506</c:v>
                </c:pt>
                <c:pt idx="249">
                  <c:v>45509</c:v>
                </c:pt>
                <c:pt idx="250">
                  <c:v>45510</c:v>
                </c:pt>
                <c:pt idx="251">
                  <c:v>45511</c:v>
                </c:pt>
                <c:pt idx="252">
                  <c:v>45512</c:v>
                </c:pt>
                <c:pt idx="253">
                  <c:v>45513</c:v>
                </c:pt>
                <c:pt idx="254">
                  <c:v>45516</c:v>
                </c:pt>
                <c:pt idx="255">
                  <c:v>45517</c:v>
                </c:pt>
                <c:pt idx="256">
                  <c:v>45518</c:v>
                </c:pt>
                <c:pt idx="257">
                  <c:v>45519</c:v>
                </c:pt>
                <c:pt idx="258">
                  <c:v>45520</c:v>
                </c:pt>
                <c:pt idx="259">
                  <c:v>45523</c:v>
                </c:pt>
                <c:pt idx="260">
                  <c:v>45524</c:v>
                </c:pt>
                <c:pt idx="261">
                  <c:v>45525</c:v>
                </c:pt>
                <c:pt idx="262">
                  <c:v>45526</c:v>
                </c:pt>
                <c:pt idx="263">
                  <c:v>45527</c:v>
                </c:pt>
                <c:pt idx="264">
                  <c:v>45530</c:v>
                </c:pt>
                <c:pt idx="265">
                  <c:v>45531</c:v>
                </c:pt>
                <c:pt idx="266">
                  <c:v>45532</c:v>
                </c:pt>
                <c:pt idx="267">
                  <c:v>45533</c:v>
                </c:pt>
                <c:pt idx="268">
                  <c:v>45534</c:v>
                </c:pt>
                <c:pt idx="269">
                  <c:v>45537</c:v>
                </c:pt>
                <c:pt idx="270">
                  <c:v>45538</c:v>
                </c:pt>
                <c:pt idx="271">
                  <c:v>45539</c:v>
                </c:pt>
                <c:pt idx="272">
                  <c:v>45540</c:v>
                </c:pt>
                <c:pt idx="273">
                  <c:v>45541</c:v>
                </c:pt>
                <c:pt idx="274">
                  <c:v>45544</c:v>
                </c:pt>
                <c:pt idx="275">
                  <c:v>45545</c:v>
                </c:pt>
                <c:pt idx="276">
                  <c:v>45546</c:v>
                </c:pt>
                <c:pt idx="277">
                  <c:v>45547</c:v>
                </c:pt>
                <c:pt idx="278">
                  <c:v>45548</c:v>
                </c:pt>
                <c:pt idx="279">
                  <c:v>45551</c:v>
                </c:pt>
                <c:pt idx="280">
                  <c:v>45552</c:v>
                </c:pt>
                <c:pt idx="281">
                  <c:v>45553</c:v>
                </c:pt>
                <c:pt idx="282">
                  <c:v>45554</c:v>
                </c:pt>
                <c:pt idx="283">
                  <c:v>45555</c:v>
                </c:pt>
                <c:pt idx="284">
                  <c:v>45558</c:v>
                </c:pt>
                <c:pt idx="285">
                  <c:v>45559</c:v>
                </c:pt>
                <c:pt idx="286">
                  <c:v>45560</c:v>
                </c:pt>
                <c:pt idx="287">
                  <c:v>45561</c:v>
                </c:pt>
                <c:pt idx="288">
                  <c:v>45562</c:v>
                </c:pt>
                <c:pt idx="289">
                  <c:v>45565</c:v>
                </c:pt>
                <c:pt idx="290">
                  <c:v>45566</c:v>
                </c:pt>
                <c:pt idx="291">
                  <c:v>45567</c:v>
                </c:pt>
                <c:pt idx="292">
                  <c:v>45568</c:v>
                </c:pt>
                <c:pt idx="293">
                  <c:v>45569</c:v>
                </c:pt>
                <c:pt idx="294">
                  <c:v>45572</c:v>
                </c:pt>
                <c:pt idx="295">
                  <c:v>45573</c:v>
                </c:pt>
                <c:pt idx="296">
                  <c:v>45574</c:v>
                </c:pt>
                <c:pt idx="297">
                  <c:v>45575</c:v>
                </c:pt>
                <c:pt idx="298">
                  <c:v>45576</c:v>
                </c:pt>
                <c:pt idx="299">
                  <c:v>45579</c:v>
                </c:pt>
                <c:pt idx="300">
                  <c:v>45580</c:v>
                </c:pt>
                <c:pt idx="301">
                  <c:v>45581</c:v>
                </c:pt>
                <c:pt idx="302">
                  <c:v>45582</c:v>
                </c:pt>
                <c:pt idx="303">
                  <c:v>45583</c:v>
                </c:pt>
                <c:pt idx="304">
                  <c:v>45586</c:v>
                </c:pt>
                <c:pt idx="305">
                  <c:v>45587</c:v>
                </c:pt>
                <c:pt idx="306">
                  <c:v>45588</c:v>
                </c:pt>
                <c:pt idx="307">
                  <c:v>45589</c:v>
                </c:pt>
                <c:pt idx="308">
                  <c:v>45590</c:v>
                </c:pt>
                <c:pt idx="309">
                  <c:v>45593</c:v>
                </c:pt>
                <c:pt idx="310">
                  <c:v>45594</c:v>
                </c:pt>
                <c:pt idx="311">
                  <c:v>45595</c:v>
                </c:pt>
                <c:pt idx="312">
                  <c:v>45596</c:v>
                </c:pt>
                <c:pt idx="313">
                  <c:v>45597</c:v>
                </c:pt>
                <c:pt idx="314">
                  <c:v>45600</c:v>
                </c:pt>
                <c:pt idx="315">
                  <c:v>45601</c:v>
                </c:pt>
                <c:pt idx="316">
                  <c:v>45602</c:v>
                </c:pt>
                <c:pt idx="317">
                  <c:v>45603</c:v>
                </c:pt>
                <c:pt idx="318">
                  <c:v>45604</c:v>
                </c:pt>
                <c:pt idx="319">
                  <c:v>45607</c:v>
                </c:pt>
                <c:pt idx="320">
                  <c:v>45608</c:v>
                </c:pt>
                <c:pt idx="321">
                  <c:v>45609</c:v>
                </c:pt>
                <c:pt idx="322">
                  <c:v>45610</c:v>
                </c:pt>
                <c:pt idx="323">
                  <c:v>45614</c:v>
                </c:pt>
                <c:pt idx="324">
                  <c:v>45615</c:v>
                </c:pt>
                <c:pt idx="325">
                  <c:v>45617</c:v>
                </c:pt>
                <c:pt idx="326">
                  <c:v>45618</c:v>
                </c:pt>
                <c:pt idx="327">
                  <c:v>45621</c:v>
                </c:pt>
                <c:pt idx="328">
                  <c:v>45622</c:v>
                </c:pt>
                <c:pt idx="329">
                  <c:v>45623</c:v>
                </c:pt>
                <c:pt idx="330">
                  <c:v>45624</c:v>
                </c:pt>
                <c:pt idx="331">
                  <c:v>45625</c:v>
                </c:pt>
                <c:pt idx="332">
                  <c:v>45628</c:v>
                </c:pt>
                <c:pt idx="333">
                  <c:v>45629</c:v>
                </c:pt>
                <c:pt idx="334">
                  <c:v>45630</c:v>
                </c:pt>
                <c:pt idx="335">
                  <c:v>45631</c:v>
                </c:pt>
                <c:pt idx="336">
                  <c:v>45632</c:v>
                </c:pt>
                <c:pt idx="337">
                  <c:v>45635</c:v>
                </c:pt>
                <c:pt idx="338">
                  <c:v>45636</c:v>
                </c:pt>
                <c:pt idx="339">
                  <c:v>45637</c:v>
                </c:pt>
                <c:pt idx="340">
                  <c:v>45638</c:v>
                </c:pt>
                <c:pt idx="341">
                  <c:v>45639</c:v>
                </c:pt>
                <c:pt idx="342">
                  <c:v>45642</c:v>
                </c:pt>
                <c:pt idx="343">
                  <c:v>45643</c:v>
                </c:pt>
                <c:pt idx="344">
                  <c:v>45644</c:v>
                </c:pt>
                <c:pt idx="345">
                  <c:v>45645</c:v>
                </c:pt>
                <c:pt idx="346">
                  <c:v>45646</c:v>
                </c:pt>
                <c:pt idx="347">
                  <c:v>45649</c:v>
                </c:pt>
                <c:pt idx="348">
                  <c:v>45650</c:v>
                </c:pt>
                <c:pt idx="349">
                  <c:v>45652</c:v>
                </c:pt>
                <c:pt idx="350">
                  <c:v>45653</c:v>
                </c:pt>
                <c:pt idx="351">
                  <c:v>45656</c:v>
                </c:pt>
                <c:pt idx="352">
                  <c:v>45657</c:v>
                </c:pt>
                <c:pt idx="353">
                  <c:v>45659</c:v>
                </c:pt>
                <c:pt idx="354">
                  <c:v>45660</c:v>
                </c:pt>
                <c:pt idx="355">
                  <c:v>45663</c:v>
                </c:pt>
                <c:pt idx="356">
                  <c:v>45664</c:v>
                </c:pt>
                <c:pt idx="357">
                  <c:v>45665</c:v>
                </c:pt>
                <c:pt idx="358">
                  <c:v>45666</c:v>
                </c:pt>
                <c:pt idx="359">
                  <c:v>45667</c:v>
                </c:pt>
                <c:pt idx="360">
                  <c:v>45670</c:v>
                </c:pt>
                <c:pt idx="361">
                  <c:v>45671</c:v>
                </c:pt>
                <c:pt idx="362">
                  <c:v>45672</c:v>
                </c:pt>
                <c:pt idx="363">
                  <c:v>45673</c:v>
                </c:pt>
                <c:pt idx="364">
                  <c:v>45674</c:v>
                </c:pt>
                <c:pt idx="365">
                  <c:v>45677</c:v>
                </c:pt>
                <c:pt idx="366">
                  <c:v>45678</c:v>
                </c:pt>
                <c:pt idx="367">
                  <c:v>45679</c:v>
                </c:pt>
                <c:pt idx="368">
                  <c:v>45680</c:v>
                </c:pt>
                <c:pt idx="369">
                  <c:v>45681</c:v>
                </c:pt>
                <c:pt idx="370">
                  <c:v>45684</c:v>
                </c:pt>
                <c:pt idx="371">
                  <c:v>45685</c:v>
                </c:pt>
                <c:pt idx="372">
                  <c:v>45686</c:v>
                </c:pt>
                <c:pt idx="373">
                  <c:v>45687</c:v>
                </c:pt>
                <c:pt idx="374">
                  <c:v>45688</c:v>
                </c:pt>
                <c:pt idx="375">
                  <c:v>45691</c:v>
                </c:pt>
                <c:pt idx="376">
                  <c:v>45692</c:v>
                </c:pt>
                <c:pt idx="377">
                  <c:v>45693</c:v>
                </c:pt>
                <c:pt idx="378">
                  <c:v>45694</c:v>
                </c:pt>
                <c:pt idx="379">
                  <c:v>45695</c:v>
                </c:pt>
                <c:pt idx="380">
                  <c:v>45698</c:v>
                </c:pt>
                <c:pt idx="381">
                  <c:v>45699</c:v>
                </c:pt>
                <c:pt idx="382">
                  <c:v>45700</c:v>
                </c:pt>
                <c:pt idx="383">
                  <c:v>45701</c:v>
                </c:pt>
                <c:pt idx="384">
                  <c:v>45702</c:v>
                </c:pt>
                <c:pt idx="385">
                  <c:v>45705</c:v>
                </c:pt>
                <c:pt idx="386">
                  <c:v>45706</c:v>
                </c:pt>
                <c:pt idx="387">
                  <c:v>45707</c:v>
                </c:pt>
                <c:pt idx="388">
                  <c:v>45708</c:v>
                </c:pt>
                <c:pt idx="389">
                  <c:v>45709</c:v>
                </c:pt>
                <c:pt idx="390">
                  <c:v>45712</c:v>
                </c:pt>
                <c:pt idx="391">
                  <c:v>45713</c:v>
                </c:pt>
                <c:pt idx="392">
                  <c:v>45714</c:v>
                </c:pt>
                <c:pt idx="393">
                  <c:v>45715</c:v>
                </c:pt>
                <c:pt idx="394">
                  <c:v>45716</c:v>
                </c:pt>
                <c:pt idx="395">
                  <c:v>45721</c:v>
                </c:pt>
                <c:pt idx="396">
                  <c:v>45722</c:v>
                </c:pt>
                <c:pt idx="397">
                  <c:v>45723</c:v>
                </c:pt>
                <c:pt idx="398">
                  <c:v>45726</c:v>
                </c:pt>
                <c:pt idx="399">
                  <c:v>45727</c:v>
                </c:pt>
                <c:pt idx="400">
                  <c:v>45728</c:v>
                </c:pt>
                <c:pt idx="401">
                  <c:v>45729</c:v>
                </c:pt>
                <c:pt idx="402">
                  <c:v>45730</c:v>
                </c:pt>
                <c:pt idx="403">
                  <c:v>45733</c:v>
                </c:pt>
                <c:pt idx="404">
                  <c:v>45734</c:v>
                </c:pt>
                <c:pt idx="405">
                  <c:v>45735</c:v>
                </c:pt>
                <c:pt idx="406">
                  <c:v>45736</c:v>
                </c:pt>
                <c:pt idx="407">
                  <c:v>45737</c:v>
                </c:pt>
                <c:pt idx="408">
                  <c:v>45740</c:v>
                </c:pt>
                <c:pt idx="409">
                  <c:v>45741</c:v>
                </c:pt>
                <c:pt idx="410">
                  <c:v>45742</c:v>
                </c:pt>
                <c:pt idx="411">
                  <c:v>45743</c:v>
                </c:pt>
                <c:pt idx="412">
                  <c:v>45744</c:v>
                </c:pt>
                <c:pt idx="413">
                  <c:v>45747</c:v>
                </c:pt>
                <c:pt idx="414">
                  <c:v>45748</c:v>
                </c:pt>
                <c:pt idx="415">
                  <c:v>45749</c:v>
                </c:pt>
                <c:pt idx="416">
                  <c:v>45750</c:v>
                </c:pt>
                <c:pt idx="417">
                  <c:v>45751</c:v>
                </c:pt>
                <c:pt idx="418">
                  <c:v>45754</c:v>
                </c:pt>
                <c:pt idx="419">
                  <c:v>45755</c:v>
                </c:pt>
                <c:pt idx="420">
                  <c:v>45756</c:v>
                </c:pt>
                <c:pt idx="421">
                  <c:v>45757</c:v>
                </c:pt>
                <c:pt idx="422">
                  <c:v>45758</c:v>
                </c:pt>
                <c:pt idx="423">
                  <c:v>45761</c:v>
                </c:pt>
                <c:pt idx="424">
                  <c:v>45762</c:v>
                </c:pt>
                <c:pt idx="425">
                  <c:v>45763</c:v>
                </c:pt>
                <c:pt idx="426">
                  <c:v>45764</c:v>
                </c:pt>
                <c:pt idx="427">
                  <c:v>45769</c:v>
                </c:pt>
                <c:pt idx="428">
                  <c:v>45770</c:v>
                </c:pt>
                <c:pt idx="429">
                  <c:v>45771</c:v>
                </c:pt>
                <c:pt idx="430">
                  <c:v>45772</c:v>
                </c:pt>
                <c:pt idx="431">
                  <c:v>45775</c:v>
                </c:pt>
                <c:pt idx="432">
                  <c:v>45776</c:v>
                </c:pt>
                <c:pt idx="433">
                  <c:v>45777</c:v>
                </c:pt>
                <c:pt idx="434">
                  <c:v>45779</c:v>
                </c:pt>
                <c:pt idx="435">
                  <c:v>45782</c:v>
                </c:pt>
                <c:pt idx="436">
                  <c:v>45783</c:v>
                </c:pt>
                <c:pt idx="437">
                  <c:v>45784</c:v>
                </c:pt>
                <c:pt idx="438">
                  <c:v>45785</c:v>
                </c:pt>
                <c:pt idx="439">
                  <c:v>45786</c:v>
                </c:pt>
                <c:pt idx="440">
                  <c:v>45789</c:v>
                </c:pt>
                <c:pt idx="441">
                  <c:v>45790</c:v>
                </c:pt>
                <c:pt idx="442">
                  <c:v>45791</c:v>
                </c:pt>
                <c:pt idx="443">
                  <c:v>45792</c:v>
                </c:pt>
                <c:pt idx="444">
                  <c:v>45793</c:v>
                </c:pt>
                <c:pt idx="445">
                  <c:v>45796</c:v>
                </c:pt>
                <c:pt idx="446">
                  <c:v>45797</c:v>
                </c:pt>
                <c:pt idx="447">
                  <c:v>45798</c:v>
                </c:pt>
                <c:pt idx="448">
                  <c:v>45799</c:v>
                </c:pt>
                <c:pt idx="449">
                  <c:v>45800</c:v>
                </c:pt>
                <c:pt idx="450">
                  <c:v>45803</c:v>
                </c:pt>
                <c:pt idx="451">
                  <c:v>45804</c:v>
                </c:pt>
                <c:pt idx="452">
                  <c:v>45805</c:v>
                </c:pt>
                <c:pt idx="453">
                  <c:v>45806</c:v>
                </c:pt>
                <c:pt idx="454">
                  <c:v>45807</c:v>
                </c:pt>
                <c:pt idx="455">
                  <c:v>45810</c:v>
                </c:pt>
                <c:pt idx="456">
                  <c:v>45811</c:v>
                </c:pt>
                <c:pt idx="457">
                  <c:v>45812</c:v>
                </c:pt>
                <c:pt idx="458">
                  <c:v>45813</c:v>
                </c:pt>
                <c:pt idx="459">
                  <c:v>45814</c:v>
                </c:pt>
                <c:pt idx="460">
                  <c:v>45817</c:v>
                </c:pt>
                <c:pt idx="461">
                  <c:v>45818</c:v>
                </c:pt>
                <c:pt idx="462">
                  <c:v>45819</c:v>
                </c:pt>
                <c:pt idx="463">
                  <c:v>45820</c:v>
                </c:pt>
                <c:pt idx="464">
                  <c:v>45821</c:v>
                </c:pt>
                <c:pt idx="465">
                  <c:v>45824</c:v>
                </c:pt>
                <c:pt idx="466">
                  <c:v>45825</c:v>
                </c:pt>
                <c:pt idx="467">
                  <c:v>45826</c:v>
                </c:pt>
                <c:pt idx="468">
                  <c:v>45828</c:v>
                </c:pt>
                <c:pt idx="469">
                  <c:v>45831</c:v>
                </c:pt>
                <c:pt idx="470">
                  <c:v>45832</c:v>
                </c:pt>
                <c:pt idx="471">
                  <c:v>45833</c:v>
                </c:pt>
                <c:pt idx="472">
                  <c:v>45834</c:v>
                </c:pt>
                <c:pt idx="473">
                  <c:v>45835</c:v>
                </c:pt>
                <c:pt idx="474">
                  <c:v>45838</c:v>
                </c:pt>
                <c:pt idx="475">
                  <c:v>45839</c:v>
                </c:pt>
                <c:pt idx="476">
                  <c:v>45840</c:v>
                </c:pt>
                <c:pt idx="477">
                  <c:v>45841</c:v>
                </c:pt>
                <c:pt idx="478">
                  <c:v>45842</c:v>
                </c:pt>
                <c:pt idx="479">
                  <c:v>45845</c:v>
                </c:pt>
                <c:pt idx="480">
                  <c:v>45846</c:v>
                </c:pt>
                <c:pt idx="481">
                  <c:v>45847</c:v>
                </c:pt>
                <c:pt idx="482">
                  <c:v>45848</c:v>
                </c:pt>
                <c:pt idx="483">
                  <c:v>45849</c:v>
                </c:pt>
                <c:pt idx="484">
                  <c:v>45852</c:v>
                </c:pt>
                <c:pt idx="485">
                  <c:v>45853</c:v>
                </c:pt>
                <c:pt idx="486">
                  <c:v>45854</c:v>
                </c:pt>
                <c:pt idx="487">
                  <c:v>45855</c:v>
                </c:pt>
                <c:pt idx="488">
                  <c:v>45856</c:v>
                </c:pt>
                <c:pt idx="489">
                  <c:v>45859</c:v>
                </c:pt>
                <c:pt idx="490">
                  <c:v>45860</c:v>
                </c:pt>
                <c:pt idx="491">
                  <c:v>45861</c:v>
                </c:pt>
                <c:pt idx="492">
                  <c:v>45862</c:v>
                </c:pt>
                <c:pt idx="493">
                  <c:v>45863</c:v>
                </c:pt>
                <c:pt idx="494">
                  <c:v>45866</c:v>
                </c:pt>
                <c:pt idx="495">
                  <c:v>45867</c:v>
                </c:pt>
                <c:pt idx="496">
                  <c:v>45868</c:v>
                </c:pt>
                <c:pt idx="497">
                  <c:v>45869</c:v>
                </c:pt>
                <c:pt idx="498">
                  <c:v>45870</c:v>
                </c:pt>
                <c:pt idx="499">
                  <c:v>45873</c:v>
                </c:pt>
                <c:pt idx="500">
                  <c:v>45874</c:v>
                </c:pt>
                <c:pt idx="501">
                  <c:v>45875</c:v>
                </c:pt>
                <c:pt idx="502">
                  <c:v>45876</c:v>
                </c:pt>
                <c:pt idx="503">
                  <c:v>45877</c:v>
                </c:pt>
                <c:pt idx="504">
                  <c:v>45880</c:v>
                </c:pt>
                <c:pt idx="505">
                  <c:v>45881</c:v>
                </c:pt>
                <c:pt idx="506">
                  <c:v>45882</c:v>
                </c:pt>
                <c:pt idx="507">
                  <c:v>45883</c:v>
                </c:pt>
                <c:pt idx="508">
                  <c:v>45884</c:v>
                </c:pt>
                <c:pt idx="509">
                  <c:v>45887</c:v>
                </c:pt>
                <c:pt idx="510">
                  <c:v>45888</c:v>
                </c:pt>
                <c:pt idx="511">
                  <c:v>45889</c:v>
                </c:pt>
                <c:pt idx="512">
                  <c:v>45890</c:v>
                </c:pt>
                <c:pt idx="513">
                  <c:v>45891</c:v>
                </c:pt>
                <c:pt idx="514">
                  <c:v>45894</c:v>
                </c:pt>
                <c:pt idx="515">
                  <c:v>45895</c:v>
                </c:pt>
                <c:pt idx="516">
                  <c:v>45896</c:v>
                </c:pt>
                <c:pt idx="517">
                  <c:v>45897</c:v>
                </c:pt>
                <c:pt idx="518">
                  <c:v>45898</c:v>
                </c:pt>
                <c:pt idx="519">
                  <c:v>45901</c:v>
                </c:pt>
                <c:pt idx="520">
                  <c:v>45902</c:v>
                </c:pt>
                <c:pt idx="521">
                  <c:v>45903</c:v>
                </c:pt>
                <c:pt idx="522">
                  <c:v>45904</c:v>
                </c:pt>
                <c:pt idx="523">
                  <c:v>45905</c:v>
                </c:pt>
                <c:pt idx="524">
                  <c:v>45908</c:v>
                </c:pt>
                <c:pt idx="525">
                  <c:v>45909</c:v>
                </c:pt>
                <c:pt idx="526">
                  <c:v>45910</c:v>
                </c:pt>
                <c:pt idx="527">
                  <c:v>45911</c:v>
                </c:pt>
                <c:pt idx="528">
                  <c:v>45912</c:v>
                </c:pt>
                <c:pt idx="529">
                  <c:v>45915</c:v>
                </c:pt>
                <c:pt idx="530">
                  <c:v>45916</c:v>
                </c:pt>
                <c:pt idx="531">
                  <c:v>45917</c:v>
                </c:pt>
                <c:pt idx="532">
                  <c:v>45918</c:v>
                </c:pt>
                <c:pt idx="533">
                  <c:v>45919</c:v>
                </c:pt>
                <c:pt idx="534">
                  <c:v>45922</c:v>
                </c:pt>
                <c:pt idx="535">
                  <c:v>45923</c:v>
                </c:pt>
                <c:pt idx="536">
                  <c:v>45924</c:v>
                </c:pt>
                <c:pt idx="537">
                  <c:v>45925</c:v>
                </c:pt>
                <c:pt idx="538">
                  <c:v>45926</c:v>
                </c:pt>
                <c:pt idx="539">
                  <c:v>45929</c:v>
                </c:pt>
                <c:pt idx="540">
                  <c:v>45930</c:v>
                </c:pt>
                <c:pt idx="541">
                  <c:v>45931</c:v>
                </c:pt>
                <c:pt idx="542">
                  <c:v>45932</c:v>
                </c:pt>
                <c:pt idx="543">
                  <c:v>45933</c:v>
                </c:pt>
                <c:pt idx="544">
                  <c:v>45936</c:v>
                </c:pt>
                <c:pt idx="545">
                  <c:v>45937</c:v>
                </c:pt>
                <c:pt idx="546">
                  <c:v>45938</c:v>
                </c:pt>
                <c:pt idx="547">
                  <c:v>45939</c:v>
                </c:pt>
                <c:pt idx="548">
                  <c:v>45940</c:v>
                </c:pt>
                <c:pt idx="549">
                  <c:v>45943</c:v>
                </c:pt>
                <c:pt idx="550">
                  <c:v>45944</c:v>
                </c:pt>
                <c:pt idx="551">
                  <c:v>45945</c:v>
                </c:pt>
                <c:pt idx="552">
                  <c:v>45946</c:v>
                </c:pt>
                <c:pt idx="553">
                  <c:v>45947</c:v>
                </c:pt>
                <c:pt idx="554">
                  <c:v>45950</c:v>
                </c:pt>
                <c:pt idx="555">
                  <c:v>45951</c:v>
                </c:pt>
                <c:pt idx="556">
                  <c:v>45952</c:v>
                </c:pt>
                <c:pt idx="557">
                  <c:v>45953</c:v>
                </c:pt>
                <c:pt idx="558">
                  <c:v>45954</c:v>
                </c:pt>
                <c:pt idx="559">
                  <c:v>45957</c:v>
                </c:pt>
                <c:pt idx="560">
                  <c:v>45958</c:v>
                </c:pt>
                <c:pt idx="561">
                  <c:v>45959</c:v>
                </c:pt>
                <c:pt idx="562">
                  <c:v>45960</c:v>
                </c:pt>
                <c:pt idx="563">
                  <c:v>45961</c:v>
                </c:pt>
                <c:pt idx="564">
                  <c:v>45964</c:v>
                </c:pt>
                <c:pt idx="565">
                  <c:v>45965</c:v>
                </c:pt>
                <c:pt idx="566">
                  <c:v>45966</c:v>
                </c:pt>
                <c:pt idx="567">
                  <c:v>45967</c:v>
                </c:pt>
                <c:pt idx="568">
                  <c:v>45968</c:v>
                </c:pt>
                <c:pt idx="569">
                  <c:v>45971</c:v>
                </c:pt>
                <c:pt idx="570">
                  <c:v>45972</c:v>
                </c:pt>
                <c:pt idx="571">
                  <c:v>45973</c:v>
                </c:pt>
                <c:pt idx="572">
                  <c:v>45974</c:v>
                </c:pt>
                <c:pt idx="573">
                  <c:v>45975</c:v>
                </c:pt>
                <c:pt idx="574">
                  <c:v>45978</c:v>
                </c:pt>
                <c:pt idx="575">
                  <c:v>45979</c:v>
                </c:pt>
                <c:pt idx="576">
                  <c:v>45980</c:v>
                </c:pt>
                <c:pt idx="577">
                  <c:v>45982</c:v>
                </c:pt>
                <c:pt idx="578">
                  <c:v>45985</c:v>
                </c:pt>
                <c:pt idx="579">
                  <c:v>45986</c:v>
                </c:pt>
                <c:pt idx="580">
                  <c:v>45987</c:v>
                </c:pt>
                <c:pt idx="581">
                  <c:v>45988</c:v>
                </c:pt>
                <c:pt idx="582">
                  <c:v>45989</c:v>
                </c:pt>
                <c:pt idx="583">
                  <c:v>45992</c:v>
                </c:pt>
                <c:pt idx="584">
                  <c:v>45993</c:v>
                </c:pt>
                <c:pt idx="585">
                  <c:v>45994</c:v>
                </c:pt>
                <c:pt idx="586">
                  <c:v>45995</c:v>
                </c:pt>
                <c:pt idx="587">
                  <c:v>45996</c:v>
                </c:pt>
                <c:pt idx="588">
                  <c:v>45999</c:v>
                </c:pt>
                <c:pt idx="589">
                  <c:v>46000</c:v>
                </c:pt>
                <c:pt idx="590">
                  <c:v>46001</c:v>
                </c:pt>
                <c:pt idx="591">
                  <c:v>46002</c:v>
                </c:pt>
                <c:pt idx="592">
                  <c:v>46003</c:v>
                </c:pt>
                <c:pt idx="593">
                  <c:v>46006</c:v>
                </c:pt>
                <c:pt idx="594">
                  <c:v>46007</c:v>
                </c:pt>
                <c:pt idx="595">
                  <c:v>46008</c:v>
                </c:pt>
                <c:pt idx="596">
                  <c:v>46009</c:v>
                </c:pt>
                <c:pt idx="597">
                  <c:v>46010</c:v>
                </c:pt>
                <c:pt idx="598">
                  <c:v>46013</c:v>
                </c:pt>
                <c:pt idx="599">
                  <c:v>46014</c:v>
                </c:pt>
                <c:pt idx="600">
                  <c:v>46015</c:v>
                </c:pt>
                <c:pt idx="601">
                  <c:v>46017</c:v>
                </c:pt>
                <c:pt idx="602">
                  <c:v>46020</c:v>
                </c:pt>
                <c:pt idx="603">
                  <c:v>46021</c:v>
                </c:pt>
                <c:pt idx="604">
                  <c:v>46022</c:v>
                </c:pt>
                <c:pt idx="605">
                  <c:v>46024</c:v>
                </c:pt>
                <c:pt idx="606">
                  <c:v>46027</c:v>
                </c:pt>
                <c:pt idx="607">
                  <c:v>46028</c:v>
                </c:pt>
                <c:pt idx="608">
                  <c:v>46029</c:v>
                </c:pt>
                <c:pt idx="609">
                  <c:v>46030</c:v>
                </c:pt>
                <c:pt idx="610">
                  <c:v>46031</c:v>
                </c:pt>
                <c:pt idx="611">
                  <c:v>46034</c:v>
                </c:pt>
                <c:pt idx="612">
                  <c:v>46035</c:v>
                </c:pt>
                <c:pt idx="613">
                  <c:v>46036</c:v>
                </c:pt>
                <c:pt idx="614">
                  <c:v>46037</c:v>
                </c:pt>
                <c:pt idx="615">
                  <c:v>46038</c:v>
                </c:pt>
                <c:pt idx="616">
                  <c:v>46041</c:v>
                </c:pt>
                <c:pt idx="617">
                  <c:v>46042</c:v>
                </c:pt>
                <c:pt idx="618">
                  <c:v>46043</c:v>
                </c:pt>
                <c:pt idx="619">
                  <c:v>46044</c:v>
                </c:pt>
                <c:pt idx="620">
                  <c:v>46045</c:v>
                </c:pt>
                <c:pt idx="621">
                  <c:v>46048</c:v>
                </c:pt>
                <c:pt idx="622">
                  <c:v>46049</c:v>
                </c:pt>
                <c:pt idx="623">
                  <c:v>46050</c:v>
                </c:pt>
                <c:pt idx="624">
                  <c:v>46051</c:v>
                </c:pt>
                <c:pt idx="625">
                  <c:v>46052</c:v>
                </c:pt>
                <c:pt idx="626">
                  <c:v>46055</c:v>
                </c:pt>
                <c:pt idx="627">
                  <c:v>46056</c:v>
                </c:pt>
                <c:pt idx="628">
                  <c:v>46057</c:v>
                </c:pt>
                <c:pt idx="629">
                  <c:v>46058</c:v>
                </c:pt>
                <c:pt idx="630">
                  <c:v>46059</c:v>
                </c:pt>
                <c:pt idx="631">
                  <c:v>46062</c:v>
                </c:pt>
                <c:pt idx="632">
                  <c:v>46063</c:v>
                </c:pt>
                <c:pt idx="633">
                  <c:v>46064</c:v>
                </c:pt>
                <c:pt idx="634">
                  <c:v>46065</c:v>
                </c:pt>
                <c:pt idx="635">
                  <c:v>46066</c:v>
                </c:pt>
                <c:pt idx="636">
                  <c:v>46071</c:v>
                </c:pt>
                <c:pt idx="637">
                  <c:v>46072</c:v>
                </c:pt>
                <c:pt idx="638">
                  <c:v>46073</c:v>
                </c:pt>
                <c:pt idx="639">
                  <c:v>46076</c:v>
                </c:pt>
                <c:pt idx="640">
                  <c:v>46077</c:v>
                </c:pt>
                <c:pt idx="641">
                  <c:v>46078</c:v>
                </c:pt>
                <c:pt idx="642">
                  <c:v>46079</c:v>
                </c:pt>
                <c:pt idx="643">
                  <c:v>46080</c:v>
                </c:pt>
                <c:pt idx="644">
                  <c:v>46083</c:v>
                </c:pt>
                <c:pt idx="645">
                  <c:v>46084</c:v>
                </c:pt>
                <c:pt idx="646">
                  <c:v>46085</c:v>
                </c:pt>
                <c:pt idx="647">
                  <c:v>46086</c:v>
                </c:pt>
                <c:pt idx="648">
                  <c:v>46087</c:v>
                </c:pt>
                <c:pt idx="649">
                  <c:v>46090</c:v>
                </c:pt>
                <c:pt idx="650">
                  <c:v>46091</c:v>
                </c:pt>
                <c:pt idx="651">
                  <c:v>46092</c:v>
                </c:pt>
                <c:pt idx="652">
                  <c:v>46093</c:v>
                </c:pt>
                <c:pt idx="653">
                  <c:v>46094</c:v>
                </c:pt>
                <c:pt idx="654">
                  <c:v>46097</c:v>
                </c:pt>
                <c:pt idx="655">
                  <c:v>46098</c:v>
                </c:pt>
                <c:pt idx="656">
                  <c:v>46099</c:v>
                </c:pt>
                <c:pt idx="657">
                  <c:v>46100</c:v>
                </c:pt>
                <c:pt idx="658">
                  <c:v>46101</c:v>
                </c:pt>
                <c:pt idx="659">
                  <c:v>46104</c:v>
                </c:pt>
                <c:pt idx="660">
                  <c:v>46105</c:v>
                </c:pt>
                <c:pt idx="661">
                  <c:v>46106</c:v>
                </c:pt>
                <c:pt idx="662">
                  <c:v>46107</c:v>
                </c:pt>
                <c:pt idx="663">
                  <c:v>46108</c:v>
                </c:pt>
                <c:pt idx="664">
                  <c:v>46111</c:v>
                </c:pt>
                <c:pt idx="665">
                  <c:v>46112</c:v>
                </c:pt>
                <c:pt idx="666">
                  <c:v>46113</c:v>
                </c:pt>
                <c:pt idx="667">
                  <c:v>46114</c:v>
                </c:pt>
                <c:pt idx="668">
                  <c:v>46118</c:v>
                </c:pt>
                <c:pt idx="669">
                  <c:v>46119</c:v>
                </c:pt>
                <c:pt idx="670">
                  <c:v>46120</c:v>
                </c:pt>
                <c:pt idx="671">
                  <c:v>46121</c:v>
                </c:pt>
                <c:pt idx="672">
                  <c:v>46122</c:v>
                </c:pt>
                <c:pt idx="673">
                  <c:v>46125</c:v>
                </c:pt>
                <c:pt idx="674">
                  <c:v>46126</c:v>
                </c:pt>
                <c:pt idx="675">
                  <c:v>46127</c:v>
                </c:pt>
                <c:pt idx="676">
                  <c:v>46128</c:v>
                </c:pt>
                <c:pt idx="677">
                  <c:v>46129</c:v>
                </c:pt>
                <c:pt idx="678">
                  <c:v>46132</c:v>
                </c:pt>
                <c:pt idx="679">
                  <c:v>46134</c:v>
                </c:pt>
                <c:pt idx="680">
                  <c:v>46135</c:v>
                </c:pt>
                <c:pt idx="681">
                  <c:v>46136</c:v>
                </c:pt>
                <c:pt idx="682">
                  <c:v>46139</c:v>
                </c:pt>
                <c:pt idx="683">
                  <c:v>46140</c:v>
                </c:pt>
                <c:pt idx="684">
                  <c:v>46141</c:v>
                </c:pt>
                <c:pt idx="685">
                  <c:v>46142</c:v>
                </c:pt>
                <c:pt idx="686">
                  <c:v>46146</c:v>
                </c:pt>
                <c:pt idx="687">
                  <c:v>46147</c:v>
                </c:pt>
                <c:pt idx="688">
                  <c:v>46148</c:v>
                </c:pt>
                <c:pt idx="689">
                  <c:v>46149</c:v>
                </c:pt>
                <c:pt idx="690">
                  <c:v>46150</c:v>
                </c:pt>
                <c:pt idx="691">
                  <c:v>46153</c:v>
                </c:pt>
                <c:pt idx="692">
                  <c:v>46154</c:v>
                </c:pt>
                <c:pt idx="693">
                  <c:v>46155</c:v>
                </c:pt>
                <c:pt idx="694">
                  <c:v>46156</c:v>
                </c:pt>
                <c:pt idx="695">
                  <c:v>46157</c:v>
                </c:pt>
                <c:pt idx="696">
                  <c:v>46160</c:v>
                </c:pt>
                <c:pt idx="697">
                  <c:v>46161</c:v>
                </c:pt>
                <c:pt idx="698">
                  <c:v>46162</c:v>
                </c:pt>
                <c:pt idx="699">
                  <c:v>46163</c:v>
                </c:pt>
                <c:pt idx="700">
                  <c:v>46164</c:v>
                </c:pt>
                <c:pt idx="701">
                  <c:v>46167</c:v>
                </c:pt>
                <c:pt idx="702">
                  <c:v>46168</c:v>
                </c:pt>
                <c:pt idx="703">
                  <c:v>46169</c:v>
                </c:pt>
                <c:pt idx="704">
                  <c:v>46170</c:v>
                </c:pt>
                <c:pt idx="705">
                  <c:v>46171</c:v>
                </c:pt>
                <c:pt idx="706">
                  <c:v>46174</c:v>
                </c:pt>
                <c:pt idx="707">
                  <c:v>46175</c:v>
                </c:pt>
                <c:pt idx="708">
                  <c:v>46176</c:v>
                </c:pt>
                <c:pt idx="709">
                  <c:v>46178</c:v>
                </c:pt>
                <c:pt idx="710">
                  <c:v>46181</c:v>
                </c:pt>
                <c:pt idx="711">
                  <c:v>46182</c:v>
                </c:pt>
                <c:pt idx="712">
                  <c:v>46183</c:v>
                </c:pt>
                <c:pt idx="713">
                  <c:v>46184</c:v>
                </c:pt>
                <c:pt idx="714">
                  <c:v>46185</c:v>
                </c:pt>
                <c:pt idx="715">
                  <c:v>46188</c:v>
                </c:pt>
                <c:pt idx="716">
                  <c:v>46189</c:v>
                </c:pt>
                <c:pt idx="717">
                  <c:v>46190</c:v>
                </c:pt>
                <c:pt idx="718">
                  <c:v>46191</c:v>
                </c:pt>
                <c:pt idx="719">
                  <c:v>46192</c:v>
                </c:pt>
                <c:pt idx="720">
                  <c:v>46195</c:v>
                </c:pt>
                <c:pt idx="721">
                  <c:v>46196</c:v>
                </c:pt>
                <c:pt idx="722">
                  <c:v>46197</c:v>
                </c:pt>
                <c:pt idx="723">
                  <c:v>46198</c:v>
                </c:pt>
                <c:pt idx="724">
                  <c:v>46199</c:v>
                </c:pt>
                <c:pt idx="725">
                  <c:v>46202</c:v>
                </c:pt>
                <c:pt idx="726">
                  <c:v>46203</c:v>
                </c:pt>
                <c:pt idx="727">
                  <c:v>46204</c:v>
                </c:pt>
                <c:pt idx="728">
                  <c:v>46205</c:v>
                </c:pt>
                <c:pt idx="729">
                  <c:v>46206</c:v>
                </c:pt>
                <c:pt idx="730">
                  <c:v>46209</c:v>
                </c:pt>
                <c:pt idx="731">
                  <c:v>46210</c:v>
                </c:pt>
                <c:pt idx="732">
                  <c:v>46211</c:v>
                </c:pt>
                <c:pt idx="733">
                  <c:v>46212</c:v>
                </c:pt>
                <c:pt idx="734">
                  <c:v>46213</c:v>
                </c:pt>
                <c:pt idx="735">
                  <c:v>46216</c:v>
                </c:pt>
                <c:pt idx="736">
                  <c:v>46217</c:v>
                </c:pt>
                <c:pt idx="737">
                  <c:v>46218</c:v>
                </c:pt>
                <c:pt idx="738">
                  <c:v>46219</c:v>
                </c:pt>
                <c:pt idx="739">
                  <c:v>46220</c:v>
                </c:pt>
                <c:pt idx="740">
                  <c:v>46223</c:v>
                </c:pt>
                <c:pt idx="741">
                  <c:v>46224</c:v>
                </c:pt>
                <c:pt idx="742">
                  <c:v>46225</c:v>
                </c:pt>
                <c:pt idx="743">
                  <c:v>46226</c:v>
                </c:pt>
                <c:pt idx="744">
                  <c:v>46227</c:v>
                </c:pt>
                <c:pt idx="745">
                  <c:v>46230</c:v>
                </c:pt>
                <c:pt idx="746">
                  <c:v>46231</c:v>
                </c:pt>
                <c:pt idx="747">
                  <c:v>46232</c:v>
                </c:pt>
                <c:pt idx="748">
                  <c:v>46233</c:v>
                </c:pt>
                <c:pt idx="749">
                  <c:v>46234</c:v>
                </c:pt>
                <c:pt idx="750">
                  <c:v>46237</c:v>
                </c:pt>
                <c:pt idx="751">
                  <c:v>46238</c:v>
                </c:pt>
                <c:pt idx="752">
                  <c:v>46239</c:v>
                </c:pt>
                <c:pt idx="753">
                  <c:v>46240</c:v>
                </c:pt>
                <c:pt idx="754">
                  <c:v>46241</c:v>
                </c:pt>
                <c:pt idx="755">
                  <c:v>46244</c:v>
                </c:pt>
                <c:pt idx="756">
                  <c:v>46245</c:v>
                </c:pt>
                <c:pt idx="757">
                  <c:v>46246</c:v>
                </c:pt>
                <c:pt idx="758">
                  <c:v>46247</c:v>
                </c:pt>
                <c:pt idx="759">
                  <c:v>46248</c:v>
                </c:pt>
                <c:pt idx="760">
                  <c:v>46251</c:v>
                </c:pt>
                <c:pt idx="761">
                  <c:v>46252</c:v>
                </c:pt>
                <c:pt idx="762">
                  <c:v>46253</c:v>
                </c:pt>
                <c:pt idx="763">
                  <c:v>46254</c:v>
                </c:pt>
                <c:pt idx="764">
                  <c:v>46255</c:v>
                </c:pt>
                <c:pt idx="765">
                  <c:v>46258</c:v>
                </c:pt>
                <c:pt idx="766">
                  <c:v>46259</c:v>
                </c:pt>
                <c:pt idx="767">
                  <c:v>46260</c:v>
                </c:pt>
                <c:pt idx="768">
                  <c:v>46261</c:v>
                </c:pt>
                <c:pt idx="769">
                  <c:v>46262</c:v>
                </c:pt>
                <c:pt idx="770">
                  <c:v>46265</c:v>
                </c:pt>
                <c:pt idx="771">
                  <c:v>46266</c:v>
                </c:pt>
                <c:pt idx="772">
                  <c:v>46267</c:v>
                </c:pt>
                <c:pt idx="773">
                  <c:v>46268</c:v>
                </c:pt>
                <c:pt idx="774">
                  <c:v>46269</c:v>
                </c:pt>
                <c:pt idx="775">
                  <c:v>46273</c:v>
                </c:pt>
                <c:pt idx="776">
                  <c:v>46274</c:v>
                </c:pt>
                <c:pt idx="777">
                  <c:v>46275</c:v>
                </c:pt>
                <c:pt idx="778">
                  <c:v>46276</c:v>
                </c:pt>
                <c:pt idx="779">
                  <c:v>46279</c:v>
                </c:pt>
                <c:pt idx="780">
                  <c:v>46280</c:v>
                </c:pt>
                <c:pt idx="781">
                  <c:v>46281</c:v>
                </c:pt>
                <c:pt idx="782">
                  <c:v>46282</c:v>
                </c:pt>
                <c:pt idx="783">
                  <c:v>46283</c:v>
                </c:pt>
                <c:pt idx="784">
                  <c:v>46286</c:v>
                </c:pt>
                <c:pt idx="785">
                  <c:v>46287</c:v>
                </c:pt>
                <c:pt idx="786">
                  <c:v>46288</c:v>
                </c:pt>
                <c:pt idx="787">
                  <c:v>46289</c:v>
                </c:pt>
                <c:pt idx="788">
                  <c:v>46290</c:v>
                </c:pt>
                <c:pt idx="789">
                  <c:v>46293</c:v>
                </c:pt>
                <c:pt idx="790">
                  <c:v>46294</c:v>
                </c:pt>
                <c:pt idx="791">
                  <c:v>46295</c:v>
                </c:pt>
                <c:pt idx="792">
                  <c:v>46296</c:v>
                </c:pt>
                <c:pt idx="793">
                  <c:v>46297</c:v>
                </c:pt>
                <c:pt idx="794">
                  <c:v>46300</c:v>
                </c:pt>
                <c:pt idx="795">
                  <c:v>46301</c:v>
                </c:pt>
                <c:pt idx="796">
                  <c:v>46302</c:v>
                </c:pt>
                <c:pt idx="797">
                  <c:v>46303</c:v>
                </c:pt>
                <c:pt idx="798">
                  <c:v>46304</c:v>
                </c:pt>
                <c:pt idx="799">
                  <c:v>46308</c:v>
                </c:pt>
                <c:pt idx="800">
                  <c:v>46309</c:v>
                </c:pt>
                <c:pt idx="801">
                  <c:v>46310</c:v>
                </c:pt>
                <c:pt idx="802">
                  <c:v>46311</c:v>
                </c:pt>
                <c:pt idx="803">
                  <c:v>46314</c:v>
                </c:pt>
                <c:pt idx="804">
                  <c:v>46315</c:v>
                </c:pt>
                <c:pt idx="805">
                  <c:v>46316</c:v>
                </c:pt>
                <c:pt idx="806">
                  <c:v>46317</c:v>
                </c:pt>
                <c:pt idx="807">
                  <c:v>46318</c:v>
                </c:pt>
                <c:pt idx="808">
                  <c:v>46321</c:v>
                </c:pt>
                <c:pt idx="809">
                  <c:v>46322</c:v>
                </c:pt>
                <c:pt idx="810">
                  <c:v>46323</c:v>
                </c:pt>
                <c:pt idx="811">
                  <c:v>46324</c:v>
                </c:pt>
              </c:numCache>
            </c:numRef>
          </c:cat>
          <c:val>
            <c:numRef>
              <c:f>'Component treatment'!$E$5:$E$50000</c:f>
              <c:numCache>
                <c:formatCode>0%</c:formatCode>
                <c:ptCount val="49996"/>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0">
                  <c:v>0.5</c:v>
                </c:pt>
                <c:pt idx="1051">
                  <c:v>0.5</c:v>
                </c:pt>
                <c:pt idx="1052">
                  <c:v>0.5</c:v>
                </c:pt>
                <c:pt idx="1053">
                  <c:v>0.5</c:v>
                </c:pt>
                <c:pt idx="1054">
                  <c:v>0.5</c:v>
                </c:pt>
                <c:pt idx="1055">
                  <c:v>0.5</c:v>
                </c:pt>
                <c:pt idx="1056">
                  <c:v>0.5</c:v>
                </c:pt>
                <c:pt idx="1057">
                  <c:v>0.5</c:v>
                </c:pt>
                <c:pt idx="1058">
                  <c:v>0.5</c:v>
                </c:pt>
                <c:pt idx="1059">
                  <c:v>0.5</c:v>
                </c:pt>
                <c:pt idx="1060">
                  <c:v>0.5</c:v>
                </c:pt>
                <c:pt idx="1061">
                  <c:v>0.5</c:v>
                </c:pt>
                <c:pt idx="1062">
                  <c:v>0.5</c:v>
                </c:pt>
                <c:pt idx="1063">
                  <c:v>0.5</c:v>
                </c:pt>
                <c:pt idx="1064">
                  <c:v>0.5</c:v>
                </c:pt>
                <c:pt idx="1065">
                  <c:v>0.5</c:v>
                </c:pt>
                <c:pt idx="1066">
                  <c:v>0.5</c:v>
                </c:pt>
                <c:pt idx="1067">
                  <c:v>0.5</c:v>
                </c:pt>
                <c:pt idx="1068">
                  <c:v>0.5</c:v>
                </c:pt>
                <c:pt idx="1069">
                  <c:v>0.5</c:v>
                </c:pt>
                <c:pt idx="1070">
                  <c:v>0.5</c:v>
                </c:pt>
                <c:pt idx="1071">
                  <c:v>0.5</c:v>
                </c:pt>
                <c:pt idx="1072">
                  <c:v>0.5</c:v>
                </c:pt>
                <c:pt idx="1073">
                  <c:v>0.5</c:v>
                </c:pt>
                <c:pt idx="1074">
                  <c:v>0.5</c:v>
                </c:pt>
                <c:pt idx="1075">
                  <c:v>0.5</c:v>
                </c:pt>
                <c:pt idx="1076">
                  <c:v>0.5</c:v>
                </c:pt>
                <c:pt idx="1077">
                  <c:v>0.5</c:v>
                </c:pt>
                <c:pt idx="1078">
                  <c:v>0.5</c:v>
                </c:pt>
                <c:pt idx="1079">
                  <c:v>0.5</c:v>
                </c:pt>
                <c:pt idx="1080">
                  <c:v>0.5</c:v>
                </c:pt>
                <c:pt idx="1081">
                  <c:v>0.5</c:v>
                </c:pt>
                <c:pt idx="1082">
                  <c:v>0.5</c:v>
                </c:pt>
                <c:pt idx="1083">
                  <c:v>0.5</c:v>
                </c:pt>
                <c:pt idx="1084">
                  <c:v>0.5</c:v>
                </c:pt>
                <c:pt idx="1085">
                  <c:v>0.5</c:v>
                </c:pt>
                <c:pt idx="1086">
                  <c:v>0.5</c:v>
                </c:pt>
                <c:pt idx="1087">
                  <c:v>0.5</c:v>
                </c:pt>
                <c:pt idx="1088">
                  <c:v>0.5</c:v>
                </c:pt>
                <c:pt idx="1089">
                  <c:v>0.5</c:v>
                </c:pt>
                <c:pt idx="1090">
                  <c:v>0.5</c:v>
                </c:pt>
                <c:pt idx="1091">
                  <c:v>0.5</c:v>
                </c:pt>
                <c:pt idx="1092">
                  <c:v>0.5</c:v>
                </c:pt>
                <c:pt idx="1093">
                  <c:v>0.5</c:v>
                </c:pt>
                <c:pt idx="1094">
                  <c:v>0.5</c:v>
                </c:pt>
                <c:pt idx="1095">
                  <c:v>0.5</c:v>
                </c:pt>
                <c:pt idx="1096">
                  <c:v>0.5</c:v>
                </c:pt>
                <c:pt idx="1097">
                  <c:v>0.5</c:v>
                </c:pt>
                <c:pt idx="1098">
                  <c:v>0.5</c:v>
                </c:pt>
                <c:pt idx="1099">
                  <c:v>0.5</c:v>
                </c:pt>
                <c:pt idx="1100">
                  <c:v>0.5</c:v>
                </c:pt>
                <c:pt idx="1101">
                  <c:v>0.5</c:v>
                </c:pt>
                <c:pt idx="1102">
                  <c:v>0.5</c:v>
                </c:pt>
                <c:pt idx="1103">
                  <c:v>0.5</c:v>
                </c:pt>
                <c:pt idx="1104">
                  <c:v>0.5</c:v>
                </c:pt>
                <c:pt idx="1105">
                  <c:v>0.5</c:v>
                </c:pt>
                <c:pt idx="1106">
                  <c:v>0.5</c:v>
                </c:pt>
                <c:pt idx="1107">
                  <c:v>0.5</c:v>
                </c:pt>
                <c:pt idx="1108">
                  <c:v>0.5</c:v>
                </c:pt>
                <c:pt idx="1109">
                  <c:v>0.5</c:v>
                </c:pt>
                <c:pt idx="1110">
                  <c:v>0.5</c:v>
                </c:pt>
                <c:pt idx="1111">
                  <c:v>0.5</c:v>
                </c:pt>
                <c:pt idx="1112">
                  <c:v>0.5</c:v>
                </c:pt>
                <c:pt idx="1113">
                  <c:v>0.5</c:v>
                </c:pt>
                <c:pt idx="1114">
                  <c:v>0.5</c:v>
                </c:pt>
                <c:pt idx="1115">
                  <c:v>0.5</c:v>
                </c:pt>
                <c:pt idx="1116">
                  <c:v>0.5</c:v>
                </c:pt>
                <c:pt idx="1117">
                  <c:v>0.5</c:v>
                </c:pt>
                <c:pt idx="1118">
                  <c:v>0.5</c:v>
                </c:pt>
                <c:pt idx="1119">
                  <c:v>0.5</c:v>
                </c:pt>
                <c:pt idx="1120">
                  <c:v>0.5</c:v>
                </c:pt>
                <c:pt idx="1121">
                  <c:v>0.5</c:v>
                </c:pt>
                <c:pt idx="1122">
                  <c:v>0.5</c:v>
                </c:pt>
                <c:pt idx="1123">
                  <c:v>0.5</c:v>
                </c:pt>
                <c:pt idx="1124">
                  <c:v>0.5</c:v>
                </c:pt>
                <c:pt idx="1125">
                  <c:v>0.5</c:v>
                </c:pt>
                <c:pt idx="1126">
                  <c:v>0.5</c:v>
                </c:pt>
                <c:pt idx="1127">
                  <c:v>0.5</c:v>
                </c:pt>
                <c:pt idx="1128">
                  <c:v>0.5</c:v>
                </c:pt>
                <c:pt idx="1129">
                  <c:v>0.5</c:v>
                </c:pt>
                <c:pt idx="1130">
                  <c:v>0.5</c:v>
                </c:pt>
                <c:pt idx="1131">
                  <c:v>0.5</c:v>
                </c:pt>
                <c:pt idx="1132">
                  <c:v>0.5</c:v>
                </c:pt>
                <c:pt idx="1133">
                  <c:v>0.5</c:v>
                </c:pt>
                <c:pt idx="1134">
                  <c:v>0.5</c:v>
                </c:pt>
                <c:pt idx="1135">
                  <c:v>0.5</c:v>
                </c:pt>
                <c:pt idx="1136">
                  <c:v>0.5</c:v>
                </c:pt>
                <c:pt idx="1137">
                  <c:v>0.5</c:v>
                </c:pt>
                <c:pt idx="1138">
                  <c:v>0.5</c:v>
                </c:pt>
                <c:pt idx="1139">
                  <c:v>0.5</c:v>
                </c:pt>
                <c:pt idx="1140">
                  <c:v>0.5</c:v>
                </c:pt>
                <c:pt idx="1141">
                  <c:v>0.5</c:v>
                </c:pt>
                <c:pt idx="1142">
                  <c:v>0.5</c:v>
                </c:pt>
                <c:pt idx="1143">
                  <c:v>0.5</c:v>
                </c:pt>
                <c:pt idx="1144">
                  <c:v>0.5</c:v>
                </c:pt>
                <c:pt idx="1145">
                  <c:v>0.5</c:v>
                </c:pt>
                <c:pt idx="1146">
                  <c:v>0.5</c:v>
                </c:pt>
                <c:pt idx="1147">
                  <c:v>0.5</c:v>
                </c:pt>
                <c:pt idx="1148">
                  <c:v>0.5</c:v>
                </c:pt>
                <c:pt idx="1149">
                  <c:v>0.5</c:v>
                </c:pt>
                <c:pt idx="1150">
                  <c:v>0.5</c:v>
                </c:pt>
                <c:pt idx="1151">
                  <c:v>0.5</c:v>
                </c:pt>
                <c:pt idx="1152">
                  <c:v>0.5</c:v>
                </c:pt>
                <c:pt idx="1153">
                  <c:v>0.5</c:v>
                </c:pt>
                <c:pt idx="1154">
                  <c:v>0.5</c:v>
                </c:pt>
                <c:pt idx="1155">
                  <c:v>0.5</c:v>
                </c:pt>
                <c:pt idx="1156">
                  <c:v>0.5</c:v>
                </c:pt>
                <c:pt idx="1157">
                  <c:v>0.5</c:v>
                </c:pt>
                <c:pt idx="1158">
                  <c:v>0.5</c:v>
                </c:pt>
                <c:pt idx="1159">
                  <c:v>0.5</c:v>
                </c:pt>
                <c:pt idx="1160">
                  <c:v>0.5</c:v>
                </c:pt>
                <c:pt idx="1161">
                  <c:v>0.5</c:v>
                </c:pt>
                <c:pt idx="1162">
                  <c:v>0.5</c:v>
                </c:pt>
                <c:pt idx="1163">
                  <c:v>0.5</c:v>
                </c:pt>
                <c:pt idx="1164">
                  <c:v>0.5</c:v>
                </c:pt>
                <c:pt idx="1165">
                  <c:v>0.5</c:v>
                </c:pt>
                <c:pt idx="1166">
                  <c:v>0.5</c:v>
                </c:pt>
                <c:pt idx="1167">
                  <c:v>0.5</c:v>
                </c:pt>
                <c:pt idx="1168">
                  <c:v>0.5</c:v>
                </c:pt>
                <c:pt idx="1169">
                  <c:v>0.5</c:v>
                </c:pt>
                <c:pt idx="1170">
                  <c:v>0.5</c:v>
                </c:pt>
                <c:pt idx="1171">
                  <c:v>0.5</c:v>
                </c:pt>
                <c:pt idx="1172">
                  <c:v>0.5</c:v>
                </c:pt>
                <c:pt idx="1173">
                  <c:v>0.5</c:v>
                </c:pt>
                <c:pt idx="1174">
                  <c:v>0.5</c:v>
                </c:pt>
                <c:pt idx="1175">
                  <c:v>0.5</c:v>
                </c:pt>
                <c:pt idx="1176">
                  <c:v>0.5</c:v>
                </c:pt>
                <c:pt idx="1177">
                  <c:v>0.5</c:v>
                </c:pt>
                <c:pt idx="1178">
                  <c:v>0.5</c:v>
                </c:pt>
                <c:pt idx="1179">
                  <c:v>0.5</c:v>
                </c:pt>
                <c:pt idx="1180">
                  <c:v>0.5</c:v>
                </c:pt>
                <c:pt idx="1181">
                  <c:v>0.5</c:v>
                </c:pt>
                <c:pt idx="1182">
                  <c:v>0.5</c:v>
                </c:pt>
                <c:pt idx="1183">
                  <c:v>0.5</c:v>
                </c:pt>
                <c:pt idx="1184">
                  <c:v>0.5</c:v>
                </c:pt>
                <c:pt idx="1185">
                  <c:v>0.5</c:v>
                </c:pt>
                <c:pt idx="1186">
                  <c:v>0.5</c:v>
                </c:pt>
                <c:pt idx="1187">
                  <c:v>0.5</c:v>
                </c:pt>
                <c:pt idx="1188">
                  <c:v>0.5</c:v>
                </c:pt>
                <c:pt idx="1189">
                  <c:v>0.5</c:v>
                </c:pt>
                <c:pt idx="1190">
                  <c:v>0.5</c:v>
                </c:pt>
                <c:pt idx="1191">
                  <c:v>0.5</c:v>
                </c:pt>
                <c:pt idx="1192">
                  <c:v>0.5</c:v>
                </c:pt>
                <c:pt idx="1193">
                  <c:v>0.5</c:v>
                </c:pt>
                <c:pt idx="1194">
                  <c:v>0.5</c:v>
                </c:pt>
                <c:pt idx="1195">
                  <c:v>0.5</c:v>
                </c:pt>
                <c:pt idx="1196">
                  <c:v>0.5</c:v>
                </c:pt>
                <c:pt idx="1197">
                  <c:v>0.5</c:v>
                </c:pt>
                <c:pt idx="1198">
                  <c:v>0.5</c:v>
                </c:pt>
                <c:pt idx="1199">
                  <c:v>0.5</c:v>
                </c:pt>
                <c:pt idx="1200">
                  <c:v>0.5</c:v>
                </c:pt>
                <c:pt idx="1201">
                  <c:v>0.5</c:v>
                </c:pt>
                <c:pt idx="1202">
                  <c:v>0.5</c:v>
                </c:pt>
                <c:pt idx="1203">
                  <c:v>0.5</c:v>
                </c:pt>
                <c:pt idx="1204">
                  <c:v>0.5</c:v>
                </c:pt>
                <c:pt idx="1205">
                  <c:v>0.5</c:v>
                </c:pt>
                <c:pt idx="1206">
                  <c:v>0.5</c:v>
                </c:pt>
                <c:pt idx="1207">
                  <c:v>0.5</c:v>
                </c:pt>
                <c:pt idx="1208">
                  <c:v>0.5</c:v>
                </c:pt>
                <c:pt idx="1209">
                  <c:v>0.5</c:v>
                </c:pt>
                <c:pt idx="1210">
                  <c:v>0.5</c:v>
                </c:pt>
                <c:pt idx="1211">
                  <c:v>0.5</c:v>
                </c:pt>
                <c:pt idx="1212">
                  <c:v>0.5</c:v>
                </c:pt>
                <c:pt idx="1213">
                  <c:v>0.5</c:v>
                </c:pt>
                <c:pt idx="1214">
                  <c:v>0.5</c:v>
                </c:pt>
                <c:pt idx="1215">
                  <c:v>0.5</c:v>
                </c:pt>
                <c:pt idx="1216">
                  <c:v>0.5</c:v>
                </c:pt>
                <c:pt idx="1217">
                  <c:v>0.5</c:v>
                </c:pt>
                <c:pt idx="1218">
                  <c:v>0.5</c:v>
                </c:pt>
                <c:pt idx="1219">
                  <c:v>0.5</c:v>
                </c:pt>
                <c:pt idx="1220">
                  <c:v>0.5</c:v>
                </c:pt>
                <c:pt idx="1221">
                  <c:v>0.5</c:v>
                </c:pt>
                <c:pt idx="1222">
                  <c:v>0.5</c:v>
                </c:pt>
                <c:pt idx="1223">
                  <c:v>0.5</c:v>
                </c:pt>
                <c:pt idx="1224">
                  <c:v>0.5</c:v>
                </c:pt>
                <c:pt idx="1225">
                  <c:v>0.5</c:v>
                </c:pt>
                <c:pt idx="1226">
                  <c:v>0.5</c:v>
                </c:pt>
                <c:pt idx="1227">
                  <c:v>0.5</c:v>
                </c:pt>
                <c:pt idx="1228">
                  <c:v>0.5</c:v>
                </c:pt>
                <c:pt idx="1229">
                  <c:v>0.5</c:v>
                </c:pt>
                <c:pt idx="1230">
                  <c:v>0.5</c:v>
                </c:pt>
                <c:pt idx="1231">
                  <c:v>0.5</c:v>
                </c:pt>
                <c:pt idx="1232">
                  <c:v>0.5</c:v>
                </c:pt>
                <c:pt idx="1233">
                  <c:v>0.5</c:v>
                </c:pt>
                <c:pt idx="1234">
                  <c:v>0.5</c:v>
                </c:pt>
                <c:pt idx="1235">
                  <c:v>0.5</c:v>
                </c:pt>
                <c:pt idx="1236">
                  <c:v>0.5</c:v>
                </c:pt>
                <c:pt idx="1237">
                  <c:v>0.5</c:v>
                </c:pt>
                <c:pt idx="1238">
                  <c:v>0.5</c:v>
                </c:pt>
                <c:pt idx="1239">
                  <c:v>0.5</c:v>
                </c:pt>
                <c:pt idx="1240">
                  <c:v>0.5</c:v>
                </c:pt>
                <c:pt idx="1241">
                  <c:v>0.5</c:v>
                </c:pt>
                <c:pt idx="1242">
                  <c:v>0.5</c:v>
                </c:pt>
                <c:pt idx="1243">
                  <c:v>0.5</c:v>
                </c:pt>
                <c:pt idx="1244">
                  <c:v>0.5</c:v>
                </c:pt>
                <c:pt idx="1245">
                  <c:v>0.5</c:v>
                </c:pt>
                <c:pt idx="1246">
                  <c:v>0.5</c:v>
                </c:pt>
                <c:pt idx="1247">
                  <c:v>0.5</c:v>
                </c:pt>
                <c:pt idx="1248">
                  <c:v>0.5</c:v>
                </c:pt>
                <c:pt idx="1249">
                  <c:v>0.5</c:v>
                </c:pt>
                <c:pt idx="1250">
                  <c:v>0.5</c:v>
                </c:pt>
                <c:pt idx="1251">
                  <c:v>0.5</c:v>
                </c:pt>
                <c:pt idx="1252">
                  <c:v>0.5</c:v>
                </c:pt>
                <c:pt idx="1253">
                  <c:v>0.5</c:v>
                </c:pt>
                <c:pt idx="1254">
                  <c:v>0.5</c:v>
                </c:pt>
                <c:pt idx="1255">
                  <c:v>0.5</c:v>
                </c:pt>
                <c:pt idx="1256">
                  <c:v>0.5</c:v>
                </c:pt>
                <c:pt idx="1257">
                  <c:v>0.5</c:v>
                </c:pt>
                <c:pt idx="1258">
                  <c:v>0.5</c:v>
                </c:pt>
                <c:pt idx="1259">
                  <c:v>0.5</c:v>
                </c:pt>
                <c:pt idx="1260">
                  <c:v>0.5</c:v>
                </c:pt>
                <c:pt idx="1261">
                  <c:v>0.5</c:v>
                </c:pt>
                <c:pt idx="1262">
                  <c:v>0.5</c:v>
                </c:pt>
                <c:pt idx="1263">
                  <c:v>0.5</c:v>
                </c:pt>
                <c:pt idx="1264">
                  <c:v>0.5</c:v>
                </c:pt>
                <c:pt idx="1265">
                  <c:v>0.5</c:v>
                </c:pt>
                <c:pt idx="1266">
                  <c:v>0.5</c:v>
                </c:pt>
                <c:pt idx="1267">
                  <c:v>0.5</c:v>
                </c:pt>
                <c:pt idx="1268">
                  <c:v>0.5</c:v>
                </c:pt>
                <c:pt idx="1269">
                  <c:v>0.5</c:v>
                </c:pt>
                <c:pt idx="1270">
                  <c:v>0.5</c:v>
                </c:pt>
                <c:pt idx="1271">
                  <c:v>0.5</c:v>
                </c:pt>
                <c:pt idx="1272">
                  <c:v>0.5</c:v>
                </c:pt>
                <c:pt idx="1273">
                  <c:v>0.5</c:v>
                </c:pt>
                <c:pt idx="1274">
                  <c:v>0.5</c:v>
                </c:pt>
                <c:pt idx="1275">
                  <c:v>0.5</c:v>
                </c:pt>
                <c:pt idx="1276">
                  <c:v>0.5</c:v>
                </c:pt>
                <c:pt idx="1277">
                  <c:v>0.5</c:v>
                </c:pt>
                <c:pt idx="1278">
                  <c:v>0.5</c:v>
                </c:pt>
                <c:pt idx="1279">
                  <c:v>0.5</c:v>
                </c:pt>
                <c:pt idx="1280">
                  <c:v>0.5</c:v>
                </c:pt>
                <c:pt idx="1281">
                  <c:v>0.5</c:v>
                </c:pt>
                <c:pt idx="1282">
                  <c:v>0.5</c:v>
                </c:pt>
                <c:pt idx="1283">
                  <c:v>0.5</c:v>
                </c:pt>
                <c:pt idx="1284">
                  <c:v>0.5</c:v>
                </c:pt>
                <c:pt idx="1285">
                  <c:v>0.5</c:v>
                </c:pt>
                <c:pt idx="1286">
                  <c:v>0.5</c:v>
                </c:pt>
                <c:pt idx="1287">
                  <c:v>0.5</c:v>
                </c:pt>
                <c:pt idx="1288">
                  <c:v>0.5</c:v>
                </c:pt>
                <c:pt idx="1289">
                  <c:v>0.5</c:v>
                </c:pt>
                <c:pt idx="1290">
                  <c:v>0.5</c:v>
                </c:pt>
                <c:pt idx="1291">
                  <c:v>0.5</c:v>
                </c:pt>
                <c:pt idx="1292">
                  <c:v>0.5</c:v>
                </c:pt>
                <c:pt idx="1293">
                  <c:v>0.5</c:v>
                </c:pt>
                <c:pt idx="1294">
                  <c:v>0.5</c:v>
                </c:pt>
                <c:pt idx="1295">
                  <c:v>0.5</c:v>
                </c:pt>
                <c:pt idx="1296">
                  <c:v>0.5</c:v>
                </c:pt>
                <c:pt idx="1297">
                  <c:v>0.5</c:v>
                </c:pt>
                <c:pt idx="1298">
                  <c:v>0.5</c:v>
                </c:pt>
                <c:pt idx="1299">
                  <c:v>0.5</c:v>
                </c:pt>
                <c:pt idx="1300">
                  <c:v>0.5</c:v>
                </c:pt>
                <c:pt idx="1301">
                  <c:v>0.5</c:v>
                </c:pt>
                <c:pt idx="1302">
                  <c:v>0.5</c:v>
                </c:pt>
                <c:pt idx="1303">
                  <c:v>0.5</c:v>
                </c:pt>
                <c:pt idx="1304">
                  <c:v>0.5</c:v>
                </c:pt>
                <c:pt idx="1305">
                  <c:v>0.5</c:v>
                </c:pt>
                <c:pt idx="1306">
                  <c:v>0.5</c:v>
                </c:pt>
                <c:pt idx="1307">
                  <c:v>0.5</c:v>
                </c:pt>
                <c:pt idx="1308">
                  <c:v>0.5</c:v>
                </c:pt>
                <c:pt idx="1309">
                  <c:v>0.5</c:v>
                </c:pt>
                <c:pt idx="1310">
                  <c:v>0.5</c:v>
                </c:pt>
                <c:pt idx="1311">
                  <c:v>0.5</c:v>
                </c:pt>
                <c:pt idx="1312">
                  <c:v>0.5</c:v>
                </c:pt>
                <c:pt idx="1313">
                  <c:v>0.5</c:v>
                </c:pt>
                <c:pt idx="1314">
                  <c:v>0.5</c:v>
                </c:pt>
                <c:pt idx="1315">
                  <c:v>0.5</c:v>
                </c:pt>
                <c:pt idx="1316">
                  <c:v>0.5</c:v>
                </c:pt>
                <c:pt idx="1317">
                  <c:v>0.5</c:v>
                </c:pt>
                <c:pt idx="1318">
                  <c:v>0.5</c:v>
                </c:pt>
                <c:pt idx="1319">
                  <c:v>0.5</c:v>
                </c:pt>
                <c:pt idx="1320">
                  <c:v>0.5</c:v>
                </c:pt>
                <c:pt idx="1321">
                  <c:v>0.5</c:v>
                </c:pt>
                <c:pt idx="1322">
                  <c:v>0.5</c:v>
                </c:pt>
                <c:pt idx="1323">
                  <c:v>0.5</c:v>
                </c:pt>
                <c:pt idx="1324">
                  <c:v>0.5</c:v>
                </c:pt>
                <c:pt idx="1325">
                  <c:v>0.5</c:v>
                </c:pt>
                <c:pt idx="1326">
                  <c:v>0.5</c:v>
                </c:pt>
                <c:pt idx="1327">
                  <c:v>0.5</c:v>
                </c:pt>
                <c:pt idx="1328">
                  <c:v>0.5</c:v>
                </c:pt>
                <c:pt idx="1329">
                  <c:v>0.5</c:v>
                </c:pt>
                <c:pt idx="1330">
                  <c:v>0.5</c:v>
                </c:pt>
                <c:pt idx="1331">
                  <c:v>0.5</c:v>
                </c:pt>
                <c:pt idx="1332">
                  <c:v>0.5</c:v>
                </c:pt>
                <c:pt idx="1333">
                  <c:v>0.5</c:v>
                </c:pt>
                <c:pt idx="1334">
                  <c:v>0.5</c:v>
                </c:pt>
                <c:pt idx="1335">
                  <c:v>0.5</c:v>
                </c:pt>
                <c:pt idx="1336">
                  <c:v>0.5</c:v>
                </c:pt>
                <c:pt idx="1337">
                  <c:v>0.5</c:v>
                </c:pt>
                <c:pt idx="1338">
                  <c:v>0.5</c:v>
                </c:pt>
                <c:pt idx="1339">
                  <c:v>0.5</c:v>
                </c:pt>
                <c:pt idx="1340">
                  <c:v>0.5</c:v>
                </c:pt>
                <c:pt idx="1341">
                  <c:v>0.5</c:v>
                </c:pt>
                <c:pt idx="1342">
                  <c:v>0.5</c:v>
                </c:pt>
                <c:pt idx="1343">
                  <c:v>0.5</c:v>
                </c:pt>
                <c:pt idx="1344">
                  <c:v>0.5</c:v>
                </c:pt>
                <c:pt idx="1345">
                  <c:v>0.5</c:v>
                </c:pt>
                <c:pt idx="1346">
                  <c:v>0.5</c:v>
                </c:pt>
                <c:pt idx="1347">
                  <c:v>0.5</c:v>
                </c:pt>
                <c:pt idx="1348">
                  <c:v>0.5</c:v>
                </c:pt>
                <c:pt idx="1349">
                  <c:v>0.5</c:v>
                </c:pt>
                <c:pt idx="1350">
                  <c:v>0.5</c:v>
                </c:pt>
                <c:pt idx="1351">
                  <c:v>0.5</c:v>
                </c:pt>
                <c:pt idx="1352">
                  <c:v>0.5</c:v>
                </c:pt>
                <c:pt idx="1353">
                  <c:v>0.5</c:v>
                </c:pt>
                <c:pt idx="1354">
                  <c:v>0.5</c:v>
                </c:pt>
                <c:pt idx="1355">
                  <c:v>0.5</c:v>
                </c:pt>
                <c:pt idx="1356">
                  <c:v>0.5</c:v>
                </c:pt>
                <c:pt idx="1357">
                  <c:v>0.5</c:v>
                </c:pt>
                <c:pt idx="1358">
                  <c:v>0.5</c:v>
                </c:pt>
                <c:pt idx="1359">
                  <c:v>0.5</c:v>
                </c:pt>
                <c:pt idx="1360">
                  <c:v>0.5</c:v>
                </c:pt>
                <c:pt idx="1361">
                  <c:v>0.5</c:v>
                </c:pt>
                <c:pt idx="1362">
                  <c:v>0.5</c:v>
                </c:pt>
                <c:pt idx="1363">
                  <c:v>0.5</c:v>
                </c:pt>
                <c:pt idx="1364">
                  <c:v>0.5</c:v>
                </c:pt>
                <c:pt idx="1365">
                  <c:v>0.5</c:v>
                </c:pt>
                <c:pt idx="1366">
                  <c:v>0.5</c:v>
                </c:pt>
                <c:pt idx="1367">
                  <c:v>0.5</c:v>
                </c:pt>
                <c:pt idx="1368">
                  <c:v>0.5</c:v>
                </c:pt>
                <c:pt idx="1369">
                  <c:v>0.5</c:v>
                </c:pt>
                <c:pt idx="1370">
                  <c:v>0.5</c:v>
                </c:pt>
                <c:pt idx="1371">
                  <c:v>0.5</c:v>
                </c:pt>
                <c:pt idx="1372">
                  <c:v>0.5</c:v>
                </c:pt>
                <c:pt idx="1373">
                  <c:v>0.5</c:v>
                </c:pt>
                <c:pt idx="1374">
                  <c:v>0.5</c:v>
                </c:pt>
                <c:pt idx="1375">
                  <c:v>0.5</c:v>
                </c:pt>
                <c:pt idx="1376">
                  <c:v>0.5</c:v>
                </c:pt>
                <c:pt idx="1377">
                  <c:v>0.5</c:v>
                </c:pt>
                <c:pt idx="1378">
                  <c:v>0.5</c:v>
                </c:pt>
                <c:pt idx="1379">
                  <c:v>0.5</c:v>
                </c:pt>
                <c:pt idx="1380">
                  <c:v>0.5</c:v>
                </c:pt>
                <c:pt idx="1381">
                  <c:v>0.5</c:v>
                </c:pt>
                <c:pt idx="1382">
                  <c:v>0.5</c:v>
                </c:pt>
                <c:pt idx="1383">
                  <c:v>0.5</c:v>
                </c:pt>
                <c:pt idx="1384">
                  <c:v>0.5</c:v>
                </c:pt>
                <c:pt idx="1385">
                  <c:v>0.5</c:v>
                </c:pt>
                <c:pt idx="1386">
                  <c:v>0.5</c:v>
                </c:pt>
                <c:pt idx="1387">
                  <c:v>0.5</c:v>
                </c:pt>
                <c:pt idx="1388">
                  <c:v>0.5</c:v>
                </c:pt>
                <c:pt idx="1389">
                  <c:v>0.5</c:v>
                </c:pt>
                <c:pt idx="1390">
                  <c:v>0.5</c:v>
                </c:pt>
                <c:pt idx="1391">
                  <c:v>0.5</c:v>
                </c:pt>
                <c:pt idx="1392">
                  <c:v>0.5</c:v>
                </c:pt>
                <c:pt idx="1393">
                  <c:v>0.5</c:v>
                </c:pt>
                <c:pt idx="1394">
                  <c:v>0.5</c:v>
                </c:pt>
                <c:pt idx="1395">
                  <c:v>0.5</c:v>
                </c:pt>
                <c:pt idx="1396">
                  <c:v>0.5</c:v>
                </c:pt>
                <c:pt idx="1397">
                  <c:v>0.5</c:v>
                </c:pt>
                <c:pt idx="1398">
                  <c:v>0.5</c:v>
                </c:pt>
                <c:pt idx="1399">
                  <c:v>0.5</c:v>
                </c:pt>
                <c:pt idx="1400">
                  <c:v>0.5</c:v>
                </c:pt>
                <c:pt idx="1401">
                  <c:v>0.5</c:v>
                </c:pt>
                <c:pt idx="1402">
                  <c:v>0.5</c:v>
                </c:pt>
                <c:pt idx="1403">
                  <c:v>0.5</c:v>
                </c:pt>
                <c:pt idx="1404">
                  <c:v>0.5</c:v>
                </c:pt>
                <c:pt idx="1405">
                  <c:v>0.5</c:v>
                </c:pt>
                <c:pt idx="1406">
                  <c:v>0.5</c:v>
                </c:pt>
                <c:pt idx="1407">
                  <c:v>0.5</c:v>
                </c:pt>
                <c:pt idx="1408">
                  <c:v>0.5</c:v>
                </c:pt>
                <c:pt idx="1409">
                  <c:v>0.5</c:v>
                </c:pt>
                <c:pt idx="1410">
                  <c:v>0.5</c:v>
                </c:pt>
                <c:pt idx="1411">
                  <c:v>0.5</c:v>
                </c:pt>
                <c:pt idx="1412">
                  <c:v>0.5</c:v>
                </c:pt>
                <c:pt idx="1413">
                  <c:v>0.5</c:v>
                </c:pt>
                <c:pt idx="1414">
                  <c:v>0.5</c:v>
                </c:pt>
                <c:pt idx="1415">
                  <c:v>0.5</c:v>
                </c:pt>
                <c:pt idx="1416">
                  <c:v>0.5</c:v>
                </c:pt>
                <c:pt idx="1417">
                  <c:v>0.5</c:v>
                </c:pt>
                <c:pt idx="1418">
                  <c:v>0.5</c:v>
                </c:pt>
                <c:pt idx="1419">
                  <c:v>0.5</c:v>
                </c:pt>
                <c:pt idx="1420">
                  <c:v>0.5</c:v>
                </c:pt>
                <c:pt idx="1421">
                  <c:v>0.5</c:v>
                </c:pt>
                <c:pt idx="1422">
                  <c:v>0.5</c:v>
                </c:pt>
                <c:pt idx="1423">
                  <c:v>0.5</c:v>
                </c:pt>
                <c:pt idx="1424">
                  <c:v>0.5</c:v>
                </c:pt>
                <c:pt idx="1425">
                  <c:v>0.5</c:v>
                </c:pt>
                <c:pt idx="1426">
                  <c:v>0.5</c:v>
                </c:pt>
                <c:pt idx="1427">
                  <c:v>0.5</c:v>
                </c:pt>
                <c:pt idx="1428">
                  <c:v>0.5</c:v>
                </c:pt>
                <c:pt idx="1429">
                  <c:v>0.5</c:v>
                </c:pt>
                <c:pt idx="1430">
                  <c:v>0.5</c:v>
                </c:pt>
                <c:pt idx="1431">
                  <c:v>0.5</c:v>
                </c:pt>
                <c:pt idx="1432">
                  <c:v>0.5</c:v>
                </c:pt>
                <c:pt idx="1433">
                  <c:v>0.5</c:v>
                </c:pt>
                <c:pt idx="1434">
                  <c:v>0.5</c:v>
                </c:pt>
                <c:pt idx="1435">
                  <c:v>0.5</c:v>
                </c:pt>
                <c:pt idx="1436">
                  <c:v>0.5</c:v>
                </c:pt>
                <c:pt idx="1437">
                  <c:v>0.5</c:v>
                </c:pt>
                <c:pt idx="1438">
                  <c:v>0.5</c:v>
                </c:pt>
                <c:pt idx="1439">
                  <c:v>0.5</c:v>
                </c:pt>
                <c:pt idx="1440">
                  <c:v>0.5</c:v>
                </c:pt>
                <c:pt idx="1441">
                  <c:v>0.5</c:v>
                </c:pt>
                <c:pt idx="1442">
                  <c:v>0.5</c:v>
                </c:pt>
                <c:pt idx="1443">
                  <c:v>0.5</c:v>
                </c:pt>
                <c:pt idx="1444">
                  <c:v>0.5</c:v>
                </c:pt>
                <c:pt idx="1445">
                  <c:v>0.5</c:v>
                </c:pt>
                <c:pt idx="1446">
                  <c:v>0.5</c:v>
                </c:pt>
                <c:pt idx="1447">
                  <c:v>0.5</c:v>
                </c:pt>
                <c:pt idx="1448">
                  <c:v>0.5</c:v>
                </c:pt>
                <c:pt idx="1449">
                  <c:v>0.5</c:v>
                </c:pt>
                <c:pt idx="1450">
                  <c:v>0.5</c:v>
                </c:pt>
                <c:pt idx="1451">
                  <c:v>0.5</c:v>
                </c:pt>
                <c:pt idx="1452">
                  <c:v>0.5</c:v>
                </c:pt>
                <c:pt idx="1453">
                  <c:v>0.5</c:v>
                </c:pt>
                <c:pt idx="1454">
                  <c:v>0.5</c:v>
                </c:pt>
                <c:pt idx="1455">
                  <c:v>0.5</c:v>
                </c:pt>
                <c:pt idx="1456">
                  <c:v>0.5</c:v>
                </c:pt>
                <c:pt idx="1457">
                  <c:v>0.5</c:v>
                </c:pt>
                <c:pt idx="1458">
                  <c:v>0.5</c:v>
                </c:pt>
                <c:pt idx="1459">
                  <c:v>0.5</c:v>
                </c:pt>
                <c:pt idx="1460">
                  <c:v>0.5</c:v>
                </c:pt>
                <c:pt idx="1461">
                  <c:v>0.5</c:v>
                </c:pt>
                <c:pt idx="1462">
                  <c:v>0.5</c:v>
                </c:pt>
                <c:pt idx="1463">
                  <c:v>0.5</c:v>
                </c:pt>
                <c:pt idx="1464">
                  <c:v>0.5</c:v>
                </c:pt>
                <c:pt idx="1465">
                  <c:v>0.5</c:v>
                </c:pt>
                <c:pt idx="1466">
                  <c:v>0.5</c:v>
                </c:pt>
                <c:pt idx="1467">
                  <c:v>0.5</c:v>
                </c:pt>
                <c:pt idx="1468">
                  <c:v>0.5</c:v>
                </c:pt>
                <c:pt idx="1469">
                  <c:v>0.5</c:v>
                </c:pt>
                <c:pt idx="1470">
                  <c:v>0.5</c:v>
                </c:pt>
                <c:pt idx="1471">
                  <c:v>0.5</c:v>
                </c:pt>
                <c:pt idx="1472">
                  <c:v>0.5</c:v>
                </c:pt>
                <c:pt idx="1473">
                  <c:v>0.5</c:v>
                </c:pt>
                <c:pt idx="1474">
                  <c:v>0.5</c:v>
                </c:pt>
                <c:pt idx="1475">
                  <c:v>0.5</c:v>
                </c:pt>
                <c:pt idx="1476">
                  <c:v>0.5</c:v>
                </c:pt>
                <c:pt idx="1477">
                  <c:v>0.5</c:v>
                </c:pt>
                <c:pt idx="1478">
                  <c:v>0.5</c:v>
                </c:pt>
                <c:pt idx="1479">
                  <c:v>0.5</c:v>
                </c:pt>
                <c:pt idx="1480">
                  <c:v>0.5</c:v>
                </c:pt>
                <c:pt idx="1481">
                  <c:v>0.5</c:v>
                </c:pt>
                <c:pt idx="1482">
                  <c:v>0.5</c:v>
                </c:pt>
                <c:pt idx="1483">
                  <c:v>0.5</c:v>
                </c:pt>
                <c:pt idx="1484">
                  <c:v>0.5</c:v>
                </c:pt>
                <c:pt idx="1485">
                  <c:v>0.5</c:v>
                </c:pt>
                <c:pt idx="1486">
                  <c:v>0.5</c:v>
                </c:pt>
                <c:pt idx="1487">
                  <c:v>0.5</c:v>
                </c:pt>
                <c:pt idx="1488">
                  <c:v>0.5</c:v>
                </c:pt>
                <c:pt idx="1489">
                  <c:v>0.5</c:v>
                </c:pt>
                <c:pt idx="1490">
                  <c:v>0.5</c:v>
                </c:pt>
                <c:pt idx="1491">
                  <c:v>0.5</c:v>
                </c:pt>
                <c:pt idx="1492">
                  <c:v>0.5</c:v>
                </c:pt>
                <c:pt idx="1493">
                  <c:v>0.5</c:v>
                </c:pt>
                <c:pt idx="1494">
                  <c:v>0.5</c:v>
                </c:pt>
                <c:pt idx="1495">
                  <c:v>0.5</c:v>
                </c:pt>
                <c:pt idx="1496">
                  <c:v>0.5</c:v>
                </c:pt>
                <c:pt idx="1497">
                  <c:v>0.5</c:v>
                </c:pt>
                <c:pt idx="1498">
                  <c:v>0.5</c:v>
                </c:pt>
                <c:pt idx="1499">
                  <c:v>0.5</c:v>
                </c:pt>
                <c:pt idx="1500">
                  <c:v>0.5</c:v>
                </c:pt>
                <c:pt idx="1501">
                  <c:v>0.5</c:v>
                </c:pt>
                <c:pt idx="1502">
                  <c:v>0.5</c:v>
                </c:pt>
                <c:pt idx="1503">
                  <c:v>0.5</c:v>
                </c:pt>
                <c:pt idx="1504">
                  <c:v>0.5</c:v>
                </c:pt>
                <c:pt idx="1505">
                  <c:v>0.5</c:v>
                </c:pt>
                <c:pt idx="1506">
                  <c:v>0.5</c:v>
                </c:pt>
                <c:pt idx="1507">
                  <c:v>0.5</c:v>
                </c:pt>
                <c:pt idx="1508">
                  <c:v>0.5</c:v>
                </c:pt>
                <c:pt idx="1509">
                  <c:v>0.5</c:v>
                </c:pt>
                <c:pt idx="1510">
                  <c:v>0.5</c:v>
                </c:pt>
                <c:pt idx="1511">
                  <c:v>0.5</c:v>
                </c:pt>
                <c:pt idx="1512">
                  <c:v>0.5</c:v>
                </c:pt>
                <c:pt idx="1513">
                  <c:v>0.5</c:v>
                </c:pt>
                <c:pt idx="1514">
                  <c:v>0.5</c:v>
                </c:pt>
                <c:pt idx="1515">
                  <c:v>0.5</c:v>
                </c:pt>
                <c:pt idx="1516">
                  <c:v>0.5</c:v>
                </c:pt>
                <c:pt idx="1517">
                  <c:v>0.5</c:v>
                </c:pt>
                <c:pt idx="1518">
                  <c:v>0.5</c:v>
                </c:pt>
                <c:pt idx="1519">
                  <c:v>0.5</c:v>
                </c:pt>
                <c:pt idx="1520">
                  <c:v>0.5</c:v>
                </c:pt>
                <c:pt idx="1521">
                  <c:v>0.5</c:v>
                </c:pt>
                <c:pt idx="1522">
                  <c:v>0.5</c:v>
                </c:pt>
                <c:pt idx="1523">
                  <c:v>0.5</c:v>
                </c:pt>
                <c:pt idx="1524">
                  <c:v>0.5</c:v>
                </c:pt>
                <c:pt idx="1525">
                  <c:v>0.5</c:v>
                </c:pt>
                <c:pt idx="1526">
                  <c:v>0.5</c:v>
                </c:pt>
                <c:pt idx="1527">
                  <c:v>0.5</c:v>
                </c:pt>
                <c:pt idx="1528">
                  <c:v>0.5</c:v>
                </c:pt>
                <c:pt idx="1529">
                  <c:v>0.5</c:v>
                </c:pt>
                <c:pt idx="1530">
                  <c:v>0.5</c:v>
                </c:pt>
                <c:pt idx="1531">
                  <c:v>0.5</c:v>
                </c:pt>
                <c:pt idx="1532">
                  <c:v>0.5</c:v>
                </c:pt>
                <c:pt idx="1533">
                  <c:v>0.5</c:v>
                </c:pt>
                <c:pt idx="1534">
                  <c:v>0.5</c:v>
                </c:pt>
                <c:pt idx="1535">
                  <c:v>0.5</c:v>
                </c:pt>
                <c:pt idx="1536">
                  <c:v>0.5</c:v>
                </c:pt>
                <c:pt idx="1537">
                  <c:v>0.5</c:v>
                </c:pt>
                <c:pt idx="1538">
                  <c:v>0.5</c:v>
                </c:pt>
                <c:pt idx="1539">
                  <c:v>0.5</c:v>
                </c:pt>
                <c:pt idx="1540">
                  <c:v>0.5</c:v>
                </c:pt>
                <c:pt idx="1541">
                  <c:v>0.5</c:v>
                </c:pt>
                <c:pt idx="1542">
                  <c:v>0.5</c:v>
                </c:pt>
                <c:pt idx="1543">
                  <c:v>0.5</c:v>
                </c:pt>
                <c:pt idx="1544">
                  <c:v>0.5</c:v>
                </c:pt>
                <c:pt idx="1545">
                  <c:v>0.5</c:v>
                </c:pt>
                <c:pt idx="1546">
                  <c:v>0.5</c:v>
                </c:pt>
                <c:pt idx="1547">
                  <c:v>0.5</c:v>
                </c:pt>
                <c:pt idx="1548">
                  <c:v>0.5</c:v>
                </c:pt>
                <c:pt idx="1549">
                  <c:v>0.5</c:v>
                </c:pt>
                <c:pt idx="1550">
                  <c:v>0.5</c:v>
                </c:pt>
                <c:pt idx="1551">
                  <c:v>0.5</c:v>
                </c:pt>
                <c:pt idx="1552">
                  <c:v>0.5</c:v>
                </c:pt>
                <c:pt idx="1553">
                  <c:v>0.5</c:v>
                </c:pt>
                <c:pt idx="1554">
                  <c:v>0.5</c:v>
                </c:pt>
                <c:pt idx="1555">
                  <c:v>0.5</c:v>
                </c:pt>
                <c:pt idx="1556">
                  <c:v>0.5</c:v>
                </c:pt>
                <c:pt idx="1557">
                  <c:v>0.5</c:v>
                </c:pt>
                <c:pt idx="1558">
                  <c:v>0.5</c:v>
                </c:pt>
                <c:pt idx="1559">
                  <c:v>0.5</c:v>
                </c:pt>
                <c:pt idx="1560">
                  <c:v>0.5</c:v>
                </c:pt>
                <c:pt idx="1561">
                  <c:v>0.5</c:v>
                </c:pt>
                <c:pt idx="1562">
                  <c:v>0.5</c:v>
                </c:pt>
                <c:pt idx="1563">
                  <c:v>0.5</c:v>
                </c:pt>
                <c:pt idx="1564">
                  <c:v>0.5</c:v>
                </c:pt>
                <c:pt idx="1565">
                  <c:v>0.5</c:v>
                </c:pt>
                <c:pt idx="1566">
                  <c:v>0.5</c:v>
                </c:pt>
                <c:pt idx="1567">
                  <c:v>0.5</c:v>
                </c:pt>
                <c:pt idx="1568">
                  <c:v>0.5</c:v>
                </c:pt>
                <c:pt idx="1569">
                  <c:v>0.5</c:v>
                </c:pt>
                <c:pt idx="1570">
                  <c:v>0.5</c:v>
                </c:pt>
                <c:pt idx="1571">
                  <c:v>0.5</c:v>
                </c:pt>
                <c:pt idx="1572">
                  <c:v>0.5</c:v>
                </c:pt>
                <c:pt idx="1573">
                  <c:v>0.5</c:v>
                </c:pt>
                <c:pt idx="1574">
                  <c:v>0.5</c:v>
                </c:pt>
                <c:pt idx="1575">
                  <c:v>0.5</c:v>
                </c:pt>
                <c:pt idx="1576">
                  <c:v>0.5</c:v>
                </c:pt>
                <c:pt idx="1577">
                  <c:v>0.5</c:v>
                </c:pt>
                <c:pt idx="1578">
                  <c:v>0.5</c:v>
                </c:pt>
                <c:pt idx="1579">
                  <c:v>0.5</c:v>
                </c:pt>
                <c:pt idx="1580">
                  <c:v>0.5</c:v>
                </c:pt>
                <c:pt idx="1581">
                  <c:v>0.5</c:v>
                </c:pt>
                <c:pt idx="1582">
                  <c:v>0.5</c:v>
                </c:pt>
                <c:pt idx="1583">
                  <c:v>0.5</c:v>
                </c:pt>
                <c:pt idx="1584">
                  <c:v>0.5</c:v>
                </c:pt>
                <c:pt idx="1585">
                  <c:v>0.5</c:v>
                </c:pt>
                <c:pt idx="1586">
                  <c:v>0.5</c:v>
                </c:pt>
                <c:pt idx="1587">
                  <c:v>0.5</c:v>
                </c:pt>
                <c:pt idx="1588">
                  <c:v>0.5</c:v>
                </c:pt>
                <c:pt idx="1589">
                  <c:v>0.5</c:v>
                </c:pt>
                <c:pt idx="1590">
                  <c:v>0.5</c:v>
                </c:pt>
                <c:pt idx="1591">
                  <c:v>0.5</c:v>
                </c:pt>
                <c:pt idx="1592">
                  <c:v>0.5</c:v>
                </c:pt>
                <c:pt idx="1593">
                  <c:v>0.5</c:v>
                </c:pt>
                <c:pt idx="1594">
                  <c:v>0.5</c:v>
                </c:pt>
                <c:pt idx="1595">
                  <c:v>0.5</c:v>
                </c:pt>
                <c:pt idx="1596">
                  <c:v>0.5</c:v>
                </c:pt>
                <c:pt idx="1597">
                  <c:v>0.5</c:v>
                </c:pt>
                <c:pt idx="1598">
                  <c:v>0.5</c:v>
                </c:pt>
                <c:pt idx="1599">
                  <c:v>0.5</c:v>
                </c:pt>
                <c:pt idx="1600">
                  <c:v>0.5</c:v>
                </c:pt>
                <c:pt idx="1601">
                  <c:v>0.5</c:v>
                </c:pt>
                <c:pt idx="1602">
                  <c:v>0.5</c:v>
                </c:pt>
                <c:pt idx="1603">
                  <c:v>0.5</c:v>
                </c:pt>
                <c:pt idx="1604">
                  <c:v>0.5</c:v>
                </c:pt>
                <c:pt idx="1605">
                  <c:v>0.5</c:v>
                </c:pt>
                <c:pt idx="1606">
                  <c:v>0.5</c:v>
                </c:pt>
                <c:pt idx="1607">
                  <c:v>0.5</c:v>
                </c:pt>
                <c:pt idx="1608">
                  <c:v>0.5</c:v>
                </c:pt>
                <c:pt idx="1609">
                  <c:v>0.5</c:v>
                </c:pt>
                <c:pt idx="1610">
                  <c:v>0.5</c:v>
                </c:pt>
                <c:pt idx="1611">
                  <c:v>0.5</c:v>
                </c:pt>
                <c:pt idx="1612">
                  <c:v>0.5</c:v>
                </c:pt>
                <c:pt idx="1613">
                  <c:v>0.5</c:v>
                </c:pt>
                <c:pt idx="1614">
                  <c:v>0.5</c:v>
                </c:pt>
                <c:pt idx="1615">
                  <c:v>0.5</c:v>
                </c:pt>
                <c:pt idx="1616">
                  <c:v>0.5</c:v>
                </c:pt>
                <c:pt idx="1617">
                  <c:v>0.5</c:v>
                </c:pt>
                <c:pt idx="1618">
                  <c:v>0.5</c:v>
                </c:pt>
                <c:pt idx="1619">
                  <c:v>0.5</c:v>
                </c:pt>
                <c:pt idx="1620">
                  <c:v>0.5</c:v>
                </c:pt>
                <c:pt idx="1621">
                  <c:v>0.5</c:v>
                </c:pt>
                <c:pt idx="1622">
                  <c:v>0.5</c:v>
                </c:pt>
                <c:pt idx="1623">
                  <c:v>0.5</c:v>
                </c:pt>
                <c:pt idx="1624">
                  <c:v>0.5</c:v>
                </c:pt>
                <c:pt idx="1625">
                  <c:v>0.5</c:v>
                </c:pt>
                <c:pt idx="1626">
                  <c:v>0.5</c:v>
                </c:pt>
                <c:pt idx="1627">
                  <c:v>0.5</c:v>
                </c:pt>
                <c:pt idx="1628">
                  <c:v>0.5</c:v>
                </c:pt>
                <c:pt idx="1629">
                  <c:v>0.5</c:v>
                </c:pt>
                <c:pt idx="1630">
                  <c:v>0.5</c:v>
                </c:pt>
                <c:pt idx="1631">
                  <c:v>0.5</c:v>
                </c:pt>
                <c:pt idx="1632">
                  <c:v>0.5</c:v>
                </c:pt>
                <c:pt idx="1633">
                  <c:v>0.5</c:v>
                </c:pt>
                <c:pt idx="1634">
                  <c:v>0.5</c:v>
                </c:pt>
                <c:pt idx="1635">
                  <c:v>0.5</c:v>
                </c:pt>
                <c:pt idx="1636">
                  <c:v>0.5</c:v>
                </c:pt>
                <c:pt idx="1637">
                  <c:v>0.5</c:v>
                </c:pt>
                <c:pt idx="1638">
                  <c:v>0.5</c:v>
                </c:pt>
                <c:pt idx="1639">
                  <c:v>0.5</c:v>
                </c:pt>
                <c:pt idx="1640">
                  <c:v>0.5</c:v>
                </c:pt>
                <c:pt idx="1641">
                  <c:v>0.5</c:v>
                </c:pt>
                <c:pt idx="1642">
                  <c:v>0.5</c:v>
                </c:pt>
                <c:pt idx="1643">
                  <c:v>0.5</c:v>
                </c:pt>
                <c:pt idx="1644">
                  <c:v>0.5</c:v>
                </c:pt>
                <c:pt idx="1645">
                  <c:v>0.5</c:v>
                </c:pt>
                <c:pt idx="1646">
                  <c:v>0.5</c:v>
                </c:pt>
                <c:pt idx="1647">
                  <c:v>0.5</c:v>
                </c:pt>
                <c:pt idx="1648">
                  <c:v>0.5</c:v>
                </c:pt>
                <c:pt idx="1649">
                  <c:v>0.5</c:v>
                </c:pt>
                <c:pt idx="1650">
                  <c:v>0.5</c:v>
                </c:pt>
                <c:pt idx="1651">
                  <c:v>0.5</c:v>
                </c:pt>
                <c:pt idx="1652">
                  <c:v>0.5</c:v>
                </c:pt>
                <c:pt idx="1653">
                  <c:v>0.5</c:v>
                </c:pt>
                <c:pt idx="1654">
                  <c:v>0.5</c:v>
                </c:pt>
                <c:pt idx="1655">
                  <c:v>0.5</c:v>
                </c:pt>
                <c:pt idx="1656">
                  <c:v>0.5</c:v>
                </c:pt>
                <c:pt idx="1657">
                  <c:v>0.5</c:v>
                </c:pt>
                <c:pt idx="1658">
                  <c:v>0.5</c:v>
                </c:pt>
                <c:pt idx="1659">
                  <c:v>0.5</c:v>
                </c:pt>
                <c:pt idx="1660">
                  <c:v>0.5</c:v>
                </c:pt>
                <c:pt idx="1661">
                  <c:v>0.5</c:v>
                </c:pt>
                <c:pt idx="1662">
                  <c:v>0.5</c:v>
                </c:pt>
                <c:pt idx="1663">
                  <c:v>0.5</c:v>
                </c:pt>
                <c:pt idx="1664">
                  <c:v>0.5</c:v>
                </c:pt>
                <c:pt idx="1665">
                  <c:v>0.5</c:v>
                </c:pt>
                <c:pt idx="1666">
                  <c:v>0.5</c:v>
                </c:pt>
                <c:pt idx="1667">
                  <c:v>0.5</c:v>
                </c:pt>
                <c:pt idx="1668">
                  <c:v>0.5</c:v>
                </c:pt>
                <c:pt idx="1669">
                  <c:v>0.5</c:v>
                </c:pt>
                <c:pt idx="1670">
                  <c:v>0.5</c:v>
                </c:pt>
                <c:pt idx="1671">
                  <c:v>0.5</c:v>
                </c:pt>
                <c:pt idx="1672">
                  <c:v>0.5</c:v>
                </c:pt>
                <c:pt idx="1673">
                  <c:v>0.5</c:v>
                </c:pt>
                <c:pt idx="1674">
                  <c:v>0.5</c:v>
                </c:pt>
                <c:pt idx="1675">
                  <c:v>0.5</c:v>
                </c:pt>
                <c:pt idx="1676">
                  <c:v>0.5</c:v>
                </c:pt>
                <c:pt idx="1677">
                  <c:v>0.5</c:v>
                </c:pt>
                <c:pt idx="1678">
                  <c:v>0.5</c:v>
                </c:pt>
                <c:pt idx="1679">
                  <c:v>0.5</c:v>
                </c:pt>
                <c:pt idx="1680">
                  <c:v>0.5</c:v>
                </c:pt>
                <c:pt idx="1681">
                  <c:v>0.5</c:v>
                </c:pt>
                <c:pt idx="1682">
                  <c:v>0.5</c:v>
                </c:pt>
                <c:pt idx="1683">
                  <c:v>0.5</c:v>
                </c:pt>
                <c:pt idx="1684">
                  <c:v>0.5</c:v>
                </c:pt>
                <c:pt idx="1685">
                  <c:v>0.5</c:v>
                </c:pt>
                <c:pt idx="1686">
                  <c:v>0.5</c:v>
                </c:pt>
                <c:pt idx="1687">
                  <c:v>0.5</c:v>
                </c:pt>
                <c:pt idx="1688">
                  <c:v>0.5</c:v>
                </c:pt>
                <c:pt idx="1689">
                  <c:v>0.5</c:v>
                </c:pt>
                <c:pt idx="1690">
                  <c:v>0.5</c:v>
                </c:pt>
                <c:pt idx="1691">
                  <c:v>0.5</c:v>
                </c:pt>
                <c:pt idx="1692">
                  <c:v>0.5</c:v>
                </c:pt>
                <c:pt idx="1693">
                  <c:v>0.5</c:v>
                </c:pt>
                <c:pt idx="1694">
                  <c:v>0.5</c:v>
                </c:pt>
                <c:pt idx="1695">
                  <c:v>0.5</c:v>
                </c:pt>
                <c:pt idx="1696">
                  <c:v>0.5</c:v>
                </c:pt>
                <c:pt idx="1697">
                  <c:v>0.5</c:v>
                </c:pt>
                <c:pt idx="1698">
                  <c:v>0.5</c:v>
                </c:pt>
                <c:pt idx="1699">
                  <c:v>0.5</c:v>
                </c:pt>
                <c:pt idx="1700">
                  <c:v>0.5</c:v>
                </c:pt>
                <c:pt idx="1701">
                  <c:v>0.5</c:v>
                </c:pt>
                <c:pt idx="1702">
                  <c:v>0.5</c:v>
                </c:pt>
                <c:pt idx="1703">
                  <c:v>0.5</c:v>
                </c:pt>
                <c:pt idx="1704">
                  <c:v>0.5</c:v>
                </c:pt>
                <c:pt idx="1705">
                  <c:v>0.5</c:v>
                </c:pt>
                <c:pt idx="1706">
                  <c:v>0.5</c:v>
                </c:pt>
                <c:pt idx="1707">
                  <c:v>0.5</c:v>
                </c:pt>
                <c:pt idx="1708">
                  <c:v>0.5</c:v>
                </c:pt>
                <c:pt idx="1709">
                  <c:v>0.5</c:v>
                </c:pt>
                <c:pt idx="1710">
                  <c:v>0.5</c:v>
                </c:pt>
                <c:pt idx="1711">
                  <c:v>0.5</c:v>
                </c:pt>
                <c:pt idx="1712">
                  <c:v>0.5</c:v>
                </c:pt>
                <c:pt idx="1713">
                  <c:v>0.5</c:v>
                </c:pt>
                <c:pt idx="1714">
                  <c:v>0.5</c:v>
                </c:pt>
                <c:pt idx="1715">
                  <c:v>0.5</c:v>
                </c:pt>
                <c:pt idx="1716">
                  <c:v>0.5</c:v>
                </c:pt>
                <c:pt idx="1717">
                  <c:v>0.5</c:v>
                </c:pt>
                <c:pt idx="1718">
                  <c:v>0.5</c:v>
                </c:pt>
                <c:pt idx="1719">
                  <c:v>0.5</c:v>
                </c:pt>
                <c:pt idx="1720">
                  <c:v>0.5</c:v>
                </c:pt>
                <c:pt idx="1721">
                  <c:v>0.5</c:v>
                </c:pt>
                <c:pt idx="1722">
                  <c:v>0.5</c:v>
                </c:pt>
                <c:pt idx="1723">
                  <c:v>0.5</c:v>
                </c:pt>
                <c:pt idx="1724">
                  <c:v>0.5</c:v>
                </c:pt>
                <c:pt idx="1725">
                  <c:v>0.5</c:v>
                </c:pt>
                <c:pt idx="1726">
                  <c:v>0.5</c:v>
                </c:pt>
                <c:pt idx="1727">
                  <c:v>0.5</c:v>
                </c:pt>
                <c:pt idx="1728">
                  <c:v>0.5</c:v>
                </c:pt>
                <c:pt idx="1729">
                  <c:v>0.5</c:v>
                </c:pt>
                <c:pt idx="1730">
                  <c:v>0.5</c:v>
                </c:pt>
                <c:pt idx="1731">
                  <c:v>0.5</c:v>
                </c:pt>
                <c:pt idx="1732">
                  <c:v>0.5</c:v>
                </c:pt>
                <c:pt idx="1733">
                  <c:v>0.5</c:v>
                </c:pt>
                <c:pt idx="1734">
                  <c:v>0.5</c:v>
                </c:pt>
                <c:pt idx="1735">
                  <c:v>0.5</c:v>
                </c:pt>
                <c:pt idx="1736">
                  <c:v>0.5</c:v>
                </c:pt>
                <c:pt idx="1737">
                  <c:v>0.5</c:v>
                </c:pt>
                <c:pt idx="1738">
                  <c:v>0.5</c:v>
                </c:pt>
                <c:pt idx="1739">
                  <c:v>0.5</c:v>
                </c:pt>
                <c:pt idx="1740">
                  <c:v>0.5</c:v>
                </c:pt>
                <c:pt idx="1741">
                  <c:v>0.5</c:v>
                </c:pt>
                <c:pt idx="1742">
                  <c:v>0.5</c:v>
                </c:pt>
                <c:pt idx="1743">
                  <c:v>0.5</c:v>
                </c:pt>
                <c:pt idx="1744">
                  <c:v>0.5</c:v>
                </c:pt>
                <c:pt idx="1745">
                  <c:v>0.5</c:v>
                </c:pt>
                <c:pt idx="1746">
                  <c:v>0.5</c:v>
                </c:pt>
                <c:pt idx="1747">
                  <c:v>0.5</c:v>
                </c:pt>
                <c:pt idx="1748">
                  <c:v>0.5</c:v>
                </c:pt>
                <c:pt idx="1749">
                  <c:v>0.5</c:v>
                </c:pt>
                <c:pt idx="1750">
                  <c:v>0.5</c:v>
                </c:pt>
                <c:pt idx="1751">
                  <c:v>0.5</c:v>
                </c:pt>
                <c:pt idx="1752">
                  <c:v>0.5</c:v>
                </c:pt>
                <c:pt idx="1753">
                  <c:v>0.5</c:v>
                </c:pt>
                <c:pt idx="1754">
                  <c:v>0.5</c:v>
                </c:pt>
                <c:pt idx="1755">
                  <c:v>0.5</c:v>
                </c:pt>
                <c:pt idx="1756">
                  <c:v>0.5</c:v>
                </c:pt>
                <c:pt idx="1757">
                  <c:v>0.5</c:v>
                </c:pt>
                <c:pt idx="1758">
                  <c:v>0.5</c:v>
                </c:pt>
                <c:pt idx="1759">
                  <c:v>0.5</c:v>
                </c:pt>
                <c:pt idx="1760">
                  <c:v>0.5</c:v>
                </c:pt>
                <c:pt idx="1761">
                  <c:v>0.5</c:v>
                </c:pt>
                <c:pt idx="1762">
                  <c:v>0.5</c:v>
                </c:pt>
                <c:pt idx="1763">
                  <c:v>0.5</c:v>
                </c:pt>
                <c:pt idx="1764">
                  <c:v>0.5</c:v>
                </c:pt>
                <c:pt idx="1765">
                  <c:v>0.5</c:v>
                </c:pt>
                <c:pt idx="1766">
                  <c:v>0.5</c:v>
                </c:pt>
                <c:pt idx="1767">
                  <c:v>0.5</c:v>
                </c:pt>
                <c:pt idx="1768">
                  <c:v>0.5</c:v>
                </c:pt>
                <c:pt idx="1769">
                  <c:v>0.5</c:v>
                </c:pt>
                <c:pt idx="1770">
                  <c:v>0.5</c:v>
                </c:pt>
                <c:pt idx="1771">
                  <c:v>0.5</c:v>
                </c:pt>
                <c:pt idx="1772">
                  <c:v>0.5</c:v>
                </c:pt>
                <c:pt idx="1773">
                  <c:v>0.5</c:v>
                </c:pt>
                <c:pt idx="1774">
                  <c:v>0.5</c:v>
                </c:pt>
                <c:pt idx="1775">
                  <c:v>0.5</c:v>
                </c:pt>
                <c:pt idx="1776">
                  <c:v>0.5</c:v>
                </c:pt>
                <c:pt idx="1777">
                  <c:v>0.5</c:v>
                </c:pt>
                <c:pt idx="1778">
                  <c:v>0.5</c:v>
                </c:pt>
                <c:pt idx="1779">
                  <c:v>0.5</c:v>
                </c:pt>
                <c:pt idx="1780">
                  <c:v>0.5</c:v>
                </c:pt>
                <c:pt idx="1781">
                  <c:v>0.5</c:v>
                </c:pt>
                <c:pt idx="1782">
                  <c:v>0.5</c:v>
                </c:pt>
                <c:pt idx="1783">
                  <c:v>0.5</c:v>
                </c:pt>
                <c:pt idx="1784">
                  <c:v>0.5</c:v>
                </c:pt>
                <c:pt idx="1785">
                  <c:v>0.5</c:v>
                </c:pt>
                <c:pt idx="1786">
                  <c:v>0.5</c:v>
                </c:pt>
                <c:pt idx="1787">
                  <c:v>0.5</c:v>
                </c:pt>
                <c:pt idx="1788">
                  <c:v>0.5</c:v>
                </c:pt>
                <c:pt idx="1789">
                  <c:v>0.5</c:v>
                </c:pt>
                <c:pt idx="1790">
                  <c:v>0.5</c:v>
                </c:pt>
                <c:pt idx="1791">
                  <c:v>0.5</c:v>
                </c:pt>
                <c:pt idx="1792">
                  <c:v>0.5</c:v>
                </c:pt>
                <c:pt idx="1793">
                  <c:v>0.5</c:v>
                </c:pt>
                <c:pt idx="1794">
                  <c:v>0.5</c:v>
                </c:pt>
                <c:pt idx="1795">
                  <c:v>0.5</c:v>
                </c:pt>
                <c:pt idx="1796">
                  <c:v>0.5</c:v>
                </c:pt>
                <c:pt idx="1797">
                  <c:v>0.5</c:v>
                </c:pt>
                <c:pt idx="1798">
                  <c:v>0.5</c:v>
                </c:pt>
                <c:pt idx="1799">
                  <c:v>0.5</c:v>
                </c:pt>
                <c:pt idx="1800">
                  <c:v>0.5</c:v>
                </c:pt>
                <c:pt idx="1801">
                  <c:v>0.5</c:v>
                </c:pt>
                <c:pt idx="1802">
                  <c:v>0.5</c:v>
                </c:pt>
                <c:pt idx="1803">
                  <c:v>0.5</c:v>
                </c:pt>
                <c:pt idx="1804">
                  <c:v>0.5</c:v>
                </c:pt>
                <c:pt idx="1805">
                  <c:v>0.5</c:v>
                </c:pt>
                <c:pt idx="1806">
                  <c:v>0.5</c:v>
                </c:pt>
                <c:pt idx="1807">
                  <c:v>0.5</c:v>
                </c:pt>
                <c:pt idx="1808">
                  <c:v>0.5</c:v>
                </c:pt>
                <c:pt idx="1809">
                  <c:v>0.5</c:v>
                </c:pt>
                <c:pt idx="1810">
                  <c:v>0.5</c:v>
                </c:pt>
                <c:pt idx="1811">
                  <c:v>0.5</c:v>
                </c:pt>
                <c:pt idx="1812">
                  <c:v>0.5</c:v>
                </c:pt>
                <c:pt idx="1813">
                  <c:v>0.5</c:v>
                </c:pt>
                <c:pt idx="1814">
                  <c:v>0.5</c:v>
                </c:pt>
                <c:pt idx="1815">
                  <c:v>0.5</c:v>
                </c:pt>
                <c:pt idx="1816">
                  <c:v>0.5</c:v>
                </c:pt>
                <c:pt idx="1817">
                  <c:v>0.5</c:v>
                </c:pt>
                <c:pt idx="1818">
                  <c:v>0.5</c:v>
                </c:pt>
                <c:pt idx="1819">
                  <c:v>0.5</c:v>
                </c:pt>
                <c:pt idx="1820">
                  <c:v>0.5</c:v>
                </c:pt>
                <c:pt idx="1821">
                  <c:v>0.5</c:v>
                </c:pt>
                <c:pt idx="1822">
                  <c:v>0.5</c:v>
                </c:pt>
                <c:pt idx="1823">
                  <c:v>0.5</c:v>
                </c:pt>
                <c:pt idx="1824">
                  <c:v>0.5</c:v>
                </c:pt>
                <c:pt idx="1825">
                  <c:v>0.5</c:v>
                </c:pt>
                <c:pt idx="1826">
                  <c:v>0.5</c:v>
                </c:pt>
                <c:pt idx="1827">
                  <c:v>0.5</c:v>
                </c:pt>
                <c:pt idx="1828">
                  <c:v>0.5</c:v>
                </c:pt>
                <c:pt idx="1829">
                  <c:v>0.5</c:v>
                </c:pt>
                <c:pt idx="1830">
                  <c:v>0.5</c:v>
                </c:pt>
                <c:pt idx="1831">
                  <c:v>0.5</c:v>
                </c:pt>
                <c:pt idx="1832">
                  <c:v>0.5</c:v>
                </c:pt>
                <c:pt idx="1833">
                  <c:v>0.5</c:v>
                </c:pt>
                <c:pt idx="1834">
                  <c:v>0.5</c:v>
                </c:pt>
                <c:pt idx="1835">
                  <c:v>0.5</c:v>
                </c:pt>
                <c:pt idx="1836">
                  <c:v>0.5</c:v>
                </c:pt>
                <c:pt idx="1837">
                  <c:v>0.5</c:v>
                </c:pt>
                <c:pt idx="1838">
                  <c:v>0.5</c:v>
                </c:pt>
                <c:pt idx="1839">
                  <c:v>0.5</c:v>
                </c:pt>
                <c:pt idx="1840">
                  <c:v>0.5</c:v>
                </c:pt>
                <c:pt idx="1841">
                  <c:v>0.5</c:v>
                </c:pt>
                <c:pt idx="1842">
                  <c:v>0.5</c:v>
                </c:pt>
                <c:pt idx="1843">
                  <c:v>0.5</c:v>
                </c:pt>
                <c:pt idx="1844">
                  <c:v>0.5</c:v>
                </c:pt>
                <c:pt idx="1845">
                  <c:v>0.5</c:v>
                </c:pt>
                <c:pt idx="1846">
                  <c:v>0.5</c:v>
                </c:pt>
                <c:pt idx="1847">
                  <c:v>0.5</c:v>
                </c:pt>
                <c:pt idx="1848">
                  <c:v>0.5</c:v>
                </c:pt>
                <c:pt idx="1849">
                  <c:v>0.5</c:v>
                </c:pt>
                <c:pt idx="1850">
                  <c:v>0.5</c:v>
                </c:pt>
                <c:pt idx="1851">
                  <c:v>0.5</c:v>
                </c:pt>
                <c:pt idx="1852">
                  <c:v>0.5</c:v>
                </c:pt>
                <c:pt idx="1853">
                  <c:v>0.5</c:v>
                </c:pt>
                <c:pt idx="1854">
                  <c:v>0.5</c:v>
                </c:pt>
                <c:pt idx="1855">
                  <c:v>0.5</c:v>
                </c:pt>
                <c:pt idx="1856">
                  <c:v>0.5</c:v>
                </c:pt>
                <c:pt idx="1857">
                  <c:v>0.5</c:v>
                </c:pt>
                <c:pt idx="1858">
                  <c:v>0.5</c:v>
                </c:pt>
                <c:pt idx="1859">
                  <c:v>0.5</c:v>
                </c:pt>
                <c:pt idx="1860">
                  <c:v>0.5</c:v>
                </c:pt>
                <c:pt idx="1861">
                  <c:v>0.5</c:v>
                </c:pt>
                <c:pt idx="1862">
                  <c:v>0.5</c:v>
                </c:pt>
                <c:pt idx="1863">
                  <c:v>0.5</c:v>
                </c:pt>
                <c:pt idx="1864">
                  <c:v>0.5</c:v>
                </c:pt>
                <c:pt idx="1865">
                  <c:v>0.5</c:v>
                </c:pt>
                <c:pt idx="1866">
                  <c:v>0.5</c:v>
                </c:pt>
                <c:pt idx="1867">
                  <c:v>0.5</c:v>
                </c:pt>
                <c:pt idx="1868">
                  <c:v>0.5</c:v>
                </c:pt>
                <c:pt idx="1869">
                  <c:v>0.5</c:v>
                </c:pt>
                <c:pt idx="1870">
                  <c:v>0.5</c:v>
                </c:pt>
                <c:pt idx="1871">
                  <c:v>0.5</c:v>
                </c:pt>
                <c:pt idx="1872">
                  <c:v>0.5</c:v>
                </c:pt>
                <c:pt idx="1873">
                  <c:v>0.5</c:v>
                </c:pt>
                <c:pt idx="1874">
                  <c:v>0.5</c:v>
                </c:pt>
                <c:pt idx="1875">
                  <c:v>0.5</c:v>
                </c:pt>
                <c:pt idx="1876">
                  <c:v>0.5</c:v>
                </c:pt>
                <c:pt idx="1877">
                  <c:v>0.5</c:v>
                </c:pt>
                <c:pt idx="1878">
                  <c:v>0.5</c:v>
                </c:pt>
                <c:pt idx="1879">
                  <c:v>0.5</c:v>
                </c:pt>
                <c:pt idx="1880">
                  <c:v>0.5</c:v>
                </c:pt>
                <c:pt idx="1881">
                  <c:v>0.5</c:v>
                </c:pt>
                <c:pt idx="1882">
                  <c:v>0.5</c:v>
                </c:pt>
                <c:pt idx="1883">
                  <c:v>0.5</c:v>
                </c:pt>
                <c:pt idx="1884">
                  <c:v>0.5</c:v>
                </c:pt>
                <c:pt idx="1885">
                  <c:v>0.5</c:v>
                </c:pt>
                <c:pt idx="1886">
                  <c:v>0.5</c:v>
                </c:pt>
                <c:pt idx="1887">
                  <c:v>0.5</c:v>
                </c:pt>
                <c:pt idx="1888">
                  <c:v>0.5</c:v>
                </c:pt>
                <c:pt idx="1889">
                  <c:v>0.5</c:v>
                </c:pt>
                <c:pt idx="1890">
                  <c:v>0.5</c:v>
                </c:pt>
                <c:pt idx="1891">
                  <c:v>0.5</c:v>
                </c:pt>
                <c:pt idx="1892">
                  <c:v>0.5</c:v>
                </c:pt>
                <c:pt idx="1893">
                  <c:v>0.5</c:v>
                </c:pt>
                <c:pt idx="1894">
                  <c:v>0.5</c:v>
                </c:pt>
                <c:pt idx="1895">
                  <c:v>0.5</c:v>
                </c:pt>
                <c:pt idx="1896">
                  <c:v>0.5</c:v>
                </c:pt>
                <c:pt idx="1897">
                  <c:v>0.5</c:v>
                </c:pt>
                <c:pt idx="1898">
                  <c:v>0.5</c:v>
                </c:pt>
                <c:pt idx="1899">
                  <c:v>0.5</c:v>
                </c:pt>
                <c:pt idx="1900">
                  <c:v>0.5</c:v>
                </c:pt>
                <c:pt idx="1901">
                  <c:v>0.5</c:v>
                </c:pt>
                <c:pt idx="1902">
                  <c:v>0.5</c:v>
                </c:pt>
                <c:pt idx="1903">
                  <c:v>0.5</c:v>
                </c:pt>
                <c:pt idx="1904">
                  <c:v>0.5</c:v>
                </c:pt>
                <c:pt idx="1905">
                  <c:v>0.5</c:v>
                </c:pt>
                <c:pt idx="1906">
                  <c:v>0.5</c:v>
                </c:pt>
                <c:pt idx="1907">
                  <c:v>0.5</c:v>
                </c:pt>
                <c:pt idx="1908">
                  <c:v>0.5</c:v>
                </c:pt>
                <c:pt idx="1909">
                  <c:v>0.5</c:v>
                </c:pt>
                <c:pt idx="1910">
                  <c:v>0.5</c:v>
                </c:pt>
                <c:pt idx="1911">
                  <c:v>0.5</c:v>
                </c:pt>
                <c:pt idx="1912">
                  <c:v>0.5</c:v>
                </c:pt>
                <c:pt idx="1913">
                  <c:v>0.5</c:v>
                </c:pt>
                <c:pt idx="1914">
                  <c:v>0.5</c:v>
                </c:pt>
                <c:pt idx="1915">
                  <c:v>0.5</c:v>
                </c:pt>
                <c:pt idx="1916">
                  <c:v>0.5</c:v>
                </c:pt>
                <c:pt idx="1917">
                  <c:v>0.5</c:v>
                </c:pt>
                <c:pt idx="1918">
                  <c:v>0.5</c:v>
                </c:pt>
                <c:pt idx="1919">
                  <c:v>0.5</c:v>
                </c:pt>
                <c:pt idx="1920">
                  <c:v>0.5</c:v>
                </c:pt>
                <c:pt idx="1921">
                  <c:v>0.5</c:v>
                </c:pt>
                <c:pt idx="1922">
                  <c:v>0.5</c:v>
                </c:pt>
                <c:pt idx="1923">
                  <c:v>0.5</c:v>
                </c:pt>
                <c:pt idx="1924">
                  <c:v>0.5</c:v>
                </c:pt>
                <c:pt idx="1925">
                  <c:v>0.5</c:v>
                </c:pt>
                <c:pt idx="1926">
                  <c:v>0.5</c:v>
                </c:pt>
                <c:pt idx="1927">
                  <c:v>0.5</c:v>
                </c:pt>
                <c:pt idx="1928">
                  <c:v>0.5</c:v>
                </c:pt>
                <c:pt idx="1929">
                  <c:v>0.5</c:v>
                </c:pt>
                <c:pt idx="1930">
                  <c:v>0.5</c:v>
                </c:pt>
                <c:pt idx="1931">
                  <c:v>0.5</c:v>
                </c:pt>
                <c:pt idx="1932">
                  <c:v>0.5</c:v>
                </c:pt>
                <c:pt idx="1933">
                  <c:v>0.5</c:v>
                </c:pt>
                <c:pt idx="1934">
                  <c:v>0.5</c:v>
                </c:pt>
                <c:pt idx="1935">
                  <c:v>0.5</c:v>
                </c:pt>
                <c:pt idx="1936">
                  <c:v>0.5</c:v>
                </c:pt>
                <c:pt idx="1937">
                  <c:v>0.5</c:v>
                </c:pt>
                <c:pt idx="1938">
                  <c:v>0.5</c:v>
                </c:pt>
                <c:pt idx="1939">
                  <c:v>0.5</c:v>
                </c:pt>
                <c:pt idx="1940">
                  <c:v>0.5</c:v>
                </c:pt>
                <c:pt idx="1941">
                  <c:v>0.5</c:v>
                </c:pt>
                <c:pt idx="1942">
                  <c:v>0.5</c:v>
                </c:pt>
                <c:pt idx="1943">
                  <c:v>0.5</c:v>
                </c:pt>
                <c:pt idx="1944">
                  <c:v>0.5</c:v>
                </c:pt>
                <c:pt idx="1945">
                  <c:v>0.5</c:v>
                </c:pt>
                <c:pt idx="1946">
                  <c:v>0.5</c:v>
                </c:pt>
                <c:pt idx="1947">
                  <c:v>0.5</c:v>
                </c:pt>
                <c:pt idx="1948">
                  <c:v>0.5</c:v>
                </c:pt>
                <c:pt idx="1949">
                  <c:v>0.5</c:v>
                </c:pt>
                <c:pt idx="1950">
                  <c:v>0.5</c:v>
                </c:pt>
                <c:pt idx="1951">
                  <c:v>0.5</c:v>
                </c:pt>
                <c:pt idx="1952">
                  <c:v>0.5</c:v>
                </c:pt>
                <c:pt idx="1953">
                  <c:v>0.5</c:v>
                </c:pt>
                <c:pt idx="1954">
                  <c:v>0.5</c:v>
                </c:pt>
                <c:pt idx="1955">
                  <c:v>0.5</c:v>
                </c:pt>
                <c:pt idx="1956">
                  <c:v>0.5</c:v>
                </c:pt>
                <c:pt idx="1957">
                  <c:v>0.5</c:v>
                </c:pt>
                <c:pt idx="1958">
                  <c:v>0.5</c:v>
                </c:pt>
                <c:pt idx="1959">
                  <c:v>0.5</c:v>
                </c:pt>
                <c:pt idx="1960">
                  <c:v>0.5</c:v>
                </c:pt>
                <c:pt idx="1961">
                  <c:v>0.5</c:v>
                </c:pt>
                <c:pt idx="1962">
                  <c:v>0.5</c:v>
                </c:pt>
                <c:pt idx="1963">
                  <c:v>0.5</c:v>
                </c:pt>
                <c:pt idx="1964">
                  <c:v>0.5</c:v>
                </c:pt>
                <c:pt idx="1965">
                  <c:v>0.5</c:v>
                </c:pt>
                <c:pt idx="1966">
                  <c:v>0.5</c:v>
                </c:pt>
                <c:pt idx="1967">
                  <c:v>0.5</c:v>
                </c:pt>
                <c:pt idx="1968">
                  <c:v>0.5</c:v>
                </c:pt>
                <c:pt idx="1969">
                  <c:v>0.5</c:v>
                </c:pt>
                <c:pt idx="1970">
                  <c:v>0.5</c:v>
                </c:pt>
                <c:pt idx="1971">
                  <c:v>0.5</c:v>
                </c:pt>
                <c:pt idx="1972">
                  <c:v>0.5</c:v>
                </c:pt>
                <c:pt idx="1973">
                  <c:v>0.5</c:v>
                </c:pt>
                <c:pt idx="1974">
                  <c:v>0.5</c:v>
                </c:pt>
                <c:pt idx="1975">
                  <c:v>0.5</c:v>
                </c:pt>
                <c:pt idx="1976">
                  <c:v>0.5</c:v>
                </c:pt>
                <c:pt idx="1977">
                  <c:v>0.5</c:v>
                </c:pt>
                <c:pt idx="1978">
                  <c:v>0.5</c:v>
                </c:pt>
                <c:pt idx="1979">
                  <c:v>0.5</c:v>
                </c:pt>
                <c:pt idx="1980">
                  <c:v>0.5</c:v>
                </c:pt>
                <c:pt idx="1981">
                  <c:v>0.5</c:v>
                </c:pt>
                <c:pt idx="1982">
                  <c:v>0.5</c:v>
                </c:pt>
                <c:pt idx="1983">
                  <c:v>0.5</c:v>
                </c:pt>
                <c:pt idx="1984">
                  <c:v>0.5</c:v>
                </c:pt>
                <c:pt idx="1985">
                  <c:v>0.5</c:v>
                </c:pt>
                <c:pt idx="1986">
                  <c:v>0.5</c:v>
                </c:pt>
                <c:pt idx="1987">
                  <c:v>0.5</c:v>
                </c:pt>
                <c:pt idx="1988">
                  <c:v>0.5</c:v>
                </c:pt>
                <c:pt idx="1989">
                  <c:v>0.5</c:v>
                </c:pt>
                <c:pt idx="1990">
                  <c:v>0.5</c:v>
                </c:pt>
                <c:pt idx="1991">
                  <c:v>0.5</c:v>
                </c:pt>
                <c:pt idx="1992">
                  <c:v>0.5</c:v>
                </c:pt>
                <c:pt idx="1993">
                  <c:v>0.5</c:v>
                </c:pt>
                <c:pt idx="1994">
                  <c:v>0.5</c:v>
                </c:pt>
                <c:pt idx="1995">
                  <c:v>0.5</c:v>
                </c:pt>
                <c:pt idx="1996">
                  <c:v>0.5</c:v>
                </c:pt>
                <c:pt idx="1997">
                  <c:v>0.5</c:v>
                </c:pt>
                <c:pt idx="1998">
                  <c:v>0.5</c:v>
                </c:pt>
                <c:pt idx="1999">
                  <c:v>0.5</c:v>
                </c:pt>
                <c:pt idx="2000">
                  <c:v>0.5</c:v>
                </c:pt>
                <c:pt idx="2001">
                  <c:v>0.5</c:v>
                </c:pt>
                <c:pt idx="2002">
                  <c:v>0.5</c:v>
                </c:pt>
                <c:pt idx="2003">
                  <c:v>0.5</c:v>
                </c:pt>
                <c:pt idx="2004">
                  <c:v>0.5</c:v>
                </c:pt>
                <c:pt idx="2005">
                  <c:v>0.5</c:v>
                </c:pt>
                <c:pt idx="2006">
                  <c:v>0.5</c:v>
                </c:pt>
                <c:pt idx="2007">
                  <c:v>0.5</c:v>
                </c:pt>
                <c:pt idx="2008">
                  <c:v>0.5</c:v>
                </c:pt>
                <c:pt idx="2009">
                  <c:v>0.5</c:v>
                </c:pt>
                <c:pt idx="2010">
                  <c:v>0.5</c:v>
                </c:pt>
                <c:pt idx="2011">
                  <c:v>0.5</c:v>
                </c:pt>
                <c:pt idx="2012">
                  <c:v>0.5</c:v>
                </c:pt>
                <c:pt idx="2013">
                  <c:v>0.5</c:v>
                </c:pt>
                <c:pt idx="2014">
                  <c:v>0.5</c:v>
                </c:pt>
                <c:pt idx="2015">
                  <c:v>0.5</c:v>
                </c:pt>
                <c:pt idx="2016">
                  <c:v>0.5</c:v>
                </c:pt>
                <c:pt idx="2017">
                  <c:v>0.5</c:v>
                </c:pt>
                <c:pt idx="2018">
                  <c:v>0.5</c:v>
                </c:pt>
                <c:pt idx="2019">
                  <c:v>0.5</c:v>
                </c:pt>
                <c:pt idx="2020">
                  <c:v>0.5</c:v>
                </c:pt>
                <c:pt idx="2021">
                  <c:v>0.5</c:v>
                </c:pt>
                <c:pt idx="2022">
                  <c:v>0.5</c:v>
                </c:pt>
                <c:pt idx="2023">
                  <c:v>0.5</c:v>
                </c:pt>
                <c:pt idx="2024">
                  <c:v>0.5</c:v>
                </c:pt>
                <c:pt idx="2025">
                  <c:v>0.5</c:v>
                </c:pt>
                <c:pt idx="2026">
                  <c:v>0.5</c:v>
                </c:pt>
                <c:pt idx="2027">
                  <c:v>0.5</c:v>
                </c:pt>
                <c:pt idx="2028">
                  <c:v>0.5</c:v>
                </c:pt>
                <c:pt idx="2029">
                  <c:v>0.5</c:v>
                </c:pt>
                <c:pt idx="2030">
                  <c:v>0.5</c:v>
                </c:pt>
                <c:pt idx="2031">
                  <c:v>0.5</c:v>
                </c:pt>
                <c:pt idx="2032">
                  <c:v>0.5</c:v>
                </c:pt>
                <c:pt idx="2033">
                  <c:v>0.5</c:v>
                </c:pt>
                <c:pt idx="2034">
                  <c:v>0.5</c:v>
                </c:pt>
                <c:pt idx="2035">
                  <c:v>0.5</c:v>
                </c:pt>
                <c:pt idx="2036">
                  <c:v>0.5</c:v>
                </c:pt>
                <c:pt idx="2037">
                  <c:v>0.5</c:v>
                </c:pt>
                <c:pt idx="2038">
                  <c:v>0.5</c:v>
                </c:pt>
                <c:pt idx="2039">
                  <c:v>0.5</c:v>
                </c:pt>
                <c:pt idx="2040">
                  <c:v>0.5</c:v>
                </c:pt>
                <c:pt idx="2041">
                  <c:v>0.5</c:v>
                </c:pt>
                <c:pt idx="2042">
                  <c:v>0.5</c:v>
                </c:pt>
                <c:pt idx="2043">
                  <c:v>0.5</c:v>
                </c:pt>
                <c:pt idx="2044">
                  <c:v>0.5</c:v>
                </c:pt>
                <c:pt idx="2045">
                  <c:v>0.5</c:v>
                </c:pt>
                <c:pt idx="2046">
                  <c:v>0.5</c:v>
                </c:pt>
                <c:pt idx="2047">
                  <c:v>0.5</c:v>
                </c:pt>
                <c:pt idx="2048">
                  <c:v>0.5</c:v>
                </c:pt>
                <c:pt idx="2049">
                  <c:v>0.5</c:v>
                </c:pt>
                <c:pt idx="2050">
                  <c:v>0.5</c:v>
                </c:pt>
                <c:pt idx="2051">
                  <c:v>0.5</c:v>
                </c:pt>
                <c:pt idx="2052">
                  <c:v>0.5</c:v>
                </c:pt>
                <c:pt idx="2053">
                  <c:v>0.5</c:v>
                </c:pt>
                <c:pt idx="2054">
                  <c:v>0.5</c:v>
                </c:pt>
                <c:pt idx="2055">
                  <c:v>0.5</c:v>
                </c:pt>
                <c:pt idx="2056">
                  <c:v>0.5</c:v>
                </c:pt>
                <c:pt idx="2057">
                  <c:v>0.5</c:v>
                </c:pt>
                <c:pt idx="2058">
                  <c:v>0.5</c:v>
                </c:pt>
                <c:pt idx="2059">
                  <c:v>0.5</c:v>
                </c:pt>
                <c:pt idx="2060">
                  <c:v>0.5</c:v>
                </c:pt>
                <c:pt idx="2061">
                  <c:v>0.5</c:v>
                </c:pt>
                <c:pt idx="2062">
                  <c:v>0.5</c:v>
                </c:pt>
                <c:pt idx="2063">
                  <c:v>0.5</c:v>
                </c:pt>
                <c:pt idx="2064">
                  <c:v>0.5</c:v>
                </c:pt>
                <c:pt idx="2065">
                  <c:v>0.5</c:v>
                </c:pt>
                <c:pt idx="2066">
                  <c:v>0.5</c:v>
                </c:pt>
                <c:pt idx="2067">
                  <c:v>0.5</c:v>
                </c:pt>
                <c:pt idx="2068">
                  <c:v>0.5</c:v>
                </c:pt>
                <c:pt idx="2069">
                  <c:v>0.5</c:v>
                </c:pt>
                <c:pt idx="2070">
                  <c:v>0.5</c:v>
                </c:pt>
                <c:pt idx="2071">
                  <c:v>0.5</c:v>
                </c:pt>
                <c:pt idx="2072">
                  <c:v>0.5</c:v>
                </c:pt>
                <c:pt idx="2073">
                  <c:v>0.5</c:v>
                </c:pt>
                <c:pt idx="2074">
                  <c:v>0.5</c:v>
                </c:pt>
                <c:pt idx="2075">
                  <c:v>0.5</c:v>
                </c:pt>
                <c:pt idx="2076">
                  <c:v>0.5</c:v>
                </c:pt>
                <c:pt idx="2077">
                  <c:v>0.5</c:v>
                </c:pt>
                <c:pt idx="2078">
                  <c:v>0.5</c:v>
                </c:pt>
                <c:pt idx="2079">
                  <c:v>0.5</c:v>
                </c:pt>
                <c:pt idx="2080">
                  <c:v>0.5</c:v>
                </c:pt>
                <c:pt idx="2081">
                  <c:v>0.5</c:v>
                </c:pt>
                <c:pt idx="2082">
                  <c:v>0.5</c:v>
                </c:pt>
                <c:pt idx="2083">
                  <c:v>0.5</c:v>
                </c:pt>
                <c:pt idx="2084">
                  <c:v>0.5</c:v>
                </c:pt>
                <c:pt idx="2085">
                  <c:v>0.5</c:v>
                </c:pt>
                <c:pt idx="2086">
                  <c:v>0.5</c:v>
                </c:pt>
                <c:pt idx="2087">
                  <c:v>0.5</c:v>
                </c:pt>
                <c:pt idx="2088">
                  <c:v>0.5</c:v>
                </c:pt>
                <c:pt idx="2089">
                  <c:v>0.5</c:v>
                </c:pt>
                <c:pt idx="2090">
                  <c:v>0.5</c:v>
                </c:pt>
                <c:pt idx="2091">
                  <c:v>0.5</c:v>
                </c:pt>
                <c:pt idx="2092">
                  <c:v>0.5</c:v>
                </c:pt>
                <c:pt idx="2093">
                  <c:v>0.5</c:v>
                </c:pt>
                <c:pt idx="2094">
                  <c:v>0.5</c:v>
                </c:pt>
                <c:pt idx="2095">
                  <c:v>0.5</c:v>
                </c:pt>
                <c:pt idx="2096">
                  <c:v>0.5</c:v>
                </c:pt>
                <c:pt idx="2097">
                  <c:v>0.5</c:v>
                </c:pt>
                <c:pt idx="2098">
                  <c:v>0.5</c:v>
                </c:pt>
                <c:pt idx="2099">
                  <c:v>0.5</c:v>
                </c:pt>
                <c:pt idx="2100">
                  <c:v>0.5</c:v>
                </c:pt>
                <c:pt idx="2101">
                  <c:v>0.5</c:v>
                </c:pt>
                <c:pt idx="2102">
                  <c:v>0.5</c:v>
                </c:pt>
                <c:pt idx="2103">
                  <c:v>0.5</c:v>
                </c:pt>
                <c:pt idx="2104">
                  <c:v>0.5</c:v>
                </c:pt>
                <c:pt idx="2105">
                  <c:v>0.5</c:v>
                </c:pt>
                <c:pt idx="2106">
                  <c:v>0.5</c:v>
                </c:pt>
                <c:pt idx="2107">
                  <c:v>0.5</c:v>
                </c:pt>
                <c:pt idx="2108">
                  <c:v>0.5</c:v>
                </c:pt>
                <c:pt idx="2109">
                  <c:v>0.5</c:v>
                </c:pt>
                <c:pt idx="2110">
                  <c:v>0.5</c:v>
                </c:pt>
                <c:pt idx="2111">
                  <c:v>0.5</c:v>
                </c:pt>
                <c:pt idx="2112">
                  <c:v>0.5</c:v>
                </c:pt>
                <c:pt idx="2113">
                  <c:v>0.5</c:v>
                </c:pt>
                <c:pt idx="2114">
                  <c:v>0.5</c:v>
                </c:pt>
                <c:pt idx="2115">
                  <c:v>0.5</c:v>
                </c:pt>
                <c:pt idx="2116">
                  <c:v>0.5</c:v>
                </c:pt>
                <c:pt idx="2117">
                  <c:v>0.5</c:v>
                </c:pt>
                <c:pt idx="2118">
                  <c:v>0.5</c:v>
                </c:pt>
                <c:pt idx="2119">
                  <c:v>0.5</c:v>
                </c:pt>
                <c:pt idx="2120">
                  <c:v>0.5</c:v>
                </c:pt>
                <c:pt idx="2121">
                  <c:v>0.5</c:v>
                </c:pt>
                <c:pt idx="2122">
                  <c:v>0.5</c:v>
                </c:pt>
                <c:pt idx="2123">
                  <c:v>0.5</c:v>
                </c:pt>
                <c:pt idx="2124">
                  <c:v>0.5</c:v>
                </c:pt>
                <c:pt idx="2125">
                  <c:v>0.5</c:v>
                </c:pt>
                <c:pt idx="2126">
                  <c:v>0.5</c:v>
                </c:pt>
                <c:pt idx="2127">
                  <c:v>0.5</c:v>
                </c:pt>
                <c:pt idx="2128">
                  <c:v>0.5</c:v>
                </c:pt>
                <c:pt idx="2129">
                  <c:v>0.5</c:v>
                </c:pt>
                <c:pt idx="2130">
                  <c:v>0.5</c:v>
                </c:pt>
                <c:pt idx="2131">
                  <c:v>0.5</c:v>
                </c:pt>
                <c:pt idx="2132">
                  <c:v>0.5</c:v>
                </c:pt>
                <c:pt idx="2133">
                  <c:v>0.5</c:v>
                </c:pt>
                <c:pt idx="2134">
                  <c:v>0.5</c:v>
                </c:pt>
                <c:pt idx="2135">
                  <c:v>0.5</c:v>
                </c:pt>
                <c:pt idx="2136">
                  <c:v>0.5</c:v>
                </c:pt>
                <c:pt idx="2137">
                  <c:v>0.5</c:v>
                </c:pt>
                <c:pt idx="2138">
                  <c:v>0.5</c:v>
                </c:pt>
                <c:pt idx="2139">
                  <c:v>0.5</c:v>
                </c:pt>
                <c:pt idx="2140">
                  <c:v>0.5</c:v>
                </c:pt>
                <c:pt idx="2141">
                  <c:v>0.5</c:v>
                </c:pt>
                <c:pt idx="2142">
                  <c:v>0.5</c:v>
                </c:pt>
                <c:pt idx="2143">
                  <c:v>0.5</c:v>
                </c:pt>
                <c:pt idx="2144">
                  <c:v>0.5</c:v>
                </c:pt>
                <c:pt idx="2145">
                  <c:v>0.5</c:v>
                </c:pt>
                <c:pt idx="2146">
                  <c:v>0.5</c:v>
                </c:pt>
                <c:pt idx="2147">
                  <c:v>0.5</c:v>
                </c:pt>
                <c:pt idx="2148">
                  <c:v>0.5</c:v>
                </c:pt>
                <c:pt idx="2149">
                  <c:v>0.5</c:v>
                </c:pt>
                <c:pt idx="2150">
                  <c:v>0.5</c:v>
                </c:pt>
                <c:pt idx="2151">
                  <c:v>0.5</c:v>
                </c:pt>
                <c:pt idx="2152">
                  <c:v>0.5</c:v>
                </c:pt>
                <c:pt idx="2153">
                  <c:v>0.5</c:v>
                </c:pt>
                <c:pt idx="2154">
                  <c:v>0.5</c:v>
                </c:pt>
                <c:pt idx="2155">
                  <c:v>0.5</c:v>
                </c:pt>
                <c:pt idx="2156">
                  <c:v>0.5</c:v>
                </c:pt>
                <c:pt idx="2157">
                  <c:v>0.5</c:v>
                </c:pt>
                <c:pt idx="2158">
                  <c:v>0.5</c:v>
                </c:pt>
                <c:pt idx="2159">
                  <c:v>0.5</c:v>
                </c:pt>
                <c:pt idx="2160">
                  <c:v>0.5</c:v>
                </c:pt>
                <c:pt idx="2161">
                  <c:v>0.5</c:v>
                </c:pt>
                <c:pt idx="2162">
                  <c:v>0.5</c:v>
                </c:pt>
                <c:pt idx="2163">
                  <c:v>0.5</c:v>
                </c:pt>
                <c:pt idx="2164">
                  <c:v>0.5</c:v>
                </c:pt>
                <c:pt idx="2165">
                  <c:v>0.5</c:v>
                </c:pt>
                <c:pt idx="2166">
                  <c:v>0.5</c:v>
                </c:pt>
                <c:pt idx="2167">
                  <c:v>0.5</c:v>
                </c:pt>
                <c:pt idx="2168">
                  <c:v>0.5</c:v>
                </c:pt>
                <c:pt idx="2169">
                  <c:v>0.5</c:v>
                </c:pt>
                <c:pt idx="2170">
                  <c:v>0.5</c:v>
                </c:pt>
                <c:pt idx="2171">
                  <c:v>0.5</c:v>
                </c:pt>
                <c:pt idx="2172">
                  <c:v>0.5</c:v>
                </c:pt>
                <c:pt idx="2173">
                  <c:v>0.5</c:v>
                </c:pt>
                <c:pt idx="2174">
                  <c:v>0.5</c:v>
                </c:pt>
                <c:pt idx="2175">
                  <c:v>0.5</c:v>
                </c:pt>
                <c:pt idx="2176">
                  <c:v>0.5</c:v>
                </c:pt>
                <c:pt idx="2177">
                  <c:v>0.5</c:v>
                </c:pt>
                <c:pt idx="2178">
                  <c:v>0.5</c:v>
                </c:pt>
                <c:pt idx="2179">
                  <c:v>0.5</c:v>
                </c:pt>
                <c:pt idx="2180">
                  <c:v>0.5</c:v>
                </c:pt>
                <c:pt idx="2181">
                  <c:v>0.5</c:v>
                </c:pt>
                <c:pt idx="2182">
                  <c:v>0.5</c:v>
                </c:pt>
                <c:pt idx="2183">
                  <c:v>0.5</c:v>
                </c:pt>
                <c:pt idx="2184">
                  <c:v>0.5</c:v>
                </c:pt>
                <c:pt idx="2185">
                  <c:v>0.5</c:v>
                </c:pt>
                <c:pt idx="2186">
                  <c:v>0.5</c:v>
                </c:pt>
                <c:pt idx="2187">
                  <c:v>0.5</c:v>
                </c:pt>
                <c:pt idx="2188">
                  <c:v>0.5</c:v>
                </c:pt>
                <c:pt idx="2189">
                  <c:v>0.5</c:v>
                </c:pt>
                <c:pt idx="2190">
                  <c:v>0.5</c:v>
                </c:pt>
                <c:pt idx="2191">
                  <c:v>0.5</c:v>
                </c:pt>
                <c:pt idx="2192">
                  <c:v>0.5</c:v>
                </c:pt>
                <c:pt idx="2193">
                  <c:v>0.5</c:v>
                </c:pt>
                <c:pt idx="2194">
                  <c:v>0.5</c:v>
                </c:pt>
                <c:pt idx="2195">
                  <c:v>0.5</c:v>
                </c:pt>
                <c:pt idx="2196">
                  <c:v>0.5</c:v>
                </c:pt>
                <c:pt idx="2197">
                  <c:v>0.5</c:v>
                </c:pt>
                <c:pt idx="2198">
                  <c:v>0.5</c:v>
                </c:pt>
                <c:pt idx="2199">
                  <c:v>0.5</c:v>
                </c:pt>
                <c:pt idx="2200">
                  <c:v>0.5</c:v>
                </c:pt>
                <c:pt idx="2201">
                  <c:v>0.5</c:v>
                </c:pt>
                <c:pt idx="2202">
                  <c:v>0.5</c:v>
                </c:pt>
                <c:pt idx="2203">
                  <c:v>0.5</c:v>
                </c:pt>
                <c:pt idx="2204">
                  <c:v>0.5</c:v>
                </c:pt>
                <c:pt idx="2205">
                  <c:v>0.5</c:v>
                </c:pt>
                <c:pt idx="2206">
                  <c:v>0.5</c:v>
                </c:pt>
                <c:pt idx="2207">
                  <c:v>0.5</c:v>
                </c:pt>
                <c:pt idx="2208">
                  <c:v>0.5</c:v>
                </c:pt>
                <c:pt idx="2209">
                  <c:v>0.5</c:v>
                </c:pt>
                <c:pt idx="2210">
                  <c:v>0.5</c:v>
                </c:pt>
                <c:pt idx="2211">
                  <c:v>0.5</c:v>
                </c:pt>
                <c:pt idx="2212">
                  <c:v>0.5</c:v>
                </c:pt>
                <c:pt idx="2213">
                  <c:v>0.5</c:v>
                </c:pt>
                <c:pt idx="2214">
                  <c:v>0.5</c:v>
                </c:pt>
                <c:pt idx="2215">
                  <c:v>0.5</c:v>
                </c:pt>
                <c:pt idx="2216">
                  <c:v>0.5</c:v>
                </c:pt>
                <c:pt idx="2217">
                  <c:v>0.5</c:v>
                </c:pt>
                <c:pt idx="2218">
                  <c:v>0.5</c:v>
                </c:pt>
                <c:pt idx="2219">
                  <c:v>0.5</c:v>
                </c:pt>
                <c:pt idx="2220">
                  <c:v>0.5</c:v>
                </c:pt>
                <c:pt idx="2221">
                  <c:v>0.5</c:v>
                </c:pt>
                <c:pt idx="2222">
                  <c:v>0.5</c:v>
                </c:pt>
                <c:pt idx="2223">
                  <c:v>0.5</c:v>
                </c:pt>
                <c:pt idx="2224">
                  <c:v>0.5</c:v>
                </c:pt>
                <c:pt idx="2225">
                  <c:v>0.5</c:v>
                </c:pt>
                <c:pt idx="2226">
                  <c:v>0.5</c:v>
                </c:pt>
                <c:pt idx="2227">
                  <c:v>0.5</c:v>
                </c:pt>
                <c:pt idx="2228">
                  <c:v>0.5</c:v>
                </c:pt>
                <c:pt idx="2229">
                  <c:v>0.5</c:v>
                </c:pt>
                <c:pt idx="2230">
                  <c:v>0.5</c:v>
                </c:pt>
                <c:pt idx="2231">
                  <c:v>0.5</c:v>
                </c:pt>
                <c:pt idx="2232">
                  <c:v>0.5</c:v>
                </c:pt>
                <c:pt idx="2233">
                  <c:v>0.5</c:v>
                </c:pt>
                <c:pt idx="2234">
                  <c:v>0.5</c:v>
                </c:pt>
                <c:pt idx="2235">
                  <c:v>0.5</c:v>
                </c:pt>
                <c:pt idx="2236">
                  <c:v>0.5</c:v>
                </c:pt>
                <c:pt idx="2237">
                  <c:v>0.5</c:v>
                </c:pt>
                <c:pt idx="2238">
                  <c:v>0.5</c:v>
                </c:pt>
                <c:pt idx="2239">
                  <c:v>0.5</c:v>
                </c:pt>
                <c:pt idx="2240">
                  <c:v>0.5</c:v>
                </c:pt>
                <c:pt idx="2241">
                  <c:v>0.5</c:v>
                </c:pt>
                <c:pt idx="2242">
                  <c:v>0.5</c:v>
                </c:pt>
                <c:pt idx="2243">
                  <c:v>0.5</c:v>
                </c:pt>
                <c:pt idx="2244">
                  <c:v>0.5</c:v>
                </c:pt>
                <c:pt idx="2245">
                  <c:v>0.5</c:v>
                </c:pt>
                <c:pt idx="2246">
                  <c:v>0.5</c:v>
                </c:pt>
                <c:pt idx="2247">
                  <c:v>0.5</c:v>
                </c:pt>
                <c:pt idx="2248">
                  <c:v>0.5</c:v>
                </c:pt>
                <c:pt idx="2249">
                  <c:v>0.5</c:v>
                </c:pt>
                <c:pt idx="2250">
                  <c:v>0.5</c:v>
                </c:pt>
                <c:pt idx="2251">
                  <c:v>0.5</c:v>
                </c:pt>
                <c:pt idx="2252">
                  <c:v>0.5</c:v>
                </c:pt>
                <c:pt idx="2253">
                  <c:v>0.5</c:v>
                </c:pt>
                <c:pt idx="2254">
                  <c:v>0.5</c:v>
                </c:pt>
                <c:pt idx="2255">
                  <c:v>0.5</c:v>
                </c:pt>
                <c:pt idx="2256">
                  <c:v>0.5</c:v>
                </c:pt>
                <c:pt idx="2257">
                  <c:v>0.5</c:v>
                </c:pt>
                <c:pt idx="2258">
                  <c:v>0.5</c:v>
                </c:pt>
                <c:pt idx="2259">
                  <c:v>0.5</c:v>
                </c:pt>
                <c:pt idx="2260">
                  <c:v>0.5</c:v>
                </c:pt>
                <c:pt idx="2261">
                  <c:v>0.5</c:v>
                </c:pt>
                <c:pt idx="2262">
                  <c:v>0.5</c:v>
                </c:pt>
                <c:pt idx="2263">
                  <c:v>0.5</c:v>
                </c:pt>
                <c:pt idx="2264">
                  <c:v>0.5</c:v>
                </c:pt>
                <c:pt idx="2265">
                  <c:v>0.5</c:v>
                </c:pt>
                <c:pt idx="2266">
                  <c:v>0.5</c:v>
                </c:pt>
                <c:pt idx="2267">
                  <c:v>0.5</c:v>
                </c:pt>
                <c:pt idx="2268">
                  <c:v>0.5</c:v>
                </c:pt>
                <c:pt idx="2269">
                  <c:v>0.5</c:v>
                </c:pt>
                <c:pt idx="2270">
                  <c:v>0.5</c:v>
                </c:pt>
                <c:pt idx="2271">
                  <c:v>0.5</c:v>
                </c:pt>
                <c:pt idx="2272">
                  <c:v>0.5</c:v>
                </c:pt>
                <c:pt idx="2273">
                  <c:v>0.5</c:v>
                </c:pt>
                <c:pt idx="2274">
                  <c:v>0.5</c:v>
                </c:pt>
                <c:pt idx="2275">
                  <c:v>0.5</c:v>
                </c:pt>
                <c:pt idx="2276">
                  <c:v>0.5</c:v>
                </c:pt>
                <c:pt idx="2277">
                  <c:v>0.5</c:v>
                </c:pt>
                <c:pt idx="2278">
                  <c:v>0.5</c:v>
                </c:pt>
                <c:pt idx="2279">
                  <c:v>0.5</c:v>
                </c:pt>
                <c:pt idx="2280">
                  <c:v>0.5</c:v>
                </c:pt>
                <c:pt idx="2281">
                  <c:v>0.5</c:v>
                </c:pt>
                <c:pt idx="2282">
                  <c:v>0.5</c:v>
                </c:pt>
                <c:pt idx="2283">
                  <c:v>0.5</c:v>
                </c:pt>
                <c:pt idx="2284">
                  <c:v>0.5</c:v>
                </c:pt>
                <c:pt idx="2285">
                  <c:v>0.5</c:v>
                </c:pt>
                <c:pt idx="2286">
                  <c:v>0.5</c:v>
                </c:pt>
                <c:pt idx="2287">
                  <c:v>0.5</c:v>
                </c:pt>
                <c:pt idx="2288">
                  <c:v>0.5</c:v>
                </c:pt>
                <c:pt idx="2289">
                  <c:v>0.5</c:v>
                </c:pt>
                <c:pt idx="2290">
                  <c:v>0.5</c:v>
                </c:pt>
                <c:pt idx="2291">
                  <c:v>0.5</c:v>
                </c:pt>
                <c:pt idx="2292">
                  <c:v>0.5</c:v>
                </c:pt>
                <c:pt idx="2293">
                  <c:v>0.5</c:v>
                </c:pt>
                <c:pt idx="2294">
                  <c:v>0.5</c:v>
                </c:pt>
                <c:pt idx="2295">
                  <c:v>0.5</c:v>
                </c:pt>
                <c:pt idx="2296">
                  <c:v>0.5</c:v>
                </c:pt>
                <c:pt idx="2297">
                  <c:v>0.5</c:v>
                </c:pt>
                <c:pt idx="2298">
                  <c:v>0.5</c:v>
                </c:pt>
                <c:pt idx="2299">
                  <c:v>0.5</c:v>
                </c:pt>
                <c:pt idx="2300">
                  <c:v>0.5</c:v>
                </c:pt>
                <c:pt idx="2301">
                  <c:v>0.5</c:v>
                </c:pt>
                <c:pt idx="2302">
                  <c:v>0.5</c:v>
                </c:pt>
                <c:pt idx="2303">
                  <c:v>0.5</c:v>
                </c:pt>
                <c:pt idx="2304">
                  <c:v>0.5</c:v>
                </c:pt>
                <c:pt idx="2305">
                  <c:v>0.5</c:v>
                </c:pt>
                <c:pt idx="2306">
                  <c:v>0.5</c:v>
                </c:pt>
                <c:pt idx="2307">
                  <c:v>0.5</c:v>
                </c:pt>
                <c:pt idx="2308">
                  <c:v>0.5</c:v>
                </c:pt>
                <c:pt idx="2309">
                  <c:v>0.5</c:v>
                </c:pt>
                <c:pt idx="2310">
                  <c:v>0.5</c:v>
                </c:pt>
                <c:pt idx="2311">
                  <c:v>0.5</c:v>
                </c:pt>
                <c:pt idx="2312">
                  <c:v>0.5</c:v>
                </c:pt>
                <c:pt idx="2313">
                  <c:v>0.5</c:v>
                </c:pt>
                <c:pt idx="2314">
                  <c:v>0.5</c:v>
                </c:pt>
                <c:pt idx="2315">
                  <c:v>0.5</c:v>
                </c:pt>
                <c:pt idx="2316">
                  <c:v>0.5</c:v>
                </c:pt>
                <c:pt idx="2317">
                  <c:v>0.5</c:v>
                </c:pt>
                <c:pt idx="2318">
                  <c:v>0.5</c:v>
                </c:pt>
                <c:pt idx="2319">
                  <c:v>0.5</c:v>
                </c:pt>
                <c:pt idx="2320">
                  <c:v>0.5</c:v>
                </c:pt>
                <c:pt idx="2321">
                  <c:v>0.5</c:v>
                </c:pt>
                <c:pt idx="2322">
                  <c:v>0.5</c:v>
                </c:pt>
                <c:pt idx="2323">
                  <c:v>0.5</c:v>
                </c:pt>
                <c:pt idx="2324">
                  <c:v>0.5</c:v>
                </c:pt>
                <c:pt idx="2325">
                  <c:v>0.5</c:v>
                </c:pt>
                <c:pt idx="2326">
                  <c:v>0.5</c:v>
                </c:pt>
                <c:pt idx="2327">
                  <c:v>0.5</c:v>
                </c:pt>
                <c:pt idx="2328">
                  <c:v>0.5</c:v>
                </c:pt>
                <c:pt idx="2329">
                  <c:v>0.5</c:v>
                </c:pt>
                <c:pt idx="2330">
                  <c:v>0.5</c:v>
                </c:pt>
                <c:pt idx="2331">
                  <c:v>0.5</c:v>
                </c:pt>
                <c:pt idx="2332">
                  <c:v>0.5</c:v>
                </c:pt>
                <c:pt idx="2333">
                  <c:v>0.5</c:v>
                </c:pt>
                <c:pt idx="2334">
                  <c:v>0.5</c:v>
                </c:pt>
                <c:pt idx="2335">
                  <c:v>0.5</c:v>
                </c:pt>
                <c:pt idx="2336">
                  <c:v>0.5</c:v>
                </c:pt>
                <c:pt idx="2337">
                  <c:v>0.5</c:v>
                </c:pt>
                <c:pt idx="2338">
                  <c:v>0.5</c:v>
                </c:pt>
                <c:pt idx="2339">
                  <c:v>0.5</c:v>
                </c:pt>
                <c:pt idx="2340">
                  <c:v>0.5</c:v>
                </c:pt>
                <c:pt idx="2341">
                  <c:v>0.5</c:v>
                </c:pt>
                <c:pt idx="2342">
                  <c:v>0.5</c:v>
                </c:pt>
                <c:pt idx="2343">
                  <c:v>0.5</c:v>
                </c:pt>
                <c:pt idx="2344">
                  <c:v>0.5</c:v>
                </c:pt>
                <c:pt idx="2345">
                  <c:v>0.5</c:v>
                </c:pt>
                <c:pt idx="2346">
                  <c:v>0.5</c:v>
                </c:pt>
                <c:pt idx="2347">
                  <c:v>0.5</c:v>
                </c:pt>
                <c:pt idx="2348">
                  <c:v>0.5</c:v>
                </c:pt>
                <c:pt idx="2349">
                  <c:v>0.5</c:v>
                </c:pt>
                <c:pt idx="2350">
                  <c:v>0.5</c:v>
                </c:pt>
                <c:pt idx="2351">
                  <c:v>0.5</c:v>
                </c:pt>
                <c:pt idx="2352">
                  <c:v>0.5</c:v>
                </c:pt>
                <c:pt idx="2353">
                  <c:v>0.5</c:v>
                </c:pt>
                <c:pt idx="2354">
                  <c:v>0.5</c:v>
                </c:pt>
                <c:pt idx="2355">
                  <c:v>0.5</c:v>
                </c:pt>
                <c:pt idx="2356">
                  <c:v>0.5</c:v>
                </c:pt>
                <c:pt idx="2357">
                  <c:v>0.5</c:v>
                </c:pt>
                <c:pt idx="2358">
                  <c:v>0.5</c:v>
                </c:pt>
                <c:pt idx="2359">
                  <c:v>0.5</c:v>
                </c:pt>
                <c:pt idx="2360">
                  <c:v>0.5</c:v>
                </c:pt>
                <c:pt idx="2361">
                  <c:v>0.5</c:v>
                </c:pt>
                <c:pt idx="2362">
                  <c:v>0.5</c:v>
                </c:pt>
                <c:pt idx="2363">
                  <c:v>0.5</c:v>
                </c:pt>
                <c:pt idx="2364">
                  <c:v>0.5</c:v>
                </c:pt>
                <c:pt idx="2365">
                  <c:v>0.5</c:v>
                </c:pt>
                <c:pt idx="2366">
                  <c:v>0.5</c:v>
                </c:pt>
                <c:pt idx="2367">
                  <c:v>0.5</c:v>
                </c:pt>
                <c:pt idx="2368">
                  <c:v>0.5</c:v>
                </c:pt>
                <c:pt idx="2369">
                  <c:v>0.5</c:v>
                </c:pt>
                <c:pt idx="2370">
                  <c:v>0.5</c:v>
                </c:pt>
                <c:pt idx="2371">
                  <c:v>0.5</c:v>
                </c:pt>
                <c:pt idx="2372">
                  <c:v>0.5</c:v>
                </c:pt>
                <c:pt idx="2373">
                  <c:v>0.5</c:v>
                </c:pt>
                <c:pt idx="2374">
                  <c:v>0.5</c:v>
                </c:pt>
                <c:pt idx="2375">
                  <c:v>0.5</c:v>
                </c:pt>
                <c:pt idx="2376">
                  <c:v>0.5</c:v>
                </c:pt>
                <c:pt idx="2377">
                  <c:v>0.5</c:v>
                </c:pt>
                <c:pt idx="2378">
                  <c:v>0.5</c:v>
                </c:pt>
                <c:pt idx="2379">
                  <c:v>0.5</c:v>
                </c:pt>
                <c:pt idx="2380">
                  <c:v>0.5</c:v>
                </c:pt>
                <c:pt idx="2381">
                  <c:v>0.5</c:v>
                </c:pt>
                <c:pt idx="2382">
                  <c:v>0.5</c:v>
                </c:pt>
                <c:pt idx="2383">
                  <c:v>0.5</c:v>
                </c:pt>
                <c:pt idx="2384">
                  <c:v>0.5</c:v>
                </c:pt>
                <c:pt idx="2385">
                  <c:v>0.5</c:v>
                </c:pt>
                <c:pt idx="2386">
                  <c:v>0.5</c:v>
                </c:pt>
                <c:pt idx="2387">
                  <c:v>0.5</c:v>
                </c:pt>
                <c:pt idx="2388">
                  <c:v>0.5</c:v>
                </c:pt>
                <c:pt idx="2389">
                  <c:v>0.5</c:v>
                </c:pt>
                <c:pt idx="2390">
                  <c:v>0.5</c:v>
                </c:pt>
                <c:pt idx="2391">
                  <c:v>0.5</c:v>
                </c:pt>
                <c:pt idx="2392">
                  <c:v>0.5</c:v>
                </c:pt>
                <c:pt idx="2393">
                  <c:v>0.5</c:v>
                </c:pt>
                <c:pt idx="2394">
                  <c:v>0.5</c:v>
                </c:pt>
                <c:pt idx="2395">
                  <c:v>0.5</c:v>
                </c:pt>
                <c:pt idx="2396">
                  <c:v>0.5</c:v>
                </c:pt>
                <c:pt idx="2397">
                  <c:v>0.5</c:v>
                </c:pt>
                <c:pt idx="2398">
                  <c:v>0.5</c:v>
                </c:pt>
                <c:pt idx="2399">
                  <c:v>0.5</c:v>
                </c:pt>
                <c:pt idx="2400">
                  <c:v>0.5</c:v>
                </c:pt>
                <c:pt idx="2401">
                  <c:v>0.5</c:v>
                </c:pt>
                <c:pt idx="2402">
                  <c:v>0.5</c:v>
                </c:pt>
                <c:pt idx="2403">
                  <c:v>0.5</c:v>
                </c:pt>
                <c:pt idx="2404">
                  <c:v>0.5</c:v>
                </c:pt>
                <c:pt idx="2405">
                  <c:v>0.5</c:v>
                </c:pt>
                <c:pt idx="2406">
                  <c:v>0.5</c:v>
                </c:pt>
                <c:pt idx="2407">
                  <c:v>0.5</c:v>
                </c:pt>
                <c:pt idx="2408">
                  <c:v>0.5</c:v>
                </c:pt>
                <c:pt idx="2409">
                  <c:v>0.5</c:v>
                </c:pt>
                <c:pt idx="2410">
                  <c:v>0.5</c:v>
                </c:pt>
                <c:pt idx="2411">
                  <c:v>0.5</c:v>
                </c:pt>
                <c:pt idx="2412">
                  <c:v>0.5</c:v>
                </c:pt>
                <c:pt idx="2413">
                  <c:v>0.5</c:v>
                </c:pt>
                <c:pt idx="2414">
                  <c:v>0.5</c:v>
                </c:pt>
                <c:pt idx="2415">
                  <c:v>0.5</c:v>
                </c:pt>
                <c:pt idx="2416">
                  <c:v>0.5</c:v>
                </c:pt>
                <c:pt idx="2417">
                  <c:v>0.5</c:v>
                </c:pt>
                <c:pt idx="2418">
                  <c:v>0.5</c:v>
                </c:pt>
                <c:pt idx="2419">
                  <c:v>0.5</c:v>
                </c:pt>
                <c:pt idx="2420">
                  <c:v>0.5</c:v>
                </c:pt>
                <c:pt idx="2421">
                  <c:v>0.5</c:v>
                </c:pt>
                <c:pt idx="2422">
                  <c:v>0.5</c:v>
                </c:pt>
                <c:pt idx="2423">
                  <c:v>0.5</c:v>
                </c:pt>
                <c:pt idx="2424">
                  <c:v>0.5</c:v>
                </c:pt>
                <c:pt idx="2425">
                  <c:v>0.5</c:v>
                </c:pt>
                <c:pt idx="2426">
                  <c:v>0.5</c:v>
                </c:pt>
                <c:pt idx="2427">
                  <c:v>0.5</c:v>
                </c:pt>
                <c:pt idx="2428">
                  <c:v>0.5</c:v>
                </c:pt>
                <c:pt idx="2429">
                  <c:v>0.5</c:v>
                </c:pt>
                <c:pt idx="2430">
                  <c:v>0.5</c:v>
                </c:pt>
                <c:pt idx="2431">
                  <c:v>0.5</c:v>
                </c:pt>
                <c:pt idx="2432">
                  <c:v>0.5</c:v>
                </c:pt>
                <c:pt idx="2433">
                  <c:v>0.5</c:v>
                </c:pt>
                <c:pt idx="2434">
                  <c:v>0.5</c:v>
                </c:pt>
                <c:pt idx="2435">
                  <c:v>0.5</c:v>
                </c:pt>
                <c:pt idx="2436">
                  <c:v>0.5</c:v>
                </c:pt>
                <c:pt idx="2437">
                  <c:v>0.5</c:v>
                </c:pt>
                <c:pt idx="2438">
                  <c:v>0.5</c:v>
                </c:pt>
                <c:pt idx="2439">
                  <c:v>0.5</c:v>
                </c:pt>
                <c:pt idx="2440">
                  <c:v>0.5</c:v>
                </c:pt>
                <c:pt idx="2441">
                  <c:v>0.5</c:v>
                </c:pt>
                <c:pt idx="2442">
                  <c:v>0.5</c:v>
                </c:pt>
                <c:pt idx="2443">
                  <c:v>0.5</c:v>
                </c:pt>
                <c:pt idx="2444">
                  <c:v>0.5</c:v>
                </c:pt>
                <c:pt idx="2445">
                  <c:v>0.5</c:v>
                </c:pt>
                <c:pt idx="2446">
                  <c:v>0.5</c:v>
                </c:pt>
                <c:pt idx="2447">
                  <c:v>0.5</c:v>
                </c:pt>
                <c:pt idx="2448">
                  <c:v>0.5</c:v>
                </c:pt>
                <c:pt idx="2449">
                  <c:v>0.5</c:v>
                </c:pt>
                <c:pt idx="2450">
                  <c:v>0.5</c:v>
                </c:pt>
                <c:pt idx="2451">
                  <c:v>0.5</c:v>
                </c:pt>
                <c:pt idx="2452">
                  <c:v>0.5</c:v>
                </c:pt>
                <c:pt idx="2453">
                  <c:v>0.5</c:v>
                </c:pt>
                <c:pt idx="2454">
                  <c:v>0.5</c:v>
                </c:pt>
                <c:pt idx="2455">
                  <c:v>0.5</c:v>
                </c:pt>
                <c:pt idx="2456">
                  <c:v>0.5</c:v>
                </c:pt>
                <c:pt idx="2457">
                  <c:v>0.5</c:v>
                </c:pt>
                <c:pt idx="2458">
                  <c:v>0.5</c:v>
                </c:pt>
                <c:pt idx="2459">
                  <c:v>0.5</c:v>
                </c:pt>
                <c:pt idx="2460">
                  <c:v>0.5</c:v>
                </c:pt>
                <c:pt idx="2461">
                  <c:v>0.5</c:v>
                </c:pt>
                <c:pt idx="2462">
                  <c:v>0.5</c:v>
                </c:pt>
                <c:pt idx="2463">
                  <c:v>0.5</c:v>
                </c:pt>
                <c:pt idx="2464">
                  <c:v>0.5</c:v>
                </c:pt>
                <c:pt idx="2465">
                  <c:v>0.5</c:v>
                </c:pt>
                <c:pt idx="2466">
                  <c:v>0.5</c:v>
                </c:pt>
                <c:pt idx="2467">
                  <c:v>0.5</c:v>
                </c:pt>
                <c:pt idx="2468">
                  <c:v>0.5</c:v>
                </c:pt>
                <c:pt idx="2469">
                  <c:v>0.5</c:v>
                </c:pt>
                <c:pt idx="2470">
                  <c:v>0.5</c:v>
                </c:pt>
                <c:pt idx="2471">
                  <c:v>0.5</c:v>
                </c:pt>
                <c:pt idx="2472">
                  <c:v>0.5</c:v>
                </c:pt>
                <c:pt idx="2473">
                  <c:v>0.5</c:v>
                </c:pt>
                <c:pt idx="2474">
                  <c:v>0.5</c:v>
                </c:pt>
                <c:pt idx="2475">
                  <c:v>0.5</c:v>
                </c:pt>
                <c:pt idx="2476">
                  <c:v>0.5</c:v>
                </c:pt>
                <c:pt idx="2477">
                  <c:v>0.5</c:v>
                </c:pt>
                <c:pt idx="2478">
                  <c:v>0.5</c:v>
                </c:pt>
                <c:pt idx="2479">
                  <c:v>0.5</c:v>
                </c:pt>
                <c:pt idx="2480">
                  <c:v>0.5</c:v>
                </c:pt>
                <c:pt idx="2481">
                  <c:v>0.5</c:v>
                </c:pt>
                <c:pt idx="2482">
                  <c:v>0.5</c:v>
                </c:pt>
                <c:pt idx="2483">
                  <c:v>0.5</c:v>
                </c:pt>
                <c:pt idx="2484">
                  <c:v>0.5</c:v>
                </c:pt>
                <c:pt idx="2485">
                  <c:v>0.5</c:v>
                </c:pt>
                <c:pt idx="2486">
                  <c:v>0.5</c:v>
                </c:pt>
                <c:pt idx="2487">
                  <c:v>0.5</c:v>
                </c:pt>
                <c:pt idx="2488">
                  <c:v>0.5</c:v>
                </c:pt>
                <c:pt idx="2489">
                  <c:v>0.5</c:v>
                </c:pt>
                <c:pt idx="2490">
                  <c:v>0.5</c:v>
                </c:pt>
                <c:pt idx="2491">
                  <c:v>0.5</c:v>
                </c:pt>
                <c:pt idx="2492">
                  <c:v>0.5</c:v>
                </c:pt>
                <c:pt idx="2493">
                  <c:v>0.5</c:v>
                </c:pt>
                <c:pt idx="2494">
                  <c:v>0.5</c:v>
                </c:pt>
                <c:pt idx="2495">
                  <c:v>0.5</c:v>
                </c:pt>
                <c:pt idx="2496">
                  <c:v>0.5</c:v>
                </c:pt>
                <c:pt idx="2497">
                  <c:v>0.5</c:v>
                </c:pt>
                <c:pt idx="2498">
                  <c:v>0.5</c:v>
                </c:pt>
                <c:pt idx="2499">
                  <c:v>0.5</c:v>
                </c:pt>
                <c:pt idx="2500">
                  <c:v>0.5</c:v>
                </c:pt>
                <c:pt idx="2501">
                  <c:v>0.5</c:v>
                </c:pt>
                <c:pt idx="2502">
                  <c:v>0.5</c:v>
                </c:pt>
                <c:pt idx="2503">
                  <c:v>0.5</c:v>
                </c:pt>
                <c:pt idx="2504">
                  <c:v>0.5</c:v>
                </c:pt>
                <c:pt idx="2505">
                  <c:v>0.5</c:v>
                </c:pt>
                <c:pt idx="2506">
                  <c:v>0.5</c:v>
                </c:pt>
                <c:pt idx="2507">
                  <c:v>0.5</c:v>
                </c:pt>
                <c:pt idx="2508">
                  <c:v>0.5</c:v>
                </c:pt>
                <c:pt idx="2509">
                  <c:v>0.5</c:v>
                </c:pt>
                <c:pt idx="2510">
                  <c:v>0.5</c:v>
                </c:pt>
                <c:pt idx="2511">
                  <c:v>0.5</c:v>
                </c:pt>
                <c:pt idx="2512">
                  <c:v>0.5</c:v>
                </c:pt>
                <c:pt idx="2513">
                  <c:v>0.5</c:v>
                </c:pt>
                <c:pt idx="2514">
                  <c:v>0.5</c:v>
                </c:pt>
                <c:pt idx="2515">
                  <c:v>0.5</c:v>
                </c:pt>
                <c:pt idx="2516">
                  <c:v>0.5</c:v>
                </c:pt>
                <c:pt idx="2517">
                  <c:v>0.5</c:v>
                </c:pt>
                <c:pt idx="2518">
                  <c:v>0.5</c:v>
                </c:pt>
                <c:pt idx="2519">
                  <c:v>0.5</c:v>
                </c:pt>
                <c:pt idx="2520">
                  <c:v>0.5</c:v>
                </c:pt>
                <c:pt idx="2521">
                  <c:v>0.5</c:v>
                </c:pt>
                <c:pt idx="2522">
                  <c:v>0.5</c:v>
                </c:pt>
                <c:pt idx="2523">
                  <c:v>0.5</c:v>
                </c:pt>
                <c:pt idx="2524">
                  <c:v>0.5</c:v>
                </c:pt>
                <c:pt idx="2525">
                  <c:v>0.5</c:v>
                </c:pt>
                <c:pt idx="2526">
                  <c:v>0.5</c:v>
                </c:pt>
                <c:pt idx="2527">
                  <c:v>0.5</c:v>
                </c:pt>
                <c:pt idx="2528">
                  <c:v>0.5</c:v>
                </c:pt>
                <c:pt idx="2529">
                  <c:v>0.5</c:v>
                </c:pt>
                <c:pt idx="2530">
                  <c:v>0.5</c:v>
                </c:pt>
                <c:pt idx="2531">
                  <c:v>0.5</c:v>
                </c:pt>
                <c:pt idx="2532">
                  <c:v>0.5</c:v>
                </c:pt>
                <c:pt idx="2533">
                  <c:v>0.5</c:v>
                </c:pt>
                <c:pt idx="2534">
                  <c:v>0.5</c:v>
                </c:pt>
                <c:pt idx="2535">
                  <c:v>0.5</c:v>
                </c:pt>
                <c:pt idx="2536">
                  <c:v>0.5</c:v>
                </c:pt>
                <c:pt idx="2537">
                  <c:v>0.5</c:v>
                </c:pt>
                <c:pt idx="2538">
                  <c:v>0.5</c:v>
                </c:pt>
                <c:pt idx="2539">
                  <c:v>0.5</c:v>
                </c:pt>
                <c:pt idx="2540">
                  <c:v>0.5</c:v>
                </c:pt>
                <c:pt idx="2541">
                  <c:v>0.5</c:v>
                </c:pt>
                <c:pt idx="2542">
                  <c:v>0.5</c:v>
                </c:pt>
                <c:pt idx="2543">
                  <c:v>0.5</c:v>
                </c:pt>
                <c:pt idx="2544">
                  <c:v>0.5</c:v>
                </c:pt>
                <c:pt idx="2545">
                  <c:v>0.5</c:v>
                </c:pt>
                <c:pt idx="2546">
                  <c:v>0.5</c:v>
                </c:pt>
                <c:pt idx="2547">
                  <c:v>0.5</c:v>
                </c:pt>
                <c:pt idx="2548">
                  <c:v>0.5</c:v>
                </c:pt>
                <c:pt idx="2549">
                  <c:v>0.5</c:v>
                </c:pt>
                <c:pt idx="2550">
                  <c:v>0.5</c:v>
                </c:pt>
                <c:pt idx="2551">
                  <c:v>0.5</c:v>
                </c:pt>
                <c:pt idx="2552">
                  <c:v>0.5</c:v>
                </c:pt>
                <c:pt idx="2553">
                  <c:v>0.5</c:v>
                </c:pt>
                <c:pt idx="2554">
                  <c:v>0.5</c:v>
                </c:pt>
                <c:pt idx="2555">
                  <c:v>0.5</c:v>
                </c:pt>
                <c:pt idx="2556">
                  <c:v>0.5</c:v>
                </c:pt>
                <c:pt idx="2557">
                  <c:v>0.5</c:v>
                </c:pt>
                <c:pt idx="2558">
                  <c:v>0.5</c:v>
                </c:pt>
                <c:pt idx="2559">
                  <c:v>0.5</c:v>
                </c:pt>
                <c:pt idx="2560">
                  <c:v>0.5</c:v>
                </c:pt>
                <c:pt idx="2561">
                  <c:v>0.5</c:v>
                </c:pt>
                <c:pt idx="2562">
                  <c:v>0.5</c:v>
                </c:pt>
                <c:pt idx="2563">
                  <c:v>0.5</c:v>
                </c:pt>
                <c:pt idx="2564">
                  <c:v>0.5</c:v>
                </c:pt>
                <c:pt idx="2565">
                  <c:v>0.5</c:v>
                </c:pt>
                <c:pt idx="2566">
                  <c:v>0.5</c:v>
                </c:pt>
                <c:pt idx="2567">
                  <c:v>0.5</c:v>
                </c:pt>
                <c:pt idx="2568">
                  <c:v>0.5</c:v>
                </c:pt>
                <c:pt idx="2569">
                  <c:v>0.5</c:v>
                </c:pt>
                <c:pt idx="2570">
                  <c:v>0.5</c:v>
                </c:pt>
                <c:pt idx="2571">
                  <c:v>0.5</c:v>
                </c:pt>
                <c:pt idx="2572">
                  <c:v>0.5</c:v>
                </c:pt>
                <c:pt idx="2573">
                  <c:v>0.5</c:v>
                </c:pt>
                <c:pt idx="2574">
                  <c:v>0.5</c:v>
                </c:pt>
                <c:pt idx="2575">
                  <c:v>0.5</c:v>
                </c:pt>
                <c:pt idx="2576">
                  <c:v>0.5</c:v>
                </c:pt>
                <c:pt idx="2577">
                  <c:v>0.5</c:v>
                </c:pt>
                <c:pt idx="2578">
                  <c:v>0.5</c:v>
                </c:pt>
                <c:pt idx="2579">
                  <c:v>0.5</c:v>
                </c:pt>
                <c:pt idx="2580">
                  <c:v>0.5</c:v>
                </c:pt>
                <c:pt idx="2581">
                  <c:v>0.5</c:v>
                </c:pt>
                <c:pt idx="2582">
                  <c:v>0.5</c:v>
                </c:pt>
                <c:pt idx="2583">
                  <c:v>0.5</c:v>
                </c:pt>
                <c:pt idx="2584">
                  <c:v>0.5</c:v>
                </c:pt>
                <c:pt idx="2585">
                  <c:v>0.5</c:v>
                </c:pt>
                <c:pt idx="2586">
                  <c:v>0.5</c:v>
                </c:pt>
                <c:pt idx="2587">
                  <c:v>0.5</c:v>
                </c:pt>
                <c:pt idx="2588">
                  <c:v>0.5</c:v>
                </c:pt>
                <c:pt idx="2589">
                  <c:v>0.5</c:v>
                </c:pt>
                <c:pt idx="2590">
                  <c:v>0.5</c:v>
                </c:pt>
                <c:pt idx="2591">
                  <c:v>0.5</c:v>
                </c:pt>
                <c:pt idx="2592">
                  <c:v>0.5</c:v>
                </c:pt>
                <c:pt idx="2593">
                  <c:v>0.5</c:v>
                </c:pt>
                <c:pt idx="2594">
                  <c:v>0.5</c:v>
                </c:pt>
                <c:pt idx="2595">
                  <c:v>0.5</c:v>
                </c:pt>
                <c:pt idx="2596">
                  <c:v>0.5</c:v>
                </c:pt>
                <c:pt idx="2597">
                  <c:v>0.5</c:v>
                </c:pt>
                <c:pt idx="2598">
                  <c:v>0.5</c:v>
                </c:pt>
                <c:pt idx="2599">
                  <c:v>0.5</c:v>
                </c:pt>
                <c:pt idx="2600">
                  <c:v>0.5</c:v>
                </c:pt>
                <c:pt idx="2601">
                  <c:v>0.5</c:v>
                </c:pt>
                <c:pt idx="2602">
                  <c:v>0.5</c:v>
                </c:pt>
                <c:pt idx="2603">
                  <c:v>0.5</c:v>
                </c:pt>
                <c:pt idx="2604">
                  <c:v>0.5</c:v>
                </c:pt>
                <c:pt idx="2605">
                  <c:v>0.5</c:v>
                </c:pt>
                <c:pt idx="2606">
                  <c:v>0.5</c:v>
                </c:pt>
                <c:pt idx="2607">
                  <c:v>0.5</c:v>
                </c:pt>
                <c:pt idx="2608">
                  <c:v>0.5</c:v>
                </c:pt>
                <c:pt idx="2609">
                  <c:v>0.5</c:v>
                </c:pt>
                <c:pt idx="2610">
                  <c:v>0.5</c:v>
                </c:pt>
                <c:pt idx="2611">
                  <c:v>0.5</c:v>
                </c:pt>
                <c:pt idx="2612">
                  <c:v>0.5</c:v>
                </c:pt>
                <c:pt idx="2613">
                  <c:v>0.5</c:v>
                </c:pt>
                <c:pt idx="2614">
                  <c:v>0.5</c:v>
                </c:pt>
                <c:pt idx="2615">
                  <c:v>0.5</c:v>
                </c:pt>
                <c:pt idx="2616">
                  <c:v>0.5</c:v>
                </c:pt>
                <c:pt idx="2617">
                  <c:v>0.5</c:v>
                </c:pt>
                <c:pt idx="2618">
                  <c:v>0.5</c:v>
                </c:pt>
                <c:pt idx="2619">
                  <c:v>0.5</c:v>
                </c:pt>
                <c:pt idx="2620">
                  <c:v>0.5</c:v>
                </c:pt>
                <c:pt idx="2621">
                  <c:v>0.5</c:v>
                </c:pt>
                <c:pt idx="2622">
                  <c:v>0.5</c:v>
                </c:pt>
                <c:pt idx="2623">
                  <c:v>0.5</c:v>
                </c:pt>
                <c:pt idx="2624">
                  <c:v>0.5</c:v>
                </c:pt>
                <c:pt idx="2625">
                  <c:v>0.5</c:v>
                </c:pt>
                <c:pt idx="2626">
                  <c:v>0.5</c:v>
                </c:pt>
                <c:pt idx="2627">
                  <c:v>0.5</c:v>
                </c:pt>
                <c:pt idx="2628">
                  <c:v>0.5</c:v>
                </c:pt>
                <c:pt idx="2629">
                  <c:v>0.5</c:v>
                </c:pt>
                <c:pt idx="2630">
                  <c:v>0.5</c:v>
                </c:pt>
                <c:pt idx="2631">
                  <c:v>0.5</c:v>
                </c:pt>
                <c:pt idx="2632">
                  <c:v>0.5</c:v>
                </c:pt>
                <c:pt idx="2633">
                  <c:v>0.5</c:v>
                </c:pt>
                <c:pt idx="2634">
                  <c:v>0.5</c:v>
                </c:pt>
                <c:pt idx="2635">
                  <c:v>0.5</c:v>
                </c:pt>
                <c:pt idx="2636">
                  <c:v>0.5</c:v>
                </c:pt>
                <c:pt idx="2637">
                  <c:v>0.5</c:v>
                </c:pt>
                <c:pt idx="2638">
                  <c:v>0.5</c:v>
                </c:pt>
                <c:pt idx="2639">
                  <c:v>0.5</c:v>
                </c:pt>
                <c:pt idx="2640">
                  <c:v>0.5</c:v>
                </c:pt>
                <c:pt idx="2641">
                  <c:v>0.5</c:v>
                </c:pt>
                <c:pt idx="2642">
                  <c:v>0.5</c:v>
                </c:pt>
                <c:pt idx="2643">
                  <c:v>0.5</c:v>
                </c:pt>
                <c:pt idx="2644">
                  <c:v>0.5</c:v>
                </c:pt>
                <c:pt idx="2645">
                  <c:v>0.5</c:v>
                </c:pt>
                <c:pt idx="2646">
                  <c:v>0.5</c:v>
                </c:pt>
                <c:pt idx="2647">
                  <c:v>0.5</c:v>
                </c:pt>
                <c:pt idx="2648">
                  <c:v>0.5</c:v>
                </c:pt>
                <c:pt idx="2649">
                  <c:v>0.5</c:v>
                </c:pt>
                <c:pt idx="2650">
                  <c:v>0.5</c:v>
                </c:pt>
                <c:pt idx="2651">
                  <c:v>0.5</c:v>
                </c:pt>
                <c:pt idx="2652">
                  <c:v>0.5</c:v>
                </c:pt>
                <c:pt idx="2653">
                  <c:v>0.5</c:v>
                </c:pt>
                <c:pt idx="2654">
                  <c:v>0.5</c:v>
                </c:pt>
                <c:pt idx="2655">
                  <c:v>0.5</c:v>
                </c:pt>
                <c:pt idx="2656">
                  <c:v>0.5</c:v>
                </c:pt>
                <c:pt idx="2657">
                  <c:v>0.5</c:v>
                </c:pt>
                <c:pt idx="2658">
                  <c:v>0.5</c:v>
                </c:pt>
                <c:pt idx="2659">
                  <c:v>0.5</c:v>
                </c:pt>
                <c:pt idx="2660">
                  <c:v>0.5</c:v>
                </c:pt>
                <c:pt idx="2661">
                  <c:v>0.5</c:v>
                </c:pt>
                <c:pt idx="2662">
                  <c:v>0.5</c:v>
                </c:pt>
                <c:pt idx="2663">
                  <c:v>0.5</c:v>
                </c:pt>
                <c:pt idx="2664">
                  <c:v>0.5</c:v>
                </c:pt>
                <c:pt idx="2665">
                  <c:v>0.5</c:v>
                </c:pt>
                <c:pt idx="2666">
                  <c:v>0.5</c:v>
                </c:pt>
                <c:pt idx="2667">
                  <c:v>0.5</c:v>
                </c:pt>
                <c:pt idx="2668">
                  <c:v>0.5</c:v>
                </c:pt>
                <c:pt idx="2669">
                  <c:v>0.5</c:v>
                </c:pt>
                <c:pt idx="2670">
                  <c:v>0.5</c:v>
                </c:pt>
                <c:pt idx="2671">
                  <c:v>0.5</c:v>
                </c:pt>
                <c:pt idx="2672">
                  <c:v>0.5</c:v>
                </c:pt>
                <c:pt idx="2673">
                  <c:v>0.5</c:v>
                </c:pt>
                <c:pt idx="2674">
                  <c:v>0.5</c:v>
                </c:pt>
                <c:pt idx="2675">
                  <c:v>0.5</c:v>
                </c:pt>
                <c:pt idx="2676">
                  <c:v>0.5</c:v>
                </c:pt>
                <c:pt idx="2677">
                  <c:v>0.5</c:v>
                </c:pt>
                <c:pt idx="2678">
                  <c:v>0.5</c:v>
                </c:pt>
                <c:pt idx="2679">
                  <c:v>0.5</c:v>
                </c:pt>
                <c:pt idx="2680">
                  <c:v>0.5</c:v>
                </c:pt>
                <c:pt idx="2681">
                  <c:v>0.5</c:v>
                </c:pt>
                <c:pt idx="2682">
                  <c:v>0.5</c:v>
                </c:pt>
                <c:pt idx="2683">
                  <c:v>0.5</c:v>
                </c:pt>
                <c:pt idx="2684">
                  <c:v>0.5</c:v>
                </c:pt>
                <c:pt idx="2685">
                  <c:v>0.5</c:v>
                </c:pt>
                <c:pt idx="2686">
                  <c:v>0.5</c:v>
                </c:pt>
                <c:pt idx="2687">
                  <c:v>0.5</c:v>
                </c:pt>
                <c:pt idx="2688">
                  <c:v>0.5</c:v>
                </c:pt>
                <c:pt idx="2689">
                  <c:v>0.5</c:v>
                </c:pt>
                <c:pt idx="2690">
                  <c:v>0.5</c:v>
                </c:pt>
                <c:pt idx="2691">
                  <c:v>0.5</c:v>
                </c:pt>
                <c:pt idx="2692">
                  <c:v>0.5</c:v>
                </c:pt>
                <c:pt idx="2693">
                  <c:v>0.5</c:v>
                </c:pt>
                <c:pt idx="2694">
                  <c:v>0.5</c:v>
                </c:pt>
                <c:pt idx="2695">
                  <c:v>0.5</c:v>
                </c:pt>
                <c:pt idx="2696">
                  <c:v>0.5</c:v>
                </c:pt>
                <c:pt idx="2697">
                  <c:v>0.5</c:v>
                </c:pt>
                <c:pt idx="2698">
                  <c:v>0.5</c:v>
                </c:pt>
                <c:pt idx="2699">
                  <c:v>0.5</c:v>
                </c:pt>
                <c:pt idx="2700">
                  <c:v>0.5</c:v>
                </c:pt>
                <c:pt idx="2701">
                  <c:v>0.5</c:v>
                </c:pt>
                <c:pt idx="2702">
                  <c:v>0.5</c:v>
                </c:pt>
                <c:pt idx="2703">
                  <c:v>0.5</c:v>
                </c:pt>
                <c:pt idx="2704">
                  <c:v>0.5</c:v>
                </c:pt>
                <c:pt idx="2705">
                  <c:v>0.5</c:v>
                </c:pt>
                <c:pt idx="2706">
                  <c:v>0.5</c:v>
                </c:pt>
                <c:pt idx="2707">
                  <c:v>0.5</c:v>
                </c:pt>
                <c:pt idx="2708">
                  <c:v>0.5</c:v>
                </c:pt>
                <c:pt idx="2709">
                  <c:v>0.5</c:v>
                </c:pt>
                <c:pt idx="2710">
                  <c:v>0.5</c:v>
                </c:pt>
                <c:pt idx="2711">
                  <c:v>0.5</c:v>
                </c:pt>
                <c:pt idx="2712">
                  <c:v>0.5</c:v>
                </c:pt>
                <c:pt idx="2713">
                  <c:v>0.5</c:v>
                </c:pt>
                <c:pt idx="2714">
                  <c:v>0.5</c:v>
                </c:pt>
                <c:pt idx="2715">
                  <c:v>0.5</c:v>
                </c:pt>
                <c:pt idx="2716">
                  <c:v>0.5</c:v>
                </c:pt>
                <c:pt idx="2717">
                  <c:v>0.5</c:v>
                </c:pt>
                <c:pt idx="2718">
                  <c:v>0.5</c:v>
                </c:pt>
                <c:pt idx="2719">
                  <c:v>0.5</c:v>
                </c:pt>
                <c:pt idx="2720">
                  <c:v>0.5</c:v>
                </c:pt>
                <c:pt idx="2721">
                  <c:v>0.5</c:v>
                </c:pt>
                <c:pt idx="2722">
                  <c:v>0.5</c:v>
                </c:pt>
                <c:pt idx="2723">
                  <c:v>0.5</c:v>
                </c:pt>
                <c:pt idx="2724">
                  <c:v>0.5</c:v>
                </c:pt>
                <c:pt idx="2725">
                  <c:v>0.5</c:v>
                </c:pt>
                <c:pt idx="2726">
                  <c:v>0.5</c:v>
                </c:pt>
                <c:pt idx="2727">
                  <c:v>0.5</c:v>
                </c:pt>
                <c:pt idx="2728">
                  <c:v>0.5</c:v>
                </c:pt>
                <c:pt idx="2729">
                  <c:v>0.5</c:v>
                </c:pt>
                <c:pt idx="2730">
                  <c:v>0.5</c:v>
                </c:pt>
                <c:pt idx="2731">
                  <c:v>0.5</c:v>
                </c:pt>
                <c:pt idx="2732">
                  <c:v>0.5</c:v>
                </c:pt>
                <c:pt idx="2733">
                  <c:v>0.5</c:v>
                </c:pt>
                <c:pt idx="2734">
                  <c:v>0.5</c:v>
                </c:pt>
                <c:pt idx="2735">
                  <c:v>0.5</c:v>
                </c:pt>
                <c:pt idx="2736">
                  <c:v>0.5</c:v>
                </c:pt>
                <c:pt idx="2737">
                  <c:v>0.5</c:v>
                </c:pt>
                <c:pt idx="2738">
                  <c:v>0.5</c:v>
                </c:pt>
                <c:pt idx="2739">
                  <c:v>0.5</c:v>
                </c:pt>
                <c:pt idx="2740">
                  <c:v>0.5</c:v>
                </c:pt>
                <c:pt idx="2741">
                  <c:v>0.5</c:v>
                </c:pt>
                <c:pt idx="2742">
                  <c:v>0.5</c:v>
                </c:pt>
                <c:pt idx="2743">
                  <c:v>0.5</c:v>
                </c:pt>
                <c:pt idx="2744">
                  <c:v>0.5</c:v>
                </c:pt>
                <c:pt idx="2745">
                  <c:v>0.5</c:v>
                </c:pt>
                <c:pt idx="2746">
                  <c:v>0.5</c:v>
                </c:pt>
                <c:pt idx="2747">
                  <c:v>0.5</c:v>
                </c:pt>
                <c:pt idx="2748">
                  <c:v>0.5</c:v>
                </c:pt>
                <c:pt idx="2749">
                  <c:v>0.5</c:v>
                </c:pt>
                <c:pt idx="2750">
                  <c:v>0.5</c:v>
                </c:pt>
                <c:pt idx="2751">
                  <c:v>0.5</c:v>
                </c:pt>
                <c:pt idx="2752">
                  <c:v>0.5</c:v>
                </c:pt>
                <c:pt idx="2753">
                  <c:v>0.5</c:v>
                </c:pt>
                <c:pt idx="2754">
                  <c:v>0.5</c:v>
                </c:pt>
                <c:pt idx="2755">
                  <c:v>0.5</c:v>
                </c:pt>
                <c:pt idx="2756">
                  <c:v>0.5</c:v>
                </c:pt>
                <c:pt idx="2757">
                  <c:v>0.5</c:v>
                </c:pt>
                <c:pt idx="2758">
                  <c:v>0.5</c:v>
                </c:pt>
                <c:pt idx="2759">
                  <c:v>0.5</c:v>
                </c:pt>
                <c:pt idx="2760">
                  <c:v>0.5</c:v>
                </c:pt>
                <c:pt idx="2761">
                  <c:v>0.5</c:v>
                </c:pt>
                <c:pt idx="2762">
                  <c:v>0.5</c:v>
                </c:pt>
                <c:pt idx="2763">
                  <c:v>0.5</c:v>
                </c:pt>
                <c:pt idx="2764">
                  <c:v>0.5</c:v>
                </c:pt>
                <c:pt idx="2765">
                  <c:v>0.5</c:v>
                </c:pt>
                <c:pt idx="2766">
                  <c:v>0.5</c:v>
                </c:pt>
                <c:pt idx="2767">
                  <c:v>0.5</c:v>
                </c:pt>
                <c:pt idx="2768">
                  <c:v>0.5</c:v>
                </c:pt>
                <c:pt idx="2769">
                  <c:v>0.5</c:v>
                </c:pt>
                <c:pt idx="2770">
                  <c:v>0.5</c:v>
                </c:pt>
                <c:pt idx="2771">
                  <c:v>0.5</c:v>
                </c:pt>
                <c:pt idx="2772">
                  <c:v>0.5</c:v>
                </c:pt>
                <c:pt idx="2773">
                  <c:v>0.5</c:v>
                </c:pt>
                <c:pt idx="2774">
                  <c:v>0.5</c:v>
                </c:pt>
                <c:pt idx="2775">
                  <c:v>0.5</c:v>
                </c:pt>
                <c:pt idx="2776">
                  <c:v>0.5</c:v>
                </c:pt>
                <c:pt idx="2777">
                  <c:v>0.5</c:v>
                </c:pt>
                <c:pt idx="2778">
                  <c:v>0.5</c:v>
                </c:pt>
                <c:pt idx="2779">
                  <c:v>0.5</c:v>
                </c:pt>
                <c:pt idx="2780">
                  <c:v>0.5</c:v>
                </c:pt>
                <c:pt idx="2781">
                  <c:v>0.5</c:v>
                </c:pt>
                <c:pt idx="2782">
                  <c:v>0.5</c:v>
                </c:pt>
                <c:pt idx="2783">
                  <c:v>0.5</c:v>
                </c:pt>
                <c:pt idx="2784">
                  <c:v>0.5</c:v>
                </c:pt>
                <c:pt idx="2785">
                  <c:v>0.5</c:v>
                </c:pt>
                <c:pt idx="2786">
                  <c:v>0.5</c:v>
                </c:pt>
                <c:pt idx="2787">
                  <c:v>0.5</c:v>
                </c:pt>
                <c:pt idx="2788">
                  <c:v>0.5</c:v>
                </c:pt>
                <c:pt idx="2789">
                  <c:v>0.5</c:v>
                </c:pt>
                <c:pt idx="2790">
                  <c:v>0.5</c:v>
                </c:pt>
                <c:pt idx="2791">
                  <c:v>0.5</c:v>
                </c:pt>
                <c:pt idx="2792">
                  <c:v>0.5</c:v>
                </c:pt>
                <c:pt idx="2793">
                  <c:v>0.5</c:v>
                </c:pt>
                <c:pt idx="2794">
                  <c:v>0.5</c:v>
                </c:pt>
                <c:pt idx="2795">
                  <c:v>0.5</c:v>
                </c:pt>
                <c:pt idx="2796">
                  <c:v>0.5</c:v>
                </c:pt>
                <c:pt idx="2797">
                  <c:v>0.5</c:v>
                </c:pt>
                <c:pt idx="2798">
                  <c:v>0.5</c:v>
                </c:pt>
                <c:pt idx="2799">
                  <c:v>0.5</c:v>
                </c:pt>
                <c:pt idx="2800">
                  <c:v>0.5</c:v>
                </c:pt>
                <c:pt idx="2801">
                  <c:v>0.5</c:v>
                </c:pt>
                <c:pt idx="2802">
                  <c:v>0.5</c:v>
                </c:pt>
                <c:pt idx="2803">
                  <c:v>0.5</c:v>
                </c:pt>
                <c:pt idx="2804">
                  <c:v>0.5</c:v>
                </c:pt>
                <c:pt idx="2805">
                  <c:v>0.5</c:v>
                </c:pt>
                <c:pt idx="2806">
                  <c:v>0.5</c:v>
                </c:pt>
                <c:pt idx="2807">
                  <c:v>0.5</c:v>
                </c:pt>
                <c:pt idx="2808">
                  <c:v>0.5</c:v>
                </c:pt>
                <c:pt idx="2809">
                  <c:v>0.5</c:v>
                </c:pt>
                <c:pt idx="2810">
                  <c:v>0.5</c:v>
                </c:pt>
                <c:pt idx="2811">
                  <c:v>0.5</c:v>
                </c:pt>
                <c:pt idx="2812">
                  <c:v>0.5</c:v>
                </c:pt>
                <c:pt idx="2813">
                  <c:v>0.5</c:v>
                </c:pt>
                <c:pt idx="2814">
                  <c:v>0.5</c:v>
                </c:pt>
                <c:pt idx="2815">
                  <c:v>0.5</c:v>
                </c:pt>
                <c:pt idx="2816">
                  <c:v>0.5</c:v>
                </c:pt>
                <c:pt idx="2817">
                  <c:v>0.5</c:v>
                </c:pt>
                <c:pt idx="2818">
                  <c:v>0.5</c:v>
                </c:pt>
                <c:pt idx="2819">
                  <c:v>0.5</c:v>
                </c:pt>
                <c:pt idx="2820">
                  <c:v>0.5</c:v>
                </c:pt>
                <c:pt idx="2821">
                  <c:v>0.5</c:v>
                </c:pt>
                <c:pt idx="2822">
                  <c:v>0.5</c:v>
                </c:pt>
                <c:pt idx="2823">
                  <c:v>0.5</c:v>
                </c:pt>
                <c:pt idx="2824">
                  <c:v>0.5</c:v>
                </c:pt>
                <c:pt idx="2825">
                  <c:v>0.5</c:v>
                </c:pt>
                <c:pt idx="2826">
                  <c:v>0.5</c:v>
                </c:pt>
                <c:pt idx="2827">
                  <c:v>0.5</c:v>
                </c:pt>
                <c:pt idx="2828">
                  <c:v>0.5</c:v>
                </c:pt>
                <c:pt idx="2829">
                  <c:v>0.5</c:v>
                </c:pt>
                <c:pt idx="2830">
                  <c:v>0.5</c:v>
                </c:pt>
                <c:pt idx="2831">
                  <c:v>0.5</c:v>
                </c:pt>
                <c:pt idx="2832">
                  <c:v>0.5</c:v>
                </c:pt>
                <c:pt idx="2833">
                  <c:v>0.5</c:v>
                </c:pt>
                <c:pt idx="2834">
                  <c:v>0.5</c:v>
                </c:pt>
                <c:pt idx="2835">
                  <c:v>0.5</c:v>
                </c:pt>
                <c:pt idx="2836">
                  <c:v>0.5</c:v>
                </c:pt>
                <c:pt idx="2837">
                  <c:v>0.5</c:v>
                </c:pt>
                <c:pt idx="2838">
                  <c:v>0.5</c:v>
                </c:pt>
                <c:pt idx="2839">
                  <c:v>0.5</c:v>
                </c:pt>
                <c:pt idx="2840">
                  <c:v>0.5</c:v>
                </c:pt>
                <c:pt idx="2841">
                  <c:v>0.5</c:v>
                </c:pt>
                <c:pt idx="2842">
                  <c:v>0.5</c:v>
                </c:pt>
                <c:pt idx="2843">
                  <c:v>0.5</c:v>
                </c:pt>
                <c:pt idx="2844">
                  <c:v>0.5</c:v>
                </c:pt>
                <c:pt idx="2845">
                  <c:v>0.5</c:v>
                </c:pt>
                <c:pt idx="2846">
                  <c:v>0.5</c:v>
                </c:pt>
                <c:pt idx="2847">
                  <c:v>0.5</c:v>
                </c:pt>
                <c:pt idx="2848">
                  <c:v>0.5</c:v>
                </c:pt>
                <c:pt idx="2849">
                  <c:v>0.5</c:v>
                </c:pt>
                <c:pt idx="2850">
                  <c:v>0.5</c:v>
                </c:pt>
                <c:pt idx="2851">
                  <c:v>0.5</c:v>
                </c:pt>
                <c:pt idx="2852">
                  <c:v>0.5</c:v>
                </c:pt>
                <c:pt idx="2853">
                  <c:v>0.5</c:v>
                </c:pt>
                <c:pt idx="2854">
                  <c:v>0.5</c:v>
                </c:pt>
                <c:pt idx="2855">
                  <c:v>0.5</c:v>
                </c:pt>
                <c:pt idx="2856">
                  <c:v>0.5</c:v>
                </c:pt>
                <c:pt idx="2857">
                  <c:v>0.5</c:v>
                </c:pt>
                <c:pt idx="2858">
                  <c:v>0.5</c:v>
                </c:pt>
                <c:pt idx="2859">
                  <c:v>0.5</c:v>
                </c:pt>
                <c:pt idx="2860">
                  <c:v>0.5</c:v>
                </c:pt>
                <c:pt idx="2861">
                  <c:v>0.5</c:v>
                </c:pt>
                <c:pt idx="2862">
                  <c:v>0.5</c:v>
                </c:pt>
                <c:pt idx="2863">
                  <c:v>0.5</c:v>
                </c:pt>
                <c:pt idx="2864">
                  <c:v>0.5</c:v>
                </c:pt>
                <c:pt idx="2865">
                  <c:v>0.5</c:v>
                </c:pt>
                <c:pt idx="2866">
                  <c:v>0.5</c:v>
                </c:pt>
                <c:pt idx="2867">
                  <c:v>0.5</c:v>
                </c:pt>
                <c:pt idx="2868">
                  <c:v>0.5</c:v>
                </c:pt>
                <c:pt idx="2869">
                  <c:v>0.5</c:v>
                </c:pt>
                <c:pt idx="2870">
                  <c:v>0.5</c:v>
                </c:pt>
                <c:pt idx="2871">
                  <c:v>0.5</c:v>
                </c:pt>
                <c:pt idx="2872">
                  <c:v>0.5</c:v>
                </c:pt>
                <c:pt idx="2873">
                  <c:v>0.5</c:v>
                </c:pt>
                <c:pt idx="2874">
                  <c:v>0.5</c:v>
                </c:pt>
                <c:pt idx="2875">
                  <c:v>0.5</c:v>
                </c:pt>
                <c:pt idx="2876">
                  <c:v>0.5</c:v>
                </c:pt>
                <c:pt idx="2877">
                  <c:v>0.5</c:v>
                </c:pt>
                <c:pt idx="2878">
                  <c:v>0.5</c:v>
                </c:pt>
                <c:pt idx="2879">
                  <c:v>0.5</c:v>
                </c:pt>
                <c:pt idx="2880">
                  <c:v>0.5</c:v>
                </c:pt>
                <c:pt idx="2881">
                  <c:v>0.5</c:v>
                </c:pt>
                <c:pt idx="2882">
                  <c:v>0.5</c:v>
                </c:pt>
                <c:pt idx="2883">
                  <c:v>0.5</c:v>
                </c:pt>
                <c:pt idx="2884">
                  <c:v>0.5</c:v>
                </c:pt>
                <c:pt idx="2885">
                  <c:v>0.5</c:v>
                </c:pt>
                <c:pt idx="2886">
                  <c:v>0.5</c:v>
                </c:pt>
                <c:pt idx="2887">
                  <c:v>0.5</c:v>
                </c:pt>
                <c:pt idx="2888">
                  <c:v>0.5</c:v>
                </c:pt>
                <c:pt idx="2889">
                  <c:v>0.5</c:v>
                </c:pt>
                <c:pt idx="2890">
                  <c:v>0.5</c:v>
                </c:pt>
                <c:pt idx="2891">
                  <c:v>0.5</c:v>
                </c:pt>
                <c:pt idx="2892">
                  <c:v>0.5</c:v>
                </c:pt>
                <c:pt idx="2893">
                  <c:v>0.5</c:v>
                </c:pt>
                <c:pt idx="2894">
                  <c:v>0.5</c:v>
                </c:pt>
                <c:pt idx="2895">
                  <c:v>0.5</c:v>
                </c:pt>
                <c:pt idx="2896">
                  <c:v>0.5</c:v>
                </c:pt>
                <c:pt idx="2897">
                  <c:v>0.5</c:v>
                </c:pt>
                <c:pt idx="2898">
                  <c:v>0.5</c:v>
                </c:pt>
                <c:pt idx="2899">
                  <c:v>0.5</c:v>
                </c:pt>
                <c:pt idx="2900">
                  <c:v>0.5</c:v>
                </c:pt>
                <c:pt idx="2901">
                  <c:v>0.5</c:v>
                </c:pt>
                <c:pt idx="2902">
                  <c:v>0.5</c:v>
                </c:pt>
                <c:pt idx="2903">
                  <c:v>0.5</c:v>
                </c:pt>
                <c:pt idx="2904">
                  <c:v>0.5</c:v>
                </c:pt>
                <c:pt idx="2905">
                  <c:v>0.5</c:v>
                </c:pt>
                <c:pt idx="2906">
                  <c:v>0.5</c:v>
                </c:pt>
                <c:pt idx="2907">
                  <c:v>0.5</c:v>
                </c:pt>
                <c:pt idx="2908">
                  <c:v>0.5</c:v>
                </c:pt>
                <c:pt idx="2909">
                  <c:v>0.5</c:v>
                </c:pt>
                <c:pt idx="2910">
                  <c:v>0.5</c:v>
                </c:pt>
                <c:pt idx="2911">
                  <c:v>0.5</c:v>
                </c:pt>
                <c:pt idx="2912">
                  <c:v>0.5</c:v>
                </c:pt>
                <c:pt idx="2913">
                  <c:v>0.5</c:v>
                </c:pt>
                <c:pt idx="2914">
                  <c:v>0.5</c:v>
                </c:pt>
                <c:pt idx="2915">
                  <c:v>0.5</c:v>
                </c:pt>
                <c:pt idx="2916">
                  <c:v>0.5</c:v>
                </c:pt>
                <c:pt idx="2917">
                  <c:v>0.5</c:v>
                </c:pt>
                <c:pt idx="2918">
                  <c:v>0.5</c:v>
                </c:pt>
                <c:pt idx="2919">
                  <c:v>0.5</c:v>
                </c:pt>
                <c:pt idx="2920">
                  <c:v>0.5</c:v>
                </c:pt>
                <c:pt idx="2921">
                  <c:v>0.5</c:v>
                </c:pt>
                <c:pt idx="2922">
                  <c:v>0.5</c:v>
                </c:pt>
                <c:pt idx="2923">
                  <c:v>0.5</c:v>
                </c:pt>
                <c:pt idx="2924">
                  <c:v>0.5</c:v>
                </c:pt>
                <c:pt idx="2925">
                  <c:v>0.5</c:v>
                </c:pt>
                <c:pt idx="2926">
                  <c:v>0.5</c:v>
                </c:pt>
                <c:pt idx="2927">
                  <c:v>0.5</c:v>
                </c:pt>
                <c:pt idx="2928">
                  <c:v>0.5</c:v>
                </c:pt>
                <c:pt idx="2929">
                  <c:v>0.5</c:v>
                </c:pt>
                <c:pt idx="2930">
                  <c:v>0.5</c:v>
                </c:pt>
                <c:pt idx="2931">
                  <c:v>0.5</c:v>
                </c:pt>
                <c:pt idx="2932">
                  <c:v>0.5</c:v>
                </c:pt>
                <c:pt idx="2933">
                  <c:v>0.5</c:v>
                </c:pt>
                <c:pt idx="2934">
                  <c:v>0.5</c:v>
                </c:pt>
                <c:pt idx="2935">
                  <c:v>0.5</c:v>
                </c:pt>
                <c:pt idx="2936">
                  <c:v>0.5</c:v>
                </c:pt>
                <c:pt idx="2937">
                  <c:v>0.5</c:v>
                </c:pt>
                <c:pt idx="2938">
                  <c:v>0.5</c:v>
                </c:pt>
                <c:pt idx="2939">
                  <c:v>0.5</c:v>
                </c:pt>
                <c:pt idx="2940">
                  <c:v>0.5</c:v>
                </c:pt>
                <c:pt idx="2941">
                  <c:v>0.5</c:v>
                </c:pt>
                <c:pt idx="2942">
                  <c:v>0.5</c:v>
                </c:pt>
                <c:pt idx="2943">
                  <c:v>0.5</c:v>
                </c:pt>
                <c:pt idx="2944">
                  <c:v>0.5</c:v>
                </c:pt>
                <c:pt idx="2945">
                  <c:v>0.5</c:v>
                </c:pt>
                <c:pt idx="2946">
                  <c:v>0.5</c:v>
                </c:pt>
                <c:pt idx="2947">
                  <c:v>0.5</c:v>
                </c:pt>
                <c:pt idx="2948">
                  <c:v>0.5</c:v>
                </c:pt>
                <c:pt idx="2949">
                  <c:v>0.5</c:v>
                </c:pt>
                <c:pt idx="2950">
                  <c:v>0.5</c:v>
                </c:pt>
                <c:pt idx="2951">
                  <c:v>0.5</c:v>
                </c:pt>
                <c:pt idx="2952">
                  <c:v>0.5</c:v>
                </c:pt>
                <c:pt idx="2953">
                  <c:v>0.5</c:v>
                </c:pt>
                <c:pt idx="2954">
                  <c:v>0.5</c:v>
                </c:pt>
                <c:pt idx="2955">
                  <c:v>0.5</c:v>
                </c:pt>
                <c:pt idx="2956">
                  <c:v>0.5</c:v>
                </c:pt>
                <c:pt idx="2957">
                  <c:v>0.5</c:v>
                </c:pt>
                <c:pt idx="2958">
                  <c:v>0.5</c:v>
                </c:pt>
                <c:pt idx="2959">
                  <c:v>0.5</c:v>
                </c:pt>
                <c:pt idx="2960">
                  <c:v>0.5</c:v>
                </c:pt>
                <c:pt idx="2961">
                  <c:v>0.5</c:v>
                </c:pt>
                <c:pt idx="2962">
                  <c:v>0.5</c:v>
                </c:pt>
                <c:pt idx="2963">
                  <c:v>0.5</c:v>
                </c:pt>
                <c:pt idx="2964">
                  <c:v>0.5</c:v>
                </c:pt>
                <c:pt idx="2965">
                  <c:v>0.5</c:v>
                </c:pt>
                <c:pt idx="2966">
                  <c:v>0.5</c:v>
                </c:pt>
                <c:pt idx="2967">
                  <c:v>0.5</c:v>
                </c:pt>
                <c:pt idx="2968">
                  <c:v>0.5</c:v>
                </c:pt>
                <c:pt idx="2969">
                  <c:v>0.5</c:v>
                </c:pt>
                <c:pt idx="2970">
                  <c:v>0.5</c:v>
                </c:pt>
                <c:pt idx="2971">
                  <c:v>0.5</c:v>
                </c:pt>
                <c:pt idx="2972">
                  <c:v>0.5</c:v>
                </c:pt>
                <c:pt idx="2973">
                  <c:v>0.5</c:v>
                </c:pt>
                <c:pt idx="2974">
                  <c:v>0.5</c:v>
                </c:pt>
                <c:pt idx="2975">
                  <c:v>0.5</c:v>
                </c:pt>
                <c:pt idx="2976">
                  <c:v>0.5</c:v>
                </c:pt>
                <c:pt idx="2977">
                  <c:v>0.5</c:v>
                </c:pt>
                <c:pt idx="2978">
                  <c:v>0.5</c:v>
                </c:pt>
                <c:pt idx="2979">
                  <c:v>0.5</c:v>
                </c:pt>
                <c:pt idx="2980">
                  <c:v>0.5</c:v>
                </c:pt>
                <c:pt idx="2981">
                  <c:v>0.5</c:v>
                </c:pt>
                <c:pt idx="2982">
                  <c:v>0.5</c:v>
                </c:pt>
                <c:pt idx="2983">
                  <c:v>0.5</c:v>
                </c:pt>
                <c:pt idx="2984">
                  <c:v>0.5</c:v>
                </c:pt>
                <c:pt idx="2985">
                  <c:v>0.5</c:v>
                </c:pt>
                <c:pt idx="2986">
                  <c:v>0.5</c:v>
                </c:pt>
                <c:pt idx="2987">
                  <c:v>0.5</c:v>
                </c:pt>
                <c:pt idx="2988">
                  <c:v>0.5</c:v>
                </c:pt>
                <c:pt idx="2989">
                  <c:v>0.5</c:v>
                </c:pt>
                <c:pt idx="2990">
                  <c:v>0.5</c:v>
                </c:pt>
                <c:pt idx="2991">
                  <c:v>0.5</c:v>
                </c:pt>
                <c:pt idx="2992">
                  <c:v>0.5</c:v>
                </c:pt>
                <c:pt idx="2993">
                  <c:v>0.5</c:v>
                </c:pt>
                <c:pt idx="2994">
                  <c:v>0.5</c:v>
                </c:pt>
                <c:pt idx="2995">
                  <c:v>0.5</c:v>
                </c:pt>
                <c:pt idx="2996">
                  <c:v>0.5</c:v>
                </c:pt>
                <c:pt idx="2997">
                  <c:v>0.5</c:v>
                </c:pt>
                <c:pt idx="2998">
                  <c:v>0.5</c:v>
                </c:pt>
                <c:pt idx="2999">
                  <c:v>0.5</c:v>
                </c:pt>
                <c:pt idx="3000">
                  <c:v>0.5</c:v>
                </c:pt>
                <c:pt idx="3001">
                  <c:v>0.5</c:v>
                </c:pt>
                <c:pt idx="3002">
                  <c:v>0.5</c:v>
                </c:pt>
                <c:pt idx="3003">
                  <c:v>0.5</c:v>
                </c:pt>
                <c:pt idx="3004">
                  <c:v>0.5</c:v>
                </c:pt>
                <c:pt idx="3005">
                  <c:v>0.5</c:v>
                </c:pt>
                <c:pt idx="3006">
                  <c:v>0.5</c:v>
                </c:pt>
                <c:pt idx="3007">
                  <c:v>0.5</c:v>
                </c:pt>
                <c:pt idx="3008">
                  <c:v>0.5</c:v>
                </c:pt>
                <c:pt idx="3009">
                  <c:v>0.5</c:v>
                </c:pt>
                <c:pt idx="3010">
                  <c:v>0.5</c:v>
                </c:pt>
                <c:pt idx="3011">
                  <c:v>0.5</c:v>
                </c:pt>
                <c:pt idx="3012">
                  <c:v>0.5</c:v>
                </c:pt>
                <c:pt idx="3013">
                  <c:v>0.5</c:v>
                </c:pt>
                <c:pt idx="3014">
                  <c:v>0.5</c:v>
                </c:pt>
                <c:pt idx="3015">
                  <c:v>0.5</c:v>
                </c:pt>
                <c:pt idx="3016">
                  <c:v>0.5</c:v>
                </c:pt>
                <c:pt idx="3017">
                  <c:v>0.5</c:v>
                </c:pt>
                <c:pt idx="3018">
                  <c:v>0.5</c:v>
                </c:pt>
                <c:pt idx="3019">
                  <c:v>0.5</c:v>
                </c:pt>
                <c:pt idx="3020">
                  <c:v>0.5</c:v>
                </c:pt>
                <c:pt idx="3021">
                  <c:v>0.5</c:v>
                </c:pt>
                <c:pt idx="3022">
                  <c:v>0.5</c:v>
                </c:pt>
                <c:pt idx="3023">
                  <c:v>0.5</c:v>
                </c:pt>
                <c:pt idx="3024">
                  <c:v>0.5</c:v>
                </c:pt>
                <c:pt idx="3025">
                  <c:v>0.5</c:v>
                </c:pt>
                <c:pt idx="3026">
                  <c:v>0.5</c:v>
                </c:pt>
                <c:pt idx="3027">
                  <c:v>0.5</c:v>
                </c:pt>
                <c:pt idx="3028">
                  <c:v>0.5</c:v>
                </c:pt>
                <c:pt idx="3029">
                  <c:v>0.5</c:v>
                </c:pt>
                <c:pt idx="3030">
                  <c:v>0.5</c:v>
                </c:pt>
                <c:pt idx="3031">
                  <c:v>0.5</c:v>
                </c:pt>
                <c:pt idx="3032">
                  <c:v>0.5</c:v>
                </c:pt>
                <c:pt idx="3033">
                  <c:v>0.5</c:v>
                </c:pt>
                <c:pt idx="3034">
                  <c:v>0.5</c:v>
                </c:pt>
                <c:pt idx="3035">
                  <c:v>0.5</c:v>
                </c:pt>
                <c:pt idx="3036">
                  <c:v>0.5</c:v>
                </c:pt>
                <c:pt idx="3037">
                  <c:v>0.5</c:v>
                </c:pt>
                <c:pt idx="3038">
                  <c:v>0.5</c:v>
                </c:pt>
                <c:pt idx="3039">
                  <c:v>0.5</c:v>
                </c:pt>
                <c:pt idx="3040">
                  <c:v>0.5</c:v>
                </c:pt>
                <c:pt idx="3041">
                  <c:v>0.5</c:v>
                </c:pt>
                <c:pt idx="3042">
                  <c:v>0.5</c:v>
                </c:pt>
                <c:pt idx="3043">
                  <c:v>0.5</c:v>
                </c:pt>
                <c:pt idx="3044">
                  <c:v>0.5</c:v>
                </c:pt>
                <c:pt idx="3045">
                  <c:v>0.5</c:v>
                </c:pt>
                <c:pt idx="3046">
                  <c:v>0.5</c:v>
                </c:pt>
                <c:pt idx="3047">
                  <c:v>0.5</c:v>
                </c:pt>
                <c:pt idx="3048">
                  <c:v>0.5</c:v>
                </c:pt>
                <c:pt idx="3049">
                  <c:v>0.5</c:v>
                </c:pt>
                <c:pt idx="3050">
                  <c:v>0.5</c:v>
                </c:pt>
                <c:pt idx="3051">
                  <c:v>0.5</c:v>
                </c:pt>
                <c:pt idx="3052">
                  <c:v>0.5</c:v>
                </c:pt>
                <c:pt idx="3053">
                  <c:v>0.5</c:v>
                </c:pt>
                <c:pt idx="3054">
                  <c:v>0.5</c:v>
                </c:pt>
                <c:pt idx="3055">
                  <c:v>0.5</c:v>
                </c:pt>
                <c:pt idx="3056">
                  <c:v>0.5</c:v>
                </c:pt>
                <c:pt idx="3057">
                  <c:v>0.5</c:v>
                </c:pt>
                <c:pt idx="3058">
                  <c:v>0.5</c:v>
                </c:pt>
                <c:pt idx="3059">
                  <c:v>0.5</c:v>
                </c:pt>
                <c:pt idx="3060">
                  <c:v>0.5</c:v>
                </c:pt>
                <c:pt idx="3061">
                  <c:v>0.5</c:v>
                </c:pt>
                <c:pt idx="3062">
                  <c:v>0.5</c:v>
                </c:pt>
                <c:pt idx="3063">
                  <c:v>0.5</c:v>
                </c:pt>
                <c:pt idx="3064">
                  <c:v>0.5</c:v>
                </c:pt>
                <c:pt idx="3065">
                  <c:v>0.5</c:v>
                </c:pt>
                <c:pt idx="3066">
                  <c:v>0.5</c:v>
                </c:pt>
                <c:pt idx="3067">
                  <c:v>0.5</c:v>
                </c:pt>
                <c:pt idx="3068">
                  <c:v>0.5</c:v>
                </c:pt>
                <c:pt idx="3069">
                  <c:v>0.5</c:v>
                </c:pt>
                <c:pt idx="3070">
                  <c:v>0.5</c:v>
                </c:pt>
                <c:pt idx="3071">
                  <c:v>0.5</c:v>
                </c:pt>
                <c:pt idx="3072">
                  <c:v>0.5</c:v>
                </c:pt>
                <c:pt idx="3073">
                  <c:v>0.5</c:v>
                </c:pt>
                <c:pt idx="3074">
                  <c:v>0.5</c:v>
                </c:pt>
                <c:pt idx="3075">
                  <c:v>0.5</c:v>
                </c:pt>
                <c:pt idx="3076">
                  <c:v>0.5</c:v>
                </c:pt>
                <c:pt idx="3077">
                  <c:v>0.5</c:v>
                </c:pt>
                <c:pt idx="3078">
                  <c:v>0.5</c:v>
                </c:pt>
                <c:pt idx="3079">
                  <c:v>0.5</c:v>
                </c:pt>
                <c:pt idx="3080">
                  <c:v>0.5</c:v>
                </c:pt>
                <c:pt idx="3081">
                  <c:v>0.5</c:v>
                </c:pt>
                <c:pt idx="3082">
                  <c:v>0.5</c:v>
                </c:pt>
                <c:pt idx="3083">
                  <c:v>0.5</c:v>
                </c:pt>
                <c:pt idx="3084">
                  <c:v>0.5</c:v>
                </c:pt>
                <c:pt idx="3085">
                  <c:v>0.5</c:v>
                </c:pt>
                <c:pt idx="3086">
                  <c:v>0.5</c:v>
                </c:pt>
                <c:pt idx="3087">
                  <c:v>0.5</c:v>
                </c:pt>
                <c:pt idx="3088">
                  <c:v>0.5</c:v>
                </c:pt>
                <c:pt idx="3089">
                  <c:v>0.5</c:v>
                </c:pt>
                <c:pt idx="3090">
                  <c:v>0.5</c:v>
                </c:pt>
                <c:pt idx="3091">
                  <c:v>0.5</c:v>
                </c:pt>
                <c:pt idx="3092">
                  <c:v>0.5</c:v>
                </c:pt>
                <c:pt idx="3093">
                  <c:v>0.5</c:v>
                </c:pt>
                <c:pt idx="3094">
                  <c:v>0.5</c:v>
                </c:pt>
                <c:pt idx="3095">
                  <c:v>0.5</c:v>
                </c:pt>
                <c:pt idx="3096">
                  <c:v>0.5</c:v>
                </c:pt>
                <c:pt idx="3097">
                  <c:v>0.5</c:v>
                </c:pt>
                <c:pt idx="3098">
                  <c:v>0.5</c:v>
                </c:pt>
                <c:pt idx="3099">
                  <c:v>0.5</c:v>
                </c:pt>
                <c:pt idx="3100">
                  <c:v>0.5</c:v>
                </c:pt>
                <c:pt idx="3101">
                  <c:v>0.5</c:v>
                </c:pt>
                <c:pt idx="3102">
                  <c:v>0.5</c:v>
                </c:pt>
                <c:pt idx="3103">
                  <c:v>0.5</c:v>
                </c:pt>
                <c:pt idx="3104">
                  <c:v>0.5</c:v>
                </c:pt>
                <c:pt idx="3105">
                  <c:v>0.5</c:v>
                </c:pt>
                <c:pt idx="3106">
                  <c:v>0.5</c:v>
                </c:pt>
                <c:pt idx="3107">
                  <c:v>0.5</c:v>
                </c:pt>
                <c:pt idx="3108">
                  <c:v>0.5</c:v>
                </c:pt>
                <c:pt idx="3109">
                  <c:v>0.5</c:v>
                </c:pt>
                <c:pt idx="3110">
                  <c:v>0.5</c:v>
                </c:pt>
                <c:pt idx="3111">
                  <c:v>0.5</c:v>
                </c:pt>
                <c:pt idx="3112">
                  <c:v>0.5</c:v>
                </c:pt>
                <c:pt idx="3113">
                  <c:v>0.5</c:v>
                </c:pt>
                <c:pt idx="3114">
                  <c:v>0.5</c:v>
                </c:pt>
                <c:pt idx="3115">
                  <c:v>0.5</c:v>
                </c:pt>
                <c:pt idx="3116">
                  <c:v>0.5</c:v>
                </c:pt>
                <c:pt idx="3117">
                  <c:v>0.5</c:v>
                </c:pt>
                <c:pt idx="3118">
                  <c:v>0.5</c:v>
                </c:pt>
                <c:pt idx="3119">
                  <c:v>0.5</c:v>
                </c:pt>
                <c:pt idx="3120">
                  <c:v>0.5</c:v>
                </c:pt>
                <c:pt idx="3121">
                  <c:v>0.5</c:v>
                </c:pt>
                <c:pt idx="3122">
                  <c:v>0.5</c:v>
                </c:pt>
                <c:pt idx="3123">
                  <c:v>0.5</c:v>
                </c:pt>
                <c:pt idx="3124">
                  <c:v>0.5</c:v>
                </c:pt>
                <c:pt idx="3125">
                  <c:v>0.5</c:v>
                </c:pt>
                <c:pt idx="3126">
                  <c:v>0.5</c:v>
                </c:pt>
                <c:pt idx="3127">
                  <c:v>0.5</c:v>
                </c:pt>
                <c:pt idx="3128">
                  <c:v>0.5</c:v>
                </c:pt>
                <c:pt idx="3129">
                  <c:v>0.5</c:v>
                </c:pt>
                <c:pt idx="3130">
                  <c:v>0.5</c:v>
                </c:pt>
                <c:pt idx="3131">
                  <c:v>0.5</c:v>
                </c:pt>
                <c:pt idx="3132">
                  <c:v>0.5</c:v>
                </c:pt>
                <c:pt idx="3133">
                  <c:v>0.5</c:v>
                </c:pt>
                <c:pt idx="3134">
                  <c:v>0.5</c:v>
                </c:pt>
                <c:pt idx="3135">
                  <c:v>0.5</c:v>
                </c:pt>
                <c:pt idx="3136">
                  <c:v>0.5</c:v>
                </c:pt>
                <c:pt idx="3137">
                  <c:v>0.5</c:v>
                </c:pt>
                <c:pt idx="3138">
                  <c:v>0.5</c:v>
                </c:pt>
                <c:pt idx="3139">
                  <c:v>0.5</c:v>
                </c:pt>
                <c:pt idx="3140">
                  <c:v>0.5</c:v>
                </c:pt>
                <c:pt idx="3141">
                  <c:v>0.5</c:v>
                </c:pt>
                <c:pt idx="3142">
                  <c:v>0.5</c:v>
                </c:pt>
                <c:pt idx="3143">
                  <c:v>0.5</c:v>
                </c:pt>
                <c:pt idx="3144">
                  <c:v>0.5</c:v>
                </c:pt>
                <c:pt idx="3145">
                  <c:v>0.5</c:v>
                </c:pt>
                <c:pt idx="3146">
                  <c:v>0.5</c:v>
                </c:pt>
                <c:pt idx="3147">
                  <c:v>0.5</c:v>
                </c:pt>
                <c:pt idx="3148">
                  <c:v>0.5</c:v>
                </c:pt>
                <c:pt idx="3149">
                  <c:v>0.5</c:v>
                </c:pt>
                <c:pt idx="3150">
                  <c:v>0.5</c:v>
                </c:pt>
                <c:pt idx="3151">
                  <c:v>0.5</c:v>
                </c:pt>
                <c:pt idx="3152">
                  <c:v>0.5</c:v>
                </c:pt>
                <c:pt idx="3153">
                  <c:v>0.5</c:v>
                </c:pt>
                <c:pt idx="3154">
                  <c:v>0.5</c:v>
                </c:pt>
                <c:pt idx="3155">
                  <c:v>0.5</c:v>
                </c:pt>
                <c:pt idx="3156">
                  <c:v>0.5</c:v>
                </c:pt>
                <c:pt idx="3157">
                  <c:v>0.5</c:v>
                </c:pt>
                <c:pt idx="3158">
                  <c:v>0.5</c:v>
                </c:pt>
                <c:pt idx="3159">
                  <c:v>0.5</c:v>
                </c:pt>
                <c:pt idx="3160">
                  <c:v>0.5</c:v>
                </c:pt>
                <c:pt idx="3161">
                  <c:v>0.5</c:v>
                </c:pt>
                <c:pt idx="3162">
                  <c:v>0.5</c:v>
                </c:pt>
                <c:pt idx="3163">
                  <c:v>0.5</c:v>
                </c:pt>
                <c:pt idx="3164">
                  <c:v>0.5</c:v>
                </c:pt>
                <c:pt idx="3165">
                  <c:v>0.5</c:v>
                </c:pt>
                <c:pt idx="3166">
                  <c:v>0.5</c:v>
                </c:pt>
                <c:pt idx="3167">
                  <c:v>0.5</c:v>
                </c:pt>
                <c:pt idx="3168">
                  <c:v>0.5</c:v>
                </c:pt>
                <c:pt idx="3169">
                  <c:v>0.5</c:v>
                </c:pt>
                <c:pt idx="3170">
                  <c:v>0.5</c:v>
                </c:pt>
                <c:pt idx="3171">
                  <c:v>0.5</c:v>
                </c:pt>
                <c:pt idx="3172">
                  <c:v>0.5</c:v>
                </c:pt>
                <c:pt idx="3173">
                  <c:v>0.5</c:v>
                </c:pt>
                <c:pt idx="3174">
                  <c:v>0.5</c:v>
                </c:pt>
                <c:pt idx="3175">
                  <c:v>0.5</c:v>
                </c:pt>
                <c:pt idx="3176">
                  <c:v>0.5</c:v>
                </c:pt>
                <c:pt idx="3177">
                  <c:v>0.5</c:v>
                </c:pt>
                <c:pt idx="3178">
                  <c:v>0.5</c:v>
                </c:pt>
                <c:pt idx="3179">
                  <c:v>0.5</c:v>
                </c:pt>
                <c:pt idx="3180">
                  <c:v>0.5</c:v>
                </c:pt>
                <c:pt idx="3181">
                  <c:v>0.5</c:v>
                </c:pt>
                <c:pt idx="3182">
                  <c:v>0.5</c:v>
                </c:pt>
                <c:pt idx="3183">
                  <c:v>0.5</c:v>
                </c:pt>
                <c:pt idx="3184">
                  <c:v>0.5</c:v>
                </c:pt>
                <c:pt idx="3185">
                  <c:v>0.5</c:v>
                </c:pt>
                <c:pt idx="3186">
                  <c:v>0.5</c:v>
                </c:pt>
                <c:pt idx="3187">
                  <c:v>0.5</c:v>
                </c:pt>
                <c:pt idx="3188">
                  <c:v>0.5</c:v>
                </c:pt>
                <c:pt idx="3189">
                  <c:v>0.5</c:v>
                </c:pt>
                <c:pt idx="3190">
                  <c:v>0.5</c:v>
                </c:pt>
                <c:pt idx="3191">
                  <c:v>0.5</c:v>
                </c:pt>
                <c:pt idx="3192">
                  <c:v>0.5</c:v>
                </c:pt>
                <c:pt idx="3193">
                  <c:v>0.5</c:v>
                </c:pt>
                <c:pt idx="3194">
                  <c:v>0.5</c:v>
                </c:pt>
                <c:pt idx="3195">
                  <c:v>0.5</c:v>
                </c:pt>
                <c:pt idx="3196">
                  <c:v>0.5</c:v>
                </c:pt>
                <c:pt idx="3197">
                  <c:v>0.5</c:v>
                </c:pt>
                <c:pt idx="3198">
                  <c:v>0.5</c:v>
                </c:pt>
                <c:pt idx="3199">
                  <c:v>0.5</c:v>
                </c:pt>
                <c:pt idx="3200">
                  <c:v>0.5</c:v>
                </c:pt>
                <c:pt idx="3201">
                  <c:v>0.5</c:v>
                </c:pt>
                <c:pt idx="3202">
                  <c:v>0.5</c:v>
                </c:pt>
                <c:pt idx="3203">
                  <c:v>0.5</c:v>
                </c:pt>
                <c:pt idx="3204">
                  <c:v>0.5</c:v>
                </c:pt>
                <c:pt idx="3205">
                  <c:v>0.5</c:v>
                </c:pt>
                <c:pt idx="3206">
                  <c:v>0.5</c:v>
                </c:pt>
                <c:pt idx="3207">
                  <c:v>0.5</c:v>
                </c:pt>
                <c:pt idx="3208">
                  <c:v>0.5</c:v>
                </c:pt>
                <c:pt idx="3209">
                  <c:v>0.5</c:v>
                </c:pt>
                <c:pt idx="3210">
                  <c:v>0.5</c:v>
                </c:pt>
                <c:pt idx="3211">
                  <c:v>0.5</c:v>
                </c:pt>
                <c:pt idx="3212">
                  <c:v>0.5</c:v>
                </c:pt>
                <c:pt idx="3213">
                  <c:v>0.5</c:v>
                </c:pt>
                <c:pt idx="3214">
                  <c:v>0.5</c:v>
                </c:pt>
                <c:pt idx="3215">
                  <c:v>0.5</c:v>
                </c:pt>
                <c:pt idx="3216">
                  <c:v>0.5</c:v>
                </c:pt>
                <c:pt idx="3217">
                  <c:v>0.5</c:v>
                </c:pt>
                <c:pt idx="3218">
                  <c:v>0.5</c:v>
                </c:pt>
                <c:pt idx="3219">
                  <c:v>0.5</c:v>
                </c:pt>
                <c:pt idx="3220">
                  <c:v>0.5</c:v>
                </c:pt>
                <c:pt idx="3221">
                  <c:v>0.5</c:v>
                </c:pt>
                <c:pt idx="3222">
                  <c:v>0.5</c:v>
                </c:pt>
                <c:pt idx="3223">
                  <c:v>0.5</c:v>
                </c:pt>
                <c:pt idx="3224">
                  <c:v>0.5</c:v>
                </c:pt>
                <c:pt idx="3225">
                  <c:v>0.5</c:v>
                </c:pt>
                <c:pt idx="3226">
                  <c:v>0.5</c:v>
                </c:pt>
                <c:pt idx="3227">
                  <c:v>0.5</c:v>
                </c:pt>
                <c:pt idx="3228">
                  <c:v>0.5</c:v>
                </c:pt>
                <c:pt idx="3229">
                  <c:v>0.5</c:v>
                </c:pt>
                <c:pt idx="3230">
                  <c:v>0.5</c:v>
                </c:pt>
                <c:pt idx="3231">
                  <c:v>0.5</c:v>
                </c:pt>
                <c:pt idx="3232">
                  <c:v>0.5</c:v>
                </c:pt>
                <c:pt idx="3233">
                  <c:v>0.5</c:v>
                </c:pt>
                <c:pt idx="3234">
                  <c:v>0.5</c:v>
                </c:pt>
                <c:pt idx="3235">
                  <c:v>0.5</c:v>
                </c:pt>
                <c:pt idx="3236">
                  <c:v>0.5</c:v>
                </c:pt>
                <c:pt idx="3237">
                  <c:v>0.5</c:v>
                </c:pt>
                <c:pt idx="3238">
                  <c:v>0.5</c:v>
                </c:pt>
                <c:pt idx="3239">
                  <c:v>0.5</c:v>
                </c:pt>
                <c:pt idx="3240">
                  <c:v>0.5</c:v>
                </c:pt>
                <c:pt idx="3241">
                  <c:v>0.5</c:v>
                </c:pt>
                <c:pt idx="3242">
                  <c:v>0.5</c:v>
                </c:pt>
                <c:pt idx="3243">
                  <c:v>0.5</c:v>
                </c:pt>
                <c:pt idx="3244">
                  <c:v>0.5</c:v>
                </c:pt>
                <c:pt idx="3245">
                  <c:v>0.5</c:v>
                </c:pt>
                <c:pt idx="3246">
                  <c:v>0.5</c:v>
                </c:pt>
                <c:pt idx="3247">
                  <c:v>0.5</c:v>
                </c:pt>
                <c:pt idx="3248">
                  <c:v>0.5</c:v>
                </c:pt>
                <c:pt idx="3249">
                  <c:v>0.5</c:v>
                </c:pt>
                <c:pt idx="3250">
                  <c:v>0.5</c:v>
                </c:pt>
                <c:pt idx="3251">
                  <c:v>0.5</c:v>
                </c:pt>
                <c:pt idx="3252">
                  <c:v>0.5</c:v>
                </c:pt>
                <c:pt idx="3253">
                  <c:v>0.5</c:v>
                </c:pt>
                <c:pt idx="3254">
                  <c:v>0.5</c:v>
                </c:pt>
                <c:pt idx="3255">
                  <c:v>0.5</c:v>
                </c:pt>
                <c:pt idx="3256">
                  <c:v>0.5</c:v>
                </c:pt>
                <c:pt idx="3257">
                  <c:v>0.5</c:v>
                </c:pt>
                <c:pt idx="3258">
                  <c:v>0.5</c:v>
                </c:pt>
                <c:pt idx="3259">
                  <c:v>0.5</c:v>
                </c:pt>
                <c:pt idx="3260">
                  <c:v>0.5</c:v>
                </c:pt>
                <c:pt idx="3261">
                  <c:v>0.5</c:v>
                </c:pt>
                <c:pt idx="3262">
                  <c:v>0.5</c:v>
                </c:pt>
                <c:pt idx="3263">
                  <c:v>0.5</c:v>
                </c:pt>
                <c:pt idx="3264">
                  <c:v>0.5</c:v>
                </c:pt>
                <c:pt idx="3265">
                  <c:v>0.5</c:v>
                </c:pt>
                <c:pt idx="3266">
                  <c:v>0.5</c:v>
                </c:pt>
                <c:pt idx="3267">
                  <c:v>0.5</c:v>
                </c:pt>
                <c:pt idx="3268">
                  <c:v>0.5</c:v>
                </c:pt>
                <c:pt idx="3269">
                  <c:v>0.5</c:v>
                </c:pt>
                <c:pt idx="3270">
                  <c:v>0.5</c:v>
                </c:pt>
                <c:pt idx="3271">
                  <c:v>0.5</c:v>
                </c:pt>
                <c:pt idx="3272">
                  <c:v>0.5</c:v>
                </c:pt>
                <c:pt idx="3273">
                  <c:v>0.5</c:v>
                </c:pt>
                <c:pt idx="3274">
                  <c:v>0.5</c:v>
                </c:pt>
                <c:pt idx="3275">
                  <c:v>0.5</c:v>
                </c:pt>
                <c:pt idx="3276">
                  <c:v>0.5</c:v>
                </c:pt>
                <c:pt idx="3277">
                  <c:v>0.5</c:v>
                </c:pt>
                <c:pt idx="3278">
                  <c:v>0.5</c:v>
                </c:pt>
                <c:pt idx="3279">
                  <c:v>0.5</c:v>
                </c:pt>
                <c:pt idx="3280">
                  <c:v>0.5</c:v>
                </c:pt>
                <c:pt idx="3281">
                  <c:v>0.5</c:v>
                </c:pt>
                <c:pt idx="3282">
                  <c:v>0.5</c:v>
                </c:pt>
                <c:pt idx="3283">
                  <c:v>0.5</c:v>
                </c:pt>
                <c:pt idx="3284">
                  <c:v>0.5</c:v>
                </c:pt>
                <c:pt idx="3285">
                  <c:v>0.5</c:v>
                </c:pt>
                <c:pt idx="3286">
                  <c:v>0.5</c:v>
                </c:pt>
                <c:pt idx="3287">
                  <c:v>0.5</c:v>
                </c:pt>
                <c:pt idx="3288">
                  <c:v>0.5</c:v>
                </c:pt>
                <c:pt idx="3289">
                  <c:v>0.5</c:v>
                </c:pt>
                <c:pt idx="3290">
                  <c:v>0.5</c:v>
                </c:pt>
                <c:pt idx="3291">
                  <c:v>0.5</c:v>
                </c:pt>
                <c:pt idx="3292">
                  <c:v>0.5</c:v>
                </c:pt>
                <c:pt idx="3293">
                  <c:v>0.5</c:v>
                </c:pt>
                <c:pt idx="3294">
                  <c:v>0.5</c:v>
                </c:pt>
                <c:pt idx="3295">
                  <c:v>0.5</c:v>
                </c:pt>
                <c:pt idx="3296">
                  <c:v>0.5</c:v>
                </c:pt>
                <c:pt idx="3297">
                  <c:v>0.5</c:v>
                </c:pt>
                <c:pt idx="3298">
                  <c:v>0.5</c:v>
                </c:pt>
                <c:pt idx="3299">
                  <c:v>0.5</c:v>
                </c:pt>
                <c:pt idx="3300">
                  <c:v>0.5</c:v>
                </c:pt>
                <c:pt idx="3301">
                  <c:v>0.5</c:v>
                </c:pt>
              </c:numCache>
            </c:numRef>
          </c:val>
          <c:smooth val="0"/>
          <c:extLst>
            <c:ext xmlns:c16="http://schemas.microsoft.com/office/drawing/2014/chart" uri="{C3380CC4-5D6E-409C-BE32-E72D297353CC}">
              <c16:uniqueId val="{00000001-66D3-4728-A18A-A70AE72A25E1}"/>
            </c:ext>
          </c:extLst>
        </c:ser>
        <c:dLbls>
          <c:showLegendKey val="0"/>
          <c:showVal val="0"/>
          <c:showCatName val="0"/>
          <c:showSerName val="0"/>
          <c:showPercent val="0"/>
          <c:showBubbleSize val="0"/>
        </c:dLbls>
        <c:smooth val="0"/>
        <c:axId val="390145295"/>
        <c:axId val="390144335"/>
      </c:lineChart>
      <c:dateAx>
        <c:axId val="390145295"/>
        <c:scaling>
          <c:orientation val="minMax"/>
        </c:scaling>
        <c:delete val="0"/>
        <c:axPos val="b"/>
        <c:numFmt formatCode="[$-409]mmm\-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4335"/>
        <c:crosses val="autoZero"/>
        <c:auto val="1"/>
        <c:lblOffset val="100"/>
        <c:baseTimeUnit val="days"/>
      </c:dateAx>
      <c:valAx>
        <c:axId val="390144335"/>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crossAx val="39014529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800">
          <a:solidFill>
            <a:schemeClr val="tx1"/>
          </a:solidFill>
          <a:latin typeface="Roboto Light" panose="02000000000000000000" pitchFamily="2" charset="0"/>
          <a:ea typeface="Roboto Light" panose="02000000000000000000" pitchFamily="2" charset="0"/>
          <a:cs typeface="Roboto Light" panose="02000000000000000000" pitchFamily="2" charset="0"/>
        </a:defRPr>
      </a:pPr>
      <a:endParaRPr lang="pt-BR"/>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0.54353</cdr:x>
      <cdr:y>0.17016</cdr:y>
    </cdr:from>
    <cdr:to>
      <cdr:x>0.98187</cdr:x>
      <cdr:y>0.38926</cdr:y>
    </cdr:to>
    <cdr:grpSp>
      <cdr:nvGrpSpPr>
        <cdr:cNvPr id="4" name="Group 3">
          <a:extLst xmlns:a="http://schemas.openxmlformats.org/drawingml/2006/main">
            <a:ext uri="{FF2B5EF4-FFF2-40B4-BE49-F238E27FC236}">
              <a16:creationId xmlns:a16="http://schemas.microsoft.com/office/drawing/2014/main" id="{8E97542C-A852-3FDD-9292-E5A553165BFC}"/>
            </a:ext>
          </a:extLst>
        </cdr:cNvPr>
        <cdr:cNvGrpSpPr/>
      </cdr:nvGrpSpPr>
      <cdr:grpSpPr>
        <a:xfrm xmlns:a="http://schemas.openxmlformats.org/drawingml/2006/main">
          <a:off x="1593699" y="265462"/>
          <a:ext cx="1285269" cy="341811"/>
          <a:chOff x="2843076" y="502227"/>
          <a:chExt cx="994818" cy="282285"/>
        </a:xfrm>
      </cdr:grpSpPr>
      <cdr:sp macro="" textlink="">
        <cdr:nvSpPr>
          <cdr:cNvPr id="2" name="TextBox 1">
            <a:extLst xmlns:a="http://schemas.openxmlformats.org/drawingml/2006/main">
              <a:ext uri="{FF2B5EF4-FFF2-40B4-BE49-F238E27FC236}">
                <a16:creationId xmlns:a16="http://schemas.microsoft.com/office/drawing/2014/main" id="{6FBE1DD9-6FA4-6C47-E4D4-D16B134C571C}"/>
              </a:ext>
            </a:extLst>
          </cdr:cNvPr>
          <cdr:cNvSpPr txBox="1"/>
        </cdr:nvSpPr>
        <cdr:spPr>
          <a:xfrm xmlns:a="http://schemas.openxmlformats.org/drawingml/2006/main">
            <a:off x="2843076" y="502227"/>
            <a:ext cx="707152" cy="277091"/>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pt-BR" sz="900" b="1" kern="1200">
                <a:solidFill>
                  <a:schemeClr val="accent3"/>
                </a:solidFill>
                <a:latin typeface="Roboto Light" panose="02000000000000000000" pitchFamily="2" charset="0"/>
                <a:ea typeface="Roboto Light" panose="02000000000000000000" pitchFamily="2" charset="0"/>
                <a:cs typeface="Roboto Light" panose="02000000000000000000" pitchFamily="2" charset="0"/>
              </a:rPr>
              <a:t>Average:</a:t>
            </a:r>
          </a:p>
        </cdr:txBody>
      </cdr:sp>
      <cdr:sp macro="" textlink="">
        <cdr:nvSpPr>
          <cdr:cNvPr id="3" name="TextBox 2">
            <a:extLst xmlns:a="http://schemas.openxmlformats.org/drawingml/2006/main">
              <a:ext uri="{FF2B5EF4-FFF2-40B4-BE49-F238E27FC236}">
                <a16:creationId xmlns:a16="http://schemas.microsoft.com/office/drawing/2014/main" id="{4A72576C-7F2E-DDD7-EF49-AF4A1F69D65D}"/>
              </a:ext>
            </a:extLst>
          </cdr:cNvPr>
          <cdr:cNvSpPr txBox="1"/>
        </cdr:nvSpPr>
        <cdr:spPr>
          <a:xfrm xmlns:a="http://schemas.openxmlformats.org/drawingml/2006/main">
            <a:off x="3205779" y="507421"/>
            <a:ext cx="632115" cy="277091"/>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fld id="{865405D6-8B91-4160-B888-22C9D7939DEC}" type="TxLink">
              <a:rPr lang="en-US" sz="900" b="1" i="0" u="none" strike="noStrike" kern="1200">
                <a:solidFill>
                  <a:schemeClr val="accent3"/>
                </a:solidFill>
                <a:latin typeface="Roboto Light"/>
                <a:ea typeface="Roboto Light"/>
                <a:cs typeface="Roboto Light"/>
              </a:rPr>
              <a:pPr/>
              <a:t>6.3%</a:t>
            </a:fld>
            <a:endParaRPr lang="pt-BR" sz="900" b="1" kern="1200">
              <a:solidFill>
                <a:schemeClr val="accent3"/>
              </a:solidFill>
              <a:latin typeface="Roboto Light" panose="02000000000000000000" pitchFamily="2" charset="0"/>
              <a:ea typeface="Roboto Light" panose="02000000000000000000" pitchFamily="2" charset="0"/>
              <a:cs typeface="Roboto Light" panose="02000000000000000000" pitchFamily="2" charset="0"/>
            </a:endParaRPr>
          </a:p>
        </cdr:txBody>
      </cdr:sp>
    </cdr:grp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0904919-855E-41AB-8A84-30C374ADE181}" type="datetimeFigureOut">
              <a:rPr lang="en-US" smtClean="0"/>
              <a:t>10/30/2026</a:t>
            </a:fld>
            <a:endParaRPr lang="en-US"/>
          </a:p>
        </p:txBody>
      </p:sp>
      <p:sp>
        <p:nvSpPr>
          <p:cNvPr id="4" name="Slide Image Placeholder 3"/>
          <p:cNvSpPr>
            <a:spLocks noGrp="1" noRot="1" noChangeAspect="1"/>
          </p:cNvSpPr>
          <p:nvPr>
            <p:ph type="sldImg" idx="2"/>
          </p:nvPr>
        </p:nvSpPr>
        <p:spPr>
          <a:xfrm>
            <a:off x="2360613" y="1143000"/>
            <a:ext cx="213677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1984EC9-51C0-4BB7-A48B-D32011637DBD}" type="slidenum">
              <a:rPr lang="en-US" smtClean="0"/>
              <a:t>‹#›</a:t>
            </a:fld>
            <a:endParaRPr lang="en-US"/>
          </a:p>
        </p:txBody>
      </p:sp>
    </p:spTree>
    <p:extLst>
      <p:ext uri="{BB962C8B-B14F-4D97-AF65-F5344CB8AC3E}">
        <p14:creationId xmlns:p14="http://schemas.microsoft.com/office/powerpoint/2010/main" val="58480301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8,51 cm 7,02 cm</a:t>
            </a:r>
          </a:p>
          <a:p>
            <a:r>
              <a:rPr lang="en-US"/>
              <a:t>11,85 cm 16,56 cm</a:t>
            </a:r>
          </a:p>
        </p:txBody>
      </p:sp>
      <p:sp>
        <p:nvSpPr>
          <p:cNvPr id="4" name="Slide Number Placeholder 3"/>
          <p:cNvSpPr>
            <a:spLocks noGrp="1"/>
          </p:cNvSpPr>
          <p:nvPr>
            <p:ph type="sldNum" sz="quarter" idx="5"/>
          </p:nvPr>
        </p:nvSpPr>
        <p:spPr/>
        <p:txBody>
          <a:bodyPr/>
          <a:lstStyle/>
          <a:p>
            <a:fld id="{31984EC9-51C0-4BB7-A48B-D32011637DBD}" type="slidenum">
              <a:rPr lang="en-US" smtClean="0"/>
              <a:t>1</a:t>
            </a:fld>
            <a:endParaRPr lang="en-US"/>
          </a:p>
        </p:txBody>
      </p:sp>
    </p:spTree>
    <p:extLst>
      <p:ext uri="{BB962C8B-B14F-4D97-AF65-F5344CB8AC3E}">
        <p14:creationId xmlns:p14="http://schemas.microsoft.com/office/powerpoint/2010/main" val="8571441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fld id="{31984EC9-51C0-4BB7-A48B-D32011637DBD}" type="slidenum">
              <a:rPr lang="en-US" smtClean="0"/>
              <a:t>2</a:t>
            </a:fld>
            <a:endParaRPr lang="en-US"/>
          </a:p>
        </p:txBody>
      </p:sp>
    </p:spTree>
    <p:extLst>
      <p:ext uri="{BB962C8B-B14F-4D97-AF65-F5344CB8AC3E}">
        <p14:creationId xmlns:p14="http://schemas.microsoft.com/office/powerpoint/2010/main" val="16448328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1984EC9-51C0-4BB7-A48B-D32011637DB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418806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4565CF-EE63-64AF-4E2F-02BE30F877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AD5BEF-D9E4-6CFE-188F-944E1FF185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B65E1A-7B07-8B83-75FB-8F9D06A48656}"/>
              </a:ext>
            </a:extLst>
          </p:cNvPr>
          <p:cNvSpPr>
            <a:spLocks noGrp="1"/>
          </p:cNvSpPr>
          <p:nvPr>
            <p:ph type="body" idx="1"/>
          </p:nvPr>
        </p:nvSpPr>
        <p:spPr/>
        <p:txBody>
          <a:bodyPr/>
          <a:lstStyle/>
          <a:p>
            <a:endParaRPr lang="pt-BR"/>
          </a:p>
        </p:txBody>
      </p:sp>
      <p:sp>
        <p:nvSpPr>
          <p:cNvPr id="4" name="Slide Number Placeholder 3">
            <a:extLst>
              <a:ext uri="{FF2B5EF4-FFF2-40B4-BE49-F238E27FC236}">
                <a16:creationId xmlns:a16="http://schemas.microsoft.com/office/drawing/2014/main" id="{5914FAD9-03A7-D5F7-45CA-5DBC65F776E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1984EC9-51C0-4BB7-A48B-D32011637DB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51515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1984EC9-51C0-4BB7-A48B-D32011637DBD}" type="slidenum">
              <a:rPr lang="en-US" smtClean="0"/>
              <a:t>20</a:t>
            </a:fld>
            <a:endParaRPr lang="en-US"/>
          </a:p>
        </p:txBody>
      </p:sp>
    </p:spTree>
    <p:extLst>
      <p:ext uri="{BB962C8B-B14F-4D97-AF65-F5344CB8AC3E}">
        <p14:creationId xmlns:p14="http://schemas.microsoft.com/office/powerpoint/2010/main" val="34411510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fld id="{31984EC9-51C0-4BB7-A48B-D32011637DBD}" type="slidenum">
              <a:rPr lang="en-US" smtClean="0"/>
              <a:t>21</a:t>
            </a:fld>
            <a:endParaRPr lang="en-US"/>
          </a:p>
        </p:txBody>
      </p:sp>
    </p:spTree>
    <p:extLst>
      <p:ext uri="{BB962C8B-B14F-4D97-AF65-F5344CB8AC3E}">
        <p14:creationId xmlns:p14="http://schemas.microsoft.com/office/powerpoint/2010/main" val="168582996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FC0AA5-3CB5-5BB5-7A90-16668904A7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92F0CC-0E3E-29E6-BFE2-1359B313F1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9817B9-935C-3561-DB67-56B368C554F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E330F18-E6D2-7A9C-5F9C-074A705CC9E9}"/>
              </a:ext>
            </a:extLst>
          </p:cNvPr>
          <p:cNvSpPr>
            <a:spLocks noGrp="1"/>
          </p:cNvSpPr>
          <p:nvPr>
            <p:ph type="sldNum" sz="quarter" idx="5"/>
          </p:nvPr>
        </p:nvSpPr>
        <p:spPr/>
        <p:txBody>
          <a:bodyPr/>
          <a:lstStyle/>
          <a:p>
            <a:fld id="{31984EC9-51C0-4BB7-A48B-D32011637DBD}" type="slidenum">
              <a:rPr lang="en-US" smtClean="0"/>
              <a:t>22</a:t>
            </a:fld>
            <a:endParaRPr lang="en-US"/>
          </a:p>
        </p:txBody>
      </p:sp>
    </p:spTree>
    <p:extLst>
      <p:ext uri="{BB962C8B-B14F-4D97-AF65-F5344CB8AC3E}">
        <p14:creationId xmlns:p14="http://schemas.microsoft.com/office/powerpoint/2010/main" val="37219963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8D1C36-1DDE-BE8C-84E8-C04AAD5E37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2A94BB-D77B-3BA6-F654-5BE52F3FEF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62D6128-04D6-128D-3B0D-A2D615783F8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0E2DFFA-DC7E-845C-2AAA-9ED1ABB18E5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1984EC9-51C0-4BB7-A48B-D32011637DB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5513774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1984EC9-51C0-4BB7-A48B-D32011637DBD}" type="slidenum">
              <a:rPr lang="en-US" smtClean="0"/>
              <a:t>25</a:t>
            </a:fld>
            <a:endParaRPr lang="en-US"/>
          </a:p>
        </p:txBody>
      </p:sp>
    </p:spTree>
    <p:extLst>
      <p:ext uri="{BB962C8B-B14F-4D97-AF65-F5344CB8AC3E}">
        <p14:creationId xmlns:p14="http://schemas.microsoft.com/office/powerpoint/2010/main" val="348616493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1984EC9-51C0-4BB7-A48B-D32011637DBD}" type="slidenum">
              <a:rPr lang="en-US" smtClean="0"/>
              <a:t>26</a:t>
            </a:fld>
            <a:endParaRPr lang="en-US"/>
          </a:p>
        </p:txBody>
      </p:sp>
    </p:spTree>
    <p:extLst>
      <p:ext uri="{BB962C8B-B14F-4D97-AF65-F5344CB8AC3E}">
        <p14:creationId xmlns:p14="http://schemas.microsoft.com/office/powerpoint/2010/main" val="26486851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fld id="{31984EC9-51C0-4BB7-A48B-D32011637DBD}" type="slidenum">
              <a:rPr lang="en-US" smtClean="0"/>
              <a:t>28</a:t>
            </a:fld>
            <a:endParaRPr lang="en-US"/>
          </a:p>
        </p:txBody>
      </p:sp>
    </p:spTree>
    <p:extLst>
      <p:ext uri="{BB962C8B-B14F-4D97-AF65-F5344CB8AC3E}">
        <p14:creationId xmlns:p14="http://schemas.microsoft.com/office/powerpoint/2010/main" val="171892181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fld id="{31984EC9-51C0-4BB7-A48B-D32011637DBD}" type="slidenum">
              <a:rPr lang="en-US" smtClean="0"/>
              <a:t>32</a:t>
            </a:fld>
            <a:endParaRPr lang="en-US"/>
          </a:p>
        </p:txBody>
      </p:sp>
    </p:spTree>
    <p:extLst>
      <p:ext uri="{BB962C8B-B14F-4D97-AF65-F5344CB8AC3E}">
        <p14:creationId xmlns:p14="http://schemas.microsoft.com/office/powerpoint/2010/main" val="3033728702"/>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4.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5.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6.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1.xml"/><Relationship Id="rId1" Type="http://schemas.openxmlformats.org/officeDocument/2006/relationships/tags" Target="../tags/tag7.xml"/><Relationship Id="rId6" Type="http://schemas.openxmlformats.org/officeDocument/2006/relationships/image" Target="../media/image4.svg"/><Relationship Id="rId5" Type="http://schemas.microsoft.com/office/2007/relationships/hdphoto" Target="../media/hdphoto1.wdp"/><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1.xml"/><Relationship Id="rId1" Type="http://schemas.openxmlformats.org/officeDocument/2006/relationships/tags" Target="../tags/tag8.xml"/></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9.xml"/></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0.xml"/></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1.xml"/></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2.xml"/></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3.xml"/></Relationships>
</file>

<file path=ppt/slideLayouts/_rels/slideLayout1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4.xml"/></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5.xml"/></Relationships>
</file>

<file path=ppt/slideLayouts/_rels/slideLayout1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6.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1.xml"/><Relationship Id="rId1" Type="http://schemas.openxmlformats.org/officeDocument/2006/relationships/tags" Target="../tags/tag17.xml"/><Relationship Id="rId4" Type="http://schemas.openxmlformats.org/officeDocument/2006/relationships/image" Target="../media/image6.sv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7.jpeg"/><Relationship Id="rId7" Type="http://schemas.microsoft.com/office/2007/relationships/hdphoto" Target="../media/hdphoto2.wdp"/><Relationship Id="rId2" Type="http://schemas.openxmlformats.org/officeDocument/2006/relationships/slideMaster" Target="../slideMasters/slideMaster2.xml"/><Relationship Id="rId1" Type="http://schemas.openxmlformats.org/officeDocument/2006/relationships/tags" Target="../tags/tag18.xml"/><Relationship Id="rId6" Type="http://schemas.openxmlformats.org/officeDocument/2006/relationships/image" Target="../media/image9.png"/><Relationship Id="rId5" Type="http://schemas.openxmlformats.org/officeDocument/2006/relationships/image" Target="../media/image8.svg"/><Relationship Id="rId4" Type="http://schemas.openxmlformats.org/officeDocument/2006/relationships/image" Target="../media/image2.sv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19.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0.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1.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2.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3.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4.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5.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6.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27.xml"/><Relationship Id="rId6" Type="http://schemas.openxmlformats.org/officeDocument/2006/relationships/image" Target="../media/image4.svg"/><Relationship Id="rId5" Type="http://schemas.microsoft.com/office/2007/relationships/hdphoto" Target="../media/hdphoto1.wdp"/><Relationship Id="rId4" Type="http://schemas.openxmlformats.org/officeDocument/2006/relationships/image" Target="../media/image3.png"/></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28.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29.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30.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3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3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33.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2.xml"/><Relationship Id="rId1" Type="http://schemas.openxmlformats.org/officeDocument/2006/relationships/tags" Target="../tags/tag34.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2.xml"/><Relationship Id="rId1" Type="http://schemas.openxmlformats.org/officeDocument/2006/relationships/tags" Target="../tags/tag35.xml"/></Relationships>
</file>

<file path=ppt/slideLayouts/_rels/slideLayout36.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36.xml"/></Relationships>
</file>

<file path=ppt/slideLayouts/_rels/slideLayout37.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37.xml"/></Relationships>
</file>

<file path=ppt/slideLayouts/_rels/slideLayout38.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38.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39.xml"/><Relationship Id="rId6" Type="http://schemas.microsoft.com/office/2007/relationships/hdphoto" Target="../media/hdphoto4.wdp"/><Relationship Id="rId5" Type="http://schemas.openxmlformats.org/officeDocument/2006/relationships/image" Target="../media/image11.png"/><Relationship Id="rId4" Type="http://schemas.openxmlformats.org/officeDocument/2006/relationships/image" Target="../media/image8.svg"/></Relationships>
</file>

<file path=ppt/slideLayouts/_rels/slideLayout40.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40.xml"/></Relationships>
</file>

<file path=ppt/slideLayouts/_rels/slideLayout41.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41.xml"/></Relationships>
</file>

<file path=ppt/slideLayouts/_rels/slideLayout42.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42.xml"/></Relationships>
</file>

<file path=ppt/slideLayouts/_rels/slideLayout43.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43.xml"/></Relationships>
</file>

<file path=ppt/slideLayouts/_rels/slideLayout44.xml.rels><?xml version="1.0" encoding="UTF-8" standalone="yes"?>
<Relationships xmlns="http://schemas.openxmlformats.org/package/2006/relationships"><Relationship Id="rId3" Type="http://schemas.openxmlformats.org/officeDocument/2006/relationships/hyperlink" Target="http://www.xpi.com.br/" TargetMode="External"/><Relationship Id="rId2" Type="http://schemas.openxmlformats.org/officeDocument/2006/relationships/slideMaster" Target="../slideMasters/slideMaster2.xml"/><Relationship Id="rId1" Type="http://schemas.openxmlformats.org/officeDocument/2006/relationships/tags" Target="../tags/tag44.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2.xml"/><Relationship Id="rId1" Type="http://schemas.openxmlformats.org/officeDocument/2006/relationships/tags" Target="../tags/tag45.xml"/><Relationship Id="rId6" Type="http://schemas.microsoft.com/office/2007/relationships/hdphoto" Target="../media/hdphoto4.wdp"/><Relationship Id="rId5" Type="http://schemas.openxmlformats.org/officeDocument/2006/relationships/image" Target="../media/image11.png"/><Relationship Id="rId4" Type="http://schemas.openxmlformats.org/officeDocument/2006/relationships/image" Target="../media/image8.svg"/></Relationships>
</file>

<file path=ppt/slideLayouts/_rels/slideLayout46.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46.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2.xml"/><Relationship Id="rId1" Type="http://schemas.openxmlformats.org/officeDocument/2006/relationships/tags" Target="../tags/tag47.xml"/><Relationship Id="rId4" Type="http://schemas.openxmlformats.org/officeDocument/2006/relationships/image" Target="../media/image6.svg"/></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7.jpeg"/><Relationship Id="rId7" Type="http://schemas.microsoft.com/office/2007/relationships/hdphoto" Target="../media/hdphoto2.wdp"/><Relationship Id="rId2" Type="http://schemas.openxmlformats.org/officeDocument/2006/relationships/slideMaster" Target="../slideMasters/slideMaster3.xml"/><Relationship Id="rId1" Type="http://schemas.openxmlformats.org/officeDocument/2006/relationships/tags" Target="../tags/tag48.xml"/><Relationship Id="rId6" Type="http://schemas.openxmlformats.org/officeDocument/2006/relationships/image" Target="../media/image9.png"/><Relationship Id="rId5" Type="http://schemas.openxmlformats.org/officeDocument/2006/relationships/image" Target="../media/image8.svg"/><Relationship Id="rId4" Type="http://schemas.openxmlformats.org/officeDocument/2006/relationships/image" Target="../media/image2.svg"/></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49.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0.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1.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2.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3.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4.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5.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6.xml"/><Relationship Id="rId6" Type="http://schemas.openxmlformats.org/officeDocument/2006/relationships/image" Target="../media/image4.svg"/><Relationship Id="rId5" Type="http://schemas.microsoft.com/office/2007/relationships/hdphoto" Target="../media/hdphoto3.wdp"/><Relationship Id="rId4" Type="http://schemas.openxmlformats.org/officeDocument/2006/relationships/image" Target="../media/image10.png"/></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57.xml"/><Relationship Id="rId6" Type="http://schemas.openxmlformats.org/officeDocument/2006/relationships/image" Target="../media/image4.svg"/><Relationship Id="rId5" Type="http://schemas.microsoft.com/office/2007/relationships/hdphoto" Target="../media/hdphoto1.wdp"/><Relationship Id="rId4" Type="http://schemas.openxmlformats.org/officeDocument/2006/relationships/image" Target="../media/image3.png"/></Relationships>
</file>

<file path=ppt/slideLayouts/_rels/slideLayout5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58.xml"/></Relationships>
</file>

<file path=ppt/slideLayouts/_rels/slideLayout5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59.xml"/></Relationships>
</file>

<file path=ppt/slideLayouts/_rels/slideLayout6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0.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61.xml"/><Relationship Id="rId6" Type="http://schemas.microsoft.com/office/2007/relationships/hdphoto" Target="../media/hdphoto4.wdp"/><Relationship Id="rId5" Type="http://schemas.openxmlformats.org/officeDocument/2006/relationships/image" Target="../media/image11.png"/><Relationship Id="rId4" Type="http://schemas.openxmlformats.org/officeDocument/2006/relationships/image" Target="../media/image8.svg"/></Relationships>
</file>

<file path=ppt/slideLayouts/_rels/slideLayout6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2.xml"/></Relationships>
</file>

<file path=ppt/slideLayouts/_rels/slideLayout63.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3.xml"/></Relationships>
</file>

<file path=ppt/slideLayouts/_rels/slideLayout6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4.xml"/></Relationships>
</file>

<file path=ppt/slideLayouts/_rels/slideLayout65.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5.xml"/></Relationships>
</file>

<file path=ppt/slideLayouts/_rels/slideLayout66.xml.rels><?xml version="1.0" encoding="UTF-8" standalone="yes"?>
<Relationships xmlns="http://schemas.openxmlformats.org/package/2006/relationships"><Relationship Id="rId3" Type="http://schemas.openxmlformats.org/officeDocument/2006/relationships/hyperlink" Target="http://www.xpi.com.br/" TargetMode="External"/><Relationship Id="rId2" Type="http://schemas.openxmlformats.org/officeDocument/2006/relationships/slideMaster" Target="../slideMasters/slideMaster3.xml"/><Relationship Id="rId1" Type="http://schemas.openxmlformats.org/officeDocument/2006/relationships/tags" Target="../tags/tag66.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slideMaster" Target="../slideMasters/slideMaster3.xml"/><Relationship Id="rId1" Type="http://schemas.openxmlformats.org/officeDocument/2006/relationships/tags" Target="../tags/tag67.xml"/><Relationship Id="rId6" Type="http://schemas.microsoft.com/office/2007/relationships/hdphoto" Target="../media/hdphoto4.wdp"/><Relationship Id="rId5" Type="http://schemas.openxmlformats.org/officeDocument/2006/relationships/image" Target="../media/image11.png"/><Relationship Id="rId4" Type="http://schemas.openxmlformats.org/officeDocument/2006/relationships/image" Target="../media/image8.svg"/></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4.xml"/><Relationship Id="rId1" Type="http://schemas.openxmlformats.org/officeDocument/2006/relationships/tags" Target="../tags/tag68.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4.xml"/><Relationship Id="rId1" Type="http://schemas.openxmlformats.org/officeDocument/2006/relationships/tags" Target="../tags/tag69.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4.xml"/><Relationship Id="rId1" Type="http://schemas.openxmlformats.org/officeDocument/2006/relationships/tags" Target="../tags/tag70.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4.xml"/><Relationship Id="rId1" Type="http://schemas.openxmlformats.org/officeDocument/2006/relationships/tags" Target="../tags/tag71.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4.xml"/><Relationship Id="rId1" Type="http://schemas.openxmlformats.org/officeDocument/2006/relationships/tags" Target="../tags/tag72.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4.xml"/><Relationship Id="rId1" Type="http://schemas.openxmlformats.org/officeDocument/2006/relationships/tags" Target="../tags/tag73.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4.xml"/><Relationship Id="rId1" Type="http://schemas.openxmlformats.org/officeDocument/2006/relationships/tags" Target="../tags/tag74.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4.xml"/><Relationship Id="rId1" Type="http://schemas.openxmlformats.org/officeDocument/2006/relationships/tags" Target="../tags/tag75.xml"/></Relationships>
</file>

<file path=ppt/slideLayouts/_rels/slideLayout7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76.xml"/></Relationships>
</file>

<file path=ppt/slideLayouts/_rels/slideLayout7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77.xml"/></Relationships>
</file>

<file path=ppt/slideLayouts/_rels/slideLayout78.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78.xml"/></Relationships>
</file>

<file path=ppt/slideLayouts/_rels/slideLayout79.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79.xml"/></Relationships>
</file>

<file path=ppt/slideLayouts/_rels/slideLayout80.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80.xml"/></Relationships>
</file>

<file path=ppt/slideLayouts/_rels/slideLayout81.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81.xml"/></Relationships>
</file>

<file path=ppt/slideLayouts/_rels/slideLayout8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82.xml"/></Relationships>
</file>

<file path=ppt/slideLayouts/_rels/slideLayout8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83.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4.xml"/><Relationship Id="rId1" Type="http://schemas.openxmlformats.org/officeDocument/2006/relationships/tags" Target="../tags/tag84.xml"/><Relationship Id="rId4" Type="http://schemas.openxmlformats.org/officeDocument/2006/relationships/image" Target="../media/image6.sv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apa">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2"/>
            <a:ext cx="4490940" cy="1772766"/>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3" y="4060055"/>
            <a:ext cx="6112353" cy="3349806"/>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72" name="Espaço Reservado para Conteúdo 14">
            <a:extLst>
              <a:ext uri="{FF2B5EF4-FFF2-40B4-BE49-F238E27FC236}">
                <a16:creationId xmlns:a16="http://schemas.microsoft.com/office/drawing/2014/main" id="{7F6E3DBC-5BBD-4436-85AB-82E653F9C656}"/>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73" name="Espaço Reservado para Conteúdo 14">
            <a:extLst>
              <a:ext uri="{FF2B5EF4-FFF2-40B4-BE49-F238E27FC236}">
                <a16:creationId xmlns:a16="http://schemas.microsoft.com/office/drawing/2014/main" id="{3405AF30-6481-4177-8C12-0BD1B0028E72}"/>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74" name="Espaço Reservado para Conteúdo 14">
            <a:extLst>
              <a:ext uri="{FF2B5EF4-FFF2-40B4-BE49-F238E27FC236}">
                <a16:creationId xmlns:a16="http://schemas.microsoft.com/office/drawing/2014/main" id="{14ECC719-6B01-4AF5-92A8-682707D600B0}"/>
              </a:ext>
            </a:extLst>
          </p:cNvPr>
          <p:cNvSpPr>
            <a:spLocks noGrp="1"/>
          </p:cNvSpPr>
          <p:nvPr>
            <p:ph sz="quarter" idx="24"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75" name="Espaço Reservado para Conteúdo 14">
            <a:extLst>
              <a:ext uri="{FF2B5EF4-FFF2-40B4-BE49-F238E27FC236}">
                <a16:creationId xmlns:a16="http://schemas.microsoft.com/office/drawing/2014/main" id="{519BA8D8-2D27-44DB-8406-D6D20B529EED}"/>
              </a:ext>
            </a:extLst>
          </p:cNvPr>
          <p:cNvSpPr>
            <a:spLocks noGrp="1"/>
          </p:cNvSpPr>
          <p:nvPr>
            <p:ph sz="quarter" idx="25"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0F2F86A7-ED4D-48B1-9F47-4F6090DC3372}"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5022853" y="2150953"/>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5022853" y="2312750"/>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5022853" y="2439622"/>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5022853" y="2815008"/>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5022853" y="2976805"/>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5022853" y="3103677"/>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5022853" y="3467328"/>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5022853" y="3629125"/>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5022853" y="3755997"/>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p:nvPr userDrawn="1"/>
        </p:nvCxnSpPr>
        <p:spPr>
          <a:xfrm>
            <a:off x="4951973" y="2150952"/>
            <a:ext cx="0" cy="17727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Espaço Reservado para Texto 6">
            <a:extLst>
              <a:ext uri="{FF2B5EF4-FFF2-40B4-BE49-F238E27FC236}">
                <a16:creationId xmlns:a16="http://schemas.microsoft.com/office/drawing/2014/main" id="{984F9560-6699-43C8-BEE0-490CDFCBCF21}"/>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80EC9BA-5BCE-49E4-BC4C-E52C56FC5C26}"/>
              </a:ext>
            </a:extLst>
          </p:cNvPr>
          <p:cNvSpPr>
            <a:spLocks noGrp="1"/>
          </p:cNvSpPr>
          <p:nvPr>
            <p:ph type="body" sz="quarter" idx="37"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2209024188"/>
      </p:ext>
    </p:extLst>
  </p:cSld>
  <p:clrMapOvr>
    <a:masterClrMapping/>
  </p:clrMapOvr>
  <p:extLst>
    <p:ext uri="{DCECCB84-F9BA-43D5-87BE-67443E8EF086}">
      <p15:sldGuideLst xmlns:p15="http://schemas.microsoft.com/office/powerpoint/2012/main">
        <p15:guide id="0" pos="2228" userDrawn="1">
          <p15:clr>
            <a:srgbClr val="FBAE40"/>
          </p15:clr>
        </p15:guide>
        <p15:guide id="1" pos="20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apa Company Update/Report">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BA6D1BE1-1084-428A-81B9-BDA8CD6501B7}"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6" name="Espaço Reservado para Conteúdo 14">
            <a:extLst>
              <a:ext uri="{FF2B5EF4-FFF2-40B4-BE49-F238E27FC236}">
                <a16:creationId xmlns:a16="http://schemas.microsoft.com/office/drawing/2014/main" id="{FC793E5F-9C0C-468E-8CC6-E5FF5C28A615}"/>
              </a:ext>
            </a:extLst>
          </p:cNvPr>
          <p:cNvSpPr>
            <a:spLocks noGrp="1"/>
          </p:cNvSpPr>
          <p:nvPr>
            <p:ph sz="quarter" idx="25" hasCustomPrompt="1"/>
          </p:nvPr>
        </p:nvSpPr>
        <p:spPr>
          <a:xfrm>
            <a:off x="4330594" y="5349815"/>
            <a:ext cx="2159107" cy="96674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445B0B9-ADF4-4441-B72F-3BFD45AB8EE6}"/>
              </a:ext>
            </a:extLst>
          </p:cNvPr>
          <p:cNvSpPr>
            <a:spLocks noGrp="1"/>
          </p:cNvSpPr>
          <p:nvPr>
            <p:ph sz="quarter" idx="36" hasCustomPrompt="1"/>
          </p:nvPr>
        </p:nvSpPr>
        <p:spPr>
          <a:xfrm>
            <a:off x="4330594" y="5061196"/>
            <a:ext cx="215910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6" name="Espaço Reservado para Texto 6">
            <a:extLst>
              <a:ext uri="{FF2B5EF4-FFF2-40B4-BE49-F238E27FC236}">
                <a16:creationId xmlns:a16="http://schemas.microsoft.com/office/drawing/2014/main" id="{5B35F13F-8F40-465F-949A-882361D6B7D8}"/>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58" name="Espaço Reservado para Texto 6">
            <a:extLst>
              <a:ext uri="{FF2B5EF4-FFF2-40B4-BE49-F238E27FC236}">
                <a16:creationId xmlns:a16="http://schemas.microsoft.com/office/drawing/2014/main" id="{891AEF2F-E5F3-40A5-A6BD-124D7FF714E4}"/>
              </a:ext>
            </a:extLst>
          </p:cNvPr>
          <p:cNvSpPr>
            <a:spLocks noGrp="1"/>
          </p:cNvSpPr>
          <p:nvPr>
            <p:ph type="body" sz="quarter" idx="39"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1303002841"/>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apa Company Results">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89658630-F50C-49FA-9C67-15A852608CF0}"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6" name="Espaço Reservado para Texto 6">
            <a:extLst>
              <a:ext uri="{FF2B5EF4-FFF2-40B4-BE49-F238E27FC236}">
                <a16:creationId xmlns:a16="http://schemas.microsoft.com/office/drawing/2014/main" id="{B935674C-A1AD-4842-93A9-83EA6491755B}"/>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E39DE0F-32BC-41A9-847E-3FD62BFA409F}"/>
              </a:ext>
            </a:extLst>
          </p:cNvPr>
          <p:cNvSpPr>
            <a:spLocks noGrp="1"/>
          </p:cNvSpPr>
          <p:nvPr>
            <p:ph type="body" sz="quarter" idx="36"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376475646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apa Short Note v1">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FB42F95B-FE82-4845-B017-23DFE4AAD221}"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6" name="Espaço Reservado para Conteúdo 14">
            <a:extLst>
              <a:ext uri="{FF2B5EF4-FFF2-40B4-BE49-F238E27FC236}">
                <a16:creationId xmlns:a16="http://schemas.microsoft.com/office/drawing/2014/main" id="{91EAA875-CDD1-40CF-93C6-C46C988D6819}"/>
              </a:ext>
            </a:extLst>
          </p:cNvPr>
          <p:cNvSpPr>
            <a:spLocks noGrp="1"/>
          </p:cNvSpPr>
          <p:nvPr>
            <p:ph sz="quarter" idx="21" hasCustomPrompt="1"/>
          </p:nvPr>
        </p:nvSpPr>
        <p:spPr>
          <a:xfrm>
            <a:off x="382829" y="8150455"/>
            <a:ext cx="293822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5F8828C5-9B1E-49A4-9578-F6E2F3FA1C7A}"/>
              </a:ext>
            </a:extLst>
          </p:cNvPr>
          <p:cNvSpPr>
            <a:spLocks noGrp="1"/>
          </p:cNvSpPr>
          <p:nvPr>
            <p:ph sz="quarter" idx="36" hasCustomPrompt="1"/>
          </p:nvPr>
        </p:nvSpPr>
        <p:spPr>
          <a:xfrm>
            <a:off x="3536951" y="8150455"/>
            <a:ext cx="2965558"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6" name="Espaço Reservado para Conteúdo 14">
            <a:extLst>
              <a:ext uri="{FF2B5EF4-FFF2-40B4-BE49-F238E27FC236}">
                <a16:creationId xmlns:a16="http://schemas.microsoft.com/office/drawing/2014/main" id="{C8043A8B-C6A0-451F-BCE0-CF376EA84CE7}"/>
              </a:ext>
            </a:extLst>
          </p:cNvPr>
          <p:cNvSpPr>
            <a:spLocks noGrp="1"/>
          </p:cNvSpPr>
          <p:nvPr>
            <p:ph sz="quarter" idx="37" hasCustomPrompt="1"/>
          </p:nvPr>
        </p:nvSpPr>
        <p:spPr>
          <a:xfrm>
            <a:off x="382829" y="7861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8" name="Espaço Reservado para Conteúdo 14">
            <a:extLst>
              <a:ext uri="{FF2B5EF4-FFF2-40B4-BE49-F238E27FC236}">
                <a16:creationId xmlns:a16="http://schemas.microsoft.com/office/drawing/2014/main" id="{313F160D-109A-48C3-A366-CA46AF2EF492}"/>
              </a:ext>
            </a:extLst>
          </p:cNvPr>
          <p:cNvSpPr>
            <a:spLocks noGrp="1"/>
          </p:cNvSpPr>
          <p:nvPr>
            <p:ph sz="quarter" idx="25" hasCustomPrompt="1"/>
          </p:nvPr>
        </p:nvSpPr>
        <p:spPr>
          <a:xfrm>
            <a:off x="3552750" y="7861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Texto 6">
            <a:extLst>
              <a:ext uri="{FF2B5EF4-FFF2-40B4-BE49-F238E27FC236}">
                <a16:creationId xmlns:a16="http://schemas.microsoft.com/office/drawing/2014/main" id="{46934314-6D62-4693-8E75-BA871E290EE7}"/>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54" name="Espaço Reservado para Texto 6">
            <a:extLst>
              <a:ext uri="{FF2B5EF4-FFF2-40B4-BE49-F238E27FC236}">
                <a16:creationId xmlns:a16="http://schemas.microsoft.com/office/drawing/2014/main" id="{84AAEFD1-E87A-45B0-AAA9-B3FEC57B9D27}"/>
              </a:ext>
            </a:extLst>
          </p:cNvPr>
          <p:cNvSpPr>
            <a:spLocks noGrp="1"/>
          </p:cNvSpPr>
          <p:nvPr>
            <p:ph type="body" sz="quarter" idx="39"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85697767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apa Short Note v2">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579232"/>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808524"/>
            <a:ext cx="3734170" cy="5848235"/>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A9953E18-D5D3-4CC4-B931-BB76DEE5113D}"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813981"/>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975778"/>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410265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300236"/>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462033"/>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58890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793806"/>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955603"/>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508247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808525"/>
            <a:ext cx="0" cy="574028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84291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81405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Texto 6">
            <a:extLst>
              <a:ext uri="{FF2B5EF4-FFF2-40B4-BE49-F238E27FC236}">
                <a16:creationId xmlns:a16="http://schemas.microsoft.com/office/drawing/2014/main" id="{3C2377C1-5302-4095-B1EF-BCFAB3F7EA2C}"/>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5" name="Espaço Reservado para Texto 6">
            <a:extLst>
              <a:ext uri="{FF2B5EF4-FFF2-40B4-BE49-F238E27FC236}">
                <a16:creationId xmlns:a16="http://schemas.microsoft.com/office/drawing/2014/main" id="{EE3879DA-CAD4-4DDD-A957-A5A9C7A21942}"/>
              </a:ext>
            </a:extLst>
          </p:cNvPr>
          <p:cNvSpPr>
            <a:spLocks noGrp="1"/>
          </p:cNvSpPr>
          <p:nvPr>
            <p:ph type="body" sz="quarter" idx="37"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 name="Espaço Reservado para Conteúdo 14">
            <a:extLst>
              <a:ext uri="{FF2B5EF4-FFF2-40B4-BE49-F238E27FC236}">
                <a16:creationId xmlns:a16="http://schemas.microsoft.com/office/drawing/2014/main" id="{0C3B0BBF-0180-E669-01B6-1ED0D3247D9F}"/>
              </a:ext>
            </a:extLst>
          </p:cNvPr>
          <p:cNvSpPr>
            <a:spLocks noGrp="1"/>
          </p:cNvSpPr>
          <p:nvPr>
            <p:ph sz="quarter" idx="38" hasCustomPrompt="1"/>
          </p:nvPr>
        </p:nvSpPr>
        <p:spPr>
          <a:xfrm>
            <a:off x="4330594" y="6928943"/>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 name="Espaço Reservado para Conteúdo 14">
            <a:extLst>
              <a:ext uri="{FF2B5EF4-FFF2-40B4-BE49-F238E27FC236}">
                <a16:creationId xmlns:a16="http://schemas.microsoft.com/office/drawing/2014/main" id="{73418C2F-AF1B-6403-E505-EE107BB19802}"/>
              </a:ext>
            </a:extLst>
          </p:cNvPr>
          <p:cNvSpPr>
            <a:spLocks noGrp="1"/>
          </p:cNvSpPr>
          <p:nvPr>
            <p:ph sz="quarter" idx="39" hasCustomPrompt="1"/>
          </p:nvPr>
        </p:nvSpPr>
        <p:spPr>
          <a:xfrm>
            <a:off x="4330594" y="6640324"/>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Tree>
    <p:extLst>
      <p:ext uri="{BB962C8B-B14F-4D97-AF65-F5344CB8AC3E}">
        <p14:creationId xmlns:p14="http://schemas.microsoft.com/office/powerpoint/2010/main" val="271603771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apa Short Note Sector">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6783F467-2C6D-430D-9E05-AA9499427763}"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Texto 6">
            <a:extLst>
              <a:ext uri="{FF2B5EF4-FFF2-40B4-BE49-F238E27FC236}">
                <a16:creationId xmlns:a16="http://schemas.microsoft.com/office/drawing/2014/main" id="{ACB57286-315D-4256-A485-D81372E0374A}"/>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5" name="Espaço Reservado para Texto 6">
            <a:extLst>
              <a:ext uri="{FF2B5EF4-FFF2-40B4-BE49-F238E27FC236}">
                <a16:creationId xmlns:a16="http://schemas.microsoft.com/office/drawing/2014/main" id="{25C0A81E-C51A-4118-9E4E-C1BE395DDC0C}"/>
              </a:ext>
            </a:extLst>
          </p:cNvPr>
          <p:cNvSpPr>
            <a:spLocks noGrp="1"/>
          </p:cNvSpPr>
          <p:nvPr>
            <p:ph type="body" sz="quarter" idx="36"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191587939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umário">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D58E3DF-22F8-4C37-9B26-E76DF3BA1D45}"/>
              </a:ext>
            </a:extLst>
          </p:cNvPr>
          <p:cNvSpPr/>
          <p:nvPr userDrawn="1"/>
        </p:nvSpPr>
        <p:spPr>
          <a:xfrm>
            <a:off x="0" y="0"/>
            <a:ext cx="4738914" cy="990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CaixaDeTexto 4">
            <a:extLst>
              <a:ext uri="{FF2B5EF4-FFF2-40B4-BE49-F238E27FC236}">
                <a16:creationId xmlns:a16="http://schemas.microsoft.com/office/drawing/2014/main" id="{B62B5412-17EF-418D-8B6E-BF6ED9EC7C15}"/>
              </a:ext>
            </a:extLst>
          </p:cNvPr>
          <p:cNvSpPr txBox="1"/>
          <p:nvPr userDrawn="1"/>
        </p:nvSpPr>
        <p:spPr>
          <a:xfrm>
            <a:off x="375638" y="368602"/>
            <a:ext cx="3733609" cy="430887"/>
          </a:xfrm>
          <a:prstGeom prst="rect">
            <a:avLst/>
          </a:prstGeom>
        </p:spPr>
        <p:txBody>
          <a:bodyPr wrap="square" lIns="0" tIns="0" rIns="0" bIns="0" rtlCol="0">
            <a:spAutoFit/>
          </a:bodyPr>
          <a:lstStyle/>
          <a:p>
            <a:r>
              <a:rPr lang="pt-BR" sz="2800" err="1">
                <a:solidFill>
                  <a:srgbClr val="242424"/>
                </a:solidFill>
                <a:latin typeface="+mj-lt"/>
                <a:ea typeface="XP Light Lighthouse" pitchFamily="50" charset="0"/>
              </a:rPr>
              <a:t>Table</a:t>
            </a:r>
            <a:r>
              <a:rPr lang="pt-BR" sz="2800">
                <a:solidFill>
                  <a:srgbClr val="242424"/>
                </a:solidFill>
                <a:latin typeface="+mj-lt"/>
                <a:ea typeface="XP Light Lighthouse" pitchFamily="50" charset="0"/>
              </a:rPr>
              <a:t> </a:t>
            </a:r>
            <a:r>
              <a:rPr lang="pt-BR" sz="2800" err="1">
                <a:solidFill>
                  <a:srgbClr val="242424"/>
                </a:solidFill>
                <a:latin typeface="+mj-lt"/>
                <a:ea typeface="XP Light Lighthouse" pitchFamily="50" charset="0"/>
              </a:rPr>
              <a:t>of</a:t>
            </a:r>
            <a:r>
              <a:rPr lang="pt-BR" sz="2800">
                <a:solidFill>
                  <a:srgbClr val="242424"/>
                </a:solidFill>
                <a:latin typeface="+mj-lt"/>
                <a:ea typeface="XP Light Lighthouse" pitchFamily="50" charset="0"/>
              </a:rPr>
              <a:t> </a:t>
            </a:r>
            <a:r>
              <a:rPr lang="pt-BR" sz="2800" err="1">
                <a:solidFill>
                  <a:srgbClr val="242424"/>
                </a:solidFill>
                <a:latin typeface="+mj-lt"/>
                <a:ea typeface="XP Light Lighthouse" pitchFamily="50" charset="0"/>
              </a:rPr>
              <a:t>Contents</a:t>
            </a:r>
            <a:endParaRPr lang="pt-BR" sz="2800">
              <a:solidFill>
                <a:srgbClr val="242424"/>
              </a:solidFill>
              <a:latin typeface="+mj-lt"/>
              <a:ea typeface="XP Light Lighthouse" pitchFamily="50" charset="0"/>
            </a:endParaRPr>
          </a:p>
        </p:txBody>
      </p:sp>
      <p:sp>
        <p:nvSpPr>
          <p:cNvPr id="71" name="Espaço Reservado para Texto 6">
            <a:extLst>
              <a:ext uri="{FF2B5EF4-FFF2-40B4-BE49-F238E27FC236}">
                <a16:creationId xmlns:a16="http://schemas.microsoft.com/office/drawing/2014/main" id="{03A9C79B-A9AE-450D-ABDB-D007A473C085}"/>
              </a:ext>
            </a:extLst>
          </p:cNvPr>
          <p:cNvSpPr>
            <a:spLocks noGrp="1"/>
          </p:cNvSpPr>
          <p:nvPr>
            <p:ph type="body" sz="quarter" idx="17" hasCustomPrompt="1"/>
          </p:nvPr>
        </p:nvSpPr>
        <p:spPr>
          <a:xfrm>
            <a:off x="375638" y="115561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2" name="Espaço Reservado para Texto 6">
            <a:extLst>
              <a:ext uri="{FF2B5EF4-FFF2-40B4-BE49-F238E27FC236}">
                <a16:creationId xmlns:a16="http://schemas.microsoft.com/office/drawing/2014/main" id="{BDA9F1F2-ABC2-4D8D-8E95-0E8A4C2D295D}"/>
              </a:ext>
            </a:extLst>
          </p:cNvPr>
          <p:cNvSpPr>
            <a:spLocks noGrp="1"/>
          </p:cNvSpPr>
          <p:nvPr>
            <p:ph type="body" sz="quarter" idx="18" hasCustomPrompt="1"/>
          </p:nvPr>
        </p:nvSpPr>
        <p:spPr>
          <a:xfrm>
            <a:off x="375638" y="148583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3" name="Espaço Reservado para Texto 6">
            <a:extLst>
              <a:ext uri="{FF2B5EF4-FFF2-40B4-BE49-F238E27FC236}">
                <a16:creationId xmlns:a16="http://schemas.microsoft.com/office/drawing/2014/main" id="{0A91C08B-11B6-4949-955F-D55D9CBDCDD4}"/>
              </a:ext>
            </a:extLst>
          </p:cNvPr>
          <p:cNvSpPr>
            <a:spLocks noGrp="1"/>
          </p:cNvSpPr>
          <p:nvPr>
            <p:ph type="body" sz="quarter" idx="19" hasCustomPrompt="1"/>
          </p:nvPr>
        </p:nvSpPr>
        <p:spPr>
          <a:xfrm>
            <a:off x="375638" y="213999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4" name="Espaço Reservado para Texto 6">
            <a:extLst>
              <a:ext uri="{FF2B5EF4-FFF2-40B4-BE49-F238E27FC236}">
                <a16:creationId xmlns:a16="http://schemas.microsoft.com/office/drawing/2014/main" id="{61B220E4-8E3F-4CA0-815C-0FC23ECB015D}"/>
              </a:ext>
            </a:extLst>
          </p:cNvPr>
          <p:cNvSpPr>
            <a:spLocks noGrp="1"/>
          </p:cNvSpPr>
          <p:nvPr>
            <p:ph type="body" sz="quarter" idx="20" hasCustomPrompt="1"/>
          </p:nvPr>
        </p:nvSpPr>
        <p:spPr>
          <a:xfrm>
            <a:off x="375638" y="247021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5" name="Espaço Reservado para Texto 6">
            <a:extLst>
              <a:ext uri="{FF2B5EF4-FFF2-40B4-BE49-F238E27FC236}">
                <a16:creationId xmlns:a16="http://schemas.microsoft.com/office/drawing/2014/main" id="{55260DBC-11EE-4FC0-8B7C-0A2E6E95D846}"/>
              </a:ext>
            </a:extLst>
          </p:cNvPr>
          <p:cNvSpPr>
            <a:spLocks noGrp="1"/>
          </p:cNvSpPr>
          <p:nvPr>
            <p:ph type="body" sz="quarter" idx="21" hasCustomPrompt="1"/>
          </p:nvPr>
        </p:nvSpPr>
        <p:spPr>
          <a:xfrm>
            <a:off x="375638" y="31347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6" name="Espaço Reservado para Texto 6">
            <a:extLst>
              <a:ext uri="{FF2B5EF4-FFF2-40B4-BE49-F238E27FC236}">
                <a16:creationId xmlns:a16="http://schemas.microsoft.com/office/drawing/2014/main" id="{6E08F1B6-19EB-446F-A384-6FA55F237690}"/>
              </a:ext>
            </a:extLst>
          </p:cNvPr>
          <p:cNvSpPr>
            <a:spLocks noGrp="1"/>
          </p:cNvSpPr>
          <p:nvPr>
            <p:ph type="body" sz="quarter" idx="22" hasCustomPrompt="1"/>
          </p:nvPr>
        </p:nvSpPr>
        <p:spPr>
          <a:xfrm>
            <a:off x="375638" y="34650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7" name="Espaço Reservado para Texto 6">
            <a:extLst>
              <a:ext uri="{FF2B5EF4-FFF2-40B4-BE49-F238E27FC236}">
                <a16:creationId xmlns:a16="http://schemas.microsoft.com/office/drawing/2014/main" id="{91B87D7C-F3BF-4C21-A351-A0BDE3AC1780}"/>
              </a:ext>
            </a:extLst>
          </p:cNvPr>
          <p:cNvSpPr>
            <a:spLocks noGrp="1"/>
          </p:cNvSpPr>
          <p:nvPr>
            <p:ph type="body" sz="quarter" idx="23" hasCustomPrompt="1"/>
          </p:nvPr>
        </p:nvSpPr>
        <p:spPr>
          <a:xfrm>
            <a:off x="375638" y="411834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8" name="Espaço Reservado para Texto 6">
            <a:extLst>
              <a:ext uri="{FF2B5EF4-FFF2-40B4-BE49-F238E27FC236}">
                <a16:creationId xmlns:a16="http://schemas.microsoft.com/office/drawing/2014/main" id="{0AADF45C-FD67-4EA0-A19C-DFC61C6FDD41}"/>
              </a:ext>
            </a:extLst>
          </p:cNvPr>
          <p:cNvSpPr>
            <a:spLocks noGrp="1"/>
          </p:cNvSpPr>
          <p:nvPr>
            <p:ph type="body" sz="quarter" idx="24" hasCustomPrompt="1"/>
          </p:nvPr>
        </p:nvSpPr>
        <p:spPr>
          <a:xfrm>
            <a:off x="375638" y="444856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9" name="Espaço Reservado para Texto 6">
            <a:extLst>
              <a:ext uri="{FF2B5EF4-FFF2-40B4-BE49-F238E27FC236}">
                <a16:creationId xmlns:a16="http://schemas.microsoft.com/office/drawing/2014/main" id="{DBE90486-65C0-4DE3-B772-E75BDCB11A71}"/>
              </a:ext>
            </a:extLst>
          </p:cNvPr>
          <p:cNvSpPr>
            <a:spLocks noGrp="1"/>
          </p:cNvSpPr>
          <p:nvPr>
            <p:ph type="body" sz="quarter" idx="25" hasCustomPrompt="1"/>
          </p:nvPr>
        </p:nvSpPr>
        <p:spPr>
          <a:xfrm>
            <a:off x="375638" y="51018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0" name="Espaço Reservado para Texto 6">
            <a:extLst>
              <a:ext uri="{FF2B5EF4-FFF2-40B4-BE49-F238E27FC236}">
                <a16:creationId xmlns:a16="http://schemas.microsoft.com/office/drawing/2014/main" id="{1A800117-3D6E-41C0-87EE-163118B8A2E2}"/>
              </a:ext>
            </a:extLst>
          </p:cNvPr>
          <p:cNvSpPr>
            <a:spLocks noGrp="1"/>
          </p:cNvSpPr>
          <p:nvPr>
            <p:ph type="body" sz="quarter" idx="26" hasCustomPrompt="1"/>
          </p:nvPr>
        </p:nvSpPr>
        <p:spPr>
          <a:xfrm>
            <a:off x="375638" y="54321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2" name="Espaço Reservado para Texto 6">
            <a:extLst>
              <a:ext uri="{FF2B5EF4-FFF2-40B4-BE49-F238E27FC236}">
                <a16:creationId xmlns:a16="http://schemas.microsoft.com/office/drawing/2014/main" id="{55F89238-ABFA-4DE5-BEEE-C9A02D0C172F}"/>
              </a:ext>
            </a:extLst>
          </p:cNvPr>
          <p:cNvSpPr>
            <a:spLocks noGrp="1"/>
          </p:cNvSpPr>
          <p:nvPr>
            <p:ph type="body" sz="quarter" idx="27" hasCustomPrompt="1"/>
          </p:nvPr>
        </p:nvSpPr>
        <p:spPr>
          <a:xfrm>
            <a:off x="375638" y="610088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3" name="Espaço Reservado para Texto 6">
            <a:extLst>
              <a:ext uri="{FF2B5EF4-FFF2-40B4-BE49-F238E27FC236}">
                <a16:creationId xmlns:a16="http://schemas.microsoft.com/office/drawing/2014/main" id="{B576006F-5C63-4F83-A6A7-3A1D6518574B}"/>
              </a:ext>
            </a:extLst>
          </p:cNvPr>
          <p:cNvSpPr>
            <a:spLocks noGrp="1"/>
          </p:cNvSpPr>
          <p:nvPr>
            <p:ph type="body" sz="quarter" idx="28" hasCustomPrompt="1"/>
          </p:nvPr>
        </p:nvSpPr>
        <p:spPr>
          <a:xfrm>
            <a:off x="375638" y="643110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4" name="Espaço Reservado para Texto 6">
            <a:extLst>
              <a:ext uri="{FF2B5EF4-FFF2-40B4-BE49-F238E27FC236}">
                <a16:creationId xmlns:a16="http://schemas.microsoft.com/office/drawing/2014/main" id="{5BF4C252-6B86-4B48-9F78-8860636B44CF}"/>
              </a:ext>
            </a:extLst>
          </p:cNvPr>
          <p:cNvSpPr>
            <a:spLocks noGrp="1"/>
          </p:cNvSpPr>
          <p:nvPr>
            <p:ph type="body" sz="quarter" idx="29" hasCustomPrompt="1"/>
          </p:nvPr>
        </p:nvSpPr>
        <p:spPr>
          <a:xfrm>
            <a:off x="375638" y="708443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5" name="Espaço Reservado para Texto 6">
            <a:extLst>
              <a:ext uri="{FF2B5EF4-FFF2-40B4-BE49-F238E27FC236}">
                <a16:creationId xmlns:a16="http://schemas.microsoft.com/office/drawing/2014/main" id="{25455617-CBBE-4E5A-84C2-E57D5C8B9CAE}"/>
              </a:ext>
            </a:extLst>
          </p:cNvPr>
          <p:cNvSpPr>
            <a:spLocks noGrp="1"/>
          </p:cNvSpPr>
          <p:nvPr>
            <p:ph type="body" sz="quarter" idx="30" hasCustomPrompt="1"/>
          </p:nvPr>
        </p:nvSpPr>
        <p:spPr>
          <a:xfrm>
            <a:off x="375638" y="741465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6" name="CaixaDeTexto 9">
            <a:extLst>
              <a:ext uri="{FF2B5EF4-FFF2-40B4-BE49-F238E27FC236}">
                <a16:creationId xmlns:a16="http://schemas.microsoft.com/office/drawing/2014/main" id="{50BF8A2C-093E-471E-8719-A576D404CF14}"/>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9" name="Espaço Reservado para Texto 6">
            <a:extLst>
              <a:ext uri="{FF2B5EF4-FFF2-40B4-BE49-F238E27FC236}">
                <a16:creationId xmlns:a16="http://schemas.microsoft.com/office/drawing/2014/main" id="{7B172628-B577-4AEB-B6C9-D0D032DB3544}"/>
              </a:ext>
            </a:extLst>
          </p:cNvPr>
          <p:cNvSpPr>
            <a:spLocks noGrp="1"/>
          </p:cNvSpPr>
          <p:nvPr>
            <p:ph type="body" sz="quarter" idx="31" hasCustomPrompt="1"/>
          </p:nvPr>
        </p:nvSpPr>
        <p:spPr>
          <a:xfrm>
            <a:off x="375638" y="8063396"/>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100" name="Espaço Reservado para Texto 6">
            <a:extLst>
              <a:ext uri="{FF2B5EF4-FFF2-40B4-BE49-F238E27FC236}">
                <a16:creationId xmlns:a16="http://schemas.microsoft.com/office/drawing/2014/main" id="{B20D4700-3F28-45FE-AD12-4DD7C836112A}"/>
              </a:ext>
            </a:extLst>
          </p:cNvPr>
          <p:cNvSpPr>
            <a:spLocks noGrp="1"/>
          </p:cNvSpPr>
          <p:nvPr>
            <p:ph type="body" sz="quarter" idx="32" hasCustomPrompt="1"/>
          </p:nvPr>
        </p:nvSpPr>
        <p:spPr>
          <a:xfrm>
            <a:off x="375638" y="8393614"/>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grpSp>
        <p:nvGrpSpPr>
          <p:cNvPr id="58" name="Group 57">
            <a:extLst>
              <a:ext uri="{FF2B5EF4-FFF2-40B4-BE49-F238E27FC236}">
                <a16:creationId xmlns:a16="http://schemas.microsoft.com/office/drawing/2014/main" id="{21EC4E3C-94FF-4DEE-BCA5-6C69C79BF726}"/>
              </a:ext>
            </a:extLst>
          </p:cNvPr>
          <p:cNvGrpSpPr/>
          <p:nvPr userDrawn="1"/>
        </p:nvGrpSpPr>
        <p:grpSpPr>
          <a:xfrm>
            <a:off x="0" y="8408987"/>
            <a:ext cx="6858000" cy="1497013"/>
            <a:chOff x="-2701533" y="4131759"/>
            <a:chExt cx="8821930" cy="2757656"/>
          </a:xfrm>
        </p:grpSpPr>
        <p:cxnSp>
          <p:nvCxnSpPr>
            <p:cNvPr id="59" name="Conector reto 7">
              <a:extLst>
                <a:ext uri="{FF2B5EF4-FFF2-40B4-BE49-F238E27FC236}">
                  <a16:creationId xmlns:a16="http://schemas.microsoft.com/office/drawing/2014/main" id="{36127AE7-5949-4D77-9612-72EB21196D4A}"/>
                </a:ext>
              </a:extLst>
            </p:cNvPr>
            <p:cNvCxnSpPr>
              <a:cxnSpLocks/>
            </p:cNvCxnSpPr>
            <p:nvPr userDrawn="1"/>
          </p:nvCxnSpPr>
          <p:spPr>
            <a:xfrm>
              <a:off x="-2701533" y="5750250"/>
              <a:ext cx="882193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Conector reto 2">
              <a:extLst>
                <a:ext uri="{FF2B5EF4-FFF2-40B4-BE49-F238E27FC236}">
                  <a16:creationId xmlns:a16="http://schemas.microsoft.com/office/drawing/2014/main" id="{4CE8B0B8-0AF5-462B-9CCC-6E9CFFF38D98}"/>
                </a:ext>
              </a:extLst>
            </p:cNvPr>
            <p:cNvCxnSpPr>
              <a:cxnSpLocks/>
            </p:cNvCxnSpPr>
            <p:nvPr userDrawn="1"/>
          </p:nvCxnSpPr>
          <p:spPr>
            <a:xfrm flipH="1">
              <a:off x="4033407" y="4131759"/>
              <a:ext cx="2086990" cy="275765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38" name="Freeform: Shape 37">
            <a:extLst>
              <a:ext uri="{FF2B5EF4-FFF2-40B4-BE49-F238E27FC236}">
                <a16:creationId xmlns:a16="http://schemas.microsoft.com/office/drawing/2014/main" id="{B095B632-657C-4580-8D60-6742FAE9328E}"/>
              </a:ext>
            </a:extLst>
          </p:cNvPr>
          <p:cNvSpPr/>
          <p:nvPr userDrawn="1"/>
        </p:nvSpPr>
        <p:spPr>
          <a:xfrm>
            <a:off x="381000" y="9526266"/>
            <a:ext cx="270465" cy="243970"/>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000000"/>
          </a:solidFill>
          <a:ln w="635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1718E427-0260-0727-2935-19A1C631F6FC}"/>
              </a:ext>
            </a:extLst>
          </p:cNvPr>
          <p:cNvGrpSpPr/>
          <p:nvPr userDrawn="1"/>
        </p:nvGrpSpPr>
        <p:grpSpPr>
          <a:xfrm flipV="1">
            <a:off x="4738912" y="0"/>
            <a:ext cx="2119086" cy="9906000"/>
            <a:chOff x="-1" y="0"/>
            <a:chExt cx="1467060" cy="6858000"/>
          </a:xfrm>
        </p:grpSpPr>
        <p:pic>
          <p:nvPicPr>
            <p:cNvPr id="3" name="Graphic 2">
              <a:extLst>
                <a:ext uri="{FF2B5EF4-FFF2-40B4-BE49-F238E27FC236}">
                  <a16:creationId xmlns:a16="http://schemas.microsoft.com/office/drawing/2014/main" id="{D6A78708-7056-DECF-E2B8-397592D375BA}"/>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71178" b="20035"/>
            <a:stretch/>
          </p:blipFill>
          <p:spPr>
            <a:xfrm flipV="1">
              <a:off x="0" y="0"/>
              <a:ext cx="1467059" cy="685800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F6065E33-77E0-318A-9391-9D69FD091928}"/>
                </a:ext>
              </a:extLst>
            </p:cNvPr>
            <p:cNvPicPr>
              <a:picLocks noChangeAspect="1"/>
            </p:cNvPicPr>
            <p:nvPr userDrawn="1"/>
          </p:nvPicPr>
          <p:blipFill>
            <a:blip r:embed="rId4">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1" y="0"/>
              <a:ext cx="1467060" cy="6858000"/>
            </a:xfrm>
            <a:prstGeom prst="rect">
              <a:avLst/>
            </a:prstGeom>
          </p:spPr>
        </p:pic>
      </p:grpSp>
      <p:pic>
        <p:nvPicPr>
          <p:cNvPr id="5" name="Picture 4" descr="A blue and white dot pattern&#10;&#10;AI-generated content may be incorrect.">
            <a:extLst>
              <a:ext uri="{FF2B5EF4-FFF2-40B4-BE49-F238E27FC236}">
                <a16:creationId xmlns:a16="http://schemas.microsoft.com/office/drawing/2014/main" id="{D1DAA25D-C72A-5FAF-A27A-F80057011D0E}"/>
              </a:ext>
            </a:extLst>
          </p:cNvPr>
          <p:cNvPicPr>
            <a:picLocks noChangeAspect="1"/>
          </p:cNvPicPr>
          <p:nvPr userDrawn="1"/>
        </p:nvPicPr>
        <p:blipFill>
          <a:blip r:embed="rId4">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V="1">
            <a:off x="4738914" y="0"/>
            <a:ext cx="2119086" cy="9906000"/>
          </a:xfrm>
          <a:prstGeom prst="rect">
            <a:avLst/>
          </a:prstGeom>
        </p:spPr>
      </p:pic>
      <p:pic>
        <p:nvPicPr>
          <p:cNvPr id="7" name="Graphic 6">
            <a:extLst>
              <a:ext uri="{FF2B5EF4-FFF2-40B4-BE49-F238E27FC236}">
                <a16:creationId xmlns:a16="http://schemas.microsoft.com/office/drawing/2014/main" id="{B633886A-BEEC-730C-F984-64E67FD6A551}"/>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3016" t="24344" r="39234" b="-323"/>
          <a:stretch/>
        </p:blipFill>
        <p:spPr>
          <a:xfrm flipH="1">
            <a:off x="4738912" y="193872"/>
            <a:ext cx="2119088" cy="9712130"/>
          </a:xfrm>
          <a:prstGeom prst="rect">
            <a:avLst/>
          </a:prstGeom>
        </p:spPr>
      </p:pic>
    </p:spTree>
    <p:extLst>
      <p:ext uri="{BB962C8B-B14F-4D97-AF65-F5344CB8AC3E}">
        <p14:creationId xmlns:p14="http://schemas.microsoft.com/office/powerpoint/2010/main" val="122746759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ivisória">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4004B1B-6C67-4C40-BA3A-400177C1EF88}"/>
              </a:ext>
            </a:extLst>
          </p:cNvPr>
          <p:cNvSpPr/>
          <p:nvPr userDrawn="1"/>
        </p:nvSpPr>
        <p:spPr>
          <a:xfrm>
            <a:off x="-1" y="0"/>
            <a:ext cx="6858001" cy="20034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5" name="Group 4">
            <a:extLst>
              <a:ext uri="{FF2B5EF4-FFF2-40B4-BE49-F238E27FC236}">
                <a16:creationId xmlns:a16="http://schemas.microsoft.com/office/drawing/2014/main" id="{F8C7BC6E-B42D-4416-8608-21682D8920A8}"/>
              </a:ext>
            </a:extLst>
          </p:cNvPr>
          <p:cNvGrpSpPr/>
          <p:nvPr userDrawn="1"/>
        </p:nvGrpSpPr>
        <p:grpSpPr>
          <a:xfrm>
            <a:off x="0" y="1188728"/>
            <a:ext cx="6858000" cy="8726315"/>
            <a:chOff x="0" y="-1859272"/>
            <a:chExt cx="6858000" cy="8726315"/>
          </a:xfrm>
        </p:grpSpPr>
        <p:sp>
          <p:nvSpPr>
            <p:cNvPr id="40" name="Rectangle 39">
              <a:extLst>
                <a:ext uri="{FF2B5EF4-FFF2-40B4-BE49-F238E27FC236}">
                  <a16:creationId xmlns:a16="http://schemas.microsoft.com/office/drawing/2014/main" id="{8213840C-2C06-4CAA-815E-6052211F6CA0}"/>
                </a:ext>
              </a:extLst>
            </p:cNvPr>
            <p:cNvSpPr/>
            <p:nvPr userDrawn="1"/>
          </p:nvSpPr>
          <p:spPr>
            <a:xfrm flipH="1" flipV="1">
              <a:off x="0" y="-1859272"/>
              <a:ext cx="6858000" cy="871727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pic>
          <p:nvPicPr>
            <p:cNvPr id="41" name="Picture 40" descr="A picture containing dark, night sky&#10;&#10;Description automatically generated">
              <a:extLst>
                <a:ext uri="{FF2B5EF4-FFF2-40B4-BE49-F238E27FC236}">
                  <a16:creationId xmlns:a16="http://schemas.microsoft.com/office/drawing/2014/main" id="{AACBCC8B-613D-4802-AE5F-7D7D5FE3F250}"/>
                </a:ext>
              </a:extLst>
            </p:cNvPr>
            <p:cNvPicPr>
              <a:picLocks noChangeAspect="1"/>
            </p:cNvPicPr>
            <p:nvPr userDrawn="1"/>
          </p:nvPicPr>
          <p:blipFill rotWithShape="1">
            <a:blip r:embed="rId3">
              <a:alphaModFix amt="49000"/>
            </a:blip>
            <a:srcRect l="11124"/>
            <a:stretch/>
          </p:blipFill>
          <p:spPr>
            <a:xfrm rot="16200000" flipV="1">
              <a:off x="-929638" y="-920592"/>
              <a:ext cx="8717273" cy="6857998"/>
            </a:xfrm>
            <a:prstGeom prst="rect">
              <a:avLst/>
            </a:prstGeom>
          </p:spPr>
        </p:pic>
      </p:gr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52" name="Group 51">
            <a:extLst>
              <a:ext uri="{FF2B5EF4-FFF2-40B4-BE49-F238E27FC236}">
                <a16:creationId xmlns:a16="http://schemas.microsoft.com/office/drawing/2014/main" id="{EC4BCA75-7F1B-481D-83B9-D8049585F325}"/>
              </a:ext>
            </a:extLst>
          </p:cNvPr>
          <p:cNvGrpSpPr/>
          <p:nvPr userDrawn="1"/>
        </p:nvGrpSpPr>
        <p:grpSpPr>
          <a:xfrm>
            <a:off x="390154" y="406178"/>
            <a:ext cx="1240285" cy="341910"/>
            <a:chOff x="2700591" y="2522601"/>
            <a:chExt cx="6428993" cy="1772284"/>
          </a:xfrm>
          <a:solidFill>
            <a:schemeClr val="accent6"/>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87" name="Rectangle 86">
            <a:extLst>
              <a:ext uri="{FF2B5EF4-FFF2-40B4-BE49-F238E27FC236}">
                <a16:creationId xmlns:a16="http://schemas.microsoft.com/office/drawing/2014/main" id="{07C5F37B-60FC-4C36-9DD3-0AB5A17A75AB}"/>
              </a:ext>
            </a:extLst>
          </p:cNvPr>
          <p:cNvSpPr/>
          <p:nvPr userDrawn="1"/>
        </p:nvSpPr>
        <p:spPr>
          <a:xfrm>
            <a:off x="4086054" y="0"/>
            <a:ext cx="2771946" cy="1188728"/>
          </a:xfrm>
          <a:custGeom>
            <a:avLst/>
            <a:gdLst>
              <a:gd name="connsiteX0" fmla="*/ 0 w 2771946"/>
              <a:gd name="connsiteY0" fmla="*/ 0 h 1188728"/>
              <a:gd name="connsiteX1" fmla="*/ 2771946 w 2771946"/>
              <a:gd name="connsiteY1" fmla="*/ 0 h 1188728"/>
              <a:gd name="connsiteX2" fmla="*/ 2771946 w 2771946"/>
              <a:gd name="connsiteY2" fmla="*/ 1188728 h 1188728"/>
              <a:gd name="connsiteX3" fmla="*/ 0 w 2771946"/>
              <a:gd name="connsiteY3" fmla="*/ 1188728 h 1188728"/>
              <a:gd name="connsiteX4" fmla="*/ 0 w 2771946"/>
              <a:gd name="connsiteY4" fmla="*/ 0 h 1188728"/>
              <a:gd name="connsiteX0" fmla="*/ 0 w 2771946"/>
              <a:gd name="connsiteY0" fmla="*/ 0 h 1188728"/>
              <a:gd name="connsiteX1" fmla="*/ 2771946 w 2771946"/>
              <a:gd name="connsiteY1" fmla="*/ 0 h 1188728"/>
              <a:gd name="connsiteX2" fmla="*/ 2771946 w 2771946"/>
              <a:gd name="connsiteY2" fmla="*/ 1188728 h 1188728"/>
              <a:gd name="connsiteX3" fmla="*/ 1104900 w 2771946"/>
              <a:gd name="connsiteY3" fmla="*/ 909328 h 1188728"/>
              <a:gd name="connsiteX4" fmla="*/ 0 w 2771946"/>
              <a:gd name="connsiteY4" fmla="*/ 0 h 1188728"/>
              <a:gd name="connsiteX0" fmla="*/ 0 w 2771946"/>
              <a:gd name="connsiteY0" fmla="*/ 0 h 1188728"/>
              <a:gd name="connsiteX1" fmla="*/ 2771946 w 2771946"/>
              <a:gd name="connsiteY1" fmla="*/ 0 h 1188728"/>
              <a:gd name="connsiteX2" fmla="*/ 2771946 w 2771946"/>
              <a:gd name="connsiteY2" fmla="*/ 1188728 h 1188728"/>
              <a:gd name="connsiteX3" fmla="*/ 971550 w 2771946"/>
              <a:gd name="connsiteY3" fmla="*/ 1188728 h 1188728"/>
              <a:gd name="connsiteX4" fmla="*/ 0 w 2771946"/>
              <a:gd name="connsiteY4" fmla="*/ 0 h 1188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946" h="1188728">
                <a:moveTo>
                  <a:pt x="0" y="0"/>
                </a:moveTo>
                <a:lnTo>
                  <a:pt x="2771946" y="0"/>
                </a:lnTo>
                <a:lnTo>
                  <a:pt x="2771946" y="1188728"/>
                </a:lnTo>
                <a:lnTo>
                  <a:pt x="971550" y="118872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68" name="Group 67">
            <a:extLst>
              <a:ext uri="{FF2B5EF4-FFF2-40B4-BE49-F238E27FC236}">
                <a16:creationId xmlns:a16="http://schemas.microsoft.com/office/drawing/2014/main" id="{17DB0CED-EB9B-40B9-950A-5942CEE89D15}"/>
              </a:ext>
            </a:extLst>
          </p:cNvPr>
          <p:cNvGrpSpPr/>
          <p:nvPr userDrawn="1"/>
        </p:nvGrpSpPr>
        <p:grpSpPr>
          <a:xfrm>
            <a:off x="0" y="0"/>
            <a:ext cx="6858000" cy="3415894"/>
            <a:chOff x="-2701533" y="4114034"/>
            <a:chExt cx="8821930" cy="4701783"/>
          </a:xfrm>
        </p:grpSpPr>
        <p:cxnSp>
          <p:nvCxnSpPr>
            <p:cNvPr id="69" name="Conector reto 7">
              <a:extLst>
                <a:ext uri="{FF2B5EF4-FFF2-40B4-BE49-F238E27FC236}">
                  <a16:creationId xmlns:a16="http://schemas.microsoft.com/office/drawing/2014/main" id="{7C215890-47CA-4535-A28E-F0D8639CAF52}"/>
                </a:ext>
              </a:extLst>
            </p:cNvPr>
            <p:cNvCxnSpPr>
              <a:cxnSpLocks/>
            </p:cNvCxnSpPr>
            <p:nvPr userDrawn="1"/>
          </p:nvCxnSpPr>
          <p:spPr>
            <a:xfrm>
              <a:off x="-2701533" y="5741510"/>
              <a:ext cx="882193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1" name="Conector reto 2">
              <a:extLst>
                <a:ext uri="{FF2B5EF4-FFF2-40B4-BE49-F238E27FC236}">
                  <a16:creationId xmlns:a16="http://schemas.microsoft.com/office/drawing/2014/main" id="{C9C6FAA6-86BF-4151-9C12-9A001DB12D56}"/>
                </a:ext>
              </a:extLst>
            </p:cNvPr>
            <p:cNvCxnSpPr>
              <a:cxnSpLocks/>
            </p:cNvCxnSpPr>
            <p:nvPr userDrawn="1"/>
          </p:nvCxnSpPr>
          <p:spPr>
            <a:xfrm flipH="1" flipV="1">
              <a:off x="2562094" y="4114034"/>
              <a:ext cx="3558302" cy="4701783"/>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88" name="CaixaDeTexto 9">
            <a:extLst>
              <a:ext uri="{FF2B5EF4-FFF2-40B4-BE49-F238E27FC236}">
                <a16:creationId xmlns:a16="http://schemas.microsoft.com/office/drawing/2014/main" id="{2FF21D72-7D65-4AA3-AE03-41BAE5375E8C}"/>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9" name="Text Placeholder 40">
            <a:extLst>
              <a:ext uri="{FF2B5EF4-FFF2-40B4-BE49-F238E27FC236}">
                <a16:creationId xmlns:a16="http://schemas.microsoft.com/office/drawing/2014/main" id="{91D72DC1-72BB-4D90-888F-230C2490908D}"/>
              </a:ext>
            </a:extLst>
          </p:cNvPr>
          <p:cNvSpPr>
            <a:spLocks noGrp="1"/>
          </p:cNvSpPr>
          <p:nvPr>
            <p:ph type="body" sz="quarter" idx="11" hasCustomPrompt="1"/>
          </p:nvPr>
        </p:nvSpPr>
        <p:spPr>
          <a:xfrm>
            <a:off x="368299" y="1928155"/>
            <a:ext cx="5337375" cy="458908"/>
          </a:xfrm>
          <a:prstGeom prst="rect">
            <a:avLst/>
          </a:prstGeom>
          <a:noFill/>
          <a:effectLst/>
        </p:spPr>
        <p:txBody>
          <a:bodyPr wrap="square" lIns="0" tIns="0" rIns="0" bIns="0" rtlCol="0" anchor="t" anchorCtr="0">
            <a:noAutofit/>
          </a:bodyPr>
          <a:lstStyle>
            <a:lvl1pPr algn="l">
              <a:defRPr lang="en-US" sz="3200" b="0" i="0" dirty="0">
                <a:solidFill>
                  <a:schemeClr val="bg1"/>
                </a:solidFill>
                <a:latin typeface="+mj-lt"/>
                <a:ea typeface="XP Light" pitchFamily="50" charset="0"/>
                <a:cs typeface="Roboto" panose="02000000000000000000" pitchFamily="2" charset="0"/>
              </a:defRPr>
            </a:lvl1pPr>
          </a:lstStyle>
          <a:p>
            <a:pPr lvl="0" algn="ctr" defTabSz="914400">
              <a:lnSpc>
                <a:spcPct val="80000"/>
              </a:lnSpc>
              <a:spcBef>
                <a:spcPts val="1200"/>
              </a:spcBef>
            </a:pPr>
            <a:r>
              <a:rPr lang="pt-BR" noProof="0" err="1"/>
              <a:t>Edit</a:t>
            </a:r>
            <a:endParaRPr lang="pt-BR" noProof="0"/>
          </a:p>
        </p:txBody>
      </p:sp>
      <p:sp>
        <p:nvSpPr>
          <p:cNvPr id="90" name="Text Placeholder 40">
            <a:extLst>
              <a:ext uri="{FF2B5EF4-FFF2-40B4-BE49-F238E27FC236}">
                <a16:creationId xmlns:a16="http://schemas.microsoft.com/office/drawing/2014/main" id="{B7833D10-130C-44AA-A9F0-0C48CBA6D02C}"/>
              </a:ext>
            </a:extLst>
          </p:cNvPr>
          <p:cNvSpPr>
            <a:spLocks noGrp="1"/>
          </p:cNvSpPr>
          <p:nvPr>
            <p:ph type="body" sz="quarter" idx="12" hasCustomPrompt="1"/>
          </p:nvPr>
        </p:nvSpPr>
        <p:spPr>
          <a:xfrm>
            <a:off x="368300" y="1509004"/>
            <a:ext cx="3006272" cy="336050"/>
          </a:xfrm>
          <a:prstGeom prst="rect">
            <a:avLst/>
          </a:prstGeom>
          <a:noFill/>
          <a:effectLst/>
        </p:spPr>
        <p:txBody>
          <a:bodyPr wrap="none" lIns="0" tIns="0" rIns="0" bIns="0" rtlCol="0" anchor="ctr">
            <a:noAutofit/>
          </a:bodyPr>
          <a:lstStyle>
            <a:lvl1pPr algn="l">
              <a:defRPr lang="en-US" sz="1800" b="0" i="0" dirty="0">
                <a:solidFill>
                  <a:schemeClr val="accent2"/>
                </a:solidFill>
                <a:latin typeface="+mj-lt"/>
                <a:ea typeface="Roboto" panose="02000000000000000000" pitchFamily="2" charset="0"/>
                <a:cs typeface="Roboto" panose="02000000000000000000" pitchFamily="2" charset="0"/>
              </a:defRPr>
            </a:lvl1pPr>
          </a:lstStyle>
          <a:p>
            <a:pPr lvl="0" algn="ctr" defTabSz="914400">
              <a:lnSpc>
                <a:spcPct val="80000"/>
              </a:lnSpc>
              <a:spcBef>
                <a:spcPts val="1200"/>
              </a:spcBef>
            </a:pPr>
            <a:r>
              <a:rPr lang="pt-BR" noProof="0" err="1"/>
              <a:t>Section</a:t>
            </a:r>
            <a:endParaRPr lang="pt-BR" noProof="0"/>
          </a:p>
        </p:txBody>
      </p:sp>
    </p:spTree>
    <p:extLst>
      <p:ext uri="{BB962C8B-B14F-4D97-AF65-F5344CB8AC3E}">
        <p14:creationId xmlns:p14="http://schemas.microsoft.com/office/powerpoint/2010/main" val="203538760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 Gráfic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8335"/>
            <a:ext cx="6105737" cy="766890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971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Espaço Reservado para Texto 6">
            <a:extLst>
              <a:ext uri="{FF2B5EF4-FFF2-40B4-BE49-F238E27FC236}">
                <a16:creationId xmlns:a16="http://schemas.microsoft.com/office/drawing/2014/main" id="{63243072-4DA0-4C3A-B73A-671A2BEE8737}"/>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3" name="Espaço Reservado para Texto 6">
            <a:extLst>
              <a:ext uri="{FF2B5EF4-FFF2-40B4-BE49-F238E27FC236}">
                <a16:creationId xmlns:a16="http://schemas.microsoft.com/office/drawing/2014/main" id="{6194D149-E2F1-4BF9-A8EC-BA08D0C1D8BC}"/>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57639" y="438763"/>
            <a:ext cx="2532062"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196DE099-8702-425F-92E5-66E465B8F6C6}" type="datetime4">
              <a:rPr lang="en-US" smtClean="0"/>
              <a:t>October 30, 2026</a:t>
            </a:fld>
            <a:endParaRPr lang="en-US"/>
          </a:p>
        </p:txBody>
      </p:sp>
    </p:spTree>
    <p:extLst>
      <p:ext uri="{BB962C8B-B14F-4D97-AF65-F5344CB8AC3E}">
        <p14:creationId xmlns:p14="http://schemas.microsoft.com/office/powerpoint/2010/main" val="330531609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8" y="1497015"/>
            <a:ext cx="6106871" cy="3948034"/>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610687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36D3C0D4-4772-47D7-8E52-EDEF11C64EA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spaço Reservado para Texto 6">
            <a:extLst>
              <a:ext uri="{FF2B5EF4-FFF2-40B4-BE49-F238E27FC236}">
                <a16:creationId xmlns:a16="http://schemas.microsoft.com/office/drawing/2014/main" id="{F0727637-B56E-4C1E-9D50-4D5CB2A21C4F}"/>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37" name="Espaço Reservado para Texto 6">
            <a:extLst>
              <a:ext uri="{FF2B5EF4-FFF2-40B4-BE49-F238E27FC236}">
                <a16:creationId xmlns:a16="http://schemas.microsoft.com/office/drawing/2014/main" id="{6A52A1EC-A892-4253-A152-66B87248D94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7905309A-7F3E-4A7B-816E-100D4419AC95}"/>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F553351A-90B3-4CE5-942E-AE4248858838}"/>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9E0760C8-E149-4DBB-A28A-A719E19094E5}" type="datetime4">
              <a:rPr lang="en-US" smtClean="0"/>
              <a:t>October 30, 2026</a:t>
            </a:fld>
            <a:endParaRPr lang="en-US"/>
          </a:p>
        </p:txBody>
      </p:sp>
    </p:spTree>
    <p:extLst>
      <p:ext uri="{BB962C8B-B14F-4D97-AF65-F5344CB8AC3E}">
        <p14:creationId xmlns:p14="http://schemas.microsoft.com/office/powerpoint/2010/main" val="3969763560"/>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7013"/>
            <a:ext cx="2923563" cy="261667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4581387"/>
            <a:ext cx="6119679" cy="2082010"/>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1836751"/>
            <a:ext cx="2965558" cy="227693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4292769"/>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1548134"/>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Text Placeholder 4">
            <a:extLst>
              <a:ext uri="{FF2B5EF4-FFF2-40B4-BE49-F238E27FC236}">
                <a16:creationId xmlns:a16="http://schemas.microsoft.com/office/drawing/2014/main" id="{92D80794-D9BD-4233-9669-1606A39695D6}"/>
              </a:ext>
            </a:extLst>
          </p:cNvPr>
          <p:cNvSpPr>
            <a:spLocks noGrp="1"/>
          </p:cNvSpPr>
          <p:nvPr>
            <p:ph type="body" sz="quarter" idx="29"/>
          </p:nvPr>
        </p:nvSpPr>
        <p:spPr>
          <a:xfrm>
            <a:off x="390154" y="6866857"/>
            <a:ext cx="2923563" cy="258476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A6CB413F-84EF-44DF-BD40-B9F876AF8DE8}"/>
              </a:ext>
            </a:extLst>
          </p:cNvPr>
          <p:cNvSpPr>
            <a:spLocks noGrp="1"/>
          </p:cNvSpPr>
          <p:nvPr>
            <p:ph sz="quarter" idx="30" hasCustomPrompt="1"/>
          </p:nvPr>
        </p:nvSpPr>
        <p:spPr>
          <a:xfrm>
            <a:off x="3544276" y="7190300"/>
            <a:ext cx="2965558" cy="226326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81B1184E-C2A9-4D89-B81A-04C67DFDFC84}"/>
              </a:ext>
            </a:extLst>
          </p:cNvPr>
          <p:cNvSpPr>
            <a:spLocks noGrp="1"/>
          </p:cNvSpPr>
          <p:nvPr>
            <p:ph sz="quarter" idx="31" hasCustomPrompt="1"/>
          </p:nvPr>
        </p:nvSpPr>
        <p:spPr>
          <a:xfrm>
            <a:off x="3560075" y="690168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3" name="Straight Connector 22">
            <a:extLst>
              <a:ext uri="{FF2B5EF4-FFF2-40B4-BE49-F238E27FC236}">
                <a16:creationId xmlns:a16="http://schemas.microsoft.com/office/drawing/2014/main" id="{15C7A86C-C2D3-4F3B-B362-92EDFEE558D4}"/>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Espaço Reservado para Texto 6">
            <a:extLst>
              <a:ext uri="{FF2B5EF4-FFF2-40B4-BE49-F238E27FC236}">
                <a16:creationId xmlns:a16="http://schemas.microsoft.com/office/drawing/2014/main" id="{667A78A2-6B0A-4B79-B91F-864FAEBDF306}"/>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8" name="Espaço Reservado para Texto 6">
            <a:extLst>
              <a:ext uri="{FF2B5EF4-FFF2-40B4-BE49-F238E27FC236}">
                <a16:creationId xmlns:a16="http://schemas.microsoft.com/office/drawing/2014/main" id="{C057AED6-8480-40FD-AA17-1DD8BA77D1B9}"/>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9" name="Espaço Reservado para Texto 6">
            <a:extLst>
              <a:ext uri="{FF2B5EF4-FFF2-40B4-BE49-F238E27FC236}">
                <a16:creationId xmlns:a16="http://schemas.microsoft.com/office/drawing/2014/main" id="{D8173AC5-D6F2-4007-9E85-9CC5D5ECAF90}"/>
              </a:ext>
            </a:extLst>
          </p:cNvPr>
          <p:cNvSpPr>
            <a:spLocks noGrp="1"/>
          </p:cNvSpPr>
          <p:nvPr>
            <p:ph type="body" sz="quarter" idx="32"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907C5A98-0307-4E77-A8F5-55605CF6F9F6}"/>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73D0C852-B234-4B47-8D71-A0131BBD9A6A}" type="datetime4">
              <a:rPr lang="en-US" smtClean="0"/>
              <a:t>October 30, 2026</a:t>
            </a:fld>
            <a:endParaRPr lang="en-US"/>
          </a:p>
        </p:txBody>
      </p:sp>
    </p:spTree>
    <p:extLst>
      <p:ext uri="{BB962C8B-B14F-4D97-AF65-F5344CB8AC3E}">
        <p14:creationId xmlns:p14="http://schemas.microsoft.com/office/powerpoint/2010/main" val="396757353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Text Placeholder 4">
            <a:extLst>
              <a:ext uri="{FF2B5EF4-FFF2-40B4-BE49-F238E27FC236}">
                <a16:creationId xmlns:a16="http://schemas.microsoft.com/office/drawing/2014/main" id="{49A1E59E-08DB-45E6-A0D5-7C78A54C869F}"/>
              </a:ext>
            </a:extLst>
          </p:cNvPr>
          <p:cNvSpPr>
            <a:spLocks noGrp="1"/>
          </p:cNvSpPr>
          <p:nvPr>
            <p:ph type="body" sz="quarter" idx="20"/>
          </p:nvPr>
        </p:nvSpPr>
        <p:spPr>
          <a:xfrm>
            <a:off x="382829" y="1497013"/>
            <a:ext cx="2923563" cy="4079539"/>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85B528AB-0607-4A82-934E-C1C7106546B5}"/>
              </a:ext>
            </a:extLst>
          </p:cNvPr>
          <p:cNvSpPr>
            <a:spLocks noGrp="1"/>
          </p:cNvSpPr>
          <p:nvPr>
            <p:ph sz="quarter" idx="26" hasCustomPrompt="1"/>
          </p:nvPr>
        </p:nvSpPr>
        <p:spPr>
          <a:xfrm>
            <a:off x="3536951" y="1831799"/>
            <a:ext cx="2965558" cy="374475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5294E6AB-735D-48F4-9AC8-EF3781FB2746}"/>
              </a:ext>
            </a:extLst>
          </p:cNvPr>
          <p:cNvSpPr>
            <a:spLocks noGrp="1"/>
          </p:cNvSpPr>
          <p:nvPr>
            <p:ph sz="quarter" idx="28" hasCustomPrompt="1"/>
          </p:nvPr>
        </p:nvSpPr>
        <p:spPr>
          <a:xfrm>
            <a:off x="3552750" y="1543180"/>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3" name="Espaço Reservado para Conteúdo 14">
            <a:extLst>
              <a:ext uri="{FF2B5EF4-FFF2-40B4-BE49-F238E27FC236}">
                <a16:creationId xmlns:a16="http://schemas.microsoft.com/office/drawing/2014/main" id="{6B9EB78B-FD20-4719-A056-235ADA20204A}"/>
              </a:ext>
            </a:extLst>
          </p:cNvPr>
          <p:cNvSpPr>
            <a:spLocks noGrp="1"/>
          </p:cNvSpPr>
          <p:nvPr>
            <p:ph sz="quarter" idx="25" hasCustomPrompt="1"/>
          </p:nvPr>
        </p:nvSpPr>
        <p:spPr>
          <a:xfrm>
            <a:off x="382829" y="6010940"/>
            <a:ext cx="6119679" cy="1466185"/>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378CEBA8-7472-47EB-BC4A-EA019A667AE5}"/>
              </a:ext>
            </a:extLst>
          </p:cNvPr>
          <p:cNvSpPr>
            <a:spLocks noGrp="1"/>
          </p:cNvSpPr>
          <p:nvPr>
            <p:ph sz="quarter" idx="27" hasCustomPrompt="1"/>
          </p:nvPr>
        </p:nvSpPr>
        <p:spPr>
          <a:xfrm>
            <a:off x="382829" y="5722322"/>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88102008-164E-4847-B70E-2DA2859EB5FA}"/>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DAFB6F6-C902-48DE-A854-209EE1401B64}"/>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8" name="Espaço Reservado para Conteúdo 14">
            <a:extLst>
              <a:ext uri="{FF2B5EF4-FFF2-40B4-BE49-F238E27FC236}">
                <a16:creationId xmlns:a16="http://schemas.microsoft.com/office/drawing/2014/main" id="{B4F7A4B0-6A5B-48E7-93D0-A6438A15CF5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9" name="Espaço Reservado para Conteúdo 14">
            <a:extLst>
              <a:ext uri="{FF2B5EF4-FFF2-40B4-BE49-F238E27FC236}">
                <a16:creationId xmlns:a16="http://schemas.microsoft.com/office/drawing/2014/main" id="{C64B94EB-9494-4B55-92F4-166DEF48DB3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42" name="Straight Connector 41">
            <a:extLst>
              <a:ext uri="{FF2B5EF4-FFF2-40B4-BE49-F238E27FC236}">
                <a16:creationId xmlns:a16="http://schemas.microsoft.com/office/drawing/2014/main" id="{02558420-2316-4877-A0B8-02C6D7796F9F}"/>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Espaço Reservado para Texto 6">
            <a:extLst>
              <a:ext uri="{FF2B5EF4-FFF2-40B4-BE49-F238E27FC236}">
                <a16:creationId xmlns:a16="http://schemas.microsoft.com/office/drawing/2014/main" id="{E9006F28-0FC5-4C17-84E9-DDB1DE717662}"/>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9" name="Espaço Reservado para Texto 6">
            <a:extLst>
              <a:ext uri="{FF2B5EF4-FFF2-40B4-BE49-F238E27FC236}">
                <a16:creationId xmlns:a16="http://schemas.microsoft.com/office/drawing/2014/main" id="{840CD343-D27F-44CB-9F5D-7257A48DB76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7" name="Espaço Reservado para Texto 6">
            <a:extLst>
              <a:ext uri="{FF2B5EF4-FFF2-40B4-BE49-F238E27FC236}">
                <a16:creationId xmlns:a16="http://schemas.microsoft.com/office/drawing/2014/main" id="{522774F4-0A02-4D7F-A169-A0935028BEB7}"/>
              </a:ext>
            </a:extLst>
          </p:cNvPr>
          <p:cNvSpPr>
            <a:spLocks noGrp="1"/>
          </p:cNvSpPr>
          <p:nvPr>
            <p:ph type="body" sz="quarter" idx="29"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41D27BDA-0B7B-4B7B-98DE-F04BF5B3804F}"/>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0118D491-1674-4CB6-8E2B-83DFAA1D77E6}" type="datetime4">
              <a:rPr lang="en-US" smtClean="0"/>
              <a:t>October 30, 2026</a:t>
            </a:fld>
            <a:endParaRPr lang="en-US"/>
          </a:p>
        </p:txBody>
      </p:sp>
    </p:spTree>
    <p:extLst>
      <p:ext uri="{BB962C8B-B14F-4D97-AF65-F5344CB8AC3E}">
        <p14:creationId xmlns:p14="http://schemas.microsoft.com/office/powerpoint/2010/main" val="3717197418"/>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500036"/>
            <a:ext cx="6063034" cy="2027390"/>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cxnSp>
        <p:nvCxnSpPr>
          <p:cNvPr id="3" name="Straight Connector 2">
            <a:extLst>
              <a:ext uri="{FF2B5EF4-FFF2-40B4-BE49-F238E27FC236}">
                <a16:creationId xmlns:a16="http://schemas.microsoft.com/office/drawing/2014/main" id="{2EDD6930-C0EE-4FA2-8633-016983CCBB57}"/>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3937440"/>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3937440"/>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3648822"/>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364882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Espaço Reservado para Texto 6">
            <a:extLst>
              <a:ext uri="{FF2B5EF4-FFF2-40B4-BE49-F238E27FC236}">
                <a16:creationId xmlns:a16="http://schemas.microsoft.com/office/drawing/2014/main" id="{91D8F271-5DD6-476D-87DF-62D9F494BA28}"/>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AF9F85D2-CE44-4122-A483-C9E0FDD6786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2" name="Espaço Reservado para Texto 6">
            <a:extLst>
              <a:ext uri="{FF2B5EF4-FFF2-40B4-BE49-F238E27FC236}">
                <a16:creationId xmlns:a16="http://schemas.microsoft.com/office/drawing/2014/main" id="{74EB01E9-4823-42ED-A528-F9EFE6F730DC}"/>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3" name="Date Placeholder 1">
            <a:extLst>
              <a:ext uri="{FF2B5EF4-FFF2-40B4-BE49-F238E27FC236}">
                <a16:creationId xmlns:a16="http://schemas.microsoft.com/office/drawing/2014/main" id="{8D52D738-8B55-415F-BAF5-54C848910AF7}"/>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68379CB8-B53F-435E-862F-BF7C15787848}" type="datetime4">
              <a:rPr lang="en-US" smtClean="0"/>
              <a:t>October 30, 2026</a:t>
            </a:fld>
            <a:endParaRPr lang="en-US"/>
          </a:p>
        </p:txBody>
      </p:sp>
    </p:spTree>
    <p:extLst>
      <p:ext uri="{BB962C8B-B14F-4D97-AF65-F5344CB8AC3E}">
        <p14:creationId xmlns:p14="http://schemas.microsoft.com/office/powerpoint/2010/main" val="173597992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5 Gráficos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8177"/>
            <a:ext cx="6063034" cy="202924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77825" y="5908439"/>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1947" y="5908439"/>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77825" y="5619821"/>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47746" y="5619821"/>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3929789"/>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3641171"/>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215285F9-5D62-42E4-80C2-03AA42307FEF}" type="datetime4">
              <a:rPr lang="en-US" smtClean="0"/>
              <a:t>October 30, 2026</a:t>
            </a:fld>
            <a:endParaRPr lang="en-US"/>
          </a:p>
        </p:txBody>
      </p:sp>
    </p:spTree>
    <p:extLst>
      <p:ext uri="{BB962C8B-B14F-4D97-AF65-F5344CB8AC3E}">
        <p14:creationId xmlns:p14="http://schemas.microsoft.com/office/powerpoint/2010/main" val="186726068"/>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hesis Chart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327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395C79A2-AA1C-41E0-A332-B81276CFB69B}" type="datetime4">
              <a:rPr lang="en-US" smtClean="0"/>
              <a:t>October 30, 2026</a:t>
            </a:fld>
            <a:endParaRPr lang="en-US"/>
          </a:p>
        </p:txBody>
      </p:sp>
      <p:sp>
        <p:nvSpPr>
          <p:cNvPr id="19" name="Espaço Reservado para Conteúdo 14">
            <a:extLst>
              <a:ext uri="{FF2B5EF4-FFF2-40B4-BE49-F238E27FC236}">
                <a16:creationId xmlns:a16="http://schemas.microsoft.com/office/drawing/2014/main" id="{D23B7F16-8ADE-42C2-B1EE-5684155EC67C}"/>
              </a:ext>
            </a:extLst>
          </p:cNvPr>
          <p:cNvSpPr>
            <a:spLocks noGrp="1"/>
          </p:cNvSpPr>
          <p:nvPr>
            <p:ph sz="quarter" idx="32" hasCustomPrompt="1"/>
          </p:nvPr>
        </p:nvSpPr>
        <p:spPr>
          <a:xfrm>
            <a:off x="390153"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8D21CE70-9138-4D56-899D-1BFC170ACCAA}"/>
              </a:ext>
            </a:extLst>
          </p:cNvPr>
          <p:cNvSpPr>
            <a:spLocks noGrp="1"/>
          </p:cNvSpPr>
          <p:nvPr>
            <p:ph sz="quarter" idx="33" hasCustomPrompt="1"/>
          </p:nvPr>
        </p:nvSpPr>
        <p:spPr>
          <a:xfrm>
            <a:off x="390153" y="3549543"/>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DA0FF651-C1F8-494C-8441-58B8D108DFB0}"/>
              </a:ext>
            </a:extLst>
          </p:cNvPr>
          <p:cNvSpPr>
            <a:spLocks noGrp="1"/>
          </p:cNvSpPr>
          <p:nvPr>
            <p:ph sz="quarter" idx="34" hasCustomPrompt="1"/>
          </p:nvPr>
        </p:nvSpPr>
        <p:spPr>
          <a:xfrm>
            <a:off x="390153"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EA6A1D37-C00C-4212-9602-D8F29782C38B}"/>
              </a:ext>
            </a:extLst>
          </p:cNvPr>
          <p:cNvSpPr>
            <a:spLocks noGrp="1"/>
          </p:cNvSpPr>
          <p:nvPr>
            <p:ph sz="quarter" idx="35" hasCustomPrompt="1"/>
          </p:nvPr>
        </p:nvSpPr>
        <p:spPr>
          <a:xfrm>
            <a:off x="390153" y="5553412"/>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9BD0D569-187E-435F-84F7-4A907AB05F06}"/>
              </a:ext>
            </a:extLst>
          </p:cNvPr>
          <p:cNvSpPr>
            <a:spLocks noGrp="1"/>
          </p:cNvSpPr>
          <p:nvPr>
            <p:ph sz="quarter" idx="36" hasCustomPrompt="1"/>
          </p:nvPr>
        </p:nvSpPr>
        <p:spPr>
          <a:xfrm>
            <a:off x="397477"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9" name="Espaço Reservado para Conteúdo 14">
            <a:extLst>
              <a:ext uri="{FF2B5EF4-FFF2-40B4-BE49-F238E27FC236}">
                <a16:creationId xmlns:a16="http://schemas.microsoft.com/office/drawing/2014/main" id="{BD578F19-77CA-4807-93D6-DF0C8142271F}"/>
              </a:ext>
            </a:extLst>
          </p:cNvPr>
          <p:cNvSpPr>
            <a:spLocks noGrp="1"/>
          </p:cNvSpPr>
          <p:nvPr>
            <p:ph sz="quarter" idx="37" hasCustomPrompt="1"/>
          </p:nvPr>
        </p:nvSpPr>
        <p:spPr>
          <a:xfrm>
            <a:off x="397477" y="759967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40" name="Espaço Reservado para Conteúdo 14">
            <a:extLst>
              <a:ext uri="{FF2B5EF4-FFF2-40B4-BE49-F238E27FC236}">
                <a16:creationId xmlns:a16="http://schemas.microsoft.com/office/drawing/2014/main" id="{008E7608-0ADC-4C74-A591-69DB8C22030C}"/>
              </a:ext>
            </a:extLst>
          </p:cNvPr>
          <p:cNvSpPr>
            <a:spLocks noGrp="1"/>
          </p:cNvSpPr>
          <p:nvPr>
            <p:ph sz="quarter" idx="38" hasCustomPrompt="1"/>
          </p:nvPr>
        </p:nvSpPr>
        <p:spPr>
          <a:xfrm>
            <a:off x="3536952"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1" name="Espaço Reservado para Conteúdo 14">
            <a:extLst>
              <a:ext uri="{FF2B5EF4-FFF2-40B4-BE49-F238E27FC236}">
                <a16:creationId xmlns:a16="http://schemas.microsoft.com/office/drawing/2014/main" id="{34DA8105-E242-4DA6-910E-D486433DF87A}"/>
              </a:ext>
            </a:extLst>
          </p:cNvPr>
          <p:cNvSpPr>
            <a:spLocks noGrp="1"/>
          </p:cNvSpPr>
          <p:nvPr>
            <p:ph sz="quarter" idx="39" hasCustomPrompt="1"/>
          </p:nvPr>
        </p:nvSpPr>
        <p:spPr>
          <a:xfrm>
            <a:off x="3544276"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2" name="Espaço Reservado para Conteúdo 14">
            <a:extLst>
              <a:ext uri="{FF2B5EF4-FFF2-40B4-BE49-F238E27FC236}">
                <a16:creationId xmlns:a16="http://schemas.microsoft.com/office/drawing/2014/main" id="{581288D2-722F-44A9-937B-2A51CBC81940}"/>
              </a:ext>
            </a:extLst>
          </p:cNvPr>
          <p:cNvSpPr>
            <a:spLocks noGrp="1"/>
          </p:cNvSpPr>
          <p:nvPr>
            <p:ph sz="quarter" idx="40" hasCustomPrompt="1"/>
          </p:nvPr>
        </p:nvSpPr>
        <p:spPr>
          <a:xfrm>
            <a:off x="3544276"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3" name="Espaço Reservado para Conteúdo 14">
            <a:extLst>
              <a:ext uri="{FF2B5EF4-FFF2-40B4-BE49-F238E27FC236}">
                <a16:creationId xmlns:a16="http://schemas.microsoft.com/office/drawing/2014/main" id="{0A7E3758-611C-4779-8E92-7476EE614506}"/>
              </a:ext>
            </a:extLst>
          </p:cNvPr>
          <p:cNvSpPr>
            <a:spLocks noGrp="1"/>
          </p:cNvSpPr>
          <p:nvPr>
            <p:ph sz="quarter" idx="41" hasCustomPrompt="1"/>
          </p:nvPr>
        </p:nvSpPr>
        <p:spPr>
          <a:xfrm>
            <a:off x="3551600"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8843214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isclaimer">
    <p:bg>
      <p:bgPr>
        <a:solidFill>
          <a:schemeClr val="bg1"/>
        </a:solidFill>
        <a:effectLst/>
      </p:bgPr>
    </p:bg>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3B476172-FCCC-4217-B659-E252FC48877E}"/>
              </a:ext>
            </a:extLst>
          </p:cNvPr>
          <p:cNvSpPr txBox="1"/>
          <p:nvPr userDrawn="1"/>
        </p:nvSpPr>
        <p:spPr>
          <a:xfrm>
            <a:off x="390153" y="814312"/>
            <a:ext cx="6099546" cy="263149"/>
          </a:xfrm>
          <a:prstGeom prst="rect">
            <a:avLst/>
          </a:prstGeom>
        </p:spPr>
        <p:txBody>
          <a:bodyPr lIns="0" tIns="0" rIns="0" bIns="0" anchor="t" anchorCtr="0">
            <a:spAutoFit/>
          </a:bodyPr>
          <a:lstStyle>
            <a:lvl1pPr lvl="0" indent="0" defTabSz="385767">
              <a:lnSpc>
                <a:spcPct val="90000"/>
              </a:lnSpc>
              <a:spcBef>
                <a:spcPts val="422"/>
              </a:spcBef>
              <a:buFont typeface="Arial" panose="020B0604020202020204" pitchFamily="34" charset="0"/>
              <a:buNone/>
              <a:defRPr sz="1900" b="1" spc="0">
                <a:solidFill>
                  <a:schemeClr val="tx2"/>
                </a:solidFill>
                <a:latin typeface="Roboto" panose="02000000000000000000" pitchFamily="2" charset="0"/>
                <a:ea typeface="Roboto" panose="02000000000000000000" pitchFamily="2" charset="0"/>
                <a:cs typeface="Roboto" panose="02000000000000000000" pitchFamily="2" charset="0"/>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Disclaimer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2ECBBCEC-AA92-46C3-82F8-B9BDABA4A63F}" type="datetime4">
              <a:rPr lang="en-US" smtClean="0"/>
              <a:t>October 30, 2026</a:t>
            </a:fld>
            <a:endParaRPr lang="en-US"/>
          </a:p>
        </p:txBody>
      </p:sp>
      <p:sp>
        <p:nvSpPr>
          <p:cNvPr id="2" name="TextBox 1">
            <a:extLst>
              <a:ext uri="{FF2B5EF4-FFF2-40B4-BE49-F238E27FC236}">
                <a16:creationId xmlns:a16="http://schemas.microsoft.com/office/drawing/2014/main" id="{52F95B42-1FBA-401A-8214-0A1239E090A4}"/>
              </a:ext>
            </a:extLst>
          </p:cNvPr>
          <p:cNvSpPr txBox="1"/>
          <p:nvPr userDrawn="1"/>
        </p:nvSpPr>
        <p:spPr>
          <a:xfrm>
            <a:off x="390153" y="1318100"/>
            <a:ext cx="6099546" cy="8099974"/>
          </a:xfrm>
          <a:prstGeom prst="rect">
            <a:avLst/>
          </a:prstGeom>
        </p:spPr>
        <p:txBody>
          <a:bodyPr lIns="0" tIns="0" rIns="0" bIns="0">
            <a:spAutoFit/>
          </a:bodyPr>
          <a:lstStyle>
            <a:lvl1pPr indent="0" defTabSz="385767">
              <a:lnSpc>
                <a:spcPct val="90000"/>
              </a:lnSpc>
              <a:spcBef>
                <a:spcPts val="422"/>
              </a:spcBef>
              <a:buFont typeface="Arial" panose="020B0604020202020204" pitchFamily="34" charset="0"/>
              <a:buNone/>
              <a:defRPr sz="730">
                <a:solidFill>
                  <a:schemeClr val="tx2"/>
                </a:solidFill>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marL="228600" lvl="0" indent="-228600" algn="just">
              <a:lnSpc>
                <a:spcPts val="800"/>
              </a:lnSpc>
              <a:buFont typeface="+mj-lt"/>
              <a:buAutoNum type="arabicPeriod"/>
            </a:pPr>
            <a:r>
              <a:rPr lang="en-US" sz="650" i="0" dirty="0"/>
              <a:t>This report was prepared by XP Investimentos CCTVM S.A. ("XP Investimentos or XP") according to the requirements provided in CVM Resolution 20/2021 and aims to provide information that can help the investors make their own investment decisions, and does not constitute any kind of offer or purchase request and/or sale of any product. The information contained in this report is considered valid on the date of disclosure and has been obtained from public sources. XP Investimentos is not liable for any decisions made by the customer based on this report.  </a:t>
            </a:r>
          </a:p>
          <a:p>
            <a:pPr marL="228600" lvl="0" indent="-228600" algn="just">
              <a:lnSpc>
                <a:spcPts val="800"/>
              </a:lnSpc>
              <a:buFont typeface="+mj-lt"/>
              <a:buAutoNum type="arabicPeriod"/>
            </a:pPr>
            <a:r>
              <a:rPr lang="en-US" sz="650" i="0" dirty="0"/>
              <a:t>This report was prepared considering the product risk classification in order to generate allocation results for each investor profile.  		</a:t>
            </a:r>
          </a:p>
          <a:p>
            <a:pPr marL="228600" lvl="0" indent="-228600" algn="just">
              <a:lnSpc>
                <a:spcPts val="800"/>
              </a:lnSpc>
              <a:buFont typeface="+mj-lt"/>
              <a:buAutoNum type="arabicPeriod"/>
            </a:pPr>
            <a:r>
              <a:rPr lang="en-US" sz="650" i="0" dirty="0"/>
              <a:t>All of the views expressed in this research report accurately reflect the research analyst’s personal views regarding any and all of the subject securities or issuers.  No part of analyst(s) compensation was, is or will be, directly or indirectly related to the specific recommendations or views expressed in this research report.</a:t>
            </a:r>
          </a:p>
          <a:p>
            <a:pPr marL="228600" lvl="0" indent="-228600" algn="just">
              <a:lnSpc>
                <a:spcPts val="800"/>
              </a:lnSpc>
              <a:buFont typeface="+mj-lt"/>
              <a:buAutoNum type="arabicPeriod"/>
            </a:pPr>
            <a:r>
              <a:rPr lang="en-US" sz="650" i="0" dirty="0"/>
              <a:t>The signatory of this report declare that the recommendations reflect solely and exclusively their personal analyses and opinions, which have been produced independently, including in relation to XP Investimentos and which are subject to modifications without notice due to changes in market conditions, and that their remuneration are indirectly affected by revenue from business and financial transactions carried out by XP Investimentos.  </a:t>
            </a:r>
          </a:p>
          <a:p>
            <a:pPr marL="228600" lvl="0" indent="-228600" algn="just">
              <a:lnSpc>
                <a:spcPts val="800"/>
              </a:lnSpc>
              <a:buFont typeface="+mj-lt"/>
              <a:buAutoNum type="arabicPeriod"/>
            </a:pPr>
            <a:r>
              <a:rPr lang="en-US" sz="650" i="0" dirty="0"/>
              <a:t>The analyst responsible for the content of this report and the compliance with CVM Resolution 20/2021 is indicated above, and, in the event of an indication of another analyst in the report, the person responsible will be the first accredited analyst to be mentioned in Report.  		</a:t>
            </a:r>
          </a:p>
          <a:p>
            <a:pPr marL="228600" lvl="0" indent="-228600" algn="just">
              <a:lnSpc>
                <a:spcPts val="800"/>
              </a:lnSpc>
              <a:buFont typeface="+mj-lt"/>
              <a:buAutoNum type="arabicPeriod"/>
            </a:pPr>
            <a:r>
              <a:rPr lang="en-US" sz="650" i="0" dirty="0"/>
              <a:t>XP Investimentos’ analysts are obligated to comply with all the rules laid down in the APIMEC’s conduct code for the securities analyst and XP Investimentos’ analyst of securities conduct policy.  		</a:t>
            </a:r>
          </a:p>
          <a:p>
            <a:pPr marL="228600" lvl="0" indent="-228600" algn="just">
              <a:lnSpc>
                <a:spcPts val="800"/>
              </a:lnSpc>
              <a:buFont typeface="+mj-lt"/>
              <a:buAutoNum type="arabicPeriod"/>
            </a:pPr>
            <a:r>
              <a:rPr lang="en-US" sz="650" i="0" dirty="0"/>
              <a:t>Customer service is carried out by XP Investimentos employees or by autonomous investment agents who perform their activities through XP, in accordance with CVM Resolution 16/2021, which are registered in the national association of brokers and distributors of securities (“ANCORD”). The autonomous agent of investment may not provide consulting, administration or management of customer net worth, and must act as an intermediary and request prior authorization from the client for the realization of any operation in the capital market.  				</a:t>
            </a:r>
          </a:p>
          <a:p>
            <a:pPr marL="228600" lvl="0" indent="-228600" algn="just">
              <a:lnSpc>
                <a:spcPts val="800"/>
              </a:lnSpc>
              <a:buFont typeface="+mj-lt"/>
              <a:buAutoNum type="arabicPeriod"/>
            </a:pPr>
            <a:r>
              <a:rPr lang="en-US" sz="650" i="0" dirty="0"/>
              <a:t>For the purpose of verifying the adequacy of the investor's profile to the investment services and products offered by XP Investimentos, we use the methodology of adequacy of products by portfolio, in accordance with the ANBIMA Rules and Procedures of Suitability No. 01 and the ANBIMA Code of Regulation and Best Practices for Distribution of Investment Products. This methodology consists of assigning a maximum risk score for each investor profile (conservative, moderate and aggressive), as well as a risk score for each of the products offered by XP Investimentos, so that all customers can have access to all products, provided that within the amounts and limits of the risk score defined for their profile. Before applying to the products and/or contracting the services subject to this material, it is important that you verify that your current risk score includes the application in the products and/or the contracting of the services in question, as well as whether there are limitations of volume, concentration and/or quantity for the desired application. You can consult this information directly at the time of transmission of your order or by consulting the overall risk of your wallet on the portfolio screen (Risk View).f your current risk score does not support the desired application/contract, or if there are limitations in relation to the amount and/or financial volume for said application/contracting, this means that, based on the current composition of your portfolio, this application/contract is not appropriate to your profile. If you have questions about the process of suiting the products offered by XP Investimentos to your investor profile, please refer to the FAQ. Market conditions, climate change and the macroeconomic scenario can affect investment performance.</a:t>
            </a:r>
          </a:p>
          <a:p>
            <a:pPr marL="228600" lvl="0" indent="-228600" algn="just">
              <a:lnSpc>
                <a:spcPts val="800"/>
              </a:lnSpc>
              <a:buFont typeface="+mj-lt"/>
              <a:buAutoNum type="arabicPeriod"/>
            </a:pPr>
            <a:r>
              <a:rPr lang="en-US" sz="650" i="0" dirty="0"/>
              <a:t>The profitability of financial products may present variations and their price or value may increase or decrease in a short period of time. Past performance is not necessarily indicative of future results. Performance disclosed is not net of any applicable taxes. The information present in this material is based on simulations and the actual results may be significantly different.  				</a:t>
            </a:r>
          </a:p>
          <a:p>
            <a:pPr marL="228600" lvl="0" indent="-228600" algn="just">
              <a:lnSpc>
                <a:spcPts val="800"/>
              </a:lnSpc>
              <a:buFont typeface="+mj-lt"/>
              <a:buAutoNum type="arabicPeriod"/>
            </a:pPr>
            <a:r>
              <a:rPr lang="en-US" sz="650" i="0" dirty="0"/>
              <a:t>This report is intended exclusively for to the XP Investimentos’ network, including independent XP agents and XP customers, and may also be released on XP’s website. It is prohibited to reproduce or redistribute this report to any person, in whole or in part, whatever the purpose, without the prior express consent of XP Investimentos.  				</a:t>
            </a:r>
          </a:p>
          <a:p>
            <a:pPr marL="228600" lvl="0" indent="-228600" algn="just">
              <a:lnSpc>
                <a:spcPts val="800"/>
              </a:lnSpc>
              <a:buFont typeface="+mj-lt"/>
              <a:buAutoNum type="arabicPeriod"/>
            </a:pPr>
            <a:r>
              <a:rPr lang="en-US" sz="650" i="0" dirty="0"/>
              <a:t>XP Investimentos’ ombudsman has the mission to serve as a contact channel whenever customers who do not feel satisfied with the solutions given by the company to their problems. The contact can be made via telephone 0800 722 3710  if you are in Brazil or via ombudsman form if you are in other localities: ttps://institucional.xpi.com.br/ouvidoria.aspx/.  				</a:t>
            </a:r>
          </a:p>
          <a:p>
            <a:pPr marL="228600" lvl="0" indent="-228600" algn="just">
              <a:lnSpc>
                <a:spcPts val="800"/>
              </a:lnSpc>
              <a:buFont typeface="+mj-lt"/>
              <a:buAutoNum type="arabicPeriod"/>
            </a:pPr>
            <a:r>
              <a:rPr lang="en-US" sz="650" i="0" dirty="0"/>
              <a:t>The cost of the transactions billing policies are defined in the operational cost tables which are made available on XP Investimentos website: www.xpi.com.br.</a:t>
            </a:r>
          </a:p>
          <a:p>
            <a:pPr marL="228600" lvl="0" indent="-228600" algn="just">
              <a:lnSpc>
                <a:spcPts val="800"/>
              </a:lnSpc>
              <a:buFont typeface="+mj-lt"/>
              <a:buAutoNum type="arabicPeriod"/>
            </a:pPr>
            <a:r>
              <a:rPr lang="en-US" sz="650" i="0" dirty="0"/>
              <a:t>XP Investimentos is exempt from any liability for any damages, direct or indirect, that come from the use of this report or its contents.  	</a:t>
            </a:r>
          </a:p>
          <a:p>
            <a:pPr marL="228600" lvl="0" indent="-228600" algn="just">
              <a:lnSpc>
                <a:spcPts val="800"/>
              </a:lnSpc>
              <a:buFont typeface="+mj-lt"/>
              <a:buAutoNum type="arabicPeriod"/>
            </a:pPr>
            <a:r>
              <a:rPr lang="en-US" sz="650" i="0" dirty="0"/>
              <a:t>Technical analysis and fundamental analysis follow different methodologies. Technical analysis is performed following concepts such as trends, support, resistance, candles, volume, and moving averages, amongst others. Fundamental analysis uses as information the results disseminated by the issuing companies and their projections. In this way, the opinions of fundamental analysts, who seek the best returns given the market conditions, the macroeconomic scenario and the specific events of the company and the sector, may differ from the opinions of technical analysts, which aim to Identify the most likely movements on asset prices, using "stops" limit possible losses.  				</a:t>
            </a:r>
          </a:p>
          <a:p>
            <a:pPr marL="228600" lvl="0" indent="-228600" algn="just">
              <a:lnSpc>
                <a:spcPts val="800"/>
              </a:lnSpc>
              <a:buFont typeface="+mj-lt"/>
              <a:buAutoNum type="arabicPeriod"/>
            </a:pPr>
            <a:r>
              <a:rPr lang="en-US" sz="650" i="0" dirty="0"/>
              <a:t>Equity investments available are portion a company’s capital that is traded on the market. Stock is a variable financial investment (i.e. an investment in which profitability is not pre-established and varies depending on market quotations). Investment in stock is a high-risk investment and past performance is not necessarily indicative of future results and no statement or warranty, expressed or implied, is made in this material in relation to future performance. Market conditions, macroeconomic scenario, company and sector specific events can affect investment performance and may even result in significant asset losses. The recommended duration for equity investments is medium-long term. There is no guarantee of investment return for customers’ investments in stock.  	</a:t>
            </a:r>
          </a:p>
          <a:p>
            <a:pPr marL="228600" lvl="0" indent="-228600" algn="just">
              <a:lnSpc>
                <a:spcPts val="800"/>
              </a:lnSpc>
              <a:buFont typeface="+mj-lt"/>
              <a:buAutoNum type="arabicPeriod"/>
            </a:pPr>
            <a:r>
              <a:rPr lang="en-US" sz="650" i="0" dirty="0"/>
              <a:t>Investment in options is the purchase or sale rights of a good shall be negotiated at a price fixed at a future date, and the purchaser of the negotiated duty should pay a premium to the seller as in a secure agreement. Operations with these derivatives are considered very high risk for presenting high risk and return relationships and some positions present the possibility of losses higher than the capital invested. The recommended duration for the investment is short-term and the customer's assets are not guaranteed in this type of product.  				</a:t>
            </a:r>
          </a:p>
          <a:p>
            <a:pPr marL="228600" lvl="0" indent="-228600" algn="just">
              <a:lnSpc>
                <a:spcPts val="800"/>
              </a:lnSpc>
              <a:buFont typeface="+mj-lt"/>
              <a:buAutoNum type="arabicPeriod"/>
            </a:pPr>
            <a:r>
              <a:rPr lang="en-US" sz="650" i="0" dirty="0"/>
              <a:t>Investment in terms are contracts for the purchase or sale of a certain number of shares at a fixed price for settlement within a specified period. The term of the contract is freely chosen by the investors, complying with the minimum period of 16 days and a maximum of 999 days. The price will be the value of the added share of a portion corresponding to the interest-which are set freely on the market, depending on the term of the contract. Every transaction in the term requires a guarantee deposit. These guarantees are provided in two forms: coverage or margin.  			</a:t>
            </a:r>
          </a:p>
          <a:p>
            <a:pPr marL="228600" lvl="0" indent="-228600" algn="just">
              <a:lnSpc>
                <a:spcPts val="800"/>
              </a:lnSpc>
              <a:buFont typeface="+mj-lt"/>
              <a:buAutoNum type="arabicPeriod"/>
            </a:pPr>
            <a:r>
              <a:rPr lang="en-US" sz="650" i="0" dirty="0"/>
              <a:t>Investments in futures markets are subject to significant loss of principal. a commodity is an object or price determinant of a future contract or other derivative instrument, which may substantiate an index, a fee, a movable value or a physical product.  Commodities are considered high risk investments, which include the possibility of price fluctuation due to the use of financial leverage. The recommended duration for commodity investments is short-term and customers’ assets are not guaranteed in this type of product. Market conditions and the macroeconomic scenario can affect the performance investments.  		</a:t>
            </a:r>
          </a:p>
          <a:p>
            <a:pPr marL="228600" lvl="0" indent="-228600" algn="just">
              <a:lnSpc>
                <a:spcPts val="800"/>
              </a:lnSpc>
              <a:buFont typeface="+mj-lt"/>
              <a:buAutoNum type="arabicPeriod"/>
            </a:pPr>
            <a:r>
              <a:rPr lang="en-US" sz="650" i="0" dirty="0"/>
              <a:t>This institution is adhering ANBIMA Code of Regulation and best practices for the distribution activity of retail investment products.		</a:t>
            </a:r>
          </a:p>
          <a:p>
            <a:pPr marL="228600" lvl="0" indent="-228600" algn="just">
              <a:lnSpc>
                <a:spcPts val="800"/>
              </a:lnSpc>
              <a:buFont typeface="+mj-lt"/>
              <a:buAutoNum type="arabicPeriod"/>
            </a:pPr>
            <a:r>
              <a:rPr lang="en-US" sz="650" i="0" dirty="0"/>
              <a:t>XP Investments US, LLC, a broker-dealer registered with the U.S. Securities and Exchange Commission, has assumed responsibility for this research for purposes of U.S. law.  All transactions arising from this research should be directed to XP Investments US, LLC, at +1 646-664-0525.		</a:t>
            </a:r>
          </a:p>
          <a:p>
            <a:pPr marL="228600" lvl="0" indent="-228600" algn="just">
              <a:lnSpc>
                <a:spcPts val="800"/>
              </a:lnSpc>
              <a:buFont typeface="+mj-lt"/>
              <a:buAutoNum type="arabicPeriod"/>
            </a:pPr>
            <a:r>
              <a:rPr lang="en-US" sz="650" i="0" dirty="0"/>
              <a:t>XP Investimentos (a) managed or co-managed a public offering of securities for the subject company in the past 12 months, or (b) received compensation for investment banking services from the subject company in the past 12 months; or (c) expects to receive or intends to seek compensation for investment banking services from the subject company in the next 3 months. 				</a:t>
            </a:r>
          </a:p>
        </p:txBody>
      </p:sp>
    </p:spTree>
    <p:extLst>
      <p:ext uri="{BB962C8B-B14F-4D97-AF65-F5344CB8AC3E}">
        <p14:creationId xmlns:p14="http://schemas.microsoft.com/office/powerpoint/2010/main" val="51886037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Fechament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24">
            <a:extLst>
              <a:ext uri="{FF2B5EF4-FFF2-40B4-BE49-F238E27FC236}">
                <a16:creationId xmlns:a16="http://schemas.microsoft.com/office/drawing/2014/main" id="{09CD1B14-21A0-4905-A3FF-6A46EBDF6BCD}"/>
              </a:ext>
            </a:extLst>
          </p:cNvPr>
          <p:cNvSpPr/>
          <p:nvPr userDrawn="1"/>
        </p:nvSpPr>
        <p:spPr>
          <a:xfrm>
            <a:off x="0" y="0"/>
            <a:ext cx="6858000" cy="9906000"/>
          </a:xfrm>
          <a:prstGeom prst="rect">
            <a:avLst/>
          </a:prstGeom>
          <a:solidFill>
            <a:srgbClr val="1819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6" name="Picture 25" descr="A picture containing dark, night sky&#10;&#10;Description automatically generated">
            <a:extLst>
              <a:ext uri="{FF2B5EF4-FFF2-40B4-BE49-F238E27FC236}">
                <a16:creationId xmlns:a16="http://schemas.microsoft.com/office/drawing/2014/main" id="{A879A646-97B6-4998-8A89-2BAA11919B9D}"/>
              </a:ext>
            </a:extLst>
          </p:cNvPr>
          <p:cNvPicPr>
            <a:picLocks noChangeAspect="1"/>
          </p:cNvPicPr>
          <p:nvPr userDrawn="1"/>
        </p:nvPicPr>
        <p:blipFill rotWithShape="1">
          <a:blip r:embed="rId3">
            <a:alphaModFix amt="81000"/>
          </a:blip>
          <a:srcRect l="1783" t="114" r="50667" b="1655"/>
          <a:stretch/>
        </p:blipFill>
        <p:spPr>
          <a:xfrm>
            <a:off x="0" y="0"/>
            <a:ext cx="6858000" cy="9906000"/>
          </a:xfrm>
          <a:prstGeom prst="rect">
            <a:avLst/>
          </a:prstGeom>
        </p:spPr>
      </p:pic>
      <p:grpSp>
        <p:nvGrpSpPr>
          <p:cNvPr id="37" name="Group 36">
            <a:extLst>
              <a:ext uri="{FF2B5EF4-FFF2-40B4-BE49-F238E27FC236}">
                <a16:creationId xmlns:a16="http://schemas.microsoft.com/office/drawing/2014/main" id="{B7CE084B-3CD6-493B-AA0A-FC3B928DD6B4}"/>
              </a:ext>
            </a:extLst>
          </p:cNvPr>
          <p:cNvGrpSpPr/>
          <p:nvPr userDrawn="1"/>
        </p:nvGrpSpPr>
        <p:grpSpPr>
          <a:xfrm>
            <a:off x="-438" y="6168571"/>
            <a:ext cx="6858438" cy="3737429"/>
            <a:chOff x="0" y="-3773484"/>
            <a:chExt cx="18085267" cy="9855364"/>
          </a:xfrm>
        </p:grpSpPr>
        <p:cxnSp>
          <p:nvCxnSpPr>
            <p:cNvPr id="38" name="Straight Connector 37">
              <a:extLst>
                <a:ext uri="{FF2B5EF4-FFF2-40B4-BE49-F238E27FC236}">
                  <a16:creationId xmlns:a16="http://schemas.microsoft.com/office/drawing/2014/main" id="{31AB2E40-F9FD-42C3-9517-2D4CAEFC6A49}"/>
                </a:ext>
              </a:extLst>
            </p:cNvPr>
            <p:cNvCxnSpPr>
              <a:cxnSpLocks/>
            </p:cNvCxnSpPr>
            <p:nvPr userDrawn="1"/>
          </p:nvCxnSpPr>
          <p:spPr>
            <a:xfrm flipV="1">
              <a:off x="0" y="2914763"/>
              <a:ext cx="18085267" cy="0"/>
            </a:xfrm>
            <a:prstGeom prst="lin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194F34E-5B13-40DE-A8F8-15955077D952}"/>
                </a:ext>
              </a:extLst>
            </p:cNvPr>
            <p:cNvCxnSpPr>
              <a:cxnSpLocks/>
            </p:cNvCxnSpPr>
            <p:nvPr userDrawn="1"/>
          </p:nvCxnSpPr>
          <p:spPr>
            <a:xfrm flipV="1">
              <a:off x="9327868" y="-3773484"/>
              <a:ext cx="8717924" cy="9855364"/>
            </a:xfrm>
            <a:prstGeom prst="lin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cxnSp>
      </p:grpSp>
      <p:pic>
        <p:nvPicPr>
          <p:cNvPr id="40" name="Graphic 39">
            <a:extLst>
              <a:ext uri="{FF2B5EF4-FFF2-40B4-BE49-F238E27FC236}">
                <a16:creationId xmlns:a16="http://schemas.microsoft.com/office/drawing/2014/main" id="{DCB009AC-E0A4-48A2-8D2A-AE84DA4D0C9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565203" y="9198690"/>
            <a:ext cx="924497" cy="213562"/>
          </a:xfrm>
          <a:prstGeom prst="rect">
            <a:avLst/>
          </a:prstGeom>
        </p:spPr>
      </p:pic>
      <p:grpSp>
        <p:nvGrpSpPr>
          <p:cNvPr id="50" name="Group 49">
            <a:extLst>
              <a:ext uri="{FF2B5EF4-FFF2-40B4-BE49-F238E27FC236}">
                <a16:creationId xmlns:a16="http://schemas.microsoft.com/office/drawing/2014/main" id="{AE2F80D2-D401-47D5-BDE2-DC6D12066D2C}"/>
              </a:ext>
            </a:extLst>
          </p:cNvPr>
          <p:cNvGrpSpPr/>
          <p:nvPr userDrawn="1"/>
        </p:nvGrpSpPr>
        <p:grpSpPr>
          <a:xfrm>
            <a:off x="2684238" y="4747691"/>
            <a:ext cx="1489524" cy="410618"/>
            <a:chOff x="2700591" y="2522601"/>
            <a:chExt cx="6428993" cy="1772284"/>
          </a:xfrm>
          <a:solidFill>
            <a:schemeClr val="bg1"/>
          </a:solidFill>
        </p:grpSpPr>
        <p:sp>
          <p:nvSpPr>
            <p:cNvPr id="51" name="Freeform: Shape 50">
              <a:extLst>
                <a:ext uri="{FF2B5EF4-FFF2-40B4-BE49-F238E27FC236}">
                  <a16:creationId xmlns:a16="http://schemas.microsoft.com/office/drawing/2014/main" id="{4B5EB41B-6E79-481E-A6C7-0CE249B9C220}"/>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2" name="Graphic 20">
              <a:extLst>
                <a:ext uri="{FF2B5EF4-FFF2-40B4-BE49-F238E27FC236}">
                  <a16:creationId xmlns:a16="http://schemas.microsoft.com/office/drawing/2014/main" id="{A6F5F2BF-1CBD-48DA-83E4-900C9F654F42}"/>
                </a:ext>
              </a:extLst>
            </p:cNvPr>
            <p:cNvGrpSpPr/>
            <p:nvPr/>
          </p:nvGrpSpPr>
          <p:grpSpPr>
            <a:xfrm>
              <a:off x="5034660" y="3339528"/>
              <a:ext cx="4094924" cy="747077"/>
              <a:chOff x="5034660" y="3339528"/>
              <a:chExt cx="4094924" cy="747077"/>
            </a:xfrm>
            <a:grpFill/>
          </p:grpSpPr>
          <p:sp>
            <p:nvSpPr>
              <p:cNvPr id="54" name="Freeform: Shape 53">
                <a:extLst>
                  <a:ext uri="{FF2B5EF4-FFF2-40B4-BE49-F238E27FC236}">
                    <a16:creationId xmlns:a16="http://schemas.microsoft.com/office/drawing/2014/main" id="{F920B4FD-CF67-4AC3-ACC8-8AE9EED3B08A}"/>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E5C3886-4D19-464F-B7AC-950F1E46F85F}"/>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BFBC377-5A48-41C6-B03C-9149828E8A7C}"/>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88D6791-E280-4A9B-B6F6-189BF7C4BF98}"/>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D846E24C-F514-42EF-8579-AF8CE6A376A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67EAC76-4221-4D48-A548-1D3F7EF8A4E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28455B7D-9D95-4D0E-8503-2F81C7680372}"/>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F480758-BB1D-4122-964B-6CD9563D3404}"/>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9952736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Agro, alimentos e bebidas">
    <p:bg>
      <p:bgPr>
        <a:solidFill>
          <a:schemeClr val="accent6"/>
        </a:solidFill>
        <a:effectLst/>
      </p:bgPr>
    </p:bg>
    <p:spTree>
      <p:nvGrpSpPr>
        <p:cNvPr id="1" name=""/>
        <p:cNvGrpSpPr/>
        <p:nvPr/>
      </p:nvGrpSpPr>
      <p:grpSpPr>
        <a:xfrm>
          <a:off x="0" y="0"/>
          <a:ext cx="0" cy="0"/>
          <a:chOff x="0" y="0"/>
          <a:chExt cx="0" cy="0"/>
        </a:xfrm>
      </p:grpSpPr>
      <p:sp>
        <p:nvSpPr>
          <p:cNvPr id="6" name="Rectangle 5" hidden="1">
            <a:extLst>
              <a:ext uri="{FF2B5EF4-FFF2-40B4-BE49-F238E27FC236}">
                <a16:creationId xmlns:a16="http://schemas.microsoft.com/office/drawing/2014/main" id="{7227264A-2A2E-B464-74B1-0F6F1C10C77E}"/>
              </a:ext>
            </a:extLst>
          </p:cNvPr>
          <p:cNvSpPr/>
          <p:nvPr userDrawn="1"/>
        </p:nvSpPr>
        <p:spPr>
          <a:xfrm>
            <a:off x="-1" y="8774019"/>
            <a:ext cx="6858000" cy="112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5" name="Rectangle 4">
            <a:extLst>
              <a:ext uri="{FF2B5EF4-FFF2-40B4-BE49-F238E27FC236}">
                <a16:creationId xmlns:a16="http://schemas.microsoft.com/office/drawing/2014/main" id="{3E3B1163-CCC9-1979-5D10-8ECD746F5FCC}"/>
              </a:ext>
            </a:extLst>
          </p:cNvPr>
          <p:cNvSpPr/>
          <p:nvPr userDrawn="1"/>
        </p:nvSpPr>
        <p:spPr>
          <a:xfrm>
            <a:off x="0" y="-3"/>
            <a:ext cx="6858000" cy="112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pic>
        <p:nvPicPr>
          <p:cNvPr id="8" name="Imagem 7" descr="Frutas e vegetais&#10;&#10;Descrição gerada automaticamente">
            <a:extLst>
              <a:ext uri="{FF2B5EF4-FFF2-40B4-BE49-F238E27FC236}">
                <a16:creationId xmlns:a16="http://schemas.microsoft.com/office/drawing/2014/main" id="{19467A36-704B-386B-9F69-26B3AAC82C6C}"/>
              </a:ext>
            </a:extLst>
          </p:cNvPr>
          <p:cNvPicPr>
            <a:picLocks noChangeAspect="1"/>
          </p:cNvPicPr>
          <p:nvPr userDrawn="1"/>
        </p:nvPicPr>
        <p:blipFill>
          <a:blip r:embed="rId3" cstate="screen">
            <a:alphaModFix amt="25000"/>
            <a:extLst>
              <a:ext uri="{28A0092B-C50C-407E-A947-70E740481C1C}">
                <a14:useLocalDpi xmlns:a14="http://schemas.microsoft.com/office/drawing/2010/main"/>
              </a:ext>
            </a:extLst>
          </a:blip>
          <a:srcRect/>
          <a:stretch>
            <a:fillRect/>
          </a:stretch>
        </p:blipFill>
        <p:spPr>
          <a:xfrm>
            <a:off x="0" y="3"/>
            <a:ext cx="6858000" cy="9905997"/>
          </a:xfrm>
          <a:custGeom>
            <a:avLst/>
            <a:gdLst>
              <a:gd name="connsiteX0" fmla="*/ 0 w 6858000"/>
              <a:gd name="connsiteY0" fmla="*/ 0 h 9905997"/>
              <a:gd name="connsiteX1" fmla="*/ 6858000 w 6858000"/>
              <a:gd name="connsiteY1" fmla="*/ 0 h 9905997"/>
              <a:gd name="connsiteX2" fmla="*/ 6858000 w 6858000"/>
              <a:gd name="connsiteY2" fmla="*/ 9905997 h 9905997"/>
              <a:gd name="connsiteX3" fmla="*/ 0 w 6858000"/>
              <a:gd name="connsiteY3" fmla="*/ 9905997 h 9905997"/>
            </a:gdLst>
            <a:ahLst/>
            <a:cxnLst>
              <a:cxn ang="0">
                <a:pos x="connsiteX0" y="connsiteY0"/>
              </a:cxn>
              <a:cxn ang="0">
                <a:pos x="connsiteX1" y="connsiteY1"/>
              </a:cxn>
              <a:cxn ang="0">
                <a:pos x="connsiteX2" y="connsiteY2"/>
              </a:cxn>
              <a:cxn ang="0">
                <a:pos x="connsiteX3" y="connsiteY3"/>
              </a:cxn>
            </a:cxnLst>
            <a:rect l="l" t="t" r="r" b="b"/>
            <a:pathLst>
              <a:path w="6858000" h="9905997">
                <a:moveTo>
                  <a:pt x="0" y="0"/>
                </a:moveTo>
                <a:lnTo>
                  <a:pt x="6858000" y="0"/>
                </a:lnTo>
                <a:lnTo>
                  <a:pt x="6858000" y="9905997"/>
                </a:lnTo>
                <a:lnTo>
                  <a:pt x="0" y="9905997"/>
                </a:lnTo>
                <a:close/>
              </a:path>
            </a:pathLst>
          </a:custGeom>
        </p:spPr>
      </p:pic>
      <p:pic>
        <p:nvPicPr>
          <p:cNvPr id="10" name="Graphic 9">
            <a:extLst>
              <a:ext uri="{FF2B5EF4-FFF2-40B4-BE49-F238E27FC236}">
                <a16:creationId xmlns:a16="http://schemas.microsoft.com/office/drawing/2014/main" id="{F49ABFC1-C342-CD17-8E24-68B202FF4DD6}"/>
              </a:ext>
            </a:extLst>
          </p:cNvPr>
          <p:cNvPicPr>
            <a:picLocks noChangeAspect="1"/>
          </p:cNvPicPr>
          <p:nvPr userDrawn="1"/>
        </p:nvPicPr>
        <p:blipFill rotWithShape="1">
          <a:blip>
            <a:extLst>
              <a:ext uri="{96DAC541-7B7A-43D3-8B79-37D633B846F1}">
                <asvg:svgBlip xmlns:asvg="http://schemas.microsoft.com/office/drawing/2016/SVG/main" r:embed="rId4"/>
              </a:ext>
            </a:extLst>
          </a:blip>
          <a:srcRect l="19269" t="2351" r="1339" b="20035"/>
          <a:stretch/>
        </p:blipFill>
        <p:spPr>
          <a:xfrm flipV="1">
            <a:off x="-1" y="0"/>
            <a:ext cx="6858001" cy="9906000"/>
          </a:xfrm>
          <a:prstGeom prst="rect">
            <a:avLst/>
          </a:prstGeom>
        </p:spPr>
      </p:pic>
      <p:grpSp>
        <p:nvGrpSpPr>
          <p:cNvPr id="2" name="Agrupar 1">
            <a:extLst>
              <a:ext uri="{FF2B5EF4-FFF2-40B4-BE49-F238E27FC236}">
                <a16:creationId xmlns:a16="http://schemas.microsoft.com/office/drawing/2014/main" id="{12DD471D-7E3A-5696-BFDC-BC93E1279A2D}"/>
              </a:ext>
            </a:extLst>
          </p:cNvPr>
          <p:cNvGrpSpPr/>
          <p:nvPr userDrawn="1"/>
        </p:nvGrpSpPr>
        <p:grpSpPr>
          <a:xfrm>
            <a:off x="0" y="-3"/>
            <a:ext cx="6858001" cy="9906000"/>
            <a:chOff x="3836069" y="701305"/>
            <a:chExt cx="6858001" cy="9906000"/>
          </a:xfrm>
        </p:grpSpPr>
        <p:sp>
          <p:nvSpPr>
            <p:cNvPr id="3" name="Rectangle 50">
              <a:extLst>
                <a:ext uri="{FF2B5EF4-FFF2-40B4-BE49-F238E27FC236}">
                  <a16:creationId xmlns:a16="http://schemas.microsoft.com/office/drawing/2014/main" id="{62502AB0-64AA-9E82-4E61-E8AC520077F2}"/>
                </a:ext>
              </a:extLst>
            </p:cNvPr>
            <p:cNvSpPr/>
            <p:nvPr/>
          </p:nvSpPr>
          <p:spPr>
            <a:xfrm rot="10800000">
              <a:off x="3836070" y="701305"/>
              <a:ext cx="6858000" cy="9906000"/>
            </a:xfrm>
            <a:prstGeom prst="rect">
              <a:avLst/>
            </a:prstGeom>
            <a:gradFill>
              <a:gsLst>
                <a:gs pos="0">
                  <a:schemeClr val="accent6"/>
                </a:gs>
                <a:gs pos="36000">
                  <a:schemeClr val="accent6">
                    <a:alpha val="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4" name="Rectangle 1">
              <a:extLst>
                <a:ext uri="{FF2B5EF4-FFF2-40B4-BE49-F238E27FC236}">
                  <a16:creationId xmlns:a16="http://schemas.microsoft.com/office/drawing/2014/main" id="{65C3F032-3230-CC1F-B579-F0F95BD08170}"/>
                </a:ext>
              </a:extLst>
            </p:cNvPr>
            <p:cNvSpPr>
              <a:spLocks/>
            </p:cNvSpPr>
            <p:nvPr/>
          </p:nvSpPr>
          <p:spPr>
            <a:xfrm>
              <a:off x="3836069" y="701305"/>
              <a:ext cx="6858000" cy="9906000"/>
            </a:xfrm>
            <a:prstGeom prst="rect">
              <a:avLst/>
            </a:prstGeom>
            <a:gradFill>
              <a:gsLst>
                <a:gs pos="0">
                  <a:schemeClr val="accent6"/>
                </a:gs>
                <a:gs pos="36000">
                  <a:schemeClr val="accent6">
                    <a:alpha val="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grpSp>
      <p:pic>
        <p:nvPicPr>
          <p:cNvPr id="13" name="Graphic 12">
            <a:extLst>
              <a:ext uri="{FF2B5EF4-FFF2-40B4-BE49-F238E27FC236}">
                <a16:creationId xmlns:a16="http://schemas.microsoft.com/office/drawing/2014/main" id="{2B3617B2-4386-53AD-39A7-6CFB852D60D5}"/>
              </a:ext>
            </a:extLst>
          </p:cNvPr>
          <p:cNvPicPr>
            <a:picLocks noChangeAspect="1"/>
          </p:cNvPicPr>
          <p:nvPr userDrawn="1"/>
        </p:nvPicPr>
        <p:blipFill>
          <a:blip>
            <a:alphaModFix amt="66000"/>
            <a:extLst>
              <a:ext uri="{96DAC541-7B7A-43D3-8B79-37D633B846F1}">
                <asvg:svgBlip xmlns:asvg="http://schemas.microsoft.com/office/drawing/2016/SVG/main" r:embed="rId5"/>
              </a:ext>
            </a:extLst>
          </a:blip>
          <a:srcRect l="27193" t="22453" r="47498" b="7994"/>
          <a:stretch/>
        </p:blipFill>
        <p:spPr>
          <a:xfrm>
            <a:off x="0" y="1133591"/>
            <a:ext cx="6858000" cy="8738553"/>
          </a:xfrm>
          <a:prstGeom prst="rect">
            <a:avLst/>
          </a:prstGeom>
        </p:spPr>
      </p:pic>
      <p:pic>
        <p:nvPicPr>
          <p:cNvPr id="9" name="Picture 8" descr="A blue and white dot pattern&#10;&#10;AI-generated content may be incorrect.">
            <a:extLst>
              <a:ext uri="{FF2B5EF4-FFF2-40B4-BE49-F238E27FC236}">
                <a16:creationId xmlns:a16="http://schemas.microsoft.com/office/drawing/2014/main" id="{D572D620-A33D-FA48-00AE-F1018BB7DF23}"/>
              </a:ext>
            </a:extLst>
          </p:cNvPr>
          <p:cNvPicPr>
            <a:picLocks noChangeAspect="1"/>
          </p:cNvPicPr>
          <p:nvPr userDrawn="1"/>
        </p:nvPicPr>
        <p:blipFill>
          <a:blip r:embed="rId6" cstate="screen">
            <a:alphaModFix amt="18000"/>
            <a:extLst>
              <a:ext uri="{BEBA8EAE-BF5A-486C-A8C5-ECC9F3942E4B}">
                <a14:imgProps xmlns:a14="http://schemas.microsoft.com/office/drawing/2010/main">
                  <a14:imgLayer r:embed="rId7">
                    <a14:imgEffect>
                      <a14:colorTemperature colorTemp="4700"/>
                    </a14:imgEffect>
                    <a14:imgEffect>
                      <a14:saturation sat="33000"/>
                    </a14:imgEffect>
                  </a14:imgLayer>
                </a14:imgProps>
              </a:ext>
              <a:ext uri="{28A0092B-C50C-407E-A947-70E740481C1C}">
                <a14:useLocalDpi xmlns:a14="http://schemas.microsoft.com/office/drawing/2010/main"/>
              </a:ext>
            </a:extLst>
          </a:blip>
          <a:srcRect t="-673"/>
          <a:stretch/>
        </p:blipFill>
        <p:spPr>
          <a:xfrm>
            <a:off x="0" y="1062189"/>
            <a:ext cx="6858000" cy="8809959"/>
          </a:xfrm>
          <a:prstGeom prst="rect">
            <a:avLst/>
          </a:prstGeom>
        </p:spPr>
      </p:pic>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16" name="Group 15">
            <a:extLst>
              <a:ext uri="{FF2B5EF4-FFF2-40B4-BE49-F238E27FC236}">
                <a16:creationId xmlns:a16="http://schemas.microsoft.com/office/drawing/2014/main" id="{C4DF0931-276A-C4B3-E0A7-02B6EAA3C49B}"/>
              </a:ext>
            </a:extLst>
          </p:cNvPr>
          <p:cNvGrpSpPr/>
          <p:nvPr userDrawn="1"/>
        </p:nvGrpSpPr>
        <p:grpSpPr>
          <a:xfrm>
            <a:off x="390154" y="406178"/>
            <a:ext cx="1240285" cy="341910"/>
            <a:chOff x="2700591" y="2522601"/>
            <a:chExt cx="6428993" cy="1772284"/>
          </a:xfrm>
        </p:grpSpPr>
        <p:sp>
          <p:nvSpPr>
            <p:cNvPr id="17" name="Freeform: Shape 16">
              <a:extLst>
                <a:ext uri="{FF2B5EF4-FFF2-40B4-BE49-F238E27FC236}">
                  <a16:creationId xmlns:a16="http://schemas.microsoft.com/office/drawing/2014/main" id="{70B9B340-5E1C-9327-69F1-5AE446FF2255}"/>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20" name="Graphic 20">
              <a:extLst>
                <a:ext uri="{FF2B5EF4-FFF2-40B4-BE49-F238E27FC236}">
                  <a16:creationId xmlns:a16="http://schemas.microsoft.com/office/drawing/2014/main" id="{1E0C2497-164B-3E45-6090-5F805C67AB02}"/>
                </a:ext>
              </a:extLst>
            </p:cNvPr>
            <p:cNvGrpSpPr/>
            <p:nvPr/>
          </p:nvGrpSpPr>
          <p:grpSpPr>
            <a:xfrm>
              <a:off x="5034660" y="3339528"/>
              <a:ext cx="4094924" cy="747077"/>
              <a:chOff x="5034660" y="3339528"/>
              <a:chExt cx="4094924" cy="747077"/>
            </a:xfrm>
            <a:solidFill>
              <a:srgbClr val="FFFFFF"/>
            </a:solidFill>
          </p:grpSpPr>
          <p:sp>
            <p:nvSpPr>
              <p:cNvPr id="21" name="Freeform: Shape 20">
                <a:extLst>
                  <a:ext uri="{FF2B5EF4-FFF2-40B4-BE49-F238E27FC236}">
                    <a16:creationId xmlns:a16="http://schemas.microsoft.com/office/drawing/2014/main" id="{3198B4CB-7FA3-A37E-E540-E2FBA81CCDCB}"/>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5A8605D5-3EDB-F7D1-AC3B-DF5CEE516147}"/>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18B3AC0-A0B3-67F5-F442-48F0E029DF55}"/>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48AD7D35-F105-3B1F-6CF2-EDD48ACC71B9}"/>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99371C5E-12BC-7944-E1F6-FF98963DBD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67F76F1-36B6-C9E1-0D69-7196D96834AE}"/>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D0C5B1F5-1F12-DAC8-A282-CAB55191AC3B}"/>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4F4377A-A2E8-D20E-9FC2-722626414101}"/>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grpSp>
        <p:nvGrpSpPr>
          <p:cNvPr id="69" name="Group 68">
            <a:extLst>
              <a:ext uri="{FF2B5EF4-FFF2-40B4-BE49-F238E27FC236}">
                <a16:creationId xmlns:a16="http://schemas.microsoft.com/office/drawing/2014/main" id="{8F5893B4-B956-CA4C-4E89-2275C6A23F7F}"/>
              </a:ext>
            </a:extLst>
          </p:cNvPr>
          <p:cNvGrpSpPr/>
          <p:nvPr userDrawn="1"/>
        </p:nvGrpSpPr>
        <p:grpSpPr>
          <a:xfrm flipH="1">
            <a:off x="-113256" y="3"/>
            <a:ext cx="6971256" cy="6334517"/>
            <a:chOff x="-31505" y="3"/>
            <a:chExt cx="7944898" cy="6841768"/>
          </a:xfrm>
        </p:grpSpPr>
        <p:sp>
          <p:nvSpPr>
            <p:cNvPr id="65" name="Isosceles Triangle 64">
              <a:extLst>
                <a:ext uri="{FF2B5EF4-FFF2-40B4-BE49-F238E27FC236}">
                  <a16:creationId xmlns:a16="http://schemas.microsoft.com/office/drawing/2014/main" id="{7E756C03-7B9D-CF88-83F4-C1619FDA2C7C}"/>
                </a:ext>
              </a:extLst>
            </p:cNvPr>
            <p:cNvSpPr/>
            <p:nvPr userDrawn="1"/>
          </p:nvSpPr>
          <p:spPr>
            <a:xfrm rot="16200000">
              <a:off x="2660727" y="1589105"/>
              <a:ext cx="5619144" cy="4886188"/>
            </a:xfrm>
            <a:prstGeom prst="triangle">
              <a:avLst>
                <a:gd name="adj" fmla="val 100000"/>
              </a:avLst>
            </a:prstGeom>
            <a:gradFill>
              <a:gsLst>
                <a:gs pos="93000">
                  <a:srgbClr val="8EB3DF">
                    <a:alpha val="0"/>
                  </a:srgbClr>
                </a:gs>
                <a:gs pos="0">
                  <a:schemeClr val="accent3"/>
                </a:gs>
                <a:gs pos="70000">
                  <a:schemeClr val="accent3">
                    <a:alpha val="11000"/>
                  </a:schemeClr>
                </a:gs>
              </a:gsLst>
              <a:lin ang="6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grpSp>
          <p:nvGrpSpPr>
            <p:cNvPr id="66" name="Group 65">
              <a:extLst>
                <a:ext uri="{FF2B5EF4-FFF2-40B4-BE49-F238E27FC236}">
                  <a16:creationId xmlns:a16="http://schemas.microsoft.com/office/drawing/2014/main" id="{F23A80A8-5B7B-720A-0498-48FB270B56F2}"/>
                </a:ext>
              </a:extLst>
            </p:cNvPr>
            <p:cNvGrpSpPr/>
            <p:nvPr userDrawn="1"/>
          </p:nvGrpSpPr>
          <p:grpSpPr>
            <a:xfrm flipV="1">
              <a:off x="-31505" y="3"/>
              <a:ext cx="3073148" cy="1233884"/>
              <a:chOff x="-33216277" y="3696971"/>
              <a:chExt cx="17875623" cy="1180237"/>
            </a:xfrm>
          </p:grpSpPr>
          <p:cxnSp>
            <p:nvCxnSpPr>
              <p:cNvPr id="67" name="Straight Connector 66">
                <a:extLst>
                  <a:ext uri="{FF2B5EF4-FFF2-40B4-BE49-F238E27FC236}">
                    <a16:creationId xmlns:a16="http://schemas.microsoft.com/office/drawing/2014/main" id="{F1A1FDB4-0FB7-BEEB-2B9D-D1E8FE3853CA}"/>
                  </a:ext>
                </a:extLst>
              </p:cNvPr>
              <p:cNvCxnSpPr>
                <a:cxnSpLocks/>
              </p:cNvCxnSpPr>
              <p:nvPr userDrawn="1"/>
            </p:nvCxnSpPr>
            <p:spPr>
              <a:xfrm flipV="1">
                <a:off x="-33216277" y="3710462"/>
                <a:ext cx="1787562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9D45C79A-47B8-8CD3-9D6C-3CA04B7EC39E}"/>
                  </a:ext>
                </a:extLst>
              </p:cNvPr>
              <p:cNvCxnSpPr>
                <a:cxnSpLocks/>
              </p:cNvCxnSpPr>
              <p:nvPr userDrawn="1"/>
            </p:nvCxnSpPr>
            <p:spPr>
              <a:xfrm flipH="1">
                <a:off x="-21608832" y="3696971"/>
                <a:ext cx="6241002" cy="118023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2" name="Group 71">
            <a:extLst>
              <a:ext uri="{FF2B5EF4-FFF2-40B4-BE49-F238E27FC236}">
                <a16:creationId xmlns:a16="http://schemas.microsoft.com/office/drawing/2014/main" id="{7D85C331-0D97-F14F-BCEE-E4CACC063DDB}"/>
              </a:ext>
            </a:extLst>
          </p:cNvPr>
          <p:cNvGrpSpPr/>
          <p:nvPr userDrawn="1"/>
        </p:nvGrpSpPr>
        <p:grpSpPr>
          <a:xfrm>
            <a:off x="340252" y="1670475"/>
            <a:ext cx="2267822" cy="1002192"/>
            <a:chOff x="423863" y="1657596"/>
            <a:chExt cx="2267822" cy="1002192"/>
          </a:xfrm>
        </p:grpSpPr>
        <p:sp>
          <p:nvSpPr>
            <p:cNvPr id="31" name="TextBox 30">
              <a:extLst>
                <a:ext uri="{FF2B5EF4-FFF2-40B4-BE49-F238E27FC236}">
                  <a16:creationId xmlns:a16="http://schemas.microsoft.com/office/drawing/2014/main" id="{8EC449FF-42C7-1A50-8B68-6D905C6EC17A}"/>
                </a:ext>
              </a:extLst>
            </p:cNvPr>
            <p:cNvSpPr txBox="1"/>
            <p:nvPr userDrawn="1"/>
          </p:nvSpPr>
          <p:spPr>
            <a:xfrm>
              <a:off x="423863" y="1657596"/>
              <a:ext cx="2267822" cy="615553"/>
            </a:xfrm>
            <a:prstGeom prst="rect">
              <a:avLst/>
            </a:prstGeom>
            <a:noFill/>
          </p:spPr>
          <p:txBody>
            <a:bodyPr wrap="square" lIns="0" tIns="0" rIns="0" bIns="0" rtlCol="0">
              <a:spAutoFit/>
            </a:bodyPr>
            <a:lstStyle/>
            <a:p>
              <a:pPr algn="r"/>
              <a:r>
                <a:rPr lang="pt-BR" sz="4000" b="1" i="1">
                  <a:solidFill>
                    <a:schemeClr val="bg1"/>
                  </a:solidFill>
                  <a:latin typeface="XP" pitchFamily="50" charset="0"/>
                  <a:ea typeface="XP" pitchFamily="50" charset="0"/>
                  <a:cs typeface="Roboto" panose="02000000000000000000" pitchFamily="2" charset="0"/>
                </a:rPr>
                <a:t>Thematic</a:t>
              </a:r>
            </a:p>
          </p:txBody>
        </p:sp>
        <p:sp>
          <p:nvSpPr>
            <p:cNvPr id="71" name="TextBox 70">
              <a:extLst>
                <a:ext uri="{FF2B5EF4-FFF2-40B4-BE49-F238E27FC236}">
                  <a16:creationId xmlns:a16="http://schemas.microsoft.com/office/drawing/2014/main" id="{F39388AA-C6A0-BACD-48D5-2675535A9633}"/>
                </a:ext>
              </a:extLst>
            </p:cNvPr>
            <p:cNvSpPr txBox="1"/>
            <p:nvPr userDrawn="1"/>
          </p:nvSpPr>
          <p:spPr>
            <a:xfrm>
              <a:off x="637566" y="2105790"/>
              <a:ext cx="2054119" cy="553998"/>
            </a:xfrm>
            <a:prstGeom prst="rect">
              <a:avLst/>
            </a:prstGeom>
            <a:noFill/>
          </p:spPr>
          <p:txBody>
            <a:bodyPr wrap="square" lIns="0" tIns="0" rIns="0" bIns="0" rtlCol="0">
              <a:spAutoFit/>
            </a:bodyPr>
            <a:lstStyle/>
            <a:p>
              <a:pPr algn="r"/>
              <a:r>
                <a:rPr lang="pt-BR" sz="3600" b="0" i="0">
                  <a:solidFill>
                    <a:schemeClr val="bg1"/>
                  </a:solidFill>
                  <a:latin typeface="XP Light Lighthouse" pitchFamily="50" charset="0"/>
                  <a:ea typeface="XP Light Lighthouse" pitchFamily="50" charset="0"/>
                  <a:cs typeface="Roboto" panose="02000000000000000000" pitchFamily="2" charset="0"/>
                </a:rPr>
                <a:t>Research</a:t>
              </a:r>
            </a:p>
          </p:txBody>
        </p:sp>
      </p:grpSp>
      <p:sp>
        <p:nvSpPr>
          <p:cNvPr id="75" name="Espaço Reservado para Texto 6">
            <a:extLst>
              <a:ext uri="{FF2B5EF4-FFF2-40B4-BE49-F238E27FC236}">
                <a16:creationId xmlns:a16="http://schemas.microsoft.com/office/drawing/2014/main" id="{354E5287-B1CE-DBCC-A334-7B6607B9F041}"/>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en-US" noProof="0"/>
              <a:t>Sector / Segment</a:t>
            </a:r>
          </a:p>
        </p:txBody>
      </p:sp>
      <p:sp>
        <p:nvSpPr>
          <p:cNvPr id="7" name="Date Placeholder 10">
            <a:extLst>
              <a:ext uri="{FF2B5EF4-FFF2-40B4-BE49-F238E27FC236}">
                <a16:creationId xmlns:a16="http://schemas.microsoft.com/office/drawing/2014/main" id="{624580AB-8B11-2158-FF8A-2264EA11D9E6}"/>
              </a:ext>
            </a:extLst>
          </p:cNvPr>
          <p:cNvSpPr>
            <a:spLocks noGrp="1"/>
          </p:cNvSpPr>
          <p:nvPr>
            <p:ph type="dt" sz="half" idx="2"/>
          </p:nvPr>
        </p:nvSpPr>
        <p:spPr>
          <a:xfrm>
            <a:off x="3371691" y="438763"/>
            <a:ext cx="3132139" cy="184666"/>
          </a:xfrm>
        </p:spPr>
        <p:txBody>
          <a:bodyPr/>
          <a:lstStyle>
            <a:lvl1pPr>
              <a:defRPr>
                <a:solidFill>
                  <a:srgbClr val="F9C113"/>
                </a:solidFill>
              </a:defRPr>
            </a:lvl1pPr>
          </a:lstStyle>
          <a:p>
            <a:fld id="{30C15221-0831-43DD-95FB-CF916F624DA6}" type="datetime4">
              <a:rPr lang="en-US" smtClean="0"/>
              <a:t>October 30, 2026</a:t>
            </a:fld>
            <a:endParaRPr lang="en-US"/>
          </a:p>
        </p:txBody>
      </p:sp>
    </p:spTree>
    <p:extLst>
      <p:ext uri="{BB962C8B-B14F-4D97-AF65-F5344CB8AC3E}">
        <p14:creationId xmlns:p14="http://schemas.microsoft.com/office/powerpoint/2010/main" val="222020594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apa">
    <p:bg>
      <p:bgPr>
        <a:solidFill>
          <a:schemeClr val="bg1"/>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688A787-9182-A426-2B75-FA6C6DDF288A}"/>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7" name="Picture 6" descr="A blue and white dot pattern&#10;&#10;AI-generated content may be incorrect.">
            <a:extLst>
              <a:ext uri="{FF2B5EF4-FFF2-40B4-BE49-F238E27FC236}">
                <a16:creationId xmlns:a16="http://schemas.microsoft.com/office/drawing/2014/main" id="{A4E2FB3C-1561-CDE0-F2B0-0E2716BC040B}"/>
              </a:ext>
            </a:extLst>
          </p:cNvPr>
          <p:cNvPicPr>
            <a:picLocks noChangeAspect="1"/>
          </p:cNvPicPr>
          <p:nvPr/>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9" name="Graphic 8">
            <a:extLst>
              <a:ext uri="{FF2B5EF4-FFF2-40B4-BE49-F238E27FC236}">
                <a16:creationId xmlns:a16="http://schemas.microsoft.com/office/drawing/2014/main" id="{2E2DBF91-C31C-E0F0-254B-B03F97806A89}"/>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userDrawn="1">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userDrawn="1">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userDrawn="1">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userDrawn="1">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userDrawn="1">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807B1664-155D-41D4-A5BA-90B8C8D56DA8}" type="datetime4">
              <a:rPr lang="en-US" smtClean="0"/>
              <a:t>October 30, 2026</a:t>
            </a:fld>
            <a:endParaRPr lang="en-US"/>
          </a:p>
        </p:txBody>
      </p:sp>
      <p:sp>
        <p:nvSpPr>
          <p:cNvPr id="36" name="Espaço Reservado para Texto 6">
            <a:extLst>
              <a:ext uri="{FF2B5EF4-FFF2-40B4-BE49-F238E27FC236}">
                <a16:creationId xmlns:a16="http://schemas.microsoft.com/office/drawing/2014/main" id="{984F9560-6699-43C8-BEE0-490CDFCBCF21}"/>
              </a:ext>
            </a:extLst>
          </p:cNvPr>
          <p:cNvSpPr>
            <a:spLocks noGrp="1"/>
          </p:cNvSpPr>
          <p:nvPr userDrawn="1">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80EC9BA-5BCE-49E4-BC4C-E52C56FC5C26}"/>
              </a:ext>
            </a:extLst>
          </p:cNvPr>
          <p:cNvSpPr>
            <a:spLocks noGrp="1"/>
          </p:cNvSpPr>
          <p:nvPr userDrawn="1">
            <p:ph type="body" sz="quarter" idx="37"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 name="Espaço Reservado para Conteúdo 14">
            <a:extLst>
              <a:ext uri="{FF2B5EF4-FFF2-40B4-BE49-F238E27FC236}">
                <a16:creationId xmlns:a16="http://schemas.microsoft.com/office/drawing/2014/main" id="{3422534A-F1CB-BBFF-8CE5-5CB138892884}"/>
              </a:ext>
            </a:extLst>
          </p:cNvPr>
          <p:cNvSpPr>
            <a:spLocks noGrp="1"/>
          </p:cNvSpPr>
          <p:nvPr>
            <p:ph sz="quarter" idx="21" hasCustomPrompt="1"/>
          </p:nvPr>
        </p:nvSpPr>
        <p:spPr>
          <a:xfrm>
            <a:off x="382829" y="7896455"/>
            <a:ext cx="2952000"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 name="Espaço Reservado para Conteúdo 14">
            <a:extLst>
              <a:ext uri="{FF2B5EF4-FFF2-40B4-BE49-F238E27FC236}">
                <a16:creationId xmlns:a16="http://schemas.microsoft.com/office/drawing/2014/main" id="{052BA432-D493-B8B5-ADA1-4440290AC12E}"/>
              </a:ext>
            </a:extLst>
          </p:cNvPr>
          <p:cNvSpPr>
            <a:spLocks noGrp="1"/>
          </p:cNvSpPr>
          <p:nvPr>
            <p:ph sz="quarter" idx="22" hasCustomPrompt="1"/>
          </p:nvPr>
        </p:nvSpPr>
        <p:spPr>
          <a:xfrm>
            <a:off x="3536951" y="7896455"/>
            <a:ext cx="2952000"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 name="Espaço Reservado para Conteúdo 14">
            <a:extLst>
              <a:ext uri="{FF2B5EF4-FFF2-40B4-BE49-F238E27FC236}">
                <a16:creationId xmlns:a16="http://schemas.microsoft.com/office/drawing/2014/main" id="{78436872-10E7-F7BB-DA0B-A6FFDDD07333}"/>
              </a:ext>
            </a:extLst>
          </p:cNvPr>
          <p:cNvSpPr>
            <a:spLocks noGrp="1"/>
          </p:cNvSpPr>
          <p:nvPr>
            <p:ph sz="quarter" idx="24" hasCustomPrompt="1"/>
          </p:nvPr>
        </p:nvSpPr>
        <p:spPr>
          <a:xfrm>
            <a:off x="382829" y="7607837"/>
            <a:ext cx="295200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8" name="Espaço Reservado para Conteúdo 14">
            <a:extLst>
              <a:ext uri="{FF2B5EF4-FFF2-40B4-BE49-F238E27FC236}">
                <a16:creationId xmlns:a16="http://schemas.microsoft.com/office/drawing/2014/main" id="{19DBE73C-C2CD-83C2-C6D2-8217714624B1}"/>
              </a:ext>
            </a:extLst>
          </p:cNvPr>
          <p:cNvSpPr>
            <a:spLocks noGrp="1"/>
          </p:cNvSpPr>
          <p:nvPr>
            <p:ph sz="quarter" idx="25" hasCustomPrompt="1"/>
          </p:nvPr>
        </p:nvSpPr>
        <p:spPr>
          <a:xfrm>
            <a:off x="3536951" y="7607837"/>
            <a:ext cx="295200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10" name="Straight Connector 9">
            <a:extLst>
              <a:ext uri="{FF2B5EF4-FFF2-40B4-BE49-F238E27FC236}">
                <a16:creationId xmlns:a16="http://schemas.microsoft.com/office/drawing/2014/main" id="{15D71B80-AC72-49AC-B09D-E52C19B52064}"/>
              </a:ext>
            </a:extLst>
          </p:cNvPr>
          <p:cNvCxnSpPr>
            <a:cxnSpLocks/>
          </p:cNvCxnSpPr>
          <p:nvPr userDrawn="1"/>
        </p:nvCxnSpPr>
        <p:spPr>
          <a:xfrm>
            <a:off x="4227459" y="2150951"/>
            <a:ext cx="0" cy="525891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 name="Text Placeholder 4">
            <a:extLst>
              <a:ext uri="{FF2B5EF4-FFF2-40B4-BE49-F238E27FC236}">
                <a16:creationId xmlns:a16="http://schemas.microsoft.com/office/drawing/2014/main" id="{89BF6539-9496-327C-37FC-619DC6D9078A}"/>
              </a:ext>
            </a:extLst>
          </p:cNvPr>
          <p:cNvSpPr>
            <a:spLocks noGrp="1"/>
          </p:cNvSpPr>
          <p:nvPr>
            <p:ph type="body" sz="quarter" idx="27" hasCustomPrompt="1"/>
          </p:nvPr>
        </p:nvSpPr>
        <p:spPr>
          <a:xfrm>
            <a:off x="4330593" y="3551967"/>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13" name="Text Placeholder 4">
            <a:extLst>
              <a:ext uri="{FF2B5EF4-FFF2-40B4-BE49-F238E27FC236}">
                <a16:creationId xmlns:a16="http://schemas.microsoft.com/office/drawing/2014/main" id="{9FE7D662-06FD-4510-0814-E74815AED648}"/>
              </a:ext>
            </a:extLst>
          </p:cNvPr>
          <p:cNvSpPr>
            <a:spLocks noGrp="1"/>
          </p:cNvSpPr>
          <p:nvPr>
            <p:ph type="body" sz="quarter" idx="28" hasCustomPrompt="1"/>
          </p:nvPr>
        </p:nvSpPr>
        <p:spPr>
          <a:xfrm>
            <a:off x="4330593" y="3713764"/>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14" name="Text Placeholder 4">
            <a:extLst>
              <a:ext uri="{FF2B5EF4-FFF2-40B4-BE49-F238E27FC236}">
                <a16:creationId xmlns:a16="http://schemas.microsoft.com/office/drawing/2014/main" id="{66D34F81-1353-1F11-EDF6-131DEC8F78E3}"/>
              </a:ext>
            </a:extLst>
          </p:cNvPr>
          <p:cNvSpPr>
            <a:spLocks noGrp="1"/>
          </p:cNvSpPr>
          <p:nvPr>
            <p:ph type="body" sz="quarter" idx="29" hasCustomPrompt="1"/>
          </p:nvPr>
        </p:nvSpPr>
        <p:spPr>
          <a:xfrm>
            <a:off x="4330593" y="384063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16" name="Text Placeholder 4">
            <a:extLst>
              <a:ext uri="{FF2B5EF4-FFF2-40B4-BE49-F238E27FC236}">
                <a16:creationId xmlns:a16="http://schemas.microsoft.com/office/drawing/2014/main" id="{9C0F5FBA-7015-1C4F-6440-8D2DC566707E}"/>
              </a:ext>
            </a:extLst>
          </p:cNvPr>
          <p:cNvSpPr>
            <a:spLocks noGrp="1"/>
          </p:cNvSpPr>
          <p:nvPr>
            <p:ph type="body" sz="quarter" idx="30" hasCustomPrompt="1"/>
          </p:nvPr>
        </p:nvSpPr>
        <p:spPr>
          <a:xfrm>
            <a:off x="4330593" y="403822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17" name="Text Placeholder 4">
            <a:extLst>
              <a:ext uri="{FF2B5EF4-FFF2-40B4-BE49-F238E27FC236}">
                <a16:creationId xmlns:a16="http://schemas.microsoft.com/office/drawing/2014/main" id="{2F372600-E1E8-A42B-36DD-8F450B0D3FB6}"/>
              </a:ext>
            </a:extLst>
          </p:cNvPr>
          <p:cNvSpPr>
            <a:spLocks noGrp="1"/>
          </p:cNvSpPr>
          <p:nvPr>
            <p:ph type="body" sz="quarter" idx="31" hasCustomPrompt="1"/>
          </p:nvPr>
        </p:nvSpPr>
        <p:spPr>
          <a:xfrm>
            <a:off x="4330593" y="420001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18" name="Text Placeholder 4">
            <a:extLst>
              <a:ext uri="{FF2B5EF4-FFF2-40B4-BE49-F238E27FC236}">
                <a16:creationId xmlns:a16="http://schemas.microsoft.com/office/drawing/2014/main" id="{5BE5F1CC-0CA1-970E-03FC-5B891C2CEF42}"/>
              </a:ext>
            </a:extLst>
          </p:cNvPr>
          <p:cNvSpPr>
            <a:spLocks noGrp="1"/>
          </p:cNvSpPr>
          <p:nvPr>
            <p:ph type="body" sz="quarter" idx="32" hasCustomPrompt="1"/>
          </p:nvPr>
        </p:nvSpPr>
        <p:spPr>
          <a:xfrm>
            <a:off x="4330593" y="432689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19" name="Text Placeholder 4">
            <a:extLst>
              <a:ext uri="{FF2B5EF4-FFF2-40B4-BE49-F238E27FC236}">
                <a16:creationId xmlns:a16="http://schemas.microsoft.com/office/drawing/2014/main" id="{35824A92-0CF6-962F-0FE9-04EC29CA20F0}"/>
              </a:ext>
            </a:extLst>
          </p:cNvPr>
          <p:cNvSpPr>
            <a:spLocks noGrp="1"/>
          </p:cNvSpPr>
          <p:nvPr>
            <p:ph type="body" sz="quarter" idx="33" hasCustomPrompt="1"/>
          </p:nvPr>
        </p:nvSpPr>
        <p:spPr>
          <a:xfrm>
            <a:off x="4330593" y="453179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0" name="Text Placeholder 4">
            <a:extLst>
              <a:ext uri="{FF2B5EF4-FFF2-40B4-BE49-F238E27FC236}">
                <a16:creationId xmlns:a16="http://schemas.microsoft.com/office/drawing/2014/main" id="{0B3A3938-C409-5084-9827-D18788FC36AE}"/>
              </a:ext>
            </a:extLst>
          </p:cNvPr>
          <p:cNvSpPr>
            <a:spLocks noGrp="1"/>
          </p:cNvSpPr>
          <p:nvPr>
            <p:ph type="body" sz="quarter" idx="34" hasCustomPrompt="1"/>
          </p:nvPr>
        </p:nvSpPr>
        <p:spPr>
          <a:xfrm>
            <a:off x="4330593" y="469358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1" name="Text Placeholder 4">
            <a:extLst>
              <a:ext uri="{FF2B5EF4-FFF2-40B4-BE49-F238E27FC236}">
                <a16:creationId xmlns:a16="http://schemas.microsoft.com/office/drawing/2014/main" id="{110F7DB8-030A-FD87-106E-18EC0280F85D}"/>
              </a:ext>
            </a:extLst>
          </p:cNvPr>
          <p:cNvSpPr>
            <a:spLocks noGrp="1"/>
          </p:cNvSpPr>
          <p:nvPr>
            <p:ph type="body" sz="quarter" idx="35" hasCustomPrompt="1"/>
          </p:nvPr>
        </p:nvSpPr>
        <p:spPr>
          <a:xfrm>
            <a:off x="4330593" y="482046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2" name="Espaço Reservado para Conteúdo 14">
            <a:extLst>
              <a:ext uri="{FF2B5EF4-FFF2-40B4-BE49-F238E27FC236}">
                <a16:creationId xmlns:a16="http://schemas.microsoft.com/office/drawing/2014/main" id="{34EB6BD4-0983-55AD-E75C-92B427051854}"/>
              </a:ext>
            </a:extLst>
          </p:cNvPr>
          <p:cNvSpPr>
            <a:spLocks noGrp="1"/>
          </p:cNvSpPr>
          <p:nvPr>
            <p:ph sz="quarter" idx="40" hasCustomPrompt="1"/>
          </p:nvPr>
        </p:nvSpPr>
        <p:spPr>
          <a:xfrm>
            <a:off x="4330593" y="2150951"/>
            <a:ext cx="2159107" cy="123605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3" name="Text Placeholder 4">
            <a:extLst>
              <a:ext uri="{FF2B5EF4-FFF2-40B4-BE49-F238E27FC236}">
                <a16:creationId xmlns:a16="http://schemas.microsoft.com/office/drawing/2014/main" id="{C29922D5-A5CB-5E06-BEF1-C535371BF795}"/>
              </a:ext>
            </a:extLst>
          </p:cNvPr>
          <p:cNvSpPr>
            <a:spLocks noGrp="1"/>
          </p:cNvSpPr>
          <p:nvPr>
            <p:ph type="body" sz="quarter" idx="23"/>
          </p:nvPr>
        </p:nvSpPr>
        <p:spPr>
          <a:xfrm>
            <a:off x="390154" y="3836988"/>
            <a:ext cx="3734172" cy="3572873"/>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4" name="Text Placeholder 4">
            <a:extLst>
              <a:ext uri="{FF2B5EF4-FFF2-40B4-BE49-F238E27FC236}">
                <a16:creationId xmlns:a16="http://schemas.microsoft.com/office/drawing/2014/main" id="{61B2C06E-6371-A6FA-77BC-61B45402995B}"/>
              </a:ext>
            </a:extLst>
          </p:cNvPr>
          <p:cNvSpPr>
            <a:spLocks noGrp="1"/>
          </p:cNvSpPr>
          <p:nvPr>
            <p:ph type="body" sz="quarter" idx="42"/>
          </p:nvPr>
        </p:nvSpPr>
        <p:spPr>
          <a:xfrm>
            <a:off x="390154" y="2150952"/>
            <a:ext cx="3734171" cy="1541573"/>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278674652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apa Short Note Sector">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pic>
        <p:nvPicPr>
          <p:cNvPr id="2" name="Graphic 1">
            <a:extLst>
              <a:ext uri="{FF2B5EF4-FFF2-40B4-BE49-F238E27FC236}">
                <a16:creationId xmlns:a16="http://schemas.microsoft.com/office/drawing/2014/main" id="{DAE82E8C-95AD-0361-B8B0-B7C0D8684CF5}"/>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29FA0211-7640-B008-5F80-DFE4BF78EDCF}"/>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17F97C21-6648-EF6C-A98D-137E0F480F1A}"/>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928D0FCD-860E-59BE-AB6B-2EA27033053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7B14105F-6B03-AB02-2E6B-E280AFC5EA3E}"/>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F910343D-7729-C09A-9C77-894C9CA08B3A}"/>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19EE9025-8994-9F60-34A1-5C3B3CFAD1EC}"/>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7B5DDC33-C3D4-9796-19F2-58D7C38A2C63}"/>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F4C69D50-6649-D4B4-7D87-4089B8DBE467}"/>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883D8FB5-0F60-B49C-34DC-9175C66F908E}"/>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371036E0-69E7-A8D3-000E-87223966A2ED}"/>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02898492-89A0-DE15-D6C5-D551EFE24C9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E25F01F7-A7A9-F302-A1F0-C58B6E4EF15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DFD7414B-9A29-543D-FEA3-E085A244A597}"/>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057F6B16-BFF0-4DFA-603A-E9BCA79F806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C856C89A-7562-82C0-70CE-765A1BE0195E}"/>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BFDFB630-05CE-02BE-378B-A5C3EA6BC938}"/>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CD33074D-C4F5-4788-8ECF-12AF8E0B44CC}" type="datetime4">
              <a:rPr lang="en-US" smtClean="0"/>
              <a:t>October 30, 2026</a:t>
            </a:fld>
            <a:endParaRPr lang="en-US"/>
          </a:p>
        </p:txBody>
      </p:sp>
      <p:sp>
        <p:nvSpPr>
          <p:cNvPr id="22" name="Espaço Reservado para Texto 6">
            <a:extLst>
              <a:ext uri="{FF2B5EF4-FFF2-40B4-BE49-F238E27FC236}">
                <a16:creationId xmlns:a16="http://schemas.microsoft.com/office/drawing/2014/main" id="{BC5C97CA-C109-C89E-B0DA-580EB374FF5A}"/>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6CE2BDD4-5FBE-4506-6AAF-2D2BA90A0DD8}"/>
              </a:ext>
            </a:extLst>
          </p:cNvPr>
          <p:cNvSpPr>
            <a:spLocks noGrp="1"/>
          </p:cNvSpPr>
          <p:nvPr>
            <p:ph type="body" sz="quarter" idx="38"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940F99CF-8986-12A5-817F-97B685225E90}"/>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0140C41B-2354-17F2-8688-7AB404EEA1F0}"/>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88382CAA-FCB9-2AEB-20BA-5D243A50978F}"/>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91E52212-A260-84D8-2C50-08CDC08A8BB7}"/>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FD566518-7137-787A-8B48-3DC74BA88C36}"/>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128DB013-695D-1616-A486-7F2B38589E64}"/>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88A24351-08B2-83F8-B4F8-D55D3F07EF7B}"/>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C9E1A8CB-1D01-FB8E-FFF5-6ACBA780081F}"/>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1AE7C39D-EA22-C5DB-A675-845E341B399F}"/>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3" name="Espaço Reservado para Conteúdo 14">
            <a:extLst>
              <a:ext uri="{FF2B5EF4-FFF2-40B4-BE49-F238E27FC236}">
                <a16:creationId xmlns:a16="http://schemas.microsoft.com/office/drawing/2014/main" id="{4D005A3B-2044-D406-2A9E-49AD2BFCCD4B}"/>
              </a:ext>
            </a:extLst>
          </p:cNvPr>
          <p:cNvSpPr>
            <a:spLocks noGrp="1"/>
          </p:cNvSpPr>
          <p:nvPr>
            <p:ph sz="quarter" idx="40"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cxnSp>
        <p:nvCxnSpPr>
          <p:cNvPr id="34" name="Straight Connector 33">
            <a:extLst>
              <a:ext uri="{FF2B5EF4-FFF2-40B4-BE49-F238E27FC236}">
                <a16:creationId xmlns:a16="http://schemas.microsoft.com/office/drawing/2014/main" id="{AF1BA942-F3DB-C7E0-BAED-A17071503BC2}"/>
              </a:ext>
            </a:extLst>
          </p:cNvPr>
          <p:cNvCxnSpPr>
            <a:cxnSpLocks/>
          </p:cNvCxnSpPr>
          <p:nvPr userDrawn="1"/>
        </p:nvCxnSpPr>
        <p:spPr>
          <a:xfrm>
            <a:off x="4227459" y="3692525"/>
            <a:ext cx="0" cy="4036332"/>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 Placeholder 4">
            <a:extLst>
              <a:ext uri="{FF2B5EF4-FFF2-40B4-BE49-F238E27FC236}">
                <a16:creationId xmlns:a16="http://schemas.microsoft.com/office/drawing/2014/main" id="{36541823-4E2D-CA37-F162-ECE90D8582A7}"/>
              </a:ext>
            </a:extLst>
          </p:cNvPr>
          <p:cNvSpPr>
            <a:spLocks noGrp="1"/>
          </p:cNvSpPr>
          <p:nvPr>
            <p:ph type="body" sz="quarter" idx="23"/>
          </p:nvPr>
        </p:nvSpPr>
        <p:spPr>
          <a:xfrm>
            <a:off x="390154" y="3692524"/>
            <a:ext cx="3734170" cy="4036332"/>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36" name="Text Placeholder 4">
            <a:extLst>
              <a:ext uri="{FF2B5EF4-FFF2-40B4-BE49-F238E27FC236}">
                <a16:creationId xmlns:a16="http://schemas.microsoft.com/office/drawing/2014/main" id="{921245B7-AB30-4FB7-CF96-2E86016A7C44}"/>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428138236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apa Company Update/Report">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pic>
        <p:nvPicPr>
          <p:cNvPr id="2" name="Graphic 1">
            <a:extLst>
              <a:ext uri="{FF2B5EF4-FFF2-40B4-BE49-F238E27FC236}">
                <a16:creationId xmlns:a16="http://schemas.microsoft.com/office/drawing/2014/main" id="{020CA7CE-0D5C-5488-D79D-0ED4E8CA1895}"/>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FD512349-C8E0-A810-F233-AA959E02F3EC}"/>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E63174DD-2C4B-6BAF-CEF1-EC07B326774A}"/>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015B9AC7-A36B-41C5-EDAB-8DD657593D62}"/>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02445908-BCDE-2295-D406-50E1C9EF2B7B}"/>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2E67F9D7-F394-311A-DAC0-A499D3A6D817}"/>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EE9B7EF6-E13B-2521-6B28-C02E7EB9EA15}"/>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A80B0CB7-CCBE-27F2-811D-831361DB3D9E}"/>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1CDAA107-BFA2-DA25-DBEA-C45AD8DA6896}"/>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B7F75FBE-3CBD-621E-BC87-614DC112F97F}"/>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0C3726A6-6347-549E-CAB6-E348B258C13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D33460AB-7460-89C4-1B3E-71E1559C24C4}"/>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6467008B-A71D-2B5A-5965-A4F4C926420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5F479CBE-4211-4C8C-D2E5-349D0E147F00}"/>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F81A199D-141A-22DC-6353-1881F40E055C}"/>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3E74DD25-30D6-188A-8CF7-03CD1A4C274B}"/>
              </a:ext>
            </a:extLst>
          </p:cNvPr>
          <p:cNvSpPr>
            <a:spLocks noGrp="1"/>
          </p:cNvSpPr>
          <p:nvPr>
            <p:ph type="body" sz="quarter" idx="38"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225D8DF4-F29D-36AA-42FD-859125645D09}"/>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8640C9F6-BEFE-4005-81CF-479DB7EB107B}" type="datetime4">
              <a:rPr lang="en-US" smtClean="0"/>
              <a:t>October 30, 2026</a:t>
            </a:fld>
            <a:endParaRPr lang="en-US"/>
          </a:p>
        </p:txBody>
      </p:sp>
      <p:sp>
        <p:nvSpPr>
          <p:cNvPr id="22" name="Espaço Reservado para Texto 6">
            <a:extLst>
              <a:ext uri="{FF2B5EF4-FFF2-40B4-BE49-F238E27FC236}">
                <a16:creationId xmlns:a16="http://schemas.microsoft.com/office/drawing/2014/main" id="{600E4F54-16E4-F72B-E47F-AD7A341150E5}"/>
              </a:ext>
            </a:extLst>
          </p:cNvPr>
          <p:cNvSpPr>
            <a:spLocks noGrp="1"/>
          </p:cNvSpPr>
          <p:nvPr>
            <p:ph type="body" sz="quarter" idx="39"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E23A42F1-5093-9517-11CC-E94EDA508616}"/>
              </a:ext>
            </a:extLst>
          </p:cNvPr>
          <p:cNvSpPr>
            <a:spLocks noGrp="1"/>
          </p:cNvSpPr>
          <p:nvPr>
            <p:ph type="body" sz="quarter" idx="40"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9CDC6F15-9156-27BD-DE24-345453CF452B}"/>
              </a:ext>
            </a:extLst>
          </p:cNvPr>
          <p:cNvSpPr>
            <a:spLocks noGrp="1"/>
          </p:cNvSpPr>
          <p:nvPr>
            <p:ph type="body" sz="quarter" idx="20"/>
          </p:nvPr>
        </p:nvSpPr>
        <p:spPr>
          <a:xfrm>
            <a:off x="390154" y="2150950"/>
            <a:ext cx="6098400"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4" name="Text Placeholder 4">
            <a:extLst>
              <a:ext uri="{FF2B5EF4-FFF2-40B4-BE49-F238E27FC236}">
                <a16:creationId xmlns:a16="http://schemas.microsoft.com/office/drawing/2014/main" id="{D09E0B4F-0CB9-DC61-CCA9-25A73A1C8DD4}"/>
              </a:ext>
            </a:extLst>
          </p:cNvPr>
          <p:cNvSpPr>
            <a:spLocks noGrp="1"/>
          </p:cNvSpPr>
          <p:nvPr>
            <p:ph type="body" sz="quarter" idx="23"/>
          </p:nvPr>
        </p:nvSpPr>
        <p:spPr>
          <a:xfrm>
            <a:off x="390154" y="3691053"/>
            <a:ext cx="3734170" cy="4018975"/>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5" name="Text Placeholder 4">
            <a:extLst>
              <a:ext uri="{FF2B5EF4-FFF2-40B4-BE49-F238E27FC236}">
                <a16:creationId xmlns:a16="http://schemas.microsoft.com/office/drawing/2014/main" id="{5A7F030E-73C4-E07A-33DF-312D56F0F76C}"/>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6" name="Text Placeholder 4">
            <a:extLst>
              <a:ext uri="{FF2B5EF4-FFF2-40B4-BE49-F238E27FC236}">
                <a16:creationId xmlns:a16="http://schemas.microsoft.com/office/drawing/2014/main" id="{BB3A3439-E17D-6D38-1316-DAE169B84D8D}"/>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8" name="Text Placeholder 4">
            <a:extLst>
              <a:ext uri="{FF2B5EF4-FFF2-40B4-BE49-F238E27FC236}">
                <a16:creationId xmlns:a16="http://schemas.microsoft.com/office/drawing/2014/main" id="{D879252A-E1C2-E728-21D3-50B31743B00B}"/>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9" name="Text Placeholder 4">
            <a:extLst>
              <a:ext uri="{FF2B5EF4-FFF2-40B4-BE49-F238E27FC236}">
                <a16:creationId xmlns:a16="http://schemas.microsoft.com/office/drawing/2014/main" id="{F9B99FB5-852F-6BAD-F3AA-BCFE83FADD59}"/>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0" name="Text Placeholder 4">
            <a:extLst>
              <a:ext uri="{FF2B5EF4-FFF2-40B4-BE49-F238E27FC236}">
                <a16:creationId xmlns:a16="http://schemas.microsoft.com/office/drawing/2014/main" id="{40246B11-FD7D-36D8-6E07-4D3E3BAC269E}"/>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1" name="Text Placeholder 4">
            <a:extLst>
              <a:ext uri="{FF2B5EF4-FFF2-40B4-BE49-F238E27FC236}">
                <a16:creationId xmlns:a16="http://schemas.microsoft.com/office/drawing/2014/main" id="{6BB6FA29-C19C-7F7C-3184-635E561111AC}"/>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2" name="Text Placeholder 4">
            <a:extLst>
              <a:ext uri="{FF2B5EF4-FFF2-40B4-BE49-F238E27FC236}">
                <a16:creationId xmlns:a16="http://schemas.microsoft.com/office/drawing/2014/main" id="{5AB78DE9-33F1-89EC-EAD1-9DA325469D9C}"/>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3" name="Text Placeholder 4">
            <a:extLst>
              <a:ext uri="{FF2B5EF4-FFF2-40B4-BE49-F238E27FC236}">
                <a16:creationId xmlns:a16="http://schemas.microsoft.com/office/drawing/2014/main" id="{5E8516FE-9642-556F-F777-2569F79C7BFC}"/>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4" name="Text Placeholder 4">
            <a:extLst>
              <a:ext uri="{FF2B5EF4-FFF2-40B4-BE49-F238E27FC236}">
                <a16:creationId xmlns:a16="http://schemas.microsoft.com/office/drawing/2014/main" id="{5FC8989C-C279-357C-1E1A-D58DEA9EF4A5}"/>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9" name="Espaço Reservado para Conteúdo 14">
            <a:extLst>
              <a:ext uri="{FF2B5EF4-FFF2-40B4-BE49-F238E27FC236}">
                <a16:creationId xmlns:a16="http://schemas.microsoft.com/office/drawing/2014/main" id="{0367F594-505D-738C-FC34-474862284B60}"/>
              </a:ext>
            </a:extLst>
          </p:cNvPr>
          <p:cNvSpPr>
            <a:spLocks noGrp="1"/>
          </p:cNvSpPr>
          <p:nvPr>
            <p:ph sz="quarter" idx="21" hasCustomPrompt="1"/>
          </p:nvPr>
        </p:nvSpPr>
        <p:spPr>
          <a:xfrm>
            <a:off x="382830" y="8150455"/>
            <a:ext cx="6106868"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6" name="Espaço Reservado para Conteúdo 14">
            <a:extLst>
              <a:ext uri="{FF2B5EF4-FFF2-40B4-BE49-F238E27FC236}">
                <a16:creationId xmlns:a16="http://schemas.microsoft.com/office/drawing/2014/main" id="{2BBD1FCD-CECD-31A7-94DA-02CCEF482D42}"/>
              </a:ext>
            </a:extLst>
          </p:cNvPr>
          <p:cNvSpPr>
            <a:spLocks noGrp="1"/>
          </p:cNvSpPr>
          <p:nvPr>
            <p:ph sz="quarter" idx="22" hasCustomPrompt="1"/>
          </p:nvPr>
        </p:nvSpPr>
        <p:spPr>
          <a:xfrm>
            <a:off x="4330593" y="6790831"/>
            <a:ext cx="2159107" cy="91919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8" name="Espaço Reservado para Conteúdo 14">
            <a:extLst>
              <a:ext uri="{FF2B5EF4-FFF2-40B4-BE49-F238E27FC236}">
                <a16:creationId xmlns:a16="http://schemas.microsoft.com/office/drawing/2014/main" id="{BA06DE38-13ED-2B77-02BB-67B91D04C2A2}"/>
              </a:ext>
            </a:extLst>
          </p:cNvPr>
          <p:cNvSpPr>
            <a:spLocks noGrp="1"/>
          </p:cNvSpPr>
          <p:nvPr>
            <p:ph sz="quarter" idx="37" hasCustomPrompt="1"/>
          </p:nvPr>
        </p:nvSpPr>
        <p:spPr>
          <a:xfrm>
            <a:off x="382830" y="7861837"/>
            <a:ext cx="610686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9" name="Espaço Reservado para Conteúdo 14">
            <a:extLst>
              <a:ext uri="{FF2B5EF4-FFF2-40B4-BE49-F238E27FC236}">
                <a16:creationId xmlns:a16="http://schemas.microsoft.com/office/drawing/2014/main" id="{C1B6818F-6251-98B3-CD88-0BD6F91489D4}"/>
              </a:ext>
            </a:extLst>
          </p:cNvPr>
          <p:cNvSpPr>
            <a:spLocks noGrp="1"/>
          </p:cNvSpPr>
          <p:nvPr>
            <p:ph sz="quarter" idx="24" hasCustomPrompt="1"/>
          </p:nvPr>
        </p:nvSpPr>
        <p:spPr>
          <a:xfrm>
            <a:off x="4330593" y="65022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60" name="Espaço Reservado para Conteúdo 14">
            <a:extLst>
              <a:ext uri="{FF2B5EF4-FFF2-40B4-BE49-F238E27FC236}">
                <a16:creationId xmlns:a16="http://schemas.microsoft.com/office/drawing/2014/main" id="{9ED6545B-3ECC-FC98-B90F-BBC0841F64A7}"/>
              </a:ext>
            </a:extLst>
          </p:cNvPr>
          <p:cNvSpPr>
            <a:spLocks noGrp="1"/>
          </p:cNvSpPr>
          <p:nvPr>
            <p:ph sz="quarter" idx="41"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cxnSp>
        <p:nvCxnSpPr>
          <p:cNvPr id="70" name="Straight Connector 69">
            <a:extLst>
              <a:ext uri="{FF2B5EF4-FFF2-40B4-BE49-F238E27FC236}">
                <a16:creationId xmlns:a16="http://schemas.microsoft.com/office/drawing/2014/main" id="{C89909FC-D97F-7AAE-54BD-012E87CABC70}"/>
              </a:ext>
            </a:extLst>
          </p:cNvPr>
          <p:cNvCxnSpPr>
            <a:cxnSpLocks/>
          </p:cNvCxnSpPr>
          <p:nvPr userDrawn="1"/>
        </p:nvCxnSpPr>
        <p:spPr>
          <a:xfrm>
            <a:off x="4227459" y="3692525"/>
            <a:ext cx="0" cy="4036332"/>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454746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apa Short Note v1">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pic>
        <p:nvPicPr>
          <p:cNvPr id="2" name="Graphic 1">
            <a:extLst>
              <a:ext uri="{FF2B5EF4-FFF2-40B4-BE49-F238E27FC236}">
                <a16:creationId xmlns:a16="http://schemas.microsoft.com/office/drawing/2014/main" id="{D0549440-0B66-AA19-A3B2-4E02A5C5AD30}"/>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05355334-9077-CE8A-46FF-97FBE3D34092}"/>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C4A82DAB-D59D-A1F8-0D9C-7522C4D1B530}"/>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02F0BBBC-DC77-7B39-FA0C-18F5D08A5E48}"/>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C843CF93-C04E-A551-7854-0C181EDA86CF}"/>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847B58D9-0CDC-BB3A-21D6-D3F56DDDCE72}"/>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ACADCB28-4F89-983A-7757-B7A9D9B77716}"/>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77B3D8EE-2D17-16EB-162F-A610AA2A4CEE}"/>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1F71C35D-22D1-AC78-89DF-271FDC81FBD8}"/>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695043F5-9FE3-D64C-11F9-BBEFD0B3D912}"/>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CFB94037-5F60-9FB2-AEAA-1FC9AFEDB60A}"/>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831741FD-5C72-6EA4-F812-4B27C31D21B5}"/>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21077A4A-99EF-C5B3-3B2D-8E5451AD82DE}"/>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F843AE6D-8625-2B12-C14F-B0C5D276A76A}"/>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5C54346F-14A5-5076-E856-23E370C8FCED}"/>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CE9DB6D6-312F-75AA-3CC5-F8C21A4AAA08}"/>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E8CBDECE-6D0D-C3E5-204E-426FA529B322}"/>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87F96A31-FEDC-466E-B0D9-0D8D68916DB7}" type="datetime4">
              <a:rPr lang="en-US" smtClean="0"/>
              <a:t>October 30, 2026</a:t>
            </a:fld>
            <a:endParaRPr lang="en-US"/>
          </a:p>
        </p:txBody>
      </p:sp>
      <p:sp>
        <p:nvSpPr>
          <p:cNvPr id="22" name="Espaço Reservado para Texto 6">
            <a:extLst>
              <a:ext uri="{FF2B5EF4-FFF2-40B4-BE49-F238E27FC236}">
                <a16:creationId xmlns:a16="http://schemas.microsoft.com/office/drawing/2014/main" id="{CF0C2964-DE74-9687-D177-9645A10446B2}"/>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198EED14-43EA-50D7-1903-F2F9650EDCB9}"/>
              </a:ext>
            </a:extLst>
          </p:cNvPr>
          <p:cNvSpPr>
            <a:spLocks noGrp="1"/>
          </p:cNvSpPr>
          <p:nvPr>
            <p:ph type="body" sz="quarter" idx="39"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Espaço Reservado para Conteúdo 14">
            <a:extLst>
              <a:ext uri="{FF2B5EF4-FFF2-40B4-BE49-F238E27FC236}">
                <a16:creationId xmlns:a16="http://schemas.microsoft.com/office/drawing/2014/main" id="{592D369A-CDFC-B507-81B4-EA34E7471120}"/>
              </a:ext>
            </a:extLst>
          </p:cNvPr>
          <p:cNvSpPr>
            <a:spLocks noGrp="1"/>
          </p:cNvSpPr>
          <p:nvPr>
            <p:ph sz="quarter" idx="21" hasCustomPrompt="1"/>
          </p:nvPr>
        </p:nvSpPr>
        <p:spPr>
          <a:xfrm>
            <a:off x="382830" y="8150455"/>
            <a:ext cx="3741496"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4" name="Espaço Reservado para Conteúdo 14">
            <a:extLst>
              <a:ext uri="{FF2B5EF4-FFF2-40B4-BE49-F238E27FC236}">
                <a16:creationId xmlns:a16="http://schemas.microsoft.com/office/drawing/2014/main" id="{EC7D38A6-E6A5-A9D6-2ED6-31212B379779}"/>
              </a:ext>
            </a:extLst>
          </p:cNvPr>
          <p:cNvSpPr>
            <a:spLocks noGrp="1"/>
          </p:cNvSpPr>
          <p:nvPr>
            <p:ph sz="quarter" idx="37" hasCustomPrompt="1"/>
          </p:nvPr>
        </p:nvSpPr>
        <p:spPr>
          <a:xfrm>
            <a:off x="382830" y="7861837"/>
            <a:ext cx="3741496"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5" name="Straight Connector 24">
            <a:extLst>
              <a:ext uri="{FF2B5EF4-FFF2-40B4-BE49-F238E27FC236}">
                <a16:creationId xmlns:a16="http://schemas.microsoft.com/office/drawing/2014/main" id="{66BF18E4-3D29-42A7-6C25-B8127BF9DF8A}"/>
              </a:ext>
            </a:extLst>
          </p:cNvPr>
          <p:cNvCxnSpPr>
            <a:cxnSpLocks/>
          </p:cNvCxnSpPr>
          <p:nvPr userDrawn="1"/>
        </p:nvCxnSpPr>
        <p:spPr>
          <a:xfrm>
            <a:off x="4227459" y="3692525"/>
            <a:ext cx="0" cy="576103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6" name="Text Placeholder 4">
            <a:extLst>
              <a:ext uri="{FF2B5EF4-FFF2-40B4-BE49-F238E27FC236}">
                <a16:creationId xmlns:a16="http://schemas.microsoft.com/office/drawing/2014/main" id="{8E11B218-731B-DED1-E2DD-B6A88194082F}"/>
              </a:ext>
            </a:extLst>
          </p:cNvPr>
          <p:cNvSpPr>
            <a:spLocks noGrp="1"/>
          </p:cNvSpPr>
          <p:nvPr>
            <p:ph type="body" sz="quarter" idx="23"/>
          </p:nvPr>
        </p:nvSpPr>
        <p:spPr>
          <a:xfrm>
            <a:off x="390154" y="3692524"/>
            <a:ext cx="3734170" cy="4017503"/>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8" name="Text Placeholder 4">
            <a:extLst>
              <a:ext uri="{FF2B5EF4-FFF2-40B4-BE49-F238E27FC236}">
                <a16:creationId xmlns:a16="http://schemas.microsoft.com/office/drawing/2014/main" id="{5E2B7853-2B3B-5C3E-31FA-0D980EB98254}"/>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9" name="Text Placeholder 4">
            <a:extLst>
              <a:ext uri="{FF2B5EF4-FFF2-40B4-BE49-F238E27FC236}">
                <a16:creationId xmlns:a16="http://schemas.microsoft.com/office/drawing/2014/main" id="{CE0A76F7-79E8-A32B-B2C3-0DF23F12736F}"/>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0" name="Text Placeholder 4">
            <a:extLst>
              <a:ext uri="{FF2B5EF4-FFF2-40B4-BE49-F238E27FC236}">
                <a16:creationId xmlns:a16="http://schemas.microsoft.com/office/drawing/2014/main" id="{1572963F-527C-266C-CEA7-4BBE605CF227}"/>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1" name="Text Placeholder 4">
            <a:extLst>
              <a:ext uri="{FF2B5EF4-FFF2-40B4-BE49-F238E27FC236}">
                <a16:creationId xmlns:a16="http://schemas.microsoft.com/office/drawing/2014/main" id="{3E235B2D-3B3B-8BD6-F30A-7B508DC31E12}"/>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2" name="Text Placeholder 4">
            <a:extLst>
              <a:ext uri="{FF2B5EF4-FFF2-40B4-BE49-F238E27FC236}">
                <a16:creationId xmlns:a16="http://schemas.microsoft.com/office/drawing/2014/main" id="{F76892AD-65D9-283F-1D35-F2253E08B6E5}"/>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3" name="Text Placeholder 4">
            <a:extLst>
              <a:ext uri="{FF2B5EF4-FFF2-40B4-BE49-F238E27FC236}">
                <a16:creationId xmlns:a16="http://schemas.microsoft.com/office/drawing/2014/main" id="{C6AD9A9A-18E9-A7F8-886F-1061653B815D}"/>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4" name="Text Placeholder 4">
            <a:extLst>
              <a:ext uri="{FF2B5EF4-FFF2-40B4-BE49-F238E27FC236}">
                <a16:creationId xmlns:a16="http://schemas.microsoft.com/office/drawing/2014/main" id="{B88D50CA-40BF-B59C-5995-423CE5987457}"/>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5" name="Text Placeholder 4">
            <a:extLst>
              <a:ext uri="{FF2B5EF4-FFF2-40B4-BE49-F238E27FC236}">
                <a16:creationId xmlns:a16="http://schemas.microsoft.com/office/drawing/2014/main" id="{633C82EA-D2E2-815F-F550-B8F1A48AFB80}"/>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8" name="Text Placeholder 4">
            <a:extLst>
              <a:ext uri="{FF2B5EF4-FFF2-40B4-BE49-F238E27FC236}">
                <a16:creationId xmlns:a16="http://schemas.microsoft.com/office/drawing/2014/main" id="{7566DC93-2836-DD9B-3BE7-83D2D5C802F4}"/>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9" name="Text Placeholder 4">
            <a:extLst>
              <a:ext uri="{FF2B5EF4-FFF2-40B4-BE49-F238E27FC236}">
                <a16:creationId xmlns:a16="http://schemas.microsoft.com/office/drawing/2014/main" id="{86F96AEB-7089-8287-1C31-39DA1D1938AD}"/>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40" name="Espaço Reservado para Conteúdo 14">
            <a:extLst>
              <a:ext uri="{FF2B5EF4-FFF2-40B4-BE49-F238E27FC236}">
                <a16:creationId xmlns:a16="http://schemas.microsoft.com/office/drawing/2014/main" id="{9C7F0BE1-AF7E-208B-0029-AE82B626A70B}"/>
              </a:ext>
            </a:extLst>
          </p:cNvPr>
          <p:cNvSpPr>
            <a:spLocks noGrp="1"/>
          </p:cNvSpPr>
          <p:nvPr>
            <p:ph sz="quarter" idx="40"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330255448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apa Company Result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pic>
        <p:nvPicPr>
          <p:cNvPr id="2" name="Graphic 1">
            <a:extLst>
              <a:ext uri="{FF2B5EF4-FFF2-40B4-BE49-F238E27FC236}">
                <a16:creationId xmlns:a16="http://schemas.microsoft.com/office/drawing/2014/main" id="{8DD97E17-1633-9DC7-BC35-FCA0A5B849FD}"/>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FD76D218-5DE6-C1A1-DE38-AE168D151F7E}"/>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A4221516-7A6B-972E-DD8E-A0CF882307AE}"/>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F73B5D7D-C029-32C1-730A-AA00B0D1572C}"/>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AD986761-F60C-47D5-42CC-72B7159FDBF2}"/>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77D2F9FF-D38E-7ECB-F830-985479897541}"/>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D191A0D4-93FD-0228-F669-71947904308D}"/>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D86A1379-4428-C895-06EB-EA4188253C37}"/>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E647A2FD-7BE0-AB29-E0C3-BB1855036459}"/>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23954799-D2E4-CF43-2F24-AFE16925E9B2}"/>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8E151F48-18A3-8AFB-C284-53C9A37F1286}"/>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085E448D-A8C0-DE2C-291E-970B20E7D60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76DF4D25-5169-02C0-D9B8-3701276FF94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F4C0F1B7-7CA0-0AE4-423B-468BD5452ACE}"/>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240144E7-CB08-7592-0ED5-0B7DA11DB1E7}"/>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DB57C443-5119-36C9-D5BB-2C060B8CE2CB}"/>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7B176E2A-7326-5C0E-E3D9-41BC4F056A28}"/>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63717774-4F5E-4AD9-86D5-D6751E6882FA}" type="datetime4">
              <a:rPr lang="en-US" smtClean="0"/>
              <a:t>October 30, 2026</a:t>
            </a:fld>
            <a:endParaRPr lang="en-US"/>
          </a:p>
        </p:txBody>
      </p:sp>
      <p:sp>
        <p:nvSpPr>
          <p:cNvPr id="22" name="Espaço Reservado para Texto 6">
            <a:extLst>
              <a:ext uri="{FF2B5EF4-FFF2-40B4-BE49-F238E27FC236}">
                <a16:creationId xmlns:a16="http://schemas.microsoft.com/office/drawing/2014/main" id="{FBFC930A-4161-0E9E-859A-6545100B021E}"/>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507BAB29-59E5-0D5E-65E5-D88197A60214}"/>
              </a:ext>
            </a:extLst>
          </p:cNvPr>
          <p:cNvSpPr>
            <a:spLocks noGrp="1"/>
          </p:cNvSpPr>
          <p:nvPr>
            <p:ph type="body" sz="quarter" idx="38"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03F24DE4-04E0-A5A8-F149-FAF4BF9651B6}"/>
              </a:ext>
            </a:extLst>
          </p:cNvPr>
          <p:cNvSpPr>
            <a:spLocks noGrp="1"/>
          </p:cNvSpPr>
          <p:nvPr>
            <p:ph type="body" sz="quarter" idx="39" hasCustomPrompt="1"/>
          </p:nvPr>
        </p:nvSpPr>
        <p:spPr>
          <a:xfrm>
            <a:off x="4330593" y="6544495"/>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2911FEF9-0A77-5C12-1418-42473AFCE41A}"/>
              </a:ext>
            </a:extLst>
          </p:cNvPr>
          <p:cNvSpPr>
            <a:spLocks noGrp="1"/>
          </p:cNvSpPr>
          <p:nvPr>
            <p:ph type="body" sz="quarter" idx="40" hasCustomPrompt="1"/>
          </p:nvPr>
        </p:nvSpPr>
        <p:spPr>
          <a:xfrm>
            <a:off x="4330593" y="670629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262FBF81-AC68-DDE3-9791-5EB1369BB13D}"/>
              </a:ext>
            </a:extLst>
          </p:cNvPr>
          <p:cNvSpPr>
            <a:spLocks noGrp="1"/>
          </p:cNvSpPr>
          <p:nvPr>
            <p:ph type="body" sz="quarter" idx="41" hasCustomPrompt="1"/>
          </p:nvPr>
        </p:nvSpPr>
        <p:spPr>
          <a:xfrm>
            <a:off x="4330593" y="6833164"/>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72B7B639-7E4C-008E-2F07-EFDDF1658B2C}"/>
              </a:ext>
            </a:extLst>
          </p:cNvPr>
          <p:cNvSpPr>
            <a:spLocks noGrp="1"/>
          </p:cNvSpPr>
          <p:nvPr>
            <p:ph type="body" sz="quarter" idx="42" hasCustomPrompt="1"/>
          </p:nvPr>
        </p:nvSpPr>
        <p:spPr>
          <a:xfrm>
            <a:off x="4330593" y="7030750"/>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DED10EBA-827E-ACAF-F415-E893CEA58E46}"/>
              </a:ext>
            </a:extLst>
          </p:cNvPr>
          <p:cNvSpPr>
            <a:spLocks noGrp="1"/>
          </p:cNvSpPr>
          <p:nvPr>
            <p:ph type="body" sz="quarter" idx="43" hasCustomPrompt="1"/>
          </p:nvPr>
        </p:nvSpPr>
        <p:spPr>
          <a:xfrm>
            <a:off x="4330593" y="719254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EF921770-73BA-30FA-5FFA-AF7977B7F701}"/>
              </a:ext>
            </a:extLst>
          </p:cNvPr>
          <p:cNvSpPr>
            <a:spLocks noGrp="1"/>
          </p:cNvSpPr>
          <p:nvPr>
            <p:ph type="body" sz="quarter" idx="44" hasCustomPrompt="1"/>
          </p:nvPr>
        </p:nvSpPr>
        <p:spPr>
          <a:xfrm>
            <a:off x="4330593" y="731941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20ACEDB3-2C09-E20D-821E-DDD418D3FEB1}"/>
              </a:ext>
            </a:extLst>
          </p:cNvPr>
          <p:cNvSpPr>
            <a:spLocks noGrp="1"/>
          </p:cNvSpPr>
          <p:nvPr>
            <p:ph type="body" sz="quarter" idx="45" hasCustomPrompt="1"/>
          </p:nvPr>
        </p:nvSpPr>
        <p:spPr>
          <a:xfrm>
            <a:off x="4330593" y="7524320"/>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86DF4C01-3652-C9F0-F8FF-57CF059BACF5}"/>
              </a:ext>
            </a:extLst>
          </p:cNvPr>
          <p:cNvSpPr>
            <a:spLocks noGrp="1"/>
          </p:cNvSpPr>
          <p:nvPr>
            <p:ph type="body" sz="quarter" idx="46" hasCustomPrompt="1"/>
          </p:nvPr>
        </p:nvSpPr>
        <p:spPr>
          <a:xfrm>
            <a:off x="4330593" y="768611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716E856C-FAC0-A224-30F5-9210B261B290}"/>
              </a:ext>
            </a:extLst>
          </p:cNvPr>
          <p:cNvSpPr>
            <a:spLocks noGrp="1"/>
          </p:cNvSpPr>
          <p:nvPr>
            <p:ph type="body" sz="quarter" idx="47" hasCustomPrompt="1"/>
          </p:nvPr>
        </p:nvSpPr>
        <p:spPr>
          <a:xfrm>
            <a:off x="4330593" y="781298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3" name="Espaço Reservado para Conteúdo 14">
            <a:extLst>
              <a:ext uri="{FF2B5EF4-FFF2-40B4-BE49-F238E27FC236}">
                <a16:creationId xmlns:a16="http://schemas.microsoft.com/office/drawing/2014/main" id="{B7A0699F-1107-A7EB-E37F-3282D8B26723}"/>
              </a:ext>
            </a:extLst>
          </p:cNvPr>
          <p:cNvSpPr>
            <a:spLocks noGrp="1"/>
          </p:cNvSpPr>
          <p:nvPr>
            <p:ph sz="quarter" idx="21" hasCustomPrompt="1"/>
          </p:nvPr>
        </p:nvSpPr>
        <p:spPr>
          <a:xfrm>
            <a:off x="382830" y="8150455"/>
            <a:ext cx="3741496"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4" name="Espaço Reservado para Conteúdo 14">
            <a:extLst>
              <a:ext uri="{FF2B5EF4-FFF2-40B4-BE49-F238E27FC236}">
                <a16:creationId xmlns:a16="http://schemas.microsoft.com/office/drawing/2014/main" id="{8E3A02D8-6F7D-7ADF-FBA5-4B8274BFE885}"/>
              </a:ext>
            </a:extLst>
          </p:cNvPr>
          <p:cNvSpPr>
            <a:spLocks noGrp="1"/>
          </p:cNvSpPr>
          <p:nvPr>
            <p:ph sz="quarter" idx="37" hasCustomPrompt="1"/>
          </p:nvPr>
        </p:nvSpPr>
        <p:spPr>
          <a:xfrm>
            <a:off x="382830" y="7861837"/>
            <a:ext cx="3741496"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35" name="Straight Connector 34">
            <a:extLst>
              <a:ext uri="{FF2B5EF4-FFF2-40B4-BE49-F238E27FC236}">
                <a16:creationId xmlns:a16="http://schemas.microsoft.com/office/drawing/2014/main" id="{72580441-ACD3-34DD-BE7E-A48F3B2C9853}"/>
              </a:ext>
            </a:extLst>
          </p:cNvPr>
          <p:cNvCxnSpPr>
            <a:cxnSpLocks/>
          </p:cNvCxnSpPr>
          <p:nvPr userDrawn="1"/>
        </p:nvCxnSpPr>
        <p:spPr>
          <a:xfrm>
            <a:off x="4227459" y="3692524"/>
            <a:ext cx="0" cy="5761039"/>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6" name="Espaço Reservado para Conteúdo 14">
            <a:extLst>
              <a:ext uri="{FF2B5EF4-FFF2-40B4-BE49-F238E27FC236}">
                <a16:creationId xmlns:a16="http://schemas.microsoft.com/office/drawing/2014/main" id="{3AD50A6F-9852-2DF4-CD76-ABDAB2ECB230}"/>
              </a:ext>
            </a:extLst>
          </p:cNvPr>
          <p:cNvSpPr>
            <a:spLocks noGrp="1"/>
          </p:cNvSpPr>
          <p:nvPr>
            <p:ph sz="quarter" idx="25" hasCustomPrompt="1"/>
          </p:nvPr>
        </p:nvSpPr>
        <p:spPr>
          <a:xfrm>
            <a:off x="4330593" y="5400654"/>
            <a:ext cx="2159107" cy="946243"/>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A1EEFDF8-66EC-B678-3690-4B90D5170795}"/>
              </a:ext>
            </a:extLst>
          </p:cNvPr>
          <p:cNvSpPr>
            <a:spLocks noGrp="1"/>
          </p:cNvSpPr>
          <p:nvPr>
            <p:ph sz="quarter" idx="48" hasCustomPrompt="1"/>
          </p:nvPr>
        </p:nvSpPr>
        <p:spPr>
          <a:xfrm>
            <a:off x="4330593" y="5112035"/>
            <a:ext cx="215910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9" name="Espaço Reservado para Conteúdo 14">
            <a:extLst>
              <a:ext uri="{FF2B5EF4-FFF2-40B4-BE49-F238E27FC236}">
                <a16:creationId xmlns:a16="http://schemas.microsoft.com/office/drawing/2014/main" id="{0FE5B210-6AEE-6D43-743F-B26EA372DEB4}"/>
              </a:ext>
            </a:extLst>
          </p:cNvPr>
          <p:cNvSpPr>
            <a:spLocks noGrp="1"/>
          </p:cNvSpPr>
          <p:nvPr>
            <p:ph sz="quarter" idx="49" hasCustomPrompt="1"/>
          </p:nvPr>
        </p:nvSpPr>
        <p:spPr>
          <a:xfrm>
            <a:off x="4330593" y="3692524"/>
            <a:ext cx="2159107" cy="1239189"/>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0" name="Text Placeholder 4">
            <a:extLst>
              <a:ext uri="{FF2B5EF4-FFF2-40B4-BE49-F238E27FC236}">
                <a16:creationId xmlns:a16="http://schemas.microsoft.com/office/drawing/2014/main" id="{76703E1C-3A23-54F1-0E55-A22109AD96E7}"/>
              </a:ext>
            </a:extLst>
          </p:cNvPr>
          <p:cNvSpPr>
            <a:spLocks noGrp="1"/>
          </p:cNvSpPr>
          <p:nvPr>
            <p:ph type="body" sz="quarter" idx="23"/>
          </p:nvPr>
        </p:nvSpPr>
        <p:spPr>
          <a:xfrm>
            <a:off x="390154" y="3692524"/>
            <a:ext cx="3734170" cy="4017503"/>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41" name="Text Placeholder 4">
            <a:extLst>
              <a:ext uri="{FF2B5EF4-FFF2-40B4-BE49-F238E27FC236}">
                <a16:creationId xmlns:a16="http://schemas.microsoft.com/office/drawing/2014/main" id="{5E067759-B73B-DD64-0392-7F84B67AA6EA}"/>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244893280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Capa Short Note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84291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81405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pic>
        <p:nvPicPr>
          <p:cNvPr id="2" name="Graphic 1">
            <a:extLst>
              <a:ext uri="{FF2B5EF4-FFF2-40B4-BE49-F238E27FC236}">
                <a16:creationId xmlns:a16="http://schemas.microsoft.com/office/drawing/2014/main" id="{0D170F3C-A405-4BC5-DB91-21B4D4B86710}"/>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86F06D5F-EA57-B774-6CB5-FDEEEE7FBD3C}"/>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3525D9DD-4FB7-3E81-046D-4F48E019BFF4}"/>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6691DD02-8A42-4B12-996C-E8AA97E630D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46430BCF-7707-19A2-B573-F588949459D0}"/>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D4539CAA-97BF-C1C0-3333-31E8BE52F8E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59674DE2-937E-E428-7983-75A6776DE4CB}"/>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291CF00D-94FF-5ED4-7147-527A38750C01}"/>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3138E082-26D7-A59B-36A6-FE94A7BF06F0}"/>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9024D65D-E20B-1B6C-53B1-FA4F1F9C65D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D0B0B35B-0747-6B2B-6933-D45499601DF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5B69C6C5-E8FE-2C89-F314-0A0FBBE815E0}"/>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F5BB930F-3832-317D-67C1-D87D9E4A9EF1}"/>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04F173F3-03F9-8E1B-2885-4AC07FD616EA}"/>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2BCB2A0B-34B2-34C1-5D56-4C2274A5C42F}"/>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589B4896-C673-DF18-8E1F-EFF9F0D6EC6A}"/>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04F3B742-459A-95DB-1F25-5C5FD3DE4BC0}"/>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D0413553-1A97-4F70-A154-360868D7953B}" type="datetime4">
              <a:rPr lang="en-US" smtClean="0"/>
              <a:t>October 30, 2026</a:t>
            </a:fld>
            <a:endParaRPr lang="en-US"/>
          </a:p>
        </p:txBody>
      </p:sp>
      <p:sp>
        <p:nvSpPr>
          <p:cNvPr id="22" name="Espaço Reservado para Texto 6">
            <a:extLst>
              <a:ext uri="{FF2B5EF4-FFF2-40B4-BE49-F238E27FC236}">
                <a16:creationId xmlns:a16="http://schemas.microsoft.com/office/drawing/2014/main" id="{5A02647A-2A9C-F7EF-DEB7-9E9E3EA7A392}"/>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0D64EF15-F78C-A77F-85C1-A2EAB29B8120}"/>
              </a:ext>
            </a:extLst>
          </p:cNvPr>
          <p:cNvSpPr>
            <a:spLocks noGrp="1"/>
          </p:cNvSpPr>
          <p:nvPr>
            <p:ph type="body" sz="quarter" idx="37"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A955F5D8-0156-E60B-A6A0-DA6EBBCACA35}"/>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671F3DC4-3146-7572-DF86-04CF30B4670A}"/>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C25FBB51-101B-7BC4-6209-A6AE0F61B541}"/>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CCD507EB-0DD5-E0FE-7EBF-64F0329C1935}"/>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B2D3B57B-5654-08D9-CF35-1B0510FBDB43}"/>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3E40D777-F23D-154B-ED18-B3AC90627CAD}"/>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2FB8FCA1-B9F0-6733-CCF5-17884C12C282}"/>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1C6E0D76-848C-96AE-C91B-C6E6F86E0FE1}"/>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70DBE899-3012-A4CF-0309-407CAE5D714A}"/>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3" name="Espaço Reservado para Conteúdo 14">
            <a:extLst>
              <a:ext uri="{FF2B5EF4-FFF2-40B4-BE49-F238E27FC236}">
                <a16:creationId xmlns:a16="http://schemas.microsoft.com/office/drawing/2014/main" id="{AF3F2DBA-090D-C776-7BBA-64874B35F7AC}"/>
              </a:ext>
            </a:extLst>
          </p:cNvPr>
          <p:cNvSpPr>
            <a:spLocks noGrp="1"/>
          </p:cNvSpPr>
          <p:nvPr>
            <p:ph sz="quarter" idx="40"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cxnSp>
        <p:nvCxnSpPr>
          <p:cNvPr id="34" name="Straight Connector 33">
            <a:extLst>
              <a:ext uri="{FF2B5EF4-FFF2-40B4-BE49-F238E27FC236}">
                <a16:creationId xmlns:a16="http://schemas.microsoft.com/office/drawing/2014/main" id="{C2553539-94F4-53FE-224D-42D9F145E1FE}"/>
              </a:ext>
            </a:extLst>
          </p:cNvPr>
          <p:cNvCxnSpPr>
            <a:cxnSpLocks/>
          </p:cNvCxnSpPr>
          <p:nvPr userDrawn="1"/>
        </p:nvCxnSpPr>
        <p:spPr>
          <a:xfrm>
            <a:off x="4227459" y="3692525"/>
            <a:ext cx="0" cy="576103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 Placeholder 4">
            <a:extLst>
              <a:ext uri="{FF2B5EF4-FFF2-40B4-BE49-F238E27FC236}">
                <a16:creationId xmlns:a16="http://schemas.microsoft.com/office/drawing/2014/main" id="{020CCC31-EABC-9A13-29FD-F75168E56A12}"/>
              </a:ext>
            </a:extLst>
          </p:cNvPr>
          <p:cNvSpPr>
            <a:spLocks noGrp="1"/>
          </p:cNvSpPr>
          <p:nvPr>
            <p:ph type="body" sz="quarter" idx="23"/>
          </p:nvPr>
        </p:nvSpPr>
        <p:spPr>
          <a:xfrm>
            <a:off x="390154" y="3692524"/>
            <a:ext cx="3734170" cy="5761038"/>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36" name="Text Placeholder 4">
            <a:extLst>
              <a:ext uri="{FF2B5EF4-FFF2-40B4-BE49-F238E27FC236}">
                <a16:creationId xmlns:a16="http://schemas.microsoft.com/office/drawing/2014/main" id="{528AB6C8-4A03-776C-6C2F-A6FFEB8FB5AB}"/>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23609468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apa Short Note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pic>
        <p:nvPicPr>
          <p:cNvPr id="2" name="Graphic 1">
            <a:extLst>
              <a:ext uri="{FF2B5EF4-FFF2-40B4-BE49-F238E27FC236}">
                <a16:creationId xmlns:a16="http://schemas.microsoft.com/office/drawing/2014/main" id="{0D170F3C-A405-4BC5-DB91-21B4D4B86710}"/>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86F06D5F-EA57-B774-6CB5-FDEEEE7FBD3C}"/>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3525D9DD-4FB7-3E81-046D-4F48E019BFF4}"/>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6691DD02-8A42-4B12-996C-E8AA97E630D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46430BCF-7707-19A2-B573-F588949459D0}"/>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D4539CAA-97BF-C1C0-3333-31E8BE52F8E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59674DE2-937E-E428-7983-75A6776DE4CB}"/>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291CF00D-94FF-5ED4-7147-527A38750C01}"/>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3138E082-26D7-A59B-36A6-FE94A7BF06F0}"/>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9024D65D-E20B-1B6C-53B1-FA4F1F9C65D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D0B0B35B-0747-6B2B-6933-D45499601DF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5B69C6C5-E8FE-2C89-F314-0A0FBBE815E0}"/>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F5BB930F-3832-317D-67C1-D87D9E4A9EF1}"/>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04F173F3-03F9-8E1B-2885-4AC07FD616EA}"/>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2BCB2A0B-34B2-34C1-5D56-4C2274A5C42F}"/>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589B4896-C673-DF18-8E1F-EFF9F0D6EC6A}"/>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04F3B742-459A-95DB-1F25-5C5FD3DE4BC0}"/>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7B2A17F2-DF25-4A14-AA12-71C5B29CBC44}" type="datetime4">
              <a:rPr lang="en-US" smtClean="0"/>
              <a:t>October 30, 2026</a:t>
            </a:fld>
            <a:endParaRPr lang="en-US"/>
          </a:p>
        </p:txBody>
      </p:sp>
      <p:sp>
        <p:nvSpPr>
          <p:cNvPr id="22" name="Espaço Reservado para Texto 6">
            <a:extLst>
              <a:ext uri="{FF2B5EF4-FFF2-40B4-BE49-F238E27FC236}">
                <a16:creationId xmlns:a16="http://schemas.microsoft.com/office/drawing/2014/main" id="{5A02647A-2A9C-F7EF-DEB7-9E9E3EA7A392}"/>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0D64EF15-F78C-A77F-85C1-A2EAB29B8120}"/>
              </a:ext>
            </a:extLst>
          </p:cNvPr>
          <p:cNvSpPr>
            <a:spLocks noGrp="1"/>
          </p:cNvSpPr>
          <p:nvPr>
            <p:ph type="body" sz="quarter" idx="37"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BF7DFD60-2E36-4F02-82F8-E04D808E1906}"/>
              </a:ext>
            </a:extLst>
          </p:cNvPr>
          <p:cNvSpPr>
            <a:spLocks noGrp="1"/>
          </p:cNvSpPr>
          <p:nvPr>
            <p:ph type="body" sz="quarter" idx="20"/>
          </p:nvPr>
        </p:nvSpPr>
        <p:spPr>
          <a:xfrm>
            <a:off x="390154" y="2150953"/>
            <a:ext cx="3734171" cy="7246052"/>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4" name="Text Placeholder 4">
            <a:extLst>
              <a:ext uri="{FF2B5EF4-FFF2-40B4-BE49-F238E27FC236}">
                <a16:creationId xmlns:a16="http://schemas.microsoft.com/office/drawing/2014/main" id="{6B77B479-67B9-3D1F-DB63-5A937E29D921}"/>
              </a:ext>
            </a:extLst>
          </p:cNvPr>
          <p:cNvSpPr>
            <a:spLocks noGrp="1"/>
          </p:cNvSpPr>
          <p:nvPr>
            <p:ph type="body" sz="quarter" idx="27" hasCustomPrompt="1"/>
          </p:nvPr>
        </p:nvSpPr>
        <p:spPr>
          <a:xfrm>
            <a:off x="4330593" y="3551967"/>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5" name="Text Placeholder 4">
            <a:extLst>
              <a:ext uri="{FF2B5EF4-FFF2-40B4-BE49-F238E27FC236}">
                <a16:creationId xmlns:a16="http://schemas.microsoft.com/office/drawing/2014/main" id="{CF97AD4E-3588-342E-979B-0CCDF1CF3A66}"/>
              </a:ext>
            </a:extLst>
          </p:cNvPr>
          <p:cNvSpPr>
            <a:spLocks noGrp="1"/>
          </p:cNvSpPr>
          <p:nvPr>
            <p:ph type="body" sz="quarter" idx="28" hasCustomPrompt="1"/>
          </p:nvPr>
        </p:nvSpPr>
        <p:spPr>
          <a:xfrm>
            <a:off x="4330593" y="3713764"/>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6" name="Text Placeholder 4">
            <a:extLst>
              <a:ext uri="{FF2B5EF4-FFF2-40B4-BE49-F238E27FC236}">
                <a16:creationId xmlns:a16="http://schemas.microsoft.com/office/drawing/2014/main" id="{B85DC042-1D7C-4735-DB80-659003055DC8}"/>
              </a:ext>
            </a:extLst>
          </p:cNvPr>
          <p:cNvSpPr>
            <a:spLocks noGrp="1"/>
          </p:cNvSpPr>
          <p:nvPr>
            <p:ph type="body" sz="quarter" idx="29" hasCustomPrompt="1"/>
          </p:nvPr>
        </p:nvSpPr>
        <p:spPr>
          <a:xfrm>
            <a:off x="4330593" y="384063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8" name="Text Placeholder 4">
            <a:extLst>
              <a:ext uri="{FF2B5EF4-FFF2-40B4-BE49-F238E27FC236}">
                <a16:creationId xmlns:a16="http://schemas.microsoft.com/office/drawing/2014/main" id="{35C34336-3E73-5DC1-40F0-6AF846D48E78}"/>
              </a:ext>
            </a:extLst>
          </p:cNvPr>
          <p:cNvSpPr>
            <a:spLocks noGrp="1"/>
          </p:cNvSpPr>
          <p:nvPr>
            <p:ph type="body" sz="quarter" idx="30" hasCustomPrompt="1"/>
          </p:nvPr>
        </p:nvSpPr>
        <p:spPr>
          <a:xfrm>
            <a:off x="4330593" y="403822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9" name="Text Placeholder 4">
            <a:extLst>
              <a:ext uri="{FF2B5EF4-FFF2-40B4-BE49-F238E27FC236}">
                <a16:creationId xmlns:a16="http://schemas.microsoft.com/office/drawing/2014/main" id="{8CD3B534-6D99-4C48-73C6-A90E786EAF16}"/>
              </a:ext>
            </a:extLst>
          </p:cNvPr>
          <p:cNvSpPr>
            <a:spLocks noGrp="1"/>
          </p:cNvSpPr>
          <p:nvPr>
            <p:ph type="body" sz="quarter" idx="31" hasCustomPrompt="1"/>
          </p:nvPr>
        </p:nvSpPr>
        <p:spPr>
          <a:xfrm>
            <a:off x="4330593" y="420001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0" name="Text Placeholder 4">
            <a:extLst>
              <a:ext uri="{FF2B5EF4-FFF2-40B4-BE49-F238E27FC236}">
                <a16:creationId xmlns:a16="http://schemas.microsoft.com/office/drawing/2014/main" id="{2028EDBB-9588-28C2-3D10-94EAAEC88F4D}"/>
              </a:ext>
            </a:extLst>
          </p:cNvPr>
          <p:cNvSpPr>
            <a:spLocks noGrp="1"/>
          </p:cNvSpPr>
          <p:nvPr>
            <p:ph type="body" sz="quarter" idx="32" hasCustomPrompt="1"/>
          </p:nvPr>
        </p:nvSpPr>
        <p:spPr>
          <a:xfrm>
            <a:off x="4330593" y="432689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1" name="Text Placeholder 4">
            <a:extLst>
              <a:ext uri="{FF2B5EF4-FFF2-40B4-BE49-F238E27FC236}">
                <a16:creationId xmlns:a16="http://schemas.microsoft.com/office/drawing/2014/main" id="{2A785A59-B1EC-BCA9-3C61-AA41FD3030AA}"/>
              </a:ext>
            </a:extLst>
          </p:cNvPr>
          <p:cNvSpPr>
            <a:spLocks noGrp="1"/>
          </p:cNvSpPr>
          <p:nvPr>
            <p:ph type="body" sz="quarter" idx="33" hasCustomPrompt="1"/>
          </p:nvPr>
        </p:nvSpPr>
        <p:spPr>
          <a:xfrm>
            <a:off x="4330593" y="453179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2" name="Text Placeholder 4">
            <a:extLst>
              <a:ext uri="{FF2B5EF4-FFF2-40B4-BE49-F238E27FC236}">
                <a16:creationId xmlns:a16="http://schemas.microsoft.com/office/drawing/2014/main" id="{687FE4BC-3557-8ACF-282E-E55A17020846}"/>
              </a:ext>
            </a:extLst>
          </p:cNvPr>
          <p:cNvSpPr>
            <a:spLocks noGrp="1"/>
          </p:cNvSpPr>
          <p:nvPr>
            <p:ph type="body" sz="quarter" idx="34" hasCustomPrompt="1"/>
          </p:nvPr>
        </p:nvSpPr>
        <p:spPr>
          <a:xfrm>
            <a:off x="4330593" y="469358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3" name="Text Placeholder 4">
            <a:extLst>
              <a:ext uri="{FF2B5EF4-FFF2-40B4-BE49-F238E27FC236}">
                <a16:creationId xmlns:a16="http://schemas.microsoft.com/office/drawing/2014/main" id="{71BC99D4-EA9B-7B0F-636D-51A7398724C0}"/>
              </a:ext>
            </a:extLst>
          </p:cNvPr>
          <p:cNvSpPr>
            <a:spLocks noGrp="1"/>
          </p:cNvSpPr>
          <p:nvPr>
            <p:ph type="body" sz="quarter" idx="35" hasCustomPrompt="1"/>
          </p:nvPr>
        </p:nvSpPr>
        <p:spPr>
          <a:xfrm>
            <a:off x="4330593" y="482046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4" name="Straight Connector 33">
            <a:extLst>
              <a:ext uri="{FF2B5EF4-FFF2-40B4-BE49-F238E27FC236}">
                <a16:creationId xmlns:a16="http://schemas.microsoft.com/office/drawing/2014/main" id="{539D7FB9-B2E7-F477-8C41-841677DAAFE0}"/>
              </a:ext>
            </a:extLst>
          </p:cNvPr>
          <p:cNvCxnSpPr>
            <a:cxnSpLocks/>
          </p:cNvCxnSpPr>
          <p:nvPr userDrawn="1"/>
        </p:nvCxnSpPr>
        <p:spPr>
          <a:xfrm>
            <a:off x="4227459" y="2150951"/>
            <a:ext cx="0" cy="7246054"/>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Espaço Reservado para Conteúdo 14">
            <a:extLst>
              <a:ext uri="{FF2B5EF4-FFF2-40B4-BE49-F238E27FC236}">
                <a16:creationId xmlns:a16="http://schemas.microsoft.com/office/drawing/2014/main" id="{5D3EDB8D-754F-B41B-52BE-3C9C63C87727}"/>
              </a:ext>
            </a:extLst>
          </p:cNvPr>
          <p:cNvSpPr>
            <a:spLocks noGrp="1"/>
          </p:cNvSpPr>
          <p:nvPr>
            <p:ph sz="quarter" idx="40" hasCustomPrompt="1"/>
          </p:nvPr>
        </p:nvSpPr>
        <p:spPr>
          <a:xfrm>
            <a:off x="4330593" y="2150951"/>
            <a:ext cx="2159107" cy="123605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39700073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Capa Short Note Sector">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pic>
        <p:nvPicPr>
          <p:cNvPr id="2" name="Graphic 1">
            <a:extLst>
              <a:ext uri="{FF2B5EF4-FFF2-40B4-BE49-F238E27FC236}">
                <a16:creationId xmlns:a16="http://schemas.microsoft.com/office/drawing/2014/main" id="{DAE82E8C-95AD-0361-B8B0-B7C0D8684CF5}"/>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29FA0211-7640-B008-5F80-DFE4BF78EDCF}"/>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17F97C21-6648-EF6C-A98D-137E0F480F1A}"/>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928D0FCD-860E-59BE-AB6B-2EA27033053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7B14105F-6B03-AB02-2E6B-E280AFC5EA3E}"/>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F910343D-7729-C09A-9C77-894C9CA08B3A}"/>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19EE9025-8994-9F60-34A1-5C3B3CFAD1EC}"/>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7B5DDC33-C3D4-9796-19F2-58D7C38A2C63}"/>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F4C69D50-6649-D4B4-7D87-4089B8DBE467}"/>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883D8FB5-0F60-B49C-34DC-9175C66F908E}"/>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371036E0-69E7-A8D3-000E-87223966A2ED}"/>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02898492-89A0-DE15-D6C5-D551EFE24C9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E25F01F7-A7A9-F302-A1F0-C58B6E4EF15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DFD7414B-9A29-543D-FEA3-E085A244A597}"/>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057F6B16-BFF0-4DFA-603A-E9BCA79F806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C856C89A-7562-82C0-70CE-765A1BE0195E}"/>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BFDFB630-05CE-02BE-378B-A5C3EA6BC938}"/>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430979E2-6090-43D8-ADBA-FF4961177744}" type="datetime4">
              <a:rPr lang="en-US" smtClean="0"/>
              <a:t>October 30, 2026</a:t>
            </a:fld>
            <a:endParaRPr lang="en-US"/>
          </a:p>
        </p:txBody>
      </p:sp>
      <p:sp>
        <p:nvSpPr>
          <p:cNvPr id="22" name="Espaço Reservado para Texto 6">
            <a:extLst>
              <a:ext uri="{FF2B5EF4-FFF2-40B4-BE49-F238E27FC236}">
                <a16:creationId xmlns:a16="http://schemas.microsoft.com/office/drawing/2014/main" id="{BC5C97CA-C109-C89E-B0DA-580EB374FF5A}"/>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6CE2BDD4-5FBE-4506-6AAF-2D2BA90A0DD8}"/>
              </a:ext>
            </a:extLst>
          </p:cNvPr>
          <p:cNvSpPr>
            <a:spLocks noGrp="1"/>
          </p:cNvSpPr>
          <p:nvPr>
            <p:ph type="body" sz="quarter" idx="38"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940F99CF-8986-12A5-817F-97B685225E90}"/>
              </a:ext>
            </a:extLst>
          </p:cNvPr>
          <p:cNvSpPr>
            <a:spLocks noGrp="1"/>
          </p:cNvSpPr>
          <p:nvPr>
            <p:ph type="body" sz="quarter" idx="27" hasCustomPrompt="1"/>
          </p:nvPr>
        </p:nvSpPr>
        <p:spPr>
          <a:xfrm>
            <a:off x="4330593" y="369252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0140C41B-2354-17F2-8688-7AB404EEA1F0}"/>
              </a:ext>
            </a:extLst>
          </p:cNvPr>
          <p:cNvSpPr>
            <a:spLocks noGrp="1"/>
          </p:cNvSpPr>
          <p:nvPr>
            <p:ph type="body" sz="quarter" idx="28" hasCustomPrompt="1"/>
          </p:nvPr>
        </p:nvSpPr>
        <p:spPr>
          <a:xfrm>
            <a:off x="4330593" y="385432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88382CAA-FCB9-2AEB-20BA-5D243A50978F}"/>
              </a:ext>
            </a:extLst>
          </p:cNvPr>
          <p:cNvSpPr>
            <a:spLocks noGrp="1"/>
          </p:cNvSpPr>
          <p:nvPr>
            <p:ph type="body" sz="quarter" idx="29" hasCustomPrompt="1"/>
          </p:nvPr>
        </p:nvSpPr>
        <p:spPr>
          <a:xfrm>
            <a:off x="4330593" y="398119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91E52212-A260-84D8-2C50-08CDC08A8BB7}"/>
              </a:ext>
            </a:extLst>
          </p:cNvPr>
          <p:cNvSpPr>
            <a:spLocks noGrp="1"/>
          </p:cNvSpPr>
          <p:nvPr>
            <p:ph type="body" sz="quarter" idx="30" hasCustomPrompt="1"/>
          </p:nvPr>
        </p:nvSpPr>
        <p:spPr>
          <a:xfrm>
            <a:off x="4330593" y="417877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FD566518-7137-787A-8B48-3DC74BA88C36}"/>
              </a:ext>
            </a:extLst>
          </p:cNvPr>
          <p:cNvSpPr>
            <a:spLocks noGrp="1"/>
          </p:cNvSpPr>
          <p:nvPr>
            <p:ph type="body" sz="quarter" idx="31" hasCustomPrompt="1"/>
          </p:nvPr>
        </p:nvSpPr>
        <p:spPr>
          <a:xfrm>
            <a:off x="4330593" y="434057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128DB013-695D-1616-A486-7F2B38589E64}"/>
              </a:ext>
            </a:extLst>
          </p:cNvPr>
          <p:cNvSpPr>
            <a:spLocks noGrp="1"/>
          </p:cNvSpPr>
          <p:nvPr>
            <p:ph type="body" sz="quarter" idx="32" hasCustomPrompt="1"/>
          </p:nvPr>
        </p:nvSpPr>
        <p:spPr>
          <a:xfrm>
            <a:off x="4330593" y="446744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88A24351-08B2-83F8-B4F8-D55D3F07EF7B}"/>
              </a:ext>
            </a:extLst>
          </p:cNvPr>
          <p:cNvSpPr>
            <a:spLocks noGrp="1"/>
          </p:cNvSpPr>
          <p:nvPr>
            <p:ph type="body" sz="quarter" idx="33" hasCustomPrompt="1"/>
          </p:nvPr>
        </p:nvSpPr>
        <p:spPr>
          <a:xfrm>
            <a:off x="4330593" y="467234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C9E1A8CB-1D01-FB8E-FFF5-6ACBA780081F}"/>
              </a:ext>
            </a:extLst>
          </p:cNvPr>
          <p:cNvSpPr>
            <a:spLocks noGrp="1"/>
          </p:cNvSpPr>
          <p:nvPr>
            <p:ph type="body" sz="quarter" idx="34" hasCustomPrompt="1"/>
          </p:nvPr>
        </p:nvSpPr>
        <p:spPr>
          <a:xfrm>
            <a:off x="4330593" y="483414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1AE7C39D-EA22-C5DB-A675-845E341B399F}"/>
              </a:ext>
            </a:extLst>
          </p:cNvPr>
          <p:cNvSpPr>
            <a:spLocks noGrp="1"/>
          </p:cNvSpPr>
          <p:nvPr>
            <p:ph type="body" sz="quarter" idx="35" hasCustomPrompt="1"/>
          </p:nvPr>
        </p:nvSpPr>
        <p:spPr>
          <a:xfrm>
            <a:off x="4330593" y="496101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4" name="Straight Connector 33">
            <a:extLst>
              <a:ext uri="{FF2B5EF4-FFF2-40B4-BE49-F238E27FC236}">
                <a16:creationId xmlns:a16="http://schemas.microsoft.com/office/drawing/2014/main" id="{AF1BA942-F3DB-C7E0-BAED-A17071503BC2}"/>
              </a:ext>
            </a:extLst>
          </p:cNvPr>
          <p:cNvCxnSpPr>
            <a:cxnSpLocks/>
          </p:cNvCxnSpPr>
          <p:nvPr userDrawn="1"/>
        </p:nvCxnSpPr>
        <p:spPr>
          <a:xfrm>
            <a:off x="4227459" y="3692525"/>
            <a:ext cx="0" cy="4036332"/>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 Placeholder 4">
            <a:extLst>
              <a:ext uri="{FF2B5EF4-FFF2-40B4-BE49-F238E27FC236}">
                <a16:creationId xmlns:a16="http://schemas.microsoft.com/office/drawing/2014/main" id="{36541823-4E2D-CA37-F162-ECE90D8582A7}"/>
              </a:ext>
            </a:extLst>
          </p:cNvPr>
          <p:cNvSpPr>
            <a:spLocks noGrp="1"/>
          </p:cNvSpPr>
          <p:nvPr>
            <p:ph type="body" sz="quarter" idx="23"/>
          </p:nvPr>
        </p:nvSpPr>
        <p:spPr>
          <a:xfrm>
            <a:off x="390154" y="3692524"/>
            <a:ext cx="3734170" cy="4036332"/>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36" name="Text Placeholder 4">
            <a:extLst>
              <a:ext uri="{FF2B5EF4-FFF2-40B4-BE49-F238E27FC236}">
                <a16:creationId xmlns:a16="http://schemas.microsoft.com/office/drawing/2014/main" id="{921245B7-AB30-4FB7-CF96-2E86016A7C44}"/>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39179463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Sumário">
    <p:bg>
      <p:bgPr>
        <a:solidFill>
          <a:schemeClr val="bg1"/>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EE9ED39-57B7-5C8F-E9B2-57A1AC073839}"/>
              </a:ext>
            </a:extLst>
          </p:cNvPr>
          <p:cNvGrpSpPr/>
          <p:nvPr userDrawn="1"/>
        </p:nvGrpSpPr>
        <p:grpSpPr>
          <a:xfrm flipV="1">
            <a:off x="4738912" y="0"/>
            <a:ext cx="2119086" cy="9906000"/>
            <a:chOff x="-1" y="0"/>
            <a:chExt cx="1467060" cy="6858000"/>
          </a:xfrm>
        </p:grpSpPr>
        <p:pic>
          <p:nvPicPr>
            <p:cNvPr id="4" name="Graphic 3">
              <a:extLst>
                <a:ext uri="{FF2B5EF4-FFF2-40B4-BE49-F238E27FC236}">
                  <a16:creationId xmlns:a16="http://schemas.microsoft.com/office/drawing/2014/main" id="{D76B8EF7-CCD7-9A94-CD80-B82D9220F661}"/>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71178" b="20035"/>
            <a:stretch/>
          </p:blipFill>
          <p:spPr>
            <a:xfrm flipV="1">
              <a:off x="0" y="0"/>
              <a:ext cx="1467059" cy="6858000"/>
            </a:xfrm>
            <a:prstGeom prst="rect">
              <a:avLst/>
            </a:prstGeom>
          </p:spPr>
        </p:pic>
        <p:pic>
          <p:nvPicPr>
            <p:cNvPr id="5" name="Picture 4" descr="A blue and white dot pattern&#10;&#10;AI-generated content may be incorrect.">
              <a:extLst>
                <a:ext uri="{FF2B5EF4-FFF2-40B4-BE49-F238E27FC236}">
                  <a16:creationId xmlns:a16="http://schemas.microsoft.com/office/drawing/2014/main" id="{E28CC665-FF99-579A-7610-C998972AF3D6}"/>
                </a:ext>
              </a:extLst>
            </p:cNvPr>
            <p:cNvPicPr>
              <a:picLocks noChangeAspect="1"/>
            </p:cNvPicPr>
            <p:nvPr userDrawn="1"/>
          </p:nvPicPr>
          <p:blipFill>
            <a:blip r:embed="rId4">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1" y="0"/>
              <a:ext cx="1467060" cy="6858000"/>
            </a:xfrm>
            <a:prstGeom prst="rect">
              <a:avLst/>
            </a:prstGeom>
          </p:spPr>
        </p:pic>
      </p:grpSp>
      <p:sp>
        <p:nvSpPr>
          <p:cNvPr id="6" name="Rectangle 5">
            <a:extLst>
              <a:ext uri="{FF2B5EF4-FFF2-40B4-BE49-F238E27FC236}">
                <a16:creationId xmlns:a16="http://schemas.microsoft.com/office/drawing/2014/main" id="{1D58E3DF-22F8-4C37-9B26-E76DF3BA1D45}"/>
              </a:ext>
            </a:extLst>
          </p:cNvPr>
          <p:cNvSpPr/>
          <p:nvPr userDrawn="1"/>
        </p:nvSpPr>
        <p:spPr>
          <a:xfrm>
            <a:off x="0" y="0"/>
            <a:ext cx="4738914" cy="990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CaixaDeTexto 4">
            <a:extLst>
              <a:ext uri="{FF2B5EF4-FFF2-40B4-BE49-F238E27FC236}">
                <a16:creationId xmlns:a16="http://schemas.microsoft.com/office/drawing/2014/main" id="{B62B5412-17EF-418D-8B6E-BF6ED9EC7C15}"/>
              </a:ext>
            </a:extLst>
          </p:cNvPr>
          <p:cNvSpPr txBox="1"/>
          <p:nvPr userDrawn="1"/>
        </p:nvSpPr>
        <p:spPr>
          <a:xfrm>
            <a:off x="375638" y="368602"/>
            <a:ext cx="3733609" cy="430887"/>
          </a:xfrm>
          <a:prstGeom prst="rect">
            <a:avLst/>
          </a:prstGeom>
        </p:spPr>
        <p:txBody>
          <a:bodyPr wrap="square" lIns="0" tIns="0" rIns="0" bIns="0" rtlCol="0">
            <a:spAutoFit/>
          </a:bodyPr>
          <a:lstStyle/>
          <a:p>
            <a:r>
              <a:rPr lang="pt-BR" sz="2800" err="1">
                <a:solidFill>
                  <a:srgbClr val="242424"/>
                </a:solidFill>
                <a:latin typeface="+mj-lt"/>
                <a:ea typeface="XP Light Lighthouse" pitchFamily="50" charset="0"/>
              </a:rPr>
              <a:t>Summary</a:t>
            </a:r>
            <a:endParaRPr lang="pt-BR" sz="2800">
              <a:solidFill>
                <a:srgbClr val="242424"/>
              </a:solidFill>
              <a:latin typeface="+mj-lt"/>
              <a:ea typeface="XP Light Lighthouse" pitchFamily="50" charset="0"/>
            </a:endParaRPr>
          </a:p>
        </p:txBody>
      </p:sp>
      <p:sp>
        <p:nvSpPr>
          <p:cNvPr id="71" name="Espaço Reservado para Texto 6">
            <a:extLst>
              <a:ext uri="{FF2B5EF4-FFF2-40B4-BE49-F238E27FC236}">
                <a16:creationId xmlns:a16="http://schemas.microsoft.com/office/drawing/2014/main" id="{03A9C79B-A9AE-450D-ABDB-D007A473C085}"/>
              </a:ext>
            </a:extLst>
          </p:cNvPr>
          <p:cNvSpPr>
            <a:spLocks noGrp="1"/>
          </p:cNvSpPr>
          <p:nvPr>
            <p:ph type="body" sz="quarter" idx="17" hasCustomPrompt="1"/>
          </p:nvPr>
        </p:nvSpPr>
        <p:spPr>
          <a:xfrm>
            <a:off x="375638" y="115561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2" name="Espaço Reservado para Texto 6">
            <a:extLst>
              <a:ext uri="{FF2B5EF4-FFF2-40B4-BE49-F238E27FC236}">
                <a16:creationId xmlns:a16="http://schemas.microsoft.com/office/drawing/2014/main" id="{BDA9F1F2-ABC2-4D8D-8E95-0E8A4C2D295D}"/>
              </a:ext>
            </a:extLst>
          </p:cNvPr>
          <p:cNvSpPr>
            <a:spLocks noGrp="1"/>
          </p:cNvSpPr>
          <p:nvPr>
            <p:ph type="body" sz="quarter" idx="18" hasCustomPrompt="1"/>
          </p:nvPr>
        </p:nvSpPr>
        <p:spPr>
          <a:xfrm>
            <a:off x="375638" y="148583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3" name="Espaço Reservado para Texto 6">
            <a:extLst>
              <a:ext uri="{FF2B5EF4-FFF2-40B4-BE49-F238E27FC236}">
                <a16:creationId xmlns:a16="http://schemas.microsoft.com/office/drawing/2014/main" id="{0A91C08B-11B6-4949-955F-D55D9CBDCDD4}"/>
              </a:ext>
            </a:extLst>
          </p:cNvPr>
          <p:cNvSpPr>
            <a:spLocks noGrp="1"/>
          </p:cNvSpPr>
          <p:nvPr>
            <p:ph type="body" sz="quarter" idx="19" hasCustomPrompt="1"/>
          </p:nvPr>
        </p:nvSpPr>
        <p:spPr>
          <a:xfrm>
            <a:off x="375638" y="213999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4" name="Espaço Reservado para Texto 6">
            <a:extLst>
              <a:ext uri="{FF2B5EF4-FFF2-40B4-BE49-F238E27FC236}">
                <a16:creationId xmlns:a16="http://schemas.microsoft.com/office/drawing/2014/main" id="{61B220E4-8E3F-4CA0-815C-0FC23ECB015D}"/>
              </a:ext>
            </a:extLst>
          </p:cNvPr>
          <p:cNvSpPr>
            <a:spLocks noGrp="1"/>
          </p:cNvSpPr>
          <p:nvPr>
            <p:ph type="body" sz="quarter" idx="20" hasCustomPrompt="1"/>
          </p:nvPr>
        </p:nvSpPr>
        <p:spPr>
          <a:xfrm>
            <a:off x="375638" y="247021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5" name="Espaço Reservado para Texto 6">
            <a:extLst>
              <a:ext uri="{FF2B5EF4-FFF2-40B4-BE49-F238E27FC236}">
                <a16:creationId xmlns:a16="http://schemas.microsoft.com/office/drawing/2014/main" id="{55260DBC-11EE-4FC0-8B7C-0A2E6E95D846}"/>
              </a:ext>
            </a:extLst>
          </p:cNvPr>
          <p:cNvSpPr>
            <a:spLocks noGrp="1"/>
          </p:cNvSpPr>
          <p:nvPr>
            <p:ph type="body" sz="quarter" idx="21" hasCustomPrompt="1"/>
          </p:nvPr>
        </p:nvSpPr>
        <p:spPr>
          <a:xfrm>
            <a:off x="375638" y="31347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6" name="Espaço Reservado para Texto 6">
            <a:extLst>
              <a:ext uri="{FF2B5EF4-FFF2-40B4-BE49-F238E27FC236}">
                <a16:creationId xmlns:a16="http://schemas.microsoft.com/office/drawing/2014/main" id="{6E08F1B6-19EB-446F-A384-6FA55F237690}"/>
              </a:ext>
            </a:extLst>
          </p:cNvPr>
          <p:cNvSpPr>
            <a:spLocks noGrp="1"/>
          </p:cNvSpPr>
          <p:nvPr>
            <p:ph type="body" sz="quarter" idx="22" hasCustomPrompt="1"/>
          </p:nvPr>
        </p:nvSpPr>
        <p:spPr>
          <a:xfrm>
            <a:off x="375638" y="34650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7" name="Espaço Reservado para Texto 6">
            <a:extLst>
              <a:ext uri="{FF2B5EF4-FFF2-40B4-BE49-F238E27FC236}">
                <a16:creationId xmlns:a16="http://schemas.microsoft.com/office/drawing/2014/main" id="{91B87D7C-F3BF-4C21-A351-A0BDE3AC1780}"/>
              </a:ext>
            </a:extLst>
          </p:cNvPr>
          <p:cNvSpPr>
            <a:spLocks noGrp="1"/>
          </p:cNvSpPr>
          <p:nvPr>
            <p:ph type="body" sz="quarter" idx="23" hasCustomPrompt="1"/>
          </p:nvPr>
        </p:nvSpPr>
        <p:spPr>
          <a:xfrm>
            <a:off x="375638" y="411834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8" name="Espaço Reservado para Texto 6">
            <a:extLst>
              <a:ext uri="{FF2B5EF4-FFF2-40B4-BE49-F238E27FC236}">
                <a16:creationId xmlns:a16="http://schemas.microsoft.com/office/drawing/2014/main" id="{0AADF45C-FD67-4EA0-A19C-DFC61C6FDD41}"/>
              </a:ext>
            </a:extLst>
          </p:cNvPr>
          <p:cNvSpPr>
            <a:spLocks noGrp="1"/>
          </p:cNvSpPr>
          <p:nvPr>
            <p:ph type="body" sz="quarter" idx="24" hasCustomPrompt="1"/>
          </p:nvPr>
        </p:nvSpPr>
        <p:spPr>
          <a:xfrm>
            <a:off x="375638" y="444856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9" name="Espaço Reservado para Texto 6">
            <a:extLst>
              <a:ext uri="{FF2B5EF4-FFF2-40B4-BE49-F238E27FC236}">
                <a16:creationId xmlns:a16="http://schemas.microsoft.com/office/drawing/2014/main" id="{DBE90486-65C0-4DE3-B772-E75BDCB11A71}"/>
              </a:ext>
            </a:extLst>
          </p:cNvPr>
          <p:cNvSpPr>
            <a:spLocks noGrp="1"/>
          </p:cNvSpPr>
          <p:nvPr>
            <p:ph type="body" sz="quarter" idx="25" hasCustomPrompt="1"/>
          </p:nvPr>
        </p:nvSpPr>
        <p:spPr>
          <a:xfrm>
            <a:off x="375638" y="51018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0" name="Espaço Reservado para Texto 6">
            <a:extLst>
              <a:ext uri="{FF2B5EF4-FFF2-40B4-BE49-F238E27FC236}">
                <a16:creationId xmlns:a16="http://schemas.microsoft.com/office/drawing/2014/main" id="{1A800117-3D6E-41C0-87EE-163118B8A2E2}"/>
              </a:ext>
            </a:extLst>
          </p:cNvPr>
          <p:cNvSpPr>
            <a:spLocks noGrp="1"/>
          </p:cNvSpPr>
          <p:nvPr>
            <p:ph type="body" sz="quarter" idx="26" hasCustomPrompt="1"/>
          </p:nvPr>
        </p:nvSpPr>
        <p:spPr>
          <a:xfrm>
            <a:off x="375638" y="54321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2" name="Espaço Reservado para Texto 6">
            <a:extLst>
              <a:ext uri="{FF2B5EF4-FFF2-40B4-BE49-F238E27FC236}">
                <a16:creationId xmlns:a16="http://schemas.microsoft.com/office/drawing/2014/main" id="{55F89238-ABFA-4DE5-BEEE-C9A02D0C172F}"/>
              </a:ext>
            </a:extLst>
          </p:cNvPr>
          <p:cNvSpPr>
            <a:spLocks noGrp="1"/>
          </p:cNvSpPr>
          <p:nvPr>
            <p:ph type="body" sz="quarter" idx="27" hasCustomPrompt="1"/>
          </p:nvPr>
        </p:nvSpPr>
        <p:spPr>
          <a:xfrm>
            <a:off x="375638" y="610088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3" name="Espaço Reservado para Texto 6">
            <a:extLst>
              <a:ext uri="{FF2B5EF4-FFF2-40B4-BE49-F238E27FC236}">
                <a16:creationId xmlns:a16="http://schemas.microsoft.com/office/drawing/2014/main" id="{B576006F-5C63-4F83-A6A7-3A1D6518574B}"/>
              </a:ext>
            </a:extLst>
          </p:cNvPr>
          <p:cNvSpPr>
            <a:spLocks noGrp="1"/>
          </p:cNvSpPr>
          <p:nvPr>
            <p:ph type="body" sz="quarter" idx="28" hasCustomPrompt="1"/>
          </p:nvPr>
        </p:nvSpPr>
        <p:spPr>
          <a:xfrm>
            <a:off x="375638" y="643110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4" name="Espaço Reservado para Texto 6">
            <a:extLst>
              <a:ext uri="{FF2B5EF4-FFF2-40B4-BE49-F238E27FC236}">
                <a16:creationId xmlns:a16="http://schemas.microsoft.com/office/drawing/2014/main" id="{5BF4C252-6B86-4B48-9F78-8860636B44CF}"/>
              </a:ext>
            </a:extLst>
          </p:cNvPr>
          <p:cNvSpPr>
            <a:spLocks noGrp="1"/>
          </p:cNvSpPr>
          <p:nvPr>
            <p:ph type="body" sz="quarter" idx="29" hasCustomPrompt="1"/>
          </p:nvPr>
        </p:nvSpPr>
        <p:spPr>
          <a:xfrm>
            <a:off x="375638" y="708443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5" name="Espaço Reservado para Texto 6">
            <a:extLst>
              <a:ext uri="{FF2B5EF4-FFF2-40B4-BE49-F238E27FC236}">
                <a16:creationId xmlns:a16="http://schemas.microsoft.com/office/drawing/2014/main" id="{25455617-CBBE-4E5A-84C2-E57D5C8B9CAE}"/>
              </a:ext>
            </a:extLst>
          </p:cNvPr>
          <p:cNvSpPr>
            <a:spLocks noGrp="1"/>
          </p:cNvSpPr>
          <p:nvPr>
            <p:ph type="body" sz="quarter" idx="30" hasCustomPrompt="1"/>
          </p:nvPr>
        </p:nvSpPr>
        <p:spPr>
          <a:xfrm>
            <a:off x="375638" y="741465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6" name="CaixaDeTexto 9">
            <a:extLst>
              <a:ext uri="{FF2B5EF4-FFF2-40B4-BE49-F238E27FC236}">
                <a16:creationId xmlns:a16="http://schemas.microsoft.com/office/drawing/2014/main" id="{50BF8A2C-093E-471E-8719-A576D404CF14}"/>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9" name="Espaço Reservado para Texto 6">
            <a:extLst>
              <a:ext uri="{FF2B5EF4-FFF2-40B4-BE49-F238E27FC236}">
                <a16:creationId xmlns:a16="http://schemas.microsoft.com/office/drawing/2014/main" id="{7B172628-B577-4AEB-B6C9-D0D032DB3544}"/>
              </a:ext>
            </a:extLst>
          </p:cNvPr>
          <p:cNvSpPr>
            <a:spLocks noGrp="1"/>
          </p:cNvSpPr>
          <p:nvPr>
            <p:ph type="body" sz="quarter" idx="31" hasCustomPrompt="1"/>
          </p:nvPr>
        </p:nvSpPr>
        <p:spPr>
          <a:xfrm>
            <a:off x="375638" y="8063396"/>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100" name="Espaço Reservado para Texto 6">
            <a:extLst>
              <a:ext uri="{FF2B5EF4-FFF2-40B4-BE49-F238E27FC236}">
                <a16:creationId xmlns:a16="http://schemas.microsoft.com/office/drawing/2014/main" id="{B20D4700-3F28-45FE-AD12-4DD7C836112A}"/>
              </a:ext>
            </a:extLst>
          </p:cNvPr>
          <p:cNvSpPr>
            <a:spLocks noGrp="1"/>
          </p:cNvSpPr>
          <p:nvPr>
            <p:ph type="body" sz="quarter" idx="32" hasCustomPrompt="1"/>
          </p:nvPr>
        </p:nvSpPr>
        <p:spPr>
          <a:xfrm>
            <a:off x="375638" y="8393614"/>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38" name="Freeform: Shape 37">
            <a:extLst>
              <a:ext uri="{FF2B5EF4-FFF2-40B4-BE49-F238E27FC236}">
                <a16:creationId xmlns:a16="http://schemas.microsoft.com/office/drawing/2014/main" id="{B095B632-657C-4580-8D60-6742FAE9328E}"/>
              </a:ext>
            </a:extLst>
          </p:cNvPr>
          <p:cNvSpPr/>
          <p:nvPr userDrawn="1"/>
        </p:nvSpPr>
        <p:spPr>
          <a:xfrm>
            <a:off x="381000" y="9526266"/>
            <a:ext cx="270465" cy="243970"/>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000000"/>
          </a:solidFill>
          <a:ln w="6350" cap="flat">
            <a:noFill/>
            <a:prstDash val="solid"/>
            <a:miter/>
          </a:ln>
        </p:spPr>
        <p:txBody>
          <a:bodyPr rtlCol="0" anchor="ctr"/>
          <a:lstStyle/>
          <a:p>
            <a:endParaRPr lang="en-US"/>
          </a:p>
        </p:txBody>
      </p:sp>
      <p:pic>
        <p:nvPicPr>
          <p:cNvPr id="7" name="Graphic 6">
            <a:extLst>
              <a:ext uri="{FF2B5EF4-FFF2-40B4-BE49-F238E27FC236}">
                <a16:creationId xmlns:a16="http://schemas.microsoft.com/office/drawing/2014/main" id="{77BEDD1F-2524-1721-0294-2410EF7793F2}"/>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3016" t="24344" r="39234" b="-323"/>
          <a:stretch/>
        </p:blipFill>
        <p:spPr>
          <a:xfrm flipH="1">
            <a:off x="4738912" y="193872"/>
            <a:ext cx="2119088" cy="9712130"/>
          </a:xfrm>
          <a:prstGeom prst="rect">
            <a:avLst/>
          </a:prstGeom>
        </p:spPr>
      </p:pic>
    </p:spTree>
    <p:extLst>
      <p:ext uri="{BB962C8B-B14F-4D97-AF65-F5344CB8AC3E}">
        <p14:creationId xmlns:p14="http://schemas.microsoft.com/office/powerpoint/2010/main" val="3983174490"/>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apa">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2"/>
            <a:ext cx="4490940" cy="1772766"/>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3" y="4060055"/>
            <a:ext cx="6112353" cy="3349806"/>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72" name="Espaço Reservado para Conteúdo 14">
            <a:extLst>
              <a:ext uri="{FF2B5EF4-FFF2-40B4-BE49-F238E27FC236}">
                <a16:creationId xmlns:a16="http://schemas.microsoft.com/office/drawing/2014/main" id="{7F6E3DBC-5BBD-4436-85AB-82E653F9C656}"/>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73" name="Espaço Reservado para Conteúdo 14">
            <a:extLst>
              <a:ext uri="{FF2B5EF4-FFF2-40B4-BE49-F238E27FC236}">
                <a16:creationId xmlns:a16="http://schemas.microsoft.com/office/drawing/2014/main" id="{3405AF30-6481-4177-8C12-0BD1B0028E72}"/>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74" name="Espaço Reservado para Conteúdo 14">
            <a:extLst>
              <a:ext uri="{FF2B5EF4-FFF2-40B4-BE49-F238E27FC236}">
                <a16:creationId xmlns:a16="http://schemas.microsoft.com/office/drawing/2014/main" id="{14ECC719-6B01-4AF5-92A8-682707D600B0}"/>
              </a:ext>
            </a:extLst>
          </p:cNvPr>
          <p:cNvSpPr>
            <a:spLocks noGrp="1"/>
          </p:cNvSpPr>
          <p:nvPr>
            <p:ph sz="quarter" idx="24"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75" name="Espaço Reservado para Conteúdo 14">
            <a:extLst>
              <a:ext uri="{FF2B5EF4-FFF2-40B4-BE49-F238E27FC236}">
                <a16:creationId xmlns:a16="http://schemas.microsoft.com/office/drawing/2014/main" id="{519BA8D8-2D27-44DB-8406-D6D20B529EED}"/>
              </a:ext>
            </a:extLst>
          </p:cNvPr>
          <p:cNvSpPr>
            <a:spLocks noGrp="1"/>
          </p:cNvSpPr>
          <p:nvPr>
            <p:ph sz="quarter" idx="25"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EE3169FD-E6E0-42B5-95B3-82E0C29AA767}"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5022853" y="2150953"/>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5022853" y="2312750"/>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5022853" y="2439622"/>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5022853" y="2815008"/>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5022853" y="2976805"/>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5022853" y="3103677"/>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5022853" y="3467328"/>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5022853" y="3629125"/>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5022853" y="3755997"/>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p:nvPr userDrawn="1"/>
        </p:nvCxnSpPr>
        <p:spPr>
          <a:xfrm>
            <a:off x="4951973" y="2150952"/>
            <a:ext cx="0" cy="17727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Espaço Reservado para Texto 6">
            <a:extLst>
              <a:ext uri="{FF2B5EF4-FFF2-40B4-BE49-F238E27FC236}">
                <a16:creationId xmlns:a16="http://schemas.microsoft.com/office/drawing/2014/main" id="{984F9560-6699-43C8-BEE0-490CDFCBCF21}"/>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80EC9BA-5BCE-49E4-BC4C-E52C56FC5C26}"/>
              </a:ext>
            </a:extLst>
          </p:cNvPr>
          <p:cNvSpPr>
            <a:spLocks noGrp="1"/>
          </p:cNvSpPr>
          <p:nvPr>
            <p:ph type="body" sz="quarter" idx="37"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2209024188"/>
      </p:ext>
    </p:extLst>
  </p:cSld>
  <p:clrMapOvr>
    <a:masterClrMapping/>
  </p:clrMapOvr>
  <p:extLst>
    <p:ext uri="{DCECCB84-F9BA-43D5-87BE-67443E8EF086}">
      <p15:sldGuideLst xmlns:p15="http://schemas.microsoft.com/office/powerpoint/2012/main">
        <p15:guide id="0" pos="2228" userDrawn="1">
          <p15:clr>
            <a:srgbClr val="FBAE40"/>
          </p15:clr>
        </p15:guide>
        <p15:guide id="1" pos="2092"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apa Company Update/Report">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0099B9D8-C0DD-488D-894F-AD427467FBA1}"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4355786"/>
            <a:ext cx="0" cy="342412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Espaço Reservado para Conteúdo 14">
            <a:extLst>
              <a:ext uri="{FF2B5EF4-FFF2-40B4-BE49-F238E27FC236}">
                <a16:creationId xmlns:a16="http://schemas.microsoft.com/office/drawing/2014/main" id="{FC793E5F-9C0C-468E-8CC6-E5FF5C28A615}"/>
              </a:ext>
            </a:extLst>
          </p:cNvPr>
          <p:cNvSpPr>
            <a:spLocks noGrp="1"/>
          </p:cNvSpPr>
          <p:nvPr>
            <p:ph sz="quarter" idx="25" hasCustomPrompt="1"/>
          </p:nvPr>
        </p:nvSpPr>
        <p:spPr>
          <a:xfrm>
            <a:off x="4330594" y="5349815"/>
            <a:ext cx="2159107" cy="96674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445B0B9-ADF4-4441-B72F-3BFD45AB8EE6}"/>
              </a:ext>
            </a:extLst>
          </p:cNvPr>
          <p:cNvSpPr>
            <a:spLocks noGrp="1"/>
          </p:cNvSpPr>
          <p:nvPr>
            <p:ph sz="quarter" idx="36" hasCustomPrompt="1"/>
          </p:nvPr>
        </p:nvSpPr>
        <p:spPr>
          <a:xfrm>
            <a:off x="4330594" y="5061196"/>
            <a:ext cx="215910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6" name="Espaço Reservado para Texto 6">
            <a:extLst>
              <a:ext uri="{FF2B5EF4-FFF2-40B4-BE49-F238E27FC236}">
                <a16:creationId xmlns:a16="http://schemas.microsoft.com/office/drawing/2014/main" id="{5B35F13F-8F40-465F-949A-882361D6B7D8}"/>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58" name="Espaço Reservado para Texto 6">
            <a:extLst>
              <a:ext uri="{FF2B5EF4-FFF2-40B4-BE49-F238E27FC236}">
                <a16:creationId xmlns:a16="http://schemas.microsoft.com/office/drawing/2014/main" id="{891AEF2F-E5F3-40A5-A6BD-124D7FF714E4}"/>
              </a:ext>
            </a:extLst>
          </p:cNvPr>
          <p:cNvSpPr>
            <a:spLocks noGrp="1"/>
          </p:cNvSpPr>
          <p:nvPr>
            <p:ph type="body" sz="quarter" idx="39"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1303002841"/>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apa Company Results">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E0BEA2D4-6375-44DF-B3F2-113CB59C1105}"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6" name="Espaço Reservado para Texto 6">
            <a:extLst>
              <a:ext uri="{FF2B5EF4-FFF2-40B4-BE49-F238E27FC236}">
                <a16:creationId xmlns:a16="http://schemas.microsoft.com/office/drawing/2014/main" id="{B935674C-A1AD-4842-93A9-83EA6491755B}"/>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E39DE0F-32BC-41A9-847E-3FD62BFA409F}"/>
              </a:ext>
            </a:extLst>
          </p:cNvPr>
          <p:cNvSpPr>
            <a:spLocks noGrp="1"/>
          </p:cNvSpPr>
          <p:nvPr>
            <p:ph type="body" sz="quarter" idx="36"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376475646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apa Short Note v1">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1618119B-8806-4F15-8508-88E9DEDA8577}"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6" name="Espaço Reservado para Conteúdo 14">
            <a:extLst>
              <a:ext uri="{FF2B5EF4-FFF2-40B4-BE49-F238E27FC236}">
                <a16:creationId xmlns:a16="http://schemas.microsoft.com/office/drawing/2014/main" id="{91EAA875-CDD1-40CF-93C6-C46C988D6819}"/>
              </a:ext>
            </a:extLst>
          </p:cNvPr>
          <p:cNvSpPr>
            <a:spLocks noGrp="1"/>
          </p:cNvSpPr>
          <p:nvPr>
            <p:ph sz="quarter" idx="21" hasCustomPrompt="1"/>
          </p:nvPr>
        </p:nvSpPr>
        <p:spPr>
          <a:xfrm>
            <a:off x="382829" y="8150455"/>
            <a:ext cx="293822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5F8828C5-9B1E-49A4-9578-F6E2F3FA1C7A}"/>
              </a:ext>
            </a:extLst>
          </p:cNvPr>
          <p:cNvSpPr>
            <a:spLocks noGrp="1"/>
          </p:cNvSpPr>
          <p:nvPr>
            <p:ph sz="quarter" idx="36" hasCustomPrompt="1"/>
          </p:nvPr>
        </p:nvSpPr>
        <p:spPr>
          <a:xfrm>
            <a:off x="3536951" y="8150455"/>
            <a:ext cx="2965558"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6" name="Espaço Reservado para Conteúdo 14">
            <a:extLst>
              <a:ext uri="{FF2B5EF4-FFF2-40B4-BE49-F238E27FC236}">
                <a16:creationId xmlns:a16="http://schemas.microsoft.com/office/drawing/2014/main" id="{C8043A8B-C6A0-451F-BCE0-CF376EA84CE7}"/>
              </a:ext>
            </a:extLst>
          </p:cNvPr>
          <p:cNvSpPr>
            <a:spLocks noGrp="1"/>
          </p:cNvSpPr>
          <p:nvPr>
            <p:ph sz="quarter" idx="37" hasCustomPrompt="1"/>
          </p:nvPr>
        </p:nvSpPr>
        <p:spPr>
          <a:xfrm>
            <a:off x="382829" y="7861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8" name="Espaço Reservado para Conteúdo 14">
            <a:extLst>
              <a:ext uri="{FF2B5EF4-FFF2-40B4-BE49-F238E27FC236}">
                <a16:creationId xmlns:a16="http://schemas.microsoft.com/office/drawing/2014/main" id="{313F160D-109A-48C3-A366-CA46AF2EF492}"/>
              </a:ext>
            </a:extLst>
          </p:cNvPr>
          <p:cNvSpPr>
            <a:spLocks noGrp="1"/>
          </p:cNvSpPr>
          <p:nvPr>
            <p:ph sz="quarter" idx="25" hasCustomPrompt="1"/>
          </p:nvPr>
        </p:nvSpPr>
        <p:spPr>
          <a:xfrm>
            <a:off x="3552750" y="7861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Texto 6">
            <a:extLst>
              <a:ext uri="{FF2B5EF4-FFF2-40B4-BE49-F238E27FC236}">
                <a16:creationId xmlns:a16="http://schemas.microsoft.com/office/drawing/2014/main" id="{46934314-6D62-4693-8E75-BA871E290EE7}"/>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54" name="Espaço Reservado para Texto 6">
            <a:extLst>
              <a:ext uri="{FF2B5EF4-FFF2-40B4-BE49-F238E27FC236}">
                <a16:creationId xmlns:a16="http://schemas.microsoft.com/office/drawing/2014/main" id="{84AAEFD1-E87A-45B0-AAA9-B3FEC57B9D27}"/>
              </a:ext>
            </a:extLst>
          </p:cNvPr>
          <p:cNvSpPr>
            <a:spLocks noGrp="1"/>
          </p:cNvSpPr>
          <p:nvPr>
            <p:ph type="body" sz="quarter" idx="39"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85697767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apa Short Note v2">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7"/>
            <a:ext cx="3734170" cy="5848235"/>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B5FB3E93-A4C6-457A-8703-35E67D192249}"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584823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84291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81405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Texto 6">
            <a:extLst>
              <a:ext uri="{FF2B5EF4-FFF2-40B4-BE49-F238E27FC236}">
                <a16:creationId xmlns:a16="http://schemas.microsoft.com/office/drawing/2014/main" id="{3C2377C1-5302-4095-B1EF-BCFAB3F7EA2C}"/>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5" name="Espaço Reservado para Texto 6">
            <a:extLst>
              <a:ext uri="{FF2B5EF4-FFF2-40B4-BE49-F238E27FC236}">
                <a16:creationId xmlns:a16="http://schemas.microsoft.com/office/drawing/2014/main" id="{EE3879DA-CAD4-4DDD-A957-A5A9C7A21942}"/>
              </a:ext>
            </a:extLst>
          </p:cNvPr>
          <p:cNvSpPr>
            <a:spLocks noGrp="1"/>
          </p:cNvSpPr>
          <p:nvPr>
            <p:ph type="body" sz="quarter" idx="37"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271603771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apa Short Note Sector">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6B764B32-7379-4300-BDD5-E607EEEACB99}"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Texto 6">
            <a:extLst>
              <a:ext uri="{FF2B5EF4-FFF2-40B4-BE49-F238E27FC236}">
                <a16:creationId xmlns:a16="http://schemas.microsoft.com/office/drawing/2014/main" id="{ACB57286-315D-4256-A485-D81372E0374A}"/>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5" name="Espaço Reservado para Texto 6">
            <a:extLst>
              <a:ext uri="{FF2B5EF4-FFF2-40B4-BE49-F238E27FC236}">
                <a16:creationId xmlns:a16="http://schemas.microsoft.com/office/drawing/2014/main" id="{25C0A81E-C51A-4118-9E4E-C1BE395DDC0C}"/>
              </a:ext>
            </a:extLst>
          </p:cNvPr>
          <p:cNvSpPr>
            <a:spLocks noGrp="1"/>
          </p:cNvSpPr>
          <p:nvPr>
            <p:ph type="body" sz="quarter" idx="36"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191587939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Sumário">
    <p:bg>
      <p:bgPr>
        <a:solidFill>
          <a:schemeClr val="bg1"/>
        </a:solidFill>
        <a:effectLst/>
      </p:bgPr>
    </p:bg>
    <p:spTree>
      <p:nvGrpSpPr>
        <p:cNvPr id="1" name=""/>
        <p:cNvGrpSpPr/>
        <p:nvPr/>
      </p:nvGrpSpPr>
      <p:grpSpPr>
        <a:xfrm>
          <a:off x="0" y="0"/>
          <a:ext cx="0" cy="0"/>
          <a:chOff x="0" y="0"/>
          <a:chExt cx="0" cy="0"/>
        </a:xfrm>
      </p:grpSpPr>
      <p:sp>
        <p:nvSpPr>
          <p:cNvPr id="126" name="Freeform: Shape 125">
            <a:extLst>
              <a:ext uri="{FF2B5EF4-FFF2-40B4-BE49-F238E27FC236}">
                <a16:creationId xmlns:a16="http://schemas.microsoft.com/office/drawing/2014/main" id="{3FC77C66-38F9-4F02-B9BC-6AEE180B4F4B}"/>
              </a:ext>
            </a:extLst>
          </p:cNvPr>
          <p:cNvSpPr/>
          <p:nvPr userDrawn="1"/>
        </p:nvSpPr>
        <p:spPr>
          <a:xfrm>
            <a:off x="4738916" y="4"/>
            <a:ext cx="2119084" cy="9905999"/>
          </a:xfrm>
          <a:custGeom>
            <a:avLst/>
            <a:gdLst>
              <a:gd name="connsiteX0" fmla="*/ 0 w 2119084"/>
              <a:gd name="connsiteY0" fmla="*/ 0 h 9905999"/>
              <a:gd name="connsiteX1" fmla="*/ 2119084 w 2119084"/>
              <a:gd name="connsiteY1" fmla="*/ 0 h 9905999"/>
              <a:gd name="connsiteX2" fmla="*/ 2119084 w 2119084"/>
              <a:gd name="connsiteY2" fmla="*/ 9905999 h 9905999"/>
              <a:gd name="connsiteX3" fmla="*/ 0 w 2119084"/>
              <a:gd name="connsiteY3" fmla="*/ 9905999 h 9905999"/>
            </a:gdLst>
            <a:ahLst/>
            <a:cxnLst>
              <a:cxn ang="0">
                <a:pos x="connsiteX0" y="connsiteY0"/>
              </a:cxn>
              <a:cxn ang="0">
                <a:pos x="connsiteX1" y="connsiteY1"/>
              </a:cxn>
              <a:cxn ang="0">
                <a:pos x="connsiteX2" y="connsiteY2"/>
              </a:cxn>
              <a:cxn ang="0">
                <a:pos x="connsiteX3" y="connsiteY3"/>
              </a:cxn>
            </a:cxnLst>
            <a:rect l="l" t="t" r="r" b="b"/>
            <a:pathLst>
              <a:path w="2119084" h="9905999">
                <a:moveTo>
                  <a:pt x="0" y="0"/>
                </a:moveTo>
                <a:lnTo>
                  <a:pt x="2119084" y="0"/>
                </a:lnTo>
                <a:lnTo>
                  <a:pt x="2119084" y="9905999"/>
                </a:lnTo>
                <a:lnTo>
                  <a:pt x="0" y="9905999"/>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125" name="Picture 124" descr="A picture containing dark, night sky&#10;&#10;Description automatically generated">
            <a:extLst>
              <a:ext uri="{FF2B5EF4-FFF2-40B4-BE49-F238E27FC236}">
                <a16:creationId xmlns:a16="http://schemas.microsoft.com/office/drawing/2014/main" id="{C3A5B707-C3CA-48F1-A65F-A0F1B5E937CC}"/>
              </a:ext>
            </a:extLst>
          </p:cNvPr>
          <p:cNvPicPr>
            <a:picLocks noChangeAspect="1"/>
          </p:cNvPicPr>
          <p:nvPr userDrawn="1"/>
        </p:nvPicPr>
        <p:blipFill rotWithShape="1">
          <a:blip r:embed="rId3">
            <a:alphaModFix amt="60000"/>
          </a:blip>
          <a:srcRect l="1608" t="46598" b="23299"/>
          <a:stretch/>
        </p:blipFill>
        <p:spPr>
          <a:xfrm rot="5400000" flipH="1" flipV="1">
            <a:off x="845461" y="3893458"/>
            <a:ext cx="9905993" cy="2119084"/>
          </a:xfrm>
          <a:prstGeom prst="rect">
            <a:avLst/>
          </a:prstGeom>
          <a:noFill/>
        </p:spPr>
      </p:pic>
      <p:sp>
        <p:nvSpPr>
          <p:cNvPr id="6" name="Rectangle 5">
            <a:extLst>
              <a:ext uri="{FF2B5EF4-FFF2-40B4-BE49-F238E27FC236}">
                <a16:creationId xmlns:a16="http://schemas.microsoft.com/office/drawing/2014/main" id="{1D58E3DF-22F8-4C37-9B26-E76DF3BA1D45}"/>
              </a:ext>
            </a:extLst>
          </p:cNvPr>
          <p:cNvSpPr/>
          <p:nvPr userDrawn="1"/>
        </p:nvSpPr>
        <p:spPr>
          <a:xfrm>
            <a:off x="0" y="0"/>
            <a:ext cx="4738914" cy="990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CaixaDeTexto 4">
            <a:extLst>
              <a:ext uri="{FF2B5EF4-FFF2-40B4-BE49-F238E27FC236}">
                <a16:creationId xmlns:a16="http://schemas.microsoft.com/office/drawing/2014/main" id="{B62B5412-17EF-418D-8B6E-BF6ED9EC7C15}"/>
              </a:ext>
            </a:extLst>
          </p:cNvPr>
          <p:cNvSpPr txBox="1"/>
          <p:nvPr userDrawn="1"/>
        </p:nvSpPr>
        <p:spPr>
          <a:xfrm>
            <a:off x="375638" y="368602"/>
            <a:ext cx="3733609" cy="430887"/>
          </a:xfrm>
          <a:prstGeom prst="rect">
            <a:avLst/>
          </a:prstGeom>
        </p:spPr>
        <p:txBody>
          <a:bodyPr wrap="square" lIns="0" tIns="0" rIns="0" bIns="0" rtlCol="0">
            <a:spAutoFit/>
          </a:bodyPr>
          <a:lstStyle/>
          <a:p>
            <a:r>
              <a:rPr lang="pt-BR" sz="2800" err="1">
                <a:solidFill>
                  <a:srgbClr val="242424"/>
                </a:solidFill>
                <a:latin typeface="+mj-lt"/>
                <a:ea typeface="XP Light Lighthouse" pitchFamily="50" charset="0"/>
              </a:rPr>
              <a:t>Table</a:t>
            </a:r>
            <a:r>
              <a:rPr lang="pt-BR" sz="2800">
                <a:solidFill>
                  <a:srgbClr val="242424"/>
                </a:solidFill>
                <a:latin typeface="+mj-lt"/>
                <a:ea typeface="XP Light Lighthouse" pitchFamily="50" charset="0"/>
              </a:rPr>
              <a:t> </a:t>
            </a:r>
            <a:r>
              <a:rPr lang="pt-BR" sz="2800" err="1">
                <a:solidFill>
                  <a:srgbClr val="242424"/>
                </a:solidFill>
                <a:latin typeface="+mj-lt"/>
                <a:ea typeface="XP Light Lighthouse" pitchFamily="50" charset="0"/>
              </a:rPr>
              <a:t>of</a:t>
            </a:r>
            <a:r>
              <a:rPr lang="pt-BR" sz="2800">
                <a:solidFill>
                  <a:srgbClr val="242424"/>
                </a:solidFill>
                <a:latin typeface="+mj-lt"/>
                <a:ea typeface="XP Light Lighthouse" pitchFamily="50" charset="0"/>
              </a:rPr>
              <a:t> </a:t>
            </a:r>
            <a:r>
              <a:rPr lang="pt-BR" sz="2800" err="1">
                <a:solidFill>
                  <a:srgbClr val="242424"/>
                </a:solidFill>
                <a:latin typeface="+mj-lt"/>
                <a:ea typeface="XP Light Lighthouse" pitchFamily="50" charset="0"/>
              </a:rPr>
              <a:t>Contents</a:t>
            </a:r>
            <a:endParaRPr lang="pt-BR" sz="2800">
              <a:solidFill>
                <a:srgbClr val="242424"/>
              </a:solidFill>
              <a:latin typeface="+mj-lt"/>
              <a:ea typeface="XP Light Lighthouse" pitchFamily="50" charset="0"/>
            </a:endParaRPr>
          </a:p>
        </p:txBody>
      </p:sp>
      <p:sp>
        <p:nvSpPr>
          <p:cNvPr id="71" name="Espaço Reservado para Texto 6">
            <a:extLst>
              <a:ext uri="{FF2B5EF4-FFF2-40B4-BE49-F238E27FC236}">
                <a16:creationId xmlns:a16="http://schemas.microsoft.com/office/drawing/2014/main" id="{03A9C79B-A9AE-450D-ABDB-D007A473C085}"/>
              </a:ext>
            </a:extLst>
          </p:cNvPr>
          <p:cNvSpPr>
            <a:spLocks noGrp="1"/>
          </p:cNvSpPr>
          <p:nvPr>
            <p:ph type="body" sz="quarter" idx="17" hasCustomPrompt="1"/>
          </p:nvPr>
        </p:nvSpPr>
        <p:spPr>
          <a:xfrm>
            <a:off x="375638" y="115561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2" name="Espaço Reservado para Texto 6">
            <a:extLst>
              <a:ext uri="{FF2B5EF4-FFF2-40B4-BE49-F238E27FC236}">
                <a16:creationId xmlns:a16="http://schemas.microsoft.com/office/drawing/2014/main" id="{BDA9F1F2-ABC2-4D8D-8E95-0E8A4C2D295D}"/>
              </a:ext>
            </a:extLst>
          </p:cNvPr>
          <p:cNvSpPr>
            <a:spLocks noGrp="1"/>
          </p:cNvSpPr>
          <p:nvPr>
            <p:ph type="body" sz="quarter" idx="18" hasCustomPrompt="1"/>
          </p:nvPr>
        </p:nvSpPr>
        <p:spPr>
          <a:xfrm>
            <a:off x="375638" y="148583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3" name="Espaço Reservado para Texto 6">
            <a:extLst>
              <a:ext uri="{FF2B5EF4-FFF2-40B4-BE49-F238E27FC236}">
                <a16:creationId xmlns:a16="http://schemas.microsoft.com/office/drawing/2014/main" id="{0A91C08B-11B6-4949-955F-D55D9CBDCDD4}"/>
              </a:ext>
            </a:extLst>
          </p:cNvPr>
          <p:cNvSpPr>
            <a:spLocks noGrp="1"/>
          </p:cNvSpPr>
          <p:nvPr>
            <p:ph type="body" sz="quarter" idx="19" hasCustomPrompt="1"/>
          </p:nvPr>
        </p:nvSpPr>
        <p:spPr>
          <a:xfrm>
            <a:off x="375638" y="213999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4" name="Espaço Reservado para Texto 6">
            <a:extLst>
              <a:ext uri="{FF2B5EF4-FFF2-40B4-BE49-F238E27FC236}">
                <a16:creationId xmlns:a16="http://schemas.microsoft.com/office/drawing/2014/main" id="{61B220E4-8E3F-4CA0-815C-0FC23ECB015D}"/>
              </a:ext>
            </a:extLst>
          </p:cNvPr>
          <p:cNvSpPr>
            <a:spLocks noGrp="1"/>
          </p:cNvSpPr>
          <p:nvPr>
            <p:ph type="body" sz="quarter" idx="20" hasCustomPrompt="1"/>
          </p:nvPr>
        </p:nvSpPr>
        <p:spPr>
          <a:xfrm>
            <a:off x="375638" y="247021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5" name="Espaço Reservado para Texto 6">
            <a:extLst>
              <a:ext uri="{FF2B5EF4-FFF2-40B4-BE49-F238E27FC236}">
                <a16:creationId xmlns:a16="http://schemas.microsoft.com/office/drawing/2014/main" id="{55260DBC-11EE-4FC0-8B7C-0A2E6E95D846}"/>
              </a:ext>
            </a:extLst>
          </p:cNvPr>
          <p:cNvSpPr>
            <a:spLocks noGrp="1"/>
          </p:cNvSpPr>
          <p:nvPr>
            <p:ph type="body" sz="quarter" idx="21" hasCustomPrompt="1"/>
          </p:nvPr>
        </p:nvSpPr>
        <p:spPr>
          <a:xfrm>
            <a:off x="375638" y="31347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6" name="Espaço Reservado para Texto 6">
            <a:extLst>
              <a:ext uri="{FF2B5EF4-FFF2-40B4-BE49-F238E27FC236}">
                <a16:creationId xmlns:a16="http://schemas.microsoft.com/office/drawing/2014/main" id="{6E08F1B6-19EB-446F-A384-6FA55F237690}"/>
              </a:ext>
            </a:extLst>
          </p:cNvPr>
          <p:cNvSpPr>
            <a:spLocks noGrp="1"/>
          </p:cNvSpPr>
          <p:nvPr>
            <p:ph type="body" sz="quarter" idx="22" hasCustomPrompt="1"/>
          </p:nvPr>
        </p:nvSpPr>
        <p:spPr>
          <a:xfrm>
            <a:off x="375638" y="34650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7" name="Espaço Reservado para Texto 6">
            <a:extLst>
              <a:ext uri="{FF2B5EF4-FFF2-40B4-BE49-F238E27FC236}">
                <a16:creationId xmlns:a16="http://schemas.microsoft.com/office/drawing/2014/main" id="{91B87D7C-F3BF-4C21-A351-A0BDE3AC1780}"/>
              </a:ext>
            </a:extLst>
          </p:cNvPr>
          <p:cNvSpPr>
            <a:spLocks noGrp="1"/>
          </p:cNvSpPr>
          <p:nvPr>
            <p:ph type="body" sz="quarter" idx="23" hasCustomPrompt="1"/>
          </p:nvPr>
        </p:nvSpPr>
        <p:spPr>
          <a:xfrm>
            <a:off x="375638" y="411834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8" name="Espaço Reservado para Texto 6">
            <a:extLst>
              <a:ext uri="{FF2B5EF4-FFF2-40B4-BE49-F238E27FC236}">
                <a16:creationId xmlns:a16="http://schemas.microsoft.com/office/drawing/2014/main" id="{0AADF45C-FD67-4EA0-A19C-DFC61C6FDD41}"/>
              </a:ext>
            </a:extLst>
          </p:cNvPr>
          <p:cNvSpPr>
            <a:spLocks noGrp="1"/>
          </p:cNvSpPr>
          <p:nvPr>
            <p:ph type="body" sz="quarter" idx="24" hasCustomPrompt="1"/>
          </p:nvPr>
        </p:nvSpPr>
        <p:spPr>
          <a:xfrm>
            <a:off x="375638" y="444856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9" name="Espaço Reservado para Texto 6">
            <a:extLst>
              <a:ext uri="{FF2B5EF4-FFF2-40B4-BE49-F238E27FC236}">
                <a16:creationId xmlns:a16="http://schemas.microsoft.com/office/drawing/2014/main" id="{DBE90486-65C0-4DE3-B772-E75BDCB11A71}"/>
              </a:ext>
            </a:extLst>
          </p:cNvPr>
          <p:cNvSpPr>
            <a:spLocks noGrp="1"/>
          </p:cNvSpPr>
          <p:nvPr>
            <p:ph type="body" sz="quarter" idx="25" hasCustomPrompt="1"/>
          </p:nvPr>
        </p:nvSpPr>
        <p:spPr>
          <a:xfrm>
            <a:off x="375638" y="51018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0" name="Espaço Reservado para Texto 6">
            <a:extLst>
              <a:ext uri="{FF2B5EF4-FFF2-40B4-BE49-F238E27FC236}">
                <a16:creationId xmlns:a16="http://schemas.microsoft.com/office/drawing/2014/main" id="{1A800117-3D6E-41C0-87EE-163118B8A2E2}"/>
              </a:ext>
            </a:extLst>
          </p:cNvPr>
          <p:cNvSpPr>
            <a:spLocks noGrp="1"/>
          </p:cNvSpPr>
          <p:nvPr>
            <p:ph type="body" sz="quarter" idx="26" hasCustomPrompt="1"/>
          </p:nvPr>
        </p:nvSpPr>
        <p:spPr>
          <a:xfrm>
            <a:off x="375638" y="54321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2" name="Espaço Reservado para Texto 6">
            <a:extLst>
              <a:ext uri="{FF2B5EF4-FFF2-40B4-BE49-F238E27FC236}">
                <a16:creationId xmlns:a16="http://schemas.microsoft.com/office/drawing/2014/main" id="{55F89238-ABFA-4DE5-BEEE-C9A02D0C172F}"/>
              </a:ext>
            </a:extLst>
          </p:cNvPr>
          <p:cNvSpPr>
            <a:spLocks noGrp="1"/>
          </p:cNvSpPr>
          <p:nvPr>
            <p:ph type="body" sz="quarter" idx="27" hasCustomPrompt="1"/>
          </p:nvPr>
        </p:nvSpPr>
        <p:spPr>
          <a:xfrm>
            <a:off x="375638" y="610088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3" name="Espaço Reservado para Texto 6">
            <a:extLst>
              <a:ext uri="{FF2B5EF4-FFF2-40B4-BE49-F238E27FC236}">
                <a16:creationId xmlns:a16="http://schemas.microsoft.com/office/drawing/2014/main" id="{B576006F-5C63-4F83-A6A7-3A1D6518574B}"/>
              </a:ext>
            </a:extLst>
          </p:cNvPr>
          <p:cNvSpPr>
            <a:spLocks noGrp="1"/>
          </p:cNvSpPr>
          <p:nvPr>
            <p:ph type="body" sz="quarter" idx="28" hasCustomPrompt="1"/>
          </p:nvPr>
        </p:nvSpPr>
        <p:spPr>
          <a:xfrm>
            <a:off x="375638" y="643110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4" name="Espaço Reservado para Texto 6">
            <a:extLst>
              <a:ext uri="{FF2B5EF4-FFF2-40B4-BE49-F238E27FC236}">
                <a16:creationId xmlns:a16="http://schemas.microsoft.com/office/drawing/2014/main" id="{5BF4C252-6B86-4B48-9F78-8860636B44CF}"/>
              </a:ext>
            </a:extLst>
          </p:cNvPr>
          <p:cNvSpPr>
            <a:spLocks noGrp="1"/>
          </p:cNvSpPr>
          <p:nvPr>
            <p:ph type="body" sz="quarter" idx="29" hasCustomPrompt="1"/>
          </p:nvPr>
        </p:nvSpPr>
        <p:spPr>
          <a:xfrm>
            <a:off x="375638" y="708443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5" name="Espaço Reservado para Texto 6">
            <a:extLst>
              <a:ext uri="{FF2B5EF4-FFF2-40B4-BE49-F238E27FC236}">
                <a16:creationId xmlns:a16="http://schemas.microsoft.com/office/drawing/2014/main" id="{25455617-CBBE-4E5A-84C2-E57D5C8B9CAE}"/>
              </a:ext>
            </a:extLst>
          </p:cNvPr>
          <p:cNvSpPr>
            <a:spLocks noGrp="1"/>
          </p:cNvSpPr>
          <p:nvPr>
            <p:ph type="body" sz="quarter" idx="30" hasCustomPrompt="1"/>
          </p:nvPr>
        </p:nvSpPr>
        <p:spPr>
          <a:xfrm>
            <a:off x="375638" y="741465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6" name="CaixaDeTexto 9">
            <a:extLst>
              <a:ext uri="{FF2B5EF4-FFF2-40B4-BE49-F238E27FC236}">
                <a16:creationId xmlns:a16="http://schemas.microsoft.com/office/drawing/2014/main" id="{50BF8A2C-093E-471E-8719-A576D404CF14}"/>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9" name="Espaço Reservado para Texto 6">
            <a:extLst>
              <a:ext uri="{FF2B5EF4-FFF2-40B4-BE49-F238E27FC236}">
                <a16:creationId xmlns:a16="http://schemas.microsoft.com/office/drawing/2014/main" id="{7B172628-B577-4AEB-B6C9-D0D032DB3544}"/>
              </a:ext>
            </a:extLst>
          </p:cNvPr>
          <p:cNvSpPr>
            <a:spLocks noGrp="1"/>
          </p:cNvSpPr>
          <p:nvPr>
            <p:ph type="body" sz="quarter" idx="31" hasCustomPrompt="1"/>
          </p:nvPr>
        </p:nvSpPr>
        <p:spPr>
          <a:xfrm>
            <a:off x="375638" y="8063396"/>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100" name="Espaço Reservado para Texto 6">
            <a:extLst>
              <a:ext uri="{FF2B5EF4-FFF2-40B4-BE49-F238E27FC236}">
                <a16:creationId xmlns:a16="http://schemas.microsoft.com/office/drawing/2014/main" id="{B20D4700-3F28-45FE-AD12-4DD7C836112A}"/>
              </a:ext>
            </a:extLst>
          </p:cNvPr>
          <p:cNvSpPr>
            <a:spLocks noGrp="1"/>
          </p:cNvSpPr>
          <p:nvPr>
            <p:ph type="body" sz="quarter" idx="32" hasCustomPrompt="1"/>
          </p:nvPr>
        </p:nvSpPr>
        <p:spPr>
          <a:xfrm>
            <a:off x="375638" y="8393614"/>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grpSp>
        <p:nvGrpSpPr>
          <p:cNvPr id="58" name="Group 57">
            <a:extLst>
              <a:ext uri="{FF2B5EF4-FFF2-40B4-BE49-F238E27FC236}">
                <a16:creationId xmlns:a16="http://schemas.microsoft.com/office/drawing/2014/main" id="{21EC4E3C-94FF-4DEE-BCA5-6C69C79BF726}"/>
              </a:ext>
            </a:extLst>
          </p:cNvPr>
          <p:cNvGrpSpPr/>
          <p:nvPr userDrawn="1"/>
        </p:nvGrpSpPr>
        <p:grpSpPr>
          <a:xfrm>
            <a:off x="0" y="8408987"/>
            <a:ext cx="6858000" cy="1497013"/>
            <a:chOff x="-2701533" y="4131759"/>
            <a:chExt cx="8821930" cy="2757656"/>
          </a:xfrm>
        </p:grpSpPr>
        <p:cxnSp>
          <p:nvCxnSpPr>
            <p:cNvPr id="59" name="Conector reto 7">
              <a:extLst>
                <a:ext uri="{FF2B5EF4-FFF2-40B4-BE49-F238E27FC236}">
                  <a16:creationId xmlns:a16="http://schemas.microsoft.com/office/drawing/2014/main" id="{36127AE7-5949-4D77-9612-72EB21196D4A}"/>
                </a:ext>
              </a:extLst>
            </p:cNvPr>
            <p:cNvCxnSpPr>
              <a:cxnSpLocks/>
            </p:cNvCxnSpPr>
            <p:nvPr userDrawn="1"/>
          </p:nvCxnSpPr>
          <p:spPr>
            <a:xfrm>
              <a:off x="-2701533" y="5750250"/>
              <a:ext cx="882193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Conector reto 2">
              <a:extLst>
                <a:ext uri="{FF2B5EF4-FFF2-40B4-BE49-F238E27FC236}">
                  <a16:creationId xmlns:a16="http://schemas.microsoft.com/office/drawing/2014/main" id="{4CE8B0B8-0AF5-462B-9CCC-6E9CFFF38D98}"/>
                </a:ext>
              </a:extLst>
            </p:cNvPr>
            <p:cNvCxnSpPr>
              <a:cxnSpLocks/>
            </p:cNvCxnSpPr>
            <p:nvPr userDrawn="1"/>
          </p:nvCxnSpPr>
          <p:spPr>
            <a:xfrm flipH="1">
              <a:off x="4033407" y="4131759"/>
              <a:ext cx="2086990" cy="275765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38" name="Freeform: Shape 37">
            <a:extLst>
              <a:ext uri="{FF2B5EF4-FFF2-40B4-BE49-F238E27FC236}">
                <a16:creationId xmlns:a16="http://schemas.microsoft.com/office/drawing/2014/main" id="{B095B632-657C-4580-8D60-6742FAE9328E}"/>
              </a:ext>
            </a:extLst>
          </p:cNvPr>
          <p:cNvSpPr/>
          <p:nvPr userDrawn="1"/>
        </p:nvSpPr>
        <p:spPr>
          <a:xfrm>
            <a:off x="381000" y="9526266"/>
            <a:ext cx="270465" cy="243970"/>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000000"/>
          </a:solidFill>
          <a:ln w="6350" cap="flat">
            <a:noFill/>
            <a:prstDash val="solid"/>
            <a:miter/>
          </a:ln>
        </p:spPr>
        <p:txBody>
          <a:bodyPr rtlCol="0" anchor="ctr"/>
          <a:lstStyle/>
          <a:p>
            <a:endParaRPr lang="en-US"/>
          </a:p>
        </p:txBody>
      </p:sp>
    </p:spTree>
    <p:extLst>
      <p:ext uri="{BB962C8B-B14F-4D97-AF65-F5344CB8AC3E}">
        <p14:creationId xmlns:p14="http://schemas.microsoft.com/office/powerpoint/2010/main" val="122746759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Divisória">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4004B1B-6C67-4C40-BA3A-400177C1EF88}"/>
              </a:ext>
            </a:extLst>
          </p:cNvPr>
          <p:cNvSpPr/>
          <p:nvPr userDrawn="1"/>
        </p:nvSpPr>
        <p:spPr>
          <a:xfrm>
            <a:off x="-1" y="0"/>
            <a:ext cx="6858001" cy="20034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5" name="Group 4">
            <a:extLst>
              <a:ext uri="{FF2B5EF4-FFF2-40B4-BE49-F238E27FC236}">
                <a16:creationId xmlns:a16="http://schemas.microsoft.com/office/drawing/2014/main" id="{F8C7BC6E-B42D-4416-8608-21682D8920A8}"/>
              </a:ext>
            </a:extLst>
          </p:cNvPr>
          <p:cNvGrpSpPr/>
          <p:nvPr userDrawn="1"/>
        </p:nvGrpSpPr>
        <p:grpSpPr>
          <a:xfrm>
            <a:off x="0" y="1188728"/>
            <a:ext cx="6858000" cy="8726315"/>
            <a:chOff x="0" y="-1859272"/>
            <a:chExt cx="6858000" cy="8726315"/>
          </a:xfrm>
        </p:grpSpPr>
        <p:sp>
          <p:nvSpPr>
            <p:cNvPr id="40" name="Rectangle 39">
              <a:extLst>
                <a:ext uri="{FF2B5EF4-FFF2-40B4-BE49-F238E27FC236}">
                  <a16:creationId xmlns:a16="http://schemas.microsoft.com/office/drawing/2014/main" id="{8213840C-2C06-4CAA-815E-6052211F6CA0}"/>
                </a:ext>
              </a:extLst>
            </p:cNvPr>
            <p:cNvSpPr/>
            <p:nvPr userDrawn="1"/>
          </p:nvSpPr>
          <p:spPr>
            <a:xfrm flipH="1" flipV="1">
              <a:off x="0" y="-1859272"/>
              <a:ext cx="6858000" cy="871727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pic>
          <p:nvPicPr>
            <p:cNvPr id="41" name="Picture 40" descr="A picture containing dark, night sky&#10;&#10;Description automatically generated">
              <a:extLst>
                <a:ext uri="{FF2B5EF4-FFF2-40B4-BE49-F238E27FC236}">
                  <a16:creationId xmlns:a16="http://schemas.microsoft.com/office/drawing/2014/main" id="{AACBCC8B-613D-4802-AE5F-7D7D5FE3F250}"/>
                </a:ext>
              </a:extLst>
            </p:cNvPr>
            <p:cNvPicPr>
              <a:picLocks noChangeAspect="1"/>
            </p:cNvPicPr>
            <p:nvPr userDrawn="1"/>
          </p:nvPicPr>
          <p:blipFill rotWithShape="1">
            <a:blip r:embed="rId3">
              <a:alphaModFix amt="49000"/>
            </a:blip>
            <a:srcRect l="11124"/>
            <a:stretch/>
          </p:blipFill>
          <p:spPr>
            <a:xfrm rot="16200000" flipV="1">
              <a:off x="-929638" y="-920592"/>
              <a:ext cx="8717273" cy="6857998"/>
            </a:xfrm>
            <a:prstGeom prst="rect">
              <a:avLst/>
            </a:prstGeom>
          </p:spPr>
        </p:pic>
      </p:gr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52" name="Group 51">
            <a:extLst>
              <a:ext uri="{FF2B5EF4-FFF2-40B4-BE49-F238E27FC236}">
                <a16:creationId xmlns:a16="http://schemas.microsoft.com/office/drawing/2014/main" id="{EC4BCA75-7F1B-481D-83B9-D8049585F325}"/>
              </a:ext>
            </a:extLst>
          </p:cNvPr>
          <p:cNvGrpSpPr/>
          <p:nvPr userDrawn="1"/>
        </p:nvGrpSpPr>
        <p:grpSpPr>
          <a:xfrm>
            <a:off x="390154" y="406178"/>
            <a:ext cx="1240285" cy="341910"/>
            <a:chOff x="2700591" y="2522601"/>
            <a:chExt cx="6428993" cy="1772284"/>
          </a:xfrm>
          <a:solidFill>
            <a:schemeClr val="accent6"/>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87" name="Rectangle 86">
            <a:extLst>
              <a:ext uri="{FF2B5EF4-FFF2-40B4-BE49-F238E27FC236}">
                <a16:creationId xmlns:a16="http://schemas.microsoft.com/office/drawing/2014/main" id="{07C5F37B-60FC-4C36-9DD3-0AB5A17A75AB}"/>
              </a:ext>
            </a:extLst>
          </p:cNvPr>
          <p:cNvSpPr/>
          <p:nvPr userDrawn="1"/>
        </p:nvSpPr>
        <p:spPr>
          <a:xfrm>
            <a:off x="4086054" y="0"/>
            <a:ext cx="2771946" cy="1188728"/>
          </a:xfrm>
          <a:custGeom>
            <a:avLst/>
            <a:gdLst>
              <a:gd name="connsiteX0" fmla="*/ 0 w 2771946"/>
              <a:gd name="connsiteY0" fmla="*/ 0 h 1188728"/>
              <a:gd name="connsiteX1" fmla="*/ 2771946 w 2771946"/>
              <a:gd name="connsiteY1" fmla="*/ 0 h 1188728"/>
              <a:gd name="connsiteX2" fmla="*/ 2771946 w 2771946"/>
              <a:gd name="connsiteY2" fmla="*/ 1188728 h 1188728"/>
              <a:gd name="connsiteX3" fmla="*/ 0 w 2771946"/>
              <a:gd name="connsiteY3" fmla="*/ 1188728 h 1188728"/>
              <a:gd name="connsiteX4" fmla="*/ 0 w 2771946"/>
              <a:gd name="connsiteY4" fmla="*/ 0 h 1188728"/>
              <a:gd name="connsiteX0" fmla="*/ 0 w 2771946"/>
              <a:gd name="connsiteY0" fmla="*/ 0 h 1188728"/>
              <a:gd name="connsiteX1" fmla="*/ 2771946 w 2771946"/>
              <a:gd name="connsiteY1" fmla="*/ 0 h 1188728"/>
              <a:gd name="connsiteX2" fmla="*/ 2771946 w 2771946"/>
              <a:gd name="connsiteY2" fmla="*/ 1188728 h 1188728"/>
              <a:gd name="connsiteX3" fmla="*/ 1104900 w 2771946"/>
              <a:gd name="connsiteY3" fmla="*/ 909328 h 1188728"/>
              <a:gd name="connsiteX4" fmla="*/ 0 w 2771946"/>
              <a:gd name="connsiteY4" fmla="*/ 0 h 1188728"/>
              <a:gd name="connsiteX0" fmla="*/ 0 w 2771946"/>
              <a:gd name="connsiteY0" fmla="*/ 0 h 1188728"/>
              <a:gd name="connsiteX1" fmla="*/ 2771946 w 2771946"/>
              <a:gd name="connsiteY1" fmla="*/ 0 h 1188728"/>
              <a:gd name="connsiteX2" fmla="*/ 2771946 w 2771946"/>
              <a:gd name="connsiteY2" fmla="*/ 1188728 h 1188728"/>
              <a:gd name="connsiteX3" fmla="*/ 971550 w 2771946"/>
              <a:gd name="connsiteY3" fmla="*/ 1188728 h 1188728"/>
              <a:gd name="connsiteX4" fmla="*/ 0 w 2771946"/>
              <a:gd name="connsiteY4" fmla="*/ 0 h 1188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946" h="1188728">
                <a:moveTo>
                  <a:pt x="0" y="0"/>
                </a:moveTo>
                <a:lnTo>
                  <a:pt x="2771946" y="0"/>
                </a:lnTo>
                <a:lnTo>
                  <a:pt x="2771946" y="1188728"/>
                </a:lnTo>
                <a:lnTo>
                  <a:pt x="971550" y="118872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68" name="Group 67">
            <a:extLst>
              <a:ext uri="{FF2B5EF4-FFF2-40B4-BE49-F238E27FC236}">
                <a16:creationId xmlns:a16="http://schemas.microsoft.com/office/drawing/2014/main" id="{17DB0CED-EB9B-40B9-950A-5942CEE89D15}"/>
              </a:ext>
            </a:extLst>
          </p:cNvPr>
          <p:cNvGrpSpPr/>
          <p:nvPr userDrawn="1"/>
        </p:nvGrpSpPr>
        <p:grpSpPr>
          <a:xfrm>
            <a:off x="0" y="0"/>
            <a:ext cx="6858000" cy="3415894"/>
            <a:chOff x="-2701533" y="4114034"/>
            <a:chExt cx="8821930" cy="4701783"/>
          </a:xfrm>
        </p:grpSpPr>
        <p:cxnSp>
          <p:nvCxnSpPr>
            <p:cNvPr id="69" name="Conector reto 7">
              <a:extLst>
                <a:ext uri="{FF2B5EF4-FFF2-40B4-BE49-F238E27FC236}">
                  <a16:creationId xmlns:a16="http://schemas.microsoft.com/office/drawing/2014/main" id="{7C215890-47CA-4535-A28E-F0D8639CAF52}"/>
                </a:ext>
              </a:extLst>
            </p:cNvPr>
            <p:cNvCxnSpPr>
              <a:cxnSpLocks/>
            </p:cNvCxnSpPr>
            <p:nvPr userDrawn="1"/>
          </p:nvCxnSpPr>
          <p:spPr>
            <a:xfrm>
              <a:off x="-2701533" y="5741510"/>
              <a:ext cx="882193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1" name="Conector reto 2">
              <a:extLst>
                <a:ext uri="{FF2B5EF4-FFF2-40B4-BE49-F238E27FC236}">
                  <a16:creationId xmlns:a16="http://schemas.microsoft.com/office/drawing/2014/main" id="{C9C6FAA6-86BF-4151-9C12-9A001DB12D56}"/>
                </a:ext>
              </a:extLst>
            </p:cNvPr>
            <p:cNvCxnSpPr>
              <a:cxnSpLocks/>
            </p:cNvCxnSpPr>
            <p:nvPr userDrawn="1"/>
          </p:nvCxnSpPr>
          <p:spPr>
            <a:xfrm flipH="1" flipV="1">
              <a:off x="2562094" y="4114034"/>
              <a:ext cx="3558302" cy="4701783"/>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88" name="CaixaDeTexto 9">
            <a:extLst>
              <a:ext uri="{FF2B5EF4-FFF2-40B4-BE49-F238E27FC236}">
                <a16:creationId xmlns:a16="http://schemas.microsoft.com/office/drawing/2014/main" id="{2FF21D72-7D65-4AA3-AE03-41BAE5375E8C}"/>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9" name="Text Placeholder 40">
            <a:extLst>
              <a:ext uri="{FF2B5EF4-FFF2-40B4-BE49-F238E27FC236}">
                <a16:creationId xmlns:a16="http://schemas.microsoft.com/office/drawing/2014/main" id="{91D72DC1-72BB-4D90-888F-230C2490908D}"/>
              </a:ext>
            </a:extLst>
          </p:cNvPr>
          <p:cNvSpPr>
            <a:spLocks noGrp="1"/>
          </p:cNvSpPr>
          <p:nvPr>
            <p:ph type="body" sz="quarter" idx="11" hasCustomPrompt="1"/>
          </p:nvPr>
        </p:nvSpPr>
        <p:spPr>
          <a:xfrm>
            <a:off x="368299" y="1928155"/>
            <a:ext cx="5337375" cy="458908"/>
          </a:xfrm>
          <a:prstGeom prst="rect">
            <a:avLst/>
          </a:prstGeom>
          <a:noFill/>
          <a:effectLst/>
        </p:spPr>
        <p:txBody>
          <a:bodyPr wrap="square" lIns="0" tIns="0" rIns="0" bIns="0" rtlCol="0" anchor="t" anchorCtr="0">
            <a:noAutofit/>
          </a:bodyPr>
          <a:lstStyle>
            <a:lvl1pPr algn="l">
              <a:defRPr lang="en-US" sz="3200" b="0" i="0" dirty="0">
                <a:solidFill>
                  <a:schemeClr val="bg1"/>
                </a:solidFill>
                <a:latin typeface="+mj-lt"/>
                <a:ea typeface="XP Light" pitchFamily="50" charset="0"/>
                <a:cs typeface="Roboto" panose="02000000000000000000" pitchFamily="2" charset="0"/>
              </a:defRPr>
            </a:lvl1pPr>
          </a:lstStyle>
          <a:p>
            <a:pPr lvl="0" algn="ctr" defTabSz="914400">
              <a:lnSpc>
                <a:spcPct val="80000"/>
              </a:lnSpc>
              <a:spcBef>
                <a:spcPts val="1200"/>
              </a:spcBef>
            </a:pPr>
            <a:r>
              <a:rPr lang="pt-BR" noProof="0" err="1"/>
              <a:t>Edit</a:t>
            </a:r>
            <a:endParaRPr lang="pt-BR" noProof="0"/>
          </a:p>
        </p:txBody>
      </p:sp>
      <p:sp>
        <p:nvSpPr>
          <p:cNvPr id="90" name="Text Placeholder 40">
            <a:extLst>
              <a:ext uri="{FF2B5EF4-FFF2-40B4-BE49-F238E27FC236}">
                <a16:creationId xmlns:a16="http://schemas.microsoft.com/office/drawing/2014/main" id="{B7833D10-130C-44AA-A9F0-0C48CBA6D02C}"/>
              </a:ext>
            </a:extLst>
          </p:cNvPr>
          <p:cNvSpPr>
            <a:spLocks noGrp="1"/>
          </p:cNvSpPr>
          <p:nvPr>
            <p:ph type="body" sz="quarter" idx="12" hasCustomPrompt="1"/>
          </p:nvPr>
        </p:nvSpPr>
        <p:spPr>
          <a:xfrm>
            <a:off x="368300" y="1509004"/>
            <a:ext cx="3006272" cy="336050"/>
          </a:xfrm>
          <a:prstGeom prst="rect">
            <a:avLst/>
          </a:prstGeom>
          <a:noFill/>
          <a:effectLst/>
        </p:spPr>
        <p:txBody>
          <a:bodyPr wrap="none" lIns="0" tIns="0" rIns="0" bIns="0" rtlCol="0" anchor="ctr">
            <a:noAutofit/>
          </a:bodyPr>
          <a:lstStyle>
            <a:lvl1pPr algn="l">
              <a:defRPr lang="en-US" sz="1800" b="0" i="0" dirty="0">
                <a:solidFill>
                  <a:schemeClr val="accent2"/>
                </a:solidFill>
                <a:latin typeface="+mj-lt"/>
                <a:ea typeface="Roboto" panose="02000000000000000000" pitchFamily="2" charset="0"/>
                <a:cs typeface="Roboto" panose="02000000000000000000" pitchFamily="2" charset="0"/>
              </a:defRPr>
            </a:lvl1pPr>
          </a:lstStyle>
          <a:p>
            <a:pPr lvl="0" algn="ctr" defTabSz="914400">
              <a:lnSpc>
                <a:spcPct val="80000"/>
              </a:lnSpc>
              <a:spcBef>
                <a:spcPts val="1200"/>
              </a:spcBef>
            </a:pPr>
            <a:r>
              <a:rPr lang="pt-BR" noProof="0" err="1"/>
              <a:t>Section</a:t>
            </a:r>
            <a:endParaRPr lang="pt-BR" noProof="0"/>
          </a:p>
        </p:txBody>
      </p:sp>
    </p:spTree>
    <p:extLst>
      <p:ext uri="{BB962C8B-B14F-4D97-AF65-F5344CB8AC3E}">
        <p14:creationId xmlns:p14="http://schemas.microsoft.com/office/powerpoint/2010/main" val="203538760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 Gráfic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8335"/>
            <a:ext cx="6105737" cy="766890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971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Espaço Reservado para Texto 6">
            <a:extLst>
              <a:ext uri="{FF2B5EF4-FFF2-40B4-BE49-F238E27FC236}">
                <a16:creationId xmlns:a16="http://schemas.microsoft.com/office/drawing/2014/main" id="{63243072-4DA0-4C3A-B73A-671A2BEE8737}"/>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3" name="Espaço Reservado para Texto 6">
            <a:extLst>
              <a:ext uri="{FF2B5EF4-FFF2-40B4-BE49-F238E27FC236}">
                <a16:creationId xmlns:a16="http://schemas.microsoft.com/office/drawing/2014/main" id="{6194D149-E2F1-4BF9-A8EC-BA08D0C1D8BC}"/>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57639" y="438763"/>
            <a:ext cx="2532062"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69D2AB96-3D4C-489F-83B5-A86A2BCAB15F}" type="datetime4">
              <a:rPr lang="en-US" smtClean="0"/>
              <a:t>October 30, 2026</a:t>
            </a:fld>
            <a:endParaRPr lang="en-US"/>
          </a:p>
        </p:txBody>
      </p:sp>
    </p:spTree>
    <p:extLst>
      <p:ext uri="{BB962C8B-B14F-4D97-AF65-F5344CB8AC3E}">
        <p14:creationId xmlns:p14="http://schemas.microsoft.com/office/powerpoint/2010/main" val="330531609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8" y="1497015"/>
            <a:ext cx="6106871" cy="3948034"/>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610687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36D3C0D4-4772-47D7-8E52-EDEF11C64EA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spaço Reservado para Texto 6">
            <a:extLst>
              <a:ext uri="{FF2B5EF4-FFF2-40B4-BE49-F238E27FC236}">
                <a16:creationId xmlns:a16="http://schemas.microsoft.com/office/drawing/2014/main" id="{F0727637-B56E-4C1E-9D50-4D5CB2A21C4F}"/>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37" name="Espaço Reservado para Texto 6">
            <a:extLst>
              <a:ext uri="{FF2B5EF4-FFF2-40B4-BE49-F238E27FC236}">
                <a16:creationId xmlns:a16="http://schemas.microsoft.com/office/drawing/2014/main" id="{6A52A1EC-A892-4253-A152-66B87248D94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7905309A-7F3E-4A7B-816E-100D4419AC95}"/>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F553351A-90B3-4CE5-942E-AE4248858838}"/>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AFD98A03-C14E-4F5D-B629-2556EC483F23}" type="datetime4">
              <a:rPr lang="en-US" smtClean="0"/>
              <a:t>October 30, 2026</a:t>
            </a:fld>
            <a:endParaRPr lang="en-US"/>
          </a:p>
        </p:txBody>
      </p:sp>
    </p:spTree>
    <p:extLst>
      <p:ext uri="{BB962C8B-B14F-4D97-AF65-F5344CB8AC3E}">
        <p14:creationId xmlns:p14="http://schemas.microsoft.com/office/powerpoint/2010/main" val="3969763560"/>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7013"/>
            <a:ext cx="2923563" cy="261667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4581387"/>
            <a:ext cx="6119679" cy="2082010"/>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1836751"/>
            <a:ext cx="2965558" cy="227693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4292769"/>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1548134"/>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Text Placeholder 4">
            <a:extLst>
              <a:ext uri="{FF2B5EF4-FFF2-40B4-BE49-F238E27FC236}">
                <a16:creationId xmlns:a16="http://schemas.microsoft.com/office/drawing/2014/main" id="{92D80794-D9BD-4233-9669-1606A39695D6}"/>
              </a:ext>
            </a:extLst>
          </p:cNvPr>
          <p:cNvSpPr>
            <a:spLocks noGrp="1"/>
          </p:cNvSpPr>
          <p:nvPr>
            <p:ph type="body" sz="quarter" idx="29"/>
          </p:nvPr>
        </p:nvSpPr>
        <p:spPr>
          <a:xfrm>
            <a:off x="390154" y="6866857"/>
            <a:ext cx="2923563" cy="258476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A6CB413F-84EF-44DF-BD40-B9F876AF8DE8}"/>
              </a:ext>
            </a:extLst>
          </p:cNvPr>
          <p:cNvSpPr>
            <a:spLocks noGrp="1"/>
          </p:cNvSpPr>
          <p:nvPr>
            <p:ph sz="quarter" idx="30" hasCustomPrompt="1"/>
          </p:nvPr>
        </p:nvSpPr>
        <p:spPr>
          <a:xfrm>
            <a:off x="3544276" y="7190300"/>
            <a:ext cx="2965558" cy="226326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81B1184E-C2A9-4D89-B81A-04C67DFDFC84}"/>
              </a:ext>
            </a:extLst>
          </p:cNvPr>
          <p:cNvSpPr>
            <a:spLocks noGrp="1"/>
          </p:cNvSpPr>
          <p:nvPr>
            <p:ph sz="quarter" idx="31" hasCustomPrompt="1"/>
          </p:nvPr>
        </p:nvSpPr>
        <p:spPr>
          <a:xfrm>
            <a:off x="3560075" y="690168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3" name="Straight Connector 22">
            <a:extLst>
              <a:ext uri="{FF2B5EF4-FFF2-40B4-BE49-F238E27FC236}">
                <a16:creationId xmlns:a16="http://schemas.microsoft.com/office/drawing/2014/main" id="{15C7A86C-C2D3-4F3B-B362-92EDFEE558D4}"/>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Espaço Reservado para Texto 6">
            <a:extLst>
              <a:ext uri="{FF2B5EF4-FFF2-40B4-BE49-F238E27FC236}">
                <a16:creationId xmlns:a16="http://schemas.microsoft.com/office/drawing/2014/main" id="{667A78A2-6B0A-4B79-B91F-864FAEBDF306}"/>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8" name="Espaço Reservado para Texto 6">
            <a:extLst>
              <a:ext uri="{FF2B5EF4-FFF2-40B4-BE49-F238E27FC236}">
                <a16:creationId xmlns:a16="http://schemas.microsoft.com/office/drawing/2014/main" id="{C057AED6-8480-40FD-AA17-1DD8BA77D1B9}"/>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9" name="Espaço Reservado para Texto 6">
            <a:extLst>
              <a:ext uri="{FF2B5EF4-FFF2-40B4-BE49-F238E27FC236}">
                <a16:creationId xmlns:a16="http://schemas.microsoft.com/office/drawing/2014/main" id="{D8173AC5-D6F2-4007-9E85-9CC5D5ECAF90}"/>
              </a:ext>
            </a:extLst>
          </p:cNvPr>
          <p:cNvSpPr>
            <a:spLocks noGrp="1"/>
          </p:cNvSpPr>
          <p:nvPr>
            <p:ph type="body" sz="quarter" idx="32"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907C5A98-0307-4E77-A8F5-55605CF6F9F6}"/>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34E6CA13-D467-4F1B-9CF7-6FE5ED1B83CB}" type="datetime4">
              <a:rPr lang="en-US" smtClean="0"/>
              <a:t>October 30, 2026</a:t>
            </a:fld>
            <a:endParaRPr lang="en-US"/>
          </a:p>
        </p:txBody>
      </p:sp>
    </p:spTree>
    <p:extLst>
      <p:ext uri="{BB962C8B-B14F-4D97-AF65-F5344CB8AC3E}">
        <p14:creationId xmlns:p14="http://schemas.microsoft.com/office/powerpoint/2010/main" val="396757353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_Divisória">
    <p:bg>
      <p:bgPr>
        <a:solidFill>
          <a:schemeClr val="bg1"/>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EEF889BE-5F29-4032-AB30-7BDF50F86CBF}"/>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1" y="0"/>
            <a:ext cx="6858001" cy="9906000"/>
          </a:xfrm>
          <a:prstGeom prst="rect">
            <a:avLst/>
          </a:prstGeom>
        </p:spPr>
      </p:pic>
      <p:pic>
        <p:nvPicPr>
          <p:cNvPr id="3" name="Graphic 2">
            <a:extLst>
              <a:ext uri="{FF2B5EF4-FFF2-40B4-BE49-F238E27FC236}">
                <a16:creationId xmlns:a16="http://schemas.microsoft.com/office/drawing/2014/main" id="{05867FA6-DA0F-5E05-3BDF-51C709B70449}"/>
              </a:ext>
            </a:extLst>
          </p:cNvPr>
          <p:cNvPicPr>
            <a:picLocks noChangeAspect="1"/>
          </p:cNvPicPr>
          <p:nvPr userDrawn="1"/>
        </p:nvPicPr>
        <p:blipFill>
          <a:blip>
            <a:alphaModFix amt="66000"/>
            <a:extLst>
              <a:ext uri="{96DAC541-7B7A-43D3-8B79-37D633B846F1}">
                <asvg:svgBlip xmlns:asvg="http://schemas.microsoft.com/office/drawing/2016/SVG/main" r:embed="rId4"/>
              </a:ext>
            </a:extLst>
          </a:blip>
          <a:srcRect l="26318" r="36169"/>
          <a:stretch/>
        </p:blipFill>
        <p:spPr>
          <a:xfrm>
            <a:off x="0" y="977414"/>
            <a:ext cx="6858001" cy="8476149"/>
          </a:xfrm>
          <a:prstGeom prst="rect">
            <a:avLst/>
          </a:prstGeom>
        </p:spPr>
      </p:pic>
      <p:sp>
        <p:nvSpPr>
          <p:cNvPr id="11" name="Do not remove">
            <a:extLst>
              <a:ext uri="{FF2B5EF4-FFF2-40B4-BE49-F238E27FC236}">
                <a16:creationId xmlns:a16="http://schemas.microsoft.com/office/drawing/2014/main" id="{A0E1623B-010B-478D-BFD7-8A4047822D40}"/>
              </a:ext>
            </a:extLst>
          </p:cNvPr>
          <p:cNvSpPr/>
          <p:nvPr userDrawn="1">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8" name="CaixaDeTexto 9">
            <a:extLst>
              <a:ext uri="{FF2B5EF4-FFF2-40B4-BE49-F238E27FC236}">
                <a16:creationId xmlns:a16="http://schemas.microsoft.com/office/drawing/2014/main" id="{2FF21D72-7D65-4AA3-AE03-41BAE5375E8C}"/>
              </a:ext>
            </a:extLst>
          </p:cNvPr>
          <p:cNvSpPr txBox="1"/>
          <p:nvPr userDrawn="1"/>
        </p:nvSpPr>
        <p:spPr>
          <a:xfrm>
            <a:off x="6328029" y="9566630"/>
            <a:ext cx="148017" cy="145499"/>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 name="Picture 1" descr="A blue and white dot pattern&#10;&#10;AI-generated content may be incorrect.">
            <a:extLst>
              <a:ext uri="{FF2B5EF4-FFF2-40B4-BE49-F238E27FC236}">
                <a16:creationId xmlns:a16="http://schemas.microsoft.com/office/drawing/2014/main" id="{A1A21C4B-47C1-C0E8-14F5-2F2BFF0411D7}"/>
              </a:ext>
            </a:extLst>
          </p:cNvPr>
          <p:cNvPicPr>
            <a:picLocks noChangeAspect="1"/>
          </p:cNvPicPr>
          <p:nvPr userDrawn="1"/>
        </p:nvPicPr>
        <p:blipFill>
          <a:blip r:embed="rId5">
            <a:alphaModFix amt="18000"/>
            <a:extLst>
              <a:ext uri="{BEBA8EAE-BF5A-486C-A8C5-ECC9F3942E4B}">
                <a14:imgProps xmlns:a14="http://schemas.microsoft.com/office/drawing/2010/main">
                  <a14:imgLayer r:embed="rId6">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0" y="0"/>
            <a:ext cx="6858001" cy="9906000"/>
          </a:xfrm>
          <a:prstGeom prst="rect">
            <a:avLst/>
          </a:prstGeom>
        </p:spPr>
      </p:pic>
      <p:sp>
        <p:nvSpPr>
          <p:cNvPr id="89" name="Text Placeholder 40">
            <a:extLst>
              <a:ext uri="{FF2B5EF4-FFF2-40B4-BE49-F238E27FC236}">
                <a16:creationId xmlns:a16="http://schemas.microsoft.com/office/drawing/2014/main" id="{91D72DC1-72BB-4D90-888F-230C2490908D}"/>
              </a:ext>
            </a:extLst>
          </p:cNvPr>
          <p:cNvSpPr>
            <a:spLocks noGrp="1"/>
          </p:cNvSpPr>
          <p:nvPr userDrawn="1">
            <p:ph type="body" sz="quarter" idx="11" hasCustomPrompt="1"/>
          </p:nvPr>
        </p:nvSpPr>
        <p:spPr>
          <a:xfrm>
            <a:off x="368299" y="1928155"/>
            <a:ext cx="5337375" cy="458908"/>
          </a:xfrm>
          <a:prstGeom prst="rect">
            <a:avLst/>
          </a:prstGeom>
          <a:noFill/>
          <a:effectLst/>
        </p:spPr>
        <p:txBody>
          <a:bodyPr wrap="square" lIns="0" tIns="0" rIns="0" bIns="0" rtlCol="0" anchor="t" anchorCtr="0">
            <a:noAutofit/>
          </a:bodyPr>
          <a:lstStyle>
            <a:lvl1pPr algn="l">
              <a:defRPr lang="en-US" sz="3200" b="0" i="0" dirty="0">
                <a:solidFill>
                  <a:schemeClr val="bg1"/>
                </a:solidFill>
                <a:latin typeface="+mj-lt"/>
                <a:ea typeface="XP Light" pitchFamily="50" charset="0"/>
                <a:cs typeface="Roboto" panose="02000000000000000000" pitchFamily="2" charset="0"/>
              </a:defRPr>
            </a:lvl1pPr>
          </a:lstStyle>
          <a:p>
            <a:pPr lvl="0" algn="ctr" defTabSz="914400">
              <a:lnSpc>
                <a:spcPct val="80000"/>
              </a:lnSpc>
              <a:spcBef>
                <a:spcPts val="1200"/>
              </a:spcBef>
            </a:pPr>
            <a:r>
              <a:rPr lang="pt-BR" noProof="0" err="1"/>
              <a:t>Edit</a:t>
            </a:r>
            <a:endParaRPr lang="pt-BR" noProof="0"/>
          </a:p>
        </p:txBody>
      </p:sp>
      <p:sp>
        <p:nvSpPr>
          <p:cNvPr id="90" name="Text Placeholder 40">
            <a:extLst>
              <a:ext uri="{FF2B5EF4-FFF2-40B4-BE49-F238E27FC236}">
                <a16:creationId xmlns:a16="http://schemas.microsoft.com/office/drawing/2014/main" id="{B7833D10-130C-44AA-A9F0-0C48CBA6D02C}"/>
              </a:ext>
            </a:extLst>
          </p:cNvPr>
          <p:cNvSpPr>
            <a:spLocks noGrp="1"/>
          </p:cNvSpPr>
          <p:nvPr userDrawn="1">
            <p:ph type="body" sz="quarter" idx="12" hasCustomPrompt="1"/>
          </p:nvPr>
        </p:nvSpPr>
        <p:spPr>
          <a:xfrm>
            <a:off x="368300" y="1509004"/>
            <a:ext cx="3006272" cy="336050"/>
          </a:xfrm>
          <a:prstGeom prst="rect">
            <a:avLst/>
          </a:prstGeom>
          <a:noFill/>
          <a:effectLst/>
        </p:spPr>
        <p:txBody>
          <a:bodyPr wrap="none" lIns="0" tIns="0" rIns="0" bIns="0" rtlCol="0" anchor="ctr">
            <a:noAutofit/>
          </a:bodyPr>
          <a:lstStyle>
            <a:lvl1pPr algn="l">
              <a:defRPr lang="en-US" sz="1800" b="0" i="0" dirty="0">
                <a:solidFill>
                  <a:schemeClr val="accent2"/>
                </a:solidFill>
                <a:latin typeface="+mj-lt"/>
                <a:ea typeface="Roboto" panose="02000000000000000000" pitchFamily="2" charset="0"/>
                <a:cs typeface="Roboto" panose="02000000000000000000" pitchFamily="2" charset="0"/>
              </a:defRPr>
            </a:lvl1pPr>
          </a:lstStyle>
          <a:p>
            <a:pPr lvl="0" algn="ctr" defTabSz="914400">
              <a:lnSpc>
                <a:spcPct val="80000"/>
              </a:lnSpc>
              <a:spcBef>
                <a:spcPts val="1200"/>
              </a:spcBef>
            </a:pPr>
            <a:r>
              <a:rPr lang="pt-BR" noProof="0" err="1"/>
              <a:t>Section</a:t>
            </a:r>
            <a:endParaRPr lang="pt-BR" noProof="0"/>
          </a:p>
        </p:txBody>
      </p:sp>
      <p:grpSp>
        <p:nvGrpSpPr>
          <p:cNvPr id="52" name="Group 51">
            <a:extLst>
              <a:ext uri="{FF2B5EF4-FFF2-40B4-BE49-F238E27FC236}">
                <a16:creationId xmlns:a16="http://schemas.microsoft.com/office/drawing/2014/main" id="{EC4BCA75-7F1B-481D-83B9-D8049585F325}"/>
              </a:ext>
            </a:extLst>
          </p:cNvPr>
          <p:cNvGrpSpPr/>
          <p:nvPr userDrawn="1"/>
        </p:nvGrpSpPr>
        <p:grpSpPr>
          <a:xfrm>
            <a:off x="390154" y="406178"/>
            <a:ext cx="1240285" cy="341910"/>
            <a:chOff x="2700591" y="2522601"/>
            <a:chExt cx="6428993" cy="1772284"/>
          </a:xfrm>
          <a:solidFill>
            <a:schemeClr val="bg1"/>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489721119"/>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Text Placeholder 4">
            <a:extLst>
              <a:ext uri="{FF2B5EF4-FFF2-40B4-BE49-F238E27FC236}">
                <a16:creationId xmlns:a16="http://schemas.microsoft.com/office/drawing/2014/main" id="{49A1E59E-08DB-45E6-A0D5-7C78A54C869F}"/>
              </a:ext>
            </a:extLst>
          </p:cNvPr>
          <p:cNvSpPr>
            <a:spLocks noGrp="1"/>
          </p:cNvSpPr>
          <p:nvPr>
            <p:ph type="body" sz="quarter" idx="20"/>
          </p:nvPr>
        </p:nvSpPr>
        <p:spPr>
          <a:xfrm>
            <a:off x="382829" y="1497013"/>
            <a:ext cx="2923563" cy="4079539"/>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85B528AB-0607-4A82-934E-C1C7106546B5}"/>
              </a:ext>
            </a:extLst>
          </p:cNvPr>
          <p:cNvSpPr>
            <a:spLocks noGrp="1"/>
          </p:cNvSpPr>
          <p:nvPr>
            <p:ph sz="quarter" idx="26" hasCustomPrompt="1"/>
          </p:nvPr>
        </p:nvSpPr>
        <p:spPr>
          <a:xfrm>
            <a:off x="3536951" y="1831799"/>
            <a:ext cx="2965558" cy="374475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5294E6AB-735D-48F4-9AC8-EF3781FB2746}"/>
              </a:ext>
            </a:extLst>
          </p:cNvPr>
          <p:cNvSpPr>
            <a:spLocks noGrp="1"/>
          </p:cNvSpPr>
          <p:nvPr>
            <p:ph sz="quarter" idx="28" hasCustomPrompt="1"/>
          </p:nvPr>
        </p:nvSpPr>
        <p:spPr>
          <a:xfrm>
            <a:off x="3552750" y="1543180"/>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3" name="Espaço Reservado para Conteúdo 14">
            <a:extLst>
              <a:ext uri="{FF2B5EF4-FFF2-40B4-BE49-F238E27FC236}">
                <a16:creationId xmlns:a16="http://schemas.microsoft.com/office/drawing/2014/main" id="{6B9EB78B-FD20-4719-A056-235ADA20204A}"/>
              </a:ext>
            </a:extLst>
          </p:cNvPr>
          <p:cNvSpPr>
            <a:spLocks noGrp="1"/>
          </p:cNvSpPr>
          <p:nvPr>
            <p:ph sz="quarter" idx="25" hasCustomPrompt="1"/>
          </p:nvPr>
        </p:nvSpPr>
        <p:spPr>
          <a:xfrm>
            <a:off x="382829" y="6010940"/>
            <a:ext cx="6119679" cy="1466185"/>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378CEBA8-7472-47EB-BC4A-EA019A667AE5}"/>
              </a:ext>
            </a:extLst>
          </p:cNvPr>
          <p:cNvSpPr>
            <a:spLocks noGrp="1"/>
          </p:cNvSpPr>
          <p:nvPr>
            <p:ph sz="quarter" idx="27" hasCustomPrompt="1"/>
          </p:nvPr>
        </p:nvSpPr>
        <p:spPr>
          <a:xfrm>
            <a:off x="382829" y="5722322"/>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88102008-164E-4847-B70E-2DA2859EB5FA}"/>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DAFB6F6-C902-48DE-A854-209EE1401B64}"/>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8" name="Espaço Reservado para Conteúdo 14">
            <a:extLst>
              <a:ext uri="{FF2B5EF4-FFF2-40B4-BE49-F238E27FC236}">
                <a16:creationId xmlns:a16="http://schemas.microsoft.com/office/drawing/2014/main" id="{B4F7A4B0-6A5B-48E7-93D0-A6438A15CF5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9" name="Espaço Reservado para Conteúdo 14">
            <a:extLst>
              <a:ext uri="{FF2B5EF4-FFF2-40B4-BE49-F238E27FC236}">
                <a16:creationId xmlns:a16="http://schemas.microsoft.com/office/drawing/2014/main" id="{C64B94EB-9494-4B55-92F4-166DEF48DB3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42" name="Straight Connector 41">
            <a:extLst>
              <a:ext uri="{FF2B5EF4-FFF2-40B4-BE49-F238E27FC236}">
                <a16:creationId xmlns:a16="http://schemas.microsoft.com/office/drawing/2014/main" id="{02558420-2316-4877-A0B8-02C6D7796F9F}"/>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Espaço Reservado para Texto 6">
            <a:extLst>
              <a:ext uri="{FF2B5EF4-FFF2-40B4-BE49-F238E27FC236}">
                <a16:creationId xmlns:a16="http://schemas.microsoft.com/office/drawing/2014/main" id="{E9006F28-0FC5-4C17-84E9-DDB1DE717662}"/>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9" name="Espaço Reservado para Texto 6">
            <a:extLst>
              <a:ext uri="{FF2B5EF4-FFF2-40B4-BE49-F238E27FC236}">
                <a16:creationId xmlns:a16="http://schemas.microsoft.com/office/drawing/2014/main" id="{840CD343-D27F-44CB-9F5D-7257A48DB76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7" name="Espaço Reservado para Texto 6">
            <a:extLst>
              <a:ext uri="{FF2B5EF4-FFF2-40B4-BE49-F238E27FC236}">
                <a16:creationId xmlns:a16="http://schemas.microsoft.com/office/drawing/2014/main" id="{522774F4-0A02-4D7F-A169-A0935028BEB7}"/>
              </a:ext>
            </a:extLst>
          </p:cNvPr>
          <p:cNvSpPr>
            <a:spLocks noGrp="1"/>
          </p:cNvSpPr>
          <p:nvPr>
            <p:ph type="body" sz="quarter" idx="29"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41D27BDA-0B7B-4B7B-98DE-F04BF5B3804F}"/>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DBC6184E-CDC1-477F-A065-4460BBAF4057}" type="datetime4">
              <a:rPr lang="en-US" smtClean="0"/>
              <a:t>October 30, 2026</a:t>
            </a:fld>
            <a:endParaRPr lang="en-US"/>
          </a:p>
        </p:txBody>
      </p:sp>
    </p:spTree>
    <p:extLst>
      <p:ext uri="{BB962C8B-B14F-4D97-AF65-F5344CB8AC3E}">
        <p14:creationId xmlns:p14="http://schemas.microsoft.com/office/powerpoint/2010/main" val="3717197418"/>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5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500036"/>
            <a:ext cx="6063034" cy="2027390"/>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cxnSp>
        <p:nvCxnSpPr>
          <p:cNvPr id="3" name="Straight Connector 2">
            <a:extLst>
              <a:ext uri="{FF2B5EF4-FFF2-40B4-BE49-F238E27FC236}">
                <a16:creationId xmlns:a16="http://schemas.microsoft.com/office/drawing/2014/main" id="{2EDD6930-C0EE-4FA2-8633-016983CCBB57}"/>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3937440"/>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3937440"/>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3648822"/>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364882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Espaço Reservado para Texto 6">
            <a:extLst>
              <a:ext uri="{FF2B5EF4-FFF2-40B4-BE49-F238E27FC236}">
                <a16:creationId xmlns:a16="http://schemas.microsoft.com/office/drawing/2014/main" id="{91D8F271-5DD6-476D-87DF-62D9F494BA28}"/>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AF9F85D2-CE44-4122-A483-C9E0FDD6786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2" name="Espaço Reservado para Texto 6">
            <a:extLst>
              <a:ext uri="{FF2B5EF4-FFF2-40B4-BE49-F238E27FC236}">
                <a16:creationId xmlns:a16="http://schemas.microsoft.com/office/drawing/2014/main" id="{74EB01E9-4823-42ED-A528-F9EFE6F730DC}"/>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3" name="Date Placeholder 1">
            <a:extLst>
              <a:ext uri="{FF2B5EF4-FFF2-40B4-BE49-F238E27FC236}">
                <a16:creationId xmlns:a16="http://schemas.microsoft.com/office/drawing/2014/main" id="{8D52D738-8B55-415F-BAF5-54C848910AF7}"/>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CDF976FB-41B8-47E6-A903-EFFDB3D5703C}" type="datetime4">
              <a:rPr lang="en-US" smtClean="0"/>
              <a:t>October 30, 2026</a:t>
            </a:fld>
            <a:endParaRPr lang="en-US"/>
          </a:p>
        </p:txBody>
      </p:sp>
    </p:spTree>
    <p:extLst>
      <p:ext uri="{BB962C8B-B14F-4D97-AF65-F5344CB8AC3E}">
        <p14:creationId xmlns:p14="http://schemas.microsoft.com/office/powerpoint/2010/main" val="173597992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5 Gráficos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8177"/>
            <a:ext cx="6063034" cy="202924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77825" y="5908439"/>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1947" y="5908439"/>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77825" y="5619821"/>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47746" y="5619821"/>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3929789"/>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3641171"/>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6C2C835C-8232-4F34-8378-7A14AC66C1FF}" type="datetime4">
              <a:rPr lang="en-US" smtClean="0"/>
              <a:t>October 30, 2026</a:t>
            </a:fld>
            <a:endParaRPr lang="en-US"/>
          </a:p>
        </p:txBody>
      </p:sp>
    </p:spTree>
    <p:extLst>
      <p:ext uri="{BB962C8B-B14F-4D97-AF65-F5344CB8AC3E}">
        <p14:creationId xmlns:p14="http://schemas.microsoft.com/office/powerpoint/2010/main" val="186726068"/>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hesis Chart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327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FA7FCE41-DF90-4455-96A4-23BE4513D942}" type="datetime4">
              <a:rPr lang="en-US" smtClean="0"/>
              <a:t>October 30, 2026</a:t>
            </a:fld>
            <a:endParaRPr lang="en-US"/>
          </a:p>
        </p:txBody>
      </p:sp>
      <p:sp>
        <p:nvSpPr>
          <p:cNvPr id="19" name="Espaço Reservado para Conteúdo 14">
            <a:extLst>
              <a:ext uri="{FF2B5EF4-FFF2-40B4-BE49-F238E27FC236}">
                <a16:creationId xmlns:a16="http://schemas.microsoft.com/office/drawing/2014/main" id="{D23B7F16-8ADE-42C2-B1EE-5684155EC67C}"/>
              </a:ext>
            </a:extLst>
          </p:cNvPr>
          <p:cNvSpPr>
            <a:spLocks noGrp="1"/>
          </p:cNvSpPr>
          <p:nvPr>
            <p:ph sz="quarter" idx="32" hasCustomPrompt="1"/>
          </p:nvPr>
        </p:nvSpPr>
        <p:spPr>
          <a:xfrm>
            <a:off x="390153"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8D21CE70-9138-4D56-899D-1BFC170ACCAA}"/>
              </a:ext>
            </a:extLst>
          </p:cNvPr>
          <p:cNvSpPr>
            <a:spLocks noGrp="1"/>
          </p:cNvSpPr>
          <p:nvPr>
            <p:ph sz="quarter" idx="33" hasCustomPrompt="1"/>
          </p:nvPr>
        </p:nvSpPr>
        <p:spPr>
          <a:xfrm>
            <a:off x="390153" y="3549543"/>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DA0FF651-C1F8-494C-8441-58B8D108DFB0}"/>
              </a:ext>
            </a:extLst>
          </p:cNvPr>
          <p:cNvSpPr>
            <a:spLocks noGrp="1"/>
          </p:cNvSpPr>
          <p:nvPr>
            <p:ph sz="quarter" idx="34" hasCustomPrompt="1"/>
          </p:nvPr>
        </p:nvSpPr>
        <p:spPr>
          <a:xfrm>
            <a:off x="390153"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EA6A1D37-C00C-4212-9602-D8F29782C38B}"/>
              </a:ext>
            </a:extLst>
          </p:cNvPr>
          <p:cNvSpPr>
            <a:spLocks noGrp="1"/>
          </p:cNvSpPr>
          <p:nvPr>
            <p:ph sz="quarter" idx="35" hasCustomPrompt="1"/>
          </p:nvPr>
        </p:nvSpPr>
        <p:spPr>
          <a:xfrm>
            <a:off x="390153" y="5553412"/>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9BD0D569-187E-435F-84F7-4A907AB05F06}"/>
              </a:ext>
            </a:extLst>
          </p:cNvPr>
          <p:cNvSpPr>
            <a:spLocks noGrp="1"/>
          </p:cNvSpPr>
          <p:nvPr>
            <p:ph sz="quarter" idx="36" hasCustomPrompt="1"/>
          </p:nvPr>
        </p:nvSpPr>
        <p:spPr>
          <a:xfrm>
            <a:off x="397477"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9" name="Espaço Reservado para Conteúdo 14">
            <a:extLst>
              <a:ext uri="{FF2B5EF4-FFF2-40B4-BE49-F238E27FC236}">
                <a16:creationId xmlns:a16="http://schemas.microsoft.com/office/drawing/2014/main" id="{BD578F19-77CA-4807-93D6-DF0C8142271F}"/>
              </a:ext>
            </a:extLst>
          </p:cNvPr>
          <p:cNvSpPr>
            <a:spLocks noGrp="1"/>
          </p:cNvSpPr>
          <p:nvPr>
            <p:ph sz="quarter" idx="37" hasCustomPrompt="1"/>
          </p:nvPr>
        </p:nvSpPr>
        <p:spPr>
          <a:xfrm>
            <a:off x="397477" y="759967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40" name="Espaço Reservado para Conteúdo 14">
            <a:extLst>
              <a:ext uri="{FF2B5EF4-FFF2-40B4-BE49-F238E27FC236}">
                <a16:creationId xmlns:a16="http://schemas.microsoft.com/office/drawing/2014/main" id="{008E7608-0ADC-4C74-A591-69DB8C22030C}"/>
              </a:ext>
            </a:extLst>
          </p:cNvPr>
          <p:cNvSpPr>
            <a:spLocks noGrp="1"/>
          </p:cNvSpPr>
          <p:nvPr>
            <p:ph sz="quarter" idx="38" hasCustomPrompt="1"/>
          </p:nvPr>
        </p:nvSpPr>
        <p:spPr>
          <a:xfrm>
            <a:off x="3536952"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1" name="Espaço Reservado para Conteúdo 14">
            <a:extLst>
              <a:ext uri="{FF2B5EF4-FFF2-40B4-BE49-F238E27FC236}">
                <a16:creationId xmlns:a16="http://schemas.microsoft.com/office/drawing/2014/main" id="{34DA8105-E242-4DA6-910E-D486433DF87A}"/>
              </a:ext>
            </a:extLst>
          </p:cNvPr>
          <p:cNvSpPr>
            <a:spLocks noGrp="1"/>
          </p:cNvSpPr>
          <p:nvPr>
            <p:ph sz="quarter" idx="39" hasCustomPrompt="1"/>
          </p:nvPr>
        </p:nvSpPr>
        <p:spPr>
          <a:xfrm>
            <a:off x="3544276"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2" name="Espaço Reservado para Conteúdo 14">
            <a:extLst>
              <a:ext uri="{FF2B5EF4-FFF2-40B4-BE49-F238E27FC236}">
                <a16:creationId xmlns:a16="http://schemas.microsoft.com/office/drawing/2014/main" id="{581288D2-722F-44A9-937B-2A51CBC81940}"/>
              </a:ext>
            </a:extLst>
          </p:cNvPr>
          <p:cNvSpPr>
            <a:spLocks noGrp="1"/>
          </p:cNvSpPr>
          <p:nvPr>
            <p:ph sz="quarter" idx="40" hasCustomPrompt="1"/>
          </p:nvPr>
        </p:nvSpPr>
        <p:spPr>
          <a:xfrm>
            <a:off x="3544276"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3" name="Espaço Reservado para Conteúdo 14">
            <a:extLst>
              <a:ext uri="{FF2B5EF4-FFF2-40B4-BE49-F238E27FC236}">
                <a16:creationId xmlns:a16="http://schemas.microsoft.com/office/drawing/2014/main" id="{0A7E3758-611C-4779-8E92-7476EE614506}"/>
              </a:ext>
            </a:extLst>
          </p:cNvPr>
          <p:cNvSpPr>
            <a:spLocks noGrp="1"/>
          </p:cNvSpPr>
          <p:nvPr>
            <p:ph sz="quarter" idx="41" hasCustomPrompt="1"/>
          </p:nvPr>
        </p:nvSpPr>
        <p:spPr>
          <a:xfrm>
            <a:off x="3551600"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8843214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Disclaimer">
    <p:bg>
      <p:bgPr>
        <a:solidFill>
          <a:schemeClr val="bg1"/>
        </a:solidFill>
        <a:effectLst/>
      </p:bgPr>
    </p:bg>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3B476172-FCCC-4217-B659-E252FC48877E}"/>
              </a:ext>
            </a:extLst>
          </p:cNvPr>
          <p:cNvSpPr txBox="1"/>
          <p:nvPr userDrawn="1"/>
        </p:nvSpPr>
        <p:spPr>
          <a:xfrm>
            <a:off x="390153" y="814312"/>
            <a:ext cx="6099546" cy="263149"/>
          </a:xfrm>
          <a:prstGeom prst="rect">
            <a:avLst/>
          </a:prstGeom>
        </p:spPr>
        <p:txBody>
          <a:bodyPr lIns="0" tIns="0" rIns="0" bIns="0" anchor="t" anchorCtr="0">
            <a:spAutoFit/>
          </a:bodyPr>
          <a:lstStyle>
            <a:lvl1pPr lvl="0" indent="0" defTabSz="385767">
              <a:lnSpc>
                <a:spcPct val="90000"/>
              </a:lnSpc>
              <a:spcBef>
                <a:spcPts val="422"/>
              </a:spcBef>
              <a:buFont typeface="Arial" panose="020B0604020202020204" pitchFamily="34" charset="0"/>
              <a:buNone/>
              <a:defRPr sz="1900" b="1" spc="0">
                <a:solidFill>
                  <a:schemeClr val="tx2"/>
                </a:solidFill>
                <a:latin typeface="Roboto" panose="02000000000000000000" pitchFamily="2" charset="0"/>
                <a:ea typeface="Roboto" panose="02000000000000000000" pitchFamily="2" charset="0"/>
                <a:cs typeface="Roboto" panose="02000000000000000000" pitchFamily="2" charset="0"/>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Disclaimer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36713FE9-8196-4BF1-9EAF-543EB55B3369}" type="datetime4">
              <a:rPr lang="en-US" smtClean="0"/>
              <a:t>October 30, 2026</a:t>
            </a:fld>
            <a:endParaRPr lang="en-US"/>
          </a:p>
        </p:txBody>
      </p:sp>
      <p:sp>
        <p:nvSpPr>
          <p:cNvPr id="2" name="TextBox 1">
            <a:extLst>
              <a:ext uri="{FF2B5EF4-FFF2-40B4-BE49-F238E27FC236}">
                <a16:creationId xmlns:a16="http://schemas.microsoft.com/office/drawing/2014/main" id="{52F95B42-1FBA-401A-8214-0A1239E090A4}"/>
              </a:ext>
            </a:extLst>
          </p:cNvPr>
          <p:cNvSpPr txBox="1"/>
          <p:nvPr userDrawn="1"/>
        </p:nvSpPr>
        <p:spPr>
          <a:xfrm>
            <a:off x="390153" y="1099025"/>
            <a:ext cx="6099546" cy="8347413"/>
          </a:xfrm>
          <a:prstGeom prst="rect">
            <a:avLst/>
          </a:prstGeom>
        </p:spPr>
        <p:txBody>
          <a:bodyPr lIns="0" tIns="0" rIns="0" bIns="0">
            <a:spAutoFit/>
          </a:bodyPr>
          <a:lstStyle>
            <a:lvl1pPr indent="0" defTabSz="385767">
              <a:lnSpc>
                <a:spcPct val="90000"/>
              </a:lnSpc>
              <a:spcBef>
                <a:spcPts val="422"/>
              </a:spcBef>
              <a:buFont typeface="Arial" panose="020B0604020202020204" pitchFamily="34" charset="0"/>
              <a:buNone/>
              <a:defRPr sz="730">
                <a:solidFill>
                  <a:schemeClr val="tx2"/>
                </a:solidFill>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report was prepared by XP Investimentos CCTVM S.A. ("XP Investimentos or XP") according to the requirements provided in CVM Resolution 20/2021 and aims to provide information that can help the investors make their own investment decisions, and does not constitute any kind of offer or purchase request and/or sale of any product. The information contained in this report is considered valid on the date of disclosure and has been obtained from public sources. XP Investimentos is not liable for any decisions made by the customer based on this report.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report was prepared considering the product risk classification in order to generate allocation results for each investor profile.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All of the views expressed in this research report accurately reflect the research analyst’s personal views regarding any and all of the subject securities or issuers.  No part of analyst(s) compensation was, is or will be, directly or indirectly related to the specific recommendations or views expressed in this research report.</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signatory of this report declare that the recommendations reflect solely and exclusively their personal analyses and opinions, which have been produced independently, including in relation to XP Investimentos and which are subject to modifications without notice due to changes in market conditions, and that their remuneration are indirectly affected by revenue from business and financial transactions carried out by XP Investimentos.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analyst responsible for the content of this report and the compliance with CVM Resolution 20/2021 is indicated above, and, in the event of an indication of another analyst in the report, the person responsible will be the first accredited analyst to be mentioned in Report.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analysts are obligated to comply with all the rules laid down in the APIMEC’s conduct code for the securities analyst and XP Investimentos’ analyst of securities conduct policy.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Customer service is carried out by XP Investimentos employees or by autonomous investment agents who perform their activities through XP, in accordance with CVM Resolution 178/2023, which are registered in the national association of brokers and distributors of securities (“ANCORD”). The autonomous agent of investment may not provide consulting, administration or management of customer net worth, and must act as an intermediary and request prior authorization from the client for the realization of any operation in the capital market. </a:t>
            </a: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For the purpose of verifying the adequacy of the investor's profile to the investment services and products offered by XP Investimentos, we use the methodology of adequacy of products by portfolio, in accordance with the ANBIMA Rules and Procedures of Suitability No. 01 and the ANBIMA Code of Regulation and Best Practices for Distribution of Investment Products. This methodology consists of assigning a maximum risk score for each investor profile (conservative, moderate and aggressive), as well as a risk score for each of the products offered by XP Investimentos, so that all customers can have access to all products, provided that within the amounts and limits of the risk score defined for their profile. Before applying to the products and/or contracting the services subject to this material, it is important that you verify that your current risk score includes the application in the products and/or the contracting of the services in question, as well as whether there are limitations of volume, concentration and/or quantity for the desired application. You can consult this information directly at the time of transmission of your order or by consulting the overall risk of your wallet on the portfolio screen (Risk View).f your current risk score does not support the desired application/contract, or if there are limitations in relation to the amount and/or financial volume for said application/contracting, this means that, based on the current composition of your portfolio, this application/contract is not appropriate to your profile. If you have questions about the process of suiting the products offered by XP Investimentos to your investor profile, please refer to the FAQ. Market conditions, climate change and the macroeconomic scenario can affect investment performance.</a:t>
            </a: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profitability of financial products may present variations and their price or value may increase or decrease in a short period of time. Past performance is not necessarily indicative of future results. Performance disclosed is not net of any applicable taxes. The information present in this material is based on simulations and the actual results may be significantly different.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report is intended exclusively for to the XP Investimentos’ network, including independent XP agents and XP customers, and may also be released on XP’s website. It is prohibited to reproduce or redistribute this report to any person, in whole or in part, whatever the purpose, without the prior express consent of XP Investimentos.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ombudsman has the mission to serve as a contact channel whenever customers who do not feel satisfied with the solutions given by the company to their problems. The contact can be made via telephone 0800 722 3710  if you are in Brazil or via ombudsman form if you are in other localities: ttps://institucional.xpi.com.br/ouvidoria.aspx/.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cost of the transactions billing policies are defined in the operational cost tables which are made available on XP Investimentos website: </a:t>
            </a:r>
            <a:r>
              <a:rPr kumimoji="0" lang="en-US" sz="700" b="0" i="0" u="sng"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hlinkClick r:id="rId3">
                  <a:extLst>
                    <a:ext uri="{A12FA001-AC4F-418D-AE19-62706E023703}">
                      <ahyp:hlinkClr xmlns:ahyp="http://schemas.microsoft.com/office/drawing/2018/hyperlinkcolor" val="tx"/>
                    </a:ext>
                  </a:extLst>
                </a:hlinkClick>
              </a:rPr>
              <a:t>www.xpi.com.br</a:t>
            </a: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is exempt from any liability for any damages, direct or indirect, that come from the use of this report or its contents.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Technical analysis and fundamental analysis follow different methodologies. Technical analysis is performed following concepts such as trends, support, resistance, candles, volume, and moving averages, amongst others. Fundamental analysis uses as information the results disseminated by the issuing companies and their projections. In this way, the opinions of fundamental analysts, who seek the best returns given the market conditions, the macroeconomic scenario and the specific events of the company and the sector, may differ from the opinions of technical analysts, which aim to Identify the most likely movements on asset prices, using "stops" limit possible losses.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Equity investments available are portion a company’s capital that is traded on the market. Stock is a variable financial investment (i.e. an investment in which profitability is not pre-established and varies depending on market quotations). Investment in stock is a high-risk investment and past performance is not necessarily indicative of future results and no statement or warranty, expressed or implied, is made in this material in relation to future performance. Market conditions, macroeconomic scenario, company and sector specific events can affect investment performance and may even result in significant asset losses. The recommended duration for equity investments is medium-long term. There is no guarantee of investment return for customers’ investments in stock.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Investment in options is the purchase or sale rights of a good shall be negotiated at a price fixed at a future date, and the purchaser of the negotiated duty should pay a premium to the seller as in a secure agreement. Operations with these derivatives are considered very high risk for presenting high risk and return relationships and some positions present the possibility of losses higher than the capital invested. The recommended duration for the investment is short-term and the customer's assets are not guaranteed in this type of product.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Investment in terms are contracts for the purchase or sale of a certain number of shares at a fixed price for settlement within a specified period. The term of the contract is freely chosen by the investors, complying with the minimum period of 16 days and a maximum of 999 days. The price will be the value of the added share of a portion corresponding to the interest-which are set freely on the market, depending on the term of the contract. Every transaction in the term requires a guarantee deposit. These guarantees are provided in two forms: coverage or margin.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Investments in futures markets are subject to significant loss of principal. a commodity is an object or price determinant of a future contract or other derivative instrument, which may substantiate an index, a fee, a movable value or a physical product.  Commodities are considered high risk investments, which include the possibility of price fluctuation due to the use of financial leverage. The recommended duration for commodity investments is short-term and customers’ assets are not guaranteed in this type of product. Market conditions and the macroeconomic scenario can affect the performance investments.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institution is adhering ANBIMA Code of Regulation and best practices for the distribution activity of retail investment products.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Investments US, LLC, a broker-dealer registered with the U.S. Securities and Exchange Commission, has assumed responsibility for this research for purposes of U.S. law.  All transactions arising from this research should be directed to XP Investments US, LLC, at +1 646-664-0525.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80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(a) managed or co-managed a public offering of securities for the subject company in the past 12 months, or (b) received compensation for investment banking services from the subject company in the past 12 months; or (c) expects to receive or intends to seek compensation for investment banking services from the subject company in the next 3 months.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p:txBody>
      </p:sp>
    </p:spTree>
    <p:extLst>
      <p:ext uri="{BB962C8B-B14F-4D97-AF65-F5344CB8AC3E}">
        <p14:creationId xmlns:p14="http://schemas.microsoft.com/office/powerpoint/2010/main" val="425137396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99_Fechamento">
    <p:bg>
      <p:bgPr>
        <a:solidFill>
          <a:schemeClr val="bg1"/>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EEF889BE-5F29-4032-AB30-7BDF50F86CBF}"/>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1" y="0"/>
            <a:ext cx="6858001" cy="9906000"/>
          </a:xfrm>
          <a:prstGeom prst="rect">
            <a:avLst/>
          </a:prstGeom>
        </p:spPr>
      </p:pic>
      <p:pic>
        <p:nvPicPr>
          <p:cNvPr id="3" name="Graphic 2">
            <a:extLst>
              <a:ext uri="{FF2B5EF4-FFF2-40B4-BE49-F238E27FC236}">
                <a16:creationId xmlns:a16="http://schemas.microsoft.com/office/drawing/2014/main" id="{05867FA6-DA0F-5E05-3BDF-51C709B70449}"/>
              </a:ext>
            </a:extLst>
          </p:cNvPr>
          <p:cNvPicPr>
            <a:picLocks noChangeAspect="1"/>
          </p:cNvPicPr>
          <p:nvPr userDrawn="1"/>
        </p:nvPicPr>
        <p:blipFill>
          <a:blip>
            <a:alphaModFix amt="66000"/>
            <a:extLst>
              <a:ext uri="{96DAC541-7B7A-43D3-8B79-37D633B846F1}">
                <asvg:svgBlip xmlns:asvg="http://schemas.microsoft.com/office/drawing/2016/SVG/main" r:embed="rId4"/>
              </a:ext>
            </a:extLst>
          </a:blip>
          <a:srcRect l="26318" r="36169"/>
          <a:stretch/>
        </p:blipFill>
        <p:spPr>
          <a:xfrm>
            <a:off x="0" y="977414"/>
            <a:ext cx="6858001" cy="8476149"/>
          </a:xfrm>
          <a:prstGeom prst="rect">
            <a:avLst/>
          </a:prstGeom>
        </p:spPr>
      </p:pic>
      <p:sp>
        <p:nvSpPr>
          <p:cNvPr id="11" name="Do not remove">
            <a:extLst>
              <a:ext uri="{FF2B5EF4-FFF2-40B4-BE49-F238E27FC236}">
                <a16:creationId xmlns:a16="http://schemas.microsoft.com/office/drawing/2014/main" id="{A0E1623B-010B-478D-BFD7-8A4047822D40}"/>
              </a:ext>
            </a:extLst>
          </p:cNvPr>
          <p:cNvSpPr/>
          <p:nvPr userDrawn="1">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 name="Picture 1" descr="A blue and white dot pattern&#10;&#10;AI-generated content may be incorrect.">
            <a:extLst>
              <a:ext uri="{FF2B5EF4-FFF2-40B4-BE49-F238E27FC236}">
                <a16:creationId xmlns:a16="http://schemas.microsoft.com/office/drawing/2014/main" id="{A1A21C4B-47C1-C0E8-14F5-2F2BFF0411D7}"/>
              </a:ext>
            </a:extLst>
          </p:cNvPr>
          <p:cNvPicPr>
            <a:picLocks noChangeAspect="1"/>
          </p:cNvPicPr>
          <p:nvPr userDrawn="1"/>
        </p:nvPicPr>
        <p:blipFill>
          <a:blip r:embed="rId5">
            <a:alphaModFix amt="18000"/>
            <a:extLst>
              <a:ext uri="{BEBA8EAE-BF5A-486C-A8C5-ECC9F3942E4B}">
                <a14:imgProps xmlns:a14="http://schemas.microsoft.com/office/drawing/2010/main">
                  <a14:imgLayer r:embed="rId6">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0" y="0"/>
            <a:ext cx="6858001" cy="9906000"/>
          </a:xfrm>
          <a:prstGeom prst="rect">
            <a:avLst/>
          </a:prstGeom>
        </p:spPr>
      </p:pic>
      <p:grpSp>
        <p:nvGrpSpPr>
          <p:cNvPr id="52" name="Group 51">
            <a:extLst>
              <a:ext uri="{FF2B5EF4-FFF2-40B4-BE49-F238E27FC236}">
                <a16:creationId xmlns:a16="http://schemas.microsoft.com/office/drawing/2014/main" id="{EC4BCA75-7F1B-481D-83B9-D8049585F325}"/>
              </a:ext>
            </a:extLst>
          </p:cNvPr>
          <p:cNvGrpSpPr/>
          <p:nvPr userDrawn="1"/>
        </p:nvGrpSpPr>
        <p:grpSpPr>
          <a:xfrm>
            <a:off x="2258539" y="4630339"/>
            <a:ext cx="2340922" cy="645323"/>
            <a:chOff x="2700591" y="2522601"/>
            <a:chExt cx="6428993" cy="1772284"/>
          </a:xfrm>
          <a:solidFill>
            <a:schemeClr val="bg1"/>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pPr algn="ctr"/>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pPr algn="ctr"/>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pPr algn="ctr"/>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pPr algn="ctr"/>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pPr algn="ctr"/>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pPr algn="ctr"/>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pPr algn="ctr"/>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pPr algn="ctr"/>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pPr algn="ctr"/>
                <a:endParaRPr lang="en-US"/>
              </a:p>
            </p:txBody>
          </p:sp>
        </p:grpSp>
      </p:grpSp>
    </p:spTree>
    <p:extLst>
      <p:ext uri="{BB962C8B-B14F-4D97-AF65-F5344CB8AC3E}">
        <p14:creationId xmlns:p14="http://schemas.microsoft.com/office/powerpoint/2010/main" val="226515134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isclaimer">
    <p:bg>
      <p:bgPr>
        <a:solidFill>
          <a:schemeClr val="bg1"/>
        </a:solidFill>
        <a:effectLst/>
      </p:bgPr>
    </p:bg>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3B476172-FCCC-4217-B659-E252FC48877E}"/>
              </a:ext>
            </a:extLst>
          </p:cNvPr>
          <p:cNvSpPr txBox="1"/>
          <p:nvPr userDrawn="1"/>
        </p:nvSpPr>
        <p:spPr>
          <a:xfrm>
            <a:off x="390153" y="814312"/>
            <a:ext cx="6099546" cy="263149"/>
          </a:xfrm>
          <a:prstGeom prst="rect">
            <a:avLst/>
          </a:prstGeom>
        </p:spPr>
        <p:txBody>
          <a:bodyPr lIns="0" tIns="0" rIns="0" bIns="0" anchor="t" anchorCtr="0">
            <a:spAutoFit/>
          </a:bodyPr>
          <a:lstStyle>
            <a:lvl1pPr lvl="0" indent="0" defTabSz="385767">
              <a:lnSpc>
                <a:spcPct val="90000"/>
              </a:lnSpc>
              <a:spcBef>
                <a:spcPts val="422"/>
              </a:spcBef>
              <a:buFont typeface="Arial" panose="020B0604020202020204" pitchFamily="34" charset="0"/>
              <a:buNone/>
              <a:defRPr sz="1900" b="1" spc="0">
                <a:solidFill>
                  <a:schemeClr val="tx2"/>
                </a:solidFill>
                <a:latin typeface="Roboto" panose="02000000000000000000" pitchFamily="2" charset="0"/>
                <a:ea typeface="Roboto" panose="02000000000000000000" pitchFamily="2" charset="0"/>
                <a:cs typeface="Roboto" panose="02000000000000000000" pitchFamily="2" charset="0"/>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Disclaimer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B1AB34DF-DC5F-4CEC-B3FB-F4EE6DC3D6FC}" type="datetime4">
              <a:rPr lang="en-US" smtClean="0"/>
              <a:t>October 30, 2026</a:t>
            </a:fld>
            <a:endParaRPr lang="en-US"/>
          </a:p>
        </p:txBody>
      </p:sp>
      <p:sp>
        <p:nvSpPr>
          <p:cNvPr id="2" name="TextBox 1">
            <a:extLst>
              <a:ext uri="{FF2B5EF4-FFF2-40B4-BE49-F238E27FC236}">
                <a16:creationId xmlns:a16="http://schemas.microsoft.com/office/drawing/2014/main" id="{52F95B42-1FBA-401A-8214-0A1239E090A4}"/>
              </a:ext>
            </a:extLst>
          </p:cNvPr>
          <p:cNvSpPr txBox="1"/>
          <p:nvPr userDrawn="1"/>
        </p:nvSpPr>
        <p:spPr>
          <a:xfrm>
            <a:off x="390153" y="1099025"/>
            <a:ext cx="6099546" cy="7652801"/>
          </a:xfrm>
          <a:prstGeom prst="rect">
            <a:avLst/>
          </a:prstGeom>
        </p:spPr>
        <p:txBody>
          <a:bodyPr lIns="0" tIns="0" rIns="0" bIns="0">
            <a:spAutoFit/>
          </a:bodyPr>
          <a:lstStyle>
            <a:lvl1pPr indent="0" defTabSz="385767">
              <a:lnSpc>
                <a:spcPct val="90000"/>
              </a:lnSpc>
              <a:spcBef>
                <a:spcPts val="422"/>
              </a:spcBef>
              <a:buFont typeface="Arial" panose="020B0604020202020204" pitchFamily="34" charset="0"/>
              <a:buNone/>
              <a:defRPr sz="730">
                <a:solidFill>
                  <a:schemeClr val="tx2"/>
                </a:solidFill>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1) This report was prepared by XP </a:t>
            </a:r>
            <a:r>
              <a:rPr lang="en-US" err="1"/>
              <a:t>Investimentos</a:t>
            </a:r>
            <a:r>
              <a:rPr lang="en-US"/>
              <a:t> CCTVM S.A. ("XP </a:t>
            </a:r>
            <a:r>
              <a:rPr lang="en-US" err="1"/>
              <a:t>Investimentos</a:t>
            </a:r>
            <a:r>
              <a:rPr lang="en-US"/>
              <a:t> or XP") according to the requirements provided in CVM Resolution 20/2021 and aims to provide information that can help the investors make their own investment decisions. and does not constitute any kind of offer or purchase request and/or sale of any product. The information contained in this report is considered valid on the date of disclosure and has been obtained from public sources. XP </a:t>
            </a:r>
            <a:r>
              <a:rPr lang="en-US" err="1"/>
              <a:t>Investimentos</a:t>
            </a:r>
            <a:r>
              <a:rPr lang="en-US"/>
              <a:t> is not liable for any decisions made by the customer based on this report. 			</a:t>
            </a:r>
          </a:p>
          <a:p>
            <a:pPr lvl="0"/>
            <a:r>
              <a:rPr lang="en-US"/>
              <a:t>2) This report was prepared considering the product risk classification in order to generate allocation results for each investor profile. 			</a:t>
            </a:r>
          </a:p>
          <a:p>
            <a:pPr lvl="0"/>
            <a:r>
              <a:rPr lang="en-US"/>
              <a:t>3) The signatory of this report declare that the recommendations reflect solely and exclusively their personal analyses and opinions. which have been produced independently. including in relation to XP </a:t>
            </a:r>
            <a:r>
              <a:rPr lang="en-US" err="1"/>
              <a:t>Investimentos</a:t>
            </a:r>
            <a:r>
              <a:rPr lang="en-US"/>
              <a:t> and which are subject to modifications without notice due to changes in market conditions. and that their remuneration are indirectly affected by revenue from business and financial transactions carried out by XP </a:t>
            </a:r>
            <a:r>
              <a:rPr lang="en-US" err="1"/>
              <a:t>Investimentos</a:t>
            </a:r>
            <a:r>
              <a:rPr lang="en-US"/>
              <a:t>. </a:t>
            </a:r>
          </a:p>
          <a:p>
            <a:pPr lvl="0"/>
            <a:endParaRPr lang="en-US"/>
          </a:p>
          <a:p>
            <a:pPr lvl="0"/>
            <a:r>
              <a:rPr lang="en-US"/>
              <a:t>4) The analyst responsible for the content of this report and the compliance with CVM Resolution 20/2021 is indicated above. and. in the event of an indication of another analyst in the report. the person responsible will be the first accredited analyst to be mentioned in Report. 				</a:t>
            </a:r>
          </a:p>
          <a:p>
            <a:pPr lvl="0"/>
            <a:r>
              <a:rPr lang="en-US"/>
              <a:t>5) XP </a:t>
            </a:r>
            <a:r>
              <a:rPr lang="en-US" err="1"/>
              <a:t>Investimentos</a:t>
            </a:r>
            <a:r>
              <a:rPr lang="en-US"/>
              <a:t>’ analysts are obligated to comply with all the rules laid down in the APIMEC’s conduct code for the securities analyst and XP </a:t>
            </a:r>
            <a:r>
              <a:rPr lang="en-US" err="1"/>
              <a:t>Investimentos</a:t>
            </a:r>
            <a:r>
              <a:rPr lang="en-US"/>
              <a:t>’ analyst of securities conduct policy. </a:t>
            </a:r>
          </a:p>
          <a:p>
            <a:pPr lvl="0"/>
            <a:r>
              <a:rPr lang="en-US"/>
              <a:t>			</a:t>
            </a:r>
          </a:p>
          <a:p>
            <a:pPr lvl="0"/>
            <a:r>
              <a:rPr lang="en-US"/>
              <a:t>6) Customer service is carried out by XP </a:t>
            </a:r>
            <a:r>
              <a:rPr lang="en-US" err="1"/>
              <a:t>Investimentos</a:t>
            </a:r>
            <a:r>
              <a:rPr lang="en-US"/>
              <a:t> employees or by autonomous investment agents who perform their activities through XP. in accordance with CVM Resolution 16/2021. which are registered in the national association of brokers and distributors of securities (“ANCORD”). The autonomous agent of investment may not provide consulting. administration or management of customer net worth. and must act as an intermediary and request prior authorization from the client for the realization of any operation in the capital market. 	</a:t>
            </a:r>
          </a:p>
          <a:p>
            <a:pPr lvl="0"/>
            <a:r>
              <a:rPr lang="en-US"/>
              <a:t>			</a:t>
            </a:r>
          </a:p>
          <a:p>
            <a:pPr lvl="0"/>
            <a:r>
              <a:rPr lang="en-US"/>
              <a:t>7) The products presented in this report may not be suitable for all types of customer. Before making any decisions. customers should ensure that the products presented are suitable for their investor profile. This material does not suggest any change of portfolio. but only guidance on products suitable to a certain investor profile. 	</a:t>
            </a:r>
          </a:p>
          <a:p>
            <a:pPr lvl="0"/>
            <a:endParaRPr lang="en-US"/>
          </a:p>
          <a:p>
            <a:pPr lvl="0"/>
            <a:r>
              <a:rPr lang="en-US"/>
              <a:t>8) The profitability of financial products may present variations and their price or value may increase or decrease in a short period of time. Past performance is not necessarily indicative of future results. Performance disclosed is not net of any applicable taxes. The information present in this material is based on simulations and the actual results may be significantly different. 		</a:t>
            </a:r>
          </a:p>
          <a:p>
            <a:pPr lvl="0"/>
            <a:endParaRPr lang="en-US"/>
          </a:p>
          <a:p>
            <a:pPr lvl="0"/>
            <a:r>
              <a:rPr lang="en-US"/>
              <a:t>9) This report is intended exclusively for to the XP </a:t>
            </a:r>
            <a:r>
              <a:rPr lang="en-US" err="1"/>
              <a:t>Investimentos</a:t>
            </a:r>
            <a:r>
              <a:rPr lang="en-US"/>
              <a:t>’ network. including independent XP agents and XP customers. and may also be released on XP’s website. It is prohibited to reproduce or redistribute this report to any person. in whole or in part. whatever the purpose. without the prior express consent of XP </a:t>
            </a:r>
            <a:r>
              <a:rPr lang="en-US" err="1"/>
              <a:t>Investimentos</a:t>
            </a:r>
            <a:r>
              <a:rPr lang="en-US"/>
              <a:t>. 	</a:t>
            </a:r>
          </a:p>
          <a:p>
            <a:pPr lvl="0"/>
            <a:endParaRPr lang="en-US"/>
          </a:p>
          <a:p>
            <a:pPr lvl="0"/>
            <a:r>
              <a:rPr lang="en-US"/>
              <a:t>10) XP </a:t>
            </a:r>
            <a:r>
              <a:rPr lang="en-US" err="1"/>
              <a:t>Investimentos</a:t>
            </a:r>
            <a:r>
              <a:rPr lang="en-US"/>
              <a:t>’ ombudsman has the mission to serve as a contact channel whenever customers who do not feel satisfied with the solutions given by the company to their problems. The contact can be made via telephone 0800-722-3730  if you are in Brazil or via ombudsman form if you are in other localities: ttps://institucional.xpi.com.br/ouvidoria.aspx/. 		</a:t>
            </a:r>
          </a:p>
          <a:p>
            <a:pPr lvl="0"/>
            <a:endParaRPr lang="en-US"/>
          </a:p>
          <a:p>
            <a:pPr lvl="0"/>
            <a:r>
              <a:rPr lang="en-US"/>
              <a:t>11) The cost of the transactions billing policies are defined in the operational cost tables which are made available on XP </a:t>
            </a:r>
            <a:r>
              <a:rPr lang="en-US" err="1"/>
              <a:t>Investimentos</a:t>
            </a:r>
            <a:r>
              <a:rPr lang="en-US"/>
              <a:t>' website: www.xpi.com.br.		</a:t>
            </a:r>
          </a:p>
          <a:p>
            <a:pPr lvl="0"/>
            <a:endParaRPr lang="en-US"/>
          </a:p>
          <a:p>
            <a:pPr lvl="0"/>
            <a:r>
              <a:rPr lang="en-US"/>
              <a:t>12) XP </a:t>
            </a:r>
            <a:r>
              <a:rPr lang="en-US" err="1"/>
              <a:t>Investimentos</a:t>
            </a:r>
            <a:r>
              <a:rPr lang="en-US"/>
              <a:t> is exempt from any liability for any damages. direct or indirect. that come from the use of this report or its contents.</a:t>
            </a:r>
          </a:p>
          <a:p>
            <a:pPr lvl="0"/>
            <a:r>
              <a:rPr lang="en-US"/>
              <a:t> </a:t>
            </a:r>
          </a:p>
          <a:p>
            <a:pPr lvl="0"/>
            <a:r>
              <a:rPr lang="en-US"/>
              <a:t>13) Technical analysis and fundamental analysis follow different methodologies. Technical analysis is performed following concepts such as trends. support. resistance. candles. volume. and moving averages. amongst others. Fundamental analysis uses as information the results disseminated by the issuing companies and their projections. In this way. the opinions of fundamental analysts. who seek the best returns given the market conditions. the macroeconomic scenario and the specific events of the company and the sector. may differ from the opinions of technical analysts. which aim to Identify the most likely movements on asset prices. using "stops" limit possible losses. </a:t>
            </a:r>
          </a:p>
          <a:p>
            <a:pPr lvl="0"/>
            <a:r>
              <a:rPr lang="en-US"/>
              <a:t>		</a:t>
            </a:r>
          </a:p>
          <a:p>
            <a:pPr lvl="0"/>
            <a:r>
              <a:rPr lang="en-US"/>
              <a:t>14) For the purpose of verifying the suitability of the investor's profile to the investment services and products offered by XP </a:t>
            </a:r>
            <a:r>
              <a:rPr lang="en-US" err="1"/>
              <a:t>Investimentos</a:t>
            </a:r>
            <a:r>
              <a:rPr lang="en-US"/>
              <a:t>. we use the methodology of suitability of products by portfolio. in accordance with the ANBIMA Suitability Rules and Procedures  01 and the ANBIMA Regulation Code for Investment Product Distribution Practices. This methodology consists of assigning a maximum risk score for each investor profile (conservative. moderate and aggressive). as well as a risk score for each of the products offered by XP </a:t>
            </a:r>
            <a:r>
              <a:rPr lang="en-US" err="1"/>
              <a:t>Investimentos</a:t>
            </a:r>
            <a:r>
              <a:rPr lang="en-US"/>
              <a:t>. so that all clients can have access to all the products. as long as they are within the amounts and limits of the risk score defined for their profile. Before applying to the products and/or contracting the services that are the subject of this material. it is important to verify that the current risk score supports the application in the products and/or the contracting of the services in question. as well as if there are volume limitations. concentration and/or amount for the desired application. You can consult this information directly at the time of transmission of your order. or by consulting the general risk of your portfolio on the portfolio screen (Risk View). If your current risk score does not support the intended application/contracting. or if there are limitations in relation to the amount and/or financial volume for said application/contracting. this means that. based on the current composition of your portfolio. this application is not suitable for your profile. In case of doubts about the process of adapting the products offered by XP </a:t>
            </a:r>
            <a:r>
              <a:rPr lang="en-US" err="1"/>
              <a:t>Investimentos</a:t>
            </a:r>
            <a:r>
              <a:rPr lang="en-US"/>
              <a:t> to your investor profile. consult the FAQ. The recommended duration of the investment is short-term and the client's assets are not guaranteed in this type of product. Market conditions. climate change and the macroeconomic scenario may affect investment performance.</a:t>
            </a:r>
          </a:p>
          <a:p>
            <a:pPr lvl="0"/>
            <a:r>
              <a:rPr lang="en-US"/>
              <a:t>		</a:t>
            </a:r>
          </a:p>
          <a:p>
            <a:pPr lvl="0"/>
            <a:r>
              <a:rPr lang="en-US"/>
              <a:t>15)  This institution is adhering CVM Resolution 16/21.	</a:t>
            </a:r>
          </a:p>
        </p:txBody>
      </p:sp>
    </p:spTree>
    <p:extLst>
      <p:ext uri="{BB962C8B-B14F-4D97-AF65-F5344CB8AC3E}">
        <p14:creationId xmlns:p14="http://schemas.microsoft.com/office/powerpoint/2010/main" val="51886037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Fechament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24">
            <a:extLst>
              <a:ext uri="{FF2B5EF4-FFF2-40B4-BE49-F238E27FC236}">
                <a16:creationId xmlns:a16="http://schemas.microsoft.com/office/drawing/2014/main" id="{09CD1B14-21A0-4905-A3FF-6A46EBDF6BCD}"/>
              </a:ext>
            </a:extLst>
          </p:cNvPr>
          <p:cNvSpPr/>
          <p:nvPr userDrawn="1"/>
        </p:nvSpPr>
        <p:spPr>
          <a:xfrm>
            <a:off x="0" y="0"/>
            <a:ext cx="6858000" cy="9906000"/>
          </a:xfrm>
          <a:prstGeom prst="rect">
            <a:avLst/>
          </a:prstGeom>
          <a:solidFill>
            <a:srgbClr val="1819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6" name="Picture 25" descr="A picture containing dark, night sky&#10;&#10;Description automatically generated">
            <a:extLst>
              <a:ext uri="{FF2B5EF4-FFF2-40B4-BE49-F238E27FC236}">
                <a16:creationId xmlns:a16="http://schemas.microsoft.com/office/drawing/2014/main" id="{A879A646-97B6-4998-8A89-2BAA11919B9D}"/>
              </a:ext>
            </a:extLst>
          </p:cNvPr>
          <p:cNvPicPr>
            <a:picLocks noChangeAspect="1"/>
          </p:cNvPicPr>
          <p:nvPr userDrawn="1"/>
        </p:nvPicPr>
        <p:blipFill rotWithShape="1">
          <a:blip r:embed="rId3">
            <a:alphaModFix amt="81000"/>
          </a:blip>
          <a:srcRect l="1783" t="114" r="50667" b="1655"/>
          <a:stretch/>
        </p:blipFill>
        <p:spPr>
          <a:xfrm>
            <a:off x="0" y="0"/>
            <a:ext cx="6858000" cy="9906000"/>
          </a:xfrm>
          <a:prstGeom prst="rect">
            <a:avLst/>
          </a:prstGeom>
        </p:spPr>
      </p:pic>
      <p:grpSp>
        <p:nvGrpSpPr>
          <p:cNvPr id="37" name="Group 36">
            <a:extLst>
              <a:ext uri="{FF2B5EF4-FFF2-40B4-BE49-F238E27FC236}">
                <a16:creationId xmlns:a16="http://schemas.microsoft.com/office/drawing/2014/main" id="{B7CE084B-3CD6-493B-AA0A-FC3B928DD6B4}"/>
              </a:ext>
            </a:extLst>
          </p:cNvPr>
          <p:cNvGrpSpPr/>
          <p:nvPr userDrawn="1"/>
        </p:nvGrpSpPr>
        <p:grpSpPr>
          <a:xfrm>
            <a:off x="-438" y="6168571"/>
            <a:ext cx="6858438" cy="3737429"/>
            <a:chOff x="0" y="-3773484"/>
            <a:chExt cx="18085267" cy="9855364"/>
          </a:xfrm>
        </p:grpSpPr>
        <p:cxnSp>
          <p:nvCxnSpPr>
            <p:cNvPr id="38" name="Straight Connector 37">
              <a:extLst>
                <a:ext uri="{FF2B5EF4-FFF2-40B4-BE49-F238E27FC236}">
                  <a16:creationId xmlns:a16="http://schemas.microsoft.com/office/drawing/2014/main" id="{31AB2E40-F9FD-42C3-9517-2D4CAEFC6A49}"/>
                </a:ext>
              </a:extLst>
            </p:cNvPr>
            <p:cNvCxnSpPr>
              <a:cxnSpLocks/>
            </p:cNvCxnSpPr>
            <p:nvPr userDrawn="1"/>
          </p:nvCxnSpPr>
          <p:spPr>
            <a:xfrm flipV="1">
              <a:off x="0" y="2914763"/>
              <a:ext cx="18085267" cy="0"/>
            </a:xfrm>
            <a:prstGeom prst="lin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194F34E-5B13-40DE-A8F8-15955077D952}"/>
                </a:ext>
              </a:extLst>
            </p:cNvPr>
            <p:cNvCxnSpPr>
              <a:cxnSpLocks/>
            </p:cNvCxnSpPr>
            <p:nvPr userDrawn="1"/>
          </p:nvCxnSpPr>
          <p:spPr>
            <a:xfrm flipV="1">
              <a:off x="9327868" y="-3773484"/>
              <a:ext cx="8717924" cy="9855364"/>
            </a:xfrm>
            <a:prstGeom prst="lin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cxnSp>
      </p:grpSp>
      <p:pic>
        <p:nvPicPr>
          <p:cNvPr id="40" name="Graphic 39">
            <a:extLst>
              <a:ext uri="{FF2B5EF4-FFF2-40B4-BE49-F238E27FC236}">
                <a16:creationId xmlns:a16="http://schemas.microsoft.com/office/drawing/2014/main" id="{DCB009AC-E0A4-48A2-8D2A-AE84DA4D0C9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565203" y="9198690"/>
            <a:ext cx="924497" cy="213562"/>
          </a:xfrm>
          <a:prstGeom prst="rect">
            <a:avLst/>
          </a:prstGeom>
        </p:spPr>
      </p:pic>
      <p:grpSp>
        <p:nvGrpSpPr>
          <p:cNvPr id="50" name="Group 49">
            <a:extLst>
              <a:ext uri="{FF2B5EF4-FFF2-40B4-BE49-F238E27FC236}">
                <a16:creationId xmlns:a16="http://schemas.microsoft.com/office/drawing/2014/main" id="{AE2F80D2-D401-47D5-BDE2-DC6D12066D2C}"/>
              </a:ext>
            </a:extLst>
          </p:cNvPr>
          <p:cNvGrpSpPr/>
          <p:nvPr userDrawn="1"/>
        </p:nvGrpSpPr>
        <p:grpSpPr>
          <a:xfrm>
            <a:off x="2684238" y="4747691"/>
            <a:ext cx="1489524" cy="410618"/>
            <a:chOff x="2700591" y="2522601"/>
            <a:chExt cx="6428993" cy="1772284"/>
          </a:xfrm>
          <a:solidFill>
            <a:schemeClr val="bg1"/>
          </a:solidFill>
        </p:grpSpPr>
        <p:sp>
          <p:nvSpPr>
            <p:cNvPr id="51" name="Freeform: Shape 50">
              <a:extLst>
                <a:ext uri="{FF2B5EF4-FFF2-40B4-BE49-F238E27FC236}">
                  <a16:creationId xmlns:a16="http://schemas.microsoft.com/office/drawing/2014/main" id="{4B5EB41B-6E79-481E-A6C7-0CE249B9C220}"/>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2" name="Graphic 20">
              <a:extLst>
                <a:ext uri="{FF2B5EF4-FFF2-40B4-BE49-F238E27FC236}">
                  <a16:creationId xmlns:a16="http://schemas.microsoft.com/office/drawing/2014/main" id="{A6F5F2BF-1CBD-48DA-83E4-900C9F654F42}"/>
                </a:ext>
              </a:extLst>
            </p:cNvPr>
            <p:cNvGrpSpPr/>
            <p:nvPr/>
          </p:nvGrpSpPr>
          <p:grpSpPr>
            <a:xfrm>
              <a:off x="5034660" y="3339528"/>
              <a:ext cx="4094924" cy="747077"/>
              <a:chOff x="5034660" y="3339528"/>
              <a:chExt cx="4094924" cy="747077"/>
            </a:xfrm>
            <a:grpFill/>
          </p:grpSpPr>
          <p:sp>
            <p:nvSpPr>
              <p:cNvPr id="54" name="Freeform: Shape 53">
                <a:extLst>
                  <a:ext uri="{FF2B5EF4-FFF2-40B4-BE49-F238E27FC236}">
                    <a16:creationId xmlns:a16="http://schemas.microsoft.com/office/drawing/2014/main" id="{F920B4FD-CF67-4AC3-ACC8-8AE9EED3B08A}"/>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E5C3886-4D19-464F-B7AC-950F1E46F85F}"/>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BFBC377-5A48-41C6-B03C-9149828E8A7C}"/>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88D6791-E280-4A9B-B6F6-189BF7C4BF98}"/>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D846E24C-F514-42EF-8579-AF8CE6A376A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67EAC76-4221-4D48-A548-1D3F7EF8A4E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28455B7D-9D95-4D0E-8503-2F81C7680372}"/>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F480758-BB1D-4122-964B-6CD9563D3404}"/>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9952736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_Agro, alimentos e bebidas">
    <p:bg>
      <p:bgPr>
        <a:solidFill>
          <a:schemeClr val="accent6"/>
        </a:solidFill>
        <a:effectLst/>
      </p:bgPr>
    </p:bg>
    <p:spTree>
      <p:nvGrpSpPr>
        <p:cNvPr id="1" name=""/>
        <p:cNvGrpSpPr/>
        <p:nvPr/>
      </p:nvGrpSpPr>
      <p:grpSpPr>
        <a:xfrm>
          <a:off x="0" y="0"/>
          <a:ext cx="0" cy="0"/>
          <a:chOff x="0" y="0"/>
          <a:chExt cx="0" cy="0"/>
        </a:xfrm>
      </p:grpSpPr>
      <p:sp>
        <p:nvSpPr>
          <p:cNvPr id="6" name="Rectangle 5" hidden="1">
            <a:extLst>
              <a:ext uri="{FF2B5EF4-FFF2-40B4-BE49-F238E27FC236}">
                <a16:creationId xmlns:a16="http://schemas.microsoft.com/office/drawing/2014/main" id="{7227264A-2A2E-B464-74B1-0F6F1C10C77E}"/>
              </a:ext>
            </a:extLst>
          </p:cNvPr>
          <p:cNvSpPr/>
          <p:nvPr userDrawn="1"/>
        </p:nvSpPr>
        <p:spPr>
          <a:xfrm>
            <a:off x="-1" y="8774019"/>
            <a:ext cx="6858000" cy="112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5" name="Rectangle 4">
            <a:extLst>
              <a:ext uri="{FF2B5EF4-FFF2-40B4-BE49-F238E27FC236}">
                <a16:creationId xmlns:a16="http://schemas.microsoft.com/office/drawing/2014/main" id="{3E3B1163-CCC9-1979-5D10-8ECD746F5FCC}"/>
              </a:ext>
            </a:extLst>
          </p:cNvPr>
          <p:cNvSpPr/>
          <p:nvPr userDrawn="1"/>
        </p:nvSpPr>
        <p:spPr>
          <a:xfrm>
            <a:off x="0" y="-3"/>
            <a:ext cx="6858000" cy="112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pic>
        <p:nvPicPr>
          <p:cNvPr id="8" name="Imagem 7" descr="Frutas e vegetais&#10;&#10;Descrição gerada automaticamente">
            <a:extLst>
              <a:ext uri="{FF2B5EF4-FFF2-40B4-BE49-F238E27FC236}">
                <a16:creationId xmlns:a16="http://schemas.microsoft.com/office/drawing/2014/main" id="{19467A36-704B-386B-9F69-26B3AAC82C6C}"/>
              </a:ext>
            </a:extLst>
          </p:cNvPr>
          <p:cNvPicPr>
            <a:picLocks noChangeAspect="1"/>
          </p:cNvPicPr>
          <p:nvPr userDrawn="1"/>
        </p:nvPicPr>
        <p:blipFill>
          <a:blip r:embed="rId3" cstate="screen">
            <a:alphaModFix amt="25000"/>
            <a:extLst>
              <a:ext uri="{28A0092B-C50C-407E-A947-70E740481C1C}">
                <a14:useLocalDpi xmlns:a14="http://schemas.microsoft.com/office/drawing/2010/main"/>
              </a:ext>
            </a:extLst>
          </a:blip>
          <a:srcRect/>
          <a:stretch>
            <a:fillRect/>
          </a:stretch>
        </p:blipFill>
        <p:spPr>
          <a:xfrm>
            <a:off x="0" y="3"/>
            <a:ext cx="6858000" cy="9905997"/>
          </a:xfrm>
          <a:custGeom>
            <a:avLst/>
            <a:gdLst>
              <a:gd name="connsiteX0" fmla="*/ 0 w 6858000"/>
              <a:gd name="connsiteY0" fmla="*/ 0 h 9905997"/>
              <a:gd name="connsiteX1" fmla="*/ 6858000 w 6858000"/>
              <a:gd name="connsiteY1" fmla="*/ 0 h 9905997"/>
              <a:gd name="connsiteX2" fmla="*/ 6858000 w 6858000"/>
              <a:gd name="connsiteY2" fmla="*/ 9905997 h 9905997"/>
              <a:gd name="connsiteX3" fmla="*/ 0 w 6858000"/>
              <a:gd name="connsiteY3" fmla="*/ 9905997 h 9905997"/>
            </a:gdLst>
            <a:ahLst/>
            <a:cxnLst>
              <a:cxn ang="0">
                <a:pos x="connsiteX0" y="connsiteY0"/>
              </a:cxn>
              <a:cxn ang="0">
                <a:pos x="connsiteX1" y="connsiteY1"/>
              </a:cxn>
              <a:cxn ang="0">
                <a:pos x="connsiteX2" y="connsiteY2"/>
              </a:cxn>
              <a:cxn ang="0">
                <a:pos x="connsiteX3" y="connsiteY3"/>
              </a:cxn>
            </a:cxnLst>
            <a:rect l="l" t="t" r="r" b="b"/>
            <a:pathLst>
              <a:path w="6858000" h="9905997">
                <a:moveTo>
                  <a:pt x="0" y="0"/>
                </a:moveTo>
                <a:lnTo>
                  <a:pt x="6858000" y="0"/>
                </a:lnTo>
                <a:lnTo>
                  <a:pt x="6858000" y="9905997"/>
                </a:lnTo>
                <a:lnTo>
                  <a:pt x="0" y="9905997"/>
                </a:lnTo>
                <a:close/>
              </a:path>
            </a:pathLst>
          </a:custGeom>
        </p:spPr>
      </p:pic>
      <p:pic>
        <p:nvPicPr>
          <p:cNvPr id="10" name="Graphic 9">
            <a:extLst>
              <a:ext uri="{FF2B5EF4-FFF2-40B4-BE49-F238E27FC236}">
                <a16:creationId xmlns:a16="http://schemas.microsoft.com/office/drawing/2014/main" id="{F49ABFC1-C342-CD17-8E24-68B202FF4DD6}"/>
              </a:ext>
            </a:extLst>
          </p:cNvPr>
          <p:cNvPicPr>
            <a:picLocks noChangeAspect="1"/>
          </p:cNvPicPr>
          <p:nvPr userDrawn="1"/>
        </p:nvPicPr>
        <p:blipFill rotWithShape="1">
          <a:blip>
            <a:extLst>
              <a:ext uri="{96DAC541-7B7A-43D3-8B79-37D633B846F1}">
                <asvg:svgBlip xmlns:asvg="http://schemas.microsoft.com/office/drawing/2016/SVG/main" r:embed="rId4"/>
              </a:ext>
            </a:extLst>
          </a:blip>
          <a:srcRect l="19269" t="2351" r="1339" b="20035"/>
          <a:stretch/>
        </p:blipFill>
        <p:spPr>
          <a:xfrm flipV="1">
            <a:off x="-1" y="0"/>
            <a:ext cx="6858001" cy="9906000"/>
          </a:xfrm>
          <a:prstGeom prst="rect">
            <a:avLst/>
          </a:prstGeom>
        </p:spPr>
      </p:pic>
      <p:grpSp>
        <p:nvGrpSpPr>
          <p:cNvPr id="2" name="Agrupar 1">
            <a:extLst>
              <a:ext uri="{FF2B5EF4-FFF2-40B4-BE49-F238E27FC236}">
                <a16:creationId xmlns:a16="http://schemas.microsoft.com/office/drawing/2014/main" id="{12DD471D-7E3A-5696-BFDC-BC93E1279A2D}"/>
              </a:ext>
            </a:extLst>
          </p:cNvPr>
          <p:cNvGrpSpPr/>
          <p:nvPr userDrawn="1"/>
        </p:nvGrpSpPr>
        <p:grpSpPr>
          <a:xfrm>
            <a:off x="0" y="-3"/>
            <a:ext cx="6858001" cy="9906000"/>
            <a:chOff x="3836069" y="701305"/>
            <a:chExt cx="6858001" cy="9906000"/>
          </a:xfrm>
        </p:grpSpPr>
        <p:sp>
          <p:nvSpPr>
            <p:cNvPr id="3" name="Rectangle 50">
              <a:extLst>
                <a:ext uri="{FF2B5EF4-FFF2-40B4-BE49-F238E27FC236}">
                  <a16:creationId xmlns:a16="http://schemas.microsoft.com/office/drawing/2014/main" id="{62502AB0-64AA-9E82-4E61-E8AC520077F2}"/>
                </a:ext>
              </a:extLst>
            </p:cNvPr>
            <p:cNvSpPr/>
            <p:nvPr/>
          </p:nvSpPr>
          <p:spPr>
            <a:xfrm rot="10800000">
              <a:off x="3836070" y="701305"/>
              <a:ext cx="6858000" cy="9906000"/>
            </a:xfrm>
            <a:prstGeom prst="rect">
              <a:avLst/>
            </a:prstGeom>
            <a:gradFill>
              <a:gsLst>
                <a:gs pos="0">
                  <a:schemeClr val="accent6"/>
                </a:gs>
                <a:gs pos="36000">
                  <a:schemeClr val="accent6">
                    <a:alpha val="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4" name="Rectangle 1">
              <a:extLst>
                <a:ext uri="{FF2B5EF4-FFF2-40B4-BE49-F238E27FC236}">
                  <a16:creationId xmlns:a16="http://schemas.microsoft.com/office/drawing/2014/main" id="{65C3F032-3230-CC1F-B579-F0F95BD08170}"/>
                </a:ext>
              </a:extLst>
            </p:cNvPr>
            <p:cNvSpPr>
              <a:spLocks/>
            </p:cNvSpPr>
            <p:nvPr/>
          </p:nvSpPr>
          <p:spPr>
            <a:xfrm>
              <a:off x="3836069" y="701305"/>
              <a:ext cx="6858000" cy="9906000"/>
            </a:xfrm>
            <a:prstGeom prst="rect">
              <a:avLst/>
            </a:prstGeom>
            <a:gradFill>
              <a:gsLst>
                <a:gs pos="0">
                  <a:schemeClr val="accent6"/>
                </a:gs>
                <a:gs pos="36000">
                  <a:schemeClr val="accent6">
                    <a:alpha val="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grpSp>
      <p:pic>
        <p:nvPicPr>
          <p:cNvPr id="13" name="Graphic 12">
            <a:extLst>
              <a:ext uri="{FF2B5EF4-FFF2-40B4-BE49-F238E27FC236}">
                <a16:creationId xmlns:a16="http://schemas.microsoft.com/office/drawing/2014/main" id="{2B3617B2-4386-53AD-39A7-6CFB852D60D5}"/>
              </a:ext>
            </a:extLst>
          </p:cNvPr>
          <p:cNvPicPr>
            <a:picLocks noChangeAspect="1"/>
          </p:cNvPicPr>
          <p:nvPr userDrawn="1"/>
        </p:nvPicPr>
        <p:blipFill>
          <a:blip>
            <a:alphaModFix amt="66000"/>
            <a:extLst>
              <a:ext uri="{96DAC541-7B7A-43D3-8B79-37D633B846F1}">
                <asvg:svgBlip xmlns:asvg="http://schemas.microsoft.com/office/drawing/2016/SVG/main" r:embed="rId5"/>
              </a:ext>
            </a:extLst>
          </a:blip>
          <a:srcRect l="27193" t="22453" r="47498" b="7994"/>
          <a:stretch/>
        </p:blipFill>
        <p:spPr>
          <a:xfrm>
            <a:off x="0" y="1133591"/>
            <a:ext cx="6858000" cy="8738553"/>
          </a:xfrm>
          <a:prstGeom prst="rect">
            <a:avLst/>
          </a:prstGeom>
        </p:spPr>
      </p:pic>
      <p:pic>
        <p:nvPicPr>
          <p:cNvPr id="9" name="Picture 8" descr="A blue and white dot pattern&#10;&#10;AI-generated content may be incorrect.">
            <a:extLst>
              <a:ext uri="{FF2B5EF4-FFF2-40B4-BE49-F238E27FC236}">
                <a16:creationId xmlns:a16="http://schemas.microsoft.com/office/drawing/2014/main" id="{D572D620-A33D-FA48-00AE-F1018BB7DF23}"/>
              </a:ext>
            </a:extLst>
          </p:cNvPr>
          <p:cNvPicPr>
            <a:picLocks noChangeAspect="1"/>
          </p:cNvPicPr>
          <p:nvPr userDrawn="1"/>
        </p:nvPicPr>
        <p:blipFill>
          <a:blip r:embed="rId6" cstate="screen">
            <a:alphaModFix amt="18000"/>
            <a:extLst>
              <a:ext uri="{BEBA8EAE-BF5A-486C-A8C5-ECC9F3942E4B}">
                <a14:imgProps xmlns:a14="http://schemas.microsoft.com/office/drawing/2010/main">
                  <a14:imgLayer r:embed="rId7">
                    <a14:imgEffect>
                      <a14:colorTemperature colorTemp="4700"/>
                    </a14:imgEffect>
                    <a14:imgEffect>
                      <a14:saturation sat="33000"/>
                    </a14:imgEffect>
                  </a14:imgLayer>
                </a14:imgProps>
              </a:ext>
              <a:ext uri="{28A0092B-C50C-407E-A947-70E740481C1C}">
                <a14:useLocalDpi xmlns:a14="http://schemas.microsoft.com/office/drawing/2010/main"/>
              </a:ext>
            </a:extLst>
          </a:blip>
          <a:srcRect t="-673"/>
          <a:stretch/>
        </p:blipFill>
        <p:spPr>
          <a:xfrm>
            <a:off x="0" y="1062189"/>
            <a:ext cx="6858000" cy="8809959"/>
          </a:xfrm>
          <a:prstGeom prst="rect">
            <a:avLst/>
          </a:prstGeom>
        </p:spPr>
      </p:pic>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16" name="Group 15">
            <a:extLst>
              <a:ext uri="{FF2B5EF4-FFF2-40B4-BE49-F238E27FC236}">
                <a16:creationId xmlns:a16="http://schemas.microsoft.com/office/drawing/2014/main" id="{C4DF0931-276A-C4B3-E0A7-02B6EAA3C49B}"/>
              </a:ext>
            </a:extLst>
          </p:cNvPr>
          <p:cNvGrpSpPr/>
          <p:nvPr userDrawn="1"/>
        </p:nvGrpSpPr>
        <p:grpSpPr>
          <a:xfrm>
            <a:off x="390154" y="406178"/>
            <a:ext cx="1240285" cy="341910"/>
            <a:chOff x="2700591" y="2522601"/>
            <a:chExt cx="6428993" cy="1772284"/>
          </a:xfrm>
        </p:grpSpPr>
        <p:sp>
          <p:nvSpPr>
            <p:cNvPr id="17" name="Freeform: Shape 16">
              <a:extLst>
                <a:ext uri="{FF2B5EF4-FFF2-40B4-BE49-F238E27FC236}">
                  <a16:creationId xmlns:a16="http://schemas.microsoft.com/office/drawing/2014/main" id="{70B9B340-5E1C-9327-69F1-5AE446FF2255}"/>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20" name="Graphic 20">
              <a:extLst>
                <a:ext uri="{FF2B5EF4-FFF2-40B4-BE49-F238E27FC236}">
                  <a16:creationId xmlns:a16="http://schemas.microsoft.com/office/drawing/2014/main" id="{1E0C2497-164B-3E45-6090-5F805C67AB02}"/>
                </a:ext>
              </a:extLst>
            </p:cNvPr>
            <p:cNvGrpSpPr/>
            <p:nvPr/>
          </p:nvGrpSpPr>
          <p:grpSpPr>
            <a:xfrm>
              <a:off x="5034660" y="3339528"/>
              <a:ext cx="4094924" cy="747077"/>
              <a:chOff x="5034660" y="3339528"/>
              <a:chExt cx="4094924" cy="747077"/>
            </a:xfrm>
            <a:solidFill>
              <a:srgbClr val="FFFFFF"/>
            </a:solidFill>
          </p:grpSpPr>
          <p:sp>
            <p:nvSpPr>
              <p:cNvPr id="21" name="Freeform: Shape 20">
                <a:extLst>
                  <a:ext uri="{FF2B5EF4-FFF2-40B4-BE49-F238E27FC236}">
                    <a16:creationId xmlns:a16="http://schemas.microsoft.com/office/drawing/2014/main" id="{3198B4CB-7FA3-A37E-E540-E2FBA81CCDCB}"/>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5A8605D5-3EDB-F7D1-AC3B-DF5CEE516147}"/>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18B3AC0-A0B3-67F5-F442-48F0E029DF55}"/>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48AD7D35-F105-3B1F-6CF2-EDD48ACC71B9}"/>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99371C5E-12BC-7944-E1F6-FF98963DBD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67F76F1-36B6-C9E1-0D69-7196D96834AE}"/>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D0C5B1F5-1F12-DAC8-A282-CAB55191AC3B}"/>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4F4377A-A2E8-D20E-9FC2-722626414101}"/>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grpSp>
        <p:nvGrpSpPr>
          <p:cNvPr id="69" name="Group 68">
            <a:extLst>
              <a:ext uri="{FF2B5EF4-FFF2-40B4-BE49-F238E27FC236}">
                <a16:creationId xmlns:a16="http://schemas.microsoft.com/office/drawing/2014/main" id="{8F5893B4-B956-CA4C-4E89-2275C6A23F7F}"/>
              </a:ext>
            </a:extLst>
          </p:cNvPr>
          <p:cNvGrpSpPr/>
          <p:nvPr userDrawn="1"/>
        </p:nvGrpSpPr>
        <p:grpSpPr>
          <a:xfrm flipH="1">
            <a:off x="-113256" y="3"/>
            <a:ext cx="6971256" cy="6334517"/>
            <a:chOff x="-31505" y="3"/>
            <a:chExt cx="7944898" cy="6841768"/>
          </a:xfrm>
        </p:grpSpPr>
        <p:sp>
          <p:nvSpPr>
            <p:cNvPr id="65" name="Isosceles Triangle 64">
              <a:extLst>
                <a:ext uri="{FF2B5EF4-FFF2-40B4-BE49-F238E27FC236}">
                  <a16:creationId xmlns:a16="http://schemas.microsoft.com/office/drawing/2014/main" id="{7E756C03-7B9D-CF88-83F4-C1619FDA2C7C}"/>
                </a:ext>
              </a:extLst>
            </p:cNvPr>
            <p:cNvSpPr/>
            <p:nvPr userDrawn="1"/>
          </p:nvSpPr>
          <p:spPr>
            <a:xfrm rot="16200000">
              <a:off x="2660727" y="1589105"/>
              <a:ext cx="5619144" cy="4886188"/>
            </a:xfrm>
            <a:prstGeom prst="triangle">
              <a:avLst>
                <a:gd name="adj" fmla="val 100000"/>
              </a:avLst>
            </a:prstGeom>
            <a:gradFill>
              <a:gsLst>
                <a:gs pos="93000">
                  <a:srgbClr val="8EB3DF">
                    <a:alpha val="0"/>
                  </a:srgbClr>
                </a:gs>
                <a:gs pos="0">
                  <a:schemeClr val="accent3"/>
                </a:gs>
                <a:gs pos="70000">
                  <a:schemeClr val="accent3">
                    <a:alpha val="11000"/>
                  </a:schemeClr>
                </a:gs>
              </a:gsLst>
              <a:lin ang="6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a:solidFill>
                  <a:schemeClr val="tx1"/>
                </a:solidFill>
                <a:latin typeface="Roboto" panose="02000000000000000000" pitchFamily="2" charset="0"/>
                <a:ea typeface="Roboto" panose="02000000000000000000" pitchFamily="2" charset="0"/>
                <a:cs typeface="Roboto" panose="02000000000000000000" pitchFamily="2" charset="0"/>
              </a:endParaRPr>
            </a:p>
          </p:txBody>
        </p:sp>
        <p:grpSp>
          <p:nvGrpSpPr>
            <p:cNvPr id="66" name="Group 65">
              <a:extLst>
                <a:ext uri="{FF2B5EF4-FFF2-40B4-BE49-F238E27FC236}">
                  <a16:creationId xmlns:a16="http://schemas.microsoft.com/office/drawing/2014/main" id="{F23A80A8-5B7B-720A-0498-48FB270B56F2}"/>
                </a:ext>
              </a:extLst>
            </p:cNvPr>
            <p:cNvGrpSpPr/>
            <p:nvPr userDrawn="1"/>
          </p:nvGrpSpPr>
          <p:grpSpPr>
            <a:xfrm flipV="1">
              <a:off x="-31505" y="3"/>
              <a:ext cx="3073148" cy="1233884"/>
              <a:chOff x="-33216277" y="3696971"/>
              <a:chExt cx="17875623" cy="1180237"/>
            </a:xfrm>
          </p:grpSpPr>
          <p:cxnSp>
            <p:nvCxnSpPr>
              <p:cNvPr id="67" name="Straight Connector 66">
                <a:extLst>
                  <a:ext uri="{FF2B5EF4-FFF2-40B4-BE49-F238E27FC236}">
                    <a16:creationId xmlns:a16="http://schemas.microsoft.com/office/drawing/2014/main" id="{F1A1FDB4-0FB7-BEEB-2B9D-D1E8FE3853CA}"/>
                  </a:ext>
                </a:extLst>
              </p:cNvPr>
              <p:cNvCxnSpPr>
                <a:cxnSpLocks/>
              </p:cNvCxnSpPr>
              <p:nvPr userDrawn="1"/>
            </p:nvCxnSpPr>
            <p:spPr>
              <a:xfrm flipV="1">
                <a:off x="-33216277" y="3710462"/>
                <a:ext cx="1787562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9D45C79A-47B8-8CD3-9D6C-3CA04B7EC39E}"/>
                  </a:ext>
                </a:extLst>
              </p:cNvPr>
              <p:cNvCxnSpPr>
                <a:cxnSpLocks/>
              </p:cNvCxnSpPr>
              <p:nvPr userDrawn="1"/>
            </p:nvCxnSpPr>
            <p:spPr>
              <a:xfrm flipH="1">
                <a:off x="-21608832" y="3696971"/>
                <a:ext cx="6241002" cy="118023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2" name="Group 71">
            <a:extLst>
              <a:ext uri="{FF2B5EF4-FFF2-40B4-BE49-F238E27FC236}">
                <a16:creationId xmlns:a16="http://schemas.microsoft.com/office/drawing/2014/main" id="{7D85C331-0D97-F14F-BCEE-E4CACC063DDB}"/>
              </a:ext>
            </a:extLst>
          </p:cNvPr>
          <p:cNvGrpSpPr/>
          <p:nvPr userDrawn="1"/>
        </p:nvGrpSpPr>
        <p:grpSpPr>
          <a:xfrm>
            <a:off x="340252" y="1670475"/>
            <a:ext cx="2267822" cy="1002192"/>
            <a:chOff x="423863" y="1657596"/>
            <a:chExt cx="2267822" cy="1002192"/>
          </a:xfrm>
        </p:grpSpPr>
        <p:sp>
          <p:nvSpPr>
            <p:cNvPr id="31" name="TextBox 30">
              <a:extLst>
                <a:ext uri="{FF2B5EF4-FFF2-40B4-BE49-F238E27FC236}">
                  <a16:creationId xmlns:a16="http://schemas.microsoft.com/office/drawing/2014/main" id="{8EC449FF-42C7-1A50-8B68-6D905C6EC17A}"/>
                </a:ext>
              </a:extLst>
            </p:cNvPr>
            <p:cNvSpPr txBox="1"/>
            <p:nvPr userDrawn="1"/>
          </p:nvSpPr>
          <p:spPr>
            <a:xfrm>
              <a:off x="423863" y="1657596"/>
              <a:ext cx="2267822" cy="615553"/>
            </a:xfrm>
            <a:prstGeom prst="rect">
              <a:avLst/>
            </a:prstGeom>
            <a:noFill/>
          </p:spPr>
          <p:txBody>
            <a:bodyPr wrap="square" lIns="0" tIns="0" rIns="0" bIns="0" rtlCol="0">
              <a:spAutoFit/>
            </a:bodyPr>
            <a:lstStyle/>
            <a:p>
              <a:pPr algn="r"/>
              <a:r>
                <a:rPr lang="pt-BR" sz="4000" b="1" i="1">
                  <a:solidFill>
                    <a:schemeClr val="bg1"/>
                  </a:solidFill>
                  <a:latin typeface="XP" pitchFamily="50" charset="0"/>
                  <a:ea typeface="XP" pitchFamily="50" charset="0"/>
                  <a:cs typeface="Roboto" panose="02000000000000000000" pitchFamily="2" charset="0"/>
                </a:rPr>
                <a:t>Thematic</a:t>
              </a:r>
            </a:p>
          </p:txBody>
        </p:sp>
        <p:sp>
          <p:nvSpPr>
            <p:cNvPr id="71" name="TextBox 70">
              <a:extLst>
                <a:ext uri="{FF2B5EF4-FFF2-40B4-BE49-F238E27FC236}">
                  <a16:creationId xmlns:a16="http://schemas.microsoft.com/office/drawing/2014/main" id="{F39388AA-C6A0-BACD-48D5-2675535A9633}"/>
                </a:ext>
              </a:extLst>
            </p:cNvPr>
            <p:cNvSpPr txBox="1"/>
            <p:nvPr userDrawn="1"/>
          </p:nvSpPr>
          <p:spPr>
            <a:xfrm>
              <a:off x="637566" y="2105790"/>
              <a:ext cx="2054119" cy="553998"/>
            </a:xfrm>
            <a:prstGeom prst="rect">
              <a:avLst/>
            </a:prstGeom>
            <a:noFill/>
          </p:spPr>
          <p:txBody>
            <a:bodyPr wrap="square" lIns="0" tIns="0" rIns="0" bIns="0" rtlCol="0">
              <a:spAutoFit/>
            </a:bodyPr>
            <a:lstStyle/>
            <a:p>
              <a:pPr algn="r"/>
              <a:r>
                <a:rPr lang="pt-BR" sz="3600" b="0" i="0">
                  <a:solidFill>
                    <a:schemeClr val="bg1"/>
                  </a:solidFill>
                  <a:latin typeface="XP Light Lighthouse" pitchFamily="50" charset="0"/>
                  <a:ea typeface="XP Light Lighthouse" pitchFamily="50" charset="0"/>
                  <a:cs typeface="Roboto" panose="02000000000000000000" pitchFamily="2" charset="0"/>
                </a:rPr>
                <a:t>Research</a:t>
              </a:r>
            </a:p>
          </p:txBody>
        </p:sp>
      </p:grpSp>
      <p:sp>
        <p:nvSpPr>
          <p:cNvPr id="75" name="Espaço Reservado para Texto 6">
            <a:extLst>
              <a:ext uri="{FF2B5EF4-FFF2-40B4-BE49-F238E27FC236}">
                <a16:creationId xmlns:a16="http://schemas.microsoft.com/office/drawing/2014/main" id="{354E5287-B1CE-DBCC-A334-7B6607B9F041}"/>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en-US" noProof="0"/>
              <a:t>Sector / Segment</a:t>
            </a:r>
          </a:p>
        </p:txBody>
      </p:sp>
      <p:sp>
        <p:nvSpPr>
          <p:cNvPr id="7" name="Date Placeholder 10">
            <a:extLst>
              <a:ext uri="{FF2B5EF4-FFF2-40B4-BE49-F238E27FC236}">
                <a16:creationId xmlns:a16="http://schemas.microsoft.com/office/drawing/2014/main" id="{624580AB-8B11-2158-FF8A-2264EA11D9E6}"/>
              </a:ext>
            </a:extLst>
          </p:cNvPr>
          <p:cNvSpPr>
            <a:spLocks noGrp="1"/>
          </p:cNvSpPr>
          <p:nvPr>
            <p:ph type="dt" sz="half" idx="2"/>
          </p:nvPr>
        </p:nvSpPr>
        <p:spPr>
          <a:xfrm>
            <a:off x="3371691" y="438763"/>
            <a:ext cx="3132139" cy="184666"/>
          </a:xfrm>
        </p:spPr>
        <p:txBody>
          <a:bodyPr/>
          <a:lstStyle>
            <a:lvl1pPr>
              <a:defRPr>
                <a:solidFill>
                  <a:srgbClr val="F9C113"/>
                </a:solidFill>
              </a:defRPr>
            </a:lvl1pPr>
          </a:lstStyle>
          <a:p>
            <a:fld id="{4FFC2310-6FFD-4DF5-96A4-C34E78316CEE}" type="datetime4">
              <a:rPr lang="en-US" smtClean="0"/>
              <a:t>October 30, 2026</a:t>
            </a:fld>
            <a:endParaRPr lang="en-US"/>
          </a:p>
        </p:txBody>
      </p:sp>
    </p:spTree>
    <p:extLst>
      <p:ext uri="{BB962C8B-B14F-4D97-AF65-F5344CB8AC3E}">
        <p14:creationId xmlns:p14="http://schemas.microsoft.com/office/powerpoint/2010/main" val="222020594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apa">
    <p:bg>
      <p:bgPr>
        <a:solidFill>
          <a:schemeClr val="bg1"/>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688A787-9182-A426-2B75-FA6C6DDF288A}"/>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7" name="Picture 6" descr="A blue and white dot pattern&#10;&#10;AI-generated content may be incorrect.">
            <a:extLst>
              <a:ext uri="{FF2B5EF4-FFF2-40B4-BE49-F238E27FC236}">
                <a16:creationId xmlns:a16="http://schemas.microsoft.com/office/drawing/2014/main" id="{A4E2FB3C-1561-CDE0-F2B0-0E2716BC040B}"/>
              </a:ext>
            </a:extLst>
          </p:cNvPr>
          <p:cNvPicPr>
            <a:picLocks noChangeAspect="1"/>
          </p:cNvPicPr>
          <p:nvPr/>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9" name="Graphic 8">
            <a:extLst>
              <a:ext uri="{FF2B5EF4-FFF2-40B4-BE49-F238E27FC236}">
                <a16:creationId xmlns:a16="http://schemas.microsoft.com/office/drawing/2014/main" id="{2E2DBF91-C31C-E0F0-254B-B03F97806A89}"/>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userDrawn="1">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userDrawn="1">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userDrawn="1">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userDrawn="1">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userDrawn="1">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5A26733C-5F57-4856-9DCE-1BE203D67222}" type="datetime4">
              <a:rPr lang="en-US" smtClean="0"/>
              <a:t>October 30, 2026</a:t>
            </a:fld>
            <a:endParaRPr lang="en-US"/>
          </a:p>
        </p:txBody>
      </p:sp>
      <p:sp>
        <p:nvSpPr>
          <p:cNvPr id="36" name="Espaço Reservado para Texto 6">
            <a:extLst>
              <a:ext uri="{FF2B5EF4-FFF2-40B4-BE49-F238E27FC236}">
                <a16:creationId xmlns:a16="http://schemas.microsoft.com/office/drawing/2014/main" id="{984F9560-6699-43C8-BEE0-490CDFCBCF21}"/>
              </a:ext>
            </a:extLst>
          </p:cNvPr>
          <p:cNvSpPr>
            <a:spLocks noGrp="1"/>
          </p:cNvSpPr>
          <p:nvPr userDrawn="1">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80EC9BA-5BCE-49E4-BC4C-E52C56FC5C26}"/>
              </a:ext>
            </a:extLst>
          </p:cNvPr>
          <p:cNvSpPr>
            <a:spLocks noGrp="1"/>
          </p:cNvSpPr>
          <p:nvPr userDrawn="1">
            <p:ph type="body" sz="quarter" idx="37"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 name="Espaço Reservado para Conteúdo 14">
            <a:extLst>
              <a:ext uri="{FF2B5EF4-FFF2-40B4-BE49-F238E27FC236}">
                <a16:creationId xmlns:a16="http://schemas.microsoft.com/office/drawing/2014/main" id="{3422534A-F1CB-BBFF-8CE5-5CB138892884}"/>
              </a:ext>
            </a:extLst>
          </p:cNvPr>
          <p:cNvSpPr>
            <a:spLocks noGrp="1"/>
          </p:cNvSpPr>
          <p:nvPr>
            <p:ph sz="quarter" idx="21" hasCustomPrompt="1"/>
          </p:nvPr>
        </p:nvSpPr>
        <p:spPr>
          <a:xfrm>
            <a:off x="382829" y="7896455"/>
            <a:ext cx="2952000"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 name="Espaço Reservado para Conteúdo 14">
            <a:extLst>
              <a:ext uri="{FF2B5EF4-FFF2-40B4-BE49-F238E27FC236}">
                <a16:creationId xmlns:a16="http://schemas.microsoft.com/office/drawing/2014/main" id="{052BA432-D493-B8B5-ADA1-4440290AC12E}"/>
              </a:ext>
            </a:extLst>
          </p:cNvPr>
          <p:cNvSpPr>
            <a:spLocks noGrp="1"/>
          </p:cNvSpPr>
          <p:nvPr>
            <p:ph sz="quarter" idx="22" hasCustomPrompt="1"/>
          </p:nvPr>
        </p:nvSpPr>
        <p:spPr>
          <a:xfrm>
            <a:off x="3536951" y="7896455"/>
            <a:ext cx="2952000"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 name="Espaço Reservado para Conteúdo 14">
            <a:extLst>
              <a:ext uri="{FF2B5EF4-FFF2-40B4-BE49-F238E27FC236}">
                <a16:creationId xmlns:a16="http://schemas.microsoft.com/office/drawing/2014/main" id="{78436872-10E7-F7BB-DA0B-A6FFDDD07333}"/>
              </a:ext>
            </a:extLst>
          </p:cNvPr>
          <p:cNvSpPr>
            <a:spLocks noGrp="1"/>
          </p:cNvSpPr>
          <p:nvPr>
            <p:ph sz="quarter" idx="24" hasCustomPrompt="1"/>
          </p:nvPr>
        </p:nvSpPr>
        <p:spPr>
          <a:xfrm>
            <a:off x="382829" y="7607837"/>
            <a:ext cx="295200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8" name="Espaço Reservado para Conteúdo 14">
            <a:extLst>
              <a:ext uri="{FF2B5EF4-FFF2-40B4-BE49-F238E27FC236}">
                <a16:creationId xmlns:a16="http://schemas.microsoft.com/office/drawing/2014/main" id="{19DBE73C-C2CD-83C2-C6D2-8217714624B1}"/>
              </a:ext>
            </a:extLst>
          </p:cNvPr>
          <p:cNvSpPr>
            <a:spLocks noGrp="1"/>
          </p:cNvSpPr>
          <p:nvPr>
            <p:ph sz="quarter" idx="25" hasCustomPrompt="1"/>
          </p:nvPr>
        </p:nvSpPr>
        <p:spPr>
          <a:xfrm>
            <a:off x="3536951" y="7607837"/>
            <a:ext cx="295200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10" name="Straight Connector 9">
            <a:extLst>
              <a:ext uri="{FF2B5EF4-FFF2-40B4-BE49-F238E27FC236}">
                <a16:creationId xmlns:a16="http://schemas.microsoft.com/office/drawing/2014/main" id="{15D71B80-AC72-49AC-B09D-E52C19B52064}"/>
              </a:ext>
            </a:extLst>
          </p:cNvPr>
          <p:cNvCxnSpPr>
            <a:cxnSpLocks/>
          </p:cNvCxnSpPr>
          <p:nvPr userDrawn="1"/>
        </p:nvCxnSpPr>
        <p:spPr>
          <a:xfrm>
            <a:off x="4227459" y="2150951"/>
            <a:ext cx="0" cy="525891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 name="Text Placeholder 4">
            <a:extLst>
              <a:ext uri="{FF2B5EF4-FFF2-40B4-BE49-F238E27FC236}">
                <a16:creationId xmlns:a16="http://schemas.microsoft.com/office/drawing/2014/main" id="{89BF6539-9496-327C-37FC-619DC6D9078A}"/>
              </a:ext>
            </a:extLst>
          </p:cNvPr>
          <p:cNvSpPr>
            <a:spLocks noGrp="1"/>
          </p:cNvSpPr>
          <p:nvPr>
            <p:ph type="body" sz="quarter" idx="27" hasCustomPrompt="1"/>
          </p:nvPr>
        </p:nvSpPr>
        <p:spPr>
          <a:xfrm>
            <a:off x="4330593" y="3551967"/>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13" name="Text Placeholder 4">
            <a:extLst>
              <a:ext uri="{FF2B5EF4-FFF2-40B4-BE49-F238E27FC236}">
                <a16:creationId xmlns:a16="http://schemas.microsoft.com/office/drawing/2014/main" id="{9FE7D662-06FD-4510-0814-E74815AED648}"/>
              </a:ext>
            </a:extLst>
          </p:cNvPr>
          <p:cNvSpPr>
            <a:spLocks noGrp="1"/>
          </p:cNvSpPr>
          <p:nvPr>
            <p:ph type="body" sz="quarter" idx="28" hasCustomPrompt="1"/>
          </p:nvPr>
        </p:nvSpPr>
        <p:spPr>
          <a:xfrm>
            <a:off x="4330593" y="3713764"/>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14" name="Text Placeholder 4">
            <a:extLst>
              <a:ext uri="{FF2B5EF4-FFF2-40B4-BE49-F238E27FC236}">
                <a16:creationId xmlns:a16="http://schemas.microsoft.com/office/drawing/2014/main" id="{66D34F81-1353-1F11-EDF6-131DEC8F78E3}"/>
              </a:ext>
            </a:extLst>
          </p:cNvPr>
          <p:cNvSpPr>
            <a:spLocks noGrp="1"/>
          </p:cNvSpPr>
          <p:nvPr>
            <p:ph type="body" sz="quarter" idx="29" hasCustomPrompt="1"/>
          </p:nvPr>
        </p:nvSpPr>
        <p:spPr>
          <a:xfrm>
            <a:off x="4330593" y="384063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16" name="Text Placeholder 4">
            <a:extLst>
              <a:ext uri="{FF2B5EF4-FFF2-40B4-BE49-F238E27FC236}">
                <a16:creationId xmlns:a16="http://schemas.microsoft.com/office/drawing/2014/main" id="{9C0F5FBA-7015-1C4F-6440-8D2DC566707E}"/>
              </a:ext>
            </a:extLst>
          </p:cNvPr>
          <p:cNvSpPr>
            <a:spLocks noGrp="1"/>
          </p:cNvSpPr>
          <p:nvPr>
            <p:ph type="body" sz="quarter" idx="30" hasCustomPrompt="1"/>
          </p:nvPr>
        </p:nvSpPr>
        <p:spPr>
          <a:xfrm>
            <a:off x="4330593" y="403822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17" name="Text Placeholder 4">
            <a:extLst>
              <a:ext uri="{FF2B5EF4-FFF2-40B4-BE49-F238E27FC236}">
                <a16:creationId xmlns:a16="http://schemas.microsoft.com/office/drawing/2014/main" id="{2F372600-E1E8-A42B-36DD-8F450B0D3FB6}"/>
              </a:ext>
            </a:extLst>
          </p:cNvPr>
          <p:cNvSpPr>
            <a:spLocks noGrp="1"/>
          </p:cNvSpPr>
          <p:nvPr>
            <p:ph type="body" sz="quarter" idx="31" hasCustomPrompt="1"/>
          </p:nvPr>
        </p:nvSpPr>
        <p:spPr>
          <a:xfrm>
            <a:off x="4330593" y="420001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18" name="Text Placeholder 4">
            <a:extLst>
              <a:ext uri="{FF2B5EF4-FFF2-40B4-BE49-F238E27FC236}">
                <a16:creationId xmlns:a16="http://schemas.microsoft.com/office/drawing/2014/main" id="{5BE5F1CC-0CA1-970E-03FC-5B891C2CEF42}"/>
              </a:ext>
            </a:extLst>
          </p:cNvPr>
          <p:cNvSpPr>
            <a:spLocks noGrp="1"/>
          </p:cNvSpPr>
          <p:nvPr>
            <p:ph type="body" sz="quarter" idx="32" hasCustomPrompt="1"/>
          </p:nvPr>
        </p:nvSpPr>
        <p:spPr>
          <a:xfrm>
            <a:off x="4330593" y="432689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19" name="Text Placeholder 4">
            <a:extLst>
              <a:ext uri="{FF2B5EF4-FFF2-40B4-BE49-F238E27FC236}">
                <a16:creationId xmlns:a16="http://schemas.microsoft.com/office/drawing/2014/main" id="{35824A92-0CF6-962F-0FE9-04EC29CA20F0}"/>
              </a:ext>
            </a:extLst>
          </p:cNvPr>
          <p:cNvSpPr>
            <a:spLocks noGrp="1"/>
          </p:cNvSpPr>
          <p:nvPr>
            <p:ph type="body" sz="quarter" idx="33" hasCustomPrompt="1"/>
          </p:nvPr>
        </p:nvSpPr>
        <p:spPr>
          <a:xfrm>
            <a:off x="4330593" y="453179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0" name="Text Placeholder 4">
            <a:extLst>
              <a:ext uri="{FF2B5EF4-FFF2-40B4-BE49-F238E27FC236}">
                <a16:creationId xmlns:a16="http://schemas.microsoft.com/office/drawing/2014/main" id="{0B3A3938-C409-5084-9827-D18788FC36AE}"/>
              </a:ext>
            </a:extLst>
          </p:cNvPr>
          <p:cNvSpPr>
            <a:spLocks noGrp="1"/>
          </p:cNvSpPr>
          <p:nvPr>
            <p:ph type="body" sz="quarter" idx="34" hasCustomPrompt="1"/>
          </p:nvPr>
        </p:nvSpPr>
        <p:spPr>
          <a:xfrm>
            <a:off x="4330593" y="469358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1" name="Text Placeholder 4">
            <a:extLst>
              <a:ext uri="{FF2B5EF4-FFF2-40B4-BE49-F238E27FC236}">
                <a16:creationId xmlns:a16="http://schemas.microsoft.com/office/drawing/2014/main" id="{110F7DB8-030A-FD87-106E-18EC0280F85D}"/>
              </a:ext>
            </a:extLst>
          </p:cNvPr>
          <p:cNvSpPr>
            <a:spLocks noGrp="1"/>
          </p:cNvSpPr>
          <p:nvPr>
            <p:ph type="body" sz="quarter" idx="35" hasCustomPrompt="1"/>
          </p:nvPr>
        </p:nvSpPr>
        <p:spPr>
          <a:xfrm>
            <a:off x="4330593" y="482046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2" name="Espaço Reservado para Conteúdo 14">
            <a:extLst>
              <a:ext uri="{FF2B5EF4-FFF2-40B4-BE49-F238E27FC236}">
                <a16:creationId xmlns:a16="http://schemas.microsoft.com/office/drawing/2014/main" id="{34EB6BD4-0983-55AD-E75C-92B427051854}"/>
              </a:ext>
            </a:extLst>
          </p:cNvPr>
          <p:cNvSpPr>
            <a:spLocks noGrp="1"/>
          </p:cNvSpPr>
          <p:nvPr>
            <p:ph sz="quarter" idx="40" hasCustomPrompt="1"/>
          </p:nvPr>
        </p:nvSpPr>
        <p:spPr>
          <a:xfrm>
            <a:off x="4330593" y="2150951"/>
            <a:ext cx="2159107" cy="123605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3" name="Text Placeholder 4">
            <a:extLst>
              <a:ext uri="{FF2B5EF4-FFF2-40B4-BE49-F238E27FC236}">
                <a16:creationId xmlns:a16="http://schemas.microsoft.com/office/drawing/2014/main" id="{C29922D5-A5CB-5E06-BEF1-C535371BF795}"/>
              </a:ext>
            </a:extLst>
          </p:cNvPr>
          <p:cNvSpPr>
            <a:spLocks noGrp="1"/>
          </p:cNvSpPr>
          <p:nvPr>
            <p:ph type="body" sz="quarter" idx="23"/>
          </p:nvPr>
        </p:nvSpPr>
        <p:spPr>
          <a:xfrm>
            <a:off x="390154" y="3836988"/>
            <a:ext cx="3734172" cy="3572873"/>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4" name="Text Placeholder 4">
            <a:extLst>
              <a:ext uri="{FF2B5EF4-FFF2-40B4-BE49-F238E27FC236}">
                <a16:creationId xmlns:a16="http://schemas.microsoft.com/office/drawing/2014/main" id="{61B2C06E-6371-A6FA-77BC-61B45402995B}"/>
              </a:ext>
            </a:extLst>
          </p:cNvPr>
          <p:cNvSpPr>
            <a:spLocks noGrp="1"/>
          </p:cNvSpPr>
          <p:nvPr>
            <p:ph type="body" sz="quarter" idx="42"/>
          </p:nvPr>
        </p:nvSpPr>
        <p:spPr>
          <a:xfrm>
            <a:off x="390154" y="2150952"/>
            <a:ext cx="3734171" cy="1541573"/>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278674652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apa Short Note Sector">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pic>
        <p:nvPicPr>
          <p:cNvPr id="2" name="Graphic 1">
            <a:extLst>
              <a:ext uri="{FF2B5EF4-FFF2-40B4-BE49-F238E27FC236}">
                <a16:creationId xmlns:a16="http://schemas.microsoft.com/office/drawing/2014/main" id="{DAE82E8C-95AD-0361-B8B0-B7C0D8684CF5}"/>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29FA0211-7640-B008-5F80-DFE4BF78EDCF}"/>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17F97C21-6648-EF6C-A98D-137E0F480F1A}"/>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928D0FCD-860E-59BE-AB6B-2EA27033053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7B14105F-6B03-AB02-2E6B-E280AFC5EA3E}"/>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F910343D-7729-C09A-9C77-894C9CA08B3A}"/>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19EE9025-8994-9F60-34A1-5C3B3CFAD1EC}"/>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7B5DDC33-C3D4-9796-19F2-58D7C38A2C63}"/>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F4C69D50-6649-D4B4-7D87-4089B8DBE467}"/>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883D8FB5-0F60-B49C-34DC-9175C66F908E}"/>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371036E0-69E7-A8D3-000E-87223966A2ED}"/>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02898492-89A0-DE15-D6C5-D551EFE24C9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E25F01F7-A7A9-F302-A1F0-C58B6E4EF15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DFD7414B-9A29-543D-FEA3-E085A244A597}"/>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057F6B16-BFF0-4DFA-603A-E9BCA79F806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C856C89A-7562-82C0-70CE-765A1BE0195E}"/>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BFDFB630-05CE-02BE-378B-A5C3EA6BC938}"/>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612E5A96-6F88-4F65-A28F-EA78F674479F}" type="datetime4">
              <a:rPr lang="en-US" smtClean="0"/>
              <a:t>October 30, 2026</a:t>
            </a:fld>
            <a:endParaRPr lang="en-US"/>
          </a:p>
        </p:txBody>
      </p:sp>
      <p:sp>
        <p:nvSpPr>
          <p:cNvPr id="22" name="Espaço Reservado para Texto 6">
            <a:extLst>
              <a:ext uri="{FF2B5EF4-FFF2-40B4-BE49-F238E27FC236}">
                <a16:creationId xmlns:a16="http://schemas.microsoft.com/office/drawing/2014/main" id="{BC5C97CA-C109-C89E-B0DA-580EB374FF5A}"/>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6CE2BDD4-5FBE-4506-6AAF-2D2BA90A0DD8}"/>
              </a:ext>
            </a:extLst>
          </p:cNvPr>
          <p:cNvSpPr>
            <a:spLocks noGrp="1"/>
          </p:cNvSpPr>
          <p:nvPr>
            <p:ph type="body" sz="quarter" idx="38"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940F99CF-8986-12A5-817F-97B685225E90}"/>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0140C41B-2354-17F2-8688-7AB404EEA1F0}"/>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88382CAA-FCB9-2AEB-20BA-5D243A50978F}"/>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91E52212-A260-84D8-2C50-08CDC08A8BB7}"/>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FD566518-7137-787A-8B48-3DC74BA88C36}"/>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128DB013-695D-1616-A486-7F2B38589E64}"/>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88A24351-08B2-83F8-B4F8-D55D3F07EF7B}"/>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C9E1A8CB-1D01-FB8E-FFF5-6ACBA780081F}"/>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1AE7C39D-EA22-C5DB-A675-845E341B399F}"/>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3" name="Espaço Reservado para Conteúdo 14">
            <a:extLst>
              <a:ext uri="{FF2B5EF4-FFF2-40B4-BE49-F238E27FC236}">
                <a16:creationId xmlns:a16="http://schemas.microsoft.com/office/drawing/2014/main" id="{4D005A3B-2044-D406-2A9E-49AD2BFCCD4B}"/>
              </a:ext>
            </a:extLst>
          </p:cNvPr>
          <p:cNvSpPr>
            <a:spLocks noGrp="1"/>
          </p:cNvSpPr>
          <p:nvPr>
            <p:ph sz="quarter" idx="40"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cxnSp>
        <p:nvCxnSpPr>
          <p:cNvPr id="34" name="Straight Connector 33">
            <a:extLst>
              <a:ext uri="{FF2B5EF4-FFF2-40B4-BE49-F238E27FC236}">
                <a16:creationId xmlns:a16="http://schemas.microsoft.com/office/drawing/2014/main" id="{AF1BA942-F3DB-C7E0-BAED-A17071503BC2}"/>
              </a:ext>
            </a:extLst>
          </p:cNvPr>
          <p:cNvCxnSpPr>
            <a:cxnSpLocks/>
          </p:cNvCxnSpPr>
          <p:nvPr userDrawn="1"/>
        </p:nvCxnSpPr>
        <p:spPr>
          <a:xfrm>
            <a:off x="4227459" y="3692525"/>
            <a:ext cx="0" cy="4036332"/>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 Placeholder 4">
            <a:extLst>
              <a:ext uri="{FF2B5EF4-FFF2-40B4-BE49-F238E27FC236}">
                <a16:creationId xmlns:a16="http://schemas.microsoft.com/office/drawing/2014/main" id="{36541823-4E2D-CA37-F162-ECE90D8582A7}"/>
              </a:ext>
            </a:extLst>
          </p:cNvPr>
          <p:cNvSpPr>
            <a:spLocks noGrp="1"/>
          </p:cNvSpPr>
          <p:nvPr>
            <p:ph type="body" sz="quarter" idx="23"/>
          </p:nvPr>
        </p:nvSpPr>
        <p:spPr>
          <a:xfrm>
            <a:off x="390154" y="3692524"/>
            <a:ext cx="3734170" cy="4036332"/>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36" name="Text Placeholder 4">
            <a:extLst>
              <a:ext uri="{FF2B5EF4-FFF2-40B4-BE49-F238E27FC236}">
                <a16:creationId xmlns:a16="http://schemas.microsoft.com/office/drawing/2014/main" id="{921245B7-AB30-4FB7-CF96-2E86016A7C44}"/>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428138236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Capa Company Update/Report">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pic>
        <p:nvPicPr>
          <p:cNvPr id="2" name="Graphic 1">
            <a:extLst>
              <a:ext uri="{FF2B5EF4-FFF2-40B4-BE49-F238E27FC236}">
                <a16:creationId xmlns:a16="http://schemas.microsoft.com/office/drawing/2014/main" id="{020CA7CE-0D5C-5488-D79D-0ED4E8CA1895}"/>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FD512349-C8E0-A810-F233-AA959E02F3EC}"/>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E63174DD-2C4B-6BAF-CEF1-EC07B326774A}"/>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015B9AC7-A36B-41C5-EDAB-8DD657593D62}"/>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02445908-BCDE-2295-D406-50E1C9EF2B7B}"/>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2E67F9D7-F394-311A-DAC0-A499D3A6D817}"/>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EE9B7EF6-E13B-2521-6B28-C02E7EB9EA15}"/>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A80B0CB7-CCBE-27F2-811D-831361DB3D9E}"/>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1CDAA107-BFA2-DA25-DBEA-C45AD8DA6896}"/>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B7F75FBE-3CBD-621E-BC87-614DC112F97F}"/>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0C3726A6-6347-549E-CAB6-E348B258C13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D33460AB-7460-89C4-1B3E-71E1559C24C4}"/>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6467008B-A71D-2B5A-5965-A4F4C926420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5F479CBE-4211-4C8C-D2E5-349D0E147F00}"/>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F81A199D-141A-22DC-6353-1881F40E055C}"/>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3E74DD25-30D6-188A-8CF7-03CD1A4C274B}"/>
              </a:ext>
            </a:extLst>
          </p:cNvPr>
          <p:cNvSpPr>
            <a:spLocks noGrp="1"/>
          </p:cNvSpPr>
          <p:nvPr>
            <p:ph type="body" sz="quarter" idx="38"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225D8DF4-F29D-36AA-42FD-859125645D09}"/>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278C5912-7AFA-4AD2-A902-FFE8E8DD7713}" type="datetime4">
              <a:rPr lang="en-US" smtClean="0"/>
              <a:t>October 30, 2026</a:t>
            </a:fld>
            <a:endParaRPr lang="en-US"/>
          </a:p>
        </p:txBody>
      </p:sp>
      <p:sp>
        <p:nvSpPr>
          <p:cNvPr id="22" name="Espaço Reservado para Texto 6">
            <a:extLst>
              <a:ext uri="{FF2B5EF4-FFF2-40B4-BE49-F238E27FC236}">
                <a16:creationId xmlns:a16="http://schemas.microsoft.com/office/drawing/2014/main" id="{600E4F54-16E4-F72B-E47F-AD7A341150E5}"/>
              </a:ext>
            </a:extLst>
          </p:cNvPr>
          <p:cNvSpPr>
            <a:spLocks noGrp="1"/>
          </p:cNvSpPr>
          <p:nvPr>
            <p:ph type="body" sz="quarter" idx="39"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E23A42F1-5093-9517-11CC-E94EDA508616}"/>
              </a:ext>
            </a:extLst>
          </p:cNvPr>
          <p:cNvSpPr>
            <a:spLocks noGrp="1"/>
          </p:cNvSpPr>
          <p:nvPr>
            <p:ph type="body" sz="quarter" idx="40"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9CDC6F15-9156-27BD-DE24-345453CF452B}"/>
              </a:ext>
            </a:extLst>
          </p:cNvPr>
          <p:cNvSpPr>
            <a:spLocks noGrp="1"/>
          </p:cNvSpPr>
          <p:nvPr>
            <p:ph type="body" sz="quarter" idx="20"/>
          </p:nvPr>
        </p:nvSpPr>
        <p:spPr>
          <a:xfrm>
            <a:off x="390154" y="2150950"/>
            <a:ext cx="6098400"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4" name="Text Placeholder 4">
            <a:extLst>
              <a:ext uri="{FF2B5EF4-FFF2-40B4-BE49-F238E27FC236}">
                <a16:creationId xmlns:a16="http://schemas.microsoft.com/office/drawing/2014/main" id="{D09E0B4F-0CB9-DC61-CCA9-25A73A1C8DD4}"/>
              </a:ext>
            </a:extLst>
          </p:cNvPr>
          <p:cNvSpPr>
            <a:spLocks noGrp="1"/>
          </p:cNvSpPr>
          <p:nvPr>
            <p:ph type="body" sz="quarter" idx="23"/>
          </p:nvPr>
        </p:nvSpPr>
        <p:spPr>
          <a:xfrm>
            <a:off x="390154" y="3691053"/>
            <a:ext cx="3734170" cy="4018975"/>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5" name="Text Placeholder 4">
            <a:extLst>
              <a:ext uri="{FF2B5EF4-FFF2-40B4-BE49-F238E27FC236}">
                <a16:creationId xmlns:a16="http://schemas.microsoft.com/office/drawing/2014/main" id="{5A7F030E-73C4-E07A-33DF-312D56F0F76C}"/>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6" name="Text Placeholder 4">
            <a:extLst>
              <a:ext uri="{FF2B5EF4-FFF2-40B4-BE49-F238E27FC236}">
                <a16:creationId xmlns:a16="http://schemas.microsoft.com/office/drawing/2014/main" id="{BB3A3439-E17D-6D38-1316-DAE169B84D8D}"/>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8" name="Text Placeholder 4">
            <a:extLst>
              <a:ext uri="{FF2B5EF4-FFF2-40B4-BE49-F238E27FC236}">
                <a16:creationId xmlns:a16="http://schemas.microsoft.com/office/drawing/2014/main" id="{D879252A-E1C2-E728-21D3-50B31743B00B}"/>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9" name="Text Placeholder 4">
            <a:extLst>
              <a:ext uri="{FF2B5EF4-FFF2-40B4-BE49-F238E27FC236}">
                <a16:creationId xmlns:a16="http://schemas.microsoft.com/office/drawing/2014/main" id="{F9B99FB5-852F-6BAD-F3AA-BCFE83FADD59}"/>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0" name="Text Placeholder 4">
            <a:extLst>
              <a:ext uri="{FF2B5EF4-FFF2-40B4-BE49-F238E27FC236}">
                <a16:creationId xmlns:a16="http://schemas.microsoft.com/office/drawing/2014/main" id="{40246B11-FD7D-36D8-6E07-4D3E3BAC269E}"/>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1" name="Text Placeholder 4">
            <a:extLst>
              <a:ext uri="{FF2B5EF4-FFF2-40B4-BE49-F238E27FC236}">
                <a16:creationId xmlns:a16="http://schemas.microsoft.com/office/drawing/2014/main" id="{6BB6FA29-C19C-7F7C-3184-635E561111AC}"/>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2" name="Text Placeholder 4">
            <a:extLst>
              <a:ext uri="{FF2B5EF4-FFF2-40B4-BE49-F238E27FC236}">
                <a16:creationId xmlns:a16="http://schemas.microsoft.com/office/drawing/2014/main" id="{5AB78DE9-33F1-89EC-EAD1-9DA325469D9C}"/>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3" name="Text Placeholder 4">
            <a:extLst>
              <a:ext uri="{FF2B5EF4-FFF2-40B4-BE49-F238E27FC236}">
                <a16:creationId xmlns:a16="http://schemas.microsoft.com/office/drawing/2014/main" id="{5E8516FE-9642-556F-F777-2569F79C7BFC}"/>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4" name="Text Placeholder 4">
            <a:extLst>
              <a:ext uri="{FF2B5EF4-FFF2-40B4-BE49-F238E27FC236}">
                <a16:creationId xmlns:a16="http://schemas.microsoft.com/office/drawing/2014/main" id="{5FC8989C-C279-357C-1E1A-D58DEA9EF4A5}"/>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9" name="Espaço Reservado para Conteúdo 14">
            <a:extLst>
              <a:ext uri="{FF2B5EF4-FFF2-40B4-BE49-F238E27FC236}">
                <a16:creationId xmlns:a16="http://schemas.microsoft.com/office/drawing/2014/main" id="{0367F594-505D-738C-FC34-474862284B60}"/>
              </a:ext>
            </a:extLst>
          </p:cNvPr>
          <p:cNvSpPr>
            <a:spLocks noGrp="1"/>
          </p:cNvSpPr>
          <p:nvPr>
            <p:ph sz="quarter" idx="21" hasCustomPrompt="1"/>
          </p:nvPr>
        </p:nvSpPr>
        <p:spPr>
          <a:xfrm>
            <a:off x="382830" y="8150455"/>
            <a:ext cx="6106868"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6" name="Espaço Reservado para Conteúdo 14">
            <a:extLst>
              <a:ext uri="{FF2B5EF4-FFF2-40B4-BE49-F238E27FC236}">
                <a16:creationId xmlns:a16="http://schemas.microsoft.com/office/drawing/2014/main" id="{2BBD1FCD-CECD-31A7-94DA-02CCEF482D42}"/>
              </a:ext>
            </a:extLst>
          </p:cNvPr>
          <p:cNvSpPr>
            <a:spLocks noGrp="1"/>
          </p:cNvSpPr>
          <p:nvPr>
            <p:ph sz="quarter" idx="22" hasCustomPrompt="1"/>
          </p:nvPr>
        </p:nvSpPr>
        <p:spPr>
          <a:xfrm>
            <a:off x="4330593" y="6790831"/>
            <a:ext cx="2159107" cy="91919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8" name="Espaço Reservado para Conteúdo 14">
            <a:extLst>
              <a:ext uri="{FF2B5EF4-FFF2-40B4-BE49-F238E27FC236}">
                <a16:creationId xmlns:a16="http://schemas.microsoft.com/office/drawing/2014/main" id="{BA06DE38-13ED-2B77-02BB-67B91D04C2A2}"/>
              </a:ext>
            </a:extLst>
          </p:cNvPr>
          <p:cNvSpPr>
            <a:spLocks noGrp="1"/>
          </p:cNvSpPr>
          <p:nvPr>
            <p:ph sz="quarter" idx="37" hasCustomPrompt="1"/>
          </p:nvPr>
        </p:nvSpPr>
        <p:spPr>
          <a:xfrm>
            <a:off x="382830" y="7861837"/>
            <a:ext cx="610686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9" name="Espaço Reservado para Conteúdo 14">
            <a:extLst>
              <a:ext uri="{FF2B5EF4-FFF2-40B4-BE49-F238E27FC236}">
                <a16:creationId xmlns:a16="http://schemas.microsoft.com/office/drawing/2014/main" id="{C1B6818F-6251-98B3-CD88-0BD6F91489D4}"/>
              </a:ext>
            </a:extLst>
          </p:cNvPr>
          <p:cNvSpPr>
            <a:spLocks noGrp="1"/>
          </p:cNvSpPr>
          <p:nvPr>
            <p:ph sz="quarter" idx="24" hasCustomPrompt="1"/>
          </p:nvPr>
        </p:nvSpPr>
        <p:spPr>
          <a:xfrm>
            <a:off x="4330593" y="65022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60" name="Espaço Reservado para Conteúdo 14">
            <a:extLst>
              <a:ext uri="{FF2B5EF4-FFF2-40B4-BE49-F238E27FC236}">
                <a16:creationId xmlns:a16="http://schemas.microsoft.com/office/drawing/2014/main" id="{9ED6545B-3ECC-FC98-B90F-BBC0841F64A7}"/>
              </a:ext>
            </a:extLst>
          </p:cNvPr>
          <p:cNvSpPr>
            <a:spLocks noGrp="1"/>
          </p:cNvSpPr>
          <p:nvPr>
            <p:ph sz="quarter" idx="41"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cxnSp>
        <p:nvCxnSpPr>
          <p:cNvPr id="70" name="Straight Connector 69">
            <a:extLst>
              <a:ext uri="{FF2B5EF4-FFF2-40B4-BE49-F238E27FC236}">
                <a16:creationId xmlns:a16="http://schemas.microsoft.com/office/drawing/2014/main" id="{C89909FC-D97F-7AAE-54BD-012E87CABC70}"/>
              </a:ext>
            </a:extLst>
          </p:cNvPr>
          <p:cNvCxnSpPr>
            <a:cxnSpLocks/>
          </p:cNvCxnSpPr>
          <p:nvPr userDrawn="1"/>
        </p:nvCxnSpPr>
        <p:spPr>
          <a:xfrm>
            <a:off x="4227459" y="3692525"/>
            <a:ext cx="0" cy="4036332"/>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454746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Capa Short Note v1">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pic>
        <p:nvPicPr>
          <p:cNvPr id="2" name="Graphic 1">
            <a:extLst>
              <a:ext uri="{FF2B5EF4-FFF2-40B4-BE49-F238E27FC236}">
                <a16:creationId xmlns:a16="http://schemas.microsoft.com/office/drawing/2014/main" id="{D0549440-0B66-AA19-A3B2-4E02A5C5AD30}"/>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05355334-9077-CE8A-46FF-97FBE3D34092}"/>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C4A82DAB-D59D-A1F8-0D9C-7522C4D1B530}"/>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02F0BBBC-DC77-7B39-FA0C-18F5D08A5E48}"/>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C843CF93-C04E-A551-7854-0C181EDA86CF}"/>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847B58D9-0CDC-BB3A-21D6-D3F56DDDCE72}"/>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ACADCB28-4F89-983A-7757-B7A9D9B77716}"/>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77B3D8EE-2D17-16EB-162F-A610AA2A4CEE}"/>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1F71C35D-22D1-AC78-89DF-271FDC81FBD8}"/>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695043F5-9FE3-D64C-11F9-BBEFD0B3D912}"/>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CFB94037-5F60-9FB2-AEAA-1FC9AFEDB60A}"/>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831741FD-5C72-6EA4-F812-4B27C31D21B5}"/>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21077A4A-99EF-C5B3-3B2D-8E5451AD82DE}"/>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F843AE6D-8625-2B12-C14F-B0C5D276A76A}"/>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5C54346F-14A5-5076-E856-23E370C8FCED}"/>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CE9DB6D6-312F-75AA-3CC5-F8C21A4AAA08}"/>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E8CBDECE-6D0D-C3E5-204E-426FA529B322}"/>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AE14CB3D-1034-4F7C-A46E-7E6478B7208B}" type="datetime4">
              <a:rPr lang="en-US" smtClean="0"/>
              <a:t>October 30, 2026</a:t>
            </a:fld>
            <a:endParaRPr lang="en-US"/>
          </a:p>
        </p:txBody>
      </p:sp>
      <p:sp>
        <p:nvSpPr>
          <p:cNvPr id="22" name="Espaço Reservado para Texto 6">
            <a:extLst>
              <a:ext uri="{FF2B5EF4-FFF2-40B4-BE49-F238E27FC236}">
                <a16:creationId xmlns:a16="http://schemas.microsoft.com/office/drawing/2014/main" id="{CF0C2964-DE74-9687-D177-9645A10446B2}"/>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198EED14-43EA-50D7-1903-F2F9650EDCB9}"/>
              </a:ext>
            </a:extLst>
          </p:cNvPr>
          <p:cNvSpPr>
            <a:spLocks noGrp="1"/>
          </p:cNvSpPr>
          <p:nvPr>
            <p:ph type="body" sz="quarter" idx="39"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Espaço Reservado para Conteúdo 14">
            <a:extLst>
              <a:ext uri="{FF2B5EF4-FFF2-40B4-BE49-F238E27FC236}">
                <a16:creationId xmlns:a16="http://schemas.microsoft.com/office/drawing/2014/main" id="{592D369A-CDFC-B507-81B4-EA34E7471120}"/>
              </a:ext>
            </a:extLst>
          </p:cNvPr>
          <p:cNvSpPr>
            <a:spLocks noGrp="1"/>
          </p:cNvSpPr>
          <p:nvPr>
            <p:ph sz="quarter" idx="21" hasCustomPrompt="1"/>
          </p:nvPr>
        </p:nvSpPr>
        <p:spPr>
          <a:xfrm>
            <a:off x="382830" y="8150455"/>
            <a:ext cx="3741496"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4" name="Espaço Reservado para Conteúdo 14">
            <a:extLst>
              <a:ext uri="{FF2B5EF4-FFF2-40B4-BE49-F238E27FC236}">
                <a16:creationId xmlns:a16="http://schemas.microsoft.com/office/drawing/2014/main" id="{EC7D38A6-E6A5-A9D6-2ED6-31212B379779}"/>
              </a:ext>
            </a:extLst>
          </p:cNvPr>
          <p:cNvSpPr>
            <a:spLocks noGrp="1"/>
          </p:cNvSpPr>
          <p:nvPr>
            <p:ph sz="quarter" idx="37" hasCustomPrompt="1"/>
          </p:nvPr>
        </p:nvSpPr>
        <p:spPr>
          <a:xfrm>
            <a:off x="382830" y="7861837"/>
            <a:ext cx="3741496"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5" name="Straight Connector 24">
            <a:extLst>
              <a:ext uri="{FF2B5EF4-FFF2-40B4-BE49-F238E27FC236}">
                <a16:creationId xmlns:a16="http://schemas.microsoft.com/office/drawing/2014/main" id="{66BF18E4-3D29-42A7-6C25-B8127BF9DF8A}"/>
              </a:ext>
            </a:extLst>
          </p:cNvPr>
          <p:cNvCxnSpPr>
            <a:cxnSpLocks/>
          </p:cNvCxnSpPr>
          <p:nvPr userDrawn="1"/>
        </p:nvCxnSpPr>
        <p:spPr>
          <a:xfrm>
            <a:off x="4227459" y="3692525"/>
            <a:ext cx="0" cy="576103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6" name="Text Placeholder 4">
            <a:extLst>
              <a:ext uri="{FF2B5EF4-FFF2-40B4-BE49-F238E27FC236}">
                <a16:creationId xmlns:a16="http://schemas.microsoft.com/office/drawing/2014/main" id="{8E11B218-731B-DED1-E2DD-B6A88194082F}"/>
              </a:ext>
            </a:extLst>
          </p:cNvPr>
          <p:cNvSpPr>
            <a:spLocks noGrp="1"/>
          </p:cNvSpPr>
          <p:nvPr>
            <p:ph type="body" sz="quarter" idx="23"/>
          </p:nvPr>
        </p:nvSpPr>
        <p:spPr>
          <a:xfrm>
            <a:off x="390154" y="3692524"/>
            <a:ext cx="3734170" cy="4017503"/>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8" name="Text Placeholder 4">
            <a:extLst>
              <a:ext uri="{FF2B5EF4-FFF2-40B4-BE49-F238E27FC236}">
                <a16:creationId xmlns:a16="http://schemas.microsoft.com/office/drawing/2014/main" id="{5E2B7853-2B3B-5C3E-31FA-0D980EB98254}"/>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9" name="Text Placeholder 4">
            <a:extLst>
              <a:ext uri="{FF2B5EF4-FFF2-40B4-BE49-F238E27FC236}">
                <a16:creationId xmlns:a16="http://schemas.microsoft.com/office/drawing/2014/main" id="{CE0A76F7-79E8-A32B-B2C3-0DF23F12736F}"/>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0" name="Text Placeholder 4">
            <a:extLst>
              <a:ext uri="{FF2B5EF4-FFF2-40B4-BE49-F238E27FC236}">
                <a16:creationId xmlns:a16="http://schemas.microsoft.com/office/drawing/2014/main" id="{1572963F-527C-266C-CEA7-4BBE605CF227}"/>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1" name="Text Placeholder 4">
            <a:extLst>
              <a:ext uri="{FF2B5EF4-FFF2-40B4-BE49-F238E27FC236}">
                <a16:creationId xmlns:a16="http://schemas.microsoft.com/office/drawing/2014/main" id="{3E235B2D-3B3B-8BD6-F30A-7B508DC31E12}"/>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2" name="Text Placeholder 4">
            <a:extLst>
              <a:ext uri="{FF2B5EF4-FFF2-40B4-BE49-F238E27FC236}">
                <a16:creationId xmlns:a16="http://schemas.microsoft.com/office/drawing/2014/main" id="{F76892AD-65D9-283F-1D35-F2253E08B6E5}"/>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3" name="Text Placeholder 4">
            <a:extLst>
              <a:ext uri="{FF2B5EF4-FFF2-40B4-BE49-F238E27FC236}">
                <a16:creationId xmlns:a16="http://schemas.microsoft.com/office/drawing/2014/main" id="{C6AD9A9A-18E9-A7F8-886F-1061653B815D}"/>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4" name="Text Placeholder 4">
            <a:extLst>
              <a:ext uri="{FF2B5EF4-FFF2-40B4-BE49-F238E27FC236}">
                <a16:creationId xmlns:a16="http://schemas.microsoft.com/office/drawing/2014/main" id="{B88D50CA-40BF-B59C-5995-423CE5987457}"/>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5" name="Text Placeholder 4">
            <a:extLst>
              <a:ext uri="{FF2B5EF4-FFF2-40B4-BE49-F238E27FC236}">
                <a16:creationId xmlns:a16="http://schemas.microsoft.com/office/drawing/2014/main" id="{633C82EA-D2E2-815F-F550-B8F1A48AFB80}"/>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8" name="Text Placeholder 4">
            <a:extLst>
              <a:ext uri="{FF2B5EF4-FFF2-40B4-BE49-F238E27FC236}">
                <a16:creationId xmlns:a16="http://schemas.microsoft.com/office/drawing/2014/main" id="{7566DC93-2836-DD9B-3BE7-83D2D5C802F4}"/>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9" name="Text Placeholder 4">
            <a:extLst>
              <a:ext uri="{FF2B5EF4-FFF2-40B4-BE49-F238E27FC236}">
                <a16:creationId xmlns:a16="http://schemas.microsoft.com/office/drawing/2014/main" id="{86F96AEB-7089-8287-1C31-39DA1D1938AD}"/>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40" name="Espaço Reservado para Conteúdo 14">
            <a:extLst>
              <a:ext uri="{FF2B5EF4-FFF2-40B4-BE49-F238E27FC236}">
                <a16:creationId xmlns:a16="http://schemas.microsoft.com/office/drawing/2014/main" id="{9C7F0BE1-AF7E-208B-0029-AE82B626A70B}"/>
              </a:ext>
            </a:extLst>
          </p:cNvPr>
          <p:cNvSpPr>
            <a:spLocks noGrp="1"/>
          </p:cNvSpPr>
          <p:nvPr>
            <p:ph sz="quarter" idx="40"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330255448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apa Company Result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pic>
        <p:nvPicPr>
          <p:cNvPr id="2" name="Graphic 1">
            <a:extLst>
              <a:ext uri="{FF2B5EF4-FFF2-40B4-BE49-F238E27FC236}">
                <a16:creationId xmlns:a16="http://schemas.microsoft.com/office/drawing/2014/main" id="{8DD97E17-1633-9DC7-BC35-FCA0A5B849FD}"/>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FD76D218-5DE6-C1A1-DE38-AE168D151F7E}"/>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A4221516-7A6B-972E-DD8E-A0CF882307AE}"/>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F73B5D7D-C029-32C1-730A-AA00B0D1572C}"/>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AD986761-F60C-47D5-42CC-72B7159FDBF2}"/>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77D2F9FF-D38E-7ECB-F830-985479897541}"/>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D191A0D4-93FD-0228-F669-71947904308D}"/>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D86A1379-4428-C895-06EB-EA4188253C37}"/>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E647A2FD-7BE0-AB29-E0C3-BB1855036459}"/>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23954799-D2E4-CF43-2F24-AFE16925E9B2}"/>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8E151F48-18A3-8AFB-C284-53C9A37F1286}"/>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085E448D-A8C0-DE2C-291E-970B20E7D60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76DF4D25-5169-02C0-D9B8-3701276FF94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F4C0F1B7-7CA0-0AE4-423B-468BD5452ACE}"/>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240144E7-CB08-7592-0ED5-0B7DA11DB1E7}"/>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DB57C443-5119-36C9-D5BB-2C060B8CE2CB}"/>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7B176E2A-7326-5C0E-E3D9-41BC4F056A28}"/>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66D8F6E5-217D-47DA-B257-3CDF48423BF2}" type="datetime4">
              <a:rPr lang="en-US" smtClean="0"/>
              <a:t>October 30, 2026</a:t>
            </a:fld>
            <a:endParaRPr lang="en-US"/>
          </a:p>
        </p:txBody>
      </p:sp>
      <p:sp>
        <p:nvSpPr>
          <p:cNvPr id="22" name="Espaço Reservado para Texto 6">
            <a:extLst>
              <a:ext uri="{FF2B5EF4-FFF2-40B4-BE49-F238E27FC236}">
                <a16:creationId xmlns:a16="http://schemas.microsoft.com/office/drawing/2014/main" id="{FBFC930A-4161-0E9E-859A-6545100B021E}"/>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507BAB29-59E5-0D5E-65E5-D88197A60214}"/>
              </a:ext>
            </a:extLst>
          </p:cNvPr>
          <p:cNvSpPr>
            <a:spLocks noGrp="1"/>
          </p:cNvSpPr>
          <p:nvPr>
            <p:ph type="body" sz="quarter" idx="38"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03F24DE4-04E0-A5A8-F149-FAF4BF9651B6}"/>
              </a:ext>
            </a:extLst>
          </p:cNvPr>
          <p:cNvSpPr>
            <a:spLocks noGrp="1"/>
          </p:cNvSpPr>
          <p:nvPr>
            <p:ph type="body" sz="quarter" idx="39" hasCustomPrompt="1"/>
          </p:nvPr>
        </p:nvSpPr>
        <p:spPr>
          <a:xfrm>
            <a:off x="4330593" y="6544495"/>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2911FEF9-0A77-5C12-1418-42473AFCE41A}"/>
              </a:ext>
            </a:extLst>
          </p:cNvPr>
          <p:cNvSpPr>
            <a:spLocks noGrp="1"/>
          </p:cNvSpPr>
          <p:nvPr>
            <p:ph type="body" sz="quarter" idx="40" hasCustomPrompt="1"/>
          </p:nvPr>
        </p:nvSpPr>
        <p:spPr>
          <a:xfrm>
            <a:off x="4330593" y="670629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262FBF81-AC68-DDE3-9791-5EB1369BB13D}"/>
              </a:ext>
            </a:extLst>
          </p:cNvPr>
          <p:cNvSpPr>
            <a:spLocks noGrp="1"/>
          </p:cNvSpPr>
          <p:nvPr>
            <p:ph type="body" sz="quarter" idx="41" hasCustomPrompt="1"/>
          </p:nvPr>
        </p:nvSpPr>
        <p:spPr>
          <a:xfrm>
            <a:off x="4330593" y="6833164"/>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72B7B639-7E4C-008E-2F07-EFDDF1658B2C}"/>
              </a:ext>
            </a:extLst>
          </p:cNvPr>
          <p:cNvSpPr>
            <a:spLocks noGrp="1"/>
          </p:cNvSpPr>
          <p:nvPr>
            <p:ph type="body" sz="quarter" idx="42" hasCustomPrompt="1"/>
          </p:nvPr>
        </p:nvSpPr>
        <p:spPr>
          <a:xfrm>
            <a:off x="4330593" y="7030750"/>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DED10EBA-827E-ACAF-F415-E893CEA58E46}"/>
              </a:ext>
            </a:extLst>
          </p:cNvPr>
          <p:cNvSpPr>
            <a:spLocks noGrp="1"/>
          </p:cNvSpPr>
          <p:nvPr>
            <p:ph type="body" sz="quarter" idx="43" hasCustomPrompt="1"/>
          </p:nvPr>
        </p:nvSpPr>
        <p:spPr>
          <a:xfrm>
            <a:off x="4330593" y="719254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EF921770-73BA-30FA-5FFA-AF7977B7F701}"/>
              </a:ext>
            </a:extLst>
          </p:cNvPr>
          <p:cNvSpPr>
            <a:spLocks noGrp="1"/>
          </p:cNvSpPr>
          <p:nvPr>
            <p:ph type="body" sz="quarter" idx="44" hasCustomPrompt="1"/>
          </p:nvPr>
        </p:nvSpPr>
        <p:spPr>
          <a:xfrm>
            <a:off x="4330593" y="731941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20ACEDB3-2C09-E20D-821E-DDD418D3FEB1}"/>
              </a:ext>
            </a:extLst>
          </p:cNvPr>
          <p:cNvSpPr>
            <a:spLocks noGrp="1"/>
          </p:cNvSpPr>
          <p:nvPr>
            <p:ph type="body" sz="quarter" idx="45" hasCustomPrompt="1"/>
          </p:nvPr>
        </p:nvSpPr>
        <p:spPr>
          <a:xfrm>
            <a:off x="4330593" y="7524320"/>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86DF4C01-3652-C9F0-F8FF-57CF059BACF5}"/>
              </a:ext>
            </a:extLst>
          </p:cNvPr>
          <p:cNvSpPr>
            <a:spLocks noGrp="1"/>
          </p:cNvSpPr>
          <p:nvPr>
            <p:ph type="body" sz="quarter" idx="46" hasCustomPrompt="1"/>
          </p:nvPr>
        </p:nvSpPr>
        <p:spPr>
          <a:xfrm>
            <a:off x="4330593" y="768611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716E856C-FAC0-A224-30F5-9210B261B290}"/>
              </a:ext>
            </a:extLst>
          </p:cNvPr>
          <p:cNvSpPr>
            <a:spLocks noGrp="1"/>
          </p:cNvSpPr>
          <p:nvPr>
            <p:ph type="body" sz="quarter" idx="47" hasCustomPrompt="1"/>
          </p:nvPr>
        </p:nvSpPr>
        <p:spPr>
          <a:xfrm>
            <a:off x="4330593" y="781298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3" name="Espaço Reservado para Conteúdo 14">
            <a:extLst>
              <a:ext uri="{FF2B5EF4-FFF2-40B4-BE49-F238E27FC236}">
                <a16:creationId xmlns:a16="http://schemas.microsoft.com/office/drawing/2014/main" id="{B7A0699F-1107-A7EB-E37F-3282D8B26723}"/>
              </a:ext>
            </a:extLst>
          </p:cNvPr>
          <p:cNvSpPr>
            <a:spLocks noGrp="1"/>
          </p:cNvSpPr>
          <p:nvPr>
            <p:ph sz="quarter" idx="21" hasCustomPrompt="1"/>
          </p:nvPr>
        </p:nvSpPr>
        <p:spPr>
          <a:xfrm>
            <a:off x="382830" y="8150455"/>
            <a:ext cx="3741496"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4" name="Espaço Reservado para Conteúdo 14">
            <a:extLst>
              <a:ext uri="{FF2B5EF4-FFF2-40B4-BE49-F238E27FC236}">
                <a16:creationId xmlns:a16="http://schemas.microsoft.com/office/drawing/2014/main" id="{8E3A02D8-6F7D-7ADF-FBA5-4B8274BFE885}"/>
              </a:ext>
            </a:extLst>
          </p:cNvPr>
          <p:cNvSpPr>
            <a:spLocks noGrp="1"/>
          </p:cNvSpPr>
          <p:nvPr>
            <p:ph sz="quarter" idx="37" hasCustomPrompt="1"/>
          </p:nvPr>
        </p:nvSpPr>
        <p:spPr>
          <a:xfrm>
            <a:off x="382830" y="7861837"/>
            <a:ext cx="3741496"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35" name="Straight Connector 34">
            <a:extLst>
              <a:ext uri="{FF2B5EF4-FFF2-40B4-BE49-F238E27FC236}">
                <a16:creationId xmlns:a16="http://schemas.microsoft.com/office/drawing/2014/main" id="{72580441-ACD3-34DD-BE7E-A48F3B2C9853}"/>
              </a:ext>
            </a:extLst>
          </p:cNvPr>
          <p:cNvCxnSpPr>
            <a:cxnSpLocks/>
          </p:cNvCxnSpPr>
          <p:nvPr userDrawn="1"/>
        </p:nvCxnSpPr>
        <p:spPr>
          <a:xfrm>
            <a:off x="4227459" y="3692524"/>
            <a:ext cx="0" cy="5761039"/>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6" name="Espaço Reservado para Conteúdo 14">
            <a:extLst>
              <a:ext uri="{FF2B5EF4-FFF2-40B4-BE49-F238E27FC236}">
                <a16:creationId xmlns:a16="http://schemas.microsoft.com/office/drawing/2014/main" id="{3AD50A6F-9852-2DF4-CD76-ABDAB2ECB230}"/>
              </a:ext>
            </a:extLst>
          </p:cNvPr>
          <p:cNvSpPr>
            <a:spLocks noGrp="1"/>
          </p:cNvSpPr>
          <p:nvPr>
            <p:ph sz="quarter" idx="25" hasCustomPrompt="1"/>
          </p:nvPr>
        </p:nvSpPr>
        <p:spPr>
          <a:xfrm>
            <a:off x="4330593" y="5400654"/>
            <a:ext cx="2159107" cy="946243"/>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A1EEFDF8-66EC-B678-3690-4B90D5170795}"/>
              </a:ext>
            </a:extLst>
          </p:cNvPr>
          <p:cNvSpPr>
            <a:spLocks noGrp="1"/>
          </p:cNvSpPr>
          <p:nvPr>
            <p:ph sz="quarter" idx="48" hasCustomPrompt="1"/>
          </p:nvPr>
        </p:nvSpPr>
        <p:spPr>
          <a:xfrm>
            <a:off x="4330593" y="5112035"/>
            <a:ext cx="215910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9" name="Espaço Reservado para Conteúdo 14">
            <a:extLst>
              <a:ext uri="{FF2B5EF4-FFF2-40B4-BE49-F238E27FC236}">
                <a16:creationId xmlns:a16="http://schemas.microsoft.com/office/drawing/2014/main" id="{0FE5B210-6AEE-6D43-743F-B26EA372DEB4}"/>
              </a:ext>
            </a:extLst>
          </p:cNvPr>
          <p:cNvSpPr>
            <a:spLocks noGrp="1"/>
          </p:cNvSpPr>
          <p:nvPr>
            <p:ph sz="quarter" idx="49" hasCustomPrompt="1"/>
          </p:nvPr>
        </p:nvSpPr>
        <p:spPr>
          <a:xfrm>
            <a:off x="4330593" y="3692524"/>
            <a:ext cx="2159107" cy="1239189"/>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0" name="Text Placeholder 4">
            <a:extLst>
              <a:ext uri="{FF2B5EF4-FFF2-40B4-BE49-F238E27FC236}">
                <a16:creationId xmlns:a16="http://schemas.microsoft.com/office/drawing/2014/main" id="{76703E1C-3A23-54F1-0E55-A22109AD96E7}"/>
              </a:ext>
            </a:extLst>
          </p:cNvPr>
          <p:cNvSpPr>
            <a:spLocks noGrp="1"/>
          </p:cNvSpPr>
          <p:nvPr>
            <p:ph type="body" sz="quarter" idx="23"/>
          </p:nvPr>
        </p:nvSpPr>
        <p:spPr>
          <a:xfrm>
            <a:off x="390154" y="3692524"/>
            <a:ext cx="3734170" cy="4017503"/>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41" name="Text Placeholder 4">
            <a:extLst>
              <a:ext uri="{FF2B5EF4-FFF2-40B4-BE49-F238E27FC236}">
                <a16:creationId xmlns:a16="http://schemas.microsoft.com/office/drawing/2014/main" id="{5E067759-B73B-DD64-0392-7F84B67AA6EA}"/>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244893280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_Capa Short Note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84291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81405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pic>
        <p:nvPicPr>
          <p:cNvPr id="2" name="Graphic 1">
            <a:extLst>
              <a:ext uri="{FF2B5EF4-FFF2-40B4-BE49-F238E27FC236}">
                <a16:creationId xmlns:a16="http://schemas.microsoft.com/office/drawing/2014/main" id="{0D170F3C-A405-4BC5-DB91-21B4D4B86710}"/>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86F06D5F-EA57-B774-6CB5-FDEEEE7FBD3C}"/>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3525D9DD-4FB7-3E81-046D-4F48E019BFF4}"/>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6691DD02-8A42-4B12-996C-E8AA97E630D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46430BCF-7707-19A2-B573-F588949459D0}"/>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D4539CAA-97BF-C1C0-3333-31E8BE52F8E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59674DE2-937E-E428-7983-75A6776DE4CB}"/>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291CF00D-94FF-5ED4-7147-527A38750C01}"/>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3138E082-26D7-A59B-36A6-FE94A7BF06F0}"/>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9024D65D-E20B-1B6C-53B1-FA4F1F9C65D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D0B0B35B-0747-6B2B-6933-D45499601DF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5B69C6C5-E8FE-2C89-F314-0A0FBBE815E0}"/>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F5BB930F-3832-317D-67C1-D87D9E4A9EF1}"/>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04F173F3-03F9-8E1B-2885-4AC07FD616EA}"/>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2BCB2A0B-34B2-34C1-5D56-4C2274A5C42F}"/>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589B4896-C673-DF18-8E1F-EFF9F0D6EC6A}"/>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04F3B742-459A-95DB-1F25-5C5FD3DE4BC0}"/>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12BFD25F-8ABA-4CB8-AB5B-88CA677F52D0}" type="datetime4">
              <a:rPr lang="en-US" smtClean="0"/>
              <a:t>October 30, 2026</a:t>
            </a:fld>
            <a:endParaRPr lang="en-US"/>
          </a:p>
        </p:txBody>
      </p:sp>
      <p:sp>
        <p:nvSpPr>
          <p:cNvPr id="22" name="Espaço Reservado para Texto 6">
            <a:extLst>
              <a:ext uri="{FF2B5EF4-FFF2-40B4-BE49-F238E27FC236}">
                <a16:creationId xmlns:a16="http://schemas.microsoft.com/office/drawing/2014/main" id="{5A02647A-2A9C-F7EF-DEB7-9E9E3EA7A392}"/>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0D64EF15-F78C-A77F-85C1-A2EAB29B8120}"/>
              </a:ext>
            </a:extLst>
          </p:cNvPr>
          <p:cNvSpPr>
            <a:spLocks noGrp="1"/>
          </p:cNvSpPr>
          <p:nvPr>
            <p:ph type="body" sz="quarter" idx="37"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A955F5D8-0156-E60B-A6A0-DA6EBBCACA35}"/>
              </a:ext>
            </a:extLst>
          </p:cNvPr>
          <p:cNvSpPr>
            <a:spLocks noGrp="1"/>
          </p:cNvSpPr>
          <p:nvPr>
            <p:ph type="body" sz="quarter" idx="27" hasCustomPrompt="1"/>
          </p:nvPr>
        </p:nvSpPr>
        <p:spPr>
          <a:xfrm>
            <a:off x="4330593" y="5026703"/>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671F3DC4-3146-7572-DF86-04CF30B4670A}"/>
              </a:ext>
            </a:extLst>
          </p:cNvPr>
          <p:cNvSpPr>
            <a:spLocks noGrp="1"/>
          </p:cNvSpPr>
          <p:nvPr>
            <p:ph type="body" sz="quarter" idx="28" hasCustomPrompt="1"/>
          </p:nvPr>
        </p:nvSpPr>
        <p:spPr>
          <a:xfrm>
            <a:off x="4330593" y="5188500"/>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C25FBB51-101B-7BC4-6209-A6AE0F61B541}"/>
              </a:ext>
            </a:extLst>
          </p:cNvPr>
          <p:cNvSpPr>
            <a:spLocks noGrp="1"/>
          </p:cNvSpPr>
          <p:nvPr>
            <p:ph type="body" sz="quarter" idx="29" hasCustomPrompt="1"/>
          </p:nvPr>
        </p:nvSpPr>
        <p:spPr>
          <a:xfrm>
            <a:off x="4330593" y="5315372"/>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CCD507EB-0DD5-E0FE-7EBF-64F0329C1935}"/>
              </a:ext>
            </a:extLst>
          </p:cNvPr>
          <p:cNvSpPr>
            <a:spLocks noGrp="1"/>
          </p:cNvSpPr>
          <p:nvPr>
            <p:ph type="body" sz="quarter" idx="30" hasCustomPrompt="1"/>
          </p:nvPr>
        </p:nvSpPr>
        <p:spPr>
          <a:xfrm>
            <a:off x="4330593" y="551295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B2D3B57B-5654-08D9-CF35-1B0510FBDB43}"/>
              </a:ext>
            </a:extLst>
          </p:cNvPr>
          <p:cNvSpPr>
            <a:spLocks noGrp="1"/>
          </p:cNvSpPr>
          <p:nvPr>
            <p:ph type="body" sz="quarter" idx="31" hasCustomPrompt="1"/>
          </p:nvPr>
        </p:nvSpPr>
        <p:spPr>
          <a:xfrm>
            <a:off x="4330593" y="567475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3E40D777-F23D-154B-ED18-B3AC90627CAD}"/>
              </a:ext>
            </a:extLst>
          </p:cNvPr>
          <p:cNvSpPr>
            <a:spLocks noGrp="1"/>
          </p:cNvSpPr>
          <p:nvPr>
            <p:ph type="body" sz="quarter" idx="32" hasCustomPrompt="1"/>
          </p:nvPr>
        </p:nvSpPr>
        <p:spPr>
          <a:xfrm>
            <a:off x="4330593" y="580162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2FB8FCA1-B9F0-6733-CCF5-17884C12C282}"/>
              </a:ext>
            </a:extLst>
          </p:cNvPr>
          <p:cNvSpPr>
            <a:spLocks noGrp="1"/>
          </p:cNvSpPr>
          <p:nvPr>
            <p:ph type="body" sz="quarter" idx="33" hasCustomPrompt="1"/>
          </p:nvPr>
        </p:nvSpPr>
        <p:spPr>
          <a:xfrm>
            <a:off x="4330593" y="6006528"/>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1C6E0D76-848C-96AE-C91B-C6E6F86E0FE1}"/>
              </a:ext>
            </a:extLst>
          </p:cNvPr>
          <p:cNvSpPr>
            <a:spLocks noGrp="1"/>
          </p:cNvSpPr>
          <p:nvPr>
            <p:ph type="body" sz="quarter" idx="34" hasCustomPrompt="1"/>
          </p:nvPr>
        </p:nvSpPr>
        <p:spPr>
          <a:xfrm>
            <a:off x="4330593" y="6168325"/>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70DBE899-3012-A4CF-0309-407CAE5D714A}"/>
              </a:ext>
            </a:extLst>
          </p:cNvPr>
          <p:cNvSpPr>
            <a:spLocks noGrp="1"/>
          </p:cNvSpPr>
          <p:nvPr>
            <p:ph type="body" sz="quarter" idx="35" hasCustomPrompt="1"/>
          </p:nvPr>
        </p:nvSpPr>
        <p:spPr>
          <a:xfrm>
            <a:off x="4330593" y="6295197"/>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3" name="Espaço Reservado para Conteúdo 14">
            <a:extLst>
              <a:ext uri="{FF2B5EF4-FFF2-40B4-BE49-F238E27FC236}">
                <a16:creationId xmlns:a16="http://schemas.microsoft.com/office/drawing/2014/main" id="{AF3F2DBA-090D-C776-7BBA-64874B35F7AC}"/>
              </a:ext>
            </a:extLst>
          </p:cNvPr>
          <p:cNvSpPr>
            <a:spLocks noGrp="1"/>
          </p:cNvSpPr>
          <p:nvPr>
            <p:ph sz="quarter" idx="40" hasCustomPrompt="1"/>
          </p:nvPr>
        </p:nvSpPr>
        <p:spPr>
          <a:xfrm>
            <a:off x="4330593" y="3695191"/>
            <a:ext cx="2159107" cy="123486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cxnSp>
        <p:nvCxnSpPr>
          <p:cNvPr id="34" name="Straight Connector 33">
            <a:extLst>
              <a:ext uri="{FF2B5EF4-FFF2-40B4-BE49-F238E27FC236}">
                <a16:creationId xmlns:a16="http://schemas.microsoft.com/office/drawing/2014/main" id="{C2553539-94F4-53FE-224D-42D9F145E1FE}"/>
              </a:ext>
            </a:extLst>
          </p:cNvPr>
          <p:cNvCxnSpPr>
            <a:cxnSpLocks/>
          </p:cNvCxnSpPr>
          <p:nvPr userDrawn="1"/>
        </p:nvCxnSpPr>
        <p:spPr>
          <a:xfrm>
            <a:off x="4227459" y="3692525"/>
            <a:ext cx="0" cy="576103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 Placeholder 4">
            <a:extLst>
              <a:ext uri="{FF2B5EF4-FFF2-40B4-BE49-F238E27FC236}">
                <a16:creationId xmlns:a16="http://schemas.microsoft.com/office/drawing/2014/main" id="{020CCC31-EABC-9A13-29FD-F75168E56A12}"/>
              </a:ext>
            </a:extLst>
          </p:cNvPr>
          <p:cNvSpPr>
            <a:spLocks noGrp="1"/>
          </p:cNvSpPr>
          <p:nvPr>
            <p:ph type="body" sz="quarter" idx="23"/>
          </p:nvPr>
        </p:nvSpPr>
        <p:spPr>
          <a:xfrm>
            <a:off x="390154" y="3692524"/>
            <a:ext cx="3734170" cy="5761038"/>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36" name="Text Placeholder 4">
            <a:extLst>
              <a:ext uri="{FF2B5EF4-FFF2-40B4-BE49-F238E27FC236}">
                <a16:creationId xmlns:a16="http://schemas.microsoft.com/office/drawing/2014/main" id="{528AB6C8-4A03-776C-6C2F-A6FFEB8FB5AB}"/>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23609468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apa Short Note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pic>
        <p:nvPicPr>
          <p:cNvPr id="2" name="Graphic 1">
            <a:extLst>
              <a:ext uri="{FF2B5EF4-FFF2-40B4-BE49-F238E27FC236}">
                <a16:creationId xmlns:a16="http://schemas.microsoft.com/office/drawing/2014/main" id="{0D170F3C-A405-4BC5-DB91-21B4D4B86710}"/>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86F06D5F-EA57-B774-6CB5-FDEEEE7FBD3C}"/>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3525D9DD-4FB7-3E81-046D-4F48E019BFF4}"/>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6691DD02-8A42-4B12-996C-E8AA97E630D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46430BCF-7707-19A2-B573-F588949459D0}"/>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D4539CAA-97BF-C1C0-3333-31E8BE52F8E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59674DE2-937E-E428-7983-75A6776DE4CB}"/>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291CF00D-94FF-5ED4-7147-527A38750C01}"/>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3138E082-26D7-A59B-36A6-FE94A7BF06F0}"/>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9024D65D-E20B-1B6C-53B1-FA4F1F9C65D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D0B0B35B-0747-6B2B-6933-D45499601DF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5B69C6C5-E8FE-2C89-F314-0A0FBBE815E0}"/>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F5BB930F-3832-317D-67C1-D87D9E4A9EF1}"/>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04F173F3-03F9-8E1B-2885-4AC07FD616EA}"/>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2BCB2A0B-34B2-34C1-5D56-4C2274A5C42F}"/>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589B4896-C673-DF18-8E1F-EFF9F0D6EC6A}"/>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04F3B742-459A-95DB-1F25-5C5FD3DE4BC0}"/>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A92E1D1F-4B82-4376-913C-0337818CB1E8}" type="datetime4">
              <a:rPr lang="en-US" smtClean="0"/>
              <a:t>October 30, 2026</a:t>
            </a:fld>
            <a:endParaRPr lang="en-US"/>
          </a:p>
        </p:txBody>
      </p:sp>
      <p:sp>
        <p:nvSpPr>
          <p:cNvPr id="22" name="Espaço Reservado para Texto 6">
            <a:extLst>
              <a:ext uri="{FF2B5EF4-FFF2-40B4-BE49-F238E27FC236}">
                <a16:creationId xmlns:a16="http://schemas.microsoft.com/office/drawing/2014/main" id="{5A02647A-2A9C-F7EF-DEB7-9E9E3EA7A392}"/>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0D64EF15-F78C-A77F-85C1-A2EAB29B8120}"/>
              </a:ext>
            </a:extLst>
          </p:cNvPr>
          <p:cNvSpPr>
            <a:spLocks noGrp="1"/>
          </p:cNvSpPr>
          <p:nvPr>
            <p:ph type="body" sz="quarter" idx="37"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BF7DFD60-2E36-4F02-82F8-E04D808E1906}"/>
              </a:ext>
            </a:extLst>
          </p:cNvPr>
          <p:cNvSpPr>
            <a:spLocks noGrp="1"/>
          </p:cNvSpPr>
          <p:nvPr>
            <p:ph type="body" sz="quarter" idx="20"/>
          </p:nvPr>
        </p:nvSpPr>
        <p:spPr>
          <a:xfrm>
            <a:off x="390154" y="2150953"/>
            <a:ext cx="3734171" cy="7246052"/>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24" name="Text Placeholder 4">
            <a:extLst>
              <a:ext uri="{FF2B5EF4-FFF2-40B4-BE49-F238E27FC236}">
                <a16:creationId xmlns:a16="http://schemas.microsoft.com/office/drawing/2014/main" id="{6B77B479-67B9-3D1F-DB63-5A937E29D921}"/>
              </a:ext>
            </a:extLst>
          </p:cNvPr>
          <p:cNvSpPr>
            <a:spLocks noGrp="1"/>
          </p:cNvSpPr>
          <p:nvPr>
            <p:ph type="body" sz="quarter" idx="27" hasCustomPrompt="1"/>
          </p:nvPr>
        </p:nvSpPr>
        <p:spPr>
          <a:xfrm>
            <a:off x="4330593" y="3551967"/>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5" name="Text Placeholder 4">
            <a:extLst>
              <a:ext uri="{FF2B5EF4-FFF2-40B4-BE49-F238E27FC236}">
                <a16:creationId xmlns:a16="http://schemas.microsoft.com/office/drawing/2014/main" id="{CF97AD4E-3588-342E-979B-0CCDF1CF3A66}"/>
              </a:ext>
            </a:extLst>
          </p:cNvPr>
          <p:cNvSpPr>
            <a:spLocks noGrp="1"/>
          </p:cNvSpPr>
          <p:nvPr>
            <p:ph type="body" sz="quarter" idx="28" hasCustomPrompt="1"/>
          </p:nvPr>
        </p:nvSpPr>
        <p:spPr>
          <a:xfrm>
            <a:off x="4330593" y="3713764"/>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6" name="Text Placeholder 4">
            <a:extLst>
              <a:ext uri="{FF2B5EF4-FFF2-40B4-BE49-F238E27FC236}">
                <a16:creationId xmlns:a16="http://schemas.microsoft.com/office/drawing/2014/main" id="{B85DC042-1D7C-4735-DB80-659003055DC8}"/>
              </a:ext>
            </a:extLst>
          </p:cNvPr>
          <p:cNvSpPr>
            <a:spLocks noGrp="1"/>
          </p:cNvSpPr>
          <p:nvPr>
            <p:ph type="body" sz="quarter" idx="29" hasCustomPrompt="1"/>
          </p:nvPr>
        </p:nvSpPr>
        <p:spPr>
          <a:xfrm>
            <a:off x="4330593" y="384063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8" name="Text Placeholder 4">
            <a:extLst>
              <a:ext uri="{FF2B5EF4-FFF2-40B4-BE49-F238E27FC236}">
                <a16:creationId xmlns:a16="http://schemas.microsoft.com/office/drawing/2014/main" id="{35C34336-3E73-5DC1-40F0-6AF846D48E78}"/>
              </a:ext>
            </a:extLst>
          </p:cNvPr>
          <p:cNvSpPr>
            <a:spLocks noGrp="1"/>
          </p:cNvSpPr>
          <p:nvPr>
            <p:ph type="body" sz="quarter" idx="30" hasCustomPrompt="1"/>
          </p:nvPr>
        </p:nvSpPr>
        <p:spPr>
          <a:xfrm>
            <a:off x="4330593" y="403822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9" name="Text Placeholder 4">
            <a:extLst>
              <a:ext uri="{FF2B5EF4-FFF2-40B4-BE49-F238E27FC236}">
                <a16:creationId xmlns:a16="http://schemas.microsoft.com/office/drawing/2014/main" id="{8CD3B534-6D99-4C48-73C6-A90E786EAF16}"/>
              </a:ext>
            </a:extLst>
          </p:cNvPr>
          <p:cNvSpPr>
            <a:spLocks noGrp="1"/>
          </p:cNvSpPr>
          <p:nvPr>
            <p:ph type="body" sz="quarter" idx="31" hasCustomPrompt="1"/>
          </p:nvPr>
        </p:nvSpPr>
        <p:spPr>
          <a:xfrm>
            <a:off x="4330593" y="420001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0" name="Text Placeholder 4">
            <a:extLst>
              <a:ext uri="{FF2B5EF4-FFF2-40B4-BE49-F238E27FC236}">
                <a16:creationId xmlns:a16="http://schemas.microsoft.com/office/drawing/2014/main" id="{2028EDBB-9588-28C2-3D10-94EAAEC88F4D}"/>
              </a:ext>
            </a:extLst>
          </p:cNvPr>
          <p:cNvSpPr>
            <a:spLocks noGrp="1"/>
          </p:cNvSpPr>
          <p:nvPr>
            <p:ph type="body" sz="quarter" idx="32" hasCustomPrompt="1"/>
          </p:nvPr>
        </p:nvSpPr>
        <p:spPr>
          <a:xfrm>
            <a:off x="4330593" y="432689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1" name="Text Placeholder 4">
            <a:extLst>
              <a:ext uri="{FF2B5EF4-FFF2-40B4-BE49-F238E27FC236}">
                <a16:creationId xmlns:a16="http://schemas.microsoft.com/office/drawing/2014/main" id="{2A785A59-B1EC-BCA9-3C61-AA41FD3030AA}"/>
              </a:ext>
            </a:extLst>
          </p:cNvPr>
          <p:cNvSpPr>
            <a:spLocks noGrp="1"/>
          </p:cNvSpPr>
          <p:nvPr>
            <p:ph type="body" sz="quarter" idx="33" hasCustomPrompt="1"/>
          </p:nvPr>
        </p:nvSpPr>
        <p:spPr>
          <a:xfrm>
            <a:off x="4330593" y="4531792"/>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2" name="Text Placeholder 4">
            <a:extLst>
              <a:ext uri="{FF2B5EF4-FFF2-40B4-BE49-F238E27FC236}">
                <a16:creationId xmlns:a16="http://schemas.microsoft.com/office/drawing/2014/main" id="{687FE4BC-3557-8ACF-282E-E55A17020846}"/>
              </a:ext>
            </a:extLst>
          </p:cNvPr>
          <p:cNvSpPr>
            <a:spLocks noGrp="1"/>
          </p:cNvSpPr>
          <p:nvPr>
            <p:ph type="body" sz="quarter" idx="34" hasCustomPrompt="1"/>
          </p:nvPr>
        </p:nvSpPr>
        <p:spPr>
          <a:xfrm>
            <a:off x="4330593" y="469358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3" name="Text Placeholder 4">
            <a:extLst>
              <a:ext uri="{FF2B5EF4-FFF2-40B4-BE49-F238E27FC236}">
                <a16:creationId xmlns:a16="http://schemas.microsoft.com/office/drawing/2014/main" id="{71BC99D4-EA9B-7B0F-636D-51A7398724C0}"/>
              </a:ext>
            </a:extLst>
          </p:cNvPr>
          <p:cNvSpPr>
            <a:spLocks noGrp="1"/>
          </p:cNvSpPr>
          <p:nvPr>
            <p:ph type="body" sz="quarter" idx="35" hasCustomPrompt="1"/>
          </p:nvPr>
        </p:nvSpPr>
        <p:spPr>
          <a:xfrm>
            <a:off x="4330593" y="482046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4" name="Straight Connector 33">
            <a:extLst>
              <a:ext uri="{FF2B5EF4-FFF2-40B4-BE49-F238E27FC236}">
                <a16:creationId xmlns:a16="http://schemas.microsoft.com/office/drawing/2014/main" id="{539D7FB9-B2E7-F477-8C41-841677DAAFE0}"/>
              </a:ext>
            </a:extLst>
          </p:cNvPr>
          <p:cNvCxnSpPr>
            <a:cxnSpLocks/>
          </p:cNvCxnSpPr>
          <p:nvPr userDrawn="1"/>
        </p:nvCxnSpPr>
        <p:spPr>
          <a:xfrm>
            <a:off x="4227459" y="2150951"/>
            <a:ext cx="0" cy="7246054"/>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Espaço Reservado para Conteúdo 14">
            <a:extLst>
              <a:ext uri="{FF2B5EF4-FFF2-40B4-BE49-F238E27FC236}">
                <a16:creationId xmlns:a16="http://schemas.microsoft.com/office/drawing/2014/main" id="{5D3EDB8D-754F-B41B-52BE-3C9C63C87727}"/>
              </a:ext>
            </a:extLst>
          </p:cNvPr>
          <p:cNvSpPr>
            <a:spLocks noGrp="1"/>
          </p:cNvSpPr>
          <p:nvPr>
            <p:ph sz="quarter" idx="40" hasCustomPrompt="1"/>
          </p:nvPr>
        </p:nvSpPr>
        <p:spPr>
          <a:xfrm>
            <a:off x="4330593" y="2150951"/>
            <a:ext cx="2159107" cy="123605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39700073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_Capa Short Note Sector">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pic>
        <p:nvPicPr>
          <p:cNvPr id="2" name="Graphic 1">
            <a:extLst>
              <a:ext uri="{FF2B5EF4-FFF2-40B4-BE49-F238E27FC236}">
                <a16:creationId xmlns:a16="http://schemas.microsoft.com/office/drawing/2014/main" id="{DAE82E8C-95AD-0361-B8B0-B7C0D8684CF5}"/>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pic>
        <p:nvPicPr>
          <p:cNvPr id="4" name="Picture 3" descr="A blue and white dot pattern&#10;&#10;AI-generated content may be incorrect.">
            <a:extLst>
              <a:ext uri="{FF2B5EF4-FFF2-40B4-BE49-F238E27FC236}">
                <a16:creationId xmlns:a16="http://schemas.microsoft.com/office/drawing/2014/main" id="{29FA0211-7640-B008-5F80-DFE4BF78EDCF}"/>
              </a:ext>
            </a:extLst>
          </p:cNvPr>
          <p:cNvPicPr>
            <a:picLocks noChangeAspect="1"/>
          </p:cNvPicPr>
          <p:nvPr userDrawn="1"/>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14569" y="12000"/>
            <a:ext cx="6843431" cy="1991470"/>
          </a:xfrm>
          <a:prstGeom prst="rect">
            <a:avLst/>
          </a:prstGeom>
        </p:spPr>
      </p:pic>
      <p:pic>
        <p:nvPicPr>
          <p:cNvPr id="5" name="Graphic 4">
            <a:extLst>
              <a:ext uri="{FF2B5EF4-FFF2-40B4-BE49-F238E27FC236}">
                <a16:creationId xmlns:a16="http://schemas.microsoft.com/office/drawing/2014/main" id="{17F97C21-6648-EF6C-A98D-137E0F480F1A}"/>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sp>
        <p:nvSpPr>
          <p:cNvPr id="6" name="Espaço Reservado para Texto 6">
            <a:extLst>
              <a:ext uri="{FF2B5EF4-FFF2-40B4-BE49-F238E27FC236}">
                <a16:creationId xmlns:a16="http://schemas.microsoft.com/office/drawing/2014/main" id="{928D0FCD-860E-59BE-AB6B-2EA27033053F}"/>
              </a:ext>
            </a:extLst>
          </p:cNvPr>
          <p:cNvSpPr>
            <a:spLocks noGrp="1"/>
          </p:cNvSpPr>
          <p:nvPr>
            <p:ph type="body" sz="quarter" idx="16" hasCustomPrompt="1"/>
          </p:nvPr>
        </p:nvSpPr>
        <p:spPr>
          <a:xfrm>
            <a:off x="390154" y="96923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grpSp>
        <p:nvGrpSpPr>
          <p:cNvPr id="7" name="Group 6">
            <a:extLst>
              <a:ext uri="{FF2B5EF4-FFF2-40B4-BE49-F238E27FC236}">
                <a16:creationId xmlns:a16="http://schemas.microsoft.com/office/drawing/2014/main" id="{7B14105F-6B03-AB02-2E6B-E280AFC5EA3E}"/>
              </a:ext>
            </a:extLst>
          </p:cNvPr>
          <p:cNvGrpSpPr/>
          <p:nvPr userDrawn="1"/>
        </p:nvGrpSpPr>
        <p:grpSpPr>
          <a:xfrm>
            <a:off x="390154" y="406178"/>
            <a:ext cx="1240285" cy="341910"/>
            <a:chOff x="2700591" y="2522601"/>
            <a:chExt cx="6428993" cy="1772284"/>
          </a:xfrm>
        </p:grpSpPr>
        <p:sp>
          <p:nvSpPr>
            <p:cNvPr id="8" name="Freeform: Shape 40">
              <a:extLst>
                <a:ext uri="{FF2B5EF4-FFF2-40B4-BE49-F238E27FC236}">
                  <a16:creationId xmlns:a16="http://schemas.microsoft.com/office/drawing/2014/main" id="{F910343D-7729-C09A-9C77-894C9CA08B3A}"/>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9" name="Graphic 20">
              <a:extLst>
                <a:ext uri="{FF2B5EF4-FFF2-40B4-BE49-F238E27FC236}">
                  <a16:creationId xmlns:a16="http://schemas.microsoft.com/office/drawing/2014/main" id="{19EE9025-8994-9F60-34A1-5C3B3CFAD1EC}"/>
                </a:ext>
              </a:extLst>
            </p:cNvPr>
            <p:cNvGrpSpPr/>
            <p:nvPr/>
          </p:nvGrpSpPr>
          <p:grpSpPr>
            <a:xfrm>
              <a:off x="5034660" y="3339528"/>
              <a:ext cx="4094924" cy="747077"/>
              <a:chOff x="5034660" y="3339528"/>
              <a:chExt cx="4094924" cy="747077"/>
            </a:xfrm>
            <a:solidFill>
              <a:srgbClr val="FFFFFF"/>
            </a:solidFill>
          </p:grpSpPr>
          <p:sp>
            <p:nvSpPr>
              <p:cNvPr id="10" name="Freeform: Shape 42">
                <a:extLst>
                  <a:ext uri="{FF2B5EF4-FFF2-40B4-BE49-F238E27FC236}">
                    <a16:creationId xmlns:a16="http://schemas.microsoft.com/office/drawing/2014/main" id="{7B5DDC33-C3D4-9796-19F2-58D7C38A2C63}"/>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2" name="Freeform: Shape 43">
                <a:extLst>
                  <a:ext uri="{FF2B5EF4-FFF2-40B4-BE49-F238E27FC236}">
                    <a16:creationId xmlns:a16="http://schemas.microsoft.com/office/drawing/2014/main" id="{F4C69D50-6649-D4B4-7D87-4089B8DBE467}"/>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13" name="Freeform: Shape 44">
                <a:extLst>
                  <a:ext uri="{FF2B5EF4-FFF2-40B4-BE49-F238E27FC236}">
                    <a16:creationId xmlns:a16="http://schemas.microsoft.com/office/drawing/2014/main" id="{883D8FB5-0F60-B49C-34DC-9175C66F908E}"/>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14" name="Freeform: Shape 45">
                <a:extLst>
                  <a:ext uri="{FF2B5EF4-FFF2-40B4-BE49-F238E27FC236}">
                    <a16:creationId xmlns:a16="http://schemas.microsoft.com/office/drawing/2014/main" id="{371036E0-69E7-A8D3-000E-87223966A2ED}"/>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16" name="Freeform: Shape 46">
                <a:extLst>
                  <a:ext uri="{FF2B5EF4-FFF2-40B4-BE49-F238E27FC236}">
                    <a16:creationId xmlns:a16="http://schemas.microsoft.com/office/drawing/2014/main" id="{02898492-89A0-DE15-D6C5-D551EFE24C9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17" name="Freeform: Shape 47">
                <a:extLst>
                  <a:ext uri="{FF2B5EF4-FFF2-40B4-BE49-F238E27FC236}">
                    <a16:creationId xmlns:a16="http://schemas.microsoft.com/office/drawing/2014/main" id="{E25F01F7-A7A9-F302-A1F0-C58B6E4EF15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18" name="Freeform: Shape 48">
                <a:extLst>
                  <a:ext uri="{FF2B5EF4-FFF2-40B4-BE49-F238E27FC236}">
                    <a16:creationId xmlns:a16="http://schemas.microsoft.com/office/drawing/2014/main" id="{DFD7414B-9A29-543D-FEA3-E085A244A597}"/>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19" name="Freeform: Shape 49">
                <a:extLst>
                  <a:ext uri="{FF2B5EF4-FFF2-40B4-BE49-F238E27FC236}">
                    <a16:creationId xmlns:a16="http://schemas.microsoft.com/office/drawing/2014/main" id="{057F6B16-BFF0-4DFA-603A-E9BCA79F806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20" name="Espaço Reservado para Texto 6">
            <a:extLst>
              <a:ext uri="{FF2B5EF4-FFF2-40B4-BE49-F238E27FC236}">
                <a16:creationId xmlns:a16="http://schemas.microsoft.com/office/drawing/2014/main" id="{C856C89A-7562-82C0-70CE-765A1BE0195E}"/>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21" name="Date Placeholder 1">
            <a:extLst>
              <a:ext uri="{FF2B5EF4-FFF2-40B4-BE49-F238E27FC236}">
                <a16:creationId xmlns:a16="http://schemas.microsoft.com/office/drawing/2014/main" id="{BFDFB630-05CE-02BE-378B-A5C3EA6BC938}"/>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5BFC621B-BF66-4D07-95B8-23D0F1B44B8B}" type="datetime4">
              <a:rPr lang="en-US" smtClean="0"/>
              <a:t>October 30, 2026</a:t>
            </a:fld>
            <a:endParaRPr lang="en-US"/>
          </a:p>
        </p:txBody>
      </p:sp>
      <p:sp>
        <p:nvSpPr>
          <p:cNvPr id="22" name="Espaço Reservado para Texto 6">
            <a:extLst>
              <a:ext uri="{FF2B5EF4-FFF2-40B4-BE49-F238E27FC236}">
                <a16:creationId xmlns:a16="http://schemas.microsoft.com/office/drawing/2014/main" id="{BC5C97CA-C109-C89E-B0DA-580EB374FF5A}"/>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6CE2BDD4-5FBE-4506-6AAF-2D2BA90A0DD8}"/>
              </a:ext>
            </a:extLst>
          </p:cNvPr>
          <p:cNvSpPr>
            <a:spLocks noGrp="1"/>
          </p:cNvSpPr>
          <p:nvPr>
            <p:ph type="body" sz="quarter" idx="38" hasCustomPrompt="1"/>
          </p:nvPr>
        </p:nvSpPr>
        <p:spPr>
          <a:xfrm>
            <a:off x="390154" y="1405779"/>
            <a:ext cx="6112352" cy="187302"/>
          </a:xfrm>
          <a:prstGeom prst="rect">
            <a:avLst/>
          </a:prstGeom>
        </p:spPr>
        <p:txBody>
          <a:bodyPr vert="horz" lIns="0" tIns="0" rIns="0" bIns="0" rtlCol="0" anchor="t">
            <a:noAutofit/>
          </a:bodyPr>
          <a:lstStyle>
            <a:lvl1pPr>
              <a:defRPr lang="pt-BR" sz="16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5" name="Text Placeholder 4">
            <a:extLst>
              <a:ext uri="{FF2B5EF4-FFF2-40B4-BE49-F238E27FC236}">
                <a16:creationId xmlns:a16="http://schemas.microsoft.com/office/drawing/2014/main" id="{940F99CF-8986-12A5-817F-97B685225E90}"/>
              </a:ext>
            </a:extLst>
          </p:cNvPr>
          <p:cNvSpPr>
            <a:spLocks noGrp="1"/>
          </p:cNvSpPr>
          <p:nvPr>
            <p:ph type="body" sz="quarter" idx="27" hasCustomPrompt="1"/>
          </p:nvPr>
        </p:nvSpPr>
        <p:spPr>
          <a:xfrm>
            <a:off x="4330593" y="369252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4" name="Text Placeholder 4">
            <a:extLst>
              <a:ext uri="{FF2B5EF4-FFF2-40B4-BE49-F238E27FC236}">
                <a16:creationId xmlns:a16="http://schemas.microsoft.com/office/drawing/2014/main" id="{0140C41B-2354-17F2-8688-7AB404EEA1F0}"/>
              </a:ext>
            </a:extLst>
          </p:cNvPr>
          <p:cNvSpPr>
            <a:spLocks noGrp="1"/>
          </p:cNvSpPr>
          <p:nvPr>
            <p:ph type="body" sz="quarter" idx="28" hasCustomPrompt="1"/>
          </p:nvPr>
        </p:nvSpPr>
        <p:spPr>
          <a:xfrm>
            <a:off x="4330593" y="3854321"/>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5" name="Text Placeholder 4">
            <a:extLst>
              <a:ext uri="{FF2B5EF4-FFF2-40B4-BE49-F238E27FC236}">
                <a16:creationId xmlns:a16="http://schemas.microsoft.com/office/drawing/2014/main" id="{88382CAA-FCB9-2AEB-20BA-5D243A50978F}"/>
              </a:ext>
            </a:extLst>
          </p:cNvPr>
          <p:cNvSpPr>
            <a:spLocks noGrp="1"/>
          </p:cNvSpPr>
          <p:nvPr>
            <p:ph type="body" sz="quarter" idx="29" hasCustomPrompt="1"/>
          </p:nvPr>
        </p:nvSpPr>
        <p:spPr>
          <a:xfrm>
            <a:off x="4330593" y="398119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26" name="Text Placeholder 4">
            <a:extLst>
              <a:ext uri="{FF2B5EF4-FFF2-40B4-BE49-F238E27FC236}">
                <a16:creationId xmlns:a16="http://schemas.microsoft.com/office/drawing/2014/main" id="{91E52212-A260-84D8-2C50-08CDC08A8BB7}"/>
              </a:ext>
            </a:extLst>
          </p:cNvPr>
          <p:cNvSpPr>
            <a:spLocks noGrp="1"/>
          </p:cNvSpPr>
          <p:nvPr>
            <p:ph type="body" sz="quarter" idx="30" hasCustomPrompt="1"/>
          </p:nvPr>
        </p:nvSpPr>
        <p:spPr>
          <a:xfrm>
            <a:off x="4330593" y="417877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28" name="Text Placeholder 4">
            <a:extLst>
              <a:ext uri="{FF2B5EF4-FFF2-40B4-BE49-F238E27FC236}">
                <a16:creationId xmlns:a16="http://schemas.microsoft.com/office/drawing/2014/main" id="{FD566518-7137-787A-8B48-3DC74BA88C36}"/>
              </a:ext>
            </a:extLst>
          </p:cNvPr>
          <p:cNvSpPr>
            <a:spLocks noGrp="1"/>
          </p:cNvSpPr>
          <p:nvPr>
            <p:ph type="body" sz="quarter" idx="31" hasCustomPrompt="1"/>
          </p:nvPr>
        </p:nvSpPr>
        <p:spPr>
          <a:xfrm>
            <a:off x="4330593" y="434057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29" name="Text Placeholder 4">
            <a:extLst>
              <a:ext uri="{FF2B5EF4-FFF2-40B4-BE49-F238E27FC236}">
                <a16:creationId xmlns:a16="http://schemas.microsoft.com/office/drawing/2014/main" id="{128DB013-695D-1616-A486-7F2B38589E64}"/>
              </a:ext>
            </a:extLst>
          </p:cNvPr>
          <p:cNvSpPr>
            <a:spLocks noGrp="1"/>
          </p:cNvSpPr>
          <p:nvPr>
            <p:ph type="body" sz="quarter" idx="32" hasCustomPrompt="1"/>
          </p:nvPr>
        </p:nvSpPr>
        <p:spPr>
          <a:xfrm>
            <a:off x="4330593" y="446744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30" name="Text Placeholder 4">
            <a:extLst>
              <a:ext uri="{FF2B5EF4-FFF2-40B4-BE49-F238E27FC236}">
                <a16:creationId xmlns:a16="http://schemas.microsoft.com/office/drawing/2014/main" id="{88A24351-08B2-83F8-B4F8-D55D3F07EF7B}"/>
              </a:ext>
            </a:extLst>
          </p:cNvPr>
          <p:cNvSpPr>
            <a:spLocks noGrp="1"/>
          </p:cNvSpPr>
          <p:nvPr>
            <p:ph type="body" sz="quarter" idx="33" hasCustomPrompt="1"/>
          </p:nvPr>
        </p:nvSpPr>
        <p:spPr>
          <a:xfrm>
            <a:off x="4330593" y="467234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31" name="Text Placeholder 4">
            <a:extLst>
              <a:ext uri="{FF2B5EF4-FFF2-40B4-BE49-F238E27FC236}">
                <a16:creationId xmlns:a16="http://schemas.microsoft.com/office/drawing/2014/main" id="{C9E1A8CB-1D01-FB8E-FFF5-6ACBA780081F}"/>
              </a:ext>
            </a:extLst>
          </p:cNvPr>
          <p:cNvSpPr>
            <a:spLocks noGrp="1"/>
          </p:cNvSpPr>
          <p:nvPr>
            <p:ph type="body" sz="quarter" idx="34" hasCustomPrompt="1"/>
          </p:nvPr>
        </p:nvSpPr>
        <p:spPr>
          <a:xfrm>
            <a:off x="4330593" y="4834146"/>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32" name="Text Placeholder 4">
            <a:extLst>
              <a:ext uri="{FF2B5EF4-FFF2-40B4-BE49-F238E27FC236}">
                <a16:creationId xmlns:a16="http://schemas.microsoft.com/office/drawing/2014/main" id="{1AE7C39D-EA22-C5DB-A675-845E341B399F}"/>
              </a:ext>
            </a:extLst>
          </p:cNvPr>
          <p:cNvSpPr>
            <a:spLocks noGrp="1"/>
          </p:cNvSpPr>
          <p:nvPr>
            <p:ph type="body" sz="quarter" idx="35" hasCustomPrompt="1"/>
          </p:nvPr>
        </p:nvSpPr>
        <p:spPr>
          <a:xfrm>
            <a:off x="4330593" y="496101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4" name="Straight Connector 33">
            <a:extLst>
              <a:ext uri="{FF2B5EF4-FFF2-40B4-BE49-F238E27FC236}">
                <a16:creationId xmlns:a16="http://schemas.microsoft.com/office/drawing/2014/main" id="{AF1BA942-F3DB-C7E0-BAED-A17071503BC2}"/>
              </a:ext>
            </a:extLst>
          </p:cNvPr>
          <p:cNvCxnSpPr>
            <a:cxnSpLocks/>
          </p:cNvCxnSpPr>
          <p:nvPr userDrawn="1"/>
        </p:nvCxnSpPr>
        <p:spPr>
          <a:xfrm>
            <a:off x="4227459" y="3692525"/>
            <a:ext cx="0" cy="4036332"/>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 Placeholder 4">
            <a:extLst>
              <a:ext uri="{FF2B5EF4-FFF2-40B4-BE49-F238E27FC236}">
                <a16:creationId xmlns:a16="http://schemas.microsoft.com/office/drawing/2014/main" id="{36541823-4E2D-CA37-F162-ECE90D8582A7}"/>
              </a:ext>
            </a:extLst>
          </p:cNvPr>
          <p:cNvSpPr>
            <a:spLocks noGrp="1"/>
          </p:cNvSpPr>
          <p:nvPr>
            <p:ph type="body" sz="quarter" idx="23"/>
          </p:nvPr>
        </p:nvSpPr>
        <p:spPr>
          <a:xfrm>
            <a:off x="390154" y="3692524"/>
            <a:ext cx="3734170" cy="4036332"/>
          </a:xfrm>
          <a:prstGeom prst="rect">
            <a:avLst/>
          </a:prstGeom>
          <a:noFill/>
        </p:spPr>
        <p:txBody>
          <a:bodyPr wrap="square" lIns="0" tIns="0" rIns="0" bIns="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
        <p:nvSpPr>
          <p:cNvPr id="36" name="Text Placeholder 4">
            <a:extLst>
              <a:ext uri="{FF2B5EF4-FFF2-40B4-BE49-F238E27FC236}">
                <a16:creationId xmlns:a16="http://schemas.microsoft.com/office/drawing/2014/main" id="{921245B7-AB30-4FB7-CF96-2E86016A7C44}"/>
              </a:ext>
            </a:extLst>
          </p:cNvPr>
          <p:cNvSpPr>
            <a:spLocks noGrp="1"/>
          </p:cNvSpPr>
          <p:nvPr>
            <p:ph type="body" sz="quarter" idx="20"/>
          </p:nvPr>
        </p:nvSpPr>
        <p:spPr>
          <a:xfrm>
            <a:off x="390154" y="2150950"/>
            <a:ext cx="6099546" cy="1378800"/>
          </a:xfrm>
          <a:prstGeom prst="rect">
            <a:avLst/>
          </a:prstGeom>
          <a:solidFill>
            <a:schemeClr val="bg1">
              <a:lumMod val="95000"/>
            </a:schemeClr>
          </a:solidFill>
        </p:spPr>
        <p:txBody>
          <a:bodyPr wrap="square" lIns="72000" tIns="72000" rIns="72000" bIns="72000" rtlCol="0">
            <a:noAutofit/>
          </a:bodyPr>
          <a:lstStyle>
            <a:lvl1pPr algn="just">
              <a:lnSpc>
                <a:spcPct val="120000"/>
              </a:lnSpc>
              <a:spcBef>
                <a:spcPts val="300"/>
              </a:spcBef>
              <a:defRPr lang="en-US" sz="95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marR="0" lvl="0" algn="just" defTabSz="914400" fontAlgn="auto">
              <a:lnSpc>
                <a:spcPct val="125000"/>
              </a:lnSpc>
              <a:spcBef>
                <a:spcPts val="600"/>
              </a:spcBef>
              <a:spcAft>
                <a:spcPts val="0"/>
              </a:spcAft>
              <a:buClrTx/>
              <a:buSzTx/>
              <a:tabLst/>
            </a:pPr>
            <a:r>
              <a:rPr lang="en-US"/>
              <a:t>Click to edit Master text styles</a:t>
            </a:r>
          </a:p>
        </p:txBody>
      </p:sp>
    </p:spTree>
    <p:extLst>
      <p:ext uri="{BB962C8B-B14F-4D97-AF65-F5344CB8AC3E}">
        <p14:creationId xmlns:p14="http://schemas.microsoft.com/office/powerpoint/2010/main" val="39179463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Sumário">
    <p:bg>
      <p:bgPr>
        <a:solidFill>
          <a:schemeClr val="bg1"/>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EE9ED39-57B7-5C8F-E9B2-57A1AC073839}"/>
              </a:ext>
            </a:extLst>
          </p:cNvPr>
          <p:cNvGrpSpPr/>
          <p:nvPr userDrawn="1"/>
        </p:nvGrpSpPr>
        <p:grpSpPr>
          <a:xfrm flipV="1">
            <a:off x="4738912" y="0"/>
            <a:ext cx="2119086" cy="9906000"/>
            <a:chOff x="-1" y="0"/>
            <a:chExt cx="1467060" cy="6858000"/>
          </a:xfrm>
        </p:grpSpPr>
        <p:pic>
          <p:nvPicPr>
            <p:cNvPr id="4" name="Graphic 3">
              <a:extLst>
                <a:ext uri="{FF2B5EF4-FFF2-40B4-BE49-F238E27FC236}">
                  <a16:creationId xmlns:a16="http://schemas.microsoft.com/office/drawing/2014/main" id="{D76B8EF7-CCD7-9A94-CD80-B82D9220F661}"/>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71178" b="20035"/>
            <a:stretch/>
          </p:blipFill>
          <p:spPr>
            <a:xfrm flipV="1">
              <a:off x="0" y="0"/>
              <a:ext cx="1467059" cy="6858000"/>
            </a:xfrm>
            <a:prstGeom prst="rect">
              <a:avLst/>
            </a:prstGeom>
          </p:spPr>
        </p:pic>
        <p:pic>
          <p:nvPicPr>
            <p:cNvPr id="5" name="Picture 4" descr="A blue and white dot pattern&#10;&#10;AI-generated content may be incorrect.">
              <a:extLst>
                <a:ext uri="{FF2B5EF4-FFF2-40B4-BE49-F238E27FC236}">
                  <a16:creationId xmlns:a16="http://schemas.microsoft.com/office/drawing/2014/main" id="{E28CC665-FF99-579A-7610-C998972AF3D6}"/>
                </a:ext>
              </a:extLst>
            </p:cNvPr>
            <p:cNvPicPr>
              <a:picLocks noChangeAspect="1"/>
            </p:cNvPicPr>
            <p:nvPr userDrawn="1"/>
          </p:nvPicPr>
          <p:blipFill>
            <a:blip r:embed="rId4">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1" y="0"/>
              <a:ext cx="1467060" cy="6858000"/>
            </a:xfrm>
            <a:prstGeom prst="rect">
              <a:avLst/>
            </a:prstGeom>
          </p:spPr>
        </p:pic>
      </p:grpSp>
      <p:sp>
        <p:nvSpPr>
          <p:cNvPr id="6" name="Rectangle 5">
            <a:extLst>
              <a:ext uri="{FF2B5EF4-FFF2-40B4-BE49-F238E27FC236}">
                <a16:creationId xmlns:a16="http://schemas.microsoft.com/office/drawing/2014/main" id="{1D58E3DF-22F8-4C37-9B26-E76DF3BA1D45}"/>
              </a:ext>
            </a:extLst>
          </p:cNvPr>
          <p:cNvSpPr/>
          <p:nvPr userDrawn="1"/>
        </p:nvSpPr>
        <p:spPr>
          <a:xfrm>
            <a:off x="0" y="0"/>
            <a:ext cx="4738914" cy="990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CaixaDeTexto 4">
            <a:extLst>
              <a:ext uri="{FF2B5EF4-FFF2-40B4-BE49-F238E27FC236}">
                <a16:creationId xmlns:a16="http://schemas.microsoft.com/office/drawing/2014/main" id="{B62B5412-17EF-418D-8B6E-BF6ED9EC7C15}"/>
              </a:ext>
            </a:extLst>
          </p:cNvPr>
          <p:cNvSpPr txBox="1"/>
          <p:nvPr userDrawn="1"/>
        </p:nvSpPr>
        <p:spPr>
          <a:xfrm>
            <a:off x="375638" y="368602"/>
            <a:ext cx="3733609" cy="430887"/>
          </a:xfrm>
          <a:prstGeom prst="rect">
            <a:avLst/>
          </a:prstGeom>
        </p:spPr>
        <p:txBody>
          <a:bodyPr wrap="square" lIns="0" tIns="0" rIns="0" bIns="0" rtlCol="0">
            <a:spAutoFit/>
          </a:bodyPr>
          <a:lstStyle/>
          <a:p>
            <a:r>
              <a:rPr lang="pt-BR" sz="2800" err="1">
                <a:solidFill>
                  <a:srgbClr val="242424"/>
                </a:solidFill>
                <a:latin typeface="+mj-lt"/>
                <a:ea typeface="XP Light Lighthouse" pitchFamily="50" charset="0"/>
              </a:rPr>
              <a:t>Summary</a:t>
            </a:r>
            <a:endParaRPr lang="pt-BR" sz="2800">
              <a:solidFill>
                <a:srgbClr val="242424"/>
              </a:solidFill>
              <a:latin typeface="+mj-lt"/>
              <a:ea typeface="XP Light Lighthouse" pitchFamily="50" charset="0"/>
            </a:endParaRPr>
          </a:p>
        </p:txBody>
      </p:sp>
      <p:sp>
        <p:nvSpPr>
          <p:cNvPr id="71" name="Espaço Reservado para Texto 6">
            <a:extLst>
              <a:ext uri="{FF2B5EF4-FFF2-40B4-BE49-F238E27FC236}">
                <a16:creationId xmlns:a16="http://schemas.microsoft.com/office/drawing/2014/main" id="{03A9C79B-A9AE-450D-ABDB-D007A473C085}"/>
              </a:ext>
            </a:extLst>
          </p:cNvPr>
          <p:cNvSpPr>
            <a:spLocks noGrp="1"/>
          </p:cNvSpPr>
          <p:nvPr>
            <p:ph type="body" sz="quarter" idx="17" hasCustomPrompt="1"/>
          </p:nvPr>
        </p:nvSpPr>
        <p:spPr>
          <a:xfrm>
            <a:off x="375638" y="115561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2" name="Espaço Reservado para Texto 6">
            <a:extLst>
              <a:ext uri="{FF2B5EF4-FFF2-40B4-BE49-F238E27FC236}">
                <a16:creationId xmlns:a16="http://schemas.microsoft.com/office/drawing/2014/main" id="{BDA9F1F2-ABC2-4D8D-8E95-0E8A4C2D295D}"/>
              </a:ext>
            </a:extLst>
          </p:cNvPr>
          <p:cNvSpPr>
            <a:spLocks noGrp="1"/>
          </p:cNvSpPr>
          <p:nvPr>
            <p:ph type="body" sz="quarter" idx="18" hasCustomPrompt="1"/>
          </p:nvPr>
        </p:nvSpPr>
        <p:spPr>
          <a:xfrm>
            <a:off x="375638" y="148583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3" name="Espaço Reservado para Texto 6">
            <a:extLst>
              <a:ext uri="{FF2B5EF4-FFF2-40B4-BE49-F238E27FC236}">
                <a16:creationId xmlns:a16="http://schemas.microsoft.com/office/drawing/2014/main" id="{0A91C08B-11B6-4949-955F-D55D9CBDCDD4}"/>
              </a:ext>
            </a:extLst>
          </p:cNvPr>
          <p:cNvSpPr>
            <a:spLocks noGrp="1"/>
          </p:cNvSpPr>
          <p:nvPr>
            <p:ph type="body" sz="quarter" idx="19" hasCustomPrompt="1"/>
          </p:nvPr>
        </p:nvSpPr>
        <p:spPr>
          <a:xfrm>
            <a:off x="375638" y="213999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4" name="Espaço Reservado para Texto 6">
            <a:extLst>
              <a:ext uri="{FF2B5EF4-FFF2-40B4-BE49-F238E27FC236}">
                <a16:creationId xmlns:a16="http://schemas.microsoft.com/office/drawing/2014/main" id="{61B220E4-8E3F-4CA0-815C-0FC23ECB015D}"/>
              </a:ext>
            </a:extLst>
          </p:cNvPr>
          <p:cNvSpPr>
            <a:spLocks noGrp="1"/>
          </p:cNvSpPr>
          <p:nvPr>
            <p:ph type="body" sz="quarter" idx="20" hasCustomPrompt="1"/>
          </p:nvPr>
        </p:nvSpPr>
        <p:spPr>
          <a:xfrm>
            <a:off x="375638" y="247021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5" name="Espaço Reservado para Texto 6">
            <a:extLst>
              <a:ext uri="{FF2B5EF4-FFF2-40B4-BE49-F238E27FC236}">
                <a16:creationId xmlns:a16="http://schemas.microsoft.com/office/drawing/2014/main" id="{55260DBC-11EE-4FC0-8B7C-0A2E6E95D846}"/>
              </a:ext>
            </a:extLst>
          </p:cNvPr>
          <p:cNvSpPr>
            <a:spLocks noGrp="1"/>
          </p:cNvSpPr>
          <p:nvPr>
            <p:ph type="body" sz="quarter" idx="21" hasCustomPrompt="1"/>
          </p:nvPr>
        </p:nvSpPr>
        <p:spPr>
          <a:xfrm>
            <a:off x="375638" y="31347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6" name="Espaço Reservado para Texto 6">
            <a:extLst>
              <a:ext uri="{FF2B5EF4-FFF2-40B4-BE49-F238E27FC236}">
                <a16:creationId xmlns:a16="http://schemas.microsoft.com/office/drawing/2014/main" id="{6E08F1B6-19EB-446F-A384-6FA55F237690}"/>
              </a:ext>
            </a:extLst>
          </p:cNvPr>
          <p:cNvSpPr>
            <a:spLocks noGrp="1"/>
          </p:cNvSpPr>
          <p:nvPr>
            <p:ph type="body" sz="quarter" idx="22" hasCustomPrompt="1"/>
          </p:nvPr>
        </p:nvSpPr>
        <p:spPr>
          <a:xfrm>
            <a:off x="375638" y="34650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7" name="Espaço Reservado para Texto 6">
            <a:extLst>
              <a:ext uri="{FF2B5EF4-FFF2-40B4-BE49-F238E27FC236}">
                <a16:creationId xmlns:a16="http://schemas.microsoft.com/office/drawing/2014/main" id="{91B87D7C-F3BF-4C21-A351-A0BDE3AC1780}"/>
              </a:ext>
            </a:extLst>
          </p:cNvPr>
          <p:cNvSpPr>
            <a:spLocks noGrp="1"/>
          </p:cNvSpPr>
          <p:nvPr>
            <p:ph type="body" sz="quarter" idx="23" hasCustomPrompt="1"/>
          </p:nvPr>
        </p:nvSpPr>
        <p:spPr>
          <a:xfrm>
            <a:off x="375638" y="411834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8" name="Espaço Reservado para Texto 6">
            <a:extLst>
              <a:ext uri="{FF2B5EF4-FFF2-40B4-BE49-F238E27FC236}">
                <a16:creationId xmlns:a16="http://schemas.microsoft.com/office/drawing/2014/main" id="{0AADF45C-FD67-4EA0-A19C-DFC61C6FDD41}"/>
              </a:ext>
            </a:extLst>
          </p:cNvPr>
          <p:cNvSpPr>
            <a:spLocks noGrp="1"/>
          </p:cNvSpPr>
          <p:nvPr>
            <p:ph type="body" sz="quarter" idx="24" hasCustomPrompt="1"/>
          </p:nvPr>
        </p:nvSpPr>
        <p:spPr>
          <a:xfrm>
            <a:off x="375638" y="444856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9" name="Espaço Reservado para Texto 6">
            <a:extLst>
              <a:ext uri="{FF2B5EF4-FFF2-40B4-BE49-F238E27FC236}">
                <a16:creationId xmlns:a16="http://schemas.microsoft.com/office/drawing/2014/main" id="{DBE90486-65C0-4DE3-B772-E75BDCB11A71}"/>
              </a:ext>
            </a:extLst>
          </p:cNvPr>
          <p:cNvSpPr>
            <a:spLocks noGrp="1"/>
          </p:cNvSpPr>
          <p:nvPr>
            <p:ph type="body" sz="quarter" idx="25" hasCustomPrompt="1"/>
          </p:nvPr>
        </p:nvSpPr>
        <p:spPr>
          <a:xfrm>
            <a:off x="375638" y="51018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0" name="Espaço Reservado para Texto 6">
            <a:extLst>
              <a:ext uri="{FF2B5EF4-FFF2-40B4-BE49-F238E27FC236}">
                <a16:creationId xmlns:a16="http://schemas.microsoft.com/office/drawing/2014/main" id="{1A800117-3D6E-41C0-87EE-163118B8A2E2}"/>
              </a:ext>
            </a:extLst>
          </p:cNvPr>
          <p:cNvSpPr>
            <a:spLocks noGrp="1"/>
          </p:cNvSpPr>
          <p:nvPr>
            <p:ph type="body" sz="quarter" idx="26" hasCustomPrompt="1"/>
          </p:nvPr>
        </p:nvSpPr>
        <p:spPr>
          <a:xfrm>
            <a:off x="375638" y="54321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2" name="Espaço Reservado para Texto 6">
            <a:extLst>
              <a:ext uri="{FF2B5EF4-FFF2-40B4-BE49-F238E27FC236}">
                <a16:creationId xmlns:a16="http://schemas.microsoft.com/office/drawing/2014/main" id="{55F89238-ABFA-4DE5-BEEE-C9A02D0C172F}"/>
              </a:ext>
            </a:extLst>
          </p:cNvPr>
          <p:cNvSpPr>
            <a:spLocks noGrp="1"/>
          </p:cNvSpPr>
          <p:nvPr>
            <p:ph type="body" sz="quarter" idx="27" hasCustomPrompt="1"/>
          </p:nvPr>
        </p:nvSpPr>
        <p:spPr>
          <a:xfrm>
            <a:off x="375638" y="610088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3" name="Espaço Reservado para Texto 6">
            <a:extLst>
              <a:ext uri="{FF2B5EF4-FFF2-40B4-BE49-F238E27FC236}">
                <a16:creationId xmlns:a16="http://schemas.microsoft.com/office/drawing/2014/main" id="{B576006F-5C63-4F83-A6A7-3A1D6518574B}"/>
              </a:ext>
            </a:extLst>
          </p:cNvPr>
          <p:cNvSpPr>
            <a:spLocks noGrp="1"/>
          </p:cNvSpPr>
          <p:nvPr>
            <p:ph type="body" sz="quarter" idx="28" hasCustomPrompt="1"/>
          </p:nvPr>
        </p:nvSpPr>
        <p:spPr>
          <a:xfrm>
            <a:off x="375638" y="643110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4" name="Espaço Reservado para Texto 6">
            <a:extLst>
              <a:ext uri="{FF2B5EF4-FFF2-40B4-BE49-F238E27FC236}">
                <a16:creationId xmlns:a16="http://schemas.microsoft.com/office/drawing/2014/main" id="{5BF4C252-6B86-4B48-9F78-8860636B44CF}"/>
              </a:ext>
            </a:extLst>
          </p:cNvPr>
          <p:cNvSpPr>
            <a:spLocks noGrp="1"/>
          </p:cNvSpPr>
          <p:nvPr>
            <p:ph type="body" sz="quarter" idx="29" hasCustomPrompt="1"/>
          </p:nvPr>
        </p:nvSpPr>
        <p:spPr>
          <a:xfrm>
            <a:off x="375638" y="708443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5" name="Espaço Reservado para Texto 6">
            <a:extLst>
              <a:ext uri="{FF2B5EF4-FFF2-40B4-BE49-F238E27FC236}">
                <a16:creationId xmlns:a16="http://schemas.microsoft.com/office/drawing/2014/main" id="{25455617-CBBE-4E5A-84C2-E57D5C8B9CAE}"/>
              </a:ext>
            </a:extLst>
          </p:cNvPr>
          <p:cNvSpPr>
            <a:spLocks noGrp="1"/>
          </p:cNvSpPr>
          <p:nvPr>
            <p:ph type="body" sz="quarter" idx="30" hasCustomPrompt="1"/>
          </p:nvPr>
        </p:nvSpPr>
        <p:spPr>
          <a:xfrm>
            <a:off x="375638" y="741465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6" name="CaixaDeTexto 9">
            <a:extLst>
              <a:ext uri="{FF2B5EF4-FFF2-40B4-BE49-F238E27FC236}">
                <a16:creationId xmlns:a16="http://schemas.microsoft.com/office/drawing/2014/main" id="{50BF8A2C-093E-471E-8719-A576D404CF14}"/>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9" name="Espaço Reservado para Texto 6">
            <a:extLst>
              <a:ext uri="{FF2B5EF4-FFF2-40B4-BE49-F238E27FC236}">
                <a16:creationId xmlns:a16="http://schemas.microsoft.com/office/drawing/2014/main" id="{7B172628-B577-4AEB-B6C9-D0D032DB3544}"/>
              </a:ext>
            </a:extLst>
          </p:cNvPr>
          <p:cNvSpPr>
            <a:spLocks noGrp="1"/>
          </p:cNvSpPr>
          <p:nvPr>
            <p:ph type="body" sz="quarter" idx="31" hasCustomPrompt="1"/>
          </p:nvPr>
        </p:nvSpPr>
        <p:spPr>
          <a:xfrm>
            <a:off x="375638" y="8063396"/>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100" name="Espaço Reservado para Texto 6">
            <a:extLst>
              <a:ext uri="{FF2B5EF4-FFF2-40B4-BE49-F238E27FC236}">
                <a16:creationId xmlns:a16="http://schemas.microsoft.com/office/drawing/2014/main" id="{B20D4700-3F28-45FE-AD12-4DD7C836112A}"/>
              </a:ext>
            </a:extLst>
          </p:cNvPr>
          <p:cNvSpPr>
            <a:spLocks noGrp="1"/>
          </p:cNvSpPr>
          <p:nvPr>
            <p:ph type="body" sz="quarter" idx="32" hasCustomPrompt="1"/>
          </p:nvPr>
        </p:nvSpPr>
        <p:spPr>
          <a:xfrm>
            <a:off x="375638" y="8393614"/>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38" name="Freeform: Shape 37">
            <a:extLst>
              <a:ext uri="{FF2B5EF4-FFF2-40B4-BE49-F238E27FC236}">
                <a16:creationId xmlns:a16="http://schemas.microsoft.com/office/drawing/2014/main" id="{B095B632-657C-4580-8D60-6742FAE9328E}"/>
              </a:ext>
            </a:extLst>
          </p:cNvPr>
          <p:cNvSpPr/>
          <p:nvPr userDrawn="1"/>
        </p:nvSpPr>
        <p:spPr>
          <a:xfrm>
            <a:off x="381000" y="9526266"/>
            <a:ext cx="270465" cy="243970"/>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000000"/>
          </a:solidFill>
          <a:ln w="6350" cap="flat">
            <a:noFill/>
            <a:prstDash val="solid"/>
            <a:miter/>
          </a:ln>
        </p:spPr>
        <p:txBody>
          <a:bodyPr rtlCol="0" anchor="ctr"/>
          <a:lstStyle/>
          <a:p>
            <a:endParaRPr lang="en-US"/>
          </a:p>
        </p:txBody>
      </p:sp>
      <p:pic>
        <p:nvPicPr>
          <p:cNvPr id="7" name="Graphic 6">
            <a:extLst>
              <a:ext uri="{FF2B5EF4-FFF2-40B4-BE49-F238E27FC236}">
                <a16:creationId xmlns:a16="http://schemas.microsoft.com/office/drawing/2014/main" id="{77BEDD1F-2524-1721-0294-2410EF7793F2}"/>
              </a:ext>
            </a:extLst>
          </p:cNvPr>
          <p:cNvPicPr>
            <a:picLocks noChangeAspect="1"/>
          </p:cNvPicPr>
          <p:nvPr userDrawn="1"/>
        </p:nvPicPr>
        <p:blipFill>
          <a:blip>
            <a:alphaModFix amt="66000"/>
            <a:extLst>
              <a:ext uri="{96DAC541-7B7A-43D3-8B79-37D633B846F1}">
                <asvg:svgBlip xmlns:asvg="http://schemas.microsoft.com/office/drawing/2016/SVG/main" r:embed="rId6"/>
              </a:ext>
            </a:extLst>
          </a:blip>
          <a:srcRect l="53016" t="24344" r="39234" b="-323"/>
          <a:stretch/>
        </p:blipFill>
        <p:spPr>
          <a:xfrm flipH="1">
            <a:off x="4738912" y="193872"/>
            <a:ext cx="2119088" cy="9712130"/>
          </a:xfrm>
          <a:prstGeom prst="rect">
            <a:avLst/>
          </a:prstGeom>
        </p:spPr>
      </p:pic>
    </p:spTree>
    <p:extLst>
      <p:ext uri="{BB962C8B-B14F-4D97-AF65-F5344CB8AC3E}">
        <p14:creationId xmlns:p14="http://schemas.microsoft.com/office/powerpoint/2010/main" val="3983174490"/>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 Gráfic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8335"/>
            <a:ext cx="6105737" cy="766890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971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Espaço Reservado para Texto 6">
            <a:extLst>
              <a:ext uri="{FF2B5EF4-FFF2-40B4-BE49-F238E27FC236}">
                <a16:creationId xmlns:a16="http://schemas.microsoft.com/office/drawing/2014/main" id="{63243072-4DA0-4C3A-B73A-671A2BEE8737}"/>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3" name="Espaço Reservado para Texto 6">
            <a:extLst>
              <a:ext uri="{FF2B5EF4-FFF2-40B4-BE49-F238E27FC236}">
                <a16:creationId xmlns:a16="http://schemas.microsoft.com/office/drawing/2014/main" id="{6194D149-E2F1-4BF9-A8EC-BA08D0C1D8BC}"/>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57639" y="438763"/>
            <a:ext cx="2532062"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D43FA3E7-7ABD-489E-9DC5-F63CD0833EB3}" type="datetime4">
              <a:rPr lang="en-US" smtClean="0"/>
              <a:t>October 30, 2026</a:t>
            </a:fld>
            <a:endParaRPr lang="en-US"/>
          </a:p>
        </p:txBody>
      </p:sp>
    </p:spTree>
    <p:extLst>
      <p:ext uri="{BB962C8B-B14F-4D97-AF65-F5344CB8AC3E}">
        <p14:creationId xmlns:p14="http://schemas.microsoft.com/office/powerpoint/2010/main" val="293508075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8" y="1497015"/>
            <a:ext cx="6106871" cy="3948034"/>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610687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36D3C0D4-4772-47D7-8E52-EDEF11C64EA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spaço Reservado para Texto 6">
            <a:extLst>
              <a:ext uri="{FF2B5EF4-FFF2-40B4-BE49-F238E27FC236}">
                <a16:creationId xmlns:a16="http://schemas.microsoft.com/office/drawing/2014/main" id="{F0727637-B56E-4C1E-9D50-4D5CB2A21C4F}"/>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37" name="Espaço Reservado para Texto 6">
            <a:extLst>
              <a:ext uri="{FF2B5EF4-FFF2-40B4-BE49-F238E27FC236}">
                <a16:creationId xmlns:a16="http://schemas.microsoft.com/office/drawing/2014/main" id="{6A52A1EC-A892-4253-A152-66B87248D94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7905309A-7F3E-4A7B-816E-100D4419AC95}"/>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F553351A-90B3-4CE5-942E-AE4248858838}"/>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C88F1231-E897-414D-80CF-D1F1973A969F}" type="datetime4">
              <a:rPr lang="en-US" smtClean="0"/>
              <a:t>October 30, 2026</a:t>
            </a:fld>
            <a:endParaRPr lang="en-US"/>
          </a:p>
        </p:txBody>
      </p:sp>
    </p:spTree>
    <p:extLst>
      <p:ext uri="{BB962C8B-B14F-4D97-AF65-F5344CB8AC3E}">
        <p14:creationId xmlns:p14="http://schemas.microsoft.com/office/powerpoint/2010/main" val="3516130708"/>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3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7013"/>
            <a:ext cx="2923563" cy="261667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4581387"/>
            <a:ext cx="6119679" cy="2082010"/>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1836751"/>
            <a:ext cx="2965558" cy="227693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4292769"/>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1548134"/>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Text Placeholder 4">
            <a:extLst>
              <a:ext uri="{FF2B5EF4-FFF2-40B4-BE49-F238E27FC236}">
                <a16:creationId xmlns:a16="http://schemas.microsoft.com/office/drawing/2014/main" id="{92D80794-D9BD-4233-9669-1606A39695D6}"/>
              </a:ext>
            </a:extLst>
          </p:cNvPr>
          <p:cNvSpPr>
            <a:spLocks noGrp="1"/>
          </p:cNvSpPr>
          <p:nvPr>
            <p:ph type="body" sz="quarter" idx="29"/>
          </p:nvPr>
        </p:nvSpPr>
        <p:spPr>
          <a:xfrm>
            <a:off x="390154" y="6866857"/>
            <a:ext cx="2923563" cy="258476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A6CB413F-84EF-44DF-BD40-B9F876AF8DE8}"/>
              </a:ext>
            </a:extLst>
          </p:cNvPr>
          <p:cNvSpPr>
            <a:spLocks noGrp="1"/>
          </p:cNvSpPr>
          <p:nvPr>
            <p:ph sz="quarter" idx="30" hasCustomPrompt="1"/>
          </p:nvPr>
        </p:nvSpPr>
        <p:spPr>
          <a:xfrm>
            <a:off x="3544276" y="7190300"/>
            <a:ext cx="2965558" cy="226326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81B1184E-C2A9-4D89-B81A-04C67DFDFC84}"/>
              </a:ext>
            </a:extLst>
          </p:cNvPr>
          <p:cNvSpPr>
            <a:spLocks noGrp="1"/>
          </p:cNvSpPr>
          <p:nvPr>
            <p:ph sz="quarter" idx="31" hasCustomPrompt="1"/>
          </p:nvPr>
        </p:nvSpPr>
        <p:spPr>
          <a:xfrm>
            <a:off x="3560075" y="690168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3" name="Straight Connector 22">
            <a:extLst>
              <a:ext uri="{FF2B5EF4-FFF2-40B4-BE49-F238E27FC236}">
                <a16:creationId xmlns:a16="http://schemas.microsoft.com/office/drawing/2014/main" id="{15C7A86C-C2D3-4F3B-B362-92EDFEE558D4}"/>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Espaço Reservado para Texto 6">
            <a:extLst>
              <a:ext uri="{FF2B5EF4-FFF2-40B4-BE49-F238E27FC236}">
                <a16:creationId xmlns:a16="http://schemas.microsoft.com/office/drawing/2014/main" id="{667A78A2-6B0A-4B79-B91F-864FAEBDF306}"/>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8" name="Espaço Reservado para Texto 6">
            <a:extLst>
              <a:ext uri="{FF2B5EF4-FFF2-40B4-BE49-F238E27FC236}">
                <a16:creationId xmlns:a16="http://schemas.microsoft.com/office/drawing/2014/main" id="{C057AED6-8480-40FD-AA17-1DD8BA77D1B9}"/>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9" name="Espaço Reservado para Texto 6">
            <a:extLst>
              <a:ext uri="{FF2B5EF4-FFF2-40B4-BE49-F238E27FC236}">
                <a16:creationId xmlns:a16="http://schemas.microsoft.com/office/drawing/2014/main" id="{D8173AC5-D6F2-4007-9E85-9CC5D5ECAF90}"/>
              </a:ext>
            </a:extLst>
          </p:cNvPr>
          <p:cNvSpPr>
            <a:spLocks noGrp="1"/>
          </p:cNvSpPr>
          <p:nvPr>
            <p:ph type="body" sz="quarter" idx="32"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907C5A98-0307-4E77-A8F5-55605CF6F9F6}"/>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7AC320E9-CADC-4A41-B6B0-7CE749064600}" type="datetime4">
              <a:rPr lang="en-US" smtClean="0"/>
              <a:t>October 30, 2026</a:t>
            </a:fld>
            <a:endParaRPr lang="en-US"/>
          </a:p>
        </p:txBody>
      </p:sp>
    </p:spTree>
    <p:extLst>
      <p:ext uri="{BB962C8B-B14F-4D97-AF65-F5344CB8AC3E}">
        <p14:creationId xmlns:p14="http://schemas.microsoft.com/office/powerpoint/2010/main" val="3957019239"/>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Divisória">
    <p:bg>
      <p:bgPr>
        <a:solidFill>
          <a:schemeClr val="bg1"/>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EEF889BE-5F29-4032-AB30-7BDF50F86CBF}"/>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1" y="0"/>
            <a:ext cx="6858001" cy="9906000"/>
          </a:xfrm>
          <a:prstGeom prst="rect">
            <a:avLst/>
          </a:prstGeom>
        </p:spPr>
      </p:pic>
      <p:pic>
        <p:nvPicPr>
          <p:cNvPr id="3" name="Graphic 2">
            <a:extLst>
              <a:ext uri="{FF2B5EF4-FFF2-40B4-BE49-F238E27FC236}">
                <a16:creationId xmlns:a16="http://schemas.microsoft.com/office/drawing/2014/main" id="{05867FA6-DA0F-5E05-3BDF-51C709B70449}"/>
              </a:ext>
            </a:extLst>
          </p:cNvPr>
          <p:cNvPicPr>
            <a:picLocks noChangeAspect="1"/>
          </p:cNvPicPr>
          <p:nvPr userDrawn="1"/>
        </p:nvPicPr>
        <p:blipFill>
          <a:blip>
            <a:alphaModFix amt="66000"/>
            <a:extLst>
              <a:ext uri="{96DAC541-7B7A-43D3-8B79-37D633B846F1}">
                <asvg:svgBlip xmlns:asvg="http://schemas.microsoft.com/office/drawing/2016/SVG/main" r:embed="rId4"/>
              </a:ext>
            </a:extLst>
          </a:blip>
          <a:srcRect l="26318" r="36169"/>
          <a:stretch/>
        </p:blipFill>
        <p:spPr>
          <a:xfrm>
            <a:off x="0" y="977414"/>
            <a:ext cx="6858001" cy="8476149"/>
          </a:xfrm>
          <a:prstGeom prst="rect">
            <a:avLst/>
          </a:prstGeom>
        </p:spPr>
      </p:pic>
      <p:sp>
        <p:nvSpPr>
          <p:cNvPr id="11" name="Do not remove">
            <a:extLst>
              <a:ext uri="{FF2B5EF4-FFF2-40B4-BE49-F238E27FC236}">
                <a16:creationId xmlns:a16="http://schemas.microsoft.com/office/drawing/2014/main" id="{A0E1623B-010B-478D-BFD7-8A4047822D40}"/>
              </a:ext>
            </a:extLst>
          </p:cNvPr>
          <p:cNvSpPr/>
          <p:nvPr userDrawn="1">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8" name="CaixaDeTexto 9">
            <a:extLst>
              <a:ext uri="{FF2B5EF4-FFF2-40B4-BE49-F238E27FC236}">
                <a16:creationId xmlns:a16="http://schemas.microsoft.com/office/drawing/2014/main" id="{2FF21D72-7D65-4AA3-AE03-41BAE5375E8C}"/>
              </a:ext>
            </a:extLst>
          </p:cNvPr>
          <p:cNvSpPr txBox="1"/>
          <p:nvPr userDrawn="1"/>
        </p:nvSpPr>
        <p:spPr>
          <a:xfrm>
            <a:off x="6328029" y="9566630"/>
            <a:ext cx="148017" cy="145499"/>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 name="Picture 1" descr="A blue and white dot pattern&#10;&#10;AI-generated content may be incorrect.">
            <a:extLst>
              <a:ext uri="{FF2B5EF4-FFF2-40B4-BE49-F238E27FC236}">
                <a16:creationId xmlns:a16="http://schemas.microsoft.com/office/drawing/2014/main" id="{A1A21C4B-47C1-C0E8-14F5-2F2BFF0411D7}"/>
              </a:ext>
            </a:extLst>
          </p:cNvPr>
          <p:cNvPicPr>
            <a:picLocks noChangeAspect="1"/>
          </p:cNvPicPr>
          <p:nvPr userDrawn="1"/>
        </p:nvPicPr>
        <p:blipFill>
          <a:blip r:embed="rId5">
            <a:alphaModFix amt="18000"/>
            <a:extLst>
              <a:ext uri="{BEBA8EAE-BF5A-486C-A8C5-ECC9F3942E4B}">
                <a14:imgProps xmlns:a14="http://schemas.microsoft.com/office/drawing/2010/main">
                  <a14:imgLayer r:embed="rId6">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0" y="0"/>
            <a:ext cx="6858001" cy="9906000"/>
          </a:xfrm>
          <a:prstGeom prst="rect">
            <a:avLst/>
          </a:prstGeom>
        </p:spPr>
      </p:pic>
      <p:sp>
        <p:nvSpPr>
          <p:cNvPr id="89" name="Text Placeholder 40">
            <a:extLst>
              <a:ext uri="{FF2B5EF4-FFF2-40B4-BE49-F238E27FC236}">
                <a16:creationId xmlns:a16="http://schemas.microsoft.com/office/drawing/2014/main" id="{91D72DC1-72BB-4D90-888F-230C2490908D}"/>
              </a:ext>
            </a:extLst>
          </p:cNvPr>
          <p:cNvSpPr>
            <a:spLocks noGrp="1"/>
          </p:cNvSpPr>
          <p:nvPr userDrawn="1">
            <p:ph type="body" sz="quarter" idx="11" hasCustomPrompt="1"/>
          </p:nvPr>
        </p:nvSpPr>
        <p:spPr>
          <a:xfrm>
            <a:off x="368299" y="1928155"/>
            <a:ext cx="5337375" cy="458908"/>
          </a:xfrm>
          <a:prstGeom prst="rect">
            <a:avLst/>
          </a:prstGeom>
          <a:noFill/>
          <a:effectLst/>
        </p:spPr>
        <p:txBody>
          <a:bodyPr wrap="square" lIns="0" tIns="0" rIns="0" bIns="0" rtlCol="0" anchor="t" anchorCtr="0">
            <a:noAutofit/>
          </a:bodyPr>
          <a:lstStyle>
            <a:lvl1pPr algn="l">
              <a:defRPr lang="en-US" sz="3200" b="0" i="0" dirty="0">
                <a:solidFill>
                  <a:schemeClr val="bg1"/>
                </a:solidFill>
                <a:latin typeface="+mj-lt"/>
                <a:ea typeface="XP Light" pitchFamily="50" charset="0"/>
                <a:cs typeface="Roboto" panose="02000000000000000000" pitchFamily="2" charset="0"/>
              </a:defRPr>
            </a:lvl1pPr>
          </a:lstStyle>
          <a:p>
            <a:pPr lvl="0" algn="ctr" defTabSz="914400">
              <a:lnSpc>
                <a:spcPct val="80000"/>
              </a:lnSpc>
              <a:spcBef>
                <a:spcPts val="1200"/>
              </a:spcBef>
            </a:pPr>
            <a:r>
              <a:rPr lang="pt-BR" noProof="0" err="1"/>
              <a:t>Edit</a:t>
            </a:r>
            <a:endParaRPr lang="pt-BR" noProof="0"/>
          </a:p>
        </p:txBody>
      </p:sp>
      <p:sp>
        <p:nvSpPr>
          <p:cNvPr id="90" name="Text Placeholder 40">
            <a:extLst>
              <a:ext uri="{FF2B5EF4-FFF2-40B4-BE49-F238E27FC236}">
                <a16:creationId xmlns:a16="http://schemas.microsoft.com/office/drawing/2014/main" id="{B7833D10-130C-44AA-A9F0-0C48CBA6D02C}"/>
              </a:ext>
            </a:extLst>
          </p:cNvPr>
          <p:cNvSpPr>
            <a:spLocks noGrp="1"/>
          </p:cNvSpPr>
          <p:nvPr userDrawn="1">
            <p:ph type="body" sz="quarter" idx="12" hasCustomPrompt="1"/>
          </p:nvPr>
        </p:nvSpPr>
        <p:spPr>
          <a:xfrm>
            <a:off x="368300" y="1509004"/>
            <a:ext cx="3006272" cy="336050"/>
          </a:xfrm>
          <a:prstGeom prst="rect">
            <a:avLst/>
          </a:prstGeom>
          <a:noFill/>
          <a:effectLst/>
        </p:spPr>
        <p:txBody>
          <a:bodyPr wrap="none" lIns="0" tIns="0" rIns="0" bIns="0" rtlCol="0" anchor="ctr">
            <a:noAutofit/>
          </a:bodyPr>
          <a:lstStyle>
            <a:lvl1pPr algn="l">
              <a:defRPr lang="en-US" sz="1800" b="0" i="0" dirty="0">
                <a:solidFill>
                  <a:schemeClr val="accent2"/>
                </a:solidFill>
                <a:latin typeface="+mj-lt"/>
                <a:ea typeface="Roboto" panose="02000000000000000000" pitchFamily="2" charset="0"/>
                <a:cs typeface="Roboto" panose="02000000000000000000" pitchFamily="2" charset="0"/>
              </a:defRPr>
            </a:lvl1pPr>
          </a:lstStyle>
          <a:p>
            <a:pPr lvl="0" algn="ctr" defTabSz="914400">
              <a:lnSpc>
                <a:spcPct val="80000"/>
              </a:lnSpc>
              <a:spcBef>
                <a:spcPts val="1200"/>
              </a:spcBef>
            </a:pPr>
            <a:r>
              <a:rPr lang="pt-BR" noProof="0" err="1"/>
              <a:t>Section</a:t>
            </a:r>
            <a:endParaRPr lang="pt-BR" noProof="0"/>
          </a:p>
        </p:txBody>
      </p:sp>
      <p:grpSp>
        <p:nvGrpSpPr>
          <p:cNvPr id="52" name="Group 51">
            <a:extLst>
              <a:ext uri="{FF2B5EF4-FFF2-40B4-BE49-F238E27FC236}">
                <a16:creationId xmlns:a16="http://schemas.microsoft.com/office/drawing/2014/main" id="{EC4BCA75-7F1B-481D-83B9-D8049585F325}"/>
              </a:ext>
            </a:extLst>
          </p:cNvPr>
          <p:cNvGrpSpPr/>
          <p:nvPr userDrawn="1"/>
        </p:nvGrpSpPr>
        <p:grpSpPr>
          <a:xfrm>
            <a:off x="390154" y="406178"/>
            <a:ext cx="1240285" cy="341910"/>
            <a:chOff x="2700591" y="2522601"/>
            <a:chExt cx="6428993" cy="1772284"/>
          </a:xfrm>
          <a:solidFill>
            <a:schemeClr val="bg1"/>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489721119"/>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4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Text Placeholder 4">
            <a:extLst>
              <a:ext uri="{FF2B5EF4-FFF2-40B4-BE49-F238E27FC236}">
                <a16:creationId xmlns:a16="http://schemas.microsoft.com/office/drawing/2014/main" id="{49A1E59E-08DB-45E6-A0D5-7C78A54C869F}"/>
              </a:ext>
            </a:extLst>
          </p:cNvPr>
          <p:cNvSpPr>
            <a:spLocks noGrp="1"/>
          </p:cNvSpPr>
          <p:nvPr>
            <p:ph type="body" sz="quarter" idx="20"/>
          </p:nvPr>
        </p:nvSpPr>
        <p:spPr>
          <a:xfrm>
            <a:off x="382829" y="1497013"/>
            <a:ext cx="2923563" cy="4079539"/>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85B528AB-0607-4A82-934E-C1C7106546B5}"/>
              </a:ext>
            </a:extLst>
          </p:cNvPr>
          <p:cNvSpPr>
            <a:spLocks noGrp="1"/>
          </p:cNvSpPr>
          <p:nvPr>
            <p:ph sz="quarter" idx="26" hasCustomPrompt="1"/>
          </p:nvPr>
        </p:nvSpPr>
        <p:spPr>
          <a:xfrm>
            <a:off x="3536951" y="1831799"/>
            <a:ext cx="2965558" cy="374475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5294E6AB-735D-48F4-9AC8-EF3781FB2746}"/>
              </a:ext>
            </a:extLst>
          </p:cNvPr>
          <p:cNvSpPr>
            <a:spLocks noGrp="1"/>
          </p:cNvSpPr>
          <p:nvPr>
            <p:ph sz="quarter" idx="28" hasCustomPrompt="1"/>
          </p:nvPr>
        </p:nvSpPr>
        <p:spPr>
          <a:xfrm>
            <a:off x="3552750" y="1543180"/>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3" name="Espaço Reservado para Conteúdo 14">
            <a:extLst>
              <a:ext uri="{FF2B5EF4-FFF2-40B4-BE49-F238E27FC236}">
                <a16:creationId xmlns:a16="http://schemas.microsoft.com/office/drawing/2014/main" id="{6B9EB78B-FD20-4719-A056-235ADA20204A}"/>
              </a:ext>
            </a:extLst>
          </p:cNvPr>
          <p:cNvSpPr>
            <a:spLocks noGrp="1"/>
          </p:cNvSpPr>
          <p:nvPr>
            <p:ph sz="quarter" idx="25" hasCustomPrompt="1"/>
          </p:nvPr>
        </p:nvSpPr>
        <p:spPr>
          <a:xfrm>
            <a:off x="382829" y="6010940"/>
            <a:ext cx="6119679" cy="1466185"/>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378CEBA8-7472-47EB-BC4A-EA019A667AE5}"/>
              </a:ext>
            </a:extLst>
          </p:cNvPr>
          <p:cNvSpPr>
            <a:spLocks noGrp="1"/>
          </p:cNvSpPr>
          <p:nvPr>
            <p:ph sz="quarter" idx="27" hasCustomPrompt="1"/>
          </p:nvPr>
        </p:nvSpPr>
        <p:spPr>
          <a:xfrm>
            <a:off x="382829" y="5722322"/>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88102008-164E-4847-B70E-2DA2859EB5FA}"/>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DAFB6F6-C902-48DE-A854-209EE1401B64}"/>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8" name="Espaço Reservado para Conteúdo 14">
            <a:extLst>
              <a:ext uri="{FF2B5EF4-FFF2-40B4-BE49-F238E27FC236}">
                <a16:creationId xmlns:a16="http://schemas.microsoft.com/office/drawing/2014/main" id="{B4F7A4B0-6A5B-48E7-93D0-A6438A15CF5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9" name="Espaço Reservado para Conteúdo 14">
            <a:extLst>
              <a:ext uri="{FF2B5EF4-FFF2-40B4-BE49-F238E27FC236}">
                <a16:creationId xmlns:a16="http://schemas.microsoft.com/office/drawing/2014/main" id="{C64B94EB-9494-4B55-92F4-166DEF48DB3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42" name="Straight Connector 41">
            <a:extLst>
              <a:ext uri="{FF2B5EF4-FFF2-40B4-BE49-F238E27FC236}">
                <a16:creationId xmlns:a16="http://schemas.microsoft.com/office/drawing/2014/main" id="{02558420-2316-4877-A0B8-02C6D7796F9F}"/>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Espaço Reservado para Texto 6">
            <a:extLst>
              <a:ext uri="{FF2B5EF4-FFF2-40B4-BE49-F238E27FC236}">
                <a16:creationId xmlns:a16="http://schemas.microsoft.com/office/drawing/2014/main" id="{E9006F28-0FC5-4C17-84E9-DDB1DE717662}"/>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9" name="Espaço Reservado para Texto 6">
            <a:extLst>
              <a:ext uri="{FF2B5EF4-FFF2-40B4-BE49-F238E27FC236}">
                <a16:creationId xmlns:a16="http://schemas.microsoft.com/office/drawing/2014/main" id="{840CD343-D27F-44CB-9F5D-7257A48DB76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7" name="Espaço Reservado para Texto 6">
            <a:extLst>
              <a:ext uri="{FF2B5EF4-FFF2-40B4-BE49-F238E27FC236}">
                <a16:creationId xmlns:a16="http://schemas.microsoft.com/office/drawing/2014/main" id="{522774F4-0A02-4D7F-A169-A0935028BEB7}"/>
              </a:ext>
            </a:extLst>
          </p:cNvPr>
          <p:cNvSpPr>
            <a:spLocks noGrp="1"/>
          </p:cNvSpPr>
          <p:nvPr>
            <p:ph type="body" sz="quarter" idx="29"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41D27BDA-0B7B-4B7B-98DE-F04BF5B3804F}"/>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08650258-6A41-4D7D-81C2-CA595B830088}" type="datetime4">
              <a:rPr lang="en-US" smtClean="0"/>
              <a:t>October 30, 2026</a:t>
            </a:fld>
            <a:endParaRPr lang="en-US"/>
          </a:p>
        </p:txBody>
      </p:sp>
    </p:spTree>
    <p:extLst>
      <p:ext uri="{BB962C8B-B14F-4D97-AF65-F5344CB8AC3E}">
        <p14:creationId xmlns:p14="http://schemas.microsoft.com/office/powerpoint/2010/main" val="89751535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5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500036"/>
            <a:ext cx="6063034" cy="2027390"/>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cxnSp>
        <p:nvCxnSpPr>
          <p:cNvPr id="3" name="Straight Connector 2">
            <a:extLst>
              <a:ext uri="{FF2B5EF4-FFF2-40B4-BE49-F238E27FC236}">
                <a16:creationId xmlns:a16="http://schemas.microsoft.com/office/drawing/2014/main" id="{2EDD6930-C0EE-4FA2-8633-016983CCBB57}"/>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3937440"/>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3937440"/>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3648822"/>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364882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Espaço Reservado para Texto 6">
            <a:extLst>
              <a:ext uri="{FF2B5EF4-FFF2-40B4-BE49-F238E27FC236}">
                <a16:creationId xmlns:a16="http://schemas.microsoft.com/office/drawing/2014/main" id="{91D8F271-5DD6-476D-87DF-62D9F494BA28}"/>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AF9F85D2-CE44-4122-A483-C9E0FDD6786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2" name="Espaço Reservado para Texto 6">
            <a:extLst>
              <a:ext uri="{FF2B5EF4-FFF2-40B4-BE49-F238E27FC236}">
                <a16:creationId xmlns:a16="http://schemas.microsoft.com/office/drawing/2014/main" id="{74EB01E9-4823-42ED-A528-F9EFE6F730DC}"/>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3" name="Date Placeholder 1">
            <a:extLst>
              <a:ext uri="{FF2B5EF4-FFF2-40B4-BE49-F238E27FC236}">
                <a16:creationId xmlns:a16="http://schemas.microsoft.com/office/drawing/2014/main" id="{8D52D738-8B55-415F-BAF5-54C848910AF7}"/>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DC4F84F6-9721-4C56-B21C-022E3131DD54}" type="datetime4">
              <a:rPr lang="en-US" smtClean="0"/>
              <a:t>October 30, 2026</a:t>
            </a:fld>
            <a:endParaRPr lang="en-US"/>
          </a:p>
        </p:txBody>
      </p:sp>
    </p:spTree>
    <p:extLst>
      <p:ext uri="{BB962C8B-B14F-4D97-AF65-F5344CB8AC3E}">
        <p14:creationId xmlns:p14="http://schemas.microsoft.com/office/powerpoint/2010/main" val="99508798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 Gráficos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8177"/>
            <a:ext cx="6063034" cy="202924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77825" y="5908439"/>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1947" y="5908439"/>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77825" y="5619821"/>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47746" y="5619821"/>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3929789"/>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3641171"/>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E0261CD1-FF2B-4A51-8345-4DE8798A2F0D}" type="datetime4">
              <a:rPr lang="en-US" smtClean="0"/>
              <a:t>October 30, 2026</a:t>
            </a:fld>
            <a:endParaRPr lang="en-US"/>
          </a:p>
        </p:txBody>
      </p:sp>
    </p:spTree>
    <p:extLst>
      <p:ext uri="{BB962C8B-B14F-4D97-AF65-F5344CB8AC3E}">
        <p14:creationId xmlns:p14="http://schemas.microsoft.com/office/powerpoint/2010/main" val="267935479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hesis Chart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327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4DE29C2D-1B51-46F0-A768-3850E49DBAD2}" type="datetime4">
              <a:rPr lang="en-US" smtClean="0"/>
              <a:t>October 30, 2026</a:t>
            </a:fld>
            <a:endParaRPr lang="en-US"/>
          </a:p>
        </p:txBody>
      </p:sp>
      <p:sp>
        <p:nvSpPr>
          <p:cNvPr id="19" name="Espaço Reservado para Conteúdo 14">
            <a:extLst>
              <a:ext uri="{FF2B5EF4-FFF2-40B4-BE49-F238E27FC236}">
                <a16:creationId xmlns:a16="http://schemas.microsoft.com/office/drawing/2014/main" id="{D23B7F16-8ADE-42C2-B1EE-5684155EC67C}"/>
              </a:ext>
            </a:extLst>
          </p:cNvPr>
          <p:cNvSpPr>
            <a:spLocks noGrp="1"/>
          </p:cNvSpPr>
          <p:nvPr>
            <p:ph sz="quarter" idx="32" hasCustomPrompt="1"/>
          </p:nvPr>
        </p:nvSpPr>
        <p:spPr>
          <a:xfrm>
            <a:off x="390153"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8D21CE70-9138-4D56-899D-1BFC170ACCAA}"/>
              </a:ext>
            </a:extLst>
          </p:cNvPr>
          <p:cNvSpPr>
            <a:spLocks noGrp="1"/>
          </p:cNvSpPr>
          <p:nvPr>
            <p:ph sz="quarter" idx="33" hasCustomPrompt="1"/>
          </p:nvPr>
        </p:nvSpPr>
        <p:spPr>
          <a:xfrm>
            <a:off x="390153" y="3549543"/>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DA0FF651-C1F8-494C-8441-58B8D108DFB0}"/>
              </a:ext>
            </a:extLst>
          </p:cNvPr>
          <p:cNvSpPr>
            <a:spLocks noGrp="1"/>
          </p:cNvSpPr>
          <p:nvPr>
            <p:ph sz="quarter" idx="34" hasCustomPrompt="1"/>
          </p:nvPr>
        </p:nvSpPr>
        <p:spPr>
          <a:xfrm>
            <a:off x="390153"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EA6A1D37-C00C-4212-9602-D8F29782C38B}"/>
              </a:ext>
            </a:extLst>
          </p:cNvPr>
          <p:cNvSpPr>
            <a:spLocks noGrp="1"/>
          </p:cNvSpPr>
          <p:nvPr>
            <p:ph sz="quarter" idx="35" hasCustomPrompt="1"/>
          </p:nvPr>
        </p:nvSpPr>
        <p:spPr>
          <a:xfrm>
            <a:off x="390153" y="5553412"/>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9BD0D569-187E-435F-84F7-4A907AB05F06}"/>
              </a:ext>
            </a:extLst>
          </p:cNvPr>
          <p:cNvSpPr>
            <a:spLocks noGrp="1"/>
          </p:cNvSpPr>
          <p:nvPr>
            <p:ph sz="quarter" idx="36" hasCustomPrompt="1"/>
          </p:nvPr>
        </p:nvSpPr>
        <p:spPr>
          <a:xfrm>
            <a:off x="397477"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9" name="Espaço Reservado para Conteúdo 14">
            <a:extLst>
              <a:ext uri="{FF2B5EF4-FFF2-40B4-BE49-F238E27FC236}">
                <a16:creationId xmlns:a16="http://schemas.microsoft.com/office/drawing/2014/main" id="{BD578F19-77CA-4807-93D6-DF0C8142271F}"/>
              </a:ext>
            </a:extLst>
          </p:cNvPr>
          <p:cNvSpPr>
            <a:spLocks noGrp="1"/>
          </p:cNvSpPr>
          <p:nvPr>
            <p:ph sz="quarter" idx="37" hasCustomPrompt="1"/>
          </p:nvPr>
        </p:nvSpPr>
        <p:spPr>
          <a:xfrm>
            <a:off x="397477" y="759967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40" name="Espaço Reservado para Conteúdo 14">
            <a:extLst>
              <a:ext uri="{FF2B5EF4-FFF2-40B4-BE49-F238E27FC236}">
                <a16:creationId xmlns:a16="http://schemas.microsoft.com/office/drawing/2014/main" id="{008E7608-0ADC-4C74-A591-69DB8C22030C}"/>
              </a:ext>
            </a:extLst>
          </p:cNvPr>
          <p:cNvSpPr>
            <a:spLocks noGrp="1"/>
          </p:cNvSpPr>
          <p:nvPr>
            <p:ph sz="quarter" idx="38" hasCustomPrompt="1"/>
          </p:nvPr>
        </p:nvSpPr>
        <p:spPr>
          <a:xfrm>
            <a:off x="3536952"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1" name="Espaço Reservado para Conteúdo 14">
            <a:extLst>
              <a:ext uri="{FF2B5EF4-FFF2-40B4-BE49-F238E27FC236}">
                <a16:creationId xmlns:a16="http://schemas.microsoft.com/office/drawing/2014/main" id="{34DA8105-E242-4DA6-910E-D486433DF87A}"/>
              </a:ext>
            </a:extLst>
          </p:cNvPr>
          <p:cNvSpPr>
            <a:spLocks noGrp="1"/>
          </p:cNvSpPr>
          <p:nvPr>
            <p:ph sz="quarter" idx="39" hasCustomPrompt="1"/>
          </p:nvPr>
        </p:nvSpPr>
        <p:spPr>
          <a:xfrm>
            <a:off x="3544276"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2" name="Espaço Reservado para Conteúdo 14">
            <a:extLst>
              <a:ext uri="{FF2B5EF4-FFF2-40B4-BE49-F238E27FC236}">
                <a16:creationId xmlns:a16="http://schemas.microsoft.com/office/drawing/2014/main" id="{581288D2-722F-44A9-937B-2A51CBC81940}"/>
              </a:ext>
            </a:extLst>
          </p:cNvPr>
          <p:cNvSpPr>
            <a:spLocks noGrp="1"/>
          </p:cNvSpPr>
          <p:nvPr>
            <p:ph sz="quarter" idx="40" hasCustomPrompt="1"/>
          </p:nvPr>
        </p:nvSpPr>
        <p:spPr>
          <a:xfrm>
            <a:off x="3544276"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3" name="Espaço Reservado para Conteúdo 14">
            <a:extLst>
              <a:ext uri="{FF2B5EF4-FFF2-40B4-BE49-F238E27FC236}">
                <a16:creationId xmlns:a16="http://schemas.microsoft.com/office/drawing/2014/main" id="{0A7E3758-611C-4779-8E92-7476EE614506}"/>
              </a:ext>
            </a:extLst>
          </p:cNvPr>
          <p:cNvSpPr>
            <a:spLocks noGrp="1"/>
          </p:cNvSpPr>
          <p:nvPr>
            <p:ph sz="quarter" idx="41" hasCustomPrompt="1"/>
          </p:nvPr>
        </p:nvSpPr>
        <p:spPr>
          <a:xfrm>
            <a:off x="3551600"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283046785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sclaimer">
    <p:bg>
      <p:bgPr>
        <a:solidFill>
          <a:schemeClr val="bg1"/>
        </a:solidFill>
        <a:effectLst/>
      </p:bgPr>
    </p:bg>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3B476172-FCCC-4217-B659-E252FC48877E}"/>
              </a:ext>
            </a:extLst>
          </p:cNvPr>
          <p:cNvSpPr txBox="1"/>
          <p:nvPr userDrawn="1"/>
        </p:nvSpPr>
        <p:spPr>
          <a:xfrm>
            <a:off x="390153" y="814312"/>
            <a:ext cx="6099546" cy="263149"/>
          </a:xfrm>
          <a:prstGeom prst="rect">
            <a:avLst/>
          </a:prstGeom>
        </p:spPr>
        <p:txBody>
          <a:bodyPr lIns="0" tIns="0" rIns="0" bIns="0" anchor="t" anchorCtr="0">
            <a:spAutoFit/>
          </a:bodyPr>
          <a:lstStyle>
            <a:lvl1pPr lvl="0" indent="0" defTabSz="385767">
              <a:lnSpc>
                <a:spcPct val="90000"/>
              </a:lnSpc>
              <a:spcBef>
                <a:spcPts val="422"/>
              </a:spcBef>
              <a:buFont typeface="Arial" panose="020B0604020202020204" pitchFamily="34" charset="0"/>
              <a:buNone/>
              <a:defRPr sz="1900" b="1" spc="0">
                <a:solidFill>
                  <a:schemeClr val="tx2"/>
                </a:solidFill>
                <a:latin typeface="Roboto" panose="02000000000000000000" pitchFamily="2" charset="0"/>
                <a:ea typeface="Roboto" panose="02000000000000000000" pitchFamily="2" charset="0"/>
                <a:cs typeface="Roboto" panose="02000000000000000000" pitchFamily="2" charset="0"/>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Disclaimer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57833B28-C628-4F36-AE32-F7D92EB1C5A5}" type="datetime4">
              <a:rPr lang="en-US" smtClean="0"/>
              <a:t>October 30, 2026</a:t>
            </a:fld>
            <a:endParaRPr lang="en-US"/>
          </a:p>
        </p:txBody>
      </p:sp>
      <p:sp>
        <p:nvSpPr>
          <p:cNvPr id="2" name="TextBox 1">
            <a:extLst>
              <a:ext uri="{FF2B5EF4-FFF2-40B4-BE49-F238E27FC236}">
                <a16:creationId xmlns:a16="http://schemas.microsoft.com/office/drawing/2014/main" id="{52F95B42-1FBA-401A-8214-0A1239E090A4}"/>
              </a:ext>
            </a:extLst>
          </p:cNvPr>
          <p:cNvSpPr txBox="1"/>
          <p:nvPr userDrawn="1"/>
        </p:nvSpPr>
        <p:spPr>
          <a:xfrm>
            <a:off x="390153" y="1099025"/>
            <a:ext cx="6099546" cy="8347413"/>
          </a:xfrm>
          <a:prstGeom prst="rect">
            <a:avLst/>
          </a:prstGeom>
        </p:spPr>
        <p:txBody>
          <a:bodyPr lIns="0" tIns="0" rIns="0" bIns="0">
            <a:spAutoFit/>
          </a:bodyPr>
          <a:lstStyle>
            <a:lvl1pPr indent="0" defTabSz="385767">
              <a:lnSpc>
                <a:spcPct val="90000"/>
              </a:lnSpc>
              <a:spcBef>
                <a:spcPts val="422"/>
              </a:spcBef>
              <a:buFont typeface="Arial" panose="020B0604020202020204" pitchFamily="34" charset="0"/>
              <a:buNone/>
              <a:defRPr sz="730">
                <a:solidFill>
                  <a:schemeClr val="tx2"/>
                </a:solidFill>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report was prepared by XP Investimentos CCTVM S.A. ("XP Investimentos or XP") according to the requirements provided in CVM Resolution 20/2021 and aims to provide information that can help the investors make their own investment decisions, and does not constitute any kind of offer or purchase request and/or sale of any product. The information contained in this report is considered valid on the date of disclosure and has been obtained from public sources. XP Investimentos is not liable for any decisions made by the customer based on this report.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report was prepared considering the product risk classification in order to generate allocation results for each investor profile.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All of the views expressed in this research report accurately reflect the research analyst’s personal views regarding any and all of the subject securities or issuers.  No part of analyst(s) compensation was, is or will be, directly or indirectly related to the specific recommendations or views expressed in this research report.</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signatory of this report declare that the recommendations reflect solely and exclusively their personal analyses and opinions, which have been produced independently, including in relation to XP Investimentos and which are subject to modifications without notice due to changes in market conditions, and that their remuneration are indirectly affected by revenue from business and financial transactions carried out by XP Investimentos.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analyst responsible for the content of this report and the compliance with CVM Resolution 20/2021 is indicated above, and, in the event of an indication of another analyst in the report, the person responsible will be the first accredited analyst to be mentioned in Report.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analysts are obligated to comply with all the rules laid down in the APIMEC’s conduct code for the securities analyst and XP Investimentos’ analyst of securities conduct policy.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Customer service is carried out by XP Investimentos employees or by autonomous investment agents who perform their activities through XP, in accordance with CVM Resolution 178/2023, which are registered in the national association of brokers and distributors of securities (“ANCORD”). The autonomous agent of investment may not provide consulting, administration or management of customer net worth, and must act as an intermediary and request prior authorization from the client for the realization of any operation in the capital market. </a:t>
            </a: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For the purpose of verifying the adequacy of the investor's profile to the investment services and products offered by XP Investimentos, we use the methodology of adequacy of products by portfolio, in accordance with the ANBIMA Rules and Procedures of Suitability No. 01 and the ANBIMA Code of Regulation and Best Practices for Distribution of Investment Products. This methodology consists of assigning a maximum risk score for each investor profile (conservative, moderate and aggressive), as well as a risk score for each of the products offered by XP Investimentos, so that all customers can have access to all products, provided that within the amounts and limits of the risk score defined for their profile. Before applying to the products and/or contracting the services subject to this material, it is important that you verify that your current risk score includes the application in the products and/or the contracting of the services in question, as well as whether there are limitations of volume, concentration and/or quantity for the desired application. You can consult this information directly at the time of transmission of your order or by consulting the overall risk of your wallet on the portfolio screen (Risk View).f your current risk score does not support the desired application/contract, or if there are limitations in relation to the amount and/or financial volume for said application/contracting, this means that, based on the current composition of your portfolio, this application/contract is not appropriate to your profile. If you have questions about the process of suiting the products offered by XP Investimentos to your investor profile, please refer to the FAQ. Market conditions, climate change and the macroeconomic scenario can affect investment performance.</a:t>
            </a: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profitability of financial products may present variations and their price or value may increase or decrease in a short period of time. Past performance is not necessarily indicative of future results. Performance disclosed is not net of any applicable taxes. The information present in this material is based on simulations and the actual results may be significantly different.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report is intended exclusively for to the XP Investimentos’ network, including independent XP agents and XP customers, and may also be released on XP’s website. It is prohibited to reproduce or redistribute this report to any person, in whole or in part, whatever the purpose, without the prior express consent of XP Investimentos.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ombudsman has the mission to serve as a contact channel whenever customers who do not feel satisfied with the solutions given by the company to their problems. The contact can be made via telephone 0800 722 3710  if you are in Brazil or via ombudsman form if you are in other localities: ttps://institucional.xpi.com.br/ouvidoria.aspx/.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The cost of the transactions billing policies are defined in the operational cost tables which are made available on XP Investimentos website: </a:t>
            </a:r>
            <a:r>
              <a:rPr kumimoji="0" lang="en-US" sz="700" b="0" i="0" u="sng"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hlinkClick r:id="rId3">
                  <a:extLst>
                    <a:ext uri="{A12FA001-AC4F-418D-AE19-62706E023703}">
                      <ahyp:hlinkClr xmlns:ahyp="http://schemas.microsoft.com/office/drawing/2018/hyperlinkcolor" val="tx"/>
                    </a:ext>
                  </a:extLst>
                </a:hlinkClick>
              </a:rPr>
              <a:t>www.xpi.com.br</a:t>
            </a: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is exempt from any liability for any damages, direct or indirect, that come from the use of this report or its contents.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Technical analysis and fundamental analysis follow different methodologies. Technical analysis is performed following concepts such as trends, support, resistance, candles, volume, and moving averages, amongst others. Fundamental analysis uses as information the results disseminated by the issuing companies and their projections. In this way, the opinions of fundamental analysts, who seek the best returns given the market conditions, the macroeconomic scenario and the specific events of the company and the sector, may differ from the opinions of technical analysts, which aim to Identify the most likely movements on asset prices, using "stops" limit possible losses.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Equity investments available are portion a company’s capital that is traded on the market. Stock is a variable financial investment (i.e. an investment in which profitability is not pre-established and varies depending on market quotations). Investment in stock is a high-risk investment and past performance is not necessarily indicative of future results and no statement or warranty, expressed or implied, is made in this material in relation to future performance. Market conditions, macroeconomic scenario, company and sector specific events can affect investment performance and may even result in significant asset losses. The recommended duration for equity investments is medium-long term. There is no guarantee of investment return for customers’ investments in stock.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Investment in options is the purchase or sale rights of a good shall be negotiated at a price fixed at a future date, and the purchaser of the negotiated duty should pay a premium to the seller as in a secure agreement. Operations with these derivatives are considered very high risk for presenting high risk and return relationships and some positions present the possibility of losses higher than the capital invested. The recommended duration for the investment is short-term and the customer's assets are not guaranteed in this type of product.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Investment in terms are contracts for the purchase or sale of a certain number of shares at a fixed price for settlement within a specified period. The term of the contract is freely chosen by the investors, complying with the minimum period of 16 days and a maximum of 999 days. The price will be the value of the added share of a portion corresponding to the interest-which are set freely on the market, depending on the term of the contract. Every transaction in the term requires a guarantee deposit. These guarantees are provided in two forms: coverage or margin.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Investments in futures markets are subject to significant loss of principal. a commodity is an object or price determinant of a future contract or other derivative instrument, which may substantiate an index, a fee, a movable value or a physical product.  Commodities are considered high risk investments, which include the possibility of price fluctuation due to the use of financial leverage. The recommended duration for commodity investments is short-term and customers’ assets are not guaranteed in this type of product. Market conditions and the macroeconomic scenario can affect the performance investments.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This institution is adhering ANBIMA Code of Regulation and best practices for the distribution activity of retail investment products.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Investments US, LLC, a broker-dealer registered with the U.S. Securities and Exchange Commission, has assumed responsibility for this research for purposes of U.S. law.  All transactions arising from this research should be directed to XP Investments US, LLC, at +1 646-664-0525.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800"/>
              </a:spcAft>
              <a:buClrTx/>
              <a:buSzTx/>
              <a:buFont typeface="+mj-lt"/>
              <a:buAutoNum type="arabicPeriod"/>
              <a:tabLst/>
              <a:defRPr/>
            </a:pPr>
            <a:r>
              <a:rPr kumimoji="0" lang="en-US"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rPr>
              <a:t>XP Investimentos (a) managed or co-managed a public offering of securities for the subject company in the past 12 months, or (b) received compensation for investment banking services from the subject company in the past 12 months; or (c) expects to receive or intends to seek compensation for investment banking services from the subject company in the next 3 months. </a:t>
            </a:r>
            <a:endParaRPr kumimoji="0" lang="en-BR" sz="700" b="0" i="0" u="none" strike="noStrike" kern="100" cap="none" spc="0" normalizeH="0" baseline="0" noProof="0">
              <a:ln>
                <a:noFill/>
              </a:ln>
              <a:solidFill>
                <a:srgbClr val="18191A"/>
              </a:solidFill>
              <a:effectLst/>
              <a:uLnTx/>
              <a:uFillTx/>
              <a:latin typeface="XP" pitchFamily="2" charset="77"/>
              <a:ea typeface="XP" pitchFamily="2" charset="77"/>
              <a:cs typeface="Times New Roman" panose="02020603050405020304" pitchFamily="18" charset="0"/>
            </a:endParaRPr>
          </a:p>
        </p:txBody>
      </p:sp>
    </p:spTree>
    <p:extLst>
      <p:ext uri="{BB962C8B-B14F-4D97-AF65-F5344CB8AC3E}">
        <p14:creationId xmlns:p14="http://schemas.microsoft.com/office/powerpoint/2010/main" val="425137396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99_Fechamento">
    <p:bg>
      <p:bgPr>
        <a:solidFill>
          <a:schemeClr val="bg1"/>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EEF889BE-5F29-4032-AB30-7BDF50F86CBF}"/>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9269" t="2351" r="1339" b="20035"/>
          <a:stretch/>
        </p:blipFill>
        <p:spPr>
          <a:xfrm flipV="1">
            <a:off x="-1" y="0"/>
            <a:ext cx="6858001" cy="9906000"/>
          </a:xfrm>
          <a:prstGeom prst="rect">
            <a:avLst/>
          </a:prstGeom>
        </p:spPr>
      </p:pic>
      <p:pic>
        <p:nvPicPr>
          <p:cNvPr id="3" name="Graphic 2">
            <a:extLst>
              <a:ext uri="{FF2B5EF4-FFF2-40B4-BE49-F238E27FC236}">
                <a16:creationId xmlns:a16="http://schemas.microsoft.com/office/drawing/2014/main" id="{05867FA6-DA0F-5E05-3BDF-51C709B70449}"/>
              </a:ext>
            </a:extLst>
          </p:cNvPr>
          <p:cNvPicPr>
            <a:picLocks noChangeAspect="1"/>
          </p:cNvPicPr>
          <p:nvPr userDrawn="1"/>
        </p:nvPicPr>
        <p:blipFill>
          <a:blip>
            <a:alphaModFix amt="66000"/>
            <a:extLst>
              <a:ext uri="{96DAC541-7B7A-43D3-8B79-37D633B846F1}">
                <asvg:svgBlip xmlns:asvg="http://schemas.microsoft.com/office/drawing/2016/SVG/main" r:embed="rId4"/>
              </a:ext>
            </a:extLst>
          </a:blip>
          <a:srcRect l="26318" r="36169"/>
          <a:stretch/>
        </p:blipFill>
        <p:spPr>
          <a:xfrm>
            <a:off x="0" y="977414"/>
            <a:ext cx="6858001" cy="8476149"/>
          </a:xfrm>
          <a:prstGeom prst="rect">
            <a:avLst/>
          </a:prstGeom>
        </p:spPr>
      </p:pic>
      <p:sp>
        <p:nvSpPr>
          <p:cNvPr id="11" name="Do not remove">
            <a:extLst>
              <a:ext uri="{FF2B5EF4-FFF2-40B4-BE49-F238E27FC236}">
                <a16:creationId xmlns:a16="http://schemas.microsoft.com/office/drawing/2014/main" id="{A0E1623B-010B-478D-BFD7-8A4047822D40}"/>
              </a:ext>
            </a:extLst>
          </p:cNvPr>
          <p:cNvSpPr/>
          <p:nvPr userDrawn="1">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 name="Picture 1" descr="A blue and white dot pattern&#10;&#10;AI-generated content may be incorrect.">
            <a:extLst>
              <a:ext uri="{FF2B5EF4-FFF2-40B4-BE49-F238E27FC236}">
                <a16:creationId xmlns:a16="http://schemas.microsoft.com/office/drawing/2014/main" id="{A1A21C4B-47C1-C0E8-14F5-2F2BFF0411D7}"/>
              </a:ext>
            </a:extLst>
          </p:cNvPr>
          <p:cNvPicPr>
            <a:picLocks noChangeAspect="1"/>
          </p:cNvPicPr>
          <p:nvPr userDrawn="1"/>
        </p:nvPicPr>
        <p:blipFill>
          <a:blip r:embed="rId5">
            <a:alphaModFix amt="18000"/>
            <a:extLst>
              <a:ext uri="{BEBA8EAE-BF5A-486C-A8C5-ECC9F3942E4B}">
                <a14:imgProps xmlns:a14="http://schemas.microsoft.com/office/drawing/2010/main">
                  <a14:imgLayer r:embed="rId6">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a:off x="0" y="0"/>
            <a:ext cx="6858001" cy="9906000"/>
          </a:xfrm>
          <a:prstGeom prst="rect">
            <a:avLst/>
          </a:prstGeom>
        </p:spPr>
      </p:pic>
      <p:grpSp>
        <p:nvGrpSpPr>
          <p:cNvPr id="52" name="Group 51">
            <a:extLst>
              <a:ext uri="{FF2B5EF4-FFF2-40B4-BE49-F238E27FC236}">
                <a16:creationId xmlns:a16="http://schemas.microsoft.com/office/drawing/2014/main" id="{EC4BCA75-7F1B-481D-83B9-D8049585F325}"/>
              </a:ext>
            </a:extLst>
          </p:cNvPr>
          <p:cNvGrpSpPr/>
          <p:nvPr userDrawn="1"/>
        </p:nvGrpSpPr>
        <p:grpSpPr>
          <a:xfrm>
            <a:off x="2258539" y="4630339"/>
            <a:ext cx="2340922" cy="645323"/>
            <a:chOff x="2700591" y="2522601"/>
            <a:chExt cx="6428993" cy="1772284"/>
          </a:xfrm>
          <a:solidFill>
            <a:schemeClr val="bg1"/>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pPr algn="ctr"/>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pPr algn="ctr"/>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pPr algn="ctr"/>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pPr algn="ctr"/>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pPr algn="ctr"/>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pPr algn="ctr"/>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pPr algn="ctr"/>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pPr algn="ctr"/>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pPr algn="ctr"/>
                <a:endParaRPr lang="en-US"/>
              </a:p>
            </p:txBody>
          </p:sp>
        </p:grpSp>
      </p:grpSp>
    </p:spTree>
    <p:extLst>
      <p:ext uri="{BB962C8B-B14F-4D97-AF65-F5344CB8AC3E}">
        <p14:creationId xmlns:p14="http://schemas.microsoft.com/office/powerpoint/2010/main" val="2265151342"/>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Capa">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2"/>
            <a:ext cx="4490940" cy="1772766"/>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3" y="4060055"/>
            <a:ext cx="6112353" cy="3349806"/>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72" name="Espaço Reservado para Conteúdo 14">
            <a:extLst>
              <a:ext uri="{FF2B5EF4-FFF2-40B4-BE49-F238E27FC236}">
                <a16:creationId xmlns:a16="http://schemas.microsoft.com/office/drawing/2014/main" id="{7F6E3DBC-5BBD-4436-85AB-82E653F9C656}"/>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73" name="Espaço Reservado para Conteúdo 14">
            <a:extLst>
              <a:ext uri="{FF2B5EF4-FFF2-40B4-BE49-F238E27FC236}">
                <a16:creationId xmlns:a16="http://schemas.microsoft.com/office/drawing/2014/main" id="{3405AF30-6481-4177-8C12-0BD1B0028E72}"/>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74" name="Espaço Reservado para Conteúdo 14">
            <a:extLst>
              <a:ext uri="{FF2B5EF4-FFF2-40B4-BE49-F238E27FC236}">
                <a16:creationId xmlns:a16="http://schemas.microsoft.com/office/drawing/2014/main" id="{14ECC719-6B01-4AF5-92A8-682707D600B0}"/>
              </a:ext>
            </a:extLst>
          </p:cNvPr>
          <p:cNvSpPr>
            <a:spLocks noGrp="1"/>
          </p:cNvSpPr>
          <p:nvPr>
            <p:ph sz="quarter" idx="24"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75" name="Espaço Reservado para Conteúdo 14">
            <a:extLst>
              <a:ext uri="{FF2B5EF4-FFF2-40B4-BE49-F238E27FC236}">
                <a16:creationId xmlns:a16="http://schemas.microsoft.com/office/drawing/2014/main" id="{519BA8D8-2D27-44DB-8406-D6D20B529EED}"/>
              </a:ext>
            </a:extLst>
          </p:cNvPr>
          <p:cNvSpPr>
            <a:spLocks noGrp="1"/>
          </p:cNvSpPr>
          <p:nvPr>
            <p:ph sz="quarter" idx="25"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0313D947-49EE-43A6-9F77-D312D9E24B85}"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5022853" y="2150953"/>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5022853" y="2312750"/>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5022853" y="2439622"/>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5022853" y="2815008"/>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5022853" y="2976805"/>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5022853" y="3103677"/>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5022853" y="3467328"/>
            <a:ext cx="1466848"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5022853" y="3629125"/>
            <a:ext cx="1466848"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5022853" y="3755997"/>
            <a:ext cx="1466848"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p:nvPr userDrawn="1"/>
        </p:nvCxnSpPr>
        <p:spPr>
          <a:xfrm>
            <a:off x="4951973" y="2150952"/>
            <a:ext cx="0" cy="17727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Espaço Reservado para Texto 6">
            <a:extLst>
              <a:ext uri="{FF2B5EF4-FFF2-40B4-BE49-F238E27FC236}">
                <a16:creationId xmlns:a16="http://schemas.microsoft.com/office/drawing/2014/main" id="{984F9560-6699-43C8-BEE0-490CDFCBCF21}"/>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80EC9BA-5BCE-49E4-BC4C-E52C56FC5C26}"/>
              </a:ext>
            </a:extLst>
          </p:cNvPr>
          <p:cNvSpPr>
            <a:spLocks noGrp="1"/>
          </p:cNvSpPr>
          <p:nvPr>
            <p:ph type="body" sz="quarter" idx="37"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212884631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Capa Company Update/Report">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83A6A367-A08A-45F3-A6AE-0A404F7E2164}"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4355786"/>
            <a:ext cx="0" cy="342412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Espaço Reservado para Conteúdo 14">
            <a:extLst>
              <a:ext uri="{FF2B5EF4-FFF2-40B4-BE49-F238E27FC236}">
                <a16:creationId xmlns:a16="http://schemas.microsoft.com/office/drawing/2014/main" id="{FC793E5F-9C0C-468E-8CC6-E5FF5C28A615}"/>
              </a:ext>
            </a:extLst>
          </p:cNvPr>
          <p:cNvSpPr>
            <a:spLocks noGrp="1"/>
          </p:cNvSpPr>
          <p:nvPr>
            <p:ph sz="quarter" idx="25" hasCustomPrompt="1"/>
          </p:nvPr>
        </p:nvSpPr>
        <p:spPr>
          <a:xfrm>
            <a:off x="4330594" y="5349815"/>
            <a:ext cx="2159107" cy="96674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445B0B9-ADF4-4441-B72F-3BFD45AB8EE6}"/>
              </a:ext>
            </a:extLst>
          </p:cNvPr>
          <p:cNvSpPr>
            <a:spLocks noGrp="1"/>
          </p:cNvSpPr>
          <p:nvPr>
            <p:ph sz="quarter" idx="36" hasCustomPrompt="1"/>
          </p:nvPr>
        </p:nvSpPr>
        <p:spPr>
          <a:xfrm>
            <a:off x="4330594" y="5061196"/>
            <a:ext cx="215910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6" name="Espaço Reservado para Texto 6">
            <a:extLst>
              <a:ext uri="{FF2B5EF4-FFF2-40B4-BE49-F238E27FC236}">
                <a16:creationId xmlns:a16="http://schemas.microsoft.com/office/drawing/2014/main" id="{5B35F13F-8F40-465F-949A-882361D6B7D8}"/>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58" name="Espaço Reservado para Texto 6">
            <a:extLst>
              <a:ext uri="{FF2B5EF4-FFF2-40B4-BE49-F238E27FC236}">
                <a16:creationId xmlns:a16="http://schemas.microsoft.com/office/drawing/2014/main" id="{891AEF2F-E5F3-40A5-A6BD-124D7FF714E4}"/>
              </a:ext>
            </a:extLst>
          </p:cNvPr>
          <p:cNvSpPr>
            <a:spLocks noGrp="1"/>
          </p:cNvSpPr>
          <p:nvPr>
            <p:ph type="body" sz="quarter" idx="39"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71821211"/>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apa Company Results">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AC8D81F8-41DC-40BC-A4A2-FFD9C5A38EED}"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6" name="Espaço Reservado para Texto 6">
            <a:extLst>
              <a:ext uri="{FF2B5EF4-FFF2-40B4-BE49-F238E27FC236}">
                <a16:creationId xmlns:a16="http://schemas.microsoft.com/office/drawing/2014/main" id="{B935674C-A1AD-4842-93A9-83EA6491755B}"/>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7" name="Espaço Reservado para Texto 6">
            <a:extLst>
              <a:ext uri="{FF2B5EF4-FFF2-40B4-BE49-F238E27FC236}">
                <a16:creationId xmlns:a16="http://schemas.microsoft.com/office/drawing/2014/main" id="{5E39DE0F-32BC-41A9-847E-3FD62BFA409F}"/>
              </a:ext>
            </a:extLst>
          </p:cNvPr>
          <p:cNvSpPr>
            <a:spLocks noGrp="1"/>
          </p:cNvSpPr>
          <p:nvPr>
            <p:ph type="body" sz="quarter" idx="36"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659001978"/>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Capa Short Note v1">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A8D576FD-A48B-4914-B8EF-CC57363BE90D}"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67527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64641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6" name="Espaço Reservado para Conteúdo 14">
            <a:extLst>
              <a:ext uri="{FF2B5EF4-FFF2-40B4-BE49-F238E27FC236}">
                <a16:creationId xmlns:a16="http://schemas.microsoft.com/office/drawing/2014/main" id="{91EAA875-CDD1-40CF-93C6-C46C988D6819}"/>
              </a:ext>
            </a:extLst>
          </p:cNvPr>
          <p:cNvSpPr>
            <a:spLocks noGrp="1"/>
          </p:cNvSpPr>
          <p:nvPr>
            <p:ph sz="quarter" idx="21" hasCustomPrompt="1"/>
          </p:nvPr>
        </p:nvSpPr>
        <p:spPr>
          <a:xfrm>
            <a:off x="382829" y="8150455"/>
            <a:ext cx="293822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5F8828C5-9B1E-49A4-9578-F6E2F3FA1C7A}"/>
              </a:ext>
            </a:extLst>
          </p:cNvPr>
          <p:cNvSpPr>
            <a:spLocks noGrp="1"/>
          </p:cNvSpPr>
          <p:nvPr>
            <p:ph sz="quarter" idx="36" hasCustomPrompt="1"/>
          </p:nvPr>
        </p:nvSpPr>
        <p:spPr>
          <a:xfrm>
            <a:off x="3536951" y="8150455"/>
            <a:ext cx="2965558"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6" name="Espaço Reservado para Conteúdo 14">
            <a:extLst>
              <a:ext uri="{FF2B5EF4-FFF2-40B4-BE49-F238E27FC236}">
                <a16:creationId xmlns:a16="http://schemas.microsoft.com/office/drawing/2014/main" id="{C8043A8B-C6A0-451F-BCE0-CF376EA84CE7}"/>
              </a:ext>
            </a:extLst>
          </p:cNvPr>
          <p:cNvSpPr>
            <a:spLocks noGrp="1"/>
          </p:cNvSpPr>
          <p:nvPr>
            <p:ph sz="quarter" idx="37" hasCustomPrompt="1"/>
          </p:nvPr>
        </p:nvSpPr>
        <p:spPr>
          <a:xfrm>
            <a:off x="382829" y="7861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58" name="Espaço Reservado para Conteúdo 14">
            <a:extLst>
              <a:ext uri="{FF2B5EF4-FFF2-40B4-BE49-F238E27FC236}">
                <a16:creationId xmlns:a16="http://schemas.microsoft.com/office/drawing/2014/main" id="{313F160D-109A-48C3-A366-CA46AF2EF492}"/>
              </a:ext>
            </a:extLst>
          </p:cNvPr>
          <p:cNvSpPr>
            <a:spLocks noGrp="1"/>
          </p:cNvSpPr>
          <p:nvPr>
            <p:ph sz="quarter" idx="25" hasCustomPrompt="1"/>
          </p:nvPr>
        </p:nvSpPr>
        <p:spPr>
          <a:xfrm>
            <a:off x="3552750" y="7861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Texto 6">
            <a:extLst>
              <a:ext uri="{FF2B5EF4-FFF2-40B4-BE49-F238E27FC236}">
                <a16:creationId xmlns:a16="http://schemas.microsoft.com/office/drawing/2014/main" id="{46934314-6D62-4693-8E75-BA871E290EE7}"/>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54" name="Espaço Reservado para Texto 6">
            <a:extLst>
              <a:ext uri="{FF2B5EF4-FFF2-40B4-BE49-F238E27FC236}">
                <a16:creationId xmlns:a16="http://schemas.microsoft.com/office/drawing/2014/main" id="{84AAEFD1-E87A-45B0-AAA9-B3FEC57B9D27}"/>
              </a:ext>
            </a:extLst>
          </p:cNvPr>
          <p:cNvSpPr>
            <a:spLocks noGrp="1"/>
          </p:cNvSpPr>
          <p:nvPr>
            <p:ph type="body" sz="quarter" idx="39"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27317942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Capa Short Note v2">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7"/>
            <a:ext cx="3734170" cy="5848235"/>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1FDEBF78-94B6-4984-9188-90D6F48902A5}"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584823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Espaço Reservado para Conteúdo 14">
            <a:extLst>
              <a:ext uri="{FF2B5EF4-FFF2-40B4-BE49-F238E27FC236}">
                <a16:creationId xmlns:a16="http://schemas.microsoft.com/office/drawing/2014/main" id="{1CFB79D6-6CD7-480C-8CD0-27D7ABC00A16}"/>
              </a:ext>
            </a:extLst>
          </p:cNvPr>
          <p:cNvSpPr>
            <a:spLocks noGrp="1"/>
          </p:cNvSpPr>
          <p:nvPr>
            <p:ph sz="quarter" idx="22" hasCustomPrompt="1"/>
          </p:nvPr>
        </p:nvSpPr>
        <p:spPr>
          <a:xfrm>
            <a:off x="4330594" y="8429130"/>
            <a:ext cx="2159107" cy="1026692"/>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5" name="Espaço Reservado para Conteúdo 14">
            <a:extLst>
              <a:ext uri="{FF2B5EF4-FFF2-40B4-BE49-F238E27FC236}">
                <a16:creationId xmlns:a16="http://schemas.microsoft.com/office/drawing/2014/main" id="{15DB8772-274F-41BA-9159-B7489A8599A7}"/>
              </a:ext>
            </a:extLst>
          </p:cNvPr>
          <p:cNvSpPr>
            <a:spLocks noGrp="1"/>
          </p:cNvSpPr>
          <p:nvPr>
            <p:ph sz="quarter" idx="24" hasCustomPrompt="1"/>
          </p:nvPr>
        </p:nvSpPr>
        <p:spPr>
          <a:xfrm>
            <a:off x="4330594" y="8140511"/>
            <a:ext cx="2147604"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Texto 6">
            <a:extLst>
              <a:ext uri="{FF2B5EF4-FFF2-40B4-BE49-F238E27FC236}">
                <a16:creationId xmlns:a16="http://schemas.microsoft.com/office/drawing/2014/main" id="{3C2377C1-5302-4095-B1EF-BCFAB3F7EA2C}"/>
              </a:ext>
            </a:extLst>
          </p:cNvPr>
          <p:cNvSpPr>
            <a:spLocks noGrp="1"/>
          </p:cNvSpPr>
          <p:nvPr>
            <p:ph type="body" sz="quarter" idx="36"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5" name="Espaço Reservado para Texto 6">
            <a:extLst>
              <a:ext uri="{FF2B5EF4-FFF2-40B4-BE49-F238E27FC236}">
                <a16:creationId xmlns:a16="http://schemas.microsoft.com/office/drawing/2014/main" id="{EE3879DA-CAD4-4DDD-A957-A5A9C7A21942}"/>
              </a:ext>
            </a:extLst>
          </p:cNvPr>
          <p:cNvSpPr>
            <a:spLocks noGrp="1"/>
          </p:cNvSpPr>
          <p:nvPr>
            <p:ph type="body" sz="quarter" idx="37"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107104123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Capa Short Note Sector">
    <p:bg>
      <p:bgPr>
        <a:solidFill>
          <a:schemeClr val="bg1"/>
        </a:solidFill>
        <a:effectLst/>
      </p:bgPr>
    </p:bg>
    <p:spTree>
      <p:nvGrpSpPr>
        <p:cNvPr id="1" name=""/>
        <p:cNvGrpSpPr/>
        <p:nvPr/>
      </p:nvGrpSpPr>
      <p:grpSpPr>
        <a:xfrm>
          <a:off x="0" y="0"/>
          <a:ext cx="0" cy="0"/>
          <a:chOff x="0" y="0"/>
          <a:chExt cx="0" cy="0"/>
        </a:xfrm>
      </p:grpSpPr>
      <p:pic>
        <p:nvPicPr>
          <p:cNvPr id="39" name="Picture 38" descr="A picture containing nature&#10;&#10;Description automatically generated">
            <a:extLst>
              <a:ext uri="{FF2B5EF4-FFF2-40B4-BE49-F238E27FC236}">
                <a16:creationId xmlns:a16="http://schemas.microsoft.com/office/drawing/2014/main" id="{DFB28E78-ECA7-44DC-8F70-3C9E817544CB}"/>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t="42776" b="15443"/>
          <a:stretch/>
        </p:blipFill>
        <p:spPr>
          <a:xfrm>
            <a:off x="0" y="0"/>
            <a:ext cx="6858000" cy="2003469"/>
          </a:xfrm>
          <a:custGeom>
            <a:avLst/>
            <a:gdLst>
              <a:gd name="connsiteX0" fmla="*/ 0 w 6858000"/>
              <a:gd name="connsiteY0" fmla="*/ 0 h 2003469"/>
              <a:gd name="connsiteX1" fmla="*/ 6858000 w 6858000"/>
              <a:gd name="connsiteY1" fmla="*/ 0 h 2003469"/>
              <a:gd name="connsiteX2" fmla="*/ 6858000 w 6858000"/>
              <a:gd name="connsiteY2" fmla="*/ 2003469 h 2003469"/>
              <a:gd name="connsiteX3" fmla="*/ 0 w 6858000"/>
              <a:gd name="connsiteY3" fmla="*/ 2003469 h 2003469"/>
            </a:gdLst>
            <a:ahLst/>
            <a:cxnLst>
              <a:cxn ang="0">
                <a:pos x="connsiteX0" y="connsiteY0"/>
              </a:cxn>
              <a:cxn ang="0">
                <a:pos x="connsiteX1" y="connsiteY1"/>
              </a:cxn>
              <a:cxn ang="0">
                <a:pos x="connsiteX2" y="connsiteY2"/>
              </a:cxn>
              <a:cxn ang="0">
                <a:pos x="connsiteX3" y="connsiteY3"/>
              </a:cxn>
            </a:cxnLst>
            <a:rect l="l" t="t" r="r" b="b"/>
            <a:pathLst>
              <a:path w="6858000" h="2003469">
                <a:moveTo>
                  <a:pt x="0" y="0"/>
                </a:moveTo>
                <a:lnTo>
                  <a:pt x="6858000" y="0"/>
                </a:lnTo>
                <a:lnTo>
                  <a:pt x="6858000" y="2003469"/>
                </a:lnTo>
                <a:lnTo>
                  <a:pt x="0" y="2003469"/>
                </a:lnTo>
                <a:close/>
              </a:path>
            </a:pathLst>
          </a:custGeom>
        </p:spPr>
      </p:pic>
      <p:sp>
        <p:nvSpPr>
          <p:cNvPr id="15" name="Espaço Reservado para Texto 6">
            <a:extLst>
              <a:ext uri="{FF2B5EF4-FFF2-40B4-BE49-F238E27FC236}">
                <a16:creationId xmlns:a16="http://schemas.microsoft.com/office/drawing/2014/main" id="{89C55DDC-9BF1-4F19-9DFA-8D99FB29A854}"/>
              </a:ext>
            </a:extLst>
          </p:cNvPr>
          <p:cNvSpPr>
            <a:spLocks noGrp="1"/>
          </p:cNvSpPr>
          <p:nvPr>
            <p:ph type="body" sz="quarter" idx="16" hasCustomPrompt="1"/>
          </p:nvPr>
        </p:nvSpPr>
        <p:spPr>
          <a:xfrm>
            <a:off x="390154" y="988484"/>
            <a:ext cx="6112354" cy="346968"/>
          </a:xfrm>
          <a:prstGeom prst="rect">
            <a:avLst/>
          </a:prstGeom>
        </p:spPr>
        <p:txBody>
          <a:bodyPr lIns="0" tIns="0" rIns="0" bIns="0" anchor="t" anchorCtr="0"/>
          <a:lstStyle>
            <a:lvl1pPr>
              <a:defRPr lang="pt-BR" sz="2400" b="1" spc="0" dirty="0">
                <a:solidFill>
                  <a:schemeClr val="accent3"/>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40" name="Group 39">
            <a:extLst>
              <a:ext uri="{FF2B5EF4-FFF2-40B4-BE49-F238E27FC236}">
                <a16:creationId xmlns:a16="http://schemas.microsoft.com/office/drawing/2014/main" id="{005C9FD0-555A-4B13-8005-3B2C16664DA3}"/>
              </a:ext>
            </a:extLst>
          </p:cNvPr>
          <p:cNvGrpSpPr/>
          <p:nvPr userDrawn="1"/>
        </p:nvGrpSpPr>
        <p:grpSpPr>
          <a:xfrm>
            <a:off x="390154" y="406178"/>
            <a:ext cx="1240285" cy="341910"/>
            <a:chOff x="2700591" y="2522601"/>
            <a:chExt cx="6428993" cy="1772284"/>
          </a:xfrm>
        </p:grpSpPr>
        <p:sp>
          <p:nvSpPr>
            <p:cNvPr id="41" name="Freeform: Shape 40">
              <a:extLst>
                <a:ext uri="{FF2B5EF4-FFF2-40B4-BE49-F238E27FC236}">
                  <a16:creationId xmlns:a16="http://schemas.microsoft.com/office/drawing/2014/main" id="{9CAD89BC-209F-4A84-B643-8391FE84FD63}"/>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a:p>
          </p:txBody>
        </p:sp>
        <p:grpSp>
          <p:nvGrpSpPr>
            <p:cNvPr id="42" name="Graphic 20">
              <a:extLst>
                <a:ext uri="{FF2B5EF4-FFF2-40B4-BE49-F238E27FC236}">
                  <a16:creationId xmlns:a16="http://schemas.microsoft.com/office/drawing/2014/main" id="{C9CF97DA-A740-40D8-A46C-54F58F5E73E6}"/>
                </a:ext>
              </a:extLst>
            </p:cNvPr>
            <p:cNvGrpSpPr/>
            <p:nvPr/>
          </p:nvGrpSpPr>
          <p:grpSpPr>
            <a:xfrm>
              <a:off x="5034660" y="3339528"/>
              <a:ext cx="4094924" cy="747077"/>
              <a:chOff x="5034660" y="3339528"/>
              <a:chExt cx="4094924" cy="747077"/>
            </a:xfrm>
            <a:solidFill>
              <a:srgbClr val="FFFFFF"/>
            </a:solidFill>
          </p:grpSpPr>
          <p:sp>
            <p:nvSpPr>
              <p:cNvPr id="43" name="Freeform: Shape 42">
                <a:extLst>
                  <a:ext uri="{FF2B5EF4-FFF2-40B4-BE49-F238E27FC236}">
                    <a16:creationId xmlns:a16="http://schemas.microsoft.com/office/drawing/2014/main" id="{93C151B8-67D0-4C62-A1CD-C3E1CFD9F305}"/>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2D96A5-B60E-4CC9-9982-03590D4573EC}"/>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CD03F36-CFD5-42F6-B8F2-CAE7CBCF7AB9}"/>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B8ED37E-DDC1-44DA-BF04-893FB6EADB01}"/>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24B11E2-4EE2-41C4-9CB0-BFA8238F41E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6B95911-5559-432C-84D5-0FA4C442F497}"/>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DADFDA8-A4C9-4A90-BEAE-B1639DAC11D9}"/>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7A52CEE5-D539-4F76-92DD-650239B04672}"/>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a:p>
            </p:txBody>
          </p:sp>
        </p:grpSp>
      </p:grpSp>
      <p:sp>
        <p:nvSpPr>
          <p:cNvPr id="52" name="Espaço Reservado para Texto 6">
            <a:extLst>
              <a:ext uri="{FF2B5EF4-FFF2-40B4-BE49-F238E27FC236}">
                <a16:creationId xmlns:a16="http://schemas.microsoft.com/office/drawing/2014/main" id="{B4234437-C19A-4839-88DC-46D48AF5A2C4}"/>
              </a:ext>
            </a:extLst>
          </p:cNvPr>
          <p:cNvSpPr>
            <a:spLocks noGrp="1"/>
          </p:cNvSpPr>
          <p:nvPr>
            <p:ph type="body" sz="quarter" idx="19" hasCustomPrompt="1"/>
          </p:nvPr>
        </p:nvSpPr>
        <p:spPr>
          <a:xfrm>
            <a:off x="3371691" y="608130"/>
            <a:ext cx="3132139" cy="142093"/>
          </a:xfrm>
          <a:prstGeom prst="rect">
            <a:avLst/>
          </a:prstGeom>
        </p:spPr>
        <p:txBody>
          <a:bodyPr vert="horz" lIns="0" tIns="0" rIns="0" bIns="0" rtlCol="0" anchor="t">
            <a:noAutofit/>
          </a:bodyPr>
          <a:lstStyle>
            <a:lvl1pPr algn="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Sector / </a:t>
            </a:r>
            <a:r>
              <a:rPr lang="pt-BR" err="1"/>
              <a:t>Segment</a:t>
            </a:r>
            <a:endParaRPr lang="pt-B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90154" y="2150951"/>
            <a:ext cx="6099546" cy="137741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57" name="Text Placeholder 4">
            <a:extLst>
              <a:ext uri="{FF2B5EF4-FFF2-40B4-BE49-F238E27FC236}">
                <a16:creationId xmlns:a16="http://schemas.microsoft.com/office/drawing/2014/main" id="{482CDF78-5160-4CE0-9AED-EF5B81E7C38F}"/>
              </a:ext>
            </a:extLst>
          </p:cNvPr>
          <p:cNvSpPr>
            <a:spLocks noGrp="1"/>
          </p:cNvSpPr>
          <p:nvPr>
            <p:ph type="body" sz="quarter" idx="23"/>
          </p:nvPr>
        </p:nvSpPr>
        <p:spPr>
          <a:xfrm>
            <a:off x="390155" y="3605328"/>
            <a:ext cx="3734170" cy="4174580"/>
          </a:xfrm>
          <a:prstGeom prst="rect">
            <a:avLst/>
          </a:prstGeom>
          <a:noFill/>
        </p:spPr>
        <p:txBody>
          <a:bodyPr wrap="square" lIns="0" tIns="0" rIns="0" bIns="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Texto 6">
            <a:extLst>
              <a:ext uri="{FF2B5EF4-FFF2-40B4-BE49-F238E27FC236}">
                <a16:creationId xmlns:a16="http://schemas.microsoft.com/office/drawing/2014/main" id="{E412BFAB-6ADE-4985-9F8D-1E0D2CE27EE2}"/>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6" name="Date Placeholder 1">
            <a:extLst>
              <a:ext uri="{FF2B5EF4-FFF2-40B4-BE49-F238E27FC236}">
                <a16:creationId xmlns:a16="http://schemas.microsoft.com/office/drawing/2014/main" id="{3B4501E0-2CFF-4239-9520-A5B3FF88FAB7}"/>
              </a:ext>
            </a:extLst>
          </p:cNvPr>
          <p:cNvSpPr>
            <a:spLocks noGrp="1"/>
          </p:cNvSpPr>
          <p:nvPr>
            <p:ph type="dt" sz="half" idx="2"/>
          </p:nvPr>
        </p:nvSpPr>
        <p:spPr>
          <a:xfrm>
            <a:off x="3371691" y="438763"/>
            <a:ext cx="3132139" cy="184666"/>
          </a:xfrm>
          <a:prstGeom prst="rect">
            <a:avLst/>
          </a:prstGeom>
        </p:spPr>
        <p:txBody>
          <a:bodyPr vert="horz" wrap="square" lIns="0" tIns="0" rIns="0" bIns="0" rtlCol="0" anchor="ctr">
            <a:spAutoFit/>
          </a:bodyPr>
          <a:lstStyle>
            <a:lvl1pPr algn="r">
              <a:defRPr sz="1200">
                <a:solidFill>
                  <a:schemeClr val="accent2"/>
                </a:solidFill>
                <a:latin typeface="Roboto Light" panose="02000000000000000000" pitchFamily="2" charset="0"/>
                <a:ea typeface="Roboto Light" panose="02000000000000000000" pitchFamily="2" charset="0"/>
                <a:cs typeface="Roboto Light" panose="02000000000000000000" pitchFamily="2" charset="0"/>
              </a:defRPr>
            </a:lvl1pPr>
          </a:lstStyle>
          <a:p>
            <a:fld id="{0D1ECAE3-D5E2-4903-91E8-B61998CA08AE}" type="datetime4">
              <a:rPr lang="en-US" smtClean="0"/>
              <a:t>October 30, 2026</a:t>
            </a:fld>
            <a:endParaRPr lang="en-US"/>
          </a:p>
        </p:txBody>
      </p:sp>
      <p:sp>
        <p:nvSpPr>
          <p:cNvPr id="61" name="Text Placeholder 4">
            <a:extLst>
              <a:ext uri="{FF2B5EF4-FFF2-40B4-BE49-F238E27FC236}">
                <a16:creationId xmlns:a16="http://schemas.microsoft.com/office/drawing/2014/main" id="{318E1824-F862-4308-8D14-9073C9CBAABB}"/>
              </a:ext>
            </a:extLst>
          </p:cNvPr>
          <p:cNvSpPr>
            <a:spLocks noGrp="1"/>
          </p:cNvSpPr>
          <p:nvPr>
            <p:ph type="body" sz="quarter" idx="27" hasCustomPrompt="1"/>
          </p:nvPr>
        </p:nvSpPr>
        <p:spPr>
          <a:xfrm>
            <a:off x="4330593" y="3610784"/>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2" name="Text Placeholder 4">
            <a:extLst>
              <a:ext uri="{FF2B5EF4-FFF2-40B4-BE49-F238E27FC236}">
                <a16:creationId xmlns:a16="http://schemas.microsoft.com/office/drawing/2014/main" id="{70E85E6B-BFAA-4953-A2FD-0F731BA0D3A5}"/>
              </a:ext>
            </a:extLst>
          </p:cNvPr>
          <p:cNvSpPr>
            <a:spLocks noGrp="1"/>
          </p:cNvSpPr>
          <p:nvPr>
            <p:ph type="body" sz="quarter" idx="28" hasCustomPrompt="1"/>
          </p:nvPr>
        </p:nvSpPr>
        <p:spPr>
          <a:xfrm>
            <a:off x="4330593" y="3772581"/>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3" name="Text Placeholder 4">
            <a:extLst>
              <a:ext uri="{FF2B5EF4-FFF2-40B4-BE49-F238E27FC236}">
                <a16:creationId xmlns:a16="http://schemas.microsoft.com/office/drawing/2014/main" id="{872B6150-F2F3-4EB3-81FD-E06DC0F79813}"/>
              </a:ext>
            </a:extLst>
          </p:cNvPr>
          <p:cNvSpPr>
            <a:spLocks noGrp="1"/>
          </p:cNvSpPr>
          <p:nvPr>
            <p:ph type="body" sz="quarter" idx="29" hasCustomPrompt="1"/>
          </p:nvPr>
        </p:nvSpPr>
        <p:spPr>
          <a:xfrm>
            <a:off x="4330593" y="3899453"/>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4" name="Text Placeholder 4">
            <a:extLst>
              <a:ext uri="{FF2B5EF4-FFF2-40B4-BE49-F238E27FC236}">
                <a16:creationId xmlns:a16="http://schemas.microsoft.com/office/drawing/2014/main" id="{B84D6C0E-85B0-4A8A-BB12-F62449DE0DFB}"/>
              </a:ext>
            </a:extLst>
          </p:cNvPr>
          <p:cNvSpPr>
            <a:spLocks noGrp="1"/>
          </p:cNvSpPr>
          <p:nvPr>
            <p:ph type="body" sz="quarter" idx="30" hasCustomPrompt="1"/>
          </p:nvPr>
        </p:nvSpPr>
        <p:spPr>
          <a:xfrm>
            <a:off x="4330593" y="409703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5" name="Text Placeholder 4">
            <a:extLst>
              <a:ext uri="{FF2B5EF4-FFF2-40B4-BE49-F238E27FC236}">
                <a16:creationId xmlns:a16="http://schemas.microsoft.com/office/drawing/2014/main" id="{16C8AB5D-9A5B-4FEA-97F4-734F90CA23F1}"/>
              </a:ext>
            </a:extLst>
          </p:cNvPr>
          <p:cNvSpPr>
            <a:spLocks noGrp="1"/>
          </p:cNvSpPr>
          <p:nvPr>
            <p:ph type="body" sz="quarter" idx="31" hasCustomPrompt="1"/>
          </p:nvPr>
        </p:nvSpPr>
        <p:spPr>
          <a:xfrm>
            <a:off x="4330593" y="425883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6" name="Text Placeholder 4">
            <a:extLst>
              <a:ext uri="{FF2B5EF4-FFF2-40B4-BE49-F238E27FC236}">
                <a16:creationId xmlns:a16="http://schemas.microsoft.com/office/drawing/2014/main" id="{6CAE7113-BC72-4895-ACDF-B01232851A9D}"/>
              </a:ext>
            </a:extLst>
          </p:cNvPr>
          <p:cNvSpPr>
            <a:spLocks noGrp="1"/>
          </p:cNvSpPr>
          <p:nvPr>
            <p:ph type="body" sz="quarter" idx="32" hasCustomPrompt="1"/>
          </p:nvPr>
        </p:nvSpPr>
        <p:spPr>
          <a:xfrm>
            <a:off x="4330593" y="438570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sp>
        <p:nvSpPr>
          <p:cNvPr id="67" name="Text Placeholder 4">
            <a:extLst>
              <a:ext uri="{FF2B5EF4-FFF2-40B4-BE49-F238E27FC236}">
                <a16:creationId xmlns:a16="http://schemas.microsoft.com/office/drawing/2014/main" id="{1D859181-1847-4696-BA25-3FB32D816724}"/>
              </a:ext>
            </a:extLst>
          </p:cNvPr>
          <p:cNvSpPr>
            <a:spLocks noGrp="1"/>
          </p:cNvSpPr>
          <p:nvPr>
            <p:ph type="body" sz="quarter" idx="33" hasCustomPrompt="1"/>
          </p:nvPr>
        </p:nvSpPr>
        <p:spPr>
          <a:xfrm>
            <a:off x="4330593" y="459060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Name</a:t>
            </a:r>
          </a:p>
        </p:txBody>
      </p:sp>
      <p:sp>
        <p:nvSpPr>
          <p:cNvPr id="68" name="Text Placeholder 4">
            <a:extLst>
              <a:ext uri="{FF2B5EF4-FFF2-40B4-BE49-F238E27FC236}">
                <a16:creationId xmlns:a16="http://schemas.microsoft.com/office/drawing/2014/main" id="{FC9ED1A2-35DE-4D1D-9CE5-8E2AD672F2D0}"/>
              </a:ext>
            </a:extLst>
          </p:cNvPr>
          <p:cNvSpPr>
            <a:spLocks noGrp="1"/>
          </p:cNvSpPr>
          <p:nvPr>
            <p:ph type="body" sz="quarter" idx="34" hasCustomPrompt="1"/>
          </p:nvPr>
        </p:nvSpPr>
        <p:spPr>
          <a:xfrm>
            <a:off x="4330593" y="4752406"/>
            <a:ext cx="2159105" cy="9695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Cargo</a:t>
            </a:r>
          </a:p>
        </p:txBody>
      </p:sp>
      <p:sp>
        <p:nvSpPr>
          <p:cNvPr id="69" name="Text Placeholder 4">
            <a:extLst>
              <a:ext uri="{FF2B5EF4-FFF2-40B4-BE49-F238E27FC236}">
                <a16:creationId xmlns:a16="http://schemas.microsoft.com/office/drawing/2014/main" id="{69327E6A-F08C-45E9-819D-C34C53A10A06}"/>
              </a:ext>
            </a:extLst>
          </p:cNvPr>
          <p:cNvSpPr>
            <a:spLocks noGrp="1"/>
          </p:cNvSpPr>
          <p:nvPr>
            <p:ph type="body" sz="quarter" idx="35" hasCustomPrompt="1"/>
          </p:nvPr>
        </p:nvSpPr>
        <p:spPr>
          <a:xfrm>
            <a:off x="4330593" y="487927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Contact</a:t>
            </a:r>
          </a:p>
        </p:txBody>
      </p:sp>
      <p:cxnSp>
        <p:nvCxnSpPr>
          <p:cNvPr id="3" name="Straight Connector 2">
            <a:extLst>
              <a:ext uri="{FF2B5EF4-FFF2-40B4-BE49-F238E27FC236}">
                <a16:creationId xmlns:a16="http://schemas.microsoft.com/office/drawing/2014/main" id="{8A3B4E86-9E31-44B1-AD38-564BDC91B35E}"/>
              </a:ext>
            </a:extLst>
          </p:cNvPr>
          <p:cNvCxnSpPr>
            <a:cxnSpLocks/>
          </p:cNvCxnSpPr>
          <p:nvPr userDrawn="1"/>
        </p:nvCxnSpPr>
        <p:spPr>
          <a:xfrm>
            <a:off x="4227459" y="3605328"/>
            <a:ext cx="0" cy="417458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Espaço Reservado para Conteúdo 14">
            <a:extLst>
              <a:ext uri="{FF2B5EF4-FFF2-40B4-BE49-F238E27FC236}">
                <a16:creationId xmlns:a16="http://schemas.microsoft.com/office/drawing/2014/main" id="{8272B113-2F70-441F-8502-29E6B907995B}"/>
              </a:ext>
            </a:extLst>
          </p:cNvPr>
          <p:cNvSpPr>
            <a:spLocks noGrp="1"/>
          </p:cNvSpPr>
          <p:nvPr>
            <p:ph sz="quarter" idx="21" hasCustomPrompt="1"/>
          </p:nvPr>
        </p:nvSpPr>
        <p:spPr>
          <a:xfrm>
            <a:off x="382829" y="8150455"/>
            <a:ext cx="6106871" cy="1303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54" name="Espaço Reservado para Conteúdo 14">
            <a:extLst>
              <a:ext uri="{FF2B5EF4-FFF2-40B4-BE49-F238E27FC236}">
                <a16:creationId xmlns:a16="http://schemas.microsoft.com/office/drawing/2014/main" id="{0EE29701-9D3A-4B5C-955F-04E8A0E77DFA}"/>
              </a:ext>
            </a:extLst>
          </p:cNvPr>
          <p:cNvSpPr>
            <a:spLocks noGrp="1"/>
          </p:cNvSpPr>
          <p:nvPr>
            <p:ph sz="quarter" idx="37" hasCustomPrompt="1"/>
          </p:nvPr>
        </p:nvSpPr>
        <p:spPr>
          <a:xfrm>
            <a:off x="382829" y="7861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Texto 6">
            <a:extLst>
              <a:ext uri="{FF2B5EF4-FFF2-40B4-BE49-F238E27FC236}">
                <a16:creationId xmlns:a16="http://schemas.microsoft.com/office/drawing/2014/main" id="{ACB57286-315D-4256-A485-D81372E0374A}"/>
              </a:ext>
            </a:extLst>
          </p:cNvPr>
          <p:cNvSpPr>
            <a:spLocks noGrp="1"/>
          </p:cNvSpPr>
          <p:nvPr>
            <p:ph type="body" sz="quarter" idx="38" hasCustomPrompt="1"/>
          </p:nvPr>
        </p:nvSpPr>
        <p:spPr>
          <a:xfrm>
            <a:off x="390154" y="1664358"/>
            <a:ext cx="6112352" cy="187302"/>
          </a:xfrm>
          <a:prstGeom prst="rect">
            <a:avLst/>
          </a:prstGeom>
        </p:spPr>
        <p:txBody>
          <a:bodyPr vert="horz" lIns="0" tIns="0" rIns="0" bIns="0" rtlCol="0" anchor="t">
            <a:noAutofit/>
          </a:bodyPr>
          <a:lstStyle>
            <a:lvl1pPr>
              <a:defRPr lang="pt-BR" sz="1200" b="0">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35" name="Espaço Reservado para Texto 6">
            <a:extLst>
              <a:ext uri="{FF2B5EF4-FFF2-40B4-BE49-F238E27FC236}">
                <a16:creationId xmlns:a16="http://schemas.microsoft.com/office/drawing/2014/main" id="{25C0A81E-C51A-4118-9E4E-C1BE395DDC0C}"/>
              </a:ext>
            </a:extLst>
          </p:cNvPr>
          <p:cNvSpPr>
            <a:spLocks noGrp="1"/>
          </p:cNvSpPr>
          <p:nvPr>
            <p:ph type="body" sz="quarter" idx="36" hasCustomPrompt="1"/>
          </p:nvPr>
        </p:nvSpPr>
        <p:spPr>
          <a:xfrm>
            <a:off x="390154" y="1406254"/>
            <a:ext cx="6112352" cy="187302"/>
          </a:xfrm>
          <a:prstGeom prst="rect">
            <a:avLst/>
          </a:prstGeom>
        </p:spPr>
        <p:txBody>
          <a:bodyPr vert="horz" lIns="0" tIns="0" rIns="0" bIns="0" rtlCol="0" anchor="t">
            <a:noAutofit/>
          </a:bodyPr>
          <a:lstStyle>
            <a:lvl1pPr>
              <a:defRPr lang="pt-BR" sz="1200" b="1">
                <a:solidFill>
                  <a:schemeClr val="bg1"/>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Tree>
    <p:extLst>
      <p:ext uri="{BB962C8B-B14F-4D97-AF65-F5344CB8AC3E}">
        <p14:creationId xmlns:p14="http://schemas.microsoft.com/office/powerpoint/2010/main" val="3462417141"/>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Sumário">
    <p:bg>
      <p:bgPr>
        <a:solidFill>
          <a:schemeClr val="bg1"/>
        </a:solidFill>
        <a:effectLst/>
      </p:bgPr>
    </p:bg>
    <p:spTree>
      <p:nvGrpSpPr>
        <p:cNvPr id="1" name=""/>
        <p:cNvGrpSpPr/>
        <p:nvPr/>
      </p:nvGrpSpPr>
      <p:grpSpPr>
        <a:xfrm>
          <a:off x="0" y="0"/>
          <a:ext cx="0" cy="0"/>
          <a:chOff x="0" y="0"/>
          <a:chExt cx="0" cy="0"/>
        </a:xfrm>
      </p:grpSpPr>
      <p:sp>
        <p:nvSpPr>
          <p:cNvPr id="126" name="Freeform: Shape 125">
            <a:extLst>
              <a:ext uri="{FF2B5EF4-FFF2-40B4-BE49-F238E27FC236}">
                <a16:creationId xmlns:a16="http://schemas.microsoft.com/office/drawing/2014/main" id="{3FC77C66-38F9-4F02-B9BC-6AEE180B4F4B}"/>
              </a:ext>
            </a:extLst>
          </p:cNvPr>
          <p:cNvSpPr/>
          <p:nvPr userDrawn="1"/>
        </p:nvSpPr>
        <p:spPr>
          <a:xfrm>
            <a:off x="4738916" y="4"/>
            <a:ext cx="2119084" cy="9905999"/>
          </a:xfrm>
          <a:custGeom>
            <a:avLst/>
            <a:gdLst>
              <a:gd name="connsiteX0" fmla="*/ 0 w 2119084"/>
              <a:gd name="connsiteY0" fmla="*/ 0 h 9905999"/>
              <a:gd name="connsiteX1" fmla="*/ 2119084 w 2119084"/>
              <a:gd name="connsiteY1" fmla="*/ 0 h 9905999"/>
              <a:gd name="connsiteX2" fmla="*/ 2119084 w 2119084"/>
              <a:gd name="connsiteY2" fmla="*/ 9905999 h 9905999"/>
              <a:gd name="connsiteX3" fmla="*/ 0 w 2119084"/>
              <a:gd name="connsiteY3" fmla="*/ 9905999 h 9905999"/>
            </a:gdLst>
            <a:ahLst/>
            <a:cxnLst>
              <a:cxn ang="0">
                <a:pos x="connsiteX0" y="connsiteY0"/>
              </a:cxn>
              <a:cxn ang="0">
                <a:pos x="connsiteX1" y="connsiteY1"/>
              </a:cxn>
              <a:cxn ang="0">
                <a:pos x="connsiteX2" y="connsiteY2"/>
              </a:cxn>
              <a:cxn ang="0">
                <a:pos x="connsiteX3" y="connsiteY3"/>
              </a:cxn>
            </a:cxnLst>
            <a:rect l="l" t="t" r="r" b="b"/>
            <a:pathLst>
              <a:path w="2119084" h="9905999">
                <a:moveTo>
                  <a:pt x="0" y="0"/>
                </a:moveTo>
                <a:lnTo>
                  <a:pt x="2119084" y="0"/>
                </a:lnTo>
                <a:lnTo>
                  <a:pt x="2119084" y="9905999"/>
                </a:lnTo>
                <a:lnTo>
                  <a:pt x="0" y="9905999"/>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125" name="Picture 124" descr="A picture containing dark, night sky&#10;&#10;Description automatically generated">
            <a:extLst>
              <a:ext uri="{FF2B5EF4-FFF2-40B4-BE49-F238E27FC236}">
                <a16:creationId xmlns:a16="http://schemas.microsoft.com/office/drawing/2014/main" id="{C3A5B707-C3CA-48F1-A65F-A0F1B5E937CC}"/>
              </a:ext>
            </a:extLst>
          </p:cNvPr>
          <p:cNvPicPr>
            <a:picLocks noChangeAspect="1"/>
          </p:cNvPicPr>
          <p:nvPr userDrawn="1"/>
        </p:nvPicPr>
        <p:blipFill rotWithShape="1">
          <a:blip r:embed="rId3">
            <a:alphaModFix amt="60000"/>
          </a:blip>
          <a:srcRect l="1608" t="46598" b="23299"/>
          <a:stretch/>
        </p:blipFill>
        <p:spPr>
          <a:xfrm rot="5400000" flipH="1" flipV="1">
            <a:off x="845461" y="3893458"/>
            <a:ext cx="9905993" cy="2119084"/>
          </a:xfrm>
          <a:prstGeom prst="rect">
            <a:avLst/>
          </a:prstGeom>
          <a:noFill/>
        </p:spPr>
      </p:pic>
      <p:sp>
        <p:nvSpPr>
          <p:cNvPr id="6" name="Rectangle 5">
            <a:extLst>
              <a:ext uri="{FF2B5EF4-FFF2-40B4-BE49-F238E27FC236}">
                <a16:creationId xmlns:a16="http://schemas.microsoft.com/office/drawing/2014/main" id="{1D58E3DF-22F8-4C37-9B26-E76DF3BA1D45}"/>
              </a:ext>
            </a:extLst>
          </p:cNvPr>
          <p:cNvSpPr/>
          <p:nvPr userDrawn="1"/>
        </p:nvSpPr>
        <p:spPr>
          <a:xfrm>
            <a:off x="0" y="0"/>
            <a:ext cx="4738914" cy="990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70" name="CaixaDeTexto 4">
            <a:extLst>
              <a:ext uri="{FF2B5EF4-FFF2-40B4-BE49-F238E27FC236}">
                <a16:creationId xmlns:a16="http://schemas.microsoft.com/office/drawing/2014/main" id="{B62B5412-17EF-418D-8B6E-BF6ED9EC7C15}"/>
              </a:ext>
            </a:extLst>
          </p:cNvPr>
          <p:cNvSpPr txBox="1"/>
          <p:nvPr userDrawn="1"/>
        </p:nvSpPr>
        <p:spPr>
          <a:xfrm>
            <a:off x="375638" y="368602"/>
            <a:ext cx="3733609" cy="430887"/>
          </a:xfrm>
          <a:prstGeom prst="rect">
            <a:avLst/>
          </a:prstGeom>
        </p:spPr>
        <p:txBody>
          <a:bodyPr wrap="square" lIns="0" tIns="0" rIns="0" bIns="0" rtlCol="0">
            <a:spAutoFit/>
          </a:bodyPr>
          <a:lstStyle/>
          <a:p>
            <a:r>
              <a:rPr lang="pt-BR" sz="2800" err="1">
                <a:solidFill>
                  <a:srgbClr val="242424"/>
                </a:solidFill>
                <a:latin typeface="+mj-lt"/>
                <a:ea typeface="XP Light Lighthouse" pitchFamily="50" charset="0"/>
              </a:rPr>
              <a:t>Table</a:t>
            </a:r>
            <a:r>
              <a:rPr lang="pt-BR" sz="2800">
                <a:solidFill>
                  <a:srgbClr val="242424"/>
                </a:solidFill>
                <a:latin typeface="+mj-lt"/>
                <a:ea typeface="XP Light Lighthouse" pitchFamily="50" charset="0"/>
              </a:rPr>
              <a:t> </a:t>
            </a:r>
            <a:r>
              <a:rPr lang="pt-BR" sz="2800" err="1">
                <a:solidFill>
                  <a:srgbClr val="242424"/>
                </a:solidFill>
                <a:latin typeface="+mj-lt"/>
                <a:ea typeface="XP Light Lighthouse" pitchFamily="50" charset="0"/>
              </a:rPr>
              <a:t>of</a:t>
            </a:r>
            <a:r>
              <a:rPr lang="pt-BR" sz="2800">
                <a:solidFill>
                  <a:srgbClr val="242424"/>
                </a:solidFill>
                <a:latin typeface="+mj-lt"/>
                <a:ea typeface="XP Light Lighthouse" pitchFamily="50" charset="0"/>
              </a:rPr>
              <a:t> </a:t>
            </a:r>
            <a:r>
              <a:rPr lang="pt-BR" sz="2800" err="1">
                <a:solidFill>
                  <a:srgbClr val="242424"/>
                </a:solidFill>
                <a:latin typeface="+mj-lt"/>
                <a:ea typeface="XP Light Lighthouse" pitchFamily="50" charset="0"/>
              </a:rPr>
              <a:t>Contents</a:t>
            </a:r>
            <a:endParaRPr lang="pt-BR" sz="2800">
              <a:solidFill>
                <a:srgbClr val="242424"/>
              </a:solidFill>
              <a:latin typeface="+mj-lt"/>
              <a:ea typeface="XP Light Lighthouse" pitchFamily="50" charset="0"/>
            </a:endParaRPr>
          </a:p>
        </p:txBody>
      </p:sp>
      <p:sp>
        <p:nvSpPr>
          <p:cNvPr id="71" name="Espaço Reservado para Texto 6">
            <a:extLst>
              <a:ext uri="{FF2B5EF4-FFF2-40B4-BE49-F238E27FC236}">
                <a16:creationId xmlns:a16="http://schemas.microsoft.com/office/drawing/2014/main" id="{03A9C79B-A9AE-450D-ABDB-D007A473C085}"/>
              </a:ext>
            </a:extLst>
          </p:cNvPr>
          <p:cNvSpPr>
            <a:spLocks noGrp="1"/>
          </p:cNvSpPr>
          <p:nvPr>
            <p:ph type="body" sz="quarter" idx="17" hasCustomPrompt="1"/>
          </p:nvPr>
        </p:nvSpPr>
        <p:spPr>
          <a:xfrm>
            <a:off x="375638" y="115561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2" name="Espaço Reservado para Texto 6">
            <a:extLst>
              <a:ext uri="{FF2B5EF4-FFF2-40B4-BE49-F238E27FC236}">
                <a16:creationId xmlns:a16="http://schemas.microsoft.com/office/drawing/2014/main" id="{BDA9F1F2-ABC2-4D8D-8E95-0E8A4C2D295D}"/>
              </a:ext>
            </a:extLst>
          </p:cNvPr>
          <p:cNvSpPr>
            <a:spLocks noGrp="1"/>
          </p:cNvSpPr>
          <p:nvPr>
            <p:ph type="body" sz="quarter" idx="18" hasCustomPrompt="1"/>
          </p:nvPr>
        </p:nvSpPr>
        <p:spPr>
          <a:xfrm>
            <a:off x="375638" y="148583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3" name="Espaço Reservado para Texto 6">
            <a:extLst>
              <a:ext uri="{FF2B5EF4-FFF2-40B4-BE49-F238E27FC236}">
                <a16:creationId xmlns:a16="http://schemas.microsoft.com/office/drawing/2014/main" id="{0A91C08B-11B6-4949-955F-D55D9CBDCDD4}"/>
              </a:ext>
            </a:extLst>
          </p:cNvPr>
          <p:cNvSpPr>
            <a:spLocks noGrp="1"/>
          </p:cNvSpPr>
          <p:nvPr>
            <p:ph type="body" sz="quarter" idx="19" hasCustomPrompt="1"/>
          </p:nvPr>
        </p:nvSpPr>
        <p:spPr>
          <a:xfrm>
            <a:off x="375638" y="2139998"/>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4" name="Espaço Reservado para Texto 6">
            <a:extLst>
              <a:ext uri="{FF2B5EF4-FFF2-40B4-BE49-F238E27FC236}">
                <a16:creationId xmlns:a16="http://schemas.microsoft.com/office/drawing/2014/main" id="{61B220E4-8E3F-4CA0-815C-0FC23ECB015D}"/>
              </a:ext>
            </a:extLst>
          </p:cNvPr>
          <p:cNvSpPr>
            <a:spLocks noGrp="1"/>
          </p:cNvSpPr>
          <p:nvPr>
            <p:ph type="body" sz="quarter" idx="20" hasCustomPrompt="1"/>
          </p:nvPr>
        </p:nvSpPr>
        <p:spPr>
          <a:xfrm>
            <a:off x="375638" y="2470216"/>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5" name="Espaço Reservado para Texto 6">
            <a:extLst>
              <a:ext uri="{FF2B5EF4-FFF2-40B4-BE49-F238E27FC236}">
                <a16:creationId xmlns:a16="http://schemas.microsoft.com/office/drawing/2014/main" id="{55260DBC-11EE-4FC0-8B7C-0A2E6E95D846}"/>
              </a:ext>
            </a:extLst>
          </p:cNvPr>
          <p:cNvSpPr>
            <a:spLocks noGrp="1"/>
          </p:cNvSpPr>
          <p:nvPr>
            <p:ph type="body" sz="quarter" idx="21" hasCustomPrompt="1"/>
          </p:nvPr>
        </p:nvSpPr>
        <p:spPr>
          <a:xfrm>
            <a:off x="375638" y="31347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6" name="Espaço Reservado para Texto 6">
            <a:extLst>
              <a:ext uri="{FF2B5EF4-FFF2-40B4-BE49-F238E27FC236}">
                <a16:creationId xmlns:a16="http://schemas.microsoft.com/office/drawing/2014/main" id="{6E08F1B6-19EB-446F-A384-6FA55F237690}"/>
              </a:ext>
            </a:extLst>
          </p:cNvPr>
          <p:cNvSpPr>
            <a:spLocks noGrp="1"/>
          </p:cNvSpPr>
          <p:nvPr>
            <p:ph type="body" sz="quarter" idx="22" hasCustomPrompt="1"/>
          </p:nvPr>
        </p:nvSpPr>
        <p:spPr>
          <a:xfrm>
            <a:off x="375638" y="34650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7" name="Espaço Reservado para Texto 6">
            <a:extLst>
              <a:ext uri="{FF2B5EF4-FFF2-40B4-BE49-F238E27FC236}">
                <a16:creationId xmlns:a16="http://schemas.microsoft.com/office/drawing/2014/main" id="{91B87D7C-F3BF-4C21-A351-A0BDE3AC1780}"/>
              </a:ext>
            </a:extLst>
          </p:cNvPr>
          <p:cNvSpPr>
            <a:spLocks noGrp="1"/>
          </p:cNvSpPr>
          <p:nvPr>
            <p:ph type="body" sz="quarter" idx="23" hasCustomPrompt="1"/>
          </p:nvPr>
        </p:nvSpPr>
        <p:spPr>
          <a:xfrm>
            <a:off x="375638" y="411834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78" name="Espaço Reservado para Texto 6">
            <a:extLst>
              <a:ext uri="{FF2B5EF4-FFF2-40B4-BE49-F238E27FC236}">
                <a16:creationId xmlns:a16="http://schemas.microsoft.com/office/drawing/2014/main" id="{0AADF45C-FD67-4EA0-A19C-DFC61C6FDD41}"/>
              </a:ext>
            </a:extLst>
          </p:cNvPr>
          <p:cNvSpPr>
            <a:spLocks noGrp="1"/>
          </p:cNvSpPr>
          <p:nvPr>
            <p:ph type="body" sz="quarter" idx="24" hasCustomPrompt="1"/>
          </p:nvPr>
        </p:nvSpPr>
        <p:spPr>
          <a:xfrm>
            <a:off x="375638" y="444856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79" name="Espaço Reservado para Texto 6">
            <a:extLst>
              <a:ext uri="{FF2B5EF4-FFF2-40B4-BE49-F238E27FC236}">
                <a16:creationId xmlns:a16="http://schemas.microsoft.com/office/drawing/2014/main" id="{DBE90486-65C0-4DE3-B772-E75BDCB11A71}"/>
              </a:ext>
            </a:extLst>
          </p:cNvPr>
          <p:cNvSpPr>
            <a:spLocks noGrp="1"/>
          </p:cNvSpPr>
          <p:nvPr>
            <p:ph type="body" sz="quarter" idx="25" hasCustomPrompt="1"/>
          </p:nvPr>
        </p:nvSpPr>
        <p:spPr>
          <a:xfrm>
            <a:off x="375638" y="510189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0" name="Espaço Reservado para Texto 6">
            <a:extLst>
              <a:ext uri="{FF2B5EF4-FFF2-40B4-BE49-F238E27FC236}">
                <a16:creationId xmlns:a16="http://schemas.microsoft.com/office/drawing/2014/main" id="{1A800117-3D6E-41C0-87EE-163118B8A2E2}"/>
              </a:ext>
            </a:extLst>
          </p:cNvPr>
          <p:cNvSpPr>
            <a:spLocks noGrp="1"/>
          </p:cNvSpPr>
          <p:nvPr>
            <p:ph type="body" sz="quarter" idx="26" hasCustomPrompt="1"/>
          </p:nvPr>
        </p:nvSpPr>
        <p:spPr>
          <a:xfrm>
            <a:off x="375638" y="543211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2" name="Espaço Reservado para Texto 6">
            <a:extLst>
              <a:ext uri="{FF2B5EF4-FFF2-40B4-BE49-F238E27FC236}">
                <a16:creationId xmlns:a16="http://schemas.microsoft.com/office/drawing/2014/main" id="{55F89238-ABFA-4DE5-BEEE-C9A02D0C172F}"/>
              </a:ext>
            </a:extLst>
          </p:cNvPr>
          <p:cNvSpPr>
            <a:spLocks noGrp="1"/>
          </p:cNvSpPr>
          <p:nvPr>
            <p:ph type="body" sz="quarter" idx="27" hasCustomPrompt="1"/>
          </p:nvPr>
        </p:nvSpPr>
        <p:spPr>
          <a:xfrm>
            <a:off x="375638" y="610088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3" name="Espaço Reservado para Texto 6">
            <a:extLst>
              <a:ext uri="{FF2B5EF4-FFF2-40B4-BE49-F238E27FC236}">
                <a16:creationId xmlns:a16="http://schemas.microsoft.com/office/drawing/2014/main" id="{B576006F-5C63-4F83-A6A7-3A1D6518574B}"/>
              </a:ext>
            </a:extLst>
          </p:cNvPr>
          <p:cNvSpPr>
            <a:spLocks noGrp="1"/>
          </p:cNvSpPr>
          <p:nvPr>
            <p:ph type="body" sz="quarter" idx="28" hasCustomPrompt="1"/>
          </p:nvPr>
        </p:nvSpPr>
        <p:spPr>
          <a:xfrm>
            <a:off x="375638" y="643110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4" name="Espaço Reservado para Texto 6">
            <a:extLst>
              <a:ext uri="{FF2B5EF4-FFF2-40B4-BE49-F238E27FC236}">
                <a16:creationId xmlns:a16="http://schemas.microsoft.com/office/drawing/2014/main" id="{5BF4C252-6B86-4B48-9F78-8860636B44CF}"/>
              </a:ext>
            </a:extLst>
          </p:cNvPr>
          <p:cNvSpPr>
            <a:spLocks noGrp="1"/>
          </p:cNvSpPr>
          <p:nvPr>
            <p:ph type="body" sz="quarter" idx="29" hasCustomPrompt="1"/>
          </p:nvPr>
        </p:nvSpPr>
        <p:spPr>
          <a:xfrm>
            <a:off x="375638" y="7084432"/>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85" name="Espaço Reservado para Texto 6">
            <a:extLst>
              <a:ext uri="{FF2B5EF4-FFF2-40B4-BE49-F238E27FC236}">
                <a16:creationId xmlns:a16="http://schemas.microsoft.com/office/drawing/2014/main" id="{25455617-CBBE-4E5A-84C2-E57D5C8B9CAE}"/>
              </a:ext>
            </a:extLst>
          </p:cNvPr>
          <p:cNvSpPr>
            <a:spLocks noGrp="1"/>
          </p:cNvSpPr>
          <p:nvPr>
            <p:ph type="body" sz="quarter" idx="30" hasCustomPrompt="1"/>
          </p:nvPr>
        </p:nvSpPr>
        <p:spPr>
          <a:xfrm>
            <a:off x="375638" y="7414650"/>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sp>
        <p:nvSpPr>
          <p:cNvPr id="86" name="CaixaDeTexto 9">
            <a:extLst>
              <a:ext uri="{FF2B5EF4-FFF2-40B4-BE49-F238E27FC236}">
                <a16:creationId xmlns:a16="http://schemas.microsoft.com/office/drawing/2014/main" id="{50BF8A2C-093E-471E-8719-A576D404CF14}"/>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99" name="Espaço Reservado para Texto 6">
            <a:extLst>
              <a:ext uri="{FF2B5EF4-FFF2-40B4-BE49-F238E27FC236}">
                <a16:creationId xmlns:a16="http://schemas.microsoft.com/office/drawing/2014/main" id="{7B172628-B577-4AEB-B6C9-D0D032DB3544}"/>
              </a:ext>
            </a:extLst>
          </p:cNvPr>
          <p:cNvSpPr>
            <a:spLocks noGrp="1"/>
          </p:cNvSpPr>
          <p:nvPr>
            <p:ph type="body" sz="quarter" idx="31" hasCustomPrompt="1"/>
          </p:nvPr>
        </p:nvSpPr>
        <p:spPr>
          <a:xfrm>
            <a:off x="375638" y="8063396"/>
            <a:ext cx="3938623" cy="338554"/>
          </a:xfrm>
          <a:prstGeom prst="rect">
            <a:avLst/>
          </a:prstGeom>
        </p:spPr>
        <p:txBody>
          <a:bodyPr vert="horz" lIns="0" tIns="45720" rIns="91440" bIns="45720" rtlCol="0" anchor="t">
            <a:noAutofit/>
          </a:bodyPr>
          <a:lstStyle>
            <a:lvl1pPr algn="l">
              <a:defRPr lang="pt-BR" sz="2000" b="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Seção</a:t>
            </a:r>
          </a:p>
        </p:txBody>
      </p:sp>
      <p:sp>
        <p:nvSpPr>
          <p:cNvPr id="100" name="Espaço Reservado para Texto 6">
            <a:extLst>
              <a:ext uri="{FF2B5EF4-FFF2-40B4-BE49-F238E27FC236}">
                <a16:creationId xmlns:a16="http://schemas.microsoft.com/office/drawing/2014/main" id="{B20D4700-3F28-45FE-AD12-4DD7C836112A}"/>
              </a:ext>
            </a:extLst>
          </p:cNvPr>
          <p:cNvSpPr>
            <a:spLocks noGrp="1"/>
          </p:cNvSpPr>
          <p:nvPr>
            <p:ph type="body" sz="quarter" idx="32" hasCustomPrompt="1"/>
          </p:nvPr>
        </p:nvSpPr>
        <p:spPr>
          <a:xfrm>
            <a:off x="375638" y="8393614"/>
            <a:ext cx="3938623" cy="338554"/>
          </a:xfrm>
          <a:prstGeom prst="rect">
            <a:avLst/>
          </a:prstGeom>
        </p:spPr>
        <p:txBody>
          <a:bodyPr vert="horz" wrap="square" lIns="0" tIns="45720" rIns="91440" bIns="45720" rtlCol="0" anchor="t">
            <a:spAutoFit/>
          </a:bodyPr>
          <a:lstStyle>
            <a:lvl1pPr algn="l">
              <a:defRPr lang="pt-BR" sz="1600" b="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Inserir Título Seção</a:t>
            </a:r>
          </a:p>
        </p:txBody>
      </p:sp>
      <p:grpSp>
        <p:nvGrpSpPr>
          <p:cNvPr id="58" name="Group 57">
            <a:extLst>
              <a:ext uri="{FF2B5EF4-FFF2-40B4-BE49-F238E27FC236}">
                <a16:creationId xmlns:a16="http://schemas.microsoft.com/office/drawing/2014/main" id="{21EC4E3C-94FF-4DEE-BCA5-6C69C79BF726}"/>
              </a:ext>
            </a:extLst>
          </p:cNvPr>
          <p:cNvGrpSpPr/>
          <p:nvPr userDrawn="1"/>
        </p:nvGrpSpPr>
        <p:grpSpPr>
          <a:xfrm>
            <a:off x="0" y="8408987"/>
            <a:ext cx="6858000" cy="1497013"/>
            <a:chOff x="-2701533" y="4131759"/>
            <a:chExt cx="8821930" cy="2757656"/>
          </a:xfrm>
        </p:grpSpPr>
        <p:cxnSp>
          <p:nvCxnSpPr>
            <p:cNvPr id="59" name="Conector reto 7">
              <a:extLst>
                <a:ext uri="{FF2B5EF4-FFF2-40B4-BE49-F238E27FC236}">
                  <a16:creationId xmlns:a16="http://schemas.microsoft.com/office/drawing/2014/main" id="{36127AE7-5949-4D77-9612-72EB21196D4A}"/>
                </a:ext>
              </a:extLst>
            </p:cNvPr>
            <p:cNvCxnSpPr>
              <a:cxnSpLocks/>
            </p:cNvCxnSpPr>
            <p:nvPr userDrawn="1"/>
          </p:nvCxnSpPr>
          <p:spPr>
            <a:xfrm>
              <a:off x="-2701533" y="5750250"/>
              <a:ext cx="882193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Conector reto 2">
              <a:extLst>
                <a:ext uri="{FF2B5EF4-FFF2-40B4-BE49-F238E27FC236}">
                  <a16:creationId xmlns:a16="http://schemas.microsoft.com/office/drawing/2014/main" id="{4CE8B0B8-0AF5-462B-9CCC-6E9CFFF38D98}"/>
                </a:ext>
              </a:extLst>
            </p:cNvPr>
            <p:cNvCxnSpPr>
              <a:cxnSpLocks/>
            </p:cNvCxnSpPr>
            <p:nvPr userDrawn="1"/>
          </p:nvCxnSpPr>
          <p:spPr>
            <a:xfrm flipH="1">
              <a:off x="4033407" y="4131759"/>
              <a:ext cx="2086990" cy="275765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38" name="Freeform: Shape 37">
            <a:extLst>
              <a:ext uri="{FF2B5EF4-FFF2-40B4-BE49-F238E27FC236}">
                <a16:creationId xmlns:a16="http://schemas.microsoft.com/office/drawing/2014/main" id="{B095B632-657C-4580-8D60-6742FAE9328E}"/>
              </a:ext>
            </a:extLst>
          </p:cNvPr>
          <p:cNvSpPr/>
          <p:nvPr userDrawn="1"/>
        </p:nvSpPr>
        <p:spPr>
          <a:xfrm>
            <a:off x="381000" y="9526266"/>
            <a:ext cx="270465" cy="243970"/>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000000"/>
          </a:solidFill>
          <a:ln w="6350" cap="flat">
            <a:noFill/>
            <a:prstDash val="solid"/>
            <a:miter/>
          </a:ln>
        </p:spPr>
        <p:txBody>
          <a:bodyPr rtlCol="0" anchor="ctr"/>
          <a:lstStyle/>
          <a:p>
            <a:endParaRPr lang="en-US"/>
          </a:p>
        </p:txBody>
      </p:sp>
    </p:spTree>
    <p:extLst>
      <p:ext uri="{BB962C8B-B14F-4D97-AF65-F5344CB8AC3E}">
        <p14:creationId xmlns:p14="http://schemas.microsoft.com/office/powerpoint/2010/main" val="1536250919"/>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sória">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4004B1B-6C67-4C40-BA3A-400177C1EF88}"/>
              </a:ext>
            </a:extLst>
          </p:cNvPr>
          <p:cNvSpPr/>
          <p:nvPr userDrawn="1"/>
        </p:nvSpPr>
        <p:spPr>
          <a:xfrm>
            <a:off x="-1" y="0"/>
            <a:ext cx="6858001" cy="20034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5" name="Group 4">
            <a:extLst>
              <a:ext uri="{FF2B5EF4-FFF2-40B4-BE49-F238E27FC236}">
                <a16:creationId xmlns:a16="http://schemas.microsoft.com/office/drawing/2014/main" id="{F8C7BC6E-B42D-4416-8608-21682D8920A8}"/>
              </a:ext>
            </a:extLst>
          </p:cNvPr>
          <p:cNvGrpSpPr/>
          <p:nvPr userDrawn="1"/>
        </p:nvGrpSpPr>
        <p:grpSpPr>
          <a:xfrm>
            <a:off x="0" y="1188728"/>
            <a:ext cx="6858000" cy="8726315"/>
            <a:chOff x="0" y="-1859272"/>
            <a:chExt cx="6858000" cy="8726315"/>
          </a:xfrm>
        </p:grpSpPr>
        <p:sp>
          <p:nvSpPr>
            <p:cNvPr id="40" name="Rectangle 39">
              <a:extLst>
                <a:ext uri="{FF2B5EF4-FFF2-40B4-BE49-F238E27FC236}">
                  <a16:creationId xmlns:a16="http://schemas.microsoft.com/office/drawing/2014/main" id="{8213840C-2C06-4CAA-815E-6052211F6CA0}"/>
                </a:ext>
              </a:extLst>
            </p:cNvPr>
            <p:cNvSpPr/>
            <p:nvPr userDrawn="1"/>
          </p:nvSpPr>
          <p:spPr>
            <a:xfrm flipH="1" flipV="1">
              <a:off x="0" y="-1859272"/>
              <a:ext cx="6858000" cy="871727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pic>
          <p:nvPicPr>
            <p:cNvPr id="41" name="Picture 40" descr="A picture containing dark, night sky&#10;&#10;Description automatically generated">
              <a:extLst>
                <a:ext uri="{FF2B5EF4-FFF2-40B4-BE49-F238E27FC236}">
                  <a16:creationId xmlns:a16="http://schemas.microsoft.com/office/drawing/2014/main" id="{AACBCC8B-613D-4802-AE5F-7D7D5FE3F250}"/>
                </a:ext>
              </a:extLst>
            </p:cNvPr>
            <p:cNvPicPr>
              <a:picLocks noChangeAspect="1"/>
            </p:cNvPicPr>
            <p:nvPr userDrawn="1"/>
          </p:nvPicPr>
          <p:blipFill rotWithShape="1">
            <a:blip r:embed="rId3">
              <a:alphaModFix amt="49000"/>
            </a:blip>
            <a:srcRect l="11124"/>
            <a:stretch/>
          </p:blipFill>
          <p:spPr>
            <a:xfrm rot="16200000" flipV="1">
              <a:off x="-929638" y="-920592"/>
              <a:ext cx="8717273" cy="6857998"/>
            </a:xfrm>
            <a:prstGeom prst="rect">
              <a:avLst/>
            </a:prstGeom>
          </p:spPr>
        </p:pic>
      </p:gr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52" name="Group 51">
            <a:extLst>
              <a:ext uri="{FF2B5EF4-FFF2-40B4-BE49-F238E27FC236}">
                <a16:creationId xmlns:a16="http://schemas.microsoft.com/office/drawing/2014/main" id="{EC4BCA75-7F1B-481D-83B9-D8049585F325}"/>
              </a:ext>
            </a:extLst>
          </p:cNvPr>
          <p:cNvGrpSpPr/>
          <p:nvPr userDrawn="1"/>
        </p:nvGrpSpPr>
        <p:grpSpPr>
          <a:xfrm>
            <a:off x="390154" y="406178"/>
            <a:ext cx="1240285" cy="341910"/>
            <a:chOff x="2700591" y="2522601"/>
            <a:chExt cx="6428993" cy="1772284"/>
          </a:xfrm>
          <a:solidFill>
            <a:schemeClr val="accent6"/>
          </a:solidFill>
        </p:grpSpPr>
        <p:sp>
          <p:nvSpPr>
            <p:cNvPr id="53" name="Freeform: Shape 52">
              <a:extLst>
                <a:ext uri="{FF2B5EF4-FFF2-40B4-BE49-F238E27FC236}">
                  <a16:creationId xmlns:a16="http://schemas.microsoft.com/office/drawing/2014/main" id="{C0D7674D-49E8-4FD1-8EE6-775A8BFD963D}"/>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4" name="Graphic 20">
              <a:extLst>
                <a:ext uri="{FF2B5EF4-FFF2-40B4-BE49-F238E27FC236}">
                  <a16:creationId xmlns:a16="http://schemas.microsoft.com/office/drawing/2014/main" id="{6A9C8637-4BB5-4C3D-BB13-864B0F50ADAC}"/>
                </a:ext>
              </a:extLst>
            </p:cNvPr>
            <p:cNvGrpSpPr/>
            <p:nvPr/>
          </p:nvGrpSpPr>
          <p:grpSpPr>
            <a:xfrm>
              <a:off x="5034660" y="3339528"/>
              <a:ext cx="4094924" cy="747077"/>
              <a:chOff x="5034660" y="3339528"/>
              <a:chExt cx="4094924" cy="747077"/>
            </a:xfrm>
            <a:grpFill/>
          </p:grpSpPr>
          <p:sp>
            <p:nvSpPr>
              <p:cNvPr id="55" name="Freeform: Shape 54">
                <a:extLst>
                  <a:ext uri="{FF2B5EF4-FFF2-40B4-BE49-F238E27FC236}">
                    <a16:creationId xmlns:a16="http://schemas.microsoft.com/office/drawing/2014/main" id="{273D17AC-608D-476F-91F6-CBDB227934BC}"/>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9D56B08-E8EB-4273-9F75-1A42800FD143}"/>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0671906-27FC-42C4-A9E6-35A63345C057}"/>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9454B6E-7FD0-4912-A22A-33AE78094B3B}"/>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0AD0E05-3DF2-467D-BDF2-ED8EC44AA42A}"/>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6766A6D9-B62B-4E0B-8E9A-9861449C93B9}"/>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449AA0B-9870-42BD-AFAC-DE917DC4535C}"/>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219A594-2CF0-4BDD-8434-C0E75A7F1753}"/>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87" name="Rectangle 86">
            <a:extLst>
              <a:ext uri="{FF2B5EF4-FFF2-40B4-BE49-F238E27FC236}">
                <a16:creationId xmlns:a16="http://schemas.microsoft.com/office/drawing/2014/main" id="{07C5F37B-60FC-4C36-9DD3-0AB5A17A75AB}"/>
              </a:ext>
            </a:extLst>
          </p:cNvPr>
          <p:cNvSpPr/>
          <p:nvPr userDrawn="1"/>
        </p:nvSpPr>
        <p:spPr>
          <a:xfrm>
            <a:off x="4086054" y="0"/>
            <a:ext cx="2771946" cy="1188728"/>
          </a:xfrm>
          <a:custGeom>
            <a:avLst/>
            <a:gdLst>
              <a:gd name="connsiteX0" fmla="*/ 0 w 2771946"/>
              <a:gd name="connsiteY0" fmla="*/ 0 h 1188728"/>
              <a:gd name="connsiteX1" fmla="*/ 2771946 w 2771946"/>
              <a:gd name="connsiteY1" fmla="*/ 0 h 1188728"/>
              <a:gd name="connsiteX2" fmla="*/ 2771946 w 2771946"/>
              <a:gd name="connsiteY2" fmla="*/ 1188728 h 1188728"/>
              <a:gd name="connsiteX3" fmla="*/ 0 w 2771946"/>
              <a:gd name="connsiteY3" fmla="*/ 1188728 h 1188728"/>
              <a:gd name="connsiteX4" fmla="*/ 0 w 2771946"/>
              <a:gd name="connsiteY4" fmla="*/ 0 h 1188728"/>
              <a:gd name="connsiteX0" fmla="*/ 0 w 2771946"/>
              <a:gd name="connsiteY0" fmla="*/ 0 h 1188728"/>
              <a:gd name="connsiteX1" fmla="*/ 2771946 w 2771946"/>
              <a:gd name="connsiteY1" fmla="*/ 0 h 1188728"/>
              <a:gd name="connsiteX2" fmla="*/ 2771946 w 2771946"/>
              <a:gd name="connsiteY2" fmla="*/ 1188728 h 1188728"/>
              <a:gd name="connsiteX3" fmla="*/ 1104900 w 2771946"/>
              <a:gd name="connsiteY3" fmla="*/ 909328 h 1188728"/>
              <a:gd name="connsiteX4" fmla="*/ 0 w 2771946"/>
              <a:gd name="connsiteY4" fmla="*/ 0 h 1188728"/>
              <a:gd name="connsiteX0" fmla="*/ 0 w 2771946"/>
              <a:gd name="connsiteY0" fmla="*/ 0 h 1188728"/>
              <a:gd name="connsiteX1" fmla="*/ 2771946 w 2771946"/>
              <a:gd name="connsiteY1" fmla="*/ 0 h 1188728"/>
              <a:gd name="connsiteX2" fmla="*/ 2771946 w 2771946"/>
              <a:gd name="connsiteY2" fmla="*/ 1188728 h 1188728"/>
              <a:gd name="connsiteX3" fmla="*/ 971550 w 2771946"/>
              <a:gd name="connsiteY3" fmla="*/ 1188728 h 1188728"/>
              <a:gd name="connsiteX4" fmla="*/ 0 w 2771946"/>
              <a:gd name="connsiteY4" fmla="*/ 0 h 1188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946" h="1188728">
                <a:moveTo>
                  <a:pt x="0" y="0"/>
                </a:moveTo>
                <a:lnTo>
                  <a:pt x="2771946" y="0"/>
                </a:lnTo>
                <a:lnTo>
                  <a:pt x="2771946" y="1188728"/>
                </a:lnTo>
                <a:lnTo>
                  <a:pt x="971550" y="118872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grpSp>
        <p:nvGrpSpPr>
          <p:cNvPr id="68" name="Group 67">
            <a:extLst>
              <a:ext uri="{FF2B5EF4-FFF2-40B4-BE49-F238E27FC236}">
                <a16:creationId xmlns:a16="http://schemas.microsoft.com/office/drawing/2014/main" id="{17DB0CED-EB9B-40B9-950A-5942CEE89D15}"/>
              </a:ext>
            </a:extLst>
          </p:cNvPr>
          <p:cNvGrpSpPr/>
          <p:nvPr userDrawn="1"/>
        </p:nvGrpSpPr>
        <p:grpSpPr>
          <a:xfrm>
            <a:off x="0" y="0"/>
            <a:ext cx="6858000" cy="3415894"/>
            <a:chOff x="-2701533" y="4114034"/>
            <a:chExt cx="8821930" cy="4701783"/>
          </a:xfrm>
        </p:grpSpPr>
        <p:cxnSp>
          <p:nvCxnSpPr>
            <p:cNvPr id="69" name="Conector reto 7">
              <a:extLst>
                <a:ext uri="{FF2B5EF4-FFF2-40B4-BE49-F238E27FC236}">
                  <a16:creationId xmlns:a16="http://schemas.microsoft.com/office/drawing/2014/main" id="{7C215890-47CA-4535-A28E-F0D8639CAF52}"/>
                </a:ext>
              </a:extLst>
            </p:cNvPr>
            <p:cNvCxnSpPr>
              <a:cxnSpLocks/>
            </p:cNvCxnSpPr>
            <p:nvPr userDrawn="1"/>
          </p:nvCxnSpPr>
          <p:spPr>
            <a:xfrm>
              <a:off x="-2701533" y="5741510"/>
              <a:ext cx="882193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1" name="Conector reto 2">
              <a:extLst>
                <a:ext uri="{FF2B5EF4-FFF2-40B4-BE49-F238E27FC236}">
                  <a16:creationId xmlns:a16="http://schemas.microsoft.com/office/drawing/2014/main" id="{C9C6FAA6-86BF-4151-9C12-9A001DB12D56}"/>
                </a:ext>
              </a:extLst>
            </p:cNvPr>
            <p:cNvCxnSpPr>
              <a:cxnSpLocks/>
            </p:cNvCxnSpPr>
            <p:nvPr userDrawn="1"/>
          </p:nvCxnSpPr>
          <p:spPr>
            <a:xfrm flipH="1" flipV="1">
              <a:off x="2562094" y="4114034"/>
              <a:ext cx="3558302" cy="4701783"/>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88" name="CaixaDeTexto 9">
            <a:extLst>
              <a:ext uri="{FF2B5EF4-FFF2-40B4-BE49-F238E27FC236}">
                <a16:creationId xmlns:a16="http://schemas.microsoft.com/office/drawing/2014/main" id="{2FF21D72-7D65-4AA3-AE03-41BAE5375E8C}"/>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bg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89" name="Text Placeholder 40">
            <a:extLst>
              <a:ext uri="{FF2B5EF4-FFF2-40B4-BE49-F238E27FC236}">
                <a16:creationId xmlns:a16="http://schemas.microsoft.com/office/drawing/2014/main" id="{91D72DC1-72BB-4D90-888F-230C2490908D}"/>
              </a:ext>
            </a:extLst>
          </p:cNvPr>
          <p:cNvSpPr>
            <a:spLocks noGrp="1"/>
          </p:cNvSpPr>
          <p:nvPr>
            <p:ph type="body" sz="quarter" idx="11" hasCustomPrompt="1"/>
          </p:nvPr>
        </p:nvSpPr>
        <p:spPr>
          <a:xfrm>
            <a:off x="368299" y="1928155"/>
            <a:ext cx="5337375" cy="458908"/>
          </a:xfrm>
          <a:prstGeom prst="rect">
            <a:avLst/>
          </a:prstGeom>
          <a:noFill/>
          <a:effectLst/>
        </p:spPr>
        <p:txBody>
          <a:bodyPr wrap="square" lIns="0" tIns="0" rIns="0" bIns="0" rtlCol="0" anchor="t" anchorCtr="0">
            <a:noAutofit/>
          </a:bodyPr>
          <a:lstStyle>
            <a:lvl1pPr algn="l">
              <a:defRPr lang="en-US" sz="3200" b="0" i="0" dirty="0">
                <a:solidFill>
                  <a:schemeClr val="bg1"/>
                </a:solidFill>
                <a:latin typeface="+mj-lt"/>
                <a:ea typeface="XP Light" pitchFamily="50" charset="0"/>
                <a:cs typeface="Roboto" panose="02000000000000000000" pitchFamily="2" charset="0"/>
              </a:defRPr>
            </a:lvl1pPr>
          </a:lstStyle>
          <a:p>
            <a:pPr lvl="0" algn="ctr" defTabSz="914400">
              <a:lnSpc>
                <a:spcPct val="80000"/>
              </a:lnSpc>
              <a:spcBef>
                <a:spcPts val="1200"/>
              </a:spcBef>
            </a:pPr>
            <a:r>
              <a:rPr lang="pt-BR" noProof="0" err="1"/>
              <a:t>Edit</a:t>
            </a:r>
            <a:endParaRPr lang="pt-BR" noProof="0"/>
          </a:p>
        </p:txBody>
      </p:sp>
      <p:sp>
        <p:nvSpPr>
          <p:cNvPr id="90" name="Text Placeholder 40">
            <a:extLst>
              <a:ext uri="{FF2B5EF4-FFF2-40B4-BE49-F238E27FC236}">
                <a16:creationId xmlns:a16="http://schemas.microsoft.com/office/drawing/2014/main" id="{B7833D10-130C-44AA-A9F0-0C48CBA6D02C}"/>
              </a:ext>
            </a:extLst>
          </p:cNvPr>
          <p:cNvSpPr>
            <a:spLocks noGrp="1"/>
          </p:cNvSpPr>
          <p:nvPr>
            <p:ph type="body" sz="quarter" idx="12" hasCustomPrompt="1"/>
          </p:nvPr>
        </p:nvSpPr>
        <p:spPr>
          <a:xfrm>
            <a:off x="368300" y="1509004"/>
            <a:ext cx="3006272" cy="336050"/>
          </a:xfrm>
          <a:prstGeom prst="rect">
            <a:avLst/>
          </a:prstGeom>
          <a:noFill/>
          <a:effectLst/>
        </p:spPr>
        <p:txBody>
          <a:bodyPr wrap="none" lIns="0" tIns="0" rIns="0" bIns="0" rtlCol="0" anchor="ctr">
            <a:noAutofit/>
          </a:bodyPr>
          <a:lstStyle>
            <a:lvl1pPr algn="l">
              <a:defRPr lang="en-US" sz="1800" b="0" i="0" dirty="0">
                <a:solidFill>
                  <a:schemeClr val="accent2"/>
                </a:solidFill>
                <a:latin typeface="+mj-lt"/>
                <a:ea typeface="Roboto" panose="02000000000000000000" pitchFamily="2" charset="0"/>
                <a:cs typeface="Roboto" panose="02000000000000000000" pitchFamily="2" charset="0"/>
              </a:defRPr>
            </a:lvl1pPr>
          </a:lstStyle>
          <a:p>
            <a:pPr lvl="0" algn="ctr" defTabSz="914400">
              <a:lnSpc>
                <a:spcPct val="80000"/>
              </a:lnSpc>
              <a:spcBef>
                <a:spcPts val="1200"/>
              </a:spcBef>
            </a:pPr>
            <a:r>
              <a:rPr lang="pt-BR" noProof="0" err="1"/>
              <a:t>Section</a:t>
            </a:r>
            <a:endParaRPr lang="pt-BR" noProof="0"/>
          </a:p>
        </p:txBody>
      </p:sp>
    </p:spTree>
    <p:extLst>
      <p:ext uri="{BB962C8B-B14F-4D97-AF65-F5344CB8AC3E}">
        <p14:creationId xmlns:p14="http://schemas.microsoft.com/office/powerpoint/2010/main" val="3418005853"/>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 Gráfic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8335"/>
            <a:ext cx="6105737" cy="7668901"/>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971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Espaço Reservado para Texto 6">
            <a:extLst>
              <a:ext uri="{FF2B5EF4-FFF2-40B4-BE49-F238E27FC236}">
                <a16:creationId xmlns:a16="http://schemas.microsoft.com/office/drawing/2014/main" id="{63243072-4DA0-4C3A-B73A-671A2BEE8737}"/>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3" name="Espaço Reservado para Texto 6">
            <a:extLst>
              <a:ext uri="{FF2B5EF4-FFF2-40B4-BE49-F238E27FC236}">
                <a16:creationId xmlns:a16="http://schemas.microsoft.com/office/drawing/2014/main" id="{6194D149-E2F1-4BF9-A8EC-BA08D0C1D8BC}"/>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57639" y="438763"/>
            <a:ext cx="2532062"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1E1B3A26-6542-4CEA-BBE3-32346FA1DD36}" type="datetime4">
              <a:rPr lang="en-US" smtClean="0"/>
              <a:t>October 30, 2026</a:t>
            </a:fld>
            <a:endParaRPr lang="en-US"/>
          </a:p>
        </p:txBody>
      </p:sp>
    </p:spTree>
    <p:extLst>
      <p:ext uri="{BB962C8B-B14F-4D97-AF65-F5344CB8AC3E}">
        <p14:creationId xmlns:p14="http://schemas.microsoft.com/office/powerpoint/2010/main" val="135148730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2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8" y="1497015"/>
            <a:ext cx="6106871" cy="3948034"/>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610687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610687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36D3C0D4-4772-47D7-8E52-EDEF11C64EA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spaço Reservado para Texto 6">
            <a:extLst>
              <a:ext uri="{FF2B5EF4-FFF2-40B4-BE49-F238E27FC236}">
                <a16:creationId xmlns:a16="http://schemas.microsoft.com/office/drawing/2014/main" id="{F0727637-B56E-4C1E-9D50-4D5CB2A21C4F}"/>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37" name="Espaço Reservado para Texto 6">
            <a:extLst>
              <a:ext uri="{FF2B5EF4-FFF2-40B4-BE49-F238E27FC236}">
                <a16:creationId xmlns:a16="http://schemas.microsoft.com/office/drawing/2014/main" id="{6A52A1EC-A892-4253-A152-66B87248D94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4" name="Espaço Reservado para Texto 6">
            <a:extLst>
              <a:ext uri="{FF2B5EF4-FFF2-40B4-BE49-F238E27FC236}">
                <a16:creationId xmlns:a16="http://schemas.microsoft.com/office/drawing/2014/main" id="{7905309A-7F3E-4A7B-816E-100D4419AC95}"/>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F553351A-90B3-4CE5-942E-AE4248858838}"/>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26D06B62-BC9D-4B5D-A03B-6288F00247CA}" type="datetime4">
              <a:rPr lang="en-US" smtClean="0"/>
              <a:t>October 30, 2026</a:t>
            </a:fld>
            <a:endParaRPr lang="en-US"/>
          </a:p>
        </p:txBody>
      </p:sp>
    </p:spTree>
    <p:extLst>
      <p:ext uri="{BB962C8B-B14F-4D97-AF65-F5344CB8AC3E}">
        <p14:creationId xmlns:p14="http://schemas.microsoft.com/office/powerpoint/2010/main" val="1444610199"/>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7013"/>
            <a:ext cx="2923563" cy="261667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4581387"/>
            <a:ext cx="6119679" cy="2082010"/>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1836751"/>
            <a:ext cx="2965558" cy="227693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4292769"/>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1548134"/>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Text Placeholder 4">
            <a:extLst>
              <a:ext uri="{FF2B5EF4-FFF2-40B4-BE49-F238E27FC236}">
                <a16:creationId xmlns:a16="http://schemas.microsoft.com/office/drawing/2014/main" id="{92D80794-D9BD-4233-9669-1606A39695D6}"/>
              </a:ext>
            </a:extLst>
          </p:cNvPr>
          <p:cNvSpPr>
            <a:spLocks noGrp="1"/>
          </p:cNvSpPr>
          <p:nvPr>
            <p:ph type="body" sz="quarter" idx="29"/>
          </p:nvPr>
        </p:nvSpPr>
        <p:spPr>
          <a:xfrm>
            <a:off x="390154" y="6866857"/>
            <a:ext cx="2923563" cy="2584765"/>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A6CB413F-84EF-44DF-BD40-B9F876AF8DE8}"/>
              </a:ext>
            </a:extLst>
          </p:cNvPr>
          <p:cNvSpPr>
            <a:spLocks noGrp="1"/>
          </p:cNvSpPr>
          <p:nvPr>
            <p:ph sz="quarter" idx="30" hasCustomPrompt="1"/>
          </p:nvPr>
        </p:nvSpPr>
        <p:spPr>
          <a:xfrm>
            <a:off x="3544276" y="7190300"/>
            <a:ext cx="2965558" cy="226326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81B1184E-C2A9-4D89-B81A-04C67DFDFC84}"/>
              </a:ext>
            </a:extLst>
          </p:cNvPr>
          <p:cNvSpPr>
            <a:spLocks noGrp="1"/>
          </p:cNvSpPr>
          <p:nvPr>
            <p:ph sz="quarter" idx="31" hasCustomPrompt="1"/>
          </p:nvPr>
        </p:nvSpPr>
        <p:spPr>
          <a:xfrm>
            <a:off x="3560075" y="690168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3" name="Straight Connector 22">
            <a:extLst>
              <a:ext uri="{FF2B5EF4-FFF2-40B4-BE49-F238E27FC236}">
                <a16:creationId xmlns:a16="http://schemas.microsoft.com/office/drawing/2014/main" id="{15C7A86C-C2D3-4F3B-B362-92EDFEE558D4}"/>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Espaço Reservado para Texto 6">
            <a:extLst>
              <a:ext uri="{FF2B5EF4-FFF2-40B4-BE49-F238E27FC236}">
                <a16:creationId xmlns:a16="http://schemas.microsoft.com/office/drawing/2014/main" id="{667A78A2-6B0A-4B79-B91F-864FAEBDF306}"/>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8" name="Espaço Reservado para Texto 6">
            <a:extLst>
              <a:ext uri="{FF2B5EF4-FFF2-40B4-BE49-F238E27FC236}">
                <a16:creationId xmlns:a16="http://schemas.microsoft.com/office/drawing/2014/main" id="{C057AED6-8480-40FD-AA17-1DD8BA77D1B9}"/>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9" name="Espaço Reservado para Texto 6">
            <a:extLst>
              <a:ext uri="{FF2B5EF4-FFF2-40B4-BE49-F238E27FC236}">
                <a16:creationId xmlns:a16="http://schemas.microsoft.com/office/drawing/2014/main" id="{D8173AC5-D6F2-4007-9E85-9CC5D5ECAF90}"/>
              </a:ext>
            </a:extLst>
          </p:cNvPr>
          <p:cNvSpPr>
            <a:spLocks noGrp="1"/>
          </p:cNvSpPr>
          <p:nvPr>
            <p:ph type="body" sz="quarter" idx="32"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907C5A98-0307-4E77-A8F5-55605CF6F9F6}"/>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BA32DF43-8BA5-4475-8FD3-4601A36F173F}" type="datetime4">
              <a:rPr lang="en-US" smtClean="0"/>
              <a:t>October 30, 2026</a:t>
            </a:fld>
            <a:endParaRPr lang="en-US"/>
          </a:p>
        </p:txBody>
      </p:sp>
    </p:spTree>
    <p:extLst>
      <p:ext uri="{BB962C8B-B14F-4D97-AF65-F5344CB8AC3E}">
        <p14:creationId xmlns:p14="http://schemas.microsoft.com/office/powerpoint/2010/main" val="2898758139"/>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0" name="Text Placeholder 4">
            <a:extLst>
              <a:ext uri="{FF2B5EF4-FFF2-40B4-BE49-F238E27FC236}">
                <a16:creationId xmlns:a16="http://schemas.microsoft.com/office/drawing/2014/main" id="{49A1E59E-08DB-45E6-A0D5-7C78A54C869F}"/>
              </a:ext>
            </a:extLst>
          </p:cNvPr>
          <p:cNvSpPr>
            <a:spLocks noGrp="1"/>
          </p:cNvSpPr>
          <p:nvPr>
            <p:ph type="body" sz="quarter" idx="20"/>
          </p:nvPr>
        </p:nvSpPr>
        <p:spPr>
          <a:xfrm>
            <a:off x="382829" y="1497013"/>
            <a:ext cx="2923563" cy="4079539"/>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1" name="Espaço Reservado para Conteúdo 14">
            <a:extLst>
              <a:ext uri="{FF2B5EF4-FFF2-40B4-BE49-F238E27FC236}">
                <a16:creationId xmlns:a16="http://schemas.microsoft.com/office/drawing/2014/main" id="{85B528AB-0607-4A82-934E-C1C7106546B5}"/>
              </a:ext>
            </a:extLst>
          </p:cNvPr>
          <p:cNvSpPr>
            <a:spLocks noGrp="1"/>
          </p:cNvSpPr>
          <p:nvPr>
            <p:ph sz="quarter" idx="26" hasCustomPrompt="1"/>
          </p:nvPr>
        </p:nvSpPr>
        <p:spPr>
          <a:xfrm>
            <a:off x="3536951" y="1831799"/>
            <a:ext cx="2965558" cy="374475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2" name="Espaço Reservado para Conteúdo 14">
            <a:extLst>
              <a:ext uri="{FF2B5EF4-FFF2-40B4-BE49-F238E27FC236}">
                <a16:creationId xmlns:a16="http://schemas.microsoft.com/office/drawing/2014/main" id="{5294E6AB-735D-48F4-9AC8-EF3781FB2746}"/>
              </a:ext>
            </a:extLst>
          </p:cNvPr>
          <p:cNvSpPr>
            <a:spLocks noGrp="1"/>
          </p:cNvSpPr>
          <p:nvPr>
            <p:ph sz="quarter" idx="28" hasCustomPrompt="1"/>
          </p:nvPr>
        </p:nvSpPr>
        <p:spPr>
          <a:xfrm>
            <a:off x="3552750" y="1543180"/>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3" name="Espaço Reservado para Conteúdo 14">
            <a:extLst>
              <a:ext uri="{FF2B5EF4-FFF2-40B4-BE49-F238E27FC236}">
                <a16:creationId xmlns:a16="http://schemas.microsoft.com/office/drawing/2014/main" id="{6B9EB78B-FD20-4719-A056-235ADA20204A}"/>
              </a:ext>
            </a:extLst>
          </p:cNvPr>
          <p:cNvSpPr>
            <a:spLocks noGrp="1"/>
          </p:cNvSpPr>
          <p:nvPr>
            <p:ph sz="quarter" idx="25" hasCustomPrompt="1"/>
          </p:nvPr>
        </p:nvSpPr>
        <p:spPr>
          <a:xfrm>
            <a:off x="382829" y="6010940"/>
            <a:ext cx="6119679" cy="1466185"/>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378CEBA8-7472-47EB-BC4A-EA019A667AE5}"/>
              </a:ext>
            </a:extLst>
          </p:cNvPr>
          <p:cNvSpPr>
            <a:spLocks noGrp="1"/>
          </p:cNvSpPr>
          <p:nvPr>
            <p:ph sz="quarter" idx="27" hasCustomPrompt="1"/>
          </p:nvPr>
        </p:nvSpPr>
        <p:spPr>
          <a:xfrm>
            <a:off x="382829" y="5722322"/>
            <a:ext cx="6119679"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88102008-164E-4847-B70E-2DA2859EB5FA}"/>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1DAFB6F6-C902-48DE-A854-209EE1401B64}"/>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8" name="Espaço Reservado para Conteúdo 14">
            <a:extLst>
              <a:ext uri="{FF2B5EF4-FFF2-40B4-BE49-F238E27FC236}">
                <a16:creationId xmlns:a16="http://schemas.microsoft.com/office/drawing/2014/main" id="{B4F7A4B0-6A5B-48E7-93D0-A6438A15CF5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9" name="Espaço Reservado para Conteúdo 14">
            <a:extLst>
              <a:ext uri="{FF2B5EF4-FFF2-40B4-BE49-F238E27FC236}">
                <a16:creationId xmlns:a16="http://schemas.microsoft.com/office/drawing/2014/main" id="{C64B94EB-9494-4B55-92F4-166DEF48DB3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42" name="Straight Connector 41">
            <a:extLst>
              <a:ext uri="{FF2B5EF4-FFF2-40B4-BE49-F238E27FC236}">
                <a16:creationId xmlns:a16="http://schemas.microsoft.com/office/drawing/2014/main" id="{02558420-2316-4877-A0B8-02C6D7796F9F}"/>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Espaço Reservado para Texto 6">
            <a:extLst>
              <a:ext uri="{FF2B5EF4-FFF2-40B4-BE49-F238E27FC236}">
                <a16:creationId xmlns:a16="http://schemas.microsoft.com/office/drawing/2014/main" id="{E9006F28-0FC5-4C17-84E9-DDB1DE717662}"/>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19" name="Espaço Reservado para Texto 6">
            <a:extLst>
              <a:ext uri="{FF2B5EF4-FFF2-40B4-BE49-F238E27FC236}">
                <a16:creationId xmlns:a16="http://schemas.microsoft.com/office/drawing/2014/main" id="{840CD343-D27F-44CB-9F5D-7257A48DB76E}"/>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17" name="Espaço Reservado para Texto 6">
            <a:extLst>
              <a:ext uri="{FF2B5EF4-FFF2-40B4-BE49-F238E27FC236}">
                <a16:creationId xmlns:a16="http://schemas.microsoft.com/office/drawing/2014/main" id="{522774F4-0A02-4D7F-A169-A0935028BEB7}"/>
              </a:ext>
            </a:extLst>
          </p:cNvPr>
          <p:cNvSpPr>
            <a:spLocks noGrp="1"/>
          </p:cNvSpPr>
          <p:nvPr>
            <p:ph type="body" sz="quarter" idx="29"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41D27BDA-0B7B-4B7B-98DE-F04BF5B3804F}"/>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ABCEFA57-24E2-4E12-B928-ECFFB4B01751}" type="datetime4">
              <a:rPr lang="en-US" smtClean="0"/>
              <a:t>October 30, 2026</a:t>
            </a:fld>
            <a:endParaRPr lang="en-US"/>
          </a:p>
        </p:txBody>
      </p:sp>
    </p:spTree>
    <p:extLst>
      <p:ext uri="{BB962C8B-B14F-4D97-AF65-F5344CB8AC3E}">
        <p14:creationId xmlns:p14="http://schemas.microsoft.com/office/powerpoint/2010/main" val="3528610811"/>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5 Gráfico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500036"/>
            <a:ext cx="6063034" cy="2027390"/>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cxnSp>
        <p:nvCxnSpPr>
          <p:cNvPr id="3" name="Straight Connector 2">
            <a:extLst>
              <a:ext uri="{FF2B5EF4-FFF2-40B4-BE49-F238E27FC236}">
                <a16:creationId xmlns:a16="http://schemas.microsoft.com/office/drawing/2014/main" id="{2EDD6930-C0EE-4FA2-8633-016983CCBB57}"/>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82829" y="3937440"/>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6951" y="3937440"/>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82829" y="3648822"/>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52750" y="3648822"/>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5927315"/>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563869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0" name="Espaço Reservado para Texto 6">
            <a:extLst>
              <a:ext uri="{FF2B5EF4-FFF2-40B4-BE49-F238E27FC236}">
                <a16:creationId xmlns:a16="http://schemas.microsoft.com/office/drawing/2014/main" id="{91D8F271-5DD6-476D-87DF-62D9F494BA28}"/>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AF9F85D2-CE44-4122-A483-C9E0FDD6786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2" name="Espaço Reservado para Texto 6">
            <a:extLst>
              <a:ext uri="{FF2B5EF4-FFF2-40B4-BE49-F238E27FC236}">
                <a16:creationId xmlns:a16="http://schemas.microsoft.com/office/drawing/2014/main" id="{74EB01E9-4823-42ED-A528-F9EFE6F730DC}"/>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3" name="Date Placeholder 1">
            <a:extLst>
              <a:ext uri="{FF2B5EF4-FFF2-40B4-BE49-F238E27FC236}">
                <a16:creationId xmlns:a16="http://schemas.microsoft.com/office/drawing/2014/main" id="{8D52D738-8B55-415F-BAF5-54C848910AF7}"/>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8E78E96A-97EA-40E1-9634-EC934EC50977}" type="datetime4">
              <a:rPr lang="en-US" smtClean="0"/>
              <a:t>October 30, 2026</a:t>
            </a:fld>
            <a:endParaRPr lang="en-US"/>
          </a:p>
        </p:txBody>
      </p:sp>
    </p:spTree>
    <p:extLst>
      <p:ext uri="{BB962C8B-B14F-4D97-AF65-F5344CB8AC3E}">
        <p14:creationId xmlns:p14="http://schemas.microsoft.com/office/powerpoint/2010/main" val="780691441"/>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5 Gráficos v2">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53" name="Text Placeholder 4">
            <a:extLst>
              <a:ext uri="{FF2B5EF4-FFF2-40B4-BE49-F238E27FC236}">
                <a16:creationId xmlns:a16="http://schemas.microsoft.com/office/drawing/2014/main" id="{03A51246-6836-408F-ABF0-EEEEE8E00F14}"/>
              </a:ext>
            </a:extLst>
          </p:cNvPr>
          <p:cNvSpPr>
            <a:spLocks noGrp="1"/>
          </p:cNvSpPr>
          <p:nvPr>
            <p:ph type="body" sz="quarter" idx="20"/>
          </p:nvPr>
        </p:nvSpPr>
        <p:spPr>
          <a:xfrm>
            <a:off x="382829" y="1498177"/>
            <a:ext cx="6063034" cy="2029248"/>
          </a:xfrm>
          <a:prstGeom prst="rect">
            <a:avLst/>
          </a:prstGeom>
          <a:solidFill>
            <a:schemeClr val="bg1">
              <a:lumMod val="95000"/>
            </a:schemeClr>
          </a:solidFill>
        </p:spPr>
        <p:txBody>
          <a:bodyPr wrap="square" lIns="72000" tIns="72000" rIns="72000" bIns="72000" rtlCol="0">
            <a:noAutofit/>
          </a:bodyPr>
          <a:lstStyle>
            <a:lvl1pPr marL="0" marR="0" indent="0" algn="just" defTabSz="914400" rtl="0" eaLnBrk="1" fontAlgn="auto" latinLnBrk="0" hangingPunct="1">
              <a:lnSpc>
                <a:spcPct val="125000"/>
              </a:lnSpc>
              <a:spcBef>
                <a:spcPts val="600"/>
              </a:spcBef>
              <a:spcAft>
                <a:spcPts val="0"/>
              </a:spcAft>
              <a:buClrTx/>
              <a:buSzTx/>
              <a:buFont typeface="Arial" panose="020B0604020202020204" pitchFamily="34" charset="0"/>
              <a:buNone/>
              <a:tabLst/>
              <a:defRPr lang="en-US" sz="10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a:defRPr lang="en-US" sz="1800" smtClean="0">
                <a:solidFill>
                  <a:schemeClr val="tx1"/>
                </a:solidFill>
              </a:defRPr>
            </a:lvl2pPr>
            <a:lvl3pPr>
              <a:defRPr lang="en-US" sz="1800" smtClean="0">
                <a:solidFill>
                  <a:schemeClr val="tx1"/>
                </a:solidFill>
              </a:defRPr>
            </a:lvl3pPr>
            <a:lvl4pPr>
              <a:defRPr lang="en-US" sz="1800" smtClean="0">
                <a:solidFill>
                  <a:schemeClr val="tx1"/>
                </a:solidFill>
              </a:defRPr>
            </a:lvl4pPr>
            <a:lvl5pPr>
              <a:defRPr lang="en-US" sz="1800">
                <a:solidFill>
                  <a:schemeClr val="tx1"/>
                </a:solidFill>
              </a:defRPr>
            </a:lvl5pPr>
          </a:lstStyle>
          <a:p>
            <a:pPr lvl="0" defTabSz="914400"/>
            <a:r>
              <a:rPr lang="en-US"/>
              <a:t>Click to edit Master text styles</a:t>
            </a:r>
          </a:p>
        </p:txBody>
      </p:sp>
      <p:sp>
        <p:nvSpPr>
          <p:cNvPr id="27" name="Espaço Reservado para Conteúdo 14">
            <a:extLst>
              <a:ext uri="{FF2B5EF4-FFF2-40B4-BE49-F238E27FC236}">
                <a16:creationId xmlns:a16="http://schemas.microsoft.com/office/drawing/2014/main" id="{7459543B-5D1A-4593-B70A-B3031D0AB289}"/>
              </a:ext>
            </a:extLst>
          </p:cNvPr>
          <p:cNvSpPr>
            <a:spLocks noGrp="1"/>
          </p:cNvSpPr>
          <p:nvPr>
            <p:ph sz="quarter" idx="21" hasCustomPrompt="1"/>
          </p:nvPr>
        </p:nvSpPr>
        <p:spPr>
          <a:xfrm>
            <a:off x="382829" y="7896455"/>
            <a:ext cx="2938221"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8" name="Espaço Reservado para Conteúdo 14">
            <a:extLst>
              <a:ext uri="{FF2B5EF4-FFF2-40B4-BE49-F238E27FC236}">
                <a16:creationId xmlns:a16="http://schemas.microsoft.com/office/drawing/2014/main" id="{90F6C72D-8B37-43A2-8FA6-85DFDDE86A1B}"/>
              </a:ext>
            </a:extLst>
          </p:cNvPr>
          <p:cNvSpPr>
            <a:spLocks noGrp="1"/>
          </p:cNvSpPr>
          <p:nvPr>
            <p:ph sz="quarter" idx="22" hasCustomPrompt="1"/>
          </p:nvPr>
        </p:nvSpPr>
        <p:spPr>
          <a:xfrm>
            <a:off x="3536951" y="7896455"/>
            <a:ext cx="2965558" cy="1557108"/>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9" name="Espaço Reservado para Conteúdo 14">
            <a:extLst>
              <a:ext uri="{FF2B5EF4-FFF2-40B4-BE49-F238E27FC236}">
                <a16:creationId xmlns:a16="http://schemas.microsoft.com/office/drawing/2014/main" id="{F5CC7ACC-9FC6-43CE-AF39-B94FD98BF6E6}"/>
              </a:ext>
            </a:extLst>
          </p:cNvPr>
          <p:cNvSpPr>
            <a:spLocks noGrp="1"/>
          </p:cNvSpPr>
          <p:nvPr>
            <p:ph sz="quarter" idx="23" hasCustomPrompt="1"/>
          </p:nvPr>
        </p:nvSpPr>
        <p:spPr>
          <a:xfrm>
            <a:off x="382829" y="7607837"/>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0" name="Espaço Reservado para Conteúdo 14">
            <a:extLst>
              <a:ext uri="{FF2B5EF4-FFF2-40B4-BE49-F238E27FC236}">
                <a16:creationId xmlns:a16="http://schemas.microsoft.com/office/drawing/2014/main" id="{24118CA0-014C-422D-9DAA-777D7AB184F5}"/>
              </a:ext>
            </a:extLst>
          </p:cNvPr>
          <p:cNvSpPr>
            <a:spLocks noGrp="1"/>
          </p:cNvSpPr>
          <p:nvPr>
            <p:ph sz="quarter" idx="24" hasCustomPrompt="1"/>
          </p:nvPr>
        </p:nvSpPr>
        <p:spPr>
          <a:xfrm>
            <a:off x="3552750" y="7607837"/>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1" name="Espaço Reservado para Conteúdo 14">
            <a:extLst>
              <a:ext uri="{FF2B5EF4-FFF2-40B4-BE49-F238E27FC236}">
                <a16:creationId xmlns:a16="http://schemas.microsoft.com/office/drawing/2014/main" id="{B4A8E0CC-AF6D-4249-B907-8B90F14E6EEE}"/>
              </a:ext>
            </a:extLst>
          </p:cNvPr>
          <p:cNvSpPr>
            <a:spLocks noGrp="1"/>
          </p:cNvSpPr>
          <p:nvPr>
            <p:ph sz="quarter" idx="25" hasCustomPrompt="1"/>
          </p:nvPr>
        </p:nvSpPr>
        <p:spPr>
          <a:xfrm>
            <a:off x="377825" y="5908439"/>
            <a:ext cx="2938221"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2" name="Espaço Reservado para Conteúdo 14">
            <a:extLst>
              <a:ext uri="{FF2B5EF4-FFF2-40B4-BE49-F238E27FC236}">
                <a16:creationId xmlns:a16="http://schemas.microsoft.com/office/drawing/2014/main" id="{D196756B-2AE4-4A67-89B3-B66A7F1396F6}"/>
              </a:ext>
            </a:extLst>
          </p:cNvPr>
          <p:cNvSpPr>
            <a:spLocks noGrp="1"/>
          </p:cNvSpPr>
          <p:nvPr>
            <p:ph sz="quarter" idx="26" hasCustomPrompt="1"/>
          </p:nvPr>
        </p:nvSpPr>
        <p:spPr>
          <a:xfrm>
            <a:off x="3531947" y="5908439"/>
            <a:ext cx="2965558"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3" name="Espaço Reservado para Conteúdo 14">
            <a:extLst>
              <a:ext uri="{FF2B5EF4-FFF2-40B4-BE49-F238E27FC236}">
                <a16:creationId xmlns:a16="http://schemas.microsoft.com/office/drawing/2014/main" id="{B149349D-4017-411D-A6E4-6FA59E261E07}"/>
              </a:ext>
            </a:extLst>
          </p:cNvPr>
          <p:cNvSpPr>
            <a:spLocks noGrp="1"/>
          </p:cNvSpPr>
          <p:nvPr>
            <p:ph sz="quarter" idx="27" hasCustomPrompt="1"/>
          </p:nvPr>
        </p:nvSpPr>
        <p:spPr>
          <a:xfrm>
            <a:off x="377825" y="5619821"/>
            <a:ext cx="2938221"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4" name="Espaço Reservado para Conteúdo 14">
            <a:extLst>
              <a:ext uri="{FF2B5EF4-FFF2-40B4-BE49-F238E27FC236}">
                <a16:creationId xmlns:a16="http://schemas.microsoft.com/office/drawing/2014/main" id="{849E52CD-1DB8-4809-A80A-ECC086DFD60E}"/>
              </a:ext>
            </a:extLst>
          </p:cNvPr>
          <p:cNvSpPr>
            <a:spLocks noGrp="1"/>
          </p:cNvSpPr>
          <p:nvPr>
            <p:ph sz="quarter" idx="28" hasCustomPrompt="1"/>
          </p:nvPr>
        </p:nvSpPr>
        <p:spPr>
          <a:xfrm>
            <a:off x="3547746" y="5619821"/>
            <a:ext cx="294975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3929789"/>
            <a:ext cx="6105737" cy="1578834"/>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3641171"/>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2963342D-9AC4-4823-8A3D-FF9E5A6D35CE}" type="datetime4">
              <a:rPr lang="en-US" smtClean="0"/>
              <a:t>October 30, 2026</a:t>
            </a:fld>
            <a:endParaRPr lang="en-US"/>
          </a:p>
        </p:txBody>
      </p:sp>
    </p:spTree>
    <p:extLst>
      <p:ext uri="{BB962C8B-B14F-4D97-AF65-F5344CB8AC3E}">
        <p14:creationId xmlns:p14="http://schemas.microsoft.com/office/powerpoint/2010/main" val="3695832366"/>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hesis Charts">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35" name="Espaço Reservado para Conteúdo 14">
            <a:extLst>
              <a:ext uri="{FF2B5EF4-FFF2-40B4-BE49-F238E27FC236}">
                <a16:creationId xmlns:a16="http://schemas.microsoft.com/office/drawing/2014/main" id="{D8D9FAC2-6A16-4A54-B55B-FEED7719F70A}"/>
              </a:ext>
            </a:extLst>
          </p:cNvPr>
          <p:cNvSpPr>
            <a:spLocks noGrp="1"/>
          </p:cNvSpPr>
          <p:nvPr>
            <p:ph sz="quarter" idx="29" hasCustomPrompt="1"/>
          </p:nvPr>
        </p:nvSpPr>
        <p:spPr>
          <a:xfrm>
            <a:off x="382829"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ph sz="quarter" idx="30" hasCustomPrompt="1"/>
          </p:nvPr>
        </p:nvSpPr>
        <p:spPr>
          <a:xfrm>
            <a:off x="382829" y="1503277"/>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cxnSp>
        <p:nvCxnSpPr>
          <p:cNvPr id="22" name="Straight Connector 21">
            <a:extLst>
              <a:ext uri="{FF2B5EF4-FFF2-40B4-BE49-F238E27FC236}">
                <a16:creationId xmlns:a16="http://schemas.microsoft.com/office/drawing/2014/main" id="{014FD5D7-4E44-4DED-87A2-F5483B7E4A72}"/>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Espaço Reservado para Texto 6">
            <a:extLst>
              <a:ext uri="{FF2B5EF4-FFF2-40B4-BE49-F238E27FC236}">
                <a16:creationId xmlns:a16="http://schemas.microsoft.com/office/drawing/2014/main" id="{C5901B80-52C0-495B-B245-C86EC38FA663}"/>
              </a:ext>
            </a:extLst>
          </p:cNvPr>
          <p:cNvSpPr>
            <a:spLocks noGrp="1"/>
          </p:cNvSpPr>
          <p:nvPr>
            <p:ph type="body" sz="quarter" idx="16" hasCustomPrompt="1"/>
          </p:nvPr>
        </p:nvSpPr>
        <p:spPr>
          <a:xfrm>
            <a:off x="390153" y="814312"/>
            <a:ext cx="6099547" cy="262500"/>
          </a:xfrm>
          <a:prstGeom prst="rect">
            <a:avLst/>
          </a:prstGeom>
        </p:spPr>
        <p:txBody>
          <a:bodyPr lIns="0" tIns="0" rIns="0" bIns="0" anchor="t" anchorCtr="0"/>
          <a:lstStyle>
            <a:lvl1pPr>
              <a:defRPr lang="pt-BR" sz="1900" b="1" spc="0" dirty="0">
                <a:solidFill>
                  <a:schemeClr val="tx2"/>
                </a:solidFill>
                <a:latin typeface="Roboto" panose="02000000000000000000" pitchFamily="2" charset="0"/>
                <a:ea typeface="Roboto" panose="02000000000000000000" pitchFamily="2" charset="0"/>
                <a:cs typeface="Roboto" panose="02000000000000000000" pitchFamily="2" charset="0"/>
              </a:defRPr>
            </a:lvl1pPr>
          </a:lstStyle>
          <a:p>
            <a:pPr lvl="0"/>
            <a:r>
              <a:rPr lang="pt-BR"/>
              <a:t>EDITAR</a:t>
            </a:r>
          </a:p>
        </p:txBody>
      </p:sp>
      <p:sp>
        <p:nvSpPr>
          <p:cNvPr id="21" name="Espaço Reservado para Texto 6">
            <a:extLst>
              <a:ext uri="{FF2B5EF4-FFF2-40B4-BE49-F238E27FC236}">
                <a16:creationId xmlns:a16="http://schemas.microsoft.com/office/drawing/2014/main" id="{12A1DB4F-E711-4954-BA2E-C3355075992F}"/>
              </a:ext>
            </a:extLst>
          </p:cNvPr>
          <p:cNvSpPr>
            <a:spLocks noGrp="1"/>
          </p:cNvSpPr>
          <p:nvPr>
            <p:ph type="body" sz="quarter" idx="17" hasCustomPrompt="1"/>
          </p:nvPr>
        </p:nvSpPr>
        <p:spPr>
          <a:xfrm>
            <a:off x="390154" y="1119209"/>
            <a:ext cx="6099545" cy="304570"/>
          </a:xfrm>
          <a:prstGeom prst="rect">
            <a:avLst/>
          </a:prstGeom>
        </p:spPr>
        <p:txBody>
          <a:bodyPr vert="horz" lIns="0" tIns="0" rIns="0" bIns="0" rtlCol="0" anchor="t">
            <a:noAutofit/>
          </a:bodyPr>
          <a:lstStyle>
            <a:lvl1pPr>
              <a:defRPr lang="pt-BR" sz="1600" b="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stStyle>
          <a:p>
            <a:pPr lvl="0"/>
            <a:r>
              <a:rPr lang="pt-BR"/>
              <a:t>Clique para editar o texto mestre</a:t>
            </a:r>
          </a:p>
        </p:txBody>
      </p:sp>
      <p:sp>
        <p:nvSpPr>
          <p:cNvPr id="23" name="Espaço Reservado para Texto 6">
            <a:extLst>
              <a:ext uri="{FF2B5EF4-FFF2-40B4-BE49-F238E27FC236}">
                <a16:creationId xmlns:a16="http://schemas.microsoft.com/office/drawing/2014/main" id="{8578E20C-E30C-41E8-BD4E-471F9D9B43F9}"/>
              </a:ext>
            </a:extLst>
          </p:cNvPr>
          <p:cNvSpPr>
            <a:spLocks noGrp="1"/>
          </p:cNvSpPr>
          <p:nvPr>
            <p:ph type="body" sz="quarter" idx="31"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84279698-F9BC-4625-A621-E6BF3BDB9617}" type="datetime4">
              <a:rPr lang="en-US" smtClean="0"/>
              <a:t>October 30, 2026</a:t>
            </a:fld>
            <a:endParaRPr lang="en-US"/>
          </a:p>
        </p:txBody>
      </p:sp>
      <p:sp>
        <p:nvSpPr>
          <p:cNvPr id="19" name="Espaço Reservado para Conteúdo 14">
            <a:extLst>
              <a:ext uri="{FF2B5EF4-FFF2-40B4-BE49-F238E27FC236}">
                <a16:creationId xmlns:a16="http://schemas.microsoft.com/office/drawing/2014/main" id="{D23B7F16-8ADE-42C2-B1EE-5684155EC67C}"/>
              </a:ext>
            </a:extLst>
          </p:cNvPr>
          <p:cNvSpPr>
            <a:spLocks noGrp="1"/>
          </p:cNvSpPr>
          <p:nvPr>
            <p:ph sz="quarter" idx="32" hasCustomPrompt="1"/>
          </p:nvPr>
        </p:nvSpPr>
        <p:spPr>
          <a:xfrm>
            <a:off x="390153"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25" name="Espaço Reservado para Conteúdo 14">
            <a:extLst>
              <a:ext uri="{FF2B5EF4-FFF2-40B4-BE49-F238E27FC236}">
                <a16:creationId xmlns:a16="http://schemas.microsoft.com/office/drawing/2014/main" id="{8D21CE70-9138-4D56-899D-1BFC170ACCAA}"/>
              </a:ext>
            </a:extLst>
          </p:cNvPr>
          <p:cNvSpPr>
            <a:spLocks noGrp="1"/>
          </p:cNvSpPr>
          <p:nvPr>
            <p:ph sz="quarter" idx="33" hasCustomPrompt="1"/>
          </p:nvPr>
        </p:nvSpPr>
        <p:spPr>
          <a:xfrm>
            <a:off x="390153" y="3549543"/>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26" name="Espaço Reservado para Conteúdo 14">
            <a:extLst>
              <a:ext uri="{FF2B5EF4-FFF2-40B4-BE49-F238E27FC236}">
                <a16:creationId xmlns:a16="http://schemas.microsoft.com/office/drawing/2014/main" id="{DA0FF651-C1F8-494C-8441-58B8D108DFB0}"/>
              </a:ext>
            </a:extLst>
          </p:cNvPr>
          <p:cNvSpPr>
            <a:spLocks noGrp="1"/>
          </p:cNvSpPr>
          <p:nvPr>
            <p:ph sz="quarter" idx="34" hasCustomPrompt="1"/>
          </p:nvPr>
        </p:nvSpPr>
        <p:spPr>
          <a:xfrm>
            <a:off x="390153"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7" name="Espaço Reservado para Conteúdo 14">
            <a:extLst>
              <a:ext uri="{FF2B5EF4-FFF2-40B4-BE49-F238E27FC236}">
                <a16:creationId xmlns:a16="http://schemas.microsoft.com/office/drawing/2014/main" id="{EA6A1D37-C00C-4212-9602-D8F29782C38B}"/>
              </a:ext>
            </a:extLst>
          </p:cNvPr>
          <p:cNvSpPr>
            <a:spLocks noGrp="1"/>
          </p:cNvSpPr>
          <p:nvPr>
            <p:ph sz="quarter" idx="35" hasCustomPrompt="1"/>
          </p:nvPr>
        </p:nvSpPr>
        <p:spPr>
          <a:xfrm>
            <a:off x="390153" y="5553412"/>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38" name="Espaço Reservado para Conteúdo 14">
            <a:extLst>
              <a:ext uri="{FF2B5EF4-FFF2-40B4-BE49-F238E27FC236}">
                <a16:creationId xmlns:a16="http://schemas.microsoft.com/office/drawing/2014/main" id="{9BD0D569-187E-435F-84F7-4A907AB05F06}"/>
              </a:ext>
            </a:extLst>
          </p:cNvPr>
          <p:cNvSpPr>
            <a:spLocks noGrp="1"/>
          </p:cNvSpPr>
          <p:nvPr>
            <p:ph sz="quarter" idx="36" hasCustomPrompt="1"/>
          </p:nvPr>
        </p:nvSpPr>
        <p:spPr>
          <a:xfrm>
            <a:off x="397477"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39" name="Espaço Reservado para Conteúdo 14">
            <a:extLst>
              <a:ext uri="{FF2B5EF4-FFF2-40B4-BE49-F238E27FC236}">
                <a16:creationId xmlns:a16="http://schemas.microsoft.com/office/drawing/2014/main" id="{BD578F19-77CA-4807-93D6-DF0C8142271F}"/>
              </a:ext>
            </a:extLst>
          </p:cNvPr>
          <p:cNvSpPr>
            <a:spLocks noGrp="1"/>
          </p:cNvSpPr>
          <p:nvPr>
            <p:ph sz="quarter" idx="37" hasCustomPrompt="1"/>
          </p:nvPr>
        </p:nvSpPr>
        <p:spPr>
          <a:xfrm>
            <a:off x="397477" y="7599678"/>
            <a:ext cx="6099547"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Clique para editar o texto mestre</a:t>
            </a:r>
          </a:p>
        </p:txBody>
      </p:sp>
      <p:sp>
        <p:nvSpPr>
          <p:cNvPr id="40" name="Espaço Reservado para Conteúdo 14">
            <a:extLst>
              <a:ext uri="{FF2B5EF4-FFF2-40B4-BE49-F238E27FC236}">
                <a16:creationId xmlns:a16="http://schemas.microsoft.com/office/drawing/2014/main" id="{008E7608-0ADC-4C74-A591-69DB8C22030C}"/>
              </a:ext>
            </a:extLst>
          </p:cNvPr>
          <p:cNvSpPr>
            <a:spLocks noGrp="1"/>
          </p:cNvSpPr>
          <p:nvPr>
            <p:ph sz="quarter" idx="38" hasCustomPrompt="1"/>
          </p:nvPr>
        </p:nvSpPr>
        <p:spPr>
          <a:xfrm>
            <a:off x="3536952" y="1791895"/>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1" name="Espaço Reservado para Conteúdo 14">
            <a:extLst>
              <a:ext uri="{FF2B5EF4-FFF2-40B4-BE49-F238E27FC236}">
                <a16:creationId xmlns:a16="http://schemas.microsoft.com/office/drawing/2014/main" id="{34DA8105-E242-4DA6-910E-D486433DF87A}"/>
              </a:ext>
            </a:extLst>
          </p:cNvPr>
          <p:cNvSpPr>
            <a:spLocks noGrp="1"/>
          </p:cNvSpPr>
          <p:nvPr>
            <p:ph sz="quarter" idx="39" hasCustomPrompt="1"/>
          </p:nvPr>
        </p:nvSpPr>
        <p:spPr>
          <a:xfrm>
            <a:off x="3544276" y="3838161"/>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2" name="Espaço Reservado para Conteúdo 14">
            <a:extLst>
              <a:ext uri="{FF2B5EF4-FFF2-40B4-BE49-F238E27FC236}">
                <a16:creationId xmlns:a16="http://schemas.microsoft.com/office/drawing/2014/main" id="{581288D2-722F-44A9-937B-2A51CBC81940}"/>
              </a:ext>
            </a:extLst>
          </p:cNvPr>
          <p:cNvSpPr>
            <a:spLocks noGrp="1"/>
          </p:cNvSpPr>
          <p:nvPr>
            <p:ph sz="quarter" idx="40" hasCustomPrompt="1"/>
          </p:nvPr>
        </p:nvSpPr>
        <p:spPr>
          <a:xfrm>
            <a:off x="3544276" y="5842030"/>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
        <p:nvSpPr>
          <p:cNvPr id="43" name="Espaço Reservado para Conteúdo 14">
            <a:extLst>
              <a:ext uri="{FF2B5EF4-FFF2-40B4-BE49-F238E27FC236}">
                <a16:creationId xmlns:a16="http://schemas.microsoft.com/office/drawing/2014/main" id="{0A7E3758-611C-4779-8E92-7476EE614506}"/>
              </a:ext>
            </a:extLst>
          </p:cNvPr>
          <p:cNvSpPr>
            <a:spLocks noGrp="1"/>
          </p:cNvSpPr>
          <p:nvPr>
            <p:ph sz="quarter" idx="41" hasCustomPrompt="1"/>
          </p:nvPr>
        </p:nvSpPr>
        <p:spPr>
          <a:xfrm>
            <a:off x="3551600" y="7888296"/>
            <a:ext cx="2923573" cy="1565267"/>
          </a:xfrm>
          <a:prstGeom prst="rect">
            <a:avLst/>
          </a:prstGeom>
        </p:spPr>
        <p:txBody>
          <a:bodyPr lIns="0">
            <a:noAutofit/>
          </a:bodyPr>
          <a:lstStyle>
            <a:lvl1pPr marL="0" indent="0" algn="just">
              <a:lnSpc>
                <a:spcPct val="100000"/>
              </a:lnSpc>
              <a:spcBef>
                <a:spcPts val="0"/>
              </a:spcBef>
              <a:buFont typeface="Arial" panose="020B0604020202020204" pitchFamily="34" charset="0"/>
              <a:buNone/>
              <a:defRPr sz="1000" b="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135000" indent="135000">
              <a:lnSpc>
                <a:spcPct val="100000"/>
              </a:lnSpc>
              <a:spcBef>
                <a:spcPts val="900"/>
              </a:spcBef>
              <a:defRPr sz="825" b="0">
                <a:solidFill>
                  <a:schemeClr val="accent6"/>
                </a:solidFill>
              </a:defRPr>
            </a:lvl2pPr>
            <a:lvl3pPr>
              <a:defRPr sz="900">
                <a:solidFill>
                  <a:schemeClr val="accent6"/>
                </a:solidFill>
              </a:defRPr>
            </a:lvl3pPr>
            <a:lvl4pPr>
              <a:defRPr sz="825">
                <a:solidFill>
                  <a:schemeClr val="accent6"/>
                </a:solidFill>
              </a:defRPr>
            </a:lvl4pPr>
            <a:lvl5pPr>
              <a:defRPr sz="825">
                <a:solidFill>
                  <a:schemeClr val="accent6"/>
                </a:solidFill>
              </a:defRPr>
            </a:lvl5pPr>
          </a:lstStyle>
          <a:p>
            <a:pPr lvl="0"/>
            <a:r>
              <a:rPr lang="pt-BR"/>
              <a:t>Clique para editar o texto mestre</a:t>
            </a:r>
          </a:p>
        </p:txBody>
      </p:sp>
    </p:spTree>
    <p:extLst>
      <p:ext uri="{BB962C8B-B14F-4D97-AF65-F5344CB8AC3E}">
        <p14:creationId xmlns:p14="http://schemas.microsoft.com/office/powerpoint/2010/main" val="2437569097"/>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Disclaimer">
    <p:bg>
      <p:bgPr>
        <a:solidFill>
          <a:schemeClr val="bg1"/>
        </a:solidFill>
        <a:effectLst/>
      </p:bgPr>
    </p:bg>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3B476172-FCCC-4217-B659-E252FC48877E}"/>
              </a:ext>
            </a:extLst>
          </p:cNvPr>
          <p:cNvSpPr txBox="1"/>
          <p:nvPr userDrawn="1"/>
        </p:nvSpPr>
        <p:spPr>
          <a:xfrm>
            <a:off x="390153" y="814312"/>
            <a:ext cx="6099546" cy="263149"/>
          </a:xfrm>
          <a:prstGeom prst="rect">
            <a:avLst/>
          </a:prstGeom>
        </p:spPr>
        <p:txBody>
          <a:bodyPr lIns="0" tIns="0" rIns="0" bIns="0" anchor="t" anchorCtr="0">
            <a:spAutoFit/>
          </a:bodyPr>
          <a:lstStyle>
            <a:lvl1pPr lvl="0" indent="0" defTabSz="385767">
              <a:lnSpc>
                <a:spcPct val="90000"/>
              </a:lnSpc>
              <a:spcBef>
                <a:spcPts val="422"/>
              </a:spcBef>
              <a:buFont typeface="Arial" panose="020B0604020202020204" pitchFamily="34" charset="0"/>
              <a:buNone/>
              <a:defRPr sz="1900" b="1" spc="0">
                <a:solidFill>
                  <a:schemeClr val="tx2"/>
                </a:solidFill>
                <a:latin typeface="Roboto" panose="02000000000000000000" pitchFamily="2" charset="0"/>
                <a:ea typeface="Roboto" panose="02000000000000000000" pitchFamily="2" charset="0"/>
                <a:cs typeface="Roboto" panose="02000000000000000000" pitchFamily="2" charset="0"/>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Disclaimer</a:t>
            </a:r>
          </a:p>
        </p:txBody>
      </p:sp>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cxnSp>
        <p:nvCxnSpPr>
          <p:cNvPr id="22" name="Straight Connector 21">
            <a:extLst>
              <a:ext uri="{FF2B5EF4-FFF2-40B4-BE49-F238E27FC236}">
                <a16:creationId xmlns:a16="http://schemas.microsoft.com/office/drawing/2014/main" id="{66D21A7D-7928-4237-874A-A5ECB2674181}"/>
              </a:ext>
            </a:extLst>
          </p:cNvPr>
          <p:cNvCxnSpPr/>
          <p:nvPr userDrawn="1"/>
        </p:nvCxnSpPr>
        <p:spPr>
          <a:xfrm>
            <a:off x="390154" y="734469"/>
            <a:ext cx="6099546"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Espaço Reservado para Texto 6">
            <a:extLst>
              <a:ext uri="{FF2B5EF4-FFF2-40B4-BE49-F238E27FC236}">
                <a16:creationId xmlns:a16="http://schemas.microsoft.com/office/drawing/2014/main" id="{2B30E5FD-9051-4E1E-8485-CF615FEFF1FB}"/>
              </a:ext>
            </a:extLst>
          </p:cNvPr>
          <p:cNvSpPr>
            <a:spLocks noGrp="1"/>
          </p:cNvSpPr>
          <p:nvPr>
            <p:ph type="body" sz="quarter" idx="26" hasCustomPrompt="1"/>
          </p:nvPr>
        </p:nvSpPr>
        <p:spPr>
          <a:xfrm>
            <a:off x="1021910" y="9548813"/>
            <a:ext cx="5251889" cy="197643"/>
          </a:xfrm>
          <a:prstGeom prst="rect">
            <a:avLst/>
          </a:prstGeom>
        </p:spPr>
        <p:txBody>
          <a:bodyPr vert="horz" lIns="0" tIns="0" rIns="0" bIns="0" rtlCol="0" anchor="ctr" anchorCtr="0">
            <a:noAutofit/>
          </a:bodyPr>
          <a:lstStyle>
            <a:lvl1pPr algn="l">
              <a:defRPr lang="pt-BR" sz="700" b="0">
                <a:solidFill>
                  <a:schemeClr val="tx1"/>
                </a:solidFill>
                <a:latin typeface="Roboto" panose="02000000000000000000" pitchFamily="2" charset="0"/>
                <a:ea typeface="Roboto" panose="02000000000000000000" pitchFamily="2" charset="0"/>
                <a:cs typeface="Roboto" panose="02000000000000000000" pitchFamily="2" charset="0"/>
              </a:defRPr>
            </a:lvl1pPr>
          </a:lstStyle>
          <a:p>
            <a:pPr lvl="0"/>
            <a:r>
              <a:rPr lang="pt-BR"/>
              <a:t>Fonte:  XXX, XXX, XXX | Notas: (1) XXX; (2) XXX; (3) XXX</a:t>
            </a:r>
            <a:endParaRPr lang="pt-BR" err="1"/>
          </a:p>
        </p:txBody>
      </p:sp>
      <p:sp>
        <p:nvSpPr>
          <p:cNvPr id="15" name="Date Placeholder 1">
            <a:extLst>
              <a:ext uri="{FF2B5EF4-FFF2-40B4-BE49-F238E27FC236}">
                <a16:creationId xmlns:a16="http://schemas.microsoft.com/office/drawing/2014/main" id="{CEDF22C0-1511-410D-B4C2-53B4E4FE64CB}"/>
              </a:ext>
            </a:extLst>
          </p:cNvPr>
          <p:cNvSpPr>
            <a:spLocks noGrp="1"/>
          </p:cNvSpPr>
          <p:nvPr>
            <p:ph type="dt" sz="half" idx="2"/>
          </p:nvPr>
        </p:nvSpPr>
        <p:spPr>
          <a:xfrm>
            <a:off x="3971925" y="438763"/>
            <a:ext cx="2517775"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1C7D211C-9CD6-424F-BF2F-87E5613BBD60}" type="datetime4">
              <a:rPr lang="en-US" smtClean="0"/>
              <a:t>October 30, 2026</a:t>
            </a:fld>
            <a:endParaRPr lang="en-US"/>
          </a:p>
        </p:txBody>
      </p:sp>
      <p:sp>
        <p:nvSpPr>
          <p:cNvPr id="2" name="TextBox 1">
            <a:extLst>
              <a:ext uri="{FF2B5EF4-FFF2-40B4-BE49-F238E27FC236}">
                <a16:creationId xmlns:a16="http://schemas.microsoft.com/office/drawing/2014/main" id="{52F95B42-1FBA-401A-8214-0A1239E090A4}"/>
              </a:ext>
            </a:extLst>
          </p:cNvPr>
          <p:cNvSpPr txBox="1"/>
          <p:nvPr userDrawn="1"/>
        </p:nvSpPr>
        <p:spPr>
          <a:xfrm>
            <a:off x="390153" y="1099025"/>
            <a:ext cx="6099546" cy="7652801"/>
          </a:xfrm>
          <a:prstGeom prst="rect">
            <a:avLst/>
          </a:prstGeom>
        </p:spPr>
        <p:txBody>
          <a:bodyPr lIns="0" tIns="0" rIns="0" bIns="0">
            <a:spAutoFit/>
          </a:bodyPr>
          <a:lstStyle>
            <a:lvl1pPr indent="0" defTabSz="385767">
              <a:lnSpc>
                <a:spcPct val="90000"/>
              </a:lnSpc>
              <a:spcBef>
                <a:spcPts val="422"/>
              </a:spcBef>
              <a:buFont typeface="Arial" panose="020B0604020202020204" pitchFamily="34" charset="0"/>
              <a:buNone/>
              <a:defRPr sz="730">
                <a:solidFill>
                  <a:schemeClr val="tx2"/>
                </a:solidFill>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pPr lvl="0"/>
            <a:r>
              <a:rPr lang="en-US"/>
              <a:t>1) This report was prepared by XP Investimentos CCTVM S.A. ("XP Investimentos or XP") according to the requirements provided in CVM Resolution 20/2021 and aims to provide information that can help the investors make their own investment decisions, and does not constitute any kind of offer or purchase request and/or sale of any product. The information contained in this report is considered valid on the date of disclosure and has been obtained from public sources. XP Investimentos is not liable for any decisions made by the customer based on this report. 			</a:t>
            </a:r>
          </a:p>
          <a:p>
            <a:pPr lvl="0"/>
            <a:r>
              <a:rPr lang="en-US"/>
              <a:t>2) This report was prepared considering the product risk classification in order to generate allocation results for each investor profile. 			</a:t>
            </a:r>
          </a:p>
          <a:p>
            <a:pPr lvl="0"/>
            <a:r>
              <a:rPr lang="en-US"/>
              <a:t>3) The signatory of this report declare that the recommendations reflect solely and exclusively their personal analyses and opinions, which have been produced independently, including in relation to XP Investimentos and which are subject to modifications without notice due to changes in market conditions, and that their remuneration are indirectly affected by revenue from business and financial transactions carried out by XP Investimentos. </a:t>
            </a:r>
          </a:p>
          <a:p>
            <a:pPr lvl="0"/>
            <a:endParaRPr lang="en-US"/>
          </a:p>
          <a:p>
            <a:pPr lvl="0"/>
            <a:r>
              <a:rPr lang="en-US"/>
              <a:t>4) The analyst responsible for the content of this report and the compliance with CVM Resolution 20/2021 is indicated above, and, in the event of an indication of another analyst in the report, the person responsible will be the first accredited analyst to be mentioned in Report. 				</a:t>
            </a:r>
          </a:p>
          <a:p>
            <a:pPr lvl="0"/>
            <a:r>
              <a:rPr lang="en-US"/>
              <a:t>5) XP Investimentos’ analysts are obligated to comply with all the rules laid down in the APIMEC’s conduct code for the securities analyst and XP Investimentos’ analyst of securities conduct policy. </a:t>
            </a:r>
          </a:p>
          <a:p>
            <a:pPr lvl="0"/>
            <a:r>
              <a:rPr lang="en-US"/>
              <a:t>			</a:t>
            </a:r>
          </a:p>
          <a:p>
            <a:pPr lvl="0"/>
            <a:r>
              <a:rPr lang="en-US"/>
              <a:t>6) Customer service is carried out by XP Investimentos employees or by autonomous investment agents who perform their activities through XP, in accordance with CVM Resolution 16/2021, which are registered in the national association of brokers and distributors of securities (“ANCORD”). The autonomous agent of investment may not provide consulting, administration or management of customer net worth, and must act as an intermediary and request prior authorization from the client for the realization of any operation in the capital market. 	</a:t>
            </a:r>
          </a:p>
          <a:p>
            <a:pPr lvl="0"/>
            <a:r>
              <a:rPr lang="en-US"/>
              <a:t>			</a:t>
            </a:r>
          </a:p>
          <a:p>
            <a:pPr lvl="0"/>
            <a:r>
              <a:rPr lang="en-US"/>
              <a:t>7) The products presented in this report may not be suitable for all types of customer. Before making any decisions, customers should ensure that the products presented are suitable for their investor profile. This material does not suggest any change of portfolio, but only guidance on products suitable to a certain investor profile. 	</a:t>
            </a:r>
          </a:p>
          <a:p>
            <a:pPr lvl="0"/>
            <a:endParaRPr lang="en-US"/>
          </a:p>
          <a:p>
            <a:pPr lvl="0"/>
            <a:r>
              <a:rPr lang="en-US"/>
              <a:t>8) The profitability of financial products may present variations and their price or value may increase or decrease in a short period of time. Past performance is not necessarily indicative of future results. Performance disclosed is not net of any applicable taxes. The information present in this material is based on simulations and the actual results may be significantly different. 		</a:t>
            </a:r>
          </a:p>
          <a:p>
            <a:pPr lvl="0"/>
            <a:endParaRPr lang="en-US"/>
          </a:p>
          <a:p>
            <a:pPr lvl="0"/>
            <a:r>
              <a:rPr lang="en-US"/>
              <a:t>9) This report is intended exclusively for to the XP Investimentos’ network, including independent XP agents and XP customers, and may also be released on XP’s website. It is prohibited to reproduce or redistribute this report to any person, in whole or in part, whatever the purpose, without the prior express consent of XP Investimentos. 	</a:t>
            </a:r>
          </a:p>
          <a:p>
            <a:pPr lvl="0"/>
            <a:endParaRPr lang="en-US"/>
          </a:p>
          <a:p>
            <a:pPr lvl="0"/>
            <a:r>
              <a:rPr lang="en-US"/>
              <a:t>10) XP Investimentos’ ombudsman has the mission to serve as a contact channel whenever customers who do not feel satisfied with the solutions given by the company to their problems. The contact can be made via telephone 0800-722-3730  if you are in Brazil or via ombudsman form if you are in other localities: ttps://institucional.xpi.com.br/ouvidoria.aspx/. 		</a:t>
            </a:r>
          </a:p>
          <a:p>
            <a:pPr lvl="0"/>
            <a:endParaRPr lang="en-US"/>
          </a:p>
          <a:p>
            <a:pPr lvl="0"/>
            <a:r>
              <a:rPr lang="en-US"/>
              <a:t>11) The cost of the transactions billing policies are defined in the operational cost tables which are made available on XP Investimentos' website: www.xpi.com.br.		</a:t>
            </a:r>
          </a:p>
          <a:p>
            <a:pPr lvl="0"/>
            <a:endParaRPr lang="en-US"/>
          </a:p>
          <a:p>
            <a:pPr lvl="0"/>
            <a:r>
              <a:rPr lang="en-US"/>
              <a:t>12) XP Investimentos is exempt from any liability for any damages, direct or indirect, that come from the use of this report or its contents.</a:t>
            </a:r>
          </a:p>
          <a:p>
            <a:pPr lvl="0"/>
            <a:r>
              <a:rPr lang="en-US"/>
              <a:t> </a:t>
            </a:r>
          </a:p>
          <a:p>
            <a:pPr lvl="0"/>
            <a:r>
              <a:rPr lang="en-US"/>
              <a:t>13) Technical analysis and fundamental analysis follow different methodologies. Technical analysis is performed following concepts such as trends, support, resistance, candles, volume, and moving averages, amongst others. Fundamental analysis uses as information the results disseminated by the issuing companies and their projections. In this way, the opinions of fundamental analysts, who seek the best returns given the market conditions, the macroeconomic scenario and the specific events of the company and the sector, may differ from the opinions of technical analysts, which aim to Identify the most likely movements on asset prices, using "stops" limit possible losses. </a:t>
            </a:r>
          </a:p>
          <a:p>
            <a:pPr lvl="0"/>
            <a:r>
              <a:rPr lang="en-US"/>
              <a:t>		</a:t>
            </a:r>
          </a:p>
          <a:p>
            <a:pPr lvl="0"/>
            <a:r>
              <a:rPr lang="en-US"/>
              <a:t>14) For the purpose of verifying the suitability of the investor's profile to the investment services and products offered by XP Investimentos, we use the methodology of suitability of products by portfolio, in accordance with the ANBIMA Suitability Rules and Procedures  01 and the ANBIMA Regulation Code for Investment Product Distribution Practices. This methodology consists of assigning a maximum risk score for each investor profile (conservative, moderate and aggressive), as well as a risk score for each of the products offered by XP Investimentos, so that all clients can have access to all the products, as long as they are within the amounts and limits of the risk score defined for their profile. Before applying to the products and/or contracting the services that are the subject of this material, it is important to verify that the current risk score supports the application in the products and/or the contracting of the services in question, as well as if there are volume limitations, concentration and/or amount for the desired application. You can consult this information directly at the time of transmission of your order, or by consulting the general risk of your portfolio on the portfolio screen (Risk View). If your current risk score does not support the intended application/contracting, or if there are limitations in relation to the amount and/or financial volume for said application/contracting, this means that, based on the current composition of your portfolio, this application is not suitable for your profile. In case of doubts about the process of adapting the products offered by XP Investimentos to your investor profile, consult the FAQ. The recommended duration of the investment is short-term and the client's assets are not guaranteed in this type of product. Market conditions, climate change and the macroeconomic scenario may affect investment performance.</a:t>
            </a:r>
          </a:p>
          <a:p>
            <a:pPr lvl="0"/>
            <a:r>
              <a:rPr lang="en-US"/>
              <a:t>		</a:t>
            </a:r>
          </a:p>
          <a:p>
            <a:pPr lvl="0"/>
            <a:r>
              <a:rPr lang="en-US"/>
              <a:t>15)  This institution is adhering CVM Resolution 16/21.	</a:t>
            </a:r>
          </a:p>
        </p:txBody>
      </p:sp>
    </p:spTree>
    <p:extLst>
      <p:ext uri="{BB962C8B-B14F-4D97-AF65-F5344CB8AC3E}">
        <p14:creationId xmlns:p14="http://schemas.microsoft.com/office/powerpoint/2010/main" val="2872115115"/>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Fechamento">
    <p:bg>
      <p:bgPr>
        <a:solidFill>
          <a:schemeClr val="bg1"/>
        </a:solidFill>
        <a:effectLst/>
      </p:bgPr>
    </p:bg>
    <p:spTree>
      <p:nvGrpSpPr>
        <p:cNvPr id="1" name=""/>
        <p:cNvGrpSpPr/>
        <p:nvPr/>
      </p:nvGrpSpPr>
      <p:grpSpPr>
        <a:xfrm>
          <a:off x="0" y="0"/>
          <a:ext cx="0" cy="0"/>
          <a:chOff x="0" y="0"/>
          <a:chExt cx="0" cy="0"/>
        </a:xfrm>
      </p:grpSpPr>
      <p:sp>
        <p:nvSpPr>
          <p:cNvPr id="11" name="Do not remove" hidden="1">
            <a:extLst>
              <a:ext uri="{FF2B5EF4-FFF2-40B4-BE49-F238E27FC236}">
                <a16:creationId xmlns:a16="http://schemas.microsoft.com/office/drawing/2014/main" id="{A0E1623B-010B-478D-BFD7-8A4047822D40}"/>
              </a:ext>
            </a:extLst>
          </p:cNvPr>
          <p:cNvSpPr/>
          <p:nvPr>
            <p:custDataLst>
              <p:tags r:id="rId1"/>
            </p:custDataLst>
          </p:nvPr>
        </p:nvSpPr>
        <p:spPr>
          <a:xfrm>
            <a:off x="0" y="0"/>
            <a:ext cx="7144" cy="18344"/>
          </a:xfrm>
          <a:prstGeom prst="octagon">
            <a:avLst/>
          </a:prstGeom>
          <a:noFill/>
          <a:ln>
            <a:no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b="1">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25" name="Rectangle 24">
            <a:extLst>
              <a:ext uri="{FF2B5EF4-FFF2-40B4-BE49-F238E27FC236}">
                <a16:creationId xmlns:a16="http://schemas.microsoft.com/office/drawing/2014/main" id="{09CD1B14-21A0-4905-A3FF-6A46EBDF6BCD}"/>
              </a:ext>
            </a:extLst>
          </p:cNvPr>
          <p:cNvSpPr/>
          <p:nvPr userDrawn="1"/>
        </p:nvSpPr>
        <p:spPr>
          <a:xfrm>
            <a:off x="0" y="0"/>
            <a:ext cx="6858000" cy="9906000"/>
          </a:xfrm>
          <a:prstGeom prst="rect">
            <a:avLst/>
          </a:prstGeom>
          <a:solidFill>
            <a:srgbClr val="1819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bg1"/>
              </a:solidFill>
              <a:latin typeface="Roboto" panose="02000000000000000000" pitchFamily="2" charset="0"/>
              <a:ea typeface="Roboto" panose="02000000000000000000" pitchFamily="2" charset="0"/>
              <a:cs typeface="Roboto" panose="02000000000000000000" pitchFamily="2" charset="0"/>
            </a:endParaRPr>
          </a:p>
        </p:txBody>
      </p:sp>
      <p:pic>
        <p:nvPicPr>
          <p:cNvPr id="26" name="Picture 25" descr="A picture containing dark, night sky&#10;&#10;Description automatically generated">
            <a:extLst>
              <a:ext uri="{FF2B5EF4-FFF2-40B4-BE49-F238E27FC236}">
                <a16:creationId xmlns:a16="http://schemas.microsoft.com/office/drawing/2014/main" id="{A879A646-97B6-4998-8A89-2BAA11919B9D}"/>
              </a:ext>
            </a:extLst>
          </p:cNvPr>
          <p:cNvPicPr>
            <a:picLocks noChangeAspect="1"/>
          </p:cNvPicPr>
          <p:nvPr userDrawn="1"/>
        </p:nvPicPr>
        <p:blipFill rotWithShape="1">
          <a:blip r:embed="rId3">
            <a:alphaModFix amt="81000"/>
          </a:blip>
          <a:srcRect l="1783" t="114" r="50667" b="1655"/>
          <a:stretch/>
        </p:blipFill>
        <p:spPr>
          <a:xfrm>
            <a:off x="0" y="0"/>
            <a:ext cx="6858000" cy="9906000"/>
          </a:xfrm>
          <a:prstGeom prst="rect">
            <a:avLst/>
          </a:prstGeom>
        </p:spPr>
      </p:pic>
      <p:grpSp>
        <p:nvGrpSpPr>
          <p:cNvPr id="37" name="Group 36">
            <a:extLst>
              <a:ext uri="{FF2B5EF4-FFF2-40B4-BE49-F238E27FC236}">
                <a16:creationId xmlns:a16="http://schemas.microsoft.com/office/drawing/2014/main" id="{B7CE084B-3CD6-493B-AA0A-FC3B928DD6B4}"/>
              </a:ext>
            </a:extLst>
          </p:cNvPr>
          <p:cNvGrpSpPr/>
          <p:nvPr userDrawn="1"/>
        </p:nvGrpSpPr>
        <p:grpSpPr>
          <a:xfrm>
            <a:off x="-438" y="6168571"/>
            <a:ext cx="6858438" cy="3737429"/>
            <a:chOff x="0" y="-3773484"/>
            <a:chExt cx="18085267" cy="9855364"/>
          </a:xfrm>
        </p:grpSpPr>
        <p:cxnSp>
          <p:nvCxnSpPr>
            <p:cNvPr id="38" name="Straight Connector 37">
              <a:extLst>
                <a:ext uri="{FF2B5EF4-FFF2-40B4-BE49-F238E27FC236}">
                  <a16:creationId xmlns:a16="http://schemas.microsoft.com/office/drawing/2014/main" id="{31AB2E40-F9FD-42C3-9517-2D4CAEFC6A49}"/>
                </a:ext>
              </a:extLst>
            </p:cNvPr>
            <p:cNvCxnSpPr>
              <a:cxnSpLocks/>
            </p:cNvCxnSpPr>
            <p:nvPr userDrawn="1"/>
          </p:nvCxnSpPr>
          <p:spPr>
            <a:xfrm flipV="1">
              <a:off x="0" y="2914763"/>
              <a:ext cx="18085267" cy="0"/>
            </a:xfrm>
            <a:prstGeom prst="lin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194F34E-5B13-40DE-A8F8-15955077D952}"/>
                </a:ext>
              </a:extLst>
            </p:cNvPr>
            <p:cNvCxnSpPr>
              <a:cxnSpLocks/>
            </p:cNvCxnSpPr>
            <p:nvPr userDrawn="1"/>
          </p:nvCxnSpPr>
          <p:spPr>
            <a:xfrm flipV="1">
              <a:off x="9327868" y="-3773484"/>
              <a:ext cx="8717924" cy="9855364"/>
            </a:xfrm>
            <a:prstGeom prst="lin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cxnSp>
      </p:grpSp>
      <p:pic>
        <p:nvPicPr>
          <p:cNvPr id="40" name="Graphic 39">
            <a:extLst>
              <a:ext uri="{FF2B5EF4-FFF2-40B4-BE49-F238E27FC236}">
                <a16:creationId xmlns:a16="http://schemas.microsoft.com/office/drawing/2014/main" id="{DCB009AC-E0A4-48A2-8D2A-AE84DA4D0C9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565203" y="9198690"/>
            <a:ext cx="924497" cy="213562"/>
          </a:xfrm>
          <a:prstGeom prst="rect">
            <a:avLst/>
          </a:prstGeom>
        </p:spPr>
      </p:pic>
      <p:grpSp>
        <p:nvGrpSpPr>
          <p:cNvPr id="50" name="Group 49">
            <a:extLst>
              <a:ext uri="{FF2B5EF4-FFF2-40B4-BE49-F238E27FC236}">
                <a16:creationId xmlns:a16="http://schemas.microsoft.com/office/drawing/2014/main" id="{AE2F80D2-D401-47D5-BDE2-DC6D12066D2C}"/>
              </a:ext>
            </a:extLst>
          </p:cNvPr>
          <p:cNvGrpSpPr/>
          <p:nvPr userDrawn="1"/>
        </p:nvGrpSpPr>
        <p:grpSpPr>
          <a:xfrm>
            <a:off x="2684238" y="4747691"/>
            <a:ext cx="1489524" cy="410618"/>
            <a:chOff x="2700591" y="2522601"/>
            <a:chExt cx="6428993" cy="1772284"/>
          </a:xfrm>
          <a:solidFill>
            <a:schemeClr val="bg1"/>
          </a:solidFill>
        </p:grpSpPr>
        <p:sp>
          <p:nvSpPr>
            <p:cNvPr id="51" name="Freeform: Shape 50">
              <a:extLst>
                <a:ext uri="{FF2B5EF4-FFF2-40B4-BE49-F238E27FC236}">
                  <a16:creationId xmlns:a16="http://schemas.microsoft.com/office/drawing/2014/main" id="{4B5EB41B-6E79-481E-A6C7-0CE249B9C220}"/>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52" name="Graphic 20">
              <a:extLst>
                <a:ext uri="{FF2B5EF4-FFF2-40B4-BE49-F238E27FC236}">
                  <a16:creationId xmlns:a16="http://schemas.microsoft.com/office/drawing/2014/main" id="{A6F5F2BF-1CBD-48DA-83E4-900C9F654F42}"/>
                </a:ext>
              </a:extLst>
            </p:cNvPr>
            <p:cNvGrpSpPr/>
            <p:nvPr/>
          </p:nvGrpSpPr>
          <p:grpSpPr>
            <a:xfrm>
              <a:off x="5034660" y="3339528"/>
              <a:ext cx="4094924" cy="747077"/>
              <a:chOff x="5034660" y="3339528"/>
              <a:chExt cx="4094924" cy="747077"/>
            </a:xfrm>
            <a:grpFill/>
          </p:grpSpPr>
          <p:sp>
            <p:nvSpPr>
              <p:cNvPr id="54" name="Freeform: Shape 53">
                <a:extLst>
                  <a:ext uri="{FF2B5EF4-FFF2-40B4-BE49-F238E27FC236}">
                    <a16:creationId xmlns:a16="http://schemas.microsoft.com/office/drawing/2014/main" id="{F920B4FD-CF67-4AC3-ACC8-8AE9EED3B08A}"/>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E5C3886-4D19-464F-B7AC-950F1E46F85F}"/>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BFBC377-5A48-41C6-B03C-9149828E8A7C}"/>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88D6791-E280-4A9B-B6F6-189BF7C4BF98}"/>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D846E24C-F514-42EF-8579-AF8CE6A376A7}"/>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67EAC76-4221-4D48-A548-1D3F7EF8A4ED}"/>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28455B7D-9D95-4D0E-8503-2F81C7680372}"/>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F480758-BB1D-4122-964B-6CD9563D3404}"/>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806242404"/>
      </p:ext>
    </p:extLst>
  </p:cSld>
  <p:clrMapOvr>
    <a:masterClrMapping/>
  </p:clrMapOvr>
  <p:extLst>
    <p:ext uri="{DCECCB84-F9BA-43D5-87BE-67443E8EF086}">
      <p15:sldGuideLst xmlns:p15="http://schemas.microsoft.com/office/powerpoint/2012/main">
        <p15:guide id="0" pos="2228">
          <p15:clr>
            <a:srgbClr val="FBAE40"/>
          </p15:clr>
        </p15:guide>
        <p15:guide id="1" pos="2092">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5.xml"/><Relationship Id="rId13" Type="http://schemas.openxmlformats.org/officeDocument/2006/relationships/slideLayout" Target="../slideLayouts/slideLayout30.xml"/><Relationship Id="rId18" Type="http://schemas.openxmlformats.org/officeDocument/2006/relationships/slideLayout" Target="../slideLayouts/slideLayout35.xml"/><Relationship Id="rId26" Type="http://schemas.openxmlformats.org/officeDocument/2006/relationships/slideLayout" Target="../slideLayouts/slideLayout43.xml"/><Relationship Id="rId3" Type="http://schemas.openxmlformats.org/officeDocument/2006/relationships/slideLayout" Target="../slideLayouts/slideLayout20.xml"/><Relationship Id="rId21" Type="http://schemas.openxmlformats.org/officeDocument/2006/relationships/slideLayout" Target="../slideLayouts/slideLayout38.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5" Type="http://schemas.openxmlformats.org/officeDocument/2006/relationships/slideLayout" Target="../slideLayouts/slideLayout42.xml"/><Relationship Id="rId2" Type="http://schemas.openxmlformats.org/officeDocument/2006/relationships/slideLayout" Target="../slideLayouts/slideLayout19.xml"/><Relationship Id="rId16" Type="http://schemas.openxmlformats.org/officeDocument/2006/relationships/slideLayout" Target="../slideLayouts/slideLayout33.xml"/><Relationship Id="rId20" Type="http://schemas.openxmlformats.org/officeDocument/2006/relationships/slideLayout" Target="../slideLayouts/slideLayout37.xml"/><Relationship Id="rId29" Type="http://schemas.openxmlformats.org/officeDocument/2006/relationships/slideLayout" Target="../slideLayouts/slideLayout46.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24" Type="http://schemas.openxmlformats.org/officeDocument/2006/relationships/slideLayout" Target="../slideLayouts/slideLayout41.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23" Type="http://schemas.openxmlformats.org/officeDocument/2006/relationships/slideLayout" Target="../slideLayouts/slideLayout40.xml"/><Relationship Id="rId28" Type="http://schemas.openxmlformats.org/officeDocument/2006/relationships/slideLayout" Target="../slideLayouts/slideLayout45.xml"/><Relationship Id="rId10" Type="http://schemas.openxmlformats.org/officeDocument/2006/relationships/slideLayout" Target="../slideLayouts/slideLayout27.xml"/><Relationship Id="rId19" Type="http://schemas.openxmlformats.org/officeDocument/2006/relationships/slideLayout" Target="../slideLayouts/slideLayout36.xml"/><Relationship Id="rId31" Type="http://schemas.openxmlformats.org/officeDocument/2006/relationships/theme" Target="../theme/theme2.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 Id="rId22" Type="http://schemas.openxmlformats.org/officeDocument/2006/relationships/slideLayout" Target="../slideLayouts/slideLayout39.xml"/><Relationship Id="rId27" Type="http://schemas.openxmlformats.org/officeDocument/2006/relationships/slideLayout" Target="../slideLayouts/slideLayout44.xml"/><Relationship Id="rId30" Type="http://schemas.openxmlformats.org/officeDocument/2006/relationships/slideLayout" Target="../slideLayouts/slideLayout4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slideLayout" Target="../slideLayouts/slideLayout65.xml"/><Relationship Id="rId3" Type="http://schemas.openxmlformats.org/officeDocument/2006/relationships/slideLayout" Target="../slideLayouts/slideLayout50.xml"/><Relationship Id="rId21" Type="http://schemas.openxmlformats.org/officeDocument/2006/relationships/theme" Target="../theme/theme3.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20" Type="http://schemas.openxmlformats.org/officeDocument/2006/relationships/slideLayout" Target="../slideLayouts/slideLayout67.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19" Type="http://schemas.openxmlformats.org/officeDocument/2006/relationships/slideLayout" Target="../slideLayouts/slideLayout66.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5.xml"/><Relationship Id="rId13" Type="http://schemas.openxmlformats.org/officeDocument/2006/relationships/slideLayout" Target="../slideLayouts/slideLayout80.xml"/><Relationship Id="rId18" Type="http://schemas.openxmlformats.org/officeDocument/2006/relationships/theme" Target="../theme/theme4.xml"/><Relationship Id="rId3" Type="http://schemas.openxmlformats.org/officeDocument/2006/relationships/slideLayout" Target="../slideLayouts/slideLayout70.xml"/><Relationship Id="rId7" Type="http://schemas.openxmlformats.org/officeDocument/2006/relationships/slideLayout" Target="../slideLayouts/slideLayout74.xml"/><Relationship Id="rId12" Type="http://schemas.openxmlformats.org/officeDocument/2006/relationships/slideLayout" Target="../slideLayouts/slideLayout79.xml"/><Relationship Id="rId17" Type="http://schemas.openxmlformats.org/officeDocument/2006/relationships/slideLayout" Target="../slideLayouts/slideLayout84.xml"/><Relationship Id="rId2" Type="http://schemas.openxmlformats.org/officeDocument/2006/relationships/slideLayout" Target="../slideLayouts/slideLayout69.xml"/><Relationship Id="rId16" Type="http://schemas.openxmlformats.org/officeDocument/2006/relationships/slideLayout" Target="../slideLayouts/slideLayout83.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5" Type="http://schemas.openxmlformats.org/officeDocument/2006/relationships/slideLayout" Target="../slideLayouts/slideLayout72.xml"/><Relationship Id="rId15" Type="http://schemas.openxmlformats.org/officeDocument/2006/relationships/slideLayout" Target="../slideLayouts/slideLayout82.xml"/><Relationship Id="rId10" Type="http://schemas.openxmlformats.org/officeDocument/2006/relationships/slideLayout" Target="../slideLayouts/slideLayout77.xml"/><Relationship Id="rId4" Type="http://schemas.openxmlformats.org/officeDocument/2006/relationships/slideLayout" Target="../slideLayouts/slideLayout71.xml"/><Relationship Id="rId9" Type="http://schemas.openxmlformats.org/officeDocument/2006/relationships/slideLayout" Target="../slideLayouts/slideLayout76.xml"/><Relationship Id="rId14" Type="http://schemas.openxmlformats.org/officeDocument/2006/relationships/slideLayout" Target="../slideLayouts/slideLayout8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8" name="CaixaDeTexto 9">
            <a:extLst>
              <a:ext uri="{FF2B5EF4-FFF2-40B4-BE49-F238E27FC236}">
                <a16:creationId xmlns:a16="http://schemas.microsoft.com/office/drawing/2014/main" id="{18A5BD12-2FE7-4134-9F20-C06CEFC520B9}"/>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tx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tx1"/>
              </a:solidFill>
              <a:latin typeface="Roboto" panose="02000000000000000000" pitchFamily="2" charset="0"/>
              <a:ea typeface="Roboto" panose="02000000000000000000" pitchFamily="2" charset="0"/>
              <a:cs typeface="Roboto" panose="02000000000000000000" pitchFamily="2" charset="0"/>
            </a:endParaRPr>
          </a:p>
        </p:txBody>
      </p:sp>
      <p:cxnSp>
        <p:nvCxnSpPr>
          <p:cNvPr id="29" name="Conector Reto 170">
            <a:extLst>
              <a:ext uri="{FF2B5EF4-FFF2-40B4-BE49-F238E27FC236}">
                <a16:creationId xmlns:a16="http://schemas.microsoft.com/office/drawing/2014/main" id="{13EB86D2-DA6B-4C90-A239-E798C20F79BB}"/>
              </a:ext>
            </a:extLst>
          </p:cNvPr>
          <p:cNvCxnSpPr>
            <a:cxnSpLocks/>
          </p:cNvCxnSpPr>
          <p:nvPr userDrawn="1"/>
        </p:nvCxnSpPr>
        <p:spPr>
          <a:xfrm flipV="1">
            <a:off x="969232" y="9547232"/>
            <a:ext cx="0" cy="202038"/>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BCC28C3B-7362-43B7-A421-CE293A4A6219}"/>
              </a:ext>
            </a:extLst>
          </p:cNvPr>
          <p:cNvGrpSpPr/>
          <p:nvPr userDrawn="1"/>
        </p:nvGrpSpPr>
        <p:grpSpPr>
          <a:xfrm>
            <a:off x="368299" y="9572683"/>
            <a:ext cx="548254" cy="151137"/>
            <a:chOff x="2700591" y="2522601"/>
            <a:chExt cx="6428993" cy="1772284"/>
          </a:xfrm>
          <a:solidFill>
            <a:schemeClr val="accent6"/>
          </a:solidFill>
        </p:grpSpPr>
        <p:sp>
          <p:nvSpPr>
            <p:cNvPr id="31" name="Freeform: Shape 30">
              <a:extLst>
                <a:ext uri="{FF2B5EF4-FFF2-40B4-BE49-F238E27FC236}">
                  <a16:creationId xmlns:a16="http://schemas.microsoft.com/office/drawing/2014/main" id="{389CC8BC-1F00-4BDC-A289-8142D2D9475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32" name="Graphic 20">
              <a:extLst>
                <a:ext uri="{FF2B5EF4-FFF2-40B4-BE49-F238E27FC236}">
                  <a16:creationId xmlns:a16="http://schemas.microsoft.com/office/drawing/2014/main" id="{508F0147-3843-468C-B598-6A74C455F73B}"/>
                </a:ext>
              </a:extLst>
            </p:cNvPr>
            <p:cNvGrpSpPr/>
            <p:nvPr/>
          </p:nvGrpSpPr>
          <p:grpSpPr>
            <a:xfrm>
              <a:off x="5034660" y="3339528"/>
              <a:ext cx="4094924" cy="747077"/>
              <a:chOff x="5034660" y="3339528"/>
              <a:chExt cx="4094924" cy="747077"/>
            </a:xfrm>
            <a:grpFill/>
          </p:grpSpPr>
          <p:sp>
            <p:nvSpPr>
              <p:cNvPr id="33" name="Freeform: Shape 32">
                <a:extLst>
                  <a:ext uri="{FF2B5EF4-FFF2-40B4-BE49-F238E27FC236}">
                    <a16:creationId xmlns:a16="http://schemas.microsoft.com/office/drawing/2014/main" id="{D59EF09C-1E4A-4CE4-8368-67623148D05D}"/>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6604BEF-52FB-4611-B5BC-2E4C7A1B4DCE}"/>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48F6015-ACDE-4252-9209-5B93E242751A}"/>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BE555BE-D9A2-44BD-A617-B521D61BBAB6}"/>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4F2E831-B08D-4D1E-A156-528654CD99C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F483E7C-8FFD-4291-ACD5-5C68DEB74825}"/>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993F408-ED5F-4840-B119-130BB9018551}"/>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511F965-E58A-4FB1-902B-6A64436A7F3D}"/>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2" name="Date Placeholder 1">
            <a:extLst>
              <a:ext uri="{FF2B5EF4-FFF2-40B4-BE49-F238E27FC236}">
                <a16:creationId xmlns:a16="http://schemas.microsoft.com/office/drawing/2014/main" id="{7161E563-1BF6-4EB7-B7A2-FD52458467FC}"/>
              </a:ext>
            </a:extLst>
          </p:cNvPr>
          <p:cNvSpPr>
            <a:spLocks noGrp="1"/>
          </p:cNvSpPr>
          <p:nvPr>
            <p:ph type="dt" sz="half" idx="2"/>
          </p:nvPr>
        </p:nvSpPr>
        <p:spPr>
          <a:xfrm>
            <a:off x="4946650" y="438763"/>
            <a:ext cx="1543050" cy="184666"/>
          </a:xfrm>
          <a:prstGeom prst="rect">
            <a:avLst/>
          </a:prstGeom>
        </p:spPr>
        <p:txBody>
          <a:bodyPr vert="horz"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7A5A7768-D830-4BCC-A70A-3600D292FE47}" type="datetime4">
              <a:rPr lang="en-US" smtClean="0"/>
              <a:t>October 30, 2026</a:t>
            </a:fld>
            <a:endParaRPr lang="en-US"/>
          </a:p>
        </p:txBody>
      </p:sp>
      <p:grpSp>
        <p:nvGrpSpPr>
          <p:cNvPr id="3" name="Group 2">
            <a:extLst>
              <a:ext uri="{FF2B5EF4-FFF2-40B4-BE49-F238E27FC236}">
                <a16:creationId xmlns:a16="http://schemas.microsoft.com/office/drawing/2014/main" id="{B20580D1-0CE3-4279-A937-2D00BB298C37}"/>
              </a:ext>
            </a:extLst>
          </p:cNvPr>
          <p:cNvGrpSpPr/>
          <p:nvPr userDrawn="1"/>
        </p:nvGrpSpPr>
        <p:grpSpPr>
          <a:xfrm>
            <a:off x="-954966" y="0"/>
            <a:ext cx="850185" cy="1861222"/>
            <a:chOff x="-954966" y="304355"/>
            <a:chExt cx="850185" cy="1861222"/>
          </a:xfrm>
        </p:grpSpPr>
        <p:sp>
          <p:nvSpPr>
            <p:cNvPr id="16" name="Retângulo 13">
              <a:extLst>
                <a:ext uri="{FF2B5EF4-FFF2-40B4-BE49-F238E27FC236}">
                  <a16:creationId xmlns:a16="http://schemas.microsoft.com/office/drawing/2014/main" id="{C692A16D-2AAD-47A9-B615-EDBFCACA6C08}"/>
                </a:ext>
              </a:extLst>
            </p:cNvPr>
            <p:cNvSpPr/>
            <p:nvPr userDrawn="1"/>
          </p:nvSpPr>
          <p:spPr>
            <a:xfrm>
              <a:off x="-954966" y="1885648"/>
              <a:ext cx="850185" cy="2799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0 0 0 </a:t>
              </a:r>
            </a:p>
          </p:txBody>
        </p:sp>
        <p:sp>
          <p:nvSpPr>
            <p:cNvPr id="17" name="Retângulo 14">
              <a:extLst>
                <a:ext uri="{FF2B5EF4-FFF2-40B4-BE49-F238E27FC236}">
                  <a16:creationId xmlns:a16="http://schemas.microsoft.com/office/drawing/2014/main" id="{49E9D0E6-FB77-489C-A3FC-111D665AA2C8}"/>
                </a:ext>
              </a:extLst>
            </p:cNvPr>
            <p:cNvSpPr/>
            <p:nvPr userDrawn="1"/>
          </p:nvSpPr>
          <p:spPr>
            <a:xfrm>
              <a:off x="-954966" y="936873"/>
              <a:ext cx="850185" cy="2799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142 179 223</a:t>
              </a:r>
            </a:p>
          </p:txBody>
        </p:sp>
        <p:sp>
          <p:nvSpPr>
            <p:cNvPr id="18" name="Retângulo 16">
              <a:extLst>
                <a:ext uri="{FF2B5EF4-FFF2-40B4-BE49-F238E27FC236}">
                  <a16:creationId xmlns:a16="http://schemas.microsoft.com/office/drawing/2014/main" id="{B7EB5F79-8CC5-4BFC-85F8-8563F8529CEA}"/>
                </a:ext>
              </a:extLst>
            </p:cNvPr>
            <p:cNvSpPr/>
            <p:nvPr userDrawn="1"/>
          </p:nvSpPr>
          <p:spPr>
            <a:xfrm>
              <a:off x="-954966" y="1253132"/>
              <a:ext cx="850185" cy="27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112 121 113</a:t>
              </a:r>
            </a:p>
          </p:txBody>
        </p:sp>
        <p:sp>
          <p:nvSpPr>
            <p:cNvPr id="19" name="Retângulo 18">
              <a:extLst>
                <a:ext uri="{FF2B5EF4-FFF2-40B4-BE49-F238E27FC236}">
                  <a16:creationId xmlns:a16="http://schemas.microsoft.com/office/drawing/2014/main" id="{7F299EE3-683B-4854-B420-0E3181CD77C3}"/>
                </a:ext>
              </a:extLst>
            </p:cNvPr>
            <p:cNvSpPr/>
            <p:nvPr userDrawn="1"/>
          </p:nvSpPr>
          <p:spPr>
            <a:xfrm>
              <a:off x="-954966" y="304355"/>
              <a:ext cx="850185" cy="27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31 47 68</a:t>
              </a:r>
            </a:p>
          </p:txBody>
        </p:sp>
        <p:sp>
          <p:nvSpPr>
            <p:cNvPr id="20" name="Retângulo 19">
              <a:extLst>
                <a:ext uri="{FF2B5EF4-FFF2-40B4-BE49-F238E27FC236}">
                  <a16:creationId xmlns:a16="http://schemas.microsoft.com/office/drawing/2014/main" id="{1CB3CBF4-519F-4A89-A6BC-0F096BF55948}"/>
                </a:ext>
              </a:extLst>
            </p:cNvPr>
            <p:cNvSpPr/>
            <p:nvPr userDrawn="1"/>
          </p:nvSpPr>
          <p:spPr>
            <a:xfrm>
              <a:off x="-954966" y="620614"/>
              <a:ext cx="850185" cy="2799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249 193 19</a:t>
              </a:r>
            </a:p>
          </p:txBody>
        </p:sp>
        <p:sp>
          <p:nvSpPr>
            <p:cNvPr id="21" name="Retângulo 25">
              <a:extLst>
                <a:ext uri="{FF2B5EF4-FFF2-40B4-BE49-F238E27FC236}">
                  <a16:creationId xmlns:a16="http://schemas.microsoft.com/office/drawing/2014/main" id="{AE442D1B-B28F-4A51-B152-6F302C379142}"/>
                </a:ext>
              </a:extLst>
            </p:cNvPr>
            <p:cNvSpPr/>
            <p:nvPr userDrawn="1"/>
          </p:nvSpPr>
          <p:spPr>
            <a:xfrm>
              <a:off x="-954966" y="1569391"/>
              <a:ext cx="850185" cy="27992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73 72 73</a:t>
              </a:r>
            </a:p>
          </p:txBody>
        </p:sp>
      </p:grpSp>
      <p:sp>
        <p:nvSpPr>
          <p:cNvPr id="23" name="Espaço Reservado para Texto 6">
            <a:extLst>
              <a:ext uri="{FF2B5EF4-FFF2-40B4-BE49-F238E27FC236}">
                <a16:creationId xmlns:a16="http://schemas.microsoft.com/office/drawing/2014/main" id="{6CF3791F-62F2-4029-A8F8-4CB526805BC9}"/>
              </a:ext>
            </a:extLst>
          </p:cNvPr>
          <p:cNvSpPr txBox="1">
            <a:spLocks/>
          </p:cNvSpPr>
          <p:nvPr userDrawn="1"/>
        </p:nvSpPr>
        <p:spPr>
          <a:xfrm>
            <a:off x="390154" y="438763"/>
            <a:ext cx="3146796" cy="215860"/>
          </a:xfrm>
          <a:prstGeom prst="rect">
            <a:avLst/>
          </a:prstGeom>
        </p:spPr>
        <p:txBody>
          <a:bodyPr vert="horz" lIns="0" tIns="0" rIns="0" bIns="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1200" b="0" kern="120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Equity Research - Strategy</a:t>
            </a:r>
          </a:p>
        </p:txBody>
      </p:sp>
    </p:spTree>
    <p:extLst>
      <p:ext uri="{BB962C8B-B14F-4D97-AF65-F5344CB8AC3E}">
        <p14:creationId xmlns:p14="http://schemas.microsoft.com/office/powerpoint/2010/main" val="3552666448"/>
      </p:ext>
    </p:extLst>
  </p:cSld>
  <p:clrMap bg1="lt1" tx1="dk1" bg2="lt2" tx2="dk2" accent1="accent1" accent2="accent2" accent3="accent3" accent4="accent4" accent5="accent5" accent6="accent6" hlink="hlink" folHlink="folHlink"/>
  <p:sldLayoutIdLst>
    <p:sldLayoutId id="2147483676" r:id="rId1"/>
    <p:sldLayoutId id="2147483700" r:id="rId2"/>
    <p:sldLayoutId id="2147483706" r:id="rId3"/>
    <p:sldLayoutId id="2147483707" r:id="rId4"/>
    <p:sldLayoutId id="2147483708" r:id="rId5"/>
    <p:sldLayoutId id="2147483709" r:id="rId6"/>
    <p:sldLayoutId id="2147483705" r:id="rId7"/>
    <p:sldLayoutId id="2147483704" r:id="rId8"/>
    <p:sldLayoutId id="2147483699" r:id="rId9"/>
    <p:sldLayoutId id="2147483697" r:id="rId10"/>
    <p:sldLayoutId id="2147483695" r:id="rId11"/>
    <p:sldLayoutId id="2147483696" r:id="rId12"/>
    <p:sldLayoutId id="2147483694" r:id="rId13"/>
    <p:sldLayoutId id="2147483698" r:id="rId14"/>
    <p:sldLayoutId id="2147483710" r:id="rId15"/>
    <p:sldLayoutId id="2147483702" r:id="rId16"/>
    <p:sldLayoutId id="2147483701" r:id="rId17"/>
  </p:sldLayoutIdLst>
  <p:hf sldNum="0" hdr="0" ftr="0"/>
  <p:txStyles>
    <p:titleStyle>
      <a:lvl1pPr algn="l" defTabSz="385767" rtl="0" eaLnBrk="1" latinLnBrk="0" hangingPunct="1">
        <a:lnSpc>
          <a:spcPct val="90000"/>
        </a:lnSpc>
        <a:spcBef>
          <a:spcPct val="0"/>
        </a:spcBef>
        <a:buNone/>
        <a:defRPr sz="1266" b="0" kern="1200">
          <a:solidFill>
            <a:schemeClr val="tx1"/>
          </a:solidFill>
          <a:latin typeface="+mj-lt"/>
          <a:ea typeface="+mj-ea"/>
          <a:cs typeface="+mj-cs"/>
        </a:defRPr>
      </a:lvl1pPr>
    </p:titleStyle>
    <p:bodyStyle>
      <a:lvl1pPr marL="0" indent="0" algn="l" defTabSz="385767" rtl="0" eaLnBrk="1" latinLnBrk="0" hangingPunct="1">
        <a:lnSpc>
          <a:spcPct val="90000"/>
        </a:lnSpc>
        <a:spcBef>
          <a:spcPts val="422"/>
        </a:spcBef>
        <a:buFont typeface="Arial" panose="020B0604020202020204" pitchFamily="34" charset="0"/>
        <a:buNone/>
        <a:defRPr sz="675" kern="1200">
          <a:solidFill>
            <a:schemeClr val="tx2"/>
          </a:solidFill>
          <a:latin typeface="+mn-lt"/>
          <a:ea typeface="+mn-ea"/>
          <a:cs typeface="+mn-cs"/>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p:bodyStyle>
    <p:otherStyle>
      <a:defPPr>
        <a:defRPr lang="pt-BR"/>
      </a:defPPr>
      <a:lvl1pPr marL="0" algn="l" defTabSz="385767" rtl="0" eaLnBrk="1" latinLnBrk="0" hangingPunct="1">
        <a:defRPr sz="760" kern="1200">
          <a:solidFill>
            <a:schemeClr val="tx1"/>
          </a:solidFill>
          <a:latin typeface="+mn-lt"/>
          <a:ea typeface="+mn-ea"/>
          <a:cs typeface="+mn-cs"/>
        </a:defRPr>
      </a:lvl1pPr>
      <a:lvl2pPr marL="192884" algn="l" defTabSz="385767" rtl="0" eaLnBrk="1" latinLnBrk="0" hangingPunct="1">
        <a:defRPr sz="760" kern="1200">
          <a:solidFill>
            <a:schemeClr val="tx1"/>
          </a:solidFill>
          <a:latin typeface="+mn-lt"/>
          <a:ea typeface="+mn-ea"/>
          <a:cs typeface="+mn-cs"/>
        </a:defRPr>
      </a:lvl2pPr>
      <a:lvl3pPr marL="385767" algn="l" defTabSz="385767" rtl="0" eaLnBrk="1" latinLnBrk="0" hangingPunct="1">
        <a:defRPr sz="760" kern="1200">
          <a:solidFill>
            <a:schemeClr val="tx1"/>
          </a:solidFill>
          <a:latin typeface="+mn-lt"/>
          <a:ea typeface="+mn-ea"/>
          <a:cs typeface="+mn-cs"/>
        </a:defRPr>
      </a:lvl3pPr>
      <a:lvl4pPr marL="578651" algn="l" defTabSz="385767" rtl="0" eaLnBrk="1" latinLnBrk="0" hangingPunct="1">
        <a:defRPr sz="760" kern="1200">
          <a:solidFill>
            <a:schemeClr val="tx1"/>
          </a:solidFill>
          <a:latin typeface="+mn-lt"/>
          <a:ea typeface="+mn-ea"/>
          <a:cs typeface="+mn-cs"/>
        </a:defRPr>
      </a:lvl4pPr>
      <a:lvl5pPr marL="771535" algn="l" defTabSz="385767" rtl="0" eaLnBrk="1" latinLnBrk="0" hangingPunct="1">
        <a:defRPr sz="760" kern="1200">
          <a:solidFill>
            <a:schemeClr val="tx1"/>
          </a:solidFill>
          <a:latin typeface="+mn-lt"/>
          <a:ea typeface="+mn-ea"/>
          <a:cs typeface="+mn-cs"/>
        </a:defRPr>
      </a:lvl5pPr>
      <a:lvl6pPr marL="964419" algn="l" defTabSz="385767" rtl="0" eaLnBrk="1" latinLnBrk="0" hangingPunct="1">
        <a:defRPr sz="760" kern="1200">
          <a:solidFill>
            <a:schemeClr val="tx1"/>
          </a:solidFill>
          <a:latin typeface="+mn-lt"/>
          <a:ea typeface="+mn-ea"/>
          <a:cs typeface="+mn-cs"/>
        </a:defRPr>
      </a:lvl6pPr>
      <a:lvl7pPr marL="1157302" algn="l" defTabSz="385767" rtl="0" eaLnBrk="1" latinLnBrk="0" hangingPunct="1">
        <a:defRPr sz="760" kern="1200">
          <a:solidFill>
            <a:schemeClr val="tx1"/>
          </a:solidFill>
          <a:latin typeface="+mn-lt"/>
          <a:ea typeface="+mn-ea"/>
          <a:cs typeface="+mn-cs"/>
        </a:defRPr>
      </a:lvl7pPr>
      <a:lvl8pPr marL="1350186" algn="l" defTabSz="385767" rtl="0" eaLnBrk="1" latinLnBrk="0" hangingPunct="1">
        <a:defRPr sz="760" kern="1200">
          <a:solidFill>
            <a:schemeClr val="tx1"/>
          </a:solidFill>
          <a:latin typeface="+mn-lt"/>
          <a:ea typeface="+mn-ea"/>
          <a:cs typeface="+mn-cs"/>
        </a:defRPr>
      </a:lvl8pPr>
      <a:lvl9pPr marL="1543070" algn="l" defTabSz="385767" rtl="0" eaLnBrk="1" latinLnBrk="0" hangingPunct="1">
        <a:defRPr sz="76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32" userDrawn="1">
          <p15:clr>
            <a:srgbClr val="F26B43"/>
          </p15:clr>
        </p15:guide>
        <p15:guide id="3" pos="4088" userDrawn="1">
          <p15:clr>
            <a:srgbClr val="F26B43"/>
          </p15:clr>
        </p15:guide>
        <p15:guide id="4" orient="horz" pos="262" userDrawn="1">
          <p15:clr>
            <a:srgbClr val="F26B43"/>
          </p15:clr>
        </p15:guide>
        <p15:guide id="5" orient="horz" pos="5955" userDrawn="1">
          <p15:clr>
            <a:srgbClr val="F26B43"/>
          </p15:clr>
        </p15:guide>
        <p15:guide id="6" pos="2160" userDrawn="1">
          <p15:clr>
            <a:srgbClr val="F26B43"/>
          </p15:clr>
        </p15:guide>
        <p15:guide id="7" orient="horz" pos="466" userDrawn="1">
          <p15:clr>
            <a:srgbClr val="F26B43"/>
          </p15:clr>
        </p15:guide>
        <p15:guide id="8" orient="horz" pos="943"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8" name="CaixaDeTexto 9">
            <a:extLst>
              <a:ext uri="{FF2B5EF4-FFF2-40B4-BE49-F238E27FC236}">
                <a16:creationId xmlns:a16="http://schemas.microsoft.com/office/drawing/2014/main" id="{18A5BD12-2FE7-4134-9F20-C06CEFC520B9}"/>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tx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tx1"/>
              </a:solidFill>
              <a:latin typeface="Roboto" panose="02000000000000000000" pitchFamily="2" charset="0"/>
              <a:ea typeface="Roboto" panose="02000000000000000000" pitchFamily="2" charset="0"/>
              <a:cs typeface="Roboto" panose="02000000000000000000" pitchFamily="2" charset="0"/>
            </a:endParaRPr>
          </a:p>
        </p:txBody>
      </p:sp>
      <p:cxnSp>
        <p:nvCxnSpPr>
          <p:cNvPr id="29" name="Conector Reto 170">
            <a:extLst>
              <a:ext uri="{FF2B5EF4-FFF2-40B4-BE49-F238E27FC236}">
                <a16:creationId xmlns:a16="http://schemas.microsoft.com/office/drawing/2014/main" id="{13EB86D2-DA6B-4C90-A239-E798C20F79BB}"/>
              </a:ext>
            </a:extLst>
          </p:cNvPr>
          <p:cNvCxnSpPr>
            <a:cxnSpLocks/>
          </p:cNvCxnSpPr>
          <p:nvPr userDrawn="1"/>
        </p:nvCxnSpPr>
        <p:spPr>
          <a:xfrm flipV="1">
            <a:off x="969232" y="9547232"/>
            <a:ext cx="0" cy="202038"/>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BCC28C3B-7362-43B7-A421-CE293A4A6219}"/>
              </a:ext>
            </a:extLst>
          </p:cNvPr>
          <p:cNvGrpSpPr/>
          <p:nvPr userDrawn="1"/>
        </p:nvGrpSpPr>
        <p:grpSpPr>
          <a:xfrm>
            <a:off x="368299" y="9572683"/>
            <a:ext cx="548254" cy="151137"/>
            <a:chOff x="2700591" y="2522601"/>
            <a:chExt cx="6428993" cy="1772284"/>
          </a:xfrm>
          <a:solidFill>
            <a:schemeClr val="accent6"/>
          </a:solidFill>
        </p:grpSpPr>
        <p:sp>
          <p:nvSpPr>
            <p:cNvPr id="31" name="Freeform: Shape 30">
              <a:extLst>
                <a:ext uri="{FF2B5EF4-FFF2-40B4-BE49-F238E27FC236}">
                  <a16:creationId xmlns:a16="http://schemas.microsoft.com/office/drawing/2014/main" id="{389CC8BC-1F00-4BDC-A289-8142D2D9475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32" name="Graphic 20">
              <a:extLst>
                <a:ext uri="{FF2B5EF4-FFF2-40B4-BE49-F238E27FC236}">
                  <a16:creationId xmlns:a16="http://schemas.microsoft.com/office/drawing/2014/main" id="{508F0147-3843-468C-B598-6A74C455F73B}"/>
                </a:ext>
              </a:extLst>
            </p:cNvPr>
            <p:cNvGrpSpPr/>
            <p:nvPr/>
          </p:nvGrpSpPr>
          <p:grpSpPr>
            <a:xfrm>
              <a:off x="5034660" y="3339528"/>
              <a:ext cx="4094924" cy="747077"/>
              <a:chOff x="5034660" y="3339528"/>
              <a:chExt cx="4094924" cy="747077"/>
            </a:xfrm>
            <a:grpFill/>
          </p:grpSpPr>
          <p:sp>
            <p:nvSpPr>
              <p:cNvPr id="33" name="Freeform: Shape 32">
                <a:extLst>
                  <a:ext uri="{FF2B5EF4-FFF2-40B4-BE49-F238E27FC236}">
                    <a16:creationId xmlns:a16="http://schemas.microsoft.com/office/drawing/2014/main" id="{D59EF09C-1E4A-4CE4-8368-67623148D05D}"/>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6604BEF-52FB-4611-B5BC-2E4C7A1B4DCE}"/>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48F6015-ACDE-4252-9209-5B93E242751A}"/>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BE555BE-D9A2-44BD-A617-B521D61BBAB6}"/>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4F2E831-B08D-4D1E-A156-528654CD99C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F483E7C-8FFD-4291-ACD5-5C68DEB74825}"/>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993F408-ED5F-4840-B119-130BB9018551}"/>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511F965-E58A-4FB1-902B-6A64436A7F3D}"/>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2" name="Date Placeholder 1">
            <a:extLst>
              <a:ext uri="{FF2B5EF4-FFF2-40B4-BE49-F238E27FC236}">
                <a16:creationId xmlns:a16="http://schemas.microsoft.com/office/drawing/2014/main" id="{7161E563-1BF6-4EB7-B7A2-FD52458467FC}"/>
              </a:ext>
            </a:extLst>
          </p:cNvPr>
          <p:cNvSpPr>
            <a:spLocks noGrp="1"/>
          </p:cNvSpPr>
          <p:nvPr>
            <p:ph type="dt" sz="half" idx="2"/>
          </p:nvPr>
        </p:nvSpPr>
        <p:spPr>
          <a:xfrm>
            <a:off x="4946650" y="438763"/>
            <a:ext cx="1543050" cy="184666"/>
          </a:xfrm>
          <a:prstGeom prst="rect">
            <a:avLst/>
          </a:prstGeom>
        </p:spPr>
        <p:txBody>
          <a:bodyPr vert="horz"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B8B9AC54-025D-459C-8438-CE4933283D2D}" type="datetime4">
              <a:rPr lang="en-US" smtClean="0"/>
              <a:t>October 30, 2026</a:t>
            </a:fld>
            <a:endParaRPr lang="en-US"/>
          </a:p>
        </p:txBody>
      </p:sp>
      <p:grpSp>
        <p:nvGrpSpPr>
          <p:cNvPr id="3" name="Group 2">
            <a:extLst>
              <a:ext uri="{FF2B5EF4-FFF2-40B4-BE49-F238E27FC236}">
                <a16:creationId xmlns:a16="http://schemas.microsoft.com/office/drawing/2014/main" id="{B20580D1-0CE3-4279-A937-2D00BB298C37}"/>
              </a:ext>
            </a:extLst>
          </p:cNvPr>
          <p:cNvGrpSpPr/>
          <p:nvPr userDrawn="1"/>
        </p:nvGrpSpPr>
        <p:grpSpPr>
          <a:xfrm>
            <a:off x="-954966" y="0"/>
            <a:ext cx="850185" cy="1861222"/>
            <a:chOff x="-954966" y="304355"/>
            <a:chExt cx="850185" cy="1861222"/>
          </a:xfrm>
        </p:grpSpPr>
        <p:sp>
          <p:nvSpPr>
            <p:cNvPr id="16" name="Retângulo 13">
              <a:extLst>
                <a:ext uri="{FF2B5EF4-FFF2-40B4-BE49-F238E27FC236}">
                  <a16:creationId xmlns:a16="http://schemas.microsoft.com/office/drawing/2014/main" id="{C692A16D-2AAD-47A9-B615-EDBFCACA6C08}"/>
                </a:ext>
              </a:extLst>
            </p:cNvPr>
            <p:cNvSpPr/>
            <p:nvPr userDrawn="1"/>
          </p:nvSpPr>
          <p:spPr>
            <a:xfrm>
              <a:off x="-954966" y="1885648"/>
              <a:ext cx="850185" cy="2799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0 0 0 </a:t>
              </a:r>
            </a:p>
          </p:txBody>
        </p:sp>
        <p:sp>
          <p:nvSpPr>
            <p:cNvPr id="17" name="Retângulo 14">
              <a:extLst>
                <a:ext uri="{FF2B5EF4-FFF2-40B4-BE49-F238E27FC236}">
                  <a16:creationId xmlns:a16="http://schemas.microsoft.com/office/drawing/2014/main" id="{49E9D0E6-FB77-489C-A3FC-111D665AA2C8}"/>
                </a:ext>
              </a:extLst>
            </p:cNvPr>
            <p:cNvSpPr/>
            <p:nvPr userDrawn="1"/>
          </p:nvSpPr>
          <p:spPr>
            <a:xfrm>
              <a:off x="-954966" y="936873"/>
              <a:ext cx="850185" cy="2799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142 179 223</a:t>
              </a:r>
            </a:p>
          </p:txBody>
        </p:sp>
        <p:sp>
          <p:nvSpPr>
            <p:cNvPr id="18" name="Retângulo 16">
              <a:extLst>
                <a:ext uri="{FF2B5EF4-FFF2-40B4-BE49-F238E27FC236}">
                  <a16:creationId xmlns:a16="http://schemas.microsoft.com/office/drawing/2014/main" id="{B7EB5F79-8CC5-4BFC-85F8-8563F8529CEA}"/>
                </a:ext>
              </a:extLst>
            </p:cNvPr>
            <p:cNvSpPr/>
            <p:nvPr userDrawn="1"/>
          </p:nvSpPr>
          <p:spPr>
            <a:xfrm>
              <a:off x="-954966" y="1253132"/>
              <a:ext cx="850185" cy="27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112 121 113</a:t>
              </a:r>
            </a:p>
          </p:txBody>
        </p:sp>
        <p:sp>
          <p:nvSpPr>
            <p:cNvPr id="19" name="Retângulo 18">
              <a:extLst>
                <a:ext uri="{FF2B5EF4-FFF2-40B4-BE49-F238E27FC236}">
                  <a16:creationId xmlns:a16="http://schemas.microsoft.com/office/drawing/2014/main" id="{7F299EE3-683B-4854-B420-0E3181CD77C3}"/>
                </a:ext>
              </a:extLst>
            </p:cNvPr>
            <p:cNvSpPr/>
            <p:nvPr userDrawn="1"/>
          </p:nvSpPr>
          <p:spPr>
            <a:xfrm>
              <a:off x="-954966" y="304355"/>
              <a:ext cx="850185" cy="27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31 47 68</a:t>
              </a:r>
            </a:p>
          </p:txBody>
        </p:sp>
        <p:sp>
          <p:nvSpPr>
            <p:cNvPr id="20" name="Retângulo 19">
              <a:extLst>
                <a:ext uri="{FF2B5EF4-FFF2-40B4-BE49-F238E27FC236}">
                  <a16:creationId xmlns:a16="http://schemas.microsoft.com/office/drawing/2014/main" id="{1CB3CBF4-519F-4A89-A6BC-0F096BF55948}"/>
                </a:ext>
              </a:extLst>
            </p:cNvPr>
            <p:cNvSpPr/>
            <p:nvPr userDrawn="1"/>
          </p:nvSpPr>
          <p:spPr>
            <a:xfrm>
              <a:off x="-954966" y="620614"/>
              <a:ext cx="850185" cy="2799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249 193 19</a:t>
              </a:r>
            </a:p>
          </p:txBody>
        </p:sp>
        <p:sp>
          <p:nvSpPr>
            <p:cNvPr id="21" name="Retângulo 25">
              <a:extLst>
                <a:ext uri="{FF2B5EF4-FFF2-40B4-BE49-F238E27FC236}">
                  <a16:creationId xmlns:a16="http://schemas.microsoft.com/office/drawing/2014/main" id="{AE442D1B-B28F-4A51-B152-6F302C379142}"/>
                </a:ext>
              </a:extLst>
            </p:cNvPr>
            <p:cNvSpPr/>
            <p:nvPr userDrawn="1"/>
          </p:nvSpPr>
          <p:spPr>
            <a:xfrm>
              <a:off x="-954966" y="1569391"/>
              <a:ext cx="850185" cy="27992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73 72 73</a:t>
              </a:r>
            </a:p>
          </p:txBody>
        </p:sp>
      </p:grpSp>
      <p:sp>
        <p:nvSpPr>
          <p:cNvPr id="23" name="Espaço Reservado para Texto 6">
            <a:extLst>
              <a:ext uri="{FF2B5EF4-FFF2-40B4-BE49-F238E27FC236}">
                <a16:creationId xmlns:a16="http://schemas.microsoft.com/office/drawing/2014/main" id="{6CF3791F-62F2-4029-A8F8-4CB526805BC9}"/>
              </a:ext>
            </a:extLst>
          </p:cNvPr>
          <p:cNvSpPr txBox="1">
            <a:spLocks/>
          </p:cNvSpPr>
          <p:nvPr userDrawn="1"/>
        </p:nvSpPr>
        <p:spPr>
          <a:xfrm>
            <a:off x="390154" y="438763"/>
            <a:ext cx="3146796" cy="215860"/>
          </a:xfrm>
          <a:prstGeom prst="rect">
            <a:avLst/>
          </a:prstGeom>
        </p:spPr>
        <p:txBody>
          <a:bodyPr vert="horz" lIns="0" tIns="0" rIns="0" bIns="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1200" b="0" kern="120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Equity Research - Strategy</a:t>
            </a:r>
          </a:p>
        </p:txBody>
      </p:sp>
    </p:spTree>
    <p:extLst>
      <p:ext uri="{BB962C8B-B14F-4D97-AF65-F5344CB8AC3E}">
        <p14:creationId xmlns:p14="http://schemas.microsoft.com/office/powerpoint/2010/main" val="3552666448"/>
      </p:ext>
    </p:extLst>
  </p:cSld>
  <p:clrMap bg1="lt1" tx1="dk1" bg2="lt2" tx2="dk2" accent1="accent1" accent2="accent2" accent3="accent3" accent4="accent4" accent5="accent5" accent6="accent6" hlink="hlink" folHlink="folHlink"/>
  <p:sldLayoutIdLst>
    <p:sldLayoutId id="2147483793" r:id="rId1"/>
    <p:sldLayoutId id="2147483794" r:id="rId2"/>
    <p:sldLayoutId id="2147483795" r:id="rId3"/>
    <p:sldLayoutId id="2147483796" r:id="rId4"/>
    <p:sldLayoutId id="2147483797" r:id="rId5"/>
    <p:sldLayoutId id="2147483798" r:id="rId6"/>
    <p:sldLayoutId id="2147483799" r:id="rId7"/>
    <p:sldLayoutId id="2147483800" r:id="rId8"/>
    <p:sldLayoutId id="2147483801" r:id="rId9"/>
    <p:sldLayoutId id="2147483802" r:id="rId10"/>
    <p:sldLayoutId id="2147483712" r:id="rId11"/>
    <p:sldLayoutId id="2147483713" r:id="rId12"/>
    <p:sldLayoutId id="2147483714" r:id="rId13"/>
    <p:sldLayoutId id="2147483715" r:id="rId14"/>
    <p:sldLayoutId id="2147483716" r:id="rId15"/>
    <p:sldLayoutId id="2147483717" r:id="rId16"/>
    <p:sldLayoutId id="2147483718" r:id="rId17"/>
    <p:sldLayoutId id="2147483719" r:id="rId18"/>
    <p:sldLayoutId id="2147483720" r:id="rId19"/>
    <p:sldLayoutId id="2147483721" r:id="rId20"/>
    <p:sldLayoutId id="2147483722" r:id="rId21"/>
    <p:sldLayoutId id="2147483803" r:id="rId22"/>
    <p:sldLayoutId id="2147483723" r:id="rId23"/>
    <p:sldLayoutId id="2147483724" r:id="rId24"/>
    <p:sldLayoutId id="2147483725" r:id="rId25"/>
    <p:sldLayoutId id="2147483726" r:id="rId26"/>
    <p:sldLayoutId id="2147483804" r:id="rId27"/>
    <p:sldLayoutId id="2147483805" r:id="rId28"/>
    <p:sldLayoutId id="2147483727" r:id="rId29"/>
    <p:sldLayoutId id="2147483728" r:id="rId30"/>
  </p:sldLayoutIdLst>
  <p:hf sldNum="0" hdr="0" ftr="0"/>
  <p:txStyles>
    <p:titleStyle>
      <a:lvl1pPr algn="l" defTabSz="385767" rtl="0" eaLnBrk="1" latinLnBrk="0" hangingPunct="1">
        <a:lnSpc>
          <a:spcPct val="90000"/>
        </a:lnSpc>
        <a:spcBef>
          <a:spcPct val="0"/>
        </a:spcBef>
        <a:buNone/>
        <a:defRPr sz="1266" b="0" kern="1200">
          <a:solidFill>
            <a:schemeClr val="tx1"/>
          </a:solidFill>
          <a:latin typeface="+mj-lt"/>
          <a:ea typeface="+mj-ea"/>
          <a:cs typeface="+mj-cs"/>
        </a:defRPr>
      </a:lvl1pPr>
    </p:titleStyle>
    <p:bodyStyle>
      <a:lvl1pPr marL="0" indent="0" algn="l" defTabSz="385767" rtl="0" eaLnBrk="1" latinLnBrk="0" hangingPunct="1">
        <a:lnSpc>
          <a:spcPct val="90000"/>
        </a:lnSpc>
        <a:spcBef>
          <a:spcPts val="422"/>
        </a:spcBef>
        <a:buFont typeface="Arial" panose="020B0604020202020204" pitchFamily="34" charset="0"/>
        <a:buNone/>
        <a:defRPr sz="675" kern="1200">
          <a:solidFill>
            <a:schemeClr val="tx2"/>
          </a:solidFill>
          <a:latin typeface="+mn-lt"/>
          <a:ea typeface="+mn-ea"/>
          <a:cs typeface="+mn-cs"/>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p:bodyStyle>
    <p:otherStyle>
      <a:defPPr>
        <a:defRPr lang="pt-BR"/>
      </a:defPPr>
      <a:lvl1pPr marL="0" algn="l" defTabSz="385767" rtl="0" eaLnBrk="1" latinLnBrk="0" hangingPunct="1">
        <a:defRPr sz="760" kern="1200">
          <a:solidFill>
            <a:schemeClr val="tx1"/>
          </a:solidFill>
          <a:latin typeface="+mn-lt"/>
          <a:ea typeface="+mn-ea"/>
          <a:cs typeface="+mn-cs"/>
        </a:defRPr>
      </a:lvl1pPr>
      <a:lvl2pPr marL="192884" algn="l" defTabSz="385767" rtl="0" eaLnBrk="1" latinLnBrk="0" hangingPunct="1">
        <a:defRPr sz="760" kern="1200">
          <a:solidFill>
            <a:schemeClr val="tx1"/>
          </a:solidFill>
          <a:latin typeface="+mn-lt"/>
          <a:ea typeface="+mn-ea"/>
          <a:cs typeface="+mn-cs"/>
        </a:defRPr>
      </a:lvl2pPr>
      <a:lvl3pPr marL="385767" algn="l" defTabSz="385767" rtl="0" eaLnBrk="1" latinLnBrk="0" hangingPunct="1">
        <a:defRPr sz="760" kern="1200">
          <a:solidFill>
            <a:schemeClr val="tx1"/>
          </a:solidFill>
          <a:latin typeface="+mn-lt"/>
          <a:ea typeface="+mn-ea"/>
          <a:cs typeface="+mn-cs"/>
        </a:defRPr>
      </a:lvl3pPr>
      <a:lvl4pPr marL="578651" algn="l" defTabSz="385767" rtl="0" eaLnBrk="1" latinLnBrk="0" hangingPunct="1">
        <a:defRPr sz="760" kern="1200">
          <a:solidFill>
            <a:schemeClr val="tx1"/>
          </a:solidFill>
          <a:latin typeface="+mn-lt"/>
          <a:ea typeface="+mn-ea"/>
          <a:cs typeface="+mn-cs"/>
        </a:defRPr>
      </a:lvl4pPr>
      <a:lvl5pPr marL="771535" algn="l" defTabSz="385767" rtl="0" eaLnBrk="1" latinLnBrk="0" hangingPunct="1">
        <a:defRPr sz="760" kern="1200">
          <a:solidFill>
            <a:schemeClr val="tx1"/>
          </a:solidFill>
          <a:latin typeface="+mn-lt"/>
          <a:ea typeface="+mn-ea"/>
          <a:cs typeface="+mn-cs"/>
        </a:defRPr>
      </a:lvl5pPr>
      <a:lvl6pPr marL="964419" algn="l" defTabSz="385767" rtl="0" eaLnBrk="1" latinLnBrk="0" hangingPunct="1">
        <a:defRPr sz="760" kern="1200">
          <a:solidFill>
            <a:schemeClr val="tx1"/>
          </a:solidFill>
          <a:latin typeface="+mn-lt"/>
          <a:ea typeface="+mn-ea"/>
          <a:cs typeface="+mn-cs"/>
        </a:defRPr>
      </a:lvl6pPr>
      <a:lvl7pPr marL="1157302" algn="l" defTabSz="385767" rtl="0" eaLnBrk="1" latinLnBrk="0" hangingPunct="1">
        <a:defRPr sz="760" kern="1200">
          <a:solidFill>
            <a:schemeClr val="tx1"/>
          </a:solidFill>
          <a:latin typeface="+mn-lt"/>
          <a:ea typeface="+mn-ea"/>
          <a:cs typeface="+mn-cs"/>
        </a:defRPr>
      </a:lvl7pPr>
      <a:lvl8pPr marL="1350186" algn="l" defTabSz="385767" rtl="0" eaLnBrk="1" latinLnBrk="0" hangingPunct="1">
        <a:defRPr sz="760" kern="1200">
          <a:solidFill>
            <a:schemeClr val="tx1"/>
          </a:solidFill>
          <a:latin typeface="+mn-lt"/>
          <a:ea typeface="+mn-ea"/>
          <a:cs typeface="+mn-cs"/>
        </a:defRPr>
      </a:lvl8pPr>
      <a:lvl9pPr marL="1543070" algn="l" defTabSz="385767" rtl="0" eaLnBrk="1" latinLnBrk="0" hangingPunct="1">
        <a:defRPr sz="76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32" userDrawn="1">
          <p15:clr>
            <a:srgbClr val="F26B43"/>
          </p15:clr>
        </p15:guide>
        <p15:guide id="3" pos="4088" userDrawn="1">
          <p15:clr>
            <a:srgbClr val="F26B43"/>
          </p15:clr>
        </p15:guide>
        <p15:guide id="4" orient="horz" pos="262" userDrawn="1">
          <p15:clr>
            <a:srgbClr val="F26B43"/>
          </p15:clr>
        </p15:guide>
        <p15:guide id="5" orient="horz" pos="5955" userDrawn="1">
          <p15:clr>
            <a:srgbClr val="F26B43"/>
          </p15:clr>
        </p15:guide>
        <p15:guide id="6" pos="2160" userDrawn="1">
          <p15:clr>
            <a:srgbClr val="F26B43"/>
          </p15:clr>
        </p15:guide>
        <p15:guide id="7" orient="horz" pos="466" userDrawn="1">
          <p15:clr>
            <a:srgbClr val="F26B43"/>
          </p15:clr>
        </p15:guide>
        <p15:guide id="8" orient="horz" pos="943" userDrawn="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8" name="CaixaDeTexto 9">
            <a:extLst>
              <a:ext uri="{FF2B5EF4-FFF2-40B4-BE49-F238E27FC236}">
                <a16:creationId xmlns:a16="http://schemas.microsoft.com/office/drawing/2014/main" id="{18A5BD12-2FE7-4134-9F20-C06CEFC520B9}"/>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tx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tx1"/>
              </a:solidFill>
              <a:latin typeface="Roboto" panose="02000000000000000000" pitchFamily="2" charset="0"/>
              <a:ea typeface="Roboto" panose="02000000000000000000" pitchFamily="2" charset="0"/>
              <a:cs typeface="Roboto" panose="02000000000000000000" pitchFamily="2" charset="0"/>
            </a:endParaRPr>
          </a:p>
        </p:txBody>
      </p:sp>
      <p:cxnSp>
        <p:nvCxnSpPr>
          <p:cNvPr id="29" name="Conector Reto 170">
            <a:extLst>
              <a:ext uri="{FF2B5EF4-FFF2-40B4-BE49-F238E27FC236}">
                <a16:creationId xmlns:a16="http://schemas.microsoft.com/office/drawing/2014/main" id="{13EB86D2-DA6B-4C90-A239-E798C20F79BB}"/>
              </a:ext>
            </a:extLst>
          </p:cNvPr>
          <p:cNvCxnSpPr>
            <a:cxnSpLocks/>
          </p:cNvCxnSpPr>
          <p:nvPr userDrawn="1"/>
        </p:nvCxnSpPr>
        <p:spPr>
          <a:xfrm flipV="1">
            <a:off x="969232" y="9547232"/>
            <a:ext cx="0" cy="202038"/>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BCC28C3B-7362-43B7-A421-CE293A4A6219}"/>
              </a:ext>
            </a:extLst>
          </p:cNvPr>
          <p:cNvGrpSpPr/>
          <p:nvPr userDrawn="1"/>
        </p:nvGrpSpPr>
        <p:grpSpPr>
          <a:xfrm>
            <a:off x="368299" y="9572683"/>
            <a:ext cx="548254" cy="151137"/>
            <a:chOff x="2700591" y="2522601"/>
            <a:chExt cx="6428993" cy="1772284"/>
          </a:xfrm>
          <a:solidFill>
            <a:schemeClr val="accent6"/>
          </a:solidFill>
        </p:grpSpPr>
        <p:sp>
          <p:nvSpPr>
            <p:cNvPr id="31" name="Freeform: Shape 30">
              <a:extLst>
                <a:ext uri="{FF2B5EF4-FFF2-40B4-BE49-F238E27FC236}">
                  <a16:creationId xmlns:a16="http://schemas.microsoft.com/office/drawing/2014/main" id="{389CC8BC-1F00-4BDC-A289-8142D2D9475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32" name="Graphic 20">
              <a:extLst>
                <a:ext uri="{FF2B5EF4-FFF2-40B4-BE49-F238E27FC236}">
                  <a16:creationId xmlns:a16="http://schemas.microsoft.com/office/drawing/2014/main" id="{508F0147-3843-468C-B598-6A74C455F73B}"/>
                </a:ext>
              </a:extLst>
            </p:cNvPr>
            <p:cNvGrpSpPr/>
            <p:nvPr/>
          </p:nvGrpSpPr>
          <p:grpSpPr>
            <a:xfrm>
              <a:off x="5034660" y="3339528"/>
              <a:ext cx="4094924" cy="747077"/>
              <a:chOff x="5034660" y="3339528"/>
              <a:chExt cx="4094924" cy="747077"/>
            </a:xfrm>
            <a:grpFill/>
          </p:grpSpPr>
          <p:sp>
            <p:nvSpPr>
              <p:cNvPr id="33" name="Freeform: Shape 32">
                <a:extLst>
                  <a:ext uri="{FF2B5EF4-FFF2-40B4-BE49-F238E27FC236}">
                    <a16:creationId xmlns:a16="http://schemas.microsoft.com/office/drawing/2014/main" id="{D59EF09C-1E4A-4CE4-8368-67623148D05D}"/>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6604BEF-52FB-4611-B5BC-2E4C7A1B4DCE}"/>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48F6015-ACDE-4252-9209-5B93E242751A}"/>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BE555BE-D9A2-44BD-A617-B521D61BBAB6}"/>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4F2E831-B08D-4D1E-A156-528654CD99C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F483E7C-8FFD-4291-ACD5-5C68DEB74825}"/>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993F408-ED5F-4840-B119-130BB9018551}"/>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511F965-E58A-4FB1-902B-6A64436A7F3D}"/>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2" name="Date Placeholder 1">
            <a:extLst>
              <a:ext uri="{FF2B5EF4-FFF2-40B4-BE49-F238E27FC236}">
                <a16:creationId xmlns:a16="http://schemas.microsoft.com/office/drawing/2014/main" id="{7161E563-1BF6-4EB7-B7A2-FD52458467FC}"/>
              </a:ext>
            </a:extLst>
          </p:cNvPr>
          <p:cNvSpPr>
            <a:spLocks noGrp="1"/>
          </p:cNvSpPr>
          <p:nvPr>
            <p:ph type="dt" sz="half" idx="2"/>
          </p:nvPr>
        </p:nvSpPr>
        <p:spPr>
          <a:xfrm>
            <a:off x="4946650" y="438763"/>
            <a:ext cx="1543050" cy="184666"/>
          </a:xfrm>
          <a:prstGeom prst="rect">
            <a:avLst/>
          </a:prstGeom>
        </p:spPr>
        <p:txBody>
          <a:bodyPr vert="horz"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6927C932-8497-451A-84A1-705AAF122D91}" type="datetime4">
              <a:rPr lang="en-US" smtClean="0"/>
              <a:t>October 30, 2026</a:t>
            </a:fld>
            <a:endParaRPr lang="en-US"/>
          </a:p>
        </p:txBody>
      </p:sp>
      <p:grpSp>
        <p:nvGrpSpPr>
          <p:cNvPr id="3" name="Group 2">
            <a:extLst>
              <a:ext uri="{FF2B5EF4-FFF2-40B4-BE49-F238E27FC236}">
                <a16:creationId xmlns:a16="http://schemas.microsoft.com/office/drawing/2014/main" id="{B20580D1-0CE3-4279-A937-2D00BB298C37}"/>
              </a:ext>
            </a:extLst>
          </p:cNvPr>
          <p:cNvGrpSpPr/>
          <p:nvPr userDrawn="1"/>
        </p:nvGrpSpPr>
        <p:grpSpPr>
          <a:xfrm>
            <a:off x="-954966" y="0"/>
            <a:ext cx="850185" cy="1861222"/>
            <a:chOff x="-954966" y="304355"/>
            <a:chExt cx="850185" cy="1861222"/>
          </a:xfrm>
        </p:grpSpPr>
        <p:sp>
          <p:nvSpPr>
            <p:cNvPr id="16" name="Retângulo 13">
              <a:extLst>
                <a:ext uri="{FF2B5EF4-FFF2-40B4-BE49-F238E27FC236}">
                  <a16:creationId xmlns:a16="http://schemas.microsoft.com/office/drawing/2014/main" id="{C692A16D-2AAD-47A9-B615-EDBFCACA6C08}"/>
                </a:ext>
              </a:extLst>
            </p:cNvPr>
            <p:cNvSpPr/>
            <p:nvPr userDrawn="1"/>
          </p:nvSpPr>
          <p:spPr>
            <a:xfrm>
              <a:off x="-954966" y="1885648"/>
              <a:ext cx="850185" cy="2799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0 0 0 </a:t>
              </a:r>
            </a:p>
          </p:txBody>
        </p:sp>
        <p:sp>
          <p:nvSpPr>
            <p:cNvPr id="17" name="Retângulo 14">
              <a:extLst>
                <a:ext uri="{FF2B5EF4-FFF2-40B4-BE49-F238E27FC236}">
                  <a16:creationId xmlns:a16="http://schemas.microsoft.com/office/drawing/2014/main" id="{49E9D0E6-FB77-489C-A3FC-111D665AA2C8}"/>
                </a:ext>
              </a:extLst>
            </p:cNvPr>
            <p:cNvSpPr/>
            <p:nvPr userDrawn="1"/>
          </p:nvSpPr>
          <p:spPr>
            <a:xfrm>
              <a:off x="-954966" y="936873"/>
              <a:ext cx="850185" cy="2799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142 179 223</a:t>
              </a:r>
            </a:p>
          </p:txBody>
        </p:sp>
        <p:sp>
          <p:nvSpPr>
            <p:cNvPr id="18" name="Retângulo 16">
              <a:extLst>
                <a:ext uri="{FF2B5EF4-FFF2-40B4-BE49-F238E27FC236}">
                  <a16:creationId xmlns:a16="http://schemas.microsoft.com/office/drawing/2014/main" id="{B7EB5F79-8CC5-4BFC-85F8-8563F8529CEA}"/>
                </a:ext>
              </a:extLst>
            </p:cNvPr>
            <p:cNvSpPr/>
            <p:nvPr userDrawn="1"/>
          </p:nvSpPr>
          <p:spPr>
            <a:xfrm>
              <a:off x="-954966" y="1253132"/>
              <a:ext cx="850185" cy="27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112 121 113</a:t>
              </a:r>
            </a:p>
          </p:txBody>
        </p:sp>
        <p:sp>
          <p:nvSpPr>
            <p:cNvPr id="19" name="Retângulo 18">
              <a:extLst>
                <a:ext uri="{FF2B5EF4-FFF2-40B4-BE49-F238E27FC236}">
                  <a16:creationId xmlns:a16="http://schemas.microsoft.com/office/drawing/2014/main" id="{7F299EE3-683B-4854-B420-0E3181CD77C3}"/>
                </a:ext>
              </a:extLst>
            </p:cNvPr>
            <p:cNvSpPr/>
            <p:nvPr userDrawn="1"/>
          </p:nvSpPr>
          <p:spPr>
            <a:xfrm>
              <a:off x="-954966" y="304355"/>
              <a:ext cx="850185" cy="27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31 47 68</a:t>
              </a:r>
            </a:p>
          </p:txBody>
        </p:sp>
        <p:sp>
          <p:nvSpPr>
            <p:cNvPr id="20" name="Retângulo 19">
              <a:extLst>
                <a:ext uri="{FF2B5EF4-FFF2-40B4-BE49-F238E27FC236}">
                  <a16:creationId xmlns:a16="http://schemas.microsoft.com/office/drawing/2014/main" id="{1CB3CBF4-519F-4A89-A6BC-0F096BF55948}"/>
                </a:ext>
              </a:extLst>
            </p:cNvPr>
            <p:cNvSpPr/>
            <p:nvPr userDrawn="1"/>
          </p:nvSpPr>
          <p:spPr>
            <a:xfrm>
              <a:off x="-954966" y="620614"/>
              <a:ext cx="850185" cy="2799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249 193 19</a:t>
              </a:r>
            </a:p>
          </p:txBody>
        </p:sp>
        <p:sp>
          <p:nvSpPr>
            <p:cNvPr id="21" name="Retângulo 25">
              <a:extLst>
                <a:ext uri="{FF2B5EF4-FFF2-40B4-BE49-F238E27FC236}">
                  <a16:creationId xmlns:a16="http://schemas.microsoft.com/office/drawing/2014/main" id="{AE442D1B-B28F-4A51-B152-6F302C379142}"/>
                </a:ext>
              </a:extLst>
            </p:cNvPr>
            <p:cNvSpPr/>
            <p:nvPr userDrawn="1"/>
          </p:nvSpPr>
          <p:spPr>
            <a:xfrm>
              <a:off x="-954966" y="1569391"/>
              <a:ext cx="850185" cy="27992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73 72 73</a:t>
              </a:r>
            </a:p>
          </p:txBody>
        </p:sp>
      </p:grpSp>
      <p:sp>
        <p:nvSpPr>
          <p:cNvPr id="23" name="Espaço Reservado para Texto 6">
            <a:extLst>
              <a:ext uri="{FF2B5EF4-FFF2-40B4-BE49-F238E27FC236}">
                <a16:creationId xmlns:a16="http://schemas.microsoft.com/office/drawing/2014/main" id="{6CF3791F-62F2-4029-A8F8-4CB526805BC9}"/>
              </a:ext>
            </a:extLst>
          </p:cNvPr>
          <p:cNvSpPr txBox="1">
            <a:spLocks/>
          </p:cNvSpPr>
          <p:nvPr userDrawn="1"/>
        </p:nvSpPr>
        <p:spPr>
          <a:xfrm>
            <a:off x="390154" y="438763"/>
            <a:ext cx="3146796" cy="215860"/>
          </a:xfrm>
          <a:prstGeom prst="rect">
            <a:avLst/>
          </a:prstGeom>
        </p:spPr>
        <p:txBody>
          <a:bodyPr vert="horz" lIns="0" tIns="0" rIns="0" bIns="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1200" b="0" kern="120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Equity Research - Strategy</a:t>
            </a:r>
          </a:p>
        </p:txBody>
      </p:sp>
    </p:spTree>
    <p:extLst>
      <p:ext uri="{BB962C8B-B14F-4D97-AF65-F5344CB8AC3E}">
        <p14:creationId xmlns:p14="http://schemas.microsoft.com/office/powerpoint/2010/main" val="591216446"/>
      </p:ext>
    </p:extLst>
  </p:cSld>
  <p:clrMap bg1="lt1" tx1="dk1" bg2="lt2" tx2="dk2" accent1="accent1" accent2="accent2" accent3="accent3" accent4="accent4" accent5="accent5" accent6="accent6" hlink="hlink" folHlink="folHlink"/>
  <p:sldLayoutIdLst>
    <p:sldLayoutId id="2147483734" r:id="rId1"/>
    <p:sldLayoutId id="2147483735" r:id="rId2"/>
    <p:sldLayoutId id="2147483736" r:id="rId3"/>
    <p:sldLayoutId id="2147483737" r:id="rId4"/>
    <p:sldLayoutId id="2147483738" r:id="rId5"/>
    <p:sldLayoutId id="2147483739" r:id="rId6"/>
    <p:sldLayoutId id="2147483740" r:id="rId7"/>
    <p:sldLayoutId id="2147483741" r:id="rId8"/>
    <p:sldLayoutId id="2147483742" r:id="rId9"/>
    <p:sldLayoutId id="2147483743" r:id="rId10"/>
    <p:sldLayoutId id="2147483744" r:id="rId11"/>
    <p:sldLayoutId id="2147483745" r:id="rId12"/>
    <p:sldLayoutId id="2147483746" r:id="rId13"/>
    <p:sldLayoutId id="2147483747" r:id="rId14"/>
    <p:sldLayoutId id="2147483748" r:id="rId15"/>
    <p:sldLayoutId id="2147483749" r:id="rId16"/>
    <p:sldLayoutId id="2147483750" r:id="rId17"/>
    <p:sldLayoutId id="2147483751" r:id="rId18"/>
    <p:sldLayoutId id="2147483752" r:id="rId19"/>
    <p:sldLayoutId id="2147483753" r:id="rId20"/>
  </p:sldLayoutIdLst>
  <p:hf sldNum="0" hdr="0" ftr="0"/>
  <p:txStyles>
    <p:titleStyle>
      <a:lvl1pPr algn="l" defTabSz="385767" rtl="0" eaLnBrk="1" latinLnBrk="0" hangingPunct="1">
        <a:lnSpc>
          <a:spcPct val="90000"/>
        </a:lnSpc>
        <a:spcBef>
          <a:spcPct val="0"/>
        </a:spcBef>
        <a:buNone/>
        <a:defRPr sz="1266" b="0" kern="1200">
          <a:solidFill>
            <a:schemeClr val="tx1"/>
          </a:solidFill>
          <a:latin typeface="+mj-lt"/>
          <a:ea typeface="+mj-ea"/>
          <a:cs typeface="+mj-cs"/>
        </a:defRPr>
      </a:lvl1pPr>
    </p:titleStyle>
    <p:bodyStyle>
      <a:lvl1pPr marL="0" indent="0" algn="l" defTabSz="385767" rtl="0" eaLnBrk="1" latinLnBrk="0" hangingPunct="1">
        <a:lnSpc>
          <a:spcPct val="90000"/>
        </a:lnSpc>
        <a:spcBef>
          <a:spcPts val="422"/>
        </a:spcBef>
        <a:buFont typeface="Arial" panose="020B0604020202020204" pitchFamily="34" charset="0"/>
        <a:buNone/>
        <a:defRPr sz="675" kern="1200">
          <a:solidFill>
            <a:schemeClr val="tx2"/>
          </a:solidFill>
          <a:latin typeface="+mn-lt"/>
          <a:ea typeface="+mn-ea"/>
          <a:cs typeface="+mn-cs"/>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p:bodyStyle>
    <p:otherStyle>
      <a:defPPr>
        <a:defRPr lang="pt-BR"/>
      </a:defPPr>
      <a:lvl1pPr marL="0" algn="l" defTabSz="385767" rtl="0" eaLnBrk="1" latinLnBrk="0" hangingPunct="1">
        <a:defRPr sz="760" kern="1200">
          <a:solidFill>
            <a:schemeClr val="tx1"/>
          </a:solidFill>
          <a:latin typeface="+mn-lt"/>
          <a:ea typeface="+mn-ea"/>
          <a:cs typeface="+mn-cs"/>
        </a:defRPr>
      </a:lvl1pPr>
      <a:lvl2pPr marL="192884" algn="l" defTabSz="385767" rtl="0" eaLnBrk="1" latinLnBrk="0" hangingPunct="1">
        <a:defRPr sz="760" kern="1200">
          <a:solidFill>
            <a:schemeClr val="tx1"/>
          </a:solidFill>
          <a:latin typeface="+mn-lt"/>
          <a:ea typeface="+mn-ea"/>
          <a:cs typeface="+mn-cs"/>
        </a:defRPr>
      </a:lvl2pPr>
      <a:lvl3pPr marL="385767" algn="l" defTabSz="385767" rtl="0" eaLnBrk="1" latinLnBrk="0" hangingPunct="1">
        <a:defRPr sz="760" kern="1200">
          <a:solidFill>
            <a:schemeClr val="tx1"/>
          </a:solidFill>
          <a:latin typeface="+mn-lt"/>
          <a:ea typeface="+mn-ea"/>
          <a:cs typeface="+mn-cs"/>
        </a:defRPr>
      </a:lvl3pPr>
      <a:lvl4pPr marL="578651" algn="l" defTabSz="385767" rtl="0" eaLnBrk="1" latinLnBrk="0" hangingPunct="1">
        <a:defRPr sz="760" kern="1200">
          <a:solidFill>
            <a:schemeClr val="tx1"/>
          </a:solidFill>
          <a:latin typeface="+mn-lt"/>
          <a:ea typeface="+mn-ea"/>
          <a:cs typeface="+mn-cs"/>
        </a:defRPr>
      </a:lvl4pPr>
      <a:lvl5pPr marL="771535" algn="l" defTabSz="385767" rtl="0" eaLnBrk="1" latinLnBrk="0" hangingPunct="1">
        <a:defRPr sz="760" kern="1200">
          <a:solidFill>
            <a:schemeClr val="tx1"/>
          </a:solidFill>
          <a:latin typeface="+mn-lt"/>
          <a:ea typeface="+mn-ea"/>
          <a:cs typeface="+mn-cs"/>
        </a:defRPr>
      </a:lvl5pPr>
      <a:lvl6pPr marL="964419" algn="l" defTabSz="385767" rtl="0" eaLnBrk="1" latinLnBrk="0" hangingPunct="1">
        <a:defRPr sz="760" kern="1200">
          <a:solidFill>
            <a:schemeClr val="tx1"/>
          </a:solidFill>
          <a:latin typeface="+mn-lt"/>
          <a:ea typeface="+mn-ea"/>
          <a:cs typeface="+mn-cs"/>
        </a:defRPr>
      </a:lvl6pPr>
      <a:lvl7pPr marL="1157302" algn="l" defTabSz="385767" rtl="0" eaLnBrk="1" latinLnBrk="0" hangingPunct="1">
        <a:defRPr sz="760" kern="1200">
          <a:solidFill>
            <a:schemeClr val="tx1"/>
          </a:solidFill>
          <a:latin typeface="+mn-lt"/>
          <a:ea typeface="+mn-ea"/>
          <a:cs typeface="+mn-cs"/>
        </a:defRPr>
      </a:lvl7pPr>
      <a:lvl8pPr marL="1350186" algn="l" defTabSz="385767" rtl="0" eaLnBrk="1" latinLnBrk="0" hangingPunct="1">
        <a:defRPr sz="760" kern="1200">
          <a:solidFill>
            <a:schemeClr val="tx1"/>
          </a:solidFill>
          <a:latin typeface="+mn-lt"/>
          <a:ea typeface="+mn-ea"/>
          <a:cs typeface="+mn-cs"/>
        </a:defRPr>
      </a:lvl8pPr>
      <a:lvl9pPr marL="1543070" algn="l" defTabSz="385767" rtl="0" eaLnBrk="1" latinLnBrk="0" hangingPunct="1">
        <a:defRPr sz="76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p15:clr>
            <a:srgbClr val="F26B43"/>
          </p15:clr>
        </p15:guide>
        <p15:guide id="2" pos="232">
          <p15:clr>
            <a:srgbClr val="F26B43"/>
          </p15:clr>
        </p15:guide>
        <p15:guide id="3" pos="4088">
          <p15:clr>
            <a:srgbClr val="F26B43"/>
          </p15:clr>
        </p15:guide>
        <p15:guide id="4" orient="horz" pos="262">
          <p15:clr>
            <a:srgbClr val="F26B43"/>
          </p15:clr>
        </p15:guide>
        <p15:guide id="5" orient="horz" pos="5955">
          <p15:clr>
            <a:srgbClr val="F26B43"/>
          </p15:clr>
        </p15:guide>
        <p15:guide id="6" pos="2160">
          <p15:clr>
            <a:srgbClr val="F26B43"/>
          </p15:clr>
        </p15:guide>
        <p15:guide id="7" orient="horz" pos="466">
          <p15:clr>
            <a:srgbClr val="F26B43"/>
          </p15:clr>
        </p15:guide>
        <p15:guide id="8" orient="horz" pos="943">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8" name="CaixaDeTexto 9">
            <a:extLst>
              <a:ext uri="{FF2B5EF4-FFF2-40B4-BE49-F238E27FC236}">
                <a16:creationId xmlns:a16="http://schemas.microsoft.com/office/drawing/2014/main" id="{18A5BD12-2FE7-4134-9F20-C06CEFC520B9}"/>
              </a:ext>
            </a:extLst>
          </p:cNvPr>
          <p:cNvSpPr txBox="1"/>
          <p:nvPr userDrawn="1"/>
        </p:nvSpPr>
        <p:spPr>
          <a:xfrm>
            <a:off x="6328029" y="9584374"/>
            <a:ext cx="148017" cy="127755"/>
          </a:xfrm>
          <a:prstGeom prst="rect">
            <a:avLst/>
          </a:prstGeom>
        </p:spPr>
        <p:txBody>
          <a:bodyPr vert="horz" wrap="square" lIns="0" tIns="25718" rIns="0" bIns="25718" numCol="1" anchor="ctr" anchorCtr="0" compatLnSpc="1">
            <a:prstTxWarp prst="textNoShape">
              <a:avLst/>
            </a:prstTxWarp>
          </a:bodyPr>
          <a:lstStyle>
            <a:defPPr>
              <a:defRPr lang="pt-BR"/>
            </a:defPPr>
            <a:lvl1pPr algn="r">
              <a:defRPr sz="900" b="1">
                <a:solidFill>
                  <a:srgbClr val="606163"/>
                </a:solidFill>
              </a:defRPr>
            </a:lvl1pPr>
          </a:lstStyle>
          <a:p>
            <a:pPr lvl="0" algn="ctr"/>
            <a:fld id="{9B9BAEC2-C893-4510-BAEC-A634F6DBFF95}" type="slidenum">
              <a:rPr lang="en-US" altLang="pt-BR" sz="800" b="0" smtClean="0">
                <a:solidFill>
                  <a:schemeClr val="tx1"/>
                </a:solidFill>
                <a:latin typeface="Roboto" panose="02000000000000000000" pitchFamily="2" charset="0"/>
                <a:ea typeface="Roboto" panose="02000000000000000000" pitchFamily="2" charset="0"/>
                <a:cs typeface="Roboto" panose="02000000000000000000" pitchFamily="2" charset="0"/>
              </a:rPr>
              <a:pPr lvl="0" algn="ctr"/>
              <a:t>‹#›</a:t>
            </a:fld>
            <a:endParaRPr lang="en-US" altLang="pt-BR" sz="800" b="0">
              <a:solidFill>
                <a:schemeClr val="tx1"/>
              </a:solidFill>
              <a:latin typeface="Roboto" panose="02000000000000000000" pitchFamily="2" charset="0"/>
              <a:ea typeface="Roboto" panose="02000000000000000000" pitchFamily="2" charset="0"/>
              <a:cs typeface="Roboto" panose="02000000000000000000" pitchFamily="2" charset="0"/>
            </a:endParaRPr>
          </a:p>
        </p:txBody>
      </p:sp>
      <p:cxnSp>
        <p:nvCxnSpPr>
          <p:cNvPr id="29" name="Conector Reto 170">
            <a:extLst>
              <a:ext uri="{FF2B5EF4-FFF2-40B4-BE49-F238E27FC236}">
                <a16:creationId xmlns:a16="http://schemas.microsoft.com/office/drawing/2014/main" id="{13EB86D2-DA6B-4C90-A239-E798C20F79BB}"/>
              </a:ext>
            </a:extLst>
          </p:cNvPr>
          <p:cNvCxnSpPr>
            <a:cxnSpLocks/>
          </p:cNvCxnSpPr>
          <p:nvPr userDrawn="1"/>
        </p:nvCxnSpPr>
        <p:spPr>
          <a:xfrm flipV="1">
            <a:off x="969232" y="9547232"/>
            <a:ext cx="0" cy="202038"/>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BCC28C3B-7362-43B7-A421-CE293A4A6219}"/>
              </a:ext>
            </a:extLst>
          </p:cNvPr>
          <p:cNvGrpSpPr/>
          <p:nvPr userDrawn="1"/>
        </p:nvGrpSpPr>
        <p:grpSpPr>
          <a:xfrm>
            <a:off x="368299" y="9572683"/>
            <a:ext cx="548254" cy="151137"/>
            <a:chOff x="2700591" y="2522601"/>
            <a:chExt cx="6428993" cy="1772284"/>
          </a:xfrm>
          <a:solidFill>
            <a:schemeClr val="accent6"/>
          </a:solidFill>
        </p:grpSpPr>
        <p:sp>
          <p:nvSpPr>
            <p:cNvPr id="31" name="Freeform: Shape 30">
              <a:extLst>
                <a:ext uri="{FF2B5EF4-FFF2-40B4-BE49-F238E27FC236}">
                  <a16:creationId xmlns:a16="http://schemas.microsoft.com/office/drawing/2014/main" id="{389CC8BC-1F00-4BDC-A289-8142D2D94754}"/>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grpFill/>
            <a:ln w="6350" cap="flat">
              <a:noFill/>
              <a:prstDash val="solid"/>
              <a:miter/>
            </a:ln>
          </p:spPr>
          <p:txBody>
            <a:bodyPr rtlCol="0" anchor="ctr"/>
            <a:lstStyle/>
            <a:p>
              <a:endParaRPr lang="en-US"/>
            </a:p>
          </p:txBody>
        </p:sp>
        <p:grpSp>
          <p:nvGrpSpPr>
            <p:cNvPr id="32" name="Graphic 20">
              <a:extLst>
                <a:ext uri="{FF2B5EF4-FFF2-40B4-BE49-F238E27FC236}">
                  <a16:creationId xmlns:a16="http://schemas.microsoft.com/office/drawing/2014/main" id="{508F0147-3843-468C-B598-6A74C455F73B}"/>
                </a:ext>
              </a:extLst>
            </p:cNvPr>
            <p:cNvGrpSpPr/>
            <p:nvPr/>
          </p:nvGrpSpPr>
          <p:grpSpPr>
            <a:xfrm>
              <a:off x="5034660" y="3339528"/>
              <a:ext cx="4094924" cy="747077"/>
              <a:chOff x="5034660" y="3339528"/>
              <a:chExt cx="4094924" cy="747077"/>
            </a:xfrm>
            <a:grpFill/>
          </p:grpSpPr>
          <p:sp>
            <p:nvSpPr>
              <p:cNvPr id="33" name="Freeform: Shape 32">
                <a:extLst>
                  <a:ext uri="{FF2B5EF4-FFF2-40B4-BE49-F238E27FC236}">
                    <a16:creationId xmlns:a16="http://schemas.microsoft.com/office/drawing/2014/main" id="{D59EF09C-1E4A-4CE4-8368-67623148D05D}"/>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grpFill/>
              <a:ln w="635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6604BEF-52FB-4611-B5BC-2E4C7A1B4DCE}"/>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grpFill/>
              <a:ln w="635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48F6015-ACDE-4252-9209-5B93E242751A}"/>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grpFill/>
              <a:ln w="635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BE555BE-D9A2-44BD-A617-B521D61BBAB6}"/>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grpFill/>
              <a:ln w="635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4F2E831-B08D-4D1E-A156-528654CD99C1}"/>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grpFill/>
              <a:ln w="635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F483E7C-8FFD-4291-ACD5-5C68DEB74825}"/>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grpFill/>
              <a:ln w="635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993F408-ED5F-4840-B119-130BB9018551}"/>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grpFill/>
              <a:ln w="635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511F965-E58A-4FB1-902B-6A64436A7F3D}"/>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grpFill/>
              <a:ln w="6350" cap="flat">
                <a:noFill/>
                <a:prstDash val="solid"/>
                <a:miter/>
              </a:ln>
            </p:spPr>
            <p:txBody>
              <a:bodyPr rtlCol="0" anchor="ctr"/>
              <a:lstStyle/>
              <a:p>
                <a:endParaRPr lang="en-US"/>
              </a:p>
            </p:txBody>
          </p:sp>
        </p:grpSp>
      </p:grpSp>
      <p:sp>
        <p:nvSpPr>
          <p:cNvPr id="2" name="Date Placeholder 1">
            <a:extLst>
              <a:ext uri="{FF2B5EF4-FFF2-40B4-BE49-F238E27FC236}">
                <a16:creationId xmlns:a16="http://schemas.microsoft.com/office/drawing/2014/main" id="{7161E563-1BF6-4EB7-B7A2-FD52458467FC}"/>
              </a:ext>
            </a:extLst>
          </p:cNvPr>
          <p:cNvSpPr>
            <a:spLocks noGrp="1"/>
          </p:cNvSpPr>
          <p:nvPr>
            <p:ph type="dt" sz="half" idx="2"/>
          </p:nvPr>
        </p:nvSpPr>
        <p:spPr>
          <a:xfrm>
            <a:off x="4946650" y="438763"/>
            <a:ext cx="1543050" cy="184666"/>
          </a:xfrm>
          <a:prstGeom prst="rect">
            <a:avLst/>
          </a:prstGeom>
        </p:spPr>
        <p:txBody>
          <a:bodyPr vert="horz"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fld id="{F50407D0-7CD3-45BA-9687-58C6D076356B}" type="datetime4">
              <a:rPr lang="en-US" smtClean="0"/>
              <a:t>October 30, 2026</a:t>
            </a:fld>
            <a:endParaRPr lang="en-US"/>
          </a:p>
        </p:txBody>
      </p:sp>
      <p:grpSp>
        <p:nvGrpSpPr>
          <p:cNvPr id="3" name="Group 2">
            <a:extLst>
              <a:ext uri="{FF2B5EF4-FFF2-40B4-BE49-F238E27FC236}">
                <a16:creationId xmlns:a16="http://schemas.microsoft.com/office/drawing/2014/main" id="{B20580D1-0CE3-4279-A937-2D00BB298C37}"/>
              </a:ext>
            </a:extLst>
          </p:cNvPr>
          <p:cNvGrpSpPr/>
          <p:nvPr userDrawn="1"/>
        </p:nvGrpSpPr>
        <p:grpSpPr>
          <a:xfrm>
            <a:off x="-954966" y="0"/>
            <a:ext cx="850185" cy="1861222"/>
            <a:chOff x="-954966" y="304355"/>
            <a:chExt cx="850185" cy="1861222"/>
          </a:xfrm>
        </p:grpSpPr>
        <p:sp>
          <p:nvSpPr>
            <p:cNvPr id="16" name="Retângulo 13">
              <a:extLst>
                <a:ext uri="{FF2B5EF4-FFF2-40B4-BE49-F238E27FC236}">
                  <a16:creationId xmlns:a16="http://schemas.microsoft.com/office/drawing/2014/main" id="{C692A16D-2AAD-47A9-B615-EDBFCACA6C08}"/>
                </a:ext>
              </a:extLst>
            </p:cNvPr>
            <p:cNvSpPr/>
            <p:nvPr userDrawn="1"/>
          </p:nvSpPr>
          <p:spPr>
            <a:xfrm>
              <a:off x="-954966" y="1885648"/>
              <a:ext cx="850185" cy="2799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0 0 0 </a:t>
              </a:r>
            </a:p>
          </p:txBody>
        </p:sp>
        <p:sp>
          <p:nvSpPr>
            <p:cNvPr id="17" name="Retângulo 14">
              <a:extLst>
                <a:ext uri="{FF2B5EF4-FFF2-40B4-BE49-F238E27FC236}">
                  <a16:creationId xmlns:a16="http://schemas.microsoft.com/office/drawing/2014/main" id="{49E9D0E6-FB77-489C-A3FC-111D665AA2C8}"/>
                </a:ext>
              </a:extLst>
            </p:cNvPr>
            <p:cNvSpPr/>
            <p:nvPr userDrawn="1"/>
          </p:nvSpPr>
          <p:spPr>
            <a:xfrm>
              <a:off x="-954966" y="936873"/>
              <a:ext cx="850185" cy="2799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142 179 223</a:t>
              </a:r>
            </a:p>
          </p:txBody>
        </p:sp>
        <p:sp>
          <p:nvSpPr>
            <p:cNvPr id="18" name="Retângulo 16">
              <a:extLst>
                <a:ext uri="{FF2B5EF4-FFF2-40B4-BE49-F238E27FC236}">
                  <a16:creationId xmlns:a16="http://schemas.microsoft.com/office/drawing/2014/main" id="{B7EB5F79-8CC5-4BFC-85F8-8563F8529CEA}"/>
                </a:ext>
              </a:extLst>
            </p:cNvPr>
            <p:cNvSpPr/>
            <p:nvPr userDrawn="1"/>
          </p:nvSpPr>
          <p:spPr>
            <a:xfrm>
              <a:off x="-954966" y="1253132"/>
              <a:ext cx="850185" cy="27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112 121 113</a:t>
              </a:r>
            </a:p>
          </p:txBody>
        </p:sp>
        <p:sp>
          <p:nvSpPr>
            <p:cNvPr id="19" name="Retângulo 18">
              <a:extLst>
                <a:ext uri="{FF2B5EF4-FFF2-40B4-BE49-F238E27FC236}">
                  <a16:creationId xmlns:a16="http://schemas.microsoft.com/office/drawing/2014/main" id="{7F299EE3-683B-4854-B420-0E3181CD77C3}"/>
                </a:ext>
              </a:extLst>
            </p:cNvPr>
            <p:cNvSpPr/>
            <p:nvPr userDrawn="1"/>
          </p:nvSpPr>
          <p:spPr>
            <a:xfrm>
              <a:off x="-954966" y="304355"/>
              <a:ext cx="850185" cy="27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31 47 68</a:t>
              </a:r>
            </a:p>
          </p:txBody>
        </p:sp>
        <p:sp>
          <p:nvSpPr>
            <p:cNvPr id="20" name="Retângulo 19">
              <a:extLst>
                <a:ext uri="{FF2B5EF4-FFF2-40B4-BE49-F238E27FC236}">
                  <a16:creationId xmlns:a16="http://schemas.microsoft.com/office/drawing/2014/main" id="{1CB3CBF4-519F-4A89-A6BC-0F096BF55948}"/>
                </a:ext>
              </a:extLst>
            </p:cNvPr>
            <p:cNvSpPr/>
            <p:nvPr userDrawn="1"/>
          </p:nvSpPr>
          <p:spPr>
            <a:xfrm>
              <a:off x="-954966" y="620614"/>
              <a:ext cx="850185" cy="2799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249 193 19</a:t>
              </a:r>
            </a:p>
          </p:txBody>
        </p:sp>
        <p:sp>
          <p:nvSpPr>
            <p:cNvPr id="21" name="Retângulo 25">
              <a:extLst>
                <a:ext uri="{FF2B5EF4-FFF2-40B4-BE49-F238E27FC236}">
                  <a16:creationId xmlns:a16="http://schemas.microsoft.com/office/drawing/2014/main" id="{AE442D1B-B28F-4A51-B152-6F302C379142}"/>
                </a:ext>
              </a:extLst>
            </p:cNvPr>
            <p:cNvSpPr/>
            <p:nvPr userDrawn="1"/>
          </p:nvSpPr>
          <p:spPr>
            <a:xfrm>
              <a:off x="-954966" y="1569391"/>
              <a:ext cx="850185" cy="27992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900" b="1">
                  <a:latin typeface="Roboto" panose="02000000000000000000" pitchFamily="2" charset="0"/>
                  <a:ea typeface="Roboto" panose="02000000000000000000" pitchFamily="2" charset="0"/>
                  <a:cs typeface="Roboto" panose="02000000000000000000" pitchFamily="2" charset="0"/>
                </a:rPr>
                <a:t>73 72 73</a:t>
              </a:r>
            </a:p>
          </p:txBody>
        </p:sp>
      </p:grpSp>
      <p:sp>
        <p:nvSpPr>
          <p:cNvPr id="23" name="Espaço Reservado para Texto 6">
            <a:extLst>
              <a:ext uri="{FF2B5EF4-FFF2-40B4-BE49-F238E27FC236}">
                <a16:creationId xmlns:a16="http://schemas.microsoft.com/office/drawing/2014/main" id="{6CF3791F-62F2-4029-A8F8-4CB526805BC9}"/>
              </a:ext>
            </a:extLst>
          </p:cNvPr>
          <p:cNvSpPr txBox="1">
            <a:spLocks/>
          </p:cNvSpPr>
          <p:nvPr userDrawn="1"/>
        </p:nvSpPr>
        <p:spPr>
          <a:xfrm>
            <a:off x="390154" y="438763"/>
            <a:ext cx="3146796" cy="215860"/>
          </a:xfrm>
          <a:prstGeom prst="rect">
            <a:avLst/>
          </a:prstGeom>
        </p:spPr>
        <p:txBody>
          <a:bodyPr vert="horz" lIns="0" tIns="0" rIns="0" bIns="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1200" b="0" kern="120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Equity Research - Strategy</a:t>
            </a:r>
          </a:p>
          <a:p>
            <a:endParaRPr lang="en-US"/>
          </a:p>
        </p:txBody>
      </p:sp>
    </p:spTree>
    <p:extLst>
      <p:ext uri="{BB962C8B-B14F-4D97-AF65-F5344CB8AC3E}">
        <p14:creationId xmlns:p14="http://schemas.microsoft.com/office/powerpoint/2010/main" val="1092469116"/>
      </p:ext>
    </p:extLst>
  </p:cSld>
  <p:clrMap bg1="lt1" tx1="dk1" bg2="lt2" tx2="dk2" accent1="accent1" accent2="accent2" accent3="accent3" accent4="accent4" accent5="accent5" accent6="accent6" hlink="hlink" folHlink="folHlink"/>
  <p:sldLayoutIdLst>
    <p:sldLayoutId id="2147483776" r:id="rId1"/>
    <p:sldLayoutId id="2147483777" r:id="rId2"/>
    <p:sldLayoutId id="2147483778" r:id="rId3"/>
    <p:sldLayoutId id="2147483779" r:id="rId4"/>
    <p:sldLayoutId id="2147483780" r:id="rId5"/>
    <p:sldLayoutId id="2147483781" r:id="rId6"/>
    <p:sldLayoutId id="2147483782" r:id="rId7"/>
    <p:sldLayoutId id="2147483783" r:id="rId8"/>
    <p:sldLayoutId id="2147483784" r:id="rId9"/>
    <p:sldLayoutId id="2147483785" r:id="rId10"/>
    <p:sldLayoutId id="2147483786" r:id="rId11"/>
    <p:sldLayoutId id="2147483787" r:id="rId12"/>
    <p:sldLayoutId id="2147483788" r:id="rId13"/>
    <p:sldLayoutId id="2147483789" r:id="rId14"/>
    <p:sldLayoutId id="2147483790" r:id="rId15"/>
    <p:sldLayoutId id="2147483791" r:id="rId16"/>
    <p:sldLayoutId id="2147483792" r:id="rId17"/>
  </p:sldLayoutIdLst>
  <p:hf sldNum="0" hdr="0" ftr="0"/>
  <p:txStyles>
    <p:titleStyle>
      <a:lvl1pPr algn="l" defTabSz="385767" rtl="0" eaLnBrk="1" latinLnBrk="0" hangingPunct="1">
        <a:lnSpc>
          <a:spcPct val="90000"/>
        </a:lnSpc>
        <a:spcBef>
          <a:spcPct val="0"/>
        </a:spcBef>
        <a:buNone/>
        <a:defRPr sz="1266" b="0" kern="1200">
          <a:solidFill>
            <a:schemeClr val="tx1"/>
          </a:solidFill>
          <a:latin typeface="+mj-lt"/>
          <a:ea typeface="+mj-ea"/>
          <a:cs typeface="+mj-cs"/>
        </a:defRPr>
      </a:lvl1pPr>
    </p:titleStyle>
    <p:bodyStyle>
      <a:lvl1pPr marL="0" indent="0" algn="l" defTabSz="385767" rtl="0" eaLnBrk="1" latinLnBrk="0" hangingPunct="1">
        <a:lnSpc>
          <a:spcPct val="90000"/>
        </a:lnSpc>
        <a:spcBef>
          <a:spcPts val="422"/>
        </a:spcBef>
        <a:buFont typeface="Arial" panose="020B0604020202020204" pitchFamily="34" charset="0"/>
        <a:buNone/>
        <a:defRPr sz="675" kern="1200">
          <a:solidFill>
            <a:schemeClr val="tx2"/>
          </a:solidFill>
          <a:latin typeface="+mn-lt"/>
          <a:ea typeface="+mn-ea"/>
          <a:cs typeface="+mn-cs"/>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p:bodyStyle>
    <p:otherStyle>
      <a:defPPr>
        <a:defRPr lang="pt-BR"/>
      </a:defPPr>
      <a:lvl1pPr marL="0" algn="l" defTabSz="385767" rtl="0" eaLnBrk="1" latinLnBrk="0" hangingPunct="1">
        <a:defRPr sz="760" kern="1200">
          <a:solidFill>
            <a:schemeClr val="tx1"/>
          </a:solidFill>
          <a:latin typeface="+mn-lt"/>
          <a:ea typeface="+mn-ea"/>
          <a:cs typeface="+mn-cs"/>
        </a:defRPr>
      </a:lvl1pPr>
      <a:lvl2pPr marL="192884" algn="l" defTabSz="385767" rtl="0" eaLnBrk="1" latinLnBrk="0" hangingPunct="1">
        <a:defRPr sz="760" kern="1200">
          <a:solidFill>
            <a:schemeClr val="tx1"/>
          </a:solidFill>
          <a:latin typeface="+mn-lt"/>
          <a:ea typeface="+mn-ea"/>
          <a:cs typeface="+mn-cs"/>
        </a:defRPr>
      </a:lvl2pPr>
      <a:lvl3pPr marL="385767" algn="l" defTabSz="385767" rtl="0" eaLnBrk="1" latinLnBrk="0" hangingPunct="1">
        <a:defRPr sz="760" kern="1200">
          <a:solidFill>
            <a:schemeClr val="tx1"/>
          </a:solidFill>
          <a:latin typeface="+mn-lt"/>
          <a:ea typeface="+mn-ea"/>
          <a:cs typeface="+mn-cs"/>
        </a:defRPr>
      </a:lvl3pPr>
      <a:lvl4pPr marL="578651" algn="l" defTabSz="385767" rtl="0" eaLnBrk="1" latinLnBrk="0" hangingPunct="1">
        <a:defRPr sz="760" kern="1200">
          <a:solidFill>
            <a:schemeClr val="tx1"/>
          </a:solidFill>
          <a:latin typeface="+mn-lt"/>
          <a:ea typeface="+mn-ea"/>
          <a:cs typeface="+mn-cs"/>
        </a:defRPr>
      </a:lvl4pPr>
      <a:lvl5pPr marL="771535" algn="l" defTabSz="385767" rtl="0" eaLnBrk="1" latinLnBrk="0" hangingPunct="1">
        <a:defRPr sz="760" kern="1200">
          <a:solidFill>
            <a:schemeClr val="tx1"/>
          </a:solidFill>
          <a:latin typeface="+mn-lt"/>
          <a:ea typeface="+mn-ea"/>
          <a:cs typeface="+mn-cs"/>
        </a:defRPr>
      </a:lvl5pPr>
      <a:lvl6pPr marL="964419" algn="l" defTabSz="385767" rtl="0" eaLnBrk="1" latinLnBrk="0" hangingPunct="1">
        <a:defRPr sz="760" kern="1200">
          <a:solidFill>
            <a:schemeClr val="tx1"/>
          </a:solidFill>
          <a:latin typeface="+mn-lt"/>
          <a:ea typeface="+mn-ea"/>
          <a:cs typeface="+mn-cs"/>
        </a:defRPr>
      </a:lvl6pPr>
      <a:lvl7pPr marL="1157302" algn="l" defTabSz="385767" rtl="0" eaLnBrk="1" latinLnBrk="0" hangingPunct="1">
        <a:defRPr sz="760" kern="1200">
          <a:solidFill>
            <a:schemeClr val="tx1"/>
          </a:solidFill>
          <a:latin typeface="+mn-lt"/>
          <a:ea typeface="+mn-ea"/>
          <a:cs typeface="+mn-cs"/>
        </a:defRPr>
      </a:lvl7pPr>
      <a:lvl8pPr marL="1350186" algn="l" defTabSz="385767" rtl="0" eaLnBrk="1" latinLnBrk="0" hangingPunct="1">
        <a:defRPr sz="760" kern="1200">
          <a:solidFill>
            <a:schemeClr val="tx1"/>
          </a:solidFill>
          <a:latin typeface="+mn-lt"/>
          <a:ea typeface="+mn-ea"/>
          <a:cs typeface="+mn-cs"/>
        </a:defRPr>
      </a:lvl8pPr>
      <a:lvl9pPr marL="1543070" algn="l" defTabSz="385767" rtl="0" eaLnBrk="1" latinLnBrk="0" hangingPunct="1">
        <a:defRPr sz="76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p15:clr>
            <a:srgbClr val="F26B43"/>
          </p15:clr>
        </p15:guide>
        <p15:guide id="2" pos="232">
          <p15:clr>
            <a:srgbClr val="F26B43"/>
          </p15:clr>
        </p15:guide>
        <p15:guide id="3" pos="4088">
          <p15:clr>
            <a:srgbClr val="F26B43"/>
          </p15:clr>
        </p15:guide>
        <p15:guide id="4" orient="horz" pos="262">
          <p15:clr>
            <a:srgbClr val="F26B43"/>
          </p15:clr>
        </p15:guide>
        <p15:guide id="5" orient="horz" pos="5955">
          <p15:clr>
            <a:srgbClr val="F26B43"/>
          </p15:clr>
        </p15:guide>
        <p15:guide id="6" pos="2160">
          <p15:clr>
            <a:srgbClr val="F26B43"/>
          </p15:clr>
        </p15:guide>
        <p15:guide id="7" orient="horz" pos="466">
          <p15:clr>
            <a:srgbClr val="F26B43"/>
          </p15:clr>
        </p15:guide>
        <p15:guide id="8" orient="horz" pos="943">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notesSlide" Target="../notesSlides/notesSlide1.xml"/><Relationship Id="rId1" Type="http://schemas.openxmlformats.org/officeDocument/2006/relationships/slideLayout" Target="../slideLayouts/slideLayout5.xml"/><Relationship Id="rId6" Type="http://schemas.openxmlformats.org/officeDocument/2006/relationships/image" Target="../media/image13.svg"/><Relationship Id="rId5" Type="http://schemas.microsoft.com/office/2007/relationships/hdphoto" Target="../media/hdphoto3.wdp"/><Relationship Id="rId4" Type="http://schemas.openxmlformats.org/officeDocument/2006/relationships/image" Target="../media/image10.png"/></Relationships>
</file>

<file path=ppt/slides/_rels/slide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slide" Target="slide20.xml"/><Relationship Id="rId5" Type="http://schemas.openxmlformats.org/officeDocument/2006/relationships/slide" Target="slide13.xml"/><Relationship Id="rId4" Type="http://schemas.openxmlformats.org/officeDocument/2006/relationships/slide" Target="slide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3" Type="http://schemas.openxmlformats.org/officeDocument/2006/relationships/chart" Target="../charts/chart4.xml"/><Relationship Id="rId7" Type="http://schemas.openxmlformats.org/officeDocument/2006/relationships/chart" Target="../charts/chart8.xml"/><Relationship Id="rId2" Type="http://schemas.openxmlformats.org/officeDocument/2006/relationships/chart" Target="../charts/chart3.xml"/><Relationship Id="rId1" Type="http://schemas.openxmlformats.org/officeDocument/2006/relationships/slideLayout" Target="../slideLayouts/slideLayout14.xml"/><Relationship Id="rId6" Type="http://schemas.openxmlformats.org/officeDocument/2006/relationships/chart" Target="../charts/chart7.xml"/><Relationship Id="rId5" Type="http://schemas.openxmlformats.org/officeDocument/2006/relationships/chart" Target="../charts/chart6.xml"/><Relationship Id="rId4" Type="http://schemas.openxmlformats.org/officeDocument/2006/relationships/chart" Target="../charts/char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9.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chart" Target="../charts/chart10.xml"/><Relationship Id="rId1" Type="http://schemas.openxmlformats.org/officeDocument/2006/relationships/slideLayout" Target="../slideLayouts/slideLayout14.xml"/><Relationship Id="rId4" Type="http://schemas.openxmlformats.org/officeDocument/2006/relationships/chart" Target="../charts/chart12.xml"/></Relationships>
</file>

<file path=ppt/slides/_rels/slide10.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14.xml"/><Relationship Id="rId5" Type="http://schemas.openxmlformats.org/officeDocument/2006/relationships/chart" Target="../charts/chart16.xml"/><Relationship Id="rId4" Type="http://schemas.openxmlformats.org/officeDocument/2006/relationships/chart" Target="../charts/chart15.xml"/></Relationships>
</file>

<file path=ppt/slides/_rels/slide11.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14.xml"/><Relationship Id="rId4" Type="http://schemas.openxmlformats.org/officeDocument/2006/relationships/chart" Target="../charts/chart19.xml"/></Relationships>
</file>

<file path=ppt/slides/_rels/slide12.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14.xml"/><Relationship Id="rId4" Type="http://schemas.openxmlformats.org/officeDocument/2006/relationships/image" Target="../media/image14.emf"/></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4.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chart" Target="../charts/chart22.xml"/><Relationship Id="rId1" Type="http://schemas.openxmlformats.org/officeDocument/2006/relationships/slideLayout" Target="../slideLayouts/slideLayout14.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15.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chart" Target="../charts/chart27.xml"/><Relationship Id="rId1" Type="http://schemas.openxmlformats.org/officeDocument/2006/relationships/slideLayout" Target="../slideLayouts/slideLayout14.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chart" Target="../charts/chart32.xml"/><Relationship Id="rId1" Type="http://schemas.openxmlformats.org/officeDocument/2006/relationships/slideLayout" Target="../slideLayouts/slideLayout14.xml"/><Relationship Id="rId4" Type="http://schemas.openxmlformats.org/officeDocument/2006/relationships/chart" Target="../charts/chart34.xml"/></Relationships>
</file>

<file path=ppt/slides/_rels/slide18.xml.rels><?xml version="1.0" encoding="UTF-8" standalone="yes"?>
<Relationships xmlns="http://schemas.openxmlformats.org/package/2006/relationships"><Relationship Id="rId2" Type="http://schemas.openxmlformats.org/officeDocument/2006/relationships/chart" Target="../charts/chart35.xml"/><Relationship Id="rId1" Type="http://schemas.openxmlformats.org/officeDocument/2006/relationships/slideLayout" Target="../slideLayouts/slideLayout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3" Type="http://schemas.openxmlformats.org/officeDocument/2006/relationships/chart" Target="../charts/chart36.xml"/><Relationship Id="rId7" Type="http://schemas.openxmlformats.org/officeDocument/2006/relationships/chart" Target="../charts/chart40.xml"/><Relationship Id="rId2" Type="http://schemas.openxmlformats.org/officeDocument/2006/relationships/notesSlide" Target="../notesSlides/notesSlide6.xml"/><Relationship Id="rId1" Type="http://schemas.openxmlformats.org/officeDocument/2006/relationships/slideLayout" Target="../slideLayouts/slideLayout15.xml"/><Relationship Id="rId6" Type="http://schemas.openxmlformats.org/officeDocument/2006/relationships/chart" Target="../charts/chart39.xml"/><Relationship Id="rId5" Type="http://schemas.openxmlformats.org/officeDocument/2006/relationships/chart" Target="../charts/chart38.xml"/><Relationship Id="rId4" Type="http://schemas.openxmlformats.org/officeDocument/2006/relationships/chart" Target="../charts/chart37.xml"/></Relationships>
</file>

<file path=ppt/slides/_rels/slide22.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7.xml"/><Relationship Id="rId1" Type="http://schemas.openxmlformats.org/officeDocument/2006/relationships/slideLayout" Target="../slideLayouts/slideLayout14.xml"/><Relationship Id="rId5" Type="http://schemas.openxmlformats.org/officeDocument/2006/relationships/image" Target="../media/image18.emf"/><Relationship Id="rId4" Type="http://schemas.openxmlformats.org/officeDocument/2006/relationships/image" Target="../media/image17.emf"/></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4.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3" Type="http://schemas.openxmlformats.org/officeDocument/2006/relationships/chart" Target="../charts/chart43.xml"/><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8.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notesSlide" Target="../notesSlides/notesSlide11.xml"/><Relationship Id="rId1" Type="http://schemas.openxmlformats.org/officeDocument/2006/relationships/slideLayout" Target="../slideLayouts/slideLayout12.xml"/><Relationship Id="rId4" Type="http://schemas.openxmlformats.org/officeDocument/2006/relationships/chart" Target="../charts/chart45.xml"/></Relationships>
</file>

<file path=ppt/slides/_rels/slide29.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chart" Target="../charts/chart46.xml"/><Relationship Id="rId1" Type="http://schemas.openxmlformats.org/officeDocument/2006/relationships/slideLayout" Target="../slideLayouts/slideLayout15.xml"/><Relationship Id="rId6" Type="http://schemas.openxmlformats.org/officeDocument/2006/relationships/chart" Target="../charts/chart50.xml"/><Relationship Id="rId5" Type="http://schemas.openxmlformats.org/officeDocument/2006/relationships/chart" Target="../charts/chart49.xml"/><Relationship Id="rId4" Type="http://schemas.openxmlformats.org/officeDocument/2006/relationships/chart" Target="../charts/chart48.xml"/></Relationships>
</file>

<file path=ppt/slides/_rels/slide30.xml.rels><?xml version="1.0" encoding="UTF-8" standalone="yes"?>
<Relationships xmlns="http://schemas.openxmlformats.org/package/2006/relationships"><Relationship Id="rId2" Type="http://schemas.openxmlformats.org/officeDocument/2006/relationships/chart" Target="../charts/chart51.xml"/><Relationship Id="rId1" Type="http://schemas.openxmlformats.org/officeDocument/2006/relationships/slideLayout" Target="../slideLayouts/slideLayout15.xml"/></Relationships>
</file>

<file path=ppt/slides/_rels/slide31.xml.rels><?xml version="1.0" encoding="UTF-8" standalone="yes"?>
<Relationships xmlns="http://schemas.openxmlformats.org/package/2006/relationships"><Relationship Id="rId3" Type="http://schemas.openxmlformats.org/officeDocument/2006/relationships/chart" Target="../charts/chart53.xml"/><Relationship Id="rId2" Type="http://schemas.openxmlformats.org/officeDocument/2006/relationships/chart" Target="../charts/chart52.xml"/><Relationship Id="rId1" Type="http://schemas.openxmlformats.org/officeDocument/2006/relationships/slideLayout" Target="../slideLayouts/slideLayout15.xml"/><Relationship Id="rId4" Type="http://schemas.openxmlformats.org/officeDocument/2006/relationships/chart" Target="../charts/chart54.xml"/></Relationships>
</file>

<file path=ppt/slides/_rels/slide32.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12.xml"/><Relationship Id="rId1" Type="http://schemas.openxmlformats.org/officeDocument/2006/relationships/slideLayout" Target="../slideLayouts/slideLayout15.xml"/><Relationship Id="rId5" Type="http://schemas.openxmlformats.org/officeDocument/2006/relationships/chart" Target="../charts/chart56.xml"/><Relationship Id="rId4" Type="http://schemas.openxmlformats.org/officeDocument/2006/relationships/chart" Target="../charts/chart55.xml"/></Relationships>
</file>

<file path=ppt/slides/_rels/slide33.xml.rels><?xml version="1.0" encoding="UTF-8" standalone="yes"?>
<Relationships xmlns="http://schemas.openxmlformats.org/package/2006/relationships"><Relationship Id="rId8" Type="http://schemas.openxmlformats.org/officeDocument/2006/relationships/chart" Target="../charts/chart63.xml"/><Relationship Id="rId3" Type="http://schemas.openxmlformats.org/officeDocument/2006/relationships/chart" Target="../charts/chart58.xml"/><Relationship Id="rId7" Type="http://schemas.openxmlformats.org/officeDocument/2006/relationships/chart" Target="../charts/chart62.xml"/><Relationship Id="rId2" Type="http://schemas.openxmlformats.org/officeDocument/2006/relationships/chart" Target="../charts/chart57.xml"/><Relationship Id="rId1" Type="http://schemas.openxmlformats.org/officeDocument/2006/relationships/slideLayout" Target="../slideLayouts/slideLayout15.xml"/><Relationship Id="rId6" Type="http://schemas.openxmlformats.org/officeDocument/2006/relationships/chart" Target="../charts/chart61.xml"/><Relationship Id="rId5" Type="http://schemas.openxmlformats.org/officeDocument/2006/relationships/chart" Target="../charts/chart60.xml"/><Relationship Id="rId10" Type="http://schemas.openxmlformats.org/officeDocument/2006/relationships/image" Target="../media/image20.svg"/><Relationship Id="rId4" Type="http://schemas.openxmlformats.org/officeDocument/2006/relationships/chart" Target="../charts/chart59.xml"/><Relationship Id="rId9" Type="http://schemas.openxmlformats.org/officeDocument/2006/relationships/image" Target="../media/image19.sv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Graphic 40">
            <a:extLst>
              <a:ext uri="{FF2B5EF4-FFF2-40B4-BE49-F238E27FC236}">
                <a16:creationId xmlns:a16="http://schemas.microsoft.com/office/drawing/2014/main" id="{87C3FDBF-559A-76FE-865E-C1C02F99D43C}"/>
              </a:ext>
            </a:extLst>
          </p:cNvPr>
          <p:cNvPicPr>
            <a:picLocks noChangeAspect="1"/>
          </p:cNvPicPr>
          <p:nvPr/>
        </p:nvPicPr>
        <p:blipFill rotWithShape="1">
          <a:blip>
            <a:extLst>
              <a:ext uri="{96DAC541-7B7A-43D3-8B79-37D633B846F1}">
                <asvg:svgBlip xmlns:asvg="http://schemas.microsoft.com/office/drawing/2016/SVG/main" r:embed="rId3"/>
              </a:ext>
            </a:extLst>
          </a:blip>
          <a:srcRect l="19269" t="2351" r="1339" b="20035"/>
          <a:stretch/>
        </p:blipFill>
        <p:spPr>
          <a:xfrm flipV="1">
            <a:off x="0" y="0"/>
            <a:ext cx="6858000" cy="2003470"/>
          </a:xfrm>
          <a:prstGeom prst="rect">
            <a:avLst/>
          </a:prstGeom>
        </p:spPr>
      </p:pic>
      <p:sp>
        <p:nvSpPr>
          <p:cNvPr id="22" name="Rectangle 21">
            <a:extLst>
              <a:ext uri="{FF2B5EF4-FFF2-40B4-BE49-F238E27FC236}">
                <a16:creationId xmlns:a16="http://schemas.microsoft.com/office/drawing/2014/main" id="{5296BDA4-F408-1B4D-792C-60113A02AE83}"/>
              </a:ext>
            </a:extLst>
          </p:cNvPr>
          <p:cNvSpPr/>
          <p:nvPr/>
        </p:nvSpPr>
        <p:spPr>
          <a:xfrm>
            <a:off x="0" y="-1"/>
            <a:ext cx="6858000" cy="2003471"/>
          </a:xfrm>
          <a:prstGeom prst="rect">
            <a:avLst/>
          </a:prstGeom>
          <a:gradFill>
            <a:gsLst>
              <a:gs pos="40000">
                <a:schemeClr val="tx1">
                  <a:alpha val="0"/>
                </a:schemeClr>
              </a:gs>
              <a:gs pos="82000">
                <a:schemeClr val="tx1">
                  <a:alpha val="90306"/>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noProof="0">
              <a:solidFill>
                <a:schemeClr val="tx1"/>
              </a:solidFill>
              <a:latin typeface="Roboto" panose="02000000000000000000" pitchFamily="2" charset="0"/>
              <a:ea typeface="Roboto" panose="02000000000000000000" pitchFamily="2" charset="0"/>
              <a:cs typeface="Roboto" panose="02000000000000000000" pitchFamily="2" charset="0"/>
            </a:endParaRPr>
          </a:p>
        </p:txBody>
      </p:sp>
      <p:pic>
        <p:nvPicPr>
          <p:cNvPr id="29" name="Picture 28" descr="A blue and white dot pattern&#10;&#10;AI-generated content may be incorrect.">
            <a:extLst>
              <a:ext uri="{FF2B5EF4-FFF2-40B4-BE49-F238E27FC236}">
                <a16:creationId xmlns:a16="http://schemas.microsoft.com/office/drawing/2014/main" id="{E36804E6-EAC9-EB18-3A67-5D7D848D175E}"/>
              </a:ext>
            </a:extLst>
          </p:cNvPr>
          <p:cNvPicPr>
            <a:picLocks noChangeAspect="1"/>
          </p:cNvPicPr>
          <p:nvPr/>
        </p:nvPicPr>
        <p:blipFill>
          <a:blip r:embed="rId4" cstate="screen">
            <a:alphaModFix amt="18000"/>
            <a:extLst>
              <a:ext uri="{BEBA8EAE-BF5A-486C-A8C5-ECC9F3942E4B}">
                <a14:imgProps xmlns:a14="http://schemas.microsoft.com/office/drawing/2010/main">
                  <a14:imgLayer r:embed="rId5">
                    <a14:imgEffect>
                      <a14:colorTemperature colorTemp="4700"/>
                    </a14:imgEffect>
                    <a14:imgEffect>
                      <a14:saturation sat="33000"/>
                    </a14:imgEffect>
                  </a14:imgLayer>
                </a14:imgProps>
              </a:ext>
              <a:ext uri="{28A0092B-C50C-407E-A947-70E740481C1C}">
                <a14:useLocalDpi xmlns:a14="http://schemas.microsoft.com/office/drawing/2010/main"/>
              </a:ext>
            </a:extLst>
          </a:blip>
          <a:srcRect/>
          <a:stretch/>
        </p:blipFill>
        <p:spPr>
          <a:xfrm flipH="1">
            <a:off x="80310" y="-101252"/>
            <a:ext cx="6843431" cy="1991470"/>
          </a:xfrm>
          <a:prstGeom prst="rect">
            <a:avLst/>
          </a:prstGeom>
        </p:spPr>
      </p:pic>
      <p:sp>
        <p:nvSpPr>
          <p:cNvPr id="3" name="Text Placeholder 2">
            <a:extLst>
              <a:ext uri="{FF2B5EF4-FFF2-40B4-BE49-F238E27FC236}">
                <a16:creationId xmlns:a16="http://schemas.microsoft.com/office/drawing/2014/main" id="{5B9CD54A-269F-4328-9F39-8FD9F32F5067}"/>
              </a:ext>
            </a:extLst>
          </p:cNvPr>
          <p:cNvSpPr>
            <a:spLocks noGrp="1"/>
          </p:cNvSpPr>
          <p:nvPr>
            <p:ph type="body" sz="quarter" idx="19"/>
          </p:nvPr>
        </p:nvSpPr>
        <p:spPr/>
        <p:txBody>
          <a:bodyPr/>
          <a:lstStyle/>
          <a:p>
            <a:r>
              <a:rPr lang="en-US" noProof="0"/>
              <a:t>Equity Strategy</a:t>
            </a:r>
          </a:p>
        </p:txBody>
      </p:sp>
      <p:sp>
        <p:nvSpPr>
          <p:cNvPr id="4" name="Text Placeholder 3">
            <a:extLst>
              <a:ext uri="{FF2B5EF4-FFF2-40B4-BE49-F238E27FC236}">
                <a16:creationId xmlns:a16="http://schemas.microsoft.com/office/drawing/2014/main" id="{6DD5C59C-17E1-429D-BB9A-86D24C20C834}"/>
              </a:ext>
            </a:extLst>
          </p:cNvPr>
          <p:cNvSpPr>
            <a:spLocks noGrp="1"/>
          </p:cNvSpPr>
          <p:nvPr>
            <p:ph type="body" sz="quarter" idx="20"/>
          </p:nvPr>
        </p:nvSpPr>
        <p:spPr>
          <a:xfrm>
            <a:off x="398621" y="2097571"/>
            <a:ext cx="6099546" cy="1599888"/>
          </a:xfrm>
        </p:spPr>
        <p:txBody>
          <a:bodyPr anchor="t"/>
          <a:lstStyle/>
          <a:p>
            <a:r>
              <a:rPr lang="en-US" sz="950" dirty="0">
                <a:solidFill>
                  <a:srgbClr val="FF0000"/>
                </a:solidFill>
              </a:rPr>
              <a:t>In September, global equities were </a:t>
            </a:r>
            <a:r>
              <a:rPr lang="en-US" sz="950">
                <a:solidFill>
                  <a:srgbClr val="FF0000"/>
                </a:solidFill>
              </a:rPr>
              <a:t>mixed (ACWI -1.0%), </a:t>
            </a:r>
            <a:r>
              <a:rPr lang="en-US" sz="950" dirty="0">
                <a:solidFill>
                  <a:srgbClr val="FF0000"/>
                </a:solidFill>
              </a:rPr>
              <a:t>as a spike in US and global yields started to weigh on equities, also as oil prices returned to over US$100/barrel. The 10 </a:t>
            </a:r>
            <a:r>
              <a:rPr lang="en-US" sz="950">
                <a:solidFill>
                  <a:srgbClr val="FF0000"/>
                </a:solidFill>
              </a:rPr>
              <a:t>year Treasury reached 5.30%, </a:t>
            </a:r>
            <a:r>
              <a:rPr lang="en-US" sz="950" dirty="0">
                <a:solidFill>
                  <a:srgbClr val="FF0000"/>
                </a:solidFill>
              </a:rPr>
              <a:t>a level not seen since 2007, pressuring risk assets. Brazilian equities, on the other hand, rebounded </a:t>
            </a:r>
            <a:r>
              <a:rPr lang="en-US" sz="950">
                <a:solidFill>
                  <a:srgbClr val="FF0000"/>
                </a:solidFill>
              </a:rPr>
              <a:t>modestly (IBOV +5.0%, EWZ +3.4%), </a:t>
            </a:r>
            <a:r>
              <a:rPr lang="en-US" sz="950" dirty="0">
                <a:solidFill>
                  <a:srgbClr val="FF0000"/>
                </a:solidFill>
              </a:rPr>
              <a:t>as investors trade the upcoming elections. In this XP-Ray, we discuss that Brazilian equities are at a crossroads, depending locally on the interest path ahead, and globally from a risk on environment for EM. As such, we update our fundamental baskets of stocks for different possible outcomes ahead. We maintain our IBOV YE2026 fair value at 200k points, with a bear case scenario at 165k and bull case at 248k points. We also update our XP portfolios, adding a bit more beta ahead of elections.</a:t>
            </a:r>
            <a:endParaRPr lang="en-US" sz="950" noProof="0" dirty="0">
              <a:solidFill>
                <a:srgbClr val="FF0000"/>
              </a:solidFill>
              <a:latin typeface="Roboto Light"/>
              <a:ea typeface="Roboto Light"/>
              <a:cs typeface="Roboto Light"/>
            </a:endParaRPr>
          </a:p>
        </p:txBody>
      </p:sp>
      <p:sp>
        <p:nvSpPr>
          <p:cNvPr id="5" name="Text Placeholder 4">
            <a:extLst>
              <a:ext uri="{FF2B5EF4-FFF2-40B4-BE49-F238E27FC236}">
                <a16:creationId xmlns:a16="http://schemas.microsoft.com/office/drawing/2014/main" id="{84333F6F-1884-41BE-A828-EB7BCA0C6429}"/>
              </a:ext>
            </a:extLst>
          </p:cNvPr>
          <p:cNvSpPr>
            <a:spLocks noGrp="1"/>
          </p:cNvSpPr>
          <p:nvPr>
            <p:ph type="body" sz="quarter" idx="23"/>
          </p:nvPr>
        </p:nvSpPr>
        <p:spPr>
          <a:xfrm>
            <a:off x="398621" y="3748722"/>
            <a:ext cx="3734170" cy="5654149"/>
          </a:xfrm>
        </p:spPr>
        <p:txBody>
          <a:bodyPr wrap="square" lIns="0" tIns="0" rIns="0" bIns="0" rtlCol="0" anchor="t">
            <a:noAutofit/>
          </a:bodyPr>
          <a:lstStyle/>
          <a:p>
            <a:pPr>
              <a:lnSpc>
                <a:spcPct val="122000"/>
              </a:lnSpc>
            </a:pPr>
            <a:r>
              <a:rPr lang="en-US" sz="900" b="1" noProof="0" dirty="0">
                <a:solidFill>
                  <a:srgbClr val="FF0000"/>
                </a:solidFill>
                <a:latin typeface="+mj-lt"/>
              </a:rPr>
              <a:t>Brazil </a:t>
            </a:r>
            <a:r>
              <a:rPr lang="en-US" sz="900" b="1" dirty="0">
                <a:solidFill>
                  <a:srgbClr val="FF0000"/>
                </a:solidFill>
                <a:latin typeface="+mj-lt"/>
              </a:rPr>
              <a:t>outperforms and Treasury yields spike in Sep</a:t>
            </a:r>
            <a:r>
              <a:rPr lang="en-US" sz="900" b="1" noProof="0" dirty="0">
                <a:solidFill>
                  <a:srgbClr val="FF0000"/>
                </a:solidFill>
                <a:latin typeface="+mj-lt"/>
              </a:rPr>
              <a:t>.</a:t>
            </a:r>
            <a:r>
              <a:rPr lang="en-US" sz="900" noProof="0" dirty="0">
                <a:solidFill>
                  <a:srgbClr val="FF0000"/>
                </a:solidFill>
                <a:latin typeface="+mj-lt"/>
              </a:rPr>
              <a:t> </a:t>
            </a:r>
            <a:r>
              <a:rPr lang="en-US" sz="900" dirty="0">
                <a:solidFill>
                  <a:srgbClr val="FF0000"/>
                </a:solidFill>
              </a:rPr>
              <a:t>September was a mixed month for global </a:t>
            </a:r>
            <a:r>
              <a:rPr lang="en-US" sz="900">
                <a:solidFill>
                  <a:srgbClr val="FF0000"/>
                </a:solidFill>
              </a:rPr>
              <a:t>markets (MSCI ACWI, -1.0%), </a:t>
            </a:r>
            <a:r>
              <a:rPr lang="en-US" sz="900" dirty="0">
                <a:solidFill>
                  <a:srgbClr val="FF0000"/>
                </a:solidFill>
              </a:rPr>
              <a:t>as oil prices returned to over US$100/barrel and global yields spiked, mostly notably as the 10 year Treasury reached the highest level since 2007. Brazilian equities, on the other hand, was up </a:t>
            </a:r>
            <a:r>
              <a:rPr lang="en-US" sz="900">
                <a:solidFill>
                  <a:srgbClr val="FF0000"/>
                </a:solidFill>
              </a:rPr>
              <a:t>modestly (IBOV +5.0%, EWZ +3.4%), </a:t>
            </a:r>
            <a:r>
              <a:rPr lang="en-US" sz="900" dirty="0">
                <a:solidFill>
                  <a:srgbClr val="FF0000"/>
                </a:solidFill>
              </a:rPr>
              <a:t>as investors traded the upcoming elections – 1</a:t>
            </a:r>
            <a:r>
              <a:rPr lang="en-US" sz="900" baseline="30000" dirty="0">
                <a:solidFill>
                  <a:srgbClr val="FF0000"/>
                </a:solidFill>
              </a:rPr>
              <a:t>st</a:t>
            </a:r>
            <a:r>
              <a:rPr lang="en-US" sz="900" dirty="0">
                <a:solidFill>
                  <a:srgbClr val="FF0000"/>
                </a:solidFill>
              </a:rPr>
              <a:t> round on Oct-4</a:t>
            </a:r>
            <a:r>
              <a:rPr lang="en-US" sz="900" baseline="30000" dirty="0">
                <a:solidFill>
                  <a:srgbClr val="FF0000"/>
                </a:solidFill>
              </a:rPr>
              <a:t>th</a:t>
            </a:r>
            <a:r>
              <a:rPr lang="en-US" sz="900" dirty="0">
                <a:solidFill>
                  <a:srgbClr val="FF0000"/>
                </a:solidFill>
              </a:rPr>
              <a:t>, Run-off on Oct 25</a:t>
            </a:r>
            <a:r>
              <a:rPr lang="en-US" sz="900" baseline="30000" dirty="0">
                <a:solidFill>
                  <a:srgbClr val="FF0000"/>
                </a:solidFill>
              </a:rPr>
              <a:t>th</a:t>
            </a:r>
            <a:r>
              <a:rPr lang="en-US" sz="900" dirty="0">
                <a:solidFill>
                  <a:srgbClr val="FF0000"/>
                </a:solidFill>
              </a:rPr>
              <a:t>. Our view, however, is that most investors are still on a wait-and-see mode regarding risk assets on Brazil, expecting further clarity from the Macro and political front before committing more capital.</a:t>
            </a:r>
            <a:endParaRPr lang="en-US" sz="900" dirty="0">
              <a:solidFill>
                <a:srgbClr val="FF0000"/>
              </a:solidFill>
              <a:latin typeface="+mj-lt"/>
            </a:endParaRPr>
          </a:p>
          <a:p>
            <a:pPr>
              <a:lnSpc>
                <a:spcPct val="125000"/>
              </a:lnSpc>
            </a:pPr>
            <a:r>
              <a:rPr lang="en-US" sz="900" b="1" dirty="0">
                <a:solidFill>
                  <a:srgbClr val="FF0000"/>
                </a:solidFill>
                <a:latin typeface="+mj-lt"/>
              </a:rPr>
              <a:t>Brazilian equities at a crossroad. </a:t>
            </a:r>
            <a:r>
              <a:rPr lang="en-US" sz="900" dirty="0">
                <a:solidFill>
                  <a:srgbClr val="FF0000"/>
                </a:solidFill>
                <a:latin typeface="+mj-lt"/>
              </a:rPr>
              <a:t>While the valuation for Brazilian equities remains undemanding, </a:t>
            </a:r>
            <a:r>
              <a:rPr lang="da-DK" sz="900" dirty="0">
                <a:solidFill>
                  <a:srgbClr val="FF0000"/>
                </a:solidFill>
                <a:latin typeface="+mj-lt"/>
              </a:rPr>
              <a:t>at 8.5x fwd P/E</a:t>
            </a:r>
            <a:r>
              <a:rPr lang="en-US" sz="900" dirty="0">
                <a:solidFill>
                  <a:srgbClr val="FF0000"/>
                </a:solidFill>
                <a:latin typeface="+mj-lt"/>
              </a:rPr>
              <a:t>, the path of interest rates ahead, especially the long end of the curve, and the outlook for the economy are the key debates for the markets. Investors will scrutinize if Brazil will be able to control its fiscal accounts over the next 4 years, especially given the high level of Debt/GDP, currently at 83% and growing +3p.p. every year. While we continue to see value on Brazilian equities, we acknowledge that these Macro concerns will weigh heavily on flows and sentiment, more than valuation.</a:t>
            </a:r>
          </a:p>
          <a:p>
            <a:pPr fontAlgn="ctr"/>
            <a:r>
              <a:rPr lang="en-US" sz="900" b="1" dirty="0">
                <a:solidFill>
                  <a:srgbClr val="FF0000"/>
                </a:solidFill>
                <a:latin typeface="+mj-lt"/>
              </a:rPr>
              <a:t>Updating our fundamental thematic baskets.</a:t>
            </a:r>
            <a:r>
              <a:rPr lang="en-US" sz="900" dirty="0">
                <a:solidFill>
                  <a:srgbClr val="FF0000"/>
                </a:solidFill>
                <a:latin typeface="+mj-lt"/>
              </a:rPr>
              <a:t> Given the potential for different scenarios and outcomes ahead, we update our fundamental thematic baskets in this report. Those are Fiscal Deterioration, Alternative Policy, Foreign Flows, High USD Exposure and Low USD Exposure. In addition, we also have our general Factor Baskets, such as Value, Momentum, Quality, Sell Side Revisions, Short Interest and others. So far in 2026, we’ve seen the Fiscal Deterioration and Alternative Policy baskets perform the best, but recently the higher Beta baskets started to rally ahead of the upcoming elections.</a:t>
            </a:r>
            <a:endParaRPr lang="en-US" sz="900" dirty="0">
              <a:solidFill>
                <a:srgbClr val="FF0000"/>
              </a:solidFill>
              <a:latin typeface="+mj-lt"/>
              <a:ea typeface="Roboto Light"/>
              <a:cs typeface="Roboto Light"/>
            </a:endParaRPr>
          </a:p>
          <a:p>
            <a:pPr>
              <a:lnSpc>
                <a:spcPct val="122000"/>
              </a:lnSpc>
            </a:pPr>
            <a:r>
              <a:rPr lang="en-US" sz="900" b="1" noProof="0" dirty="0">
                <a:solidFill>
                  <a:srgbClr val="FF0000"/>
                </a:solidFill>
                <a:latin typeface="+mj-lt"/>
                <a:ea typeface="Calibri"/>
                <a:cs typeface="Arial"/>
              </a:rPr>
              <a:t>Updating </a:t>
            </a:r>
            <a:r>
              <a:rPr lang="en-US" sz="900" b="1" noProof="0" dirty="0">
                <a:solidFill>
                  <a:srgbClr val="FF0000"/>
                </a:solidFill>
                <a:effectLst/>
                <a:latin typeface="+mj-lt"/>
                <a:ea typeface="Calibri"/>
                <a:cs typeface="Arial"/>
              </a:rPr>
              <a:t>our XP Portfolios.</a:t>
            </a:r>
            <a:r>
              <a:rPr lang="en-US" sz="900" noProof="0" dirty="0">
                <a:solidFill>
                  <a:srgbClr val="FF0000"/>
                </a:solidFill>
                <a:effectLst/>
                <a:latin typeface="+mj-lt"/>
                <a:ea typeface="Calibri"/>
                <a:cs typeface="Arial"/>
              </a:rPr>
              <a:t> We update our bottom-up portfolios, and increase modestly our beta ahead of elections: </a:t>
            </a:r>
            <a:r>
              <a:rPr lang="en-US" sz="900" b="1" noProof="0" dirty="0">
                <a:solidFill>
                  <a:srgbClr val="FF0000"/>
                </a:solidFill>
                <a:effectLst/>
                <a:latin typeface="+mj-lt"/>
                <a:ea typeface="Calibri"/>
                <a:cs typeface="Arial"/>
              </a:rPr>
              <a:t>1) Top Ideas</a:t>
            </a:r>
            <a:r>
              <a:rPr lang="en-US" sz="900" noProof="0">
                <a:solidFill>
                  <a:srgbClr val="FF0000"/>
                </a:solidFill>
                <a:effectLst/>
                <a:latin typeface="+mj-lt"/>
                <a:ea typeface="Calibri"/>
                <a:cs typeface="Arial"/>
              </a:rPr>
              <a:t>: Increasing BPAC11, IGTI11, SBSP3; reducing RDOR3, GGBR4. </a:t>
            </a:r>
            <a:r>
              <a:rPr lang="en-US" sz="900" b="1" dirty="0">
                <a:solidFill>
                  <a:srgbClr val="FF0000"/>
                </a:solidFill>
                <a:latin typeface="+mj-lt"/>
                <a:ea typeface="Calibri"/>
                <a:cs typeface="Arial"/>
              </a:rPr>
              <a:t>2)</a:t>
            </a:r>
            <a:r>
              <a:rPr lang="en-US" sz="900" dirty="0">
                <a:solidFill>
                  <a:srgbClr val="FF0000"/>
                </a:solidFill>
                <a:latin typeface="+mj-lt"/>
                <a:ea typeface="Calibri"/>
                <a:cs typeface="Arial"/>
              </a:rPr>
              <a:t> </a:t>
            </a:r>
            <a:r>
              <a:rPr lang="en-US" sz="900" b="1" dirty="0">
                <a:solidFill>
                  <a:srgbClr val="FF0000"/>
                </a:solidFill>
                <a:latin typeface="+mj-lt"/>
                <a:ea typeface="Calibri"/>
                <a:cs typeface="Arial"/>
              </a:rPr>
              <a:t>Dividends</a:t>
            </a:r>
            <a:r>
              <a:rPr lang="en-US" sz="900" dirty="0">
                <a:solidFill>
                  <a:srgbClr val="FF0000"/>
                </a:solidFill>
                <a:latin typeface="+mj-lt"/>
                <a:ea typeface="Calibri"/>
                <a:cs typeface="Arial"/>
              </a:rPr>
              <a:t>: Increasing PETR4, B3SA3; reducing VALE3. </a:t>
            </a:r>
            <a:r>
              <a:rPr lang="en-US" sz="900" b="1" dirty="0">
                <a:solidFill>
                  <a:srgbClr val="FF0000"/>
                </a:solidFill>
                <a:latin typeface="+mj-lt"/>
                <a:ea typeface="Calibri"/>
                <a:cs typeface="Arial"/>
              </a:rPr>
              <a:t>3) Small Caps:</a:t>
            </a:r>
            <a:r>
              <a:rPr lang="en-US" sz="900" dirty="0">
                <a:solidFill>
                  <a:srgbClr val="FF0000"/>
                </a:solidFill>
                <a:latin typeface="+mj-lt"/>
                <a:ea typeface="Calibri"/>
                <a:cs typeface="Arial"/>
              </a:rPr>
              <a:t> Adding COGN3, increasing TUPY3; ECOR3, removing TTEN3, CEAB3, reducing ORVR3, ALUP11. </a:t>
            </a:r>
            <a:endParaRPr lang="en-US" sz="900" noProof="0" dirty="0">
              <a:solidFill>
                <a:srgbClr val="FF0000"/>
              </a:solidFill>
              <a:effectLst/>
              <a:latin typeface="+mj-lt"/>
              <a:ea typeface="Calibri"/>
              <a:cs typeface="Arial"/>
            </a:endParaRPr>
          </a:p>
        </p:txBody>
      </p:sp>
      <p:sp>
        <p:nvSpPr>
          <p:cNvPr id="6" name="Text Placeholder 5">
            <a:extLst>
              <a:ext uri="{FF2B5EF4-FFF2-40B4-BE49-F238E27FC236}">
                <a16:creationId xmlns:a16="http://schemas.microsoft.com/office/drawing/2014/main" id="{C3B36072-30A0-427D-AC75-76CB55DB40D4}"/>
              </a:ext>
            </a:extLst>
          </p:cNvPr>
          <p:cNvSpPr>
            <a:spLocks noGrp="1"/>
          </p:cNvSpPr>
          <p:nvPr>
            <p:ph type="body" sz="quarter" idx="26"/>
          </p:nvPr>
        </p:nvSpPr>
        <p:spPr/>
        <p:txBody>
          <a:bodyPr/>
          <a:lstStyle/>
          <a:p>
            <a:r>
              <a:rPr lang="en-US" noProof="0"/>
              <a:t>Source: B3, Bloomberg, XP Research</a:t>
            </a:r>
            <a:r>
              <a:rPr lang="en-US"/>
              <a:t>.</a:t>
            </a:r>
            <a:endParaRPr lang="en-US" noProof="0"/>
          </a:p>
        </p:txBody>
      </p:sp>
      <p:sp>
        <p:nvSpPr>
          <p:cNvPr id="7" name="Date Placeholder 6">
            <a:extLst>
              <a:ext uri="{FF2B5EF4-FFF2-40B4-BE49-F238E27FC236}">
                <a16:creationId xmlns:a16="http://schemas.microsoft.com/office/drawing/2014/main" id="{F8CA4AC8-B2BA-43E6-90DE-924F6651D5FE}"/>
              </a:ext>
            </a:extLst>
          </p:cNvPr>
          <p:cNvSpPr>
            <a:spLocks noGrp="1"/>
          </p:cNvSpPr>
          <p:nvPr>
            <p:ph type="dt" sz="half" idx="2"/>
          </p:nvPr>
        </p:nvSpPr>
        <p:spPr/>
        <p:txBody>
          <a:bodyPr/>
          <a:lstStyle/>
          <a:p>
            <a:fld id="{E97D0538-7221-4A08-8EF2-1FB16C272E6C}" type="datetime4">
              <a:rPr lang="en-US" noProof="0" smtClean="0"/>
              <a:t>October 30, 2026</a:t>
            </a:fld>
            <a:endParaRPr lang="en-US" noProof="0"/>
          </a:p>
        </p:txBody>
      </p:sp>
      <p:sp>
        <p:nvSpPr>
          <p:cNvPr id="8" name="Text Placeholder 7">
            <a:extLst>
              <a:ext uri="{FF2B5EF4-FFF2-40B4-BE49-F238E27FC236}">
                <a16:creationId xmlns:a16="http://schemas.microsoft.com/office/drawing/2014/main" id="{967D502D-5B1A-45BF-8DB7-FE8020F3400C}"/>
              </a:ext>
            </a:extLst>
          </p:cNvPr>
          <p:cNvSpPr>
            <a:spLocks noGrp="1"/>
          </p:cNvSpPr>
          <p:nvPr>
            <p:ph type="body" sz="quarter" idx="27"/>
          </p:nvPr>
        </p:nvSpPr>
        <p:spPr/>
        <p:txBody>
          <a:bodyPr/>
          <a:lstStyle/>
          <a:p>
            <a:r>
              <a:rPr lang="en-US" noProof="0"/>
              <a:t>Fernando Ferreira, CFA</a:t>
            </a:r>
          </a:p>
        </p:txBody>
      </p:sp>
      <p:sp>
        <p:nvSpPr>
          <p:cNvPr id="9" name="Text Placeholder 8">
            <a:extLst>
              <a:ext uri="{FF2B5EF4-FFF2-40B4-BE49-F238E27FC236}">
                <a16:creationId xmlns:a16="http://schemas.microsoft.com/office/drawing/2014/main" id="{E91A712C-2D03-4E62-BCF0-A3F50721071C}"/>
              </a:ext>
            </a:extLst>
          </p:cNvPr>
          <p:cNvSpPr>
            <a:spLocks noGrp="1"/>
          </p:cNvSpPr>
          <p:nvPr>
            <p:ph type="body" sz="quarter" idx="28"/>
          </p:nvPr>
        </p:nvSpPr>
        <p:spPr>
          <a:xfrm>
            <a:off x="4330593" y="3975778"/>
            <a:ext cx="2159105" cy="96950"/>
          </a:xfrm>
        </p:spPr>
        <p:txBody>
          <a:bodyPr/>
          <a:lstStyle/>
          <a:p>
            <a:r>
              <a:rPr lang="en-US" noProof="0"/>
              <a:t>Chief Strategist and Head of Research</a:t>
            </a:r>
          </a:p>
        </p:txBody>
      </p:sp>
      <p:sp>
        <p:nvSpPr>
          <p:cNvPr id="10" name="Text Placeholder 9">
            <a:extLst>
              <a:ext uri="{FF2B5EF4-FFF2-40B4-BE49-F238E27FC236}">
                <a16:creationId xmlns:a16="http://schemas.microsoft.com/office/drawing/2014/main" id="{E14F3043-8C62-4176-9297-ABF2E3BBE0B1}"/>
              </a:ext>
            </a:extLst>
          </p:cNvPr>
          <p:cNvSpPr>
            <a:spLocks noGrp="1"/>
          </p:cNvSpPr>
          <p:nvPr>
            <p:ph type="body" sz="quarter" idx="29"/>
          </p:nvPr>
        </p:nvSpPr>
        <p:spPr>
          <a:xfrm>
            <a:off x="4330593" y="4102650"/>
            <a:ext cx="2159105" cy="110800"/>
          </a:xfrm>
        </p:spPr>
        <p:txBody>
          <a:bodyPr/>
          <a:lstStyle/>
          <a:p>
            <a:r>
              <a:rPr lang="en-US" noProof="0"/>
              <a:t>fernando.f.ferreira@xpi.com.br</a:t>
            </a:r>
          </a:p>
        </p:txBody>
      </p:sp>
      <p:sp>
        <p:nvSpPr>
          <p:cNvPr id="19" name="Text Placeholder 18">
            <a:extLst>
              <a:ext uri="{FF2B5EF4-FFF2-40B4-BE49-F238E27FC236}">
                <a16:creationId xmlns:a16="http://schemas.microsoft.com/office/drawing/2014/main" id="{820C17D6-3D49-4CCF-81C3-6821B5511725}"/>
              </a:ext>
            </a:extLst>
          </p:cNvPr>
          <p:cNvSpPr>
            <a:spLocks noGrp="1"/>
          </p:cNvSpPr>
          <p:nvPr>
            <p:ph type="body" sz="quarter" idx="36"/>
          </p:nvPr>
        </p:nvSpPr>
        <p:spPr/>
        <p:txBody>
          <a:bodyPr/>
          <a:lstStyle/>
          <a:p>
            <a:r>
              <a:rPr lang="en-US" noProof="0">
                <a:solidFill>
                  <a:srgbClr val="FF0000"/>
                </a:solidFill>
              </a:rPr>
              <a:t>Updating our thematic baskets for different scenarios</a:t>
            </a:r>
          </a:p>
        </p:txBody>
      </p:sp>
      <p:sp>
        <p:nvSpPr>
          <p:cNvPr id="20" name="Text Placeholder 19">
            <a:extLst>
              <a:ext uri="{FF2B5EF4-FFF2-40B4-BE49-F238E27FC236}">
                <a16:creationId xmlns:a16="http://schemas.microsoft.com/office/drawing/2014/main" id="{6AA38401-CCD5-413F-8D2C-8F9AE9156E5E}"/>
              </a:ext>
            </a:extLst>
          </p:cNvPr>
          <p:cNvSpPr>
            <a:spLocks noGrp="1"/>
          </p:cNvSpPr>
          <p:nvPr>
            <p:ph type="body" sz="quarter" idx="37"/>
          </p:nvPr>
        </p:nvSpPr>
        <p:spPr>
          <a:xfrm>
            <a:off x="390154" y="1370712"/>
            <a:ext cx="6112352" cy="187302"/>
          </a:xfrm>
        </p:spPr>
        <p:txBody>
          <a:bodyPr/>
          <a:lstStyle/>
          <a:p>
            <a:r>
              <a:rPr lang="en-US" sz="1400" noProof="0" dirty="0">
                <a:solidFill>
                  <a:srgbClr val="FF0000"/>
                </a:solidFill>
              </a:rPr>
              <a:t>Brazilian </a:t>
            </a:r>
            <a:r>
              <a:rPr lang="en-US" sz="1400" noProof="0" dirty="0" err="1">
                <a:solidFill>
                  <a:srgbClr val="FF0000"/>
                </a:solidFill>
              </a:rPr>
              <a:t>equitie</a:t>
            </a:r>
            <a:r>
              <a:rPr lang="en-US" sz="1400" dirty="0">
                <a:solidFill>
                  <a:srgbClr val="FF0000"/>
                </a:solidFill>
              </a:rPr>
              <a:t>s at a crossroad: what lies ahead?</a:t>
            </a:r>
            <a:endParaRPr lang="en-US" sz="1400" noProof="0" dirty="0">
              <a:solidFill>
                <a:srgbClr val="FF0000"/>
              </a:solidFill>
            </a:endParaRPr>
          </a:p>
        </p:txBody>
      </p:sp>
      <p:sp>
        <p:nvSpPr>
          <p:cNvPr id="21" name="Text Placeholder 1">
            <a:extLst>
              <a:ext uri="{FF2B5EF4-FFF2-40B4-BE49-F238E27FC236}">
                <a16:creationId xmlns:a16="http://schemas.microsoft.com/office/drawing/2014/main" id="{0CBA766F-F9AE-E952-03A4-EF26D2712E3E}"/>
              </a:ext>
            </a:extLst>
          </p:cNvPr>
          <p:cNvSpPr>
            <a:spLocks noGrp="1"/>
          </p:cNvSpPr>
          <p:nvPr>
            <p:ph type="body" sz="quarter" idx="16"/>
          </p:nvPr>
        </p:nvSpPr>
        <p:spPr>
          <a:xfrm>
            <a:off x="390154" y="988484"/>
            <a:ext cx="6112354" cy="346968"/>
          </a:xfrm>
        </p:spPr>
        <p:txBody>
          <a:bodyPr/>
          <a:lstStyle/>
          <a:p>
            <a:r>
              <a:rPr lang="en-US" noProof="0" dirty="0">
                <a:latin typeface="Roboto"/>
                <a:ea typeface="Roboto"/>
                <a:cs typeface="Roboto"/>
              </a:rPr>
              <a:t>XP-Ray</a:t>
            </a:r>
            <a:endParaRPr lang="en-US" noProof="0" dirty="0"/>
          </a:p>
        </p:txBody>
      </p:sp>
      <p:sp>
        <p:nvSpPr>
          <p:cNvPr id="23" name="Content Placeholder 8">
            <a:extLst>
              <a:ext uri="{FF2B5EF4-FFF2-40B4-BE49-F238E27FC236}">
                <a16:creationId xmlns:a16="http://schemas.microsoft.com/office/drawing/2014/main" id="{694F03AB-7A5A-455E-9F05-EF263195A242}"/>
              </a:ext>
            </a:extLst>
          </p:cNvPr>
          <p:cNvSpPr txBox="1">
            <a:spLocks/>
          </p:cNvSpPr>
          <p:nvPr/>
        </p:nvSpPr>
        <p:spPr>
          <a:xfrm>
            <a:off x="4286194" y="5997449"/>
            <a:ext cx="2335678" cy="245195"/>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kern="12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pPr lvl="0" algn="l">
              <a:defRPr/>
            </a:pPr>
            <a:r>
              <a:rPr kumimoji="0" lang="en-US" sz="1050" b="1" i="0" u="none" strike="noStrike" kern="1200" cap="none" spc="0" normalizeH="0" baseline="0" noProof="0" dirty="0">
                <a:ln>
                  <a:noFill/>
                </a:ln>
                <a:solidFill>
                  <a:srgbClr val="FF0000"/>
                </a:solidFill>
                <a:effectLst/>
                <a:uLnTx/>
                <a:uFillTx/>
                <a:latin typeface="Roboto Light" panose="02000000000000000000" pitchFamily="2" charset="0"/>
                <a:ea typeface="Roboto Light" panose="02000000000000000000" pitchFamily="2" charset="0"/>
                <a:cs typeface="Roboto Light" panose="02000000000000000000" pitchFamily="2" charset="0"/>
              </a:rPr>
              <a:t>Chart 1: Fundamental b</a:t>
            </a:r>
            <a:r>
              <a:rPr lang="pt-BR" dirty="0" err="1">
                <a:solidFill>
                  <a:srgbClr val="FF0000"/>
                </a:solidFill>
              </a:rPr>
              <a:t>askets</a:t>
            </a:r>
            <a:r>
              <a:rPr lang="pt-BR" dirty="0">
                <a:solidFill>
                  <a:srgbClr val="FF0000"/>
                </a:solidFill>
              </a:rPr>
              <a:t> performance </a:t>
            </a:r>
            <a:endParaRPr kumimoji="0" lang="en-US" sz="1050" b="1" i="0" u="none" strike="noStrike" kern="1200" cap="none" spc="0" normalizeH="0" baseline="0" noProof="0" dirty="0">
              <a:ln>
                <a:noFill/>
              </a:ln>
              <a:solidFill>
                <a:srgbClr val="FF0000"/>
              </a:solidFill>
              <a:effectLst/>
              <a:uLnTx/>
              <a:uFillTx/>
            </a:endParaRPr>
          </a:p>
        </p:txBody>
      </p:sp>
      <p:cxnSp>
        <p:nvCxnSpPr>
          <p:cNvPr id="25" name="Straight Connector 24">
            <a:extLst>
              <a:ext uri="{FF2B5EF4-FFF2-40B4-BE49-F238E27FC236}">
                <a16:creationId xmlns:a16="http://schemas.microsoft.com/office/drawing/2014/main" id="{0913EFED-7641-CD0C-12BB-EAD6A11D8860}"/>
              </a:ext>
            </a:extLst>
          </p:cNvPr>
          <p:cNvCxnSpPr>
            <a:cxnSpLocks/>
          </p:cNvCxnSpPr>
          <p:nvPr/>
        </p:nvCxnSpPr>
        <p:spPr>
          <a:xfrm>
            <a:off x="4286194" y="6291468"/>
            <a:ext cx="2335678" cy="0"/>
          </a:xfrm>
          <a:prstGeom prst="line">
            <a:avLst/>
          </a:prstGeom>
          <a:noFill/>
          <a:ln w="6350" cap="flat" cmpd="sng" algn="ctr">
            <a:solidFill>
              <a:srgbClr val="000000"/>
            </a:solidFill>
            <a:prstDash val="solid"/>
            <a:miter lim="800000"/>
          </a:ln>
          <a:effectLst/>
        </p:spPr>
      </p:cxnSp>
      <p:pic>
        <p:nvPicPr>
          <p:cNvPr id="28" name="Graphic 27">
            <a:extLst>
              <a:ext uri="{FF2B5EF4-FFF2-40B4-BE49-F238E27FC236}">
                <a16:creationId xmlns:a16="http://schemas.microsoft.com/office/drawing/2014/main" id="{16060068-5C35-452B-0625-0CD03F8CC6A6}"/>
              </a:ext>
            </a:extLst>
          </p:cNvPr>
          <p:cNvPicPr>
            <a:picLocks noChangeAspect="1"/>
          </p:cNvPicPr>
          <p:nvPr/>
        </p:nvPicPr>
        <p:blipFill>
          <a:blip>
            <a:alphaModFix amt="66000"/>
            <a:extLst>
              <a:ext uri="{96DAC541-7B7A-43D3-8B79-37D633B846F1}">
                <asvg:svgBlip xmlns:asvg="http://schemas.microsoft.com/office/drawing/2016/SVG/main" r:embed="rId6"/>
              </a:ext>
            </a:extLst>
          </a:blip>
          <a:srcRect l="51901" t="57744" r="40349" b="-120"/>
          <a:stretch/>
        </p:blipFill>
        <p:spPr>
          <a:xfrm rot="5400000" flipH="1">
            <a:off x="3316774" y="-1537758"/>
            <a:ext cx="2003470" cy="5078985"/>
          </a:xfrm>
          <a:prstGeom prst="rect">
            <a:avLst/>
          </a:prstGeom>
        </p:spPr>
      </p:pic>
      <p:grpSp>
        <p:nvGrpSpPr>
          <p:cNvPr id="30" name="Group 29">
            <a:extLst>
              <a:ext uri="{FF2B5EF4-FFF2-40B4-BE49-F238E27FC236}">
                <a16:creationId xmlns:a16="http://schemas.microsoft.com/office/drawing/2014/main" id="{CDD40CBC-B184-5062-2408-BDBD1E57E997}"/>
              </a:ext>
            </a:extLst>
          </p:cNvPr>
          <p:cNvGrpSpPr/>
          <p:nvPr/>
        </p:nvGrpSpPr>
        <p:grpSpPr>
          <a:xfrm>
            <a:off x="390154" y="406178"/>
            <a:ext cx="1240283" cy="341910"/>
            <a:chOff x="2700591" y="2522601"/>
            <a:chExt cx="6428994" cy="1772284"/>
          </a:xfrm>
        </p:grpSpPr>
        <p:sp>
          <p:nvSpPr>
            <p:cNvPr id="31" name="Freeform: Shape 30">
              <a:extLst>
                <a:ext uri="{FF2B5EF4-FFF2-40B4-BE49-F238E27FC236}">
                  <a16:creationId xmlns:a16="http://schemas.microsoft.com/office/drawing/2014/main" id="{6AD33EAF-CD96-2C18-B6B5-0C39F3C7368C}"/>
                </a:ext>
              </a:extLst>
            </p:cNvPr>
            <p:cNvSpPr/>
            <p:nvPr/>
          </p:nvSpPr>
          <p:spPr>
            <a:xfrm>
              <a:off x="2700591" y="2522601"/>
              <a:ext cx="1964753" cy="1772284"/>
            </a:xfrm>
            <a:custGeom>
              <a:avLst/>
              <a:gdLst>
                <a:gd name="connsiteX0" fmla="*/ 1430464 w 1964753"/>
                <a:gd name="connsiteY0" fmla="*/ 1369758 h 1772284"/>
                <a:gd name="connsiteX1" fmla="*/ 1653286 w 1964753"/>
                <a:gd name="connsiteY1" fmla="*/ 1369758 h 1772284"/>
                <a:gd name="connsiteX2" fmla="*/ 1795081 w 1964753"/>
                <a:gd name="connsiteY2" fmla="*/ 1253300 h 1772284"/>
                <a:gd name="connsiteX3" fmla="*/ 1653286 w 1964753"/>
                <a:gd name="connsiteY3" fmla="*/ 1136840 h 1772284"/>
                <a:gd name="connsiteX4" fmla="*/ 1430464 w 1964753"/>
                <a:gd name="connsiteY4" fmla="*/ 1136840 h 1772284"/>
                <a:gd name="connsiteX5" fmla="*/ 1430464 w 1964753"/>
                <a:gd name="connsiteY5" fmla="*/ 1369758 h 1772284"/>
                <a:gd name="connsiteX6" fmla="*/ 1430464 w 1964753"/>
                <a:gd name="connsiteY6" fmla="*/ 1772285 h 1772284"/>
                <a:gd name="connsiteX7" fmla="*/ 1726692 w 1964753"/>
                <a:gd name="connsiteY7" fmla="*/ 1772285 h 1772284"/>
                <a:gd name="connsiteX8" fmla="*/ 1964690 w 1964753"/>
                <a:gd name="connsiteY8" fmla="*/ 1534287 h 1772284"/>
                <a:gd name="connsiteX9" fmla="*/ 1964690 w 1964753"/>
                <a:gd name="connsiteY9" fmla="*/ 1369695 h 1772284"/>
                <a:gd name="connsiteX10" fmla="*/ 1959610 w 1964753"/>
                <a:gd name="connsiteY10" fmla="*/ 1369695 h 1772284"/>
                <a:gd name="connsiteX11" fmla="*/ 1658303 w 1964753"/>
                <a:gd name="connsiteY11" fmla="*/ 1549464 h 1772284"/>
                <a:gd name="connsiteX12" fmla="*/ 1438021 w 1964753"/>
                <a:gd name="connsiteY12" fmla="*/ 1549464 h 1772284"/>
                <a:gd name="connsiteX13" fmla="*/ 1430401 w 1964753"/>
                <a:gd name="connsiteY13" fmla="*/ 1557083 h 1772284"/>
                <a:gd name="connsiteX14" fmla="*/ 1430401 w 1964753"/>
                <a:gd name="connsiteY14" fmla="*/ 1772285 h 1772284"/>
                <a:gd name="connsiteX15" fmla="*/ 1012698 w 1964753"/>
                <a:gd name="connsiteY15" fmla="*/ 1253300 h 1772284"/>
                <a:gd name="connsiteX16" fmla="*/ 1240536 w 1964753"/>
                <a:gd name="connsiteY16" fmla="*/ 1473581 h 1772284"/>
                <a:gd name="connsiteX17" fmla="*/ 1240536 w 1964753"/>
                <a:gd name="connsiteY17" fmla="*/ 1033082 h 1772284"/>
                <a:gd name="connsiteX18" fmla="*/ 1012698 w 1964753"/>
                <a:gd name="connsiteY18" fmla="*/ 1253300 h 1772284"/>
                <a:gd name="connsiteX19" fmla="*/ 237998 w 1964753"/>
                <a:gd name="connsiteY19" fmla="*/ 1772285 h 1772284"/>
                <a:gd name="connsiteX20" fmla="*/ 1240599 w 1964753"/>
                <a:gd name="connsiteY20" fmla="*/ 1772285 h 1772284"/>
                <a:gd name="connsiteX21" fmla="*/ 1240599 w 1964753"/>
                <a:gd name="connsiteY21" fmla="*/ 1721676 h 1772284"/>
                <a:gd name="connsiteX22" fmla="*/ 1341882 w 1964753"/>
                <a:gd name="connsiteY22" fmla="*/ 1554607 h 1772284"/>
                <a:gd name="connsiteX23" fmla="*/ 1341882 w 1964753"/>
                <a:gd name="connsiteY23" fmla="*/ 1549527 h 1772284"/>
                <a:gd name="connsiteX24" fmla="*/ 1060831 w 1964753"/>
                <a:gd name="connsiteY24" fmla="*/ 1549527 h 1772284"/>
                <a:gd name="connsiteX25" fmla="*/ 1030478 w 1964753"/>
                <a:gd name="connsiteY25" fmla="*/ 1536890 h 1772284"/>
                <a:gd name="connsiteX26" fmla="*/ 883666 w 1964753"/>
                <a:gd name="connsiteY26" fmla="*/ 1384998 h 1772284"/>
                <a:gd name="connsiteX27" fmla="*/ 731774 w 1964753"/>
                <a:gd name="connsiteY27" fmla="*/ 1539431 h 1772284"/>
                <a:gd name="connsiteX28" fmla="*/ 703898 w 1964753"/>
                <a:gd name="connsiteY28" fmla="*/ 1549527 h 1772284"/>
                <a:gd name="connsiteX29" fmla="*/ 478599 w 1964753"/>
                <a:gd name="connsiteY29" fmla="*/ 1549527 h 1772284"/>
                <a:gd name="connsiteX30" fmla="*/ 473519 w 1964753"/>
                <a:gd name="connsiteY30" fmla="*/ 1534351 h 1772284"/>
                <a:gd name="connsiteX31" fmla="*/ 762127 w 1964753"/>
                <a:gd name="connsiteY31" fmla="*/ 1253300 h 1772284"/>
                <a:gd name="connsiteX32" fmla="*/ 468439 w 1964753"/>
                <a:gd name="connsiteY32" fmla="*/ 969708 h 1772284"/>
                <a:gd name="connsiteX33" fmla="*/ 476060 w 1964753"/>
                <a:gd name="connsiteY33" fmla="*/ 954532 h 1772284"/>
                <a:gd name="connsiteX34" fmla="*/ 703898 w 1964753"/>
                <a:gd name="connsiteY34" fmla="*/ 954532 h 1772284"/>
                <a:gd name="connsiteX35" fmla="*/ 729234 w 1964753"/>
                <a:gd name="connsiteY35" fmla="*/ 964628 h 1772284"/>
                <a:gd name="connsiteX36" fmla="*/ 888746 w 1964753"/>
                <a:gd name="connsiteY36" fmla="*/ 1124140 h 1772284"/>
                <a:gd name="connsiteX37" fmla="*/ 1038098 w 1964753"/>
                <a:gd name="connsiteY37" fmla="*/ 964628 h 1772284"/>
                <a:gd name="connsiteX38" fmla="*/ 1060894 w 1964753"/>
                <a:gd name="connsiteY38" fmla="*/ 954532 h 1772284"/>
                <a:gd name="connsiteX39" fmla="*/ 1655889 w 1964753"/>
                <a:gd name="connsiteY39" fmla="*/ 954532 h 1772284"/>
                <a:gd name="connsiteX40" fmla="*/ 1959674 w 1964753"/>
                <a:gd name="connsiteY40" fmla="*/ 1136840 h 1772284"/>
                <a:gd name="connsiteX41" fmla="*/ 1964754 w 1964753"/>
                <a:gd name="connsiteY41" fmla="*/ 1136840 h 1772284"/>
                <a:gd name="connsiteX42" fmla="*/ 1964754 w 1964753"/>
                <a:gd name="connsiteY42" fmla="*/ 237998 h 1772284"/>
                <a:gd name="connsiteX43" fmla="*/ 1726755 w 1964753"/>
                <a:gd name="connsiteY43" fmla="*/ 0 h 1772284"/>
                <a:gd name="connsiteX44" fmla="*/ 237998 w 1964753"/>
                <a:gd name="connsiteY44" fmla="*/ 0 h 1772284"/>
                <a:gd name="connsiteX45" fmla="*/ 0 w 1964753"/>
                <a:gd name="connsiteY45" fmla="*/ 237998 h 1772284"/>
                <a:gd name="connsiteX46" fmla="*/ 0 w 1964753"/>
                <a:gd name="connsiteY46" fmla="*/ 1534287 h 1772284"/>
                <a:gd name="connsiteX47" fmla="*/ 237998 w 1964753"/>
                <a:gd name="connsiteY47" fmla="*/ 1772285 h 17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64753" h="1772284">
                  <a:moveTo>
                    <a:pt x="1430464" y="1369758"/>
                  </a:moveTo>
                  <a:lnTo>
                    <a:pt x="1653286" y="1369758"/>
                  </a:lnTo>
                  <a:cubicBezTo>
                    <a:pt x="1736852" y="1369758"/>
                    <a:pt x="1795081" y="1331785"/>
                    <a:pt x="1795081" y="1253300"/>
                  </a:cubicBezTo>
                  <a:cubicBezTo>
                    <a:pt x="1795081" y="1174814"/>
                    <a:pt x="1736852" y="1136840"/>
                    <a:pt x="1653286" y="1136840"/>
                  </a:cubicBezTo>
                  <a:lnTo>
                    <a:pt x="1430464" y="1136840"/>
                  </a:lnTo>
                  <a:lnTo>
                    <a:pt x="1430464" y="1369758"/>
                  </a:lnTo>
                  <a:close/>
                  <a:moveTo>
                    <a:pt x="1430464" y="1772285"/>
                  </a:moveTo>
                  <a:lnTo>
                    <a:pt x="1726692" y="1772285"/>
                  </a:lnTo>
                  <a:cubicBezTo>
                    <a:pt x="1883664" y="1772285"/>
                    <a:pt x="1964690" y="1691259"/>
                    <a:pt x="1964690" y="1534287"/>
                  </a:cubicBezTo>
                  <a:lnTo>
                    <a:pt x="1964690" y="1369695"/>
                  </a:lnTo>
                  <a:lnTo>
                    <a:pt x="1959610" y="1369695"/>
                  </a:lnTo>
                  <a:cubicBezTo>
                    <a:pt x="1914017" y="1506410"/>
                    <a:pt x="1797558" y="1549464"/>
                    <a:pt x="1658303" y="1549464"/>
                  </a:cubicBezTo>
                  <a:lnTo>
                    <a:pt x="1438021" y="1549464"/>
                  </a:lnTo>
                  <a:cubicBezTo>
                    <a:pt x="1432941" y="1549464"/>
                    <a:pt x="1430401" y="1552003"/>
                    <a:pt x="1430401" y="1557083"/>
                  </a:cubicBezTo>
                  <a:lnTo>
                    <a:pt x="1430401" y="1772285"/>
                  </a:lnTo>
                  <a:close/>
                  <a:moveTo>
                    <a:pt x="1012698" y="1253300"/>
                  </a:moveTo>
                  <a:lnTo>
                    <a:pt x="1240536" y="1473581"/>
                  </a:lnTo>
                  <a:lnTo>
                    <a:pt x="1240536" y="1033082"/>
                  </a:lnTo>
                  <a:lnTo>
                    <a:pt x="1012698" y="1253300"/>
                  </a:lnTo>
                  <a:close/>
                  <a:moveTo>
                    <a:pt x="237998" y="1772285"/>
                  </a:moveTo>
                  <a:lnTo>
                    <a:pt x="1240599" y="1772285"/>
                  </a:lnTo>
                  <a:lnTo>
                    <a:pt x="1240599" y="1721676"/>
                  </a:lnTo>
                  <a:cubicBezTo>
                    <a:pt x="1240599" y="1633093"/>
                    <a:pt x="1270953" y="1582420"/>
                    <a:pt x="1341882" y="1554607"/>
                  </a:cubicBezTo>
                  <a:lnTo>
                    <a:pt x="1341882" y="1549527"/>
                  </a:lnTo>
                  <a:lnTo>
                    <a:pt x="1060831" y="1549527"/>
                  </a:lnTo>
                  <a:cubicBezTo>
                    <a:pt x="1045655" y="1549527"/>
                    <a:pt x="1040574" y="1546987"/>
                    <a:pt x="1030478" y="1536890"/>
                  </a:cubicBezTo>
                  <a:lnTo>
                    <a:pt x="883666" y="1384998"/>
                  </a:lnTo>
                  <a:lnTo>
                    <a:pt x="731774" y="1539431"/>
                  </a:lnTo>
                  <a:cubicBezTo>
                    <a:pt x="724154" y="1547051"/>
                    <a:pt x="719137" y="1549527"/>
                    <a:pt x="703898" y="1549527"/>
                  </a:cubicBezTo>
                  <a:lnTo>
                    <a:pt x="478599" y="1549527"/>
                  </a:lnTo>
                  <a:cubicBezTo>
                    <a:pt x="465963" y="1549527"/>
                    <a:pt x="465963" y="1541907"/>
                    <a:pt x="473519" y="1534351"/>
                  </a:cubicBezTo>
                  <a:lnTo>
                    <a:pt x="762127" y="1253300"/>
                  </a:lnTo>
                  <a:lnTo>
                    <a:pt x="468439" y="969708"/>
                  </a:lnTo>
                  <a:cubicBezTo>
                    <a:pt x="460819" y="962089"/>
                    <a:pt x="463360" y="954532"/>
                    <a:pt x="476060" y="954532"/>
                  </a:cubicBezTo>
                  <a:lnTo>
                    <a:pt x="703898" y="954532"/>
                  </a:lnTo>
                  <a:cubicBezTo>
                    <a:pt x="716534" y="954532"/>
                    <a:pt x="721614" y="957072"/>
                    <a:pt x="729234" y="964628"/>
                  </a:cubicBezTo>
                  <a:lnTo>
                    <a:pt x="888746" y="1124140"/>
                  </a:lnTo>
                  <a:lnTo>
                    <a:pt x="1038098" y="964628"/>
                  </a:lnTo>
                  <a:cubicBezTo>
                    <a:pt x="1045718" y="957008"/>
                    <a:pt x="1050735" y="954532"/>
                    <a:pt x="1060894" y="954532"/>
                  </a:cubicBezTo>
                  <a:lnTo>
                    <a:pt x="1655889" y="954532"/>
                  </a:lnTo>
                  <a:cubicBezTo>
                    <a:pt x="1792605" y="954532"/>
                    <a:pt x="1914144" y="1000125"/>
                    <a:pt x="1959674" y="1136840"/>
                  </a:cubicBezTo>
                  <a:lnTo>
                    <a:pt x="1964754" y="1136840"/>
                  </a:lnTo>
                  <a:lnTo>
                    <a:pt x="1964754" y="237998"/>
                  </a:lnTo>
                  <a:cubicBezTo>
                    <a:pt x="1964754" y="81026"/>
                    <a:pt x="1883728" y="0"/>
                    <a:pt x="1726755" y="0"/>
                  </a:cubicBezTo>
                  <a:lnTo>
                    <a:pt x="237998" y="0"/>
                  </a:lnTo>
                  <a:cubicBezTo>
                    <a:pt x="81026" y="0"/>
                    <a:pt x="0" y="81026"/>
                    <a:pt x="0" y="237998"/>
                  </a:cubicBezTo>
                  <a:lnTo>
                    <a:pt x="0" y="1534287"/>
                  </a:lnTo>
                  <a:cubicBezTo>
                    <a:pt x="0" y="1691259"/>
                    <a:pt x="81026" y="1772285"/>
                    <a:pt x="237998" y="1772285"/>
                  </a:cubicBezTo>
                  <a:close/>
                </a:path>
              </a:pathLst>
            </a:custGeom>
            <a:solidFill>
              <a:srgbClr val="FFFFFF"/>
            </a:solidFill>
            <a:ln w="6350" cap="flat">
              <a:noFill/>
              <a:prstDash val="solid"/>
              <a:miter/>
            </a:ln>
          </p:spPr>
          <p:txBody>
            <a:bodyPr rtlCol="0" anchor="ctr"/>
            <a:lstStyle/>
            <a:p>
              <a:endParaRPr lang="en-US" noProof="0"/>
            </a:p>
          </p:txBody>
        </p:sp>
        <p:grpSp>
          <p:nvGrpSpPr>
            <p:cNvPr id="32" name="Graphic 20">
              <a:extLst>
                <a:ext uri="{FF2B5EF4-FFF2-40B4-BE49-F238E27FC236}">
                  <a16:creationId xmlns:a16="http://schemas.microsoft.com/office/drawing/2014/main" id="{65A0DB13-8122-DFBE-FA4A-361778059A80}"/>
                </a:ext>
              </a:extLst>
            </p:cNvPr>
            <p:cNvGrpSpPr/>
            <p:nvPr/>
          </p:nvGrpSpPr>
          <p:grpSpPr>
            <a:xfrm>
              <a:off x="5034660" y="3339528"/>
              <a:ext cx="4094925" cy="747077"/>
              <a:chOff x="5034660" y="3339528"/>
              <a:chExt cx="4094925" cy="747077"/>
            </a:xfrm>
            <a:solidFill>
              <a:srgbClr val="FFFFFF"/>
            </a:solidFill>
          </p:grpSpPr>
          <p:sp>
            <p:nvSpPr>
              <p:cNvPr id="33" name="Freeform: Shape 32">
                <a:extLst>
                  <a:ext uri="{FF2B5EF4-FFF2-40B4-BE49-F238E27FC236}">
                    <a16:creationId xmlns:a16="http://schemas.microsoft.com/office/drawing/2014/main" id="{B8EDFF22-3BCA-5F5B-A17C-B574033068C8}"/>
                  </a:ext>
                </a:extLst>
              </p:cNvPr>
              <p:cNvSpPr/>
              <p:nvPr/>
            </p:nvSpPr>
            <p:spPr>
              <a:xfrm>
                <a:off x="5034660" y="3543680"/>
                <a:ext cx="278892" cy="533463"/>
              </a:xfrm>
              <a:custGeom>
                <a:avLst/>
                <a:gdLst>
                  <a:gd name="connsiteX0" fmla="*/ 0 w 278892"/>
                  <a:gd name="connsiteY0" fmla="*/ 6286 h 533463"/>
                  <a:gd name="connsiteX1" fmla="*/ 84201 w 278892"/>
                  <a:gd name="connsiteY1" fmla="*/ 6286 h 533463"/>
                  <a:gd name="connsiteX2" fmla="*/ 84201 w 278892"/>
                  <a:gd name="connsiteY2" fmla="*/ 109410 h 533463"/>
                  <a:gd name="connsiteX3" fmla="*/ 251523 w 278892"/>
                  <a:gd name="connsiteY3" fmla="*/ 0 h 533463"/>
                  <a:gd name="connsiteX4" fmla="*/ 278892 w 278892"/>
                  <a:gd name="connsiteY4" fmla="*/ 0 h 533463"/>
                  <a:gd name="connsiteX5" fmla="*/ 278892 w 278892"/>
                  <a:gd name="connsiteY5" fmla="*/ 92583 h 533463"/>
                  <a:gd name="connsiteX6" fmla="*/ 191580 w 278892"/>
                  <a:gd name="connsiteY6" fmla="*/ 92583 h 533463"/>
                  <a:gd name="connsiteX7" fmla="*/ 84265 w 278892"/>
                  <a:gd name="connsiteY7" fmla="*/ 216726 h 533463"/>
                  <a:gd name="connsiteX8" fmla="*/ 84265 w 278892"/>
                  <a:gd name="connsiteY8" fmla="*/ 533464 h 533463"/>
                  <a:gd name="connsiteX9" fmla="*/ 64 w 278892"/>
                  <a:gd name="connsiteY9" fmla="*/ 533464 h 533463"/>
                  <a:gd name="connsiteX10" fmla="*/ 64 w 278892"/>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2" h="533463">
                    <a:moveTo>
                      <a:pt x="0" y="6286"/>
                    </a:moveTo>
                    <a:lnTo>
                      <a:pt x="84201" y="6286"/>
                    </a:lnTo>
                    <a:lnTo>
                      <a:pt x="84201" y="109410"/>
                    </a:lnTo>
                    <a:cubicBezTo>
                      <a:pt x="110490" y="34735"/>
                      <a:pt x="169418" y="0"/>
                      <a:pt x="251523" y="0"/>
                    </a:cubicBezTo>
                    <a:lnTo>
                      <a:pt x="278892" y="0"/>
                    </a:lnTo>
                    <a:lnTo>
                      <a:pt x="278892" y="92583"/>
                    </a:lnTo>
                    <a:lnTo>
                      <a:pt x="191580" y="92583"/>
                    </a:lnTo>
                    <a:cubicBezTo>
                      <a:pt x="111633" y="92583"/>
                      <a:pt x="84265" y="133604"/>
                      <a:pt x="84265" y="216726"/>
                    </a:cubicBezTo>
                    <a:lnTo>
                      <a:pt x="84265" y="533464"/>
                    </a:lnTo>
                    <a:lnTo>
                      <a:pt x="64" y="533464"/>
                    </a:lnTo>
                    <a:lnTo>
                      <a:pt x="64" y="6286"/>
                    </a:lnTo>
                    <a:close/>
                  </a:path>
                </a:pathLst>
              </a:custGeom>
              <a:solidFill>
                <a:srgbClr val="FFFFFF"/>
              </a:solidFill>
              <a:ln w="6350" cap="flat">
                <a:noFill/>
                <a:prstDash val="solid"/>
                <a:miter/>
              </a:ln>
            </p:spPr>
            <p:txBody>
              <a:bodyPr rtlCol="0" anchor="ctr"/>
              <a:lstStyle/>
              <a:p>
                <a:endParaRPr lang="en-US" noProof="0"/>
              </a:p>
            </p:txBody>
          </p:sp>
          <p:sp>
            <p:nvSpPr>
              <p:cNvPr id="34" name="Freeform: Shape 33">
                <a:extLst>
                  <a:ext uri="{FF2B5EF4-FFF2-40B4-BE49-F238E27FC236}">
                    <a16:creationId xmlns:a16="http://schemas.microsoft.com/office/drawing/2014/main" id="{5E58471E-9221-72CB-3690-6015D1FD45D1}"/>
                  </a:ext>
                </a:extLst>
              </p:cNvPr>
              <p:cNvSpPr/>
              <p:nvPr/>
            </p:nvSpPr>
            <p:spPr>
              <a:xfrm>
                <a:off x="5371338" y="3539490"/>
                <a:ext cx="516635" cy="547115"/>
              </a:xfrm>
              <a:custGeom>
                <a:avLst/>
                <a:gdLst>
                  <a:gd name="connsiteX0" fmla="*/ 0 w 516635"/>
                  <a:gd name="connsiteY0" fmla="*/ 273558 h 547115"/>
                  <a:gd name="connsiteX1" fmla="*/ 263017 w 516635"/>
                  <a:gd name="connsiteY1" fmla="*/ 0 h 547115"/>
                  <a:gd name="connsiteX2" fmla="*/ 515557 w 516635"/>
                  <a:gd name="connsiteY2" fmla="*/ 260921 h 547115"/>
                  <a:gd name="connsiteX3" fmla="*/ 513461 w 516635"/>
                  <a:gd name="connsiteY3" fmla="*/ 280924 h 547115"/>
                  <a:gd name="connsiteX4" fmla="*/ 88392 w 516635"/>
                  <a:gd name="connsiteY4" fmla="*/ 280924 h 547115"/>
                  <a:gd name="connsiteX5" fmla="*/ 265176 w 516635"/>
                  <a:gd name="connsiteY5" fmla="*/ 477647 h 547115"/>
                  <a:gd name="connsiteX6" fmla="*/ 430340 w 516635"/>
                  <a:gd name="connsiteY6" fmla="*/ 362966 h 547115"/>
                  <a:gd name="connsiteX7" fmla="*/ 516636 w 516635"/>
                  <a:gd name="connsiteY7" fmla="*/ 362966 h 547115"/>
                  <a:gd name="connsiteX8" fmla="*/ 265176 w 516635"/>
                  <a:gd name="connsiteY8" fmla="*/ 547116 h 547115"/>
                  <a:gd name="connsiteX9" fmla="*/ 0 w 516635"/>
                  <a:gd name="connsiteY9" fmla="*/ 273558 h 547115"/>
                  <a:gd name="connsiteX10" fmla="*/ 426148 w 516635"/>
                  <a:gd name="connsiteY10" fmla="*/ 218821 h 547115"/>
                  <a:gd name="connsiteX11" fmla="*/ 263080 w 516635"/>
                  <a:gd name="connsiteY11" fmla="*/ 66230 h 547115"/>
                  <a:gd name="connsiteX12" fmla="*/ 91567 w 516635"/>
                  <a:gd name="connsiteY12" fmla="*/ 218821 h 547115"/>
                  <a:gd name="connsiteX13" fmla="*/ 426148 w 516635"/>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5" h="547115">
                    <a:moveTo>
                      <a:pt x="0" y="273558"/>
                    </a:moveTo>
                    <a:cubicBezTo>
                      <a:pt x="0" y="113601"/>
                      <a:pt x="97853" y="0"/>
                      <a:pt x="263017" y="0"/>
                    </a:cubicBezTo>
                    <a:cubicBezTo>
                      <a:pt x="422973" y="0"/>
                      <a:pt x="516572" y="107315"/>
                      <a:pt x="515557" y="260921"/>
                    </a:cubicBezTo>
                    <a:cubicBezTo>
                      <a:pt x="515557" y="266192"/>
                      <a:pt x="515557" y="270383"/>
                      <a:pt x="513461" y="280924"/>
                    </a:cubicBezTo>
                    <a:lnTo>
                      <a:pt x="88392" y="280924"/>
                    </a:lnTo>
                    <a:cubicBezTo>
                      <a:pt x="91567" y="420878"/>
                      <a:pt x="164147" y="477647"/>
                      <a:pt x="265176" y="477647"/>
                    </a:cubicBezTo>
                    <a:cubicBezTo>
                      <a:pt x="352489" y="477647"/>
                      <a:pt x="409321" y="442913"/>
                      <a:pt x="430340" y="362966"/>
                    </a:cubicBezTo>
                    <a:lnTo>
                      <a:pt x="516636" y="362966"/>
                    </a:lnTo>
                    <a:cubicBezTo>
                      <a:pt x="489267" y="474472"/>
                      <a:pt x="400876" y="547116"/>
                      <a:pt x="265176" y="547116"/>
                    </a:cubicBezTo>
                    <a:cubicBezTo>
                      <a:pt x="98933" y="547116"/>
                      <a:pt x="0" y="433451"/>
                      <a:pt x="0" y="273558"/>
                    </a:cubicBezTo>
                    <a:close/>
                    <a:moveTo>
                      <a:pt x="426148" y="218821"/>
                    </a:moveTo>
                    <a:cubicBezTo>
                      <a:pt x="415608" y="112522"/>
                      <a:pt x="355664" y="66230"/>
                      <a:pt x="263080" y="66230"/>
                    </a:cubicBezTo>
                    <a:cubicBezTo>
                      <a:pt x="171514" y="66230"/>
                      <a:pt x="107378" y="112522"/>
                      <a:pt x="91567" y="218821"/>
                    </a:cubicBezTo>
                    <a:lnTo>
                      <a:pt x="426148" y="218821"/>
                    </a:lnTo>
                    <a:close/>
                  </a:path>
                </a:pathLst>
              </a:custGeom>
              <a:solidFill>
                <a:srgbClr val="FFFFFF"/>
              </a:solidFill>
              <a:ln w="6350" cap="flat">
                <a:noFill/>
                <a:prstDash val="solid"/>
                <a:miter/>
              </a:ln>
            </p:spPr>
            <p:txBody>
              <a:bodyPr rtlCol="0" anchor="ctr"/>
              <a:lstStyle/>
              <a:p>
                <a:endParaRPr lang="en-US" noProof="0"/>
              </a:p>
            </p:txBody>
          </p:sp>
          <p:sp>
            <p:nvSpPr>
              <p:cNvPr id="35" name="Freeform: Shape 34">
                <a:extLst>
                  <a:ext uri="{FF2B5EF4-FFF2-40B4-BE49-F238E27FC236}">
                    <a16:creationId xmlns:a16="http://schemas.microsoft.com/office/drawing/2014/main" id="{18DDDCC4-6CC4-8E88-63EA-0D5D8D48BC4B}"/>
                  </a:ext>
                </a:extLst>
              </p:cNvPr>
              <p:cNvSpPr/>
              <p:nvPr/>
            </p:nvSpPr>
            <p:spPr>
              <a:xfrm>
                <a:off x="5975286" y="3539426"/>
                <a:ext cx="425069" cy="547129"/>
              </a:xfrm>
              <a:custGeom>
                <a:avLst/>
                <a:gdLst>
                  <a:gd name="connsiteX0" fmla="*/ 0 w 425069"/>
                  <a:gd name="connsiteY0" fmla="*/ 370395 h 547129"/>
                  <a:gd name="connsiteX1" fmla="*/ 83122 w 425069"/>
                  <a:gd name="connsiteY1" fmla="*/ 370395 h 547129"/>
                  <a:gd name="connsiteX2" fmla="*/ 213614 w 425069"/>
                  <a:gd name="connsiteY2" fmla="*/ 479806 h 547129"/>
                  <a:gd name="connsiteX3" fmla="*/ 341948 w 425069"/>
                  <a:gd name="connsiteY3" fmla="*/ 388239 h 547129"/>
                  <a:gd name="connsiteX4" fmla="*/ 245173 w 425069"/>
                  <a:gd name="connsiteY4" fmla="*/ 310388 h 547129"/>
                  <a:gd name="connsiteX5" fmla="*/ 146241 w 425069"/>
                  <a:gd name="connsiteY5" fmla="*/ 289370 h 547129"/>
                  <a:gd name="connsiteX6" fmla="*/ 15748 w 425069"/>
                  <a:gd name="connsiteY6" fmla="*/ 147320 h 547129"/>
                  <a:gd name="connsiteX7" fmla="*/ 215646 w 425069"/>
                  <a:gd name="connsiteY7" fmla="*/ 0 h 547129"/>
                  <a:gd name="connsiteX8" fmla="*/ 409258 w 425069"/>
                  <a:gd name="connsiteY8" fmla="*/ 157797 h 547129"/>
                  <a:gd name="connsiteX9" fmla="*/ 332423 w 425069"/>
                  <a:gd name="connsiteY9" fmla="*/ 157797 h 547129"/>
                  <a:gd name="connsiteX10" fmla="*/ 217742 w 425069"/>
                  <a:gd name="connsiteY10" fmla="*/ 67310 h 547129"/>
                  <a:gd name="connsiteX11" fmla="*/ 98870 w 425069"/>
                  <a:gd name="connsiteY11" fmla="*/ 143065 h 547129"/>
                  <a:gd name="connsiteX12" fmla="*/ 192532 w 425069"/>
                  <a:gd name="connsiteY12" fmla="*/ 224091 h 547129"/>
                  <a:gd name="connsiteX13" fmla="*/ 290385 w 425069"/>
                  <a:gd name="connsiteY13" fmla="*/ 244094 h 547129"/>
                  <a:gd name="connsiteX14" fmla="*/ 425069 w 425069"/>
                  <a:gd name="connsiteY14" fmla="*/ 384048 h 547129"/>
                  <a:gd name="connsiteX15" fmla="*/ 213614 w 425069"/>
                  <a:gd name="connsiteY15" fmla="*/ 547116 h 547129"/>
                  <a:gd name="connsiteX16" fmla="*/ 0 w 425069"/>
                  <a:gd name="connsiteY16" fmla="*/ 370395 h 54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069" h="547129">
                    <a:moveTo>
                      <a:pt x="0" y="370395"/>
                    </a:moveTo>
                    <a:lnTo>
                      <a:pt x="83122" y="370395"/>
                    </a:lnTo>
                    <a:cubicBezTo>
                      <a:pt x="85217" y="453517"/>
                      <a:pt x="138874" y="479806"/>
                      <a:pt x="213614" y="479806"/>
                    </a:cubicBezTo>
                    <a:cubicBezTo>
                      <a:pt x="304102" y="479806"/>
                      <a:pt x="341948" y="446151"/>
                      <a:pt x="341948" y="388239"/>
                    </a:cubicBezTo>
                    <a:cubicBezTo>
                      <a:pt x="341948" y="356679"/>
                      <a:pt x="328295" y="327215"/>
                      <a:pt x="245173" y="310388"/>
                    </a:cubicBezTo>
                    <a:lnTo>
                      <a:pt x="146241" y="289370"/>
                    </a:lnTo>
                    <a:cubicBezTo>
                      <a:pt x="51562" y="269367"/>
                      <a:pt x="15748" y="212534"/>
                      <a:pt x="15748" y="147320"/>
                    </a:cubicBezTo>
                    <a:cubicBezTo>
                      <a:pt x="15748" y="51562"/>
                      <a:pt x="95695" y="0"/>
                      <a:pt x="215646" y="0"/>
                    </a:cubicBezTo>
                    <a:cubicBezTo>
                      <a:pt x="331407" y="0"/>
                      <a:pt x="403987" y="48387"/>
                      <a:pt x="409258" y="157797"/>
                    </a:cubicBezTo>
                    <a:lnTo>
                      <a:pt x="332423" y="157797"/>
                    </a:lnTo>
                    <a:cubicBezTo>
                      <a:pt x="327152" y="75755"/>
                      <a:pt x="266129" y="67310"/>
                      <a:pt x="217742" y="67310"/>
                    </a:cubicBezTo>
                    <a:cubicBezTo>
                      <a:pt x="128334" y="67310"/>
                      <a:pt x="98870" y="95695"/>
                      <a:pt x="98870" y="143065"/>
                    </a:cubicBezTo>
                    <a:cubicBezTo>
                      <a:pt x="98870" y="173545"/>
                      <a:pt x="110427" y="207264"/>
                      <a:pt x="192532" y="224091"/>
                    </a:cubicBezTo>
                    <a:lnTo>
                      <a:pt x="290385" y="244094"/>
                    </a:lnTo>
                    <a:cubicBezTo>
                      <a:pt x="388239" y="264096"/>
                      <a:pt x="425069" y="314579"/>
                      <a:pt x="425069" y="384048"/>
                    </a:cubicBezTo>
                    <a:cubicBezTo>
                      <a:pt x="425069" y="486092"/>
                      <a:pt x="343027" y="548195"/>
                      <a:pt x="213614" y="547116"/>
                    </a:cubicBezTo>
                    <a:cubicBezTo>
                      <a:pt x="91504" y="547179"/>
                      <a:pt x="1016" y="491427"/>
                      <a:pt x="0" y="370395"/>
                    </a:cubicBezTo>
                    <a:close/>
                  </a:path>
                </a:pathLst>
              </a:custGeom>
              <a:solidFill>
                <a:srgbClr val="FFFFFF"/>
              </a:solidFill>
              <a:ln w="6350" cap="flat">
                <a:noFill/>
                <a:prstDash val="solid"/>
                <a:miter/>
              </a:ln>
            </p:spPr>
            <p:txBody>
              <a:bodyPr rtlCol="0" anchor="ctr"/>
              <a:lstStyle/>
              <a:p>
                <a:endParaRPr lang="en-US" noProof="0"/>
              </a:p>
            </p:txBody>
          </p:sp>
          <p:sp>
            <p:nvSpPr>
              <p:cNvPr id="36" name="Freeform: Shape 35">
                <a:extLst>
                  <a:ext uri="{FF2B5EF4-FFF2-40B4-BE49-F238E27FC236}">
                    <a16:creationId xmlns:a16="http://schemas.microsoft.com/office/drawing/2014/main" id="{E9EE44EF-0FEE-C84A-D34D-5E58C4228FE7}"/>
                  </a:ext>
                </a:extLst>
              </p:cNvPr>
              <p:cNvSpPr/>
              <p:nvPr/>
            </p:nvSpPr>
            <p:spPr>
              <a:xfrm>
                <a:off x="6490779" y="3539490"/>
                <a:ext cx="516636" cy="547115"/>
              </a:xfrm>
              <a:custGeom>
                <a:avLst/>
                <a:gdLst>
                  <a:gd name="connsiteX0" fmla="*/ 0 w 516636"/>
                  <a:gd name="connsiteY0" fmla="*/ 273558 h 547115"/>
                  <a:gd name="connsiteX1" fmla="*/ 263017 w 516636"/>
                  <a:gd name="connsiteY1" fmla="*/ 0 h 547115"/>
                  <a:gd name="connsiteX2" fmla="*/ 515557 w 516636"/>
                  <a:gd name="connsiteY2" fmla="*/ 260921 h 547115"/>
                  <a:gd name="connsiteX3" fmla="*/ 513461 w 516636"/>
                  <a:gd name="connsiteY3" fmla="*/ 280924 h 547115"/>
                  <a:gd name="connsiteX4" fmla="*/ 88392 w 516636"/>
                  <a:gd name="connsiteY4" fmla="*/ 280924 h 547115"/>
                  <a:gd name="connsiteX5" fmla="*/ 265176 w 516636"/>
                  <a:gd name="connsiteY5" fmla="*/ 477647 h 547115"/>
                  <a:gd name="connsiteX6" fmla="*/ 430339 w 516636"/>
                  <a:gd name="connsiteY6" fmla="*/ 362966 h 547115"/>
                  <a:gd name="connsiteX7" fmla="*/ 516636 w 516636"/>
                  <a:gd name="connsiteY7" fmla="*/ 362966 h 547115"/>
                  <a:gd name="connsiteX8" fmla="*/ 265176 w 516636"/>
                  <a:gd name="connsiteY8" fmla="*/ 547116 h 547115"/>
                  <a:gd name="connsiteX9" fmla="*/ 0 w 516636"/>
                  <a:gd name="connsiteY9" fmla="*/ 273558 h 547115"/>
                  <a:gd name="connsiteX10" fmla="*/ 426149 w 516636"/>
                  <a:gd name="connsiteY10" fmla="*/ 218821 h 547115"/>
                  <a:gd name="connsiteX11" fmla="*/ 263080 w 516636"/>
                  <a:gd name="connsiteY11" fmla="*/ 66230 h 547115"/>
                  <a:gd name="connsiteX12" fmla="*/ 91567 w 516636"/>
                  <a:gd name="connsiteY12" fmla="*/ 218821 h 547115"/>
                  <a:gd name="connsiteX13" fmla="*/ 426149 w 516636"/>
                  <a:gd name="connsiteY13" fmla="*/ 218821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636" h="547115">
                    <a:moveTo>
                      <a:pt x="0" y="273558"/>
                    </a:moveTo>
                    <a:cubicBezTo>
                      <a:pt x="0" y="113601"/>
                      <a:pt x="97853" y="0"/>
                      <a:pt x="263017" y="0"/>
                    </a:cubicBezTo>
                    <a:cubicBezTo>
                      <a:pt x="422974" y="0"/>
                      <a:pt x="516573" y="107315"/>
                      <a:pt x="515557" y="260921"/>
                    </a:cubicBezTo>
                    <a:cubicBezTo>
                      <a:pt x="515557" y="266192"/>
                      <a:pt x="515557" y="270383"/>
                      <a:pt x="513461" y="280924"/>
                    </a:cubicBezTo>
                    <a:lnTo>
                      <a:pt x="88392" y="280924"/>
                    </a:lnTo>
                    <a:cubicBezTo>
                      <a:pt x="91567" y="420878"/>
                      <a:pt x="164148" y="477647"/>
                      <a:pt x="265176" y="477647"/>
                    </a:cubicBezTo>
                    <a:cubicBezTo>
                      <a:pt x="352489" y="477647"/>
                      <a:pt x="409321" y="442913"/>
                      <a:pt x="430339" y="362966"/>
                    </a:cubicBezTo>
                    <a:lnTo>
                      <a:pt x="516636" y="362966"/>
                    </a:lnTo>
                    <a:cubicBezTo>
                      <a:pt x="489267" y="474472"/>
                      <a:pt x="400876" y="547116"/>
                      <a:pt x="265176" y="547116"/>
                    </a:cubicBezTo>
                    <a:cubicBezTo>
                      <a:pt x="98933" y="547116"/>
                      <a:pt x="0" y="433451"/>
                      <a:pt x="0" y="273558"/>
                    </a:cubicBezTo>
                    <a:close/>
                    <a:moveTo>
                      <a:pt x="426149" y="218821"/>
                    </a:moveTo>
                    <a:cubicBezTo>
                      <a:pt x="415608" y="112522"/>
                      <a:pt x="355664" y="66230"/>
                      <a:pt x="263080" y="66230"/>
                    </a:cubicBezTo>
                    <a:cubicBezTo>
                      <a:pt x="171514" y="66230"/>
                      <a:pt x="107378" y="112522"/>
                      <a:pt x="91567" y="218821"/>
                    </a:cubicBezTo>
                    <a:lnTo>
                      <a:pt x="426149" y="218821"/>
                    </a:lnTo>
                    <a:close/>
                  </a:path>
                </a:pathLst>
              </a:custGeom>
              <a:solidFill>
                <a:srgbClr val="FFFFFF"/>
              </a:solidFill>
              <a:ln w="6350" cap="flat">
                <a:noFill/>
                <a:prstDash val="solid"/>
                <a:miter/>
              </a:ln>
            </p:spPr>
            <p:txBody>
              <a:bodyPr rtlCol="0" anchor="ctr"/>
              <a:lstStyle/>
              <a:p>
                <a:endParaRPr lang="en-US" noProof="0"/>
              </a:p>
            </p:txBody>
          </p:sp>
          <p:sp>
            <p:nvSpPr>
              <p:cNvPr id="37" name="Freeform: Shape 36">
                <a:extLst>
                  <a:ext uri="{FF2B5EF4-FFF2-40B4-BE49-F238E27FC236}">
                    <a16:creationId xmlns:a16="http://schemas.microsoft.com/office/drawing/2014/main" id="{428E05C8-426D-2D7D-8E10-0EF9EB1C4E19}"/>
                  </a:ext>
                </a:extLst>
              </p:cNvPr>
              <p:cNvSpPr/>
              <p:nvPr/>
            </p:nvSpPr>
            <p:spPr>
              <a:xfrm>
                <a:off x="7107364" y="3539426"/>
                <a:ext cx="438657" cy="547115"/>
              </a:xfrm>
              <a:custGeom>
                <a:avLst/>
                <a:gdLst>
                  <a:gd name="connsiteX0" fmla="*/ 0 w 438657"/>
                  <a:gd name="connsiteY0" fmla="*/ 398780 h 547115"/>
                  <a:gd name="connsiteX1" fmla="*/ 174625 w 438657"/>
                  <a:gd name="connsiteY1" fmla="*/ 255714 h 547115"/>
                  <a:gd name="connsiteX2" fmla="*/ 354520 w 438657"/>
                  <a:gd name="connsiteY2" fmla="*/ 236791 h 547115"/>
                  <a:gd name="connsiteX3" fmla="*/ 354520 w 438657"/>
                  <a:gd name="connsiteY3" fmla="*/ 209423 h 547115"/>
                  <a:gd name="connsiteX4" fmla="*/ 224028 w 438657"/>
                  <a:gd name="connsiteY4" fmla="*/ 69469 h 547115"/>
                  <a:gd name="connsiteX5" fmla="*/ 88265 w 438657"/>
                  <a:gd name="connsiteY5" fmla="*/ 176784 h 547115"/>
                  <a:gd name="connsiteX6" fmla="*/ 7239 w 438657"/>
                  <a:gd name="connsiteY6" fmla="*/ 176784 h 547115"/>
                  <a:gd name="connsiteX7" fmla="*/ 228219 w 438657"/>
                  <a:gd name="connsiteY7" fmla="*/ 0 h 547115"/>
                  <a:gd name="connsiteX8" fmla="*/ 438658 w 438657"/>
                  <a:gd name="connsiteY8" fmla="*/ 217805 h 547115"/>
                  <a:gd name="connsiteX9" fmla="*/ 438658 w 438657"/>
                  <a:gd name="connsiteY9" fmla="*/ 536639 h 547115"/>
                  <a:gd name="connsiteX10" fmla="*/ 354457 w 438657"/>
                  <a:gd name="connsiteY10" fmla="*/ 536639 h 547115"/>
                  <a:gd name="connsiteX11" fmla="*/ 354457 w 438657"/>
                  <a:gd name="connsiteY11" fmla="*/ 435610 h 547115"/>
                  <a:gd name="connsiteX12" fmla="*/ 174561 w 438657"/>
                  <a:gd name="connsiteY12" fmla="*/ 547116 h 547115"/>
                  <a:gd name="connsiteX13" fmla="*/ 0 w 438657"/>
                  <a:gd name="connsiteY13" fmla="*/ 398780 h 547115"/>
                  <a:gd name="connsiteX14" fmla="*/ 192532 w 438657"/>
                  <a:gd name="connsiteY14" fmla="*/ 484060 h 547115"/>
                  <a:gd name="connsiteX15" fmla="*/ 354584 w 438657"/>
                  <a:gd name="connsiteY15" fmla="*/ 320992 h 547115"/>
                  <a:gd name="connsiteX16" fmla="*/ 354584 w 438657"/>
                  <a:gd name="connsiteY16" fmla="*/ 298895 h 547115"/>
                  <a:gd name="connsiteX17" fmla="*/ 194628 w 438657"/>
                  <a:gd name="connsiteY17" fmla="*/ 315722 h 547115"/>
                  <a:gd name="connsiteX18" fmla="*/ 88329 w 438657"/>
                  <a:gd name="connsiteY18" fmla="*/ 397764 h 547115"/>
                  <a:gd name="connsiteX19" fmla="*/ 192532 w 438657"/>
                  <a:gd name="connsiteY19" fmla="*/ 484060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657" h="547115">
                    <a:moveTo>
                      <a:pt x="0" y="398780"/>
                    </a:moveTo>
                    <a:cubicBezTo>
                      <a:pt x="0" y="302006"/>
                      <a:pt x="75755" y="266192"/>
                      <a:pt x="174625" y="255714"/>
                    </a:cubicBezTo>
                    <a:lnTo>
                      <a:pt x="354520" y="236791"/>
                    </a:lnTo>
                    <a:lnTo>
                      <a:pt x="354520" y="209423"/>
                    </a:lnTo>
                    <a:cubicBezTo>
                      <a:pt x="354520" y="96838"/>
                      <a:pt x="295592" y="69469"/>
                      <a:pt x="224028" y="69469"/>
                    </a:cubicBezTo>
                    <a:cubicBezTo>
                      <a:pt x="155639" y="69469"/>
                      <a:pt x="90424" y="95758"/>
                      <a:pt x="88265" y="176784"/>
                    </a:cubicBezTo>
                    <a:lnTo>
                      <a:pt x="7239" y="176784"/>
                    </a:lnTo>
                    <a:cubicBezTo>
                      <a:pt x="8318" y="68389"/>
                      <a:pt x="96647" y="0"/>
                      <a:pt x="228219" y="0"/>
                    </a:cubicBezTo>
                    <a:cubicBezTo>
                      <a:pt x="360807" y="0"/>
                      <a:pt x="438658" y="72580"/>
                      <a:pt x="438658" y="217805"/>
                    </a:cubicBezTo>
                    <a:lnTo>
                      <a:pt x="438658" y="536639"/>
                    </a:lnTo>
                    <a:lnTo>
                      <a:pt x="354457" y="536639"/>
                    </a:lnTo>
                    <a:lnTo>
                      <a:pt x="354457" y="435610"/>
                    </a:lnTo>
                    <a:cubicBezTo>
                      <a:pt x="321818" y="515557"/>
                      <a:pt x="257683" y="547116"/>
                      <a:pt x="174561" y="547116"/>
                    </a:cubicBezTo>
                    <a:cubicBezTo>
                      <a:pt x="77851" y="547179"/>
                      <a:pt x="0" y="497713"/>
                      <a:pt x="0" y="398780"/>
                    </a:cubicBezTo>
                    <a:close/>
                    <a:moveTo>
                      <a:pt x="192532" y="484060"/>
                    </a:moveTo>
                    <a:cubicBezTo>
                      <a:pt x="293560" y="484060"/>
                      <a:pt x="354584" y="424116"/>
                      <a:pt x="354584" y="320992"/>
                    </a:cubicBezTo>
                    <a:lnTo>
                      <a:pt x="354584" y="298895"/>
                    </a:lnTo>
                    <a:lnTo>
                      <a:pt x="194628" y="315722"/>
                    </a:lnTo>
                    <a:cubicBezTo>
                      <a:pt x="133604" y="322008"/>
                      <a:pt x="88329" y="334645"/>
                      <a:pt x="88329" y="397764"/>
                    </a:cubicBezTo>
                    <a:cubicBezTo>
                      <a:pt x="88329" y="460883"/>
                      <a:pt x="138874" y="484060"/>
                      <a:pt x="192532" y="484060"/>
                    </a:cubicBezTo>
                    <a:close/>
                  </a:path>
                </a:pathLst>
              </a:custGeom>
              <a:solidFill>
                <a:srgbClr val="FFFFFF"/>
              </a:solidFill>
              <a:ln w="6350" cap="flat">
                <a:noFill/>
                <a:prstDash val="solid"/>
                <a:miter/>
              </a:ln>
            </p:spPr>
            <p:txBody>
              <a:bodyPr rtlCol="0" anchor="ctr"/>
              <a:lstStyle/>
              <a:p>
                <a:endParaRPr lang="en-US" noProof="0"/>
              </a:p>
            </p:txBody>
          </p:sp>
          <p:sp>
            <p:nvSpPr>
              <p:cNvPr id="38" name="Freeform: Shape 37">
                <a:extLst>
                  <a:ext uri="{FF2B5EF4-FFF2-40B4-BE49-F238E27FC236}">
                    <a16:creationId xmlns:a16="http://schemas.microsoft.com/office/drawing/2014/main" id="{6600CDC9-59BD-C941-1930-C17A0B3516CB}"/>
                  </a:ext>
                </a:extLst>
              </p:cNvPr>
              <p:cNvSpPr/>
              <p:nvPr/>
            </p:nvSpPr>
            <p:spPr>
              <a:xfrm>
                <a:off x="7699692" y="3543680"/>
                <a:ext cx="278891" cy="533463"/>
              </a:xfrm>
              <a:custGeom>
                <a:avLst/>
                <a:gdLst>
                  <a:gd name="connsiteX0" fmla="*/ 0 w 278891"/>
                  <a:gd name="connsiteY0" fmla="*/ 6286 h 533463"/>
                  <a:gd name="connsiteX1" fmla="*/ 84201 w 278891"/>
                  <a:gd name="connsiteY1" fmla="*/ 6286 h 533463"/>
                  <a:gd name="connsiteX2" fmla="*/ 84201 w 278891"/>
                  <a:gd name="connsiteY2" fmla="*/ 109410 h 533463"/>
                  <a:gd name="connsiteX3" fmla="*/ 251523 w 278891"/>
                  <a:gd name="connsiteY3" fmla="*/ 0 h 533463"/>
                  <a:gd name="connsiteX4" fmla="*/ 278892 w 278891"/>
                  <a:gd name="connsiteY4" fmla="*/ 0 h 533463"/>
                  <a:gd name="connsiteX5" fmla="*/ 278892 w 278891"/>
                  <a:gd name="connsiteY5" fmla="*/ 92583 h 533463"/>
                  <a:gd name="connsiteX6" fmla="*/ 191579 w 278891"/>
                  <a:gd name="connsiteY6" fmla="*/ 92583 h 533463"/>
                  <a:gd name="connsiteX7" fmla="*/ 84264 w 278891"/>
                  <a:gd name="connsiteY7" fmla="*/ 216726 h 533463"/>
                  <a:gd name="connsiteX8" fmla="*/ 84264 w 278891"/>
                  <a:gd name="connsiteY8" fmla="*/ 533464 h 533463"/>
                  <a:gd name="connsiteX9" fmla="*/ 64 w 278891"/>
                  <a:gd name="connsiteY9" fmla="*/ 533464 h 533463"/>
                  <a:gd name="connsiteX10" fmla="*/ 64 w 278891"/>
                  <a:gd name="connsiteY10" fmla="*/ 6286 h 53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891" h="533463">
                    <a:moveTo>
                      <a:pt x="0" y="6286"/>
                    </a:moveTo>
                    <a:lnTo>
                      <a:pt x="84201" y="6286"/>
                    </a:lnTo>
                    <a:lnTo>
                      <a:pt x="84201" y="109410"/>
                    </a:lnTo>
                    <a:cubicBezTo>
                      <a:pt x="110489" y="34735"/>
                      <a:pt x="169418" y="0"/>
                      <a:pt x="251523" y="0"/>
                    </a:cubicBezTo>
                    <a:lnTo>
                      <a:pt x="278892" y="0"/>
                    </a:lnTo>
                    <a:lnTo>
                      <a:pt x="278892" y="92583"/>
                    </a:lnTo>
                    <a:lnTo>
                      <a:pt x="191579" y="92583"/>
                    </a:lnTo>
                    <a:cubicBezTo>
                      <a:pt x="111633" y="92583"/>
                      <a:pt x="84264" y="133604"/>
                      <a:pt x="84264" y="216726"/>
                    </a:cubicBezTo>
                    <a:lnTo>
                      <a:pt x="84264" y="533464"/>
                    </a:lnTo>
                    <a:lnTo>
                      <a:pt x="64" y="533464"/>
                    </a:lnTo>
                    <a:lnTo>
                      <a:pt x="64" y="6286"/>
                    </a:lnTo>
                    <a:close/>
                  </a:path>
                </a:pathLst>
              </a:custGeom>
              <a:solidFill>
                <a:srgbClr val="FFFFFF"/>
              </a:solidFill>
              <a:ln w="6350" cap="flat">
                <a:noFill/>
                <a:prstDash val="solid"/>
                <a:miter/>
              </a:ln>
            </p:spPr>
            <p:txBody>
              <a:bodyPr rtlCol="0" anchor="ctr"/>
              <a:lstStyle/>
              <a:p>
                <a:endParaRPr lang="en-US" noProof="0"/>
              </a:p>
            </p:txBody>
          </p:sp>
          <p:sp>
            <p:nvSpPr>
              <p:cNvPr id="39" name="Freeform: Shape 38">
                <a:extLst>
                  <a:ext uri="{FF2B5EF4-FFF2-40B4-BE49-F238E27FC236}">
                    <a16:creationId xmlns:a16="http://schemas.microsoft.com/office/drawing/2014/main" id="{482D506E-468D-C50C-1578-DC14D8D8B891}"/>
                  </a:ext>
                </a:extLst>
              </p:cNvPr>
              <p:cNvSpPr/>
              <p:nvPr/>
            </p:nvSpPr>
            <p:spPr>
              <a:xfrm>
                <a:off x="8036369" y="3539490"/>
                <a:ext cx="524002" cy="547115"/>
              </a:xfrm>
              <a:custGeom>
                <a:avLst/>
                <a:gdLst>
                  <a:gd name="connsiteX0" fmla="*/ 0 w 524002"/>
                  <a:gd name="connsiteY0" fmla="*/ 273558 h 547115"/>
                  <a:gd name="connsiteX1" fmla="*/ 260922 w 524002"/>
                  <a:gd name="connsiteY1" fmla="*/ 0 h 547115"/>
                  <a:gd name="connsiteX2" fmla="*/ 512382 w 524002"/>
                  <a:gd name="connsiteY2" fmla="*/ 200977 h 547115"/>
                  <a:gd name="connsiteX3" fmla="*/ 423990 w 524002"/>
                  <a:gd name="connsiteY3" fmla="*/ 200977 h 547115"/>
                  <a:gd name="connsiteX4" fmla="*/ 260922 w 524002"/>
                  <a:gd name="connsiteY4" fmla="*/ 71564 h 547115"/>
                  <a:gd name="connsiteX5" fmla="*/ 88392 w 524002"/>
                  <a:gd name="connsiteY5" fmla="*/ 273558 h 547115"/>
                  <a:gd name="connsiteX6" fmla="*/ 267272 w 524002"/>
                  <a:gd name="connsiteY6" fmla="*/ 475551 h 547115"/>
                  <a:gd name="connsiteX7" fmla="*/ 435611 w 524002"/>
                  <a:gd name="connsiteY7" fmla="*/ 344043 h 547115"/>
                  <a:gd name="connsiteX8" fmla="*/ 524002 w 524002"/>
                  <a:gd name="connsiteY8" fmla="*/ 344043 h 547115"/>
                  <a:gd name="connsiteX9" fmla="*/ 267272 w 524002"/>
                  <a:gd name="connsiteY9" fmla="*/ 547116 h 547115"/>
                  <a:gd name="connsiteX10" fmla="*/ 0 w 524002"/>
                  <a:gd name="connsiteY10" fmla="*/ 273558 h 54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002" h="547115">
                    <a:moveTo>
                      <a:pt x="0" y="273558"/>
                    </a:moveTo>
                    <a:cubicBezTo>
                      <a:pt x="0" y="113601"/>
                      <a:pt x="96775" y="0"/>
                      <a:pt x="260922" y="0"/>
                    </a:cubicBezTo>
                    <a:cubicBezTo>
                      <a:pt x="399797" y="0"/>
                      <a:pt x="491363" y="79946"/>
                      <a:pt x="512382" y="200977"/>
                    </a:cubicBezTo>
                    <a:lnTo>
                      <a:pt x="423990" y="200977"/>
                    </a:lnTo>
                    <a:cubicBezTo>
                      <a:pt x="406083" y="111569"/>
                      <a:pt x="344043" y="71564"/>
                      <a:pt x="260922" y="71564"/>
                    </a:cubicBezTo>
                    <a:cubicBezTo>
                      <a:pt x="160973" y="71564"/>
                      <a:pt x="88392" y="131508"/>
                      <a:pt x="88392" y="273558"/>
                    </a:cubicBezTo>
                    <a:cubicBezTo>
                      <a:pt x="88392" y="414528"/>
                      <a:pt x="160973" y="475551"/>
                      <a:pt x="267272" y="475551"/>
                    </a:cubicBezTo>
                    <a:cubicBezTo>
                      <a:pt x="355664" y="475551"/>
                      <a:pt x="418783" y="435546"/>
                      <a:pt x="435611" y="344043"/>
                    </a:cubicBezTo>
                    <a:lnTo>
                      <a:pt x="524002" y="344043"/>
                    </a:lnTo>
                    <a:cubicBezTo>
                      <a:pt x="502984" y="466090"/>
                      <a:pt x="411417" y="547116"/>
                      <a:pt x="267272" y="547116"/>
                    </a:cubicBezTo>
                    <a:cubicBezTo>
                      <a:pt x="96775" y="547116"/>
                      <a:pt x="0" y="433451"/>
                      <a:pt x="0" y="273558"/>
                    </a:cubicBezTo>
                    <a:close/>
                  </a:path>
                </a:pathLst>
              </a:custGeom>
              <a:solidFill>
                <a:srgbClr val="FFFFFF"/>
              </a:solidFill>
              <a:ln w="6350" cap="flat">
                <a:noFill/>
                <a:prstDash val="solid"/>
                <a:miter/>
              </a:ln>
            </p:spPr>
            <p:txBody>
              <a:bodyPr rtlCol="0" anchor="ctr"/>
              <a:lstStyle/>
              <a:p>
                <a:endParaRPr lang="en-US" noProof="0"/>
              </a:p>
            </p:txBody>
          </p:sp>
          <p:sp>
            <p:nvSpPr>
              <p:cNvPr id="40" name="Freeform: Shape 39">
                <a:extLst>
                  <a:ext uri="{FF2B5EF4-FFF2-40B4-BE49-F238E27FC236}">
                    <a16:creationId xmlns:a16="http://schemas.microsoft.com/office/drawing/2014/main" id="{CAEAE126-8E9F-DB4F-9AB5-2A779CD8DBC0}"/>
                  </a:ext>
                </a:extLst>
              </p:cNvPr>
              <p:cNvSpPr/>
              <p:nvPr/>
            </p:nvSpPr>
            <p:spPr>
              <a:xfrm>
                <a:off x="8677084" y="3339528"/>
                <a:ext cx="452501" cy="736536"/>
              </a:xfrm>
              <a:custGeom>
                <a:avLst/>
                <a:gdLst>
                  <a:gd name="connsiteX0" fmla="*/ 0 w 452501"/>
                  <a:gd name="connsiteY0" fmla="*/ 0 h 736536"/>
                  <a:gd name="connsiteX1" fmla="*/ 84201 w 452501"/>
                  <a:gd name="connsiteY1" fmla="*/ 0 h 736536"/>
                  <a:gd name="connsiteX2" fmla="*/ 84201 w 452501"/>
                  <a:gd name="connsiteY2" fmla="*/ 307213 h 736536"/>
                  <a:gd name="connsiteX3" fmla="*/ 260985 w 452501"/>
                  <a:gd name="connsiteY3" fmla="*/ 199898 h 736536"/>
                  <a:gd name="connsiteX4" fmla="*/ 452501 w 452501"/>
                  <a:gd name="connsiteY4" fmla="*/ 435610 h 736536"/>
                  <a:gd name="connsiteX5" fmla="*/ 452501 w 452501"/>
                  <a:gd name="connsiteY5" fmla="*/ 736537 h 736536"/>
                  <a:gd name="connsiteX6" fmla="*/ 368364 w 452501"/>
                  <a:gd name="connsiteY6" fmla="*/ 736537 h 736536"/>
                  <a:gd name="connsiteX7" fmla="*/ 368364 w 452501"/>
                  <a:gd name="connsiteY7" fmla="*/ 445072 h 736536"/>
                  <a:gd name="connsiteX8" fmla="*/ 228409 w 452501"/>
                  <a:gd name="connsiteY8" fmla="*/ 271463 h 736536"/>
                  <a:gd name="connsiteX9" fmla="*/ 84265 w 452501"/>
                  <a:gd name="connsiteY9" fmla="*/ 445072 h 736536"/>
                  <a:gd name="connsiteX10" fmla="*/ 84265 w 452501"/>
                  <a:gd name="connsiteY10" fmla="*/ 736537 h 736536"/>
                  <a:gd name="connsiteX11" fmla="*/ 64 w 452501"/>
                  <a:gd name="connsiteY11" fmla="*/ 736537 h 736536"/>
                  <a:gd name="connsiteX12" fmla="*/ 64 w 452501"/>
                  <a:gd name="connsiteY12" fmla="*/ 0 h 73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501" h="736536">
                    <a:moveTo>
                      <a:pt x="0" y="0"/>
                    </a:moveTo>
                    <a:lnTo>
                      <a:pt x="84201" y="0"/>
                    </a:lnTo>
                    <a:lnTo>
                      <a:pt x="84201" y="307213"/>
                    </a:lnTo>
                    <a:cubicBezTo>
                      <a:pt x="114745" y="237744"/>
                      <a:pt x="172593" y="199898"/>
                      <a:pt x="260985" y="199898"/>
                    </a:cubicBezTo>
                    <a:cubicBezTo>
                      <a:pt x="390398" y="199898"/>
                      <a:pt x="452501" y="285115"/>
                      <a:pt x="452501" y="435610"/>
                    </a:cubicBezTo>
                    <a:lnTo>
                      <a:pt x="452501" y="736537"/>
                    </a:lnTo>
                    <a:lnTo>
                      <a:pt x="368364" y="736537"/>
                    </a:lnTo>
                    <a:lnTo>
                      <a:pt x="368364" y="445072"/>
                    </a:lnTo>
                    <a:cubicBezTo>
                      <a:pt x="368364" y="355664"/>
                      <a:pt x="347345" y="271463"/>
                      <a:pt x="228409" y="271463"/>
                    </a:cubicBezTo>
                    <a:cubicBezTo>
                      <a:pt x="115824" y="271463"/>
                      <a:pt x="84265" y="352489"/>
                      <a:pt x="84265" y="445072"/>
                    </a:cubicBezTo>
                    <a:lnTo>
                      <a:pt x="84265" y="736537"/>
                    </a:lnTo>
                    <a:lnTo>
                      <a:pt x="64" y="736537"/>
                    </a:lnTo>
                    <a:lnTo>
                      <a:pt x="64" y="0"/>
                    </a:lnTo>
                    <a:close/>
                  </a:path>
                </a:pathLst>
              </a:custGeom>
              <a:solidFill>
                <a:srgbClr val="FFFFFF"/>
              </a:solidFill>
              <a:ln w="6350" cap="flat">
                <a:noFill/>
                <a:prstDash val="solid"/>
                <a:miter/>
              </a:ln>
            </p:spPr>
            <p:txBody>
              <a:bodyPr rtlCol="0" anchor="ctr"/>
              <a:lstStyle/>
              <a:p>
                <a:endParaRPr lang="en-US" noProof="0"/>
              </a:p>
            </p:txBody>
          </p:sp>
        </p:grpSp>
      </p:grpSp>
      <p:sp>
        <p:nvSpPr>
          <p:cNvPr id="18" name="Espaço Reservado para Texto 17">
            <a:extLst>
              <a:ext uri="{FF2B5EF4-FFF2-40B4-BE49-F238E27FC236}">
                <a16:creationId xmlns:a16="http://schemas.microsoft.com/office/drawing/2014/main" id="{732AD15D-8244-7A52-FE02-A6EC362D923E}"/>
              </a:ext>
            </a:extLst>
          </p:cNvPr>
          <p:cNvSpPr>
            <a:spLocks noGrp="1"/>
          </p:cNvSpPr>
          <p:nvPr>
            <p:ph type="body" sz="quarter" idx="30"/>
          </p:nvPr>
        </p:nvSpPr>
        <p:spPr>
          <a:xfrm>
            <a:off x="4330593" y="4300236"/>
            <a:ext cx="2159105" cy="133094"/>
          </a:xfrm>
        </p:spPr>
        <p:txBody>
          <a:bodyPr/>
          <a:lstStyle/>
          <a:p>
            <a:r>
              <a:rPr lang="en-US"/>
              <a:t>Raphael Figueredo</a:t>
            </a:r>
          </a:p>
          <a:p>
            <a:endParaRPr lang="pt-BR"/>
          </a:p>
        </p:txBody>
      </p:sp>
      <p:sp>
        <p:nvSpPr>
          <p:cNvPr id="26" name="Espaço Reservado para Texto 25">
            <a:extLst>
              <a:ext uri="{FF2B5EF4-FFF2-40B4-BE49-F238E27FC236}">
                <a16:creationId xmlns:a16="http://schemas.microsoft.com/office/drawing/2014/main" id="{43985C37-765E-A977-868A-783244AF5AB3}"/>
              </a:ext>
            </a:extLst>
          </p:cNvPr>
          <p:cNvSpPr>
            <a:spLocks noGrp="1"/>
          </p:cNvSpPr>
          <p:nvPr>
            <p:ph type="body" sz="quarter" idx="31"/>
          </p:nvPr>
        </p:nvSpPr>
        <p:spPr>
          <a:xfrm>
            <a:off x="4330593" y="4462033"/>
            <a:ext cx="2159105" cy="245195"/>
          </a:xfrm>
        </p:spPr>
        <p:txBody>
          <a:bodyPr/>
          <a:lstStyle/>
          <a:p>
            <a:r>
              <a:rPr lang="en-US"/>
              <a:t>Equity Strategist</a:t>
            </a:r>
          </a:p>
          <a:p>
            <a:endParaRPr lang="pt-BR"/>
          </a:p>
        </p:txBody>
      </p:sp>
      <p:sp>
        <p:nvSpPr>
          <p:cNvPr id="42" name="Espaço Reservado para Texto 41">
            <a:extLst>
              <a:ext uri="{FF2B5EF4-FFF2-40B4-BE49-F238E27FC236}">
                <a16:creationId xmlns:a16="http://schemas.microsoft.com/office/drawing/2014/main" id="{328F8D92-CA3C-33FE-6477-B4C7E2934D7A}"/>
              </a:ext>
            </a:extLst>
          </p:cNvPr>
          <p:cNvSpPr>
            <a:spLocks noGrp="1"/>
          </p:cNvSpPr>
          <p:nvPr>
            <p:ph type="body" sz="quarter" idx="32"/>
          </p:nvPr>
        </p:nvSpPr>
        <p:spPr>
          <a:xfrm>
            <a:off x="4330593" y="4588905"/>
            <a:ext cx="2159105" cy="110800"/>
          </a:xfrm>
        </p:spPr>
        <p:txBody>
          <a:bodyPr/>
          <a:lstStyle/>
          <a:p>
            <a:r>
              <a:rPr lang="en-US"/>
              <a:t>raphael.sfigueredo@xpi.com.br</a:t>
            </a:r>
          </a:p>
        </p:txBody>
      </p:sp>
      <p:sp>
        <p:nvSpPr>
          <p:cNvPr id="2" name="Espaço Reservado para Texto 17">
            <a:extLst>
              <a:ext uri="{FF2B5EF4-FFF2-40B4-BE49-F238E27FC236}">
                <a16:creationId xmlns:a16="http://schemas.microsoft.com/office/drawing/2014/main" id="{C025953E-C2F7-7144-76BE-4CB27294FD26}"/>
              </a:ext>
            </a:extLst>
          </p:cNvPr>
          <p:cNvSpPr txBox="1">
            <a:spLocks/>
          </p:cNvSpPr>
          <p:nvPr/>
        </p:nvSpPr>
        <p:spPr>
          <a:xfrm>
            <a:off x="4330593" y="4794149"/>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kern="12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pt-BR"/>
              <a:t>Caio Souza</a:t>
            </a:r>
          </a:p>
          <a:p>
            <a:endParaRPr lang="pt-BR"/>
          </a:p>
        </p:txBody>
      </p:sp>
      <p:sp>
        <p:nvSpPr>
          <p:cNvPr id="11" name="Espaço Reservado para Texto 25">
            <a:extLst>
              <a:ext uri="{FF2B5EF4-FFF2-40B4-BE49-F238E27FC236}">
                <a16:creationId xmlns:a16="http://schemas.microsoft.com/office/drawing/2014/main" id="{97100ED7-809A-9BDA-86D6-67CD73AB086A}"/>
              </a:ext>
            </a:extLst>
          </p:cNvPr>
          <p:cNvSpPr txBox="1">
            <a:spLocks/>
          </p:cNvSpPr>
          <p:nvPr/>
        </p:nvSpPr>
        <p:spPr>
          <a:xfrm>
            <a:off x="4330593" y="4955946"/>
            <a:ext cx="2159105" cy="245195"/>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kern="12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pt-BR" err="1"/>
              <a:t>Equity</a:t>
            </a:r>
            <a:r>
              <a:rPr lang="pt-BR"/>
              <a:t> </a:t>
            </a:r>
            <a:r>
              <a:rPr lang="pt-BR" err="1"/>
              <a:t>Strategist</a:t>
            </a:r>
            <a:endParaRPr lang="pt-BR"/>
          </a:p>
          <a:p>
            <a:endParaRPr lang="pt-BR"/>
          </a:p>
        </p:txBody>
      </p:sp>
      <p:sp>
        <p:nvSpPr>
          <p:cNvPr id="12" name="Espaço Reservado para Texto 41">
            <a:extLst>
              <a:ext uri="{FF2B5EF4-FFF2-40B4-BE49-F238E27FC236}">
                <a16:creationId xmlns:a16="http://schemas.microsoft.com/office/drawing/2014/main" id="{7ADA03A5-22D8-4913-D190-9E762E36CA04}"/>
              </a:ext>
            </a:extLst>
          </p:cNvPr>
          <p:cNvSpPr txBox="1">
            <a:spLocks/>
          </p:cNvSpPr>
          <p:nvPr/>
        </p:nvSpPr>
        <p:spPr>
          <a:xfrm>
            <a:off x="4330593" y="5082818"/>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kern="12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pt-BR"/>
              <a:t>caio.lsouza@xpi.com.br</a:t>
            </a:r>
          </a:p>
        </p:txBody>
      </p:sp>
      <p:sp>
        <p:nvSpPr>
          <p:cNvPr id="15" name="Espaço Reservado para Texto 17">
            <a:extLst>
              <a:ext uri="{FF2B5EF4-FFF2-40B4-BE49-F238E27FC236}">
                <a16:creationId xmlns:a16="http://schemas.microsoft.com/office/drawing/2014/main" id="{F03BE50A-5207-1C03-15B6-BFC65705B186}"/>
              </a:ext>
            </a:extLst>
          </p:cNvPr>
          <p:cNvSpPr txBox="1">
            <a:spLocks/>
          </p:cNvSpPr>
          <p:nvPr/>
        </p:nvSpPr>
        <p:spPr>
          <a:xfrm>
            <a:off x="4339062" y="5282030"/>
            <a:ext cx="2159105" cy="133094"/>
          </a:xfrm>
          <a:prstGeom prst="rect">
            <a:avLst/>
          </a:prstGeom>
          <a:noFill/>
        </p:spPr>
        <p:txBody>
          <a:bodyPr wrap="square" lIns="0" tIns="0" rIns="0" bIns="0" rtlCol="0">
            <a:no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1050" b="1" kern="12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pt-BR"/>
              <a:t>Antonio Mello</a:t>
            </a:r>
          </a:p>
          <a:p>
            <a:endParaRPr lang="pt-BR"/>
          </a:p>
        </p:txBody>
      </p:sp>
      <p:sp>
        <p:nvSpPr>
          <p:cNvPr id="16" name="Espaço Reservado para Texto 25">
            <a:extLst>
              <a:ext uri="{FF2B5EF4-FFF2-40B4-BE49-F238E27FC236}">
                <a16:creationId xmlns:a16="http://schemas.microsoft.com/office/drawing/2014/main" id="{48900FFC-CEF6-BBF6-53C0-079BC1B446C7}"/>
              </a:ext>
            </a:extLst>
          </p:cNvPr>
          <p:cNvSpPr txBox="1">
            <a:spLocks/>
          </p:cNvSpPr>
          <p:nvPr/>
        </p:nvSpPr>
        <p:spPr>
          <a:xfrm>
            <a:off x="4339062" y="5443827"/>
            <a:ext cx="2159105" cy="245195"/>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700" kern="1200" smtClean="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pt-BR" err="1"/>
              <a:t>Quantitative</a:t>
            </a:r>
            <a:r>
              <a:rPr lang="pt-BR"/>
              <a:t> </a:t>
            </a:r>
            <a:r>
              <a:rPr lang="pt-BR" err="1"/>
              <a:t>Equity</a:t>
            </a:r>
            <a:r>
              <a:rPr lang="pt-BR"/>
              <a:t> </a:t>
            </a:r>
            <a:r>
              <a:rPr lang="pt-BR" err="1"/>
              <a:t>Strategist</a:t>
            </a:r>
            <a:endParaRPr lang="pt-BR"/>
          </a:p>
          <a:p>
            <a:endParaRPr lang="pt-BR"/>
          </a:p>
        </p:txBody>
      </p:sp>
      <p:sp>
        <p:nvSpPr>
          <p:cNvPr id="24" name="Espaço Reservado para Texto 41">
            <a:extLst>
              <a:ext uri="{FF2B5EF4-FFF2-40B4-BE49-F238E27FC236}">
                <a16:creationId xmlns:a16="http://schemas.microsoft.com/office/drawing/2014/main" id="{674F0520-F06E-31BC-9306-451C37554A20}"/>
              </a:ext>
            </a:extLst>
          </p:cNvPr>
          <p:cNvSpPr txBox="1">
            <a:spLocks/>
          </p:cNvSpPr>
          <p:nvPr/>
        </p:nvSpPr>
        <p:spPr>
          <a:xfrm>
            <a:off x="4339062" y="5570699"/>
            <a:ext cx="2159105" cy="110800"/>
          </a:xfrm>
          <a:prstGeom prst="rect">
            <a:avLst/>
          </a:prstGeom>
          <a:noFill/>
        </p:spPr>
        <p:txBody>
          <a:bodyPr wrap="square" lIns="0" tIns="0" rIns="0" bIns="0" rtlCol="0">
            <a:spAutoFit/>
          </a:bodyPr>
          <a:lstStyle>
            <a:lvl1pPr marL="0" marR="0" indent="0" algn="just" defTabSz="914400" rtl="0" eaLnBrk="1" fontAlgn="auto" latinLnBrk="0" hangingPunct="1">
              <a:lnSpc>
                <a:spcPct val="90000"/>
              </a:lnSpc>
              <a:spcBef>
                <a:spcPts val="422"/>
              </a:spcBef>
              <a:spcAft>
                <a:spcPts val="0"/>
              </a:spcAft>
              <a:buClrTx/>
              <a:buSzTx/>
              <a:buFont typeface="Arial" panose="020B0604020202020204" pitchFamily="34" charset="0"/>
              <a:buNone/>
              <a:tabLst/>
              <a:defRPr lang="en-US" sz="800" kern="1200" smtClean="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lang="en-US" sz="1800" kern="1200" smtClean="0">
                <a:solidFill>
                  <a:schemeClr val="tx1"/>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lang="en-US" sz="1800" kern="1200">
                <a:solidFill>
                  <a:schemeClr val="tx1"/>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pt-BR"/>
              <a:t>antonio.mello@xpi.com.br</a:t>
            </a:r>
          </a:p>
        </p:txBody>
      </p:sp>
    </p:spTree>
    <p:extLst>
      <p:ext uri="{BB962C8B-B14F-4D97-AF65-F5344CB8AC3E}">
        <p14:creationId xmlns:p14="http://schemas.microsoft.com/office/powerpoint/2010/main" val="318826040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 Placeholder 13">
            <a:hlinkClick r:id="" action="ppaction://noaction"/>
            <a:extLst>
              <a:ext uri="{FF2B5EF4-FFF2-40B4-BE49-F238E27FC236}">
                <a16:creationId xmlns:a16="http://schemas.microsoft.com/office/drawing/2014/main" id="{AFC875A5-F83B-9D21-75FB-6CFA9AD90D04}"/>
              </a:ext>
            </a:extLst>
          </p:cNvPr>
          <p:cNvSpPr txBox="1">
            <a:spLocks/>
          </p:cNvSpPr>
          <p:nvPr/>
        </p:nvSpPr>
        <p:spPr>
          <a:xfrm>
            <a:off x="381000" y="1295400"/>
            <a:ext cx="3938623" cy="338554"/>
          </a:xfrm>
          <a:prstGeom prst="rect">
            <a:avLst/>
          </a:prstGeom>
        </p:spPr>
        <p:txBody>
          <a:bodyPr vert="horz" lIns="0" tIns="45720" rIns="91440" bIns="4572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2000" b="0" kern="120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solidFill>
                  <a:srgbClr val="8EB3DF"/>
                </a:solidFill>
                <a:hlinkClick r:id="rId3" action="ppaction://hlinksldjump">
                  <a:extLst>
                    <a:ext uri="{A12FA001-AC4F-418D-AE19-62706E023703}">
                      <ahyp:hlinkClr xmlns:ahyp="http://schemas.microsoft.com/office/drawing/2018/hyperlinkcolor" val="tx"/>
                    </a:ext>
                  </a:extLst>
                </a:hlinkClick>
              </a:rPr>
              <a:t>October market commentary</a:t>
            </a:r>
            <a:endParaRPr lang="en-US" u="sng" noProof="0">
              <a:solidFill>
                <a:srgbClr val="8EB3DF"/>
              </a:solidFill>
            </a:endParaRPr>
          </a:p>
        </p:txBody>
      </p:sp>
      <p:sp>
        <p:nvSpPr>
          <p:cNvPr id="2" name="Text Placeholder 13">
            <a:hlinkClick r:id="" action="ppaction://noaction"/>
            <a:extLst>
              <a:ext uri="{FF2B5EF4-FFF2-40B4-BE49-F238E27FC236}">
                <a16:creationId xmlns:a16="http://schemas.microsoft.com/office/drawing/2014/main" id="{AFC875A5-F83B-9D21-75FB-6CFA9AD90D04}"/>
              </a:ext>
            </a:extLst>
          </p:cNvPr>
          <p:cNvSpPr txBox="1">
            <a:spLocks/>
          </p:cNvSpPr>
          <p:nvPr/>
        </p:nvSpPr>
        <p:spPr>
          <a:xfrm>
            <a:off x="381000" y="1714500"/>
            <a:ext cx="3938623" cy="609600"/>
          </a:xfrm>
          <a:prstGeom prst="rect">
            <a:avLst/>
          </a:prstGeom>
        </p:spPr>
        <p:txBody>
          <a:bodyPr vert="horz" lIns="0" tIns="45720" rIns="91440" bIns="4572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2000" b="0" kern="120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solidFill>
                  <a:srgbClr val="8EB3DF"/>
                </a:solidFill>
                <a:hlinkClick r:id="rId4" action="ppaction://hlinksldjump">
                  <a:extLst>
                    <a:ext uri="{A12FA001-AC4F-418D-AE19-62706E023703}">
                      <ahyp:hlinkClr xmlns:ahyp="http://schemas.microsoft.com/office/drawing/2018/hyperlinkcolor" val="tx"/>
                    </a:ext>
                  </a:extLst>
                </a:hlinkClick>
              </a:rPr>
              <a:t>Three macro challenges for Brazilian equities</a:t>
            </a:r>
            <a:endParaRPr lang="en-US" u="sng" noProof="0">
              <a:solidFill>
                <a:srgbClr val="8EB3DF"/>
              </a:solidFill>
            </a:endParaRPr>
          </a:p>
        </p:txBody>
      </p:sp>
      <p:sp>
        <p:nvSpPr>
          <p:cNvPr id="36" name="Text Placeholder 14">
            <a:hlinkClick r:id="" action="ppaction://noaction"/>
            <a:extLst>
              <a:ext uri="{FF2B5EF4-FFF2-40B4-BE49-F238E27FC236}">
                <a16:creationId xmlns:a16="http://schemas.microsoft.com/office/drawing/2014/main" id="{1FE137EA-BB84-06CC-0E23-2382CBA2D691}"/>
              </a:ext>
            </a:extLst>
          </p:cNvPr>
          <p:cNvSpPr txBox="1">
            <a:spLocks/>
          </p:cNvSpPr>
          <p:nvPr/>
        </p:nvSpPr>
        <p:spPr>
          <a:xfrm>
            <a:off x="381000" y="36576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XP Brazil Top Ideas Portfolio</a:t>
            </a:r>
            <a:endParaRPr lang="en-US" u="sng" noProof="0"/>
          </a:p>
        </p:txBody>
      </p:sp>
      <p:sp>
        <p:nvSpPr>
          <p:cNvPr id="3" name="Text Placeholder 14">
            <a:hlinkClick r:id="" action="ppaction://noaction"/>
            <a:extLst>
              <a:ext uri="{FF2B5EF4-FFF2-40B4-BE49-F238E27FC236}">
                <a16:creationId xmlns:a16="http://schemas.microsoft.com/office/drawing/2014/main" id="{1FE137EA-BB84-06CC-0E23-2382CBA2D691}"/>
              </a:ext>
            </a:extLst>
          </p:cNvPr>
          <p:cNvSpPr txBox="1">
            <a:spLocks/>
          </p:cNvSpPr>
          <p:nvPr/>
        </p:nvSpPr>
        <p:spPr>
          <a:xfrm>
            <a:off x="381000" y="40767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XP Brazil Dividends Portfolio</a:t>
            </a:r>
            <a:endParaRPr lang="en-US" u="sng" noProof="0"/>
          </a:p>
        </p:txBody>
      </p:sp>
      <p:sp>
        <p:nvSpPr>
          <p:cNvPr id="4" name="Text Placeholder 14">
            <a:hlinkClick r:id="" action="ppaction://noaction"/>
            <a:extLst>
              <a:ext uri="{FF2B5EF4-FFF2-40B4-BE49-F238E27FC236}">
                <a16:creationId xmlns:a16="http://schemas.microsoft.com/office/drawing/2014/main" id="{1FE137EA-BB84-06CC-0E23-2382CBA2D691}"/>
              </a:ext>
            </a:extLst>
          </p:cNvPr>
          <p:cNvSpPr txBox="1">
            <a:spLocks/>
          </p:cNvSpPr>
          <p:nvPr/>
        </p:nvSpPr>
        <p:spPr>
          <a:xfrm>
            <a:off x="381000" y="44958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XP Brazil Small Caps Portfolio</a:t>
            </a:r>
            <a:endParaRPr lang="en-US" u="sng" noProof="0"/>
          </a:p>
        </p:txBody>
      </p:sp>
      <p:sp>
        <p:nvSpPr>
          <p:cNvPr id="5" name="Text Placeholder 13">
            <a:hlinkClick r:id="" action="ppaction://noaction"/>
            <a:extLst>
              <a:ext uri="{FF2B5EF4-FFF2-40B4-BE49-F238E27FC236}">
                <a16:creationId xmlns:a16="http://schemas.microsoft.com/office/drawing/2014/main" id="{AFC875A5-F83B-9D21-75FB-6CFA9AD90D04}"/>
              </a:ext>
            </a:extLst>
          </p:cNvPr>
          <p:cNvSpPr txBox="1">
            <a:spLocks/>
          </p:cNvSpPr>
          <p:nvPr/>
        </p:nvSpPr>
        <p:spPr>
          <a:xfrm>
            <a:off x="381000" y="2400300"/>
            <a:ext cx="3938623" cy="338554"/>
          </a:xfrm>
          <a:prstGeom prst="rect">
            <a:avLst/>
          </a:prstGeom>
        </p:spPr>
        <p:txBody>
          <a:bodyPr vert="horz" lIns="0" tIns="45720" rIns="91440" bIns="4572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2000" b="0" kern="120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solidFill>
                  <a:srgbClr val="8EB3DF"/>
                </a:solidFill>
                <a:hlinkClick r:id="rId5" action="ppaction://hlinksldjump">
                  <a:extLst>
                    <a:ext uri="{A12FA001-AC4F-418D-AE19-62706E023703}">
                      <ahyp:hlinkClr xmlns:ahyp="http://schemas.microsoft.com/office/drawing/2018/hyperlinkcolor" val="tx"/>
                    </a:ext>
                  </a:extLst>
                </a:hlinkClick>
              </a:rPr>
              <a:t>How to Position?</a:t>
            </a:r>
            <a:endParaRPr lang="en-US" u="sng" noProof="0">
              <a:solidFill>
                <a:srgbClr val="8EB3DF"/>
              </a:solidFill>
            </a:endParaRPr>
          </a:p>
        </p:txBody>
      </p:sp>
      <p:sp>
        <p:nvSpPr>
          <p:cNvPr id="6" name="Text Placeholder 14">
            <a:hlinkClick r:id="" action="ppaction://noaction"/>
            <a:extLst>
              <a:ext uri="{FF2B5EF4-FFF2-40B4-BE49-F238E27FC236}">
                <a16:creationId xmlns:a16="http://schemas.microsoft.com/office/drawing/2014/main" id="{1FE137EA-BB84-06CC-0E23-2382CBA2D691}"/>
              </a:ext>
            </a:extLst>
          </p:cNvPr>
          <p:cNvSpPr txBox="1">
            <a:spLocks/>
          </p:cNvSpPr>
          <p:nvPr/>
        </p:nvSpPr>
        <p:spPr>
          <a:xfrm>
            <a:off x="381000" y="49149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XP Brazil ESG Portfolio</a:t>
            </a:r>
            <a:endParaRPr lang="en-US" u="sng" noProof="0"/>
          </a:p>
        </p:txBody>
      </p:sp>
      <p:sp>
        <p:nvSpPr>
          <p:cNvPr id="7" name="Text Placeholder 14">
            <a:hlinkClick r:id="" action="ppaction://noaction"/>
            <a:extLst>
              <a:ext uri="{FF2B5EF4-FFF2-40B4-BE49-F238E27FC236}">
                <a16:creationId xmlns:a16="http://schemas.microsoft.com/office/drawing/2014/main" id="{1FE137EA-BB84-06CC-0E23-2382CBA2D691}"/>
              </a:ext>
            </a:extLst>
          </p:cNvPr>
          <p:cNvSpPr txBox="1">
            <a:spLocks/>
          </p:cNvSpPr>
          <p:nvPr/>
        </p:nvSpPr>
        <p:spPr>
          <a:xfrm>
            <a:off x="381000" y="57531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Earnings estimates</a:t>
            </a:r>
            <a:endParaRPr lang="en-US" u="sng" noProof="0"/>
          </a:p>
        </p:txBody>
      </p:sp>
      <p:sp>
        <p:nvSpPr>
          <p:cNvPr id="8" name="Text Placeholder 14">
            <a:hlinkClick r:id="" action="ppaction://noaction"/>
            <a:extLst>
              <a:ext uri="{FF2B5EF4-FFF2-40B4-BE49-F238E27FC236}">
                <a16:creationId xmlns:a16="http://schemas.microsoft.com/office/drawing/2014/main" id="{1FE137EA-BB84-06CC-0E23-2382CBA2D691}"/>
              </a:ext>
            </a:extLst>
          </p:cNvPr>
          <p:cNvSpPr txBox="1">
            <a:spLocks/>
          </p:cNvSpPr>
          <p:nvPr/>
        </p:nvSpPr>
        <p:spPr>
          <a:xfrm>
            <a:off x="381000" y="61722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Short selling in Brazilian equities</a:t>
            </a:r>
            <a:endParaRPr lang="en-US" u="sng" noProof="0"/>
          </a:p>
        </p:txBody>
      </p:sp>
      <p:sp>
        <p:nvSpPr>
          <p:cNvPr id="9" name="Text Placeholder 13">
            <a:hlinkClick r:id="" action="ppaction://noaction"/>
            <a:extLst>
              <a:ext uri="{FF2B5EF4-FFF2-40B4-BE49-F238E27FC236}">
                <a16:creationId xmlns:a16="http://schemas.microsoft.com/office/drawing/2014/main" id="{AFC875A5-F83B-9D21-75FB-6CFA9AD90D04}"/>
              </a:ext>
            </a:extLst>
          </p:cNvPr>
          <p:cNvSpPr txBox="1">
            <a:spLocks/>
          </p:cNvSpPr>
          <p:nvPr/>
        </p:nvSpPr>
        <p:spPr>
          <a:xfrm>
            <a:off x="381000" y="2819400"/>
            <a:ext cx="3938623" cy="338554"/>
          </a:xfrm>
          <a:prstGeom prst="rect">
            <a:avLst/>
          </a:prstGeom>
        </p:spPr>
        <p:txBody>
          <a:bodyPr vert="horz" lIns="0" tIns="45720" rIns="91440" bIns="4572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2000" b="0" kern="120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solidFill>
                  <a:srgbClr val="8EB3DF"/>
                </a:solidFill>
                <a:hlinkClick r:id="rId6" action="ppaction://hlinksldjump">
                  <a:extLst>
                    <a:ext uri="{A12FA001-AC4F-418D-AE19-62706E023703}">
                      <ahyp:hlinkClr xmlns:ahyp="http://schemas.microsoft.com/office/drawing/2018/hyperlinkcolor" val="tx"/>
                    </a:ext>
                  </a:extLst>
                </a:hlinkClick>
              </a:rPr>
              <a:t>Ibovespa's valuation</a:t>
            </a:r>
            <a:endParaRPr lang="en-US" u="sng" noProof="0">
              <a:solidFill>
                <a:srgbClr val="8EB3DF"/>
              </a:solidFill>
            </a:endParaRPr>
          </a:p>
        </p:txBody>
      </p:sp>
      <p:sp>
        <p:nvSpPr>
          <p:cNvPr id="10" name="Text Placeholder 13">
            <a:hlinkClick r:id="" action="ppaction://noaction"/>
            <a:extLst>
              <a:ext uri="{FF2B5EF4-FFF2-40B4-BE49-F238E27FC236}">
                <a16:creationId xmlns:a16="http://schemas.microsoft.com/office/drawing/2014/main" id="{AFC875A5-F83B-9D21-75FB-6CFA9AD90D04}"/>
              </a:ext>
            </a:extLst>
          </p:cNvPr>
          <p:cNvSpPr txBox="1">
            <a:spLocks/>
          </p:cNvSpPr>
          <p:nvPr/>
        </p:nvSpPr>
        <p:spPr>
          <a:xfrm>
            <a:off x="381000" y="3238500"/>
            <a:ext cx="3938623" cy="338554"/>
          </a:xfrm>
          <a:prstGeom prst="rect">
            <a:avLst/>
          </a:prstGeom>
        </p:spPr>
        <p:txBody>
          <a:bodyPr vert="horz" lIns="0" tIns="45720" rIns="91440" bIns="4572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2000" b="0" kern="120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solidFill>
                  <a:srgbClr val="8EB3DF"/>
                </a:solidFill>
              </a:rPr>
              <a:t>XP Portfolios</a:t>
            </a:r>
            <a:endParaRPr lang="en-US" u="sng" noProof="0">
              <a:solidFill>
                <a:srgbClr val="8EB3DF"/>
              </a:solidFill>
            </a:endParaRPr>
          </a:p>
        </p:txBody>
      </p:sp>
      <p:sp>
        <p:nvSpPr>
          <p:cNvPr id="11" name="Text Placeholder 13">
            <a:hlinkClick r:id="" action="ppaction://noaction"/>
            <a:extLst>
              <a:ext uri="{FF2B5EF4-FFF2-40B4-BE49-F238E27FC236}">
                <a16:creationId xmlns:a16="http://schemas.microsoft.com/office/drawing/2014/main" id="{AFC875A5-F83B-9D21-75FB-6CFA9AD90D04}"/>
              </a:ext>
            </a:extLst>
          </p:cNvPr>
          <p:cNvSpPr txBox="1">
            <a:spLocks/>
          </p:cNvSpPr>
          <p:nvPr/>
        </p:nvSpPr>
        <p:spPr>
          <a:xfrm>
            <a:off x="381000" y="5334000"/>
            <a:ext cx="3938623" cy="338554"/>
          </a:xfrm>
          <a:prstGeom prst="rect">
            <a:avLst/>
          </a:prstGeom>
        </p:spPr>
        <p:txBody>
          <a:bodyPr vert="horz" lIns="0" tIns="45720" rIns="91440" bIns="4572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2000" b="0" kern="1200" dirty="0">
                <a:solidFill>
                  <a:schemeClr val="accent3"/>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solidFill>
                  <a:srgbClr val="8EB3DF"/>
                </a:solidFill>
              </a:rPr>
              <a:t>Chartbook</a:t>
            </a:r>
            <a:endParaRPr lang="en-US" u="sng" noProof="0">
              <a:solidFill>
                <a:srgbClr val="8EB3DF"/>
              </a:solidFill>
            </a:endParaRPr>
          </a:p>
        </p:txBody>
      </p:sp>
      <p:sp>
        <p:nvSpPr>
          <p:cNvPr id="12" name="Text Placeholder 14">
            <a:hlinkClick r:id="" action="ppaction://noaction"/>
            <a:extLst>
              <a:ext uri="{FF2B5EF4-FFF2-40B4-BE49-F238E27FC236}">
                <a16:creationId xmlns:a16="http://schemas.microsoft.com/office/drawing/2014/main" id="{54D37D5E-9268-F8BB-7FEA-EECE7DC53209}"/>
              </a:ext>
            </a:extLst>
          </p:cNvPr>
          <p:cNvSpPr txBox="1">
            <a:spLocks/>
          </p:cNvSpPr>
          <p:nvPr/>
        </p:nvSpPr>
        <p:spPr>
          <a:xfrm>
            <a:off x="381000" y="65913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Investors' flows in B3</a:t>
            </a:r>
            <a:endParaRPr lang="en-US" u="sng" noProof="0"/>
          </a:p>
        </p:txBody>
      </p:sp>
      <p:sp>
        <p:nvSpPr>
          <p:cNvPr id="13" name="Text Placeholder 14">
            <a:hlinkClick r:id="" action="ppaction://noaction"/>
            <a:extLst>
              <a:ext uri="{FF2B5EF4-FFF2-40B4-BE49-F238E27FC236}">
                <a16:creationId xmlns:a16="http://schemas.microsoft.com/office/drawing/2014/main" id="{3771D8D4-7524-1EA4-607C-97C745F5F601}"/>
              </a:ext>
            </a:extLst>
          </p:cNvPr>
          <p:cNvSpPr txBox="1">
            <a:spLocks/>
          </p:cNvSpPr>
          <p:nvPr/>
        </p:nvSpPr>
        <p:spPr>
          <a:xfrm>
            <a:off x="381000" y="7010400"/>
            <a:ext cx="3938623" cy="313932"/>
          </a:xfrm>
          <a:prstGeom prst="rect">
            <a:avLst/>
          </a:prstGeom>
        </p:spPr>
        <p:txBody>
          <a:bodyPr vert="horz" wrap="square" lIns="0" tIns="45720" rIns="91440" bIns="45720" rtlCol="0" anchor="t">
            <a:sp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dirty="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0" u="sng" noProof="0"/>
              <a:t>XP Sentiment Index</a:t>
            </a:r>
            <a:endParaRPr lang="en-US" u="sng" noProof="0"/>
          </a:p>
        </p:txBody>
      </p:sp>
    </p:spTree>
    <p:extLst>
      <p:ext uri="{BB962C8B-B14F-4D97-AF65-F5344CB8AC3E}">
        <p14:creationId xmlns:p14="http://schemas.microsoft.com/office/powerpoint/2010/main" val="166682886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E813E9-3980-E60E-704B-BD4E570D2F2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2F0A37C-B539-582F-3DFC-ADE5EA09AB03}"/>
              </a:ext>
            </a:extLst>
          </p:cNvPr>
          <p:cNvSpPr>
            <a:spLocks noGrp="1"/>
          </p:cNvSpPr>
          <p:nvPr>
            <p:ph type="body" sz="quarter" idx="11"/>
          </p:nvPr>
        </p:nvSpPr>
        <p:spPr/>
        <p:txBody>
          <a:bodyPr/>
          <a:lstStyle/>
          <a:p>
            <a:r>
              <a:rPr lang="en-US" b="0" dirty="0"/>
              <a:t>October market commentary</a:t>
            </a:r>
            <a:endParaRPr lang="en-US" noProof="0" dirty="0"/>
          </a:p>
        </p:txBody>
      </p:sp>
      <p:sp>
        <p:nvSpPr>
          <p:cNvPr id="3" name="Text Placeholder 2">
            <a:extLst>
              <a:ext uri="{FF2B5EF4-FFF2-40B4-BE49-F238E27FC236}">
                <a16:creationId xmlns:a16="http://schemas.microsoft.com/office/drawing/2014/main" id="{9ED212BB-E7DE-D0F8-87B4-450CF84A2860}"/>
              </a:ext>
            </a:extLst>
          </p:cNvPr>
          <p:cNvSpPr>
            <a:spLocks noGrp="1"/>
          </p:cNvSpPr>
          <p:nvPr>
            <p:ph type="body" sz="quarter" idx="12"/>
          </p:nvPr>
        </p:nvSpPr>
        <p:spPr/>
        <p:txBody>
          <a:bodyPr/>
          <a:lstStyle/>
          <a:p>
            <a:r>
              <a:rPr lang="en-US" b="0" noProof="0"/>
              <a:t>XP Ray of Brazil</a:t>
            </a:r>
          </a:p>
        </p:txBody>
      </p:sp>
    </p:spTree>
    <p:extLst>
      <p:ext uri="{BB962C8B-B14F-4D97-AF65-F5344CB8AC3E}">
        <p14:creationId xmlns:p14="http://schemas.microsoft.com/office/powerpoint/2010/main" val="177875554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9616"/>
            <a:ext cx="6099048" cy="4096511"/>
          </a:xfrm>
          <a:noFill/>
        </p:spPr>
        <p:txBody>
          <a:bodyPr/>
          <a:lstStyle/>
          <a:p>
            <a:pPr>
              <a:lnSpc>
                <a:spcPct val="118000"/>
              </a:lnSpc>
            </a:pPr>
            <a:r>
              <a:rPr lang="pt-BR" sz="980" dirty="0"/>
              <a:t>Global </a:t>
            </a:r>
            <a:r>
              <a:rPr lang="pt-BR" sz="980" dirty="0" err="1"/>
              <a:t>equities</a:t>
            </a:r>
            <a:r>
              <a:rPr lang="pt-BR" sz="980" dirty="0"/>
              <a:t> </a:t>
            </a:r>
            <a:r>
              <a:rPr lang="pt-BR" sz="980" dirty="0" err="1"/>
              <a:t>were</a:t>
            </a:r>
            <a:r>
              <a:rPr lang="pt-BR" sz="980" dirty="0"/>
              <a:t> </a:t>
            </a:r>
            <a:r>
              <a:rPr lang="pt-BR" sz="980" dirty="0" err="1"/>
              <a:t>broadly</a:t>
            </a:r>
            <a:r>
              <a:rPr lang="pt-BR" sz="980" dirty="0"/>
              <a:t> flat in </a:t>
            </a:r>
            <a:r>
              <a:rPr lang="pt-BR" sz="980" dirty="0" err="1"/>
              <a:t>October</a:t>
            </a:r>
            <a:r>
              <a:rPr lang="pt-BR" sz="980" dirty="0"/>
              <a:t> (MSCI ACWI, -0.1%), </a:t>
            </a:r>
            <a:r>
              <a:rPr lang="pt-BR" sz="980" dirty="0" err="1"/>
              <a:t>amid</a:t>
            </a:r>
            <a:r>
              <a:rPr lang="pt-BR" sz="980" dirty="0"/>
              <a:t> a </a:t>
            </a:r>
            <a:r>
              <a:rPr lang="pt-BR" sz="980" dirty="0" err="1"/>
              <a:t>rotation</a:t>
            </a:r>
            <a:r>
              <a:rPr lang="pt-BR" sz="980" dirty="0"/>
              <a:t> out </a:t>
            </a:r>
            <a:r>
              <a:rPr lang="pt-BR" sz="980" dirty="0" err="1"/>
              <a:t>of</a:t>
            </a:r>
            <a:r>
              <a:rPr lang="pt-BR" sz="980" dirty="0"/>
              <a:t> </a:t>
            </a:r>
            <a:r>
              <a:rPr lang="pt-BR" sz="980" dirty="0" err="1"/>
              <a:t>semiconductors</a:t>
            </a:r>
            <a:r>
              <a:rPr lang="pt-BR" sz="980" dirty="0"/>
              <a:t> </a:t>
            </a:r>
            <a:r>
              <a:rPr lang="pt-BR" sz="980" dirty="0" err="1"/>
              <a:t>and</a:t>
            </a:r>
            <a:r>
              <a:rPr lang="pt-BR" sz="980" dirty="0"/>
              <a:t> AI-</a:t>
            </a:r>
            <a:r>
              <a:rPr lang="pt-BR" sz="980" dirty="0" err="1"/>
              <a:t>related</a:t>
            </a:r>
            <a:r>
              <a:rPr lang="pt-BR" sz="980" dirty="0"/>
              <a:t> </a:t>
            </a:r>
            <a:r>
              <a:rPr lang="pt-BR" sz="980" dirty="0" err="1"/>
              <a:t>names</a:t>
            </a:r>
            <a:r>
              <a:rPr lang="pt-BR" sz="980" dirty="0"/>
              <a:t> </a:t>
            </a:r>
            <a:r>
              <a:rPr lang="pt-BR" sz="980" dirty="0" err="1"/>
              <a:t>into</a:t>
            </a:r>
            <a:r>
              <a:rPr lang="pt-BR" sz="980" dirty="0"/>
              <a:t> </a:t>
            </a:r>
            <a:r>
              <a:rPr lang="pt-BR" sz="980" dirty="0" err="1"/>
              <a:t>defensive</a:t>
            </a:r>
            <a:r>
              <a:rPr lang="pt-BR" sz="980" dirty="0"/>
              <a:t> </a:t>
            </a:r>
            <a:r>
              <a:rPr lang="pt-BR" sz="980" dirty="0" err="1"/>
              <a:t>sectors</a:t>
            </a:r>
            <a:r>
              <a:rPr lang="pt-BR" sz="980" dirty="0"/>
              <a:t> </a:t>
            </a:r>
            <a:r>
              <a:rPr lang="pt-BR" sz="980" dirty="0" err="1"/>
              <a:t>and</a:t>
            </a:r>
            <a:r>
              <a:rPr lang="pt-BR" sz="980" dirty="0"/>
              <a:t> </a:t>
            </a:r>
            <a:r>
              <a:rPr lang="pt-BR" sz="980" dirty="0" err="1"/>
              <a:t>energy</a:t>
            </a:r>
            <a:r>
              <a:rPr lang="pt-BR" sz="980" dirty="0"/>
              <a:t>. </a:t>
            </a:r>
            <a:r>
              <a:rPr lang="pt-BR" sz="980" dirty="0" err="1"/>
              <a:t>Brazilian</a:t>
            </a:r>
            <a:r>
              <a:rPr lang="pt-BR" sz="980" dirty="0"/>
              <a:t> </a:t>
            </a:r>
            <a:r>
              <a:rPr lang="pt-BR" sz="980" dirty="0" err="1"/>
              <a:t>equities</a:t>
            </a:r>
            <a:r>
              <a:rPr lang="pt-BR" sz="980" dirty="0"/>
              <a:t>, </a:t>
            </a:r>
            <a:r>
              <a:rPr lang="pt-BR" sz="980" dirty="0" err="1"/>
              <a:t>meanwhile</a:t>
            </a:r>
            <a:r>
              <a:rPr lang="pt-BR" sz="980" dirty="0"/>
              <a:t>, </a:t>
            </a:r>
            <a:r>
              <a:rPr lang="pt-BR" sz="980" dirty="0" err="1"/>
              <a:t>experienced</a:t>
            </a:r>
            <a:r>
              <a:rPr lang="pt-BR" sz="980" dirty="0"/>
              <a:t> </a:t>
            </a:r>
            <a:r>
              <a:rPr lang="pt-BR" sz="980" dirty="0" err="1"/>
              <a:t>heightened</a:t>
            </a:r>
            <a:r>
              <a:rPr lang="pt-BR" sz="980" dirty="0"/>
              <a:t> </a:t>
            </a:r>
            <a:r>
              <a:rPr lang="pt-BR" sz="980" dirty="0" err="1"/>
              <a:t>volatility</a:t>
            </a:r>
            <a:r>
              <a:rPr lang="pt-BR" sz="980" dirty="0"/>
              <a:t>, </a:t>
            </a:r>
            <a:r>
              <a:rPr lang="pt-BR" sz="980" dirty="0" err="1"/>
              <a:t>swinging</a:t>
            </a:r>
            <a:r>
              <a:rPr lang="pt-BR" sz="980" dirty="0"/>
              <a:t> </a:t>
            </a:r>
            <a:r>
              <a:rPr lang="pt-BR" sz="980" dirty="0" err="1"/>
              <a:t>from</a:t>
            </a:r>
            <a:r>
              <a:rPr lang="pt-BR" sz="980" dirty="0"/>
              <a:t> a </a:t>
            </a:r>
            <a:r>
              <a:rPr lang="pt-BR" sz="980" dirty="0" err="1"/>
              <a:t>strong</a:t>
            </a:r>
            <a:r>
              <a:rPr lang="pt-BR" sz="980" dirty="0"/>
              <a:t> rally </a:t>
            </a:r>
            <a:r>
              <a:rPr lang="pt-BR" sz="980" dirty="0" err="1"/>
              <a:t>after</a:t>
            </a:r>
            <a:r>
              <a:rPr lang="pt-BR" sz="980" dirty="0"/>
              <a:t> </a:t>
            </a:r>
            <a:r>
              <a:rPr lang="pt-BR" sz="980" dirty="0" err="1"/>
              <a:t>the</a:t>
            </a:r>
            <a:r>
              <a:rPr lang="pt-BR" sz="980" dirty="0"/>
              <a:t> </a:t>
            </a:r>
            <a:r>
              <a:rPr lang="pt-BR" sz="980" dirty="0" err="1"/>
              <a:t>first</a:t>
            </a:r>
            <a:r>
              <a:rPr lang="pt-BR" sz="980" dirty="0"/>
              <a:t> round </a:t>
            </a:r>
            <a:r>
              <a:rPr lang="pt-BR" sz="980" dirty="0" err="1"/>
              <a:t>of</a:t>
            </a:r>
            <a:r>
              <a:rPr lang="pt-BR" sz="980" dirty="0"/>
              <a:t> </a:t>
            </a:r>
            <a:r>
              <a:rPr lang="pt-BR" sz="980" dirty="0" err="1"/>
              <a:t>the</a:t>
            </a:r>
            <a:r>
              <a:rPr lang="pt-BR" sz="980" dirty="0"/>
              <a:t> </a:t>
            </a:r>
            <a:r>
              <a:rPr lang="pt-BR" sz="980" dirty="0" err="1"/>
              <a:t>presidential</a:t>
            </a:r>
            <a:r>
              <a:rPr lang="pt-BR" sz="980" dirty="0"/>
              <a:t> </a:t>
            </a:r>
            <a:r>
              <a:rPr lang="pt-BR" sz="980" dirty="0" err="1"/>
              <a:t>election</a:t>
            </a:r>
            <a:r>
              <a:rPr lang="pt-BR" sz="980" dirty="0"/>
              <a:t> </a:t>
            </a:r>
            <a:r>
              <a:rPr lang="pt-BR" sz="980" dirty="0" err="1"/>
              <a:t>to</a:t>
            </a:r>
            <a:r>
              <a:rPr lang="pt-BR" sz="980" dirty="0"/>
              <a:t> a </a:t>
            </a:r>
            <a:r>
              <a:rPr lang="pt-BR" sz="980" dirty="0" err="1"/>
              <a:t>historic</a:t>
            </a:r>
            <a:r>
              <a:rPr lang="pt-BR" sz="980" dirty="0"/>
              <a:t> </a:t>
            </a:r>
            <a:r>
              <a:rPr lang="pt-BR" sz="980" dirty="0" err="1"/>
              <a:t>sell</a:t>
            </a:r>
            <a:r>
              <a:rPr lang="pt-BR" sz="980" dirty="0"/>
              <a:t>-off </a:t>
            </a:r>
            <a:r>
              <a:rPr lang="pt-BR" sz="980" dirty="0" err="1"/>
              <a:t>after</a:t>
            </a:r>
            <a:r>
              <a:rPr lang="pt-BR" sz="980" dirty="0"/>
              <a:t> </a:t>
            </a:r>
            <a:r>
              <a:rPr lang="pt-BR" sz="980" dirty="0" err="1"/>
              <a:t>the</a:t>
            </a:r>
            <a:r>
              <a:rPr lang="pt-BR" sz="980" dirty="0"/>
              <a:t> </a:t>
            </a:r>
            <a:r>
              <a:rPr lang="pt-BR" sz="980" dirty="0" err="1"/>
              <a:t>runoff</a:t>
            </a:r>
            <a:r>
              <a:rPr lang="pt-BR" sz="980" dirty="0"/>
              <a:t>.</a:t>
            </a:r>
          </a:p>
          <a:p>
            <a:pPr>
              <a:lnSpc>
                <a:spcPct val="118000"/>
              </a:lnSpc>
            </a:pPr>
            <a:r>
              <a:rPr lang="pt-BR" sz="980" b="1" dirty="0"/>
              <a:t>A </a:t>
            </a:r>
            <a:r>
              <a:rPr lang="pt-BR" sz="980" b="1" dirty="0" err="1"/>
              <a:t>strong</a:t>
            </a:r>
            <a:r>
              <a:rPr lang="pt-BR" sz="980" b="1" dirty="0"/>
              <a:t> rally </a:t>
            </a:r>
            <a:r>
              <a:rPr lang="pt-BR" sz="980" b="1" dirty="0" err="1"/>
              <a:t>at</a:t>
            </a:r>
            <a:r>
              <a:rPr lang="pt-BR" sz="980" b="1" dirty="0"/>
              <a:t> </a:t>
            </a:r>
            <a:r>
              <a:rPr lang="pt-BR" sz="980" b="1" dirty="0" err="1"/>
              <a:t>the</a:t>
            </a:r>
            <a:r>
              <a:rPr lang="pt-BR" sz="980" b="1" dirty="0"/>
              <a:t> start </a:t>
            </a:r>
            <a:r>
              <a:rPr lang="pt-BR" sz="980" b="1" dirty="0" err="1"/>
              <a:t>of</a:t>
            </a:r>
            <a:r>
              <a:rPr lang="pt-BR" sz="980" b="1" dirty="0"/>
              <a:t> </a:t>
            </a:r>
            <a:r>
              <a:rPr lang="pt-BR" sz="980" b="1" dirty="0" err="1"/>
              <a:t>the</a:t>
            </a:r>
            <a:r>
              <a:rPr lang="pt-BR" sz="980" b="1" dirty="0"/>
              <a:t> </a:t>
            </a:r>
            <a:r>
              <a:rPr lang="pt-BR" sz="980" b="1" dirty="0" err="1"/>
              <a:t>month</a:t>
            </a:r>
            <a:r>
              <a:rPr lang="pt-BR" sz="980" b="1" dirty="0"/>
              <a:t> (…)</a:t>
            </a:r>
            <a:r>
              <a:rPr lang="pt-BR" sz="980" dirty="0"/>
              <a:t> </a:t>
            </a:r>
            <a:r>
              <a:rPr lang="pt-BR" sz="980" dirty="0" err="1"/>
              <a:t>Brazil’s</a:t>
            </a:r>
            <a:r>
              <a:rPr lang="pt-BR" sz="980" dirty="0"/>
              <a:t> </a:t>
            </a:r>
            <a:r>
              <a:rPr lang="pt-BR" sz="980" dirty="0" err="1"/>
              <a:t>elections</a:t>
            </a:r>
            <a:r>
              <a:rPr lang="pt-BR" sz="980" dirty="0"/>
              <a:t> </a:t>
            </a:r>
            <a:r>
              <a:rPr lang="pt-BR" sz="980" dirty="0" err="1"/>
              <a:t>were</a:t>
            </a:r>
            <a:r>
              <a:rPr lang="pt-BR" sz="980" dirty="0"/>
              <a:t> </a:t>
            </a:r>
            <a:r>
              <a:rPr lang="pt-BR" sz="980" dirty="0" err="1"/>
              <a:t>the</a:t>
            </a:r>
            <a:r>
              <a:rPr lang="pt-BR" sz="980" dirty="0"/>
              <a:t> </a:t>
            </a:r>
            <a:r>
              <a:rPr lang="pt-BR" sz="980" dirty="0" err="1"/>
              <a:t>dominant</a:t>
            </a:r>
            <a:r>
              <a:rPr lang="pt-BR" sz="980" dirty="0"/>
              <a:t> </a:t>
            </a:r>
            <a:r>
              <a:rPr lang="pt-BR" sz="980" dirty="0" err="1"/>
              <a:t>theme</a:t>
            </a:r>
            <a:r>
              <a:rPr lang="pt-BR" sz="980" dirty="0"/>
              <a:t> for </a:t>
            </a:r>
            <a:r>
              <a:rPr lang="pt-BR" sz="980" dirty="0" err="1"/>
              <a:t>domestic</a:t>
            </a:r>
            <a:r>
              <a:rPr lang="pt-BR" sz="980" dirty="0"/>
              <a:t> </a:t>
            </a:r>
            <a:r>
              <a:rPr lang="pt-BR" sz="980" dirty="0" err="1"/>
              <a:t>equities</a:t>
            </a:r>
            <a:r>
              <a:rPr lang="pt-BR" sz="980" dirty="0"/>
              <a:t> </a:t>
            </a:r>
            <a:r>
              <a:rPr lang="pt-BR" sz="980" dirty="0" err="1"/>
              <a:t>this</a:t>
            </a:r>
            <a:r>
              <a:rPr lang="pt-BR" sz="980" dirty="0"/>
              <a:t> </a:t>
            </a:r>
            <a:r>
              <a:rPr lang="pt-BR" sz="980" dirty="0" err="1"/>
              <a:t>month</a:t>
            </a:r>
            <a:r>
              <a:rPr lang="pt-BR" sz="980" dirty="0"/>
              <a:t>. Local </a:t>
            </a:r>
            <a:r>
              <a:rPr lang="pt-BR" sz="980" dirty="0" err="1"/>
              <a:t>assets</a:t>
            </a:r>
            <a:r>
              <a:rPr lang="pt-BR" sz="980" dirty="0"/>
              <a:t> </a:t>
            </a:r>
            <a:r>
              <a:rPr lang="pt-BR" sz="980" dirty="0" err="1"/>
              <a:t>reacted</a:t>
            </a:r>
            <a:r>
              <a:rPr lang="pt-BR" sz="980" dirty="0"/>
              <a:t> </a:t>
            </a:r>
            <a:r>
              <a:rPr lang="pt-BR" sz="980" dirty="0" err="1"/>
              <a:t>very</a:t>
            </a:r>
            <a:r>
              <a:rPr lang="pt-BR" sz="980" dirty="0"/>
              <a:t> </a:t>
            </a:r>
            <a:r>
              <a:rPr lang="pt-BR" sz="980" dirty="0" err="1"/>
              <a:t>positively</a:t>
            </a:r>
            <a:r>
              <a:rPr lang="pt-BR" sz="980" dirty="0"/>
              <a:t> </a:t>
            </a:r>
            <a:r>
              <a:rPr lang="pt-BR" sz="980" dirty="0" err="1"/>
              <a:t>after</a:t>
            </a:r>
            <a:r>
              <a:rPr lang="pt-BR" sz="980" dirty="0"/>
              <a:t> </a:t>
            </a:r>
            <a:r>
              <a:rPr lang="pt-BR" sz="980" dirty="0" err="1"/>
              <a:t>the</a:t>
            </a:r>
            <a:r>
              <a:rPr lang="pt-BR" sz="980" dirty="0"/>
              <a:t> </a:t>
            </a:r>
            <a:r>
              <a:rPr lang="pt-BR" sz="980" dirty="0" err="1"/>
              <a:t>first</a:t>
            </a:r>
            <a:r>
              <a:rPr lang="pt-BR" sz="980" dirty="0"/>
              <a:t> round, as </a:t>
            </a:r>
            <a:r>
              <a:rPr lang="pt-BR" sz="980" dirty="0" err="1"/>
              <a:t>markets</a:t>
            </a:r>
            <a:r>
              <a:rPr lang="pt-BR" sz="980" dirty="0"/>
              <a:t> </a:t>
            </a:r>
            <a:r>
              <a:rPr lang="pt-BR" sz="980" dirty="0" err="1"/>
              <a:t>began</a:t>
            </a:r>
            <a:r>
              <a:rPr lang="pt-BR" sz="980" dirty="0"/>
              <a:t> </a:t>
            </a:r>
            <a:r>
              <a:rPr lang="pt-BR" sz="980" dirty="0" err="1"/>
              <a:t>pricing</a:t>
            </a:r>
            <a:r>
              <a:rPr lang="pt-BR" sz="980" dirty="0"/>
              <a:t> in </a:t>
            </a:r>
            <a:r>
              <a:rPr lang="pt-BR" sz="980" dirty="0" err="1"/>
              <a:t>an</a:t>
            </a:r>
            <a:r>
              <a:rPr lang="pt-BR" sz="980" dirty="0"/>
              <a:t> </a:t>
            </a:r>
            <a:r>
              <a:rPr lang="pt-BR" sz="980" dirty="0" err="1"/>
              <a:t>improved</a:t>
            </a:r>
            <a:r>
              <a:rPr lang="pt-BR" sz="980" dirty="0"/>
              <a:t> fiscal </a:t>
            </a:r>
            <a:r>
              <a:rPr lang="pt-BR" sz="980" dirty="0" err="1"/>
              <a:t>policy</a:t>
            </a:r>
            <a:r>
              <a:rPr lang="pt-BR" sz="980" dirty="0"/>
              <a:t> </a:t>
            </a:r>
            <a:r>
              <a:rPr lang="pt-BR" sz="980" dirty="0" err="1"/>
              <a:t>outlook</a:t>
            </a:r>
            <a:r>
              <a:rPr lang="pt-BR" sz="980" dirty="0"/>
              <a:t>. </a:t>
            </a:r>
            <a:r>
              <a:rPr lang="pt-BR" sz="980" dirty="0" err="1"/>
              <a:t>On</a:t>
            </a:r>
            <a:r>
              <a:rPr lang="pt-BR" sz="980" dirty="0"/>
              <a:t> </a:t>
            </a:r>
            <a:r>
              <a:rPr lang="pt-BR" sz="980" dirty="0" err="1"/>
              <a:t>the</a:t>
            </a:r>
            <a:r>
              <a:rPr lang="pt-BR" sz="980" dirty="0"/>
              <a:t> </a:t>
            </a:r>
            <a:r>
              <a:rPr lang="pt-BR" sz="980" dirty="0" err="1"/>
              <a:t>day</a:t>
            </a:r>
            <a:r>
              <a:rPr lang="pt-BR" sz="980" dirty="0"/>
              <a:t> </a:t>
            </a:r>
            <a:r>
              <a:rPr lang="pt-BR" sz="980" dirty="0" err="1"/>
              <a:t>after</a:t>
            </a:r>
            <a:r>
              <a:rPr lang="pt-BR" sz="980" dirty="0"/>
              <a:t> </a:t>
            </a:r>
            <a:r>
              <a:rPr lang="pt-BR" sz="980" dirty="0" err="1"/>
              <a:t>the</a:t>
            </a:r>
            <a:r>
              <a:rPr lang="pt-BR" sz="980" dirty="0"/>
              <a:t> </a:t>
            </a:r>
            <a:r>
              <a:rPr lang="pt-BR" sz="980" dirty="0" err="1"/>
              <a:t>first</a:t>
            </a:r>
            <a:r>
              <a:rPr lang="pt-BR" sz="980" dirty="0"/>
              <a:t> round, </a:t>
            </a:r>
            <a:r>
              <a:rPr lang="pt-BR" sz="980" dirty="0" err="1"/>
              <a:t>the</a:t>
            </a:r>
            <a:r>
              <a:rPr lang="pt-BR" sz="980" dirty="0"/>
              <a:t> Ibovespa </a:t>
            </a:r>
            <a:r>
              <a:rPr lang="pt-BR" sz="980" dirty="0" err="1"/>
              <a:t>advanced</a:t>
            </a:r>
            <a:r>
              <a:rPr lang="pt-BR" sz="980" dirty="0"/>
              <a:t> 7.7% (</a:t>
            </a:r>
            <a:r>
              <a:rPr lang="pt-BR" sz="980" dirty="0" err="1"/>
              <a:t>the</a:t>
            </a:r>
            <a:r>
              <a:rPr lang="pt-BR" sz="980" dirty="0"/>
              <a:t> </a:t>
            </a:r>
            <a:r>
              <a:rPr lang="pt-BR" sz="980" dirty="0" err="1"/>
              <a:t>index’s</a:t>
            </a:r>
            <a:r>
              <a:rPr lang="pt-BR" sz="980" dirty="0"/>
              <a:t> </a:t>
            </a:r>
            <a:r>
              <a:rPr lang="pt-BR" sz="980" dirty="0" err="1"/>
              <a:t>ninth-best</a:t>
            </a:r>
            <a:r>
              <a:rPr lang="pt-BR" sz="980" dirty="0"/>
              <a:t> </a:t>
            </a:r>
            <a:r>
              <a:rPr lang="pt-BR" sz="980" dirty="0" err="1"/>
              <a:t>session</a:t>
            </a:r>
            <a:r>
              <a:rPr lang="pt-BR" sz="980" dirty="0"/>
              <a:t> </a:t>
            </a:r>
            <a:r>
              <a:rPr lang="pt-BR" sz="980" dirty="0" err="1"/>
              <a:t>since</a:t>
            </a:r>
            <a:r>
              <a:rPr lang="pt-BR" sz="980" dirty="0"/>
              <a:t> 2000), </a:t>
            </a:r>
            <a:r>
              <a:rPr lang="pt-BR" sz="980" dirty="0" err="1"/>
              <a:t>the</a:t>
            </a:r>
            <a:r>
              <a:rPr lang="pt-BR" sz="980" dirty="0"/>
              <a:t> USDBRL </a:t>
            </a:r>
            <a:r>
              <a:rPr lang="pt-BR" sz="980" dirty="0" err="1"/>
              <a:t>fell</a:t>
            </a:r>
            <a:r>
              <a:rPr lang="pt-BR" sz="980" dirty="0"/>
              <a:t> 4.6%, </a:t>
            </a:r>
            <a:r>
              <a:rPr lang="pt-BR" sz="980" dirty="0" err="1"/>
              <a:t>and</a:t>
            </a:r>
            <a:r>
              <a:rPr lang="pt-BR" sz="980" dirty="0"/>
              <a:t> </a:t>
            </a:r>
            <a:r>
              <a:rPr lang="pt-BR" sz="980" dirty="0" err="1"/>
              <a:t>Brazil’s</a:t>
            </a:r>
            <a:r>
              <a:rPr lang="pt-BR" sz="980" dirty="0"/>
              <a:t> 10-year nominal </a:t>
            </a:r>
            <a:r>
              <a:rPr lang="pt-BR" sz="980" dirty="0" err="1"/>
              <a:t>and</a:t>
            </a:r>
            <a:r>
              <a:rPr lang="pt-BR" sz="980" dirty="0"/>
              <a:t> real rates </a:t>
            </a:r>
            <a:r>
              <a:rPr lang="pt-BR" sz="980" dirty="0" err="1"/>
              <a:t>declined</a:t>
            </a:r>
            <a:r>
              <a:rPr lang="pt-BR" sz="980" dirty="0"/>
              <a:t> 134bps </a:t>
            </a:r>
            <a:r>
              <a:rPr lang="pt-BR" sz="980" dirty="0" err="1"/>
              <a:t>and</a:t>
            </a:r>
            <a:r>
              <a:rPr lang="pt-BR" sz="980" dirty="0"/>
              <a:t> 50bps, </a:t>
            </a:r>
            <a:r>
              <a:rPr lang="pt-BR" sz="980" dirty="0" err="1"/>
              <a:t>respectively</a:t>
            </a:r>
            <a:r>
              <a:rPr lang="pt-BR" sz="980" dirty="0"/>
              <a:t>. </a:t>
            </a:r>
            <a:r>
              <a:rPr lang="pt-BR" sz="980" dirty="0" err="1"/>
              <a:t>Foreign</a:t>
            </a:r>
            <a:r>
              <a:rPr lang="pt-BR" sz="980" dirty="0"/>
              <a:t> </a:t>
            </a:r>
            <a:r>
              <a:rPr lang="pt-BR" sz="980" dirty="0" err="1"/>
              <a:t>inflows</a:t>
            </a:r>
            <a:r>
              <a:rPr lang="pt-BR" sz="980" dirty="0"/>
              <a:t> </a:t>
            </a:r>
            <a:r>
              <a:rPr lang="pt-BR" sz="980" dirty="0" err="1"/>
              <a:t>into</a:t>
            </a:r>
            <a:r>
              <a:rPr lang="pt-BR" sz="980" dirty="0"/>
              <a:t> </a:t>
            </a:r>
            <a:r>
              <a:rPr lang="pt-BR" sz="980" dirty="0" err="1"/>
              <a:t>equities</a:t>
            </a:r>
            <a:r>
              <a:rPr lang="pt-BR" sz="980" dirty="0"/>
              <a:t> </a:t>
            </a:r>
            <a:r>
              <a:rPr lang="pt-BR" sz="980" dirty="0" err="1"/>
              <a:t>and</a:t>
            </a:r>
            <a:r>
              <a:rPr lang="pt-BR" sz="980" dirty="0"/>
              <a:t> trading volume </a:t>
            </a:r>
            <a:r>
              <a:rPr lang="pt-BR" sz="980" dirty="0" err="1"/>
              <a:t>reached</a:t>
            </a:r>
            <a:r>
              <a:rPr lang="pt-BR" sz="980" dirty="0"/>
              <a:t> single-</a:t>
            </a:r>
            <a:r>
              <a:rPr lang="pt-BR" sz="980" dirty="0" err="1"/>
              <a:t>day</a:t>
            </a:r>
            <a:r>
              <a:rPr lang="pt-BR" sz="980" dirty="0"/>
              <a:t> </a:t>
            </a:r>
            <a:r>
              <a:rPr lang="pt-BR" sz="980" dirty="0" err="1"/>
              <a:t>records</a:t>
            </a:r>
            <a:r>
              <a:rPr lang="pt-BR" sz="980" dirty="0"/>
              <a:t>, </a:t>
            </a:r>
            <a:r>
              <a:rPr lang="pt-BR" sz="980" dirty="0" err="1"/>
              <a:t>at</a:t>
            </a:r>
            <a:r>
              <a:rPr lang="pt-BR" sz="980" dirty="0"/>
              <a:t> R$10.1bn </a:t>
            </a:r>
            <a:r>
              <a:rPr lang="pt-BR" sz="980" dirty="0" err="1"/>
              <a:t>and</a:t>
            </a:r>
            <a:r>
              <a:rPr lang="pt-BR" sz="980" dirty="0"/>
              <a:t> R$85.6bn, </a:t>
            </a:r>
            <a:r>
              <a:rPr lang="pt-BR" sz="980" dirty="0" err="1"/>
              <a:t>respectively</a:t>
            </a:r>
            <a:r>
              <a:rPr lang="pt-BR" sz="980" dirty="0"/>
              <a:t>. </a:t>
            </a:r>
            <a:r>
              <a:rPr lang="pt-BR" sz="980" dirty="0" err="1"/>
              <a:t>Financials</a:t>
            </a:r>
            <a:r>
              <a:rPr lang="pt-BR" sz="980" dirty="0"/>
              <a:t> led </a:t>
            </a:r>
            <a:r>
              <a:rPr lang="pt-BR" sz="980" dirty="0" err="1"/>
              <a:t>the</a:t>
            </a:r>
            <a:r>
              <a:rPr lang="pt-BR" sz="980" dirty="0"/>
              <a:t> </a:t>
            </a:r>
            <a:r>
              <a:rPr lang="pt-BR" sz="980" dirty="0" err="1"/>
              <a:t>gains</a:t>
            </a:r>
            <a:r>
              <a:rPr lang="pt-BR" sz="980" dirty="0"/>
              <a:t>, </a:t>
            </a:r>
            <a:r>
              <a:rPr lang="pt-BR" sz="980" dirty="0" err="1"/>
              <a:t>rising</a:t>
            </a:r>
            <a:r>
              <a:rPr lang="pt-BR" sz="980" dirty="0"/>
              <a:t> 13.4% in a single </a:t>
            </a:r>
            <a:r>
              <a:rPr lang="pt-BR" sz="980" dirty="0" err="1"/>
              <a:t>session</a:t>
            </a:r>
            <a:r>
              <a:rPr lang="pt-BR" sz="980" dirty="0"/>
              <a:t>, </a:t>
            </a:r>
            <a:r>
              <a:rPr lang="pt-BR" sz="980" dirty="0" err="1"/>
              <a:t>followed</a:t>
            </a:r>
            <a:r>
              <a:rPr lang="pt-BR" sz="980" dirty="0"/>
              <a:t> </a:t>
            </a:r>
            <a:r>
              <a:rPr lang="pt-BR" sz="980" dirty="0" err="1"/>
              <a:t>by</a:t>
            </a:r>
            <a:r>
              <a:rPr lang="pt-BR" sz="980" dirty="0"/>
              <a:t> </a:t>
            </a:r>
            <a:r>
              <a:rPr lang="pt-BR" sz="980" dirty="0" err="1"/>
              <a:t>Defensives</a:t>
            </a:r>
            <a:r>
              <a:rPr lang="pt-BR" sz="980" dirty="0"/>
              <a:t> (+7.9%) </a:t>
            </a:r>
            <a:r>
              <a:rPr lang="pt-BR" sz="980" dirty="0" err="1"/>
              <a:t>and</a:t>
            </a:r>
            <a:r>
              <a:rPr lang="pt-BR" sz="980" dirty="0"/>
              <a:t> </a:t>
            </a:r>
            <a:r>
              <a:rPr lang="pt-BR" sz="980" dirty="0" err="1"/>
              <a:t>Cyclicals</a:t>
            </a:r>
            <a:r>
              <a:rPr lang="pt-BR" sz="980" dirty="0"/>
              <a:t> (+6.8%). </a:t>
            </a:r>
            <a:r>
              <a:rPr lang="pt-BR" sz="980" dirty="0" err="1"/>
              <a:t>Small</a:t>
            </a:r>
            <a:r>
              <a:rPr lang="pt-BR" sz="980" dirty="0"/>
              <a:t> caps </a:t>
            </a:r>
            <a:r>
              <a:rPr lang="pt-BR" sz="980" dirty="0" err="1"/>
              <a:t>also</a:t>
            </a:r>
            <a:r>
              <a:rPr lang="pt-BR" sz="980" dirty="0"/>
              <a:t> </a:t>
            </a:r>
            <a:r>
              <a:rPr lang="pt-BR" sz="980" dirty="0" err="1"/>
              <a:t>rallied</a:t>
            </a:r>
            <a:r>
              <a:rPr lang="pt-BR" sz="980" dirty="0"/>
              <a:t> </a:t>
            </a:r>
            <a:r>
              <a:rPr lang="pt-BR" sz="980" dirty="0" err="1"/>
              <a:t>strongly</a:t>
            </a:r>
            <a:r>
              <a:rPr lang="pt-BR" sz="980" dirty="0"/>
              <a:t>, </a:t>
            </a:r>
            <a:r>
              <a:rPr lang="pt-BR" sz="980" dirty="0" err="1"/>
              <a:t>with</a:t>
            </a:r>
            <a:r>
              <a:rPr lang="pt-BR" sz="980" dirty="0"/>
              <a:t> </a:t>
            </a:r>
            <a:r>
              <a:rPr lang="pt-BR" sz="980" dirty="0" err="1"/>
              <a:t>the</a:t>
            </a:r>
            <a:r>
              <a:rPr lang="pt-BR" sz="980" dirty="0"/>
              <a:t> SMLL index </a:t>
            </a:r>
            <a:r>
              <a:rPr lang="pt-BR" sz="980" dirty="0" err="1"/>
              <a:t>advancing</a:t>
            </a:r>
            <a:r>
              <a:rPr lang="pt-BR" sz="980" dirty="0"/>
              <a:t> 9.2%.</a:t>
            </a:r>
          </a:p>
          <a:p>
            <a:pPr>
              <a:lnSpc>
                <a:spcPct val="118000"/>
              </a:lnSpc>
            </a:pPr>
            <a:r>
              <a:rPr lang="pt-BR" sz="980" b="1" dirty="0"/>
              <a:t>(…) </a:t>
            </a:r>
            <a:r>
              <a:rPr lang="pt-BR" sz="980" b="1" dirty="0" err="1"/>
              <a:t>was</a:t>
            </a:r>
            <a:r>
              <a:rPr lang="pt-BR" sz="980" b="1" dirty="0"/>
              <a:t> </a:t>
            </a:r>
            <a:r>
              <a:rPr lang="pt-BR" sz="980" b="1" dirty="0" err="1"/>
              <a:t>completely</a:t>
            </a:r>
            <a:r>
              <a:rPr lang="pt-BR" sz="980" b="1" dirty="0"/>
              <a:t> </a:t>
            </a:r>
            <a:r>
              <a:rPr lang="pt-BR" sz="980" b="1" dirty="0" err="1"/>
              <a:t>erased</a:t>
            </a:r>
            <a:r>
              <a:rPr lang="pt-BR" sz="980" b="1" dirty="0"/>
              <a:t> in a single </a:t>
            </a:r>
            <a:r>
              <a:rPr lang="pt-BR" sz="980" b="1" dirty="0" err="1"/>
              <a:t>session</a:t>
            </a:r>
            <a:r>
              <a:rPr lang="pt-BR" sz="980" b="1" dirty="0"/>
              <a:t>.</a:t>
            </a:r>
            <a:r>
              <a:rPr lang="pt-BR" sz="980" dirty="0"/>
              <a:t> </a:t>
            </a:r>
            <a:r>
              <a:rPr lang="pt-BR" sz="980" dirty="0" err="1"/>
              <a:t>On</a:t>
            </a:r>
            <a:r>
              <a:rPr lang="pt-BR" sz="980" dirty="0"/>
              <a:t> </a:t>
            </a:r>
            <a:r>
              <a:rPr lang="pt-BR" sz="980" dirty="0" err="1"/>
              <a:t>October</a:t>
            </a:r>
            <a:r>
              <a:rPr lang="pt-BR" sz="980" dirty="0"/>
              <a:t> 26, </a:t>
            </a:r>
            <a:r>
              <a:rPr lang="pt-BR" sz="980" dirty="0" err="1"/>
              <a:t>the</a:t>
            </a:r>
            <a:r>
              <a:rPr lang="pt-BR" sz="980" dirty="0"/>
              <a:t> </a:t>
            </a:r>
            <a:r>
              <a:rPr lang="pt-BR" sz="980" dirty="0" err="1"/>
              <a:t>day</a:t>
            </a:r>
            <a:r>
              <a:rPr lang="pt-BR" sz="980" dirty="0"/>
              <a:t> </a:t>
            </a:r>
            <a:r>
              <a:rPr lang="pt-BR" sz="980" dirty="0" err="1"/>
              <a:t>after</a:t>
            </a:r>
            <a:r>
              <a:rPr lang="pt-BR" sz="980" dirty="0"/>
              <a:t> </a:t>
            </a:r>
            <a:r>
              <a:rPr lang="pt-BR" sz="980" dirty="0" err="1"/>
              <a:t>the</a:t>
            </a:r>
            <a:r>
              <a:rPr lang="pt-BR" sz="980" dirty="0"/>
              <a:t> </a:t>
            </a:r>
            <a:r>
              <a:rPr lang="pt-BR" sz="980" dirty="0" err="1"/>
              <a:t>runoff</a:t>
            </a:r>
            <a:r>
              <a:rPr lang="pt-BR" sz="980" dirty="0"/>
              <a:t>, </a:t>
            </a:r>
            <a:r>
              <a:rPr lang="pt-BR" sz="980" dirty="0" err="1"/>
              <a:t>the</a:t>
            </a:r>
            <a:r>
              <a:rPr lang="pt-BR" sz="980" dirty="0"/>
              <a:t> Ibovespa </a:t>
            </a:r>
            <a:r>
              <a:rPr lang="pt-BR" sz="980" dirty="0" err="1"/>
              <a:t>fell</a:t>
            </a:r>
            <a:r>
              <a:rPr lang="pt-BR" sz="980" dirty="0"/>
              <a:t> 13.9%, its </a:t>
            </a:r>
            <a:r>
              <a:rPr lang="pt-BR" sz="980" dirty="0" err="1"/>
              <a:t>third-worst</a:t>
            </a:r>
            <a:r>
              <a:rPr lang="pt-BR" sz="980" dirty="0"/>
              <a:t> </a:t>
            </a:r>
            <a:r>
              <a:rPr lang="pt-BR" sz="980" dirty="0" err="1"/>
              <a:t>session</a:t>
            </a:r>
            <a:r>
              <a:rPr lang="pt-BR" sz="980" dirty="0"/>
              <a:t> </a:t>
            </a:r>
            <a:r>
              <a:rPr lang="pt-BR" sz="980" dirty="0" err="1"/>
              <a:t>since</a:t>
            </a:r>
            <a:r>
              <a:rPr lang="pt-BR" sz="980" dirty="0"/>
              <a:t> 2000, </a:t>
            </a:r>
            <a:r>
              <a:rPr lang="pt-BR" sz="980" dirty="0" err="1"/>
              <a:t>behind</a:t>
            </a:r>
            <a:r>
              <a:rPr lang="pt-BR" sz="980" dirty="0"/>
              <a:t> </a:t>
            </a:r>
            <a:r>
              <a:rPr lang="pt-BR" sz="980" dirty="0" err="1"/>
              <a:t>only</a:t>
            </a:r>
            <a:r>
              <a:rPr lang="pt-BR" sz="980" dirty="0"/>
              <a:t> </a:t>
            </a:r>
            <a:r>
              <a:rPr lang="pt-BR" sz="980" dirty="0" err="1"/>
              <a:t>two</a:t>
            </a:r>
            <a:r>
              <a:rPr lang="pt-BR" sz="980" dirty="0"/>
              <a:t> </a:t>
            </a:r>
            <a:r>
              <a:rPr lang="pt-BR" sz="980" dirty="0" err="1"/>
              <a:t>sessions</a:t>
            </a:r>
            <a:r>
              <a:rPr lang="pt-BR" sz="980" dirty="0"/>
              <a:t> in </a:t>
            </a:r>
            <a:r>
              <a:rPr lang="pt-BR" sz="980" dirty="0" err="1"/>
              <a:t>March</a:t>
            </a:r>
            <a:r>
              <a:rPr lang="pt-BR" sz="980" dirty="0"/>
              <a:t> 2020 </a:t>
            </a:r>
            <a:r>
              <a:rPr lang="pt-BR" sz="980" dirty="0" err="1"/>
              <a:t>during</a:t>
            </a:r>
            <a:r>
              <a:rPr lang="pt-BR" sz="980" dirty="0"/>
              <a:t> </a:t>
            </a:r>
            <a:r>
              <a:rPr lang="pt-BR" sz="980" dirty="0" err="1"/>
              <a:t>the</a:t>
            </a:r>
            <a:r>
              <a:rPr lang="pt-BR" sz="980" dirty="0"/>
              <a:t> </a:t>
            </a:r>
            <a:r>
              <a:rPr lang="pt-BR" sz="980" dirty="0" err="1"/>
              <a:t>pandemic</a:t>
            </a:r>
            <a:r>
              <a:rPr lang="pt-BR" sz="980" dirty="0"/>
              <a:t>. </a:t>
            </a:r>
            <a:r>
              <a:rPr lang="pt-BR" sz="980" dirty="0" err="1"/>
              <a:t>Domestic</a:t>
            </a:r>
            <a:r>
              <a:rPr lang="pt-BR" sz="980" dirty="0"/>
              <a:t> </a:t>
            </a:r>
            <a:r>
              <a:rPr lang="pt-BR" sz="980" dirty="0" err="1"/>
              <a:t>names</a:t>
            </a:r>
            <a:r>
              <a:rPr lang="pt-BR" sz="980" dirty="0"/>
              <a:t> led </a:t>
            </a:r>
            <a:r>
              <a:rPr lang="pt-BR" sz="980" dirty="0" err="1"/>
              <a:t>the</a:t>
            </a:r>
            <a:r>
              <a:rPr lang="pt-BR" sz="980" dirty="0"/>
              <a:t> </a:t>
            </a:r>
            <a:r>
              <a:rPr lang="pt-BR" sz="980" dirty="0" err="1"/>
              <a:t>losses</a:t>
            </a:r>
            <a:r>
              <a:rPr lang="pt-BR" sz="980" dirty="0"/>
              <a:t>: </a:t>
            </a:r>
            <a:r>
              <a:rPr lang="pt-BR" sz="980" dirty="0" err="1"/>
              <a:t>from</a:t>
            </a:r>
            <a:r>
              <a:rPr lang="pt-BR" sz="980" dirty="0"/>
              <a:t> </a:t>
            </a:r>
            <a:r>
              <a:rPr lang="pt-BR" sz="980" dirty="0" err="1"/>
              <a:t>October</a:t>
            </a:r>
            <a:r>
              <a:rPr lang="pt-BR" sz="980" dirty="0"/>
              <a:t> 23 </a:t>
            </a:r>
            <a:r>
              <a:rPr lang="pt-BR" sz="980" dirty="0" err="1"/>
              <a:t>to</a:t>
            </a:r>
            <a:r>
              <a:rPr lang="pt-BR" sz="980" dirty="0"/>
              <a:t> 28, </a:t>
            </a:r>
            <a:r>
              <a:rPr lang="pt-BR" sz="980" dirty="0" err="1"/>
              <a:t>Financials</a:t>
            </a:r>
            <a:r>
              <a:rPr lang="pt-BR" sz="980" dirty="0"/>
              <a:t> </a:t>
            </a:r>
            <a:r>
              <a:rPr lang="pt-BR" sz="980" dirty="0" err="1"/>
              <a:t>fell</a:t>
            </a:r>
            <a:r>
              <a:rPr lang="pt-BR" sz="980" dirty="0"/>
              <a:t> 23.7%, </a:t>
            </a:r>
            <a:r>
              <a:rPr lang="pt-BR" sz="980" dirty="0" err="1"/>
              <a:t>Cyclicals</a:t>
            </a:r>
            <a:r>
              <a:rPr lang="pt-BR" sz="980" dirty="0"/>
              <a:t> 18.9% </a:t>
            </a:r>
            <a:r>
              <a:rPr lang="pt-BR" sz="980" dirty="0" err="1"/>
              <a:t>and</a:t>
            </a:r>
            <a:r>
              <a:rPr lang="pt-BR" sz="980" dirty="0"/>
              <a:t> </a:t>
            </a:r>
            <a:r>
              <a:rPr lang="pt-BR" sz="980" dirty="0" err="1"/>
              <a:t>Defensives</a:t>
            </a:r>
            <a:r>
              <a:rPr lang="pt-BR" sz="980" dirty="0"/>
              <a:t> 18.8%, </a:t>
            </a:r>
            <a:r>
              <a:rPr lang="pt-BR" sz="980" dirty="0" err="1"/>
              <a:t>while</a:t>
            </a:r>
            <a:r>
              <a:rPr lang="pt-BR" sz="980" dirty="0"/>
              <a:t> </a:t>
            </a:r>
            <a:r>
              <a:rPr lang="pt-BR" sz="980" dirty="0" err="1"/>
              <a:t>small</a:t>
            </a:r>
            <a:r>
              <a:rPr lang="pt-BR" sz="980" dirty="0"/>
              <a:t> caps </a:t>
            </a:r>
            <a:r>
              <a:rPr lang="pt-BR" sz="980" dirty="0" err="1"/>
              <a:t>declined</a:t>
            </a:r>
            <a:r>
              <a:rPr lang="pt-BR" sz="980" dirty="0"/>
              <a:t> 30.4%. </a:t>
            </a:r>
            <a:r>
              <a:rPr lang="pt-BR" sz="980" dirty="0" err="1"/>
              <a:t>Foreign</a:t>
            </a:r>
            <a:r>
              <a:rPr lang="pt-BR" sz="980" dirty="0"/>
              <a:t> </a:t>
            </a:r>
            <a:r>
              <a:rPr lang="pt-BR" sz="980" dirty="0" err="1"/>
              <a:t>investors</a:t>
            </a:r>
            <a:r>
              <a:rPr lang="pt-BR" sz="980" dirty="0"/>
              <a:t> </a:t>
            </a:r>
            <a:r>
              <a:rPr lang="pt-BR" sz="980" dirty="0" err="1"/>
              <a:t>turned</a:t>
            </a:r>
            <a:r>
              <a:rPr lang="pt-BR" sz="980" dirty="0"/>
              <a:t> net </a:t>
            </a:r>
            <a:r>
              <a:rPr lang="pt-BR" sz="980" dirty="0" err="1"/>
              <a:t>sellers</a:t>
            </a:r>
            <a:r>
              <a:rPr lang="pt-BR" sz="980" dirty="0"/>
              <a:t>, </a:t>
            </a:r>
            <a:r>
              <a:rPr lang="en-US" sz="980" dirty="0"/>
              <a:t>with outflows of R$10.5bn in the four sessions through October 28, but remained net buyers in the month (+R$8.6bn).</a:t>
            </a:r>
            <a:endParaRPr lang="pt-BR" sz="980" dirty="0"/>
          </a:p>
          <a:p>
            <a:pPr>
              <a:lnSpc>
                <a:spcPct val="118000"/>
              </a:lnSpc>
            </a:pPr>
            <a:r>
              <a:rPr lang="pt-BR" sz="980" b="1" dirty="0"/>
              <a:t>Local rates </a:t>
            </a:r>
            <a:r>
              <a:rPr lang="pt-BR" sz="980" b="1" dirty="0" err="1"/>
              <a:t>and</a:t>
            </a:r>
            <a:r>
              <a:rPr lang="pt-BR" sz="980" b="1" dirty="0"/>
              <a:t> </a:t>
            </a:r>
            <a:r>
              <a:rPr lang="pt-BR" sz="980" b="1" dirty="0" err="1"/>
              <a:t>the</a:t>
            </a:r>
            <a:r>
              <a:rPr lang="pt-BR" sz="980" b="1" dirty="0"/>
              <a:t> BRL </a:t>
            </a:r>
            <a:r>
              <a:rPr lang="pt-BR" sz="980" b="1" dirty="0" err="1"/>
              <a:t>followed</a:t>
            </a:r>
            <a:r>
              <a:rPr lang="pt-BR" sz="980" b="1" dirty="0"/>
              <a:t>.</a:t>
            </a:r>
            <a:r>
              <a:rPr lang="pt-BR" sz="980" dirty="0"/>
              <a:t> The </a:t>
            </a:r>
            <a:r>
              <a:rPr lang="pt-BR" sz="980" dirty="0" err="1"/>
              <a:t>sell</a:t>
            </a:r>
            <a:r>
              <a:rPr lang="pt-BR" sz="980" dirty="0"/>
              <a:t>-off </a:t>
            </a:r>
            <a:r>
              <a:rPr lang="pt-BR" sz="980" dirty="0" err="1"/>
              <a:t>extended</a:t>
            </a:r>
            <a:r>
              <a:rPr lang="pt-BR" sz="980" dirty="0"/>
              <a:t> </a:t>
            </a:r>
            <a:r>
              <a:rPr lang="pt-BR" sz="980" dirty="0" err="1"/>
              <a:t>beyond</a:t>
            </a:r>
            <a:r>
              <a:rPr lang="pt-BR" sz="980" dirty="0"/>
              <a:t> </a:t>
            </a:r>
            <a:r>
              <a:rPr lang="pt-BR" sz="980" dirty="0" err="1"/>
              <a:t>equities</a:t>
            </a:r>
            <a:r>
              <a:rPr lang="pt-BR" sz="980" dirty="0"/>
              <a:t>, as </a:t>
            </a:r>
            <a:r>
              <a:rPr lang="pt-BR" sz="980" dirty="0" err="1"/>
              <a:t>market</a:t>
            </a:r>
            <a:r>
              <a:rPr lang="pt-BR" sz="980" dirty="0"/>
              <a:t> </a:t>
            </a:r>
            <a:r>
              <a:rPr lang="pt-BR" sz="980" dirty="0" err="1"/>
              <a:t>expectations</a:t>
            </a:r>
            <a:r>
              <a:rPr lang="pt-BR" sz="980" dirty="0"/>
              <a:t> for </a:t>
            </a:r>
            <a:r>
              <a:rPr lang="pt-BR" sz="980" dirty="0" err="1"/>
              <a:t>the</a:t>
            </a:r>
            <a:r>
              <a:rPr lang="pt-BR" sz="980" dirty="0"/>
              <a:t> </a:t>
            </a:r>
            <a:r>
              <a:rPr lang="pt-BR" sz="980" dirty="0" err="1"/>
              <a:t>macroeconomic</a:t>
            </a:r>
            <a:r>
              <a:rPr lang="pt-BR" sz="980" dirty="0"/>
              <a:t> </a:t>
            </a:r>
            <a:r>
              <a:rPr lang="pt-BR" sz="980" dirty="0" err="1"/>
              <a:t>outlook</a:t>
            </a:r>
            <a:r>
              <a:rPr lang="pt-BR" sz="980" dirty="0"/>
              <a:t> </a:t>
            </a:r>
            <a:r>
              <a:rPr lang="pt-BR" sz="980" dirty="0" err="1"/>
              <a:t>deteriorated</a:t>
            </a:r>
            <a:r>
              <a:rPr lang="pt-BR" sz="980" dirty="0"/>
              <a:t>. The DI curve </a:t>
            </a:r>
            <a:r>
              <a:rPr lang="pt-BR" sz="980" dirty="0" err="1"/>
              <a:t>shifted</a:t>
            </a:r>
            <a:r>
              <a:rPr lang="pt-BR" sz="980" dirty="0"/>
              <a:t> </a:t>
            </a:r>
            <a:r>
              <a:rPr lang="pt-BR" sz="980" dirty="0" err="1"/>
              <a:t>upward</a:t>
            </a:r>
            <a:r>
              <a:rPr lang="pt-BR" sz="980" dirty="0"/>
              <a:t> </a:t>
            </a:r>
            <a:r>
              <a:rPr lang="pt-BR" sz="980" dirty="0" err="1"/>
              <a:t>by</a:t>
            </a:r>
            <a:r>
              <a:rPr lang="pt-BR" sz="980" dirty="0"/>
              <a:t> as </a:t>
            </a:r>
            <a:r>
              <a:rPr lang="pt-BR" sz="980" dirty="0" err="1"/>
              <a:t>much</a:t>
            </a:r>
            <a:r>
              <a:rPr lang="pt-BR" sz="980" dirty="0"/>
              <a:t> as 265bps </a:t>
            </a:r>
            <a:r>
              <a:rPr lang="pt-BR" sz="980" dirty="0" err="1"/>
              <a:t>on</a:t>
            </a:r>
            <a:r>
              <a:rPr lang="pt-BR" sz="980" dirty="0"/>
              <a:t> </a:t>
            </a:r>
            <a:r>
              <a:rPr lang="pt-BR" sz="980" dirty="0" err="1"/>
              <a:t>October</a:t>
            </a:r>
            <a:r>
              <a:rPr lang="pt-BR" sz="980" dirty="0"/>
              <a:t> 26, </a:t>
            </a:r>
            <a:r>
              <a:rPr lang="pt-BR" sz="980" dirty="0" err="1"/>
              <a:t>with</a:t>
            </a:r>
            <a:r>
              <a:rPr lang="pt-BR" sz="980" dirty="0"/>
              <a:t> </a:t>
            </a:r>
            <a:r>
              <a:rPr lang="pt-BR" sz="980" dirty="0" err="1"/>
              <a:t>long-term</a:t>
            </a:r>
            <a:r>
              <a:rPr lang="pt-BR" sz="980" dirty="0"/>
              <a:t> rates </a:t>
            </a:r>
            <a:r>
              <a:rPr lang="pt-BR" sz="980" dirty="0" err="1"/>
              <a:t>rising</a:t>
            </a:r>
            <a:r>
              <a:rPr lang="pt-BR" sz="980" dirty="0"/>
              <a:t> </a:t>
            </a:r>
            <a:r>
              <a:rPr lang="pt-BR" sz="980" dirty="0" err="1"/>
              <a:t>above</a:t>
            </a:r>
            <a:r>
              <a:rPr lang="pt-BR" sz="980" dirty="0"/>
              <a:t> 15%. The BRL </a:t>
            </a:r>
            <a:r>
              <a:rPr lang="pt-BR" sz="980" dirty="0" err="1"/>
              <a:t>weakened</a:t>
            </a:r>
            <a:r>
              <a:rPr lang="pt-BR" sz="980" dirty="0"/>
              <a:t> 5.7% </a:t>
            </a:r>
            <a:r>
              <a:rPr lang="pt-BR" sz="980" dirty="0" err="1"/>
              <a:t>against</a:t>
            </a:r>
            <a:r>
              <a:rPr lang="pt-BR" sz="980" dirty="0"/>
              <a:t> </a:t>
            </a:r>
            <a:r>
              <a:rPr lang="pt-BR" sz="980" dirty="0" err="1"/>
              <a:t>the</a:t>
            </a:r>
            <a:r>
              <a:rPr lang="pt-BR" sz="980" dirty="0"/>
              <a:t> USD </a:t>
            </a:r>
            <a:r>
              <a:rPr lang="pt-BR" sz="980" dirty="0" err="1"/>
              <a:t>from</a:t>
            </a:r>
            <a:r>
              <a:rPr lang="pt-BR" sz="980" dirty="0"/>
              <a:t> </a:t>
            </a:r>
            <a:r>
              <a:rPr lang="pt-BR" sz="980" dirty="0" err="1"/>
              <a:t>October</a:t>
            </a:r>
            <a:r>
              <a:rPr lang="pt-BR" sz="980" dirty="0"/>
              <a:t> 23 </a:t>
            </a:r>
            <a:r>
              <a:rPr lang="pt-BR" sz="980" dirty="0" err="1"/>
              <a:t>to</a:t>
            </a:r>
            <a:r>
              <a:rPr lang="pt-BR" sz="980" dirty="0"/>
              <a:t> 28, </a:t>
            </a:r>
            <a:r>
              <a:rPr lang="pt-BR" sz="980" dirty="0" err="1"/>
              <a:t>while</a:t>
            </a:r>
            <a:r>
              <a:rPr lang="pt-BR" sz="980" dirty="0"/>
              <a:t> </a:t>
            </a:r>
            <a:r>
              <a:rPr lang="pt-BR" sz="980" dirty="0" err="1"/>
              <a:t>other</a:t>
            </a:r>
            <a:r>
              <a:rPr lang="pt-BR" sz="980" dirty="0"/>
              <a:t> EM </a:t>
            </a:r>
            <a:r>
              <a:rPr lang="pt-BR" sz="980" dirty="0" err="1"/>
              <a:t>currencies</a:t>
            </a:r>
            <a:r>
              <a:rPr lang="pt-BR" sz="980" dirty="0"/>
              <a:t> </a:t>
            </a:r>
            <a:r>
              <a:rPr lang="pt-BR" sz="980" dirty="0" err="1"/>
              <a:t>remained</a:t>
            </a:r>
            <a:r>
              <a:rPr lang="pt-BR" sz="980" dirty="0"/>
              <a:t> </a:t>
            </a:r>
            <a:r>
              <a:rPr lang="pt-BR" sz="980" dirty="0" err="1"/>
              <a:t>broadly</a:t>
            </a:r>
            <a:r>
              <a:rPr lang="pt-BR" sz="980" dirty="0"/>
              <a:t> </a:t>
            </a:r>
            <a:r>
              <a:rPr lang="pt-BR" sz="980" dirty="0" err="1"/>
              <a:t>stable</a:t>
            </a:r>
            <a:r>
              <a:rPr lang="pt-BR" sz="980" dirty="0"/>
              <a:t>. </a:t>
            </a:r>
            <a:r>
              <a:rPr lang="pt-BR" sz="980" dirty="0" err="1"/>
              <a:t>Throughout</a:t>
            </a:r>
            <a:r>
              <a:rPr lang="pt-BR" sz="980" dirty="0"/>
              <a:t> </a:t>
            </a:r>
            <a:r>
              <a:rPr lang="pt-BR" sz="980" dirty="0" err="1"/>
              <a:t>this</a:t>
            </a:r>
            <a:r>
              <a:rPr lang="pt-BR" sz="980" dirty="0"/>
              <a:t> </a:t>
            </a:r>
            <a:r>
              <a:rPr lang="pt-BR" sz="980" dirty="0" err="1"/>
              <a:t>report</a:t>
            </a:r>
            <a:r>
              <a:rPr lang="pt-BR" sz="980" dirty="0"/>
              <a:t>, </a:t>
            </a:r>
            <a:r>
              <a:rPr lang="pt-BR" sz="980" dirty="0" err="1"/>
              <a:t>we</a:t>
            </a:r>
            <a:r>
              <a:rPr lang="pt-BR" sz="980" dirty="0"/>
              <a:t> </a:t>
            </a:r>
            <a:r>
              <a:rPr lang="pt-BR" sz="980" dirty="0" err="1"/>
              <a:t>highlight</a:t>
            </a:r>
            <a:r>
              <a:rPr lang="pt-BR" sz="980" dirty="0"/>
              <a:t> </a:t>
            </a:r>
            <a:r>
              <a:rPr lang="pt-BR" sz="980" dirty="0" err="1"/>
              <a:t>which</a:t>
            </a:r>
            <a:r>
              <a:rPr lang="pt-BR" sz="980" dirty="0"/>
              <a:t> </a:t>
            </a:r>
            <a:r>
              <a:rPr lang="pt-BR" sz="980" dirty="0" err="1"/>
              <a:t>market</a:t>
            </a:r>
            <a:r>
              <a:rPr lang="pt-BR" sz="980" dirty="0"/>
              <a:t> </a:t>
            </a:r>
            <a:r>
              <a:rPr lang="pt-BR" sz="980" dirty="0" err="1"/>
              <a:t>fundamentals</a:t>
            </a:r>
            <a:r>
              <a:rPr lang="pt-BR" sz="980" dirty="0"/>
              <a:t> </a:t>
            </a:r>
            <a:r>
              <a:rPr lang="pt-BR" sz="980" dirty="0" err="1"/>
              <a:t>have</a:t>
            </a:r>
            <a:r>
              <a:rPr lang="pt-BR" sz="980" dirty="0"/>
              <a:t> </a:t>
            </a:r>
            <a:r>
              <a:rPr lang="pt-BR" sz="980" dirty="0" err="1"/>
              <a:t>deteriorated</a:t>
            </a:r>
            <a:r>
              <a:rPr lang="pt-BR" sz="980" dirty="0"/>
              <a:t> </a:t>
            </a:r>
            <a:r>
              <a:rPr lang="pt-BR" sz="980" dirty="0" err="1"/>
              <a:t>and</a:t>
            </a:r>
            <a:r>
              <a:rPr lang="pt-BR" sz="980" dirty="0"/>
              <a:t> </a:t>
            </a:r>
            <a:r>
              <a:rPr lang="pt-BR" sz="980" dirty="0" err="1"/>
              <a:t>discuss</a:t>
            </a:r>
            <a:r>
              <a:rPr lang="pt-BR" sz="980" dirty="0"/>
              <a:t> </a:t>
            </a:r>
            <a:r>
              <a:rPr lang="pt-BR" sz="980" dirty="0" err="1"/>
              <a:t>how</a:t>
            </a:r>
            <a:r>
              <a:rPr lang="pt-BR" sz="980" dirty="0"/>
              <a:t> </a:t>
            </a:r>
            <a:r>
              <a:rPr lang="pt-BR" sz="980" dirty="0" err="1"/>
              <a:t>to</a:t>
            </a:r>
            <a:r>
              <a:rPr lang="pt-BR" sz="980" dirty="0"/>
              <a:t> position </a:t>
            </a:r>
            <a:r>
              <a:rPr lang="pt-BR" sz="980" dirty="0" err="1"/>
              <a:t>accordingly</a:t>
            </a:r>
            <a:r>
              <a:rPr lang="pt-BR" sz="980" dirty="0"/>
              <a:t>.</a:t>
            </a:r>
          </a:p>
          <a:p>
            <a:pPr>
              <a:lnSpc>
                <a:spcPct val="118000"/>
              </a:lnSpc>
            </a:pPr>
            <a:r>
              <a:rPr lang="pt-BR" sz="980" dirty="0"/>
              <a:t>The Ibovespa </a:t>
            </a:r>
            <a:r>
              <a:rPr lang="pt-BR" sz="980" dirty="0" err="1"/>
              <a:t>ended</a:t>
            </a:r>
            <a:r>
              <a:rPr lang="pt-BR" sz="980" dirty="0"/>
              <a:t> </a:t>
            </a:r>
            <a:r>
              <a:rPr lang="pt-BR" sz="980" dirty="0" err="1"/>
              <a:t>the</a:t>
            </a:r>
            <a:r>
              <a:rPr lang="pt-BR" sz="980" dirty="0"/>
              <a:t> </a:t>
            </a:r>
            <a:r>
              <a:rPr lang="pt-BR" sz="980" dirty="0" err="1"/>
              <a:t>month</a:t>
            </a:r>
            <a:r>
              <a:rPr lang="pt-BR" sz="980" dirty="0"/>
              <a:t> </a:t>
            </a:r>
            <a:r>
              <a:rPr lang="pt-BR" sz="980" dirty="0" err="1"/>
              <a:t>at</a:t>
            </a:r>
            <a:r>
              <a:rPr lang="pt-BR" sz="980" dirty="0"/>
              <a:t> 171,006 points, </a:t>
            </a:r>
            <a:r>
              <a:rPr lang="pt-BR" sz="980" dirty="0" err="1"/>
              <a:t>down</a:t>
            </a:r>
            <a:r>
              <a:rPr lang="pt-BR" sz="980" dirty="0"/>
              <a:t> 8.2% in BRL </a:t>
            </a:r>
            <a:r>
              <a:rPr lang="pt-BR" sz="980" dirty="0" err="1"/>
              <a:t>terms</a:t>
            </a:r>
            <a:r>
              <a:rPr lang="pt-BR" sz="980" dirty="0"/>
              <a:t> </a:t>
            </a:r>
            <a:r>
              <a:rPr lang="pt-BR" sz="980" dirty="0" err="1"/>
              <a:t>and</a:t>
            </a:r>
            <a:r>
              <a:rPr lang="pt-BR" sz="980" dirty="0"/>
              <a:t> 11.0% in USD </a:t>
            </a:r>
            <a:r>
              <a:rPr lang="pt-BR" sz="980" dirty="0" err="1"/>
              <a:t>terms</a:t>
            </a:r>
            <a:r>
              <a:rPr lang="pt-BR" sz="980" dirty="0"/>
              <a:t>.</a:t>
            </a:r>
          </a:p>
        </p:txBody>
      </p:sp>
      <p:sp>
        <p:nvSpPr>
          <p:cNvPr id="13" name="Text Placeholder 12"/>
          <p:cNvSpPr>
            <a:spLocks noGrp="1"/>
          </p:cNvSpPr>
          <p:nvPr>
            <p:ph type="body" sz="quarter" idx="16"/>
          </p:nvPr>
        </p:nvSpPr>
        <p:spPr/>
        <p:txBody>
          <a:bodyPr/>
          <a:lstStyle/>
          <a:p>
            <a:r>
              <a:t>XP Ray of Brazil</a:t>
            </a:r>
          </a:p>
        </p:txBody>
      </p:sp>
      <p:sp>
        <p:nvSpPr>
          <p:cNvPr id="14" name="Text Placeholder 13"/>
          <p:cNvSpPr>
            <a:spLocks noGrp="1"/>
          </p:cNvSpPr>
          <p:nvPr>
            <p:ph type="body" sz="quarter" idx="17"/>
          </p:nvPr>
        </p:nvSpPr>
        <p:spPr/>
        <p:txBody>
          <a:bodyPr/>
          <a:lstStyle/>
          <a:p>
            <a:r>
              <a:rPr dirty="0"/>
              <a:t>A </a:t>
            </a:r>
            <a:r>
              <a:rPr dirty="0" err="1"/>
              <a:t>very</a:t>
            </a:r>
            <a:r>
              <a:rPr dirty="0"/>
              <a:t> </a:t>
            </a:r>
            <a:r>
              <a:rPr lang="pt-BR" dirty="0" err="1"/>
              <a:t>s</a:t>
            </a:r>
            <a:r>
              <a:rPr dirty="0" err="1"/>
              <a:t>trong</a:t>
            </a:r>
            <a:r>
              <a:rPr dirty="0"/>
              <a:t> rally </a:t>
            </a:r>
            <a:r>
              <a:rPr dirty="0" err="1"/>
              <a:t>is</a:t>
            </a:r>
            <a:r>
              <a:rPr dirty="0"/>
              <a:t> </a:t>
            </a:r>
            <a:r>
              <a:rPr dirty="0" err="1"/>
              <a:t>followed</a:t>
            </a:r>
            <a:r>
              <a:rPr dirty="0"/>
              <a:t> </a:t>
            </a:r>
            <a:r>
              <a:rPr dirty="0" err="1"/>
              <a:t>by</a:t>
            </a:r>
            <a:r>
              <a:rPr dirty="0"/>
              <a:t> a </a:t>
            </a:r>
            <a:r>
              <a:rPr dirty="0" err="1"/>
              <a:t>historical</a:t>
            </a:r>
            <a:r>
              <a:rPr dirty="0"/>
              <a:t> </a:t>
            </a:r>
            <a:r>
              <a:rPr dirty="0" err="1"/>
              <a:t>sell</a:t>
            </a:r>
            <a:r>
              <a:rPr dirty="0"/>
              <a:t>-off</a:t>
            </a:r>
          </a:p>
        </p:txBody>
      </p:sp>
      <p:sp>
        <p:nvSpPr>
          <p:cNvPr id="15" name="Text Placeholder 14"/>
          <p:cNvSpPr>
            <a:spLocks noGrp="1"/>
          </p:cNvSpPr>
          <p:nvPr>
            <p:ph type="body" sz="quarter" idx="31"/>
          </p:nvPr>
        </p:nvSpPr>
        <p:spPr/>
        <p:txBody>
          <a:bodyPr/>
          <a:lstStyle/>
          <a:p>
            <a:r>
              <a:rPr dirty="0" err="1"/>
              <a:t>Source</a:t>
            </a:r>
            <a:r>
              <a:rPr dirty="0"/>
              <a:t>: B3, BCB, ANBIMA, XP </a:t>
            </a:r>
            <a:r>
              <a:rPr dirty="0" err="1"/>
              <a:t>Research</a:t>
            </a:r>
            <a:r>
              <a:rPr dirty="0"/>
              <a:t>. </a:t>
            </a:r>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endParaRPr lang="en-US"/>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5857109"/>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Chart 2: Global equities performance (in USD)</a:t>
            </a:r>
            <a:endParaRPr lang="pt-BR" dirty="0"/>
          </a:p>
        </p:txBody>
      </p:sp>
      <p:sp>
        <p:nvSpPr>
          <p:cNvPr id="3"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5857776"/>
            <a:ext cx="292608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a:t>Chart 3: Ibovespa's best and worst days since 2000</a:t>
            </a:r>
            <a:endParaRPr lang="pt-BR"/>
          </a:p>
        </p:txBody>
      </p:sp>
      <p:graphicFrame>
        <p:nvGraphicFramePr>
          <p:cNvPr id="8" name="Chart T2">
            <a:extLst>
              <a:ext uri="{FF2B5EF4-FFF2-40B4-BE49-F238E27FC236}">
                <a16:creationId xmlns:a16="http://schemas.microsoft.com/office/drawing/2014/main" id="{00000000-0008-0000-0100-000002000000}"/>
              </a:ext>
            </a:extLst>
          </p:cNvPr>
          <p:cNvGraphicFramePr>
            <a:graphicFrameLocks/>
          </p:cNvGraphicFramePr>
          <p:nvPr>
            <p:extLst>
              <p:ext uri="{D42A27DB-BD31-4B8C-83A1-F6EECF244321}">
                <p14:modId xmlns:p14="http://schemas.microsoft.com/office/powerpoint/2010/main" val="1909539476"/>
              </p:ext>
            </p:extLst>
          </p:nvPr>
        </p:nvGraphicFramePr>
        <p:xfrm>
          <a:off x="3557014" y="6168326"/>
          <a:ext cx="2926080" cy="318490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Chart G2">
            <a:extLst>
              <a:ext uri="{FF2B5EF4-FFF2-40B4-BE49-F238E27FC236}">
                <a16:creationId xmlns:a16="http://schemas.microsoft.com/office/drawing/2014/main" id="{E80FCF31-17C9-793B-EB72-F95D6FEE35BF}"/>
              </a:ext>
            </a:extLst>
          </p:cNvPr>
          <p:cNvGraphicFramePr>
            <a:graphicFrameLocks noGrp="1"/>
          </p:cNvGraphicFramePr>
          <p:nvPr>
            <p:extLst>
              <p:ext uri="{D42A27DB-BD31-4B8C-83A1-F6EECF244321}">
                <p14:modId xmlns:p14="http://schemas.microsoft.com/office/powerpoint/2010/main" val="3508721844"/>
              </p:ext>
            </p:extLst>
          </p:nvPr>
        </p:nvGraphicFramePr>
        <p:xfrm>
          <a:off x="384047" y="6168326"/>
          <a:ext cx="2926080" cy="3184902"/>
        </p:xfrm>
        <a:graphic>
          <a:graphicData uri="http://schemas.openxmlformats.org/drawingml/2006/chart">
            <c:chart xmlns:c="http://schemas.openxmlformats.org/drawingml/2006/chart" xmlns:r="http://schemas.openxmlformats.org/officeDocument/2006/relationships" r:id="rId3"/>
          </a:graphicData>
        </a:graphic>
      </p:graphicFrame>
      <p:sp>
        <p:nvSpPr>
          <p:cNvPr id="4" name="Rectangle 3">
            <a:extLst>
              <a:ext uri="{FF2B5EF4-FFF2-40B4-BE49-F238E27FC236}">
                <a16:creationId xmlns:a16="http://schemas.microsoft.com/office/drawing/2014/main" id="{4840C0B7-0A0C-FEF5-5B80-E6001DAB656F}"/>
              </a:ext>
            </a:extLst>
          </p:cNvPr>
          <p:cNvSpPr/>
          <p:nvPr/>
        </p:nvSpPr>
        <p:spPr>
          <a:xfrm>
            <a:off x="-2642716" y="7084088"/>
            <a:ext cx="1668026" cy="15273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Esperar fechamento</a:t>
            </a:r>
          </a:p>
        </p:txBody>
      </p:sp>
    </p:spTree>
    <p:extLst>
      <p:ext uri="{BB962C8B-B14F-4D97-AF65-F5344CB8AC3E}">
        <p14:creationId xmlns:p14="http://schemas.microsoft.com/office/powerpoint/2010/main" val="137405145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p:cNvSpPr>
            <a:spLocks noGrp="1"/>
          </p:cNvSpPr>
          <p:nvPr>
            <p:ph type="body" sz="quarter" idx="16"/>
          </p:nvPr>
        </p:nvSpPr>
        <p:spPr/>
        <p:txBody>
          <a:bodyPr/>
          <a:lstStyle/>
          <a:p>
            <a:r>
              <a:t>XP Ray of Brazil</a:t>
            </a:r>
          </a:p>
        </p:txBody>
      </p:sp>
      <p:sp>
        <p:nvSpPr>
          <p:cNvPr id="14" name="Text Placeholder 13"/>
          <p:cNvSpPr>
            <a:spLocks noGrp="1"/>
          </p:cNvSpPr>
          <p:nvPr>
            <p:ph type="body" sz="quarter" idx="17"/>
          </p:nvPr>
        </p:nvSpPr>
        <p:spPr/>
        <p:txBody>
          <a:bodyPr/>
          <a:lstStyle/>
          <a:p>
            <a:r>
              <a:t>The markets in October: Six key charts</a:t>
            </a:r>
          </a:p>
        </p:txBody>
      </p:sp>
      <p:sp>
        <p:nvSpPr>
          <p:cNvPr id="15" name="Text Placeholder 14"/>
          <p:cNvSpPr>
            <a:spLocks noGrp="1"/>
          </p:cNvSpPr>
          <p:nvPr>
            <p:ph type="body" sz="quarter" idx="31"/>
          </p:nvPr>
        </p:nvSpPr>
        <p:spPr/>
        <p:txBody>
          <a:bodyPr/>
          <a:lstStyle/>
          <a:p>
            <a:r>
              <a:rPr dirty="0" err="1"/>
              <a:t>Source</a:t>
            </a:r>
            <a:r>
              <a:rPr dirty="0"/>
              <a:t>: B3, BCB, </a:t>
            </a:r>
            <a:r>
              <a:rPr lang="pt-BR" dirty="0"/>
              <a:t>ANBIMA, IBGE, </a:t>
            </a:r>
            <a:r>
              <a:rPr dirty="0"/>
              <a:t>XP </a:t>
            </a:r>
            <a:r>
              <a:rPr dirty="0" err="1"/>
              <a:t>Research</a:t>
            </a:r>
            <a:r>
              <a:rPr dirty="0"/>
              <a:t>. </a:t>
            </a:r>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endParaRPr lang="en-US"/>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1499615"/>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4: Brazilian equities started October strongly…</a:t>
            </a:r>
          </a:p>
        </p:txBody>
      </p:sp>
      <p:sp>
        <p:nvSpPr>
          <p:cNvPr id="37" name="TextBox 36"/>
          <p:cNvSpPr txBox="1"/>
          <p:nvPr/>
        </p:nvSpPr>
        <p:spPr>
          <a:xfrm>
            <a:off x="384048" y="1773935"/>
            <a:ext cx="2926080" cy="173736"/>
          </a:xfrm>
          <a:prstGeom prst="rect">
            <a:avLst/>
          </a:prstGeom>
          <a:noFill/>
        </p:spPr>
        <p:txBody>
          <a:bodyPr wrap="square" lIns="0" tIns="0" rIns="0" bIns="0">
            <a:spAutoFit/>
          </a:bodyPr>
          <a:lstStyle/>
          <a:p>
            <a:r>
              <a:rPr sz="800" i="1" dirty="0">
                <a:solidFill>
                  <a:srgbClr val="595959"/>
                </a:solidFill>
                <a:latin typeface="Roboto Light"/>
              </a:rPr>
              <a:t>% in USD, Sep 30 to Oct 23 (last session before the runoff)</a:t>
            </a:r>
          </a:p>
        </p:txBody>
      </p:sp>
      <p:sp>
        <p:nvSpPr>
          <p:cNvPr id="2"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1499615"/>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5: …with record foreign inflows…</a:t>
            </a:r>
          </a:p>
        </p:txBody>
      </p:sp>
      <p:sp>
        <p:nvSpPr>
          <p:cNvPr id="38" name="TextBox 37"/>
          <p:cNvSpPr txBox="1"/>
          <p:nvPr/>
        </p:nvSpPr>
        <p:spPr>
          <a:xfrm>
            <a:off x="3557016" y="1773935"/>
            <a:ext cx="2926080" cy="123111"/>
          </a:xfrm>
          <a:prstGeom prst="rect">
            <a:avLst/>
          </a:prstGeom>
          <a:noFill/>
        </p:spPr>
        <p:txBody>
          <a:bodyPr wrap="square" lIns="0" tIns="0" rIns="0" bIns="0">
            <a:spAutoFit/>
          </a:bodyPr>
          <a:lstStyle/>
          <a:p>
            <a:r>
              <a:rPr lang="en-US" sz="800" i="1">
                <a:solidFill>
                  <a:srgbClr val="595959"/>
                </a:solidFill>
                <a:latin typeface="Roboto Light"/>
              </a:rPr>
              <a:t>Net foreign flow on B3's cash market (R$ bn)</a:t>
            </a:r>
            <a:endParaRPr sz="800" i="1">
              <a:solidFill>
                <a:srgbClr val="595959"/>
              </a:solidFill>
              <a:latin typeface="Roboto Light"/>
            </a:endParaRPr>
          </a:p>
        </p:txBody>
      </p:sp>
      <p:sp>
        <p:nvSpPr>
          <p:cNvPr id="3"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410565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6: …until the runoff reversed the move…</a:t>
            </a:r>
          </a:p>
        </p:txBody>
      </p:sp>
      <p:sp>
        <p:nvSpPr>
          <p:cNvPr id="39" name="TextBox 38"/>
          <p:cNvSpPr txBox="1"/>
          <p:nvPr/>
        </p:nvSpPr>
        <p:spPr>
          <a:xfrm>
            <a:off x="384048" y="4379976"/>
            <a:ext cx="2926080" cy="123111"/>
          </a:xfrm>
          <a:prstGeom prst="rect">
            <a:avLst/>
          </a:prstGeom>
          <a:noFill/>
        </p:spPr>
        <p:txBody>
          <a:bodyPr wrap="square" lIns="0" tIns="0" rIns="0" bIns="0">
            <a:spAutoFit/>
          </a:bodyPr>
          <a:lstStyle/>
          <a:p>
            <a:r>
              <a:rPr lang="pt-BR" sz="800" i="1" dirty="0">
                <a:solidFill>
                  <a:srgbClr val="595959"/>
                </a:solidFill>
                <a:latin typeface="Roboto Light"/>
              </a:rPr>
              <a:t>Performance </a:t>
            </a:r>
            <a:r>
              <a:rPr sz="800" i="1" dirty="0">
                <a:solidFill>
                  <a:srgbClr val="595959"/>
                </a:solidFill>
                <a:latin typeface="Roboto Light"/>
              </a:rPr>
              <a:t>by </a:t>
            </a:r>
            <a:r>
              <a:rPr lang="pt-BR" sz="800" i="1" dirty="0">
                <a:solidFill>
                  <a:srgbClr val="595959"/>
                </a:solidFill>
                <a:latin typeface="Roboto Light"/>
              </a:rPr>
              <a:t>Ibovespa </a:t>
            </a:r>
            <a:r>
              <a:rPr sz="800" i="1" dirty="0">
                <a:solidFill>
                  <a:srgbClr val="595959"/>
                </a:solidFill>
                <a:latin typeface="Roboto Light"/>
              </a:rPr>
              <a:t>segment</a:t>
            </a:r>
          </a:p>
        </p:txBody>
      </p:sp>
      <p:sp>
        <p:nvSpPr>
          <p:cNvPr id="4"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410565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7: …as the DI curve shifted up…</a:t>
            </a:r>
          </a:p>
        </p:txBody>
      </p:sp>
      <p:sp>
        <p:nvSpPr>
          <p:cNvPr id="5"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671169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dirty="0"/>
              <a:t>Chart 8: …</a:t>
            </a:r>
            <a:r>
              <a:rPr lang="pt-BR" dirty="0" err="1"/>
              <a:t>the</a:t>
            </a:r>
            <a:r>
              <a:rPr lang="pt-BR" dirty="0"/>
              <a:t> BRL </a:t>
            </a:r>
            <a:r>
              <a:rPr lang="pt-BR" dirty="0" err="1"/>
              <a:t>sold</a:t>
            </a:r>
            <a:r>
              <a:rPr lang="pt-BR" dirty="0"/>
              <a:t> off…</a:t>
            </a:r>
          </a:p>
        </p:txBody>
      </p:sp>
      <p:sp>
        <p:nvSpPr>
          <p:cNvPr id="41" name="TextBox 40"/>
          <p:cNvSpPr txBox="1"/>
          <p:nvPr/>
        </p:nvSpPr>
        <p:spPr>
          <a:xfrm>
            <a:off x="384048" y="6986016"/>
            <a:ext cx="2926080" cy="123111"/>
          </a:xfrm>
          <a:prstGeom prst="rect">
            <a:avLst/>
          </a:prstGeom>
          <a:noFill/>
        </p:spPr>
        <p:txBody>
          <a:bodyPr wrap="square" lIns="0" tIns="0" rIns="0" bIns="0">
            <a:spAutoFit/>
          </a:bodyPr>
          <a:lstStyle/>
          <a:p>
            <a:r>
              <a:rPr sz="800" i="1" dirty="0">
                <a:solidFill>
                  <a:srgbClr val="595959"/>
                </a:solidFill>
                <a:latin typeface="Roboto Light"/>
              </a:rPr>
              <a:t>% change vs. the USD, Oct 23 to Oct 28</a:t>
            </a:r>
          </a:p>
        </p:txBody>
      </p:sp>
      <p:sp>
        <p:nvSpPr>
          <p:cNvPr id="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671169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9: …and implied inflation jumped</a:t>
            </a:r>
          </a:p>
        </p:txBody>
      </p:sp>
      <p:sp>
        <p:nvSpPr>
          <p:cNvPr id="42" name="TextBox 41"/>
          <p:cNvSpPr txBox="1"/>
          <p:nvPr/>
        </p:nvSpPr>
        <p:spPr>
          <a:xfrm>
            <a:off x="3557016" y="6986016"/>
            <a:ext cx="2926080" cy="123111"/>
          </a:xfrm>
          <a:prstGeom prst="rect">
            <a:avLst/>
          </a:prstGeom>
          <a:noFill/>
        </p:spPr>
        <p:txBody>
          <a:bodyPr wrap="square" lIns="0" tIns="0" rIns="0" bIns="0">
            <a:spAutoFit/>
          </a:bodyPr>
          <a:lstStyle/>
          <a:p>
            <a:r>
              <a:rPr lang="en-US" sz="800" i="1">
                <a:solidFill>
                  <a:srgbClr val="595959"/>
                </a:solidFill>
                <a:latin typeface="Roboto Light"/>
              </a:rPr>
              <a:t>IPCA YoY (%); dotted: path implied by ANBIMA breakevens</a:t>
            </a:r>
            <a:endParaRPr sz="800" i="1">
              <a:solidFill>
                <a:srgbClr val="595959"/>
              </a:solidFill>
              <a:latin typeface="Roboto Light"/>
            </a:endParaRPr>
          </a:p>
        </p:txBody>
      </p:sp>
      <p:graphicFrame>
        <p:nvGraphicFramePr>
          <p:cNvPr id="43" name="Chart K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1566512065"/>
              </p:ext>
            </p:extLst>
          </p:nvPr>
        </p:nvGraphicFramePr>
        <p:xfrm>
          <a:off x="384043" y="1975100"/>
          <a:ext cx="2926080" cy="201168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5" name="Chart K3">
            <a:extLst>
              <a:ext uri="{FF2B5EF4-FFF2-40B4-BE49-F238E27FC236}">
                <a16:creationId xmlns:a16="http://schemas.microsoft.com/office/drawing/2014/main" id="{00000000-0008-0000-0200-000002000000}"/>
              </a:ext>
            </a:extLst>
          </p:cNvPr>
          <p:cNvGraphicFramePr>
            <a:graphicFrameLocks/>
          </p:cNvGraphicFramePr>
          <p:nvPr>
            <p:extLst>
              <p:ext uri="{D42A27DB-BD31-4B8C-83A1-F6EECF244321}">
                <p14:modId xmlns:p14="http://schemas.microsoft.com/office/powerpoint/2010/main" val="1965938598"/>
              </p:ext>
            </p:extLst>
          </p:nvPr>
        </p:nvGraphicFramePr>
        <p:xfrm>
          <a:off x="384043" y="4537900"/>
          <a:ext cx="2926080" cy="20549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6" name="Chart K4">
            <a:extLst>
              <a:ext uri="{FF2B5EF4-FFF2-40B4-BE49-F238E27FC236}">
                <a16:creationId xmlns:a16="http://schemas.microsoft.com/office/drawing/2014/main" id="{00000000-0008-0000-0300-000002000000}"/>
              </a:ext>
            </a:extLst>
          </p:cNvPr>
          <p:cNvGraphicFramePr>
            <a:graphicFrameLocks/>
          </p:cNvGraphicFramePr>
          <p:nvPr>
            <p:extLst>
              <p:ext uri="{D42A27DB-BD31-4B8C-83A1-F6EECF244321}">
                <p14:modId xmlns:p14="http://schemas.microsoft.com/office/powerpoint/2010/main" val="3663381048"/>
              </p:ext>
            </p:extLst>
          </p:nvPr>
        </p:nvGraphicFramePr>
        <p:xfrm>
          <a:off x="3557011" y="4379772"/>
          <a:ext cx="2926080" cy="221304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7" name="Chart K5">
            <a:extLst>
              <a:ext uri="{FF2B5EF4-FFF2-40B4-BE49-F238E27FC236}">
                <a16:creationId xmlns:a16="http://schemas.microsoft.com/office/drawing/2014/main" id="{00000000-0008-0000-0400-000002000000}"/>
              </a:ext>
            </a:extLst>
          </p:cNvPr>
          <p:cNvGraphicFramePr>
            <a:graphicFrameLocks/>
          </p:cNvGraphicFramePr>
          <p:nvPr>
            <p:extLst>
              <p:ext uri="{D42A27DB-BD31-4B8C-83A1-F6EECF244321}">
                <p14:modId xmlns:p14="http://schemas.microsoft.com/office/powerpoint/2010/main" val="1861976595"/>
              </p:ext>
            </p:extLst>
          </p:nvPr>
        </p:nvGraphicFramePr>
        <p:xfrm>
          <a:off x="384043" y="7187180"/>
          <a:ext cx="2926080" cy="201168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2" name="Chart K6">
            <a:extLst>
              <a:ext uri="{FF2B5EF4-FFF2-40B4-BE49-F238E27FC236}">
                <a16:creationId xmlns:a16="http://schemas.microsoft.com/office/drawing/2014/main" id="{00000000-0008-0000-0500-000002000000}"/>
              </a:ext>
            </a:extLst>
          </p:cNvPr>
          <p:cNvGraphicFramePr>
            <a:graphicFrameLocks/>
          </p:cNvGraphicFramePr>
          <p:nvPr>
            <p:extLst>
              <p:ext uri="{D42A27DB-BD31-4B8C-83A1-F6EECF244321}">
                <p14:modId xmlns:p14="http://schemas.microsoft.com/office/powerpoint/2010/main" val="1362881031"/>
              </p:ext>
            </p:extLst>
          </p:nvPr>
        </p:nvGraphicFramePr>
        <p:xfrm>
          <a:off x="3557008" y="7187177"/>
          <a:ext cx="2926080" cy="203891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 name="Chart K2">
            <a:extLst>
              <a:ext uri="{FF2B5EF4-FFF2-40B4-BE49-F238E27FC236}">
                <a16:creationId xmlns:a16="http://schemas.microsoft.com/office/drawing/2014/main" id="{3C22E81A-3B58-56CB-D1C6-64133D0556AE}"/>
              </a:ext>
            </a:extLst>
          </p:cNvPr>
          <p:cNvGraphicFramePr>
            <a:graphicFrameLocks/>
          </p:cNvGraphicFramePr>
          <p:nvPr>
            <p:extLst>
              <p:ext uri="{D42A27DB-BD31-4B8C-83A1-F6EECF244321}">
                <p14:modId xmlns:p14="http://schemas.microsoft.com/office/powerpoint/2010/main" val="1997207293"/>
              </p:ext>
            </p:extLst>
          </p:nvPr>
        </p:nvGraphicFramePr>
        <p:xfrm>
          <a:off x="3557010" y="1975099"/>
          <a:ext cx="2926080" cy="2011680"/>
        </p:xfrm>
        <a:graphic>
          <a:graphicData uri="http://schemas.openxmlformats.org/drawingml/2006/chart">
            <c:chart xmlns:c="http://schemas.openxmlformats.org/drawingml/2006/chart" xmlns:r="http://schemas.openxmlformats.org/officeDocument/2006/relationships" r:id="rId7"/>
          </a:graphicData>
        </a:graphic>
      </p:graphicFrame>
      <p:sp>
        <p:nvSpPr>
          <p:cNvPr id="9" name="Rectangle 8">
            <a:extLst>
              <a:ext uri="{FF2B5EF4-FFF2-40B4-BE49-F238E27FC236}">
                <a16:creationId xmlns:a16="http://schemas.microsoft.com/office/drawing/2014/main" id="{C7A075C0-BB45-39ED-890B-924104BD72BA}"/>
              </a:ext>
            </a:extLst>
          </p:cNvPr>
          <p:cNvSpPr/>
          <p:nvPr/>
        </p:nvSpPr>
        <p:spPr>
          <a:xfrm>
            <a:off x="-2049863" y="2100106"/>
            <a:ext cx="1668026" cy="15273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Esperar fechamento</a:t>
            </a:r>
          </a:p>
        </p:txBody>
      </p:sp>
      <p:sp>
        <p:nvSpPr>
          <p:cNvPr id="11" name="Rectangle 10">
            <a:extLst>
              <a:ext uri="{FF2B5EF4-FFF2-40B4-BE49-F238E27FC236}">
                <a16:creationId xmlns:a16="http://schemas.microsoft.com/office/drawing/2014/main" id="{120F0905-8E24-99E2-E204-569CDD924EF5}"/>
              </a:ext>
            </a:extLst>
          </p:cNvPr>
          <p:cNvSpPr/>
          <p:nvPr/>
        </p:nvSpPr>
        <p:spPr>
          <a:xfrm>
            <a:off x="7776767" y="4911969"/>
            <a:ext cx="1668026" cy="15273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Atuallizar</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2" name="Rectangle 11">
            <a:extLst>
              <a:ext uri="{FF2B5EF4-FFF2-40B4-BE49-F238E27FC236}">
                <a16:creationId xmlns:a16="http://schemas.microsoft.com/office/drawing/2014/main" id="{821A63A3-A944-31E2-35A1-776E79763A13}"/>
              </a:ext>
            </a:extLst>
          </p:cNvPr>
          <p:cNvSpPr/>
          <p:nvPr/>
        </p:nvSpPr>
        <p:spPr>
          <a:xfrm>
            <a:off x="-2089040" y="5105400"/>
            <a:ext cx="1668026" cy="15273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Atuallizar</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
        <p:nvSpPr>
          <p:cNvPr id="17" name="Rectangle 16">
            <a:extLst>
              <a:ext uri="{FF2B5EF4-FFF2-40B4-BE49-F238E27FC236}">
                <a16:creationId xmlns:a16="http://schemas.microsoft.com/office/drawing/2014/main" id="{DF719DBF-1338-5742-5D4E-77040F2DA8AF}"/>
              </a:ext>
            </a:extLst>
          </p:cNvPr>
          <p:cNvSpPr/>
          <p:nvPr/>
        </p:nvSpPr>
        <p:spPr>
          <a:xfrm>
            <a:off x="-2049863" y="7429345"/>
            <a:ext cx="1668026" cy="15273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Esperar fechamento</a:t>
            </a:r>
          </a:p>
        </p:txBody>
      </p:sp>
    </p:spTree>
    <p:extLst>
      <p:ext uri="{BB962C8B-B14F-4D97-AF65-F5344CB8AC3E}">
        <p14:creationId xmlns:p14="http://schemas.microsoft.com/office/powerpoint/2010/main" val="246997651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5593AA0E-F57B-05C8-7428-66E3B2E5E100}"/>
              </a:ext>
            </a:extLst>
          </p:cNvPr>
          <p:cNvSpPr>
            <a:spLocks noGrp="1"/>
          </p:cNvSpPr>
          <p:nvPr>
            <p:ph type="body" sz="quarter" idx="20"/>
          </p:nvPr>
        </p:nvSpPr>
        <p:spPr>
          <a:xfrm>
            <a:off x="382829" y="1497013"/>
            <a:ext cx="6119679" cy="4466984"/>
          </a:xfrm>
          <a:noFill/>
        </p:spPr>
        <p:txBody>
          <a:bodyPr wrap="square" lIns="72000" tIns="72000" rIns="72000" bIns="72000" rtlCol="0" anchor="t">
            <a:noAutofit/>
          </a:bodyPr>
          <a:lstStyle/>
          <a:p>
            <a:r>
              <a:rPr lang="en-US" dirty="0">
                <a:solidFill>
                  <a:schemeClr val="tx1"/>
                </a:solidFill>
              </a:rPr>
              <a:t>Looking at performance on a sector-by-sector basis, 12 of the 16 Ibovespa sectors fell in October, with the index down 9.2%. Domestic sectors rallied ahead of the runoff and gave it all back after the election result, while exporters with USD revenues held up.</a:t>
            </a:r>
          </a:p>
          <a:p>
            <a:r>
              <a:rPr lang="en-US" dirty="0">
                <a:solidFill>
                  <a:schemeClr val="tx1"/>
                </a:solidFill>
              </a:rPr>
              <a:t>On the positive side, we highlight:</a:t>
            </a:r>
          </a:p>
          <a:p>
            <a:pPr marL="228600" indent="-228600">
              <a:buFont typeface="+mj-lt"/>
              <a:buAutoNum type="arabicPeriod"/>
            </a:pPr>
            <a:r>
              <a:rPr lang="en-US" b="1" dirty="0">
                <a:solidFill>
                  <a:schemeClr val="tx1"/>
                </a:solidFill>
              </a:rPr>
              <a:t>Pulp &amp; Paper (+6.6%)</a:t>
            </a:r>
            <a:r>
              <a:rPr lang="en-US" dirty="0">
                <a:solidFill>
                  <a:schemeClr val="tx1"/>
                </a:solidFill>
              </a:rPr>
              <a:t>, led by Suzano (SUZB3, +12.5%), whose USD-linked revenues benefit from a weaker BRL (USDBRL +6.7% since October 23).</a:t>
            </a:r>
          </a:p>
          <a:p>
            <a:pPr marL="228600" indent="-228600">
              <a:buFont typeface="+mj-lt"/>
              <a:buAutoNum type="arabicPeriod"/>
            </a:pPr>
            <a:r>
              <a:rPr lang="en-US" b="1" dirty="0">
                <a:solidFill>
                  <a:schemeClr val="tx1"/>
                </a:solidFill>
              </a:rPr>
              <a:t>Oil, Gas &amp; Petrochemicals (+3.1%)</a:t>
            </a:r>
            <a:r>
              <a:rPr lang="en-US" dirty="0">
                <a:solidFill>
                  <a:schemeClr val="tx1"/>
                </a:solidFill>
              </a:rPr>
              <a:t>, as Brent rose 11.0% in October, to US$115/bbl. PRIO (PRIO3, +15.7%) and Petrobras (PETR3, +9.6%; PETR4, +6.3%) led the gains, despite PETR4's 11.0% drop after the runoff.</a:t>
            </a:r>
          </a:p>
          <a:p>
            <a:pPr marL="228600" indent="-228600">
              <a:buFont typeface="+mj-lt"/>
              <a:buAutoNum type="arabicPeriod"/>
            </a:pPr>
            <a:r>
              <a:rPr lang="en-US" b="1" dirty="0">
                <a:solidFill>
                  <a:schemeClr val="tx1"/>
                </a:solidFill>
              </a:rPr>
              <a:t>TMT (+2.5%)</a:t>
            </a:r>
            <a:r>
              <a:rPr lang="en-US" dirty="0">
                <a:solidFill>
                  <a:schemeClr val="tx1"/>
                </a:solidFill>
              </a:rPr>
              <a:t>, led by TIM (TIMS3, +6.0%) and Vivo (VIVT3, +3.6%), defensive names with solid operating momentum heading into 3Q26.</a:t>
            </a:r>
          </a:p>
          <a:p>
            <a:r>
              <a:rPr lang="en-US" dirty="0">
                <a:solidFill>
                  <a:schemeClr val="tx1"/>
                </a:solidFill>
              </a:rPr>
              <a:t>On the other hand, the main laggards were:</a:t>
            </a:r>
          </a:p>
          <a:p>
            <a:pPr marL="228600" indent="-228600">
              <a:buFont typeface="+mj-lt"/>
              <a:buAutoNum type="arabicPeriod"/>
            </a:pPr>
            <a:r>
              <a:rPr lang="en-US" b="1" dirty="0">
                <a:solidFill>
                  <a:schemeClr val="tx1"/>
                </a:solidFill>
              </a:rPr>
              <a:t>Education (‑26.5%)</a:t>
            </a:r>
            <a:r>
              <a:rPr lang="en-US" dirty="0">
                <a:solidFill>
                  <a:schemeClr val="tx1"/>
                </a:solidFill>
              </a:rPr>
              <a:t>, after the DI1 Jan-31 jumped 264bp on October 26 and with margin pressure expected in 3Q26. Cogna (COGN3, ‑30.6%), up ~28% in the three weeks before, and Yduqs (YDUQ3, ‑19.6%) fell the most.</a:t>
            </a:r>
          </a:p>
          <a:p>
            <a:pPr marL="228600" indent="-228600">
              <a:buFont typeface="+mj-lt"/>
              <a:buAutoNum type="arabicPeriod"/>
            </a:pPr>
            <a:r>
              <a:rPr lang="en-US" b="1" dirty="0">
                <a:solidFill>
                  <a:schemeClr val="tx1"/>
                </a:solidFill>
              </a:rPr>
              <a:t>Banks (‑16.2%)</a:t>
            </a:r>
            <a:r>
              <a:rPr lang="en-US" dirty="0">
                <a:solidFill>
                  <a:schemeClr val="tx1"/>
                </a:solidFill>
              </a:rPr>
              <a:t>, led by Banco do </a:t>
            </a:r>
            <a:r>
              <a:rPr lang="en-US" dirty="0" err="1">
                <a:solidFill>
                  <a:schemeClr val="tx1"/>
                </a:solidFill>
              </a:rPr>
              <a:t>Brasil</a:t>
            </a:r>
            <a:r>
              <a:rPr lang="en-US" dirty="0">
                <a:solidFill>
                  <a:schemeClr val="tx1"/>
                </a:solidFill>
              </a:rPr>
              <a:t> (BBAS3, ‑28.7%) and Bradesco (BBDC4, ‑22.1%). Besides the post-runoff sell-off, asset quality remains a headwind, with higher NPLs in Bradesco's 3Q26.</a:t>
            </a:r>
          </a:p>
          <a:p>
            <a:pPr marL="228600" indent="-228600">
              <a:buFont typeface="+mj-lt"/>
              <a:buAutoNum type="arabicPeriod"/>
            </a:pPr>
            <a:r>
              <a:rPr lang="en-US" b="1" dirty="0">
                <a:solidFill>
                  <a:schemeClr val="tx1"/>
                </a:solidFill>
              </a:rPr>
              <a:t>Metals &amp; Mining (‑12.0%)</a:t>
            </a:r>
            <a:r>
              <a:rPr lang="en-US" dirty="0">
                <a:solidFill>
                  <a:schemeClr val="tx1"/>
                </a:solidFill>
              </a:rPr>
              <a:t>, with Vale (VALE3, ‑14.1%) the largest negative contribution to the index (‑1.4pp). Unlike domestic names, most of Vale's drop came before the runoff (‑3.0% since October 23), as iron ore fell 6.1%, to ~US$91/t.</a:t>
            </a:r>
          </a:p>
        </p:txBody>
      </p:sp>
      <p:sp>
        <p:nvSpPr>
          <p:cNvPr id="40" name="Content Placeholder 39">
            <a:extLst>
              <a:ext uri="{FF2B5EF4-FFF2-40B4-BE49-F238E27FC236}">
                <a16:creationId xmlns:a16="http://schemas.microsoft.com/office/drawing/2014/main" id="{F13D3806-F033-A6A3-81B6-9CA0C2C27E8F}"/>
              </a:ext>
            </a:extLst>
          </p:cNvPr>
          <p:cNvSpPr>
            <a:spLocks noGrp="1"/>
          </p:cNvSpPr>
          <p:nvPr>
            <p:ph sz="quarter" idx="27"/>
          </p:nvPr>
        </p:nvSpPr>
        <p:spPr>
          <a:xfrm>
            <a:off x="382829" y="5963998"/>
            <a:ext cx="6119679" cy="230832"/>
          </a:xfrm>
        </p:spPr>
        <p:txBody>
          <a:bodyPr/>
          <a:lstStyle/>
          <a:p>
            <a:r>
              <a:rPr lang="en-US" noProof="0" dirty="0"/>
              <a:t>Table 1: Ibovespa sectors performance*</a:t>
            </a:r>
          </a:p>
        </p:txBody>
      </p:sp>
      <p:sp>
        <p:nvSpPr>
          <p:cNvPr id="11" name="Text Placeholder 10">
            <a:extLst>
              <a:ext uri="{FF2B5EF4-FFF2-40B4-BE49-F238E27FC236}">
                <a16:creationId xmlns:a16="http://schemas.microsoft.com/office/drawing/2014/main" id="{C30E05E3-4DA2-D62E-1E78-215703528B3B}"/>
              </a:ext>
            </a:extLst>
          </p:cNvPr>
          <p:cNvSpPr>
            <a:spLocks noGrp="1"/>
          </p:cNvSpPr>
          <p:nvPr>
            <p:ph type="body" sz="quarter" idx="16"/>
          </p:nvPr>
        </p:nvSpPr>
        <p:spPr/>
        <p:txBody>
          <a:bodyPr/>
          <a:lstStyle/>
          <a:p>
            <a:r>
              <a:rPr lang="en-US" noProof="0" dirty="0"/>
              <a:t>XP Ray of Brazil</a:t>
            </a:r>
          </a:p>
        </p:txBody>
      </p:sp>
      <p:sp>
        <p:nvSpPr>
          <p:cNvPr id="12" name="Text Placeholder 11">
            <a:extLst>
              <a:ext uri="{FF2B5EF4-FFF2-40B4-BE49-F238E27FC236}">
                <a16:creationId xmlns:a16="http://schemas.microsoft.com/office/drawing/2014/main" id="{4987FF20-C4A6-3F35-7C00-51717F3EFA45}"/>
              </a:ext>
            </a:extLst>
          </p:cNvPr>
          <p:cNvSpPr>
            <a:spLocks noGrp="1"/>
          </p:cNvSpPr>
          <p:nvPr>
            <p:ph type="body" sz="quarter" idx="17"/>
          </p:nvPr>
        </p:nvSpPr>
        <p:spPr/>
        <p:txBody>
          <a:bodyPr/>
          <a:lstStyle/>
          <a:p>
            <a:r>
              <a:rPr lang="en-US" b="0" noProof="0" dirty="0">
                <a:solidFill>
                  <a:schemeClr val="tx1"/>
                </a:solidFill>
              </a:rPr>
              <a:t>Exporters held up as domestic sectors sold off after the runoff</a:t>
            </a:r>
          </a:p>
        </p:txBody>
      </p:sp>
      <p:sp>
        <p:nvSpPr>
          <p:cNvPr id="13" name="Text Placeholder 12">
            <a:extLst>
              <a:ext uri="{FF2B5EF4-FFF2-40B4-BE49-F238E27FC236}">
                <a16:creationId xmlns:a16="http://schemas.microsoft.com/office/drawing/2014/main" id="{01907D8C-4E2D-B4FA-D610-0D6B8E5FF9AC}"/>
              </a:ext>
            </a:extLst>
          </p:cNvPr>
          <p:cNvSpPr>
            <a:spLocks noGrp="1"/>
          </p:cNvSpPr>
          <p:nvPr>
            <p:ph type="body" sz="quarter" idx="29"/>
          </p:nvPr>
        </p:nvSpPr>
        <p:spPr/>
        <p:txBody>
          <a:bodyPr/>
          <a:lstStyle/>
          <a:p>
            <a:r>
              <a:rPr lang="en-US" b="0" noProof="0" dirty="0">
                <a:latin typeface="Roboto"/>
                <a:ea typeface="Roboto"/>
                <a:cs typeface="Roboto"/>
              </a:rPr>
              <a:t>Source: B3, Economatica, XP Research. *Data as </a:t>
            </a:r>
            <a:r>
              <a:rPr lang="en-US" b="0" noProof="0">
                <a:latin typeface="Roboto"/>
                <a:ea typeface="Roboto"/>
                <a:cs typeface="Roboto"/>
              </a:rPr>
              <a:t>of 10/29/2026.</a:t>
            </a:r>
            <a:endParaRPr lang="en-US" noProof="0" dirty="0">
              <a:latin typeface="Roboto"/>
              <a:ea typeface="Roboto"/>
              <a:cs typeface="Roboto"/>
            </a:endParaRPr>
          </a:p>
        </p:txBody>
      </p:sp>
      <p:sp>
        <p:nvSpPr>
          <p:cNvPr id="14" name="Date Placeholder 13">
            <a:extLst>
              <a:ext uri="{FF2B5EF4-FFF2-40B4-BE49-F238E27FC236}">
                <a16:creationId xmlns:a16="http://schemas.microsoft.com/office/drawing/2014/main" id="{A9A69645-CE46-7F15-2C58-F48EA3B3AB09}"/>
              </a:ext>
            </a:extLst>
          </p:cNvPr>
          <p:cNvSpPr>
            <a:spLocks noGrp="1"/>
          </p:cNvSpPr>
          <p:nvPr>
            <p:ph type="dt" sz="half" idx="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74797C"/>
                </a:solidFill>
                <a:effectLst/>
                <a:uLnTx/>
                <a:uFillTx/>
                <a:latin typeface="Roboto Light" panose="02000000000000000000" pitchFamily="2" charset="0"/>
                <a:ea typeface="Roboto Light" panose="02000000000000000000" pitchFamily="2" charset="0"/>
                <a:cs typeface="Roboto Light" panose="02000000000000000000" pitchFamily="2" charset="0"/>
              </a:rPr>
              <a:t>October 30, 2026</a:t>
            </a:r>
          </a:p>
        </p:txBody>
      </p:sp>
      <p:graphicFrame>
        <p:nvGraphicFramePr>
          <p:cNvPr id="3" name="Table 2">
            <a:extLst>
              <a:ext uri="{FF2B5EF4-FFF2-40B4-BE49-F238E27FC236}">
                <a16:creationId xmlns:a16="http://schemas.microsoft.com/office/drawing/2014/main" id="{2A4A6289-67EB-34F0-9B5D-618989399BC6}"/>
              </a:ext>
            </a:extLst>
          </p:cNvPr>
          <p:cNvGraphicFramePr>
            <a:graphicFrameLocks noGrp="1"/>
          </p:cNvGraphicFramePr>
          <p:nvPr>
            <p:extLst>
              <p:ext uri="{D42A27DB-BD31-4B8C-83A1-F6EECF244321}">
                <p14:modId xmlns:p14="http://schemas.microsoft.com/office/powerpoint/2010/main" val="1895810715"/>
              </p:ext>
            </p:extLst>
          </p:nvPr>
        </p:nvGraphicFramePr>
        <p:xfrm>
          <a:off x="393031" y="6293417"/>
          <a:ext cx="6096669" cy="2871375"/>
        </p:xfrm>
        <a:graphic>
          <a:graphicData uri="http://schemas.openxmlformats.org/drawingml/2006/table">
            <a:tbl>
              <a:tblPr/>
              <a:tblGrid>
                <a:gridCol w="1793139">
                  <a:extLst>
                    <a:ext uri="{9D8B030D-6E8A-4147-A177-3AD203B41FA5}">
                      <a16:colId xmlns:a16="http://schemas.microsoft.com/office/drawing/2014/main" val="2425162416"/>
                    </a:ext>
                  </a:extLst>
                </a:gridCol>
                <a:gridCol w="635283">
                  <a:extLst>
                    <a:ext uri="{9D8B030D-6E8A-4147-A177-3AD203B41FA5}">
                      <a16:colId xmlns:a16="http://schemas.microsoft.com/office/drawing/2014/main" val="2352857939"/>
                    </a:ext>
                  </a:extLst>
                </a:gridCol>
                <a:gridCol w="635283">
                  <a:extLst>
                    <a:ext uri="{9D8B030D-6E8A-4147-A177-3AD203B41FA5}">
                      <a16:colId xmlns:a16="http://schemas.microsoft.com/office/drawing/2014/main" val="1383863379"/>
                    </a:ext>
                  </a:extLst>
                </a:gridCol>
                <a:gridCol w="635283">
                  <a:extLst>
                    <a:ext uri="{9D8B030D-6E8A-4147-A177-3AD203B41FA5}">
                      <a16:colId xmlns:a16="http://schemas.microsoft.com/office/drawing/2014/main" val="1301831816"/>
                    </a:ext>
                  </a:extLst>
                </a:gridCol>
                <a:gridCol w="491832">
                  <a:extLst>
                    <a:ext uri="{9D8B030D-6E8A-4147-A177-3AD203B41FA5}">
                      <a16:colId xmlns:a16="http://schemas.microsoft.com/office/drawing/2014/main" val="1560811332"/>
                    </a:ext>
                  </a:extLst>
                </a:gridCol>
                <a:gridCol w="635283">
                  <a:extLst>
                    <a:ext uri="{9D8B030D-6E8A-4147-A177-3AD203B41FA5}">
                      <a16:colId xmlns:a16="http://schemas.microsoft.com/office/drawing/2014/main" val="2712759832"/>
                    </a:ext>
                  </a:extLst>
                </a:gridCol>
                <a:gridCol w="635283">
                  <a:extLst>
                    <a:ext uri="{9D8B030D-6E8A-4147-A177-3AD203B41FA5}">
                      <a16:colId xmlns:a16="http://schemas.microsoft.com/office/drawing/2014/main" val="918286356"/>
                    </a:ext>
                  </a:extLst>
                </a:gridCol>
                <a:gridCol w="635283">
                  <a:extLst>
                    <a:ext uri="{9D8B030D-6E8A-4147-A177-3AD203B41FA5}">
                      <a16:colId xmlns:a16="http://schemas.microsoft.com/office/drawing/2014/main" val="379903063"/>
                    </a:ext>
                  </a:extLst>
                </a:gridCol>
              </a:tblGrid>
              <a:tr h="151125">
                <a:tc>
                  <a:txBody>
                    <a:bodyPr/>
                    <a:lstStyle/>
                    <a:p>
                      <a:pPr algn="ctr" fontAlgn="b">
                        <a:buNone/>
                      </a:pPr>
                      <a:r>
                        <a:rPr lang="pt-BR" sz="900" b="1" i="0" u="none" strike="noStrike" dirty="0">
                          <a:solidFill>
                            <a:srgbClr val="FFFFFF"/>
                          </a:solidFill>
                          <a:effectLst/>
                          <a:latin typeface="Roboto Light" panose="02000000000000000000" pitchFamily="2" charset="0"/>
                        </a:rPr>
                        <a:t> </a:t>
                      </a:r>
                    </a:p>
                  </a:txBody>
                  <a:tcPr marL="5151" marR="5151" marT="5151"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10Y</a:t>
                      </a:r>
                    </a:p>
                  </a:txBody>
                  <a:tcPr marL="5151" marR="5151" marT="5151"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5Y</a:t>
                      </a:r>
                    </a:p>
                  </a:txBody>
                  <a:tcPr marL="5151" marR="5151" marT="5151"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3Y</a:t>
                      </a:r>
                    </a:p>
                  </a:txBody>
                  <a:tcPr marL="5151" marR="5151" marT="5151"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1Y</a:t>
                      </a:r>
                    </a:p>
                  </a:txBody>
                  <a:tcPr marL="5151" marR="5151" marT="5151" marB="0" anchor="b">
                    <a:lnL>
                      <a:noFill/>
                    </a:lnL>
                    <a:lnR w="12700" cap="flat" cmpd="sng" algn="ctr">
                      <a:solidFill>
                        <a:srgbClr val="000000"/>
                      </a:solidFill>
                      <a:prstDash val="dash"/>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2026</a:t>
                      </a:r>
                    </a:p>
                  </a:txBody>
                  <a:tcPr marL="5151" marR="5151" marT="5151" marB="0" anchor="b">
                    <a:lnL w="12700" cap="flat" cmpd="sng" algn="ctr">
                      <a:solidFill>
                        <a:srgbClr val="000000"/>
                      </a:solidFill>
                      <a:prstDash val="dash"/>
                      <a:round/>
                      <a:headEnd type="none" w="med" len="med"/>
                      <a:tailEnd type="none" w="med" len="med"/>
                    </a:lnL>
                    <a:lnR>
                      <a:noFill/>
                    </a:lnR>
                    <a:lnT w="12700" cap="flat" cmpd="sng" algn="ctr">
                      <a:solidFill>
                        <a:srgbClr val="000000"/>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 Sep</a:t>
                      </a:r>
                    </a:p>
                  </a:txBody>
                  <a:tcPr marL="5151" marR="5151" marT="5151" marB="0" anchor="b">
                    <a:lnL>
                      <a:noFill/>
                    </a:lnL>
                    <a:lnR>
                      <a:noFill/>
                    </a:lnR>
                    <a:lnT w="12700" cap="flat" cmpd="sng" algn="ctr">
                      <a:solidFill>
                        <a:srgbClr val="000000"/>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tc>
                  <a:txBody>
                    <a:bodyPr/>
                    <a:lstStyle/>
                    <a:p>
                      <a:pPr algn="ctr" fontAlgn="b">
                        <a:buNone/>
                      </a:pPr>
                      <a:r>
                        <a:rPr lang="pt-BR" sz="900" b="1" i="0" u="none" strike="noStrike">
                          <a:solidFill>
                            <a:srgbClr val="FFFFFF"/>
                          </a:solidFill>
                          <a:effectLst/>
                          <a:latin typeface="Roboto Light" panose="02000000000000000000" pitchFamily="2" charset="0"/>
                        </a:rPr>
                        <a:t> Oct</a:t>
                      </a:r>
                    </a:p>
                  </a:txBody>
                  <a:tcPr marL="5151" marR="5151" marT="5151" marB="0" anchor="b">
                    <a:lnL>
                      <a:noFill/>
                    </a:lnL>
                    <a:lnR w="12700" cap="flat" cmpd="sng" algn="ctr">
                      <a:solidFill>
                        <a:srgbClr val="000000"/>
                      </a:solidFill>
                      <a:prstDash val="dash"/>
                      <a:round/>
                      <a:headEnd type="none" w="med" len="med"/>
                      <a:tailEnd type="none" w="med" len="med"/>
                    </a:lnR>
                    <a:lnT w="12700" cap="flat" cmpd="sng" algn="ctr">
                      <a:solidFill>
                        <a:srgbClr val="000000"/>
                      </a:solidFill>
                      <a:prstDash val="dash"/>
                      <a:round/>
                      <a:headEnd type="none" w="med" len="med"/>
                      <a:tailEnd type="none" w="med" len="med"/>
                    </a:lnT>
                    <a:lnB w="12700" cap="flat" cmpd="sng" algn="ctr">
                      <a:solidFill>
                        <a:srgbClr val="000000"/>
                      </a:solidFill>
                      <a:prstDash val="solid"/>
                      <a:round/>
                      <a:headEnd type="none" w="med" len="med"/>
                      <a:tailEnd type="none" w="med" len="med"/>
                    </a:lnB>
                    <a:solidFill>
                      <a:srgbClr val="1F2F44"/>
                    </a:solidFill>
                  </a:tcPr>
                </a:tc>
                <a:extLst>
                  <a:ext uri="{0D108BD9-81ED-4DB2-BD59-A6C34878D82A}">
                    <a16:rowId xmlns:a16="http://schemas.microsoft.com/office/drawing/2014/main" val="121192233"/>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Banks</a:t>
                      </a:r>
                    </a:p>
                  </a:txBody>
                  <a:tcPr marL="5151" marR="5151" marT="5151"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9.6%</a:t>
                      </a:r>
                    </a:p>
                  </a:txBody>
                  <a:tcPr marL="5151" marR="5151" marT="5151" marB="0" anchor="b">
                    <a:lnL>
                      <a:noFill/>
                    </a:lnL>
                    <a:lnR>
                      <a:noFill/>
                    </a:lnR>
                    <a:lnT w="12700" cap="flat" cmpd="sng" algn="ctr">
                      <a:solidFill>
                        <a:srgbClr val="000000"/>
                      </a:solidFill>
                      <a:prstDash val="solid"/>
                      <a:round/>
                      <a:headEnd type="none" w="med" len="med"/>
                      <a:tailEnd type="none" w="med" len="med"/>
                    </a:lnT>
                    <a:lnB>
                      <a:noFill/>
                    </a:lnB>
                    <a:solidFill>
                      <a:srgbClr val="9BD5AA"/>
                    </a:solidFill>
                  </a:tcPr>
                </a:tc>
                <a:tc>
                  <a:txBody>
                    <a:bodyPr/>
                    <a:lstStyle/>
                    <a:p>
                      <a:pPr algn="ctr" fontAlgn="b">
                        <a:buNone/>
                      </a:pPr>
                      <a:r>
                        <a:rPr lang="pt-BR" sz="900" b="0" i="0" u="none" strike="noStrike">
                          <a:solidFill>
                            <a:srgbClr val="000000"/>
                          </a:solidFill>
                          <a:effectLst/>
                          <a:latin typeface="Roboto Light" panose="02000000000000000000" pitchFamily="2" charset="0"/>
                        </a:rPr>
                        <a:t>13.0%</a:t>
                      </a:r>
                    </a:p>
                  </a:txBody>
                  <a:tcPr marL="5151" marR="5151" marT="5151" marB="0" anchor="b">
                    <a:lnL>
                      <a:noFill/>
                    </a:lnL>
                    <a:lnR>
                      <a:noFill/>
                    </a:lnR>
                    <a:lnT w="12700" cap="flat" cmpd="sng" algn="ctr">
                      <a:solidFill>
                        <a:srgbClr val="000000"/>
                      </a:solidFill>
                      <a:prstDash val="solid"/>
                      <a:round/>
                      <a:headEnd type="none" w="med" len="med"/>
                      <a:tailEnd type="none" w="med" len="med"/>
                    </a:lnT>
                    <a:lnB>
                      <a:noFill/>
                    </a:lnB>
                    <a:solidFill>
                      <a:srgbClr val="78C78D"/>
                    </a:solidFill>
                  </a:tcPr>
                </a:tc>
                <a:tc>
                  <a:txBody>
                    <a:bodyPr/>
                    <a:lstStyle/>
                    <a:p>
                      <a:pPr algn="ctr" fontAlgn="b">
                        <a:buNone/>
                      </a:pPr>
                      <a:r>
                        <a:rPr lang="pt-BR" sz="900" b="0" i="0" u="none" strike="noStrike">
                          <a:solidFill>
                            <a:srgbClr val="000000"/>
                          </a:solidFill>
                          <a:effectLst/>
                          <a:latin typeface="Roboto Light" panose="02000000000000000000" pitchFamily="2" charset="0"/>
                        </a:rPr>
                        <a:t>16.4%</a:t>
                      </a:r>
                    </a:p>
                  </a:txBody>
                  <a:tcPr marL="5151" marR="5151" marT="5151" marB="0" anchor="b">
                    <a:lnL>
                      <a:noFill/>
                    </a:lnL>
                    <a:lnR>
                      <a:noFill/>
                    </a:lnR>
                    <a:lnT w="12700" cap="flat" cmpd="sng" algn="ctr">
                      <a:solidFill>
                        <a:srgbClr val="000000"/>
                      </a:solidFill>
                      <a:prstDash val="solid"/>
                      <a:round/>
                      <a:headEnd type="none" w="med" len="med"/>
                      <a:tailEnd type="none" w="med" len="med"/>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-0.5%</a:t>
                      </a:r>
                    </a:p>
                  </a:txBody>
                  <a:tcPr marL="5151" marR="5151" marT="5151" marB="0" anchor="b">
                    <a:lnL>
                      <a:noFill/>
                    </a:lnL>
                    <a:lnR w="12700" cap="flat" cmpd="sng" algn="ctr">
                      <a:solidFill>
                        <a:srgbClr val="000000"/>
                      </a:solidFill>
                      <a:prstDash val="dash"/>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FFFAFA"/>
                    </a:solidFill>
                  </a:tcPr>
                </a:tc>
                <a:tc>
                  <a:txBody>
                    <a:bodyPr/>
                    <a:lstStyle/>
                    <a:p>
                      <a:pPr algn="ctr" fontAlgn="b">
                        <a:buNone/>
                      </a:pPr>
                      <a:r>
                        <a:rPr lang="pt-BR" sz="900" b="0" i="0" u="none" strike="noStrike">
                          <a:solidFill>
                            <a:srgbClr val="000000"/>
                          </a:solidFill>
                          <a:effectLst/>
                          <a:latin typeface="Roboto Light" panose="02000000000000000000" pitchFamily="2" charset="0"/>
                        </a:rPr>
                        <a:t>-5.5%</a:t>
                      </a:r>
                    </a:p>
                  </a:txBody>
                  <a:tcPr marL="5151" marR="5151" marT="5151" marB="0" anchor="b">
                    <a:lnL w="12700" cap="flat" cmpd="sng" algn="ctr">
                      <a:solidFill>
                        <a:srgbClr val="000000"/>
                      </a:solidFill>
                      <a:prstDash val="dash"/>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FCC8C8"/>
                    </a:solidFill>
                  </a:tcPr>
                </a:tc>
                <a:tc>
                  <a:txBody>
                    <a:bodyPr/>
                    <a:lstStyle/>
                    <a:p>
                      <a:pPr algn="ctr" fontAlgn="b">
                        <a:buNone/>
                      </a:pPr>
                      <a:r>
                        <a:rPr lang="pt-BR" sz="900" b="0" i="0" u="none" strike="noStrike">
                          <a:solidFill>
                            <a:srgbClr val="000000"/>
                          </a:solidFill>
                          <a:effectLst/>
                          <a:latin typeface="Roboto Light" panose="02000000000000000000" pitchFamily="2" charset="0"/>
                        </a:rPr>
                        <a:t>11.4%</a:t>
                      </a:r>
                    </a:p>
                  </a:txBody>
                  <a:tcPr marL="5151" marR="5151" marT="5151" marB="0" anchor="b">
                    <a:lnL>
                      <a:noFill/>
                    </a:lnL>
                    <a:lnR>
                      <a:noFill/>
                    </a:lnR>
                    <a:lnT w="12700" cap="flat" cmpd="sng" algn="ctr">
                      <a:solidFill>
                        <a:srgbClr val="000000"/>
                      </a:solidFill>
                      <a:prstDash val="solid"/>
                      <a:round/>
                      <a:headEnd type="none" w="med" len="med"/>
                      <a:tailEnd type="none" w="med" len="med"/>
                    </a:lnT>
                    <a:lnB>
                      <a:noFill/>
                    </a:lnB>
                    <a:solidFill>
                      <a:srgbClr val="89CE9B"/>
                    </a:solidFill>
                  </a:tcPr>
                </a:tc>
                <a:tc>
                  <a:txBody>
                    <a:bodyPr/>
                    <a:lstStyle/>
                    <a:p>
                      <a:pPr algn="ctr" fontAlgn="b">
                        <a:buNone/>
                      </a:pPr>
                      <a:r>
                        <a:rPr lang="pt-BR" sz="900" b="0" i="0" u="none" strike="noStrike">
                          <a:solidFill>
                            <a:srgbClr val="000000"/>
                          </a:solidFill>
                          <a:effectLst/>
                          <a:latin typeface="Roboto Light" panose="02000000000000000000" pitchFamily="2" charset="0"/>
                        </a:rPr>
                        <a:t>-16.2%</a:t>
                      </a:r>
                    </a:p>
                  </a:txBody>
                  <a:tcPr marL="5151" marR="5151" marT="5151" marB="0" anchor="b">
                    <a:lnL>
                      <a:noFill/>
                    </a:lnL>
                    <a:lnR w="12700" cap="flat" cmpd="sng" algn="ctr">
                      <a:solidFill>
                        <a:srgbClr val="000000"/>
                      </a:solidFill>
                      <a:prstDash val="dash"/>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F8696B"/>
                    </a:solidFill>
                  </a:tcPr>
                </a:tc>
                <a:extLst>
                  <a:ext uri="{0D108BD9-81ED-4DB2-BD59-A6C34878D82A}">
                    <a16:rowId xmlns:a16="http://schemas.microsoft.com/office/drawing/2014/main" val="1351695457"/>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Capital Goods</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23.0%</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18.2%</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38.4%</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17.8%</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7.9%</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ADDDB9"/>
                    </a:solidFill>
                  </a:tcPr>
                </a:tc>
                <a:tc>
                  <a:txBody>
                    <a:bodyPr/>
                    <a:lstStyle/>
                    <a:p>
                      <a:pPr algn="ctr" fontAlgn="b">
                        <a:buNone/>
                      </a:pPr>
                      <a:r>
                        <a:rPr lang="pt-BR" sz="900" b="0" i="0" u="none" strike="noStrike">
                          <a:solidFill>
                            <a:srgbClr val="000000"/>
                          </a:solidFill>
                          <a:effectLst/>
                          <a:latin typeface="Roboto Light" panose="02000000000000000000" pitchFamily="2" charset="0"/>
                        </a:rPr>
                        <a:t>1.3%</a:t>
                      </a:r>
                    </a:p>
                  </a:txBody>
                  <a:tcPr marL="5151" marR="5151" marT="5151" marB="0" anchor="b">
                    <a:lnL>
                      <a:noFill/>
                    </a:lnL>
                    <a:lnR>
                      <a:noFill/>
                    </a:lnR>
                    <a:lnT>
                      <a:noFill/>
                    </a:lnT>
                    <a:lnB>
                      <a:noFill/>
                    </a:lnB>
                    <a:solidFill>
                      <a:srgbClr val="F1F9F3"/>
                    </a:solidFill>
                  </a:tcPr>
                </a:tc>
                <a:tc>
                  <a:txBody>
                    <a:bodyPr/>
                    <a:lstStyle/>
                    <a:p>
                      <a:pPr algn="ctr" fontAlgn="b">
                        <a:buNone/>
                      </a:pPr>
                      <a:r>
                        <a:rPr lang="pt-BR" sz="900" b="0" i="0" u="none" strike="noStrike">
                          <a:solidFill>
                            <a:srgbClr val="000000"/>
                          </a:solidFill>
                          <a:effectLst/>
                          <a:latin typeface="Roboto Light" panose="02000000000000000000" pitchFamily="2" charset="0"/>
                        </a:rPr>
                        <a:t>2.2%</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E8F5EC"/>
                    </a:solidFill>
                  </a:tcPr>
                </a:tc>
                <a:extLst>
                  <a:ext uri="{0D108BD9-81ED-4DB2-BD59-A6C34878D82A}">
                    <a16:rowId xmlns:a16="http://schemas.microsoft.com/office/drawing/2014/main" val="3382386016"/>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Education</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-13.3%</a:t>
                      </a:r>
                    </a:p>
                  </a:txBody>
                  <a:tcPr marL="5151" marR="5151" marT="5151" marB="0" anchor="b">
                    <a:lnL>
                      <a:noFill/>
                    </a:lnL>
                    <a:lnR>
                      <a:noFill/>
                    </a:lnR>
                    <a:lnT>
                      <a:noFill/>
                    </a:lnT>
                    <a:lnB>
                      <a:noFill/>
                    </a:lnB>
                    <a:solidFill>
                      <a:srgbClr val="F97A7B"/>
                    </a:solidFill>
                  </a:tcPr>
                </a:tc>
                <a:tc>
                  <a:txBody>
                    <a:bodyPr/>
                    <a:lstStyle/>
                    <a:p>
                      <a:pPr algn="ctr" fontAlgn="b">
                        <a:buNone/>
                      </a:pPr>
                      <a:r>
                        <a:rPr lang="pt-BR" sz="900" b="0" i="0" u="none" strike="noStrike">
                          <a:solidFill>
                            <a:srgbClr val="000000"/>
                          </a:solidFill>
                          <a:effectLst/>
                          <a:latin typeface="Roboto Light" panose="02000000000000000000" pitchFamily="2" charset="0"/>
                        </a:rPr>
                        <a:t>-9.1%</a:t>
                      </a:r>
                    </a:p>
                  </a:txBody>
                  <a:tcPr marL="5151" marR="5151" marT="5151" marB="0" anchor="b">
                    <a:lnL>
                      <a:noFill/>
                    </a:lnL>
                    <a:lnR>
                      <a:noFill/>
                    </a:lnR>
                    <a:lnT>
                      <a:noFill/>
                    </a:lnT>
                    <a:lnB>
                      <a:noFill/>
                    </a:lnB>
                    <a:solidFill>
                      <a:srgbClr val="FBA4A6"/>
                    </a:solidFill>
                  </a:tcPr>
                </a:tc>
                <a:tc>
                  <a:txBody>
                    <a:bodyPr/>
                    <a:lstStyle/>
                    <a:p>
                      <a:pPr algn="ctr" fontAlgn="b">
                        <a:buNone/>
                      </a:pPr>
                      <a:r>
                        <a:rPr lang="pt-BR" sz="900" b="0" i="0" u="none" strike="noStrike">
                          <a:solidFill>
                            <a:srgbClr val="000000"/>
                          </a:solidFill>
                          <a:effectLst/>
                          <a:latin typeface="Roboto Light" panose="02000000000000000000" pitchFamily="2" charset="0"/>
                        </a:rPr>
                        <a:t>-13.1%</a:t>
                      </a:r>
                    </a:p>
                  </a:txBody>
                  <a:tcPr marL="5151" marR="5151" marT="5151" marB="0" anchor="b">
                    <a:lnL>
                      <a:noFill/>
                    </a:lnL>
                    <a:lnR>
                      <a:noFill/>
                    </a:lnR>
                    <a:lnT>
                      <a:noFill/>
                    </a:lnT>
                    <a:lnB>
                      <a:noFill/>
                    </a:lnB>
                    <a:solidFill>
                      <a:srgbClr val="F97C7D"/>
                    </a:solidFill>
                  </a:tcPr>
                </a:tc>
                <a:tc>
                  <a:txBody>
                    <a:bodyPr/>
                    <a:lstStyle/>
                    <a:p>
                      <a:pPr algn="ctr" fontAlgn="b">
                        <a:buNone/>
                      </a:pPr>
                      <a:r>
                        <a:rPr lang="pt-BR" sz="900" b="0" i="0" u="none" strike="noStrike">
                          <a:solidFill>
                            <a:srgbClr val="000000"/>
                          </a:solidFill>
                          <a:effectLst/>
                          <a:latin typeface="Roboto Light" panose="02000000000000000000" pitchFamily="2" charset="0"/>
                        </a:rPr>
                        <a:t>-41.7%</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-41.4%</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9.6%</a:t>
                      </a:r>
                    </a:p>
                  </a:txBody>
                  <a:tcPr marL="5151" marR="5151" marT="5151" marB="0" anchor="b">
                    <a:lnL>
                      <a:noFill/>
                    </a:lnL>
                    <a:lnR>
                      <a:noFill/>
                    </a:lnR>
                    <a:lnT>
                      <a:noFill/>
                    </a:lnT>
                    <a:lnB>
                      <a:noFill/>
                    </a:lnB>
                    <a:solidFill>
                      <a:srgbClr val="9BD5AA"/>
                    </a:solidFill>
                  </a:tcPr>
                </a:tc>
                <a:tc>
                  <a:txBody>
                    <a:bodyPr/>
                    <a:lstStyle/>
                    <a:p>
                      <a:pPr algn="ctr" fontAlgn="b">
                        <a:buNone/>
                      </a:pPr>
                      <a:r>
                        <a:rPr lang="pt-BR" sz="900" b="0" i="0" u="none" strike="noStrike">
                          <a:solidFill>
                            <a:srgbClr val="000000"/>
                          </a:solidFill>
                          <a:effectLst/>
                          <a:latin typeface="Roboto Light" panose="02000000000000000000" pitchFamily="2" charset="0"/>
                        </a:rPr>
                        <a:t>-26.5%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extLst>
                  <a:ext uri="{0D108BD9-81ED-4DB2-BD59-A6C34878D82A}">
                    <a16:rowId xmlns:a16="http://schemas.microsoft.com/office/drawing/2014/main" val="3690591884"/>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Financials Non-Banks</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8.9%</a:t>
                      </a:r>
                    </a:p>
                  </a:txBody>
                  <a:tcPr marL="5151" marR="5151" marT="5151" marB="0" anchor="b">
                    <a:lnL>
                      <a:noFill/>
                    </a:lnL>
                    <a:lnR>
                      <a:noFill/>
                    </a:lnR>
                    <a:lnT>
                      <a:noFill/>
                    </a:lnT>
                    <a:lnB>
                      <a:noFill/>
                    </a:lnB>
                    <a:solidFill>
                      <a:srgbClr val="A2D8B0"/>
                    </a:solidFill>
                  </a:tcPr>
                </a:tc>
                <a:tc>
                  <a:txBody>
                    <a:bodyPr/>
                    <a:lstStyle/>
                    <a:p>
                      <a:pPr algn="ctr" fontAlgn="b">
                        <a:buNone/>
                      </a:pPr>
                      <a:r>
                        <a:rPr lang="pt-BR" sz="900" b="0" i="0" u="none" strike="noStrike">
                          <a:solidFill>
                            <a:srgbClr val="000000"/>
                          </a:solidFill>
                          <a:effectLst/>
                          <a:latin typeface="Roboto Light" panose="02000000000000000000" pitchFamily="2" charset="0"/>
                        </a:rPr>
                        <a:t>14.0%</a:t>
                      </a:r>
                    </a:p>
                  </a:txBody>
                  <a:tcPr marL="5151" marR="5151" marT="5151" marB="0" anchor="b">
                    <a:lnL>
                      <a:noFill/>
                    </a:lnL>
                    <a:lnR>
                      <a:noFill/>
                    </a:lnR>
                    <a:lnT>
                      <a:noFill/>
                    </a:lnT>
                    <a:lnB>
                      <a:noFill/>
                    </a:lnB>
                    <a:solidFill>
                      <a:srgbClr val="6DC284"/>
                    </a:solidFill>
                  </a:tcPr>
                </a:tc>
                <a:tc>
                  <a:txBody>
                    <a:bodyPr/>
                    <a:lstStyle/>
                    <a:p>
                      <a:pPr algn="ctr" fontAlgn="b">
                        <a:buNone/>
                      </a:pPr>
                      <a:r>
                        <a:rPr lang="pt-BR" sz="900" b="0" i="0" u="none" strike="noStrike">
                          <a:solidFill>
                            <a:srgbClr val="000000"/>
                          </a:solidFill>
                          <a:effectLst/>
                          <a:latin typeface="Roboto Light" panose="02000000000000000000" pitchFamily="2" charset="0"/>
                        </a:rPr>
                        <a:t>20.8%</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25.3%</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14.0%</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6DC284"/>
                    </a:solidFill>
                  </a:tcPr>
                </a:tc>
                <a:tc>
                  <a:txBody>
                    <a:bodyPr/>
                    <a:lstStyle/>
                    <a:p>
                      <a:pPr algn="ctr" fontAlgn="b">
                        <a:buNone/>
                      </a:pPr>
                      <a:r>
                        <a:rPr lang="pt-BR" sz="900" b="0" i="0" u="none" strike="noStrike">
                          <a:solidFill>
                            <a:srgbClr val="000000"/>
                          </a:solidFill>
                          <a:effectLst/>
                          <a:latin typeface="Roboto Light" panose="02000000000000000000" pitchFamily="2" charset="0"/>
                        </a:rPr>
                        <a:t>9.9%</a:t>
                      </a:r>
                    </a:p>
                  </a:txBody>
                  <a:tcPr marL="5151" marR="5151" marT="5151" marB="0" anchor="b">
                    <a:lnL>
                      <a:noFill/>
                    </a:lnL>
                    <a:lnR>
                      <a:noFill/>
                    </a:lnR>
                    <a:lnT>
                      <a:noFill/>
                    </a:lnT>
                    <a:lnB>
                      <a:noFill/>
                    </a:lnB>
                    <a:solidFill>
                      <a:srgbClr val="98D4A8"/>
                    </a:solidFill>
                  </a:tcPr>
                </a:tc>
                <a:tc>
                  <a:txBody>
                    <a:bodyPr/>
                    <a:lstStyle/>
                    <a:p>
                      <a:pPr algn="ctr" fontAlgn="b">
                        <a:buNone/>
                      </a:pPr>
                      <a:r>
                        <a:rPr lang="pt-BR" sz="900" b="0" i="0" u="none" strike="noStrike">
                          <a:solidFill>
                            <a:srgbClr val="000000"/>
                          </a:solidFill>
                          <a:effectLst/>
                          <a:latin typeface="Roboto Light" panose="02000000000000000000" pitchFamily="2" charset="0"/>
                        </a:rPr>
                        <a:t>-12.5%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98284"/>
                    </a:solidFill>
                  </a:tcPr>
                </a:tc>
                <a:extLst>
                  <a:ext uri="{0D108BD9-81ED-4DB2-BD59-A6C34878D82A}">
                    <a16:rowId xmlns:a16="http://schemas.microsoft.com/office/drawing/2014/main" val="2616653795"/>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Food &amp; Beverages</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4.1%</a:t>
                      </a:r>
                    </a:p>
                  </a:txBody>
                  <a:tcPr marL="5151" marR="5151" marT="5151" marB="0" anchor="b">
                    <a:lnL>
                      <a:noFill/>
                    </a:lnL>
                    <a:lnR>
                      <a:noFill/>
                    </a:lnR>
                    <a:lnT>
                      <a:noFill/>
                    </a:lnT>
                    <a:lnB>
                      <a:noFill/>
                    </a:lnB>
                    <a:solidFill>
                      <a:srgbClr val="D4EDDB"/>
                    </a:solidFill>
                  </a:tcPr>
                </a:tc>
                <a:tc>
                  <a:txBody>
                    <a:bodyPr/>
                    <a:lstStyle/>
                    <a:p>
                      <a:pPr algn="ctr" fontAlgn="b">
                        <a:buNone/>
                      </a:pPr>
                      <a:r>
                        <a:rPr lang="pt-BR" sz="900" b="0" i="0" u="none" strike="noStrike">
                          <a:solidFill>
                            <a:srgbClr val="000000"/>
                          </a:solidFill>
                          <a:effectLst/>
                          <a:latin typeface="Roboto Light" panose="02000000000000000000" pitchFamily="2" charset="0"/>
                        </a:rPr>
                        <a:t>3.4%</a:t>
                      </a:r>
                    </a:p>
                  </a:txBody>
                  <a:tcPr marL="5151" marR="5151" marT="5151" marB="0" anchor="b">
                    <a:lnL>
                      <a:noFill/>
                    </a:lnL>
                    <a:lnR>
                      <a:noFill/>
                    </a:lnR>
                    <a:lnT>
                      <a:noFill/>
                    </a:lnT>
                    <a:lnB>
                      <a:noFill/>
                    </a:lnB>
                    <a:solidFill>
                      <a:srgbClr val="DCF0E1"/>
                    </a:solidFill>
                  </a:tcPr>
                </a:tc>
                <a:tc>
                  <a:txBody>
                    <a:bodyPr/>
                    <a:lstStyle/>
                    <a:p>
                      <a:pPr algn="ctr" fontAlgn="b">
                        <a:buNone/>
                      </a:pPr>
                      <a:r>
                        <a:rPr lang="pt-BR" sz="900" b="0" i="0" u="none" strike="noStrike">
                          <a:solidFill>
                            <a:srgbClr val="000000"/>
                          </a:solidFill>
                          <a:effectLst/>
                          <a:latin typeface="Roboto Light" panose="02000000000000000000" pitchFamily="2" charset="0"/>
                        </a:rPr>
                        <a:t>21.2%</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17.7%</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-0.8%</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FF7F7"/>
                    </a:solidFill>
                  </a:tcPr>
                </a:tc>
                <a:tc>
                  <a:txBody>
                    <a:bodyPr/>
                    <a:lstStyle/>
                    <a:p>
                      <a:pPr algn="ctr" fontAlgn="b">
                        <a:buNone/>
                      </a:pPr>
                      <a:r>
                        <a:rPr lang="pt-BR" sz="900" b="0" i="0" u="none" strike="noStrike">
                          <a:solidFill>
                            <a:srgbClr val="000000"/>
                          </a:solidFill>
                          <a:effectLst/>
                          <a:latin typeface="Roboto Light" panose="02000000000000000000" pitchFamily="2" charset="0"/>
                        </a:rPr>
                        <a:t>0.8%</a:t>
                      </a:r>
                    </a:p>
                  </a:txBody>
                  <a:tcPr marL="5151" marR="5151" marT="5151" marB="0" anchor="b">
                    <a:lnL>
                      <a:noFill/>
                    </a:lnL>
                    <a:lnR>
                      <a:noFill/>
                    </a:lnR>
                    <a:lnT>
                      <a:noFill/>
                    </a:lnT>
                    <a:lnB>
                      <a:noFill/>
                    </a:lnB>
                    <a:solidFill>
                      <a:srgbClr val="F7FCF8"/>
                    </a:solidFill>
                  </a:tcPr>
                </a:tc>
                <a:tc>
                  <a:txBody>
                    <a:bodyPr/>
                    <a:lstStyle/>
                    <a:p>
                      <a:pPr algn="ctr" fontAlgn="b">
                        <a:buNone/>
                      </a:pPr>
                      <a:r>
                        <a:rPr lang="pt-BR" sz="900" b="0" i="0" u="none" strike="noStrike">
                          <a:solidFill>
                            <a:srgbClr val="000000"/>
                          </a:solidFill>
                          <a:effectLst/>
                          <a:latin typeface="Roboto Light" panose="02000000000000000000" pitchFamily="2" charset="0"/>
                        </a:rPr>
                        <a:t>-5.4%</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CC9CA"/>
                    </a:solidFill>
                  </a:tcPr>
                </a:tc>
                <a:extLst>
                  <a:ext uri="{0D108BD9-81ED-4DB2-BD59-A6C34878D82A}">
                    <a16:rowId xmlns:a16="http://schemas.microsoft.com/office/drawing/2014/main" val="2132130532"/>
                  </a:ext>
                </a:extLst>
              </a:tr>
              <a:tr h="151125">
                <a:tc>
                  <a:txBody>
                    <a:bodyPr/>
                    <a:lstStyle/>
                    <a:p>
                      <a:pPr algn="l" fontAlgn="b">
                        <a:buNone/>
                      </a:pPr>
                      <a:r>
                        <a:rPr lang="pt-BR" sz="900" b="0" i="0" u="none" strike="noStrike" dirty="0">
                          <a:solidFill>
                            <a:srgbClr val="000000"/>
                          </a:solidFill>
                          <a:effectLst/>
                          <a:latin typeface="Roboto Light" panose="02000000000000000000" pitchFamily="2" charset="0"/>
                        </a:rPr>
                        <a:t>Health </a:t>
                      </a:r>
                      <a:r>
                        <a:rPr lang="pt-BR" sz="900" b="0" i="0" u="none" strike="noStrike" dirty="0" err="1">
                          <a:solidFill>
                            <a:srgbClr val="000000"/>
                          </a:solidFill>
                          <a:effectLst/>
                          <a:latin typeface="Roboto Light" panose="02000000000000000000" pitchFamily="2" charset="0"/>
                        </a:rPr>
                        <a:t>Care</a:t>
                      </a:r>
                      <a:endParaRPr lang="pt-BR" sz="900" b="0" i="0" u="none" strike="noStrike" dirty="0">
                        <a:solidFill>
                          <a:srgbClr val="000000"/>
                        </a:solidFill>
                        <a:effectLst/>
                        <a:latin typeface="Roboto Light" panose="02000000000000000000" pitchFamily="2" charset="0"/>
                      </a:endParaRP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-3.5%</a:t>
                      </a:r>
                    </a:p>
                  </a:txBody>
                  <a:tcPr marL="5151" marR="5151" marT="5151" marB="0" anchor="b">
                    <a:lnL>
                      <a:noFill/>
                    </a:lnL>
                    <a:lnR>
                      <a:noFill/>
                    </a:lnR>
                    <a:lnT>
                      <a:noFill/>
                    </a:lnT>
                    <a:lnB>
                      <a:noFill/>
                    </a:lnB>
                    <a:solidFill>
                      <a:srgbClr val="FDDCDD"/>
                    </a:solidFill>
                  </a:tcPr>
                </a:tc>
                <a:tc>
                  <a:txBody>
                    <a:bodyPr/>
                    <a:lstStyle/>
                    <a:p>
                      <a:pPr algn="ctr" fontAlgn="b">
                        <a:buNone/>
                      </a:pPr>
                      <a:r>
                        <a:rPr lang="pt-BR" sz="900" b="0" i="0" u="none" strike="noStrike">
                          <a:solidFill>
                            <a:srgbClr val="000000"/>
                          </a:solidFill>
                          <a:effectLst/>
                          <a:latin typeface="Roboto Light" panose="02000000000000000000" pitchFamily="2" charset="0"/>
                        </a:rPr>
                        <a:t>-12.4%</a:t>
                      </a:r>
                    </a:p>
                  </a:txBody>
                  <a:tcPr marL="5151" marR="5151" marT="5151" marB="0" anchor="b">
                    <a:lnL>
                      <a:noFill/>
                    </a:lnL>
                    <a:lnR>
                      <a:noFill/>
                    </a:lnR>
                    <a:lnT>
                      <a:noFill/>
                    </a:lnT>
                    <a:lnB>
                      <a:noFill/>
                    </a:lnB>
                    <a:solidFill>
                      <a:srgbClr val="F98384"/>
                    </a:solidFill>
                  </a:tcPr>
                </a:tc>
                <a:tc>
                  <a:txBody>
                    <a:bodyPr/>
                    <a:lstStyle/>
                    <a:p>
                      <a:pPr algn="ctr" fontAlgn="b">
                        <a:buNone/>
                      </a:pPr>
                      <a:r>
                        <a:rPr lang="pt-BR" sz="900" b="0" i="0" u="none" strike="noStrike">
                          <a:solidFill>
                            <a:srgbClr val="000000"/>
                          </a:solidFill>
                          <a:effectLst/>
                          <a:latin typeface="Roboto Light" panose="02000000000000000000" pitchFamily="2" charset="0"/>
                        </a:rPr>
                        <a:t>1.7%</a:t>
                      </a:r>
                    </a:p>
                  </a:txBody>
                  <a:tcPr marL="5151" marR="5151" marT="5151" marB="0" anchor="b">
                    <a:lnL>
                      <a:noFill/>
                    </a:lnL>
                    <a:lnR>
                      <a:noFill/>
                    </a:lnR>
                    <a:lnT>
                      <a:noFill/>
                    </a:lnT>
                    <a:lnB>
                      <a:noFill/>
                    </a:lnB>
                    <a:solidFill>
                      <a:srgbClr val="EDF8F0"/>
                    </a:solidFill>
                  </a:tcPr>
                </a:tc>
                <a:tc>
                  <a:txBody>
                    <a:bodyPr/>
                    <a:lstStyle/>
                    <a:p>
                      <a:pPr algn="ctr" fontAlgn="b">
                        <a:buNone/>
                      </a:pPr>
                      <a:r>
                        <a:rPr lang="pt-BR" sz="900" b="0" i="0" u="none" strike="noStrike">
                          <a:solidFill>
                            <a:srgbClr val="000000"/>
                          </a:solidFill>
                          <a:effectLst/>
                          <a:latin typeface="Roboto Light" panose="02000000000000000000" pitchFamily="2" charset="0"/>
                        </a:rPr>
                        <a:t>-18.1%</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-13.9%</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97476"/>
                    </a:solidFill>
                  </a:tcPr>
                </a:tc>
                <a:tc>
                  <a:txBody>
                    <a:bodyPr/>
                    <a:lstStyle/>
                    <a:p>
                      <a:pPr algn="ctr" fontAlgn="b">
                        <a:buNone/>
                      </a:pPr>
                      <a:r>
                        <a:rPr lang="pt-BR" sz="900" b="0" i="0" u="none" strike="noStrike">
                          <a:solidFill>
                            <a:srgbClr val="000000"/>
                          </a:solidFill>
                          <a:effectLst/>
                          <a:latin typeface="Roboto Light" panose="02000000000000000000" pitchFamily="2" charset="0"/>
                        </a:rPr>
                        <a:t>10.7%</a:t>
                      </a:r>
                    </a:p>
                  </a:txBody>
                  <a:tcPr marL="5151" marR="5151" marT="5151" marB="0" anchor="b">
                    <a:lnL>
                      <a:noFill/>
                    </a:lnL>
                    <a:lnR>
                      <a:noFill/>
                    </a:lnR>
                    <a:lnT>
                      <a:noFill/>
                    </a:lnT>
                    <a:lnB>
                      <a:noFill/>
                    </a:lnB>
                    <a:solidFill>
                      <a:srgbClr val="8FD0A0"/>
                    </a:solidFill>
                  </a:tcPr>
                </a:tc>
                <a:tc>
                  <a:txBody>
                    <a:bodyPr/>
                    <a:lstStyle/>
                    <a:p>
                      <a:pPr algn="ctr" fontAlgn="b">
                        <a:buNone/>
                      </a:pPr>
                      <a:r>
                        <a:rPr lang="pt-BR" sz="900" b="0" i="0" u="none" strike="noStrike">
                          <a:solidFill>
                            <a:srgbClr val="000000"/>
                          </a:solidFill>
                          <a:effectLst/>
                          <a:latin typeface="Roboto Light" panose="02000000000000000000" pitchFamily="2" charset="0"/>
                        </a:rPr>
                        <a:t>-14.5%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E70"/>
                    </a:solidFill>
                  </a:tcPr>
                </a:tc>
                <a:extLst>
                  <a:ext uri="{0D108BD9-81ED-4DB2-BD59-A6C34878D82A}">
                    <a16:rowId xmlns:a16="http://schemas.microsoft.com/office/drawing/2014/main" val="566906762"/>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Homebuilders</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3.8%</a:t>
                      </a:r>
                    </a:p>
                  </a:txBody>
                  <a:tcPr marL="5151" marR="5151" marT="5151" marB="0" anchor="b">
                    <a:lnL>
                      <a:noFill/>
                    </a:lnL>
                    <a:lnR>
                      <a:noFill/>
                    </a:lnR>
                    <a:lnT>
                      <a:noFill/>
                    </a:lnT>
                    <a:lnB>
                      <a:noFill/>
                    </a:lnB>
                    <a:solidFill>
                      <a:srgbClr val="D8EFDE"/>
                    </a:solidFill>
                  </a:tcPr>
                </a:tc>
                <a:tc>
                  <a:txBody>
                    <a:bodyPr/>
                    <a:lstStyle/>
                    <a:p>
                      <a:pPr algn="ctr" fontAlgn="b">
                        <a:buNone/>
                      </a:pPr>
                      <a:r>
                        <a:rPr lang="pt-BR" sz="900" b="0" i="0" u="none" strike="noStrike">
                          <a:solidFill>
                            <a:srgbClr val="000000"/>
                          </a:solidFill>
                          <a:effectLst/>
                          <a:latin typeface="Roboto Light" panose="02000000000000000000" pitchFamily="2" charset="0"/>
                        </a:rPr>
                        <a:t>1.3%</a:t>
                      </a:r>
                    </a:p>
                  </a:txBody>
                  <a:tcPr marL="5151" marR="5151" marT="5151" marB="0" anchor="b">
                    <a:lnL>
                      <a:noFill/>
                    </a:lnL>
                    <a:lnR>
                      <a:noFill/>
                    </a:lnR>
                    <a:lnT>
                      <a:noFill/>
                    </a:lnT>
                    <a:lnB>
                      <a:noFill/>
                    </a:lnB>
                    <a:solidFill>
                      <a:srgbClr val="F1F9F3"/>
                    </a:solidFill>
                  </a:tcPr>
                </a:tc>
                <a:tc>
                  <a:txBody>
                    <a:bodyPr/>
                    <a:lstStyle/>
                    <a:p>
                      <a:pPr algn="ctr" fontAlgn="b">
                        <a:buNone/>
                      </a:pPr>
                      <a:r>
                        <a:rPr lang="pt-BR" sz="900" b="0" i="0" u="none" strike="noStrike">
                          <a:solidFill>
                            <a:srgbClr val="000000"/>
                          </a:solidFill>
                          <a:effectLst/>
                          <a:latin typeface="Roboto Light" panose="02000000000000000000" pitchFamily="2" charset="0"/>
                        </a:rPr>
                        <a:t>-0.2%</a:t>
                      </a:r>
                    </a:p>
                  </a:txBody>
                  <a:tcPr marL="5151" marR="5151" marT="5151" marB="0" anchor="b">
                    <a:lnL>
                      <a:noFill/>
                    </a:lnL>
                    <a:lnR>
                      <a:noFill/>
                    </a:lnR>
                    <a:lnT>
                      <a:noFill/>
                    </a:lnT>
                    <a:lnB>
                      <a:noFill/>
                    </a:lnB>
                    <a:solidFill>
                      <a:srgbClr val="FFFDFD"/>
                    </a:solidFill>
                  </a:tcPr>
                </a:tc>
                <a:tc>
                  <a:txBody>
                    <a:bodyPr/>
                    <a:lstStyle/>
                    <a:p>
                      <a:pPr algn="ctr" fontAlgn="b">
                        <a:buNone/>
                      </a:pPr>
                      <a:r>
                        <a:rPr lang="pt-BR" sz="900" b="0" i="0" u="none" strike="noStrike">
                          <a:solidFill>
                            <a:srgbClr val="000000"/>
                          </a:solidFill>
                          <a:effectLst/>
                          <a:latin typeface="Roboto Light" panose="02000000000000000000" pitchFamily="2" charset="0"/>
                        </a:rPr>
                        <a:t>-32.5%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-34.4%</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-5.6%</a:t>
                      </a:r>
                    </a:p>
                  </a:txBody>
                  <a:tcPr marL="5151" marR="5151" marT="5151" marB="0" anchor="b">
                    <a:lnL>
                      <a:noFill/>
                    </a:lnL>
                    <a:lnR>
                      <a:noFill/>
                    </a:lnR>
                    <a:lnT>
                      <a:noFill/>
                    </a:lnT>
                    <a:lnB>
                      <a:noFill/>
                    </a:lnB>
                    <a:solidFill>
                      <a:srgbClr val="FCC7C8"/>
                    </a:solidFill>
                  </a:tcPr>
                </a:tc>
                <a:tc>
                  <a:txBody>
                    <a:bodyPr/>
                    <a:lstStyle/>
                    <a:p>
                      <a:pPr algn="ctr" fontAlgn="b">
                        <a:buNone/>
                      </a:pPr>
                      <a:r>
                        <a:rPr lang="pt-BR" sz="900" b="0" i="0" u="none" strike="noStrike">
                          <a:solidFill>
                            <a:srgbClr val="000000"/>
                          </a:solidFill>
                          <a:effectLst/>
                          <a:latin typeface="Roboto Light" panose="02000000000000000000" pitchFamily="2" charset="0"/>
                        </a:rPr>
                        <a:t>-24.0%</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extLst>
                  <a:ext uri="{0D108BD9-81ED-4DB2-BD59-A6C34878D82A}">
                    <a16:rowId xmlns:a16="http://schemas.microsoft.com/office/drawing/2014/main" val="19595387"/>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Income Properties</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4.0%</a:t>
                      </a:r>
                    </a:p>
                  </a:txBody>
                  <a:tcPr marL="5151" marR="5151" marT="5151" marB="0" anchor="b">
                    <a:lnL>
                      <a:noFill/>
                    </a:lnL>
                    <a:lnR>
                      <a:noFill/>
                    </a:lnR>
                    <a:lnT>
                      <a:noFill/>
                    </a:lnT>
                    <a:lnB>
                      <a:noFill/>
                    </a:lnB>
                    <a:solidFill>
                      <a:srgbClr val="D6EEDC"/>
                    </a:solidFill>
                  </a:tcPr>
                </a:tc>
                <a:tc>
                  <a:txBody>
                    <a:bodyPr/>
                    <a:lstStyle/>
                    <a:p>
                      <a:pPr algn="ctr" fontAlgn="b">
                        <a:buNone/>
                      </a:pPr>
                      <a:r>
                        <a:rPr lang="pt-BR" sz="900" b="0" i="0" u="none" strike="noStrike">
                          <a:solidFill>
                            <a:srgbClr val="000000"/>
                          </a:solidFill>
                          <a:effectLst/>
                          <a:latin typeface="Roboto Light" panose="02000000000000000000" pitchFamily="2" charset="0"/>
                        </a:rPr>
                        <a:t>12.8%</a:t>
                      </a:r>
                    </a:p>
                  </a:txBody>
                  <a:tcPr marL="5151" marR="5151" marT="5151" marB="0" anchor="b">
                    <a:lnL>
                      <a:noFill/>
                    </a:lnL>
                    <a:lnR>
                      <a:noFill/>
                    </a:lnR>
                    <a:lnT>
                      <a:noFill/>
                    </a:lnT>
                    <a:lnB>
                      <a:noFill/>
                    </a:lnB>
                    <a:solidFill>
                      <a:srgbClr val="7AC88E"/>
                    </a:solidFill>
                  </a:tcPr>
                </a:tc>
                <a:tc>
                  <a:txBody>
                    <a:bodyPr/>
                    <a:lstStyle/>
                    <a:p>
                      <a:pPr algn="ctr" fontAlgn="b">
                        <a:buNone/>
                      </a:pPr>
                      <a:r>
                        <a:rPr lang="pt-BR" sz="900" b="0" i="0" u="none" strike="noStrike">
                          <a:solidFill>
                            <a:srgbClr val="000000"/>
                          </a:solidFill>
                          <a:effectLst/>
                          <a:latin typeface="Roboto Light" panose="02000000000000000000" pitchFamily="2" charset="0"/>
                        </a:rPr>
                        <a:t>7.0%</a:t>
                      </a:r>
                    </a:p>
                  </a:txBody>
                  <a:tcPr marL="5151" marR="5151" marT="5151" marB="0" anchor="b">
                    <a:lnL>
                      <a:noFill/>
                    </a:lnL>
                    <a:lnR>
                      <a:noFill/>
                    </a:lnR>
                    <a:lnT>
                      <a:noFill/>
                    </a:lnT>
                    <a:lnB>
                      <a:noFill/>
                    </a:lnB>
                    <a:solidFill>
                      <a:srgbClr val="B6E1C1"/>
                    </a:solidFill>
                  </a:tcPr>
                </a:tc>
                <a:tc>
                  <a:txBody>
                    <a:bodyPr/>
                    <a:lstStyle/>
                    <a:p>
                      <a:pPr algn="ctr" fontAlgn="b">
                        <a:buNone/>
                      </a:pPr>
                      <a:r>
                        <a:rPr lang="pt-BR" sz="900" b="0" i="0" u="none" strike="noStrike">
                          <a:solidFill>
                            <a:srgbClr val="000000"/>
                          </a:solidFill>
                          <a:effectLst/>
                          <a:latin typeface="Roboto Light" panose="02000000000000000000" pitchFamily="2" charset="0"/>
                        </a:rPr>
                        <a:t>0.5%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AFDFB"/>
                    </a:solidFill>
                  </a:tcPr>
                </a:tc>
                <a:tc>
                  <a:txBody>
                    <a:bodyPr/>
                    <a:lstStyle/>
                    <a:p>
                      <a:pPr algn="ctr" fontAlgn="b">
                        <a:buNone/>
                      </a:pPr>
                      <a:r>
                        <a:rPr lang="pt-BR" sz="900" b="0" i="0" u="none" strike="noStrike">
                          <a:solidFill>
                            <a:srgbClr val="000000"/>
                          </a:solidFill>
                          <a:effectLst/>
                          <a:latin typeface="Roboto Light" panose="02000000000000000000" pitchFamily="2" charset="0"/>
                        </a:rPr>
                        <a:t>-7.6%</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BB3B4"/>
                    </a:solidFill>
                  </a:tcPr>
                </a:tc>
                <a:tc>
                  <a:txBody>
                    <a:bodyPr/>
                    <a:lstStyle/>
                    <a:p>
                      <a:pPr algn="ctr" fontAlgn="b">
                        <a:buNone/>
                      </a:pPr>
                      <a:r>
                        <a:rPr lang="pt-BR" sz="900" b="0" i="0" u="none" strike="noStrike">
                          <a:solidFill>
                            <a:srgbClr val="000000"/>
                          </a:solidFill>
                          <a:effectLst/>
                          <a:latin typeface="Roboto Light" panose="02000000000000000000" pitchFamily="2" charset="0"/>
                        </a:rPr>
                        <a:t>12.0%</a:t>
                      </a:r>
                    </a:p>
                  </a:txBody>
                  <a:tcPr marL="5151" marR="5151" marT="5151" marB="0" anchor="b">
                    <a:lnL>
                      <a:noFill/>
                    </a:lnL>
                    <a:lnR>
                      <a:noFill/>
                    </a:lnR>
                    <a:lnT>
                      <a:noFill/>
                    </a:lnT>
                    <a:lnB>
                      <a:noFill/>
                    </a:lnB>
                    <a:solidFill>
                      <a:srgbClr val="82CB95"/>
                    </a:solidFill>
                  </a:tcPr>
                </a:tc>
                <a:tc>
                  <a:txBody>
                    <a:bodyPr/>
                    <a:lstStyle/>
                    <a:p>
                      <a:pPr algn="ctr" fontAlgn="b">
                        <a:buNone/>
                      </a:pPr>
                      <a:r>
                        <a:rPr lang="pt-BR" sz="900" b="0" i="0" u="none" strike="noStrike">
                          <a:solidFill>
                            <a:srgbClr val="000000"/>
                          </a:solidFill>
                          <a:effectLst/>
                          <a:latin typeface="Roboto Light" panose="02000000000000000000" pitchFamily="2" charset="0"/>
                        </a:rPr>
                        <a:t>-19.1%</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extLst>
                  <a:ext uri="{0D108BD9-81ED-4DB2-BD59-A6C34878D82A}">
                    <a16:rowId xmlns:a16="http://schemas.microsoft.com/office/drawing/2014/main" val="2183594861"/>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Metals &amp; Mining</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17.8%</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4.9%</a:t>
                      </a:r>
                    </a:p>
                  </a:txBody>
                  <a:tcPr marL="5151" marR="5151" marT="5151" marB="0" anchor="b">
                    <a:lnL>
                      <a:noFill/>
                    </a:lnL>
                    <a:lnR>
                      <a:noFill/>
                    </a:lnR>
                    <a:lnT>
                      <a:noFill/>
                    </a:lnT>
                    <a:lnB>
                      <a:noFill/>
                    </a:lnB>
                    <a:solidFill>
                      <a:srgbClr val="CCEAD4"/>
                    </a:solidFill>
                  </a:tcPr>
                </a:tc>
                <a:tc>
                  <a:txBody>
                    <a:bodyPr/>
                    <a:lstStyle/>
                    <a:p>
                      <a:pPr algn="ctr" fontAlgn="b">
                        <a:buNone/>
                      </a:pPr>
                      <a:r>
                        <a:rPr lang="pt-BR" sz="900" b="0" i="0" u="none" strike="noStrike">
                          <a:solidFill>
                            <a:srgbClr val="000000"/>
                          </a:solidFill>
                          <a:effectLst/>
                          <a:latin typeface="Roboto Light" panose="02000000000000000000" pitchFamily="2" charset="0"/>
                        </a:rPr>
                        <a:t>5.9%</a:t>
                      </a:r>
                    </a:p>
                  </a:txBody>
                  <a:tcPr marL="5151" marR="5151" marT="5151" marB="0" anchor="b">
                    <a:lnL>
                      <a:noFill/>
                    </a:lnL>
                    <a:lnR>
                      <a:noFill/>
                    </a:lnR>
                    <a:lnT>
                      <a:noFill/>
                    </a:lnT>
                    <a:lnB>
                      <a:noFill/>
                    </a:lnB>
                    <a:solidFill>
                      <a:srgbClr val="C2E5CB"/>
                    </a:solidFill>
                  </a:tcPr>
                </a:tc>
                <a:tc>
                  <a:txBody>
                    <a:bodyPr/>
                    <a:lstStyle/>
                    <a:p>
                      <a:pPr algn="ctr" fontAlgn="b">
                        <a:buNone/>
                      </a:pPr>
                      <a:r>
                        <a:rPr lang="pt-BR" sz="900" b="0" i="0" u="none" strike="noStrike">
                          <a:solidFill>
                            <a:srgbClr val="000000"/>
                          </a:solidFill>
                          <a:effectLst/>
                          <a:latin typeface="Roboto Light" panose="02000000000000000000" pitchFamily="2" charset="0"/>
                        </a:rPr>
                        <a:t>4.6%</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CFEBD7"/>
                    </a:solidFill>
                  </a:tcPr>
                </a:tc>
                <a:tc>
                  <a:txBody>
                    <a:bodyPr/>
                    <a:lstStyle/>
                    <a:p>
                      <a:pPr algn="ctr" fontAlgn="b">
                        <a:buNone/>
                      </a:pPr>
                      <a:r>
                        <a:rPr lang="pt-BR" sz="900" b="0" i="0" u="none" strike="noStrike">
                          <a:solidFill>
                            <a:srgbClr val="000000"/>
                          </a:solidFill>
                          <a:effectLst/>
                          <a:latin typeface="Roboto Light" panose="02000000000000000000" pitchFamily="2" charset="0"/>
                        </a:rPr>
                        <a:t>-10.7%</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A9495"/>
                    </a:solidFill>
                  </a:tcPr>
                </a:tc>
                <a:tc>
                  <a:txBody>
                    <a:bodyPr/>
                    <a:lstStyle/>
                    <a:p>
                      <a:pPr algn="ctr" fontAlgn="b">
                        <a:buNone/>
                      </a:pPr>
                      <a:r>
                        <a:rPr lang="pt-BR" sz="900" b="0" i="0" u="none" strike="noStrike">
                          <a:solidFill>
                            <a:srgbClr val="000000"/>
                          </a:solidFill>
                          <a:effectLst/>
                          <a:latin typeface="Roboto Light" panose="02000000000000000000" pitchFamily="2" charset="0"/>
                        </a:rPr>
                        <a:t>-8.6%</a:t>
                      </a:r>
                    </a:p>
                  </a:txBody>
                  <a:tcPr marL="5151" marR="5151" marT="5151" marB="0" anchor="b">
                    <a:lnL>
                      <a:noFill/>
                    </a:lnL>
                    <a:lnR>
                      <a:noFill/>
                    </a:lnR>
                    <a:lnT>
                      <a:noFill/>
                    </a:lnT>
                    <a:lnB>
                      <a:noFill/>
                    </a:lnB>
                    <a:solidFill>
                      <a:srgbClr val="FBA9AB"/>
                    </a:solidFill>
                  </a:tcPr>
                </a:tc>
                <a:tc>
                  <a:txBody>
                    <a:bodyPr/>
                    <a:lstStyle/>
                    <a:p>
                      <a:pPr algn="ctr" fontAlgn="b">
                        <a:buNone/>
                      </a:pPr>
                      <a:r>
                        <a:rPr lang="pt-BR" sz="900" b="0" i="0" u="none" strike="noStrike">
                          <a:solidFill>
                            <a:srgbClr val="000000"/>
                          </a:solidFill>
                          <a:effectLst/>
                          <a:latin typeface="Roboto Light" panose="02000000000000000000" pitchFamily="2" charset="0"/>
                        </a:rPr>
                        <a:t>-12.0%</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98789"/>
                    </a:solidFill>
                  </a:tcPr>
                </a:tc>
                <a:extLst>
                  <a:ext uri="{0D108BD9-81ED-4DB2-BD59-A6C34878D82A}">
                    <a16:rowId xmlns:a16="http://schemas.microsoft.com/office/drawing/2014/main" val="2354860287"/>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Oil, Gas &amp; Petrochemicals</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20.6%</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34.0%</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23.0%</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80.0%</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68.3%</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7.1%</a:t>
                      </a:r>
                    </a:p>
                  </a:txBody>
                  <a:tcPr marL="5151" marR="5151" marT="5151" marB="0" anchor="b">
                    <a:lnL>
                      <a:noFill/>
                    </a:lnL>
                    <a:lnR>
                      <a:noFill/>
                    </a:lnR>
                    <a:lnT>
                      <a:noFill/>
                    </a:lnT>
                    <a:lnB>
                      <a:noFill/>
                    </a:lnB>
                    <a:solidFill>
                      <a:srgbClr val="B6E0C1"/>
                    </a:solidFill>
                  </a:tcPr>
                </a:tc>
                <a:tc>
                  <a:txBody>
                    <a:bodyPr/>
                    <a:lstStyle/>
                    <a:p>
                      <a:pPr algn="ctr" fontAlgn="b">
                        <a:buNone/>
                      </a:pPr>
                      <a:r>
                        <a:rPr lang="pt-BR" sz="900" b="0" i="0" u="none" strike="noStrike">
                          <a:solidFill>
                            <a:srgbClr val="000000"/>
                          </a:solidFill>
                          <a:effectLst/>
                          <a:latin typeface="Roboto Light" panose="02000000000000000000" pitchFamily="2" charset="0"/>
                        </a:rPr>
                        <a:t>3.1%</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DFF2E4"/>
                    </a:solidFill>
                  </a:tcPr>
                </a:tc>
                <a:extLst>
                  <a:ext uri="{0D108BD9-81ED-4DB2-BD59-A6C34878D82A}">
                    <a16:rowId xmlns:a16="http://schemas.microsoft.com/office/drawing/2014/main" val="2397461680"/>
                  </a:ext>
                </a:extLst>
              </a:tr>
              <a:tr h="151125">
                <a:tc>
                  <a:txBody>
                    <a:bodyPr/>
                    <a:lstStyle/>
                    <a:p>
                      <a:pPr algn="l" fontAlgn="b">
                        <a:buNone/>
                      </a:pPr>
                      <a:r>
                        <a:rPr lang="pt-BR" sz="900" b="0" i="0" u="none" strike="noStrike" dirty="0">
                          <a:solidFill>
                            <a:srgbClr val="000000"/>
                          </a:solidFill>
                          <a:effectLst/>
                          <a:latin typeface="Roboto Light" panose="02000000000000000000" pitchFamily="2" charset="0"/>
                        </a:rPr>
                        <a:t>Pulp &amp; </a:t>
                      </a:r>
                      <a:r>
                        <a:rPr lang="pt-BR" sz="900" b="0" i="0" u="none" strike="noStrike" dirty="0" err="1">
                          <a:solidFill>
                            <a:srgbClr val="000000"/>
                          </a:solidFill>
                          <a:effectLst/>
                          <a:latin typeface="Roboto Light" panose="02000000000000000000" pitchFamily="2" charset="0"/>
                        </a:rPr>
                        <a:t>Paper</a:t>
                      </a:r>
                      <a:endParaRPr lang="pt-BR" sz="900" b="0" i="0" u="none" strike="noStrike" dirty="0">
                        <a:solidFill>
                          <a:srgbClr val="000000"/>
                        </a:solidFill>
                        <a:effectLst/>
                        <a:latin typeface="Roboto Light" panose="02000000000000000000" pitchFamily="2" charset="0"/>
                      </a:endParaRP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13.6%</a:t>
                      </a:r>
                    </a:p>
                  </a:txBody>
                  <a:tcPr marL="5151" marR="5151" marT="5151" marB="0" anchor="b">
                    <a:lnL>
                      <a:noFill/>
                    </a:lnL>
                    <a:lnR>
                      <a:noFill/>
                    </a:lnR>
                    <a:lnT>
                      <a:noFill/>
                    </a:lnT>
                    <a:lnB>
                      <a:noFill/>
                    </a:lnB>
                    <a:solidFill>
                      <a:srgbClr val="72C487"/>
                    </a:solidFill>
                  </a:tcPr>
                </a:tc>
                <a:tc>
                  <a:txBody>
                    <a:bodyPr/>
                    <a:lstStyle/>
                    <a:p>
                      <a:pPr algn="ctr" fontAlgn="b">
                        <a:buNone/>
                      </a:pPr>
                      <a:r>
                        <a:rPr lang="pt-BR" sz="900" b="0" i="0" u="none" strike="noStrike">
                          <a:solidFill>
                            <a:srgbClr val="000000"/>
                          </a:solidFill>
                          <a:effectLst/>
                          <a:latin typeface="Roboto Light" panose="02000000000000000000" pitchFamily="2" charset="0"/>
                        </a:rPr>
                        <a:t>2.3%</a:t>
                      </a:r>
                    </a:p>
                  </a:txBody>
                  <a:tcPr marL="5151" marR="5151" marT="5151" marB="0" anchor="b">
                    <a:lnL>
                      <a:noFill/>
                    </a:lnL>
                    <a:lnR>
                      <a:noFill/>
                    </a:lnR>
                    <a:lnT>
                      <a:noFill/>
                    </a:lnT>
                    <a:lnB>
                      <a:noFill/>
                    </a:lnB>
                    <a:solidFill>
                      <a:srgbClr val="E7F5EB"/>
                    </a:solidFill>
                  </a:tcPr>
                </a:tc>
                <a:tc>
                  <a:txBody>
                    <a:bodyPr/>
                    <a:lstStyle/>
                    <a:p>
                      <a:pPr algn="ctr" fontAlgn="b">
                        <a:buNone/>
                      </a:pPr>
                      <a:r>
                        <a:rPr lang="pt-BR" sz="900" b="0" i="0" u="none" strike="noStrike">
                          <a:solidFill>
                            <a:srgbClr val="000000"/>
                          </a:solidFill>
                          <a:effectLst/>
                          <a:latin typeface="Roboto Light" panose="02000000000000000000" pitchFamily="2" charset="0"/>
                        </a:rPr>
                        <a:t>1.4%</a:t>
                      </a:r>
                    </a:p>
                  </a:txBody>
                  <a:tcPr marL="5151" marR="5151" marT="5151" marB="0" anchor="b">
                    <a:lnL>
                      <a:noFill/>
                    </a:lnL>
                    <a:lnR>
                      <a:noFill/>
                    </a:lnR>
                    <a:lnT>
                      <a:noFill/>
                    </a:lnT>
                    <a:lnB>
                      <a:noFill/>
                    </a:lnB>
                    <a:solidFill>
                      <a:srgbClr val="F0F9F2"/>
                    </a:solidFill>
                  </a:tcPr>
                </a:tc>
                <a:tc>
                  <a:txBody>
                    <a:bodyPr/>
                    <a:lstStyle/>
                    <a:p>
                      <a:pPr algn="ctr" fontAlgn="b">
                        <a:buNone/>
                      </a:pPr>
                      <a:r>
                        <a:rPr lang="pt-BR" sz="900" b="0" i="0" u="none" strike="noStrike">
                          <a:solidFill>
                            <a:srgbClr val="000000"/>
                          </a:solidFill>
                          <a:effectLst/>
                          <a:latin typeface="Roboto Light" panose="02000000000000000000" pitchFamily="2" charset="0"/>
                        </a:rPr>
                        <a:t>3.5%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DBF0E0"/>
                    </a:solidFill>
                  </a:tcPr>
                </a:tc>
                <a:tc>
                  <a:txBody>
                    <a:bodyPr/>
                    <a:lstStyle/>
                    <a:p>
                      <a:pPr algn="ctr" fontAlgn="b">
                        <a:buNone/>
                      </a:pPr>
                      <a:r>
                        <a:rPr lang="pt-BR" sz="900" b="0" i="0" u="none" strike="noStrike">
                          <a:solidFill>
                            <a:srgbClr val="000000"/>
                          </a:solidFill>
                          <a:effectLst/>
                          <a:latin typeface="Roboto Light" panose="02000000000000000000" pitchFamily="2" charset="0"/>
                        </a:rPr>
                        <a:t>-4.8%</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DCFD0"/>
                    </a:solidFill>
                  </a:tcPr>
                </a:tc>
                <a:tc>
                  <a:txBody>
                    <a:bodyPr/>
                    <a:lstStyle/>
                    <a:p>
                      <a:pPr algn="ctr" fontAlgn="b">
                        <a:buNone/>
                      </a:pPr>
                      <a:r>
                        <a:rPr lang="pt-BR" sz="900" b="0" i="0" u="none" strike="noStrike">
                          <a:solidFill>
                            <a:srgbClr val="000000"/>
                          </a:solidFill>
                          <a:effectLst/>
                          <a:latin typeface="Roboto Light" panose="02000000000000000000" pitchFamily="2" charset="0"/>
                        </a:rPr>
                        <a:t>-3.0%</a:t>
                      </a:r>
                    </a:p>
                  </a:txBody>
                  <a:tcPr marL="5151" marR="5151" marT="5151" marB="0" anchor="b">
                    <a:lnL>
                      <a:noFill/>
                    </a:lnL>
                    <a:lnR>
                      <a:noFill/>
                    </a:lnR>
                    <a:lnT>
                      <a:noFill/>
                    </a:lnT>
                    <a:lnB>
                      <a:noFill/>
                    </a:lnB>
                    <a:solidFill>
                      <a:srgbClr val="FEE1E1"/>
                    </a:solidFill>
                  </a:tcPr>
                </a:tc>
                <a:tc>
                  <a:txBody>
                    <a:bodyPr/>
                    <a:lstStyle/>
                    <a:p>
                      <a:pPr algn="ctr" fontAlgn="b">
                        <a:buNone/>
                      </a:pPr>
                      <a:r>
                        <a:rPr lang="pt-BR" sz="900" b="0" i="0" u="none" strike="noStrike">
                          <a:solidFill>
                            <a:srgbClr val="000000"/>
                          </a:solidFill>
                          <a:effectLst/>
                          <a:latin typeface="Roboto Light" panose="02000000000000000000" pitchFamily="2" charset="0"/>
                        </a:rPr>
                        <a:t>6.6%</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BAE2C5"/>
                    </a:solidFill>
                  </a:tcPr>
                </a:tc>
                <a:extLst>
                  <a:ext uri="{0D108BD9-81ED-4DB2-BD59-A6C34878D82A}">
                    <a16:rowId xmlns:a16="http://schemas.microsoft.com/office/drawing/2014/main" val="4277827430"/>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Retail</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-9.0%</a:t>
                      </a:r>
                    </a:p>
                  </a:txBody>
                  <a:tcPr marL="5151" marR="5151" marT="5151" marB="0" anchor="b">
                    <a:lnL>
                      <a:noFill/>
                    </a:lnL>
                    <a:lnR>
                      <a:noFill/>
                    </a:lnR>
                    <a:lnT>
                      <a:noFill/>
                    </a:lnT>
                    <a:lnB>
                      <a:noFill/>
                    </a:lnB>
                    <a:solidFill>
                      <a:srgbClr val="FBA5A6"/>
                    </a:solidFill>
                  </a:tcPr>
                </a:tc>
                <a:tc>
                  <a:txBody>
                    <a:bodyPr/>
                    <a:lstStyle/>
                    <a:p>
                      <a:pPr algn="ctr" fontAlgn="b">
                        <a:buNone/>
                      </a:pPr>
                      <a:r>
                        <a:rPr lang="pt-BR" sz="900" b="0" i="0" u="none" strike="noStrike">
                          <a:solidFill>
                            <a:srgbClr val="000000"/>
                          </a:solidFill>
                          <a:effectLst/>
                          <a:latin typeface="Roboto Light" panose="02000000000000000000" pitchFamily="2" charset="0"/>
                        </a:rPr>
                        <a:t>-23.5%</a:t>
                      </a:r>
                    </a:p>
                  </a:txBody>
                  <a:tcPr marL="5151" marR="5151" marT="5151" marB="0" anchor="b">
                    <a:lnL>
                      <a:noFill/>
                    </a:lnL>
                    <a:lnR>
                      <a:noFill/>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-14.3%</a:t>
                      </a:r>
                    </a:p>
                  </a:txBody>
                  <a:tcPr marL="5151" marR="5151" marT="5151" marB="0" anchor="b">
                    <a:lnL>
                      <a:noFill/>
                    </a:lnL>
                    <a:lnR>
                      <a:noFill/>
                    </a:lnR>
                    <a:lnT>
                      <a:noFill/>
                    </a:lnT>
                    <a:lnB>
                      <a:noFill/>
                    </a:lnB>
                    <a:solidFill>
                      <a:srgbClr val="F87072"/>
                    </a:solidFill>
                  </a:tcPr>
                </a:tc>
                <a:tc>
                  <a:txBody>
                    <a:bodyPr/>
                    <a:lstStyle/>
                    <a:p>
                      <a:pPr algn="ctr" fontAlgn="b">
                        <a:buNone/>
                      </a:pPr>
                      <a:r>
                        <a:rPr lang="pt-BR" sz="900" b="0" i="0" u="none" strike="noStrike">
                          <a:solidFill>
                            <a:srgbClr val="000000"/>
                          </a:solidFill>
                          <a:effectLst/>
                          <a:latin typeface="Roboto Light" panose="02000000000000000000" pitchFamily="2" charset="0"/>
                        </a:rPr>
                        <a:t>-27.7%</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-29.5%</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4.4%</a:t>
                      </a:r>
                    </a:p>
                  </a:txBody>
                  <a:tcPr marL="5151" marR="5151" marT="5151" marB="0" anchor="b">
                    <a:lnL>
                      <a:noFill/>
                    </a:lnL>
                    <a:lnR>
                      <a:noFill/>
                    </a:lnR>
                    <a:lnT>
                      <a:noFill/>
                    </a:lnT>
                    <a:lnB>
                      <a:noFill/>
                    </a:lnB>
                    <a:solidFill>
                      <a:srgbClr val="D1ECD8"/>
                    </a:solidFill>
                  </a:tcPr>
                </a:tc>
                <a:tc>
                  <a:txBody>
                    <a:bodyPr/>
                    <a:lstStyle/>
                    <a:p>
                      <a:pPr algn="ctr" fontAlgn="b">
                        <a:buNone/>
                      </a:pPr>
                      <a:r>
                        <a:rPr lang="pt-BR" sz="900" b="0" i="0" u="none" strike="noStrike">
                          <a:solidFill>
                            <a:srgbClr val="000000"/>
                          </a:solidFill>
                          <a:effectLst/>
                          <a:latin typeface="Roboto Light" panose="02000000000000000000" pitchFamily="2" charset="0"/>
                        </a:rPr>
                        <a:t>-20.4%</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extLst>
                  <a:ext uri="{0D108BD9-81ED-4DB2-BD59-A6C34878D82A}">
                    <a16:rowId xmlns:a16="http://schemas.microsoft.com/office/drawing/2014/main" val="3541219862"/>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Sanitation</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18.2%</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33.5%</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33.7%</a:t>
                      </a:r>
                    </a:p>
                  </a:txBody>
                  <a:tcPr marL="5151" marR="5151" marT="5151"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3.2%</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DEF1E3"/>
                    </a:solidFill>
                  </a:tcPr>
                </a:tc>
                <a:tc>
                  <a:txBody>
                    <a:bodyPr/>
                    <a:lstStyle/>
                    <a:p>
                      <a:pPr algn="ctr" fontAlgn="b">
                        <a:buNone/>
                      </a:pPr>
                      <a:r>
                        <a:rPr lang="pt-BR" sz="900" b="0" i="0" u="none" strike="noStrike">
                          <a:solidFill>
                            <a:srgbClr val="000000"/>
                          </a:solidFill>
                          <a:effectLst/>
                          <a:latin typeface="Roboto Light" panose="02000000000000000000" pitchFamily="2" charset="0"/>
                        </a:rPr>
                        <a:t>-3.3%</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DDEDF"/>
                    </a:solidFill>
                  </a:tcPr>
                </a:tc>
                <a:tc>
                  <a:txBody>
                    <a:bodyPr/>
                    <a:lstStyle/>
                    <a:p>
                      <a:pPr algn="ctr" fontAlgn="b">
                        <a:buNone/>
                      </a:pPr>
                      <a:r>
                        <a:rPr lang="pt-BR" sz="900" b="0" i="0" u="none" strike="noStrike">
                          <a:solidFill>
                            <a:srgbClr val="000000"/>
                          </a:solidFill>
                          <a:effectLst/>
                          <a:latin typeface="Roboto Light" panose="02000000000000000000" pitchFamily="2" charset="0"/>
                        </a:rPr>
                        <a:t>7.3%</a:t>
                      </a:r>
                    </a:p>
                  </a:txBody>
                  <a:tcPr marL="5151" marR="5151" marT="5151" marB="0" anchor="b">
                    <a:lnL>
                      <a:noFill/>
                    </a:lnL>
                    <a:lnR>
                      <a:noFill/>
                    </a:lnR>
                    <a:lnT>
                      <a:noFill/>
                    </a:lnT>
                    <a:lnB>
                      <a:noFill/>
                    </a:lnB>
                    <a:solidFill>
                      <a:srgbClr val="B4E0BF"/>
                    </a:solidFill>
                  </a:tcPr>
                </a:tc>
                <a:tc>
                  <a:txBody>
                    <a:bodyPr/>
                    <a:lstStyle/>
                    <a:p>
                      <a:pPr algn="ctr" fontAlgn="b">
                        <a:buNone/>
                      </a:pPr>
                      <a:r>
                        <a:rPr lang="pt-BR" sz="900" b="0" i="0" u="none" strike="noStrike">
                          <a:solidFill>
                            <a:srgbClr val="000000"/>
                          </a:solidFill>
                          <a:effectLst/>
                          <a:latin typeface="Roboto Light" panose="02000000000000000000" pitchFamily="2" charset="0"/>
                        </a:rPr>
                        <a:t>-9.1%</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BA4A5"/>
                    </a:solidFill>
                  </a:tcPr>
                </a:tc>
                <a:extLst>
                  <a:ext uri="{0D108BD9-81ED-4DB2-BD59-A6C34878D82A}">
                    <a16:rowId xmlns:a16="http://schemas.microsoft.com/office/drawing/2014/main" val="3942888629"/>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TMT</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7.3%</a:t>
                      </a:r>
                    </a:p>
                  </a:txBody>
                  <a:tcPr marL="5151" marR="5151" marT="5151" marB="0" anchor="b">
                    <a:lnL>
                      <a:noFill/>
                    </a:lnL>
                    <a:lnR>
                      <a:noFill/>
                    </a:lnR>
                    <a:lnT>
                      <a:noFill/>
                    </a:lnT>
                    <a:lnB>
                      <a:noFill/>
                    </a:lnB>
                    <a:solidFill>
                      <a:srgbClr val="B3DFBE"/>
                    </a:solidFill>
                  </a:tcPr>
                </a:tc>
                <a:tc>
                  <a:txBody>
                    <a:bodyPr/>
                    <a:lstStyle/>
                    <a:p>
                      <a:pPr algn="ctr" fontAlgn="b">
                        <a:buNone/>
                      </a:pPr>
                      <a:r>
                        <a:rPr lang="pt-BR" sz="900" b="0" i="0" u="none" strike="noStrike">
                          <a:solidFill>
                            <a:srgbClr val="000000"/>
                          </a:solidFill>
                          <a:effectLst/>
                          <a:latin typeface="Roboto Light" panose="02000000000000000000" pitchFamily="2" charset="0"/>
                        </a:rPr>
                        <a:t>7.6%</a:t>
                      </a:r>
                    </a:p>
                  </a:txBody>
                  <a:tcPr marL="5151" marR="5151" marT="5151" marB="0" anchor="b">
                    <a:lnL>
                      <a:noFill/>
                    </a:lnL>
                    <a:lnR>
                      <a:noFill/>
                    </a:lnR>
                    <a:lnT>
                      <a:noFill/>
                    </a:lnT>
                    <a:lnB>
                      <a:noFill/>
                    </a:lnB>
                    <a:solidFill>
                      <a:srgbClr val="B0DEBC"/>
                    </a:solidFill>
                  </a:tcPr>
                </a:tc>
                <a:tc>
                  <a:txBody>
                    <a:bodyPr/>
                    <a:lstStyle/>
                    <a:p>
                      <a:pPr algn="ctr" fontAlgn="b">
                        <a:buNone/>
                      </a:pPr>
                      <a:r>
                        <a:rPr lang="pt-BR" sz="900" b="0" i="0" u="none" strike="noStrike">
                          <a:solidFill>
                            <a:srgbClr val="000000"/>
                          </a:solidFill>
                          <a:effectLst/>
                          <a:latin typeface="Roboto Light" panose="02000000000000000000" pitchFamily="2" charset="0"/>
                        </a:rPr>
                        <a:t>14.7%</a:t>
                      </a:r>
                    </a:p>
                  </a:txBody>
                  <a:tcPr marL="5151" marR="5151" marT="5151" marB="0" anchor="b">
                    <a:lnL>
                      <a:noFill/>
                    </a:lnL>
                    <a:lnR>
                      <a:noFill/>
                    </a:lnR>
                    <a:lnT>
                      <a:noFill/>
                    </a:lnT>
                    <a:lnB>
                      <a:noFill/>
                    </a:lnB>
                    <a:solidFill>
                      <a:srgbClr val="66BF7E"/>
                    </a:solidFill>
                  </a:tcPr>
                </a:tc>
                <a:tc>
                  <a:txBody>
                    <a:bodyPr/>
                    <a:lstStyle/>
                    <a:p>
                      <a:pPr algn="ctr" fontAlgn="b">
                        <a:buNone/>
                      </a:pPr>
                      <a:r>
                        <a:rPr lang="pt-BR" sz="900" b="0" i="0" u="none" strike="noStrike">
                          <a:solidFill>
                            <a:srgbClr val="000000"/>
                          </a:solidFill>
                          <a:effectLst/>
                          <a:latin typeface="Roboto Light" panose="02000000000000000000" pitchFamily="2" charset="0"/>
                        </a:rPr>
                        <a:t>-13.9%</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97476"/>
                    </a:solidFill>
                  </a:tcPr>
                </a:tc>
                <a:tc>
                  <a:txBody>
                    <a:bodyPr/>
                    <a:lstStyle/>
                    <a:p>
                      <a:pPr algn="ctr" fontAlgn="b">
                        <a:buNone/>
                      </a:pPr>
                      <a:r>
                        <a:rPr lang="pt-BR" sz="900" b="0" i="0" u="none" strike="noStrike">
                          <a:solidFill>
                            <a:srgbClr val="000000"/>
                          </a:solidFill>
                          <a:effectLst/>
                          <a:latin typeface="Roboto Light" panose="02000000000000000000" pitchFamily="2" charset="0"/>
                        </a:rPr>
                        <a:t>-9.3%</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BA2A3"/>
                    </a:solidFill>
                  </a:tcPr>
                </a:tc>
                <a:tc>
                  <a:txBody>
                    <a:bodyPr/>
                    <a:lstStyle/>
                    <a:p>
                      <a:pPr algn="ctr" fontAlgn="b">
                        <a:buNone/>
                      </a:pPr>
                      <a:r>
                        <a:rPr lang="pt-BR" sz="900" b="0" i="0" u="none" strike="noStrike">
                          <a:solidFill>
                            <a:srgbClr val="000000"/>
                          </a:solidFill>
                          <a:effectLst/>
                          <a:latin typeface="Roboto Light" panose="02000000000000000000" pitchFamily="2" charset="0"/>
                        </a:rPr>
                        <a:t>-1.8%</a:t>
                      </a:r>
                    </a:p>
                  </a:txBody>
                  <a:tcPr marL="5151" marR="5151" marT="5151" marB="0" anchor="b">
                    <a:lnL>
                      <a:noFill/>
                    </a:lnL>
                    <a:lnR>
                      <a:noFill/>
                    </a:lnR>
                    <a:lnT>
                      <a:noFill/>
                    </a:lnT>
                    <a:lnB>
                      <a:noFill/>
                    </a:lnB>
                    <a:solidFill>
                      <a:srgbClr val="FEEDED"/>
                    </a:solidFill>
                  </a:tcPr>
                </a:tc>
                <a:tc>
                  <a:txBody>
                    <a:bodyPr/>
                    <a:lstStyle/>
                    <a:p>
                      <a:pPr algn="ctr" fontAlgn="b">
                        <a:buNone/>
                      </a:pPr>
                      <a:r>
                        <a:rPr lang="pt-BR" sz="900" b="0" i="0" u="none" strike="noStrike">
                          <a:solidFill>
                            <a:srgbClr val="000000"/>
                          </a:solidFill>
                          <a:effectLst/>
                          <a:latin typeface="Roboto Light" panose="02000000000000000000" pitchFamily="2" charset="0"/>
                        </a:rPr>
                        <a:t>2.5%</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E5F4E9"/>
                    </a:solidFill>
                  </a:tcPr>
                </a:tc>
                <a:extLst>
                  <a:ext uri="{0D108BD9-81ED-4DB2-BD59-A6C34878D82A}">
                    <a16:rowId xmlns:a16="http://schemas.microsoft.com/office/drawing/2014/main" val="252590126"/>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Transportation</a:t>
                      </a:r>
                    </a:p>
                  </a:txBody>
                  <a:tcPr marL="5151" marR="5151" marT="5151" marB="0" anchor="b">
                    <a:lnL>
                      <a:noFill/>
                    </a:lnL>
                    <a:lnR>
                      <a:noFill/>
                    </a:lnR>
                    <a:lnT>
                      <a:noFill/>
                    </a:lnT>
                    <a:lnB>
                      <a:noFill/>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2.4%</a:t>
                      </a:r>
                    </a:p>
                  </a:txBody>
                  <a:tcPr marL="5151" marR="5151" marT="5151" marB="0" anchor="b">
                    <a:lnL>
                      <a:noFill/>
                    </a:lnL>
                    <a:lnR>
                      <a:noFill/>
                    </a:lnR>
                    <a:lnT>
                      <a:noFill/>
                    </a:lnT>
                    <a:lnB>
                      <a:noFill/>
                    </a:lnB>
                    <a:solidFill>
                      <a:srgbClr val="E6F5EA"/>
                    </a:solidFill>
                  </a:tcPr>
                </a:tc>
                <a:tc>
                  <a:txBody>
                    <a:bodyPr/>
                    <a:lstStyle/>
                    <a:p>
                      <a:pPr algn="ctr" fontAlgn="b">
                        <a:buNone/>
                      </a:pPr>
                      <a:r>
                        <a:rPr lang="pt-BR" sz="900" b="0" i="0" u="none" strike="noStrike">
                          <a:solidFill>
                            <a:srgbClr val="000000"/>
                          </a:solidFill>
                          <a:effectLst/>
                          <a:latin typeface="Roboto Light" panose="02000000000000000000" pitchFamily="2" charset="0"/>
                        </a:rPr>
                        <a:t>-3.8%</a:t>
                      </a:r>
                    </a:p>
                  </a:txBody>
                  <a:tcPr marL="5151" marR="5151" marT="5151" marB="0" anchor="b">
                    <a:lnL>
                      <a:noFill/>
                    </a:lnL>
                    <a:lnR>
                      <a:noFill/>
                    </a:lnR>
                    <a:lnT>
                      <a:noFill/>
                    </a:lnT>
                    <a:lnB>
                      <a:noFill/>
                    </a:lnB>
                    <a:solidFill>
                      <a:srgbClr val="FDD9D9"/>
                    </a:solidFill>
                  </a:tcPr>
                </a:tc>
                <a:tc>
                  <a:txBody>
                    <a:bodyPr/>
                    <a:lstStyle/>
                    <a:p>
                      <a:pPr algn="ctr" fontAlgn="b">
                        <a:buNone/>
                      </a:pPr>
                      <a:r>
                        <a:rPr lang="pt-BR" sz="900" b="0" i="0" u="none" strike="noStrike">
                          <a:solidFill>
                            <a:srgbClr val="000000"/>
                          </a:solidFill>
                          <a:effectLst/>
                          <a:latin typeface="Roboto Light" panose="02000000000000000000" pitchFamily="2" charset="0"/>
                        </a:rPr>
                        <a:t>-9.0%</a:t>
                      </a:r>
                      <a:endParaRPr lang="pt-BR" sz="900" b="0" i="0" u="none" strike="noStrike" dirty="0">
                        <a:solidFill>
                          <a:srgbClr val="000000"/>
                        </a:solidFill>
                        <a:effectLst/>
                        <a:latin typeface="Roboto Light" panose="02000000000000000000" pitchFamily="2" charset="0"/>
                      </a:endParaRPr>
                    </a:p>
                  </a:txBody>
                  <a:tcPr marL="5151" marR="5151" marT="5151" marB="0" anchor="b">
                    <a:lnL>
                      <a:noFill/>
                    </a:lnL>
                    <a:lnR>
                      <a:noFill/>
                    </a:lnR>
                    <a:lnT>
                      <a:noFill/>
                    </a:lnT>
                    <a:lnB>
                      <a:noFill/>
                    </a:lnB>
                    <a:solidFill>
                      <a:srgbClr val="FBA5A6"/>
                    </a:solidFill>
                  </a:tcPr>
                </a:tc>
                <a:tc>
                  <a:txBody>
                    <a:bodyPr/>
                    <a:lstStyle/>
                    <a:p>
                      <a:pPr algn="ctr" fontAlgn="b">
                        <a:buNone/>
                      </a:pPr>
                      <a:r>
                        <a:rPr lang="pt-BR" sz="900" b="0" i="0" u="none" strike="noStrike">
                          <a:solidFill>
                            <a:srgbClr val="000000"/>
                          </a:solidFill>
                          <a:effectLst/>
                          <a:latin typeface="Roboto Light" panose="02000000000000000000" pitchFamily="2" charset="0"/>
                        </a:rPr>
                        <a:t>-12.7%</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98081"/>
                    </a:solidFill>
                  </a:tcPr>
                </a:tc>
                <a:tc>
                  <a:txBody>
                    <a:bodyPr/>
                    <a:lstStyle/>
                    <a:p>
                      <a:pPr algn="ctr" fontAlgn="b">
                        <a:buNone/>
                      </a:pPr>
                      <a:r>
                        <a:rPr lang="pt-BR" sz="900" b="0" i="0" u="none" strike="noStrike">
                          <a:solidFill>
                            <a:srgbClr val="000000"/>
                          </a:solidFill>
                          <a:effectLst/>
                          <a:latin typeface="Roboto Light" panose="02000000000000000000" pitchFamily="2" charset="0"/>
                        </a:rPr>
                        <a:t>-17.7%</a:t>
                      </a:r>
                    </a:p>
                  </a:txBody>
                  <a:tcPr marL="5151" marR="5151" marT="5151" marB="0" anchor="b">
                    <a:lnL w="12700" cap="flat" cmpd="sng" algn="ctr">
                      <a:solidFill>
                        <a:srgbClr val="000000"/>
                      </a:solidFill>
                      <a:prstDash val="dash"/>
                      <a:round/>
                      <a:headEnd type="none" w="med" len="med"/>
                      <a:tailEnd type="none" w="med" len="med"/>
                    </a:lnL>
                    <a:lnR>
                      <a:noFill/>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14.6%</a:t>
                      </a:r>
                    </a:p>
                  </a:txBody>
                  <a:tcPr marL="5151" marR="5151" marT="5151" marB="0" anchor="b">
                    <a:lnL>
                      <a:noFill/>
                    </a:lnL>
                    <a:lnR>
                      <a:noFill/>
                    </a:lnR>
                    <a:lnT>
                      <a:noFill/>
                    </a:lnT>
                    <a:lnB>
                      <a:noFill/>
                    </a:lnB>
                    <a:solidFill>
                      <a:srgbClr val="67C07E"/>
                    </a:solidFill>
                  </a:tcPr>
                </a:tc>
                <a:tc>
                  <a:txBody>
                    <a:bodyPr/>
                    <a:lstStyle/>
                    <a:p>
                      <a:pPr algn="ctr" fontAlgn="b">
                        <a:buNone/>
                      </a:pPr>
                      <a:r>
                        <a:rPr lang="pt-BR" sz="900" b="0" i="0" u="none" strike="noStrike">
                          <a:solidFill>
                            <a:srgbClr val="000000"/>
                          </a:solidFill>
                          <a:effectLst/>
                          <a:latin typeface="Roboto Light" panose="02000000000000000000" pitchFamily="2" charset="0"/>
                        </a:rPr>
                        <a:t>-21.6%</a:t>
                      </a:r>
                    </a:p>
                  </a:txBody>
                  <a:tcPr marL="5151" marR="5151" marT="5151" marB="0" anchor="b">
                    <a:lnL>
                      <a:noFill/>
                    </a:lnL>
                    <a:lnR w="12700" cap="flat" cmpd="sng" algn="ctr">
                      <a:solidFill>
                        <a:srgbClr val="000000"/>
                      </a:solidFill>
                      <a:prstDash val="dash"/>
                      <a:round/>
                      <a:headEnd type="none" w="med" len="med"/>
                      <a:tailEnd type="none" w="med" len="med"/>
                    </a:lnR>
                    <a:lnT>
                      <a:noFill/>
                    </a:lnT>
                    <a:lnB>
                      <a:noFill/>
                    </a:lnB>
                    <a:solidFill>
                      <a:srgbClr val="F8696B"/>
                    </a:solidFill>
                  </a:tcPr>
                </a:tc>
                <a:extLst>
                  <a:ext uri="{0D108BD9-81ED-4DB2-BD59-A6C34878D82A}">
                    <a16:rowId xmlns:a16="http://schemas.microsoft.com/office/drawing/2014/main" val="319017801"/>
                  </a:ext>
                </a:extLst>
              </a:tr>
              <a:tr h="151125">
                <a:tc>
                  <a:txBody>
                    <a:bodyPr/>
                    <a:lstStyle/>
                    <a:p>
                      <a:pPr algn="l" fontAlgn="b">
                        <a:buNone/>
                      </a:pPr>
                      <a:r>
                        <a:rPr lang="pt-BR" sz="900" b="0" i="0" u="none" strike="noStrike">
                          <a:solidFill>
                            <a:srgbClr val="000000"/>
                          </a:solidFill>
                          <a:effectLst/>
                          <a:latin typeface="Roboto Light" panose="02000000000000000000" pitchFamily="2" charset="0"/>
                        </a:rPr>
                        <a:t>Utilities &amp; Energy</a:t>
                      </a:r>
                    </a:p>
                  </a:txBody>
                  <a:tcPr marL="5151" marR="5151" marT="5151" marB="0" anchor="b">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pt-BR" sz="900" b="0" i="0" u="none" strike="noStrike">
                          <a:solidFill>
                            <a:srgbClr val="000000"/>
                          </a:solidFill>
                          <a:effectLst/>
                          <a:latin typeface="Roboto Light" panose="02000000000000000000" pitchFamily="2" charset="0"/>
                        </a:rPr>
                        <a:t>12.8%</a:t>
                      </a:r>
                    </a:p>
                  </a:txBody>
                  <a:tcPr marL="5151" marR="5151" marT="5151" marB="0" anchor="b">
                    <a:lnL>
                      <a:noFill/>
                    </a:lnL>
                    <a:lnR>
                      <a:noFill/>
                    </a:lnR>
                    <a:lnT>
                      <a:noFill/>
                    </a:lnT>
                    <a:lnB w="6350" cap="flat" cmpd="sng" algn="ctr">
                      <a:solidFill>
                        <a:srgbClr val="000000"/>
                      </a:solidFill>
                      <a:prstDash val="solid"/>
                      <a:round/>
                      <a:headEnd type="none" w="med" len="med"/>
                      <a:tailEnd type="none" w="med" len="med"/>
                    </a:lnB>
                    <a:solidFill>
                      <a:srgbClr val="7AC88F"/>
                    </a:solidFill>
                  </a:tcPr>
                </a:tc>
                <a:tc>
                  <a:txBody>
                    <a:bodyPr/>
                    <a:lstStyle/>
                    <a:p>
                      <a:pPr algn="ctr" fontAlgn="b">
                        <a:buNone/>
                      </a:pPr>
                      <a:r>
                        <a:rPr lang="pt-BR" sz="900" b="0" i="0" u="none" strike="noStrike">
                          <a:solidFill>
                            <a:srgbClr val="000000"/>
                          </a:solidFill>
                          <a:effectLst/>
                          <a:latin typeface="Roboto Light" panose="02000000000000000000" pitchFamily="2" charset="0"/>
                        </a:rPr>
                        <a:t>14.3%</a:t>
                      </a:r>
                    </a:p>
                  </a:txBody>
                  <a:tcPr marL="5151" marR="5151" marT="5151" marB="0" anchor="b">
                    <a:lnL>
                      <a:noFill/>
                    </a:lnL>
                    <a:lnR>
                      <a:noFill/>
                    </a:lnR>
                    <a:lnT>
                      <a:noFill/>
                    </a:lnT>
                    <a:lnB w="6350" cap="flat" cmpd="sng" algn="ctr">
                      <a:solidFill>
                        <a:srgbClr val="000000"/>
                      </a:solidFill>
                      <a:prstDash val="solid"/>
                      <a:round/>
                      <a:headEnd type="none" w="med" len="med"/>
                      <a:tailEnd type="none" w="med" len="med"/>
                    </a:lnB>
                    <a:solidFill>
                      <a:srgbClr val="6AC181"/>
                    </a:solidFill>
                  </a:tcPr>
                </a:tc>
                <a:tc>
                  <a:txBody>
                    <a:bodyPr/>
                    <a:lstStyle/>
                    <a:p>
                      <a:pPr algn="ctr" fontAlgn="b">
                        <a:buNone/>
                      </a:pPr>
                      <a:r>
                        <a:rPr lang="pt-BR" sz="900" b="0" i="0" u="none" strike="noStrike">
                          <a:solidFill>
                            <a:srgbClr val="000000"/>
                          </a:solidFill>
                          <a:effectLst/>
                          <a:latin typeface="Roboto Light" panose="02000000000000000000" pitchFamily="2" charset="0"/>
                        </a:rPr>
                        <a:t>19.5%</a:t>
                      </a:r>
                    </a:p>
                  </a:txBody>
                  <a:tcPr marL="5151" marR="5151" marT="5151" marB="0" anchor="b">
                    <a:lnL>
                      <a:noFill/>
                    </a:lnL>
                    <a:lnR>
                      <a:noFill/>
                    </a:lnR>
                    <a:lnT>
                      <a:noFill/>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12.3%</a:t>
                      </a:r>
                    </a:p>
                  </a:txBody>
                  <a:tcPr marL="5151" marR="5151" marT="5151" marB="0" anchor="b">
                    <a:lnL>
                      <a:noFill/>
                    </a:lnL>
                    <a:lnR w="12700" cap="flat" cmpd="sng" algn="ctr">
                      <a:solidFill>
                        <a:srgbClr val="000000"/>
                      </a:solidFill>
                      <a:prstDash val="dash"/>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7FCA92"/>
                    </a:solidFill>
                  </a:tcPr>
                </a:tc>
                <a:tc>
                  <a:txBody>
                    <a:bodyPr/>
                    <a:lstStyle/>
                    <a:p>
                      <a:pPr algn="ctr" fontAlgn="b">
                        <a:buNone/>
                      </a:pPr>
                      <a:r>
                        <a:rPr lang="pt-BR" sz="900" b="0" i="0" u="none" strike="noStrike">
                          <a:solidFill>
                            <a:srgbClr val="000000"/>
                          </a:solidFill>
                          <a:effectLst/>
                          <a:latin typeface="Roboto Light" panose="02000000000000000000" pitchFamily="2" charset="0"/>
                        </a:rPr>
                        <a:t>-0.2%</a:t>
                      </a:r>
                    </a:p>
                  </a:txBody>
                  <a:tcPr marL="5151" marR="5151" marT="5151" marB="0" anchor="b">
                    <a:lnL w="12700" cap="flat" cmpd="sng" algn="ctr">
                      <a:solidFill>
                        <a:srgbClr val="000000"/>
                      </a:solidFill>
                      <a:prstDash val="dash"/>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DFD"/>
                    </a:solidFill>
                  </a:tcPr>
                </a:tc>
                <a:tc>
                  <a:txBody>
                    <a:bodyPr/>
                    <a:lstStyle/>
                    <a:p>
                      <a:pPr algn="ctr" fontAlgn="b">
                        <a:buNone/>
                      </a:pPr>
                      <a:r>
                        <a:rPr lang="pt-BR" sz="900" b="0" i="0" u="none" strike="noStrike">
                          <a:solidFill>
                            <a:srgbClr val="000000"/>
                          </a:solidFill>
                          <a:effectLst/>
                          <a:latin typeface="Roboto Light" panose="02000000000000000000" pitchFamily="2" charset="0"/>
                        </a:rPr>
                        <a:t>6.1%</a:t>
                      </a:r>
                    </a:p>
                  </a:txBody>
                  <a:tcPr marL="5151" marR="5151" marT="5151" marB="0" anchor="b">
                    <a:lnL>
                      <a:noFill/>
                    </a:lnL>
                    <a:lnR>
                      <a:noFill/>
                    </a:lnR>
                    <a:lnT>
                      <a:noFill/>
                    </a:lnT>
                    <a:lnB w="6350" cap="flat" cmpd="sng" algn="ctr">
                      <a:solidFill>
                        <a:srgbClr val="000000"/>
                      </a:solidFill>
                      <a:prstDash val="solid"/>
                      <a:round/>
                      <a:headEnd type="none" w="med" len="med"/>
                      <a:tailEnd type="none" w="med" len="med"/>
                    </a:lnB>
                    <a:solidFill>
                      <a:srgbClr val="BFE4C9"/>
                    </a:solidFill>
                  </a:tcPr>
                </a:tc>
                <a:tc>
                  <a:txBody>
                    <a:bodyPr/>
                    <a:lstStyle/>
                    <a:p>
                      <a:pPr algn="ctr" fontAlgn="b">
                        <a:buNone/>
                      </a:pPr>
                      <a:r>
                        <a:rPr lang="pt-BR" sz="900" b="0" i="0" u="none" strike="noStrike">
                          <a:solidFill>
                            <a:srgbClr val="000000"/>
                          </a:solidFill>
                          <a:effectLst/>
                          <a:latin typeface="Roboto Light" panose="02000000000000000000" pitchFamily="2" charset="0"/>
                        </a:rPr>
                        <a:t>-12.2%</a:t>
                      </a:r>
                    </a:p>
                  </a:txBody>
                  <a:tcPr marL="5151" marR="5151" marT="5151" marB="0" anchor="b">
                    <a:lnL>
                      <a:noFill/>
                    </a:lnL>
                    <a:lnR w="12700" cap="flat" cmpd="sng" algn="ctr">
                      <a:solidFill>
                        <a:srgbClr val="000000"/>
                      </a:solidFill>
                      <a:prstDash val="dash"/>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98587"/>
                    </a:solidFill>
                  </a:tcPr>
                </a:tc>
                <a:extLst>
                  <a:ext uri="{0D108BD9-81ED-4DB2-BD59-A6C34878D82A}">
                    <a16:rowId xmlns:a16="http://schemas.microsoft.com/office/drawing/2014/main" val="1785880453"/>
                  </a:ext>
                </a:extLst>
              </a:tr>
              <a:tr h="151125">
                <a:tc>
                  <a:txBody>
                    <a:bodyPr/>
                    <a:lstStyle/>
                    <a:p>
                      <a:pPr algn="l" fontAlgn="b">
                        <a:buNone/>
                      </a:pPr>
                      <a:r>
                        <a:rPr lang="pt-BR" sz="900" b="1" i="0" u="none" strike="noStrike">
                          <a:solidFill>
                            <a:srgbClr val="000000"/>
                          </a:solidFill>
                          <a:effectLst/>
                          <a:latin typeface="Roboto Light" panose="02000000000000000000" pitchFamily="2" charset="0"/>
                        </a:rPr>
                        <a:t>Ibovespa</a:t>
                      </a:r>
                    </a:p>
                  </a:txBody>
                  <a:tcPr marL="5151" marR="5151" marT="515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buNone/>
                      </a:pPr>
                      <a:r>
                        <a:rPr lang="pt-BR" sz="900" b="1" i="0" u="none" strike="noStrike">
                          <a:solidFill>
                            <a:srgbClr val="000000"/>
                          </a:solidFill>
                          <a:effectLst/>
                          <a:latin typeface="Roboto Light" panose="02000000000000000000" pitchFamily="2" charset="0"/>
                        </a:rPr>
                        <a:t>10.2%</a:t>
                      </a:r>
                    </a:p>
                  </a:txBody>
                  <a:tcPr marL="5151" marR="5151" marT="5151" marB="0" anchor="b">
                    <a:lnL>
                      <a:noFill/>
                    </a:lnL>
                    <a:lnR>
                      <a:noFill/>
                    </a:lnR>
                    <a:lnT w="6350" cap="flat" cmpd="sng" algn="ctr">
                      <a:solidFill>
                        <a:srgbClr val="000000"/>
                      </a:solidFill>
                      <a:prstDash val="solid"/>
                      <a:round/>
                      <a:headEnd type="none" w="med" len="med"/>
                      <a:tailEnd type="none" w="med" len="med"/>
                    </a:lnT>
                    <a:lnB>
                      <a:noFill/>
                    </a:lnB>
                    <a:solidFill>
                      <a:srgbClr val="95D3A6"/>
                    </a:solidFill>
                  </a:tcPr>
                </a:tc>
                <a:tc>
                  <a:txBody>
                    <a:bodyPr/>
                    <a:lstStyle/>
                    <a:p>
                      <a:pPr algn="ctr" fontAlgn="b">
                        <a:buNone/>
                      </a:pPr>
                      <a:r>
                        <a:rPr lang="pt-BR" sz="900" b="1" i="0" u="none" strike="noStrike">
                          <a:solidFill>
                            <a:srgbClr val="000000"/>
                          </a:solidFill>
                          <a:effectLst/>
                          <a:latin typeface="Roboto Light" panose="02000000000000000000" pitchFamily="2" charset="0"/>
                        </a:rPr>
                        <a:t>10.3%</a:t>
                      </a:r>
                    </a:p>
                  </a:txBody>
                  <a:tcPr marL="5151" marR="5151" marT="5151" marB="0" anchor="b">
                    <a:lnL>
                      <a:noFill/>
                    </a:lnL>
                    <a:lnR>
                      <a:noFill/>
                    </a:lnR>
                    <a:lnT w="6350" cap="flat" cmpd="sng" algn="ctr">
                      <a:solidFill>
                        <a:srgbClr val="000000"/>
                      </a:solidFill>
                      <a:prstDash val="solid"/>
                      <a:round/>
                      <a:headEnd type="none" w="med" len="med"/>
                      <a:tailEnd type="none" w="med" len="med"/>
                    </a:lnT>
                    <a:lnB>
                      <a:noFill/>
                    </a:lnB>
                    <a:solidFill>
                      <a:srgbClr val="94D2A4"/>
                    </a:solidFill>
                  </a:tcPr>
                </a:tc>
                <a:tc>
                  <a:txBody>
                    <a:bodyPr/>
                    <a:lstStyle/>
                    <a:p>
                      <a:pPr algn="ctr" fontAlgn="b">
                        <a:buNone/>
                      </a:pPr>
                      <a:r>
                        <a:rPr lang="pt-BR" sz="900" b="1" i="0" u="none" strike="noStrike">
                          <a:solidFill>
                            <a:srgbClr val="000000"/>
                          </a:solidFill>
                          <a:effectLst/>
                          <a:latin typeface="Roboto Light" panose="02000000000000000000" pitchFamily="2" charset="0"/>
                        </a:rPr>
                        <a:t>14.3%</a:t>
                      </a:r>
                    </a:p>
                  </a:txBody>
                  <a:tcPr marL="5151" marR="5151" marT="5151" marB="0" anchor="b">
                    <a:lnL>
                      <a:noFill/>
                    </a:lnL>
                    <a:lnR>
                      <a:noFill/>
                    </a:lnR>
                    <a:lnT w="6350" cap="flat" cmpd="sng" algn="ctr">
                      <a:solidFill>
                        <a:srgbClr val="000000"/>
                      </a:solidFill>
                      <a:prstDash val="solid"/>
                      <a:round/>
                      <a:headEnd type="none" w="med" len="med"/>
                      <a:tailEnd type="none" w="med" len="med"/>
                    </a:lnT>
                    <a:lnB>
                      <a:noFill/>
                    </a:lnB>
                    <a:solidFill>
                      <a:srgbClr val="6AC181"/>
                    </a:solidFill>
                  </a:tcPr>
                </a:tc>
                <a:tc>
                  <a:txBody>
                    <a:bodyPr/>
                    <a:lstStyle/>
                    <a:p>
                      <a:pPr algn="ctr" fontAlgn="b">
                        <a:buNone/>
                      </a:pPr>
                      <a:r>
                        <a:rPr lang="pt-BR" sz="900" b="1" i="0" u="none" strike="noStrike">
                          <a:solidFill>
                            <a:srgbClr val="000000"/>
                          </a:solidFill>
                          <a:effectLst/>
                          <a:latin typeface="Roboto Light" panose="02000000000000000000" pitchFamily="2" charset="0"/>
                        </a:rPr>
                        <a:t>13.8%</a:t>
                      </a:r>
                    </a:p>
                  </a:txBody>
                  <a:tcPr marL="5151" marR="5151" marT="5151" marB="0" anchor="b">
                    <a:lnL>
                      <a:noFill/>
                    </a:lnL>
                    <a:lnR w="12700" cap="flat" cmpd="sng" algn="ctr">
                      <a:solidFill>
                        <a:srgbClr val="000000"/>
                      </a:solidFill>
                      <a:prstDash val="dash"/>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6FC385"/>
                    </a:solidFill>
                  </a:tcPr>
                </a:tc>
                <a:tc>
                  <a:txBody>
                    <a:bodyPr/>
                    <a:lstStyle/>
                    <a:p>
                      <a:pPr algn="ctr" fontAlgn="b">
                        <a:buNone/>
                      </a:pPr>
                      <a:r>
                        <a:rPr lang="pt-BR" sz="900" b="1" i="0" u="none" strike="noStrike">
                          <a:solidFill>
                            <a:srgbClr val="000000"/>
                          </a:solidFill>
                          <a:effectLst/>
                          <a:latin typeface="Roboto Light" panose="02000000000000000000" pitchFamily="2" charset="0"/>
                        </a:rPr>
                        <a:t>5.0%</a:t>
                      </a:r>
                    </a:p>
                  </a:txBody>
                  <a:tcPr marL="5151" marR="5151" marT="5151" marB="0" anchor="b">
                    <a:lnL w="12700" cap="flat" cmpd="sng" algn="ctr">
                      <a:solidFill>
                        <a:srgbClr val="000000"/>
                      </a:solidFill>
                      <a:prstDash val="dash"/>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CBE9D3"/>
                    </a:solidFill>
                  </a:tcPr>
                </a:tc>
                <a:tc>
                  <a:txBody>
                    <a:bodyPr/>
                    <a:lstStyle/>
                    <a:p>
                      <a:pPr algn="ctr" fontAlgn="b">
                        <a:buNone/>
                      </a:pPr>
                      <a:r>
                        <a:rPr lang="pt-BR" sz="900" b="1" i="0" u="none" strike="noStrike">
                          <a:solidFill>
                            <a:srgbClr val="000000"/>
                          </a:solidFill>
                          <a:effectLst/>
                          <a:latin typeface="Roboto Light" panose="02000000000000000000" pitchFamily="2" charset="0"/>
                        </a:rPr>
                        <a:t>5.0%</a:t>
                      </a:r>
                    </a:p>
                  </a:txBody>
                  <a:tcPr marL="5151" marR="5151" marT="5151" marB="0" anchor="b">
                    <a:lnL>
                      <a:noFill/>
                    </a:lnL>
                    <a:lnR>
                      <a:noFill/>
                    </a:lnR>
                    <a:lnT w="6350" cap="flat" cmpd="sng" algn="ctr">
                      <a:solidFill>
                        <a:srgbClr val="000000"/>
                      </a:solidFill>
                      <a:prstDash val="solid"/>
                      <a:round/>
                      <a:headEnd type="none" w="med" len="med"/>
                      <a:tailEnd type="none" w="med" len="med"/>
                    </a:lnT>
                    <a:lnB>
                      <a:noFill/>
                    </a:lnB>
                    <a:solidFill>
                      <a:srgbClr val="CBE9D3"/>
                    </a:solidFill>
                  </a:tcPr>
                </a:tc>
                <a:tc>
                  <a:txBody>
                    <a:bodyPr/>
                    <a:lstStyle/>
                    <a:p>
                      <a:pPr algn="ctr" fontAlgn="b">
                        <a:buNone/>
                      </a:pPr>
                      <a:r>
                        <a:rPr lang="pt-BR" sz="900" b="1" i="0" u="none" strike="noStrike">
                          <a:solidFill>
                            <a:srgbClr val="000000"/>
                          </a:solidFill>
                          <a:effectLst/>
                          <a:latin typeface="Roboto Light" panose="02000000000000000000" pitchFamily="2" charset="0"/>
                        </a:rPr>
                        <a:t>-9.2%</a:t>
                      </a:r>
                      <a:endParaRPr lang="pt-BR" sz="900" b="1" i="0" u="none" strike="noStrike" dirty="0">
                        <a:solidFill>
                          <a:srgbClr val="000000"/>
                        </a:solidFill>
                        <a:effectLst/>
                        <a:latin typeface="Roboto Light" panose="02000000000000000000" pitchFamily="2" charset="0"/>
                      </a:endParaRPr>
                    </a:p>
                  </a:txBody>
                  <a:tcPr marL="5151" marR="5151" marT="5151" marB="0" anchor="b">
                    <a:lnL>
                      <a:noFill/>
                    </a:lnL>
                    <a:lnR w="12700" cap="flat" cmpd="sng" algn="ctr">
                      <a:solidFill>
                        <a:srgbClr val="000000"/>
                      </a:solidFill>
                      <a:prstDash val="dash"/>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BA3A4"/>
                    </a:solidFill>
                  </a:tcPr>
                </a:tc>
                <a:extLst>
                  <a:ext uri="{0D108BD9-81ED-4DB2-BD59-A6C34878D82A}">
                    <a16:rowId xmlns:a16="http://schemas.microsoft.com/office/drawing/2014/main" val="2492075765"/>
                  </a:ext>
                </a:extLst>
              </a:tr>
              <a:tr h="151125">
                <a:tc>
                  <a:txBody>
                    <a:bodyPr/>
                    <a:lstStyle/>
                    <a:p>
                      <a:pPr algn="l" fontAlgn="b">
                        <a:buNone/>
                      </a:pPr>
                      <a:r>
                        <a:rPr lang="pt-BR" sz="900" b="1" i="0" u="none" strike="noStrike">
                          <a:solidFill>
                            <a:srgbClr val="000000"/>
                          </a:solidFill>
                          <a:effectLst/>
                          <a:latin typeface="Roboto Light" panose="02000000000000000000" pitchFamily="2" charset="0"/>
                        </a:rPr>
                        <a:t>SMLL</a:t>
                      </a:r>
                    </a:p>
                  </a:txBody>
                  <a:tcPr marL="5151" marR="5151" marT="515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pt-BR" sz="900" b="1" i="0" u="none" strike="noStrike">
                          <a:solidFill>
                            <a:srgbClr val="000000"/>
                          </a:solidFill>
                          <a:effectLst/>
                          <a:latin typeface="Roboto Light" panose="02000000000000000000" pitchFamily="2" charset="0"/>
                        </a:rPr>
                        <a:t>4.5%</a:t>
                      </a:r>
                    </a:p>
                  </a:txBody>
                  <a:tcPr marL="5151" marR="5151" marT="5151" marB="0" anchor="b">
                    <a:lnL>
                      <a:noFill/>
                    </a:lnL>
                    <a:lnR>
                      <a:noFill/>
                    </a:lnR>
                    <a:lnT>
                      <a:noFill/>
                    </a:lnT>
                    <a:lnB w="12700" cap="flat" cmpd="sng" algn="ctr">
                      <a:solidFill>
                        <a:srgbClr val="000000"/>
                      </a:solidFill>
                      <a:prstDash val="solid"/>
                      <a:round/>
                      <a:headEnd type="none" w="med" len="med"/>
                      <a:tailEnd type="none" w="med" len="med"/>
                    </a:lnB>
                    <a:solidFill>
                      <a:srgbClr val="D0EBD7"/>
                    </a:solidFill>
                  </a:tcPr>
                </a:tc>
                <a:tc>
                  <a:txBody>
                    <a:bodyPr/>
                    <a:lstStyle/>
                    <a:p>
                      <a:pPr algn="ctr" fontAlgn="b">
                        <a:buNone/>
                      </a:pPr>
                      <a:r>
                        <a:rPr lang="pt-BR" sz="900" b="1" i="0" u="none" strike="noStrike">
                          <a:solidFill>
                            <a:srgbClr val="000000"/>
                          </a:solidFill>
                          <a:effectLst/>
                          <a:latin typeface="Roboto Light" panose="02000000000000000000" pitchFamily="2" charset="0"/>
                        </a:rPr>
                        <a:t>-4.1%</a:t>
                      </a:r>
                    </a:p>
                  </a:txBody>
                  <a:tcPr marL="5151" marR="5151" marT="5151" marB="0" anchor="b">
                    <a:lnL>
                      <a:noFill/>
                    </a:lnL>
                    <a:lnR>
                      <a:noFill/>
                    </a:lnR>
                    <a:lnT>
                      <a:noFill/>
                    </a:lnT>
                    <a:lnB w="12700" cap="flat" cmpd="sng" algn="ctr">
                      <a:solidFill>
                        <a:srgbClr val="000000"/>
                      </a:solidFill>
                      <a:prstDash val="solid"/>
                      <a:round/>
                      <a:headEnd type="none" w="med" len="med"/>
                      <a:tailEnd type="none" w="med" len="med"/>
                    </a:lnB>
                    <a:solidFill>
                      <a:srgbClr val="FDD6D6"/>
                    </a:solidFill>
                  </a:tcPr>
                </a:tc>
                <a:tc>
                  <a:txBody>
                    <a:bodyPr/>
                    <a:lstStyle/>
                    <a:p>
                      <a:pPr algn="ctr" fontAlgn="b">
                        <a:buNone/>
                      </a:pPr>
                      <a:r>
                        <a:rPr lang="pt-BR" sz="900" b="1" i="0" u="none" strike="noStrike">
                          <a:solidFill>
                            <a:srgbClr val="000000"/>
                          </a:solidFill>
                          <a:effectLst/>
                          <a:latin typeface="Roboto Light" panose="02000000000000000000" pitchFamily="2" charset="0"/>
                        </a:rPr>
                        <a:t>-1.2%</a:t>
                      </a:r>
                    </a:p>
                  </a:txBody>
                  <a:tcPr marL="5151" marR="5151" marT="5151" marB="0" anchor="b">
                    <a:lnL>
                      <a:noFill/>
                    </a:lnL>
                    <a:lnR>
                      <a:noFill/>
                    </a:lnR>
                    <a:lnT>
                      <a:noFill/>
                    </a:lnT>
                    <a:lnB w="12700" cap="flat" cmpd="sng" algn="ctr">
                      <a:solidFill>
                        <a:srgbClr val="000000"/>
                      </a:solidFill>
                      <a:prstDash val="solid"/>
                      <a:round/>
                      <a:headEnd type="none" w="med" len="med"/>
                      <a:tailEnd type="none" w="med" len="med"/>
                    </a:lnB>
                    <a:solidFill>
                      <a:srgbClr val="FEF3F3"/>
                    </a:solidFill>
                  </a:tcPr>
                </a:tc>
                <a:tc>
                  <a:txBody>
                    <a:bodyPr/>
                    <a:lstStyle/>
                    <a:p>
                      <a:pPr algn="ctr" fontAlgn="b">
                        <a:buNone/>
                      </a:pPr>
                      <a:r>
                        <a:rPr lang="pt-BR" sz="900" b="1" i="0" u="none" strike="noStrike">
                          <a:solidFill>
                            <a:srgbClr val="000000"/>
                          </a:solidFill>
                          <a:effectLst/>
                          <a:latin typeface="Roboto Light" panose="02000000000000000000" pitchFamily="2" charset="0"/>
                        </a:rPr>
                        <a:t>-14.9%</a:t>
                      </a:r>
                    </a:p>
                  </a:txBody>
                  <a:tcPr marL="5151" marR="5151" marT="5151" marB="0" anchor="b">
                    <a:lnL>
                      <a:noFill/>
                    </a:lnL>
                    <a:lnR w="12700" cap="flat" cmpd="sng" algn="ctr">
                      <a:solidFill>
                        <a:srgbClr val="000000"/>
                      </a:solidFill>
                      <a:prstDash val="dash"/>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86A6C"/>
                    </a:solidFill>
                  </a:tcPr>
                </a:tc>
                <a:tc>
                  <a:txBody>
                    <a:bodyPr/>
                    <a:lstStyle/>
                    <a:p>
                      <a:pPr algn="ctr" fontAlgn="b">
                        <a:buNone/>
                      </a:pPr>
                      <a:r>
                        <a:rPr lang="pt-BR" sz="900" b="1" i="0" u="none" strike="noStrike">
                          <a:solidFill>
                            <a:srgbClr val="000000"/>
                          </a:solidFill>
                          <a:effectLst/>
                          <a:latin typeface="Roboto Light" panose="02000000000000000000" pitchFamily="2" charset="0"/>
                        </a:rPr>
                        <a:t>-18.0%</a:t>
                      </a:r>
                    </a:p>
                  </a:txBody>
                  <a:tcPr marL="5151" marR="5151" marT="5151" marB="0" anchor="b">
                    <a:lnL w="12700" cap="flat" cmpd="sng" algn="ctr">
                      <a:solidFill>
                        <a:srgbClr val="000000"/>
                      </a:solidFill>
                      <a:prstDash val="dash"/>
                      <a:round/>
                      <a:headEnd type="none" w="med" len="med"/>
                      <a:tailEnd type="none" w="med" len="med"/>
                    </a:lnL>
                    <a:lnR>
                      <a:noFill/>
                    </a:lnR>
                    <a:lnT>
                      <a:noFill/>
                    </a:lnT>
                    <a:lnB w="12700" cap="flat" cmpd="sng" algn="ctr">
                      <a:solidFill>
                        <a:srgbClr val="000000"/>
                      </a:solidFill>
                      <a:prstDash val="dash"/>
                      <a:round/>
                      <a:headEnd type="none" w="med" len="med"/>
                      <a:tailEnd type="none" w="med" len="med"/>
                    </a:lnB>
                    <a:solidFill>
                      <a:srgbClr val="F8696B"/>
                    </a:solidFill>
                  </a:tcPr>
                </a:tc>
                <a:tc>
                  <a:txBody>
                    <a:bodyPr/>
                    <a:lstStyle/>
                    <a:p>
                      <a:pPr algn="ctr" fontAlgn="b">
                        <a:buNone/>
                      </a:pPr>
                      <a:r>
                        <a:rPr lang="pt-BR" sz="900" b="1" i="0" u="none" strike="noStrike">
                          <a:solidFill>
                            <a:srgbClr val="000000"/>
                          </a:solidFill>
                          <a:effectLst/>
                          <a:latin typeface="Roboto Light" panose="02000000000000000000" pitchFamily="2" charset="0"/>
                        </a:rPr>
                        <a:t>5.2%</a:t>
                      </a:r>
                    </a:p>
                  </a:txBody>
                  <a:tcPr marL="5151" marR="5151" marT="5151" marB="0" anchor="b">
                    <a:lnL>
                      <a:noFill/>
                    </a:lnL>
                    <a:lnR>
                      <a:noFill/>
                    </a:lnR>
                    <a:lnT>
                      <a:noFill/>
                    </a:lnT>
                    <a:lnB w="12700" cap="flat" cmpd="sng" algn="ctr">
                      <a:solidFill>
                        <a:srgbClr val="000000"/>
                      </a:solidFill>
                      <a:prstDash val="dash"/>
                      <a:round/>
                      <a:headEnd type="none" w="med" len="med"/>
                      <a:tailEnd type="none" w="med" len="med"/>
                    </a:lnB>
                    <a:solidFill>
                      <a:srgbClr val="C9E8D1"/>
                    </a:solidFill>
                  </a:tcPr>
                </a:tc>
                <a:tc>
                  <a:txBody>
                    <a:bodyPr/>
                    <a:lstStyle/>
                    <a:p>
                      <a:pPr algn="ctr" fontAlgn="b">
                        <a:buNone/>
                      </a:pPr>
                      <a:r>
                        <a:rPr lang="pt-BR" sz="900" b="1" i="0" u="none" strike="noStrike">
                          <a:solidFill>
                            <a:srgbClr val="000000"/>
                          </a:solidFill>
                          <a:effectLst/>
                          <a:latin typeface="Roboto Light" panose="02000000000000000000" pitchFamily="2" charset="0"/>
                        </a:rPr>
                        <a:t>-16.7%</a:t>
                      </a:r>
                      <a:endParaRPr lang="pt-BR" sz="900" b="1" i="0" u="none" strike="noStrike" dirty="0">
                        <a:solidFill>
                          <a:srgbClr val="000000"/>
                        </a:solidFill>
                        <a:effectLst/>
                        <a:latin typeface="Roboto Light" panose="02000000000000000000" pitchFamily="2" charset="0"/>
                      </a:endParaRPr>
                    </a:p>
                  </a:txBody>
                  <a:tcPr marL="5151" marR="5151" marT="5151" marB="0" anchor="b">
                    <a:lnL>
                      <a:noFill/>
                    </a:lnL>
                    <a:lnR w="12700" cap="flat" cmpd="sng" algn="ctr">
                      <a:solidFill>
                        <a:srgbClr val="000000"/>
                      </a:solidFill>
                      <a:prstDash val="dash"/>
                      <a:round/>
                      <a:headEnd type="none" w="med" len="med"/>
                      <a:tailEnd type="none" w="med" len="med"/>
                    </a:lnR>
                    <a:lnT>
                      <a:noFill/>
                    </a:lnT>
                    <a:lnB w="12700" cap="flat" cmpd="sng" algn="ctr">
                      <a:solidFill>
                        <a:srgbClr val="000000"/>
                      </a:solidFill>
                      <a:prstDash val="dash"/>
                      <a:round/>
                      <a:headEnd type="none" w="med" len="med"/>
                      <a:tailEnd type="none" w="med" len="med"/>
                    </a:lnB>
                    <a:solidFill>
                      <a:srgbClr val="F8696B"/>
                    </a:solidFill>
                  </a:tcPr>
                </a:tc>
                <a:extLst>
                  <a:ext uri="{0D108BD9-81ED-4DB2-BD59-A6C34878D82A}">
                    <a16:rowId xmlns:a16="http://schemas.microsoft.com/office/drawing/2014/main" val="4219507970"/>
                  </a:ext>
                </a:extLst>
              </a:tr>
            </a:tbl>
          </a:graphicData>
        </a:graphic>
      </p:graphicFrame>
      <p:sp>
        <p:nvSpPr>
          <p:cNvPr id="5" name="Rectangle 4">
            <a:extLst>
              <a:ext uri="{FF2B5EF4-FFF2-40B4-BE49-F238E27FC236}">
                <a16:creationId xmlns:a16="http://schemas.microsoft.com/office/drawing/2014/main" id="{5A7925C1-1008-5F4F-7FDE-857E73A643DF}"/>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82265604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B9ACD-1A78-C7B1-F642-1B0CF806220F}"/>
            </a:ext>
          </a:extLst>
        </p:cNvPr>
        <p:cNvGrpSpPr/>
        <p:nvPr/>
      </p:nvGrpSpPr>
      <p:grpSpPr>
        <a:xfrm>
          <a:off x="0" y="0"/>
          <a:ext cx="0" cy="0"/>
          <a:chOff x="0" y="0"/>
          <a:chExt cx="0" cy="0"/>
        </a:xfrm>
      </p:grpSpPr>
      <p:sp>
        <p:nvSpPr>
          <p:cNvPr id="5" name="Text Placeholder 4">
            <a:extLst>
              <a:ext uri="{FF2B5EF4-FFF2-40B4-BE49-F238E27FC236}">
                <a16:creationId xmlns:a16="http://schemas.microsoft.com/office/drawing/2014/main" id="{93DEFA00-3DCF-15E7-C031-F3EA0238FFF7}"/>
              </a:ext>
            </a:extLst>
          </p:cNvPr>
          <p:cNvSpPr>
            <a:spLocks noGrp="1"/>
          </p:cNvSpPr>
          <p:nvPr>
            <p:ph type="body" sz="quarter" idx="20"/>
          </p:nvPr>
        </p:nvSpPr>
        <p:spPr>
          <a:xfrm>
            <a:off x="382829" y="1497013"/>
            <a:ext cx="2923563" cy="4097134"/>
          </a:xfrm>
          <a:noFill/>
        </p:spPr>
        <p:txBody>
          <a:bodyPr/>
          <a:lstStyle/>
          <a:p>
            <a:pPr fontAlgn="t">
              <a:lnSpc>
                <a:spcPct val="122000"/>
              </a:lnSpc>
            </a:pPr>
            <a:r>
              <a:rPr lang="en-US" b="0" dirty="0">
                <a:solidFill>
                  <a:schemeClr val="tx1"/>
                </a:solidFill>
              </a:rPr>
              <a:t>Looking at factor performance in October, we highlight:</a:t>
            </a:r>
          </a:p>
          <a:p>
            <a:pPr marL="228600" indent="-228600" fontAlgn="t">
              <a:lnSpc>
                <a:spcPct val="122000"/>
              </a:lnSpc>
              <a:buFont typeface="+mj-lt"/>
              <a:buAutoNum type="arabicPeriod"/>
            </a:pPr>
            <a:r>
              <a:rPr lang="en-US" b="1" dirty="0">
                <a:solidFill>
                  <a:schemeClr val="tx1"/>
                </a:solidFill>
              </a:rPr>
              <a:t>A round trip for risk.</a:t>
            </a:r>
            <a:r>
              <a:rPr lang="en-US" b="0" dirty="0">
                <a:solidFill>
                  <a:schemeClr val="tx1"/>
                </a:solidFill>
              </a:rPr>
              <a:t> High-risk stocks and past losers led the rally into the runoff, with the Low Risk factor down 20.2% and Momentum down 18.0% through October 23. The election result reversed it in a single session (+25.6% and +19.3% on October 26), and both ended the month higher (+3.5% and +1.4%).</a:t>
            </a:r>
          </a:p>
          <a:p>
            <a:pPr marL="228600" indent="-228600" fontAlgn="t">
              <a:lnSpc>
                <a:spcPct val="122000"/>
              </a:lnSpc>
              <a:buFont typeface="+mj-lt"/>
              <a:buAutoNum type="arabicPeriod"/>
            </a:pPr>
            <a:r>
              <a:rPr lang="en-US" b="1" dirty="0">
                <a:solidFill>
                  <a:schemeClr val="tx1"/>
                </a:solidFill>
              </a:rPr>
              <a:t>Sell-Side Revisions (+4.8%)</a:t>
            </a:r>
            <a:r>
              <a:rPr lang="en-US" b="0" dirty="0">
                <a:solidFill>
                  <a:schemeClr val="tx1"/>
                </a:solidFill>
              </a:rPr>
              <a:t> was the best factor in October, while Value (‑3.1%) gave back its pre-runoff gains. Low Risk remains the best-performing factor year-to-date (+38.8%), followed by Quality (+26.0%).</a:t>
            </a:r>
          </a:p>
          <a:p>
            <a:pPr fontAlgn="t">
              <a:lnSpc>
                <a:spcPct val="122000"/>
              </a:lnSpc>
            </a:pPr>
            <a:r>
              <a:rPr lang="en-US" dirty="0">
                <a:solidFill>
                  <a:schemeClr val="tx1"/>
                </a:solidFill>
              </a:rPr>
              <a:t>Turning to our proprietary baskets, </a:t>
            </a:r>
            <a:r>
              <a:rPr lang="en-US" b="1" dirty="0">
                <a:solidFill>
                  <a:schemeClr val="tx1"/>
                </a:solidFill>
              </a:rPr>
              <a:t>Fiscal Deterioration</a:t>
            </a:r>
            <a:r>
              <a:rPr lang="en-US" dirty="0">
                <a:solidFill>
                  <a:schemeClr val="tx1"/>
                </a:solidFill>
              </a:rPr>
              <a:t> and </a:t>
            </a:r>
            <a:r>
              <a:rPr lang="en-US" b="1" dirty="0">
                <a:solidFill>
                  <a:schemeClr val="tx1"/>
                </a:solidFill>
              </a:rPr>
              <a:t>High USD Exposure</a:t>
            </a:r>
            <a:r>
              <a:rPr lang="en-US" dirty="0">
                <a:solidFill>
                  <a:schemeClr val="tx1"/>
                </a:solidFill>
              </a:rPr>
              <a:t> were the only ones to rise in October, while </a:t>
            </a:r>
            <a:r>
              <a:rPr lang="en-US" b="1" dirty="0">
                <a:solidFill>
                  <a:schemeClr val="tx1"/>
                </a:solidFill>
              </a:rPr>
              <a:t>High Risk</a:t>
            </a:r>
            <a:r>
              <a:rPr lang="en-US" dirty="0">
                <a:solidFill>
                  <a:schemeClr val="tx1"/>
                </a:solidFill>
              </a:rPr>
              <a:t> and </a:t>
            </a:r>
            <a:r>
              <a:rPr lang="en-US" b="1" dirty="0">
                <a:solidFill>
                  <a:schemeClr val="tx1"/>
                </a:solidFill>
              </a:rPr>
              <a:t>Low Momentum</a:t>
            </a:r>
            <a:r>
              <a:rPr lang="en-US" dirty="0">
                <a:solidFill>
                  <a:schemeClr val="tx1"/>
                </a:solidFill>
              </a:rPr>
              <a:t> were the weakest. After the runoff, Fiscal Deterioration gained 3.9%, while </a:t>
            </a:r>
            <a:r>
              <a:rPr lang="en-US" b="1" dirty="0">
                <a:solidFill>
                  <a:schemeClr val="tx1"/>
                </a:solidFill>
              </a:rPr>
              <a:t>Alternative Policy</a:t>
            </a:r>
            <a:r>
              <a:rPr lang="en-US" dirty="0">
                <a:solidFill>
                  <a:schemeClr val="tx1"/>
                </a:solidFill>
              </a:rPr>
              <a:t> lost 29.1%.</a:t>
            </a:r>
            <a:endParaRPr lang="pt-BR" dirty="0">
              <a:solidFill>
                <a:schemeClr val="tx1"/>
              </a:solidFill>
            </a:endParaRPr>
          </a:p>
        </p:txBody>
      </p:sp>
      <p:sp>
        <p:nvSpPr>
          <p:cNvPr id="40" name="Content Placeholder 39">
            <a:extLst>
              <a:ext uri="{FF2B5EF4-FFF2-40B4-BE49-F238E27FC236}">
                <a16:creationId xmlns:a16="http://schemas.microsoft.com/office/drawing/2014/main" id="{AE402E89-6940-775B-69D7-D024545C18D7}"/>
              </a:ext>
            </a:extLst>
          </p:cNvPr>
          <p:cNvSpPr>
            <a:spLocks noGrp="1"/>
          </p:cNvSpPr>
          <p:nvPr>
            <p:ph sz="quarter" idx="27"/>
          </p:nvPr>
        </p:nvSpPr>
        <p:spPr>
          <a:xfrm>
            <a:off x="382829" y="5675724"/>
            <a:ext cx="6119679" cy="230832"/>
          </a:xfrm>
        </p:spPr>
        <p:txBody>
          <a:bodyPr/>
          <a:lstStyle/>
          <a:p>
            <a:r>
              <a:rPr lang="en-US" noProof="0" dirty="0"/>
              <a:t>Table 2: XP proprietary baskets performance </a:t>
            </a:r>
          </a:p>
        </p:txBody>
      </p:sp>
      <p:sp>
        <p:nvSpPr>
          <p:cNvPr id="11" name="Text Placeholder 10">
            <a:extLst>
              <a:ext uri="{FF2B5EF4-FFF2-40B4-BE49-F238E27FC236}">
                <a16:creationId xmlns:a16="http://schemas.microsoft.com/office/drawing/2014/main" id="{AA48B78A-98D7-1EFA-9887-104565924EF0}"/>
              </a:ext>
            </a:extLst>
          </p:cNvPr>
          <p:cNvSpPr>
            <a:spLocks noGrp="1"/>
          </p:cNvSpPr>
          <p:nvPr>
            <p:ph type="body" sz="quarter" idx="16"/>
          </p:nvPr>
        </p:nvSpPr>
        <p:spPr/>
        <p:txBody>
          <a:bodyPr/>
          <a:lstStyle/>
          <a:p>
            <a:r>
              <a:rPr lang="en-US" noProof="0" dirty="0"/>
              <a:t>XP Ray of Brazil</a:t>
            </a:r>
          </a:p>
        </p:txBody>
      </p:sp>
      <p:sp>
        <p:nvSpPr>
          <p:cNvPr id="12" name="Text Placeholder 11">
            <a:extLst>
              <a:ext uri="{FF2B5EF4-FFF2-40B4-BE49-F238E27FC236}">
                <a16:creationId xmlns:a16="http://schemas.microsoft.com/office/drawing/2014/main" id="{E56CC114-2D34-34ED-229E-6DBDE10E6FF7}"/>
              </a:ext>
            </a:extLst>
          </p:cNvPr>
          <p:cNvSpPr>
            <a:spLocks noGrp="1"/>
          </p:cNvSpPr>
          <p:nvPr>
            <p:ph type="body" sz="quarter" idx="17"/>
          </p:nvPr>
        </p:nvSpPr>
        <p:spPr/>
        <p:txBody>
          <a:bodyPr/>
          <a:lstStyle/>
          <a:p>
            <a:r>
              <a:rPr lang="en-US" dirty="0">
                <a:solidFill>
                  <a:schemeClr val="tx1"/>
                </a:solidFill>
              </a:rPr>
              <a:t>Factor and Baskets Performance</a:t>
            </a:r>
            <a:endParaRPr lang="en-US" noProof="0" dirty="0">
              <a:solidFill>
                <a:schemeClr val="tx1"/>
              </a:solidFill>
            </a:endParaRPr>
          </a:p>
        </p:txBody>
      </p:sp>
      <p:sp>
        <p:nvSpPr>
          <p:cNvPr id="13" name="Text Placeholder 12">
            <a:extLst>
              <a:ext uri="{FF2B5EF4-FFF2-40B4-BE49-F238E27FC236}">
                <a16:creationId xmlns:a16="http://schemas.microsoft.com/office/drawing/2014/main" id="{7A15FC29-3C7B-A795-0FA3-C517455DD736}"/>
              </a:ext>
            </a:extLst>
          </p:cNvPr>
          <p:cNvSpPr>
            <a:spLocks noGrp="1"/>
          </p:cNvSpPr>
          <p:nvPr>
            <p:ph type="body" sz="quarter" idx="29"/>
          </p:nvPr>
        </p:nvSpPr>
        <p:spPr/>
        <p:txBody>
          <a:bodyPr/>
          <a:lstStyle/>
          <a:p>
            <a:r>
              <a:rPr lang="en-US" b="0" noProof="0" dirty="0">
                <a:latin typeface="Roboto"/>
                <a:ea typeface="Roboto"/>
                <a:cs typeface="Roboto"/>
              </a:rPr>
              <a:t>Source: Economatica, XP Research</a:t>
            </a:r>
            <a:r>
              <a:rPr lang="en-US" b="0" noProof="0">
                <a:latin typeface="Roboto"/>
                <a:ea typeface="Roboto"/>
                <a:cs typeface="Roboto"/>
              </a:rPr>
              <a:t>. Data as of 10/28/2026.</a:t>
            </a:r>
            <a:endParaRPr lang="en-US" b="0" noProof="0" dirty="0">
              <a:latin typeface="Roboto"/>
              <a:ea typeface="Roboto"/>
              <a:cs typeface="Roboto"/>
            </a:endParaRPr>
          </a:p>
        </p:txBody>
      </p:sp>
      <p:sp>
        <p:nvSpPr>
          <p:cNvPr id="14" name="Date Placeholder 13">
            <a:extLst>
              <a:ext uri="{FF2B5EF4-FFF2-40B4-BE49-F238E27FC236}">
                <a16:creationId xmlns:a16="http://schemas.microsoft.com/office/drawing/2014/main" id="{6093F851-6884-BE5E-4E02-1D3A4FB2A02A}"/>
              </a:ext>
            </a:extLst>
          </p:cNvPr>
          <p:cNvSpPr>
            <a:spLocks noGrp="1"/>
          </p:cNvSpPr>
          <p:nvPr>
            <p:ph type="dt" sz="half" idx="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74797C"/>
                </a:solidFill>
                <a:effectLst/>
                <a:uLnTx/>
                <a:uFillTx/>
                <a:latin typeface="Roboto Light" panose="02000000000000000000" pitchFamily="2" charset="0"/>
                <a:ea typeface="Roboto Light" panose="02000000000000000000" pitchFamily="2" charset="0"/>
                <a:cs typeface="Roboto Light" panose="02000000000000000000" pitchFamily="2" charset="0"/>
              </a:rPr>
              <a:t>October 30, 2026</a:t>
            </a:r>
          </a:p>
        </p:txBody>
      </p:sp>
      <p:sp>
        <p:nvSpPr>
          <p:cNvPr id="6" name="Content Placeholder 3">
            <a:extLst>
              <a:ext uri="{FF2B5EF4-FFF2-40B4-BE49-F238E27FC236}">
                <a16:creationId xmlns:a16="http://schemas.microsoft.com/office/drawing/2014/main" id="{939B4CCF-D972-DF2E-2880-5050D2ACF067}"/>
              </a:ext>
            </a:extLst>
          </p:cNvPr>
          <p:cNvSpPr txBox="1">
            <a:spLocks/>
          </p:cNvSpPr>
          <p:nvPr/>
        </p:nvSpPr>
        <p:spPr>
          <a:xfrm>
            <a:off x="3560074" y="1560731"/>
            <a:ext cx="2949758"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dirty="0"/>
              <a:t>Chart 4: Long/Short factor performance </a:t>
            </a:r>
          </a:p>
        </p:txBody>
      </p:sp>
      <p:graphicFrame>
        <p:nvGraphicFramePr>
          <p:cNvPr id="7" name="Chart 2">
            <a:extLst>
              <a:ext uri="{FF2B5EF4-FFF2-40B4-BE49-F238E27FC236}">
                <a16:creationId xmlns:a16="http://schemas.microsoft.com/office/drawing/2014/main" id="{C6E87CFB-FD32-386A-0C07-9AFBBAD49BB0}"/>
              </a:ext>
            </a:extLst>
          </p:cNvPr>
          <p:cNvGraphicFramePr>
            <a:graphicFrameLocks/>
          </p:cNvGraphicFramePr>
          <p:nvPr>
            <p:extLst>
              <p:ext uri="{D42A27DB-BD31-4B8C-83A1-F6EECF244321}">
                <p14:modId xmlns:p14="http://schemas.microsoft.com/office/powerpoint/2010/main" val="1373594819"/>
              </p:ext>
            </p:extLst>
          </p:nvPr>
        </p:nvGraphicFramePr>
        <p:xfrm>
          <a:off x="3551610" y="1853515"/>
          <a:ext cx="2938088" cy="353716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Table 3">
            <a:extLst>
              <a:ext uri="{FF2B5EF4-FFF2-40B4-BE49-F238E27FC236}">
                <a16:creationId xmlns:a16="http://schemas.microsoft.com/office/drawing/2014/main" id="{3AED8CB2-5E53-58A6-D00F-EBE771ACD30B}"/>
              </a:ext>
            </a:extLst>
          </p:cNvPr>
          <p:cNvGraphicFramePr>
            <a:graphicFrameLocks noGrp="1"/>
          </p:cNvGraphicFramePr>
          <p:nvPr>
            <p:extLst>
              <p:ext uri="{D42A27DB-BD31-4B8C-83A1-F6EECF244321}">
                <p14:modId xmlns:p14="http://schemas.microsoft.com/office/powerpoint/2010/main" val="2898688806"/>
              </p:ext>
            </p:extLst>
          </p:nvPr>
        </p:nvGraphicFramePr>
        <p:xfrm>
          <a:off x="382828" y="5954546"/>
          <a:ext cx="6106868" cy="3520440"/>
        </p:xfrm>
        <a:graphic>
          <a:graphicData uri="http://schemas.openxmlformats.org/drawingml/2006/table">
            <a:tbl>
              <a:tblPr/>
              <a:tblGrid>
                <a:gridCol w="2109144">
                  <a:extLst>
                    <a:ext uri="{9D8B030D-6E8A-4147-A177-3AD203B41FA5}">
                      <a16:colId xmlns:a16="http://schemas.microsoft.com/office/drawing/2014/main" val="3210477919"/>
                    </a:ext>
                  </a:extLst>
                </a:gridCol>
                <a:gridCol w="1998862">
                  <a:extLst>
                    <a:ext uri="{9D8B030D-6E8A-4147-A177-3AD203B41FA5}">
                      <a16:colId xmlns:a16="http://schemas.microsoft.com/office/drawing/2014/main" val="1621263411"/>
                    </a:ext>
                  </a:extLst>
                </a:gridCol>
                <a:gridCol w="1998862">
                  <a:extLst>
                    <a:ext uri="{9D8B030D-6E8A-4147-A177-3AD203B41FA5}">
                      <a16:colId xmlns:a16="http://schemas.microsoft.com/office/drawing/2014/main" val="2373513029"/>
                    </a:ext>
                  </a:extLst>
                </a:gridCol>
              </a:tblGrid>
              <a:tr h="159668">
                <a:tc>
                  <a:txBody>
                    <a:bodyPr/>
                    <a:lstStyle/>
                    <a:p>
                      <a:pPr algn="ctr" fontAlgn="ctr">
                        <a:buNone/>
                      </a:pPr>
                      <a:r>
                        <a:rPr lang="pt-BR" sz="1000" b="1" i="0" u="none" strike="noStrike" dirty="0" err="1">
                          <a:solidFill>
                            <a:srgbClr val="FFFFFF"/>
                          </a:solidFill>
                          <a:effectLst/>
                          <a:latin typeface="Roboto Light" panose="02000000000000000000" pitchFamily="2" charset="0"/>
                        </a:rPr>
                        <a:t>Basket</a:t>
                      </a:r>
                      <a:endParaRPr lang="pt-BR" sz="1000" b="1" i="0" u="none" strike="noStrike" dirty="0">
                        <a:solidFill>
                          <a:srgbClr val="FFFFFF"/>
                        </a:solidFill>
                        <a:effectLst/>
                        <a:latin typeface="Roboto Light" panose="02000000000000000000" pitchFamily="2" charset="0"/>
                      </a:endParaRPr>
                    </a:p>
                  </a:txBody>
                  <a:tcPr marL="7620" marR="7620" marT="7620"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MTD Performance </a:t>
                      </a:r>
                    </a:p>
                  </a:txBody>
                  <a:tcPr marL="7620" marR="7620" marT="7620"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YTD Performance</a:t>
                      </a:r>
                    </a:p>
                  </a:txBody>
                  <a:tcPr marL="7620" marR="7620" marT="7620" marB="0" anchor="ctr">
                    <a:lnL>
                      <a:noFill/>
                    </a:lnL>
                    <a:lnR>
                      <a:noFill/>
                    </a:lnR>
                    <a:lnT>
                      <a:noFill/>
                    </a:lnT>
                    <a:lnB>
                      <a:noFill/>
                    </a:lnB>
                    <a:solidFill>
                      <a:srgbClr val="1F2F44"/>
                    </a:solidFill>
                  </a:tcPr>
                </a:tc>
                <a:extLst>
                  <a:ext uri="{0D108BD9-81ED-4DB2-BD59-A6C34878D82A}">
                    <a16:rowId xmlns:a16="http://schemas.microsoft.com/office/drawing/2014/main" val="177722275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Fiscal deterioration</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dirty="0">
                          <a:solidFill>
                            <a:srgbClr val="000000"/>
                          </a:solidFill>
                          <a:effectLst/>
                          <a:latin typeface="Roboto Light" panose="02000000000000000000" pitchFamily="2" charset="0"/>
                        </a:rPr>
                        <a:t>4.2%</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34.4%</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1203897567"/>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USD Exposure</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3.0%</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5.7%</a:t>
                      </a:r>
                    </a:p>
                  </a:txBody>
                  <a:tcPr marL="7620" marR="7620" marT="7620" marB="0" anchor="ctr">
                    <a:lnL>
                      <a:noFill/>
                    </a:lnL>
                    <a:lnR>
                      <a:noFill/>
                    </a:lnR>
                    <a:lnT>
                      <a:noFill/>
                    </a:lnT>
                    <a:lnB>
                      <a:noFill/>
                    </a:lnB>
                    <a:noFill/>
                  </a:tcPr>
                </a:tc>
                <a:extLst>
                  <a:ext uri="{0D108BD9-81ED-4DB2-BD59-A6C34878D82A}">
                    <a16:rowId xmlns:a16="http://schemas.microsoft.com/office/drawing/2014/main" val="52374524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Foreign flows</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-0.5%</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6.7%</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1766441045"/>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Risk</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-5.3%</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2.9%</a:t>
                      </a:r>
                    </a:p>
                  </a:txBody>
                  <a:tcPr marL="7620" marR="7620" marT="7620" marB="0" anchor="ctr">
                    <a:lnL>
                      <a:noFill/>
                    </a:lnL>
                    <a:lnR>
                      <a:noFill/>
                    </a:lnR>
                    <a:lnT>
                      <a:noFill/>
                    </a:lnT>
                    <a:lnB>
                      <a:noFill/>
                    </a:lnB>
                    <a:noFill/>
                  </a:tcPr>
                </a:tc>
                <a:extLst>
                  <a:ext uri="{0D108BD9-81ED-4DB2-BD59-A6C34878D82A}">
                    <a16:rowId xmlns:a16="http://schemas.microsoft.com/office/drawing/2014/main" val="1496348474"/>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Leverage</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-6.6%</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-3.3%</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2853611388"/>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Large Caps</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-6.7%</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-1.2%</a:t>
                      </a:r>
                    </a:p>
                  </a:txBody>
                  <a:tcPr marL="7620" marR="7620" marT="7620" marB="0" anchor="ctr">
                    <a:lnL>
                      <a:noFill/>
                    </a:lnL>
                    <a:lnR>
                      <a:noFill/>
                    </a:lnR>
                    <a:lnT>
                      <a:noFill/>
                    </a:lnT>
                    <a:lnB>
                      <a:noFill/>
                    </a:lnB>
                    <a:noFill/>
                  </a:tcPr>
                </a:tc>
                <a:extLst>
                  <a:ext uri="{0D108BD9-81ED-4DB2-BD59-A6C34878D82A}">
                    <a16:rowId xmlns:a16="http://schemas.microsoft.com/office/drawing/2014/main" val="1634072671"/>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Momentum</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-7.3%</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-6.7%</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2150365658"/>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Upside Sell-Side Revisions</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-8.6%</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-6.4%</a:t>
                      </a:r>
                    </a:p>
                  </a:txBody>
                  <a:tcPr marL="7620" marR="7620" marT="7620" marB="0" anchor="ctr">
                    <a:lnL>
                      <a:noFill/>
                    </a:lnL>
                    <a:lnR>
                      <a:noFill/>
                    </a:lnR>
                    <a:lnT>
                      <a:noFill/>
                    </a:lnT>
                    <a:lnB>
                      <a:noFill/>
                    </a:lnB>
                    <a:noFill/>
                  </a:tcPr>
                </a:tc>
                <a:extLst>
                  <a:ext uri="{0D108BD9-81ED-4DB2-BD59-A6C34878D82A}">
                    <a16:rowId xmlns:a16="http://schemas.microsoft.com/office/drawing/2014/main" val="238887472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Downside Sell-Side Revisions</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-9.3%</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-16.1%</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3538877061"/>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Short Interest</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-10.2%</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-8.8%</a:t>
                      </a:r>
                    </a:p>
                  </a:txBody>
                  <a:tcPr marL="7620" marR="7620" marT="7620" marB="0" anchor="ctr">
                    <a:lnL>
                      <a:noFill/>
                    </a:lnL>
                    <a:lnR>
                      <a:noFill/>
                    </a:lnR>
                    <a:lnT>
                      <a:noFill/>
                    </a:lnT>
                    <a:lnB>
                      <a:noFill/>
                    </a:lnB>
                    <a:noFill/>
                  </a:tcPr>
                </a:tc>
                <a:extLst>
                  <a:ext uri="{0D108BD9-81ED-4DB2-BD59-A6C34878D82A}">
                    <a16:rowId xmlns:a16="http://schemas.microsoft.com/office/drawing/2014/main" val="3825842698"/>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Valuation</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-10.8%</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-27.2%</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320868333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Quality</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-10.8%</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-6.5%</a:t>
                      </a:r>
                    </a:p>
                  </a:txBody>
                  <a:tcPr marL="7620" marR="7620" marT="7620" marB="0" anchor="ctr">
                    <a:lnL>
                      <a:noFill/>
                    </a:lnL>
                    <a:lnR>
                      <a:noFill/>
                    </a:lnR>
                    <a:lnT>
                      <a:noFill/>
                    </a:lnT>
                    <a:lnB>
                      <a:noFill/>
                    </a:lnB>
                    <a:noFill/>
                  </a:tcPr>
                </a:tc>
                <a:extLst>
                  <a:ext uri="{0D108BD9-81ED-4DB2-BD59-A6C34878D82A}">
                    <a16:rowId xmlns:a16="http://schemas.microsoft.com/office/drawing/2014/main" val="93412313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Short Interest</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-12.1%</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-23.4%</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3433802098"/>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Quality</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-12.5%</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-27.2%</a:t>
                      </a:r>
                    </a:p>
                  </a:txBody>
                  <a:tcPr marL="7620" marR="7620" marT="7620" marB="0" anchor="ctr">
                    <a:lnL>
                      <a:noFill/>
                    </a:lnL>
                    <a:lnR>
                      <a:noFill/>
                    </a:lnR>
                    <a:lnT>
                      <a:noFill/>
                    </a:lnT>
                    <a:lnB>
                      <a:noFill/>
                    </a:lnB>
                    <a:noFill/>
                  </a:tcPr>
                </a:tc>
                <a:extLst>
                  <a:ext uri="{0D108BD9-81ED-4DB2-BD59-A6C34878D82A}">
                    <a16:rowId xmlns:a16="http://schemas.microsoft.com/office/drawing/2014/main" val="2064331867"/>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Alternative Policy</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-14.7%</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5.2%</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246055652"/>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Valuation</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-16.9%</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-13.1%</a:t>
                      </a:r>
                    </a:p>
                  </a:txBody>
                  <a:tcPr marL="7620" marR="7620" marT="7620" marB="0" anchor="ctr">
                    <a:lnL>
                      <a:noFill/>
                    </a:lnL>
                    <a:lnR>
                      <a:noFill/>
                    </a:lnR>
                    <a:lnT>
                      <a:noFill/>
                    </a:lnT>
                    <a:lnB>
                      <a:noFill/>
                    </a:lnB>
                    <a:noFill/>
                  </a:tcPr>
                </a:tc>
                <a:extLst>
                  <a:ext uri="{0D108BD9-81ED-4DB2-BD59-A6C34878D82A}">
                    <a16:rowId xmlns:a16="http://schemas.microsoft.com/office/drawing/2014/main" val="382475744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Small Caps</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-16.9%</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-31.8%</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1938921122"/>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Leverage</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-17.2%</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-26.7%</a:t>
                      </a:r>
                    </a:p>
                  </a:txBody>
                  <a:tcPr marL="7620" marR="7620" marT="7620" marB="0" anchor="ctr">
                    <a:lnL>
                      <a:noFill/>
                    </a:lnL>
                    <a:lnR>
                      <a:noFill/>
                    </a:lnR>
                    <a:lnT>
                      <a:noFill/>
                    </a:lnT>
                    <a:lnB>
                      <a:noFill/>
                    </a:lnB>
                    <a:noFill/>
                  </a:tcPr>
                </a:tc>
                <a:extLst>
                  <a:ext uri="{0D108BD9-81ED-4DB2-BD59-A6C34878D82A}">
                    <a16:rowId xmlns:a16="http://schemas.microsoft.com/office/drawing/2014/main" val="2962833863"/>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USD Exposure</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-17.3%</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-9.6%</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394886630"/>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Low Momentum</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-18.3%</a:t>
                      </a:r>
                    </a:p>
                  </a:txBody>
                  <a:tcPr marL="7620" marR="7620" marT="7620" marB="0" anchor="ctr">
                    <a:lnL>
                      <a:noFill/>
                    </a:lnL>
                    <a:lnR>
                      <a:noFill/>
                    </a:lnR>
                    <a:lnT>
                      <a:noFill/>
                    </a:lnT>
                    <a:lnB>
                      <a:noFill/>
                    </a:lnB>
                    <a:noFill/>
                  </a:tcPr>
                </a:tc>
                <a:tc>
                  <a:txBody>
                    <a:bodyPr/>
                    <a:lstStyle/>
                    <a:p>
                      <a:pPr algn="ctr" fontAlgn="ctr">
                        <a:buNone/>
                      </a:pPr>
                      <a:r>
                        <a:rPr lang="pt-BR" sz="1000" b="0" i="0" u="none" strike="noStrike">
                          <a:solidFill>
                            <a:srgbClr val="000000"/>
                          </a:solidFill>
                          <a:effectLst/>
                          <a:latin typeface="Roboto Light" panose="02000000000000000000" pitchFamily="2" charset="0"/>
                        </a:rPr>
                        <a:t>-25.4%</a:t>
                      </a:r>
                    </a:p>
                  </a:txBody>
                  <a:tcPr marL="7620" marR="7620" marT="7620" marB="0" anchor="ctr">
                    <a:lnL>
                      <a:noFill/>
                    </a:lnL>
                    <a:lnR>
                      <a:noFill/>
                    </a:lnR>
                    <a:lnT>
                      <a:noFill/>
                    </a:lnT>
                    <a:lnB>
                      <a:noFill/>
                    </a:lnB>
                    <a:noFill/>
                  </a:tcPr>
                </a:tc>
                <a:extLst>
                  <a:ext uri="{0D108BD9-81ED-4DB2-BD59-A6C34878D82A}">
                    <a16:rowId xmlns:a16="http://schemas.microsoft.com/office/drawing/2014/main" val="113715426"/>
                  </a:ext>
                </a:extLst>
              </a:tr>
              <a:tr h="159668">
                <a:tc>
                  <a:txBody>
                    <a:bodyPr/>
                    <a:lstStyle/>
                    <a:p>
                      <a:pPr algn="ctr" rtl="0" fontAlgn="ctr">
                        <a:buNone/>
                      </a:pPr>
                      <a:r>
                        <a:rPr lang="pt-BR" sz="1000" b="0" i="0" u="none" strike="noStrike">
                          <a:solidFill>
                            <a:srgbClr val="000000"/>
                          </a:solidFill>
                          <a:effectLst/>
                          <a:latin typeface="Roboto Light" panose="02000000000000000000" pitchFamily="2" charset="0"/>
                        </a:rPr>
                        <a:t>High Risk</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a:solidFill>
                            <a:srgbClr val="000000"/>
                          </a:solidFill>
                          <a:effectLst/>
                          <a:latin typeface="Roboto Light" panose="02000000000000000000" pitchFamily="2" charset="0"/>
                        </a:rPr>
                        <a:t>-20.5%</a:t>
                      </a:r>
                    </a:p>
                  </a:txBody>
                  <a:tcPr marL="7620" marR="7620" marT="7620" marB="0" anchor="ctr">
                    <a:lnL>
                      <a:noFill/>
                    </a:lnL>
                    <a:lnR>
                      <a:noFill/>
                    </a:lnR>
                    <a:lnT>
                      <a:noFill/>
                    </a:lnT>
                    <a:lnB>
                      <a:noFill/>
                    </a:lnB>
                    <a:solidFill>
                      <a:srgbClr val="F2F2F2"/>
                    </a:solidFill>
                  </a:tcPr>
                </a:tc>
                <a:tc>
                  <a:txBody>
                    <a:bodyPr/>
                    <a:lstStyle/>
                    <a:p>
                      <a:pPr algn="ctr" fontAlgn="ctr">
                        <a:buNone/>
                      </a:pPr>
                      <a:r>
                        <a:rPr lang="pt-BR" sz="1000" b="0" i="0" u="none" strike="noStrike" dirty="0">
                          <a:solidFill>
                            <a:srgbClr val="000000"/>
                          </a:solidFill>
                          <a:effectLst/>
                          <a:latin typeface="Roboto Light" panose="02000000000000000000" pitchFamily="2" charset="0"/>
                        </a:rPr>
                        <a:t>-38.5%</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172593703"/>
                  </a:ext>
                </a:extLst>
              </a:tr>
            </a:tbl>
          </a:graphicData>
        </a:graphic>
      </p:graphicFrame>
      <p:sp>
        <p:nvSpPr>
          <p:cNvPr id="3" name="Rectangle 2">
            <a:extLst>
              <a:ext uri="{FF2B5EF4-FFF2-40B4-BE49-F238E27FC236}">
                <a16:creationId xmlns:a16="http://schemas.microsoft.com/office/drawing/2014/main" id="{3087CC25-9936-1811-9C62-6D08955C6D85}"/>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3346968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2F0A37C-B539-582F-3DFC-ADE5EA09AB03}"/>
              </a:ext>
            </a:extLst>
          </p:cNvPr>
          <p:cNvSpPr>
            <a:spLocks noGrp="1"/>
          </p:cNvSpPr>
          <p:nvPr>
            <p:ph type="body" sz="quarter" idx="11"/>
          </p:nvPr>
        </p:nvSpPr>
        <p:spPr/>
        <p:txBody>
          <a:bodyPr/>
          <a:lstStyle/>
          <a:p>
            <a:r>
              <a:rPr lang="en-US" b="0" dirty="0"/>
              <a:t>Three macro challenges for Brazilian equities</a:t>
            </a:r>
            <a:endParaRPr lang="en-US" noProof="0" dirty="0"/>
          </a:p>
        </p:txBody>
      </p:sp>
      <p:sp>
        <p:nvSpPr>
          <p:cNvPr id="3" name="Text Placeholder 2">
            <a:extLst>
              <a:ext uri="{FF2B5EF4-FFF2-40B4-BE49-F238E27FC236}">
                <a16:creationId xmlns:a16="http://schemas.microsoft.com/office/drawing/2014/main" id="{9ED212BB-E7DE-D0F8-87B4-450CF84A2860}"/>
              </a:ext>
            </a:extLst>
          </p:cNvPr>
          <p:cNvSpPr>
            <a:spLocks noGrp="1"/>
          </p:cNvSpPr>
          <p:nvPr>
            <p:ph type="body" sz="quarter" idx="12"/>
          </p:nvPr>
        </p:nvSpPr>
        <p:spPr/>
        <p:txBody>
          <a:bodyPr/>
          <a:lstStyle/>
          <a:p>
            <a:r>
              <a:rPr lang="en-US" b="0" noProof="0"/>
              <a:t>XP Ray of Brazil</a:t>
            </a:r>
          </a:p>
        </p:txBody>
      </p:sp>
    </p:spTree>
    <p:extLst>
      <p:ext uri="{BB962C8B-B14F-4D97-AF65-F5344CB8AC3E}">
        <p14:creationId xmlns:p14="http://schemas.microsoft.com/office/powerpoint/2010/main" val="143908976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9615"/>
            <a:ext cx="6099048" cy="2552419"/>
          </a:xfrm>
          <a:noFill/>
        </p:spPr>
        <p:txBody>
          <a:bodyPr/>
          <a:lstStyle/>
          <a:p>
            <a:r>
              <a:rPr lang="en-US" dirty="0"/>
              <a:t>In our last thematic report, we laid out the Bull Case Scenario for Brazilian equities. Following the recent market sell-off and rising macro concerns, however, in this XP-Ray we highlight the macro challenges ahead for local markets and how to position accordingly.</a:t>
            </a:r>
            <a:endParaRPr lang="pt-BR" dirty="0"/>
          </a:p>
          <a:p>
            <a:r>
              <a:rPr lang="en-US" b="1" dirty="0"/>
              <a:t>We see three main challenges for Brazilian equities.</a:t>
            </a:r>
          </a:p>
          <a:p>
            <a:pPr marL="228600" indent="-228600">
              <a:buFont typeface="+mj-lt"/>
              <a:buAutoNum type="arabicPeriod"/>
            </a:pPr>
            <a:r>
              <a:rPr lang="en-US" b="1" dirty="0"/>
              <a:t>Increased fiscal concerns. </a:t>
            </a:r>
            <a:r>
              <a:rPr lang="en-US" dirty="0"/>
              <a:t>We built a </a:t>
            </a:r>
            <a:r>
              <a:rPr lang="en-US" b="1" dirty="0"/>
              <a:t>Local Assets Stress Index</a:t>
            </a:r>
            <a:r>
              <a:rPr lang="en-US" dirty="0"/>
              <a:t>, which combines the USD, fixed-rate bonds and 5-year CDS through a z-score, to track how Brazilian markets behave in periods of macro stress. Since 2002, the index has flagged 11 episodes of fiscal-driven stress, which took about 25 trading days on average to fade. On October 26, it recorded its largest one-day jump on record, from -1.3 to 2.1. From the signal until the stress faded, the Ibovespa fell 2.1% on average and small caps 1.0%, both underperforming the CDI (+1.1%), while the USD rose 1.4% and short inflation-linked bonds (IMA‑B 5) gained in every episode. By sector, exporters such as Metals &amp; Mining and Pulp &amp; Paper, along with Utilities, outperformed, while TMT, Retail and Oil &amp; Gas lagged.</a:t>
            </a:r>
            <a:endParaRPr lang="pt-BR" dirty="0"/>
          </a:p>
        </p:txBody>
      </p:sp>
      <p:sp>
        <p:nvSpPr>
          <p:cNvPr id="13" name="Text Placeholder 12"/>
          <p:cNvSpPr>
            <a:spLocks noGrp="1"/>
          </p:cNvSpPr>
          <p:nvPr>
            <p:ph type="body" sz="quarter" idx="16"/>
          </p:nvPr>
        </p:nvSpPr>
        <p:spPr/>
        <p:txBody>
          <a:bodyPr/>
          <a:lstStyle/>
          <a:p>
            <a:r>
              <a:rPr lang="en-US" dirty="0"/>
              <a:t>Three macro challenges for Brazilian equities</a:t>
            </a:r>
          </a:p>
        </p:txBody>
      </p:sp>
      <p:sp>
        <p:nvSpPr>
          <p:cNvPr id="14" name="Text Placeholder 13"/>
          <p:cNvSpPr>
            <a:spLocks noGrp="1"/>
          </p:cNvSpPr>
          <p:nvPr>
            <p:ph type="body" sz="quarter" idx="17"/>
          </p:nvPr>
        </p:nvSpPr>
        <p:spPr/>
        <p:txBody>
          <a:bodyPr/>
          <a:lstStyle/>
          <a:p>
            <a:r>
              <a:rPr lang="en-US" dirty="0"/>
              <a:t>Fiscal concerns return to center stage</a:t>
            </a:r>
            <a:endParaRPr dirty="0"/>
          </a:p>
        </p:txBody>
      </p:sp>
      <p:sp>
        <p:nvSpPr>
          <p:cNvPr id="15" name="Text Placeholder 14"/>
          <p:cNvSpPr>
            <a:spLocks noGrp="1"/>
          </p:cNvSpPr>
          <p:nvPr>
            <p:ph type="body" sz="quarter" idx="31"/>
          </p:nvPr>
        </p:nvSpPr>
        <p:spPr/>
        <p:txBody>
          <a:bodyPr/>
          <a:lstStyle/>
          <a:p>
            <a:r>
              <a:rPr dirty="0" err="1"/>
              <a:t>Source</a:t>
            </a:r>
            <a:r>
              <a:rPr dirty="0"/>
              <a:t>: B3, Economatica, Bloomberg, XP </a:t>
            </a:r>
            <a:r>
              <a:rPr dirty="0" err="1"/>
              <a:t>Research</a:t>
            </a:r>
            <a:r>
              <a:rPr dirty="0"/>
              <a:t>. </a:t>
            </a:r>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4084373"/>
            <a:ext cx="6099048"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dirty="0"/>
              <a:t>Chart 1: Oct-26 </a:t>
            </a:r>
            <a:r>
              <a:rPr lang="pt-BR" dirty="0" err="1"/>
              <a:t>was</a:t>
            </a:r>
            <a:r>
              <a:rPr lang="pt-BR" dirty="0"/>
              <a:t> </a:t>
            </a:r>
            <a:r>
              <a:rPr lang="pt-BR" dirty="0" err="1"/>
              <a:t>the</a:t>
            </a:r>
            <a:r>
              <a:rPr lang="pt-BR" dirty="0"/>
              <a:t> </a:t>
            </a:r>
            <a:r>
              <a:rPr lang="pt-BR" dirty="0" err="1"/>
              <a:t>largest</a:t>
            </a:r>
            <a:r>
              <a:rPr lang="pt-BR" dirty="0"/>
              <a:t> </a:t>
            </a:r>
            <a:r>
              <a:rPr lang="pt-BR" dirty="0" err="1"/>
              <a:t>one-day</a:t>
            </a:r>
            <a:r>
              <a:rPr lang="pt-BR" dirty="0"/>
              <a:t> jump </a:t>
            </a:r>
            <a:r>
              <a:rPr lang="pt-BR" dirty="0" err="1"/>
              <a:t>since</a:t>
            </a:r>
            <a:r>
              <a:rPr lang="pt-BR" dirty="0"/>
              <a:t> 2002 in </a:t>
            </a:r>
            <a:r>
              <a:rPr lang="pt-BR" dirty="0" err="1"/>
              <a:t>our</a:t>
            </a:r>
            <a:r>
              <a:rPr lang="pt-BR" dirty="0"/>
              <a:t> Local </a:t>
            </a:r>
            <a:r>
              <a:rPr lang="pt-BR" dirty="0" err="1"/>
              <a:t>Assets</a:t>
            </a:r>
            <a:r>
              <a:rPr lang="pt-BR" dirty="0"/>
              <a:t> Stress Index</a:t>
            </a:r>
          </a:p>
        </p:txBody>
      </p:sp>
      <p:sp>
        <p:nvSpPr>
          <p:cNvPr id="37" name="TextBox 36"/>
          <p:cNvSpPr txBox="1"/>
          <p:nvPr/>
        </p:nvSpPr>
        <p:spPr>
          <a:xfrm>
            <a:off x="384048" y="4358692"/>
            <a:ext cx="6099048" cy="123111"/>
          </a:xfrm>
          <a:prstGeom prst="rect">
            <a:avLst/>
          </a:prstGeom>
          <a:noFill/>
        </p:spPr>
        <p:txBody>
          <a:bodyPr wrap="square" lIns="0" tIns="0" rIns="0" bIns="0">
            <a:spAutoFit/>
          </a:bodyPr>
          <a:lstStyle/>
          <a:p>
            <a:r>
              <a:rPr sz="800" i="1" dirty="0">
                <a:solidFill>
                  <a:srgbClr val="595959"/>
                </a:solidFill>
                <a:latin typeface="Roboto Light"/>
              </a:rPr>
              <a:t>Brazil Local Assets Stress Index</a:t>
            </a:r>
          </a:p>
        </p:txBody>
      </p:sp>
      <p:sp>
        <p:nvSpPr>
          <p:cNvPr id="3"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6463055"/>
            <a:ext cx="292608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Chart 2</a:t>
            </a:r>
            <a:r>
              <a:rPr lang="en-US"/>
              <a:t>: Local assets avg. return until stress fades</a:t>
            </a:r>
            <a:endParaRPr lang="pt-BR" dirty="0"/>
          </a:p>
        </p:txBody>
      </p:sp>
      <p:sp>
        <p:nvSpPr>
          <p:cNvPr id="5"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6463055"/>
            <a:ext cx="2926080"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Chart 4</a:t>
            </a:r>
            <a:r>
              <a:rPr lang="en-US"/>
              <a:t>: Sectors avg. excess until stress fades</a:t>
            </a:r>
            <a:endParaRPr lang="pt-BR" dirty="0"/>
          </a:p>
        </p:txBody>
      </p:sp>
      <p:graphicFrame>
        <p:nvGraphicFramePr>
          <p:cNvPr id="6" name="Chart L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2315963980"/>
              </p:ext>
            </p:extLst>
          </p:nvPr>
        </p:nvGraphicFramePr>
        <p:xfrm>
          <a:off x="379476" y="4509234"/>
          <a:ext cx="6099048" cy="192148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6" name="Chart A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50856468"/>
              </p:ext>
            </p:extLst>
          </p:nvPr>
        </p:nvGraphicFramePr>
        <p:xfrm>
          <a:off x="384046" y="6780006"/>
          <a:ext cx="2926080" cy="249024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F5">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2997586811"/>
              </p:ext>
            </p:extLst>
          </p:nvPr>
        </p:nvGraphicFramePr>
        <p:xfrm>
          <a:off x="3557013" y="6780006"/>
          <a:ext cx="2926080" cy="2698079"/>
        </p:xfrm>
        <a:graphic>
          <a:graphicData uri="http://schemas.openxmlformats.org/drawingml/2006/chart">
            <c:chart xmlns:c="http://schemas.openxmlformats.org/drawingml/2006/chart" xmlns:r="http://schemas.openxmlformats.org/officeDocument/2006/relationships" r:id="rId4"/>
          </a:graphicData>
        </a:graphic>
      </p:graphicFrame>
      <p:sp>
        <p:nvSpPr>
          <p:cNvPr id="8" name="Rectangle 7">
            <a:extLst>
              <a:ext uri="{FF2B5EF4-FFF2-40B4-BE49-F238E27FC236}">
                <a16:creationId xmlns:a16="http://schemas.microsoft.com/office/drawing/2014/main" id="{BA4FDD14-D3E4-E421-613D-228BD7D25FCF}"/>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29031480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9616"/>
            <a:ext cx="2926080" cy="2889503"/>
          </a:xfrm>
          <a:noFill/>
        </p:spPr>
        <p:txBody>
          <a:bodyPr/>
          <a:lstStyle/>
          <a:p>
            <a:pPr marL="228600" indent="-228600">
              <a:buFont typeface="+mj-lt"/>
              <a:buAutoNum type="arabicPeriod" startAt="2"/>
            </a:pPr>
            <a:r>
              <a:rPr b="1" dirty="0"/>
              <a:t>High rates and inflation. </a:t>
            </a:r>
            <a:r>
              <a:rPr lang="en-US" dirty="0"/>
              <a:t>Our rates and inflation regime model for Brazil currently points to an </a:t>
            </a:r>
            <a:r>
              <a:rPr lang="en-US" b="1" i="1" dirty="0"/>
              <a:t>Inflation Down, Rates Up </a:t>
            </a:r>
            <a:r>
              <a:rPr lang="en-US" dirty="0"/>
              <a:t>environment. But as the market prices in higher inflation in the coming months (Chart 3), we should soon move to </a:t>
            </a:r>
            <a:r>
              <a:rPr lang="en-US" b="1" i="1" dirty="0"/>
              <a:t>Inflation Up, Rates Up</a:t>
            </a:r>
            <a:r>
              <a:rPr lang="en-US" dirty="0"/>
              <a:t>, a regime that historically has lasted 14 months on average. Since 2002, this has been the worst regime for equities, with the Ibovespa posting an average real return of -17.5% a year. </a:t>
            </a:r>
            <a:r>
              <a:rPr lang="en-US" b="1" dirty="0"/>
              <a:t>Utilities</a:t>
            </a:r>
            <a:r>
              <a:rPr lang="en-US" dirty="0"/>
              <a:t> and </a:t>
            </a:r>
            <a:r>
              <a:rPr lang="en-US" b="1" dirty="0"/>
              <a:t>Agri, Food &amp; Beverages </a:t>
            </a:r>
            <a:r>
              <a:rPr lang="en-US" dirty="0"/>
              <a:t>outperformed the index by 14 to 15 p.p. a year, while rate-sensitive sectors such as </a:t>
            </a:r>
            <a:r>
              <a:rPr lang="en-US" b="1" dirty="0"/>
              <a:t>Education</a:t>
            </a:r>
            <a:r>
              <a:rPr lang="en-US" dirty="0"/>
              <a:t> and </a:t>
            </a:r>
            <a:r>
              <a:rPr lang="en-US" b="1" dirty="0"/>
              <a:t>Real Estate</a:t>
            </a:r>
            <a:r>
              <a:rPr lang="en-US" dirty="0"/>
              <a:t> lagged by 16 to 18 p.p.</a:t>
            </a:r>
            <a:endParaRPr dirty="0"/>
          </a:p>
        </p:txBody>
      </p:sp>
      <p:sp>
        <p:nvSpPr>
          <p:cNvPr id="13" name="Text Placeholder 12"/>
          <p:cNvSpPr>
            <a:spLocks noGrp="1"/>
          </p:cNvSpPr>
          <p:nvPr>
            <p:ph type="body" sz="quarter" idx="16"/>
          </p:nvPr>
        </p:nvSpPr>
        <p:spPr/>
        <p:txBody>
          <a:bodyPr/>
          <a:lstStyle/>
          <a:p>
            <a:r>
              <a:rPr lang="en-US" dirty="0"/>
              <a:t>Three macro challenges for Brazilian equities</a:t>
            </a:r>
          </a:p>
        </p:txBody>
      </p:sp>
      <p:sp>
        <p:nvSpPr>
          <p:cNvPr id="14" name="Text Placeholder 13"/>
          <p:cNvSpPr>
            <a:spLocks noGrp="1"/>
          </p:cNvSpPr>
          <p:nvPr>
            <p:ph type="body" sz="quarter" idx="17"/>
          </p:nvPr>
        </p:nvSpPr>
        <p:spPr/>
        <p:txBody>
          <a:bodyPr/>
          <a:lstStyle/>
          <a:p>
            <a:r>
              <a:rPr lang="en-US" dirty="0"/>
              <a:t>Rates and inflation point to a weaker backdrop for equities</a:t>
            </a:r>
            <a:endParaRPr dirty="0"/>
          </a:p>
        </p:txBody>
      </p:sp>
      <p:sp>
        <p:nvSpPr>
          <p:cNvPr id="15" name="Text Placeholder 14"/>
          <p:cNvSpPr>
            <a:spLocks noGrp="1"/>
          </p:cNvSpPr>
          <p:nvPr>
            <p:ph type="body" sz="quarter" idx="31"/>
          </p:nvPr>
        </p:nvSpPr>
        <p:spPr/>
        <p:txBody>
          <a:bodyPr/>
          <a:lstStyle/>
          <a:p>
            <a:r>
              <a:rPr dirty="0" err="1"/>
              <a:t>Source</a:t>
            </a:r>
            <a:r>
              <a:rPr dirty="0"/>
              <a:t>: B3, Economatica, ANBIMA, BCB, IBGE, XP </a:t>
            </a:r>
            <a:r>
              <a:rPr dirty="0" err="1"/>
              <a:t>Research</a:t>
            </a:r>
            <a:r>
              <a:rPr dirty="0"/>
              <a:t>. </a:t>
            </a:r>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149961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1: Inflation/Rate regimes: transition diagram</a:t>
            </a:r>
          </a:p>
        </p:txBody>
      </p:sp>
      <p:sp>
        <p:nvSpPr>
          <p:cNvPr id="37" name="TextBox 36"/>
          <p:cNvSpPr txBox="1"/>
          <p:nvPr/>
        </p:nvSpPr>
        <p:spPr>
          <a:xfrm>
            <a:off x="3557016" y="1773936"/>
            <a:ext cx="2926080" cy="173736"/>
          </a:xfrm>
          <a:prstGeom prst="rect">
            <a:avLst/>
          </a:prstGeom>
          <a:noFill/>
        </p:spPr>
        <p:txBody>
          <a:bodyPr wrap="square" lIns="0" tIns="0" rIns="0" bIns="0">
            <a:spAutoFit/>
          </a:bodyPr>
          <a:lstStyle/>
          <a:p>
            <a:r>
              <a:rPr sz="800" i="1">
                <a:solidFill>
                  <a:srgbClr val="595959"/>
                </a:solidFill>
                <a:latin typeface="Roboto Light"/>
              </a:rPr>
              <a:t>With % of times each transition occurred historically</a:t>
            </a:r>
          </a:p>
        </p:txBody>
      </p:sp>
      <p:sp>
        <p:nvSpPr>
          <p:cNvPr id="38" name="Oval 37"/>
          <p:cNvSpPr/>
          <p:nvPr/>
        </p:nvSpPr>
        <p:spPr>
          <a:xfrm>
            <a:off x="3965388" y="2162600"/>
            <a:ext cx="749985" cy="749985"/>
          </a:xfrm>
          <a:prstGeom prst="ellipse">
            <a:avLst/>
          </a:prstGeom>
          <a:solidFill>
            <a:srgbClr val="B8C9DF"/>
          </a:solidFill>
          <a:ln w="35155">
            <a:solidFill>
              <a:srgbClr val="F9C113"/>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830">
                <a:solidFill>
                  <a:srgbClr val="262626"/>
                </a:solidFill>
                <a:latin typeface="Roboto Light"/>
              </a:rPr>
              <a:t>Inflation </a:t>
            </a:r>
            <a:r>
              <a:rPr sz="830">
                <a:solidFill>
                  <a:srgbClr val="C00000"/>
                </a:solidFill>
                <a:latin typeface="Roboto Light"/>
              </a:rPr>
              <a:t>down</a:t>
            </a:r>
            <a:r>
              <a:rPr sz="830">
                <a:solidFill>
                  <a:srgbClr val="262626"/>
                </a:solidFill>
                <a:latin typeface="Roboto Light"/>
              </a:rPr>
              <a:t>,</a:t>
            </a:r>
          </a:p>
          <a:p>
            <a:pPr algn="ctr"/>
            <a:r>
              <a:rPr sz="830">
                <a:solidFill>
                  <a:srgbClr val="262626"/>
                </a:solidFill>
                <a:latin typeface="Roboto Light"/>
              </a:rPr>
              <a:t>Rates </a:t>
            </a:r>
            <a:r>
              <a:rPr sz="830">
                <a:solidFill>
                  <a:srgbClr val="008000"/>
                </a:solidFill>
                <a:latin typeface="Roboto Light"/>
              </a:rPr>
              <a:t>up</a:t>
            </a:r>
          </a:p>
        </p:txBody>
      </p:sp>
      <p:sp>
        <p:nvSpPr>
          <p:cNvPr id="39" name="Oval 38"/>
          <p:cNvSpPr/>
          <p:nvPr/>
        </p:nvSpPr>
        <p:spPr>
          <a:xfrm>
            <a:off x="5313019" y="2162600"/>
            <a:ext cx="749985" cy="749985"/>
          </a:xfrm>
          <a:prstGeom prst="ellipse">
            <a:avLst/>
          </a:prstGeom>
          <a:solidFill>
            <a:srgbClr val="FDE6A1"/>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830">
                <a:solidFill>
                  <a:srgbClr val="262626"/>
                </a:solidFill>
                <a:latin typeface="Roboto Light"/>
              </a:rPr>
              <a:t>Inflation </a:t>
            </a:r>
            <a:r>
              <a:rPr sz="830">
                <a:solidFill>
                  <a:srgbClr val="008000"/>
                </a:solidFill>
                <a:latin typeface="Roboto Light"/>
              </a:rPr>
              <a:t>up</a:t>
            </a:r>
            <a:r>
              <a:rPr sz="830">
                <a:solidFill>
                  <a:srgbClr val="262626"/>
                </a:solidFill>
                <a:latin typeface="Roboto Light"/>
              </a:rPr>
              <a:t>,</a:t>
            </a:r>
          </a:p>
          <a:p>
            <a:pPr algn="ctr"/>
            <a:r>
              <a:rPr sz="830">
                <a:solidFill>
                  <a:srgbClr val="262626"/>
                </a:solidFill>
                <a:latin typeface="Roboto Light"/>
              </a:rPr>
              <a:t>Rates </a:t>
            </a:r>
            <a:r>
              <a:rPr sz="830">
                <a:solidFill>
                  <a:srgbClr val="008000"/>
                </a:solidFill>
                <a:latin typeface="Roboto Light"/>
              </a:rPr>
              <a:t>up</a:t>
            </a:r>
          </a:p>
        </p:txBody>
      </p:sp>
      <p:sp>
        <p:nvSpPr>
          <p:cNvPr id="40" name="Oval 39"/>
          <p:cNvSpPr/>
          <p:nvPr/>
        </p:nvSpPr>
        <p:spPr>
          <a:xfrm>
            <a:off x="3965388" y="3545386"/>
            <a:ext cx="749985" cy="749985"/>
          </a:xfrm>
          <a:prstGeom prst="ellipse">
            <a:avLst/>
          </a:prstGeom>
          <a:solidFill>
            <a:srgbClr val="C5CAC6"/>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830">
                <a:solidFill>
                  <a:srgbClr val="262626"/>
                </a:solidFill>
                <a:latin typeface="Roboto Light"/>
              </a:rPr>
              <a:t>Inflation </a:t>
            </a:r>
            <a:r>
              <a:rPr sz="830">
                <a:solidFill>
                  <a:srgbClr val="C00000"/>
                </a:solidFill>
                <a:latin typeface="Roboto Light"/>
              </a:rPr>
              <a:t>down</a:t>
            </a:r>
            <a:r>
              <a:rPr sz="830">
                <a:solidFill>
                  <a:srgbClr val="262626"/>
                </a:solidFill>
                <a:latin typeface="Roboto Light"/>
              </a:rPr>
              <a:t>,</a:t>
            </a:r>
          </a:p>
          <a:p>
            <a:pPr algn="ctr"/>
            <a:r>
              <a:rPr sz="830">
                <a:solidFill>
                  <a:srgbClr val="262626"/>
                </a:solidFill>
                <a:latin typeface="Roboto Light"/>
              </a:rPr>
              <a:t>Rates </a:t>
            </a:r>
            <a:r>
              <a:rPr sz="830">
                <a:solidFill>
                  <a:srgbClr val="C00000"/>
                </a:solidFill>
                <a:latin typeface="Roboto Light"/>
              </a:rPr>
              <a:t>down</a:t>
            </a:r>
          </a:p>
        </p:txBody>
      </p:sp>
      <p:sp>
        <p:nvSpPr>
          <p:cNvPr id="41" name="Oval 40"/>
          <p:cNvSpPr/>
          <p:nvPr/>
        </p:nvSpPr>
        <p:spPr>
          <a:xfrm>
            <a:off x="5313019" y="3545386"/>
            <a:ext cx="749985" cy="749985"/>
          </a:xfrm>
          <a:prstGeom prst="ellipse">
            <a:avLst/>
          </a:prstGeom>
          <a:solidFill>
            <a:srgbClr val="D2E1F2"/>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830">
                <a:solidFill>
                  <a:srgbClr val="262626"/>
                </a:solidFill>
                <a:latin typeface="Roboto Light"/>
              </a:rPr>
              <a:t>Inflation </a:t>
            </a:r>
            <a:r>
              <a:rPr sz="830">
                <a:solidFill>
                  <a:srgbClr val="008000"/>
                </a:solidFill>
                <a:latin typeface="Roboto Light"/>
              </a:rPr>
              <a:t>up</a:t>
            </a:r>
            <a:r>
              <a:rPr sz="830">
                <a:solidFill>
                  <a:srgbClr val="262626"/>
                </a:solidFill>
                <a:latin typeface="Roboto Light"/>
              </a:rPr>
              <a:t>,</a:t>
            </a:r>
          </a:p>
          <a:p>
            <a:pPr algn="ctr"/>
            <a:r>
              <a:rPr sz="830">
                <a:solidFill>
                  <a:srgbClr val="262626"/>
                </a:solidFill>
                <a:latin typeface="Roboto Light"/>
              </a:rPr>
              <a:t>Rates </a:t>
            </a:r>
            <a:r>
              <a:rPr sz="830">
                <a:solidFill>
                  <a:srgbClr val="C00000"/>
                </a:solidFill>
                <a:latin typeface="Roboto Light"/>
              </a:rPr>
              <a:t>down</a:t>
            </a:r>
          </a:p>
        </p:txBody>
      </p:sp>
      <p:sp>
        <p:nvSpPr>
          <p:cNvPr id="3" name="Freeform 2"/>
          <p:cNvSpPr/>
          <p:nvPr/>
        </p:nvSpPr>
        <p:spPr>
          <a:xfrm>
            <a:off x="4710686" y="2289160"/>
            <a:ext cx="660925" cy="154684"/>
          </a:xfrm>
          <a:custGeom>
            <a:avLst/>
            <a:gdLst/>
            <a:ahLst/>
            <a:cxnLst/>
            <a:rect l="l" t="t" r="r" b="b"/>
            <a:pathLst>
              <a:path w="660925" h="154684">
                <a:moveTo>
                  <a:pt x="0" y="154684"/>
                </a:moveTo>
                <a:lnTo>
                  <a:pt x="24170" y="129978"/>
                </a:lnTo>
                <a:lnTo>
                  <a:pt x="48632" y="107420"/>
                </a:lnTo>
                <a:lnTo>
                  <a:pt x="73388" y="87010"/>
                </a:lnTo>
                <a:lnTo>
                  <a:pt x="98436" y="68749"/>
                </a:lnTo>
                <a:lnTo>
                  <a:pt x="123777" y="52636"/>
                </a:lnTo>
                <a:lnTo>
                  <a:pt x="149412" y="38671"/>
                </a:lnTo>
                <a:lnTo>
                  <a:pt x="175339" y="26855"/>
                </a:lnTo>
                <a:lnTo>
                  <a:pt x="201559" y="17187"/>
                </a:lnTo>
                <a:lnTo>
                  <a:pt x="228072" y="9668"/>
                </a:lnTo>
                <a:lnTo>
                  <a:pt x="254878" y="4297"/>
                </a:lnTo>
                <a:lnTo>
                  <a:pt x="281977" y="1074"/>
                </a:lnTo>
                <a:lnTo>
                  <a:pt x="309369" y="0"/>
                </a:lnTo>
                <a:lnTo>
                  <a:pt x="337055" y="1074"/>
                </a:lnTo>
                <a:lnTo>
                  <a:pt x="365032" y="4297"/>
                </a:lnTo>
                <a:lnTo>
                  <a:pt x="393303" y="9668"/>
                </a:lnTo>
                <a:lnTo>
                  <a:pt x="421867" y="17187"/>
                </a:lnTo>
                <a:lnTo>
                  <a:pt x="450724" y="26855"/>
                </a:lnTo>
                <a:lnTo>
                  <a:pt x="479874" y="38671"/>
                </a:lnTo>
                <a:lnTo>
                  <a:pt x="509317" y="52636"/>
                </a:lnTo>
                <a:lnTo>
                  <a:pt x="539053" y="68749"/>
                </a:lnTo>
                <a:lnTo>
                  <a:pt x="569081" y="87010"/>
                </a:lnTo>
                <a:lnTo>
                  <a:pt x="599403" y="107420"/>
                </a:lnTo>
                <a:lnTo>
                  <a:pt x="630018" y="129978"/>
                </a:lnTo>
                <a:lnTo>
                  <a:pt x="660925" y="154684"/>
                </a:lnTo>
              </a:path>
            </a:pathLst>
          </a:custGeom>
          <a:noFill/>
          <a:ln w="23437">
            <a:solidFill>
              <a:srgbClr val="1F2F44"/>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4855996" y="2120413"/>
            <a:ext cx="328118" cy="140622"/>
          </a:xfrm>
          <a:prstGeom prst="rect">
            <a:avLst/>
          </a:prstGeom>
          <a:noFill/>
        </p:spPr>
        <p:txBody>
          <a:bodyPr wrap="none" lIns="0" tIns="0" rIns="0" bIns="0" anchor="ctr">
            <a:spAutoFit/>
          </a:bodyPr>
          <a:lstStyle/>
          <a:p>
            <a:pPr algn="ctr"/>
            <a:r>
              <a:rPr sz="784" b="1">
                <a:solidFill>
                  <a:srgbClr val="404040"/>
                </a:solidFill>
                <a:latin typeface="Roboto"/>
              </a:rPr>
              <a:t>66.7%</a:t>
            </a:r>
          </a:p>
        </p:txBody>
      </p:sp>
      <p:sp>
        <p:nvSpPr>
          <p:cNvPr id="4" name="Freeform 3"/>
          <p:cNvSpPr/>
          <p:nvPr/>
        </p:nvSpPr>
        <p:spPr>
          <a:xfrm>
            <a:off x="4710686" y="2570405"/>
            <a:ext cx="660925" cy="166403"/>
          </a:xfrm>
          <a:custGeom>
            <a:avLst/>
            <a:gdLst/>
            <a:ahLst/>
            <a:cxnLst/>
            <a:rect l="l" t="t" r="r" b="b"/>
            <a:pathLst>
              <a:path w="660925" h="166403">
                <a:moveTo>
                  <a:pt x="660925" y="0"/>
                </a:moveTo>
                <a:lnTo>
                  <a:pt x="630018" y="26041"/>
                </a:lnTo>
                <a:lnTo>
                  <a:pt x="599403" y="49868"/>
                </a:lnTo>
                <a:lnTo>
                  <a:pt x="569081" y="71483"/>
                </a:lnTo>
                <a:lnTo>
                  <a:pt x="539053" y="90883"/>
                </a:lnTo>
                <a:lnTo>
                  <a:pt x="509317" y="108070"/>
                </a:lnTo>
                <a:lnTo>
                  <a:pt x="479874" y="123044"/>
                </a:lnTo>
                <a:lnTo>
                  <a:pt x="450724" y="135804"/>
                </a:lnTo>
                <a:lnTo>
                  <a:pt x="421867" y="146351"/>
                </a:lnTo>
                <a:lnTo>
                  <a:pt x="393303" y="154684"/>
                </a:lnTo>
                <a:lnTo>
                  <a:pt x="365032" y="160804"/>
                </a:lnTo>
                <a:lnTo>
                  <a:pt x="337055" y="164710"/>
                </a:lnTo>
                <a:lnTo>
                  <a:pt x="309369" y="166403"/>
                </a:lnTo>
                <a:lnTo>
                  <a:pt x="281977" y="165882"/>
                </a:lnTo>
                <a:lnTo>
                  <a:pt x="254878" y="163147"/>
                </a:lnTo>
                <a:lnTo>
                  <a:pt x="228072" y="158200"/>
                </a:lnTo>
                <a:lnTo>
                  <a:pt x="201559" y="151038"/>
                </a:lnTo>
                <a:lnTo>
                  <a:pt x="175339" y="141663"/>
                </a:lnTo>
                <a:lnTo>
                  <a:pt x="149412" y="130075"/>
                </a:lnTo>
                <a:lnTo>
                  <a:pt x="123777" y="116273"/>
                </a:lnTo>
                <a:lnTo>
                  <a:pt x="98436" y="100258"/>
                </a:lnTo>
                <a:lnTo>
                  <a:pt x="73388" y="82029"/>
                </a:lnTo>
                <a:lnTo>
                  <a:pt x="48632" y="61587"/>
                </a:lnTo>
                <a:lnTo>
                  <a:pt x="24170" y="38931"/>
                </a:lnTo>
                <a:lnTo>
                  <a:pt x="0" y="14062"/>
                </a:lnTo>
              </a:path>
            </a:pathLst>
          </a:custGeom>
          <a:noFill/>
          <a:ln w="23437">
            <a:solidFill>
              <a:srgbClr val="F9C113"/>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4878261" y="2753214"/>
            <a:ext cx="328118" cy="140622"/>
          </a:xfrm>
          <a:prstGeom prst="rect">
            <a:avLst/>
          </a:prstGeom>
          <a:noFill/>
        </p:spPr>
        <p:txBody>
          <a:bodyPr wrap="none" lIns="0" tIns="0" rIns="0" bIns="0" anchor="ctr">
            <a:spAutoFit/>
          </a:bodyPr>
          <a:lstStyle/>
          <a:p>
            <a:pPr algn="ctr"/>
            <a:r>
              <a:rPr sz="784" b="1">
                <a:solidFill>
                  <a:srgbClr val="404040"/>
                </a:solidFill>
                <a:latin typeface="Roboto"/>
              </a:rPr>
              <a:t>42.9%</a:t>
            </a:r>
          </a:p>
        </p:txBody>
      </p:sp>
      <p:sp>
        <p:nvSpPr>
          <p:cNvPr id="5" name="Freeform 4"/>
          <p:cNvSpPr/>
          <p:nvPr/>
        </p:nvSpPr>
        <p:spPr>
          <a:xfrm>
            <a:off x="4204251" y="2877430"/>
            <a:ext cx="154880" cy="733579"/>
          </a:xfrm>
          <a:custGeom>
            <a:avLst/>
            <a:gdLst/>
            <a:ahLst/>
            <a:cxnLst/>
            <a:rect l="l" t="t" r="r" b="b"/>
            <a:pathLst>
              <a:path w="154880" h="733579">
                <a:moveTo>
                  <a:pt x="126755" y="733579"/>
                </a:moveTo>
                <a:lnTo>
                  <a:pt x="105467" y="702452"/>
                </a:lnTo>
                <a:lnTo>
                  <a:pt x="86131" y="671374"/>
                </a:lnTo>
                <a:lnTo>
                  <a:pt x="68749" y="640344"/>
                </a:lnTo>
                <a:lnTo>
                  <a:pt x="53319" y="609363"/>
                </a:lnTo>
                <a:lnTo>
                  <a:pt x="39843" y="578431"/>
                </a:lnTo>
                <a:lnTo>
                  <a:pt x="28320" y="547548"/>
                </a:lnTo>
                <a:lnTo>
                  <a:pt x="18750" y="516714"/>
                </a:lnTo>
                <a:lnTo>
                  <a:pt x="11132" y="485928"/>
                </a:lnTo>
                <a:lnTo>
                  <a:pt x="5469" y="455191"/>
                </a:lnTo>
                <a:lnTo>
                  <a:pt x="1758" y="424503"/>
                </a:lnTo>
                <a:lnTo>
                  <a:pt x="0" y="393864"/>
                </a:lnTo>
                <a:lnTo>
                  <a:pt x="195" y="363274"/>
                </a:lnTo>
                <a:lnTo>
                  <a:pt x="2344" y="332733"/>
                </a:lnTo>
                <a:lnTo>
                  <a:pt x="6445" y="302240"/>
                </a:lnTo>
                <a:lnTo>
                  <a:pt x="12500" y="271796"/>
                </a:lnTo>
                <a:lnTo>
                  <a:pt x="20507" y="241401"/>
                </a:lnTo>
                <a:lnTo>
                  <a:pt x="30468" y="211055"/>
                </a:lnTo>
                <a:lnTo>
                  <a:pt x="42382" y="180758"/>
                </a:lnTo>
                <a:lnTo>
                  <a:pt x="56249" y="150510"/>
                </a:lnTo>
                <a:lnTo>
                  <a:pt x="72069" y="120310"/>
                </a:lnTo>
                <a:lnTo>
                  <a:pt x="89842" y="90159"/>
                </a:lnTo>
                <a:lnTo>
                  <a:pt x="109568" y="60057"/>
                </a:lnTo>
                <a:lnTo>
                  <a:pt x="131247" y="30004"/>
                </a:lnTo>
                <a:lnTo>
                  <a:pt x="154880" y="0"/>
                </a:lnTo>
              </a:path>
            </a:pathLst>
          </a:custGeom>
          <a:noFill/>
          <a:ln w="23437">
            <a:solidFill>
              <a:srgbClr val="707971"/>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3824766" y="3161018"/>
            <a:ext cx="328118" cy="140622"/>
          </a:xfrm>
          <a:prstGeom prst="rect">
            <a:avLst/>
          </a:prstGeom>
          <a:noFill/>
        </p:spPr>
        <p:txBody>
          <a:bodyPr wrap="none" lIns="0" tIns="0" rIns="0" bIns="0" anchor="ctr">
            <a:spAutoFit/>
          </a:bodyPr>
          <a:lstStyle/>
          <a:p>
            <a:pPr algn="ctr"/>
            <a:r>
              <a:rPr sz="784" b="1">
                <a:solidFill>
                  <a:srgbClr val="404040"/>
                </a:solidFill>
                <a:latin typeface="Roboto"/>
              </a:rPr>
              <a:t>58.3%</a:t>
            </a:r>
          </a:p>
        </p:txBody>
      </p:sp>
      <p:sp>
        <p:nvSpPr>
          <p:cNvPr id="6" name="Freeform 5"/>
          <p:cNvSpPr/>
          <p:nvPr/>
        </p:nvSpPr>
        <p:spPr>
          <a:xfrm>
            <a:off x="4457566" y="2865711"/>
            <a:ext cx="160414" cy="714830"/>
          </a:xfrm>
          <a:custGeom>
            <a:avLst/>
            <a:gdLst/>
            <a:ahLst/>
            <a:cxnLst/>
            <a:rect l="l" t="t" r="r" b="b"/>
            <a:pathLst>
              <a:path w="160414" h="714830">
                <a:moveTo>
                  <a:pt x="112498" y="0"/>
                </a:moveTo>
                <a:lnTo>
                  <a:pt x="123159" y="28849"/>
                </a:lnTo>
                <a:lnTo>
                  <a:pt x="132485" y="57779"/>
                </a:lnTo>
                <a:lnTo>
                  <a:pt x="140476" y="86791"/>
                </a:lnTo>
                <a:lnTo>
                  <a:pt x="147133" y="115884"/>
                </a:lnTo>
                <a:lnTo>
                  <a:pt x="152455" y="145058"/>
                </a:lnTo>
                <a:lnTo>
                  <a:pt x="156443" y="174313"/>
                </a:lnTo>
                <a:lnTo>
                  <a:pt x="159096" y="203650"/>
                </a:lnTo>
                <a:lnTo>
                  <a:pt x="160414" y="233069"/>
                </a:lnTo>
                <a:lnTo>
                  <a:pt x="160398" y="262569"/>
                </a:lnTo>
                <a:lnTo>
                  <a:pt x="159047" y="292150"/>
                </a:lnTo>
                <a:lnTo>
                  <a:pt x="156361" y="321812"/>
                </a:lnTo>
                <a:lnTo>
                  <a:pt x="152341" y="351556"/>
                </a:lnTo>
                <a:lnTo>
                  <a:pt x="146986" y="381381"/>
                </a:lnTo>
                <a:lnTo>
                  <a:pt x="140297" y="411288"/>
                </a:lnTo>
                <a:lnTo>
                  <a:pt x="132273" y="441276"/>
                </a:lnTo>
                <a:lnTo>
                  <a:pt x="122915" y="471345"/>
                </a:lnTo>
                <a:lnTo>
                  <a:pt x="112221" y="501496"/>
                </a:lnTo>
                <a:lnTo>
                  <a:pt x="100194" y="531728"/>
                </a:lnTo>
                <a:lnTo>
                  <a:pt x="86831" y="562042"/>
                </a:lnTo>
                <a:lnTo>
                  <a:pt x="72134" y="592437"/>
                </a:lnTo>
                <a:lnTo>
                  <a:pt x="56103" y="622913"/>
                </a:lnTo>
                <a:lnTo>
                  <a:pt x="38737" y="653471"/>
                </a:lnTo>
                <a:lnTo>
                  <a:pt x="20036" y="684110"/>
                </a:lnTo>
                <a:lnTo>
                  <a:pt x="0" y="714830"/>
                </a:lnTo>
              </a:path>
            </a:pathLst>
          </a:custGeom>
          <a:noFill/>
          <a:ln w="23437">
            <a:solidFill>
              <a:srgbClr val="1F2F44"/>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4656781" y="3161018"/>
            <a:ext cx="328118" cy="140622"/>
          </a:xfrm>
          <a:prstGeom prst="rect">
            <a:avLst/>
          </a:prstGeom>
          <a:noFill/>
        </p:spPr>
        <p:txBody>
          <a:bodyPr wrap="none" lIns="0" tIns="0" rIns="0" bIns="0" anchor="ctr">
            <a:spAutoFit/>
          </a:bodyPr>
          <a:lstStyle/>
          <a:p>
            <a:pPr algn="ctr"/>
            <a:r>
              <a:rPr sz="784" b="1">
                <a:solidFill>
                  <a:srgbClr val="404040"/>
                </a:solidFill>
                <a:latin typeface="Roboto"/>
              </a:rPr>
              <a:t>33.3%</a:t>
            </a:r>
          </a:p>
        </p:txBody>
      </p:sp>
      <p:sp>
        <p:nvSpPr>
          <p:cNvPr id="7" name="Freeform 6"/>
          <p:cNvSpPr/>
          <p:nvPr/>
        </p:nvSpPr>
        <p:spPr>
          <a:xfrm>
            <a:off x="5440458" y="2893836"/>
            <a:ext cx="156149" cy="731236"/>
          </a:xfrm>
          <a:custGeom>
            <a:avLst/>
            <a:gdLst/>
            <a:ahLst/>
            <a:cxnLst/>
            <a:rect l="l" t="t" r="r" b="b"/>
            <a:pathLst>
              <a:path w="156149" h="731236">
                <a:moveTo>
                  <a:pt x="99900" y="731236"/>
                </a:moveTo>
                <a:lnTo>
                  <a:pt x="82029" y="697773"/>
                </a:lnTo>
                <a:lnTo>
                  <a:pt x="65916" y="664570"/>
                </a:lnTo>
                <a:lnTo>
                  <a:pt x="51561" y="631628"/>
                </a:lnTo>
                <a:lnTo>
                  <a:pt x="38964" y="598947"/>
                </a:lnTo>
                <a:lnTo>
                  <a:pt x="28124" y="566525"/>
                </a:lnTo>
                <a:lnTo>
                  <a:pt x="19042" y="534365"/>
                </a:lnTo>
                <a:lnTo>
                  <a:pt x="11718" y="502464"/>
                </a:lnTo>
                <a:lnTo>
                  <a:pt x="6152" y="470824"/>
                </a:lnTo>
                <a:lnTo>
                  <a:pt x="2343" y="439444"/>
                </a:lnTo>
                <a:lnTo>
                  <a:pt x="293" y="408325"/>
                </a:lnTo>
                <a:lnTo>
                  <a:pt x="0" y="377466"/>
                </a:lnTo>
                <a:lnTo>
                  <a:pt x="1464" y="346868"/>
                </a:lnTo>
                <a:lnTo>
                  <a:pt x="4687" y="316530"/>
                </a:lnTo>
                <a:lnTo>
                  <a:pt x="9667" y="286453"/>
                </a:lnTo>
                <a:lnTo>
                  <a:pt x="16405" y="256635"/>
                </a:lnTo>
                <a:lnTo>
                  <a:pt x="24901" y="227079"/>
                </a:lnTo>
                <a:lnTo>
                  <a:pt x="35155" y="197782"/>
                </a:lnTo>
                <a:lnTo>
                  <a:pt x="47167" y="168747"/>
                </a:lnTo>
                <a:lnTo>
                  <a:pt x="60936" y="139971"/>
                </a:lnTo>
                <a:lnTo>
                  <a:pt x="76463" y="111456"/>
                </a:lnTo>
                <a:lnTo>
                  <a:pt x="93748" y="83201"/>
                </a:lnTo>
                <a:lnTo>
                  <a:pt x="112790" y="55207"/>
                </a:lnTo>
                <a:lnTo>
                  <a:pt x="133591" y="27473"/>
                </a:lnTo>
                <a:lnTo>
                  <a:pt x="156149" y="0"/>
                </a:lnTo>
              </a:path>
            </a:pathLst>
          </a:custGeom>
          <a:noFill/>
          <a:ln w="23437">
            <a:solidFill>
              <a:srgbClr val="8EB3DF"/>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5066930" y="3161018"/>
            <a:ext cx="328118" cy="140622"/>
          </a:xfrm>
          <a:prstGeom prst="rect">
            <a:avLst/>
          </a:prstGeom>
          <a:noFill/>
        </p:spPr>
        <p:txBody>
          <a:bodyPr wrap="none" lIns="0" tIns="0" rIns="0" bIns="0" anchor="ctr">
            <a:spAutoFit/>
          </a:bodyPr>
          <a:lstStyle/>
          <a:p>
            <a:pPr algn="ctr"/>
            <a:r>
              <a:rPr sz="784" b="1">
                <a:solidFill>
                  <a:srgbClr val="404040"/>
                </a:solidFill>
                <a:latin typeface="Roboto"/>
              </a:rPr>
              <a:t>11.1%</a:t>
            </a:r>
          </a:p>
        </p:txBody>
      </p:sp>
      <p:sp>
        <p:nvSpPr>
          <p:cNvPr id="8" name="Freeform 7"/>
          <p:cNvSpPr/>
          <p:nvPr/>
        </p:nvSpPr>
        <p:spPr>
          <a:xfrm>
            <a:off x="5695042" y="2865711"/>
            <a:ext cx="142185" cy="714830"/>
          </a:xfrm>
          <a:custGeom>
            <a:avLst/>
            <a:gdLst/>
            <a:ahLst/>
            <a:cxnLst/>
            <a:rect l="l" t="t" r="r" b="b"/>
            <a:pathLst>
              <a:path w="142185" h="714830">
                <a:moveTo>
                  <a:pt x="56249" y="0"/>
                </a:moveTo>
                <a:lnTo>
                  <a:pt x="71874" y="28849"/>
                </a:lnTo>
                <a:lnTo>
                  <a:pt x="85936" y="57779"/>
                </a:lnTo>
                <a:lnTo>
                  <a:pt x="98436" y="86791"/>
                </a:lnTo>
                <a:lnTo>
                  <a:pt x="109373" y="115884"/>
                </a:lnTo>
                <a:lnTo>
                  <a:pt x="118748" y="145058"/>
                </a:lnTo>
                <a:lnTo>
                  <a:pt x="126561" y="174313"/>
                </a:lnTo>
                <a:lnTo>
                  <a:pt x="132810" y="203650"/>
                </a:lnTo>
                <a:lnTo>
                  <a:pt x="137498" y="233069"/>
                </a:lnTo>
                <a:lnTo>
                  <a:pt x="140623" y="262569"/>
                </a:lnTo>
                <a:lnTo>
                  <a:pt x="142185" y="292150"/>
                </a:lnTo>
                <a:lnTo>
                  <a:pt x="142185" y="321812"/>
                </a:lnTo>
                <a:lnTo>
                  <a:pt x="140623" y="351556"/>
                </a:lnTo>
                <a:lnTo>
                  <a:pt x="137498" y="381381"/>
                </a:lnTo>
                <a:lnTo>
                  <a:pt x="132810" y="411288"/>
                </a:lnTo>
                <a:lnTo>
                  <a:pt x="126561" y="441276"/>
                </a:lnTo>
                <a:lnTo>
                  <a:pt x="118748" y="471345"/>
                </a:lnTo>
                <a:lnTo>
                  <a:pt x="109373" y="501496"/>
                </a:lnTo>
                <a:lnTo>
                  <a:pt x="98436" y="531728"/>
                </a:lnTo>
                <a:lnTo>
                  <a:pt x="85936" y="562042"/>
                </a:lnTo>
                <a:lnTo>
                  <a:pt x="71874" y="592437"/>
                </a:lnTo>
                <a:lnTo>
                  <a:pt x="56249" y="622913"/>
                </a:lnTo>
                <a:lnTo>
                  <a:pt x="39062" y="653471"/>
                </a:lnTo>
                <a:lnTo>
                  <a:pt x="20313" y="684110"/>
                </a:lnTo>
                <a:lnTo>
                  <a:pt x="0" y="714830"/>
                </a:lnTo>
              </a:path>
            </a:pathLst>
          </a:custGeom>
          <a:noFill/>
          <a:ln w="23437">
            <a:solidFill>
              <a:srgbClr val="F9C113"/>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5898945" y="3161018"/>
            <a:ext cx="328118" cy="140622"/>
          </a:xfrm>
          <a:prstGeom prst="rect">
            <a:avLst/>
          </a:prstGeom>
          <a:noFill/>
        </p:spPr>
        <p:txBody>
          <a:bodyPr wrap="none" lIns="0" tIns="0" rIns="0" bIns="0" anchor="ctr">
            <a:spAutoFit/>
          </a:bodyPr>
          <a:lstStyle/>
          <a:p>
            <a:pPr algn="ctr"/>
            <a:r>
              <a:rPr sz="784" b="1">
                <a:solidFill>
                  <a:srgbClr val="404040"/>
                </a:solidFill>
                <a:latin typeface="Roboto"/>
              </a:rPr>
              <a:t>57.1%</a:t>
            </a:r>
          </a:p>
        </p:txBody>
      </p:sp>
      <p:sp>
        <p:nvSpPr>
          <p:cNvPr id="9" name="Freeform 8"/>
          <p:cNvSpPr/>
          <p:nvPr/>
        </p:nvSpPr>
        <p:spPr>
          <a:xfrm>
            <a:off x="4696624" y="3709445"/>
            <a:ext cx="674987" cy="140622"/>
          </a:xfrm>
          <a:custGeom>
            <a:avLst/>
            <a:gdLst/>
            <a:ahLst/>
            <a:cxnLst/>
            <a:rect l="l" t="t" r="r" b="b"/>
            <a:pathLst>
              <a:path w="674987" h="140622">
                <a:moveTo>
                  <a:pt x="0" y="140622"/>
                </a:moveTo>
                <a:lnTo>
                  <a:pt x="25879" y="118699"/>
                </a:lnTo>
                <a:lnTo>
                  <a:pt x="51952" y="98631"/>
                </a:lnTo>
                <a:lnTo>
                  <a:pt x="78221" y="80418"/>
                </a:lnTo>
                <a:lnTo>
                  <a:pt x="104686" y="64061"/>
                </a:lnTo>
                <a:lnTo>
                  <a:pt x="131345" y="49560"/>
                </a:lnTo>
                <a:lnTo>
                  <a:pt x="158200" y="36913"/>
                </a:lnTo>
                <a:lnTo>
                  <a:pt x="185251" y="26123"/>
                </a:lnTo>
                <a:lnTo>
                  <a:pt x="212496" y="17187"/>
                </a:lnTo>
                <a:lnTo>
                  <a:pt x="239937" y="10107"/>
                </a:lnTo>
                <a:lnTo>
                  <a:pt x="267573" y="4883"/>
                </a:lnTo>
                <a:lnTo>
                  <a:pt x="295405" y="1514"/>
                </a:lnTo>
                <a:lnTo>
                  <a:pt x="323431" y="0"/>
                </a:lnTo>
                <a:lnTo>
                  <a:pt x="351654" y="342"/>
                </a:lnTo>
                <a:lnTo>
                  <a:pt x="380071" y="2539"/>
                </a:lnTo>
                <a:lnTo>
                  <a:pt x="408684" y="6592"/>
                </a:lnTo>
                <a:lnTo>
                  <a:pt x="437492" y="12500"/>
                </a:lnTo>
                <a:lnTo>
                  <a:pt x="466495" y="20263"/>
                </a:lnTo>
                <a:lnTo>
                  <a:pt x="495694" y="29882"/>
                </a:lnTo>
                <a:lnTo>
                  <a:pt x="525088" y="41357"/>
                </a:lnTo>
                <a:lnTo>
                  <a:pt x="554677" y="54687"/>
                </a:lnTo>
                <a:lnTo>
                  <a:pt x="584462" y="69872"/>
                </a:lnTo>
                <a:lnTo>
                  <a:pt x="614442" y="86912"/>
                </a:lnTo>
                <a:lnTo>
                  <a:pt x="644617" y="105809"/>
                </a:lnTo>
                <a:lnTo>
                  <a:pt x="674987" y="126560"/>
                </a:lnTo>
              </a:path>
            </a:pathLst>
          </a:custGeom>
          <a:noFill/>
          <a:ln w="23437">
            <a:solidFill>
              <a:srgbClr val="707971"/>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4884121" y="3520777"/>
            <a:ext cx="328118" cy="140622"/>
          </a:xfrm>
          <a:prstGeom prst="rect">
            <a:avLst/>
          </a:prstGeom>
          <a:noFill/>
        </p:spPr>
        <p:txBody>
          <a:bodyPr wrap="none" lIns="0" tIns="0" rIns="0" bIns="0" anchor="ctr">
            <a:spAutoFit/>
          </a:bodyPr>
          <a:lstStyle/>
          <a:p>
            <a:pPr algn="ctr"/>
            <a:r>
              <a:rPr sz="784" b="1">
                <a:solidFill>
                  <a:srgbClr val="404040"/>
                </a:solidFill>
                <a:latin typeface="Roboto"/>
              </a:rPr>
              <a:t>41.7%</a:t>
            </a:r>
          </a:p>
        </p:txBody>
      </p:sp>
      <p:sp>
        <p:nvSpPr>
          <p:cNvPr id="10" name="Freeform 9"/>
          <p:cNvSpPr/>
          <p:nvPr/>
        </p:nvSpPr>
        <p:spPr>
          <a:xfrm>
            <a:off x="4696624" y="3990690"/>
            <a:ext cx="646863" cy="126560"/>
          </a:xfrm>
          <a:custGeom>
            <a:avLst/>
            <a:gdLst/>
            <a:ahLst/>
            <a:cxnLst/>
            <a:rect l="l" t="t" r="r" b="b"/>
            <a:pathLst>
              <a:path w="646863" h="126560">
                <a:moveTo>
                  <a:pt x="646863" y="0"/>
                </a:moveTo>
                <a:lnTo>
                  <a:pt x="619910" y="19677"/>
                </a:lnTo>
                <a:lnTo>
                  <a:pt x="592958" y="37694"/>
                </a:lnTo>
                <a:lnTo>
                  <a:pt x="566005" y="54051"/>
                </a:lnTo>
                <a:lnTo>
                  <a:pt x="539052" y="68748"/>
                </a:lnTo>
                <a:lnTo>
                  <a:pt x="512100" y="81785"/>
                </a:lnTo>
                <a:lnTo>
                  <a:pt x="485147" y="93162"/>
                </a:lnTo>
                <a:lnTo>
                  <a:pt x="458195" y="102879"/>
                </a:lnTo>
                <a:lnTo>
                  <a:pt x="431242" y="110935"/>
                </a:lnTo>
                <a:lnTo>
                  <a:pt x="404289" y="117331"/>
                </a:lnTo>
                <a:lnTo>
                  <a:pt x="377337" y="122068"/>
                </a:lnTo>
                <a:lnTo>
                  <a:pt x="350384" y="125144"/>
                </a:lnTo>
                <a:lnTo>
                  <a:pt x="323431" y="126560"/>
                </a:lnTo>
                <a:lnTo>
                  <a:pt x="296479" y="126316"/>
                </a:lnTo>
                <a:lnTo>
                  <a:pt x="269526" y="124411"/>
                </a:lnTo>
                <a:lnTo>
                  <a:pt x="242574" y="120847"/>
                </a:lnTo>
                <a:lnTo>
                  <a:pt x="215621" y="115622"/>
                </a:lnTo>
                <a:lnTo>
                  <a:pt x="188668" y="108738"/>
                </a:lnTo>
                <a:lnTo>
                  <a:pt x="161716" y="100193"/>
                </a:lnTo>
                <a:lnTo>
                  <a:pt x="134763" y="89988"/>
                </a:lnTo>
                <a:lnTo>
                  <a:pt x="107811" y="78123"/>
                </a:lnTo>
                <a:lnTo>
                  <a:pt x="80858" y="64598"/>
                </a:lnTo>
                <a:lnTo>
                  <a:pt x="53905" y="49413"/>
                </a:lnTo>
                <a:lnTo>
                  <a:pt x="26953" y="32567"/>
                </a:lnTo>
                <a:lnTo>
                  <a:pt x="0" y="14062"/>
                </a:lnTo>
              </a:path>
            </a:pathLst>
          </a:custGeom>
          <a:noFill/>
          <a:ln w="23437">
            <a:solidFill>
              <a:srgbClr val="8EB3DF"/>
            </a:solidFill>
            <a:tailEnd type="arrow" w="med" len="me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4889980" y="4215685"/>
            <a:ext cx="328118" cy="140622"/>
          </a:xfrm>
          <a:prstGeom prst="rect">
            <a:avLst/>
          </a:prstGeom>
          <a:noFill/>
        </p:spPr>
        <p:txBody>
          <a:bodyPr wrap="none" lIns="0" tIns="0" rIns="0" bIns="0" anchor="ctr">
            <a:spAutoFit/>
          </a:bodyPr>
          <a:lstStyle/>
          <a:p>
            <a:pPr algn="ctr"/>
            <a:r>
              <a:rPr sz="784" b="1">
                <a:solidFill>
                  <a:srgbClr val="404040"/>
                </a:solidFill>
                <a:latin typeface="Roboto"/>
              </a:rPr>
              <a:t>88.9%</a:t>
            </a:r>
          </a:p>
        </p:txBody>
      </p:sp>
      <p:sp>
        <p:nvSpPr>
          <p:cNvPr id="50" name="TextBox 49"/>
          <p:cNvSpPr txBox="1"/>
          <p:nvPr/>
        </p:nvSpPr>
        <p:spPr>
          <a:xfrm>
            <a:off x="3965388" y="1986822"/>
            <a:ext cx="749985" cy="152340"/>
          </a:xfrm>
          <a:prstGeom prst="rect">
            <a:avLst/>
          </a:prstGeom>
          <a:noFill/>
        </p:spPr>
        <p:txBody>
          <a:bodyPr wrap="none" lIns="0" tIns="0" rIns="0" bIns="0">
            <a:spAutoFit/>
          </a:bodyPr>
          <a:lstStyle/>
          <a:p>
            <a:pPr algn="ctr"/>
            <a:r>
              <a:rPr sz="784" b="1">
                <a:solidFill>
                  <a:srgbClr val="8C8C8C"/>
                </a:solidFill>
                <a:latin typeface="Roboto"/>
              </a:rPr>
              <a:t>Current regime</a:t>
            </a:r>
          </a:p>
        </p:txBody>
      </p:sp>
      <p:sp>
        <p:nvSpPr>
          <p:cNvPr id="11"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4507991"/>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2: 360-day Swap Pré-DI (%) vs rates regimes</a:t>
            </a:r>
          </a:p>
        </p:txBody>
      </p:sp>
      <p:sp>
        <p:nvSpPr>
          <p:cNvPr id="12"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4507991"/>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3: IPCA expectations (breakeven pricing)</a:t>
            </a:r>
          </a:p>
        </p:txBody>
      </p:sp>
      <p:sp>
        <p:nvSpPr>
          <p:cNvPr id="1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6656831"/>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dirty="0"/>
              <a:t>Chart 4: Ibovespa </a:t>
            </a:r>
            <a:r>
              <a:rPr lang="pt-BR" dirty="0" err="1"/>
              <a:t>ann</a:t>
            </a:r>
            <a:r>
              <a:rPr lang="pt-BR" dirty="0"/>
              <a:t>. real </a:t>
            </a:r>
            <a:r>
              <a:rPr lang="pt-BR" dirty="0" err="1"/>
              <a:t>return</a:t>
            </a:r>
            <a:r>
              <a:rPr lang="pt-BR" dirty="0"/>
              <a:t> </a:t>
            </a:r>
            <a:r>
              <a:rPr lang="pt-BR" dirty="0" err="1"/>
              <a:t>by</a:t>
            </a:r>
            <a:r>
              <a:rPr lang="pt-BR" dirty="0"/>
              <a:t> regime</a:t>
            </a:r>
          </a:p>
        </p:txBody>
      </p:sp>
      <p:sp>
        <p:nvSpPr>
          <p:cNvPr id="17"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6656831"/>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5: XP sectors in Inflation up, Rates up</a:t>
            </a:r>
          </a:p>
        </p:txBody>
      </p:sp>
      <p:sp>
        <p:nvSpPr>
          <p:cNvPr id="54" name="TextBox 53"/>
          <p:cNvSpPr txBox="1"/>
          <p:nvPr/>
        </p:nvSpPr>
        <p:spPr>
          <a:xfrm>
            <a:off x="3557016" y="6931151"/>
            <a:ext cx="2926080" cy="173736"/>
          </a:xfrm>
          <a:prstGeom prst="rect">
            <a:avLst/>
          </a:prstGeom>
          <a:noFill/>
        </p:spPr>
        <p:txBody>
          <a:bodyPr wrap="square" lIns="0" tIns="0" rIns="0" bIns="0">
            <a:spAutoFit/>
          </a:bodyPr>
          <a:lstStyle/>
          <a:p>
            <a:r>
              <a:rPr sz="800" i="1" dirty="0">
                <a:solidFill>
                  <a:srgbClr val="595959"/>
                </a:solidFill>
                <a:latin typeface="Roboto Light"/>
              </a:rPr>
              <a:t>Annualized excess return over the Ibovespa (%)</a:t>
            </a:r>
          </a:p>
        </p:txBody>
      </p:sp>
      <p:graphicFrame>
        <p:nvGraphicFramePr>
          <p:cNvPr id="18" name="Chart R2">
            <a:extLst>
              <a:ext uri="{FF2B5EF4-FFF2-40B4-BE49-F238E27FC236}">
                <a16:creationId xmlns:a16="http://schemas.microsoft.com/office/drawing/2014/main" id="{00000000-0008-0000-0100-000002000000}"/>
              </a:ext>
            </a:extLst>
          </p:cNvPr>
          <p:cNvGraphicFramePr>
            <a:graphicFrameLocks/>
          </p:cNvGraphicFramePr>
          <p:nvPr>
            <p:extLst>
              <p:ext uri="{D42A27DB-BD31-4B8C-83A1-F6EECF244321}">
                <p14:modId xmlns:p14="http://schemas.microsoft.com/office/powerpoint/2010/main" val="2732655402"/>
              </p:ext>
            </p:extLst>
          </p:nvPr>
        </p:nvGraphicFramePr>
        <p:xfrm>
          <a:off x="384047" y="4811923"/>
          <a:ext cx="2926080" cy="17260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R3">
            <a:extLst>
              <a:ext uri="{FF2B5EF4-FFF2-40B4-BE49-F238E27FC236}">
                <a16:creationId xmlns:a16="http://schemas.microsoft.com/office/drawing/2014/main" id="{00000000-0008-0000-0200-000002000000}"/>
              </a:ext>
            </a:extLst>
          </p:cNvPr>
          <p:cNvGraphicFramePr>
            <a:graphicFrameLocks/>
          </p:cNvGraphicFramePr>
          <p:nvPr>
            <p:extLst>
              <p:ext uri="{D42A27DB-BD31-4B8C-83A1-F6EECF244321}">
                <p14:modId xmlns:p14="http://schemas.microsoft.com/office/powerpoint/2010/main" val="504287934"/>
              </p:ext>
            </p:extLst>
          </p:nvPr>
        </p:nvGraphicFramePr>
        <p:xfrm>
          <a:off x="3557015" y="4811923"/>
          <a:ext cx="2926080" cy="17260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R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2202830792"/>
              </p:ext>
            </p:extLst>
          </p:nvPr>
        </p:nvGraphicFramePr>
        <p:xfrm>
          <a:off x="384047" y="6931151"/>
          <a:ext cx="2926080" cy="24164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1" name="Chart R4">
            <a:extLst>
              <a:ext uri="{FF2B5EF4-FFF2-40B4-BE49-F238E27FC236}">
                <a16:creationId xmlns:a16="http://schemas.microsoft.com/office/drawing/2014/main" id="{00000000-0008-0000-0300-000002000000}"/>
              </a:ext>
            </a:extLst>
          </p:cNvPr>
          <p:cNvGraphicFramePr>
            <a:graphicFrameLocks/>
          </p:cNvGraphicFramePr>
          <p:nvPr>
            <p:extLst>
              <p:ext uri="{D42A27DB-BD31-4B8C-83A1-F6EECF244321}">
                <p14:modId xmlns:p14="http://schemas.microsoft.com/office/powerpoint/2010/main" val="3457696633"/>
              </p:ext>
            </p:extLst>
          </p:nvPr>
        </p:nvGraphicFramePr>
        <p:xfrm>
          <a:off x="3557015" y="7128104"/>
          <a:ext cx="2926080" cy="2219541"/>
        </p:xfrm>
        <a:graphic>
          <a:graphicData uri="http://schemas.openxmlformats.org/drawingml/2006/chart">
            <c:chart xmlns:c="http://schemas.openxmlformats.org/drawingml/2006/chart" xmlns:r="http://schemas.openxmlformats.org/officeDocument/2006/relationships" r:id="rId5"/>
          </a:graphicData>
        </a:graphic>
      </p:graphicFrame>
      <p:sp>
        <p:nvSpPr>
          <p:cNvPr id="23" name="Rectangle 22">
            <a:extLst>
              <a:ext uri="{FF2B5EF4-FFF2-40B4-BE49-F238E27FC236}">
                <a16:creationId xmlns:a16="http://schemas.microsoft.com/office/drawing/2014/main" id="{E34CF9E9-A3CA-E220-7E4F-15E82D686902}"/>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32865865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9616"/>
            <a:ext cx="2926080" cy="2459735"/>
          </a:xfrm>
          <a:noFill/>
        </p:spPr>
        <p:txBody>
          <a:bodyPr/>
          <a:lstStyle/>
          <a:p>
            <a:pPr marL="228600" indent="-228600">
              <a:buFont typeface="+mj-lt"/>
              <a:buAutoNum type="arabicPeriod" startAt="3"/>
            </a:pPr>
            <a:r>
              <a:rPr lang="en-US" b="1" dirty="0"/>
              <a:t>Slowing economy and earnings risks. </a:t>
            </a:r>
            <a:r>
              <a:rPr lang="en-US" dirty="0"/>
              <a:t>Our macro team and the market consensus both expect the economy to slow in 2027 (Chart 2), while high interest rates should keep pressuring company results (Chart 3). Together, these factors put earnings at risk in the coming months and especially in 2027, and consensus estimates do not seem to reflect it fully (Chart 1). In Table 1, we run a bear case for Ibovespa earnings and see a potential 13% downside to 2027e net income. In this scenario, the Ibovespa P/E would be 9.3x, instead of 8.1x.</a:t>
            </a:r>
            <a:endParaRPr dirty="0"/>
          </a:p>
        </p:txBody>
      </p:sp>
      <p:sp>
        <p:nvSpPr>
          <p:cNvPr id="13" name="Text Placeholder 12"/>
          <p:cNvSpPr>
            <a:spLocks noGrp="1"/>
          </p:cNvSpPr>
          <p:nvPr>
            <p:ph type="body" sz="quarter" idx="16"/>
          </p:nvPr>
        </p:nvSpPr>
        <p:spPr/>
        <p:txBody>
          <a:bodyPr/>
          <a:lstStyle/>
          <a:p>
            <a:r>
              <a:rPr lang="en-US" dirty="0"/>
              <a:t>Three macro challenges for Brazilian equities</a:t>
            </a:r>
          </a:p>
        </p:txBody>
      </p:sp>
      <p:sp>
        <p:nvSpPr>
          <p:cNvPr id="14" name="Text Placeholder 13"/>
          <p:cNvSpPr>
            <a:spLocks noGrp="1"/>
          </p:cNvSpPr>
          <p:nvPr>
            <p:ph type="body" sz="quarter" idx="17"/>
          </p:nvPr>
        </p:nvSpPr>
        <p:spPr/>
        <p:txBody>
          <a:bodyPr/>
          <a:lstStyle/>
          <a:p>
            <a:r>
              <a:rPr lang="en-US" dirty="0"/>
              <a:t>Earnings risk increases amid elevated rates and a slowing economy</a:t>
            </a:r>
          </a:p>
        </p:txBody>
      </p:sp>
      <p:sp>
        <p:nvSpPr>
          <p:cNvPr id="15" name="Text Placeholder 14"/>
          <p:cNvSpPr>
            <a:spLocks noGrp="1"/>
          </p:cNvSpPr>
          <p:nvPr>
            <p:ph type="body" sz="quarter" idx="31"/>
          </p:nvPr>
        </p:nvSpPr>
        <p:spPr/>
        <p:txBody>
          <a:bodyPr/>
          <a:lstStyle/>
          <a:p>
            <a:r>
              <a:rPr lang="pt-BR" dirty="0" err="1"/>
              <a:t>Source</a:t>
            </a:r>
            <a:r>
              <a:rPr lang="pt-BR" dirty="0"/>
              <a:t>: BCB, Bloomberg, CVM</a:t>
            </a:r>
            <a:r>
              <a:rPr dirty="0"/>
              <a:t>, Economatica, ANBIMA, XP </a:t>
            </a:r>
            <a:r>
              <a:rPr dirty="0" err="1"/>
              <a:t>Research</a:t>
            </a:r>
            <a:r>
              <a:rPr dirty="0"/>
              <a:t>. </a:t>
            </a:r>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149961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1: Ibovespa vs. ex-Commodities 12M fwd EPS</a:t>
            </a:r>
          </a:p>
        </p:txBody>
      </p:sp>
      <p:sp>
        <p:nvSpPr>
          <p:cNvPr id="37" name="TextBox 36"/>
          <p:cNvSpPr txBox="1"/>
          <p:nvPr/>
        </p:nvSpPr>
        <p:spPr>
          <a:xfrm>
            <a:off x="3557016" y="1773936"/>
            <a:ext cx="2926080" cy="123111"/>
          </a:xfrm>
          <a:prstGeom prst="rect">
            <a:avLst/>
          </a:prstGeom>
          <a:noFill/>
        </p:spPr>
        <p:txBody>
          <a:bodyPr wrap="square" lIns="0" tIns="0" rIns="0" bIns="0">
            <a:spAutoFit/>
          </a:bodyPr>
          <a:lstStyle/>
          <a:p>
            <a:r>
              <a:rPr sz="800" i="1" dirty="0">
                <a:solidFill>
                  <a:srgbClr val="595959"/>
                </a:solidFill>
                <a:latin typeface="Roboto Light"/>
              </a:rPr>
              <a:t>100 = </a:t>
            </a:r>
            <a:r>
              <a:rPr lang="pt-BR" sz="800" i="1" dirty="0">
                <a:solidFill>
                  <a:srgbClr val="595959"/>
                </a:solidFill>
                <a:latin typeface="Roboto Light"/>
              </a:rPr>
              <a:t>Sep-23</a:t>
            </a:r>
            <a:endParaRPr sz="800" i="1" dirty="0">
              <a:solidFill>
                <a:srgbClr val="595959"/>
              </a:solidFill>
              <a:latin typeface="Roboto Light"/>
            </a:endParaRPr>
          </a:p>
        </p:txBody>
      </p:sp>
      <p:sp>
        <p:nvSpPr>
          <p:cNvPr id="3"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4078223"/>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2: Brazil 2027 GDP estimates revisions</a:t>
            </a:r>
          </a:p>
        </p:txBody>
      </p:sp>
      <p:sp>
        <p:nvSpPr>
          <p:cNvPr id="38" name="TextBox 37"/>
          <p:cNvSpPr txBox="1"/>
          <p:nvPr/>
        </p:nvSpPr>
        <p:spPr>
          <a:xfrm>
            <a:off x="384048" y="4352543"/>
            <a:ext cx="2926080" cy="123111"/>
          </a:xfrm>
          <a:prstGeom prst="rect">
            <a:avLst/>
          </a:prstGeom>
          <a:noFill/>
        </p:spPr>
        <p:txBody>
          <a:bodyPr wrap="square" lIns="0" tIns="0" rIns="0" bIns="0">
            <a:spAutoFit/>
          </a:bodyPr>
          <a:lstStyle/>
          <a:p>
            <a:r>
              <a:rPr lang="pt-BR" sz="800" i="1">
                <a:solidFill>
                  <a:srgbClr val="595959"/>
                </a:solidFill>
                <a:latin typeface="Roboto Light"/>
              </a:rPr>
              <a:t>%; Market = Focus median, XP = XP Economics</a:t>
            </a:r>
            <a:endParaRPr sz="800" i="1">
              <a:solidFill>
                <a:srgbClr val="595959"/>
              </a:solidFill>
              <a:latin typeface="Roboto Light"/>
            </a:endParaRPr>
          </a:p>
        </p:txBody>
      </p:sp>
      <p:sp>
        <p:nvSpPr>
          <p:cNvPr id="4"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4078223"/>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dirty="0"/>
              <a:t>Chart 3: </a:t>
            </a:r>
            <a:r>
              <a:rPr lang="pt-BR" dirty="0" err="1"/>
              <a:t>Interest</a:t>
            </a:r>
            <a:r>
              <a:rPr lang="pt-BR" dirty="0"/>
              <a:t> </a:t>
            </a:r>
            <a:r>
              <a:rPr lang="pt-BR" dirty="0" err="1"/>
              <a:t>paid</a:t>
            </a:r>
            <a:r>
              <a:rPr lang="pt-BR" dirty="0"/>
              <a:t> / EBIT</a:t>
            </a:r>
          </a:p>
        </p:txBody>
      </p:sp>
      <p:sp>
        <p:nvSpPr>
          <p:cNvPr id="5"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6592823"/>
            <a:ext cx="6099048"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Table 1: Bear case for Ibovespa 2027 earnings</a:t>
            </a:r>
          </a:p>
        </p:txBody>
      </p:sp>
      <p:graphicFrame>
        <p:nvGraphicFramePr>
          <p:cNvPr id="9" name="Chart E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1223310270"/>
              </p:ext>
            </p:extLst>
          </p:nvPr>
        </p:nvGraphicFramePr>
        <p:xfrm>
          <a:off x="3557014" y="1975104"/>
          <a:ext cx="2926080" cy="198424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Chart E4">
            <a:extLst>
              <a:ext uri="{FF2B5EF4-FFF2-40B4-BE49-F238E27FC236}">
                <a16:creationId xmlns:a16="http://schemas.microsoft.com/office/drawing/2014/main" id="{00000000-0008-0000-0300-000002000000}"/>
              </a:ext>
            </a:extLst>
          </p:cNvPr>
          <p:cNvGraphicFramePr>
            <a:graphicFrameLocks/>
          </p:cNvGraphicFramePr>
          <p:nvPr>
            <p:extLst>
              <p:ext uri="{D42A27DB-BD31-4B8C-83A1-F6EECF244321}">
                <p14:modId xmlns:p14="http://schemas.microsoft.com/office/powerpoint/2010/main" val="3075984337"/>
              </p:ext>
            </p:extLst>
          </p:nvPr>
        </p:nvGraphicFramePr>
        <p:xfrm>
          <a:off x="384045" y="4553709"/>
          <a:ext cx="2926080" cy="192024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hart E3">
            <a:extLst>
              <a:ext uri="{FF2B5EF4-FFF2-40B4-BE49-F238E27FC236}">
                <a16:creationId xmlns:a16="http://schemas.microsoft.com/office/drawing/2014/main" id="{00000000-0008-0000-0200-000002000000}"/>
              </a:ext>
            </a:extLst>
          </p:cNvPr>
          <p:cNvGraphicFramePr>
            <a:graphicFrameLocks/>
          </p:cNvGraphicFramePr>
          <p:nvPr>
            <p:extLst>
              <p:ext uri="{D42A27DB-BD31-4B8C-83A1-F6EECF244321}">
                <p14:modId xmlns:p14="http://schemas.microsoft.com/office/powerpoint/2010/main" val="695783116"/>
              </p:ext>
            </p:extLst>
          </p:nvPr>
        </p:nvGraphicFramePr>
        <p:xfrm>
          <a:off x="3557014" y="4553710"/>
          <a:ext cx="2926080" cy="192024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Table 40">
            <a:extLst>
              <a:ext uri="{FF2B5EF4-FFF2-40B4-BE49-F238E27FC236}">
                <a16:creationId xmlns:a16="http://schemas.microsoft.com/office/drawing/2014/main" id="{B7EF3017-5264-32E5-FD2F-02130E004B46}"/>
              </a:ext>
            </a:extLst>
          </p:cNvPr>
          <p:cNvGraphicFramePr>
            <a:graphicFrameLocks noGrp="1"/>
          </p:cNvGraphicFramePr>
          <p:nvPr>
            <p:extLst>
              <p:ext uri="{D42A27DB-BD31-4B8C-83A1-F6EECF244321}">
                <p14:modId xmlns:p14="http://schemas.microsoft.com/office/powerpoint/2010/main" val="1605269277"/>
              </p:ext>
            </p:extLst>
          </p:nvPr>
        </p:nvGraphicFramePr>
        <p:xfrm>
          <a:off x="384048" y="6913688"/>
          <a:ext cx="6098538" cy="2178000"/>
        </p:xfrm>
        <a:graphic>
          <a:graphicData uri="http://schemas.openxmlformats.org/drawingml/2006/table">
            <a:tbl>
              <a:tblPr>
                <a:tableStyleId>{2D5ABB26-0587-4C30-8999-92F81FD0307C}</a:tableStyleId>
              </a:tblPr>
              <a:tblGrid>
                <a:gridCol w="1422992">
                  <a:extLst>
                    <a:ext uri="{9D8B030D-6E8A-4147-A177-3AD203B41FA5}">
                      <a16:colId xmlns:a16="http://schemas.microsoft.com/office/drawing/2014/main" val="20000"/>
                    </a:ext>
                  </a:extLst>
                </a:gridCol>
                <a:gridCol w="660675">
                  <a:extLst>
                    <a:ext uri="{9D8B030D-6E8A-4147-A177-3AD203B41FA5}">
                      <a16:colId xmlns:a16="http://schemas.microsoft.com/office/drawing/2014/main" val="20001"/>
                    </a:ext>
                  </a:extLst>
                </a:gridCol>
                <a:gridCol w="660675">
                  <a:extLst>
                    <a:ext uri="{9D8B030D-6E8A-4147-A177-3AD203B41FA5}">
                      <a16:colId xmlns:a16="http://schemas.microsoft.com/office/drawing/2014/main" val="20002"/>
                    </a:ext>
                  </a:extLst>
                </a:gridCol>
                <a:gridCol w="431979">
                  <a:extLst>
                    <a:ext uri="{9D8B030D-6E8A-4147-A177-3AD203B41FA5}">
                      <a16:colId xmlns:a16="http://schemas.microsoft.com/office/drawing/2014/main" val="20003"/>
                    </a:ext>
                  </a:extLst>
                </a:gridCol>
                <a:gridCol w="2922217">
                  <a:extLst>
                    <a:ext uri="{9D8B030D-6E8A-4147-A177-3AD203B41FA5}">
                      <a16:colId xmlns:a16="http://schemas.microsoft.com/office/drawing/2014/main" val="20004"/>
                    </a:ext>
                  </a:extLst>
                </a:gridCol>
              </a:tblGrid>
              <a:tr h="198000">
                <a:tc>
                  <a:txBody>
                    <a:bodyPr/>
                    <a:lstStyle/>
                    <a:p>
                      <a:pPr algn="l">
                        <a:defRPr sz="900"/>
                      </a:pPr>
                      <a:r>
                        <a:rPr sz="900" b="1" dirty="0">
                          <a:solidFill>
                            <a:srgbClr val="FFFFFF"/>
                          </a:solidFill>
                          <a:latin typeface="Roboto"/>
                        </a:rPr>
                        <a:t>Ibovespa 2027</a:t>
                      </a:r>
                    </a:p>
                  </a:txBody>
                  <a:tcPr marL="36000" marR="36000" marT="7200" marB="7200" anchor="ctr">
                    <a:solidFill>
                      <a:srgbClr val="1F2F44"/>
                    </a:solidFill>
                  </a:tcPr>
                </a:tc>
                <a:tc>
                  <a:txBody>
                    <a:bodyPr/>
                    <a:lstStyle/>
                    <a:p>
                      <a:pPr algn="ctr">
                        <a:defRPr sz="900"/>
                      </a:pPr>
                      <a:r>
                        <a:rPr sz="900" b="1">
                          <a:solidFill>
                            <a:srgbClr val="FFFFFF"/>
                          </a:solidFill>
                          <a:latin typeface="Roboto"/>
                        </a:rPr>
                        <a:t>Base Case</a:t>
                      </a:r>
                    </a:p>
                  </a:txBody>
                  <a:tcPr marL="36000" marR="36000" marT="7200" marB="7200" anchor="ctr">
                    <a:solidFill>
                      <a:srgbClr val="1F2F44"/>
                    </a:solidFill>
                  </a:tcPr>
                </a:tc>
                <a:tc>
                  <a:txBody>
                    <a:bodyPr/>
                    <a:lstStyle/>
                    <a:p>
                      <a:pPr algn="ctr">
                        <a:defRPr sz="900"/>
                      </a:pPr>
                      <a:r>
                        <a:rPr sz="900" b="1">
                          <a:solidFill>
                            <a:srgbClr val="FFFFFF"/>
                          </a:solidFill>
                          <a:latin typeface="Roboto"/>
                        </a:rPr>
                        <a:t>Bear Case</a:t>
                      </a:r>
                    </a:p>
                  </a:txBody>
                  <a:tcPr marL="36000" marR="36000" marT="7200" marB="7200" anchor="ctr">
                    <a:solidFill>
                      <a:srgbClr val="1F2F44"/>
                    </a:solidFill>
                  </a:tcPr>
                </a:tc>
                <a:tc>
                  <a:txBody>
                    <a:bodyPr/>
                    <a:lstStyle/>
                    <a:p>
                      <a:pPr algn="ctr">
                        <a:defRPr sz="900"/>
                      </a:pPr>
                      <a:r>
                        <a:rPr sz="900" b="1">
                          <a:solidFill>
                            <a:srgbClr val="FFFFFF"/>
                          </a:solidFill>
                          <a:latin typeface="Roboto"/>
                        </a:rPr>
                        <a:t>Chg.</a:t>
                      </a:r>
                    </a:p>
                  </a:txBody>
                  <a:tcPr marL="36000" marR="36000" marT="7200" marB="7200" anchor="ctr">
                    <a:solidFill>
                      <a:srgbClr val="1F2F44"/>
                    </a:solidFill>
                  </a:tcPr>
                </a:tc>
                <a:tc>
                  <a:txBody>
                    <a:bodyPr/>
                    <a:lstStyle/>
                    <a:p>
                      <a:pPr algn="l">
                        <a:defRPr sz="900"/>
                      </a:pPr>
                      <a:r>
                        <a:rPr sz="900" b="1">
                          <a:solidFill>
                            <a:srgbClr val="FFFFFF"/>
                          </a:solidFill>
                          <a:latin typeface="Roboto"/>
                        </a:rPr>
                        <a:t>Comments</a:t>
                      </a:r>
                    </a:p>
                  </a:txBody>
                  <a:tcPr marL="36000" marR="36000" marT="7200" marB="7200" anchor="ctr">
                    <a:solidFill>
                      <a:srgbClr val="1F2F44"/>
                    </a:solidFill>
                  </a:tcPr>
                </a:tc>
                <a:extLst>
                  <a:ext uri="{0D108BD9-81ED-4DB2-BD59-A6C34878D82A}">
                    <a16:rowId xmlns:a16="http://schemas.microsoft.com/office/drawing/2014/main" val="10000"/>
                  </a:ext>
                </a:extLst>
              </a:tr>
              <a:tr h="198000">
                <a:tc>
                  <a:txBody>
                    <a:bodyPr/>
                    <a:lstStyle/>
                    <a:p>
                      <a:pPr algn="l">
                        <a:defRPr sz="900"/>
                      </a:pPr>
                      <a:r>
                        <a:rPr sz="900" b="1" dirty="0">
                          <a:solidFill>
                            <a:srgbClr val="000000"/>
                          </a:solidFill>
                          <a:latin typeface="Roboto"/>
                        </a:rPr>
                        <a:t>Revenues</a:t>
                      </a:r>
                    </a:p>
                  </a:txBody>
                  <a:tcPr marL="36000" marR="36000" marT="7200" marB="7200" anchor="ctr">
                    <a:lnB w="9525" cap="flat" cmpd="sng" algn="ctr">
                      <a:solidFill>
                        <a:srgbClr val="BFBFBF"/>
                      </a:solidFill>
                      <a:prstDash val="dash"/>
                    </a:lnB>
                    <a:noFill/>
                  </a:tcPr>
                </a:tc>
                <a:tc>
                  <a:txBody>
                    <a:bodyPr/>
                    <a:lstStyle/>
                    <a:p>
                      <a:pPr algn="ctr">
                        <a:defRPr sz="900"/>
                      </a:pPr>
                      <a:r>
                        <a:rPr lang="pt-BR" sz="900" b="0">
                          <a:solidFill>
                            <a:srgbClr val="000000"/>
                          </a:solidFill>
                          <a:latin typeface="Roboto"/>
                        </a:rPr>
                        <a:t>162,951</a:t>
                      </a:r>
                      <a:endParaRPr sz="900" b="0">
                        <a:solidFill>
                          <a:srgbClr val="000000"/>
                        </a:solidFill>
                        <a:latin typeface="Roboto"/>
                      </a:endParaRPr>
                    </a:p>
                  </a:txBody>
                  <a:tcPr marL="36000" marR="36000" marT="7200" marB="7200" anchor="ctr">
                    <a:lnB w="9525" cap="flat" cmpd="sng" algn="ctr">
                      <a:solidFill>
                        <a:srgbClr val="BFBFBF"/>
                      </a:solidFill>
                      <a:prstDash val="dash"/>
                    </a:lnB>
                    <a:noFill/>
                  </a:tcPr>
                </a:tc>
                <a:tc>
                  <a:txBody>
                    <a:bodyPr/>
                    <a:lstStyle/>
                    <a:p>
                      <a:pPr algn="ctr">
                        <a:defRPr sz="900"/>
                      </a:pPr>
                      <a:r>
                        <a:rPr lang="pt-BR" sz="900" b="0">
                          <a:solidFill>
                            <a:srgbClr val="000000"/>
                          </a:solidFill>
                          <a:latin typeface="Roboto"/>
                        </a:rPr>
                        <a:t>159,692</a:t>
                      </a:r>
                      <a:endParaRPr sz="900" b="0">
                        <a:solidFill>
                          <a:srgbClr val="000000"/>
                        </a:solidFill>
                        <a:latin typeface="Roboto"/>
                      </a:endParaRPr>
                    </a:p>
                  </a:txBody>
                  <a:tcPr marL="36000" marR="36000" marT="7200" marB="7200" anchor="ctr">
                    <a:lnB w="9525" cap="flat" cmpd="sng" algn="ctr">
                      <a:solidFill>
                        <a:srgbClr val="BFBFBF"/>
                      </a:solidFill>
                      <a:prstDash val="dash"/>
                    </a:lnB>
                    <a:noFill/>
                  </a:tcPr>
                </a:tc>
                <a:tc>
                  <a:txBody>
                    <a:bodyPr/>
                    <a:lstStyle/>
                    <a:p>
                      <a:pPr algn="ctr">
                        <a:defRPr sz="900"/>
                      </a:pPr>
                      <a:r>
                        <a:rPr sz="900" b="0">
                          <a:solidFill>
                            <a:srgbClr val="000000"/>
                          </a:solidFill>
                          <a:latin typeface="Roboto"/>
                        </a:rPr>
                        <a:t>-2%</a:t>
                      </a:r>
                    </a:p>
                  </a:txBody>
                  <a:tcPr marL="36000" marR="36000" marT="7200" marB="7200" anchor="ctr">
                    <a:lnB w="9525" cap="flat" cmpd="sng" algn="ctr">
                      <a:solidFill>
                        <a:srgbClr val="BFBFBF"/>
                      </a:solidFill>
                      <a:prstDash val="dash"/>
                    </a:lnB>
                    <a:noFill/>
                  </a:tcPr>
                </a:tc>
                <a:tc>
                  <a:txBody>
                    <a:bodyPr/>
                    <a:lstStyle/>
                    <a:p>
                      <a:pPr algn="l">
                        <a:defRPr sz="900"/>
                      </a:pPr>
                      <a:r>
                        <a:rPr sz="900" b="0">
                          <a:solidFill>
                            <a:srgbClr val="000000"/>
                          </a:solidFill>
                          <a:latin typeface="Roboto"/>
                        </a:rPr>
                        <a:t>2% below 2027 consensus</a:t>
                      </a:r>
                    </a:p>
                  </a:txBody>
                  <a:tcPr marL="36000" marR="36000" marT="7200" marB="7200" anchor="ctr">
                    <a:lnB w="9525" cap="flat" cmpd="sng" algn="ctr">
                      <a:solidFill>
                        <a:srgbClr val="BFBFBF"/>
                      </a:solidFill>
                      <a:prstDash val="dash"/>
                    </a:lnB>
                    <a:noFill/>
                  </a:tcPr>
                </a:tc>
                <a:extLst>
                  <a:ext uri="{0D108BD9-81ED-4DB2-BD59-A6C34878D82A}">
                    <a16:rowId xmlns:a16="http://schemas.microsoft.com/office/drawing/2014/main" val="10001"/>
                  </a:ext>
                </a:extLst>
              </a:tr>
              <a:tr h="198000">
                <a:tc>
                  <a:txBody>
                    <a:bodyPr/>
                    <a:lstStyle/>
                    <a:p>
                      <a:pPr algn="l">
                        <a:defRPr sz="900"/>
                      </a:pPr>
                      <a:r>
                        <a:rPr sz="900" b="1">
                          <a:solidFill>
                            <a:srgbClr val="000000"/>
                          </a:solidFill>
                          <a:latin typeface="Roboto"/>
                        </a:rPr>
                        <a:t>EBITDA</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43,590</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40,436</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-7%</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2"/>
                  </a:ext>
                </a:extLst>
              </a:tr>
              <a:tr h="198000">
                <a:tc>
                  <a:txBody>
                    <a:bodyPr/>
                    <a:lstStyle/>
                    <a:p>
                      <a:pPr algn="l">
                        <a:defRPr sz="900"/>
                      </a:pPr>
                      <a:r>
                        <a:rPr sz="900" b="1">
                          <a:solidFill>
                            <a:srgbClr val="000000"/>
                          </a:solidFill>
                          <a:latin typeface="Roboto"/>
                        </a:rPr>
                        <a:t>EBITDA Mg %</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dirty="0">
                          <a:solidFill>
                            <a:srgbClr val="000000"/>
                          </a:solidFill>
                          <a:latin typeface="Roboto"/>
                        </a:rPr>
                        <a:t>26.8%</a:t>
                      </a:r>
                      <a:endParaRPr sz="900" b="0" dirty="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25.3%</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r>
                        <a:rPr lang="en-US" sz="900" b="0" dirty="0">
                          <a:solidFill>
                            <a:srgbClr val="000000"/>
                          </a:solidFill>
                          <a:latin typeface="Roboto"/>
                        </a:rPr>
                        <a:t>Back to 2021-25 average</a:t>
                      </a:r>
                      <a:endParaRPr sz="900" b="0" dirty="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3"/>
                  </a:ext>
                </a:extLst>
              </a:tr>
              <a:tr h="198000">
                <a:tc>
                  <a:txBody>
                    <a:bodyPr/>
                    <a:lstStyle/>
                    <a:p>
                      <a:pPr algn="l">
                        <a:defRPr sz="900"/>
                      </a:pPr>
                      <a:r>
                        <a:rPr sz="900" b="1">
                          <a:solidFill>
                            <a:srgbClr val="000000"/>
                          </a:solidFill>
                          <a:latin typeface="Roboto"/>
                        </a:rPr>
                        <a:t>D&amp;A</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-9,482</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-9,482</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endParaRPr sz="900" b="0" dirty="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4"/>
                  </a:ext>
                </a:extLst>
              </a:tr>
              <a:tr h="198000">
                <a:tc>
                  <a:txBody>
                    <a:bodyPr/>
                    <a:lstStyle/>
                    <a:p>
                      <a:pPr algn="l">
                        <a:defRPr sz="900"/>
                      </a:pPr>
                      <a:r>
                        <a:rPr sz="900" b="1">
                          <a:solidFill>
                            <a:srgbClr val="000000"/>
                          </a:solidFill>
                          <a:latin typeface="Roboto"/>
                        </a:rPr>
                        <a:t>EBIT</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34,108</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30,954</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-9%</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endParaRPr sz="900" b="0" dirty="0">
                        <a:solidFill>
                          <a:srgbClr val="000000"/>
                        </a:solidFill>
                        <a:latin typeface="Roboto" panose="02000000000000000000" pitchFamily="2" charset="0"/>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5"/>
                  </a:ext>
                </a:extLst>
              </a:tr>
              <a:tr h="198000">
                <a:tc>
                  <a:txBody>
                    <a:bodyPr/>
                    <a:lstStyle/>
                    <a:p>
                      <a:pPr algn="l">
                        <a:defRPr sz="900"/>
                      </a:pPr>
                      <a:r>
                        <a:rPr sz="900" b="1">
                          <a:solidFill>
                            <a:srgbClr val="000000"/>
                          </a:solidFill>
                          <a:latin typeface="Roboto"/>
                        </a:rPr>
                        <a:t>Interest Expense</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sz="900" b="0">
                          <a:solidFill>
                            <a:srgbClr val="000000"/>
                          </a:solidFill>
                          <a:latin typeface="Roboto"/>
                        </a:rPr>
                        <a:t>-6,357</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sz="900" b="0">
                          <a:solidFill>
                            <a:srgbClr val="000000"/>
                          </a:solidFill>
                          <a:latin typeface="Roboto"/>
                        </a:rPr>
                        <a:t>-6,831</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sz="900" b="0">
                          <a:solidFill>
                            <a:srgbClr val="000000"/>
                          </a:solidFill>
                          <a:latin typeface="Roboto"/>
                        </a:rPr>
                        <a:t>+7%</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endParaRPr sz="900" b="0" dirty="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6"/>
                  </a:ext>
                </a:extLst>
              </a:tr>
              <a:tr h="198000">
                <a:tc>
                  <a:txBody>
                    <a:bodyPr/>
                    <a:lstStyle/>
                    <a:p>
                      <a:pPr algn="l">
                        <a:defRPr sz="900"/>
                      </a:pPr>
                      <a:r>
                        <a:rPr sz="900" b="1">
                          <a:solidFill>
                            <a:srgbClr val="000000"/>
                          </a:solidFill>
                          <a:latin typeface="Roboto"/>
                        </a:rPr>
                        <a:t>% Interest to Sales</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3.9%</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4.3%</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endParaRPr sz="900" b="0" dirty="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7"/>
                  </a:ext>
                </a:extLst>
              </a:tr>
              <a:tr h="198000">
                <a:tc>
                  <a:txBody>
                    <a:bodyPr/>
                    <a:lstStyle/>
                    <a:p>
                      <a:pPr algn="l">
                        <a:defRPr sz="900"/>
                      </a:pPr>
                      <a:r>
                        <a:rPr sz="900" b="1">
                          <a:solidFill>
                            <a:srgbClr val="000000"/>
                          </a:solidFill>
                          <a:latin typeface="Roboto"/>
                        </a:rPr>
                        <a:t>Tax</a:t>
                      </a: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-5,879</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r>
                        <a:rPr lang="pt-BR" sz="900" b="0">
                          <a:solidFill>
                            <a:srgbClr val="000000"/>
                          </a:solidFill>
                          <a:latin typeface="Roboto"/>
                        </a:rPr>
                        <a:t>-5,152</a:t>
                      </a:r>
                      <a:endParaRPr sz="900" b="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ctr">
                        <a:defRPr sz="900"/>
                      </a:pPr>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tc>
                  <a:txBody>
                    <a:bodyPr/>
                    <a:lstStyle/>
                    <a:p>
                      <a:pPr algn="l">
                        <a:defRPr sz="900"/>
                      </a:pPr>
                      <a:endParaRPr sz="900" b="0" dirty="0">
                        <a:solidFill>
                          <a:srgbClr val="000000"/>
                        </a:solidFill>
                        <a:latin typeface="Roboto"/>
                      </a:endParaRPr>
                    </a:p>
                  </a:txBody>
                  <a:tcPr marL="36000" marR="36000" marT="7200" marB="7200" anchor="ctr">
                    <a:lnT w="9525" cap="flat" cmpd="sng" algn="ctr">
                      <a:solidFill>
                        <a:srgbClr val="BFBFBF"/>
                      </a:solidFill>
                      <a:prstDash val="dash"/>
                      <a:round/>
                      <a:headEnd type="none" w="med" len="med"/>
                      <a:tailEnd type="none" w="med" len="med"/>
                    </a:lnT>
                    <a:lnB w="9525" cap="flat" cmpd="sng" algn="ctr">
                      <a:solidFill>
                        <a:srgbClr val="BFBFBF"/>
                      </a:solidFill>
                      <a:prstDash val="dash"/>
                    </a:lnB>
                    <a:noFill/>
                  </a:tcPr>
                </a:tc>
                <a:extLst>
                  <a:ext uri="{0D108BD9-81ED-4DB2-BD59-A6C34878D82A}">
                    <a16:rowId xmlns:a16="http://schemas.microsoft.com/office/drawing/2014/main" val="10008"/>
                  </a:ext>
                </a:extLst>
              </a:tr>
              <a:tr h="198000">
                <a:tc>
                  <a:txBody>
                    <a:bodyPr/>
                    <a:lstStyle/>
                    <a:p>
                      <a:pPr algn="l">
                        <a:defRPr sz="900"/>
                      </a:pPr>
                      <a:r>
                        <a:rPr lang="pt-BR" sz="900" b="1">
                          <a:solidFill>
                            <a:srgbClr val="000000"/>
                          </a:solidFill>
                          <a:latin typeface="Roboto"/>
                        </a:rPr>
                        <a:t>Net Income</a:t>
                      </a:r>
                      <a:endParaRPr sz="900" b="1">
                        <a:solidFill>
                          <a:srgbClr val="000000"/>
                        </a:solidFill>
                        <a:latin typeface="Roboto"/>
                      </a:endParaRPr>
                    </a:p>
                  </a:txBody>
                  <a:tcPr marL="36000" marR="36000" marT="7200" marB="7200" anchor="ctr">
                    <a:lnL w="12700" cap="flat" cmpd="sng" algn="ctr">
                      <a:solidFill>
                        <a:srgbClr val="1F2F44"/>
                      </a:solidFill>
                      <a:prstDash val="dash"/>
                    </a:lnL>
                    <a:lnT w="9525" cap="flat" cmpd="sng" algn="ctr">
                      <a:solidFill>
                        <a:srgbClr val="BFBFBF"/>
                      </a:solidFill>
                      <a:prstDash val="dash"/>
                      <a:round/>
                      <a:headEnd type="none" w="med" len="med"/>
                      <a:tailEnd type="none" w="med" len="med"/>
                    </a:lnT>
                    <a:lnB w="12700" cap="flat" cmpd="sng" algn="ctr">
                      <a:solidFill>
                        <a:srgbClr val="1F2F44"/>
                      </a:solidFill>
                      <a:prstDash val="dash"/>
                    </a:lnB>
                    <a:solidFill>
                      <a:srgbClr val="F2F2F2"/>
                    </a:solidFill>
                  </a:tcPr>
                </a:tc>
                <a:tc>
                  <a:txBody>
                    <a:bodyPr/>
                    <a:lstStyle/>
                    <a:p>
                      <a:pPr algn="ctr">
                        <a:defRPr sz="900"/>
                      </a:pPr>
                      <a:r>
                        <a:rPr sz="900" b="1">
                          <a:solidFill>
                            <a:srgbClr val="000000"/>
                          </a:solidFill>
                          <a:latin typeface="Roboto"/>
                        </a:rPr>
                        <a:t>21,873</a:t>
                      </a:r>
                    </a:p>
                  </a:txBody>
                  <a:tcPr marL="36000" marR="36000" marT="7200" marB="7200" anchor="ctr">
                    <a:lnT w="9525" cap="flat" cmpd="sng" algn="ctr">
                      <a:solidFill>
                        <a:srgbClr val="BFBFBF"/>
                      </a:solidFill>
                      <a:prstDash val="dash"/>
                      <a:round/>
                      <a:headEnd type="none" w="med" len="med"/>
                      <a:tailEnd type="none" w="med" len="med"/>
                    </a:lnT>
                    <a:lnB w="12700" cap="flat" cmpd="sng" algn="ctr">
                      <a:solidFill>
                        <a:srgbClr val="1F2F44"/>
                      </a:solidFill>
                      <a:prstDash val="dash"/>
                    </a:lnB>
                    <a:solidFill>
                      <a:srgbClr val="F2F2F2"/>
                    </a:solidFill>
                  </a:tcPr>
                </a:tc>
                <a:tc>
                  <a:txBody>
                    <a:bodyPr/>
                    <a:lstStyle/>
                    <a:p>
                      <a:pPr algn="ctr">
                        <a:defRPr sz="900"/>
                      </a:pPr>
                      <a:r>
                        <a:rPr sz="900" b="1">
                          <a:solidFill>
                            <a:srgbClr val="000000"/>
                          </a:solidFill>
                          <a:latin typeface="Roboto"/>
                        </a:rPr>
                        <a:t>18,971</a:t>
                      </a:r>
                    </a:p>
                  </a:txBody>
                  <a:tcPr marL="36000" marR="36000" marT="7200" marB="7200" anchor="ctr">
                    <a:lnT w="9525" cap="flat" cmpd="sng" algn="ctr">
                      <a:solidFill>
                        <a:srgbClr val="BFBFBF"/>
                      </a:solidFill>
                      <a:prstDash val="dash"/>
                      <a:round/>
                      <a:headEnd type="none" w="med" len="med"/>
                      <a:tailEnd type="none" w="med" len="med"/>
                    </a:lnT>
                    <a:lnB w="12700" cap="flat" cmpd="sng" algn="ctr">
                      <a:solidFill>
                        <a:srgbClr val="1F2F44"/>
                      </a:solidFill>
                      <a:prstDash val="dash"/>
                    </a:lnB>
                    <a:solidFill>
                      <a:srgbClr val="F2F2F2"/>
                    </a:solidFill>
                  </a:tcPr>
                </a:tc>
                <a:tc>
                  <a:txBody>
                    <a:bodyPr/>
                    <a:lstStyle/>
                    <a:p>
                      <a:pPr algn="ctr">
                        <a:defRPr sz="900"/>
                      </a:pPr>
                      <a:r>
                        <a:rPr sz="900" b="1">
                          <a:solidFill>
                            <a:srgbClr val="000000"/>
                          </a:solidFill>
                          <a:latin typeface="Roboto"/>
                        </a:rPr>
                        <a:t>-13%</a:t>
                      </a:r>
                    </a:p>
                  </a:txBody>
                  <a:tcPr marL="36000" marR="36000" marT="7200" marB="7200" anchor="ctr">
                    <a:lnT w="9525" cap="flat" cmpd="sng" algn="ctr">
                      <a:solidFill>
                        <a:srgbClr val="BFBFBF"/>
                      </a:solidFill>
                      <a:prstDash val="dash"/>
                      <a:round/>
                      <a:headEnd type="none" w="med" len="med"/>
                      <a:tailEnd type="none" w="med" len="med"/>
                    </a:lnT>
                    <a:lnB w="12700" cap="flat" cmpd="sng" algn="ctr">
                      <a:solidFill>
                        <a:srgbClr val="1F2F44"/>
                      </a:solidFill>
                      <a:prstDash val="dash"/>
                    </a:lnB>
                    <a:solidFill>
                      <a:srgbClr val="F2F2F2"/>
                    </a:solidFill>
                  </a:tcPr>
                </a:tc>
                <a:tc>
                  <a:txBody>
                    <a:bodyPr/>
                    <a:lstStyle/>
                    <a:p>
                      <a:pPr algn="l">
                        <a:defRPr sz="900"/>
                      </a:pPr>
                      <a:endParaRPr dirty="0"/>
                    </a:p>
                  </a:txBody>
                  <a:tcPr marL="36000" marR="36000" marT="7200" marB="7200" anchor="ctr">
                    <a:lnR w="12700" cap="flat" cmpd="sng" algn="ctr">
                      <a:solidFill>
                        <a:srgbClr val="1F2F44"/>
                      </a:solidFill>
                      <a:prstDash val="dash"/>
                    </a:lnR>
                    <a:lnT w="9525" cap="flat" cmpd="sng" algn="ctr">
                      <a:solidFill>
                        <a:srgbClr val="BFBFBF"/>
                      </a:solidFill>
                      <a:prstDash val="dash"/>
                      <a:round/>
                      <a:headEnd type="none" w="med" len="med"/>
                      <a:tailEnd type="none" w="med" len="med"/>
                    </a:lnT>
                    <a:lnB w="12700" cap="flat" cmpd="sng" algn="ctr">
                      <a:solidFill>
                        <a:srgbClr val="1F2F44"/>
                      </a:solidFill>
                      <a:prstDash val="dash"/>
                    </a:lnB>
                    <a:solidFill>
                      <a:srgbClr val="F2F2F2"/>
                    </a:solidFill>
                  </a:tcPr>
                </a:tc>
                <a:extLst>
                  <a:ext uri="{0D108BD9-81ED-4DB2-BD59-A6C34878D82A}">
                    <a16:rowId xmlns:a16="http://schemas.microsoft.com/office/drawing/2014/main" val="10011"/>
                  </a:ext>
                </a:extLst>
              </a:tr>
              <a:tr h="198000">
                <a:tc>
                  <a:txBody>
                    <a:bodyPr/>
                    <a:lstStyle/>
                    <a:p>
                      <a:pPr algn="l">
                        <a:defRPr sz="900"/>
                      </a:pPr>
                      <a:r>
                        <a:rPr lang="pt-BR" sz="900" b="1">
                          <a:solidFill>
                            <a:srgbClr val="000000"/>
                          </a:solidFill>
                          <a:latin typeface="Roboto"/>
                        </a:rPr>
                        <a:t>P/E</a:t>
                      </a:r>
                      <a:endParaRPr sz="900" b="1">
                        <a:solidFill>
                          <a:srgbClr val="000000"/>
                        </a:solidFill>
                        <a:latin typeface="Roboto"/>
                      </a:endParaRPr>
                    </a:p>
                  </a:txBody>
                  <a:tcPr marL="36000" marR="36000" marT="7200" marB="7200" anchor="ctr">
                    <a:lnL w="12700" cap="flat" cmpd="sng" algn="ctr">
                      <a:solidFill>
                        <a:srgbClr val="1F2F44"/>
                      </a:solidFill>
                      <a:prstDash val="dash"/>
                    </a:lnL>
                    <a:lnT w="12700" cap="flat" cmpd="sng" algn="ctr">
                      <a:solidFill>
                        <a:srgbClr val="1F2F44"/>
                      </a:solidFill>
                      <a:prstDash val="dash"/>
                    </a:lnT>
                    <a:lnB w="12700" cap="flat" cmpd="sng" algn="ctr">
                      <a:solidFill>
                        <a:srgbClr val="1F2F44"/>
                      </a:solidFill>
                      <a:prstDash val="dash"/>
                    </a:lnB>
                    <a:solidFill>
                      <a:srgbClr val="F2F2F2"/>
                    </a:solidFill>
                  </a:tcPr>
                </a:tc>
                <a:tc>
                  <a:txBody>
                    <a:bodyPr/>
                    <a:lstStyle/>
                    <a:p>
                      <a:pPr algn="ctr">
                        <a:defRPr sz="900"/>
                      </a:pPr>
                      <a:r>
                        <a:rPr sz="900" b="1">
                          <a:solidFill>
                            <a:srgbClr val="000000"/>
                          </a:solidFill>
                          <a:latin typeface="Roboto"/>
                        </a:rPr>
                        <a:t>8.1x</a:t>
                      </a:r>
                    </a:p>
                  </a:txBody>
                  <a:tcPr marL="36000" marR="36000" marT="7200" marB="7200" anchor="ctr">
                    <a:lnT w="12700" cap="flat" cmpd="sng" algn="ctr">
                      <a:solidFill>
                        <a:srgbClr val="1F2F44"/>
                      </a:solidFill>
                      <a:prstDash val="dash"/>
                    </a:lnT>
                    <a:lnB w="12700" cap="flat" cmpd="sng" algn="ctr">
                      <a:solidFill>
                        <a:srgbClr val="1F2F44"/>
                      </a:solidFill>
                      <a:prstDash val="dash"/>
                    </a:lnB>
                    <a:solidFill>
                      <a:srgbClr val="F2F2F2"/>
                    </a:solidFill>
                  </a:tcPr>
                </a:tc>
                <a:tc>
                  <a:txBody>
                    <a:bodyPr/>
                    <a:lstStyle/>
                    <a:p>
                      <a:pPr algn="ctr">
                        <a:defRPr sz="900"/>
                      </a:pPr>
                      <a:r>
                        <a:rPr sz="900" b="1">
                          <a:solidFill>
                            <a:srgbClr val="000000"/>
                          </a:solidFill>
                          <a:latin typeface="Roboto"/>
                        </a:rPr>
                        <a:t>9.3x</a:t>
                      </a:r>
                    </a:p>
                  </a:txBody>
                  <a:tcPr marL="36000" marR="36000" marT="7200" marB="7200" anchor="ctr">
                    <a:lnT w="12700" cap="flat" cmpd="sng" algn="ctr">
                      <a:solidFill>
                        <a:srgbClr val="1F2F44"/>
                      </a:solidFill>
                      <a:prstDash val="dash"/>
                    </a:lnT>
                    <a:lnB w="12700" cap="flat" cmpd="sng" algn="ctr">
                      <a:solidFill>
                        <a:srgbClr val="1F2F44"/>
                      </a:solidFill>
                      <a:prstDash val="dash"/>
                    </a:lnB>
                    <a:solidFill>
                      <a:srgbClr val="F2F2F2"/>
                    </a:solidFill>
                  </a:tcPr>
                </a:tc>
                <a:tc>
                  <a:txBody>
                    <a:bodyPr/>
                    <a:lstStyle/>
                    <a:p>
                      <a:pPr algn="ctr">
                        <a:defRPr sz="900"/>
                      </a:pPr>
                      <a:endParaRPr/>
                    </a:p>
                  </a:txBody>
                  <a:tcPr marL="36000" marR="36000" marT="7200" marB="7200" anchor="ctr">
                    <a:lnT w="12700" cap="flat" cmpd="sng" algn="ctr">
                      <a:solidFill>
                        <a:srgbClr val="1F2F44"/>
                      </a:solidFill>
                      <a:prstDash val="dash"/>
                    </a:lnT>
                    <a:lnB w="12700" cap="flat" cmpd="sng" algn="ctr">
                      <a:solidFill>
                        <a:srgbClr val="1F2F44"/>
                      </a:solidFill>
                      <a:prstDash val="dash"/>
                    </a:lnB>
                    <a:solidFill>
                      <a:srgbClr val="F2F2F2"/>
                    </a:solidFill>
                  </a:tcPr>
                </a:tc>
                <a:tc>
                  <a:txBody>
                    <a:bodyPr/>
                    <a:lstStyle/>
                    <a:p>
                      <a:pPr algn="l">
                        <a:defRPr sz="900"/>
                      </a:pPr>
                      <a:endParaRPr sz="900" b="1" dirty="0">
                        <a:solidFill>
                          <a:srgbClr val="000000"/>
                        </a:solidFill>
                        <a:latin typeface="Roboto"/>
                      </a:endParaRPr>
                    </a:p>
                  </a:txBody>
                  <a:tcPr marL="36000" marR="36000" marT="7200" marB="7200" anchor="ctr">
                    <a:lnR w="12700" cap="flat" cmpd="sng" algn="ctr">
                      <a:solidFill>
                        <a:srgbClr val="1F2F44"/>
                      </a:solidFill>
                      <a:prstDash val="dash"/>
                    </a:lnR>
                    <a:lnT w="12700" cap="flat" cmpd="sng" algn="ctr">
                      <a:solidFill>
                        <a:srgbClr val="1F2F44"/>
                      </a:solidFill>
                      <a:prstDash val="dash"/>
                    </a:lnT>
                    <a:lnB w="12700" cap="flat" cmpd="sng" algn="ctr">
                      <a:solidFill>
                        <a:srgbClr val="1F2F44"/>
                      </a:solidFill>
                      <a:prstDash val="dash"/>
                    </a:lnB>
                    <a:solidFill>
                      <a:srgbClr val="F2F2F2"/>
                    </a:solidFill>
                  </a:tcPr>
                </a:tc>
                <a:extLst>
                  <a:ext uri="{0D108BD9-81ED-4DB2-BD59-A6C34878D82A}">
                    <a16:rowId xmlns:a16="http://schemas.microsoft.com/office/drawing/2014/main" val="10012"/>
                  </a:ext>
                </a:extLst>
              </a:tr>
            </a:tbl>
          </a:graphicData>
        </a:graphic>
      </p:graphicFrame>
      <p:sp>
        <p:nvSpPr>
          <p:cNvPr id="10" name="Rectangle 9">
            <a:extLst>
              <a:ext uri="{FF2B5EF4-FFF2-40B4-BE49-F238E27FC236}">
                <a16:creationId xmlns:a16="http://schemas.microsoft.com/office/drawing/2014/main" id="{07FB5027-A9EE-79BF-B39A-3B686941E2A9}"/>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7253752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9615"/>
            <a:ext cx="2926080" cy="2615184"/>
          </a:xfrm>
          <a:noFill/>
        </p:spPr>
        <p:txBody>
          <a:bodyPr/>
          <a:lstStyle/>
          <a:p>
            <a:r>
              <a:rPr lang="en-US" b="1" dirty="0"/>
              <a:t>On the other hand, from a technical standpoint, prices have corrected sharply and quickly.</a:t>
            </a:r>
            <a:r>
              <a:rPr lang="en-US" dirty="0"/>
              <a:t> </a:t>
            </a:r>
          </a:p>
          <a:p>
            <a:r>
              <a:rPr lang="en-US" b="1" dirty="0"/>
              <a:t>Our proprietary XP Sentiment Index</a:t>
            </a:r>
            <a:r>
              <a:rPr lang="en-US"/>
              <a:t>, which hit extreme optimism (100) on October 9, fell from 80 on October 23 to 36 on October 26 and to 18 on October 29. </a:t>
            </a:r>
            <a:r>
              <a:rPr lang="en-US" dirty="0"/>
              <a:t>Historically, the index has worked as a contrarian indicator at its extremes: the Ibovespa rose 6.9% on average in the 60 sessions after extreme pessimism (0), against a 3.5% fall after extreme optimism (100) (Table 1). </a:t>
            </a:r>
          </a:p>
          <a:p>
            <a:r>
              <a:rPr lang="en-US" dirty="0"/>
              <a:t>The indicator aggregates technical, sentiment and flow measures, standardized through z-scores.</a:t>
            </a:r>
            <a:endParaRPr dirty="0"/>
          </a:p>
        </p:txBody>
      </p:sp>
      <p:sp>
        <p:nvSpPr>
          <p:cNvPr id="13" name="Text Placeholder 12"/>
          <p:cNvSpPr>
            <a:spLocks noGrp="1"/>
          </p:cNvSpPr>
          <p:nvPr>
            <p:ph type="body" sz="quarter" idx="16"/>
          </p:nvPr>
        </p:nvSpPr>
        <p:spPr/>
        <p:txBody>
          <a:bodyPr/>
          <a:lstStyle/>
          <a:p>
            <a:r>
              <a:rPr lang="en-US" dirty="0"/>
              <a:t>Three macro challenges for Brazilian equities</a:t>
            </a:r>
          </a:p>
        </p:txBody>
      </p:sp>
      <p:sp>
        <p:nvSpPr>
          <p:cNvPr id="14" name="Text Placeholder 13"/>
          <p:cNvSpPr>
            <a:spLocks noGrp="1"/>
          </p:cNvSpPr>
          <p:nvPr>
            <p:ph type="body" sz="quarter" idx="17"/>
          </p:nvPr>
        </p:nvSpPr>
        <p:spPr/>
        <p:txBody>
          <a:bodyPr/>
          <a:lstStyle/>
          <a:p>
            <a:r>
              <a:rPr lang="en-US" dirty="0"/>
              <a:t>Sentiment just had its sharpest drop on record</a:t>
            </a:r>
            <a:endParaRPr dirty="0"/>
          </a:p>
        </p:txBody>
      </p:sp>
      <p:sp>
        <p:nvSpPr>
          <p:cNvPr id="15" name="Text Placeholder 14"/>
          <p:cNvSpPr>
            <a:spLocks noGrp="1"/>
          </p:cNvSpPr>
          <p:nvPr>
            <p:ph type="body" sz="quarter" idx="31"/>
          </p:nvPr>
        </p:nvSpPr>
        <p:spPr/>
        <p:txBody>
          <a:bodyPr/>
          <a:lstStyle/>
          <a:p>
            <a:r>
              <a:rPr lang="en-US" dirty="0"/>
              <a:t>Source: B3, Bloomberg, </a:t>
            </a:r>
            <a:r>
              <a:rPr lang="en-US" dirty="0" err="1"/>
              <a:t>Economatica</a:t>
            </a:r>
            <a:r>
              <a:rPr lang="en-US" dirty="0"/>
              <a:t>, XP Research. </a:t>
            </a:r>
            <a:endParaRPr dirty="0"/>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557016" y="1499616"/>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a:t>Chart 1: XP Sentiment Speedometer</a:t>
            </a:r>
            <a:endParaRPr lang="pt-BR"/>
          </a:p>
        </p:txBody>
      </p:sp>
      <p:sp>
        <p:nvSpPr>
          <p:cNvPr id="37" name="TextBox 36"/>
          <p:cNvSpPr txBox="1"/>
          <p:nvPr/>
        </p:nvSpPr>
        <p:spPr>
          <a:xfrm>
            <a:off x="3557016" y="1773936"/>
            <a:ext cx="2926080" cy="123111"/>
          </a:xfrm>
          <a:prstGeom prst="rect">
            <a:avLst/>
          </a:prstGeom>
          <a:noFill/>
        </p:spPr>
        <p:txBody>
          <a:bodyPr wrap="square" lIns="0" tIns="0" rIns="0" bIns="0">
            <a:spAutoFit/>
          </a:bodyPr>
          <a:lstStyle/>
          <a:p>
            <a:r>
              <a:rPr lang="en-US" sz="800" i="1">
                <a:solidFill>
                  <a:srgbClr val="595959"/>
                </a:solidFill>
                <a:latin typeface="Roboto Light"/>
              </a:rPr>
              <a:t>0-100 scale on the raw index; 100 = Extreme Bullish</a:t>
            </a:r>
            <a:endParaRPr sz="800" i="1">
              <a:solidFill>
                <a:srgbClr val="595959"/>
              </a:solidFill>
              <a:latin typeface="Roboto Light"/>
            </a:endParaRPr>
          </a:p>
        </p:txBody>
      </p:sp>
      <p:sp>
        <p:nvSpPr>
          <p:cNvPr id="8" name="Espaço Reservado para Conteúdo 14">
            <a:extLst>
              <a:ext uri="{FF2B5EF4-FFF2-40B4-BE49-F238E27FC236}">
                <a16:creationId xmlns:a16="http://schemas.microsoft.com/office/drawing/2014/main" id="{DC396782-564D-A8E8-283E-E38E82D86EDB}"/>
              </a:ext>
            </a:extLst>
          </p:cNvPr>
          <p:cNvSpPr>
            <a:spLocks noGrp="1"/>
          </p:cNvSpPr>
          <p:nvPr/>
        </p:nvSpPr>
        <p:spPr>
          <a:xfrm>
            <a:off x="384048" y="4224528"/>
            <a:ext cx="6099048"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a:t>Chart 2: XP Sentiment Index (raw and shifted &amp; smoothed) vs. Ibovespa</a:t>
            </a:r>
            <a:endParaRPr lang="pt-BR"/>
          </a:p>
        </p:txBody>
      </p:sp>
      <p:sp>
        <p:nvSpPr>
          <p:cNvPr id="18" name="Espaço Reservado para Conteúdo 14">
            <a:extLst>
              <a:ext uri="{FF2B5EF4-FFF2-40B4-BE49-F238E27FC236}">
                <a16:creationId xmlns:a16="http://schemas.microsoft.com/office/drawing/2014/main" id="{4D8057CB-B892-1B4F-FA40-A58AFC2CAE81}"/>
              </a:ext>
            </a:extLst>
          </p:cNvPr>
          <p:cNvSpPr>
            <a:spLocks noGrp="1"/>
          </p:cNvSpPr>
          <p:nvPr/>
        </p:nvSpPr>
        <p:spPr>
          <a:xfrm>
            <a:off x="384048" y="6839712"/>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a:t>Chart 3: Ibovespa after sentiment extremes</a:t>
            </a:r>
            <a:endParaRPr lang="pt-BR"/>
          </a:p>
        </p:txBody>
      </p:sp>
      <p:graphicFrame>
        <p:nvGraphicFramePr>
          <p:cNvPr id="3" name="Chart S2">
            <a:extLst>
              <a:ext uri="{FF2B5EF4-FFF2-40B4-BE49-F238E27FC236}">
                <a16:creationId xmlns:a16="http://schemas.microsoft.com/office/drawing/2014/main" id="{4CBB84CD-31AE-7CF5-2983-881E624B2103}"/>
              </a:ext>
            </a:extLst>
          </p:cNvPr>
          <p:cNvGraphicFramePr>
            <a:graphicFrameLocks noGrp="1"/>
          </p:cNvGraphicFramePr>
          <p:nvPr>
            <p:extLst>
              <p:ext uri="{D42A27DB-BD31-4B8C-83A1-F6EECF244321}">
                <p14:modId xmlns:p14="http://schemas.microsoft.com/office/powerpoint/2010/main" val="3212642040"/>
              </p:ext>
            </p:extLst>
          </p:nvPr>
        </p:nvGraphicFramePr>
        <p:xfrm>
          <a:off x="384048" y="4547046"/>
          <a:ext cx="6099048" cy="2164651"/>
        </p:xfrm>
        <a:graphic>
          <a:graphicData uri="http://schemas.openxmlformats.org/drawingml/2006/chart">
            <c:chart xmlns:c="http://schemas.openxmlformats.org/drawingml/2006/chart" xmlns:r="http://schemas.openxmlformats.org/officeDocument/2006/relationships" r:id="rId2"/>
          </a:graphicData>
        </a:graphic>
      </p:graphicFrame>
      <p:sp>
        <p:nvSpPr>
          <p:cNvPr id="21" name="Espaço Reservado para Conteúdo 14">
            <a:extLst>
              <a:ext uri="{FF2B5EF4-FFF2-40B4-BE49-F238E27FC236}">
                <a16:creationId xmlns:a16="http://schemas.microsoft.com/office/drawing/2014/main" id="{2F5D9A39-6430-AE36-CFD9-2444393C81DB}"/>
              </a:ext>
            </a:extLst>
          </p:cNvPr>
          <p:cNvSpPr>
            <a:spLocks noGrp="1"/>
          </p:cNvSpPr>
          <p:nvPr/>
        </p:nvSpPr>
        <p:spPr>
          <a:xfrm>
            <a:off x="3557016" y="6839712"/>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Table 1: Ibovespa 60 sessions after the extremes</a:t>
            </a:r>
            <a:endParaRPr lang="pt-BR" dirty="0"/>
          </a:p>
        </p:txBody>
      </p:sp>
      <p:graphicFrame>
        <p:nvGraphicFramePr>
          <p:cNvPr id="23" name="Chart S3">
            <a:extLst>
              <a:ext uri="{FF2B5EF4-FFF2-40B4-BE49-F238E27FC236}">
                <a16:creationId xmlns:a16="http://schemas.microsoft.com/office/drawing/2014/main" id="{0AB0394F-806B-AD4D-C4FA-496D4023F72E}"/>
              </a:ext>
            </a:extLst>
          </p:cNvPr>
          <p:cNvGraphicFramePr>
            <a:graphicFrameLocks noGrp="1"/>
          </p:cNvGraphicFramePr>
          <p:nvPr>
            <p:extLst>
              <p:ext uri="{D42A27DB-BD31-4B8C-83A1-F6EECF244321}">
                <p14:modId xmlns:p14="http://schemas.microsoft.com/office/powerpoint/2010/main" val="1691327213"/>
              </p:ext>
            </p:extLst>
          </p:nvPr>
        </p:nvGraphicFramePr>
        <p:xfrm>
          <a:off x="384048" y="7162230"/>
          <a:ext cx="2926080" cy="231095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Table S1">
            <a:extLst>
              <a:ext uri="{FF2B5EF4-FFF2-40B4-BE49-F238E27FC236}">
                <a16:creationId xmlns:a16="http://schemas.microsoft.com/office/drawing/2014/main" id="{F20893A5-E4E6-6146-EFFA-418D752EC8F5}"/>
              </a:ext>
            </a:extLst>
          </p:cNvPr>
          <p:cNvGraphicFramePr>
            <a:graphicFrameLocks noGrp="1"/>
          </p:cNvGraphicFramePr>
          <p:nvPr>
            <p:extLst>
              <p:ext uri="{D42A27DB-BD31-4B8C-83A1-F6EECF244321}">
                <p14:modId xmlns:p14="http://schemas.microsoft.com/office/powerpoint/2010/main" val="105272846"/>
              </p:ext>
            </p:extLst>
          </p:nvPr>
        </p:nvGraphicFramePr>
        <p:xfrm>
          <a:off x="3557016" y="7162230"/>
          <a:ext cx="2926079" cy="944969"/>
        </p:xfrm>
        <a:graphic>
          <a:graphicData uri="http://schemas.openxmlformats.org/drawingml/2006/table">
            <a:tbl>
              <a:tblPr>
                <a:tableStyleId>{2D5ABB26-0587-4C30-8999-92F81FD0307C}</a:tableStyleId>
              </a:tblPr>
              <a:tblGrid>
                <a:gridCol w="1402672">
                  <a:extLst>
                    <a:ext uri="{9D8B030D-6E8A-4147-A177-3AD203B41FA5}">
                      <a16:colId xmlns:a16="http://schemas.microsoft.com/office/drawing/2014/main" val="20000"/>
                    </a:ext>
                  </a:extLst>
                </a:gridCol>
                <a:gridCol w="443883">
                  <a:extLst>
                    <a:ext uri="{9D8B030D-6E8A-4147-A177-3AD203B41FA5}">
                      <a16:colId xmlns:a16="http://schemas.microsoft.com/office/drawing/2014/main" val="20001"/>
                    </a:ext>
                  </a:extLst>
                </a:gridCol>
                <a:gridCol w="539762">
                  <a:extLst>
                    <a:ext uri="{9D8B030D-6E8A-4147-A177-3AD203B41FA5}">
                      <a16:colId xmlns:a16="http://schemas.microsoft.com/office/drawing/2014/main" val="20002"/>
                    </a:ext>
                  </a:extLst>
                </a:gridCol>
                <a:gridCol w="539762">
                  <a:extLst>
                    <a:ext uri="{9D8B030D-6E8A-4147-A177-3AD203B41FA5}">
                      <a16:colId xmlns:a16="http://schemas.microsoft.com/office/drawing/2014/main" val="20003"/>
                    </a:ext>
                  </a:extLst>
                </a:gridCol>
              </a:tblGrid>
              <a:tr h="300671">
                <a:tc>
                  <a:txBody>
                    <a:bodyPr/>
                    <a:lstStyle/>
                    <a:p>
                      <a:pPr algn="l"/>
                      <a:endParaRPr dirty="0"/>
                    </a:p>
                  </a:txBody>
                  <a:tcPr marL="36000" marR="36000" marT="7200" marB="7200" anchor="ctr">
                    <a:solidFill>
                      <a:srgbClr val="1F2F44"/>
                    </a:solidFill>
                  </a:tcPr>
                </a:tc>
                <a:tc>
                  <a:txBody>
                    <a:bodyPr/>
                    <a:lstStyle/>
                    <a:p>
                      <a:pPr algn="ctr"/>
                      <a:r>
                        <a:rPr sz="900" b="1" dirty="0">
                          <a:solidFill>
                            <a:srgbClr val="FFFFFF"/>
                          </a:solidFill>
                          <a:latin typeface="Roboto"/>
                        </a:rPr>
                        <a:t>Events</a:t>
                      </a:r>
                    </a:p>
                  </a:txBody>
                  <a:tcPr marL="36000" marR="36000" marT="7200" marB="7200" anchor="ctr">
                    <a:solidFill>
                      <a:srgbClr val="1F2F44"/>
                    </a:solidFill>
                  </a:tcPr>
                </a:tc>
                <a:tc>
                  <a:txBody>
                    <a:bodyPr/>
                    <a:lstStyle/>
                    <a:p>
                      <a:pPr algn="ctr"/>
                      <a:r>
                        <a:rPr sz="900" b="1">
                          <a:solidFill>
                            <a:srgbClr val="FFFFFF"/>
                          </a:solidFill>
                          <a:latin typeface="Roboto"/>
                        </a:rPr>
                        <a:t>Average</a:t>
                      </a:r>
                    </a:p>
                  </a:txBody>
                  <a:tcPr marL="36000" marR="36000" marT="7200" marB="7200" anchor="ctr">
                    <a:solidFill>
                      <a:srgbClr val="1F2F44"/>
                    </a:solidFill>
                  </a:tcPr>
                </a:tc>
                <a:tc>
                  <a:txBody>
                    <a:bodyPr/>
                    <a:lstStyle/>
                    <a:p>
                      <a:pPr algn="ctr"/>
                      <a:r>
                        <a:rPr sz="900" b="1">
                          <a:solidFill>
                            <a:srgbClr val="FFFFFF"/>
                          </a:solidFill>
                          <a:latin typeface="Roboto"/>
                        </a:rPr>
                        <a:t>Hit ratio</a:t>
                      </a:r>
                    </a:p>
                  </a:txBody>
                  <a:tcPr marL="36000" marR="36000" marT="7200" marB="7200" anchor="ctr">
                    <a:solidFill>
                      <a:srgbClr val="1F2F44"/>
                    </a:solidFill>
                  </a:tcPr>
                </a:tc>
                <a:extLst>
                  <a:ext uri="{0D108BD9-81ED-4DB2-BD59-A6C34878D82A}">
                    <a16:rowId xmlns:a16="http://schemas.microsoft.com/office/drawing/2014/main" val="10000"/>
                  </a:ext>
                </a:extLst>
              </a:tr>
              <a:tr h="322149">
                <a:tc>
                  <a:txBody>
                    <a:bodyPr/>
                    <a:lstStyle/>
                    <a:p>
                      <a:pPr algn="l"/>
                      <a:r>
                        <a:rPr lang="pt-BR" sz="900" b="1">
                          <a:solidFill>
                            <a:srgbClr val="000000"/>
                          </a:solidFill>
                          <a:latin typeface="Roboto"/>
                        </a:rPr>
                        <a:t>Extreme pessimism (0)</a:t>
                      </a:r>
                      <a:endParaRPr sz="900" b="1">
                        <a:solidFill>
                          <a:srgbClr val="000000"/>
                        </a:solidFill>
                        <a:latin typeface="Roboto"/>
                      </a:endParaRPr>
                    </a:p>
                  </a:txBody>
                  <a:tcPr marL="36000" marR="36000" marT="7200" marB="7200" anchor="ctr">
                    <a:lnL w="12700" cap="flat" cmpd="sng" algn="ctr">
                      <a:solidFill>
                        <a:srgbClr val="1F2F44"/>
                      </a:solidFill>
                      <a:prstDash val="dash"/>
                    </a:lnL>
                    <a:lnB w="12700" cap="flat" cmpd="sng" algn="ctr">
                      <a:solidFill>
                        <a:srgbClr val="1F2F44"/>
                      </a:solidFill>
                      <a:prstDash val="dash"/>
                    </a:lnB>
                    <a:solidFill>
                      <a:srgbClr val="F2F2F2"/>
                    </a:solidFill>
                  </a:tcPr>
                </a:tc>
                <a:tc>
                  <a:txBody>
                    <a:bodyPr/>
                    <a:lstStyle/>
                    <a:p>
                      <a:pPr algn="ctr"/>
                      <a:r>
                        <a:rPr lang="pt-BR" sz="900" b="1">
                          <a:solidFill>
                            <a:srgbClr val="000000"/>
                          </a:solidFill>
                          <a:latin typeface="Roboto"/>
                        </a:rPr>
                        <a:t>20</a:t>
                      </a:r>
                      <a:endParaRPr sz="900" b="1">
                        <a:solidFill>
                          <a:srgbClr val="000000"/>
                        </a:solidFill>
                        <a:latin typeface="Roboto"/>
                      </a:endParaRPr>
                    </a:p>
                  </a:txBody>
                  <a:tcPr marL="36000" marR="36000" marT="7200" marB="7200" anchor="ctr">
                    <a:lnB w="12700" cap="flat" cmpd="sng" algn="ctr">
                      <a:solidFill>
                        <a:srgbClr val="1F2F44"/>
                      </a:solidFill>
                      <a:prstDash val="dash"/>
                      <a:round/>
                      <a:headEnd type="none" w="med" len="med"/>
                      <a:tailEnd type="none" w="med" len="med"/>
                    </a:lnB>
                    <a:solidFill>
                      <a:srgbClr val="F2F2F2"/>
                    </a:solidFill>
                  </a:tcPr>
                </a:tc>
                <a:tc>
                  <a:txBody>
                    <a:bodyPr/>
                    <a:lstStyle/>
                    <a:p>
                      <a:pPr algn="ctr"/>
                      <a:r>
                        <a:rPr lang="pt-BR" sz="900" b="1">
                          <a:solidFill>
                            <a:srgbClr val="000000"/>
                          </a:solidFill>
                          <a:latin typeface="Roboto"/>
                        </a:rPr>
                        <a:t>+6.9%</a:t>
                      </a:r>
                      <a:endParaRPr sz="900" b="1">
                        <a:solidFill>
                          <a:srgbClr val="000000"/>
                        </a:solidFill>
                        <a:latin typeface="Roboto"/>
                      </a:endParaRPr>
                    </a:p>
                  </a:txBody>
                  <a:tcPr marL="36000" marR="36000" marT="7200" marB="7200" anchor="ctr">
                    <a:lnB w="12700" cap="flat" cmpd="sng" algn="ctr">
                      <a:solidFill>
                        <a:srgbClr val="1F2F44"/>
                      </a:solidFill>
                      <a:prstDash val="dash"/>
                    </a:lnB>
                    <a:solidFill>
                      <a:srgbClr val="F2F2F2"/>
                    </a:solidFill>
                  </a:tcPr>
                </a:tc>
                <a:tc>
                  <a:txBody>
                    <a:bodyPr/>
                    <a:lstStyle/>
                    <a:p>
                      <a:pPr algn="ctr"/>
                      <a:r>
                        <a:rPr lang="pt-BR" sz="900" b="1">
                          <a:solidFill>
                            <a:srgbClr val="000000"/>
                          </a:solidFill>
                          <a:latin typeface="Roboto"/>
                        </a:rPr>
                        <a:t>72%</a:t>
                      </a:r>
                      <a:endParaRPr sz="900" b="1">
                        <a:solidFill>
                          <a:srgbClr val="000000"/>
                        </a:solidFill>
                        <a:latin typeface="Roboto"/>
                      </a:endParaRPr>
                    </a:p>
                  </a:txBody>
                  <a:tcPr marL="36000" marR="36000" marT="7200" marB="7200" anchor="ctr">
                    <a:lnR w="12700" cap="flat" cmpd="sng" algn="ctr">
                      <a:solidFill>
                        <a:srgbClr val="1F2F44"/>
                      </a:solidFill>
                      <a:prstDash val="dash"/>
                    </a:lnR>
                    <a:lnB w="12700" cap="flat" cmpd="sng" algn="ctr">
                      <a:solidFill>
                        <a:srgbClr val="1F2F44"/>
                      </a:solidFill>
                      <a:prstDash val="dash"/>
                    </a:lnB>
                    <a:solidFill>
                      <a:srgbClr val="F2F2F2"/>
                    </a:solidFill>
                  </a:tcPr>
                </a:tc>
                <a:extLst>
                  <a:ext uri="{0D108BD9-81ED-4DB2-BD59-A6C34878D82A}">
                    <a16:rowId xmlns:a16="http://schemas.microsoft.com/office/drawing/2014/main" val="10001"/>
                  </a:ext>
                </a:extLst>
              </a:tr>
              <a:tr h="322149">
                <a:tc>
                  <a:txBody>
                    <a:bodyPr/>
                    <a:lstStyle/>
                    <a:p>
                      <a:pPr algn="l"/>
                      <a:r>
                        <a:rPr lang="pt-BR" sz="900" b="1" dirty="0">
                          <a:solidFill>
                            <a:srgbClr val="000000"/>
                          </a:solidFill>
                          <a:latin typeface="Roboto"/>
                        </a:rPr>
                        <a:t>Extreme </a:t>
                      </a:r>
                      <a:r>
                        <a:rPr lang="pt-BR" sz="900" b="1" dirty="0" err="1">
                          <a:solidFill>
                            <a:srgbClr val="000000"/>
                          </a:solidFill>
                          <a:latin typeface="Roboto"/>
                        </a:rPr>
                        <a:t>optimism</a:t>
                      </a:r>
                      <a:r>
                        <a:rPr lang="pt-BR" sz="900" b="1" dirty="0">
                          <a:solidFill>
                            <a:srgbClr val="000000"/>
                          </a:solidFill>
                          <a:latin typeface="Roboto"/>
                        </a:rPr>
                        <a:t> (100)</a:t>
                      </a:r>
                      <a:endParaRPr sz="900" b="1" dirty="0">
                        <a:solidFill>
                          <a:srgbClr val="000000"/>
                        </a:solidFill>
                        <a:latin typeface="Roboto"/>
                      </a:endParaRPr>
                    </a:p>
                  </a:txBody>
                  <a:tcPr marL="36000" marR="36000" marT="7200" marB="7200" anchor="ctr">
                    <a:lnT w="12700" cap="flat" cmpd="sng" algn="ctr">
                      <a:solidFill>
                        <a:srgbClr val="1F2F44"/>
                      </a:solidFill>
                      <a:prstDash val="dash"/>
                      <a:round/>
                      <a:headEnd type="none" w="med" len="med"/>
                      <a:tailEnd type="none" w="med" len="med"/>
                    </a:lnT>
                    <a:noFill/>
                  </a:tcPr>
                </a:tc>
                <a:tc>
                  <a:txBody>
                    <a:bodyPr/>
                    <a:lstStyle/>
                    <a:p>
                      <a:pPr algn="ctr"/>
                      <a:r>
                        <a:rPr lang="pt-BR" sz="900" b="0" dirty="0">
                          <a:solidFill>
                            <a:srgbClr val="000000"/>
                          </a:solidFill>
                          <a:latin typeface="Roboto"/>
                        </a:rPr>
                        <a:t>11</a:t>
                      </a:r>
                      <a:endParaRPr sz="900" b="0" dirty="0">
                        <a:solidFill>
                          <a:srgbClr val="000000"/>
                        </a:solidFill>
                        <a:latin typeface="Roboto"/>
                      </a:endParaRPr>
                    </a:p>
                  </a:txBody>
                  <a:tcPr marL="36000" marR="36000" marT="7200" marB="7200" anchor="ctr">
                    <a:lnT w="12700" cap="flat" cmpd="sng" algn="ctr">
                      <a:solidFill>
                        <a:srgbClr val="1F2F44"/>
                      </a:solidFill>
                      <a:prstDash val="dash"/>
                      <a:round/>
                      <a:headEnd type="none" w="med" len="med"/>
                      <a:tailEnd type="none" w="med" len="med"/>
                    </a:lnT>
                    <a:noFill/>
                  </a:tcPr>
                </a:tc>
                <a:tc>
                  <a:txBody>
                    <a:bodyPr/>
                    <a:lstStyle/>
                    <a:p>
                      <a:pPr algn="ctr"/>
                      <a:r>
                        <a:rPr lang="pt-BR" sz="900" b="0">
                          <a:solidFill>
                            <a:srgbClr val="000000"/>
                          </a:solidFill>
                          <a:latin typeface="Roboto"/>
                        </a:rPr>
                        <a:t>-3.5%</a:t>
                      </a:r>
                      <a:endParaRPr sz="900" b="0">
                        <a:solidFill>
                          <a:srgbClr val="000000"/>
                        </a:solidFill>
                        <a:latin typeface="Roboto"/>
                      </a:endParaRPr>
                    </a:p>
                  </a:txBody>
                  <a:tcPr marL="36000" marR="36000" marT="7200" marB="7200" anchor="ctr">
                    <a:lnT w="12700" cap="flat" cmpd="sng" algn="ctr">
                      <a:solidFill>
                        <a:srgbClr val="1F2F44"/>
                      </a:solidFill>
                      <a:prstDash val="dash"/>
                      <a:round/>
                      <a:headEnd type="none" w="med" len="med"/>
                      <a:tailEnd type="none" w="med" len="med"/>
                    </a:lnT>
                    <a:noFill/>
                  </a:tcPr>
                </a:tc>
                <a:tc>
                  <a:txBody>
                    <a:bodyPr/>
                    <a:lstStyle/>
                    <a:p>
                      <a:pPr algn="ctr"/>
                      <a:r>
                        <a:rPr lang="pt-BR" sz="900" b="0" dirty="0">
                          <a:solidFill>
                            <a:srgbClr val="000000"/>
                          </a:solidFill>
                          <a:latin typeface="Roboto"/>
                        </a:rPr>
                        <a:t>36%</a:t>
                      </a:r>
                      <a:endParaRPr sz="900" b="0" dirty="0">
                        <a:solidFill>
                          <a:srgbClr val="000000"/>
                        </a:solidFill>
                        <a:latin typeface="Roboto"/>
                      </a:endParaRPr>
                    </a:p>
                  </a:txBody>
                  <a:tcPr marL="36000" marR="36000" marT="7200" marB="7200" anchor="ctr">
                    <a:lnT w="12700" cap="flat" cmpd="sng" algn="ctr">
                      <a:solidFill>
                        <a:srgbClr val="1F2F44"/>
                      </a:solidFill>
                      <a:prstDash val="dash"/>
                      <a:round/>
                      <a:headEnd type="none" w="med" len="med"/>
                      <a:tailEnd type="none" w="med" len="med"/>
                    </a:lnT>
                    <a:noFill/>
                  </a:tcPr>
                </a:tc>
                <a:extLst>
                  <a:ext uri="{0D108BD9-81ED-4DB2-BD59-A6C34878D82A}">
                    <a16:rowId xmlns:a16="http://schemas.microsoft.com/office/drawing/2014/main" val="10002"/>
                  </a:ext>
                </a:extLst>
              </a:tr>
            </a:tbl>
          </a:graphicData>
        </a:graphic>
      </p:graphicFrame>
      <p:pic>
        <p:nvPicPr>
          <p:cNvPr id="11" name="XP Sentiment Speedometer">
            <a:extLst>
              <a:ext uri="{FF2B5EF4-FFF2-40B4-BE49-F238E27FC236}">
                <a16:creationId xmlns:a16="http://schemas.microsoft.com/office/drawing/2014/main" id="{EBCE946C-9922-4876-23E5-31F5DBFAB4E2}"/>
              </a:ext>
            </a:extLst>
          </p:cNvPr>
          <p:cNvPicPr>
            <a:picLocks/>
          </p:cNvPicPr>
          <p:nvPr/>
        </p:nvPicPr>
        <p:blipFill>
          <a:blip r:embed="rId4"/>
          <a:srcRect l="8935" r="7749" b="42722"/>
          <a:stretch>
            <a:fillRect/>
          </a:stretch>
        </p:blipFill>
        <p:spPr>
          <a:xfrm>
            <a:off x="3547874" y="1971160"/>
            <a:ext cx="2926078" cy="1489385"/>
          </a:xfrm>
          <a:prstGeom prst="rect">
            <a:avLst/>
          </a:prstGeom>
        </p:spPr>
      </p:pic>
      <p:sp>
        <p:nvSpPr>
          <p:cNvPr id="16" name="Rectangle 15">
            <a:extLst>
              <a:ext uri="{FF2B5EF4-FFF2-40B4-BE49-F238E27FC236}">
                <a16:creationId xmlns:a16="http://schemas.microsoft.com/office/drawing/2014/main" id="{719547BA-3DB7-91F4-F17B-882A306D4A82}"/>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51102198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2F0A37C-B539-582F-3DFC-ADE5EA09AB03}"/>
              </a:ext>
            </a:extLst>
          </p:cNvPr>
          <p:cNvSpPr>
            <a:spLocks noGrp="1"/>
          </p:cNvSpPr>
          <p:nvPr>
            <p:ph type="body" sz="quarter" idx="11"/>
          </p:nvPr>
        </p:nvSpPr>
        <p:spPr/>
        <p:txBody>
          <a:bodyPr/>
          <a:lstStyle/>
          <a:p>
            <a:r>
              <a:rPr lang="en-US" b="0" dirty="0"/>
              <a:t>How to Position?</a:t>
            </a:r>
            <a:endParaRPr lang="en-US" noProof="0" dirty="0"/>
          </a:p>
        </p:txBody>
      </p:sp>
      <p:sp>
        <p:nvSpPr>
          <p:cNvPr id="3" name="Text Placeholder 2">
            <a:extLst>
              <a:ext uri="{FF2B5EF4-FFF2-40B4-BE49-F238E27FC236}">
                <a16:creationId xmlns:a16="http://schemas.microsoft.com/office/drawing/2014/main" id="{9ED212BB-E7DE-D0F8-87B4-450CF84A2860}"/>
              </a:ext>
            </a:extLst>
          </p:cNvPr>
          <p:cNvSpPr>
            <a:spLocks noGrp="1"/>
          </p:cNvSpPr>
          <p:nvPr>
            <p:ph type="body" sz="quarter" idx="12"/>
          </p:nvPr>
        </p:nvSpPr>
        <p:spPr/>
        <p:txBody>
          <a:bodyPr/>
          <a:lstStyle/>
          <a:p>
            <a:r>
              <a:rPr lang="en-US" b="0" noProof="0"/>
              <a:t>XP Ray of Brazil</a:t>
            </a:r>
          </a:p>
        </p:txBody>
      </p:sp>
    </p:spTree>
    <p:extLst>
      <p:ext uri="{BB962C8B-B14F-4D97-AF65-F5344CB8AC3E}">
        <p14:creationId xmlns:p14="http://schemas.microsoft.com/office/powerpoint/2010/main" val="25871584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noFill/>
        </p:spPr>
        <p:txBody>
          <a:bodyPr/>
          <a:lstStyle/>
          <a:p>
            <a:r>
              <a:rPr lang="en-US" b="1" dirty="0"/>
              <a:t>Given that scenario, how to position?</a:t>
            </a:r>
            <a:r>
              <a:rPr lang="en-US" dirty="0"/>
              <a:t> In this section, we move down to the sector and stock level to explore the valuation picture and our preferences after the market correction. While domestic cyclicals look very attractive on valuation, we reinforce our positioning in high-quality, low-leverage names with strong balance sheets, given the deterioration in the macro fundamentals.</a:t>
            </a:r>
            <a:endParaRPr lang="en-US" b="1" dirty="0"/>
          </a:p>
          <a:p>
            <a:r>
              <a:rPr lang="en-US" b="1" dirty="0"/>
              <a:t>Cyclicals are still the cheapest segment.</a:t>
            </a:r>
            <a:r>
              <a:rPr lang="en-US" dirty="0"/>
              <a:t> In terms of multiples, Cyclicals trade at 10.3x 12m forward P/E, 1.6 std. dev. below their 10-year average of 17.9x and at their lowest level in 10 years (Chart 4). Commodities also trade at a discount, at 6.4x, 0.4 std. dev. below their average of 7.4x (Chart 5).</a:t>
            </a:r>
          </a:p>
          <a:p>
            <a:r>
              <a:rPr lang="en-US" b="1" dirty="0"/>
              <a:t>Financials and Defensives no longer trade above their history.</a:t>
            </a:r>
            <a:r>
              <a:rPr lang="en-US" dirty="0"/>
              <a:t> After the market sell-off, Financials fell from 9.8x, almost one standard deviation above its 10-year average, to 7.6x (−0.6 std. dev.) and Defensives from 14.5x to 12.0x (−0.7 std. dev.). Finally, the </a:t>
            </a:r>
            <a:r>
              <a:rPr lang="en-US" b="1" dirty="0"/>
              <a:t>Ibovespa</a:t>
            </a:r>
            <a:r>
              <a:rPr lang="en-US" dirty="0"/>
              <a:t> trades at 8.2x, 0.7 std. dev. below its average of 10.0x.</a:t>
            </a:r>
          </a:p>
        </p:txBody>
      </p:sp>
      <p:sp>
        <p:nvSpPr>
          <p:cNvPr id="5" name="Content Placeholder 4"/>
          <p:cNvSpPr>
            <a:spLocks noGrp="1"/>
          </p:cNvSpPr>
          <p:nvPr>
            <p:ph sz="quarter" idx="23"/>
          </p:nvPr>
        </p:nvSpPr>
        <p:spPr/>
        <p:txBody>
          <a:bodyPr/>
          <a:lstStyle/>
          <a:p>
            <a:r>
              <a:t>Chart 4: Cyclicals - 12m forward P/E (x)</a:t>
            </a:r>
          </a:p>
        </p:txBody>
      </p:sp>
      <p:sp>
        <p:nvSpPr>
          <p:cNvPr id="6" name="Content Placeholder 5"/>
          <p:cNvSpPr>
            <a:spLocks noGrp="1"/>
          </p:cNvSpPr>
          <p:nvPr>
            <p:ph sz="quarter" idx="24"/>
          </p:nvPr>
        </p:nvSpPr>
        <p:spPr/>
        <p:txBody>
          <a:bodyPr/>
          <a:lstStyle/>
          <a:p>
            <a:r>
              <a:t>Chart 5: Commodities - 12m forward P/E (x)</a:t>
            </a:r>
          </a:p>
        </p:txBody>
      </p:sp>
      <p:sp>
        <p:nvSpPr>
          <p:cNvPr id="9" name="Content Placeholder 8"/>
          <p:cNvSpPr>
            <a:spLocks noGrp="1"/>
          </p:cNvSpPr>
          <p:nvPr>
            <p:ph sz="quarter" idx="27"/>
          </p:nvPr>
        </p:nvSpPr>
        <p:spPr/>
        <p:txBody>
          <a:bodyPr/>
          <a:lstStyle/>
          <a:p>
            <a:r>
              <a:t>Chart 2: Financials - 12m forward P/E (x)</a:t>
            </a:r>
          </a:p>
        </p:txBody>
      </p:sp>
      <p:sp>
        <p:nvSpPr>
          <p:cNvPr id="10" name="Content Placeholder 9"/>
          <p:cNvSpPr>
            <a:spLocks noGrp="1"/>
          </p:cNvSpPr>
          <p:nvPr>
            <p:ph sz="quarter" idx="28"/>
          </p:nvPr>
        </p:nvSpPr>
        <p:spPr/>
        <p:txBody>
          <a:bodyPr/>
          <a:lstStyle/>
          <a:p>
            <a:r>
              <a:t>Chart 3: Defensives - 12m forward P/E (x)</a:t>
            </a:r>
          </a:p>
        </p:txBody>
      </p:sp>
      <p:sp>
        <p:nvSpPr>
          <p:cNvPr id="12" name="Content Placeholder 11"/>
          <p:cNvSpPr>
            <a:spLocks noGrp="1"/>
          </p:cNvSpPr>
          <p:nvPr>
            <p:ph sz="quarter" idx="30"/>
          </p:nvPr>
        </p:nvSpPr>
        <p:spPr>
          <a:xfrm>
            <a:off x="382829" y="3820832"/>
            <a:ext cx="6099547" cy="246221"/>
          </a:xfrm>
        </p:spPr>
        <p:txBody>
          <a:bodyPr/>
          <a:lstStyle/>
          <a:p>
            <a:r>
              <a:t>Chart 1: Ibovespa - 12m forward P/E (x)</a:t>
            </a:r>
          </a:p>
        </p:txBody>
      </p:sp>
      <p:sp>
        <p:nvSpPr>
          <p:cNvPr id="13" name="Text Placeholder 12"/>
          <p:cNvSpPr>
            <a:spLocks noGrp="1"/>
          </p:cNvSpPr>
          <p:nvPr>
            <p:ph type="body" sz="quarter" idx="16"/>
          </p:nvPr>
        </p:nvSpPr>
        <p:spPr/>
        <p:txBody>
          <a:bodyPr/>
          <a:lstStyle/>
          <a:p>
            <a:r>
              <a:rPr lang="pt-BR" dirty="0" err="1"/>
              <a:t>How</a:t>
            </a:r>
            <a:r>
              <a:rPr lang="pt-BR" dirty="0"/>
              <a:t> </a:t>
            </a:r>
            <a:r>
              <a:rPr lang="pt-BR" dirty="0" err="1"/>
              <a:t>to</a:t>
            </a:r>
            <a:r>
              <a:rPr lang="pt-BR" dirty="0"/>
              <a:t> Position?</a:t>
            </a:r>
          </a:p>
          <a:p>
            <a:endParaRPr dirty="0"/>
          </a:p>
        </p:txBody>
      </p:sp>
      <p:sp>
        <p:nvSpPr>
          <p:cNvPr id="14" name="Text Placeholder 13"/>
          <p:cNvSpPr>
            <a:spLocks noGrp="1"/>
          </p:cNvSpPr>
          <p:nvPr>
            <p:ph type="body" sz="quarter" idx="17"/>
          </p:nvPr>
        </p:nvSpPr>
        <p:spPr/>
        <p:txBody>
          <a:bodyPr/>
          <a:lstStyle/>
          <a:p>
            <a:r>
              <a:rPr dirty="0" err="1"/>
              <a:t>After</a:t>
            </a:r>
            <a:r>
              <a:rPr dirty="0"/>
              <a:t> </a:t>
            </a:r>
            <a:r>
              <a:rPr dirty="0" err="1"/>
              <a:t>the</a:t>
            </a:r>
            <a:r>
              <a:rPr dirty="0"/>
              <a:t> </a:t>
            </a:r>
            <a:r>
              <a:rPr dirty="0" err="1"/>
              <a:t>sell</a:t>
            </a:r>
            <a:r>
              <a:rPr dirty="0"/>
              <a:t>-off, </a:t>
            </a:r>
            <a:r>
              <a:rPr dirty="0" err="1"/>
              <a:t>every</a:t>
            </a:r>
            <a:r>
              <a:rPr dirty="0"/>
              <a:t> </a:t>
            </a:r>
            <a:r>
              <a:rPr dirty="0" err="1"/>
              <a:t>segment</a:t>
            </a:r>
            <a:r>
              <a:rPr dirty="0"/>
              <a:t> trades </a:t>
            </a:r>
            <a:r>
              <a:rPr dirty="0" err="1"/>
              <a:t>below</a:t>
            </a:r>
            <a:r>
              <a:rPr dirty="0"/>
              <a:t> its </a:t>
            </a:r>
            <a:r>
              <a:rPr dirty="0" err="1"/>
              <a:t>average</a:t>
            </a:r>
            <a:r>
              <a:rPr dirty="0"/>
              <a:t> </a:t>
            </a:r>
            <a:r>
              <a:rPr dirty="0" err="1"/>
              <a:t>multiple</a:t>
            </a:r>
            <a:endParaRPr dirty="0"/>
          </a:p>
        </p:txBody>
      </p:sp>
      <p:sp>
        <p:nvSpPr>
          <p:cNvPr id="15" name="Text Placeholder 14"/>
          <p:cNvSpPr>
            <a:spLocks noGrp="1"/>
          </p:cNvSpPr>
          <p:nvPr>
            <p:ph type="body" sz="quarter" idx="31"/>
          </p:nvPr>
        </p:nvSpPr>
        <p:spPr/>
        <p:txBody>
          <a:bodyPr/>
          <a:lstStyle/>
          <a:p>
            <a:r>
              <a:rPr dirty="0" err="1"/>
              <a:t>Source</a:t>
            </a:r>
            <a:r>
              <a:rPr dirty="0"/>
              <a:t>: Bloomberg, XP </a:t>
            </a:r>
            <a:r>
              <a:rPr dirty="0" err="1"/>
              <a:t>Research</a:t>
            </a:r>
            <a:r>
              <a:rPr dirty="0"/>
              <a:t>. </a:t>
            </a:r>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p>
        </p:txBody>
      </p:sp>
      <p:graphicFrame>
        <p:nvGraphicFramePr>
          <p:cNvPr id="3" name="Chart P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1544199602"/>
              </p:ext>
            </p:extLst>
          </p:nvPr>
        </p:nvGraphicFramePr>
        <p:xfrm>
          <a:off x="382829" y="4162303"/>
          <a:ext cx="6105737" cy="145751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Chart P2">
            <a:extLst>
              <a:ext uri="{FF2B5EF4-FFF2-40B4-BE49-F238E27FC236}">
                <a16:creationId xmlns:a16="http://schemas.microsoft.com/office/drawing/2014/main" id="{00000000-0008-0000-0100-000002000000}"/>
              </a:ext>
            </a:extLst>
          </p:cNvPr>
          <p:cNvGraphicFramePr>
            <a:graphicFrameLocks/>
          </p:cNvGraphicFramePr>
          <p:nvPr>
            <p:extLst>
              <p:ext uri="{D42A27DB-BD31-4B8C-83A1-F6EECF244321}">
                <p14:modId xmlns:p14="http://schemas.microsoft.com/office/powerpoint/2010/main" val="1203383638"/>
              </p:ext>
            </p:extLst>
          </p:nvPr>
        </p:nvGraphicFramePr>
        <p:xfrm>
          <a:off x="377825" y="5908439"/>
          <a:ext cx="2938221" cy="15788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P3">
            <a:extLst>
              <a:ext uri="{FF2B5EF4-FFF2-40B4-BE49-F238E27FC236}">
                <a16:creationId xmlns:a16="http://schemas.microsoft.com/office/drawing/2014/main" id="{00000000-0008-0000-0200-000002000000}"/>
              </a:ext>
            </a:extLst>
          </p:cNvPr>
          <p:cNvGraphicFramePr>
            <a:graphicFrameLocks/>
          </p:cNvGraphicFramePr>
          <p:nvPr>
            <p:extLst>
              <p:ext uri="{D42A27DB-BD31-4B8C-83A1-F6EECF244321}">
                <p14:modId xmlns:p14="http://schemas.microsoft.com/office/powerpoint/2010/main" val="3317666011"/>
              </p:ext>
            </p:extLst>
          </p:nvPr>
        </p:nvGraphicFramePr>
        <p:xfrm>
          <a:off x="3531947" y="5908439"/>
          <a:ext cx="2965558" cy="157883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P4">
            <a:extLst>
              <a:ext uri="{FF2B5EF4-FFF2-40B4-BE49-F238E27FC236}">
                <a16:creationId xmlns:a16="http://schemas.microsoft.com/office/drawing/2014/main" id="{00000000-0008-0000-0300-000002000000}"/>
              </a:ext>
            </a:extLst>
          </p:cNvPr>
          <p:cNvGraphicFramePr>
            <a:graphicFrameLocks/>
          </p:cNvGraphicFramePr>
          <p:nvPr>
            <p:extLst>
              <p:ext uri="{D42A27DB-BD31-4B8C-83A1-F6EECF244321}">
                <p14:modId xmlns:p14="http://schemas.microsoft.com/office/powerpoint/2010/main" val="522320312"/>
              </p:ext>
            </p:extLst>
          </p:nvPr>
        </p:nvGraphicFramePr>
        <p:xfrm>
          <a:off x="382829" y="7896455"/>
          <a:ext cx="2938221" cy="155710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 name="Chart P5">
            <a:extLst>
              <a:ext uri="{FF2B5EF4-FFF2-40B4-BE49-F238E27FC236}">
                <a16:creationId xmlns:a16="http://schemas.microsoft.com/office/drawing/2014/main" id="{00000000-0008-0000-0400-000002000000}"/>
              </a:ext>
            </a:extLst>
          </p:cNvPr>
          <p:cNvGraphicFramePr>
            <a:graphicFrameLocks/>
          </p:cNvGraphicFramePr>
          <p:nvPr>
            <p:extLst>
              <p:ext uri="{D42A27DB-BD31-4B8C-83A1-F6EECF244321}">
                <p14:modId xmlns:p14="http://schemas.microsoft.com/office/powerpoint/2010/main" val="158629499"/>
              </p:ext>
            </p:extLst>
          </p:nvPr>
        </p:nvGraphicFramePr>
        <p:xfrm>
          <a:off x="3536951" y="7896455"/>
          <a:ext cx="2965558" cy="1557108"/>
        </p:xfrm>
        <a:graphic>
          <a:graphicData uri="http://schemas.openxmlformats.org/drawingml/2006/chart">
            <c:chart xmlns:c="http://schemas.openxmlformats.org/drawingml/2006/chart" xmlns:r="http://schemas.openxmlformats.org/officeDocument/2006/relationships" r:id="rId6"/>
          </a:graphicData>
        </a:graphic>
      </p:graphicFrame>
      <p:sp>
        <p:nvSpPr>
          <p:cNvPr id="17" name="Rectangle 16">
            <a:extLst>
              <a:ext uri="{FF2B5EF4-FFF2-40B4-BE49-F238E27FC236}">
                <a16:creationId xmlns:a16="http://schemas.microsoft.com/office/drawing/2014/main" id="{ED7CAC28-1E3D-B1C3-7C30-DCD2E1060B61}"/>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334281935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2829" y="1498177"/>
            <a:ext cx="6063034" cy="2219450"/>
          </a:xfrm>
          <a:noFill/>
        </p:spPr>
        <p:txBody>
          <a:bodyPr/>
          <a:lstStyle/>
          <a:p>
            <a:r>
              <a:rPr lang="en-US" b="1"/>
              <a:t>The Ibovespa ERP improved, but remains below its historical average.</a:t>
            </a:r>
            <a:r>
              <a:rPr lang="en-US"/>
              <a:t> The P/E de-rated more than real rates rose, widening the premium in every segment but Commodities.</a:t>
            </a:r>
            <a:endParaRPr lang="en-US" dirty="0"/>
          </a:p>
          <a:p>
            <a:r>
              <a:rPr lang="en-US"/>
              <a:t>At 4.5%, the Ibovespa equity risk premium (12m forward earnings yield minus the 5-year real rate) stands 0.5 std. dev. below its 10-year average of 5.3% (Chart 1), up from 3.7% after the first round. The real rate rose 95bp, to 7.8%, offsetting about half of the de-rating.</a:t>
            </a:r>
            <a:endParaRPr lang="en-US" dirty="0"/>
          </a:p>
          <a:p>
            <a:r>
              <a:rPr lang="en-US"/>
              <a:t>Financials gained the most (3.4% to 5.4%, still −0.9 std. dev.), and Cyclicals (0.9% to 2.0%) remain the only segment above its history (+1.5 std. dev.); Defensives barely moved (0.5%, −1.3 std. dev.). </a:t>
            </a:r>
            <a:r>
              <a:rPr lang="en-US" b="1"/>
              <a:t>Commodities are the exception:</a:t>
            </a:r>
            <a:r>
              <a:rPr lang="en-US"/>
              <a:t> as exporters held up, their P/E was unchanged and the premium fell from 8.7% to 7.7%.</a:t>
            </a:r>
            <a:endParaRPr lang="en-US" dirty="0"/>
          </a:p>
          <a:p>
            <a:r>
              <a:rPr lang="en-US" b="1" dirty="0"/>
              <a:t>The lower the ERP, the more expensive equities are relative to long dated real rates (NTN-B bonds).</a:t>
            </a:r>
            <a:r>
              <a:rPr lang="en-US" dirty="0"/>
              <a:t> </a:t>
            </a:r>
            <a:endParaRPr dirty="0"/>
          </a:p>
        </p:txBody>
      </p:sp>
      <p:sp>
        <p:nvSpPr>
          <p:cNvPr id="5" name="Content Placeholder 4"/>
          <p:cNvSpPr>
            <a:spLocks noGrp="1"/>
          </p:cNvSpPr>
          <p:nvPr>
            <p:ph sz="quarter" idx="23"/>
          </p:nvPr>
        </p:nvSpPr>
        <p:spPr>
          <a:xfrm>
            <a:off x="382829" y="7623226"/>
            <a:ext cx="2938221" cy="230832"/>
          </a:xfrm>
        </p:spPr>
        <p:txBody>
          <a:bodyPr/>
          <a:lstStyle/>
          <a:p>
            <a:r>
              <a:rPr lang="en-US"/>
              <a:t>Chart 4: Cyclicals - equity risk premium (%)</a:t>
            </a:r>
            <a:endParaRPr/>
          </a:p>
        </p:txBody>
      </p:sp>
      <p:sp>
        <p:nvSpPr>
          <p:cNvPr id="6" name="Content Placeholder 5"/>
          <p:cNvSpPr>
            <a:spLocks noGrp="1"/>
          </p:cNvSpPr>
          <p:nvPr>
            <p:ph sz="quarter" idx="24"/>
          </p:nvPr>
        </p:nvSpPr>
        <p:spPr>
          <a:xfrm>
            <a:off x="3552750" y="7623226"/>
            <a:ext cx="2949758" cy="230832"/>
          </a:xfrm>
        </p:spPr>
        <p:txBody>
          <a:bodyPr/>
          <a:lstStyle/>
          <a:p>
            <a:r>
              <a:rPr lang="en-US"/>
              <a:t>Chart 5: Commodities - equity risk premium (%)</a:t>
            </a:r>
            <a:endParaRPr/>
          </a:p>
        </p:txBody>
      </p:sp>
      <p:sp>
        <p:nvSpPr>
          <p:cNvPr id="9" name="Content Placeholder 8"/>
          <p:cNvSpPr>
            <a:spLocks noGrp="1"/>
          </p:cNvSpPr>
          <p:nvPr>
            <p:ph sz="quarter" idx="27"/>
          </p:nvPr>
        </p:nvSpPr>
        <p:spPr>
          <a:xfrm>
            <a:off x="377825" y="5635210"/>
            <a:ext cx="2938221" cy="230832"/>
          </a:xfrm>
        </p:spPr>
        <p:txBody>
          <a:bodyPr/>
          <a:lstStyle/>
          <a:p>
            <a:r>
              <a:rPr lang="en-US"/>
              <a:t>Chart 2: Financials - equity risk premium (%)</a:t>
            </a:r>
            <a:endParaRPr/>
          </a:p>
        </p:txBody>
      </p:sp>
      <p:sp>
        <p:nvSpPr>
          <p:cNvPr id="10" name="Content Placeholder 9"/>
          <p:cNvSpPr>
            <a:spLocks noGrp="1"/>
          </p:cNvSpPr>
          <p:nvPr>
            <p:ph sz="quarter" idx="28"/>
          </p:nvPr>
        </p:nvSpPr>
        <p:spPr>
          <a:xfrm>
            <a:off x="3547746" y="5635210"/>
            <a:ext cx="2949758" cy="230832"/>
          </a:xfrm>
        </p:spPr>
        <p:txBody>
          <a:bodyPr/>
          <a:lstStyle/>
          <a:p>
            <a:r>
              <a:rPr lang="en-US"/>
              <a:t>Chart 3: Defensives - equity risk premium (%)</a:t>
            </a:r>
            <a:endParaRPr/>
          </a:p>
        </p:txBody>
      </p:sp>
      <p:sp>
        <p:nvSpPr>
          <p:cNvPr id="12" name="Content Placeholder 11"/>
          <p:cNvSpPr>
            <a:spLocks noGrp="1"/>
          </p:cNvSpPr>
          <p:nvPr>
            <p:ph sz="quarter" idx="30"/>
          </p:nvPr>
        </p:nvSpPr>
        <p:spPr>
          <a:xfrm>
            <a:off x="382829" y="3760024"/>
            <a:ext cx="6099547" cy="230832"/>
          </a:xfrm>
        </p:spPr>
        <p:txBody>
          <a:bodyPr/>
          <a:lstStyle/>
          <a:p>
            <a:r>
              <a:rPr lang="en-US" dirty="0"/>
              <a:t>Chart 1: Ibovespa - equity risk premium (%)</a:t>
            </a:r>
            <a:endParaRPr dirty="0"/>
          </a:p>
        </p:txBody>
      </p:sp>
      <p:sp>
        <p:nvSpPr>
          <p:cNvPr id="13" name="Text Placeholder 12"/>
          <p:cNvSpPr>
            <a:spLocks noGrp="1"/>
          </p:cNvSpPr>
          <p:nvPr>
            <p:ph type="body" sz="quarter" idx="16"/>
          </p:nvPr>
        </p:nvSpPr>
        <p:spPr/>
        <p:txBody>
          <a:bodyPr/>
          <a:lstStyle/>
          <a:p>
            <a:r>
              <a:rPr lang="pt-BR" dirty="0" err="1"/>
              <a:t>How</a:t>
            </a:r>
            <a:r>
              <a:rPr lang="pt-BR" dirty="0"/>
              <a:t> </a:t>
            </a:r>
            <a:r>
              <a:rPr lang="pt-BR" dirty="0" err="1"/>
              <a:t>to</a:t>
            </a:r>
            <a:r>
              <a:rPr lang="pt-BR" dirty="0"/>
              <a:t> Position?</a:t>
            </a:r>
          </a:p>
        </p:txBody>
      </p:sp>
      <p:sp>
        <p:nvSpPr>
          <p:cNvPr id="14" name="Text Placeholder 13"/>
          <p:cNvSpPr>
            <a:spLocks noGrp="1"/>
          </p:cNvSpPr>
          <p:nvPr>
            <p:ph type="body" sz="quarter" idx="17"/>
          </p:nvPr>
        </p:nvSpPr>
        <p:spPr/>
        <p:txBody>
          <a:bodyPr/>
          <a:lstStyle/>
          <a:p>
            <a:r>
              <a:rPr lang="en-US"/>
              <a:t>The sell-off widened the risk premium, except in Commodities</a:t>
            </a:r>
            <a:endParaRPr dirty="0"/>
          </a:p>
        </p:txBody>
      </p:sp>
      <p:sp>
        <p:nvSpPr>
          <p:cNvPr id="15" name="Text Placeholder 14"/>
          <p:cNvSpPr>
            <a:spLocks noGrp="1"/>
          </p:cNvSpPr>
          <p:nvPr>
            <p:ph type="body" sz="quarter" idx="31"/>
          </p:nvPr>
        </p:nvSpPr>
        <p:spPr/>
        <p:txBody>
          <a:bodyPr/>
          <a:lstStyle/>
          <a:p>
            <a:r>
              <a:rPr lang="en-US" dirty="0"/>
              <a:t>Source: Bloomberg, XP Research. </a:t>
            </a:r>
            <a:endParaRPr dirty="0"/>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p>
        </p:txBody>
      </p:sp>
      <p:graphicFrame>
        <p:nvGraphicFramePr>
          <p:cNvPr id="16" name="Chart E1">
            <a:extLst>
              <a:ext uri="{FF2B5EF4-FFF2-40B4-BE49-F238E27FC236}">
                <a16:creationId xmlns:a16="http://schemas.microsoft.com/office/drawing/2014/main" id="{00000000-0008-0000-0000-000002000000}"/>
              </a:ext>
            </a:extLst>
          </p:cNvPr>
          <p:cNvGraphicFramePr>
            <a:graphicFrameLocks/>
          </p:cNvGraphicFramePr>
          <p:nvPr>
            <p:extLst>
              <p:ext uri="{D42A27DB-BD31-4B8C-83A1-F6EECF244321}">
                <p14:modId xmlns:p14="http://schemas.microsoft.com/office/powerpoint/2010/main" val="3878365613"/>
              </p:ext>
            </p:extLst>
          </p:nvPr>
        </p:nvGraphicFramePr>
        <p:xfrm>
          <a:off x="382829" y="4033253"/>
          <a:ext cx="6105737" cy="157883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Chart E2">
            <a:extLst>
              <a:ext uri="{FF2B5EF4-FFF2-40B4-BE49-F238E27FC236}">
                <a16:creationId xmlns:a16="http://schemas.microsoft.com/office/drawing/2014/main" id="{00000000-0008-0000-0100-000002000000}"/>
              </a:ext>
            </a:extLst>
          </p:cNvPr>
          <p:cNvGraphicFramePr>
            <a:graphicFrameLocks/>
          </p:cNvGraphicFramePr>
          <p:nvPr>
            <p:extLst>
              <p:ext uri="{D42A27DB-BD31-4B8C-83A1-F6EECF244321}">
                <p14:modId xmlns:p14="http://schemas.microsoft.com/office/powerpoint/2010/main" val="4167234180"/>
              </p:ext>
            </p:extLst>
          </p:nvPr>
        </p:nvGraphicFramePr>
        <p:xfrm>
          <a:off x="377825" y="5908439"/>
          <a:ext cx="2938221" cy="15788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hart E3">
            <a:extLst>
              <a:ext uri="{FF2B5EF4-FFF2-40B4-BE49-F238E27FC236}">
                <a16:creationId xmlns:a16="http://schemas.microsoft.com/office/drawing/2014/main" id="{00000000-0008-0000-0200-000002000000}"/>
              </a:ext>
            </a:extLst>
          </p:cNvPr>
          <p:cNvGraphicFramePr>
            <a:graphicFrameLocks/>
          </p:cNvGraphicFramePr>
          <p:nvPr>
            <p:extLst>
              <p:ext uri="{D42A27DB-BD31-4B8C-83A1-F6EECF244321}">
                <p14:modId xmlns:p14="http://schemas.microsoft.com/office/powerpoint/2010/main" val="2985626393"/>
              </p:ext>
            </p:extLst>
          </p:nvPr>
        </p:nvGraphicFramePr>
        <p:xfrm>
          <a:off x="3531947" y="5908439"/>
          <a:ext cx="2965558" cy="157883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Chart E4">
            <a:extLst>
              <a:ext uri="{FF2B5EF4-FFF2-40B4-BE49-F238E27FC236}">
                <a16:creationId xmlns:a16="http://schemas.microsoft.com/office/drawing/2014/main" id="{00000000-0008-0000-0300-000002000000}"/>
              </a:ext>
            </a:extLst>
          </p:cNvPr>
          <p:cNvGraphicFramePr>
            <a:graphicFrameLocks/>
          </p:cNvGraphicFramePr>
          <p:nvPr>
            <p:extLst>
              <p:ext uri="{D42A27DB-BD31-4B8C-83A1-F6EECF244321}">
                <p14:modId xmlns:p14="http://schemas.microsoft.com/office/powerpoint/2010/main" val="728862690"/>
              </p:ext>
            </p:extLst>
          </p:nvPr>
        </p:nvGraphicFramePr>
        <p:xfrm>
          <a:off x="382829" y="7896455"/>
          <a:ext cx="2938221" cy="155710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Chart E5">
            <a:extLst>
              <a:ext uri="{FF2B5EF4-FFF2-40B4-BE49-F238E27FC236}">
                <a16:creationId xmlns:a16="http://schemas.microsoft.com/office/drawing/2014/main" id="{00000000-0008-0000-0400-000002000000}"/>
              </a:ext>
            </a:extLst>
          </p:cNvPr>
          <p:cNvGraphicFramePr>
            <a:graphicFrameLocks/>
          </p:cNvGraphicFramePr>
          <p:nvPr>
            <p:extLst>
              <p:ext uri="{D42A27DB-BD31-4B8C-83A1-F6EECF244321}">
                <p14:modId xmlns:p14="http://schemas.microsoft.com/office/powerpoint/2010/main" val="1369131699"/>
              </p:ext>
            </p:extLst>
          </p:nvPr>
        </p:nvGraphicFramePr>
        <p:xfrm>
          <a:off x="3536951" y="7896455"/>
          <a:ext cx="2965558" cy="1557108"/>
        </p:xfrm>
        <a:graphic>
          <a:graphicData uri="http://schemas.openxmlformats.org/drawingml/2006/chart">
            <c:chart xmlns:c="http://schemas.openxmlformats.org/drawingml/2006/chart" xmlns:r="http://schemas.openxmlformats.org/officeDocument/2006/relationships" r:id="rId6"/>
          </a:graphicData>
        </a:graphic>
      </p:graphicFrame>
      <p:sp>
        <p:nvSpPr>
          <p:cNvPr id="4" name="Rectangle 3">
            <a:extLst>
              <a:ext uri="{FF2B5EF4-FFF2-40B4-BE49-F238E27FC236}">
                <a16:creationId xmlns:a16="http://schemas.microsoft.com/office/drawing/2014/main" id="{FEA604EF-D696-BE52-CD06-8C29B848C1DD}"/>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99967376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8599"/>
            <a:ext cx="6099048" cy="3854797"/>
          </a:xfrm>
          <a:noFill/>
        </p:spPr>
        <p:txBody>
          <a:bodyPr/>
          <a:lstStyle/>
          <a:p>
            <a:r>
              <a:rPr lang="en-US" dirty="0"/>
              <a:t>Given the meaningful shift in the domestic backdrop after the election runoff, we update our analysis of how sectors under our coverage are exposed to different macro drivers, and how investors can position across scenarios going forward.</a:t>
            </a:r>
          </a:p>
          <a:p>
            <a:r>
              <a:rPr lang="en-US" dirty="0"/>
              <a:t>We divide the potential macro scenarios ahead into four: </a:t>
            </a:r>
            <a:r>
              <a:rPr lang="en-US" b="1" dirty="0"/>
              <a:t>(</a:t>
            </a:r>
            <a:r>
              <a:rPr lang="en-US" b="1" dirty="0" err="1"/>
              <a:t>i</a:t>
            </a:r>
            <a:r>
              <a:rPr lang="en-US" b="1" dirty="0"/>
              <a:t>) global risk-on</a:t>
            </a:r>
            <a:r>
              <a:rPr lang="en-US" dirty="0"/>
              <a:t>; </a:t>
            </a:r>
            <a:r>
              <a:rPr lang="en-US" b="1" dirty="0"/>
              <a:t>(ii) global risk-off</a:t>
            </a:r>
            <a:r>
              <a:rPr lang="en-US" dirty="0"/>
              <a:t>; </a:t>
            </a:r>
            <a:r>
              <a:rPr lang="en-US" b="1" dirty="0"/>
              <a:t>(iii) domestic risk-off</a:t>
            </a:r>
            <a:r>
              <a:rPr lang="en-US" dirty="0"/>
              <a:t>; and </a:t>
            </a:r>
            <a:r>
              <a:rPr lang="en-US" b="1" dirty="0"/>
              <a:t>(iv) domestic risk-on</a:t>
            </a:r>
            <a:r>
              <a:rPr lang="en-US" dirty="0"/>
              <a:t>.</a:t>
            </a:r>
          </a:p>
          <a:p>
            <a:r>
              <a:rPr lang="en-US" dirty="0"/>
              <a:t>We then combine sector betas to global variables (S&amp;P 500, 10-year US Treasury yields, and commodity prices) with sector betas to domestic variables (long-term real yields, short-term nominal yields, and FX), estimated over two years of weekly returns, to build a sector-level exposure map to these two sets of drivers, shown in Chart 1 on the next page. </a:t>
            </a:r>
          </a:p>
          <a:p>
            <a:r>
              <a:rPr lang="en-US" dirty="0"/>
              <a:t>Our conclusions on the sectors that tend to outperform under each scenario are as follows:</a:t>
            </a:r>
          </a:p>
          <a:p>
            <a:pPr marL="228600" lvl="1" indent="-228600">
              <a:lnSpc>
                <a:spcPct val="125000"/>
              </a:lnSpc>
              <a:spcBef>
                <a:spcPts val="600"/>
              </a:spcBef>
              <a:buFont typeface="Arial" panose="020B0604020202020204" pitchFamily="34" charset="0"/>
              <a:buAutoNum type="arabicPeriod"/>
            </a:pPr>
            <a:r>
              <a:rPr lang="en-US" sz="1000" i="1" dirty="0">
                <a:solidFill>
                  <a:srgbClr val="000000"/>
                </a:solidFill>
                <a:latin typeface="Roboto Light" panose="02000000000000000000" pitchFamily="2" charset="0"/>
              </a:rPr>
              <a:t>Global risk-off, Domestic risk-off</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Oil &amp; Gas</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Food &amp; Beverages</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Agribusiness</a:t>
            </a:r>
            <a:r>
              <a:rPr lang="en-US" sz="1000" dirty="0">
                <a:solidFill>
                  <a:srgbClr val="000000"/>
                </a:solidFill>
                <a:latin typeface="Roboto Light" panose="02000000000000000000" pitchFamily="2" charset="0"/>
              </a:rPr>
              <a:t>, and </a:t>
            </a:r>
            <a:r>
              <a:rPr lang="en-US" sz="1000" b="1" dirty="0">
                <a:solidFill>
                  <a:srgbClr val="000000"/>
                </a:solidFill>
                <a:latin typeface="Roboto Light" panose="02000000000000000000" pitchFamily="2" charset="0"/>
              </a:rPr>
              <a:t>Banks</a:t>
            </a:r>
            <a:r>
              <a:rPr lang="en-US" sz="1000" dirty="0">
                <a:solidFill>
                  <a:srgbClr val="000000"/>
                </a:solidFill>
                <a:latin typeface="Roboto Light" panose="02000000000000000000" pitchFamily="2" charset="0"/>
              </a:rPr>
              <a:t>;</a:t>
            </a:r>
          </a:p>
          <a:p>
            <a:pPr marL="228600" lvl="1" indent="-228600">
              <a:lnSpc>
                <a:spcPct val="125000"/>
              </a:lnSpc>
              <a:spcBef>
                <a:spcPts val="600"/>
              </a:spcBef>
              <a:buFont typeface="Arial" panose="020B0604020202020204" pitchFamily="34" charset="0"/>
              <a:buAutoNum type="arabicPeriod"/>
            </a:pPr>
            <a:r>
              <a:rPr lang="en-US" sz="1000" i="1" dirty="0">
                <a:solidFill>
                  <a:srgbClr val="000000"/>
                </a:solidFill>
                <a:latin typeface="Roboto Light" panose="02000000000000000000" pitchFamily="2" charset="0"/>
              </a:rPr>
              <a:t>Global risk-on, Domestic risk-off</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Metals &amp; Mining</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Capital Goods</a:t>
            </a:r>
            <a:r>
              <a:rPr lang="en-US" sz="1000" dirty="0">
                <a:solidFill>
                  <a:srgbClr val="000000"/>
                </a:solidFill>
                <a:latin typeface="Roboto Light" panose="02000000000000000000" pitchFamily="2" charset="0"/>
              </a:rPr>
              <a:t>, and </a:t>
            </a:r>
            <a:r>
              <a:rPr lang="en-US" sz="1000" b="1" dirty="0">
                <a:solidFill>
                  <a:srgbClr val="000000"/>
                </a:solidFill>
                <a:latin typeface="Roboto Light" panose="02000000000000000000" pitchFamily="2" charset="0"/>
              </a:rPr>
              <a:t>Pulp &amp; Paper</a:t>
            </a:r>
            <a:r>
              <a:rPr lang="en-US" sz="1000" dirty="0">
                <a:solidFill>
                  <a:srgbClr val="000000"/>
                </a:solidFill>
                <a:latin typeface="Roboto Light" panose="02000000000000000000" pitchFamily="2" charset="0"/>
              </a:rPr>
              <a:t>;</a:t>
            </a:r>
          </a:p>
          <a:p>
            <a:pPr marL="228600" lvl="1" indent="-228600">
              <a:lnSpc>
                <a:spcPct val="125000"/>
              </a:lnSpc>
              <a:spcBef>
                <a:spcPts val="600"/>
              </a:spcBef>
              <a:buFont typeface="Arial" panose="020B0604020202020204" pitchFamily="34" charset="0"/>
              <a:buAutoNum type="arabicPeriod"/>
            </a:pPr>
            <a:r>
              <a:rPr lang="en-US" sz="1000" i="1" dirty="0">
                <a:solidFill>
                  <a:srgbClr val="000000"/>
                </a:solidFill>
                <a:latin typeface="Roboto Light" panose="02000000000000000000" pitchFamily="2" charset="0"/>
              </a:rPr>
              <a:t>Global risk-off, Domestic risk-on</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Transportation</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Retail</a:t>
            </a:r>
            <a:r>
              <a:rPr lang="en-US" sz="1000" dirty="0">
                <a:solidFill>
                  <a:srgbClr val="000000"/>
                </a:solidFill>
                <a:latin typeface="Roboto Light" panose="02000000000000000000" pitchFamily="2" charset="0"/>
              </a:rPr>
              <a:t>, and </a:t>
            </a:r>
            <a:r>
              <a:rPr lang="en-US" sz="1000" b="1" dirty="0">
                <a:solidFill>
                  <a:srgbClr val="000000"/>
                </a:solidFill>
                <a:latin typeface="Roboto Light" panose="02000000000000000000" pitchFamily="2" charset="0"/>
              </a:rPr>
              <a:t>Health Care</a:t>
            </a:r>
            <a:r>
              <a:rPr lang="en-US" sz="1000" dirty="0">
                <a:solidFill>
                  <a:srgbClr val="000000"/>
                </a:solidFill>
                <a:latin typeface="Roboto Light" panose="02000000000000000000" pitchFamily="2" charset="0"/>
              </a:rPr>
              <a:t>;</a:t>
            </a:r>
          </a:p>
          <a:p>
            <a:pPr marL="228600" lvl="1" indent="-228600">
              <a:lnSpc>
                <a:spcPct val="125000"/>
              </a:lnSpc>
              <a:spcBef>
                <a:spcPts val="600"/>
              </a:spcBef>
              <a:buFont typeface="Arial" panose="020B0604020202020204" pitchFamily="34" charset="0"/>
              <a:buAutoNum type="arabicPeriod"/>
            </a:pPr>
            <a:r>
              <a:rPr lang="en-US" sz="1000" i="1" dirty="0">
                <a:solidFill>
                  <a:srgbClr val="000000"/>
                </a:solidFill>
                <a:latin typeface="Roboto Light" panose="02000000000000000000" pitchFamily="2" charset="0"/>
              </a:rPr>
              <a:t>Global risk-on, Domestic risk-on</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Homebuilders</a:t>
            </a:r>
            <a:r>
              <a:rPr lang="en-US" sz="1000" dirty="0">
                <a:solidFill>
                  <a:srgbClr val="000000"/>
                </a:solidFill>
                <a:latin typeface="Roboto Light" panose="02000000000000000000" pitchFamily="2" charset="0"/>
              </a:rPr>
              <a:t>, </a:t>
            </a:r>
            <a:r>
              <a:rPr lang="en-US" sz="1000" b="1" dirty="0">
                <a:solidFill>
                  <a:srgbClr val="000000"/>
                </a:solidFill>
                <a:latin typeface="Roboto Light" panose="02000000000000000000" pitchFamily="2" charset="0"/>
              </a:rPr>
              <a:t>Education</a:t>
            </a:r>
            <a:r>
              <a:rPr lang="en-US" sz="1000" dirty="0">
                <a:solidFill>
                  <a:srgbClr val="000000"/>
                </a:solidFill>
                <a:latin typeface="Roboto Light" panose="02000000000000000000" pitchFamily="2" charset="0"/>
              </a:rPr>
              <a:t>, and </a:t>
            </a:r>
            <a:r>
              <a:rPr lang="en-US" sz="1000" b="1" dirty="0">
                <a:solidFill>
                  <a:srgbClr val="000000"/>
                </a:solidFill>
                <a:latin typeface="Roboto Light" panose="02000000000000000000" pitchFamily="2" charset="0"/>
              </a:rPr>
              <a:t>Income Properties</a:t>
            </a:r>
            <a:r>
              <a:rPr lang="en-US" sz="1000" dirty="0">
                <a:solidFill>
                  <a:srgbClr val="000000"/>
                </a:solidFill>
                <a:latin typeface="Roboto Light" panose="02000000000000000000" pitchFamily="2" charset="0"/>
              </a:rPr>
              <a:t>.</a:t>
            </a:r>
          </a:p>
          <a:p>
            <a:r>
              <a:rPr lang="en-US" b="1" dirty="0"/>
              <a:t>The map held up after the recent market sell-off</a:t>
            </a:r>
            <a:r>
              <a:rPr lang="en-US" dirty="0"/>
              <a:t>: in the two sessions after October 25, the global risk-on/domestic risk-off sectors rose 2%, while the Ibovespa declined 14%.</a:t>
            </a:r>
            <a:endParaRPr dirty="0"/>
          </a:p>
        </p:txBody>
      </p:sp>
      <p:sp>
        <p:nvSpPr>
          <p:cNvPr id="13" name="Text Placeholder 12"/>
          <p:cNvSpPr>
            <a:spLocks noGrp="1"/>
          </p:cNvSpPr>
          <p:nvPr>
            <p:ph type="body" sz="quarter" idx="16"/>
          </p:nvPr>
        </p:nvSpPr>
        <p:spPr/>
        <p:txBody>
          <a:bodyPr/>
          <a:lstStyle/>
          <a:p>
            <a:r>
              <a:rPr lang="pt-BR" dirty="0" err="1"/>
              <a:t>How</a:t>
            </a:r>
            <a:r>
              <a:rPr lang="pt-BR" dirty="0"/>
              <a:t> </a:t>
            </a:r>
            <a:r>
              <a:rPr lang="pt-BR" dirty="0" err="1"/>
              <a:t>to</a:t>
            </a:r>
            <a:r>
              <a:rPr lang="pt-BR" dirty="0"/>
              <a:t> Position?</a:t>
            </a:r>
          </a:p>
        </p:txBody>
      </p:sp>
      <p:sp>
        <p:nvSpPr>
          <p:cNvPr id="14" name="Text Placeholder 13"/>
          <p:cNvSpPr>
            <a:spLocks noGrp="1"/>
          </p:cNvSpPr>
          <p:nvPr>
            <p:ph type="body" sz="quarter" idx="17"/>
          </p:nvPr>
        </p:nvSpPr>
        <p:spPr/>
        <p:txBody>
          <a:bodyPr/>
          <a:lstStyle/>
          <a:p>
            <a:r>
              <a:rPr dirty="0"/>
              <a:t>Mapping </a:t>
            </a:r>
            <a:r>
              <a:rPr dirty="0" err="1"/>
              <a:t>sensitivity</a:t>
            </a:r>
            <a:r>
              <a:rPr dirty="0"/>
              <a:t> </a:t>
            </a:r>
            <a:r>
              <a:rPr dirty="0" err="1"/>
              <a:t>to</a:t>
            </a:r>
            <a:r>
              <a:rPr dirty="0"/>
              <a:t> global </a:t>
            </a:r>
            <a:r>
              <a:rPr dirty="0" err="1"/>
              <a:t>and</a:t>
            </a:r>
            <a:r>
              <a:rPr dirty="0"/>
              <a:t> local drivers</a:t>
            </a:r>
          </a:p>
        </p:txBody>
      </p:sp>
      <p:sp>
        <p:nvSpPr>
          <p:cNvPr id="15" name="Text Placeholder 14"/>
          <p:cNvSpPr>
            <a:spLocks noGrp="1"/>
          </p:cNvSpPr>
          <p:nvPr>
            <p:ph type="body" sz="quarter" idx="31"/>
          </p:nvPr>
        </p:nvSpPr>
        <p:spPr/>
        <p:txBody>
          <a:bodyPr/>
          <a:lstStyle/>
          <a:p>
            <a:r>
              <a:rPr lang="en-US" dirty="0"/>
              <a:t>Source: </a:t>
            </a:r>
            <a:r>
              <a:rPr lang="en-US" dirty="0" err="1"/>
              <a:t>Economatica</a:t>
            </a:r>
            <a:r>
              <a:rPr lang="en-US" dirty="0"/>
              <a:t>, </a:t>
            </a:r>
            <a:r>
              <a:rPr lang="en-US" dirty="0" err="1"/>
              <a:t>Anbima</a:t>
            </a:r>
            <a:r>
              <a:rPr lang="en-US" dirty="0"/>
              <a:t>, XP Research. </a:t>
            </a:r>
            <a:endParaRPr dirty="0"/>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endParaRPr lang="en-US"/>
          </a:p>
        </p:txBody>
      </p:sp>
      <p:sp>
        <p:nvSpPr>
          <p:cNvPr id="3"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5272229"/>
            <a:ext cx="6099048"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Table 1: Sector betas to key macro factors</a:t>
            </a:r>
            <a:endParaRPr lang="pt-BR" dirty="0"/>
          </a:p>
        </p:txBody>
      </p:sp>
      <p:graphicFrame>
        <p:nvGraphicFramePr>
          <p:cNvPr id="86" name="Table 85">
            <a:extLst>
              <a:ext uri="{FF2B5EF4-FFF2-40B4-BE49-F238E27FC236}">
                <a16:creationId xmlns:a16="http://schemas.microsoft.com/office/drawing/2014/main" id="{8E00FAC2-9AFE-03AE-B8CD-ACB47619C452}"/>
              </a:ext>
            </a:extLst>
          </p:cNvPr>
          <p:cNvGraphicFramePr>
            <a:graphicFrameLocks noGrp="1"/>
          </p:cNvGraphicFramePr>
          <p:nvPr>
            <p:extLst>
              <p:ext uri="{D42A27DB-BD31-4B8C-83A1-F6EECF244321}">
                <p14:modId xmlns:p14="http://schemas.microsoft.com/office/powerpoint/2010/main" val="3234572694"/>
              </p:ext>
            </p:extLst>
          </p:nvPr>
        </p:nvGraphicFramePr>
        <p:xfrm>
          <a:off x="384048" y="5577029"/>
          <a:ext cx="6093864" cy="3133624"/>
        </p:xfrm>
        <a:graphic>
          <a:graphicData uri="http://schemas.openxmlformats.org/drawingml/2006/table">
            <a:tbl>
              <a:tblPr>
                <a:tableStyleId>{2D5ABB26-0587-4C30-8999-92F81FD0307C}</a:tableStyleId>
              </a:tblPr>
              <a:tblGrid>
                <a:gridCol w="1197864">
                  <a:extLst>
                    <a:ext uri="{9D8B030D-6E8A-4147-A177-3AD203B41FA5}">
                      <a16:colId xmlns:a16="http://schemas.microsoft.com/office/drawing/2014/main" val="20000"/>
                    </a:ext>
                  </a:extLst>
                </a:gridCol>
                <a:gridCol w="612000">
                  <a:extLst>
                    <a:ext uri="{9D8B030D-6E8A-4147-A177-3AD203B41FA5}">
                      <a16:colId xmlns:a16="http://schemas.microsoft.com/office/drawing/2014/main" val="20001"/>
                    </a:ext>
                  </a:extLst>
                </a:gridCol>
                <a:gridCol w="612000">
                  <a:extLst>
                    <a:ext uri="{9D8B030D-6E8A-4147-A177-3AD203B41FA5}">
                      <a16:colId xmlns:a16="http://schemas.microsoft.com/office/drawing/2014/main" val="20002"/>
                    </a:ext>
                  </a:extLst>
                </a:gridCol>
                <a:gridCol w="612000">
                  <a:extLst>
                    <a:ext uri="{9D8B030D-6E8A-4147-A177-3AD203B41FA5}">
                      <a16:colId xmlns:a16="http://schemas.microsoft.com/office/drawing/2014/main" val="20003"/>
                    </a:ext>
                  </a:extLst>
                </a:gridCol>
                <a:gridCol w="612000">
                  <a:extLst>
                    <a:ext uri="{9D8B030D-6E8A-4147-A177-3AD203B41FA5}">
                      <a16:colId xmlns:a16="http://schemas.microsoft.com/office/drawing/2014/main" val="20004"/>
                    </a:ext>
                  </a:extLst>
                </a:gridCol>
                <a:gridCol w="612000">
                  <a:extLst>
                    <a:ext uri="{9D8B030D-6E8A-4147-A177-3AD203B41FA5}">
                      <a16:colId xmlns:a16="http://schemas.microsoft.com/office/drawing/2014/main" val="20005"/>
                    </a:ext>
                  </a:extLst>
                </a:gridCol>
                <a:gridCol w="502743">
                  <a:extLst>
                    <a:ext uri="{9D8B030D-6E8A-4147-A177-3AD203B41FA5}">
                      <a16:colId xmlns:a16="http://schemas.microsoft.com/office/drawing/2014/main" val="20006"/>
                    </a:ext>
                  </a:extLst>
                </a:gridCol>
                <a:gridCol w="674254">
                  <a:extLst>
                    <a:ext uri="{9D8B030D-6E8A-4147-A177-3AD203B41FA5}">
                      <a16:colId xmlns:a16="http://schemas.microsoft.com/office/drawing/2014/main" val="20007"/>
                    </a:ext>
                  </a:extLst>
                </a:gridCol>
                <a:gridCol w="659003">
                  <a:extLst>
                    <a:ext uri="{9D8B030D-6E8A-4147-A177-3AD203B41FA5}">
                      <a16:colId xmlns:a16="http://schemas.microsoft.com/office/drawing/2014/main" val="20008"/>
                    </a:ext>
                  </a:extLst>
                </a:gridCol>
              </a:tblGrid>
              <a:tr h="380182">
                <a:tc>
                  <a:txBody>
                    <a:bodyPr/>
                    <a:lstStyle/>
                    <a:p>
                      <a:pPr algn="ctr"/>
                      <a:r>
                        <a:rPr sz="800" b="1" dirty="0">
                          <a:solidFill>
                            <a:srgbClr val="FFFFFF"/>
                          </a:solidFill>
                          <a:latin typeface="Roboto"/>
                        </a:rPr>
                        <a:t>Sector</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sz="800" b="1" dirty="0">
                          <a:solidFill>
                            <a:srgbClr val="FFFFFF"/>
                          </a:solidFill>
                          <a:latin typeface="Roboto"/>
                        </a:rPr>
                        <a:t>Ibovespa</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sz="800" b="1">
                          <a:solidFill>
                            <a:srgbClr val="FFFFFF"/>
                          </a:solidFill>
                          <a:latin typeface="Roboto"/>
                        </a:rPr>
                        <a:t>S&amp;P 500</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sz="800" b="1" dirty="0">
                          <a:solidFill>
                            <a:srgbClr val="FFFFFF"/>
                          </a:solidFill>
                          <a:latin typeface="Roboto"/>
                        </a:rPr>
                        <a:t>UST 10Y</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lang="pt-BR" sz="800" b="1" dirty="0">
                          <a:solidFill>
                            <a:srgbClr val="FFFFFF"/>
                          </a:solidFill>
                          <a:latin typeface="Roboto"/>
                        </a:rPr>
                        <a:t>LT</a:t>
                      </a:r>
                      <a:endParaRPr sz="800" b="1" dirty="0">
                        <a:solidFill>
                          <a:srgbClr val="FFFFFF"/>
                        </a:solidFill>
                        <a:latin typeface="Roboto"/>
                      </a:endParaRPr>
                    </a:p>
                    <a:p>
                      <a:pPr algn="ctr"/>
                      <a:r>
                        <a:rPr sz="800" b="1" dirty="0">
                          <a:solidFill>
                            <a:srgbClr val="FFFFFF"/>
                          </a:solidFill>
                          <a:latin typeface="Roboto"/>
                        </a:rPr>
                        <a:t>Real Yield</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sz="800" b="1">
                          <a:solidFill>
                            <a:srgbClr val="FFFFFF"/>
                          </a:solidFill>
                          <a:latin typeface="Roboto"/>
                        </a:rPr>
                        <a:t>USD/BRL</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sz="800" b="1" dirty="0">
                          <a:solidFill>
                            <a:srgbClr val="FFFFFF"/>
                          </a:solidFill>
                          <a:latin typeface="Roboto"/>
                        </a:rPr>
                        <a:t>MSCI </a:t>
                      </a:r>
                      <a:endParaRPr lang="pt-BR" sz="800" b="1" dirty="0">
                        <a:solidFill>
                          <a:srgbClr val="FFFFFF"/>
                        </a:solidFill>
                        <a:latin typeface="Roboto"/>
                      </a:endParaRPr>
                    </a:p>
                    <a:p>
                      <a:pPr algn="ctr"/>
                      <a:r>
                        <a:rPr sz="800" b="1" dirty="0">
                          <a:solidFill>
                            <a:srgbClr val="FFFFFF"/>
                          </a:solidFill>
                          <a:latin typeface="Roboto"/>
                        </a:rPr>
                        <a:t>EM</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lang="pt-BR" sz="800" b="1" dirty="0">
                          <a:solidFill>
                            <a:srgbClr val="FFFFFF"/>
                          </a:solidFill>
                          <a:latin typeface="Roboto"/>
                        </a:rPr>
                        <a:t>ST</a:t>
                      </a:r>
                      <a:endParaRPr sz="800" b="1" dirty="0">
                        <a:solidFill>
                          <a:srgbClr val="FFFFFF"/>
                        </a:solidFill>
                        <a:latin typeface="Roboto"/>
                      </a:endParaRPr>
                    </a:p>
                    <a:p>
                      <a:pPr algn="ctr"/>
                      <a:r>
                        <a:rPr sz="800" b="1" dirty="0">
                          <a:solidFill>
                            <a:srgbClr val="FFFFFF"/>
                          </a:solidFill>
                          <a:latin typeface="Roboto"/>
                        </a:rPr>
                        <a:t>Nominal Yield</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tc>
                  <a:txBody>
                    <a:bodyPr/>
                    <a:lstStyle/>
                    <a:p>
                      <a:pPr algn="ctr"/>
                      <a:r>
                        <a:rPr sz="800" b="1" dirty="0">
                          <a:solidFill>
                            <a:srgbClr val="FFFFFF"/>
                          </a:solidFill>
                          <a:latin typeface="Roboto"/>
                        </a:rPr>
                        <a:t>Commodities</a:t>
                      </a:r>
                    </a:p>
                  </a:txBody>
                  <a:tcPr marL="9144" marR="9144" marT="0" marB="0" anchor="ctr">
                    <a:lnL w="6350" cap="flat" cmpd="sng" algn="ctr">
                      <a:solidFill>
                        <a:srgbClr val="1F2F44"/>
                      </a:solidFill>
                      <a:prstDash val="solid"/>
                    </a:lnL>
                    <a:lnR w="6350" cap="flat" cmpd="sng" algn="ctr">
                      <a:solidFill>
                        <a:srgbClr val="1F2F44"/>
                      </a:solidFill>
                      <a:prstDash val="solid"/>
                    </a:lnR>
                    <a:lnT w="6350" cap="flat" cmpd="sng" algn="ctr">
                      <a:solidFill>
                        <a:srgbClr val="1F2F44"/>
                      </a:solidFill>
                      <a:prstDash val="solid"/>
                    </a:lnT>
                    <a:lnB w="6350" cap="flat" cmpd="sng" algn="ctr">
                      <a:solidFill>
                        <a:srgbClr val="1F2F44"/>
                      </a:solidFill>
                      <a:prstDash val="solid"/>
                    </a:lnB>
                    <a:solidFill>
                      <a:srgbClr val="1F2F44"/>
                    </a:solidFill>
                  </a:tcPr>
                </a:tc>
                <a:extLst>
                  <a:ext uri="{0D108BD9-81ED-4DB2-BD59-A6C34878D82A}">
                    <a16:rowId xmlns:a16="http://schemas.microsoft.com/office/drawing/2014/main" val="10000"/>
                  </a:ext>
                </a:extLst>
              </a:tr>
              <a:tr h="152969">
                <a:tc>
                  <a:txBody>
                    <a:bodyPr/>
                    <a:lstStyle/>
                    <a:p>
                      <a:pPr algn="l"/>
                      <a:r>
                        <a:rPr sz="900" b="0">
                          <a:solidFill>
                            <a:srgbClr val="000000"/>
                          </a:solidFill>
                          <a:latin typeface="Roboto Light"/>
                        </a:rPr>
                        <a:t>Agribusiness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0.69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FAB4B7"/>
                    </a:solidFill>
                  </a:tcPr>
                </a:tc>
                <a:tc>
                  <a:txBody>
                    <a:bodyPr/>
                    <a:lstStyle/>
                    <a:p>
                      <a:pPr algn="ctr"/>
                      <a:r>
                        <a:rPr sz="900" b="0">
                          <a:solidFill>
                            <a:srgbClr val="000000"/>
                          </a:solidFill>
                          <a:latin typeface="Roboto Light"/>
                        </a:rPr>
                        <a:t>-0.18</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FAB8BB"/>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5A8AC6"/>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FBDFE2"/>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CCDAEE"/>
                    </a:solidFill>
                  </a:tcPr>
                </a:tc>
                <a:tc>
                  <a:txBody>
                    <a:bodyPr/>
                    <a:lstStyle/>
                    <a:p>
                      <a:pPr algn="ctr"/>
                      <a:r>
                        <a:rPr sz="900" b="0">
                          <a:solidFill>
                            <a:srgbClr val="000000"/>
                          </a:solidFill>
                          <a:latin typeface="Roboto Light"/>
                        </a:rPr>
                        <a:t>-0.20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FAC0C3"/>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C6D6EC"/>
                    </a:solidFill>
                  </a:tcPr>
                </a:tc>
                <a:tc>
                  <a:txBody>
                    <a:bodyPr/>
                    <a:lstStyle/>
                    <a:p>
                      <a:pPr algn="ctr"/>
                      <a:r>
                        <a:rPr sz="900" b="0">
                          <a:solidFill>
                            <a:srgbClr val="000000"/>
                          </a:solidFill>
                          <a:latin typeface="Roboto Light"/>
                        </a:rPr>
                        <a:t>0.33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1F2F44"/>
                      </a:solidFill>
                      <a:prstDash val="solid"/>
                      <a:round/>
                      <a:headEnd type="none" w="med" len="med"/>
                      <a:tailEnd type="none" w="med" len="med"/>
                    </a:lnT>
                    <a:lnB w="6350" cap="flat" cmpd="sng" algn="ctr">
                      <a:solidFill>
                        <a:srgbClr val="FFFFFF"/>
                      </a:solidFill>
                      <a:prstDash val="solid"/>
                    </a:lnB>
                    <a:solidFill>
                      <a:srgbClr val="B1C7E4"/>
                    </a:solidFill>
                  </a:tcPr>
                </a:tc>
                <a:extLst>
                  <a:ext uri="{0D108BD9-81ED-4DB2-BD59-A6C34878D82A}">
                    <a16:rowId xmlns:a16="http://schemas.microsoft.com/office/drawing/2014/main" val="10001"/>
                  </a:ext>
                </a:extLst>
              </a:tr>
              <a:tr h="152969">
                <a:tc>
                  <a:txBody>
                    <a:bodyPr/>
                    <a:lstStyle/>
                    <a:p>
                      <a:pPr algn="l"/>
                      <a:r>
                        <a:rPr sz="900" b="0">
                          <a:solidFill>
                            <a:srgbClr val="000000"/>
                          </a:solidFill>
                          <a:latin typeface="Roboto Light"/>
                        </a:rPr>
                        <a:t>Banks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1.27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CFDCEF"/>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EE1"/>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FAFE"/>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FF3FB"/>
                    </a:solidFill>
                  </a:tcPr>
                </a:tc>
                <a:tc>
                  <a:txBody>
                    <a:bodyPr/>
                    <a:lstStyle/>
                    <a:p>
                      <a:pPr algn="ctr"/>
                      <a:r>
                        <a:rPr sz="900" b="0">
                          <a:solidFill>
                            <a:srgbClr val="000000"/>
                          </a:solidFill>
                          <a:latin typeface="Roboto Light"/>
                        </a:rPr>
                        <a:t>-0.13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6EDF7"/>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AFD"/>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FAFE"/>
                    </a:solidFill>
                  </a:tcPr>
                </a:tc>
                <a:tc>
                  <a:txBody>
                    <a:bodyPr/>
                    <a:lstStyle/>
                    <a:p>
                      <a:pPr algn="ctr"/>
                      <a:r>
                        <a:rPr sz="900" b="0">
                          <a:solidFill>
                            <a:srgbClr val="000000"/>
                          </a:solidFill>
                          <a:latin typeface="Roboto Light"/>
                        </a:rPr>
                        <a:t>-0.16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9FC"/>
                    </a:solidFill>
                  </a:tcPr>
                </a:tc>
                <a:extLst>
                  <a:ext uri="{0D108BD9-81ED-4DB2-BD59-A6C34878D82A}">
                    <a16:rowId xmlns:a16="http://schemas.microsoft.com/office/drawing/2014/main" val="10002"/>
                  </a:ext>
                </a:extLst>
              </a:tr>
              <a:tr h="152969">
                <a:tc>
                  <a:txBody>
                    <a:bodyPr/>
                    <a:lstStyle/>
                    <a:p>
                      <a:pPr algn="l"/>
                      <a:r>
                        <a:rPr sz="900" b="0">
                          <a:solidFill>
                            <a:srgbClr val="000000"/>
                          </a:solidFill>
                          <a:latin typeface="Roboto Light"/>
                        </a:rPr>
                        <a:t>Capital Goods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0.71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7BA"/>
                    </a:solidFill>
                  </a:tcPr>
                </a:tc>
                <a:tc>
                  <a:txBody>
                    <a:bodyPr/>
                    <a:lstStyle/>
                    <a:p>
                      <a:pPr algn="ctr"/>
                      <a:r>
                        <a:rPr sz="900" b="0">
                          <a:solidFill>
                            <a:srgbClr val="000000"/>
                          </a:solidFill>
                          <a:latin typeface="Roboto Light"/>
                        </a:rPr>
                        <a:t>0.30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A2BCDF"/>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FBFF"/>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6391C9"/>
                    </a:solidFill>
                  </a:tcPr>
                </a:tc>
                <a:tc>
                  <a:txBody>
                    <a:bodyPr/>
                    <a:lstStyle/>
                    <a:p>
                      <a:pPr algn="ctr"/>
                      <a:r>
                        <a:rPr sz="900" b="0">
                          <a:solidFill>
                            <a:srgbClr val="000000"/>
                          </a:solidFill>
                          <a:latin typeface="Roboto Light"/>
                        </a:rPr>
                        <a:t>0.12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ACC3E3"/>
                    </a:solidFill>
                  </a:tcPr>
                </a:tc>
                <a:tc>
                  <a:txBody>
                    <a:bodyPr/>
                    <a:lstStyle/>
                    <a:p>
                      <a:pPr algn="ctr"/>
                      <a:r>
                        <a:rPr sz="900" b="0">
                          <a:solidFill>
                            <a:srgbClr val="000000"/>
                          </a:solidFill>
                          <a:latin typeface="Roboto Light"/>
                        </a:rPr>
                        <a:t>0.34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92B1DA"/>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B8CCE7"/>
                    </a:solidFill>
                  </a:tcPr>
                </a:tc>
                <a:tc>
                  <a:txBody>
                    <a:bodyPr/>
                    <a:lstStyle/>
                    <a:p>
                      <a:pPr algn="ctr"/>
                      <a:r>
                        <a:rPr sz="900" b="0">
                          <a:solidFill>
                            <a:srgbClr val="000000"/>
                          </a:solidFill>
                          <a:latin typeface="Roboto Light"/>
                        </a:rPr>
                        <a:t>-0.16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6F9"/>
                    </a:solidFill>
                  </a:tcPr>
                </a:tc>
                <a:extLst>
                  <a:ext uri="{0D108BD9-81ED-4DB2-BD59-A6C34878D82A}">
                    <a16:rowId xmlns:a16="http://schemas.microsoft.com/office/drawing/2014/main" val="10003"/>
                  </a:ext>
                </a:extLst>
              </a:tr>
              <a:tr h="152969">
                <a:tc>
                  <a:txBody>
                    <a:bodyPr/>
                    <a:lstStyle/>
                    <a:p>
                      <a:pPr algn="l"/>
                      <a:r>
                        <a:rPr sz="900" b="0">
                          <a:solidFill>
                            <a:srgbClr val="000000"/>
                          </a:solidFill>
                          <a:latin typeface="Roboto Light"/>
                        </a:rPr>
                        <a:t>Education</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1.87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tc>
                  <a:txBody>
                    <a:bodyPr/>
                    <a:lstStyle/>
                    <a:p>
                      <a:pPr algn="ctr"/>
                      <a:r>
                        <a:rPr sz="900" b="0">
                          <a:solidFill>
                            <a:srgbClr val="000000"/>
                          </a:solidFill>
                          <a:latin typeface="Roboto Light"/>
                        </a:rPr>
                        <a:t>0.16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D3DFF1"/>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4F7"/>
                    </a:solidFill>
                  </a:tcPr>
                </a:tc>
                <a:tc>
                  <a:txBody>
                    <a:bodyPr/>
                    <a:lstStyle/>
                    <a:p>
                      <a:pPr algn="ctr"/>
                      <a:r>
                        <a:rPr sz="900" b="0">
                          <a:solidFill>
                            <a:srgbClr val="000000"/>
                          </a:solidFill>
                          <a:latin typeface="Roboto Light"/>
                        </a:rPr>
                        <a:t>-0.11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7173"/>
                    </a:solidFill>
                  </a:tcPr>
                </a:tc>
                <a:tc>
                  <a:txBody>
                    <a:bodyPr/>
                    <a:lstStyle/>
                    <a:p>
                      <a:pPr algn="ctr"/>
                      <a:r>
                        <a:rPr sz="900" b="0">
                          <a:solidFill>
                            <a:srgbClr val="000000"/>
                          </a:solidFill>
                          <a:latin typeface="Roboto Light"/>
                        </a:rPr>
                        <a:t>-0.77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9FA1"/>
                    </a:solidFill>
                  </a:tcPr>
                </a:tc>
                <a:tc>
                  <a:txBody>
                    <a:bodyPr/>
                    <a:lstStyle/>
                    <a:p>
                      <a:pPr algn="ctr"/>
                      <a:r>
                        <a:rPr sz="900" b="0">
                          <a:solidFill>
                            <a:srgbClr val="000000"/>
                          </a:solidFill>
                          <a:latin typeface="Roboto Light"/>
                        </a:rPr>
                        <a:t>0.09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5ECF7"/>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8587"/>
                    </a:solidFill>
                  </a:tcPr>
                </a:tc>
                <a:tc>
                  <a:txBody>
                    <a:bodyPr/>
                    <a:lstStyle/>
                    <a:p>
                      <a:pPr algn="ctr"/>
                      <a:r>
                        <a:rPr sz="900" b="0">
                          <a:solidFill>
                            <a:srgbClr val="000000"/>
                          </a:solidFill>
                          <a:latin typeface="Roboto Light"/>
                        </a:rPr>
                        <a:t>-0.14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FAFE"/>
                    </a:solidFill>
                  </a:tcPr>
                </a:tc>
                <a:extLst>
                  <a:ext uri="{0D108BD9-81ED-4DB2-BD59-A6C34878D82A}">
                    <a16:rowId xmlns:a16="http://schemas.microsoft.com/office/drawing/2014/main" val="10004"/>
                  </a:ext>
                </a:extLst>
              </a:tr>
              <a:tr h="152969">
                <a:tc>
                  <a:txBody>
                    <a:bodyPr/>
                    <a:lstStyle/>
                    <a:p>
                      <a:pPr algn="l"/>
                      <a:r>
                        <a:rPr sz="900" b="0">
                          <a:solidFill>
                            <a:srgbClr val="000000"/>
                          </a:solidFill>
                          <a:latin typeface="Roboto Light"/>
                        </a:rPr>
                        <a:t>Financials Non-Banks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CFF"/>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E3E6"/>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CFF"/>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3EBF6"/>
                    </a:solidFill>
                  </a:tcPr>
                </a:tc>
                <a:tc>
                  <a:txBody>
                    <a:bodyPr/>
                    <a:lstStyle/>
                    <a:p>
                      <a:pPr algn="ctr"/>
                      <a:r>
                        <a:rPr sz="900" b="0">
                          <a:solidFill>
                            <a:srgbClr val="000000"/>
                          </a:solidFill>
                          <a:latin typeface="Roboto Light"/>
                        </a:rPr>
                        <a:t>-0.24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9FC"/>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5F8"/>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AF0F9"/>
                    </a:solidFill>
                  </a:tcPr>
                </a:tc>
                <a:tc>
                  <a:txBody>
                    <a:bodyPr/>
                    <a:lstStyle/>
                    <a:p>
                      <a:pPr algn="ctr"/>
                      <a:r>
                        <a:rPr sz="900" b="0">
                          <a:solidFill>
                            <a:srgbClr val="000000"/>
                          </a:solidFill>
                          <a:latin typeface="Roboto Light"/>
                        </a:rPr>
                        <a:t>-0.12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7F8FD"/>
                    </a:solidFill>
                  </a:tcPr>
                </a:tc>
                <a:extLst>
                  <a:ext uri="{0D108BD9-81ED-4DB2-BD59-A6C34878D82A}">
                    <a16:rowId xmlns:a16="http://schemas.microsoft.com/office/drawing/2014/main" val="10005"/>
                  </a:ext>
                </a:extLst>
              </a:tr>
              <a:tr h="152969">
                <a:tc>
                  <a:txBody>
                    <a:bodyPr/>
                    <a:lstStyle/>
                    <a:p>
                      <a:pPr algn="l"/>
                      <a:r>
                        <a:rPr sz="900" b="0">
                          <a:solidFill>
                            <a:srgbClr val="000000"/>
                          </a:solidFill>
                          <a:latin typeface="Roboto Light"/>
                        </a:rPr>
                        <a:t>Food &amp; Beverages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0.67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0B3"/>
                    </a:solidFill>
                  </a:tcPr>
                </a:tc>
                <a:tc>
                  <a:txBody>
                    <a:bodyPr/>
                    <a:lstStyle/>
                    <a:p>
                      <a:pPr algn="ctr"/>
                      <a:r>
                        <a:rPr sz="900" b="0">
                          <a:solidFill>
                            <a:srgbClr val="000000"/>
                          </a:solidFill>
                          <a:latin typeface="Roboto Light"/>
                        </a:rPr>
                        <a:t>-0.22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ADB0"/>
                    </a:solidFill>
                  </a:tcPr>
                </a:tc>
                <a:tc>
                  <a:txBody>
                    <a:bodyPr/>
                    <a:lstStyle/>
                    <a:p>
                      <a:pPr algn="ctr"/>
                      <a:r>
                        <a:rPr sz="900" b="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9799"/>
                    </a:solidFill>
                  </a:tcPr>
                </a:tc>
                <a:tc>
                  <a:txBody>
                    <a:bodyPr/>
                    <a:lstStyle/>
                    <a:p>
                      <a:pPr algn="ctr"/>
                      <a:r>
                        <a:rPr sz="900" b="0">
                          <a:solidFill>
                            <a:srgbClr val="000000"/>
                          </a:solidFill>
                          <a:latin typeface="Roboto Light"/>
                        </a:rPr>
                        <a:t>0.03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A1BCDF"/>
                    </a:solidFill>
                  </a:tcPr>
                </a:tc>
                <a:tc>
                  <a:txBody>
                    <a:bodyPr/>
                    <a:lstStyle/>
                    <a:p>
                      <a:pPr algn="ctr"/>
                      <a:r>
                        <a:rPr sz="900" b="0">
                          <a:solidFill>
                            <a:srgbClr val="000000"/>
                          </a:solidFill>
                          <a:latin typeface="Roboto Light"/>
                        </a:rPr>
                        <a:t>0.30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7FA4D3"/>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FBFF"/>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C6D6EC"/>
                    </a:solidFill>
                  </a:tcPr>
                </a:tc>
                <a:tc>
                  <a:txBody>
                    <a:bodyPr/>
                    <a:lstStyle/>
                    <a:p>
                      <a:pPr algn="ctr"/>
                      <a:r>
                        <a:rPr sz="900" b="0">
                          <a:solidFill>
                            <a:srgbClr val="000000"/>
                          </a:solidFill>
                          <a:latin typeface="Roboto Light"/>
                        </a:rPr>
                        <a:t>-0.37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extLst>
                  <a:ext uri="{0D108BD9-81ED-4DB2-BD59-A6C34878D82A}">
                    <a16:rowId xmlns:a16="http://schemas.microsoft.com/office/drawing/2014/main" val="10006"/>
                  </a:ext>
                </a:extLst>
              </a:tr>
              <a:tr h="152969">
                <a:tc>
                  <a:txBody>
                    <a:bodyPr/>
                    <a:lstStyle/>
                    <a:p>
                      <a:pPr algn="l"/>
                      <a:r>
                        <a:rPr sz="900" b="0">
                          <a:solidFill>
                            <a:srgbClr val="000000"/>
                          </a:solidFill>
                          <a:latin typeface="Roboto Light"/>
                        </a:rPr>
                        <a:t>Health Care</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1.22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D9E4F3"/>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7F8FD"/>
                    </a:solidFill>
                  </a:tcPr>
                </a:tc>
                <a:tc>
                  <a:txBody>
                    <a:bodyPr/>
                    <a:lstStyle/>
                    <a:p>
                      <a:pPr algn="ctr"/>
                      <a:r>
                        <a:rPr sz="900" b="0">
                          <a:solidFill>
                            <a:srgbClr val="000000"/>
                          </a:solidFill>
                          <a:latin typeface="Roboto Light"/>
                        </a:rPr>
                        <a:t>0.00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DBE5F3"/>
                    </a:solidFill>
                  </a:tcPr>
                </a:tc>
                <a:tc>
                  <a:txBody>
                    <a:bodyPr/>
                    <a:lstStyle/>
                    <a:p>
                      <a:pPr algn="ctr"/>
                      <a:r>
                        <a:rPr sz="900" b="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5D8"/>
                    </a:solidFill>
                  </a:tcPr>
                </a:tc>
                <a:tc>
                  <a:txBody>
                    <a:bodyPr/>
                    <a:lstStyle/>
                    <a:p>
                      <a:pPr algn="ctr"/>
                      <a:r>
                        <a:rPr sz="900" b="0">
                          <a:solidFill>
                            <a:srgbClr val="000000"/>
                          </a:solidFill>
                          <a:latin typeface="Roboto Light"/>
                        </a:rPr>
                        <a:t>-0.29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1F4"/>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BFE"/>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C9CB"/>
                    </a:solidFill>
                  </a:tcPr>
                </a:tc>
                <a:tc>
                  <a:txBody>
                    <a:bodyPr/>
                    <a:lstStyle/>
                    <a:p>
                      <a:pPr algn="ctr"/>
                      <a:r>
                        <a:rPr sz="900" b="0">
                          <a:solidFill>
                            <a:srgbClr val="000000"/>
                          </a:solidFill>
                          <a:latin typeface="Roboto Light"/>
                        </a:rPr>
                        <a:t>-0.15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FCFF"/>
                    </a:solidFill>
                  </a:tcPr>
                </a:tc>
                <a:extLst>
                  <a:ext uri="{0D108BD9-81ED-4DB2-BD59-A6C34878D82A}">
                    <a16:rowId xmlns:a16="http://schemas.microsoft.com/office/drawing/2014/main" val="10007"/>
                  </a:ext>
                </a:extLst>
              </a:tr>
              <a:tr h="152969">
                <a:tc>
                  <a:txBody>
                    <a:bodyPr/>
                    <a:lstStyle/>
                    <a:p>
                      <a:pPr algn="l"/>
                      <a:r>
                        <a:rPr sz="900" b="0">
                          <a:solidFill>
                            <a:srgbClr val="000000"/>
                          </a:solidFill>
                          <a:latin typeface="Roboto Light"/>
                        </a:rPr>
                        <a:t>Homebuilders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1.56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97B5DB"/>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5F7FD"/>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3B6"/>
                    </a:solidFill>
                  </a:tcPr>
                </a:tc>
                <a:tc>
                  <a:txBody>
                    <a:bodyPr/>
                    <a:lstStyle/>
                    <a:p>
                      <a:pPr algn="ctr"/>
                      <a:r>
                        <a:rPr sz="900" b="0">
                          <a:solidFill>
                            <a:srgbClr val="000000"/>
                          </a:solidFill>
                          <a:latin typeface="Roboto Light"/>
                        </a:rPr>
                        <a:t>-0.12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tc>
                  <a:txBody>
                    <a:bodyPr/>
                    <a:lstStyle/>
                    <a:p>
                      <a:pPr algn="ctr"/>
                      <a:r>
                        <a:rPr sz="900" b="0">
                          <a:solidFill>
                            <a:srgbClr val="000000"/>
                          </a:solidFill>
                          <a:latin typeface="Roboto Light"/>
                        </a:rPr>
                        <a:t>-0.80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9B9D"/>
                    </a:solidFill>
                  </a:tcPr>
                </a:tc>
                <a:tc>
                  <a:txBody>
                    <a:bodyPr/>
                    <a:lstStyle/>
                    <a:p>
                      <a:pPr algn="ctr"/>
                      <a:r>
                        <a:rPr sz="900" b="0">
                          <a:solidFill>
                            <a:srgbClr val="000000"/>
                          </a:solidFill>
                          <a:latin typeface="Roboto Light"/>
                        </a:rPr>
                        <a:t>0.16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CCDAEE"/>
                    </a:solidFill>
                  </a:tcPr>
                </a:tc>
                <a:tc>
                  <a:txBody>
                    <a:bodyPr/>
                    <a:lstStyle/>
                    <a:p>
                      <a:pPr algn="ctr"/>
                      <a:r>
                        <a:rPr sz="900" b="0">
                          <a:solidFill>
                            <a:srgbClr val="000000"/>
                          </a:solidFill>
                          <a:latin typeface="Roboto Light"/>
                        </a:rPr>
                        <a:t>-0.09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tc>
                  <a:txBody>
                    <a:bodyPr/>
                    <a:lstStyle/>
                    <a:p>
                      <a:pPr algn="ctr"/>
                      <a:r>
                        <a:rPr sz="900" b="0">
                          <a:solidFill>
                            <a:srgbClr val="000000"/>
                          </a:solidFill>
                          <a:latin typeface="Roboto Light"/>
                        </a:rPr>
                        <a:t>-0.31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8D8F"/>
                    </a:solidFill>
                  </a:tcPr>
                </a:tc>
                <a:extLst>
                  <a:ext uri="{0D108BD9-81ED-4DB2-BD59-A6C34878D82A}">
                    <a16:rowId xmlns:a16="http://schemas.microsoft.com/office/drawing/2014/main" val="10008"/>
                  </a:ext>
                </a:extLst>
              </a:tr>
              <a:tr h="152969">
                <a:tc>
                  <a:txBody>
                    <a:bodyPr/>
                    <a:lstStyle/>
                    <a:p>
                      <a:pPr algn="l"/>
                      <a:r>
                        <a:rPr sz="900" b="0">
                          <a:solidFill>
                            <a:srgbClr val="000000"/>
                          </a:solidFill>
                          <a:latin typeface="Roboto Light"/>
                        </a:rPr>
                        <a:t>Income Properties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1.35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C0D2EA"/>
                    </a:solidFill>
                  </a:tcPr>
                </a:tc>
                <a:tc>
                  <a:txBody>
                    <a:bodyPr/>
                    <a:lstStyle/>
                    <a:p>
                      <a:pPr algn="ctr"/>
                      <a:r>
                        <a:rPr sz="900" b="0">
                          <a:solidFill>
                            <a:srgbClr val="000000"/>
                          </a:solidFill>
                          <a:latin typeface="Roboto Light"/>
                        </a:rPr>
                        <a:t>0.12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3EAF6"/>
                    </a:solidFill>
                  </a:tcPr>
                </a:tc>
                <a:tc>
                  <a:txBody>
                    <a:bodyPr/>
                    <a:lstStyle/>
                    <a:p>
                      <a:pPr algn="ctr"/>
                      <a:r>
                        <a:rPr sz="900" b="0">
                          <a:solidFill>
                            <a:srgbClr val="000000"/>
                          </a:solidFill>
                          <a:latin typeface="Roboto Light"/>
                        </a:rPr>
                        <a:t>-0.03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3D6"/>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DC0"/>
                    </a:solidFill>
                  </a:tcPr>
                </a:tc>
                <a:tc>
                  <a:txBody>
                    <a:bodyPr/>
                    <a:lstStyle/>
                    <a:p>
                      <a:pPr algn="ctr"/>
                      <a:r>
                        <a:rPr sz="900" b="0">
                          <a:solidFill>
                            <a:srgbClr val="000000"/>
                          </a:solidFill>
                          <a:latin typeface="Roboto Light"/>
                        </a:rPr>
                        <a:t>-0.52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C9CC"/>
                    </a:solidFill>
                  </a:tcPr>
                </a:tc>
                <a:tc>
                  <a:txBody>
                    <a:bodyPr/>
                    <a:lstStyle/>
                    <a:p>
                      <a:pPr algn="ctr"/>
                      <a:r>
                        <a:rPr sz="900" b="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0F4FB"/>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A2A4"/>
                    </a:solidFill>
                  </a:tcPr>
                </a:tc>
                <a:tc>
                  <a:txBody>
                    <a:bodyPr/>
                    <a:lstStyle/>
                    <a:p>
                      <a:pPr algn="ctr"/>
                      <a:r>
                        <a:rPr sz="900" b="0">
                          <a:solidFill>
                            <a:srgbClr val="000000"/>
                          </a:solidFill>
                          <a:latin typeface="Roboto Light"/>
                        </a:rPr>
                        <a:t>-0.36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D6F"/>
                    </a:solidFill>
                  </a:tcPr>
                </a:tc>
                <a:extLst>
                  <a:ext uri="{0D108BD9-81ED-4DB2-BD59-A6C34878D82A}">
                    <a16:rowId xmlns:a16="http://schemas.microsoft.com/office/drawing/2014/main" val="10009"/>
                  </a:ext>
                </a:extLst>
              </a:tr>
              <a:tr h="152969">
                <a:tc>
                  <a:txBody>
                    <a:bodyPr/>
                    <a:lstStyle/>
                    <a:p>
                      <a:pPr algn="l"/>
                      <a:r>
                        <a:rPr sz="900" b="0">
                          <a:solidFill>
                            <a:srgbClr val="000000"/>
                          </a:solidFill>
                          <a:latin typeface="Roboto Light"/>
                        </a:rPr>
                        <a:t>Metals &amp; Mining</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0.70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6B8"/>
                    </a:solidFill>
                  </a:tcPr>
                </a:tc>
                <a:tc>
                  <a:txBody>
                    <a:bodyPr/>
                    <a:lstStyle/>
                    <a:p>
                      <a:pPr algn="ctr"/>
                      <a:r>
                        <a:rPr sz="900" b="0">
                          <a:solidFill>
                            <a:srgbClr val="000000"/>
                          </a:solidFill>
                          <a:latin typeface="Roboto Light"/>
                        </a:rPr>
                        <a:t>0.50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tc>
                  <a:txBody>
                    <a:bodyPr/>
                    <a:lstStyle/>
                    <a:p>
                      <a:pPr algn="ctr"/>
                      <a:r>
                        <a:rPr sz="900" b="0">
                          <a:solidFill>
                            <a:srgbClr val="000000"/>
                          </a:solidFill>
                          <a:latin typeface="Roboto Light"/>
                        </a:rPr>
                        <a:t>0.00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DCE5F4"/>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tc>
                  <a:txBody>
                    <a:bodyPr/>
                    <a:lstStyle/>
                    <a:p>
                      <a:pPr algn="ctr"/>
                      <a:r>
                        <a:rPr sz="900" b="0">
                          <a:solidFill>
                            <a:srgbClr val="000000"/>
                          </a:solidFill>
                          <a:latin typeface="Roboto Light"/>
                        </a:rPr>
                        <a:t>0.46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tc>
                  <a:txBody>
                    <a:bodyPr/>
                    <a:lstStyle/>
                    <a:p>
                      <a:pPr algn="ctr"/>
                      <a:r>
                        <a:rPr sz="900" b="0" dirty="0">
                          <a:solidFill>
                            <a:srgbClr val="000000"/>
                          </a:solidFill>
                          <a:latin typeface="Roboto Light"/>
                        </a:rPr>
                        <a:t>0.51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AFC6E4"/>
                    </a:solidFill>
                  </a:tcPr>
                </a:tc>
                <a:tc>
                  <a:txBody>
                    <a:bodyPr/>
                    <a:lstStyle/>
                    <a:p>
                      <a:pPr algn="ctr"/>
                      <a:r>
                        <a:rPr sz="900" b="0">
                          <a:solidFill>
                            <a:srgbClr val="000000"/>
                          </a:solidFill>
                          <a:latin typeface="Roboto Light"/>
                        </a:rPr>
                        <a:t>-0.03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9EEF8"/>
                    </a:solidFill>
                  </a:tcPr>
                </a:tc>
                <a:extLst>
                  <a:ext uri="{0D108BD9-81ED-4DB2-BD59-A6C34878D82A}">
                    <a16:rowId xmlns:a16="http://schemas.microsoft.com/office/drawing/2014/main" val="10010"/>
                  </a:ext>
                </a:extLst>
              </a:tr>
              <a:tr h="152969">
                <a:tc>
                  <a:txBody>
                    <a:bodyPr/>
                    <a:lstStyle/>
                    <a:p>
                      <a:pPr algn="l"/>
                      <a:r>
                        <a:rPr sz="900" b="0">
                          <a:solidFill>
                            <a:srgbClr val="000000"/>
                          </a:solidFill>
                          <a:latin typeface="Roboto Light"/>
                        </a:rPr>
                        <a:t>Oil &amp; Gas</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0.72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BBD"/>
                    </a:solidFill>
                  </a:tcPr>
                </a:tc>
                <a:tc>
                  <a:txBody>
                    <a:bodyPr/>
                    <a:lstStyle/>
                    <a:p>
                      <a:pPr algn="ctr"/>
                      <a:r>
                        <a:rPr sz="900" b="0">
                          <a:solidFill>
                            <a:srgbClr val="000000"/>
                          </a:solidFill>
                          <a:latin typeface="Roboto Light"/>
                        </a:rPr>
                        <a:t>-0.46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tc>
                  <a:txBody>
                    <a:bodyPr/>
                    <a:lstStyle/>
                    <a:p>
                      <a:pPr algn="ctr"/>
                      <a:r>
                        <a:rPr sz="900" b="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6D97CD"/>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B4CAE6"/>
                    </a:solidFill>
                  </a:tcPr>
                </a:tc>
                <a:tc>
                  <a:txBody>
                    <a:bodyPr/>
                    <a:lstStyle/>
                    <a:p>
                      <a:pPr algn="ctr"/>
                      <a:r>
                        <a:rPr sz="900" b="0">
                          <a:solidFill>
                            <a:srgbClr val="000000"/>
                          </a:solidFill>
                          <a:latin typeface="Roboto Light"/>
                        </a:rPr>
                        <a:t>0.43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618FC8"/>
                    </a:solidFill>
                  </a:tcPr>
                </a:tc>
                <a:tc>
                  <a:txBody>
                    <a:bodyPr/>
                    <a:lstStyle/>
                    <a:p>
                      <a:pPr algn="ctr"/>
                      <a:r>
                        <a:rPr sz="900" b="0">
                          <a:solidFill>
                            <a:srgbClr val="000000"/>
                          </a:solidFill>
                          <a:latin typeface="Roboto Light"/>
                        </a:rPr>
                        <a:t>-0.52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tc>
                  <a:txBody>
                    <a:bodyPr/>
                    <a:lstStyle/>
                    <a:p>
                      <a:pPr algn="ctr"/>
                      <a:r>
                        <a:rPr sz="900" b="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tc>
                  <a:txBody>
                    <a:bodyPr/>
                    <a:lstStyle/>
                    <a:p>
                      <a:pPr algn="ctr"/>
                      <a:r>
                        <a:rPr sz="900" b="0">
                          <a:solidFill>
                            <a:srgbClr val="000000"/>
                          </a:solidFill>
                          <a:latin typeface="Roboto Light"/>
                        </a:rPr>
                        <a:t>0.89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5A8AC6"/>
                    </a:solidFill>
                  </a:tcPr>
                </a:tc>
                <a:extLst>
                  <a:ext uri="{0D108BD9-81ED-4DB2-BD59-A6C34878D82A}">
                    <a16:rowId xmlns:a16="http://schemas.microsoft.com/office/drawing/2014/main" val="10011"/>
                  </a:ext>
                </a:extLst>
              </a:tr>
              <a:tr h="152969">
                <a:tc>
                  <a:txBody>
                    <a:bodyPr/>
                    <a:lstStyle/>
                    <a:p>
                      <a:pPr algn="l"/>
                      <a:r>
                        <a:rPr sz="900" b="0">
                          <a:solidFill>
                            <a:srgbClr val="000000"/>
                          </a:solidFill>
                          <a:latin typeface="Roboto Light"/>
                        </a:rPr>
                        <a:t>Pulp &amp; Paper</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0.32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tc>
                  <a:txBody>
                    <a:bodyPr/>
                    <a:lstStyle/>
                    <a:p>
                      <a:pPr algn="ctr"/>
                      <a:r>
                        <a:rPr sz="900" b="0">
                          <a:solidFill>
                            <a:srgbClr val="000000"/>
                          </a:solidFill>
                          <a:latin typeface="Roboto Light"/>
                        </a:rPr>
                        <a:t>0.22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BCCFE9"/>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ADD"/>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85A8D5"/>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B9CDE7"/>
                    </a:solidFill>
                  </a:tcPr>
                </a:tc>
                <a:tc>
                  <a:txBody>
                    <a:bodyPr/>
                    <a:lstStyle/>
                    <a:p>
                      <a:pPr algn="ctr"/>
                      <a:r>
                        <a:rPr sz="900" b="0">
                          <a:solidFill>
                            <a:srgbClr val="000000"/>
                          </a:solidFill>
                          <a:latin typeface="Roboto Light"/>
                        </a:rPr>
                        <a:t>0.32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98B6DC"/>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B5CAE6"/>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AF0F9"/>
                    </a:solidFill>
                  </a:tcPr>
                </a:tc>
                <a:extLst>
                  <a:ext uri="{0D108BD9-81ED-4DB2-BD59-A6C34878D82A}">
                    <a16:rowId xmlns:a16="http://schemas.microsoft.com/office/drawing/2014/main" val="10012"/>
                  </a:ext>
                </a:extLst>
              </a:tr>
              <a:tr h="152969">
                <a:tc>
                  <a:txBody>
                    <a:bodyPr/>
                    <a:lstStyle/>
                    <a:p>
                      <a:pPr algn="l"/>
                      <a:r>
                        <a:rPr sz="900" b="0">
                          <a:solidFill>
                            <a:srgbClr val="000000"/>
                          </a:solidFill>
                          <a:latin typeface="Roboto Light"/>
                        </a:rPr>
                        <a:t>Retail</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1.38</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BACDE8"/>
                    </a:solidFill>
                  </a:tcPr>
                </a:tc>
                <a:tc>
                  <a:txBody>
                    <a:bodyPr/>
                    <a:lstStyle/>
                    <a:p>
                      <a:pPr algn="ctr"/>
                      <a:r>
                        <a:rPr sz="900" b="0">
                          <a:solidFill>
                            <a:srgbClr val="000000"/>
                          </a:solidFill>
                          <a:latin typeface="Roboto Light"/>
                        </a:rPr>
                        <a:t>0.12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3EBF6"/>
                    </a:solidFill>
                  </a:tcPr>
                </a:tc>
                <a:tc>
                  <a:txBody>
                    <a:bodyPr/>
                    <a:lstStyle/>
                    <a:p>
                      <a:pPr algn="ctr"/>
                      <a:r>
                        <a:rPr sz="900" b="0">
                          <a:solidFill>
                            <a:srgbClr val="000000"/>
                          </a:solidFill>
                          <a:latin typeface="Roboto Light"/>
                        </a:rPr>
                        <a:t>0.00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FF3FA"/>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EC1"/>
                    </a:solidFill>
                  </a:tcPr>
                </a:tc>
                <a:tc>
                  <a:txBody>
                    <a:bodyPr/>
                    <a:lstStyle/>
                    <a:p>
                      <a:pPr algn="ctr"/>
                      <a:r>
                        <a:rPr sz="900" b="0">
                          <a:solidFill>
                            <a:srgbClr val="000000"/>
                          </a:solidFill>
                          <a:latin typeface="Roboto Light"/>
                        </a:rPr>
                        <a:t>-0.56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C4C6"/>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6F9"/>
                    </a:solidFill>
                  </a:tcPr>
                </a:tc>
                <a:tc>
                  <a:txBody>
                    <a:bodyPr/>
                    <a:lstStyle/>
                    <a:p>
                      <a:pPr algn="ctr"/>
                      <a:r>
                        <a:rPr sz="900" b="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EC0"/>
                    </a:solidFill>
                  </a:tcPr>
                </a:tc>
                <a:tc>
                  <a:txBody>
                    <a:bodyPr/>
                    <a:lstStyle/>
                    <a:p>
                      <a:pPr algn="ctr"/>
                      <a:r>
                        <a:rPr sz="900" b="0">
                          <a:solidFill>
                            <a:srgbClr val="000000"/>
                          </a:solidFill>
                          <a:latin typeface="Roboto Light"/>
                        </a:rPr>
                        <a:t>-0.30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9A9C"/>
                    </a:solidFill>
                  </a:tcPr>
                </a:tc>
                <a:extLst>
                  <a:ext uri="{0D108BD9-81ED-4DB2-BD59-A6C34878D82A}">
                    <a16:rowId xmlns:a16="http://schemas.microsoft.com/office/drawing/2014/main" val="10013"/>
                  </a:ext>
                </a:extLst>
              </a:tr>
              <a:tr h="152969">
                <a:tc>
                  <a:txBody>
                    <a:bodyPr/>
                    <a:lstStyle/>
                    <a:p>
                      <a:pPr algn="l"/>
                      <a:r>
                        <a:rPr sz="900" b="0">
                          <a:solidFill>
                            <a:srgbClr val="000000"/>
                          </a:solidFill>
                          <a:latin typeface="Roboto Light"/>
                        </a:rPr>
                        <a:t>Sanitation</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1.30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CAD9ED"/>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BDD"/>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E1E3"/>
                    </a:solidFill>
                  </a:tcPr>
                </a:tc>
                <a:tc>
                  <a:txBody>
                    <a:bodyPr/>
                    <a:lstStyle/>
                    <a:p>
                      <a:pPr algn="ctr"/>
                      <a:r>
                        <a:rPr sz="900" b="0">
                          <a:solidFill>
                            <a:srgbClr val="000000"/>
                          </a:solidFill>
                          <a:latin typeface="Roboto Light"/>
                        </a:rPr>
                        <a:t>-0.03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0F3"/>
                    </a:solidFill>
                  </a:tcPr>
                </a:tc>
                <a:tc>
                  <a:txBody>
                    <a:bodyPr/>
                    <a:lstStyle/>
                    <a:p>
                      <a:pPr algn="ctr"/>
                      <a:r>
                        <a:rPr sz="900" b="0">
                          <a:solidFill>
                            <a:srgbClr val="000000"/>
                          </a:solidFill>
                          <a:latin typeface="Roboto Light"/>
                        </a:rPr>
                        <a:t>-0.21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F9FE"/>
                    </a:solidFill>
                  </a:tcPr>
                </a:tc>
                <a:tc>
                  <a:txBody>
                    <a:bodyPr/>
                    <a:lstStyle/>
                    <a:p>
                      <a:pPr algn="ctr"/>
                      <a:r>
                        <a:rPr sz="900" b="0">
                          <a:solidFill>
                            <a:srgbClr val="000000"/>
                          </a:solidFill>
                          <a:latin typeface="Roboto Light"/>
                        </a:rPr>
                        <a:t>-0.14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1D4"/>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9FC"/>
                    </a:solidFill>
                  </a:tcPr>
                </a:tc>
                <a:tc>
                  <a:txBody>
                    <a:bodyPr/>
                    <a:lstStyle/>
                    <a:p>
                      <a:pPr algn="ctr"/>
                      <a:r>
                        <a:rPr sz="900" b="0">
                          <a:solidFill>
                            <a:srgbClr val="000000"/>
                          </a:solidFill>
                          <a:latin typeface="Roboto Light"/>
                        </a:rPr>
                        <a:t>-0.17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EEF1"/>
                    </a:solidFill>
                  </a:tcPr>
                </a:tc>
                <a:extLst>
                  <a:ext uri="{0D108BD9-81ED-4DB2-BD59-A6C34878D82A}">
                    <a16:rowId xmlns:a16="http://schemas.microsoft.com/office/drawing/2014/main" val="10014"/>
                  </a:ext>
                </a:extLst>
              </a:tr>
              <a:tr h="152969">
                <a:tc>
                  <a:txBody>
                    <a:bodyPr/>
                    <a:lstStyle/>
                    <a:p>
                      <a:pPr algn="l"/>
                      <a:r>
                        <a:rPr sz="900" b="0">
                          <a:solidFill>
                            <a:srgbClr val="000000"/>
                          </a:solidFill>
                          <a:latin typeface="Roboto Light"/>
                        </a:rPr>
                        <a:t>TMT</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0.83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2D4"/>
                    </a:solidFill>
                  </a:tcPr>
                </a:tc>
                <a:tc>
                  <a:txBody>
                    <a:bodyPr/>
                    <a:lstStyle/>
                    <a:p>
                      <a:pPr algn="ctr"/>
                      <a:r>
                        <a:rPr sz="900" b="0">
                          <a:solidFill>
                            <a:srgbClr val="000000"/>
                          </a:solidFill>
                          <a:latin typeface="Roboto Light"/>
                        </a:rPr>
                        <a:t>-0.21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1B4"/>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8696B"/>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FF3FA"/>
                    </a:solidFill>
                  </a:tcPr>
                </a:tc>
                <a:tc>
                  <a:txBody>
                    <a:bodyPr/>
                    <a:lstStyle/>
                    <a:p>
                      <a:pPr algn="ctr"/>
                      <a:r>
                        <a:rPr sz="900" b="0">
                          <a:solidFill>
                            <a:srgbClr val="000000"/>
                          </a:solidFill>
                          <a:latin typeface="Roboto Light"/>
                        </a:rPr>
                        <a:t>-0.35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E7EA"/>
                    </a:solidFill>
                  </a:tcPr>
                </a:tc>
                <a:tc>
                  <a:txBody>
                    <a:bodyPr/>
                    <a:lstStyle/>
                    <a:p>
                      <a:pPr algn="ctr"/>
                      <a:r>
                        <a:rPr sz="900" b="0">
                          <a:solidFill>
                            <a:srgbClr val="000000"/>
                          </a:solidFill>
                          <a:latin typeface="Roboto Light"/>
                        </a:rPr>
                        <a:t>-0.13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5D8"/>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CFF"/>
                    </a:solidFill>
                  </a:tcPr>
                </a:tc>
                <a:tc>
                  <a:txBody>
                    <a:bodyPr/>
                    <a:lstStyle/>
                    <a:p>
                      <a:pPr algn="ctr"/>
                      <a:r>
                        <a:rPr sz="900" b="0" dirty="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7EEF8"/>
                    </a:solidFill>
                  </a:tcPr>
                </a:tc>
                <a:extLst>
                  <a:ext uri="{0D108BD9-81ED-4DB2-BD59-A6C34878D82A}">
                    <a16:rowId xmlns:a16="http://schemas.microsoft.com/office/drawing/2014/main" val="10015"/>
                  </a:ext>
                </a:extLst>
              </a:tr>
              <a:tr h="152969">
                <a:tc>
                  <a:txBody>
                    <a:bodyPr/>
                    <a:lstStyle/>
                    <a:p>
                      <a:pPr algn="l"/>
                      <a:r>
                        <a:rPr sz="900" b="0">
                          <a:solidFill>
                            <a:srgbClr val="000000"/>
                          </a:solidFill>
                          <a:latin typeface="Roboto Light"/>
                        </a:rPr>
                        <a:t>Transportation</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1.61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8DAED8"/>
                    </a:solidFill>
                  </a:tcPr>
                </a:tc>
                <a:tc>
                  <a:txBody>
                    <a:bodyPr/>
                    <a:lstStyle/>
                    <a:p>
                      <a:pPr algn="ctr"/>
                      <a:r>
                        <a:rPr sz="900" b="0">
                          <a:solidFill>
                            <a:srgbClr val="000000"/>
                          </a:solidFill>
                          <a:latin typeface="Roboto Light"/>
                        </a:rPr>
                        <a:t>0.03</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8FB"/>
                    </a:solidFill>
                  </a:tcPr>
                </a:tc>
                <a:tc>
                  <a:txBody>
                    <a:bodyPr/>
                    <a:lstStyle/>
                    <a:p>
                      <a:pPr algn="ctr"/>
                      <a:r>
                        <a:rPr sz="900" b="0">
                          <a:solidFill>
                            <a:srgbClr val="000000"/>
                          </a:solidFill>
                          <a:latin typeface="Roboto Light"/>
                        </a:rPr>
                        <a:t>-0.01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CFF"/>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B1B3"/>
                    </a:solidFill>
                  </a:tcPr>
                </a:tc>
                <a:tc>
                  <a:txBody>
                    <a:bodyPr/>
                    <a:lstStyle/>
                    <a:p>
                      <a:pPr algn="ctr"/>
                      <a:r>
                        <a:rPr sz="900" b="0">
                          <a:solidFill>
                            <a:srgbClr val="000000"/>
                          </a:solidFill>
                          <a:latin typeface="Roboto Light"/>
                        </a:rPr>
                        <a:t>-0.76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A2A4"/>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E8EB"/>
                    </a:solidFill>
                  </a:tcPr>
                </a:tc>
                <a:tc>
                  <a:txBody>
                    <a:bodyPr/>
                    <a:lstStyle/>
                    <a:p>
                      <a:pPr algn="ctr"/>
                      <a:r>
                        <a:rPr sz="900" b="0">
                          <a:solidFill>
                            <a:srgbClr val="000000"/>
                          </a:solidFill>
                          <a:latin typeface="Roboto Light"/>
                        </a:rPr>
                        <a:t>-0.07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98A8C"/>
                    </a:solidFill>
                  </a:tcPr>
                </a:tc>
                <a:tc>
                  <a:txBody>
                    <a:bodyPr/>
                    <a:lstStyle/>
                    <a:p>
                      <a:pPr algn="ctr"/>
                      <a:r>
                        <a:rPr sz="900" b="0">
                          <a:solidFill>
                            <a:srgbClr val="000000"/>
                          </a:solidFill>
                          <a:latin typeface="Roboto Light"/>
                        </a:rPr>
                        <a:t>-0.20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CDF"/>
                    </a:solidFill>
                  </a:tcPr>
                </a:tc>
                <a:extLst>
                  <a:ext uri="{0D108BD9-81ED-4DB2-BD59-A6C34878D82A}">
                    <a16:rowId xmlns:a16="http://schemas.microsoft.com/office/drawing/2014/main" val="10016"/>
                  </a:ext>
                </a:extLst>
              </a:tr>
              <a:tr h="152969">
                <a:tc>
                  <a:txBody>
                    <a:bodyPr/>
                    <a:lstStyle/>
                    <a:p>
                      <a:pPr algn="l"/>
                      <a:r>
                        <a:rPr sz="900" b="0">
                          <a:solidFill>
                            <a:srgbClr val="000000"/>
                          </a:solidFill>
                          <a:latin typeface="Roboto Light"/>
                        </a:rPr>
                        <a:t>Utilities &amp; Energy</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FFFFF"/>
                    </a:solidFill>
                  </a:tcPr>
                </a:tc>
                <a:tc>
                  <a:txBody>
                    <a:bodyPr/>
                    <a:lstStyle/>
                    <a:p>
                      <a:pPr algn="ctr"/>
                      <a:r>
                        <a:rPr sz="900" b="0">
                          <a:solidFill>
                            <a:srgbClr val="000000"/>
                          </a:solidFill>
                          <a:latin typeface="Roboto Light"/>
                        </a:rPr>
                        <a:t>1.04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CFF"/>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E4E7"/>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BDEE1"/>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BF0F9"/>
                    </a:solidFill>
                  </a:tcPr>
                </a:tc>
                <a:tc>
                  <a:txBody>
                    <a:bodyPr/>
                    <a:lstStyle/>
                    <a:p>
                      <a:pPr algn="ctr"/>
                      <a:r>
                        <a:rPr sz="900" b="0">
                          <a:solidFill>
                            <a:srgbClr val="000000"/>
                          </a:solidFill>
                          <a:latin typeface="Roboto Light"/>
                        </a:rPr>
                        <a:t>-0.15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EAEFF9"/>
                    </a:solidFill>
                  </a:tcPr>
                </a:tc>
                <a:tc>
                  <a:txBody>
                    <a:bodyPr/>
                    <a:lstStyle/>
                    <a:p>
                      <a:pPr algn="ctr"/>
                      <a:r>
                        <a:rPr sz="900" b="0">
                          <a:solidFill>
                            <a:srgbClr val="000000"/>
                          </a:solidFill>
                          <a:latin typeface="Roboto Light"/>
                        </a:rPr>
                        <a:t>0.04</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4F6FC"/>
                    </a:solidFill>
                  </a:tcPr>
                </a:tc>
                <a:tc>
                  <a:txBody>
                    <a:bodyPr/>
                    <a:lstStyle/>
                    <a:p>
                      <a:pPr algn="ctr"/>
                      <a:r>
                        <a:rPr sz="900" b="0">
                          <a:solidFill>
                            <a:srgbClr val="000000"/>
                          </a:solidFill>
                          <a:latin typeface="Roboto Light"/>
                        </a:rPr>
                        <a:t>-0.02</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CFCFF"/>
                    </a:solidFill>
                  </a:tcPr>
                </a:tc>
                <a:tc>
                  <a:txBody>
                    <a:bodyPr/>
                    <a:lstStyle/>
                    <a:p>
                      <a:pPr algn="ctr"/>
                      <a:r>
                        <a:rPr sz="900" b="0" dirty="0">
                          <a:solidFill>
                            <a:srgbClr val="000000"/>
                          </a:solidFill>
                          <a:latin typeface="Roboto Light"/>
                        </a:rPr>
                        <a:t>-0.27</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lnT>
                    <a:lnB w="6350" cap="flat" cmpd="sng" algn="ctr">
                      <a:solidFill>
                        <a:srgbClr val="FFFFFF"/>
                      </a:solidFill>
                      <a:prstDash val="solid"/>
                    </a:lnB>
                    <a:solidFill>
                      <a:srgbClr val="FAAEB0"/>
                    </a:solidFill>
                  </a:tcPr>
                </a:tc>
                <a:extLst>
                  <a:ext uri="{0D108BD9-81ED-4DB2-BD59-A6C34878D82A}">
                    <a16:rowId xmlns:a16="http://schemas.microsoft.com/office/drawing/2014/main" val="10017"/>
                  </a:ext>
                </a:extLst>
              </a:tr>
              <a:tr h="152969">
                <a:tc>
                  <a:txBody>
                    <a:bodyPr/>
                    <a:lstStyle/>
                    <a:p>
                      <a:pPr algn="l"/>
                      <a:r>
                        <a:rPr sz="900" b="0" dirty="0">
                          <a:solidFill>
                            <a:srgbClr val="000000"/>
                          </a:solidFill>
                          <a:latin typeface="Roboto Light"/>
                        </a:rPr>
                        <a:t>Ibovespa</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FFFFFF"/>
                    </a:solidFill>
                  </a:tcPr>
                </a:tc>
                <a:tc>
                  <a:txBody>
                    <a:bodyPr/>
                    <a:lstStyle/>
                    <a:p>
                      <a:pPr algn="ctr"/>
                      <a:r>
                        <a:rPr sz="900" b="0">
                          <a:solidFill>
                            <a:srgbClr val="000000"/>
                          </a:solidFill>
                          <a:latin typeface="Roboto Light"/>
                        </a:rPr>
                        <a:t>1.00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FCF4F7"/>
                    </a:solidFill>
                  </a:tcPr>
                </a:tc>
                <a:tc>
                  <a:txBody>
                    <a:bodyPr/>
                    <a:lstStyle/>
                    <a:p>
                      <a:pPr algn="ctr"/>
                      <a:r>
                        <a:rPr sz="900" b="0">
                          <a:solidFill>
                            <a:srgbClr val="000000"/>
                          </a:solidFill>
                          <a:latin typeface="Roboto Light"/>
                        </a:rPr>
                        <a:t>0.28</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A9C1E2"/>
                    </a:solidFill>
                  </a:tcPr>
                </a:tc>
                <a:tc>
                  <a:txBody>
                    <a:bodyPr/>
                    <a:lstStyle/>
                    <a:p>
                      <a:pPr algn="ctr"/>
                      <a:r>
                        <a:rPr sz="900" b="0">
                          <a:solidFill>
                            <a:srgbClr val="000000"/>
                          </a:solidFill>
                          <a:latin typeface="Roboto Light"/>
                        </a:rPr>
                        <a:t>0.00</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EBF0F9"/>
                    </a:solidFill>
                  </a:tcPr>
                </a:tc>
                <a:tc>
                  <a:txBody>
                    <a:bodyPr/>
                    <a:lstStyle/>
                    <a:p>
                      <a:pPr algn="ctr"/>
                      <a:r>
                        <a:rPr sz="900" b="0">
                          <a:solidFill>
                            <a:srgbClr val="000000"/>
                          </a:solidFill>
                          <a:latin typeface="Roboto Light"/>
                        </a:rPr>
                        <a:t>-0.09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F99395"/>
                    </a:solidFill>
                  </a:tcPr>
                </a:tc>
                <a:tc>
                  <a:txBody>
                    <a:bodyPr/>
                    <a:lstStyle/>
                    <a:p>
                      <a:pPr algn="ctr"/>
                      <a:r>
                        <a:rPr sz="900" b="0">
                          <a:solidFill>
                            <a:srgbClr val="000000"/>
                          </a:solidFill>
                          <a:latin typeface="Roboto Light"/>
                        </a:rPr>
                        <a:t>-1.09</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F8696B"/>
                    </a:solidFill>
                  </a:tcPr>
                </a:tc>
                <a:tc>
                  <a:txBody>
                    <a:bodyPr/>
                    <a:lstStyle/>
                    <a:p>
                      <a:pPr algn="ctr"/>
                      <a:r>
                        <a:rPr sz="900" b="0">
                          <a:solidFill>
                            <a:srgbClr val="000000"/>
                          </a:solidFill>
                          <a:latin typeface="Roboto Light"/>
                        </a:rPr>
                        <a:t>0.31</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9AB7DD"/>
                    </a:solidFill>
                  </a:tcPr>
                </a:tc>
                <a:tc>
                  <a:txBody>
                    <a:bodyPr/>
                    <a:lstStyle/>
                    <a:p>
                      <a:pPr algn="ctr"/>
                      <a:r>
                        <a:rPr sz="900" b="0">
                          <a:solidFill>
                            <a:srgbClr val="000000"/>
                          </a:solidFill>
                          <a:latin typeface="Roboto Light"/>
                        </a:rPr>
                        <a:t>-0.06</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FAA1A3"/>
                    </a:solidFill>
                  </a:tcPr>
                </a:tc>
                <a:tc>
                  <a:txBody>
                    <a:bodyPr/>
                    <a:lstStyle/>
                    <a:p>
                      <a:pPr algn="ctr"/>
                      <a:r>
                        <a:rPr sz="900" b="0" dirty="0">
                          <a:solidFill>
                            <a:srgbClr val="000000"/>
                          </a:solidFill>
                          <a:latin typeface="Roboto Light"/>
                        </a:rPr>
                        <a:t>0.05</a:t>
                      </a:r>
                    </a:p>
                  </a:txBody>
                  <a:tcPr marL="36576" marR="36576" marT="0" marB="0" anchor="ctr">
                    <a:lnL w="6350" cap="flat" cmpd="sng" algn="ctr">
                      <a:solidFill>
                        <a:srgbClr val="FFFFFF"/>
                      </a:solidFill>
                      <a:prstDash val="solid"/>
                    </a:lnL>
                    <a:lnR w="6350" cap="flat" cmpd="sng" algn="ctr">
                      <a:solidFill>
                        <a:srgbClr val="FFFFFF"/>
                      </a:solidFill>
                      <a:prstDash val="solid"/>
                    </a:lnR>
                    <a:lnT w="6350" cap="flat" cmpd="sng" algn="ctr">
                      <a:solidFill>
                        <a:srgbClr val="FFFFFF"/>
                      </a:solidFill>
                      <a:prstDash val="solid"/>
                      <a:round/>
                      <a:headEnd type="none" w="med" len="med"/>
                      <a:tailEnd type="none" w="med" len="med"/>
                    </a:lnT>
                    <a:lnB w="9525" cap="flat" cmpd="sng" algn="ctr">
                      <a:solidFill>
                        <a:srgbClr val="000000"/>
                      </a:solidFill>
                      <a:prstDash val="solid"/>
                    </a:lnB>
                    <a:solidFill>
                      <a:srgbClr val="DDE6F4"/>
                    </a:solidFill>
                  </a:tcPr>
                </a:tc>
                <a:extLst>
                  <a:ext uri="{0D108BD9-81ED-4DB2-BD59-A6C34878D82A}">
                    <a16:rowId xmlns:a16="http://schemas.microsoft.com/office/drawing/2014/main" val="10018"/>
                  </a:ext>
                </a:extLst>
              </a:tr>
            </a:tbl>
          </a:graphicData>
        </a:graphic>
      </p:graphicFrame>
      <p:sp>
        <p:nvSpPr>
          <p:cNvPr id="5" name="Rectangle 4">
            <a:extLst>
              <a:ext uri="{FF2B5EF4-FFF2-40B4-BE49-F238E27FC236}">
                <a16:creationId xmlns:a16="http://schemas.microsoft.com/office/drawing/2014/main" id="{E5291E8D-FA48-62FE-4032-992673D853EA}"/>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160797333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Quadrant 4">
            <a:extLst>
              <a:ext uri="{FF2B5EF4-FFF2-40B4-BE49-F238E27FC236}">
                <a16:creationId xmlns:a16="http://schemas.microsoft.com/office/drawing/2014/main" id="{631B5001-8DEC-544B-07F5-397497F5FB2A}"/>
              </a:ext>
            </a:extLst>
          </p:cNvPr>
          <p:cNvSpPr/>
          <p:nvPr/>
        </p:nvSpPr>
        <p:spPr>
          <a:xfrm>
            <a:off x="3396081" y="3050739"/>
            <a:ext cx="2871718" cy="940762"/>
          </a:xfrm>
          <a:prstGeom prst="rect">
            <a:avLst/>
          </a:prstGeom>
          <a:solidFill>
            <a:srgbClr val="D9D9D9">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91" name="Quadrant 3">
            <a:extLst>
              <a:ext uri="{FF2B5EF4-FFF2-40B4-BE49-F238E27FC236}">
                <a16:creationId xmlns:a16="http://schemas.microsoft.com/office/drawing/2014/main" id="{F6D6ADA7-646F-06C3-CDC3-45BEFB8EE61C}"/>
              </a:ext>
            </a:extLst>
          </p:cNvPr>
          <p:cNvSpPr/>
          <p:nvPr/>
        </p:nvSpPr>
        <p:spPr>
          <a:xfrm>
            <a:off x="1002983" y="3050739"/>
            <a:ext cx="2393098" cy="940762"/>
          </a:xfrm>
          <a:prstGeom prst="rect">
            <a:avLst/>
          </a:prstGeom>
          <a:solidFill>
            <a:srgbClr val="ABAFB1">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89" name="Quadrant 2">
            <a:extLst>
              <a:ext uri="{FF2B5EF4-FFF2-40B4-BE49-F238E27FC236}">
                <a16:creationId xmlns:a16="http://schemas.microsoft.com/office/drawing/2014/main" id="{E9F93A9B-13BF-28A4-829A-9CA7F86733C7}"/>
              </a:ext>
            </a:extLst>
          </p:cNvPr>
          <p:cNvSpPr/>
          <p:nvPr/>
        </p:nvSpPr>
        <p:spPr>
          <a:xfrm>
            <a:off x="3396081" y="2109978"/>
            <a:ext cx="2871718" cy="940762"/>
          </a:xfrm>
          <a:prstGeom prst="rect">
            <a:avLst/>
          </a:prstGeom>
          <a:solidFill>
            <a:srgbClr val="BBD1EC">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87" name="Quadrant 1">
            <a:extLst>
              <a:ext uri="{FF2B5EF4-FFF2-40B4-BE49-F238E27FC236}">
                <a16:creationId xmlns:a16="http://schemas.microsoft.com/office/drawing/2014/main" id="{39F9587F-5AD1-E0CE-FD39-DDDEFE1E1C32}"/>
              </a:ext>
            </a:extLst>
          </p:cNvPr>
          <p:cNvSpPr/>
          <p:nvPr/>
        </p:nvSpPr>
        <p:spPr>
          <a:xfrm>
            <a:off x="1002983" y="2109978"/>
            <a:ext cx="2393098" cy="940762"/>
          </a:xfrm>
          <a:prstGeom prst="rect">
            <a:avLst/>
          </a:prstGeom>
          <a:solidFill>
            <a:srgbClr val="FFE699">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1000" dirty="0">
              <a:solidFill>
                <a:schemeClr val="tx1"/>
              </a:solidFill>
              <a:latin typeface="Roboto" panose="02000000000000000000" pitchFamily="2" charset="0"/>
              <a:ea typeface="Roboto" panose="02000000000000000000" pitchFamily="2" charset="0"/>
              <a:cs typeface="Roboto" panose="02000000000000000000" pitchFamily="2" charset="0"/>
            </a:endParaRPr>
          </a:p>
        </p:txBody>
      </p:sp>
      <p:sp>
        <p:nvSpPr>
          <p:cNvPr id="13" name="Text Placeholder 12"/>
          <p:cNvSpPr>
            <a:spLocks noGrp="1"/>
          </p:cNvSpPr>
          <p:nvPr>
            <p:ph type="body" sz="quarter" idx="16"/>
          </p:nvPr>
        </p:nvSpPr>
        <p:spPr/>
        <p:txBody>
          <a:bodyPr/>
          <a:lstStyle/>
          <a:p>
            <a:r>
              <a:rPr lang="pt-BR" dirty="0" err="1"/>
              <a:t>How</a:t>
            </a:r>
            <a:r>
              <a:rPr lang="pt-BR" dirty="0"/>
              <a:t> </a:t>
            </a:r>
            <a:r>
              <a:rPr lang="pt-BR" dirty="0" err="1"/>
              <a:t>to</a:t>
            </a:r>
            <a:r>
              <a:rPr lang="pt-BR" dirty="0"/>
              <a:t> Position?</a:t>
            </a:r>
          </a:p>
        </p:txBody>
      </p:sp>
      <p:sp>
        <p:nvSpPr>
          <p:cNvPr id="14" name="Text Placeholder 13"/>
          <p:cNvSpPr>
            <a:spLocks noGrp="1"/>
          </p:cNvSpPr>
          <p:nvPr>
            <p:ph type="body" sz="quarter" idx="17"/>
          </p:nvPr>
        </p:nvSpPr>
        <p:spPr/>
        <p:txBody>
          <a:bodyPr/>
          <a:lstStyle/>
          <a:p>
            <a:r>
              <a:rPr dirty="0"/>
              <a:t>Mapping </a:t>
            </a:r>
            <a:r>
              <a:rPr dirty="0" err="1"/>
              <a:t>sensitivity</a:t>
            </a:r>
            <a:r>
              <a:rPr dirty="0"/>
              <a:t> </a:t>
            </a:r>
            <a:r>
              <a:rPr dirty="0" err="1"/>
              <a:t>to</a:t>
            </a:r>
            <a:r>
              <a:rPr dirty="0"/>
              <a:t> global </a:t>
            </a:r>
            <a:r>
              <a:rPr dirty="0" err="1"/>
              <a:t>and</a:t>
            </a:r>
            <a:r>
              <a:rPr dirty="0"/>
              <a:t> local drivers</a:t>
            </a:r>
          </a:p>
        </p:txBody>
      </p:sp>
      <p:sp>
        <p:nvSpPr>
          <p:cNvPr id="15" name="Text Placeholder 14"/>
          <p:cNvSpPr>
            <a:spLocks noGrp="1"/>
          </p:cNvSpPr>
          <p:nvPr>
            <p:ph type="body" sz="quarter" idx="31"/>
          </p:nvPr>
        </p:nvSpPr>
        <p:spPr/>
        <p:txBody>
          <a:bodyPr/>
          <a:lstStyle/>
          <a:p>
            <a:r>
              <a:rPr lang="en-US" dirty="0"/>
              <a:t>Source: </a:t>
            </a:r>
            <a:r>
              <a:rPr lang="en-US" dirty="0" err="1"/>
              <a:t>Economatica</a:t>
            </a:r>
            <a:r>
              <a:rPr lang="en-US" dirty="0"/>
              <a:t>, </a:t>
            </a:r>
            <a:r>
              <a:rPr lang="en-US" dirty="0" err="1"/>
              <a:t>Anbima</a:t>
            </a:r>
            <a:r>
              <a:rPr lang="en-US" dirty="0"/>
              <a:t>, XP Research. </a:t>
            </a:r>
            <a:endParaRPr dirty="0"/>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endParaRPr lang="en-US"/>
          </a:p>
        </p:txBody>
      </p:sp>
      <p:sp>
        <p:nvSpPr>
          <p:cNvPr id="36" name="Espaço Reservado para Conteúdo 14">
            <a:extLst>
              <a:ext uri="{FF2B5EF4-FFF2-40B4-BE49-F238E27FC236}">
                <a16:creationId xmlns:a16="http://schemas.microsoft.com/office/drawing/2014/main" id="{F03016C5-25C3-487A-A063-9D5AE9126411}"/>
              </a:ext>
            </a:extLst>
          </p:cNvPr>
          <p:cNvSpPr>
            <a:spLocks noGrp="1"/>
          </p:cNvSpPr>
          <p:nvPr/>
        </p:nvSpPr>
        <p:spPr>
          <a:xfrm>
            <a:off x="384048" y="1498600"/>
            <a:ext cx="6099048"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1: Sector sensitivity to global and domestic drivers</a:t>
            </a:r>
          </a:p>
        </p:txBody>
      </p:sp>
      <p:sp>
        <p:nvSpPr>
          <p:cNvPr id="37" name="TextBox 36"/>
          <p:cNvSpPr txBox="1"/>
          <p:nvPr/>
        </p:nvSpPr>
        <p:spPr>
          <a:xfrm>
            <a:off x="384048" y="1772920"/>
            <a:ext cx="6099048" cy="123111"/>
          </a:xfrm>
          <a:prstGeom prst="rect">
            <a:avLst/>
          </a:prstGeom>
          <a:noFill/>
        </p:spPr>
        <p:txBody>
          <a:bodyPr wrap="square" lIns="0" tIns="0" rIns="0" bIns="0">
            <a:spAutoFit/>
          </a:bodyPr>
          <a:lstStyle/>
          <a:p>
            <a:r>
              <a:rPr sz="800" i="1" dirty="0">
                <a:solidFill>
                  <a:srgbClr val="595959"/>
                </a:solidFill>
                <a:latin typeface="Roboto Light"/>
              </a:rPr>
              <a:t>Average z-score of sector betas to global (x) and domestic (y) drivers</a:t>
            </a:r>
          </a:p>
        </p:txBody>
      </p:sp>
      <p:graphicFrame>
        <p:nvGraphicFramePr>
          <p:cNvPr id="76" name="Chart Chart 16">
            <a:extLst>
              <a:ext uri="{FF2B5EF4-FFF2-40B4-BE49-F238E27FC236}">
                <a16:creationId xmlns:a16="http://schemas.microsoft.com/office/drawing/2014/main" id="{00000000-0008-0000-0100-000002000000}"/>
              </a:ext>
            </a:extLst>
          </p:cNvPr>
          <p:cNvGraphicFramePr>
            <a:graphicFrameLocks/>
          </p:cNvGraphicFramePr>
          <p:nvPr>
            <p:extLst>
              <p:ext uri="{D42A27DB-BD31-4B8C-83A1-F6EECF244321}">
                <p14:modId xmlns:p14="http://schemas.microsoft.com/office/powerpoint/2010/main" val="3566419560"/>
              </p:ext>
            </p:extLst>
          </p:nvPr>
        </p:nvGraphicFramePr>
        <p:xfrm>
          <a:off x="384048" y="1974088"/>
          <a:ext cx="6099048" cy="2564783"/>
        </p:xfrm>
        <a:graphic>
          <a:graphicData uri="http://schemas.openxmlformats.org/drawingml/2006/chart">
            <c:chart xmlns:c="http://schemas.openxmlformats.org/drawingml/2006/chart" xmlns:r="http://schemas.openxmlformats.org/officeDocument/2006/relationships" r:id="rId2"/>
          </a:graphicData>
        </a:graphic>
      </p:graphicFrame>
      <p:sp>
        <p:nvSpPr>
          <p:cNvPr id="88" name="Quadrant label 1">
            <a:extLst>
              <a:ext uri="{FF2B5EF4-FFF2-40B4-BE49-F238E27FC236}">
                <a16:creationId xmlns:a16="http://schemas.microsoft.com/office/drawing/2014/main" id="{0251C255-CA32-6E7A-EF58-8328472739E7}"/>
              </a:ext>
            </a:extLst>
          </p:cNvPr>
          <p:cNvSpPr txBox="1"/>
          <p:nvPr/>
        </p:nvSpPr>
        <p:spPr>
          <a:xfrm>
            <a:off x="1041083" y="2135378"/>
            <a:ext cx="681277" cy="215444"/>
          </a:xfrm>
          <a:prstGeom prst="rect">
            <a:avLst/>
          </a:prstGeom>
          <a:noFill/>
        </p:spPr>
        <p:txBody>
          <a:bodyPr vert="horz" wrap="none" lIns="0" tIns="0" rIns="0" bIns="0" rtlCol="0">
            <a:spAutoFit/>
          </a:bodyPr>
          <a:lstStyle/>
          <a:p>
            <a:r>
              <a:rPr lang="pt-BR" sz="700">
                <a:solidFill>
                  <a:srgbClr val="C59100"/>
                </a:solidFill>
                <a:latin typeface="Roboto Light" panose="02000000000000000000" pitchFamily="2" charset="0"/>
                <a:ea typeface="Roboto" panose="02000000000000000000" pitchFamily="2" charset="0"/>
                <a:cs typeface="Roboto" panose="02000000000000000000" pitchFamily="2" charset="0"/>
              </a:rPr>
              <a:t>Domestic risk-on,</a:t>
            </a:r>
          </a:p>
          <a:p>
            <a:r>
              <a:rPr lang="pt-BR" sz="700">
                <a:solidFill>
                  <a:srgbClr val="C59100"/>
                </a:solidFill>
                <a:latin typeface="Roboto Light" panose="02000000000000000000" pitchFamily="2" charset="0"/>
                <a:ea typeface="Roboto" panose="02000000000000000000" pitchFamily="2" charset="0"/>
                <a:cs typeface="Roboto" panose="02000000000000000000" pitchFamily="2" charset="0"/>
              </a:rPr>
              <a:t>Global risk-off</a:t>
            </a:r>
            <a:endParaRPr lang="pt-BR" sz="700" dirty="0" err="1">
              <a:solidFill>
                <a:srgbClr val="C59100"/>
              </a:solidFill>
              <a:latin typeface="Roboto Light" panose="02000000000000000000" pitchFamily="2" charset="0"/>
              <a:ea typeface="Roboto" panose="02000000000000000000" pitchFamily="2" charset="0"/>
              <a:cs typeface="Roboto" panose="02000000000000000000" pitchFamily="2" charset="0"/>
            </a:endParaRPr>
          </a:p>
        </p:txBody>
      </p:sp>
      <p:sp>
        <p:nvSpPr>
          <p:cNvPr id="90" name="Quadrant label 2">
            <a:extLst>
              <a:ext uri="{FF2B5EF4-FFF2-40B4-BE49-F238E27FC236}">
                <a16:creationId xmlns:a16="http://schemas.microsoft.com/office/drawing/2014/main" id="{B68FA1FC-D252-5EFB-0A21-85E796D5D64F}"/>
              </a:ext>
            </a:extLst>
          </p:cNvPr>
          <p:cNvSpPr txBox="1"/>
          <p:nvPr/>
        </p:nvSpPr>
        <p:spPr>
          <a:xfrm>
            <a:off x="5548422" y="2135378"/>
            <a:ext cx="681277" cy="215444"/>
          </a:xfrm>
          <a:prstGeom prst="rect">
            <a:avLst/>
          </a:prstGeom>
          <a:noFill/>
        </p:spPr>
        <p:txBody>
          <a:bodyPr vert="horz" wrap="none" lIns="0" tIns="0" rIns="0" bIns="0" rtlCol="0">
            <a:spAutoFit/>
          </a:bodyPr>
          <a:lstStyle/>
          <a:p>
            <a:pPr algn="r"/>
            <a:r>
              <a:rPr lang="pt-BR" sz="700">
                <a:solidFill>
                  <a:srgbClr val="1F2F44"/>
                </a:solidFill>
                <a:latin typeface="Roboto Light" panose="02000000000000000000" pitchFamily="2" charset="0"/>
                <a:ea typeface="Roboto" panose="02000000000000000000" pitchFamily="2" charset="0"/>
                <a:cs typeface="Roboto" panose="02000000000000000000" pitchFamily="2" charset="0"/>
              </a:rPr>
              <a:t>Domestic risk-on,</a:t>
            </a:r>
          </a:p>
          <a:p>
            <a:pPr algn="r"/>
            <a:r>
              <a:rPr lang="pt-BR" sz="700">
                <a:solidFill>
                  <a:srgbClr val="1F2F44"/>
                </a:solidFill>
                <a:latin typeface="Roboto Light" panose="02000000000000000000" pitchFamily="2" charset="0"/>
                <a:ea typeface="Roboto" panose="02000000000000000000" pitchFamily="2" charset="0"/>
                <a:cs typeface="Roboto" panose="02000000000000000000" pitchFamily="2" charset="0"/>
              </a:rPr>
              <a:t>Global risk-on</a:t>
            </a:r>
            <a:endParaRPr lang="pt-BR" sz="700" dirty="0" err="1">
              <a:solidFill>
                <a:srgbClr val="1F2F44"/>
              </a:solidFill>
              <a:latin typeface="Roboto Light" panose="02000000000000000000" pitchFamily="2" charset="0"/>
              <a:ea typeface="Roboto" panose="02000000000000000000" pitchFamily="2" charset="0"/>
              <a:cs typeface="Roboto" panose="02000000000000000000" pitchFamily="2" charset="0"/>
            </a:endParaRPr>
          </a:p>
        </p:txBody>
      </p:sp>
      <p:sp>
        <p:nvSpPr>
          <p:cNvPr id="92" name="Quadrant label 3">
            <a:extLst>
              <a:ext uri="{FF2B5EF4-FFF2-40B4-BE49-F238E27FC236}">
                <a16:creationId xmlns:a16="http://schemas.microsoft.com/office/drawing/2014/main" id="{EF7D2DE5-3A20-5183-6C12-56B54C5EB07D}"/>
              </a:ext>
            </a:extLst>
          </p:cNvPr>
          <p:cNvSpPr txBox="1"/>
          <p:nvPr/>
        </p:nvSpPr>
        <p:spPr>
          <a:xfrm>
            <a:off x="1041083" y="3750657"/>
            <a:ext cx="692497" cy="215444"/>
          </a:xfrm>
          <a:prstGeom prst="rect">
            <a:avLst/>
          </a:prstGeom>
          <a:noFill/>
        </p:spPr>
        <p:txBody>
          <a:bodyPr vert="horz" wrap="none" lIns="0" tIns="0" rIns="0" bIns="0" rtlCol="0">
            <a:spAutoFit/>
          </a:bodyPr>
          <a:lstStyle/>
          <a:p>
            <a:r>
              <a:rPr lang="pt-BR" sz="700">
                <a:solidFill>
                  <a:srgbClr val="18191A"/>
                </a:solidFill>
                <a:latin typeface="Roboto Light" panose="02000000000000000000" pitchFamily="2" charset="0"/>
                <a:ea typeface="Roboto" panose="02000000000000000000" pitchFamily="2" charset="0"/>
                <a:cs typeface="Roboto" panose="02000000000000000000" pitchFamily="2" charset="0"/>
              </a:rPr>
              <a:t>Domestic risk-off,</a:t>
            </a:r>
          </a:p>
          <a:p>
            <a:r>
              <a:rPr lang="pt-BR" sz="700">
                <a:solidFill>
                  <a:srgbClr val="18191A"/>
                </a:solidFill>
                <a:latin typeface="Roboto Light" panose="02000000000000000000" pitchFamily="2" charset="0"/>
                <a:ea typeface="Roboto" panose="02000000000000000000" pitchFamily="2" charset="0"/>
                <a:cs typeface="Roboto" panose="02000000000000000000" pitchFamily="2" charset="0"/>
              </a:rPr>
              <a:t>Global risk-off</a:t>
            </a:r>
            <a:endParaRPr lang="pt-BR" sz="700" dirty="0" err="1">
              <a:solidFill>
                <a:srgbClr val="18191A"/>
              </a:solidFill>
              <a:latin typeface="Roboto Light" panose="02000000000000000000" pitchFamily="2" charset="0"/>
              <a:ea typeface="Roboto" panose="02000000000000000000" pitchFamily="2" charset="0"/>
              <a:cs typeface="Roboto" panose="02000000000000000000" pitchFamily="2" charset="0"/>
            </a:endParaRPr>
          </a:p>
        </p:txBody>
      </p:sp>
      <p:sp>
        <p:nvSpPr>
          <p:cNvPr id="94" name="Quadrant label 4">
            <a:extLst>
              <a:ext uri="{FF2B5EF4-FFF2-40B4-BE49-F238E27FC236}">
                <a16:creationId xmlns:a16="http://schemas.microsoft.com/office/drawing/2014/main" id="{915F9579-6405-F35D-CCF7-3E1B208242ED}"/>
              </a:ext>
            </a:extLst>
          </p:cNvPr>
          <p:cNvSpPr txBox="1"/>
          <p:nvPr/>
        </p:nvSpPr>
        <p:spPr>
          <a:xfrm>
            <a:off x="5537202" y="3750657"/>
            <a:ext cx="692497" cy="215444"/>
          </a:xfrm>
          <a:prstGeom prst="rect">
            <a:avLst/>
          </a:prstGeom>
          <a:noFill/>
        </p:spPr>
        <p:txBody>
          <a:bodyPr vert="horz" wrap="none" lIns="0" tIns="0" rIns="0" bIns="0" rtlCol="0">
            <a:spAutoFit/>
          </a:bodyPr>
          <a:lstStyle/>
          <a:p>
            <a:pPr algn="r"/>
            <a:r>
              <a:rPr lang="pt-BR" sz="700">
                <a:solidFill>
                  <a:srgbClr val="7F7F7F"/>
                </a:solidFill>
                <a:latin typeface="Roboto Light" panose="02000000000000000000" pitchFamily="2" charset="0"/>
                <a:ea typeface="Roboto" panose="02000000000000000000" pitchFamily="2" charset="0"/>
                <a:cs typeface="Roboto" panose="02000000000000000000" pitchFamily="2" charset="0"/>
              </a:rPr>
              <a:t>Domestic risk-off,</a:t>
            </a:r>
          </a:p>
          <a:p>
            <a:pPr algn="r"/>
            <a:r>
              <a:rPr lang="pt-BR" sz="700">
                <a:solidFill>
                  <a:srgbClr val="7F7F7F"/>
                </a:solidFill>
                <a:latin typeface="Roboto Light" panose="02000000000000000000" pitchFamily="2" charset="0"/>
                <a:ea typeface="Roboto" panose="02000000000000000000" pitchFamily="2" charset="0"/>
                <a:cs typeface="Roboto" panose="02000000000000000000" pitchFamily="2" charset="0"/>
              </a:rPr>
              <a:t>Global risk-on</a:t>
            </a:r>
            <a:endParaRPr lang="pt-BR" sz="700" dirty="0" err="1">
              <a:solidFill>
                <a:srgbClr val="7F7F7F"/>
              </a:solidFill>
              <a:latin typeface="Roboto Light" panose="02000000000000000000" pitchFamily="2" charset="0"/>
              <a:ea typeface="Roboto" panose="02000000000000000000" pitchFamily="2" charset="0"/>
              <a:cs typeface="Roboto" panose="02000000000000000000" pitchFamily="2" charset="0"/>
            </a:endParaRPr>
          </a:p>
        </p:txBody>
      </p:sp>
      <p:sp>
        <p:nvSpPr>
          <p:cNvPr id="4" name="Espaço Reservado para Conteúdo 14">
            <a:extLst>
              <a:ext uri="{FF2B5EF4-FFF2-40B4-BE49-F238E27FC236}">
                <a16:creationId xmlns:a16="http://schemas.microsoft.com/office/drawing/2014/main" id="{55B1AEBF-1FAB-D725-DA88-DA49B6E19A75}"/>
              </a:ext>
            </a:extLst>
          </p:cNvPr>
          <p:cNvSpPr>
            <a:spLocks noGrp="1"/>
          </p:cNvSpPr>
          <p:nvPr/>
        </p:nvSpPr>
        <p:spPr>
          <a:xfrm>
            <a:off x="384048" y="4716671"/>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2: Sector betas to the Ibovespa</a:t>
            </a:r>
          </a:p>
        </p:txBody>
      </p:sp>
      <p:sp>
        <p:nvSpPr>
          <p:cNvPr id="6" name="Espaço Reservado para Conteúdo 14">
            <a:extLst>
              <a:ext uri="{FF2B5EF4-FFF2-40B4-BE49-F238E27FC236}">
                <a16:creationId xmlns:a16="http://schemas.microsoft.com/office/drawing/2014/main" id="{FBC955A7-DAC6-40F2-8DC6-B479DC04C9DF}"/>
              </a:ext>
            </a:extLst>
          </p:cNvPr>
          <p:cNvSpPr>
            <a:spLocks noGrp="1"/>
          </p:cNvSpPr>
          <p:nvPr/>
        </p:nvSpPr>
        <p:spPr>
          <a:xfrm>
            <a:off x="3557016" y="4716671"/>
            <a:ext cx="2926080"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pt-BR"/>
              <a:t>Chart 3: Sector betas to USD/BRL</a:t>
            </a:r>
          </a:p>
        </p:txBody>
      </p:sp>
      <p:graphicFrame>
        <p:nvGraphicFramePr>
          <p:cNvPr id="8" name="Chart Chart 17">
            <a:extLst>
              <a:ext uri="{FF2B5EF4-FFF2-40B4-BE49-F238E27FC236}">
                <a16:creationId xmlns:a16="http://schemas.microsoft.com/office/drawing/2014/main" id="{9D40D6BB-1806-5688-4F20-034B308258AD}"/>
              </a:ext>
            </a:extLst>
          </p:cNvPr>
          <p:cNvGraphicFramePr>
            <a:graphicFrameLocks/>
          </p:cNvGraphicFramePr>
          <p:nvPr>
            <p:extLst>
              <p:ext uri="{D42A27DB-BD31-4B8C-83A1-F6EECF244321}">
                <p14:modId xmlns:p14="http://schemas.microsoft.com/office/powerpoint/2010/main" val="1928467106"/>
              </p:ext>
            </p:extLst>
          </p:nvPr>
        </p:nvGraphicFramePr>
        <p:xfrm>
          <a:off x="384048" y="5187189"/>
          <a:ext cx="2926080" cy="423621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Chart 18">
            <a:extLst>
              <a:ext uri="{FF2B5EF4-FFF2-40B4-BE49-F238E27FC236}">
                <a16:creationId xmlns:a16="http://schemas.microsoft.com/office/drawing/2014/main" id="{5B1E7D50-4A90-DA43-7CE6-F75BA440045E}"/>
              </a:ext>
            </a:extLst>
          </p:cNvPr>
          <p:cNvGraphicFramePr>
            <a:graphicFrameLocks/>
          </p:cNvGraphicFramePr>
          <p:nvPr>
            <p:extLst>
              <p:ext uri="{D42A27DB-BD31-4B8C-83A1-F6EECF244321}">
                <p14:modId xmlns:p14="http://schemas.microsoft.com/office/powerpoint/2010/main" val="1567899803"/>
              </p:ext>
            </p:extLst>
          </p:nvPr>
        </p:nvGraphicFramePr>
        <p:xfrm>
          <a:off x="3557016" y="5187189"/>
          <a:ext cx="2926080" cy="4236211"/>
        </p:xfrm>
        <a:graphic>
          <a:graphicData uri="http://schemas.openxmlformats.org/drawingml/2006/chart">
            <c:chart xmlns:c="http://schemas.openxmlformats.org/drawingml/2006/chart" xmlns:r="http://schemas.openxmlformats.org/officeDocument/2006/relationships" r:id="rId4"/>
          </a:graphicData>
        </a:graphic>
      </p:graphicFrame>
      <p:sp>
        <p:nvSpPr>
          <p:cNvPr id="3" name="Rectangle 2">
            <a:extLst>
              <a:ext uri="{FF2B5EF4-FFF2-40B4-BE49-F238E27FC236}">
                <a16:creationId xmlns:a16="http://schemas.microsoft.com/office/drawing/2014/main" id="{3F3553EA-7A02-5104-E32F-73F04B3A4A24}"/>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151058145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20"/>
          </p:nvPr>
        </p:nvSpPr>
        <p:spPr>
          <a:xfrm>
            <a:off x="384048" y="1499616"/>
            <a:ext cx="6099048" cy="1666748"/>
          </a:xfrm>
          <a:noFill/>
        </p:spPr>
        <p:txBody>
          <a:bodyPr/>
          <a:lstStyle/>
          <a:p>
            <a:r>
              <a:rPr lang="pt-BR" b="1" dirty="0" err="1"/>
              <a:t>We</a:t>
            </a:r>
            <a:r>
              <a:rPr lang="pt-BR" b="1" dirty="0"/>
              <a:t> </a:t>
            </a:r>
            <a:r>
              <a:rPr lang="pt-BR" b="1" dirty="0" err="1"/>
              <a:t>reinforce</a:t>
            </a:r>
            <a:r>
              <a:rPr lang="pt-BR" b="1" dirty="0"/>
              <a:t> </a:t>
            </a:r>
            <a:r>
              <a:rPr lang="pt-BR" b="1" dirty="0" err="1"/>
              <a:t>our</a:t>
            </a:r>
            <a:r>
              <a:rPr lang="pt-BR" b="1" dirty="0"/>
              <a:t> </a:t>
            </a:r>
            <a:r>
              <a:rPr lang="pt-BR" b="1" dirty="0" err="1"/>
              <a:t>preference</a:t>
            </a:r>
            <a:r>
              <a:rPr lang="pt-BR" b="1" dirty="0"/>
              <a:t> for high-</a:t>
            </a:r>
            <a:r>
              <a:rPr lang="pt-BR" b="1" dirty="0" err="1"/>
              <a:t>quality</a:t>
            </a:r>
            <a:r>
              <a:rPr lang="pt-BR" b="1" dirty="0"/>
              <a:t>, </a:t>
            </a:r>
            <a:r>
              <a:rPr lang="pt-BR" b="1" dirty="0" err="1"/>
              <a:t>low-leverage</a:t>
            </a:r>
            <a:r>
              <a:rPr lang="pt-BR" b="1" dirty="0"/>
              <a:t> </a:t>
            </a:r>
            <a:r>
              <a:rPr lang="pt-BR" b="1" dirty="0" err="1"/>
              <a:t>names</a:t>
            </a:r>
            <a:r>
              <a:rPr lang="pt-BR" b="1" dirty="0"/>
              <a:t> </a:t>
            </a:r>
            <a:r>
              <a:rPr lang="pt-BR" b="1" dirty="0" err="1"/>
              <a:t>with</a:t>
            </a:r>
            <a:r>
              <a:rPr lang="pt-BR" b="1" dirty="0"/>
              <a:t> </a:t>
            </a:r>
            <a:r>
              <a:rPr lang="pt-BR" b="1" dirty="0" err="1"/>
              <a:t>strong</a:t>
            </a:r>
            <a:r>
              <a:rPr lang="pt-BR" b="1" dirty="0"/>
              <a:t> balance </a:t>
            </a:r>
            <a:r>
              <a:rPr lang="pt-BR" b="1" dirty="0" err="1"/>
              <a:t>sheets</a:t>
            </a:r>
            <a:r>
              <a:rPr lang="pt-BR" b="1" dirty="0"/>
              <a:t>.</a:t>
            </a:r>
            <a:r>
              <a:rPr lang="pt-BR" dirty="0"/>
              <a:t> </a:t>
            </a:r>
            <a:r>
              <a:rPr lang="pt-BR" dirty="0" err="1"/>
              <a:t>On</a:t>
            </a:r>
            <a:r>
              <a:rPr lang="pt-BR" dirty="0"/>
              <a:t> </a:t>
            </a:r>
            <a:r>
              <a:rPr lang="pt-BR" dirty="0" err="1"/>
              <a:t>Oct</a:t>
            </a:r>
            <a:r>
              <a:rPr lang="pt-BR" dirty="0"/>
              <a:t> 26, </a:t>
            </a:r>
            <a:r>
              <a:rPr lang="pt-BR" dirty="0" err="1"/>
              <a:t>the</a:t>
            </a:r>
            <a:r>
              <a:rPr lang="pt-BR" dirty="0"/>
              <a:t> </a:t>
            </a:r>
            <a:r>
              <a:rPr lang="pt-BR" dirty="0" err="1"/>
              <a:t>higher-quality</a:t>
            </a:r>
            <a:r>
              <a:rPr lang="pt-BR" dirty="0"/>
              <a:t> </a:t>
            </a:r>
            <a:r>
              <a:rPr lang="pt-BR" dirty="0" err="1"/>
              <a:t>half</a:t>
            </a:r>
            <a:r>
              <a:rPr lang="pt-BR" dirty="0"/>
              <a:t> </a:t>
            </a:r>
            <a:r>
              <a:rPr lang="pt-BR" dirty="0" err="1"/>
              <a:t>of</a:t>
            </a:r>
            <a:r>
              <a:rPr lang="pt-BR" dirty="0"/>
              <a:t> </a:t>
            </a:r>
            <a:r>
              <a:rPr lang="pt-BR" dirty="0" err="1"/>
              <a:t>the</a:t>
            </a:r>
            <a:r>
              <a:rPr lang="pt-BR" dirty="0"/>
              <a:t> </a:t>
            </a:r>
            <a:r>
              <a:rPr lang="pt-BR" dirty="0" err="1"/>
              <a:t>market</a:t>
            </a:r>
            <a:r>
              <a:rPr lang="pt-BR" dirty="0"/>
              <a:t> </a:t>
            </a:r>
            <a:r>
              <a:rPr lang="pt-BR" dirty="0" err="1"/>
              <a:t>outperformed</a:t>
            </a:r>
            <a:r>
              <a:rPr lang="pt-BR" dirty="0"/>
              <a:t> its </a:t>
            </a:r>
            <a:r>
              <a:rPr lang="pt-BR" dirty="0" err="1"/>
              <a:t>lower-quality</a:t>
            </a:r>
            <a:r>
              <a:rPr lang="pt-BR" dirty="0"/>
              <a:t> </a:t>
            </a:r>
            <a:r>
              <a:rPr lang="pt-BR" dirty="0" err="1"/>
              <a:t>peers</a:t>
            </a:r>
            <a:r>
              <a:rPr lang="pt-BR" dirty="0"/>
              <a:t> in 13 </a:t>
            </a:r>
            <a:r>
              <a:rPr lang="pt-BR" dirty="0" err="1"/>
              <a:t>of</a:t>
            </a:r>
            <a:r>
              <a:rPr lang="pt-BR" dirty="0"/>
              <a:t> </a:t>
            </a:r>
            <a:r>
              <a:rPr lang="pt-BR" dirty="0" err="1"/>
              <a:t>the</a:t>
            </a:r>
            <a:r>
              <a:rPr lang="pt-BR" dirty="0"/>
              <a:t> 17 </a:t>
            </a:r>
            <a:r>
              <a:rPr lang="pt-BR" dirty="0" err="1"/>
              <a:t>sectors</a:t>
            </a:r>
            <a:r>
              <a:rPr lang="pt-BR" dirty="0"/>
              <a:t>, </a:t>
            </a:r>
            <a:r>
              <a:rPr lang="pt-BR" dirty="0" err="1"/>
              <a:t>by</a:t>
            </a:r>
            <a:r>
              <a:rPr lang="pt-BR" dirty="0"/>
              <a:t> a </a:t>
            </a:r>
            <a:r>
              <a:rPr lang="pt-BR" dirty="0" err="1"/>
              <a:t>median</a:t>
            </a:r>
            <a:r>
              <a:rPr lang="pt-BR" dirty="0"/>
              <a:t> </a:t>
            </a:r>
            <a:r>
              <a:rPr lang="pt-BR" dirty="0" err="1"/>
              <a:t>of</a:t>
            </a:r>
            <a:r>
              <a:rPr lang="pt-BR" dirty="0"/>
              <a:t> 9 </a:t>
            </a:r>
            <a:r>
              <a:rPr lang="pt-BR" dirty="0" err="1"/>
              <a:t>p.p</a:t>
            </a:r>
            <a:r>
              <a:rPr lang="pt-BR" dirty="0"/>
              <a:t>. </a:t>
            </a:r>
            <a:r>
              <a:rPr lang="pt-BR" dirty="0" err="1"/>
              <a:t>Uncertainty</a:t>
            </a:r>
            <a:r>
              <a:rPr lang="pt-BR" dirty="0"/>
              <a:t> </a:t>
            </a:r>
            <a:r>
              <a:rPr lang="pt-BR" dirty="0" err="1"/>
              <a:t>remains</a:t>
            </a:r>
            <a:r>
              <a:rPr lang="pt-BR" dirty="0"/>
              <a:t> high, </a:t>
            </a:r>
            <a:r>
              <a:rPr lang="pt-BR" dirty="0" err="1"/>
              <a:t>but</a:t>
            </a:r>
            <a:r>
              <a:rPr lang="pt-BR" dirty="0"/>
              <a:t> for </a:t>
            </a:r>
            <a:r>
              <a:rPr lang="pt-BR" dirty="0" err="1"/>
              <a:t>investors</a:t>
            </a:r>
            <a:r>
              <a:rPr lang="pt-BR" dirty="0"/>
              <a:t> </a:t>
            </a:r>
            <a:r>
              <a:rPr lang="pt-BR" dirty="0" err="1"/>
              <a:t>looking</a:t>
            </a:r>
            <a:r>
              <a:rPr lang="pt-BR" dirty="0"/>
              <a:t> for </a:t>
            </a:r>
            <a:r>
              <a:rPr lang="pt-BR" dirty="0" err="1"/>
              <a:t>opportunities</a:t>
            </a:r>
            <a:r>
              <a:rPr lang="pt-BR" dirty="0"/>
              <a:t>, </a:t>
            </a:r>
            <a:r>
              <a:rPr lang="en-US" dirty="0"/>
              <a:t>Table 1 lists the names with a quality score above 50 that our sector analysts now see as potential opportunities, in three groups</a:t>
            </a:r>
            <a:r>
              <a:rPr lang="pt-BR" dirty="0"/>
              <a:t>: </a:t>
            </a:r>
            <a:r>
              <a:rPr lang="pt-BR" b="1" dirty="0"/>
              <a:t>(i)</a:t>
            </a:r>
            <a:r>
              <a:rPr lang="pt-BR" dirty="0"/>
              <a:t> </a:t>
            </a:r>
            <a:r>
              <a:rPr lang="pt-BR" dirty="0" err="1"/>
              <a:t>names</a:t>
            </a:r>
            <a:r>
              <a:rPr lang="pt-BR" dirty="0"/>
              <a:t> </a:t>
            </a:r>
            <a:r>
              <a:rPr lang="pt-BR" dirty="0" err="1"/>
              <a:t>whose</a:t>
            </a:r>
            <a:r>
              <a:rPr lang="pt-BR" dirty="0"/>
              <a:t> </a:t>
            </a:r>
            <a:r>
              <a:rPr lang="pt-BR" dirty="0" err="1"/>
              <a:t>valuation</a:t>
            </a:r>
            <a:r>
              <a:rPr lang="pt-BR" dirty="0"/>
              <a:t> </a:t>
            </a:r>
            <a:r>
              <a:rPr lang="pt-BR" dirty="0" err="1"/>
              <a:t>became</a:t>
            </a:r>
            <a:r>
              <a:rPr lang="pt-BR" dirty="0"/>
              <a:t> </a:t>
            </a:r>
            <a:r>
              <a:rPr lang="pt-BR" dirty="0" err="1"/>
              <a:t>significantly</a:t>
            </a:r>
            <a:r>
              <a:rPr lang="pt-BR" dirty="0"/>
              <a:t> more </a:t>
            </a:r>
            <a:r>
              <a:rPr lang="pt-BR" dirty="0" err="1"/>
              <a:t>attractive</a:t>
            </a:r>
            <a:r>
              <a:rPr lang="pt-BR" dirty="0"/>
              <a:t> </a:t>
            </a:r>
            <a:r>
              <a:rPr lang="pt-BR" dirty="0" err="1"/>
              <a:t>after</a:t>
            </a:r>
            <a:r>
              <a:rPr lang="pt-BR" dirty="0"/>
              <a:t> </a:t>
            </a:r>
            <a:r>
              <a:rPr lang="pt-BR" dirty="0" err="1"/>
              <a:t>the</a:t>
            </a:r>
            <a:r>
              <a:rPr lang="pt-BR" dirty="0"/>
              <a:t> </a:t>
            </a:r>
            <a:r>
              <a:rPr lang="pt-BR" dirty="0" err="1"/>
              <a:t>correction</a:t>
            </a:r>
            <a:r>
              <a:rPr lang="pt-BR" dirty="0"/>
              <a:t>; </a:t>
            </a:r>
            <a:r>
              <a:rPr lang="pt-BR" b="1" dirty="0"/>
              <a:t>(</a:t>
            </a:r>
            <a:r>
              <a:rPr lang="pt-BR" b="1" dirty="0" err="1"/>
              <a:t>ii</a:t>
            </a:r>
            <a:r>
              <a:rPr lang="pt-BR" b="1" dirty="0"/>
              <a:t>)</a:t>
            </a:r>
            <a:r>
              <a:rPr lang="pt-BR" dirty="0"/>
              <a:t> high-</a:t>
            </a:r>
            <a:r>
              <a:rPr lang="pt-BR" dirty="0" err="1"/>
              <a:t>quality</a:t>
            </a:r>
            <a:r>
              <a:rPr lang="pt-BR" dirty="0"/>
              <a:t> </a:t>
            </a:r>
            <a:r>
              <a:rPr lang="pt-BR" dirty="0" err="1"/>
              <a:t>names</a:t>
            </a:r>
            <a:r>
              <a:rPr lang="pt-BR" dirty="0"/>
              <a:t> </a:t>
            </a:r>
            <a:r>
              <a:rPr lang="pt-BR" dirty="0" err="1"/>
              <a:t>that</a:t>
            </a:r>
            <a:r>
              <a:rPr lang="pt-BR" dirty="0"/>
              <a:t> </a:t>
            </a:r>
            <a:r>
              <a:rPr lang="pt-BR" dirty="0" err="1"/>
              <a:t>should</a:t>
            </a:r>
            <a:r>
              <a:rPr lang="pt-BR" dirty="0"/>
              <a:t> prove </a:t>
            </a:r>
            <a:r>
              <a:rPr lang="pt-BR" dirty="0" err="1"/>
              <a:t>resilient</a:t>
            </a:r>
            <a:r>
              <a:rPr lang="pt-BR" dirty="0"/>
              <a:t> in </a:t>
            </a:r>
            <a:r>
              <a:rPr lang="pt-BR" dirty="0" err="1"/>
              <a:t>the</a:t>
            </a:r>
            <a:r>
              <a:rPr lang="pt-BR" dirty="0"/>
              <a:t> </a:t>
            </a:r>
            <a:r>
              <a:rPr lang="pt-BR" dirty="0" err="1"/>
              <a:t>current</a:t>
            </a:r>
            <a:r>
              <a:rPr lang="pt-BR" dirty="0"/>
              <a:t> macro </a:t>
            </a:r>
            <a:r>
              <a:rPr lang="pt-BR" dirty="0" err="1"/>
              <a:t>environment</a:t>
            </a:r>
            <a:r>
              <a:rPr lang="pt-BR" dirty="0"/>
              <a:t>; </a:t>
            </a:r>
            <a:r>
              <a:rPr lang="pt-BR" dirty="0" err="1"/>
              <a:t>and</a:t>
            </a:r>
            <a:r>
              <a:rPr lang="pt-BR" dirty="0"/>
              <a:t> </a:t>
            </a:r>
            <a:r>
              <a:rPr lang="pt-BR" b="1" dirty="0"/>
              <a:t>(</a:t>
            </a:r>
            <a:r>
              <a:rPr lang="pt-BR" b="1" dirty="0" err="1"/>
              <a:t>iii</a:t>
            </a:r>
            <a:r>
              <a:rPr lang="pt-BR" b="1" dirty="0"/>
              <a:t>)</a:t>
            </a:r>
            <a:r>
              <a:rPr lang="pt-BR" dirty="0"/>
              <a:t> </a:t>
            </a:r>
            <a:r>
              <a:rPr lang="pt-BR" dirty="0" err="1"/>
              <a:t>defensive</a:t>
            </a:r>
            <a:r>
              <a:rPr lang="pt-BR" dirty="0"/>
              <a:t> </a:t>
            </a:r>
            <a:r>
              <a:rPr lang="pt-BR" dirty="0" err="1"/>
              <a:t>names</a:t>
            </a:r>
            <a:r>
              <a:rPr lang="pt-BR" dirty="0"/>
              <a:t> </a:t>
            </a:r>
            <a:r>
              <a:rPr lang="pt-BR" dirty="0" err="1"/>
              <a:t>with</a:t>
            </a:r>
            <a:r>
              <a:rPr lang="pt-BR" dirty="0"/>
              <a:t> FX </a:t>
            </a:r>
            <a:r>
              <a:rPr lang="pt-BR" dirty="0" err="1"/>
              <a:t>exposure</a:t>
            </a:r>
            <a:r>
              <a:rPr lang="pt-BR" dirty="0"/>
              <a:t>, </a:t>
            </a:r>
            <a:r>
              <a:rPr lang="pt-BR" dirty="0" err="1"/>
              <a:t>which</a:t>
            </a:r>
            <a:r>
              <a:rPr lang="pt-BR" dirty="0"/>
              <a:t> </a:t>
            </a:r>
            <a:r>
              <a:rPr lang="pt-BR" dirty="0" err="1"/>
              <a:t>should</a:t>
            </a:r>
            <a:r>
              <a:rPr lang="pt-BR" dirty="0"/>
              <a:t> </a:t>
            </a:r>
            <a:r>
              <a:rPr lang="pt-BR" dirty="0" err="1"/>
              <a:t>outperform</a:t>
            </a:r>
            <a:r>
              <a:rPr lang="pt-BR" dirty="0"/>
              <a:t> in a </a:t>
            </a:r>
            <a:r>
              <a:rPr lang="pt-BR" dirty="0" err="1"/>
              <a:t>domestic</a:t>
            </a:r>
            <a:r>
              <a:rPr lang="pt-BR" dirty="0"/>
              <a:t> </a:t>
            </a:r>
            <a:r>
              <a:rPr lang="pt-BR" dirty="0" err="1"/>
              <a:t>risk</a:t>
            </a:r>
            <a:r>
              <a:rPr lang="pt-BR" dirty="0"/>
              <a:t>-off </a:t>
            </a:r>
            <a:r>
              <a:rPr lang="pt-BR" dirty="0" err="1"/>
              <a:t>scenario</a:t>
            </a:r>
            <a:r>
              <a:rPr lang="pt-BR" dirty="0"/>
              <a:t>.</a:t>
            </a:r>
          </a:p>
        </p:txBody>
      </p:sp>
      <p:sp>
        <p:nvSpPr>
          <p:cNvPr id="13" name="Text Placeholder 12"/>
          <p:cNvSpPr>
            <a:spLocks noGrp="1"/>
          </p:cNvSpPr>
          <p:nvPr>
            <p:ph type="body" sz="quarter" idx="16"/>
          </p:nvPr>
        </p:nvSpPr>
        <p:spPr/>
        <p:txBody>
          <a:bodyPr/>
          <a:lstStyle/>
          <a:p>
            <a:r>
              <a:rPr lang="pt-BR" dirty="0" err="1"/>
              <a:t>How</a:t>
            </a:r>
            <a:r>
              <a:rPr lang="pt-BR" dirty="0"/>
              <a:t> </a:t>
            </a:r>
            <a:r>
              <a:rPr lang="pt-BR" dirty="0" err="1"/>
              <a:t>to</a:t>
            </a:r>
            <a:r>
              <a:rPr lang="pt-BR" dirty="0"/>
              <a:t> Position?</a:t>
            </a:r>
          </a:p>
        </p:txBody>
      </p:sp>
      <p:sp>
        <p:nvSpPr>
          <p:cNvPr id="14" name="Text Placeholder 13"/>
          <p:cNvSpPr>
            <a:spLocks noGrp="1"/>
          </p:cNvSpPr>
          <p:nvPr>
            <p:ph type="body" sz="quarter" idx="17"/>
          </p:nvPr>
        </p:nvSpPr>
        <p:spPr/>
        <p:txBody>
          <a:bodyPr/>
          <a:lstStyle/>
          <a:p>
            <a:r>
              <a:rPr lang="en-US" dirty="0"/>
              <a:t>A list of names to watch after the sell-off</a:t>
            </a:r>
          </a:p>
        </p:txBody>
      </p:sp>
      <p:sp>
        <p:nvSpPr>
          <p:cNvPr id="15" name="Text Placeholder 14"/>
          <p:cNvSpPr>
            <a:spLocks noGrp="1"/>
          </p:cNvSpPr>
          <p:nvPr>
            <p:ph type="body" sz="quarter" idx="31"/>
          </p:nvPr>
        </p:nvSpPr>
        <p:spPr/>
        <p:txBody>
          <a:bodyPr/>
          <a:lstStyle/>
          <a:p>
            <a:r>
              <a:rPr lang="en-US" dirty="0"/>
              <a:t>Source: </a:t>
            </a:r>
            <a:r>
              <a:rPr lang="en-US" dirty="0" err="1"/>
              <a:t>Economatica</a:t>
            </a:r>
            <a:r>
              <a:rPr lang="en-US" dirty="0"/>
              <a:t>, B3, XP Research. </a:t>
            </a:r>
            <a:endParaRPr dirty="0"/>
          </a:p>
        </p:txBody>
      </p:sp>
      <p:sp>
        <p:nvSpPr>
          <p:cNvPr id="24" name="Date Placeholder 1">
            <a:extLst>
              <a:ext uri="{FF2B5EF4-FFF2-40B4-BE49-F238E27FC236}">
                <a16:creationId xmlns:a16="http://schemas.microsoft.com/office/drawing/2014/main" id="{BEDC87FD-5664-4739-BE21-72F2918833A4}"/>
              </a:ext>
            </a:extLst>
          </p:cNvPr>
          <p:cNvSpPr>
            <a:spLocks noGrp="1"/>
          </p:cNvSpPr>
          <p:nvPr>
            <p:ph type="dt" sz="half" idx="2"/>
          </p:nvPr>
        </p:nvSpPr>
        <p:spPr>
          <a:xfrm>
            <a:off x="3971925" y="438763"/>
            <a:ext cx="2517776" cy="184666"/>
          </a:xfrm>
          <a:prstGeom prst="rect">
            <a:avLst/>
          </a:prstGeom>
        </p:spPr>
        <p:txBody>
          <a:bodyPr vert="horz" wrap="square" lIns="0" tIns="0" rIns="0" bIns="0" rtlCol="0" anchor="ctr">
            <a:spAutoFit/>
          </a:bodyPr>
          <a:lstStyle>
            <a:lvl1pPr algn="r">
              <a:defRPr sz="1200">
                <a:solidFill>
                  <a:schemeClr val="bg2"/>
                </a:solidFill>
                <a:latin typeface="Roboto Light" panose="02000000000000000000" pitchFamily="2" charset="0"/>
                <a:ea typeface="Roboto Light" panose="02000000000000000000" pitchFamily="2" charset="0"/>
                <a:cs typeface="Roboto Light" panose="02000000000000000000" pitchFamily="2" charset="0"/>
              </a:defRPr>
            </a:lvl1pPr>
          </a:lstStyle>
          <a:p>
            <a:r>
              <a:t>October 30, 2026</a:t>
            </a:r>
            <a:endParaRPr lang="en-US"/>
          </a:p>
        </p:txBody>
      </p:sp>
      <p:sp>
        <p:nvSpPr>
          <p:cNvPr id="5" name="Espaço Reservado para Conteúdo 14">
            <a:extLst>
              <a:ext uri="{FF2B5EF4-FFF2-40B4-BE49-F238E27FC236}">
                <a16:creationId xmlns:a16="http://schemas.microsoft.com/office/drawing/2014/main" id="{F07071E5-D8C7-4EF1-ECF6-11F2DF52B51F}"/>
              </a:ext>
            </a:extLst>
          </p:cNvPr>
          <p:cNvSpPr>
            <a:spLocks noGrp="1"/>
          </p:cNvSpPr>
          <p:nvPr/>
        </p:nvSpPr>
        <p:spPr>
          <a:xfrm>
            <a:off x="384048" y="3221894"/>
            <a:ext cx="6099048" cy="246221"/>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Chart 2: Return on Oct 26, higher- vs. lower-quality half within each sector</a:t>
            </a:r>
            <a:endParaRPr lang="pt-BR" dirty="0"/>
          </a:p>
        </p:txBody>
      </p:sp>
      <p:sp>
        <p:nvSpPr>
          <p:cNvPr id="6" name="Espaço Reservado para Conteúdo 14">
            <a:extLst>
              <a:ext uri="{FF2B5EF4-FFF2-40B4-BE49-F238E27FC236}">
                <a16:creationId xmlns:a16="http://schemas.microsoft.com/office/drawing/2014/main" id="{BC77A021-12EA-2BD9-94E7-EF826B6FA7DB}"/>
              </a:ext>
            </a:extLst>
          </p:cNvPr>
          <p:cNvSpPr>
            <a:spLocks noGrp="1"/>
          </p:cNvSpPr>
          <p:nvPr/>
        </p:nvSpPr>
        <p:spPr>
          <a:xfrm>
            <a:off x="384048" y="5445202"/>
            <a:ext cx="6099048" cy="246888"/>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a:defRPr lang="pt-BR" sz="1000" b="1"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stStyle>
          <a:p>
            <a:pPr lvl="0">
              <a:lnSpc>
                <a:spcPct val="100000"/>
              </a:lnSpc>
              <a:spcBef>
                <a:spcPts val="0"/>
              </a:spcBef>
            </a:pPr>
            <a:r>
              <a:rPr lang="en-US" dirty="0"/>
              <a:t>Table 1: A list of names to watch after the sell-off</a:t>
            </a:r>
            <a:endParaRPr lang="pt-BR" dirty="0"/>
          </a:p>
        </p:txBody>
      </p:sp>
      <p:graphicFrame>
        <p:nvGraphicFramePr>
          <p:cNvPr id="70" name="Chart Q2d">
            <a:extLst>
              <a:ext uri="{FF2B5EF4-FFF2-40B4-BE49-F238E27FC236}">
                <a16:creationId xmlns:a16="http://schemas.microsoft.com/office/drawing/2014/main" id="{00000000-0008-0000-0900-000002000000}"/>
              </a:ext>
            </a:extLst>
          </p:cNvPr>
          <p:cNvGraphicFramePr>
            <a:graphicFrameLocks/>
          </p:cNvGraphicFramePr>
          <p:nvPr>
            <p:extLst>
              <p:ext uri="{D42A27DB-BD31-4B8C-83A1-F6EECF244321}">
                <p14:modId xmlns:p14="http://schemas.microsoft.com/office/powerpoint/2010/main" val="3529706194"/>
              </p:ext>
            </p:extLst>
          </p:nvPr>
        </p:nvGraphicFramePr>
        <p:xfrm>
          <a:off x="384048" y="3504428"/>
          <a:ext cx="6099048" cy="18852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3" name="Table 1 Analysts names">
            <a:extLst>
              <a:ext uri="{FF2B5EF4-FFF2-40B4-BE49-F238E27FC236}">
                <a16:creationId xmlns:a16="http://schemas.microsoft.com/office/drawing/2014/main" id="{95BA109A-CF3E-F801-EE19-DE5B00995487}"/>
              </a:ext>
            </a:extLst>
          </p:cNvPr>
          <p:cNvGraphicFramePr>
            <a:graphicFrameLocks noGrp="1"/>
          </p:cNvGraphicFramePr>
          <p:nvPr>
            <p:extLst>
              <p:ext uri="{D42A27DB-BD31-4B8C-83A1-F6EECF244321}">
                <p14:modId xmlns:p14="http://schemas.microsoft.com/office/powerpoint/2010/main" val="1617612887"/>
              </p:ext>
            </p:extLst>
          </p:nvPr>
        </p:nvGraphicFramePr>
        <p:xfrm>
          <a:off x="380999" y="5755590"/>
          <a:ext cx="6099047" cy="2389124"/>
        </p:xfrm>
        <a:graphic>
          <a:graphicData uri="http://schemas.openxmlformats.org/drawingml/2006/table">
            <a:tbl>
              <a:tblPr>
                <a:tableStyleId>{2D5ABB26-0587-4C30-8999-92F81FD0307C}</a:tableStyleId>
              </a:tblPr>
              <a:tblGrid>
                <a:gridCol w="582321">
                  <a:extLst>
                    <a:ext uri="{9D8B030D-6E8A-4147-A177-3AD203B41FA5}">
                      <a16:colId xmlns:a16="http://schemas.microsoft.com/office/drawing/2014/main" val="20000"/>
                    </a:ext>
                  </a:extLst>
                </a:gridCol>
                <a:gridCol w="950103">
                  <a:extLst>
                    <a:ext uri="{9D8B030D-6E8A-4147-A177-3AD203B41FA5}">
                      <a16:colId xmlns:a16="http://schemas.microsoft.com/office/drawing/2014/main" val="20001"/>
                    </a:ext>
                  </a:extLst>
                </a:gridCol>
                <a:gridCol w="1072697">
                  <a:extLst>
                    <a:ext uri="{9D8B030D-6E8A-4147-A177-3AD203B41FA5}">
                      <a16:colId xmlns:a16="http://schemas.microsoft.com/office/drawing/2014/main" val="20002"/>
                    </a:ext>
                  </a:extLst>
                </a:gridCol>
                <a:gridCol w="674267">
                  <a:extLst>
                    <a:ext uri="{9D8B030D-6E8A-4147-A177-3AD203B41FA5}">
                      <a16:colId xmlns:a16="http://schemas.microsoft.com/office/drawing/2014/main" val="20003"/>
                    </a:ext>
                  </a:extLst>
                </a:gridCol>
                <a:gridCol w="582321">
                  <a:extLst>
                    <a:ext uri="{9D8B030D-6E8A-4147-A177-3AD203B41FA5}">
                      <a16:colId xmlns:a16="http://schemas.microsoft.com/office/drawing/2014/main" val="20004"/>
                    </a:ext>
                  </a:extLst>
                </a:gridCol>
                <a:gridCol w="919454">
                  <a:extLst>
                    <a:ext uri="{9D8B030D-6E8A-4147-A177-3AD203B41FA5}">
                      <a16:colId xmlns:a16="http://schemas.microsoft.com/office/drawing/2014/main" val="20006"/>
                    </a:ext>
                  </a:extLst>
                </a:gridCol>
                <a:gridCol w="582321">
                  <a:extLst>
                    <a:ext uri="{9D8B030D-6E8A-4147-A177-3AD203B41FA5}">
                      <a16:colId xmlns:a16="http://schemas.microsoft.com/office/drawing/2014/main" val="20007"/>
                    </a:ext>
                  </a:extLst>
                </a:gridCol>
                <a:gridCol w="735563">
                  <a:extLst>
                    <a:ext uri="{9D8B030D-6E8A-4147-A177-3AD203B41FA5}">
                      <a16:colId xmlns:a16="http://schemas.microsoft.com/office/drawing/2014/main" val="20008"/>
                    </a:ext>
                  </a:extLst>
                </a:gridCol>
              </a:tblGrid>
              <a:tr h="275265">
                <a:tc>
                  <a:txBody>
                    <a:bodyPr/>
                    <a:lstStyle/>
                    <a:p>
                      <a:pPr algn="l"/>
                      <a:r>
                        <a:rPr sz="930" b="1" dirty="0">
                          <a:solidFill>
                            <a:srgbClr val="FFFFFF"/>
                          </a:solidFill>
                          <a:latin typeface="Roboto" panose="02000000000000000000" pitchFamily="2" charset="0"/>
                        </a:rPr>
                        <a:t>Ticker</a:t>
                      </a:r>
                    </a:p>
                  </a:txBody>
                  <a:tcPr marL="35560" marR="35560" marT="5080" marB="5080" anchor="ctr">
                    <a:solidFill>
                      <a:srgbClr val="1F2F44"/>
                    </a:solidFill>
                  </a:tcPr>
                </a:tc>
                <a:tc>
                  <a:txBody>
                    <a:bodyPr/>
                    <a:lstStyle/>
                    <a:p>
                      <a:pPr algn="l"/>
                      <a:r>
                        <a:rPr sz="930" b="1" dirty="0">
                          <a:solidFill>
                            <a:srgbClr val="FFFFFF"/>
                          </a:solidFill>
                          <a:latin typeface="Roboto" panose="02000000000000000000" pitchFamily="2" charset="0"/>
                        </a:rPr>
                        <a:t>Company</a:t>
                      </a:r>
                    </a:p>
                  </a:txBody>
                  <a:tcPr marL="35560" marR="35560" marT="5080" marB="5080" anchor="ctr">
                    <a:solidFill>
                      <a:srgbClr val="1F2F44"/>
                    </a:solidFill>
                  </a:tcPr>
                </a:tc>
                <a:tc>
                  <a:txBody>
                    <a:bodyPr/>
                    <a:lstStyle/>
                    <a:p>
                      <a:pPr algn="l"/>
                      <a:r>
                        <a:rPr sz="930" b="1">
                          <a:solidFill>
                            <a:srgbClr val="FFFFFF"/>
                          </a:solidFill>
                          <a:latin typeface="Roboto" panose="02000000000000000000" pitchFamily="2" charset="0"/>
                        </a:rPr>
                        <a:t>Sector</a:t>
                      </a:r>
                    </a:p>
                  </a:txBody>
                  <a:tcPr marL="35560" marR="35560" marT="5080" marB="5080" anchor="ctr">
                    <a:solidFill>
                      <a:srgbClr val="1F2F44"/>
                    </a:solidFill>
                  </a:tcPr>
                </a:tc>
                <a:tc>
                  <a:txBody>
                    <a:bodyPr/>
                    <a:lstStyle/>
                    <a:p>
                      <a:pPr algn="ctr"/>
                      <a:r>
                        <a:rPr sz="930" b="1" dirty="0">
                          <a:solidFill>
                            <a:srgbClr val="FFFFFF"/>
                          </a:solidFill>
                          <a:latin typeface="Roboto" panose="02000000000000000000" pitchFamily="2" charset="0"/>
                        </a:rPr>
                        <a:t>WTD return</a:t>
                      </a:r>
                    </a:p>
                  </a:txBody>
                  <a:tcPr marL="35560" marR="35560" marT="5080" marB="5080" anchor="ctr">
                    <a:solidFill>
                      <a:srgbClr val="1F2F44"/>
                    </a:solidFill>
                  </a:tcPr>
                </a:tc>
                <a:tc>
                  <a:txBody>
                    <a:bodyPr/>
                    <a:lstStyle/>
                    <a:p>
                      <a:pPr algn="ctr"/>
                      <a:r>
                        <a:rPr lang="pt-BR" sz="930" b="1">
                          <a:solidFill>
                            <a:srgbClr val="FFFFFF"/>
                          </a:solidFill>
                          <a:latin typeface="Roboto" panose="02000000000000000000" pitchFamily="2" charset="0"/>
                        </a:rPr>
                        <a:t>Quality score</a:t>
                      </a:r>
                      <a:endParaRPr sz="930" b="1" dirty="0">
                        <a:solidFill>
                          <a:srgbClr val="FFFFFF"/>
                        </a:solidFill>
                        <a:latin typeface="Roboto" panose="02000000000000000000" pitchFamily="2" charset="0"/>
                      </a:endParaRPr>
                    </a:p>
                  </a:txBody>
                  <a:tcPr marL="35560" marR="35560" marT="5080" marB="5080" anchor="ctr">
                    <a:solidFill>
                      <a:srgbClr val="1F2F44"/>
                    </a:solidFill>
                  </a:tcPr>
                </a:tc>
                <a:tc>
                  <a:txBody>
                    <a:bodyPr/>
                    <a:lstStyle/>
                    <a:p>
                      <a:pPr algn="ctr"/>
                      <a:r>
                        <a:rPr sz="930" b="1" dirty="0">
                          <a:solidFill>
                            <a:srgbClr val="FFFFFF"/>
                          </a:solidFill>
                          <a:latin typeface="Roboto" panose="02000000000000000000" pitchFamily="2" charset="0"/>
                        </a:rPr>
                        <a:t>ND/EBITDA</a:t>
                      </a:r>
                      <a:endParaRPr lang="pt-BR" sz="930" b="1" dirty="0">
                        <a:solidFill>
                          <a:srgbClr val="FFFFFF"/>
                        </a:solidFill>
                        <a:latin typeface="Roboto" panose="02000000000000000000" pitchFamily="2" charset="0"/>
                      </a:endParaRPr>
                    </a:p>
                    <a:p>
                      <a:pPr algn="ctr"/>
                      <a:r>
                        <a:rPr sz="930" b="1" dirty="0">
                          <a:solidFill>
                            <a:srgbClr val="FFFFFF"/>
                          </a:solidFill>
                          <a:latin typeface="Roboto" panose="02000000000000000000" pitchFamily="2" charset="0"/>
                        </a:rPr>
                        <a:t> 2</a:t>
                      </a:r>
                      <a:r>
                        <a:rPr lang="pt-BR" sz="930" b="1" dirty="0">
                          <a:solidFill>
                            <a:srgbClr val="FFFFFF"/>
                          </a:solidFill>
                          <a:latin typeface="Roboto" panose="02000000000000000000" pitchFamily="2" charset="0"/>
                        </a:rPr>
                        <a:t>02</a:t>
                      </a:r>
                      <a:r>
                        <a:rPr sz="930" b="1" dirty="0">
                          <a:solidFill>
                            <a:srgbClr val="FFFFFF"/>
                          </a:solidFill>
                          <a:latin typeface="Roboto" panose="02000000000000000000" pitchFamily="2" charset="0"/>
                        </a:rPr>
                        <a:t>7E</a:t>
                      </a:r>
                    </a:p>
                  </a:txBody>
                  <a:tcPr marL="35560" marR="35560" marT="5080" marB="5080" anchor="ctr">
                    <a:solidFill>
                      <a:srgbClr val="1F2F44"/>
                    </a:solidFill>
                  </a:tcPr>
                </a:tc>
                <a:tc>
                  <a:txBody>
                    <a:bodyPr/>
                    <a:lstStyle/>
                    <a:p>
                      <a:pPr algn="ctr"/>
                      <a:r>
                        <a:rPr sz="930" b="1" dirty="0">
                          <a:solidFill>
                            <a:srgbClr val="FFFFFF"/>
                          </a:solidFill>
                          <a:latin typeface="Roboto" panose="02000000000000000000" pitchFamily="2" charset="0"/>
                        </a:rPr>
                        <a:t>P/E </a:t>
                      </a:r>
                      <a:endParaRPr lang="pt-BR" sz="930" b="1" dirty="0">
                        <a:solidFill>
                          <a:srgbClr val="FFFFFF"/>
                        </a:solidFill>
                        <a:latin typeface="Roboto" panose="02000000000000000000" pitchFamily="2" charset="0"/>
                      </a:endParaRPr>
                    </a:p>
                    <a:p>
                      <a:pPr algn="ctr"/>
                      <a:r>
                        <a:rPr sz="930" b="1" dirty="0">
                          <a:solidFill>
                            <a:srgbClr val="FFFFFF"/>
                          </a:solidFill>
                          <a:latin typeface="Roboto" panose="02000000000000000000" pitchFamily="2" charset="0"/>
                        </a:rPr>
                        <a:t>2</a:t>
                      </a:r>
                      <a:r>
                        <a:rPr lang="pt-BR" sz="930" b="1" dirty="0">
                          <a:solidFill>
                            <a:srgbClr val="FFFFFF"/>
                          </a:solidFill>
                          <a:latin typeface="Roboto" panose="02000000000000000000" pitchFamily="2" charset="0"/>
                        </a:rPr>
                        <a:t>02</a:t>
                      </a:r>
                      <a:r>
                        <a:rPr sz="930" b="1" dirty="0">
                          <a:solidFill>
                            <a:srgbClr val="FFFFFF"/>
                          </a:solidFill>
                          <a:latin typeface="Roboto" panose="02000000000000000000" pitchFamily="2" charset="0"/>
                        </a:rPr>
                        <a:t>7E</a:t>
                      </a:r>
                    </a:p>
                  </a:txBody>
                  <a:tcPr marL="35560" marR="35560" marT="5080" marB="5080" anchor="ctr">
                    <a:solidFill>
                      <a:srgbClr val="1F2F44"/>
                    </a:solidFill>
                  </a:tcPr>
                </a:tc>
                <a:tc>
                  <a:txBody>
                    <a:bodyPr/>
                    <a:lstStyle/>
                    <a:p>
                      <a:pPr algn="ctr"/>
                      <a:r>
                        <a:rPr sz="930" b="1">
                          <a:solidFill>
                            <a:srgbClr val="FFFFFF"/>
                          </a:solidFill>
                          <a:latin typeface="Roboto" panose="02000000000000000000" pitchFamily="2" charset="0"/>
                        </a:rPr>
                        <a:t>EPS rev. 3M</a:t>
                      </a:r>
                    </a:p>
                  </a:txBody>
                  <a:tcPr marL="35560" marR="35560" marT="5080" marB="5080" anchor="ctr">
                    <a:solidFill>
                      <a:srgbClr val="1F2F44"/>
                    </a:solidFill>
                  </a:tcPr>
                </a:tc>
                <a:extLst>
                  <a:ext uri="{0D108BD9-81ED-4DB2-BD59-A6C34878D82A}">
                    <a16:rowId xmlns:a16="http://schemas.microsoft.com/office/drawing/2014/main" val="10000"/>
                  </a:ext>
                </a:extLst>
              </a:tr>
              <a:tr h="209550">
                <a:tc>
                  <a:txBody>
                    <a:bodyPr/>
                    <a:lstStyle/>
                    <a:p>
                      <a:pPr algn="l"/>
                      <a:r>
                        <a:rPr sz="930" b="0" dirty="0">
                          <a:solidFill>
                            <a:srgbClr val="000000"/>
                          </a:solidFill>
                          <a:latin typeface="Roboto Light" panose="02000000000000000000" pitchFamily="2" charset="0"/>
                        </a:rPr>
                        <a:t>VTRU3</a:t>
                      </a:r>
                    </a:p>
                  </a:txBody>
                  <a:tcPr marL="35560" marR="35560" marT="5080" marB="5080" anchor="ctr">
                    <a:solidFill>
                      <a:srgbClr val="F2F2F2"/>
                    </a:solidFill>
                  </a:tcPr>
                </a:tc>
                <a:tc>
                  <a:txBody>
                    <a:bodyPr/>
                    <a:lstStyle/>
                    <a:p>
                      <a:pPr algn="l"/>
                      <a:r>
                        <a:rPr sz="930" b="0" dirty="0" err="1">
                          <a:solidFill>
                            <a:srgbClr val="000000"/>
                          </a:solidFill>
                          <a:latin typeface="Roboto Light" panose="02000000000000000000" pitchFamily="2" charset="0"/>
                        </a:rPr>
                        <a:t>Vitru</a:t>
                      </a:r>
                      <a:endParaRPr sz="930" b="0" dirty="0">
                        <a:solidFill>
                          <a:srgbClr val="000000"/>
                        </a:solidFill>
                        <a:latin typeface="Roboto Light" panose="02000000000000000000" pitchFamily="2" charset="0"/>
                      </a:endParaRP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Education</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-34.2%</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81</a:t>
                      </a:r>
                    </a:p>
                  </a:txBody>
                  <a:tcPr marL="35560" marR="35560" marT="5080" marB="5080" anchor="ctr">
                    <a:solidFill>
                      <a:srgbClr val="F2F2F2"/>
                    </a:solidFill>
                  </a:tcPr>
                </a:tc>
                <a:tc>
                  <a:txBody>
                    <a:bodyPr/>
                    <a:lstStyle/>
                    <a:p>
                      <a:pPr algn="ctr"/>
                      <a:r>
                        <a:rPr lang="pt-BR" sz="930" b="0">
                          <a:solidFill>
                            <a:srgbClr val="000000"/>
                          </a:solidFill>
                          <a:latin typeface="Roboto Light" panose="02000000000000000000" pitchFamily="2" charset="0"/>
                        </a:rPr>
                        <a:t>1.3x</a:t>
                      </a:r>
                      <a:endParaRPr sz="930" b="0">
                        <a:solidFill>
                          <a:srgbClr val="000000"/>
                        </a:solidFill>
                        <a:latin typeface="Roboto Light" panose="02000000000000000000" pitchFamily="2" charset="0"/>
                      </a:endParaRPr>
                    </a:p>
                  </a:txBody>
                  <a:tcPr marL="35560" marR="35560" marT="5080" marB="5080" anchor="ctr">
                    <a:solidFill>
                      <a:srgbClr val="F2F2F2"/>
                    </a:solidFill>
                  </a:tcPr>
                </a:tc>
                <a:tc>
                  <a:txBody>
                    <a:bodyPr/>
                    <a:lstStyle/>
                    <a:p>
                      <a:pPr algn="ctr"/>
                      <a:r>
                        <a:rPr lang="pt-BR" sz="930" b="0">
                          <a:solidFill>
                            <a:srgbClr val="000000"/>
                          </a:solidFill>
                          <a:latin typeface="Roboto Light" panose="02000000000000000000" pitchFamily="2" charset="0"/>
                        </a:rPr>
                        <a:t>3.5x</a:t>
                      </a:r>
                      <a:endParaRPr sz="930" b="0">
                        <a:solidFill>
                          <a:srgbClr val="000000"/>
                        </a:solidFill>
                        <a:latin typeface="Roboto Light" panose="02000000000000000000" pitchFamily="2" charset="0"/>
                      </a:endParaRPr>
                    </a:p>
                  </a:txBody>
                  <a:tcPr marL="35560" marR="35560" marT="5080" marB="5080" anchor="ctr">
                    <a:solidFill>
                      <a:srgbClr val="F2F2F2"/>
                    </a:solidFill>
                  </a:tcPr>
                </a:tc>
                <a:tc>
                  <a:txBody>
                    <a:bodyPr/>
                    <a:lstStyle/>
                    <a:p>
                      <a:pPr algn="ctr"/>
                      <a:r>
                        <a:rPr lang="pt-BR" sz="930" b="0">
                          <a:solidFill>
                            <a:srgbClr val="000000"/>
                          </a:solidFill>
                          <a:latin typeface="Roboto Light" panose="02000000000000000000" pitchFamily="2" charset="0"/>
                        </a:rPr>
                        <a:t>-1.3%</a:t>
                      </a:r>
                      <a:endParaRPr sz="930" b="0">
                        <a:solidFill>
                          <a:srgbClr val="000000"/>
                        </a:solidFill>
                        <a:latin typeface="Roboto Light" panose="02000000000000000000" pitchFamily="2" charset="0"/>
                      </a:endParaRPr>
                    </a:p>
                  </a:txBody>
                  <a:tcPr marL="35560" marR="35560" marT="5080" marB="5080" anchor="ctr">
                    <a:solidFill>
                      <a:srgbClr val="F2F2F2"/>
                    </a:solidFill>
                  </a:tcPr>
                </a:tc>
                <a:extLst>
                  <a:ext uri="{0D108BD9-81ED-4DB2-BD59-A6C34878D82A}">
                    <a16:rowId xmlns:a16="http://schemas.microsoft.com/office/drawing/2014/main" val="10001"/>
                  </a:ext>
                </a:extLst>
              </a:tr>
              <a:tr h="209550">
                <a:tc>
                  <a:txBody>
                    <a:bodyPr/>
                    <a:lstStyle/>
                    <a:p>
                      <a:pPr algn="l"/>
                      <a:r>
                        <a:rPr sz="930" b="0">
                          <a:solidFill>
                            <a:srgbClr val="000000"/>
                          </a:solidFill>
                          <a:latin typeface="Roboto Light" panose="02000000000000000000" pitchFamily="2" charset="0"/>
                        </a:rPr>
                        <a:t>MOTV3</a:t>
                      </a:r>
                    </a:p>
                  </a:txBody>
                  <a:tcPr marL="35560" marR="35560" marT="5080" marB="5080" anchor="ctr">
                    <a:noFill/>
                  </a:tcPr>
                </a:tc>
                <a:tc>
                  <a:txBody>
                    <a:bodyPr/>
                    <a:lstStyle/>
                    <a:p>
                      <a:pPr algn="l"/>
                      <a:r>
                        <a:rPr sz="930" b="0" dirty="0">
                          <a:solidFill>
                            <a:srgbClr val="000000"/>
                          </a:solidFill>
                          <a:latin typeface="Roboto Light" panose="02000000000000000000" pitchFamily="2" charset="0"/>
                        </a:rPr>
                        <a:t>Motiva</a:t>
                      </a:r>
                    </a:p>
                  </a:txBody>
                  <a:tcPr marL="35560" marR="35560" marT="5080" marB="5080" anchor="ctr">
                    <a:noFill/>
                  </a:tcPr>
                </a:tc>
                <a:tc>
                  <a:txBody>
                    <a:bodyPr/>
                    <a:lstStyle/>
                    <a:p>
                      <a:pPr algn="l"/>
                      <a:r>
                        <a:rPr sz="930" b="0" dirty="0">
                          <a:solidFill>
                            <a:srgbClr val="000000"/>
                          </a:solidFill>
                          <a:latin typeface="Roboto Light" panose="02000000000000000000" pitchFamily="2" charset="0"/>
                        </a:rPr>
                        <a:t>Transportation</a:t>
                      </a:r>
                    </a:p>
                  </a:txBody>
                  <a:tcPr marL="35560" marR="35560" marT="5080" marB="5080" anchor="ctr">
                    <a:noFill/>
                  </a:tcPr>
                </a:tc>
                <a:tc>
                  <a:txBody>
                    <a:bodyPr/>
                    <a:lstStyle/>
                    <a:p>
                      <a:pPr algn="ctr"/>
                      <a:r>
                        <a:rPr sz="930" b="0">
                          <a:solidFill>
                            <a:srgbClr val="000000"/>
                          </a:solidFill>
                          <a:latin typeface="Roboto Light" panose="02000000000000000000" pitchFamily="2" charset="0"/>
                        </a:rPr>
                        <a:t>-26.2%</a:t>
                      </a:r>
                    </a:p>
                  </a:txBody>
                  <a:tcPr marL="35560" marR="35560" marT="5080" marB="5080" anchor="ctr">
                    <a:noFill/>
                  </a:tcPr>
                </a:tc>
                <a:tc>
                  <a:txBody>
                    <a:bodyPr/>
                    <a:lstStyle/>
                    <a:p>
                      <a:pPr algn="ctr"/>
                      <a:r>
                        <a:rPr sz="930" b="0">
                          <a:solidFill>
                            <a:srgbClr val="000000"/>
                          </a:solidFill>
                          <a:latin typeface="Roboto Light" panose="02000000000000000000" pitchFamily="2" charset="0"/>
                        </a:rPr>
                        <a:t>51</a:t>
                      </a:r>
                    </a:p>
                  </a:txBody>
                  <a:tcPr marL="35560" marR="35560" marT="5080" marB="5080" anchor="ctr">
                    <a:noFill/>
                  </a:tcPr>
                </a:tc>
                <a:tc>
                  <a:txBody>
                    <a:bodyPr/>
                    <a:lstStyle/>
                    <a:p>
                      <a:pPr algn="ctr"/>
                      <a:r>
                        <a:rPr sz="930" b="0">
                          <a:solidFill>
                            <a:srgbClr val="000000"/>
                          </a:solidFill>
                          <a:latin typeface="Roboto Light" panose="02000000000000000000" pitchFamily="2" charset="0"/>
                        </a:rPr>
                        <a:t>3.4x</a:t>
                      </a:r>
                    </a:p>
                  </a:txBody>
                  <a:tcPr marL="35560" marR="35560" marT="5080" marB="5080" anchor="ctr">
                    <a:noFill/>
                  </a:tcPr>
                </a:tc>
                <a:tc>
                  <a:txBody>
                    <a:bodyPr/>
                    <a:lstStyle/>
                    <a:p>
                      <a:pPr algn="ctr"/>
                      <a:r>
                        <a:rPr sz="930" b="0">
                          <a:solidFill>
                            <a:srgbClr val="000000"/>
                          </a:solidFill>
                          <a:latin typeface="Roboto Light" panose="02000000000000000000" pitchFamily="2" charset="0"/>
                        </a:rPr>
                        <a:t>9.4x</a:t>
                      </a:r>
                    </a:p>
                  </a:txBody>
                  <a:tcPr marL="35560" marR="35560" marT="5080" marB="5080" anchor="ctr">
                    <a:noFill/>
                  </a:tcPr>
                </a:tc>
                <a:tc>
                  <a:txBody>
                    <a:bodyPr/>
                    <a:lstStyle/>
                    <a:p>
                      <a:pPr algn="ctr"/>
                      <a:r>
                        <a:rPr lang="pt-BR" sz="930" b="0">
                          <a:solidFill>
                            <a:srgbClr val="000000"/>
                          </a:solidFill>
                          <a:latin typeface="Roboto Light" panose="02000000000000000000" pitchFamily="2" charset="0"/>
                        </a:rPr>
                        <a:t>7.2%</a:t>
                      </a:r>
                      <a:endParaRPr sz="930" b="0">
                        <a:solidFill>
                          <a:srgbClr val="000000"/>
                        </a:solidFill>
                        <a:latin typeface="Roboto Light" panose="02000000000000000000" pitchFamily="2" charset="0"/>
                      </a:endParaRPr>
                    </a:p>
                  </a:txBody>
                  <a:tcPr marL="35560" marR="35560" marT="5080" marB="5080" anchor="ctr">
                    <a:noFill/>
                  </a:tcPr>
                </a:tc>
                <a:extLst>
                  <a:ext uri="{0D108BD9-81ED-4DB2-BD59-A6C34878D82A}">
                    <a16:rowId xmlns:a16="http://schemas.microsoft.com/office/drawing/2014/main" val="10003"/>
                  </a:ext>
                </a:extLst>
              </a:tr>
              <a:tr h="209550">
                <a:tc>
                  <a:txBody>
                    <a:bodyPr/>
                    <a:lstStyle/>
                    <a:p>
                      <a:pPr algn="l"/>
                      <a:r>
                        <a:rPr sz="930" b="0" dirty="0">
                          <a:solidFill>
                            <a:srgbClr val="000000"/>
                          </a:solidFill>
                          <a:latin typeface="Roboto Light" panose="02000000000000000000" pitchFamily="2" charset="0"/>
                        </a:rPr>
                        <a:t>RDOR3</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Rede D'Or</a:t>
                      </a:r>
                    </a:p>
                  </a:txBody>
                  <a:tcPr marL="35560" marR="35560" marT="5080" marB="5080" anchor="ctr">
                    <a:solidFill>
                      <a:srgbClr val="F2F2F2"/>
                    </a:solidFill>
                  </a:tcPr>
                </a:tc>
                <a:tc>
                  <a:txBody>
                    <a:bodyPr/>
                    <a:lstStyle/>
                    <a:p>
                      <a:pPr algn="l"/>
                      <a:r>
                        <a:rPr sz="930" b="0" dirty="0">
                          <a:solidFill>
                            <a:srgbClr val="000000"/>
                          </a:solidFill>
                          <a:latin typeface="Roboto Light" panose="02000000000000000000" pitchFamily="2" charset="0"/>
                        </a:rPr>
                        <a:t>Health Care</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-20.6%</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96</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1.3x</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12.1x</a:t>
                      </a:r>
                    </a:p>
                  </a:txBody>
                  <a:tcPr marL="35560" marR="35560" marT="5080" marB="5080" anchor="ctr">
                    <a:solidFill>
                      <a:srgbClr val="F2F2F2"/>
                    </a:solidFill>
                  </a:tcPr>
                </a:tc>
                <a:tc>
                  <a:txBody>
                    <a:bodyPr/>
                    <a:lstStyle/>
                    <a:p>
                      <a:pPr algn="ctr"/>
                      <a:r>
                        <a:rPr sz="930" b="0" dirty="0">
                          <a:solidFill>
                            <a:srgbClr val="000000"/>
                          </a:solidFill>
                          <a:latin typeface="Roboto Light" panose="02000000000000000000" pitchFamily="2" charset="0"/>
                        </a:rPr>
                        <a:t>4.8%</a:t>
                      </a:r>
                    </a:p>
                  </a:txBody>
                  <a:tcPr marL="35560" marR="35560" marT="5080" marB="5080" anchor="ctr">
                    <a:solidFill>
                      <a:srgbClr val="F2F2F2"/>
                    </a:solidFill>
                  </a:tcPr>
                </a:tc>
                <a:extLst>
                  <a:ext uri="{0D108BD9-81ED-4DB2-BD59-A6C34878D82A}">
                    <a16:rowId xmlns:a16="http://schemas.microsoft.com/office/drawing/2014/main" val="10005"/>
                  </a:ext>
                </a:extLst>
              </a:tr>
              <a:tr h="209550">
                <a:tc>
                  <a:txBody>
                    <a:bodyPr/>
                    <a:lstStyle/>
                    <a:p>
                      <a:pPr algn="l"/>
                      <a:r>
                        <a:rPr sz="930" b="0">
                          <a:solidFill>
                            <a:srgbClr val="000000"/>
                          </a:solidFill>
                          <a:latin typeface="Roboto Light" panose="02000000000000000000" pitchFamily="2" charset="0"/>
                        </a:rPr>
                        <a:t>TOTS3</a:t>
                      </a:r>
                    </a:p>
                  </a:txBody>
                  <a:tcPr marL="35560" marR="35560" marT="5080" marB="5080" anchor="ctr">
                    <a:noFill/>
                  </a:tcPr>
                </a:tc>
                <a:tc>
                  <a:txBody>
                    <a:bodyPr/>
                    <a:lstStyle/>
                    <a:p>
                      <a:pPr algn="l"/>
                      <a:r>
                        <a:rPr sz="930" b="0">
                          <a:solidFill>
                            <a:srgbClr val="000000"/>
                          </a:solidFill>
                          <a:latin typeface="Roboto Light" panose="02000000000000000000" pitchFamily="2" charset="0"/>
                        </a:rPr>
                        <a:t>TOTVS</a:t>
                      </a:r>
                    </a:p>
                  </a:txBody>
                  <a:tcPr marL="35560" marR="35560" marT="5080" marB="5080" anchor="ctr">
                    <a:noFill/>
                  </a:tcPr>
                </a:tc>
                <a:tc>
                  <a:txBody>
                    <a:bodyPr/>
                    <a:lstStyle/>
                    <a:p>
                      <a:pPr algn="l"/>
                      <a:r>
                        <a:rPr sz="930" b="0">
                          <a:solidFill>
                            <a:srgbClr val="000000"/>
                          </a:solidFill>
                          <a:latin typeface="Roboto Light" panose="02000000000000000000" pitchFamily="2" charset="0"/>
                        </a:rPr>
                        <a:t>TMT</a:t>
                      </a:r>
                    </a:p>
                  </a:txBody>
                  <a:tcPr marL="35560" marR="35560" marT="5080" marB="5080" anchor="ctr">
                    <a:noFill/>
                  </a:tcPr>
                </a:tc>
                <a:tc>
                  <a:txBody>
                    <a:bodyPr/>
                    <a:lstStyle/>
                    <a:p>
                      <a:pPr algn="ctr"/>
                      <a:r>
                        <a:rPr sz="930" b="0" dirty="0">
                          <a:solidFill>
                            <a:srgbClr val="000000"/>
                          </a:solidFill>
                          <a:latin typeface="Roboto Light" panose="02000000000000000000" pitchFamily="2" charset="0"/>
                        </a:rPr>
                        <a:t>-20.3%</a:t>
                      </a:r>
                    </a:p>
                  </a:txBody>
                  <a:tcPr marL="35560" marR="35560" marT="5080" marB="5080" anchor="ctr">
                    <a:noFill/>
                  </a:tcPr>
                </a:tc>
                <a:tc>
                  <a:txBody>
                    <a:bodyPr/>
                    <a:lstStyle/>
                    <a:p>
                      <a:pPr algn="ctr"/>
                      <a:r>
                        <a:rPr sz="930" b="0">
                          <a:solidFill>
                            <a:srgbClr val="000000"/>
                          </a:solidFill>
                          <a:latin typeface="Roboto Light" panose="02000000000000000000" pitchFamily="2" charset="0"/>
                        </a:rPr>
                        <a:t>77</a:t>
                      </a:r>
                    </a:p>
                  </a:txBody>
                  <a:tcPr marL="35560" marR="35560" marT="5080" marB="5080" anchor="ctr">
                    <a:noFill/>
                  </a:tcPr>
                </a:tc>
                <a:tc>
                  <a:txBody>
                    <a:bodyPr/>
                    <a:lstStyle/>
                    <a:p>
                      <a:pPr algn="ctr"/>
                      <a:r>
                        <a:rPr sz="930" b="0">
                          <a:solidFill>
                            <a:srgbClr val="000000"/>
                          </a:solidFill>
                          <a:latin typeface="Roboto Light" panose="02000000000000000000" pitchFamily="2" charset="0"/>
                        </a:rPr>
                        <a:t>1.0x</a:t>
                      </a:r>
                    </a:p>
                  </a:txBody>
                  <a:tcPr marL="35560" marR="35560" marT="5080" marB="5080" anchor="ctr">
                    <a:noFill/>
                  </a:tcPr>
                </a:tc>
                <a:tc>
                  <a:txBody>
                    <a:bodyPr/>
                    <a:lstStyle/>
                    <a:p>
                      <a:pPr algn="ctr"/>
                      <a:r>
                        <a:rPr sz="930" b="0">
                          <a:solidFill>
                            <a:srgbClr val="000000"/>
                          </a:solidFill>
                          <a:latin typeface="Roboto Light" panose="02000000000000000000" pitchFamily="2" charset="0"/>
                        </a:rPr>
                        <a:t>17.1x</a:t>
                      </a:r>
                    </a:p>
                  </a:txBody>
                  <a:tcPr marL="35560" marR="35560" marT="5080" marB="5080" anchor="ctr">
                    <a:noFill/>
                  </a:tcPr>
                </a:tc>
                <a:tc>
                  <a:txBody>
                    <a:bodyPr/>
                    <a:lstStyle/>
                    <a:p>
                      <a:pPr algn="ctr"/>
                      <a:r>
                        <a:rPr sz="930" b="0">
                          <a:solidFill>
                            <a:srgbClr val="000000"/>
                          </a:solidFill>
                          <a:latin typeface="Roboto Light" panose="02000000000000000000" pitchFamily="2" charset="0"/>
                        </a:rPr>
                        <a:t>14.6%</a:t>
                      </a:r>
                    </a:p>
                  </a:txBody>
                  <a:tcPr marL="35560" marR="35560" marT="5080" marB="5080" anchor="ctr">
                    <a:noFill/>
                  </a:tcPr>
                </a:tc>
                <a:extLst>
                  <a:ext uri="{0D108BD9-81ED-4DB2-BD59-A6C34878D82A}">
                    <a16:rowId xmlns:a16="http://schemas.microsoft.com/office/drawing/2014/main" val="10007"/>
                  </a:ext>
                </a:extLst>
              </a:tr>
              <a:tr h="209550">
                <a:tc>
                  <a:txBody>
                    <a:bodyPr/>
                    <a:lstStyle/>
                    <a:p>
                      <a:pPr algn="l"/>
                      <a:r>
                        <a:rPr sz="930" b="0">
                          <a:solidFill>
                            <a:srgbClr val="000000"/>
                          </a:solidFill>
                          <a:latin typeface="Roboto Light" panose="02000000000000000000" pitchFamily="2" charset="0"/>
                        </a:rPr>
                        <a:t>SBSP3</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Sabesp</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Sanitation</a:t>
                      </a:r>
                    </a:p>
                  </a:txBody>
                  <a:tcPr marL="35560" marR="35560" marT="5080" marB="5080" anchor="ctr">
                    <a:solidFill>
                      <a:srgbClr val="F2F2F2"/>
                    </a:solidFill>
                  </a:tcPr>
                </a:tc>
                <a:tc>
                  <a:txBody>
                    <a:bodyPr/>
                    <a:lstStyle/>
                    <a:p>
                      <a:pPr algn="ctr"/>
                      <a:r>
                        <a:rPr sz="930" b="0" dirty="0">
                          <a:solidFill>
                            <a:srgbClr val="000000"/>
                          </a:solidFill>
                          <a:latin typeface="Roboto Light" panose="02000000000000000000" pitchFamily="2" charset="0"/>
                        </a:rPr>
                        <a:t>-20.2%</a:t>
                      </a:r>
                    </a:p>
                  </a:txBody>
                  <a:tcPr marL="35560" marR="35560" marT="5080" marB="5080" anchor="ctr">
                    <a:solidFill>
                      <a:srgbClr val="F2F2F2"/>
                    </a:solidFill>
                  </a:tcPr>
                </a:tc>
                <a:tc>
                  <a:txBody>
                    <a:bodyPr/>
                    <a:lstStyle/>
                    <a:p>
                      <a:pPr algn="ctr"/>
                      <a:r>
                        <a:rPr sz="930" b="0" dirty="0">
                          <a:solidFill>
                            <a:srgbClr val="000000"/>
                          </a:solidFill>
                          <a:latin typeface="Roboto Light" panose="02000000000000000000" pitchFamily="2" charset="0"/>
                        </a:rPr>
                        <a:t>83</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2.3x</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10.3x</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-7.7%</a:t>
                      </a:r>
                    </a:p>
                  </a:txBody>
                  <a:tcPr marL="35560" marR="35560" marT="5080" marB="5080" anchor="ctr">
                    <a:solidFill>
                      <a:srgbClr val="F2F2F2"/>
                    </a:solidFill>
                  </a:tcPr>
                </a:tc>
                <a:extLst>
                  <a:ext uri="{0D108BD9-81ED-4DB2-BD59-A6C34878D82A}">
                    <a16:rowId xmlns:a16="http://schemas.microsoft.com/office/drawing/2014/main" val="10008"/>
                  </a:ext>
                </a:extLst>
              </a:tr>
              <a:tr h="209550">
                <a:tc>
                  <a:txBody>
                    <a:bodyPr/>
                    <a:lstStyle/>
                    <a:p>
                      <a:pPr algn="l"/>
                      <a:r>
                        <a:rPr sz="930" b="0">
                          <a:solidFill>
                            <a:srgbClr val="000000"/>
                          </a:solidFill>
                          <a:latin typeface="Roboto Light" panose="02000000000000000000" pitchFamily="2" charset="0"/>
                        </a:rPr>
                        <a:t>ITUB4</a:t>
                      </a:r>
                    </a:p>
                  </a:txBody>
                  <a:tcPr marL="35560" marR="35560" marT="5080" marB="5080" anchor="ctr">
                    <a:noFill/>
                  </a:tcPr>
                </a:tc>
                <a:tc>
                  <a:txBody>
                    <a:bodyPr/>
                    <a:lstStyle/>
                    <a:p>
                      <a:pPr algn="l"/>
                      <a:r>
                        <a:rPr sz="930" b="0">
                          <a:solidFill>
                            <a:srgbClr val="000000"/>
                          </a:solidFill>
                          <a:latin typeface="Roboto Light" panose="02000000000000000000" pitchFamily="2" charset="0"/>
                        </a:rPr>
                        <a:t>Itaú Unibanco</a:t>
                      </a:r>
                    </a:p>
                  </a:txBody>
                  <a:tcPr marL="35560" marR="35560" marT="5080" marB="5080" anchor="ctr">
                    <a:noFill/>
                  </a:tcPr>
                </a:tc>
                <a:tc>
                  <a:txBody>
                    <a:bodyPr/>
                    <a:lstStyle/>
                    <a:p>
                      <a:pPr algn="l"/>
                      <a:r>
                        <a:rPr sz="930" b="0">
                          <a:solidFill>
                            <a:srgbClr val="000000"/>
                          </a:solidFill>
                          <a:latin typeface="Roboto Light" panose="02000000000000000000" pitchFamily="2" charset="0"/>
                        </a:rPr>
                        <a:t>Banks</a:t>
                      </a:r>
                    </a:p>
                  </a:txBody>
                  <a:tcPr marL="35560" marR="35560" marT="5080" marB="5080" anchor="ctr">
                    <a:noFill/>
                  </a:tcPr>
                </a:tc>
                <a:tc>
                  <a:txBody>
                    <a:bodyPr/>
                    <a:lstStyle/>
                    <a:p>
                      <a:pPr algn="ctr"/>
                      <a:r>
                        <a:rPr sz="930" b="0">
                          <a:solidFill>
                            <a:srgbClr val="000000"/>
                          </a:solidFill>
                          <a:latin typeface="Roboto Light" panose="02000000000000000000" pitchFamily="2" charset="0"/>
                        </a:rPr>
                        <a:t>-14.7%</a:t>
                      </a:r>
                    </a:p>
                  </a:txBody>
                  <a:tcPr marL="35560" marR="35560" marT="5080" marB="5080" anchor="ctr">
                    <a:noFill/>
                  </a:tcPr>
                </a:tc>
                <a:tc>
                  <a:txBody>
                    <a:bodyPr/>
                    <a:lstStyle/>
                    <a:p>
                      <a:pPr algn="ctr"/>
                      <a:r>
                        <a:rPr sz="930" b="0">
                          <a:solidFill>
                            <a:srgbClr val="000000"/>
                          </a:solidFill>
                          <a:latin typeface="Roboto Light" panose="02000000000000000000" pitchFamily="2" charset="0"/>
                        </a:rPr>
                        <a:t>67</a:t>
                      </a:r>
                    </a:p>
                  </a:txBody>
                  <a:tcPr marL="35560" marR="35560" marT="5080" marB="5080" anchor="ctr">
                    <a:noFill/>
                  </a:tcPr>
                </a:tc>
                <a:tc>
                  <a:txBody>
                    <a:bodyPr/>
                    <a:lstStyle/>
                    <a:p>
                      <a:pPr algn="ctr"/>
                      <a:r>
                        <a:rPr sz="930" b="0" dirty="0">
                          <a:solidFill>
                            <a:srgbClr val="000000"/>
                          </a:solidFill>
                          <a:latin typeface="Roboto Light" panose="02000000000000000000" pitchFamily="2" charset="0"/>
                        </a:rPr>
                        <a:t>–</a:t>
                      </a:r>
                    </a:p>
                  </a:txBody>
                  <a:tcPr marL="35560" marR="35560" marT="5080" marB="5080" anchor="ctr">
                    <a:noFill/>
                  </a:tcPr>
                </a:tc>
                <a:tc>
                  <a:txBody>
                    <a:bodyPr/>
                    <a:lstStyle/>
                    <a:p>
                      <a:pPr algn="ctr"/>
                      <a:r>
                        <a:rPr sz="930" b="0">
                          <a:solidFill>
                            <a:srgbClr val="000000"/>
                          </a:solidFill>
                          <a:latin typeface="Roboto Light" panose="02000000000000000000" pitchFamily="2" charset="0"/>
                        </a:rPr>
                        <a:t>8.2x</a:t>
                      </a:r>
                    </a:p>
                  </a:txBody>
                  <a:tcPr marL="35560" marR="35560" marT="5080" marB="5080" anchor="ctr">
                    <a:noFill/>
                  </a:tcPr>
                </a:tc>
                <a:tc>
                  <a:txBody>
                    <a:bodyPr/>
                    <a:lstStyle/>
                    <a:p>
                      <a:pPr algn="ctr"/>
                      <a:r>
                        <a:rPr sz="930" b="0">
                          <a:solidFill>
                            <a:srgbClr val="000000"/>
                          </a:solidFill>
                          <a:latin typeface="Roboto Light" panose="02000000000000000000" pitchFamily="2" charset="0"/>
                        </a:rPr>
                        <a:t>3.7%</a:t>
                      </a:r>
                    </a:p>
                  </a:txBody>
                  <a:tcPr marL="35560" marR="35560" marT="5080" marB="5080" anchor="ctr">
                    <a:noFill/>
                  </a:tcPr>
                </a:tc>
                <a:extLst>
                  <a:ext uri="{0D108BD9-81ED-4DB2-BD59-A6C34878D82A}">
                    <a16:rowId xmlns:a16="http://schemas.microsoft.com/office/drawing/2014/main" val="10009"/>
                  </a:ext>
                </a:extLst>
              </a:tr>
              <a:tr h="209550">
                <a:tc>
                  <a:txBody>
                    <a:bodyPr/>
                    <a:lstStyle/>
                    <a:p>
                      <a:pPr algn="l"/>
                      <a:r>
                        <a:rPr sz="930" b="0" dirty="0">
                          <a:solidFill>
                            <a:srgbClr val="000000"/>
                          </a:solidFill>
                          <a:latin typeface="Roboto Light" panose="02000000000000000000" pitchFamily="2" charset="0"/>
                        </a:rPr>
                        <a:t>CURY3</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Cury</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Homebuilders</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-13.7%</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100</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0.0x</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6.0x</a:t>
                      </a:r>
                    </a:p>
                  </a:txBody>
                  <a:tcPr marL="35560" marR="35560" marT="5080" marB="5080" anchor="ctr">
                    <a:solidFill>
                      <a:srgbClr val="F2F2F2"/>
                    </a:solidFill>
                  </a:tcPr>
                </a:tc>
                <a:tc>
                  <a:txBody>
                    <a:bodyPr/>
                    <a:lstStyle/>
                    <a:p>
                      <a:pPr algn="ctr"/>
                      <a:r>
                        <a:rPr sz="930" b="0" dirty="0">
                          <a:solidFill>
                            <a:srgbClr val="000000"/>
                          </a:solidFill>
                          <a:latin typeface="Roboto Light" panose="02000000000000000000" pitchFamily="2" charset="0"/>
                        </a:rPr>
                        <a:t>2.7%</a:t>
                      </a:r>
                    </a:p>
                  </a:txBody>
                  <a:tcPr marL="35560" marR="35560" marT="5080" marB="5080" anchor="ctr">
                    <a:solidFill>
                      <a:srgbClr val="F2F2F2"/>
                    </a:solidFill>
                  </a:tcPr>
                </a:tc>
                <a:extLst>
                  <a:ext uri="{0D108BD9-81ED-4DB2-BD59-A6C34878D82A}">
                    <a16:rowId xmlns:a16="http://schemas.microsoft.com/office/drawing/2014/main" val="10011"/>
                  </a:ext>
                </a:extLst>
              </a:tr>
              <a:tr h="209550">
                <a:tc>
                  <a:txBody>
                    <a:bodyPr/>
                    <a:lstStyle/>
                    <a:p>
                      <a:pPr algn="l"/>
                      <a:r>
                        <a:rPr sz="930" b="0">
                          <a:solidFill>
                            <a:srgbClr val="000000"/>
                          </a:solidFill>
                          <a:latin typeface="Roboto Light" panose="02000000000000000000" pitchFamily="2" charset="0"/>
                        </a:rPr>
                        <a:t>PETR4</a:t>
                      </a:r>
                    </a:p>
                  </a:txBody>
                  <a:tcPr marL="35560" marR="35560" marT="5080" marB="5080" anchor="ctr">
                    <a:noFill/>
                  </a:tcPr>
                </a:tc>
                <a:tc>
                  <a:txBody>
                    <a:bodyPr/>
                    <a:lstStyle/>
                    <a:p>
                      <a:pPr algn="l"/>
                      <a:r>
                        <a:rPr sz="930" b="0">
                          <a:solidFill>
                            <a:srgbClr val="000000"/>
                          </a:solidFill>
                          <a:latin typeface="Roboto Light" panose="02000000000000000000" pitchFamily="2" charset="0"/>
                        </a:rPr>
                        <a:t>Petrobras</a:t>
                      </a:r>
                    </a:p>
                  </a:txBody>
                  <a:tcPr marL="35560" marR="35560" marT="5080" marB="5080" anchor="ctr">
                    <a:noFill/>
                  </a:tcPr>
                </a:tc>
                <a:tc>
                  <a:txBody>
                    <a:bodyPr/>
                    <a:lstStyle/>
                    <a:p>
                      <a:pPr algn="l"/>
                      <a:r>
                        <a:rPr sz="930" b="0" dirty="0">
                          <a:solidFill>
                            <a:srgbClr val="000000"/>
                          </a:solidFill>
                          <a:latin typeface="Roboto Light" panose="02000000000000000000" pitchFamily="2" charset="0"/>
                        </a:rPr>
                        <a:t>Oil &amp; Gas</a:t>
                      </a:r>
                    </a:p>
                  </a:txBody>
                  <a:tcPr marL="35560" marR="35560" marT="5080" marB="5080" anchor="ctr">
                    <a:noFill/>
                  </a:tcPr>
                </a:tc>
                <a:tc>
                  <a:txBody>
                    <a:bodyPr/>
                    <a:lstStyle/>
                    <a:p>
                      <a:pPr algn="ctr"/>
                      <a:r>
                        <a:rPr sz="930" b="0">
                          <a:solidFill>
                            <a:srgbClr val="000000"/>
                          </a:solidFill>
                          <a:latin typeface="Roboto Light" panose="02000000000000000000" pitchFamily="2" charset="0"/>
                        </a:rPr>
                        <a:t>-10.0%</a:t>
                      </a:r>
                    </a:p>
                  </a:txBody>
                  <a:tcPr marL="35560" marR="35560" marT="5080" marB="5080" anchor="ctr">
                    <a:noFill/>
                  </a:tcPr>
                </a:tc>
                <a:tc>
                  <a:txBody>
                    <a:bodyPr/>
                    <a:lstStyle/>
                    <a:p>
                      <a:pPr algn="ctr"/>
                      <a:r>
                        <a:rPr sz="930" b="0" dirty="0">
                          <a:solidFill>
                            <a:srgbClr val="000000"/>
                          </a:solidFill>
                          <a:latin typeface="Roboto Light" panose="02000000000000000000" pitchFamily="2" charset="0"/>
                        </a:rPr>
                        <a:t>66</a:t>
                      </a:r>
                    </a:p>
                  </a:txBody>
                  <a:tcPr marL="35560" marR="35560" marT="5080" marB="5080" anchor="ctr">
                    <a:noFill/>
                  </a:tcPr>
                </a:tc>
                <a:tc>
                  <a:txBody>
                    <a:bodyPr/>
                    <a:lstStyle/>
                    <a:p>
                      <a:pPr algn="ctr"/>
                      <a:r>
                        <a:rPr sz="930" b="0" dirty="0">
                          <a:solidFill>
                            <a:srgbClr val="000000"/>
                          </a:solidFill>
                          <a:latin typeface="Roboto Light" panose="02000000000000000000" pitchFamily="2" charset="0"/>
                        </a:rPr>
                        <a:t>1.1x</a:t>
                      </a:r>
                    </a:p>
                  </a:txBody>
                  <a:tcPr marL="35560" marR="35560" marT="5080" marB="5080" anchor="ctr">
                    <a:noFill/>
                  </a:tcPr>
                </a:tc>
                <a:tc>
                  <a:txBody>
                    <a:bodyPr/>
                    <a:lstStyle/>
                    <a:p>
                      <a:pPr algn="ctr"/>
                      <a:r>
                        <a:rPr sz="930" b="0">
                          <a:solidFill>
                            <a:srgbClr val="000000"/>
                          </a:solidFill>
                          <a:latin typeface="Roboto Light" panose="02000000000000000000" pitchFamily="2" charset="0"/>
                        </a:rPr>
                        <a:t>7.1x</a:t>
                      </a:r>
                    </a:p>
                  </a:txBody>
                  <a:tcPr marL="35560" marR="35560" marT="5080" marB="5080" anchor="ctr">
                    <a:noFill/>
                  </a:tcPr>
                </a:tc>
                <a:tc>
                  <a:txBody>
                    <a:bodyPr/>
                    <a:lstStyle/>
                    <a:p>
                      <a:pPr algn="ctr"/>
                      <a:r>
                        <a:rPr sz="930" b="0">
                          <a:solidFill>
                            <a:srgbClr val="000000"/>
                          </a:solidFill>
                          <a:latin typeface="Roboto Light" panose="02000000000000000000" pitchFamily="2" charset="0"/>
                        </a:rPr>
                        <a:t>16.6%</a:t>
                      </a:r>
                    </a:p>
                  </a:txBody>
                  <a:tcPr marL="35560" marR="35560" marT="5080" marB="5080" anchor="ctr">
                    <a:noFill/>
                  </a:tcPr>
                </a:tc>
                <a:extLst>
                  <a:ext uri="{0D108BD9-81ED-4DB2-BD59-A6C34878D82A}">
                    <a16:rowId xmlns:a16="http://schemas.microsoft.com/office/drawing/2014/main" val="10012"/>
                  </a:ext>
                </a:extLst>
              </a:tr>
              <a:tr h="209550">
                <a:tc>
                  <a:txBody>
                    <a:bodyPr/>
                    <a:lstStyle/>
                    <a:p>
                      <a:pPr algn="l"/>
                      <a:r>
                        <a:rPr sz="930" b="0">
                          <a:solidFill>
                            <a:srgbClr val="000000"/>
                          </a:solidFill>
                          <a:latin typeface="Roboto Light" panose="02000000000000000000" pitchFamily="2" charset="0"/>
                        </a:rPr>
                        <a:t>WEGE3</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Weg</a:t>
                      </a:r>
                    </a:p>
                  </a:txBody>
                  <a:tcPr marL="35560" marR="35560" marT="5080" marB="5080" anchor="ctr">
                    <a:solidFill>
                      <a:srgbClr val="F2F2F2"/>
                    </a:solidFill>
                  </a:tcPr>
                </a:tc>
                <a:tc>
                  <a:txBody>
                    <a:bodyPr/>
                    <a:lstStyle/>
                    <a:p>
                      <a:pPr algn="l"/>
                      <a:r>
                        <a:rPr sz="930" b="0">
                          <a:solidFill>
                            <a:srgbClr val="000000"/>
                          </a:solidFill>
                          <a:latin typeface="Roboto Light" panose="02000000000000000000" pitchFamily="2" charset="0"/>
                        </a:rPr>
                        <a:t>Capital Goods</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8.0%</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75</a:t>
                      </a:r>
                    </a:p>
                  </a:txBody>
                  <a:tcPr marL="35560" marR="35560" marT="5080" marB="5080" anchor="ctr">
                    <a:solidFill>
                      <a:srgbClr val="F2F2F2"/>
                    </a:solidFill>
                  </a:tcPr>
                </a:tc>
                <a:tc>
                  <a:txBody>
                    <a:bodyPr/>
                    <a:lstStyle/>
                    <a:p>
                      <a:pPr algn="ctr"/>
                      <a:r>
                        <a:rPr sz="930" b="0" dirty="0">
                          <a:solidFill>
                            <a:srgbClr val="000000"/>
                          </a:solidFill>
                          <a:latin typeface="Roboto Light" panose="02000000000000000000" pitchFamily="2" charset="0"/>
                        </a:rPr>
                        <a:t>-0.3x</a:t>
                      </a:r>
                    </a:p>
                  </a:txBody>
                  <a:tcPr marL="35560" marR="35560" marT="5080" marB="5080" anchor="ctr">
                    <a:solidFill>
                      <a:srgbClr val="F2F2F2"/>
                    </a:solidFill>
                  </a:tcPr>
                </a:tc>
                <a:tc>
                  <a:txBody>
                    <a:bodyPr/>
                    <a:lstStyle/>
                    <a:p>
                      <a:pPr algn="ctr"/>
                      <a:r>
                        <a:rPr sz="930" b="0">
                          <a:solidFill>
                            <a:srgbClr val="000000"/>
                          </a:solidFill>
                          <a:latin typeface="Roboto Light" panose="02000000000000000000" pitchFamily="2" charset="0"/>
                        </a:rPr>
                        <a:t>27.0x</a:t>
                      </a:r>
                    </a:p>
                  </a:txBody>
                  <a:tcPr marL="35560" marR="35560" marT="5080" marB="5080" anchor="ctr">
                    <a:solidFill>
                      <a:srgbClr val="F2F2F2"/>
                    </a:solidFill>
                  </a:tcPr>
                </a:tc>
                <a:tc>
                  <a:txBody>
                    <a:bodyPr/>
                    <a:lstStyle/>
                    <a:p>
                      <a:pPr algn="ctr"/>
                      <a:r>
                        <a:rPr lang="pt-BR" sz="930" b="0">
                          <a:solidFill>
                            <a:srgbClr val="000000"/>
                          </a:solidFill>
                          <a:latin typeface="Roboto Light" panose="02000000000000000000" pitchFamily="2" charset="0"/>
                        </a:rPr>
                        <a:t>5.9%</a:t>
                      </a:r>
                      <a:endParaRPr sz="930" b="0">
                        <a:solidFill>
                          <a:srgbClr val="000000"/>
                        </a:solidFill>
                        <a:latin typeface="Roboto Light" panose="02000000000000000000" pitchFamily="2" charset="0"/>
                      </a:endParaRPr>
                    </a:p>
                  </a:txBody>
                  <a:tcPr marL="35560" marR="35560" marT="5080" marB="5080" anchor="ctr">
                    <a:solidFill>
                      <a:srgbClr val="F2F2F2"/>
                    </a:solidFill>
                  </a:tcPr>
                </a:tc>
                <a:extLst>
                  <a:ext uri="{0D108BD9-81ED-4DB2-BD59-A6C34878D82A}">
                    <a16:rowId xmlns:a16="http://schemas.microsoft.com/office/drawing/2014/main" val="10014"/>
                  </a:ext>
                </a:extLst>
              </a:tr>
              <a:tr h="209550">
                <a:tc>
                  <a:txBody>
                    <a:bodyPr/>
                    <a:lstStyle/>
                    <a:p>
                      <a:pPr algn="l"/>
                      <a:r>
                        <a:rPr sz="930" b="0" dirty="0">
                          <a:solidFill>
                            <a:srgbClr val="000000"/>
                          </a:solidFill>
                          <a:latin typeface="Roboto Light" panose="02000000000000000000" pitchFamily="2" charset="0"/>
                        </a:rPr>
                        <a:t>EMBJ3</a:t>
                      </a:r>
                    </a:p>
                  </a:txBody>
                  <a:tcPr marL="35560" marR="35560" marT="5080" marB="5080" anchor="ctr">
                    <a:noFill/>
                  </a:tcPr>
                </a:tc>
                <a:tc>
                  <a:txBody>
                    <a:bodyPr/>
                    <a:lstStyle/>
                    <a:p>
                      <a:pPr algn="l"/>
                      <a:r>
                        <a:rPr sz="930" b="0" dirty="0">
                          <a:solidFill>
                            <a:srgbClr val="000000"/>
                          </a:solidFill>
                          <a:latin typeface="Roboto Light" panose="02000000000000000000" pitchFamily="2" charset="0"/>
                        </a:rPr>
                        <a:t>Embraer</a:t>
                      </a:r>
                    </a:p>
                  </a:txBody>
                  <a:tcPr marL="35560" marR="35560" marT="5080" marB="5080" anchor="ctr">
                    <a:noFill/>
                  </a:tcPr>
                </a:tc>
                <a:tc>
                  <a:txBody>
                    <a:bodyPr/>
                    <a:lstStyle/>
                    <a:p>
                      <a:pPr algn="l"/>
                      <a:r>
                        <a:rPr sz="930" b="0">
                          <a:solidFill>
                            <a:srgbClr val="000000"/>
                          </a:solidFill>
                          <a:latin typeface="Roboto Light" panose="02000000000000000000" pitchFamily="2" charset="0"/>
                        </a:rPr>
                        <a:t>Capital Goods</a:t>
                      </a:r>
                    </a:p>
                  </a:txBody>
                  <a:tcPr marL="35560" marR="35560" marT="5080" marB="5080" anchor="ctr">
                    <a:noFill/>
                  </a:tcPr>
                </a:tc>
                <a:tc>
                  <a:txBody>
                    <a:bodyPr/>
                    <a:lstStyle/>
                    <a:p>
                      <a:pPr algn="ctr"/>
                      <a:r>
                        <a:rPr sz="930" b="0">
                          <a:solidFill>
                            <a:srgbClr val="000000"/>
                          </a:solidFill>
                          <a:latin typeface="Roboto Light" panose="02000000000000000000" pitchFamily="2" charset="0"/>
                        </a:rPr>
                        <a:t>10.2%</a:t>
                      </a:r>
                    </a:p>
                  </a:txBody>
                  <a:tcPr marL="35560" marR="35560" marT="5080" marB="5080" anchor="ctr">
                    <a:noFill/>
                  </a:tcPr>
                </a:tc>
                <a:tc>
                  <a:txBody>
                    <a:bodyPr/>
                    <a:lstStyle/>
                    <a:p>
                      <a:pPr algn="ctr"/>
                      <a:r>
                        <a:rPr sz="930" b="0">
                          <a:solidFill>
                            <a:srgbClr val="000000"/>
                          </a:solidFill>
                          <a:latin typeface="Roboto Light" panose="02000000000000000000" pitchFamily="2" charset="0"/>
                        </a:rPr>
                        <a:t>88</a:t>
                      </a:r>
                    </a:p>
                  </a:txBody>
                  <a:tcPr marL="35560" marR="35560" marT="5080" marB="5080" anchor="ctr">
                    <a:noFill/>
                  </a:tcPr>
                </a:tc>
                <a:tc>
                  <a:txBody>
                    <a:bodyPr/>
                    <a:lstStyle/>
                    <a:p>
                      <a:pPr algn="ctr"/>
                      <a:r>
                        <a:rPr sz="930" b="0">
                          <a:solidFill>
                            <a:srgbClr val="000000"/>
                          </a:solidFill>
                          <a:latin typeface="Roboto Light" panose="02000000000000000000" pitchFamily="2" charset="0"/>
                        </a:rPr>
                        <a:t>-0.3x</a:t>
                      </a:r>
                    </a:p>
                  </a:txBody>
                  <a:tcPr marL="35560" marR="35560" marT="5080" marB="5080" anchor="ctr">
                    <a:noFill/>
                  </a:tcPr>
                </a:tc>
                <a:tc>
                  <a:txBody>
                    <a:bodyPr/>
                    <a:lstStyle/>
                    <a:p>
                      <a:pPr algn="ctr"/>
                      <a:r>
                        <a:rPr sz="930" b="0">
                          <a:solidFill>
                            <a:srgbClr val="000000"/>
                          </a:solidFill>
                          <a:latin typeface="Roboto Light" panose="02000000000000000000" pitchFamily="2" charset="0"/>
                        </a:rPr>
                        <a:t>19.3x</a:t>
                      </a:r>
                    </a:p>
                  </a:txBody>
                  <a:tcPr marL="35560" marR="35560" marT="5080" marB="5080" anchor="ctr">
                    <a:noFill/>
                  </a:tcPr>
                </a:tc>
                <a:tc>
                  <a:txBody>
                    <a:bodyPr/>
                    <a:lstStyle/>
                    <a:p>
                      <a:pPr algn="ctr"/>
                      <a:r>
                        <a:rPr sz="930" b="0" dirty="0">
                          <a:solidFill>
                            <a:srgbClr val="000000"/>
                          </a:solidFill>
                          <a:latin typeface="Roboto Light" panose="02000000000000000000" pitchFamily="2" charset="0"/>
                        </a:rPr>
                        <a:t>0.4%</a:t>
                      </a:r>
                    </a:p>
                  </a:txBody>
                  <a:tcPr marL="35560" marR="35560" marT="5080" marB="5080" anchor="ctr">
                    <a:noFill/>
                  </a:tcPr>
                </a:tc>
                <a:extLst>
                  <a:ext uri="{0D108BD9-81ED-4DB2-BD59-A6C34878D82A}">
                    <a16:rowId xmlns:a16="http://schemas.microsoft.com/office/drawing/2014/main" val="10015"/>
                  </a:ext>
                </a:extLst>
              </a:tr>
            </a:tbl>
          </a:graphicData>
        </a:graphic>
      </p:graphicFrame>
      <p:sp>
        <p:nvSpPr>
          <p:cNvPr id="4" name="Rectangle 3">
            <a:extLst>
              <a:ext uri="{FF2B5EF4-FFF2-40B4-BE49-F238E27FC236}">
                <a16:creationId xmlns:a16="http://schemas.microsoft.com/office/drawing/2014/main" id="{F3055B98-5B3B-ABA7-BC53-A4B09BDE0B0C}"/>
              </a:ext>
            </a:extLst>
          </p:cNvPr>
          <p:cNvSpPr/>
          <p:nvPr/>
        </p:nvSpPr>
        <p:spPr>
          <a:xfrm>
            <a:off x="-2089040" y="5105400"/>
            <a:ext cx="1668026" cy="15273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Atuallizar</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117507175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7F1C652-5EFF-69FD-C878-B15EEB094E0F}"/>
              </a:ext>
            </a:extLst>
          </p:cNvPr>
          <p:cNvSpPr>
            <a:spLocks noGrp="1"/>
          </p:cNvSpPr>
          <p:nvPr>
            <p:ph type="body" sz="quarter" idx="11"/>
          </p:nvPr>
        </p:nvSpPr>
        <p:spPr/>
        <p:txBody>
          <a:bodyPr/>
          <a:lstStyle/>
          <a:p>
            <a:r>
              <a:rPr lang="en-US" noProof="0"/>
              <a:t>Valuation</a:t>
            </a:r>
            <a:endParaRPr lang="en-US" sz="3200" noProof="0"/>
          </a:p>
        </p:txBody>
      </p:sp>
      <p:sp>
        <p:nvSpPr>
          <p:cNvPr id="3" name="Text Placeholder 2">
            <a:extLst>
              <a:ext uri="{FF2B5EF4-FFF2-40B4-BE49-F238E27FC236}">
                <a16:creationId xmlns:a16="http://schemas.microsoft.com/office/drawing/2014/main" id="{6896CF54-875B-894A-77C8-E8766B9C3C82}"/>
              </a:ext>
            </a:extLst>
          </p:cNvPr>
          <p:cNvSpPr>
            <a:spLocks noGrp="1"/>
          </p:cNvSpPr>
          <p:nvPr>
            <p:ph type="body" sz="quarter" idx="12"/>
          </p:nvPr>
        </p:nvSpPr>
        <p:spPr/>
        <p:txBody>
          <a:bodyPr/>
          <a:lstStyle/>
          <a:p>
            <a:r>
              <a:rPr lang="en-US" noProof="0" dirty="0"/>
              <a:t>XP Ray of Brazil</a:t>
            </a:r>
          </a:p>
        </p:txBody>
      </p:sp>
    </p:spTree>
    <p:extLst>
      <p:ext uri="{BB962C8B-B14F-4D97-AF65-F5344CB8AC3E}">
        <p14:creationId xmlns:p14="http://schemas.microsoft.com/office/powerpoint/2010/main" val="409840160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F37F223C-FA98-AF51-4F49-5EE1BEED39C2}"/>
              </a:ext>
            </a:extLst>
          </p:cNvPr>
          <p:cNvSpPr>
            <a:spLocks noGrp="1"/>
          </p:cNvSpPr>
          <p:nvPr>
            <p:ph type="body" sz="quarter" idx="20"/>
          </p:nvPr>
        </p:nvSpPr>
        <p:spPr>
          <a:xfrm>
            <a:off x="360975" y="1423779"/>
            <a:ext cx="6106871" cy="2776526"/>
          </a:xfrm>
        </p:spPr>
        <p:txBody>
          <a:bodyPr/>
          <a:lstStyle/>
          <a:p>
            <a:r>
              <a:rPr lang="en-US" b="1" dirty="0">
                <a:solidFill>
                  <a:srgbClr val="18191A"/>
                </a:solidFill>
                <a:latin typeface="+mn-lt"/>
              </a:rPr>
              <a:t>We are introducing our base case YE2027 Ibovespa fair value at 204k points </a:t>
            </a:r>
          </a:p>
          <a:p>
            <a:r>
              <a:rPr lang="en-US" dirty="0">
                <a:ea typeface="Roboto Light"/>
                <a:cs typeface="Roboto Light"/>
              </a:rPr>
              <a:t>Our base case fair value for the Ibovespa is calculated as an average of four methodologies: 1) a DCF model, which currently assumes a WACC of 13.6%. 2) a target P/E model, which assumes a P/E multiple of 9.0x, below the historical average of 11x. 3) a target EV/EBITDA of 5.0x, below the historical average of 6.5x, and 4) a bottom-up approach, using the target price of XP analysts for each constituent of the index, with a 10% haircut, as most targets were set before the election runoff.</a:t>
            </a:r>
          </a:p>
          <a:p>
            <a:r>
              <a:rPr lang="en-US" b="1" dirty="0">
                <a:ea typeface="Roboto Light"/>
                <a:cs typeface="Roboto Light"/>
              </a:rPr>
              <a:t>On a Bull case scenario</a:t>
            </a:r>
            <a:r>
              <a:rPr lang="en-US" dirty="0">
                <a:ea typeface="Roboto Light"/>
                <a:cs typeface="Roboto Light"/>
              </a:rPr>
              <a:t>, we assume real yields to recede back to 6.0%, and multiples to re-rate to 11x fwd. P/E and 5.5x EV/EBITDA, as well as a 20% higher bottom-up target. In this case, we see a fair value of 244k points (+39% upside).</a:t>
            </a:r>
          </a:p>
          <a:p>
            <a:r>
              <a:rPr lang="en-US" b="1" dirty="0"/>
              <a:t>On a Bear Case scenario</a:t>
            </a:r>
            <a:r>
              <a:rPr lang="en-US" dirty="0"/>
              <a:t>, we assume EBITDA 10% lower in our DCF, real yields to increase to 8.5%, and multiples to de-rate back to late-2024 levels, at 7.0x fwd. P/E and 4.0x EV/EBITDA, as well as a 20% lower bottom-up target. In that case, we see a fair value of 155k points (12% downside).</a:t>
            </a:r>
          </a:p>
        </p:txBody>
      </p:sp>
      <p:sp>
        <p:nvSpPr>
          <p:cNvPr id="11" name="Text Placeholder 10">
            <a:extLst>
              <a:ext uri="{FF2B5EF4-FFF2-40B4-BE49-F238E27FC236}">
                <a16:creationId xmlns:a16="http://schemas.microsoft.com/office/drawing/2014/main" id="{116736DC-214E-1A16-72E2-7FE54F1D1F00}"/>
              </a:ext>
            </a:extLst>
          </p:cNvPr>
          <p:cNvSpPr>
            <a:spLocks noGrp="1"/>
          </p:cNvSpPr>
          <p:nvPr>
            <p:ph type="body" sz="quarter" idx="16"/>
          </p:nvPr>
        </p:nvSpPr>
        <p:spPr/>
        <p:txBody>
          <a:bodyPr/>
          <a:lstStyle/>
          <a:p>
            <a:r>
              <a:rPr lang="en-US"/>
              <a:t>Valuation</a:t>
            </a:r>
          </a:p>
        </p:txBody>
      </p:sp>
      <p:sp>
        <p:nvSpPr>
          <p:cNvPr id="16" name="Text Placeholder 15">
            <a:extLst>
              <a:ext uri="{FF2B5EF4-FFF2-40B4-BE49-F238E27FC236}">
                <a16:creationId xmlns:a16="http://schemas.microsoft.com/office/drawing/2014/main" id="{5264115A-D9D1-0883-23C1-2ADD05EA4DD5}"/>
              </a:ext>
            </a:extLst>
          </p:cNvPr>
          <p:cNvSpPr>
            <a:spLocks noGrp="1"/>
          </p:cNvSpPr>
          <p:nvPr>
            <p:ph type="body" sz="quarter" idx="26"/>
          </p:nvPr>
        </p:nvSpPr>
        <p:spPr/>
        <p:txBody>
          <a:bodyPr/>
          <a:lstStyle/>
          <a:p>
            <a:r>
              <a:rPr lang="en-US"/>
              <a:t>Source: Bloomberg, XP Research. Data as of 10/27/2026.</a:t>
            </a:r>
          </a:p>
        </p:txBody>
      </p:sp>
      <p:sp>
        <p:nvSpPr>
          <p:cNvPr id="14" name="Date Placeholder 13">
            <a:extLst>
              <a:ext uri="{FF2B5EF4-FFF2-40B4-BE49-F238E27FC236}">
                <a16:creationId xmlns:a16="http://schemas.microsoft.com/office/drawing/2014/main" id="{FC7FE387-343E-CEC7-6ECC-567E17A242FA}"/>
              </a:ext>
            </a:extLst>
          </p:cNvPr>
          <p:cNvSpPr>
            <a:spLocks noGrp="1"/>
          </p:cNvSpPr>
          <p:nvPr>
            <p:ph type="dt" sz="half" idx="2"/>
          </p:nvPr>
        </p:nvSpPr>
        <p:spPr/>
        <p:txBody>
          <a:bodyPr/>
          <a:lstStyle/>
          <a:p>
            <a:r>
              <a:rPr lang="en-US"/>
              <a:t>October 30, 2026</a:t>
            </a:r>
          </a:p>
        </p:txBody>
      </p:sp>
      <p:sp>
        <p:nvSpPr>
          <p:cNvPr id="10" name="Content Placeholder 8">
            <a:extLst>
              <a:ext uri="{FF2B5EF4-FFF2-40B4-BE49-F238E27FC236}">
                <a16:creationId xmlns:a16="http://schemas.microsoft.com/office/drawing/2014/main" id="{66BA2541-1B2E-5EC8-56B0-BE6117CB1125}"/>
              </a:ext>
            </a:extLst>
          </p:cNvPr>
          <p:cNvSpPr txBox="1">
            <a:spLocks/>
          </p:cNvSpPr>
          <p:nvPr/>
        </p:nvSpPr>
        <p:spPr>
          <a:xfrm>
            <a:off x="383846" y="4389459"/>
            <a:ext cx="608400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Table 3: Ibovespa 2027 fair value</a:t>
            </a:r>
            <a:endParaRPr lang="en-US">
              <a:highlight>
                <a:srgbClr val="FFFF00"/>
              </a:highlight>
            </a:endParaRPr>
          </a:p>
        </p:txBody>
      </p:sp>
      <p:sp>
        <p:nvSpPr>
          <p:cNvPr id="3" name="Text Placeholder 7">
            <a:extLst>
              <a:ext uri="{FF2B5EF4-FFF2-40B4-BE49-F238E27FC236}">
                <a16:creationId xmlns:a16="http://schemas.microsoft.com/office/drawing/2014/main" id="{D7FF019F-CF36-0895-6166-0DB1423473A3}"/>
              </a:ext>
            </a:extLst>
          </p:cNvPr>
          <p:cNvSpPr txBox="1">
            <a:spLocks/>
          </p:cNvSpPr>
          <p:nvPr/>
        </p:nvSpPr>
        <p:spPr>
          <a:xfrm>
            <a:off x="390153" y="1119209"/>
            <a:ext cx="6384457" cy="304570"/>
          </a:xfrm>
          <a:prstGeom prst="rect">
            <a:avLst/>
          </a:prstGeom>
        </p:spPr>
        <p:txBody>
          <a:bodyPr vert="horz" lIns="0" tIns="0" rIns="0" bIns="0" rtlCol="0" anchor="t">
            <a:noAutofit/>
          </a:bodyPr>
          <a:lstStyle>
            <a:lvl1pPr marL="0" indent="0" algn="l" defTabSz="385767" rtl="0" eaLnBrk="1" latinLnBrk="0" hangingPunct="1">
              <a:lnSpc>
                <a:spcPct val="90000"/>
              </a:lnSpc>
              <a:spcBef>
                <a:spcPts val="422"/>
              </a:spcBef>
              <a:buFont typeface="Arial" panose="020B0604020202020204" pitchFamily="34" charset="0"/>
              <a:buNone/>
              <a:defRPr lang="pt-BR" sz="1600" b="0" kern="1200">
                <a:solidFill>
                  <a:schemeClr val="tx2"/>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sz="1500" dirty="0"/>
              <a:t>Introducing our YE2027 IBOV fair value at 204k points</a:t>
            </a:r>
          </a:p>
        </p:txBody>
      </p:sp>
      <p:graphicFrame>
        <p:nvGraphicFramePr>
          <p:cNvPr id="15" name="Table 14">
            <a:extLst>
              <a:ext uri="{FF2B5EF4-FFF2-40B4-BE49-F238E27FC236}">
                <a16:creationId xmlns:a16="http://schemas.microsoft.com/office/drawing/2014/main" id="{80B7D2D6-16AA-629C-3296-9BDAF6CCFC2B}"/>
              </a:ext>
            </a:extLst>
          </p:cNvPr>
          <p:cNvGraphicFramePr>
            <a:graphicFrameLocks noGrp="1"/>
          </p:cNvGraphicFramePr>
          <p:nvPr>
            <p:extLst>
              <p:ext uri="{D42A27DB-BD31-4B8C-83A1-F6EECF244321}">
                <p14:modId xmlns:p14="http://schemas.microsoft.com/office/powerpoint/2010/main" val="1605509614"/>
              </p:ext>
            </p:extLst>
          </p:nvPr>
        </p:nvGraphicFramePr>
        <p:xfrm>
          <a:off x="382869" y="4680633"/>
          <a:ext cx="6055268" cy="1438656"/>
        </p:xfrm>
        <a:graphic>
          <a:graphicData uri="http://schemas.openxmlformats.org/drawingml/2006/table">
            <a:tbl>
              <a:tblPr/>
              <a:tblGrid>
                <a:gridCol w="1019097">
                  <a:extLst>
                    <a:ext uri="{9D8B030D-6E8A-4147-A177-3AD203B41FA5}">
                      <a16:colId xmlns:a16="http://schemas.microsoft.com/office/drawing/2014/main" val="2640114357"/>
                    </a:ext>
                  </a:extLst>
                </a:gridCol>
                <a:gridCol w="931289">
                  <a:extLst>
                    <a:ext uri="{9D8B030D-6E8A-4147-A177-3AD203B41FA5}">
                      <a16:colId xmlns:a16="http://schemas.microsoft.com/office/drawing/2014/main" val="1499204672"/>
                    </a:ext>
                  </a:extLst>
                </a:gridCol>
                <a:gridCol w="102055">
                  <a:extLst>
                    <a:ext uri="{9D8B030D-6E8A-4147-A177-3AD203B41FA5}">
                      <a16:colId xmlns:a16="http://schemas.microsoft.com/office/drawing/2014/main" val="633019528"/>
                    </a:ext>
                  </a:extLst>
                </a:gridCol>
                <a:gridCol w="1087764">
                  <a:extLst>
                    <a:ext uri="{9D8B030D-6E8A-4147-A177-3AD203B41FA5}">
                      <a16:colId xmlns:a16="http://schemas.microsoft.com/office/drawing/2014/main" val="39283005"/>
                    </a:ext>
                  </a:extLst>
                </a:gridCol>
                <a:gridCol w="862622">
                  <a:extLst>
                    <a:ext uri="{9D8B030D-6E8A-4147-A177-3AD203B41FA5}">
                      <a16:colId xmlns:a16="http://schemas.microsoft.com/office/drawing/2014/main" val="2261437606"/>
                    </a:ext>
                  </a:extLst>
                </a:gridCol>
                <a:gridCol w="102055">
                  <a:extLst>
                    <a:ext uri="{9D8B030D-6E8A-4147-A177-3AD203B41FA5}">
                      <a16:colId xmlns:a16="http://schemas.microsoft.com/office/drawing/2014/main" val="1556293371"/>
                    </a:ext>
                  </a:extLst>
                </a:gridCol>
                <a:gridCol w="1058995">
                  <a:extLst>
                    <a:ext uri="{9D8B030D-6E8A-4147-A177-3AD203B41FA5}">
                      <a16:colId xmlns:a16="http://schemas.microsoft.com/office/drawing/2014/main" val="2162437458"/>
                    </a:ext>
                  </a:extLst>
                </a:gridCol>
                <a:gridCol w="891391">
                  <a:extLst>
                    <a:ext uri="{9D8B030D-6E8A-4147-A177-3AD203B41FA5}">
                      <a16:colId xmlns:a16="http://schemas.microsoft.com/office/drawing/2014/main" val="725187993"/>
                    </a:ext>
                  </a:extLst>
                </a:gridCol>
              </a:tblGrid>
              <a:tr h="239776">
                <a:tc>
                  <a:txBody>
                    <a:bodyPr/>
                    <a:lstStyle/>
                    <a:p>
                      <a:pPr algn="l" fontAlgn="b"/>
                      <a:r>
                        <a:rPr lang="en-US" sz="1000" b="1" i="0" u="none" strike="noStrike">
                          <a:solidFill>
                            <a:schemeClr val="tx1"/>
                          </a:solidFill>
                          <a:effectLst/>
                          <a:latin typeface="Roboto Light" panose="02000000000000000000" pitchFamily="2" charset="0"/>
                        </a:rPr>
                        <a:t>Bear Case</a:t>
                      </a:r>
                    </a:p>
                  </a:txBody>
                  <a:tcPr marL="6350" marR="6350" marT="6350" marB="0" anchor="ctr">
                    <a:lnL>
                      <a:noFill/>
                    </a:lnL>
                    <a:lnR>
                      <a:noFill/>
                    </a:lnR>
                    <a:lnT>
                      <a:noFill/>
                    </a:lnT>
                    <a:lnB>
                      <a:noFill/>
                    </a:lnB>
                    <a:solidFill>
                      <a:schemeClr val="accent3"/>
                    </a:solidFill>
                  </a:tcPr>
                </a:tc>
                <a:tc>
                  <a:txBody>
                    <a:bodyPr/>
                    <a:lstStyle/>
                    <a:p>
                      <a:pPr algn="l" fontAlgn="b"/>
                      <a:r>
                        <a:rPr lang="en-US" sz="1000" b="0" i="0" u="none" strike="noStrike">
                          <a:solidFill>
                            <a:schemeClr val="tx1"/>
                          </a:solidFill>
                          <a:effectLst/>
                          <a:latin typeface="Roboto Light" panose="02000000000000000000" pitchFamily="2" charset="0"/>
                        </a:rPr>
                        <a:t> </a:t>
                      </a:r>
                    </a:p>
                  </a:txBody>
                  <a:tcPr marL="6350" marR="6350" marT="6350" marB="0" anchor="ctr">
                    <a:lnL>
                      <a:noFill/>
                    </a:lnL>
                    <a:lnR>
                      <a:noFill/>
                    </a:lnR>
                    <a:lnT>
                      <a:noFill/>
                    </a:lnT>
                    <a:lnB>
                      <a:noFill/>
                    </a:lnB>
                    <a:solidFill>
                      <a:schemeClr val="accent3"/>
                    </a:solidFill>
                  </a:tcPr>
                </a:tc>
                <a:tc>
                  <a:txBody>
                    <a:bodyPr/>
                    <a:lstStyle/>
                    <a:p>
                      <a:pPr algn="l" fontAlgn="b"/>
                      <a:endParaRPr lang="en-US" sz="1100" b="0" i="0" u="none" strike="noStrike">
                        <a:solidFill>
                          <a:schemeClr val="tx1"/>
                        </a:solidFill>
                        <a:effectLst/>
                        <a:latin typeface="Calibri" panose="020F0502020204030204" pitchFamily="34" charset="0"/>
                      </a:endParaRPr>
                    </a:p>
                  </a:txBody>
                  <a:tcPr marL="6350" marR="6350" marT="6350" marB="0" anchor="ctr">
                    <a:lnL>
                      <a:noFill/>
                    </a:lnL>
                    <a:lnR>
                      <a:noFill/>
                    </a:lnR>
                    <a:lnT>
                      <a:noFill/>
                    </a:lnT>
                    <a:lnB>
                      <a:noFill/>
                    </a:lnB>
                    <a:solidFill>
                      <a:schemeClr val="accent3"/>
                    </a:solidFill>
                  </a:tcPr>
                </a:tc>
                <a:tc>
                  <a:txBody>
                    <a:bodyPr/>
                    <a:lstStyle/>
                    <a:p>
                      <a:pPr algn="l" fontAlgn="b"/>
                      <a:r>
                        <a:rPr lang="en-US" sz="1000" b="1" i="0" u="none" strike="noStrike">
                          <a:solidFill>
                            <a:schemeClr val="tx1"/>
                          </a:solidFill>
                          <a:effectLst/>
                          <a:latin typeface="Roboto Light" panose="02000000000000000000" pitchFamily="2" charset="0"/>
                        </a:rPr>
                        <a:t>Base Case</a:t>
                      </a:r>
                    </a:p>
                  </a:txBody>
                  <a:tcPr marL="6350" marR="6350" marT="6350" marB="0" anchor="ctr">
                    <a:lnL>
                      <a:noFill/>
                    </a:lnL>
                    <a:lnR>
                      <a:noFill/>
                    </a:lnR>
                    <a:lnT>
                      <a:noFill/>
                    </a:lnT>
                    <a:lnB>
                      <a:noFill/>
                    </a:lnB>
                    <a:solidFill>
                      <a:schemeClr val="accent3"/>
                    </a:solidFill>
                  </a:tcPr>
                </a:tc>
                <a:tc>
                  <a:txBody>
                    <a:bodyPr/>
                    <a:lstStyle/>
                    <a:p>
                      <a:pPr algn="l" fontAlgn="b"/>
                      <a:r>
                        <a:rPr lang="en-US" sz="1000" b="0" i="0" u="none" strike="noStrike">
                          <a:solidFill>
                            <a:schemeClr val="tx1"/>
                          </a:solidFill>
                          <a:effectLst/>
                          <a:latin typeface="Roboto Light" panose="02000000000000000000" pitchFamily="2" charset="0"/>
                        </a:rPr>
                        <a:t> </a:t>
                      </a:r>
                    </a:p>
                  </a:txBody>
                  <a:tcPr marL="6350" marR="6350" marT="6350" marB="0" anchor="ctr">
                    <a:lnL>
                      <a:noFill/>
                    </a:lnL>
                    <a:lnR>
                      <a:noFill/>
                    </a:lnR>
                    <a:lnT>
                      <a:noFill/>
                    </a:lnT>
                    <a:lnB>
                      <a:noFill/>
                    </a:lnB>
                    <a:solidFill>
                      <a:schemeClr val="accent3"/>
                    </a:solidFill>
                  </a:tcPr>
                </a:tc>
                <a:tc>
                  <a:txBody>
                    <a:bodyPr/>
                    <a:lstStyle/>
                    <a:p>
                      <a:pPr algn="l" fontAlgn="b"/>
                      <a:endParaRPr lang="en-US" sz="1100" b="0" i="0" u="none" strike="noStrike">
                        <a:solidFill>
                          <a:schemeClr val="tx1"/>
                        </a:solidFill>
                        <a:effectLst/>
                        <a:latin typeface="Calibri" panose="020F0502020204030204" pitchFamily="34" charset="0"/>
                      </a:endParaRPr>
                    </a:p>
                  </a:txBody>
                  <a:tcPr marL="6350" marR="6350" marT="6350" marB="0" anchor="ctr">
                    <a:lnL>
                      <a:noFill/>
                    </a:lnL>
                    <a:lnR>
                      <a:noFill/>
                    </a:lnR>
                    <a:lnT>
                      <a:noFill/>
                    </a:lnT>
                    <a:lnB>
                      <a:noFill/>
                    </a:lnB>
                    <a:solidFill>
                      <a:schemeClr val="accent3"/>
                    </a:solidFill>
                  </a:tcPr>
                </a:tc>
                <a:tc>
                  <a:txBody>
                    <a:bodyPr/>
                    <a:lstStyle/>
                    <a:p>
                      <a:pPr algn="l" fontAlgn="b"/>
                      <a:r>
                        <a:rPr lang="en-US" sz="1000" b="1" i="0" u="none" strike="noStrike">
                          <a:solidFill>
                            <a:schemeClr val="tx1"/>
                          </a:solidFill>
                          <a:effectLst/>
                          <a:latin typeface="Roboto Light" panose="02000000000000000000" pitchFamily="2" charset="0"/>
                        </a:rPr>
                        <a:t>Bull Case</a:t>
                      </a:r>
                    </a:p>
                  </a:txBody>
                  <a:tcPr marL="6350" marR="6350" marT="6350" marB="0" anchor="ctr">
                    <a:lnL>
                      <a:noFill/>
                    </a:lnL>
                    <a:lnR>
                      <a:noFill/>
                    </a:lnR>
                    <a:lnT>
                      <a:noFill/>
                    </a:lnT>
                    <a:lnB>
                      <a:noFill/>
                    </a:lnB>
                    <a:solidFill>
                      <a:schemeClr val="accent3"/>
                    </a:solidFill>
                  </a:tcPr>
                </a:tc>
                <a:tc>
                  <a:txBody>
                    <a:bodyPr/>
                    <a:lstStyle/>
                    <a:p>
                      <a:pPr algn="l" fontAlgn="b"/>
                      <a:r>
                        <a:rPr lang="en-US" sz="1000" b="0" i="0" u="none" strike="noStrike">
                          <a:solidFill>
                            <a:schemeClr val="tx1"/>
                          </a:solidFill>
                          <a:effectLst/>
                          <a:latin typeface="Roboto Light" panose="02000000000000000000" pitchFamily="2" charset="0"/>
                        </a:rPr>
                        <a:t> </a:t>
                      </a:r>
                    </a:p>
                  </a:txBody>
                  <a:tcPr marL="6350" marR="6350" marT="6350" marB="0" anchor="ctr">
                    <a:lnL>
                      <a:noFill/>
                    </a:lnL>
                    <a:lnR>
                      <a:noFill/>
                    </a:lnR>
                    <a:lnT>
                      <a:noFill/>
                    </a:lnT>
                    <a:lnB>
                      <a:noFill/>
                    </a:lnB>
                    <a:solidFill>
                      <a:schemeClr val="accent3"/>
                    </a:solidFill>
                  </a:tcPr>
                </a:tc>
                <a:extLst>
                  <a:ext uri="{0D108BD9-81ED-4DB2-BD59-A6C34878D82A}">
                    <a16:rowId xmlns:a16="http://schemas.microsoft.com/office/drawing/2014/main" val="1617107610"/>
                  </a:ext>
                </a:extLst>
              </a:tr>
              <a:tr h="239776">
                <a:tc>
                  <a:txBody>
                    <a:bodyPr/>
                    <a:lstStyle/>
                    <a:p>
                      <a:pPr algn="l" fontAlgn="b"/>
                      <a:r>
                        <a:rPr lang="en-US" sz="1000" b="0" i="0" u="none" strike="noStrike">
                          <a:solidFill>
                            <a:srgbClr val="000000"/>
                          </a:solidFill>
                          <a:effectLst/>
                          <a:latin typeface="Roboto Light" panose="02000000000000000000" pitchFamily="2" charset="0"/>
                        </a:rPr>
                        <a:t>Real Yield @ 8.5%</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153,907</a:t>
                      </a:r>
                    </a:p>
                  </a:txBody>
                  <a:tcPr marL="7620" marR="7620" marT="7620" marB="0" anchor="ctr">
                    <a:lnL>
                      <a:noFill/>
                    </a:lnL>
                    <a:lnR>
                      <a:noFill/>
                    </a:lnR>
                    <a:lnT>
                      <a:noFill/>
                    </a:lnT>
                    <a:lnB>
                      <a:noFill/>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Real Yield @ 7.6%</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217,826</a:t>
                      </a:r>
                    </a:p>
                  </a:txBody>
                  <a:tcPr marL="7620" marR="7620" marT="7620" marB="0" anchor="ctr">
                    <a:lnL>
                      <a:noFill/>
                    </a:lnL>
                    <a:lnR>
                      <a:noFill/>
                    </a:lnR>
                    <a:lnT>
                      <a:noFill/>
                    </a:lnT>
                    <a:lnB>
                      <a:noFill/>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Real Yield @ 6.0%</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267,521</a:t>
                      </a:r>
                    </a:p>
                  </a:txBody>
                  <a:tcPr marL="7620" marR="7620" marT="7620" marB="0" anchor="ctr">
                    <a:lnL>
                      <a:noFill/>
                    </a:lnL>
                    <a:lnR>
                      <a:noFill/>
                    </a:lnR>
                    <a:lnT>
                      <a:noFill/>
                    </a:lnT>
                    <a:lnB>
                      <a:noFill/>
                    </a:lnB>
                    <a:noFill/>
                  </a:tcPr>
                </a:tc>
                <a:extLst>
                  <a:ext uri="{0D108BD9-81ED-4DB2-BD59-A6C34878D82A}">
                    <a16:rowId xmlns:a16="http://schemas.microsoft.com/office/drawing/2014/main" val="1612802943"/>
                  </a:ext>
                </a:extLst>
              </a:tr>
              <a:tr h="239776">
                <a:tc>
                  <a:txBody>
                    <a:bodyPr/>
                    <a:lstStyle/>
                    <a:p>
                      <a:pPr algn="l" fontAlgn="b"/>
                      <a:r>
                        <a:rPr lang="en-US" sz="1000" b="0" i="0" u="none" strike="noStrike">
                          <a:solidFill>
                            <a:srgbClr val="000000"/>
                          </a:solidFill>
                          <a:effectLst/>
                          <a:latin typeface="Roboto Light" panose="02000000000000000000" pitchFamily="2" charset="0"/>
                        </a:rPr>
                        <a:t>P/E 7.0x</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152,384</a:t>
                      </a:r>
                    </a:p>
                  </a:txBody>
                  <a:tcPr marL="7620" marR="7620" marT="7620" marB="0" anchor="ctr">
                    <a:lnL>
                      <a:noFill/>
                    </a:lnL>
                    <a:lnR>
                      <a:noFill/>
                    </a:lnR>
                    <a:lnT>
                      <a:noFill/>
                    </a:lnT>
                    <a:lnB>
                      <a:noFill/>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P/E 9.0x</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195,922</a:t>
                      </a:r>
                    </a:p>
                  </a:txBody>
                  <a:tcPr marL="7620" marR="7620" marT="7620" marB="0" anchor="ctr">
                    <a:lnL>
                      <a:noFill/>
                    </a:lnL>
                    <a:lnR>
                      <a:noFill/>
                    </a:lnR>
                    <a:lnT>
                      <a:noFill/>
                    </a:lnT>
                    <a:lnB>
                      <a:noFill/>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P/E 11.0x</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239,460</a:t>
                      </a:r>
                    </a:p>
                  </a:txBody>
                  <a:tcPr marL="7620" marR="7620" marT="7620" marB="0" anchor="ctr">
                    <a:lnL>
                      <a:noFill/>
                    </a:lnL>
                    <a:lnR>
                      <a:noFill/>
                    </a:lnR>
                    <a:lnT>
                      <a:noFill/>
                    </a:lnT>
                    <a:lnB>
                      <a:noFill/>
                    </a:lnB>
                    <a:noFill/>
                  </a:tcPr>
                </a:tc>
                <a:extLst>
                  <a:ext uri="{0D108BD9-81ED-4DB2-BD59-A6C34878D82A}">
                    <a16:rowId xmlns:a16="http://schemas.microsoft.com/office/drawing/2014/main" val="1602659399"/>
                  </a:ext>
                </a:extLst>
              </a:tr>
              <a:tr h="239776">
                <a:tc>
                  <a:txBody>
                    <a:bodyPr/>
                    <a:lstStyle/>
                    <a:p>
                      <a:pPr algn="l" fontAlgn="b"/>
                      <a:r>
                        <a:rPr lang="en-US" sz="1000" b="0" i="0" u="none" strike="noStrike">
                          <a:solidFill>
                            <a:srgbClr val="000000"/>
                          </a:solidFill>
                          <a:effectLst/>
                          <a:latin typeface="Roboto Light" panose="02000000000000000000" pitchFamily="2" charset="0"/>
                        </a:rPr>
                        <a:t>EV/EBITDA 4.0x</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150,076</a:t>
                      </a:r>
                    </a:p>
                  </a:txBody>
                  <a:tcPr marL="7620" marR="7620" marT="7620" marB="0" anchor="ctr">
                    <a:lnL>
                      <a:noFill/>
                    </a:lnL>
                    <a:lnR>
                      <a:noFill/>
                    </a:lnR>
                    <a:lnT>
                      <a:noFill/>
                    </a:lnT>
                    <a:lnB>
                      <a:noFill/>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EV/EBITDA 5.0x</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201,116</a:t>
                      </a:r>
                    </a:p>
                  </a:txBody>
                  <a:tcPr marL="7620" marR="7620" marT="7620" marB="0" anchor="ctr">
                    <a:lnL>
                      <a:noFill/>
                    </a:lnL>
                    <a:lnR>
                      <a:noFill/>
                    </a:lnR>
                    <a:lnT>
                      <a:noFill/>
                    </a:lnT>
                    <a:lnB>
                      <a:noFill/>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EV/EBITDA 5.5x</a:t>
                      </a:r>
                    </a:p>
                  </a:txBody>
                  <a:tcPr marL="6350" marR="6350" marT="6350" marB="0" anchor="ctr">
                    <a:lnL>
                      <a:noFill/>
                    </a:lnL>
                    <a:lnR>
                      <a:noFill/>
                    </a:lnR>
                    <a:lnT>
                      <a:noFill/>
                    </a:lnT>
                    <a:lnB>
                      <a:noFill/>
                    </a:lnB>
                    <a:noFill/>
                  </a:tcPr>
                </a:tc>
                <a:tc>
                  <a:txBody>
                    <a:bodyPr/>
                    <a:lstStyle/>
                    <a:p>
                      <a:pPr algn="r" fontAlgn="b">
                        <a:buNone/>
                      </a:pPr>
                      <a:r>
                        <a:rPr lang="pt-BR" sz="1000" b="0" i="0" u="none" strike="noStrike">
                          <a:solidFill>
                            <a:srgbClr val="000000"/>
                          </a:solidFill>
                          <a:effectLst/>
                          <a:latin typeface="Roboto Light" panose="02000000000000000000" pitchFamily="2" charset="0"/>
                        </a:rPr>
                        <a:t>226,636</a:t>
                      </a:r>
                    </a:p>
                  </a:txBody>
                  <a:tcPr marL="7620" marR="7620" marT="7620" marB="0" anchor="ctr">
                    <a:lnL>
                      <a:noFill/>
                    </a:lnL>
                    <a:lnR>
                      <a:noFill/>
                    </a:lnR>
                    <a:lnT>
                      <a:noFill/>
                    </a:lnT>
                    <a:lnB>
                      <a:noFill/>
                    </a:lnB>
                    <a:noFill/>
                  </a:tcPr>
                </a:tc>
                <a:extLst>
                  <a:ext uri="{0D108BD9-81ED-4DB2-BD59-A6C34878D82A}">
                    <a16:rowId xmlns:a16="http://schemas.microsoft.com/office/drawing/2014/main" val="2770638151"/>
                  </a:ext>
                </a:extLst>
              </a:tr>
              <a:tr h="239776">
                <a:tc>
                  <a:txBody>
                    <a:bodyPr/>
                    <a:lstStyle/>
                    <a:p>
                      <a:pPr algn="l" fontAlgn="b"/>
                      <a:r>
                        <a:rPr lang="en-US" sz="1000" b="0" i="0" u="none" strike="noStrike">
                          <a:solidFill>
                            <a:srgbClr val="000000"/>
                          </a:solidFill>
                          <a:effectLst/>
                          <a:latin typeface="Roboto Light" panose="02000000000000000000" pitchFamily="2" charset="0"/>
                        </a:rPr>
                        <a:t>Bottom up -20%</a:t>
                      </a: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r" fontAlgn="b">
                        <a:buNone/>
                      </a:pPr>
                      <a:r>
                        <a:rPr lang="pt-BR" sz="1000" b="0" i="0" u="none" strike="noStrike">
                          <a:solidFill>
                            <a:srgbClr val="000000"/>
                          </a:solidFill>
                          <a:effectLst/>
                          <a:latin typeface="Roboto Light" panose="02000000000000000000" pitchFamily="2" charset="0"/>
                        </a:rPr>
                        <a:t>162,079</a:t>
                      </a:r>
                    </a:p>
                  </a:txBody>
                  <a:tcPr marL="7620" marR="7620" marT="7620" marB="0" anchor="ctr">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Bottom up -10%</a:t>
                      </a: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r" fontAlgn="b">
                        <a:buNone/>
                      </a:pPr>
                      <a:r>
                        <a:rPr lang="pt-BR" sz="1000" b="0" i="0" u="none" strike="noStrike">
                          <a:solidFill>
                            <a:srgbClr val="000000"/>
                          </a:solidFill>
                          <a:effectLst/>
                          <a:latin typeface="Roboto Light" panose="02000000000000000000" pitchFamily="2" charset="0"/>
                        </a:rPr>
                        <a:t>202,598</a:t>
                      </a:r>
                    </a:p>
                  </a:txBody>
                  <a:tcPr marL="7620" marR="7620" marT="7620" marB="0" anchor="ctr">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0" i="0" u="none" strike="noStrike">
                          <a:solidFill>
                            <a:srgbClr val="000000"/>
                          </a:solidFill>
                          <a:effectLst/>
                          <a:latin typeface="Roboto Light" panose="02000000000000000000" pitchFamily="2" charset="0"/>
                        </a:rPr>
                        <a:t>Bottom up +20%</a:t>
                      </a: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r" fontAlgn="b">
                        <a:buNone/>
                      </a:pPr>
                      <a:r>
                        <a:rPr lang="pt-BR" sz="1000" b="0" i="0" u="none" strike="noStrike">
                          <a:solidFill>
                            <a:srgbClr val="000000"/>
                          </a:solidFill>
                          <a:effectLst/>
                          <a:latin typeface="Roboto Light" panose="02000000000000000000" pitchFamily="2" charset="0"/>
                        </a:rPr>
                        <a:t>243,118</a:t>
                      </a:r>
                    </a:p>
                  </a:txBody>
                  <a:tcPr marL="7620" marR="7620" marT="7620" marB="0" anchor="ctr">
                    <a:lnL>
                      <a:noFill/>
                    </a:lnL>
                    <a:lnR>
                      <a:noFill/>
                    </a:lnR>
                    <a:lnT>
                      <a:no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32209195"/>
                  </a:ext>
                </a:extLst>
              </a:tr>
              <a:tr h="239776">
                <a:tc>
                  <a:txBody>
                    <a:bodyPr/>
                    <a:lstStyle/>
                    <a:p>
                      <a:pPr algn="l" fontAlgn="b"/>
                      <a:r>
                        <a:rPr lang="en-US" sz="1000" b="1" i="0" u="none" strike="noStrike">
                          <a:solidFill>
                            <a:srgbClr val="000000"/>
                          </a:solidFill>
                          <a:effectLst/>
                          <a:latin typeface="Roboto Light" panose="02000000000000000000" pitchFamily="2" charset="0"/>
                        </a:rPr>
                        <a:t>Average</a:t>
                      </a:r>
                    </a:p>
                  </a:txBody>
                  <a:tcPr marL="6350" marR="6350"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pt-BR" sz="1000" b="1" i="0" u="none" strike="noStrike">
                          <a:solidFill>
                            <a:srgbClr val="000000"/>
                          </a:solidFill>
                          <a:effectLst/>
                          <a:latin typeface="Roboto Light" panose="02000000000000000000" pitchFamily="2" charset="0"/>
                        </a:rPr>
                        <a:t>154,611</a:t>
                      </a:r>
                    </a:p>
                  </a:txBody>
                  <a:tcPr marL="7620" marR="7620" marT="762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1" i="0" u="none" strike="noStrike">
                          <a:solidFill>
                            <a:srgbClr val="000000"/>
                          </a:solidFill>
                          <a:effectLst/>
                          <a:latin typeface="Roboto Light" panose="02000000000000000000" pitchFamily="2" charset="0"/>
                        </a:rPr>
                        <a:t>Average</a:t>
                      </a:r>
                    </a:p>
                  </a:txBody>
                  <a:tcPr marL="6350" marR="6350"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pt-BR" sz="1000" b="1" i="0" u="none" strike="noStrike">
                          <a:solidFill>
                            <a:srgbClr val="000000"/>
                          </a:solidFill>
                          <a:effectLst/>
                          <a:latin typeface="Roboto Light" panose="02000000000000000000" pitchFamily="2" charset="0"/>
                        </a:rPr>
                        <a:t>204,365</a:t>
                      </a:r>
                    </a:p>
                  </a:txBody>
                  <a:tcPr marL="7620" marR="7620" marT="762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6350" marR="6350" marT="6350" marB="0" anchor="ctr">
                    <a:lnL>
                      <a:noFill/>
                    </a:lnL>
                    <a:lnR>
                      <a:noFill/>
                    </a:lnR>
                    <a:lnT>
                      <a:noFill/>
                    </a:lnT>
                    <a:lnB>
                      <a:noFill/>
                    </a:lnB>
                    <a:noFill/>
                  </a:tcPr>
                </a:tc>
                <a:tc>
                  <a:txBody>
                    <a:bodyPr/>
                    <a:lstStyle/>
                    <a:p>
                      <a:pPr algn="l" fontAlgn="b"/>
                      <a:r>
                        <a:rPr lang="en-US" sz="1000" b="1" i="0" u="none" strike="noStrike">
                          <a:solidFill>
                            <a:srgbClr val="000000"/>
                          </a:solidFill>
                          <a:effectLst/>
                          <a:latin typeface="Roboto Light" panose="02000000000000000000" pitchFamily="2" charset="0"/>
                        </a:rPr>
                        <a:t>Average</a:t>
                      </a:r>
                    </a:p>
                  </a:txBody>
                  <a:tcPr marL="6350" marR="6350"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pt-BR" sz="1000" b="1" i="0" u="none" strike="noStrike">
                          <a:solidFill>
                            <a:srgbClr val="000000"/>
                          </a:solidFill>
                          <a:effectLst/>
                          <a:latin typeface="Roboto Light" panose="02000000000000000000" pitchFamily="2" charset="0"/>
                        </a:rPr>
                        <a:t>244,184</a:t>
                      </a:r>
                    </a:p>
                  </a:txBody>
                  <a:tcPr marL="7620" marR="7620" marT="762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13381092"/>
                  </a:ext>
                </a:extLst>
              </a:tr>
            </a:tbl>
          </a:graphicData>
        </a:graphic>
      </p:graphicFrame>
      <p:sp>
        <p:nvSpPr>
          <p:cNvPr id="2" name="TextBox 1">
            <a:extLst>
              <a:ext uri="{FF2B5EF4-FFF2-40B4-BE49-F238E27FC236}">
                <a16:creationId xmlns:a16="http://schemas.microsoft.com/office/drawing/2014/main" id="{8738AEC0-D90D-8C98-68CC-ABE455AD7CCC}"/>
              </a:ext>
            </a:extLst>
          </p:cNvPr>
          <p:cNvSpPr txBox="1"/>
          <p:nvPr/>
        </p:nvSpPr>
        <p:spPr>
          <a:xfrm>
            <a:off x="-3105150" y="4847362"/>
            <a:ext cx="2571750" cy="900246"/>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"C:\Users\Caio\Documents\Documentos\XP\Raio-XP\valuation_nov26\05_alvo_fim2027\DCF Ibov 2027_Nov.xlsx"</a:t>
            </a:r>
          </a:p>
        </p:txBody>
      </p:sp>
    </p:spTree>
    <p:extLst>
      <p:ext uri="{BB962C8B-B14F-4D97-AF65-F5344CB8AC3E}">
        <p14:creationId xmlns:p14="http://schemas.microsoft.com/office/powerpoint/2010/main" val="243358101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8E46A524-51D3-FDAE-FB68-B21BF8CB6F67}"/>
              </a:ext>
            </a:extLst>
          </p:cNvPr>
          <p:cNvSpPr>
            <a:spLocks noGrp="1"/>
          </p:cNvSpPr>
          <p:nvPr>
            <p:ph sz="quarter" idx="30"/>
          </p:nvPr>
        </p:nvSpPr>
        <p:spPr>
          <a:xfrm>
            <a:off x="382829" y="1518666"/>
            <a:ext cx="2937600" cy="230832"/>
          </a:xfrm>
        </p:spPr>
        <p:txBody>
          <a:bodyPr/>
          <a:lstStyle/>
          <a:p>
            <a:r>
              <a:rPr lang="pt-BR"/>
              <a:t>Chart 20:</a:t>
            </a:r>
            <a:r>
              <a:rPr lang="pt-BR" noProof="0"/>
              <a:t> </a:t>
            </a:r>
            <a:r>
              <a:rPr lang="pt-BR" noProof="0" dirty="0"/>
              <a:t>Ibovespa </a:t>
            </a:r>
            <a:r>
              <a:rPr lang="pt-BR" noProof="0" dirty="0" err="1"/>
              <a:t>fwd</a:t>
            </a:r>
            <a:r>
              <a:rPr lang="pt-BR" noProof="0" dirty="0"/>
              <a:t>. P/E </a:t>
            </a:r>
          </a:p>
        </p:txBody>
      </p:sp>
      <p:sp>
        <p:nvSpPr>
          <p:cNvPr id="11" name="Text Placeholder 10">
            <a:extLst>
              <a:ext uri="{FF2B5EF4-FFF2-40B4-BE49-F238E27FC236}">
                <a16:creationId xmlns:a16="http://schemas.microsoft.com/office/drawing/2014/main" id="{C30E05E3-4DA2-D62E-1E78-215703528B3B}"/>
              </a:ext>
            </a:extLst>
          </p:cNvPr>
          <p:cNvSpPr>
            <a:spLocks noGrp="1"/>
          </p:cNvSpPr>
          <p:nvPr>
            <p:ph type="body" sz="quarter" idx="16"/>
          </p:nvPr>
        </p:nvSpPr>
        <p:spPr/>
        <p:txBody>
          <a:bodyPr/>
          <a:lstStyle/>
          <a:p>
            <a:r>
              <a:rPr lang="en-US" noProof="0"/>
              <a:t>Valuation</a:t>
            </a:r>
          </a:p>
        </p:txBody>
      </p:sp>
      <p:sp>
        <p:nvSpPr>
          <p:cNvPr id="12" name="Text Placeholder 11">
            <a:extLst>
              <a:ext uri="{FF2B5EF4-FFF2-40B4-BE49-F238E27FC236}">
                <a16:creationId xmlns:a16="http://schemas.microsoft.com/office/drawing/2014/main" id="{4987FF20-C4A6-3F35-7C00-51717F3EFA45}"/>
              </a:ext>
            </a:extLst>
          </p:cNvPr>
          <p:cNvSpPr>
            <a:spLocks noGrp="1"/>
          </p:cNvSpPr>
          <p:nvPr>
            <p:ph type="body" sz="quarter" idx="17"/>
          </p:nvPr>
        </p:nvSpPr>
        <p:spPr/>
        <p:txBody>
          <a:bodyPr/>
          <a:lstStyle/>
          <a:p>
            <a:r>
              <a:rPr lang="en-US" noProof="0"/>
              <a:t>Brazil’s Valuation Multiples</a:t>
            </a:r>
          </a:p>
        </p:txBody>
      </p:sp>
      <p:sp>
        <p:nvSpPr>
          <p:cNvPr id="8" name="Text Placeholder 7">
            <a:extLst>
              <a:ext uri="{FF2B5EF4-FFF2-40B4-BE49-F238E27FC236}">
                <a16:creationId xmlns:a16="http://schemas.microsoft.com/office/drawing/2014/main" id="{6CF4DE33-DFFC-F7E3-44FF-A2EA8E0F982C}"/>
              </a:ext>
            </a:extLst>
          </p:cNvPr>
          <p:cNvSpPr>
            <a:spLocks noGrp="1"/>
          </p:cNvSpPr>
          <p:nvPr>
            <p:ph type="body" sz="quarter" idx="31"/>
          </p:nvPr>
        </p:nvSpPr>
        <p:spPr/>
        <p:txBody>
          <a:bodyPr/>
          <a:lstStyle/>
          <a:p>
            <a:r>
              <a:rPr lang="en-US" noProof="0" dirty="0"/>
              <a:t>Source: Bloomberg. XP Research. Data as of 09/29/2026.</a:t>
            </a:r>
          </a:p>
        </p:txBody>
      </p:sp>
      <p:sp>
        <p:nvSpPr>
          <p:cNvPr id="14" name="Date Placeholder 13">
            <a:extLst>
              <a:ext uri="{FF2B5EF4-FFF2-40B4-BE49-F238E27FC236}">
                <a16:creationId xmlns:a16="http://schemas.microsoft.com/office/drawing/2014/main" id="{A9A69645-CE46-7F15-2C58-F48EA3B3AB09}"/>
              </a:ext>
            </a:extLst>
          </p:cNvPr>
          <p:cNvSpPr>
            <a:spLocks noGrp="1"/>
          </p:cNvSpPr>
          <p:nvPr>
            <p:ph type="dt" sz="half" idx="2"/>
          </p:nvPr>
        </p:nvSpPr>
        <p:spPr/>
        <p:txBody>
          <a:bodyPr/>
          <a:lstStyle/>
          <a:p>
            <a:fld id="{745EA053-3A1F-44A5-A019-9661BD033D25}" type="datetime4">
              <a:rPr lang="en-US" noProof="0" smtClean="0"/>
              <a:t>October 30, 2026</a:t>
            </a:fld>
            <a:endParaRPr lang="en-US" noProof="0"/>
          </a:p>
        </p:txBody>
      </p:sp>
      <p:sp>
        <p:nvSpPr>
          <p:cNvPr id="17" name="Content Placeholder 16">
            <a:extLst>
              <a:ext uri="{FF2B5EF4-FFF2-40B4-BE49-F238E27FC236}">
                <a16:creationId xmlns:a16="http://schemas.microsoft.com/office/drawing/2014/main" id="{AA7F17ED-2C37-E9D9-03B9-AC1B4A9043DD}"/>
              </a:ext>
            </a:extLst>
          </p:cNvPr>
          <p:cNvSpPr>
            <a:spLocks noGrp="1"/>
          </p:cNvSpPr>
          <p:nvPr>
            <p:ph sz="quarter" idx="33"/>
          </p:nvPr>
        </p:nvSpPr>
        <p:spPr>
          <a:xfrm>
            <a:off x="390153" y="3564932"/>
            <a:ext cx="2937600" cy="230832"/>
          </a:xfrm>
        </p:spPr>
        <p:txBody>
          <a:bodyPr/>
          <a:lstStyle/>
          <a:p>
            <a:r>
              <a:rPr lang="en-US" noProof="0"/>
              <a:t>Chart 22: </a:t>
            </a:r>
            <a:r>
              <a:rPr lang="en-US" noProof="0" dirty="0"/>
              <a:t>Ibovespa ex-Materials &amp; Energy fwd. P/E</a:t>
            </a:r>
          </a:p>
        </p:txBody>
      </p:sp>
      <p:sp>
        <p:nvSpPr>
          <p:cNvPr id="21" name="Content Placeholder 20">
            <a:extLst>
              <a:ext uri="{FF2B5EF4-FFF2-40B4-BE49-F238E27FC236}">
                <a16:creationId xmlns:a16="http://schemas.microsoft.com/office/drawing/2014/main" id="{DC803DA7-5942-071C-EB7E-97536FE29111}"/>
              </a:ext>
            </a:extLst>
          </p:cNvPr>
          <p:cNvSpPr>
            <a:spLocks noGrp="1"/>
          </p:cNvSpPr>
          <p:nvPr>
            <p:ph sz="quarter" idx="37"/>
          </p:nvPr>
        </p:nvSpPr>
        <p:spPr>
          <a:xfrm>
            <a:off x="397477" y="5554783"/>
            <a:ext cx="6099547" cy="230832"/>
          </a:xfrm>
        </p:spPr>
        <p:txBody>
          <a:bodyPr/>
          <a:lstStyle/>
          <a:p>
            <a:r>
              <a:rPr lang="en-US" noProof="0"/>
              <a:t>Chart 24: </a:t>
            </a:r>
            <a:r>
              <a:rPr lang="en-US" noProof="0" dirty="0"/>
              <a:t>Brazil sector fwd. P/E (MSCI Brazil)</a:t>
            </a:r>
          </a:p>
        </p:txBody>
      </p:sp>
      <p:sp>
        <p:nvSpPr>
          <p:cNvPr id="18" name="Content Placeholder 15">
            <a:extLst>
              <a:ext uri="{FF2B5EF4-FFF2-40B4-BE49-F238E27FC236}">
                <a16:creationId xmlns:a16="http://schemas.microsoft.com/office/drawing/2014/main" id="{7BB63160-A977-AE63-7A64-2D3ABB3D43C7}"/>
              </a:ext>
            </a:extLst>
          </p:cNvPr>
          <p:cNvSpPr txBox="1">
            <a:spLocks/>
          </p:cNvSpPr>
          <p:nvPr/>
        </p:nvSpPr>
        <p:spPr>
          <a:xfrm>
            <a:off x="3522304" y="3564932"/>
            <a:ext cx="2938221"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Chart 23: </a:t>
            </a:r>
            <a:r>
              <a:rPr lang="en-US" noProof="0" dirty="0"/>
              <a:t>Ibovespa ex-Vale and Petrobras fwd. P/E</a:t>
            </a:r>
          </a:p>
        </p:txBody>
      </p:sp>
      <p:sp>
        <p:nvSpPr>
          <p:cNvPr id="19" name="Content Placeholder 16">
            <a:extLst>
              <a:ext uri="{FF2B5EF4-FFF2-40B4-BE49-F238E27FC236}">
                <a16:creationId xmlns:a16="http://schemas.microsoft.com/office/drawing/2014/main" id="{8306FA1D-59E3-9FD6-7556-37236F613E64}"/>
              </a:ext>
            </a:extLst>
          </p:cNvPr>
          <p:cNvSpPr txBox="1">
            <a:spLocks/>
          </p:cNvSpPr>
          <p:nvPr/>
        </p:nvSpPr>
        <p:spPr>
          <a:xfrm>
            <a:off x="3560315" y="1510708"/>
            <a:ext cx="2949758"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Chart 21: </a:t>
            </a:r>
            <a:r>
              <a:rPr lang="en-US" noProof="0" dirty="0"/>
              <a:t>Ibovespa Equity Risk Premium</a:t>
            </a:r>
          </a:p>
        </p:txBody>
      </p:sp>
      <p:graphicFrame>
        <p:nvGraphicFramePr>
          <p:cNvPr id="2" name="Object 1"/>
          <p:cNvGraphicFramePr>
            <a:graphicFrameLocks noGrp="1"/>
          </p:cNvGraphicFramePr>
          <p:nvPr/>
        </p:nvGraphicFramePr>
        <p:xfrm>
          <a:off x="409575" y="1827213"/>
          <a:ext cx="2867025" cy="1514475"/>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D47AD9BB-27C6-E23E-541F-9A267FEA3D93}"/>
              </a:ext>
            </a:extLst>
          </p:cNvPr>
          <p:cNvSpPr txBox="1"/>
          <p:nvPr/>
        </p:nvSpPr>
        <p:spPr>
          <a:xfrm>
            <a:off x="-3219450" y="2189887"/>
            <a:ext cx="2571750" cy="738664"/>
          </a:xfrm>
          <a:prstGeom prst="rect">
            <a:avLst/>
          </a:prstGeom>
          <a:solidFill>
            <a:schemeClr val="bg1">
              <a:lumMod val="95000"/>
            </a:schemeClr>
          </a:solidFill>
        </p:spPr>
        <p:txBody>
          <a:bodyPr wrap="square" rtlCol="0">
            <a:spAutoFit/>
          </a:bodyPr>
          <a:lstStyle/>
          <a:p>
            <a:r>
              <a:rPr lang="pt-BR" sz="1050" dirty="0">
                <a:latin typeface="Roboto" panose="02000000000000000000" pitchFamily="2" charset="0"/>
                <a:ea typeface="Roboto" panose="02000000000000000000" pitchFamily="2" charset="0"/>
                <a:cs typeface="Roboto" panose="02000000000000000000" pitchFamily="2" charset="0"/>
              </a:rPr>
              <a:t>Planilha: "\\xpdocs\Research\Equities\Estrategia\Raio-XP da Bolsa\Ibovespa PE </a:t>
            </a:r>
            <a:r>
              <a:rPr lang="pt-BR" sz="1050" dirty="0" err="1">
                <a:latin typeface="Roboto" panose="02000000000000000000" pitchFamily="2" charset="0"/>
                <a:ea typeface="Roboto" panose="02000000000000000000" pitchFamily="2" charset="0"/>
                <a:cs typeface="Roboto" panose="02000000000000000000" pitchFamily="2" charset="0"/>
              </a:rPr>
              <a:t>and</a:t>
            </a:r>
            <a:r>
              <a:rPr lang="pt-BR" sz="1050" dirty="0">
                <a:latin typeface="Roboto" panose="02000000000000000000" pitchFamily="2" charset="0"/>
                <a:ea typeface="Roboto" panose="02000000000000000000" pitchFamily="2" charset="0"/>
                <a:cs typeface="Roboto" panose="02000000000000000000" pitchFamily="2" charset="0"/>
              </a:rPr>
              <a:t> ERP.xlsx"</a:t>
            </a:r>
          </a:p>
        </p:txBody>
      </p:sp>
      <p:graphicFrame>
        <p:nvGraphicFramePr>
          <p:cNvPr id="3" name="Chart 2">
            <a:extLst>
              <a:ext uri="{FF2B5EF4-FFF2-40B4-BE49-F238E27FC236}">
                <a16:creationId xmlns:a16="http://schemas.microsoft.com/office/drawing/2014/main" id="{4D223C46-1D9F-44D9-98BA-0A7E1CB2B4E2}"/>
              </a:ext>
            </a:extLst>
          </p:cNvPr>
          <p:cNvGraphicFramePr>
            <a:graphicFrameLocks/>
          </p:cNvGraphicFramePr>
          <p:nvPr>
            <p:extLst>
              <p:ext uri="{D42A27DB-BD31-4B8C-83A1-F6EECF244321}">
                <p14:modId xmlns:p14="http://schemas.microsoft.com/office/powerpoint/2010/main" val="4220764489"/>
              </p:ext>
            </p:extLst>
          </p:nvPr>
        </p:nvGraphicFramePr>
        <p:xfrm>
          <a:off x="3581402" y="1781618"/>
          <a:ext cx="2932127" cy="15600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 name="bb_ODhDQ0NBRjQxQUY4NDlGOU">
            <a:extLst>
              <a:ext uri="{FF2B5EF4-FFF2-40B4-BE49-F238E27FC236}">
                <a16:creationId xmlns:a16="http://schemas.microsoft.com/office/drawing/2014/main" id="{CAA3A5FA-706C-3E31-A7AA-356988F838B5}"/>
              </a:ext>
            </a:extLst>
          </p:cNvPr>
          <p:cNvGraphicFramePr>
            <a:graphicFrameLocks/>
          </p:cNvGraphicFramePr>
          <p:nvPr>
            <p:extLst>
              <p:ext uri="{D42A27DB-BD31-4B8C-83A1-F6EECF244321}">
                <p14:modId xmlns:p14="http://schemas.microsoft.com/office/powerpoint/2010/main" val="2502965920"/>
              </p:ext>
            </p:extLst>
          </p:nvPr>
        </p:nvGraphicFramePr>
        <p:xfrm>
          <a:off x="403321" y="5840190"/>
          <a:ext cx="6051358" cy="340888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Content Placeholder 15">
            <a:extLst>
              <a:ext uri="{FF2B5EF4-FFF2-40B4-BE49-F238E27FC236}">
                <a16:creationId xmlns:a16="http://schemas.microsoft.com/office/drawing/2014/main" id="{2B4CEDDD-01C9-A5DA-D31C-CC575E36B90B}"/>
              </a:ext>
            </a:extLst>
          </p:cNvPr>
          <p:cNvGraphicFramePr>
            <a:graphicFrameLocks noGrp="1"/>
          </p:cNvGraphicFramePr>
          <p:nvPr>
            <p:ph sz="quarter" idx="32"/>
          </p:nvPr>
        </p:nvGraphicFramePr>
        <p:xfrm>
          <a:off x="390525" y="3838575"/>
          <a:ext cx="2922588" cy="1565275"/>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4" name="Content Placeholder 22">
            <a:extLst>
              <a:ext uri="{FF2B5EF4-FFF2-40B4-BE49-F238E27FC236}">
                <a16:creationId xmlns:a16="http://schemas.microsoft.com/office/drawing/2014/main" id="{0033159D-6EB6-6036-6388-D7A94AA62315}"/>
              </a:ext>
            </a:extLst>
          </p:cNvPr>
          <p:cNvGraphicFramePr>
            <a:graphicFrameLocks noGrp="1"/>
          </p:cNvGraphicFramePr>
          <p:nvPr>
            <p:ph sz="quarter" idx="39"/>
          </p:nvPr>
        </p:nvGraphicFramePr>
        <p:xfrm>
          <a:off x="3544888" y="3838575"/>
          <a:ext cx="2922587" cy="1565275"/>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251477711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5B6330-15F2-68C2-B04A-9C478A283BF5}"/>
            </a:ext>
          </a:extLst>
        </p:cNvPr>
        <p:cNvGrpSpPr/>
        <p:nvPr/>
      </p:nvGrpSpPr>
      <p:grpSpPr>
        <a:xfrm>
          <a:off x="0" y="0"/>
          <a:ext cx="0" cy="0"/>
          <a:chOff x="0" y="0"/>
          <a:chExt cx="0" cy="0"/>
        </a:xfrm>
      </p:grpSpPr>
      <p:sp>
        <p:nvSpPr>
          <p:cNvPr id="13" name="Text Placeholder 12">
            <a:extLst>
              <a:ext uri="{FF2B5EF4-FFF2-40B4-BE49-F238E27FC236}">
                <a16:creationId xmlns:a16="http://schemas.microsoft.com/office/drawing/2014/main" id="{C1446962-6BBE-DEE6-AB28-4DD243F92864}"/>
              </a:ext>
            </a:extLst>
          </p:cNvPr>
          <p:cNvSpPr>
            <a:spLocks noGrp="1"/>
          </p:cNvSpPr>
          <p:nvPr>
            <p:ph type="body" sz="quarter" idx="16"/>
          </p:nvPr>
        </p:nvSpPr>
        <p:spPr/>
        <p:txBody>
          <a:bodyPr/>
          <a:lstStyle/>
          <a:p>
            <a:r>
              <a:rPr lang="en-US"/>
              <a:t>Valuation</a:t>
            </a:r>
          </a:p>
        </p:txBody>
      </p:sp>
      <p:sp>
        <p:nvSpPr>
          <p:cNvPr id="14" name="Text Placeholder 13">
            <a:extLst>
              <a:ext uri="{FF2B5EF4-FFF2-40B4-BE49-F238E27FC236}">
                <a16:creationId xmlns:a16="http://schemas.microsoft.com/office/drawing/2014/main" id="{5007232A-BE59-9AF5-3B91-A3B584F08E30}"/>
              </a:ext>
            </a:extLst>
          </p:cNvPr>
          <p:cNvSpPr>
            <a:spLocks noGrp="1"/>
          </p:cNvSpPr>
          <p:nvPr>
            <p:ph type="body" sz="quarter" idx="17"/>
          </p:nvPr>
        </p:nvSpPr>
        <p:spPr/>
        <p:txBody>
          <a:bodyPr/>
          <a:lstStyle/>
          <a:p>
            <a:r>
              <a:rPr lang="en-US"/>
              <a:t>Brazil’s relative valuation multiples</a:t>
            </a:r>
          </a:p>
        </p:txBody>
      </p:sp>
      <p:sp>
        <p:nvSpPr>
          <p:cNvPr id="15" name="Text Placeholder 14">
            <a:extLst>
              <a:ext uri="{FF2B5EF4-FFF2-40B4-BE49-F238E27FC236}">
                <a16:creationId xmlns:a16="http://schemas.microsoft.com/office/drawing/2014/main" id="{7CA71F99-3512-8927-4AFE-E5CDF978BD36}"/>
              </a:ext>
            </a:extLst>
          </p:cNvPr>
          <p:cNvSpPr>
            <a:spLocks noGrp="1"/>
          </p:cNvSpPr>
          <p:nvPr>
            <p:ph type="body" sz="quarter" idx="31"/>
          </p:nvPr>
        </p:nvSpPr>
        <p:spPr>
          <a:xfrm>
            <a:off x="1021910" y="9548813"/>
            <a:ext cx="5251889" cy="197643"/>
          </a:xfrm>
        </p:spPr>
        <p:txBody>
          <a:bodyPr/>
          <a:lstStyle/>
          <a:p>
            <a:r>
              <a:rPr lang="pt-BR" dirty="0" err="1"/>
              <a:t>Source: Bloomberg, XP Research. Date as of 09/29/2026.</a:t>
            </a:r>
          </a:p>
        </p:txBody>
      </p:sp>
      <p:sp>
        <p:nvSpPr>
          <p:cNvPr id="16" name="Date Placeholder 15">
            <a:extLst>
              <a:ext uri="{FF2B5EF4-FFF2-40B4-BE49-F238E27FC236}">
                <a16:creationId xmlns:a16="http://schemas.microsoft.com/office/drawing/2014/main" id="{2E4B5AE3-BFD1-8C88-53E1-270AF233E111}"/>
              </a:ext>
            </a:extLst>
          </p:cNvPr>
          <p:cNvSpPr>
            <a:spLocks noGrp="1"/>
          </p:cNvSpPr>
          <p:nvPr>
            <p:ph type="dt" sz="half" idx="2"/>
          </p:nvPr>
        </p:nvSpPr>
        <p:spPr/>
        <p:txBody>
          <a:bodyPr/>
          <a:lstStyle/>
          <a:p>
            <a:fld id="{8BA8F4B9-B6C6-4F2E-BC07-C261BB51569F}" type="datetime4">
              <a:rPr lang="en-US" smtClean="0"/>
              <a:pPr/>
              <a:t>October 30, 2026</a:t>
            </a:fld>
            <a:endParaRPr lang="en-US"/>
          </a:p>
        </p:txBody>
      </p:sp>
      <p:sp>
        <p:nvSpPr>
          <p:cNvPr id="12" name="Content Placeholder 11">
            <a:extLst>
              <a:ext uri="{FF2B5EF4-FFF2-40B4-BE49-F238E27FC236}">
                <a16:creationId xmlns:a16="http://schemas.microsoft.com/office/drawing/2014/main" id="{55CB1A8D-1995-E2FE-4CC5-B0889E17744B}"/>
              </a:ext>
            </a:extLst>
          </p:cNvPr>
          <p:cNvSpPr txBox="1">
            <a:spLocks/>
          </p:cNvSpPr>
          <p:nvPr/>
        </p:nvSpPr>
        <p:spPr>
          <a:xfrm>
            <a:off x="428401" y="1513076"/>
            <a:ext cx="604677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Table 14: </a:t>
            </a:r>
            <a:r>
              <a:rPr lang="pt-BR" dirty="0" err="1"/>
              <a:t>Brazil</a:t>
            </a:r>
            <a:r>
              <a:rPr lang="pt-BR" dirty="0"/>
              <a:t> </a:t>
            </a:r>
            <a:r>
              <a:rPr lang="pt-BR" dirty="0" err="1"/>
              <a:t>vs</a:t>
            </a:r>
            <a:r>
              <a:rPr lang="pt-BR" dirty="0"/>
              <a:t> Latam – 12M </a:t>
            </a:r>
            <a:r>
              <a:rPr lang="pt-BR" dirty="0" err="1"/>
              <a:t>fwd</a:t>
            </a:r>
            <a:r>
              <a:rPr lang="pt-BR" dirty="0"/>
              <a:t>. P/E </a:t>
            </a:r>
          </a:p>
        </p:txBody>
      </p:sp>
      <p:sp>
        <p:nvSpPr>
          <p:cNvPr id="8414" name="Content Placeholder 11">
            <a:extLst>
              <a:ext uri="{FF2B5EF4-FFF2-40B4-BE49-F238E27FC236}">
                <a16:creationId xmlns:a16="http://schemas.microsoft.com/office/drawing/2014/main" id="{586D6D55-D30A-3CFA-8B88-B4C14C7C354C}"/>
              </a:ext>
            </a:extLst>
          </p:cNvPr>
          <p:cNvSpPr txBox="1">
            <a:spLocks/>
          </p:cNvSpPr>
          <p:nvPr/>
        </p:nvSpPr>
        <p:spPr>
          <a:xfrm>
            <a:off x="428400" y="4053979"/>
            <a:ext cx="6019200" cy="232724"/>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Table 15: </a:t>
            </a:r>
            <a:r>
              <a:rPr lang="pt-BR" dirty="0" err="1"/>
              <a:t>Brazil</a:t>
            </a:r>
            <a:r>
              <a:rPr lang="pt-BR" dirty="0"/>
              <a:t> </a:t>
            </a:r>
            <a:r>
              <a:rPr lang="pt-BR" dirty="0" err="1"/>
              <a:t>vs</a:t>
            </a:r>
            <a:r>
              <a:rPr lang="pt-BR" dirty="0"/>
              <a:t> EM – 12M </a:t>
            </a:r>
            <a:r>
              <a:rPr lang="pt-BR" dirty="0" err="1"/>
              <a:t>fwd</a:t>
            </a:r>
            <a:r>
              <a:rPr lang="pt-BR" dirty="0"/>
              <a:t>. P/E </a:t>
            </a:r>
          </a:p>
        </p:txBody>
      </p:sp>
      <p:sp>
        <p:nvSpPr>
          <p:cNvPr id="21" name="Content Placeholder 11">
            <a:extLst>
              <a:ext uri="{FF2B5EF4-FFF2-40B4-BE49-F238E27FC236}">
                <a16:creationId xmlns:a16="http://schemas.microsoft.com/office/drawing/2014/main" id="{6337FF3F-2CEF-1E67-14CD-EE73B92D6CB3}"/>
              </a:ext>
            </a:extLst>
          </p:cNvPr>
          <p:cNvSpPr txBox="1">
            <a:spLocks/>
          </p:cNvSpPr>
          <p:nvPr/>
        </p:nvSpPr>
        <p:spPr>
          <a:xfrm>
            <a:off x="410400" y="6663624"/>
            <a:ext cx="6019200" cy="232724"/>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a:t>Table 16: </a:t>
            </a:r>
            <a:r>
              <a:rPr lang="pt-BR" dirty="0" err="1"/>
              <a:t>Brazil</a:t>
            </a:r>
            <a:r>
              <a:rPr lang="pt-BR" dirty="0"/>
              <a:t> </a:t>
            </a:r>
            <a:r>
              <a:rPr lang="pt-BR" dirty="0" err="1"/>
              <a:t>vs</a:t>
            </a:r>
            <a:r>
              <a:rPr lang="pt-BR" dirty="0"/>
              <a:t> World – 12M </a:t>
            </a:r>
            <a:r>
              <a:rPr lang="pt-BR" dirty="0" err="1"/>
              <a:t>fwd</a:t>
            </a:r>
            <a:r>
              <a:rPr lang="pt-BR" dirty="0"/>
              <a:t>. P/E </a:t>
            </a:r>
          </a:p>
        </p:txBody>
      </p:sp>
      <p:sp>
        <p:nvSpPr>
          <p:cNvPr id="2" name="TextBox 1">
            <a:extLst>
              <a:ext uri="{FF2B5EF4-FFF2-40B4-BE49-F238E27FC236}">
                <a16:creationId xmlns:a16="http://schemas.microsoft.com/office/drawing/2014/main" id="{F88C2356-27D0-8300-8603-60A2A986EB1E}"/>
              </a:ext>
            </a:extLst>
          </p:cNvPr>
          <p:cNvSpPr txBox="1"/>
          <p:nvPr/>
        </p:nvSpPr>
        <p:spPr>
          <a:xfrm>
            <a:off x="-3219450" y="2189887"/>
            <a:ext cx="2571750" cy="738664"/>
          </a:xfrm>
          <a:prstGeom prst="rect">
            <a:avLst/>
          </a:prstGeom>
          <a:solidFill>
            <a:schemeClr val="bg1">
              <a:lumMod val="95000"/>
            </a:schemeClr>
          </a:solidFill>
        </p:spPr>
        <p:txBody>
          <a:bodyPr wrap="square" rtlCol="0">
            <a:spAutoFit/>
          </a:bodyPr>
          <a:lstStyle/>
          <a:p>
            <a:r>
              <a:rPr lang="pt-BR" sz="1050" dirty="0">
                <a:latin typeface="Roboto" panose="02000000000000000000" pitchFamily="2" charset="0"/>
                <a:ea typeface="Roboto" panose="02000000000000000000" pitchFamily="2" charset="0"/>
                <a:cs typeface="Roboto" panose="02000000000000000000" pitchFamily="2" charset="0"/>
              </a:rPr>
              <a:t>Planilha: "\\xpdocs\Research\Equities\Estrategia\Raio-XP da Bolsa\PE Relativo Brazil.xlsm"</a:t>
            </a:r>
          </a:p>
        </p:txBody>
      </p:sp>
      <p:pic>
        <p:nvPicPr>
          <p:cNvPr id="4" name="Picture 3">
            <a:extLst>
              <a:ext uri="{FF2B5EF4-FFF2-40B4-BE49-F238E27FC236}">
                <a16:creationId xmlns:a16="http://schemas.microsoft.com/office/drawing/2014/main" id="{6E705F7C-A7A5-6ECB-2BDA-28985D460BEF}"/>
              </a:ext>
            </a:extLst>
          </p:cNvPr>
          <p:cNvPicPr>
            <a:picLocks noChangeAspect="1"/>
          </p:cNvPicPr>
          <p:nvPr/>
        </p:nvPicPr>
        <p:blipFill>
          <a:blip r:embed="rId3"/>
          <a:stretch>
            <a:fillRect/>
          </a:stretch>
        </p:blipFill>
        <p:spPr>
          <a:xfrm>
            <a:off x="696711" y="1854943"/>
            <a:ext cx="5510147" cy="2088000"/>
          </a:xfrm>
          <a:prstGeom prst="rect">
            <a:avLst/>
          </a:prstGeom>
        </p:spPr>
      </p:pic>
      <p:pic>
        <p:nvPicPr>
          <p:cNvPr id="6" name="Picture 5">
            <a:extLst>
              <a:ext uri="{FF2B5EF4-FFF2-40B4-BE49-F238E27FC236}">
                <a16:creationId xmlns:a16="http://schemas.microsoft.com/office/drawing/2014/main" id="{990F485E-5B14-F2A3-E3F2-A839666643E3}"/>
              </a:ext>
            </a:extLst>
          </p:cNvPr>
          <p:cNvPicPr>
            <a:picLocks noChangeAspect="1"/>
          </p:cNvPicPr>
          <p:nvPr/>
        </p:nvPicPr>
        <p:blipFill>
          <a:blip r:embed="rId4"/>
          <a:stretch>
            <a:fillRect/>
          </a:stretch>
        </p:blipFill>
        <p:spPr>
          <a:xfrm>
            <a:off x="1130765" y="4341163"/>
            <a:ext cx="4642041" cy="2268000"/>
          </a:xfrm>
          <a:prstGeom prst="rect">
            <a:avLst/>
          </a:prstGeom>
        </p:spPr>
      </p:pic>
      <p:pic>
        <p:nvPicPr>
          <p:cNvPr id="8" name="Picture 7">
            <a:extLst>
              <a:ext uri="{FF2B5EF4-FFF2-40B4-BE49-F238E27FC236}">
                <a16:creationId xmlns:a16="http://schemas.microsoft.com/office/drawing/2014/main" id="{F7AF3BBC-FD02-C942-2CB3-1D11FAEE1831}"/>
              </a:ext>
            </a:extLst>
          </p:cNvPr>
          <p:cNvPicPr>
            <a:picLocks noChangeAspect="1"/>
          </p:cNvPicPr>
          <p:nvPr/>
        </p:nvPicPr>
        <p:blipFill>
          <a:blip r:embed="rId5"/>
          <a:stretch>
            <a:fillRect/>
          </a:stretch>
        </p:blipFill>
        <p:spPr>
          <a:xfrm>
            <a:off x="1130767" y="6983753"/>
            <a:ext cx="4642039" cy="2268000"/>
          </a:xfrm>
          <a:prstGeom prst="rect">
            <a:avLst/>
          </a:prstGeom>
        </p:spPr>
      </p:pic>
    </p:spTree>
    <p:extLst>
      <p:ext uri="{BB962C8B-B14F-4D97-AF65-F5344CB8AC3E}">
        <p14:creationId xmlns:p14="http://schemas.microsoft.com/office/powerpoint/2010/main" val="143322990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7F1C652-5EFF-69FD-C878-B15EEB094E0F}"/>
              </a:ext>
            </a:extLst>
          </p:cNvPr>
          <p:cNvSpPr>
            <a:spLocks noGrp="1"/>
          </p:cNvSpPr>
          <p:nvPr>
            <p:ph type="body" sz="quarter" idx="11"/>
          </p:nvPr>
        </p:nvSpPr>
        <p:spPr/>
        <p:txBody>
          <a:bodyPr/>
          <a:lstStyle/>
          <a:p>
            <a:r>
              <a:rPr lang="en-US" noProof="0" dirty="0"/>
              <a:t>XP Portfolios</a:t>
            </a:r>
          </a:p>
        </p:txBody>
      </p:sp>
      <p:sp>
        <p:nvSpPr>
          <p:cNvPr id="3" name="Text Placeholder 2">
            <a:extLst>
              <a:ext uri="{FF2B5EF4-FFF2-40B4-BE49-F238E27FC236}">
                <a16:creationId xmlns:a16="http://schemas.microsoft.com/office/drawing/2014/main" id="{6896CF54-875B-894A-77C8-E8766B9C3C82}"/>
              </a:ext>
            </a:extLst>
          </p:cNvPr>
          <p:cNvSpPr>
            <a:spLocks noGrp="1"/>
          </p:cNvSpPr>
          <p:nvPr>
            <p:ph type="body" sz="quarter" idx="12"/>
          </p:nvPr>
        </p:nvSpPr>
        <p:spPr/>
        <p:txBody>
          <a:bodyPr/>
          <a:lstStyle/>
          <a:p>
            <a:r>
              <a:rPr lang="en-US" noProof="0" dirty="0"/>
              <a:t>XP Ray of Brazil</a:t>
            </a:r>
          </a:p>
        </p:txBody>
      </p:sp>
      <p:sp>
        <p:nvSpPr>
          <p:cNvPr id="5" name="Rectangle 4">
            <a:extLst>
              <a:ext uri="{FF2B5EF4-FFF2-40B4-BE49-F238E27FC236}">
                <a16:creationId xmlns:a16="http://schemas.microsoft.com/office/drawing/2014/main" id="{8666C9F0-703C-789F-BB4E-08B1A272CB9A}"/>
              </a:ext>
            </a:extLst>
          </p:cNvPr>
          <p:cNvSpPr/>
          <p:nvPr/>
        </p:nvSpPr>
        <p:spPr>
          <a:xfrm>
            <a:off x="1879042" y="3332127"/>
            <a:ext cx="2886996" cy="2073885"/>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ATUALIZAR</a:t>
            </a:r>
          </a:p>
        </p:txBody>
      </p:sp>
    </p:spTree>
    <p:extLst>
      <p:ext uri="{BB962C8B-B14F-4D97-AF65-F5344CB8AC3E}">
        <p14:creationId xmlns:p14="http://schemas.microsoft.com/office/powerpoint/2010/main" val="3955984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FC7E60-2063-C2D0-4746-854864ECF9DF}"/>
            </a:ext>
          </a:extLst>
        </p:cNvPr>
        <p:cNvGrpSpPr/>
        <p:nvPr/>
      </p:nvGrpSpPr>
      <p:grpSpPr>
        <a:xfrm>
          <a:off x="0" y="0"/>
          <a:ext cx="0" cy="0"/>
          <a:chOff x="0" y="0"/>
          <a:chExt cx="0" cy="0"/>
        </a:xfrm>
      </p:grpSpPr>
      <p:sp>
        <p:nvSpPr>
          <p:cNvPr id="5" name="Text Placeholder 4">
            <a:extLst>
              <a:ext uri="{FF2B5EF4-FFF2-40B4-BE49-F238E27FC236}">
                <a16:creationId xmlns:a16="http://schemas.microsoft.com/office/drawing/2014/main" id="{0E308968-0C35-8FE2-FA5E-EE22A6489BAB}"/>
              </a:ext>
            </a:extLst>
          </p:cNvPr>
          <p:cNvSpPr>
            <a:spLocks noGrp="1"/>
          </p:cNvSpPr>
          <p:nvPr>
            <p:ph type="body" sz="quarter" idx="20"/>
          </p:nvPr>
        </p:nvSpPr>
        <p:spPr>
          <a:xfrm>
            <a:off x="382829" y="1578589"/>
            <a:ext cx="6063034" cy="1303370"/>
          </a:xfrm>
        </p:spPr>
        <p:txBody>
          <a:bodyPr anchor="t"/>
          <a:lstStyle/>
          <a:p>
            <a:pPr>
              <a:lnSpc>
                <a:spcPct val="100000"/>
              </a:lnSpc>
            </a:pPr>
            <a:r>
              <a:rPr lang="en-US" sz="800" b="1"/>
              <a:t>We are increasing BPAC11 from 5% to 10%</a:t>
            </a:r>
            <a:r>
              <a:rPr lang="en-US" sz="800"/>
              <a:t> to add beta through a high-quality franchise leveraged to a capital markets recovery as rates fall; valuation is less compelling, but BTG remains among the best positioned to capture it. </a:t>
            </a:r>
            <a:r>
              <a:rPr lang="en-US" sz="800" b="1"/>
              <a:t>We are increasing IGTI11 from 7.5% to 10%</a:t>
            </a:r>
            <a:r>
              <a:rPr lang="en-US" sz="800"/>
              <a:t>, our top pick in income properties, given its high-quality, high-end portfolio and its role as a bond proxy set to benefit from lower long-end rates; the stock trades at an undemanding 9.4x P/FFO 2027E. </a:t>
            </a:r>
            <a:r>
              <a:rPr lang="en-US" sz="800" b="1"/>
              <a:t>We are increasing SBSP3 from 7.5% to 10%.</a:t>
            </a:r>
            <a:r>
              <a:rPr lang="en-US" sz="800"/>
              <a:t> Sabesp remains a preferred Brazilian name among foreign investors and should be a key beneficiary of renewed inflows, with room to expand within and beyond its concession area. </a:t>
            </a:r>
            <a:r>
              <a:rPr lang="en-US" sz="800" b="1"/>
              <a:t>We are reducing RDOR3 from 10% to 5%</a:t>
            </a:r>
            <a:r>
              <a:rPr lang="en-US" sz="800"/>
              <a:t> after the recent rally: fundamentals remain solid (hospital margins, bed ramp-up and a better MLR at SulAmérica), but at ~15x 2027 P/E upside is more limited. </a:t>
            </a:r>
            <a:r>
              <a:rPr lang="en-US" sz="800" b="1"/>
              <a:t>We are reducing GGBR4 from 10% to 5%</a:t>
            </a:r>
            <a:r>
              <a:rPr lang="en-US" sz="800"/>
              <a:t> to raise the portfolio's domestic beta, while remaining constructive on its resilient cash generation, attractive valuation and solid North American operations.</a:t>
            </a:r>
            <a:endParaRPr lang="pt-BR" sz="800" dirty="0"/>
          </a:p>
        </p:txBody>
      </p:sp>
      <p:sp>
        <p:nvSpPr>
          <p:cNvPr id="6" name="Content Placeholder 5">
            <a:extLst>
              <a:ext uri="{FF2B5EF4-FFF2-40B4-BE49-F238E27FC236}">
                <a16:creationId xmlns:a16="http://schemas.microsoft.com/office/drawing/2014/main" id="{4F7D0303-7687-E431-681F-65F71C9EF748}"/>
              </a:ext>
            </a:extLst>
          </p:cNvPr>
          <p:cNvSpPr>
            <a:spLocks noGrp="1"/>
          </p:cNvSpPr>
          <p:nvPr>
            <p:ph sz="quarter" idx="23"/>
          </p:nvPr>
        </p:nvSpPr>
        <p:spPr>
          <a:xfrm>
            <a:off x="382829" y="6779871"/>
            <a:ext cx="2938221" cy="230832"/>
          </a:xfrm>
        </p:spPr>
        <p:txBody>
          <a:bodyPr/>
          <a:lstStyle/>
          <a:p>
            <a:r>
              <a:rPr lang="en-US" noProof="0"/>
              <a:t>Performance by constituent</a:t>
            </a:r>
          </a:p>
        </p:txBody>
      </p:sp>
      <p:sp>
        <p:nvSpPr>
          <p:cNvPr id="11" name="Content Placeholder 10">
            <a:extLst>
              <a:ext uri="{FF2B5EF4-FFF2-40B4-BE49-F238E27FC236}">
                <a16:creationId xmlns:a16="http://schemas.microsoft.com/office/drawing/2014/main" id="{9D4FED87-946F-055C-8550-1BDB872D85CE}"/>
              </a:ext>
            </a:extLst>
          </p:cNvPr>
          <p:cNvSpPr>
            <a:spLocks noGrp="1"/>
          </p:cNvSpPr>
          <p:nvPr>
            <p:ph sz="quarter" idx="24"/>
          </p:nvPr>
        </p:nvSpPr>
        <p:spPr>
          <a:xfrm>
            <a:off x="3538792" y="6779871"/>
            <a:ext cx="2949758" cy="230832"/>
          </a:xfrm>
        </p:spPr>
        <p:txBody>
          <a:bodyPr/>
          <a:lstStyle/>
          <a:p>
            <a:r>
              <a:rPr lang="en-US" noProof="0"/>
              <a:t>Performance vs. Ibovespa (100 = March 5, 2025)</a:t>
            </a:r>
          </a:p>
        </p:txBody>
      </p:sp>
      <p:sp>
        <p:nvSpPr>
          <p:cNvPr id="19" name="Content Placeholder 18">
            <a:extLst>
              <a:ext uri="{FF2B5EF4-FFF2-40B4-BE49-F238E27FC236}">
                <a16:creationId xmlns:a16="http://schemas.microsoft.com/office/drawing/2014/main" id="{A0345AB6-30BF-D269-D7FB-4504C19FD85B}"/>
              </a:ext>
            </a:extLst>
          </p:cNvPr>
          <p:cNvSpPr>
            <a:spLocks noGrp="1"/>
          </p:cNvSpPr>
          <p:nvPr>
            <p:ph sz="quarter" idx="30"/>
          </p:nvPr>
        </p:nvSpPr>
        <p:spPr>
          <a:xfrm>
            <a:off x="382827" y="2940782"/>
            <a:ext cx="6062400" cy="230832"/>
          </a:xfrm>
        </p:spPr>
        <p:txBody>
          <a:bodyPr/>
          <a:lstStyle/>
          <a:p>
            <a:r>
              <a:rPr lang="en-US" noProof="0" dirty="0"/>
              <a:t>XP Brazil Top Ideas Portfolio</a:t>
            </a:r>
          </a:p>
        </p:txBody>
      </p:sp>
      <p:sp>
        <p:nvSpPr>
          <p:cNvPr id="7" name="Espaço Reservado para Texto 6">
            <a:extLst>
              <a:ext uri="{FF2B5EF4-FFF2-40B4-BE49-F238E27FC236}">
                <a16:creationId xmlns:a16="http://schemas.microsoft.com/office/drawing/2014/main" id="{9805CB93-78DA-62EF-20E9-C22D788B9E3B}"/>
              </a:ext>
            </a:extLst>
          </p:cNvPr>
          <p:cNvSpPr>
            <a:spLocks noGrp="1"/>
          </p:cNvSpPr>
          <p:nvPr>
            <p:ph type="body" sz="quarter" idx="16"/>
          </p:nvPr>
        </p:nvSpPr>
        <p:spPr/>
        <p:txBody>
          <a:bodyPr/>
          <a:lstStyle/>
          <a:p>
            <a:r>
              <a:rPr lang="en-US" noProof="0" dirty="0"/>
              <a:t>XP Brazil Top Ideas Portfolio</a:t>
            </a:r>
          </a:p>
        </p:txBody>
      </p:sp>
      <p:sp>
        <p:nvSpPr>
          <p:cNvPr id="8" name="Espaço Reservado para Texto 7">
            <a:extLst>
              <a:ext uri="{FF2B5EF4-FFF2-40B4-BE49-F238E27FC236}">
                <a16:creationId xmlns:a16="http://schemas.microsoft.com/office/drawing/2014/main" id="{DD2393EA-2057-B675-83A1-9425EFC5FE7B}"/>
              </a:ext>
            </a:extLst>
          </p:cNvPr>
          <p:cNvSpPr>
            <a:spLocks noGrp="1"/>
          </p:cNvSpPr>
          <p:nvPr>
            <p:ph type="body" sz="quarter" idx="17"/>
          </p:nvPr>
        </p:nvSpPr>
        <p:spPr>
          <a:xfrm>
            <a:off x="390154" y="1119209"/>
            <a:ext cx="6099545" cy="377804"/>
          </a:xfrm>
        </p:spPr>
        <p:txBody>
          <a:bodyPr/>
          <a:lstStyle/>
          <a:p>
            <a:r>
              <a:rPr lang="en-US" noProof="0">
                <a:solidFill>
                  <a:schemeClr val="tx1"/>
                </a:solidFill>
              </a:rPr>
              <a:t>Increasing BPAC11, IGTI11, SBSP3; Reducing RDOR3, GGBR4</a:t>
            </a:r>
            <a:endParaRPr lang="en-US" noProof="0" dirty="0">
              <a:solidFill>
                <a:schemeClr val="tx1"/>
              </a:solidFill>
            </a:endParaRPr>
          </a:p>
        </p:txBody>
      </p:sp>
      <p:sp>
        <p:nvSpPr>
          <p:cNvPr id="9" name="Espaço Reservado para Texto 8">
            <a:extLst>
              <a:ext uri="{FF2B5EF4-FFF2-40B4-BE49-F238E27FC236}">
                <a16:creationId xmlns:a16="http://schemas.microsoft.com/office/drawing/2014/main" id="{F042ADEC-3459-4EF6-3937-FD9A797C52DE}"/>
              </a:ext>
            </a:extLst>
          </p:cNvPr>
          <p:cNvSpPr>
            <a:spLocks noGrp="1"/>
          </p:cNvSpPr>
          <p:nvPr>
            <p:ph type="body" sz="quarter" idx="31"/>
          </p:nvPr>
        </p:nvSpPr>
        <p:spPr/>
        <p:txBody>
          <a:bodyPr/>
          <a:lstStyle/>
          <a:p>
            <a:r>
              <a:rPr lang="en-US" noProof="0" dirty="0"/>
              <a:t>Source: Economatica and XP Research. Portfolio returns include dividends. Data as of 09/30/2026.</a:t>
            </a:r>
          </a:p>
        </p:txBody>
      </p:sp>
      <p:sp>
        <p:nvSpPr>
          <p:cNvPr id="10" name="Espaço Reservado para Data 9">
            <a:extLst>
              <a:ext uri="{FF2B5EF4-FFF2-40B4-BE49-F238E27FC236}">
                <a16:creationId xmlns:a16="http://schemas.microsoft.com/office/drawing/2014/main" id="{4FF85F66-9FC1-CF4C-BC7F-ADA2E8306DDF}"/>
              </a:ext>
            </a:extLst>
          </p:cNvPr>
          <p:cNvSpPr>
            <a:spLocks noGrp="1"/>
          </p:cNvSpPr>
          <p:nvPr>
            <p:ph type="dt" sz="half" idx="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2E3FF1-C8CD-42D9-A40D-D3F1825673A1}" type="datetime4">
              <a:rPr kumimoji="0" lang="en-US" sz="1200" b="0" i="0" u="none" strike="noStrike" kern="1200" cap="none" spc="0" normalizeH="0" baseline="0" noProof="0" smtClean="0">
                <a:ln>
                  <a:noFill/>
                </a:ln>
                <a:solidFill>
                  <a:srgbClr val="74797C"/>
                </a:solidFill>
                <a:effectLst/>
                <a:uLnTx/>
                <a:uFillTx/>
                <a:latin typeface="Roboto Light" panose="02000000000000000000" pitchFamily="2" charset="0"/>
                <a:ea typeface="Roboto Light" panose="02000000000000000000" pitchFamily="2" charset="0"/>
                <a:cs typeface="Roboto Light" panose="02000000000000000000" pitchFamily="2" charset="0"/>
              </a:rPr>
              <a:t>October 30, 2026</a:t>
            </a:fld>
            <a:endParaRPr kumimoji="0" lang="en-US" sz="1200" b="0" i="0" u="none" strike="noStrike" kern="1200" cap="none" spc="0" normalizeH="0" baseline="0" noProof="0">
              <a:ln>
                <a:noFill/>
              </a:ln>
              <a:solidFill>
                <a:srgbClr val="74797C"/>
              </a:solidFill>
              <a:effectLst/>
              <a:uLnTx/>
              <a:uFillTx/>
              <a:latin typeface="Roboto Light" panose="02000000000000000000" pitchFamily="2" charset="0"/>
              <a:ea typeface="Roboto Light" panose="02000000000000000000" pitchFamily="2" charset="0"/>
              <a:cs typeface="Roboto Light" panose="02000000000000000000" pitchFamily="2" charset="0"/>
            </a:endParaRPr>
          </a:p>
        </p:txBody>
      </p:sp>
      <p:sp>
        <p:nvSpPr>
          <p:cNvPr id="17" name="Content Placeholder 13">
            <a:extLst>
              <a:ext uri="{FF2B5EF4-FFF2-40B4-BE49-F238E27FC236}">
                <a16:creationId xmlns:a16="http://schemas.microsoft.com/office/drawing/2014/main" id="{1D6B486A-175D-1BA3-0B79-6B3E15A985DF}"/>
              </a:ext>
            </a:extLst>
          </p:cNvPr>
          <p:cNvSpPr txBox="1">
            <a:spLocks/>
          </p:cNvSpPr>
          <p:nvPr/>
        </p:nvSpPr>
        <p:spPr>
          <a:xfrm>
            <a:off x="382828" y="5812638"/>
            <a:ext cx="609840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pPr marL="0" marR="0" lvl="0" indent="0" algn="l" defTabSz="385767" rtl="0" eaLnBrk="1" fontAlgn="auto" latinLnBrk="0" hangingPunct="1">
              <a:lnSpc>
                <a:spcPct val="90000"/>
              </a:lnSpc>
              <a:spcBef>
                <a:spcPts val="422"/>
              </a:spcBef>
              <a:spcAft>
                <a:spcPts val="0"/>
              </a:spcAft>
              <a:buClrTx/>
              <a:buSzTx/>
              <a:buFont typeface="Arial" panose="020B0604020202020204" pitchFamily="34" charset="0"/>
              <a:buNone/>
              <a:tabLst/>
              <a:defRPr/>
            </a:pPr>
            <a:r>
              <a:rPr kumimoji="0" lang="en-US" sz="1000" b="1" i="0" u="none" strike="noStrike" kern="1200" cap="none" spc="0" normalizeH="0" baseline="0" noProof="0">
                <a:ln>
                  <a:noFill/>
                </a:ln>
                <a:solidFill>
                  <a:prstClr val="black"/>
                </a:solidFill>
                <a:effectLst/>
                <a:uLnTx/>
                <a:uFillTx/>
                <a:latin typeface="Roboto Light" panose="02000000000000000000" pitchFamily="2" charset="0"/>
                <a:ea typeface="Roboto Light" panose="02000000000000000000" pitchFamily="2" charset="0"/>
                <a:cs typeface="Roboto Light" panose="02000000000000000000" pitchFamily="2" charset="0"/>
              </a:rPr>
              <a:t>Performance</a:t>
            </a:r>
          </a:p>
        </p:txBody>
      </p:sp>
      <p:sp>
        <p:nvSpPr>
          <p:cNvPr id="2" name="TextBox 1">
            <a:extLst>
              <a:ext uri="{FF2B5EF4-FFF2-40B4-BE49-F238E27FC236}">
                <a16:creationId xmlns:a16="http://schemas.microsoft.com/office/drawing/2014/main" id="{3D92FD11-2A5F-FC94-B0D6-B4F4A12D469A}"/>
              </a:ext>
            </a:extLst>
          </p:cNvPr>
          <p:cNvSpPr txBox="1"/>
          <p:nvPr/>
        </p:nvSpPr>
        <p:spPr>
          <a:xfrm>
            <a:off x="-3219450" y="2189887"/>
            <a:ext cx="2571750" cy="738664"/>
          </a:xfrm>
          <a:prstGeom prst="rect">
            <a:avLst/>
          </a:prstGeom>
          <a:solidFill>
            <a:schemeClr val="bg1">
              <a:lumMod val="95000"/>
            </a:schemeClr>
          </a:solidFill>
        </p:spPr>
        <p:txBody>
          <a:bodyPr wrap="square" rtlCol="0">
            <a:spAutoFit/>
          </a:bodyPr>
          <a:lstStyle/>
          <a:p>
            <a:r>
              <a:rPr lang="pt-BR" sz="1050" dirty="0">
                <a:latin typeface="Roboto" panose="02000000000000000000" pitchFamily="2" charset="0"/>
                <a:ea typeface="Roboto" panose="02000000000000000000" pitchFamily="2" charset="0"/>
                <a:cs typeface="Roboto" panose="02000000000000000000" pitchFamily="2" charset="0"/>
              </a:rPr>
              <a:t>Planilha: "\\xpdocs\Research\Equities\Estrategia\Carteiras\Carteiras de Ações XP\</a:t>
            </a:r>
            <a:r>
              <a:rPr lang="pt-BR" sz="1050" dirty="0" err="1">
                <a:latin typeface="Roboto" panose="02000000000000000000" pitchFamily="2" charset="0"/>
                <a:ea typeface="Roboto" panose="02000000000000000000" pitchFamily="2" charset="0"/>
                <a:cs typeface="Roboto" panose="02000000000000000000" pitchFamily="2" charset="0"/>
              </a:rPr>
              <a:t>Charts</a:t>
            </a:r>
            <a:r>
              <a:rPr lang="pt-BR" sz="1050" dirty="0">
                <a:latin typeface="Roboto" panose="02000000000000000000" pitchFamily="2" charset="0"/>
                <a:ea typeface="Roboto" panose="02000000000000000000" pitchFamily="2" charset="0"/>
                <a:cs typeface="Roboto" panose="02000000000000000000" pitchFamily="2" charset="0"/>
              </a:rPr>
              <a:t> Raio-XP.xlsm"</a:t>
            </a:r>
          </a:p>
        </p:txBody>
      </p:sp>
      <p:graphicFrame>
        <p:nvGraphicFramePr>
          <p:cNvPr id="16" name="Table 15">
            <a:extLst>
              <a:ext uri="{FF2B5EF4-FFF2-40B4-BE49-F238E27FC236}">
                <a16:creationId xmlns:a16="http://schemas.microsoft.com/office/drawing/2014/main" id="{EAFC0638-5C1D-C1E2-2552-BC393865FEF1}"/>
              </a:ext>
            </a:extLst>
          </p:cNvPr>
          <p:cNvGraphicFramePr>
            <a:graphicFrameLocks noGrp="1"/>
          </p:cNvGraphicFramePr>
          <p:nvPr>
            <p:extLst>
              <p:ext uri="{D42A27DB-BD31-4B8C-83A1-F6EECF244321}">
                <p14:modId xmlns:p14="http://schemas.microsoft.com/office/powerpoint/2010/main" val="2136136007"/>
              </p:ext>
            </p:extLst>
          </p:nvPr>
        </p:nvGraphicFramePr>
        <p:xfrm>
          <a:off x="390150" y="6074477"/>
          <a:ext cx="6055072" cy="620715"/>
        </p:xfrm>
        <a:graphic>
          <a:graphicData uri="http://schemas.openxmlformats.org/drawingml/2006/table">
            <a:tbl>
              <a:tblPr/>
              <a:tblGrid>
                <a:gridCol w="1120640">
                  <a:extLst>
                    <a:ext uri="{9D8B030D-6E8A-4147-A177-3AD203B41FA5}">
                      <a16:colId xmlns:a16="http://schemas.microsoft.com/office/drawing/2014/main" val="2172217848"/>
                    </a:ext>
                  </a:extLst>
                </a:gridCol>
                <a:gridCol w="1174864">
                  <a:extLst>
                    <a:ext uri="{9D8B030D-6E8A-4147-A177-3AD203B41FA5}">
                      <a16:colId xmlns:a16="http://schemas.microsoft.com/office/drawing/2014/main" val="3052116728"/>
                    </a:ext>
                  </a:extLst>
                </a:gridCol>
                <a:gridCol w="469946">
                  <a:extLst>
                    <a:ext uri="{9D8B030D-6E8A-4147-A177-3AD203B41FA5}">
                      <a16:colId xmlns:a16="http://schemas.microsoft.com/office/drawing/2014/main" val="1156587523"/>
                    </a:ext>
                  </a:extLst>
                </a:gridCol>
                <a:gridCol w="469946">
                  <a:extLst>
                    <a:ext uri="{9D8B030D-6E8A-4147-A177-3AD203B41FA5}">
                      <a16:colId xmlns:a16="http://schemas.microsoft.com/office/drawing/2014/main" val="3443822225"/>
                    </a:ext>
                  </a:extLst>
                </a:gridCol>
                <a:gridCol w="469946">
                  <a:extLst>
                    <a:ext uri="{9D8B030D-6E8A-4147-A177-3AD203B41FA5}">
                      <a16:colId xmlns:a16="http://schemas.microsoft.com/office/drawing/2014/main" val="3535669985"/>
                    </a:ext>
                  </a:extLst>
                </a:gridCol>
                <a:gridCol w="469946">
                  <a:extLst>
                    <a:ext uri="{9D8B030D-6E8A-4147-A177-3AD203B41FA5}">
                      <a16:colId xmlns:a16="http://schemas.microsoft.com/office/drawing/2014/main" val="2724606446"/>
                    </a:ext>
                  </a:extLst>
                </a:gridCol>
                <a:gridCol w="469946">
                  <a:extLst>
                    <a:ext uri="{9D8B030D-6E8A-4147-A177-3AD203B41FA5}">
                      <a16:colId xmlns:a16="http://schemas.microsoft.com/office/drawing/2014/main" val="1214560776"/>
                    </a:ext>
                  </a:extLst>
                </a:gridCol>
                <a:gridCol w="469946">
                  <a:extLst>
                    <a:ext uri="{9D8B030D-6E8A-4147-A177-3AD203B41FA5}">
                      <a16:colId xmlns:a16="http://schemas.microsoft.com/office/drawing/2014/main" val="3140977115"/>
                    </a:ext>
                  </a:extLst>
                </a:gridCol>
                <a:gridCol w="469946">
                  <a:extLst>
                    <a:ext uri="{9D8B030D-6E8A-4147-A177-3AD203B41FA5}">
                      <a16:colId xmlns:a16="http://schemas.microsoft.com/office/drawing/2014/main" val="3897210727"/>
                    </a:ext>
                  </a:extLst>
                </a:gridCol>
                <a:gridCol w="469946">
                  <a:extLst>
                    <a:ext uri="{9D8B030D-6E8A-4147-A177-3AD203B41FA5}">
                      <a16:colId xmlns:a16="http://schemas.microsoft.com/office/drawing/2014/main" val="911086193"/>
                    </a:ext>
                  </a:extLst>
                </a:gridCol>
              </a:tblGrid>
              <a:tr h="203755">
                <a:tc>
                  <a:txBody>
                    <a:bodyPr/>
                    <a:lstStyle/>
                    <a:p>
                      <a:pPr algn="ctr" fontAlgn="b">
                        <a:buNone/>
                      </a:pPr>
                      <a:r>
                        <a:rPr lang="pt-BR" sz="1000" b="1" i="0" u="none" strike="noStrike" dirty="0">
                          <a:solidFill>
                            <a:srgbClr val="000000"/>
                          </a:solidFill>
                          <a:effectLst/>
                          <a:latin typeface="Roboto Light" panose="02000000000000000000" pitchFamily="2" charset="0"/>
                        </a:rPr>
                        <a:t> </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Since inception</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YTD</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LTM</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Sep-26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Aug-26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Jul-26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Jun-26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May-26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Apr-26</a:t>
                      </a:r>
                    </a:p>
                  </a:txBody>
                  <a:tcPr marL="7620" marR="7620" marT="7620" marB="0" anchor="ctr">
                    <a:lnL>
                      <a:noFill/>
                    </a:lnL>
                    <a:lnR>
                      <a:noFill/>
                    </a:lnR>
                    <a:lnT>
                      <a:noFill/>
                    </a:lnT>
                    <a:lnB>
                      <a:noFill/>
                    </a:lnB>
                    <a:solidFill>
                      <a:srgbClr val="8EB3DF"/>
                    </a:solidFill>
                  </a:tcPr>
                </a:tc>
                <a:extLst>
                  <a:ext uri="{0D108BD9-81ED-4DB2-BD59-A6C34878D82A}">
                    <a16:rowId xmlns:a16="http://schemas.microsoft.com/office/drawing/2014/main" val="1847449154"/>
                  </a:ext>
                </a:extLst>
              </a:tr>
              <a:tr h="208480">
                <a:tc>
                  <a:txBody>
                    <a:bodyPr/>
                    <a:lstStyle/>
                    <a:p>
                      <a:pPr algn="ctr" fontAlgn="b">
                        <a:buNone/>
                      </a:pPr>
                      <a:r>
                        <a:rPr lang="pt-BR" sz="1000" b="1" i="0" u="none" strike="noStrike">
                          <a:solidFill>
                            <a:srgbClr val="000000"/>
                          </a:solidFill>
                          <a:effectLst/>
                          <a:latin typeface="Roboto Light" panose="02000000000000000000" pitchFamily="2" charset="0"/>
                        </a:rPr>
                        <a:t>Top Ideas</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41.3%</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11.7%</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22.4%</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3.7%</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-0.4%</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2.2%</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-1.7%</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-6.7%</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-0.6%</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264909357"/>
                  </a:ext>
                </a:extLst>
              </a:tr>
              <a:tr h="208480">
                <a:tc>
                  <a:txBody>
                    <a:bodyPr/>
                    <a:lstStyle/>
                    <a:p>
                      <a:pPr algn="ctr" fontAlgn="b">
                        <a:buNone/>
                      </a:pPr>
                      <a:r>
                        <a:rPr lang="pt-BR" sz="1000" b="1" i="0" u="none" strike="noStrike">
                          <a:solidFill>
                            <a:srgbClr val="000000"/>
                          </a:solidFill>
                          <a:effectLst/>
                          <a:latin typeface="Roboto Light" panose="02000000000000000000" pitchFamily="2" charset="0"/>
                        </a:rPr>
                        <a:t>Ibovespa</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51.7%</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15.6%</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27.4%</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5.0%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-0.3%</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3.5%</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-7.2%</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-0.1%</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603050447"/>
                  </a:ext>
                </a:extLst>
              </a:tr>
            </a:tbl>
          </a:graphicData>
        </a:graphic>
      </p:graphicFrame>
      <p:graphicFrame>
        <p:nvGraphicFramePr>
          <p:cNvPr id="15" name="Table 2">
            <a:extLst>
              <a:ext uri="{FF2B5EF4-FFF2-40B4-BE49-F238E27FC236}">
                <a16:creationId xmlns:a16="http://schemas.microsoft.com/office/drawing/2014/main" id="{D7B95CC9-10F4-5BFE-DE1E-4B03B91BBD2A}"/>
              </a:ext>
            </a:extLst>
          </p:cNvPr>
          <p:cNvGraphicFramePr>
            <a:graphicFrameLocks noGrp="1"/>
          </p:cNvGraphicFramePr>
          <p:nvPr>
            <p:extLst>
              <p:ext uri="{D42A27DB-BD31-4B8C-83A1-F6EECF244321}">
                <p14:modId xmlns:p14="http://schemas.microsoft.com/office/powerpoint/2010/main" val="2243510181"/>
              </p:ext>
            </p:extLst>
          </p:nvPr>
        </p:nvGraphicFramePr>
        <p:xfrm>
          <a:off x="390150" y="3241555"/>
          <a:ext cx="6055073" cy="2486399"/>
        </p:xfrm>
        <a:graphic>
          <a:graphicData uri="http://schemas.openxmlformats.org/drawingml/2006/table">
            <a:tbl>
              <a:tblPr/>
              <a:tblGrid>
                <a:gridCol w="686175">
                  <a:extLst>
                    <a:ext uri="{9D8B030D-6E8A-4147-A177-3AD203B41FA5}">
                      <a16:colId xmlns:a16="http://schemas.microsoft.com/office/drawing/2014/main" val="3892980088"/>
                    </a:ext>
                  </a:extLst>
                </a:gridCol>
                <a:gridCol w="652710">
                  <a:extLst>
                    <a:ext uri="{9D8B030D-6E8A-4147-A177-3AD203B41FA5}">
                      <a16:colId xmlns:a16="http://schemas.microsoft.com/office/drawing/2014/main" val="1063180134"/>
                    </a:ext>
                  </a:extLst>
                </a:gridCol>
                <a:gridCol w="895098">
                  <a:extLst>
                    <a:ext uri="{9D8B030D-6E8A-4147-A177-3AD203B41FA5}">
                      <a16:colId xmlns:a16="http://schemas.microsoft.com/office/drawing/2014/main" val="3649661293"/>
                    </a:ext>
                  </a:extLst>
                </a:gridCol>
                <a:gridCol w="977838">
                  <a:extLst>
                    <a:ext uri="{9D8B030D-6E8A-4147-A177-3AD203B41FA5}">
                      <a16:colId xmlns:a16="http://schemas.microsoft.com/office/drawing/2014/main" val="2942585370"/>
                    </a:ext>
                  </a:extLst>
                </a:gridCol>
                <a:gridCol w="970029">
                  <a:extLst>
                    <a:ext uri="{9D8B030D-6E8A-4147-A177-3AD203B41FA5}">
                      <a16:colId xmlns:a16="http://schemas.microsoft.com/office/drawing/2014/main" val="1172549652"/>
                    </a:ext>
                  </a:extLst>
                </a:gridCol>
                <a:gridCol w="451597">
                  <a:extLst>
                    <a:ext uri="{9D8B030D-6E8A-4147-A177-3AD203B41FA5}">
                      <a16:colId xmlns:a16="http://schemas.microsoft.com/office/drawing/2014/main" val="693848900"/>
                    </a:ext>
                  </a:extLst>
                </a:gridCol>
                <a:gridCol w="406179">
                  <a:extLst>
                    <a:ext uri="{9D8B030D-6E8A-4147-A177-3AD203B41FA5}">
                      <a16:colId xmlns:a16="http://schemas.microsoft.com/office/drawing/2014/main" val="1932846878"/>
                    </a:ext>
                  </a:extLst>
                </a:gridCol>
                <a:gridCol w="406179">
                  <a:extLst>
                    <a:ext uri="{9D8B030D-6E8A-4147-A177-3AD203B41FA5}">
                      <a16:colId xmlns:a16="http://schemas.microsoft.com/office/drawing/2014/main" val="2447136439"/>
                    </a:ext>
                  </a:extLst>
                </a:gridCol>
                <a:gridCol w="609268">
                  <a:extLst>
                    <a:ext uri="{9D8B030D-6E8A-4147-A177-3AD203B41FA5}">
                      <a16:colId xmlns:a16="http://schemas.microsoft.com/office/drawing/2014/main" val="1658932105"/>
                    </a:ext>
                  </a:extLst>
                </a:gridCol>
              </a:tblGrid>
              <a:tr h="306557">
                <a:tc>
                  <a:txBody>
                    <a:bodyPr/>
                    <a:lstStyle/>
                    <a:p>
                      <a:pPr algn="ctr" fontAlgn="ctr">
                        <a:buNone/>
                      </a:pPr>
                      <a:r>
                        <a:rPr lang="pt-BR" sz="900" b="1" i="0" u="none" strike="noStrike" dirty="0" err="1">
                          <a:solidFill>
                            <a:srgbClr val="000000"/>
                          </a:solidFill>
                          <a:effectLst/>
                          <a:latin typeface="Roboto Light" panose="02000000000000000000" pitchFamily="2" charset="0"/>
                        </a:rPr>
                        <a:t>Segment</a:t>
                      </a:r>
                      <a:endParaRPr lang="pt-BR" sz="900" b="1"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Sector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Sector Weight (Ibovespa)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Sector Weight (Portfolio)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Company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dirty="0" err="1">
                          <a:solidFill>
                            <a:srgbClr val="000000"/>
                          </a:solidFill>
                          <a:effectLst/>
                          <a:latin typeface="Roboto Light" panose="02000000000000000000" pitchFamily="2" charset="0"/>
                        </a:rPr>
                        <a:t>Ticker</a:t>
                      </a:r>
                      <a:endParaRPr lang="pt-BR" sz="900" b="1"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Weight</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Rating</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Target Price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extLst>
                  <a:ext uri="{0D108BD9-81ED-4DB2-BD59-A6C34878D82A}">
                    <a16:rowId xmlns:a16="http://schemas.microsoft.com/office/drawing/2014/main" val="4229741325"/>
                  </a:ext>
                </a:extLst>
              </a:tr>
              <a:tr h="155703">
                <a:tc rowSpan="4">
                  <a:txBody>
                    <a:bodyPr/>
                    <a:lstStyle/>
                    <a:p>
                      <a:pPr algn="ctr" fontAlgn="ctr">
                        <a:buNone/>
                      </a:pPr>
                      <a:r>
                        <a:rPr lang="pt-BR" sz="900" b="0" i="0" u="none" strike="noStrike">
                          <a:solidFill>
                            <a:srgbClr val="000000"/>
                          </a:solidFill>
                          <a:effectLst/>
                          <a:latin typeface="Roboto Light" panose="02000000000000000000" pitchFamily="2" charset="0"/>
                        </a:rPr>
                        <a:t>Commodities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a:solidFill>
                            <a:srgbClr val="000000"/>
                          </a:solidFill>
                          <a:effectLst/>
                          <a:latin typeface="Roboto Light" panose="02000000000000000000" pitchFamily="2" charset="0"/>
                        </a:rPr>
                        <a:t>Energy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19.2%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Petrobras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PETR4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R$ 63.00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882626728"/>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PRIO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PRIO3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R$ 78.00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063353405"/>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a:solidFill>
                            <a:srgbClr val="000000"/>
                          </a:solidFill>
                          <a:effectLst/>
                          <a:latin typeface="Roboto Light" panose="02000000000000000000" pitchFamily="2" charset="0"/>
                        </a:rPr>
                        <a:t>Materials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14.3%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Gerdau</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GGBR4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R$ 30.00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508161778"/>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Vale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VALE3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Neutral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R$ 82.00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404366381"/>
                  </a:ext>
                </a:extLst>
              </a:tr>
              <a:tr h="155703">
                <a:tc rowSpan="4">
                  <a:txBody>
                    <a:bodyPr/>
                    <a:lstStyle/>
                    <a:p>
                      <a:pPr algn="ctr" fontAlgn="ctr">
                        <a:buNone/>
                      </a:pPr>
                      <a:r>
                        <a:rPr lang="pt-BR" sz="900" b="0" i="0" u="none" strike="noStrike">
                          <a:solidFill>
                            <a:srgbClr val="000000"/>
                          </a:solidFill>
                          <a:effectLst/>
                          <a:latin typeface="Roboto Light" panose="02000000000000000000" pitchFamily="2" charset="0"/>
                        </a:rPr>
                        <a:t>Domestic Cyclicals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Industrials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8.8%</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Embraer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EMBJ3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R$ 116.00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640298178"/>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Info Tech.</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0.7%</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TOTVS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TOTS3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R$ 47.00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932310957"/>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a:solidFill>
                            <a:srgbClr val="000000"/>
                          </a:solidFill>
                          <a:effectLst/>
                          <a:latin typeface="Roboto Light" panose="02000000000000000000" pitchFamily="2" charset="0"/>
                        </a:rPr>
                        <a:t>Real Estate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1.9%</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Iguatemi</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IGTI11</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R$ 35.00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050137117"/>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Cury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CURY3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R$ 45.00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609578847"/>
                  </a:ext>
                </a:extLst>
              </a:tr>
              <a:tr h="155703">
                <a:tc rowSpan="3">
                  <a:txBody>
                    <a:bodyPr/>
                    <a:lstStyle/>
                    <a:p>
                      <a:pPr algn="ctr" fontAlgn="ctr">
                        <a:buNone/>
                      </a:pPr>
                      <a:r>
                        <a:rPr lang="pt-BR" sz="900" b="0" i="0" u="none" strike="noStrike">
                          <a:solidFill>
                            <a:srgbClr val="000000"/>
                          </a:solidFill>
                          <a:effectLst/>
                          <a:latin typeface="Roboto Light" panose="02000000000000000000" pitchFamily="2" charset="0"/>
                        </a:rPr>
                        <a:t>Domestic Defensives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Health Care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2.2%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Rede D'Or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RDOR3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R$ 45.00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624163011"/>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a:solidFill>
                            <a:srgbClr val="000000"/>
                          </a:solidFill>
                          <a:effectLst/>
                          <a:latin typeface="Roboto Light" panose="02000000000000000000" pitchFamily="2" charset="0"/>
                        </a:rPr>
                        <a:t>Utilities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18.3%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900" b="0" i="0" u="none" strike="noStrike" dirty="0">
                          <a:solidFill>
                            <a:srgbClr val="000000"/>
                          </a:solidFill>
                          <a:effectLst/>
                          <a:latin typeface="Roboto Light" panose="02000000000000000000" pitchFamily="2" charset="0"/>
                        </a:rPr>
                        <a:t>17.5%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Axia Energia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AXIA3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R$ 55.52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013966483"/>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Sabesp</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SBSP3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R$ 36.84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718990368"/>
                  </a:ext>
                </a:extLst>
              </a:tr>
              <a:tr h="155703">
                <a:tc rowSpan="3">
                  <a:txBody>
                    <a:bodyPr/>
                    <a:lstStyle/>
                    <a:p>
                      <a:pPr algn="ctr" fontAlgn="ctr">
                        <a:buNone/>
                      </a:pPr>
                      <a:r>
                        <a:rPr lang="pt-BR" sz="900" b="0" i="0" u="none" strike="noStrike">
                          <a:solidFill>
                            <a:srgbClr val="000000"/>
                          </a:solidFill>
                          <a:effectLst/>
                          <a:latin typeface="Roboto Light" panose="02000000000000000000" pitchFamily="2" charset="0"/>
                        </a:rPr>
                        <a:t>Financials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900" b="0" i="0" u="none" strike="noStrike">
                          <a:solidFill>
                            <a:srgbClr val="000000"/>
                          </a:solidFill>
                          <a:effectLst/>
                          <a:latin typeface="Roboto Light" panose="02000000000000000000" pitchFamily="2" charset="0"/>
                        </a:rPr>
                        <a:t>Financials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900" b="0" i="0" u="none" strike="noStrike" dirty="0">
                          <a:solidFill>
                            <a:srgbClr val="000000"/>
                          </a:solidFill>
                          <a:effectLst/>
                          <a:latin typeface="Roboto Light" panose="02000000000000000000" pitchFamily="2" charset="0"/>
                        </a:rPr>
                        <a:t>27.2%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900" b="0" i="0" u="none" strike="noStrike" dirty="0">
                          <a:solidFill>
                            <a:srgbClr val="000000"/>
                          </a:solidFill>
                          <a:effectLst/>
                          <a:latin typeface="Roboto Light" panose="02000000000000000000" pitchFamily="2" charset="0"/>
                        </a:rPr>
                        <a:t>22.5%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Itaú Unibanco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ITUB4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R$ 50.00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713431170"/>
                  </a:ext>
                </a:extLst>
              </a:tr>
              <a:tr h="155703">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BTG Pactual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BPAC11</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R$ 63.00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786381872"/>
                  </a:ext>
                </a:extLst>
              </a:tr>
              <a:tr h="155703">
                <a:tc vMerge="1">
                  <a:txBody>
                    <a:bodyPr/>
                    <a:lstStyle/>
                    <a:p>
                      <a:pPr algn="ctr" fontAlgn="ctr">
                        <a:buNone/>
                      </a:pPr>
                      <a:endParaRPr/>
                    </a:p>
                  </a:txBody>
                  <a:tcPr/>
                </a:tc>
                <a:tc vMerge="1">
                  <a:txBody>
                    <a:bodyPr/>
                    <a:lstStyle/>
                    <a:p>
                      <a:pPr algn="ctr" fontAlgn="ctr">
                        <a:buNone/>
                      </a:pPr>
                      <a:endParaRPr/>
                    </a:p>
                  </a:txBody>
                  <a:tcPr/>
                </a:tc>
                <a:tc vMerge="1">
                  <a:txBody>
                    <a:bodyPr/>
                    <a:lstStyle/>
                    <a:p>
                      <a:pPr algn="ctr" fontAlgn="ctr">
                        <a:buNone/>
                      </a:pPr>
                      <a:endParaRPr/>
                    </a:p>
                  </a:txBody>
                  <a:tcPr/>
                </a:tc>
                <a:tc vMerge="1">
                  <a:txBody>
                    <a:bodyPr/>
                    <a:lstStyle/>
                    <a:p>
                      <a:pPr algn="ctr" fontAlgn="ctr">
                        <a:buNone/>
                      </a:pPr>
                      <a:endParaRPr/>
                    </a:p>
                  </a:txBody>
                  <a:tcPr/>
                </a:tc>
                <a:tc>
                  <a:txBody>
                    <a:bodyPr/>
                    <a:lstStyle/>
                    <a:p>
                      <a:pPr algn="ctr" fontAlgn="ctr">
                        <a:buNone/>
                      </a:pPr>
                      <a:r>
                        <a:rPr lang="pt-BR" sz="900" b="0" i="0" u="none" strike="noStrike">
                          <a:solidFill>
                            <a:srgbClr val="000000"/>
                          </a:solidFill>
                          <a:effectLst/>
                          <a:latin typeface="Roboto Light" panose="02000000000000000000" pitchFamily="2" charset="0"/>
                        </a:rPr>
                        <a:t>Nubank</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ROXO34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900" b="0" i="0" u="none" strike="noStrike" dirty="0">
                          <a:solidFill>
                            <a:srgbClr val="000000"/>
                          </a:solidFill>
                          <a:effectLst/>
                          <a:latin typeface="Roboto Light" panose="02000000000000000000" pitchFamily="2" charset="0"/>
                        </a:rPr>
                        <a:t>R$ 18.60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383429200"/>
                  </a:ext>
                </a:extLst>
              </a:tr>
            </a:tbl>
          </a:graphicData>
        </a:graphic>
      </p:graphicFrame>
      <p:graphicFrame>
        <p:nvGraphicFramePr>
          <p:cNvPr id="4" name="Chart 3">
            <a:extLst>
              <a:ext uri="{FF2B5EF4-FFF2-40B4-BE49-F238E27FC236}">
                <a16:creationId xmlns:a16="http://schemas.microsoft.com/office/drawing/2014/main" id="{BC49DFB7-1E1A-AAFE-188C-C6007B7F2575}"/>
              </a:ext>
            </a:extLst>
          </p:cNvPr>
          <p:cNvGraphicFramePr>
            <a:graphicFrameLocks/>
          </p:cNvGraphicFramePr>
          <p:nvPr>
            <p:extLst>
              <p:ext uri="{D42A27DB-BD31-4B8C-83A1-F6EECF244321}">
                <p14:modId xmlns:p14="http://schemas.microsoft.com/office/powerpoint/2010/main" val="610885632"/>
              </p:ext>
            </p:extLst>
          </p:nvPr>
        </p:nvGraphicFramePr>
        <p:xfrm>
          <a:off x="3550090" y="7048803"/>
          <a:ext cx="2938222" cy="241533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Table 12">
            <a:extLst>
              <a:ext uri="{FF2B5EF4-FFF2-40B4-BE49-F238E27FC236}">
                <a16:creationId xmlns:a16="http://schemas.microsoft.com/office/drawing/2014/main" id="{184F4362-97A4-7F27-2705-33B8C60E24AD}"/>
              </a:ext>
            </a:extLst>
          </p:cNvPr>
          <p:cNvGraphicFramePr>
            <a:graphicFrameLocks noGrp="1"/>
          </p:cNvGraphicFramePr>
          <p:nvPr>
            <p:extLst>
              <p:ext uri="{D42A27DB-BD31-4B8C-83A1-F6EECF244321}">
                <p14:modId xmlns:p14="http://schemas.microsoft.com/office/powerpoint/2010/main" val="2313152797"/>
              </p:ext>
            </p:extLst>
          </p:nvPr>
        </p:nvGraphicFramePr>
        <p:xfrm>
          <a:off x="390150" y="7068073"/>
          <a:ext cx="2938222" cy="2314986"/>
        </p:xfrm>
        <a:graphic>
          <a:graphicData uri="http://schemas.openxmlformats.org/drawingml/2006/table">
            <a:tbl>
              <a:tblPr/>
              <a:tblGrid>
                <a:gridCol w="563376">
                  <a:extLst>
                    <a:ext uri="{9D8B030D-6E8A-4147-A177-3AD203B41FA5}">
                      <a16:colId xmlns:a16="http://schemas.microsoft.com/office/drawing/2014/main" val="2999162684"/>
                    </a:ext>
                  </a:extLst>
                </a:gridCol>
                <a:gridCol w="563376">
                  <a:extLst>
                    <a:ext uri="{9D8B030D-6E8A-4147-A177-3AD203B41FA5}">
                      <a16:colId xmlns:a16="http://schemas.microsoft.com/office/drawing/2014/main" val="3438717180"/>
                    </a:ext>
                  </a:extLst>
                </a:gridCol>
                <a:gridCol w="563376">
                  <a:extLst>
                    <a:ext uri="{9D8B030D-6E8A-4147-A177-3AD203B41FA5}">
                      <a16:colId xmlns:a16="http://schemas.microsoft.com/office/drawing/2014/main" val="3384397813"/>
                    </a:ext>
                  </a:extLst>
                </a:gridCol>
                <a:gridCol w="684718">
                  <a:extLst>
                    <a:ext uri="{9D8B030D-6E8A-4147-A177-3AD203B41FA5}">
                      <a16:colId xmlns:a16="http://schemas.microsoft.com/office/drawing/2014/main" val="2386055823"/>
                    </a:ext>
                  </a:extLst>
                </a:gridCol>
                <a:gridCol w="563376">
                  <a:extLst>
                    <a:ext uri="{9D8B030D-6E8A-4147-A177-3AD203B41FA5}">
                      <a16:colId xmlns:a16="http://schemas.microsoft.com/office/drawing/2014/main" val="3640951982"/>
                    </a:ext>
                  </a:extLst>
                </a:gridCol>
              </a:tblGrid>
              <a:tr h="288066">
                <a:tc>
                  <a:txBody>
                    <a:bodyPr/>
                    <a:lstStyle/>
                    <a:p>
                      <a:pPr algn="ctr" fontAlgn="ctr">
                        <a:buNone/>
                      </a:pPr>
                      <a:r>
                        <a:rPr lang="pt-BR" sz="900" b="1" i="0" u="none" strike="noStrike" dirty="0" err="1">
                          <a:solidFill>
                            <a:srgbClr val="000000"/>
                          </a:solidFill>
                          <a:effectLst/>
                          <a:latin typeface="Roboto Light" panose="02000000000000000000" pitchFamily="2" charset="0"/>
                        </a:rPr>
                        <a:t>Ticker</a:t>
                      </a:r>
                      <a:endParaRPr lang="pt-BR" sz="900" b="1" i="0" u="none" strike="noStrike" dirty="0">
                        <a:solidFill>
                          <a:srgbClr val="000000"/>
                        </a:solidFill>
                        <a:effectLst/>
                        <a:latin typeface="Roboto Light" panose="02000000000000000000" pitchFamily="2" charset="0"/>
                      </a:endParaRP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Weight</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Date of Inclusion</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Return since Inclusion</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MTD Return</a:t>
                      </a:r>
                    </a:p>
                  </a:txBody>
                  <a:tcPr marL="7620" marR="7620" marT="7620" marB="0" anchor="ctr">
                    <a:lnL>
                      <a:noFill/>
                    </a:lnL>
                    <a:lnR>
                      <a:noFill/>
                    </a:lnR>
                    <a:lnT>
                      <a:noFill/>
                    </a:lnT>
                    <a:lnB>
                      <a:noFill/>
                    </a:lnB>
                    <a:solidFill>
                      <a:srgbClr val="8EB3DF"/>
                    </a:solidFill>
                  </a:tcPr>
                </a:tc>
                <a:extLst>
                  <a:ext uri="{0D108BD9-81ED-4DB2-BD59-A6C34878D82A}">
                    <a16:rowId xmlns:a16="http://schemas.microsoft.com/office/drawing/2014/main" val="258471807"/>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AXIA3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Sep-26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4.2%</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4.2%</a:t>
                      </a:r>
                    </a:p>
                  </a:txBody>
                  <a:tcPr marL="7620" marR="7620" marT="7620" marB="0" anchor="b">
                    <a:lnL>
                      <a:noFill/>
                    </a:lnL>
                    <a:lnR>
                      <a:noFill/>
                    </a:lnR>
                    <a:lnT>
                      <a:noFill/>
                    </a:lnT>
                    <a:lnB>
                      <a:noFill/>
                    </a:lnB>
                    <a:noFill/>
                  </a:tcPr>
                </a:tc>
                <a:extLst>
                  <a:ext uri="{0D108BD9-81ED-4DB2-BD59-A6C34878D82A}">
                    <a16:rowId xmlns:a16="http://schemas.microsoft.com/office/drawing/2014/main" val="459190070"/>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BPAC11</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21.9%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17.2%</a:t>
                      </a:r>
                    </a:p>
                  </a:txBody>
                  <a:tcPr marL="7620" marR="7620" marT="7620" marB="0" anchor="b">
                    <a:lnL>
                      <a:noFill/>
                    </a:lnL>
                    <a:lnR>
                      <a:noFill/>
                    </a:lnR>
                    <a:lnT>
                      <a:noFill/>
                    </a:lnT>
                    <a:lnB>
                      <a:noFill/>
                    </a:lnB>
                    <a:noFill/>
                  </a:tcPr>
                </a:tc>
                <a:extLst>
                  <a:ext uri="{0D108BD9-81ED-4DB2-BD59-A6C34878D82A}">
                    <a16:rowId xmlns:a16="http://schemas.microsoft.com/office/drawing/2014/main" val="1712153161"/>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CURY3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Sep-26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-14.9%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-14.9%</a:t>
                      </a:r>
                    </a:p>
                  </a:txBody>
                  <a:tcPr marL="7620" marR="7620" marT="7620" marB="0" anchor="b">
                    <a:lnL>
                      <a:noFill/>
                    </a:lnL>
                    <a:lnR>
                      <a:noFill/>
                    </a:lnR>
                    <a:lnT>
                      <a:noFill/>
                    </a:lnT>
                    <a:lnB>
                      <a:noFill/>
                    </a:lnB>
                    <a:noFill/>
                  </a:tcPr>
                </a:tc>
                <a:extLst>
                  <a:ext uri="{0D108BD9-81ED-4DB2-BD59-A6C34878D82A}">
                    <a16:rowId xmlns:a16="http://schemas.microsoft.com/office/drawing/2014/main" val="356048089"/>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EMBJ3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27.1%</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4.3%</a:t>
                      </a:r>
                    </a:p>
                  </a:txBody>
                  <a:tcPr marL="7620" marR="7620" marT="7620" marB="0" anchor="b">
                    <a:lnL>
                      <a:noFill/>
                    </a:lnL>
                    <a:lnR>
                      <a:noFill/>
                    </a:lnR>
                    <a:lnT>
                      <a:noFill/>
                    </a:lnT>
                    <a:lnB>
                      <a:noFill/>
                    </a:lnB>
                    <a:noFill/>
                  </a:tcPr>
                </a:tc>
                <a:extLst>
                  <a:ext uri="{0D108BD9-81ED-4DB2-BD59-A6C34878D82A}">
                    <a16:rowId xmlns:a16="http://schemas.microsoft.com/office/drawing/2014/main" val="3365331416"/>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GGBR4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9.3%</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2.2%</a:t>
                      </a:r>
                    </a:p>
                  </a:txBody>
                  <a:tcPr marL="7620" marR="7620" marT="7620" marB="0" anchor="b">
                    <a:lnL>
                      <a:noFill/>
                    </a:lnL>
                    <a:lnR>
                      <a:noFill/>
                    </a:lnR>
                    <a:lnT>
                      <a:noFill/>
                    </a:lnT>
                    <a:lnB>
                      <a:noFill/>
                    </a:lnB>
                    <a:noFill/>
                  </a:tcPr>
                </a:tc>
                <a:extLst>
                  <a:ext uri="{0D108BD9-81ED-4DB2-BD59-A6C34878D82A}">
                    <a16:rowId xmlns:a16="http://schemas.microsoft.com/office/drawing/2014/main" val="1521269687"/>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IGTI11</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Mar-25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59.8%</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10.2%</a:t>
                      </a:r>
                    </a:p>
                  </a:txBody>
                  <a:tcPr marL="7620" marR="7620" marT="7620" marB="0" anchor="b">
                    <a:lnL>
                      <a:noFill/>
                    </a:lnL>
                    <a:lnR>
                      <a:noFill/>
                    </a:lnR>
                    <a:lnT>
                      <a:noFill/>
                    </a:lnT>
                    <a:lnB>
                      <a:noFill/>
                    </a:lnB>
                    <a:noFill/>
                  </a:tcPr>
                </a:tc>
                <a:extLst>
                  <a:ext uri="{0D108BD9-81ED-4DB2-BD59-A6C34878D82A}">
                    <a16:rowId xmlns:a16="http://schemas.microsoft.com/office/drawing/2014/main" val="2292641642"/>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ITUB4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Mar-25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73.7%</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12.1%</a:t>
                      </a:r>
                    </a:p>
                  </a:txBody>
                  <a:tcPr marL="7620" marR="7620" marT="7620" marB="0" anchor="b">
                    <a:lnL>
                      <a:noFill/>
                    </a:lnL>
                    <a:lnR>
                      <a:noFill/>
                    </a:lnR>
                    <a:lnT>
                      <a:noFill/>
                    </a:lnT>
                    <a:lnB>
                      <a:noFill/>
                    </a:lnB>
                    <a:noFill/>
                  </a:tcPr>
                </a:tc>
                <a:extLst>
                  <a:ext uri="{0D108BD9-81ED-4DB2-BD59-A6C34878D82A}">
                    <a16:rowId xmlns:a16="http://schemas.microsoft.com/office/drawing/2014/main" val="555187029"/>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PETR4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Jan-26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38.3%</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9.1%</a:t>
                      </a:r>
                    </a:p>
                  </a:txBody>
                  <a:tcPr marL="7620" marR="7620" marT="7620" marB="0" anchor="b">
                    <a:lnL>
                      <a:noFill/>
                    </a:lnL>
                    <a:lnR>
                      <a:noFill/>
                    </a:lnR>
                    <a:lnT>
                      <a:noFill/>
                    </a:lnT>
                    <a:lnB>
                      <a:noFill/>
                    </a:lnB>
                    <a:noFill/>
                  </a:tcPr>
                </a:tc>
                <a:extLst>
                  <a:ext uri="{0D108BD9-81ED-4DB2-BD59-A6C34878D82A}">
                    <a16:rowId xmlns:a16="http://schemas.microsoft.com/office/drawing/2014/main" val="2683066088"/>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PRIO3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Jun-25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56.4%</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-2.8%</a:t>
                      </a:r>
                    </a:p>
                  </a:txBody>
                  <a:tcPr marL="7620" marR="7620" marT="7620" marB="0" anchor="b">
                    <a:lnL>
                      <a:noFill/>
                    </a:lnL>
                    <a:lnR>
                      <a:noFill/>
                    </a:lnR>
                    <a:lnT>
                      <a:noFill/>
                    </a:lnT>
                    <a:lnB>
                      <a:noFill/>
                    </a:lnB>
                    <a:noFill/>
                  </a:tcPr>
                </a:tc>
                <a:extLst>
                  <a:ext uri="{0D108BD9-81ED-4DB2-BD59-A6C34878D82A}">
                    <a16:rowId xmlns:a16="http://schemas.microsoft.com/office/drawing/2014/main" val="623083869"/>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RDOR3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Jul-26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9.4%</a:t>
                      </a:r>
                    </a:p>
                  </a:txBody>
                  <a:tcPr marL="7620" marR="7620" marT="7620" marB="0" anchor="b">
                    <a:lnL>
                      <a:noFill/>
                    </a:lnL>
                    <a:lnR>
                      <a:noFill/>
                    </a:lnR>
                    <a:lnT>
                      <a:noFill/>
                    </a:lnT>
                    <a:lnB>
                      <a:noFill/>
                    </a:lnB>
                    <a:noFill/>
                  </a:tcPr>
                </a:tc>
                <a:extLst>
                  <a:ext uri="{0D108BD9-81ED-4DB2-BD59-A6C34878D82A}">
                    <a16:rowId xmlns:a16="http://schemas.microsoft.com/office/drawing/2014/main" val="4009019926"/>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ROXO34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Apr-26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-12.0%</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-12.3%</a:t>
                      </a:r>
                    </a:p>
                  </a:txBody>
                  <a:tcPr marL="7620" marR="7620" marT="7620" marB="0" anchor="b">
                    <a:lnL>
                      <a:noFill/>
                    </a:lnL>
                    <a:lnR>
                      <a:noFill/>
                    </a:lnR>
                    <a:lnT>
                      <a:noFill/>
                    </a:lnT>
                    <a:lnB>
                      <a:noFill/>
                    </a:lnB>
                    <a:noFill/>
                  </a:tcPr>
                </a:tc>
                <a:extLst>
                  <a:ext uri="{0D108BD9-81ED-4DB2-BD59-A6C34878D82A}">
                    <a16:rowId xmlns:a16="http://schemas.microsoft.com/office/drawing/2014/main" val="2121912801"/>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SBSP3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Jan-26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3.5%</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8.5%</a:t>
                      </a:r>
                    </a:p>
                  </a:txBody>
                  <a:tcPr marL="7620" marR="7620" marT="7620" marB="0" anchor="b">
                    <a:lnL>
                      <a:noFill/>
                    </a:lnL>
                    <a:lnR>
                      <a:noFill/>
                    </a:lnR>
                    <a:lnT>
                      <a:noFill/>
                    </a:lnT>
                    <a:lnB>
                      <a:noFill/>
                    </a:lnB>
                    <a:noFill/>
                  </a:tcPr>
                </a:tc>
                <a:extLst>
                  <a:ext uri="{0D108BD9-81ED-4DB2-BD59-A6C34878D82A}">
                    <a16:rowId xmlns:a16="http://schemas.microsoft.com/office/drawing/2014/main" val="3341687687"/>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TOTS3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6.0%</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-5.3%</a:t>
                      </a:r>
                    </a:p>
                  </a:txBody>
                  <a:tcPr marL="7620" marR="7620" marT="7620" marB="0" anchor="b">
                    <a:lnL>
                      <a:noFill/>
                    </a:lnL>
                    <a:lnR>
                      <a:noFill/>
                    </a:lnR>
                    <a:lnT>
                      <a:noFill/>
                    </a:lnT>
                    <a:lnB>
                      <a:noFill/>
                    </a:lnB>
                    <a:noFill/>
                  </a:tcPr>
                </a:tc>
                <a:extLst>
                  <a:ext uri="{0D108BD9-81ED-4DB2-BD59-A6C34878D82A}">
                    <a16:rowId xmlns:a16="http://schemas.microsoft.com/office/drawing/2014/main" val="13402733"/>
                  </a:ext>
                </a:extLst>
              </a:tr>
              <a:tr h="144033">
                <a:tc>
                  <a:txBody>
                    <a:bodyPr/>
                    <a:lstStyle/>
                    <a:p>
                      <a:pPr algn="ctr" fontAlgn="b">
                        <a:buNone/>
                      </a:pPr>
                      <a:r>
                        <a:rPr lang="pt-BR" sz="900" b="0" i="0" u="none" strike="noStrike">
                          <a:solidFill>
                            <a:srgbClr val="000000"/>
                          </a:solidFill>
                          <a:effectLst/>
                          <a:latin typeface="Roboto Light" panose="02000000000000000000" pitchFamily="2" charset="0"/>
                        </a:rPr>
                        <a:t>VALE3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Mar-25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47.5%</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-10.2%</a:t>
                      </a:r>
                    </a:p>
                  </a:txBody>
                  <a:tcPr marL="7620" marR="7620" marT="7620" marB="0" anchor="b">
                    <a:lnL>
                      <a:noFill/>
                    </a:lnL>
                    <a:lnR>
                      <a:noFill/>
                    </a:lnR>
                    <a:lnT>
                      <a:noFill/>
                    </a:lnT>
                    <a:lnB>
                      <a:noFill/>
                    </a:lnB>
                    <a:noFill/>
                  </a:tcPr>
                </a:tc>
                <a:extLst>
                  <a:ext uri="{0D108BD9-81ED-4DB2-BD59-A6C34878D82A}">
                    <a16:rowId xmlns:a16="http://schemas.microsoft.com/office/drawing/2014/main" val="1006462408"/>
                  </a:ext>
                </a:extLst>
              </a:tr>
            </a:tbl>
          </a:graphicData>
        </a:graphic>
      </p:graphicFrame>
      <p:sp>
        <p:nvSpPr>
          <p:cNvPr id="12" name="Rectangle 11">
            <a:extLst>
              <a:ext uri="{FF2B5EF4-FFF2-40B4-BE49-F238E27FC236}">
                <a16:creationId xmlns:a16="http://schemas.microsoft.com/office/drawing/2014/main" id="{3274CE5F-EF0E-C9F8-F253-AA968C7DAF40}"/>
              </a:ext>
            </a:extLst>
          </p:cNvPr>
          <p:cNvSpPr/>
          <p:nvPr/>
        </p:nvSpPr>
        <p:spPr>
          <a:xfrm>
            <a:off x="1859261" y="3455365"/>
            <a:ext cx="2314240" cy="162087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ATUALIZAR</a:t>
            </a:r>
          </a:p>
        </p:txBody>
      </p:sp>
    </p:spTree>
    <p:extLst>
      <p:ext uri="{BB962C8B-B14F-4D97-AF65-F5344CB8AC3E}">
        <p14:creationId xmlns:p14="http://schemas.microsoft.com/office/powerpoint/2010/main" val="115563277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A7564165-F63F-46A1-17D6-5A06094FD902}"/>
              </a:ext>
            </a:extLst>
          </p:cNvPr>
          <p:cNvSpPr>
            <a:spLocks noGrp="1"/>
          </p:cNvSpPr>
          <p:nvPr>
            <p:ph type="body" sz="quarter" idx="20"/>
          </p:nvPr>
        </p:nvSpPr>
        <p:spPr>
          <a:xfrm>
            <a:off x="382829" y="1500036"/>
            <a:ext cx="6063034" cy="1474313"/>
          </a:xfrm>
        </p:spPr>
        <p:txBody>
          <a:bodyPr anchor="ctr"/>
          <a:lstStyle/>
          <a:p>
            <a:pPr>
              <a:lnSpc>
                <a:spcPct val="110000"/>
              </a:lnSpc>
            </a:pPr>
            <a:r>
              <a:rPr lang="en-US" sz="900" b="1">
                <a:solidFill>
                  <a:schemeClr val="tx1"/>
                </a:solidFill>
              </a:rPr>
              <a:t>We are increasing PETR4 from 12.5% to 15%</a:t>
            </a:r>
            <a:r>
              <a:rPr lang="en-US" sz="900">
                <a:solidFill>
                  <a:schemeClr val="tx1"/>
                </a:solidFill>
              </a:rPr>
              <a:t>, primarily to raise our Oil &amp; Gas exposure. Petrobras remains one of our preferred names in the sector, with one of the best risk/reward profiles in the current environment and an attractive FCFE yield (c.12% in 2027 with Brent at US$75/bbl). </a:t>
            </a:r>
            <a:r>
              <a:rPr lang="en-US" sz="900" b="1">
                <a:solidFill>
                  <a:schemeClr val="tx1"/>
                </a:solidFill>
              </a:rPr>
              <a:t>We are increasing B3SA3 from 10% to 12.5%</a:t>
            </a:r>
            <a:r>
              <a:rPr lang="en-US" sz="900">
                <a:solidFill>
                  <a:schemeClr val="tx1"/>
                </a:solidFill>
              </a:rPr>
              <a:t>, as lower rates and election volatility should drive a recovery in volumes; with revenue diversification and cost control, this supports earnings growth and a robust shareholder remuneration, keeping an attractive carry. </a:t>
            </a:r>
            <a:r>
              <a:rPr lang="en-US" sz="900" b="1">
                <a:solidFill>
                  <a:schemeClr val="tx1"/>
                </a:solidFill>
              </a:rPr>
              <a:t>We are reducing VALE3 from 12.5% to 7.5%</a:t>
            </a:r>
            <a:r>
              <a:rPr lang="en-US" sz="900">
                <a:solidFill>
                  <a:schemeClr val="tx1"/>
                </a:solidFill>
              </a:rPr>
              <a:t>, as we see a more balanced risk-reward at current levels. Vale's valuation discount to peers has narrowed, softer iron ore fundamentals limit further upside, and elevated costs and growth capex weigh on near-term cash generation. We remain constructive on the long-term case, supported by its copper growth agenda, disciplined capital allocation and portfolio flexibility.</a:t>
            </a:r>
            <a:endParaRPr lang="en-US" sz="900" dirty="0">
              <a:solidFill>
                <a:schemeClr val="tx1"/>
              </a:solidFill>
            </a:endParaRPr>
          </a:p>
        </p:txBody>
      </p:sp>
      <p:sp>
        <p:nvSpPr>
          <p:cNvPr id="6" name="Content Placeholder 5">
            <a:extLst>
              <a:ext uri="{FF2B5EF4-FFF2-40B4-BE49-F238E27FC236}">
                <a16:creationId xmlns:a16="http://schemas.microsoft.com/office/drawing/2014/main" id="{D15FCB87-4C31-9069-D27F-467CFACDA838}"/>
              </a:ext>
            </a:extLst>
          </p:cNvPr>
          <p:cNvSpPr>
            <a:spLocks noGrp="1"/>
          </p:cNvSpPr>
          <p:nvPr>
            <p:ph sz="quarter" idx="23"/>
          </p:nvPr>
        </p:nvSpPr>
        <p:spPr>
          <a:xfrm>
            <a:off x="382829" y="6665988"/>
            <a:ext cx="2938221" cy="230832"/>
          </a:xfrm>
        </p:spPr>
        <p:txBody>
          <a:bodyPr/>
          <a:lstStyle/>
          <a:p>
            <a:r>
              <a:rPr lang="en-US" noProof="0"/>
              <a:t>Performance by constituent</a:t>
            </a:r>
          </a:p>
        </p:txBody>
      </p:sp>
      <p:sp>
        <p:nvSpPr>
          <p:cNvPr id="11" name="Content Placeholder 10">
            <a:extLst>
              <a:ext uri="{FF2B5EF4-FFF2-40B4-BE49-F238E27FC236}">
                <a16:creationId xmlns:a16="http://schemas.microsoft.com/office/drawing/2014/main" id="{F3B3D90F-1ECB-2120-B262-76CA58737F03}"/>
              </a:ext>
            </a:extLst>
          </p:cNvPr>
          <p:cNvSpPr>
            <a:spLocks noGrp="1"/>
          </p:cNvSpPr>
          <p:nvPr>
            <p:ph sz="quarter" idx="24"/>
          </p:nvPr>
        </p:nvSpPr>
        <p:spPr>
          <a:xfrm>
            <a:off x="3538792" y="6660403"/>
            <a:ext cx="2949758" cy="230832"/>
          </a:xfrm>
        </p:spPr>
        <p:txBody>
          <a:bodyPr/>
          <a:lstStyle/>
          <a:p>
            <a:r>
              <a:rPr lang="en-US" noProof="0"/>
              <a:t>Performance vs. Ibovespa (100 = June 30, 2018)</a:t>
            </a:r>
          </a:p>
        </p:txBody>
      </p:sp>
      <p:sp>
        <p:nvSpPr>
          <p:cNvPr id="19" name="Content Placeholder 18">
            <a:extLst>
              <a:ext uri="{FF2B5EF4-FFF2-40B4-BE49-F238E27FC236}">
                <a16:creationId xmlns:a16="http://schemas.microsoft.com/office/drawing/2014/main" id="{B4C95784-705D-8A9B-6F95-AED2D4246F28}"/>
              </a:ext>
            </a:extLst>
          </p:cNvPr>
          <p:cNvSpPr>
            <a:spLocks noGrp="1"/>
          </p:cNvSpPr>
          <p:nvPr>
            <p:ph sz="quarter" idx="30"/>
          </p:nvPr>
        </p:nvSpPr>
        <p:spPr>
          <a:xfrm>
            <a:off x="382827" y="3023543"/>
            <a:ext cx="4824000" cy="230832"/>
          </a:xfrm>
        </p:spPr>
        <p:txBody>
          <a:bodyPr/>
          <a:lstStyle/>
          <a:p>
            <a:r>
              <a:rPr lang="en-US" noProof="0" dirty="0"/>
              <a:t>XP Brazil Top Dividends Portfolio</a:t>
            </a:r>
          </a:p>
        </p:txBody>
      </p:sp>
      <p:sp>
        <p:nvSpPr>
          <p:cNvPr id="7" name="Espaço Reservado para Texto 6">
            <a:extLst>
              <a:ext uri="{FF2B5EF4-FFF2-40B4-BE49-F238E27FC236}">
                <a16:creationId xmlns:a16="http://schemas.microsoft.com/office/drawing/2014/main" id="{A893E32A-E380-E402-096F-C7863485AB9A}"/>
              </a:ext>
            </a:extLst>
          </p:cNvPr>
          <p:cNvSpPr>
            <a:spLocks noGrp="1"/>
          </p:cNvSpPr>
          <p:nvPr>
            <p:ph type="body" sz="quarter" idx="16"/>
          </p:nvPr>
        </p:nvSpPr>
        <p:spPr/>
        <p:txBody>
          <a:bodyPr/>
          <a:lstStyle/>
          <a:p>
            <a:r>
              <a:rPr lang="en-US" noProof="0" dirty="0"/>
              <a:t>XP Brazil Top Dividends Portfolio</a:t>
            </a:r>
          </a:p>
        </p:txBody>
      </p:sp>
      <p:sp>
        <p:nvSpPr>
          <p:cNvPr id="8" name="Espaço Reservado para Texto 7">
            <a:extLst>
              <a:ext uri="{FF2B5EF4-FFF2-40B4-BE49-F238E27FC236}">
                <a16:creationId xmlns:a16="http://schemas.microsoft.com/office/drawing/2014/main" id="{4CBD1FB9-B382-A18F-CFC1-8089ED1F0C74}"/>
              </a:ext>
            </a:extLst>
          </p:cNvPr>
          <p:cNvSpPr>
            <a:spLocks noGrp="1"/>
          </p:cNvSpPr>
          <p:nvPr>
            <p:ph type="body" sz="quarter" idx="17"/>
          </p:nvPr>
        </p:nvSpPr>
        <p:spPr>
          <a:xfrm>
            <a:off x="390154" y="1119209"/>
            <a:ext cx="6099545" cy="304570"/>
          </a:xfrm>
        </p:spPr>
        <p:txBody>
          <a:bodyPr/>
          <a:lstStyle/>
          <a:p>
            <a:r>
              <a:rPr lang="en-US" noProof="0">
                <a:solidFill>
                  <a:schemeClr val="tx1"/>
                </a:solidFill>
              </a:rPr>
              <a:t>Increasing PETR4, B3SA3; Reducing VALE3</a:t>
            </a:r>
            <a:endParaRPr lang="en-US" noProof="0" dirty="0">
              <a:solidFill>
                <a:schemeClr val="tx1"/>
              </a:solidFill>
            </a:endParaRPr>
          </a:p>
        </p:txBody>
      </p:sp>
      <p:sp>
        <p:nvSpPr>
          <p:cNvPr id="9" name="Espaço Reservado para Texto 8">
            <a:extLst>
              <a:ext uri="{FF2B5EF4-FFF2-40B4-BE49-F238E27FC236}">
                <a16:creationId xmlns:a16="http://schemas.microsoft.com/office/drawing/2014/main" id="{B286C638-1099-80DF-800B-ADBB3160A09E}"/>
              </a:ext>
            </a:extLst>
          </p:cNvPr>
          <p:cNvSpPr>
            <a:spLocks noGrp="1"/>
          </p:cNvSpPr>
          <p:nvPr>
            <p:ph type="body" sz="quarter" idx="31"/>
          </p:nvPr>
        </p:nvSpPr>
        <p:spPr/>
        <p:txBody>
          <a:bodyPr/>
          <a:lstStyle/>
          <a:p>
            <a:r>
              <a:rPr lang="en-US" dirty="0"/>
              <a:t>Source: Economatica and XP Research. Portfolio returns include dividends. Data as of 09/30/2026.</a:t>
            </a:r>
          </a:p>
        </p:txBody>
      </p:sp>
      <p:sp>
        <p:nvSpPr>
          <p:cNvPr id="10" name="Espaço Reservado para Data 9">
            <a:extLst>
              <a:ext uri="{FF2B5EF4-FFF2-40B4-BE49-F238E27FC236}">
                <a16:creationId xmlns:a16="http://schemas.microsoft.com/office/drawing/2014/main" id="{70290F73-E0E3-C508-193A-EEADB855B00C}"/>
              </a:ext>
            </a:extLst>
          </p:cNvPr>
          <p:cNvSpPr>
            <a:spLocks noGrp="1"/>
          </p:cNvSpPr>
          <p:nvPr>
            <p:ph type="dt" sz="half" idx="2"/>
          </p:nvPr>
        </p:nvSpPr>
        <p:spPr/>
        <p:txBody>
          <a:bodyPr/>
          <a:lstStyle/>
          <a:p>
            <a:fld id="{7C6B5802-A75B-490F-8112-85594439FA8D}" type="datetime4">
              <a:rPr kumimoji="0" lang="en-US" sz="1200" b="0" i="0" u="none" strike="noStrike" kern="1200" cap="none" spc="0" normalizeH="0" baseline="0" noProof="0" smtClean="0">
                <a:ln>
                  <a:noFill/>
                </a:ln>
                <a:solidFill>
                  <a:srgbClr val="74797C"/>
                </a:solidFill>
                <a:effectLst/>
                <a:uLnTx/>
                <a:uFillTx/>
                <a:latin typeface="Roboto Light" panose="02000000000000000000" pitchFamily="2" charset="0"/>
                <a:ea typeface="Roboto Light" panose="02000000000000000000" pitchFamily="2" charset="0"/>
                <a:cs typeface="Roboto Light" panose="02000000000000000000" pitchFamily="2" charset="0"/>
              </a:rPr>
              <a:t>October 30, 2026</a:t>
            </a:fld>
            <a:endParaRPr lang="en-US" noProof="0"/>
          </a:p>
        </p:txBody>
      </p:sp>
      <p:sp>
        <p:nvSpPr>
          <p:cNvPr id="23" name="Content Placeholder 10">
            <a:extLst>
              <a:ext uri="{FF2B5EF4-FFF2-40B4-BE49-F238E27FC236}">
                <a16:creationId xmlns:a16="http://schemas.microsoft.com/office/drawing/2014/main" id="{37746E85-45F2-B3BC-27B9-CC3728D8CFBC}"/>
              </a:ext>
            </a:extLst>
          </p:cNvPr>
          <p:cNvSpPr txBox="1">
            <a:spLocks/>
          </p:cNvSpPr>
          <p:nvPr/>
        </p:nvSpPr>
        <p:spPr>
          <a:xfrm>
            <a:off x="5270500" y="3023543"/>
            <a:ext cx="121805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Annual performance</a:t>
            </a:r>
          </a:p>
        </p:txBody>
      </p:sp>
      <p:sp>
        <p:nvSpPr>
          <p:cNvPr id="17" name="Content Placeholder 13">
            <a:extLst>
              <a:ext uri="{FF2B5EF4-FFF2-40B4-BE49-F238E27FC236}">
                <a16:creationId xmlns:a16="http://schemas.microsoft.com/office/drawing/2014/main" id="{841BE80B-5898-6914-7349-DA34D9D99C9C}"/>
              </a:ext>
            </a:extLst>
          </p:cNvPr>
          <p:cNvSpPr txBox="1">
            <a:spLocks/>
          </p:cNvSpPr>
          <p:nvPr/>
        </p:nvSpPr>
        <p:spPr>
          <a:xfrm>
            <a:off x="382828" y="5569837"/>
            <a:ext cx="609840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Performance</a:t>
            </a:r>
          </a:p>
        </p:txBody>
      </p:sp>
      <p:graphicFrame>
        <p:nvGraphicFramePr>
          <p:cNvPr id="2" name="Table 1">
            <a:extLst>
              <a:ext uri="{FF2B5EF4-FFF2-40B4-BE49-F238E27FC236}">
                <a16:creationId xmlns:a16="http://schemas.microsoft.com/office/drawing/2014/main" id="{DB88FCE8-7E34-2975-2BC9-9D7D092A5ECC}"/>
              </a:ext>
            </a:extLst>
          </p:cNvPr>
          <p:cNvGraphicFramePr>
            <a:graphicFrameLocks noGrp="1"/>
          </p:cNvGraphicFramePr>
          <p:nvPr>
            <p:extLst>
              <p:ext uri="{D42A27DB-BD31-4B8C-83A1-F6EECF244321}">
                <p14:modId xmlns:p14="http://schemas.microsoft.com/office/powerpoint/2010/main" val="520324342"/>
              </p:ext>
            </p:extLst>
          </p:nvPr>
        </p:nvGraphicFramePr>
        <p:xfrm>
          <a:off x="5262549" y="3303531"/>
          <a:ext cx="1218050" cy="2168753"/>
        </p:xfrm>
        <a:graphic>
          <a:graphicData uri="http://schemas.openxmlformats.org/drawingml/2006/table">
            <a:tbl>
              <a:tblPr/>
              <a:tblGrid>
                <a:gridCol w="322451">
                  <a:extLst>
                    <a:ext uri="{9D8B030D-6E8A-4147-A177-3AD203B41FA5}">
                      <a16:colId xmlns:a16="http://schemas.microsoft.com/office/drawing/2014/main" val="808040791"/>
                    </a:ext>
                  </a:extLst>
                </a:gridCol>
                <a:gridCol w="493524">
                  <a:extLst>
                    <a:ext uri="{9D8B030D-6E8A-4147-A177-3AD203B41FA5}">
                      <a16:colId xmlns:a16="http://schemas.microsoft.com/office/drawing/2014/main" val="646709585"/>
                    </a:ext>
                  </a:extLst>
                </a:gridCol>
                <a:gridCol w="402075">
                  <a:extLst>
                    <a:ext uri="{9D8B030D-6E8A-4147-A177-3AD203B41FA5}">
                      <a16:colId xmlns:a16="http://schemas.microsoft.com/office/drawing/2014/main" val="3471521901"/>
                    </a:ext>
                  </a:extLst>
                </a:gridCol>
              </a:tblGrid>
              <a:tr h="320753">
                <a:tc>
                  <a:txBody>
                    <a:bodyPr/>
                    <a:lstStyle/>
                    <a:p>
                      <a:pPr algn="ctr" rtl="0" fontAlgn="ctr"/>
                      <a:r>
                        <a:rPr lang="en-US" sz="1000" b="1" i="0" u="none" strike="noStrike" noProof="0">
                          <a:solidFill>
                            <a:srgbClr val="000000"/>
                          </a:solidFill>
                          <a:effectLst/>
                          <a:latin typeface="Roboto Light" panose="02000000000000000000" pitchFamily="2" charset="0"/>
                        </a:rPr>
                        <a:t>Year</a:t>
                      </a:r>
                    </a:p>
                  </a:txBody>
                  <a:tcPr marL="6350" marR="6350" marT="6350" marB="0" anchor="ctr">
                    <a:lnL>
                      <a:noFill/>
                    </a:lnL>
                    <a:lnR>
                      <a:noFill/>
                    </a:lnR>
                    <a:lnT>
                      <a:noFill/>
                    </a:lnT>
                    <a:lnB>
                      <a:noFill/>
                    </a:lnB>
                    <a:solidFill>
                      <a:srgbClr val="8EB3DF"/>
                    </a:solidFill>
                  </a:tcPr>
                </a:tc>
                <a:tc>
                  <a:txBody>
                    <a:bodyPr/>
                    <a:lstStyle/>
                    <a:p>
                      <a:pPr algn="ctr" rtl="0" fontAlgn="ctr"/>
                      <a:r>
                        <a:rPr lang="en-US" sz="1000" b="1" i="0" u="none" strike="noStrike" noProof="0">
                          <a:solidFill>
                            <a:srgbClr val="000000"/>
                          </a:solidFill>
                          <a:effectLst/>
                          <a:latin typeface="Roboto Light" panose="02000000000000000000" pitchFamily="2" charset="0"/>
                        </a:rPr>
                        <a:t>Portfolio</a:t>
                      </a:r>
                    </a:p>
                  </a:txBody>
                  <a:tcPr marL="6350" marR="6350" marT="6350" marB="0" anchor="ctr">
                    <a:lnL>
                      <a:noFill/>
                    </a:lnL>
                    <a:lnR>
                      <a:noFill/>
                    </a:lnR>
                    <a:lnT>
                      <a:noFill/>
                    </a:lnT>
                    <a:lnB>
                      <a:noFill/>
                    </a:lnB>
                    <a:solidFill>
                      <a:srgbClr val="8EB3DF"/>
                    </a:solidFill>
                  </a:tcPr>
                </a:tc>
                <a:tc>
                  <a:txBody>
                    <a:bodyPr/>
                    <a:lstStyle/>
                    <a:p>
                      <a:pPr algn="ctr" rtl="0" fontAlgn="ctr"/>
                      <a:r>
                        <a:rPr lang="en-US" sz="1000" b="1" i="0" u="none" strike="noStrike" noProof="0">
                          <a:solidFill>
                            <a:srgbClr val="000000"/>
                          </a:solidFill>
                          <a:effectLst/>
                          <a:latin typeface="Roboto Light" panose="02000000000000000000" pitchFamily="2" charset="0"/>
                        </a:rPr>
                        <a:t>IBOV</a:t>
                      </a:r>
                    </a:p>
                  </a:txBody>
                  <a:tcPr marL="6350" marR="6350" marT="6350" marB="0" anchor="ctr">
                    <a:lnL>
                      <a:noFill/>
                    </a:lnL>
                    <a:lnR>
                      <a:noFill/>
                    </a:lnR>
                    <a:lnT>
                      <a:noFill/>
                    </a:lnT>
                    <a:lnB w="6350" cap="flat" cmpd="sng" algn="ctr">
                      <a:noFill/>
                      <a:prstDash val="solid"/>
                      <a:round/>
                      <a:headEnd type="none" w="med" len="med"/>
                      <a:tailEnd type="none" w="med" len="med"/>
                    </a:lnB>
                    <a:solidFill>
                      <a:srgbClr val="8EB3DF"/>
                    </a:solidFill>
                  </a:tcPr>
                </a:tc>
                <a:extLst>
                  <a:ext uri="{0D108BD9-81ED-4DB2-BD59-A6C34878D82A}">
                    <a16:rowId xmlns:a16="http://schemas.microsoft.com/office/drawing/2014/main" val="2880646959"/>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2025</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45.5%</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34.0%</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93858926"/>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2024</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-1.6%</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-10.4%</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15663386"/>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2023</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38.1%</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22.3%</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74654405"/>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2022</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19.4%</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4.7%</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3214061"/>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2021</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-4.0%</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-11.9%</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98103056"/>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2020</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-0.7%</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2.9%</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53102029"/>
                  </a:ext>
                </a:extLst>
              </a:tr>
              <a:tr h="264000">
                <a:tc>
                  <a:txBody>
                    <a:bodyPr/>
                    <a:lstStyle/>
                    <a:p>
                      <a:pPr algn="ctr" rtl="0" fontAlgn="ctr"/>
                      <a:r>
                        <a:rPr lang="en-US" sz="1000" b="1" i="0" u="none" strike="noStrike" noProof="0">
                          <a:solidFill>
                            <a:srgbClr val="000000"/>
                          </a:solidFill>
                          <a:effectLst/>
                          <a:latin typeface="Roboto Light" panose="02000000000000000000" pitchFamily="2" charset="0"/>
                        </a:rPr>
                        <a:t>2019</a:t>
                      </a:r>
                    </a:p>
                  </a:txBody>
                  <a:tcPr marL="6350" marR="6350" marT="6350" marB="0" anchor="ctr">
                    <a:lnL>
                      <a:noFill/>
                    </a:lnL>
                    <a:lnR>
                      <a:noFill/>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40.4%</a:t>
                      </a:r>
                    </a:p>
                  </a:txBody>
                  <a:tcPr marL="6350" marR="6350" marT="6350" marB="0" anchor="ctr">
                    <a:lnL>
                      <a:noFill/>
                    </a:lnL>
                    <a:lnR>
                      <a:noFill/>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31.6%</a:t>
                      </a:r>
                    </a:p>
                  </a:txBody>
                  <a:tcPr marL="6350" marR="6350" marT="6350" marB="0" anchor="ctr">
                    <a:lnL>
                      <a:noFill/>
                    </a:lnL>
                    <a:lnR>
                      <a:noFill/>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32024296"/>
                  </a:ext>
                </a:extLst>
              </a:tr>
            </a:tbl>
          </a:graphicData>
        </a:graphic>
      </p:graphicFrame>
      <p:graphicFrame>
        <p:nvGraphicFramePr>
          <p:cNvPr id="15" name="Table 14">
            <a:extLst>
              <a:ext uri="{FF2B5EF4-FFF2-40B4-BE49-F238E27FC236}">
                <a16:creationId xmlns:a16="http://schemas.microsoft.com/office/drawing/2014/main" id="{65ECC1B1-023A-E97F-C926-59E683E7EA45}"/>
              </a:ext>
            </a:extLst>
          </p:cNvPr>
          <p:cNvGraphicFramePr>
            <a:graphicFrameLocks noGrp="1"/>
          </p:cNvGraphicFramePr>
          <p:nvPr>
            <p:extLst>
              <p:ext uri="{D42A27DB-BD31-4B8C-83A1-F6EECF244321}">
                <p14:modId xmlns:p14="http://schemas.microsoft.com/office/powerpoint/2010/main" val="1544441242"/>
              </p:ext>
            </p:extLst>
          </p:nvPr>
        </p:nvGraphicFramePr>
        <p:xfrm>
          <a:off x="390152" y="5861936"/>
          <a:ext cx="6098400" cy="731613"/>
        </p:xfrm>
        <a:graphic>
          <a:graphicData uri="http://schemas.openxmlformats.org/drawingml/2006/table">
            <a:tbl>
              <a:tblPr/>
              <a:tblGrid>
                <a:gridCol w="1128658">
                  <a:extLst>
                    <a:ext uri="{9D8B030D-6E8A-4147-A177-3AD203B41FA5}">
                      <a16:colId xmlns:a16="http://schemas.microsoft.com/office/drawing/2014/main" val="3953948341"/>
                    </a:ext>
                  </a:extLst>
                </a:gridCol>
                <a:gridCol w="1183270">
                  <a:extLst>
                    <a:ext uri="{9D8B030D-6E8A-4147-A177-3AD203B41FA5}">
                      <a16:colId xmlns:a16="http://schemas.microsoft.com/office/drawing/2014/main" val="3287310103"/>
                    </a:ext>
                  </a:extLst>
                </a:gridCol>
                <a:gridCol w="473309">
                  <a:extLst>
                    <a:ext uri="{9D8B030D-6E8A-4147-A177-3AD203B41FA5}">
                      <a16:colId xmlns:a16="http://schemas.microsoft.com/office/drawing/2014/main" val="1774891267"/>
                    </a:ext>
                  </a:extLst>
                </a:gridCol>
                <a:gridCol w="473309">
                  <a:extLst>
                    <a:ext uri="{9D8B030D-6E8A-4147-A177-3AD203B41FA5}">
                      <a16:colId xmlns:a16="http://schemas.microsoft.com/office/drawing/2014/main" val="1868233433"/>
                    </a:ext>
                  </a:extLst>
                </a:gridCol>
                <a:gridCol w="473309">
                  <a:extLst>
                    <a:ext uri="{9D8B030D-6E8A-4147-A177-3AD203B41FA5}">
                      <a16:colId xmlns:a16="http://schemas.microsoft.com/office/drawing/2014/main" val="2708763092"/>
                    </a:ext>
                  </a:extLst>
                </a:gridCol>
                <a:gridCol w="473309">
                  <a:extLst>
                    <a:ext uri="{9D8B030D-6E8A-4147-A177-3AD203B41FA5}">
                      <a16:colId xmlns:a16="http://schemas.microsoft.com/office/drawing/2014/main" val="800499080"/>
                    </a:ext>
                  </a:extLst>
                </a:gridCol>
                <a:gridCol w="473309">
                  <a:extLst>
                    <a:ext uri="{9D8B030D-6E8A-4147-A177-3AD203B41FA5}">
                      <a16:colId xmlns:a16="http://schemas.microsoft.com/office/drawing/2014/main" val="3777481694"/>
                    </a:ext>
                  </a:extLst>
                </a:gridCol>
                <a:gridCol w="473309">
                  <a:extLst>
                    <a:ext uri="{9D8B030D-6E8A-4147-A177-3AD203B41FA5}">
                      <a16:colId xmlns:a16="http://schemas.microsoft.com/office/drawing/2014/main" val="4099847307"/>
                    </a:ext>
                  </a:extLst>
                </a:gridCol>
                <a:gridCol w="473309">
                  <a:extLst>
                    <a:ext uri="{9D8B030D-6E8A-4147-A177-3AD203B41FA5}">
                      <a16:colId xmlns:a16="http://schemas.microsoft.com/office/drawing/2014/main" val="2929190220"/>
                    </a:ext>
                  </a:extLst>
                </a:gridCol>
                <a:gridCol w="473309">
                  <a:extLst>
                    <a:ext uri="{9D8B030D-6E8A-4147-A177-3AD203B41FA5}">
                      <a16:colId xmlns:a16="http://schemas.microsoft.com/office/drawing/2014/main" val="2479991260"/>
                    </a:ext>
                  </a:extLst>
                </a:gridCol>
              </a:tblGrid>
              <a:tr h="243871">
                <a:tc>
                  <a:txBody>
                    <a:bodyPr/>
                    <a:lstStyle/>
                    <a:p>
                      <a:pPr algn="ctr" fontAlgn="b">
                        <a:buNone/>
                      </a:pPr>
                      <a:r>
                        <a:rPr lang="pt-BR" sz="1000" b="1" i="0" u="none" strike="noStrike" dirty="0">
                          <a:solidFill>
                            <a:srgbClr val="000000"/>
                          </a:solidFill>
                          <a:effectLst/>
                          <a:latin typeface="Roboto Light" panose="02000000000000000000" pitchFamily="2" charset="0"/>
                        </a:rPr>
                        <a:t> </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Since inception</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YTD</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LTM</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Sep-26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Aug-26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Jul-26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Jun-26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May-26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Apr-26</a:t>
                      </a:r>
                    </a:p>
                  </a:txBody>
                  <a:tcPr marL="7620" marR="7620" marT="7620" marB="0" anchor="ctr">
                    <a:lnL>
                      <a:noFill/>
                    </a:lnL>
                    <a:lnR>
                      <a:noFill/>
                    </a:lnR>
                    <a:lnT>
                      <a:noFill/>
                    </a:lnT>
                    <a:lnB>
                      <a:noFill/>
                    </a:lnB>
                    <a:solidFill>
                      <a:srgbClr val="8EB3DF"/>
                    </a:solidFill>
                  </a:tcPr>
                </a:tc>
                <a:extLst>
                  <a:ext uri="{0D108BD9-81ED-4DB2-BD59-A6C34878D82A}">
                    <a16:rowId xmlns:a16="http://schemas.microsoft.com/office/drawing/2014/main" val="212393855"/>
                  </a:ext>
                </a:extLst>
              </a:tr>
              <a:tr h="243871">
                <a:tc>
                  <a:txBody>
                    <a:bodyPr/>
                    <a:lstStyle/>
                    <a:p>
                      <a:pPr algn="ctr" fontAlgn="b">
                        <a:buNone/>
                      </a:pPr>
                      <a:r>
                        <a:rPr lang="pt-BR" sz="1000" b="1" i="0" u="none" strike="noStrike">
                          <a:solidFill>
                            <a:srgbClr val="000000"/>
                          </a:solidFill>
                          <a:effectLst/>
                          <a:latin typeface="Roboto Light" panose="02000000000000000000" pitchFamily="2" charset="0"/>
                        </a:rPr>
                        <a:t>Top Dividends</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354.9%</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20.9%</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33.9%</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5.1%</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-0.9%</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2.5%</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-1.0%</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-7.3%</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0.6%</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030998040"/>
                  </a:ext>
                </a:extLst>
              </a:tr>
              <a:tr h="243871">
                <a:tc>
                  <a:txBody>
                    <a:bodyPr/>
                    <a:lstStyle/>
                    <a:p>
                      <a:pPr algn="ctr" fontAlgn="b">
                        <a:buNone/>
                      </a:pPr>
                      <a:r>
                        <a:rPr lang="pt-BR" sz="1000" b="1" i="0" u="none" strike="noStrike">
                          <a:solidFill>
                            <a:srgbClr val="000000"/>
                          </a:solidFill>
                          <a:effectLst/>
                          <a:latin typeface="Roboto Light" panose="02000000000000000000" pitchFamily="2" charset="0"/>
                        </a:rPr>
                        <a:t>Ibovespa</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156.1%</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15.6%</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27.4%</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5.0%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-0.3%</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3.5%</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-7.2%</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-0.1%</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439531348"/>
                  </a:ext>
                </a:extLst>
              </a:tr>
            </a:tbl>
          </a:graphicData>
        </a:graphic>
      </p:graphicFrame>
      <p:graphicFrame>
        <p:nvGraphicFramePr>
          <p:cNvPr id="13" name="Table 2">
            <a:extLst>
              <a:ext uri="{FF2B5EF4-FFF2-40B4-BE49-F238E27FC236}">
                <a16:creationId xmlns:a16="http://schemas.microsoft.com/office/drawing/2014/main" id="{55ED1A60-26FC-5C1E-9A2C-52A056B0DFB5}"/>
              </a:ext>
            </a:extLst>
          </p:cNvPr>
          <p:cNvGraphicFramePr>
            <a:graphicFrameLocks noGrp="1"/>
          </p:cNvGraphicFramePr>
          <p:nvPr>
            <p:extLst>
              <p:ext uri="{D42A27DB-BD31-4B8C-83A1-F6EECF244321}">
                <p14:modId xmlns:p14="http://schemas.microsoft.com/office/powerpoint/2010/main" val="2681644502"/>
              </p:ext>
            </p:extLst>
          </p:nvPr>
        </p:nvGraphicFramePr>
        <p:xfrm>
          <a:off x="390152" y="3305476"/>
          <a:ext cx="4816676" cy="2091581"/>
        </p:xfrm>
        <a:graphic>
          <a:graphicData uri="http://schemas.openxmlformats.org/drawingml/2006/table">
            <a:tbl>
              <a:tblPr/>
              <a:tblGrid>
                <a:gridCol w="648073">
                  <a:extLst>
                    <a:ext uri="{9D8B030D-6E8A-4147-A177-3AD203B41FA5}">
                      <a16:colId xmlns:a16="http://schemas.microsoft.com/office/drawing/2014/main" val="3301209922"/>
                    </a:ext>
                  </a:extLst>
                </a:gridCol>
                <a:gridCol w="485775">
                  <a:extLst>
                    <a:ext uri="{9D8B030D-6E8A-4147-A177-3AD203B41FA5}">
                      <a16:colId xmlns:a16="http://schemas.microsoft.com/office/drawing/2014/main" val="1870124634"/>
                    </a:ext>
                  </a:extLst>
                </a:gridCol>
                <a:gridCol w="643237">
                  <a:extLst>
                    <a:ext uri="{9D8B030D-6E8A-4147-A177-3AD203B41FA5}">
                      <a16:colId xmlns:a16="http://schemas.microsoft.com/office/drawing/2014/main" val="189775094"/>
                    </a:ext>
                  </a:extLst>
                </a:gridCol>
                <a:gridCol w="709313">
                  <a:extLst>
                    <a:ext uri="{9D8B030D-6E8A-4147-A177-3AD203B41FA5}">
                      <a16:colId xmlns:a16="http://schemas.microsoft.com/office/drawing/2014/main" val="3001171699"/>
                    </a:ext>
                  </a:extLst>
                </a:gridCol>
                <a:gridCol w="733425">
                  <a:extLst>
                    <a:ext uri="{9D8B030D-6E8A-4147-A177-3AD203B41FA5}">
                      <a16:colId xmlns:a16="http://schemas.microsoft.com/office/drawing/2014/main" val="502708946"/>
                    </a:ext>
                  </a:extLst>
                </a:gridCol>
                <a:gridCol w="371475">
                  <a:extLst>
                    <a:ext uri="{9D8B030D-6E8A-4147-A177-3AD203B41FA5}">
                      <a16:colId xmlns:a16="http://schemas.microsoft.com/office/drawing/2014/main" val="3259122873"/>
                    </a:ext>
                  </a:extLst>
                </a:gridCol>
                <a:gridCol w="342900">
                  <a:extLst>
                    <a:ext uri="{9D8B030D-6E8A-4147-A177-3AD203B41FA5}">
                      <a16:colId xmlns:a16="http://schemas.microsoft.com/office/drawing/2014/main" val="1888679925"/>
                    </a:ext>
                  </a:extLst>
                </a:gridCol>
                <a:gridCol w="397819">
                  <a:extLst>
                    <a:ext uri="{9D8B030D-6E8A-4147-A177-3AD203B41FA5}">
                      <a16:colId xmlns:a16="http://schemas.microsoft.com/office/drawing/2014/main" val="3263246163"/>
                    </a:ext>
                  </a:extLst>
                </a:gridCol>
                <a:gridCol w="484659">
                  <a:extLst>
                    <a:ext uri="{9D8B030D-6E8A-4147-A177-3AD203B41FA5}">
                      <a16:colId xmlns:a16="http://schemas.microsoft.com/office/drawing/2014/main" val="520227977"/>
                    </a:ext>
                  </a:extLst>
                </a:gridCol>
              </a:tblGrid>
              <a:tr h="285862">
                <a:tc>
                  <a:txBody>
                    <a:bodyPr/>
                    <a:lstStyle/>
                    <a:p>
                      <a:pPr algn="ctr" fontAlgn="ctr">
                        <a:buNone/>
                      </a:pPr>
                      <a:r>
                        <a:rPr lang="pt-BR" sz="800" b="1" i="0" u="none" strike="noStrike">
                          <a:solidFill>
                            <a:srgbClr val="000000"/>
                          </a:solidFill>
                          <a:effectLst/>
                          <a:latin typeface="Roboto Light" panose="02000000000000000000" pitchFamily="2" charset="0"/>
                        </a:rPr>
                        <a:t>Segment</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dirty="0">
                          <a:solidFill>
                            <a:srgbClr val="000000"/>
                          </a:solidFill>
                          <a:effectLst/>
                          <a:latin typeface="Roboto Light" panose="02000000000000000000" pitchFamily="2" charset="0"/>
                        </a:rPr>
                        <a:t>Sector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a:solidFill>
                            <a:srgbClr val="000000"/>
                          </a:solidFill>
                          <a:effectLst/>
                          <a:latin typeface="Roboto Light" panose="02000000000000000000" pitchFamily="2" charset="0"/>
                        </a:rPr>
                        <a:t>Sector Weight (Ibovespa)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a:solidFill>
                            <a:srgbClr val="000000"/>
                          </a:solidFill>
                          <a:effectLst/>
                          <a:latin typeface="Roboto Light" panose="02000000000000000000" pitchFamily="2" charset="0"/>
                        </a:rPr>
                        <a:t>Sector Weight (Portfolio)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a:solidFill>
                            <a:srgbClr val="000000"/>
                          </a:solidFill>
                          <a:effectLst/>
                          <a:latin typeface="Roboto Light" panose="02000000000000000000" pitchFamily="2" charset="0"/>
                        </a:rPr>
                        <a:t>Company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dirty="0" err="1">
                          <a:solidFill>
                            <a:srgbClr val="000000"/>
                          </a:solidFill>
                          <a:effectLst/>
                          <a:latin typeface="Roboto Light" panose="02000000000000000000" pitchFamily="2" charset="0"/>
                        </a:rPr>
                        <a:t>Ticker</a:t>
                      </a:r>
                      <a:endParaRPr lang="pt-BR" sz="800" b="1"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dirty="0" err="1">
                          <a:solidFill>
                            <a:srgbClr val="000000"/>
                          </a:solidFill>
                          <a:effectLst/>
                          <a:latin typeface="Roboto Light" panose="02000000000000000000" pitchFamily="2" charset="0"/>
                        </a:rPr>
                        <a:t>Weight</a:t>
                      </a:r>
                      <a:endParaRPr lang="pt-BR" sz="800" b="1"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a:solidFill>
                            <a:srgbClr val="000000"/>
                          </a:solidFill>
                          <a:effectLst/>
                          <a:latin typeface="Roboto Light" panose="02000000000000000000" pitchFamily="2" charset="0"/>
                        </a:rPr>
                        <a:t>Rating</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800" b="1" i="0" u="none" strike="noStrike">
                          <a:solidFill>
                            <a:srgbClr val="000000"/>
                          </a:solidFill>
                          <a:effectLst/>
                          <a:latin typeface="Roboto Light" panose="02000000000000000000" pitchFamily="2" charset="0"/>
                        </a:rPr>
                        <a:t>Target Price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extLst>
                  <a:ext uri="{0D108BD9-81ED-4DB2-BD59-A6C34878D82A}">
                    <a16:rowId xmlns:a16="http://schemas.microsoft.com/office/drawing/2014/main" val="3337586206"/>
                  </a:ext>
                </a:extLst>
              </a:tr>
              <a:tr h="145469">
                <a:tc rowSpan="3">
                  <a:txBody>
                    <a:bodyPr/>
                    <a:lstStyle/>
                    <a:p>
                      <a:pPr algn="ctr" fontAlgn="ctr">
                        <a:buNone/>
                      </a:pPr>
                      <a:r>
                        <a:rPr lang="pt-BR" sz="800" b="0" i="0" u="none" strike="noStrike">
                          <a:solidFill>
                            <a:srgbClr val="000000"/>
                          </a:solidFill>
                          <a:effectLst/>
                          <a:latin typeface="Roboto Light" panose="02000000000000000000" pitchFamily="2" charset="0"/>
                        </a:rPr>
                        <a:t>Commodities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800" b="0" i="0" u="none" strike="noStrike">
                          <a:solidFill>
                            <a:srgbClr val="000000"/>
                          </a:solidFill>
                          <a:effectLst/>
                          <a:latin typeface="Roboto Light" panose="02000000000000000000" pitchFamily="2" charset="0"/>
                        </a:rPr>
                        <a:t>Energy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800" b="0" i="0" u="none" strike="noStrike">
                          <a:solidFill>
                            <a:srgbClr val="000000"/>
                          </a:solidFill>
                          <a:effectLst/>
                          <a:latin typeface="Roboto Light" panose="02000000000000000000" pitchFamily="2" charset="0"/>
                        </a:rPr>
                        <a:t>19.2%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800" b="0" i="0" u="none" strike="noStrike">
                          <a:solidFill>
                            <a:srgbClr val="000000"/>
                          </a:solidFill>
                          <a:effectLst/>
                          <a:latin typeface="Roboto Light" panose="02000000000000000000" pitchFamily="2" charset="0"/>
                        </a:rPr>
                        <a:t>20.0%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Petrobras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PETR4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R$ 63.00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921887390"/>
                  </a:ext>
                </a:extLst>
              </a:tr>
              <a:tr h="145469">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PRIO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PRIO3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R$ 78.00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189055448"/>
                  </a:ext>
                </a:extLst>
              </a:tr>
              <a:tr h="145469">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Materials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14.3%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Vale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VALE3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Neutral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R$ 82.00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015603862"/>
                  </a:ext>
                </a:extLst>
              </a:tr>
              <a:tr h="145469">
                <a:tc rowSpan="2">
                  <a:txBody>
                    <a:bodyPr/>
                    <a:lstStyle/>
                    <a:p>
                      <a:pPr algn="ctr" fontAlgn="ctr">
                        <a:buNone/>
                      </a:pPr>
                      <a:r>
                        <a:rPr lang="pt-BR" sz="800" b="0" i="0" u="none" strike="noStrike">
                          <a:solidFill>
                            <a:srgbClr val="000000"/>
                          </a:solidFill>
                          <a:effectLst/>
                          <a:latin typeface="Roboto Light" panose="02000000000000000000" pitchFamily="2" charset="0"/>
                        </a:rPr>
                        <a:t>Domestic Cyclicals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Comm. Services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Vivo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VIVT3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R$ 36.50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674952618"/>
                  </a:ext>
                </a:extLst>
              </a:tr>
              <a:tr h="145469">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Real Estate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1.9%</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Allos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ALOS3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R$ 38.00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13611855"/>
                  </a:ext>
                </a:extLst>
              </a:tr>
              <a:tr h="145469">
                <a:tc rowSpan="3">
                  <a:txBody>
                    <a:bodyPr/>
                    <a:lstStyle/>
                    <a:p>
                      <a:pPr algn="ctr" fontAlgn="ctr">
                        <a:buNone/>
                      </a:pPr>
                      <a:r>
                        <a:rPr lang="pt-BR" sz="800" b="0" i="0" u="none" strike="noStrike">
                          <a:solidFill>
                            <a:srgbClr val="000000"/>
                          </a:solidFill>
                          <a:effectLst/>
                          <a:latin typeface="Roboto Light" panose="02000000000000000000" pitchFamily="2" charset="0"/>
                        </a:rPr>
                        <a:t>Domestic Defensives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800" b="0" i="0" u="none" strike="noStrike">
                          <a:solidFill>
                            <a:srgbClr val="000000"/>
                          </a:solidFill>
                          <a:effectLst/>
                          <a:latin typeface="Roboto Light" panose="02000000000000000000" pitchFamily="2" charset="0"/>
                        </a:rPr>
                        <a:t>Utilities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800" b="0" i="0" u="none" strike="noStrike">
                          <a:solidFill>
                            <a:srgbClr val="000000"/>
                          </a:solidFill>
                          <a:effectLst/>
                          <a:latin typeface="Roboto Light" panose="02000000000000000000" pitchFamily="2" charset="0"/>
                        </a:rPr>
                        <a:t>18.3%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800" b="0" i="0" u="none" strike="noStrike">
                          <a:solidFill>
                            <a:srgbClr val="000000"/>
                          </a:solidFill>
                          <a:effectLst/>
                          <a:latin typeface="Roboto Light" panose="02000000000000000000" pitchFamily="2" charset="0"/>
                        </a:rPr>
                        <a:t>30.0%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Copasa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CSMG3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R$ 88.32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667319425"/>
                  </a:ext>
                </a:extLst>
              </a:tr>
              <a:tr h="145469">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Axia Energia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AXIA3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12.5%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R$ 55.52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360720749"/>
                  </a:ext>
                </a:extLst>
              </a:tr>
              <a:tr h="145469">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Copel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CPLE3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R$ 19.87</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527467166"/>
                  </a:ext>
                </a:extLst>
              </a:tr>
              <a:tr h="145469">
                <a:tc rowSpan="3">
                  <a:txBody>
                    <a:bodyPr/>
                    <a:lstStyle/>
                    <a:p>
                      <a:pPr algn="ctr" fontAlgn="ctr">
                        <a:buNone/>
                      </a:pPr>
                      <a:r>
                        <a:rPr lang="pt-BR" sz="800" b="0" i="0" u="none" strike="noStrike">
                          <a:solidFill>
                            <a:srgbClr val="000000"/>
                          </a:solidFill>
                          <a:effectLst/>
                          <a:latin typeface="Roboto Light" panose="02000000000000000000" pitchFamily="2" charset="0"/>
                        </a:rPr>
                        <a:t>Financials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800" b="0" i="0" u="none" strike="noStrike">
                          <a:solidFill>
                            <a:srgbClr val="000000"/>
                          </a:solidFill>
                          <a:effectLst/>
                          <a:latin typeface="Roboto Light" panose="02000000000000000000" pitchFamily="2" charset="0"/>
                        </a:rPr>
                        <a:t>Financials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800" b="0" i="0" u="none" strike="noStrike">
                          <a:solidFill>
                            <a:srgbClr val="000000"/>
                          </a:solidFill>
                          <a:effectLst/>
                          <a:latin typeface="Roboto Light" panose="02000000000000000000" pitchFamily="2" charset="0"/>
                        </a:rPr>
                        <a:t>27.2%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800" b="0" i="0" u="none" strike="noStrike">
                          <a:solidFill>
                            <a:srgbClr val="000000"/>
                          </a:solidFill>
                          <a:effectLst/>
                          <a:latin typeface="Roboto Light" panose="02000000000000000000" pitchFamily="2" charset="0"/>
                        </a:rPr>
                        <a:t>27.5%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Itaú Unibanco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ITUB4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R$ 50.00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375572592"/>
                  </a:ext>
                </a:extLst>
              </a:tr>
              <a:tr h="145469">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B3SA3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12.5%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Neutral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R$ 16.00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171865233"/>
                  </a:ext>
                </a:extLst>
              </a:tr>
              <a:tr h="145469">
                <a:tc vMerge="1">
                  <a:txBody>
                    <a:bodyPr/>
                    <a:lstStyle/>
                    <a:p>
                      <a:pPr algn="ctr" fontAlgn="ctr">
                        <a:buNone/>
                      </a:pPr>
                      <a:endParaRPr/>
                    </a:p>
                  </a:txBody>
                  <a:tcPr/>
                </a:tc>
                <a:tc vMerge="1">
                  <a:txBody>
                    <a:bodyPr/>
                    <a:lstStyle/>
                    <a:p>
                      <a:pPr algn="ctr" fontAlgn="ctr">
                        <a:buNone/>
                      </a:pPr>
                      <a:endParaRPr/>
                    </a:p>
                  </a:txBody>
                  <a:tcPr/>
                </a:tc>
                <a:tc vMerge="1">
                  <a:txBody>
                    <a:bodyPr/>
                    <a:lstStyle/>
                    <a:p>
                      <a:pPr algn="ctr" fontAlgn="ctr">
                        <a:buNone/>
                      </a:pPr>
                      <a:endParaRPr/>
                    </a:p>
                  </a:txBody>
                  <a:tcPr/>
                </a:tc>
                <a:tc vMerge="1">
                  <a:txBody>
                    <a:bodyPr/>
                    <a:lstStyle/>
                    <a:p>
                      <a:pPr algn="ctr" fontAlgn="ctr">
                        <a:buNone/>
                      </a:pPr>
                      <a:endParaRPr/>
                    </a:p>
                  </a:txBody>
                  <a:tcPr/>
                </a:tc>
                <a:tc>
                  <a:txBody>
                    <a:bodyPr/>
                    <a:lstStyle/>
                    <a:p>
                      <a:pPr algn="ctr" fontAlgn="ctr">
                        <a:buNone/>
                      </a:pPr>
                      <a:r>
                        <a:rPr lang="pt-BR" sz="800" b="0" i="0" u="none" strike="noStrike" dirty="0">
                          <a:solidFill>
                            <a:srgbClr val="000000"/>
                          </a:solidFill>
                          <a:effectLst/>
                          <a:latin typeface="Roboto Light" panose="02000000000000000000" pitchFamily="2" charset="0"/>
                        </a:rPr>
                        <a:t>Caixa Seg.</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CXSE3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800" b="0" i="0" u="none" strike="noStrike" dirty="0">
                          <a:solidFill>
                            <a:srgbClr val="000000"/>
                          </a:solidFill>
                          <a:effectLst/>
                          <a:latin typeface="Roboto Light" panose="02000000000000000000" pitchFamily="2" charset="0"/>
                        </a:rPr>
                        <a:t>R$ 20.00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164406151"/>
                  </a:ext>
                </a:extLst>
              </a:tr>
            </a:tbl>
          </a:graphicData>
        </a:graphic>
      </p:graphicFrame>
      <p:graphicFrame>
        <p:nvGraphicFramePr>
          <p:cNvPr id="4" name="Chart 3">
            <a:extLst>
              <a:ext uri="{FF2B5EF4-FFF2-40B4-BE49-F238E27FC236}">
                <a16:creationId xmlns:a16="http://schemas.microsoft.com/office/drawing/2014/main" id="{F2C5ED54-969C-4643-852A-5CCBAA1EA41F}"/>
              </a:ext>
            </a:extLst>
          </p:cNvPr>
          <p:cNvGraphicFramePr>
            <a:graphicFrameLocks/>
          </p:cNvGraphicFramePr>
          <p:nvPr>
            <p:extLst>
              <p:ext uri="{D42A27DB-BD31-4B8C-83A1-F6EECF244321}">
                <p14:modId xmlns:p14="http://schemas.microsoft.com/office/powerpoint/2010/main" val="1496990544"/>
              </p:ext>
            </p:extLst>
          </p:nvPr>
        </p:nvGraphicFramePr>
        <p:xfrm>
          <a:off x="3536951" y="6958088"/>
          <a:ext cx="2951599" cy="240203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Table 11">
            <a:extLst>
              <a:ext uri="{FF2B5EF4-FFF2-40B4-BE49-F238E27FC236}">
                <a16:creationId xmlns:a16="http://schemas.microsoft.com/office/drawing/2014/main" id="{19F202D6-B677-9BB3-5BEE-A629097D2C5A}"/>
              </a:ext>
            </a:extLst>
          </p:cNvPr>
          <p:cNvGraphicFramePr>
            <a:graphicFrameLocks noGrp="1"/>
          </p:cNvGraphicFramePr>
          <p:nvPr>
            <p:extLst>
              <p:ext uri="{D42A27DB-BD31-4B8C-83A1-F6EECF244321}">
                <p14:modId xmlns:p14="http://schemas.microsoft.com/office/powerpoint/2010/main" val="2763092102"/>
              </p:ext>
            </p:extLst>
          </p:nvPr>
        </p:nvGraphicFramePr>
        <p:xfrm>
          <a:off x="390152" y="6928945"/>
          <a:ext cx="2930900" cy="2431182"/>
        </p:xfrm>
        <a:graphic>
          <a:graphicData uri="http://schemas.openxmlformats.org/drawingml/2006/table">
            <a:tbl>
              <a:tblPr/>
              <a:tblGrid>
                <a:gridCol w="561972">
                  <a:extLst>
                    <a:ext uri="{9D8B030D-6E8A-4147-A177-3AD203B41FA5}">
                      <a16:colId xmlns:a16="http://schemas.microsoft.com/office/drawing/2014/main" val="2873662499"/>
                    </a:ext>
                  </a:extLst>
                </a:gridCol>
                <a:gridCol w="561972">
                  <a:extLst>
                    <a:ext uri="{9D8B030D-6E8A-4147-A177-3AD203B41FA5}">
                      <a16:colId xmlns:a16="http://schemas.microsoft.com/office/drawing/2014/main" val="2193441567"/>
                    </a:ext>
                  </a:extLst>
                </a:gridCol>
                <a:gridCol w="561972">
                  <a:extLst>
                    <a:ext uri="{9D8B030D-6E8A-4147-A177-3AD203B41FA5}">
                      <a16:colId xmlns:a16="http://schemas.microsoft.com/office/drawing/2014/main" val="2571395493"/>
                    </a:ext>
                  </a:extLst>
                </a:gridCol>
                <a:gridCol w="683012">
                  <a:extLst>
                    <a:ext uri="{9D8B030D-6E8A-4147-A177-3AD203B41FA5}">
                      <a16:colId xmlns:a16="http://schemas.microsoft.com/office/drawing/2014/main" val="347150569"/>
                    </a:ext>
                  </a:extLst>
                </a:gridCol>
                <a:gridCol w="561972">
                  <a:extLst>
                    <a:ext uri="{9D8B030D-6E8A-4147-A177-3AD203B41FA5}">
                      <a16:colId xmlns:a16="http://schemas.microsoft.com/office/drawing/2014/main" val="1754292602"/>
                    </a:ext>
                  </a:extLst>
                </a:gridCol>
              </a:tblGrid>
              <a:tr h="374028">
                <a:tc>
                  <a:txBody>
                    <a:bodyPr/>
                    <a:lstStyle/>
                    <a:p>
                      <a:pPr algn="ctr" fontAlgn="ctr">
                        <a:buNone/>
                      </a:pPr>
                      <a:r>
                        <a:rPr lang="pt-BR" sz="900" b="1" i="0" u="none" strike="noStrike">
                          <a:solidFill>
                            <a:srgbClr val="000000"/>
                          </a:solidFill>
                          <a:effectLst/>
                          <a:latin typeface="Roboto Light" panose="02000000000000000000" pitchFamily="2" charset="0"/>
                        </a:rPr>
                        <a:t>Ticker</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Weight</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Date of Inclusion</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Return since Inclusion</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MTD Return</a:t>
                      </a:r>
                    </a:p>
                  </a:txBody>
                  <a:tcPr marL="7620" marR="7620" marT="7620" marB="0" anchor="ctr">
                    <a:lnL>
                      <a:noFill/>
                    </a:lnL>
                    <a:lnR>
                      <a:noFill/>
                    </a:lnR>
                    <a:lnT>
                      <a:noFill/>
                    </a:lnT>
                    <a:lnB>
                      <a:noFill/>
                    </a:lnB>
                    <a:solidFill>
                      <a:srgbClr val="8EB3DF"/>
                    </a:solidFill>
                  </a:tcPr>
                </a:tc>
                <a:extLst>
                  <a:ext uri="{0D108BD9-81ED-4DB2-BD59-A6C34878D82A}">
                    <a16:rowId xmlns:a16="http://schemas.microsoft.com/office/drawing/2014/main" val="3053905216"/>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ALOS3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15.2%</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11.6%</a:t>
                      </a:r>
                    </a:p>
                  </a:txBody>
                  <a:tcPr marL="7620" marR="7620" marT="7620" marB="0" anchor="b">
                    <a:lnL>
                      <a:noFill/>
                    </a:lnL>
                    <a:lnR>
                      <a:noFill/>
                    </a:lnR>
                    <a:lnT>
                      <a:noFill/>
                    </a:lnT>
                    <a:lnB>
                      <a:noFill/>
                    </a:lnB>
                    <a:noFill/>
                  </a:tcPr>
                </a:tc>
                <a:extLst>
                  <a:ext uri="{0D108BD9-81ED-4DB2-BD59-A6C34878D82A}">
                    <a16:rowId xmlns:a16="http://schemas.microsoft.com/office/drawing/2014/main" val="580264389"/>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AXIA3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12.50%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Jun-26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5.6%</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4.2%</a:t>
                      </a:r>
                    </a:p>
                  </a:txBody>
                  <a:tcPr marL="7620" marR="7620" marT="7620" marB="0" anchor="b">
                    <a:lnL>
                      <a:noFill/>
                    </a:lnL>
                    <a:lnR>
                      <a:noFill/>
                    </a:lnR>
                    <a:lnT>
                      <a:noFill/>
                    </a:lnT>
                    <a:lnB>
                      <a:noFill/>
                    </a:lnB>
                    <a:noFill/>
                  </a:tcPr>
                </a:tc>
                <a:extLst>
                  <a:ext uri="{0D108BD9-81ED-4DB2-BD59-A6C34878D82A}">
                    <a16:rowId xmlns:a16="http://schemas.microsoft.com/office/drawing/2014/main" val="3078335972"/>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B3SA3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Nov-24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114.9%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14.5%</a:t>
                      </a:r>
                    </a:p>
                  </a:txBody>
                  <a:tcPr marL="7620" marR="7620" marT="7620" marB="0" anchor="b">
                    <a:lnL>
                      <a:noFill/>
                    </a:lnL>
                    <a:lnR>
                      <a:noFill/>
                    </a:lnR>
                    <a:lnT>
                      <a:noFill/>
                    </a:lnT>
                    <a:lnB>
                      <a:noFill/>
                    </a:lnB>
                    <a:noFill/>
                  </a:tcPr>
                </a:tc>
                <a:extLst>
                  <a:ext uri="{0D108BD9-81ED-4DB2-BD59-A6C34878D82A}">
                    <a16:rowId xmlns:a16="http://schemas.microsoft.com/office/drawing/2014/main" val="3557271520"/>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CPLE3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34.7%</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7.0%</a:t>
                      </a:r>
                    </a:p>
                  </a:txBody>
                  <a:tcPr marL="7620" marR="7620" marT="7620" marB="0" anchor="b">
                    <a:lnL>
                      <a:noFill/>
                    </a:lnL>
                    <a:lnR>
                      <a:noFill/>
                    </a:lnR>
                    <a:lnT>
                      <a:noFill/>
                    </a:lnT>
                    <a:lnB>
                      <a:noFill/>
                    </a:lnB>
                    <a:noFill/>
                  </a:tcPr>
                </a:tc>
                <a:extLst>
                  <a:ext uri="{0D108BD9-81ED-4DB2-BD59-A6C34878D82A}">
                    <a16:rowId xmlns:a16="http://schemas.microsoft.com/office/drawing/2014/main" val="2380615338"/>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CSMG3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Aug-26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-11.9%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2.4%</a:t>
                      </a:r>
                    </a:p>
                  </a:txBody>
                  <a:tcPr marL="7620" marR="7620" marT="7620" marB="0" anchor="b">
                    <a:lnL>
                      <a:noFill/>
                    </a:lnL>
                    <a:lnR>
                      <a:noFill/>
                    </a:lnR>
                    <a:lnT>
                      <a:noFill/>
                    </a:lnT>
                    <a:lnB>
                      <a:noFill/>
                    </a:lnB>
                    <a:noFill/>
                  </a:tcPr>
                </a:tc>
                <a:extLst>
                  <a:ext uri="{0D108BD9-81ED-4DB2-BD59-A6C34878D82A}">
                    <a16:rowId xmlns:a16="http://schemas.microsoft.com/office/drawing/2014/main" val="822928959"/>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CXSE3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Mar-25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47.7%</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2.8%</a:t>
                      </a:r>
                    </a:p>
                  </a:txBody>
                  <a:tcPr marL="7620" marR="7620" marT="7620" marB="0" anchor="b">
                    <a:lnL>
                      <a:noFill/>
                    </a:lnL>
                    <a:lnR>
                      <a:noFill/>
                    </a:lnR>
                    <a:lnT>
                      <a:noFill/>
                    </a:lnT>
                    <a:lnB>
                      <a:noFill/>
                    </a:lnB>
                    <a:noFill/>
                  </a:tcPr>
                </a:tc>
                <a:extLst>
                  <a:ext uri="{0D108BD9-81ED-4DB2-BD59-A6C34878D82A}">
                    <a16:rowId xmlns:a16="http://schemas.microsoft.com/office/drawing/2014/main" val="877416017"/>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ITUB4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Dec-22</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156.6%</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12.1%</a:t>
                      </a:r>
                    </a:p>
                  </a:txBody>
                  <a:tcPr marL="7620" marR="7620" marT="7620" marB="0" anchor="b">
                    <a:lnL>
                      <a:noFill/>
                    </a:lnL>
                    <a:lnR>
                      <a:noFill/>
                    </a:lnR>
                    <a:lnT>
                      <a:noFill/>
                    </a:lnT>
                    <a:lnB>
                      <a:noFill/>
                    </a:lnB>
                    <a:noFill/>
                  </a:tcPr>
                </a:tc>
                <a:extLst>
                  <a:ext uri="{0D108BD9-81ED-4DB2-BD59-A6C34878D82A}">
                    <a16:rowId xmlns:a16="http://schemas.microsoft.com/office/drawing/2014/main" val="4113790649"/>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PETR4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12.50%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Jun-24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71.0%</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9.1%</a:t>
                      </a:r>
                    </a:p>
                  </a:txBody>
                  <a:tcPr marL="7620" marR="7620" marT="7620" marB="0" anchor="b">
                    <a:lnL>
                      <a:noFill/>
                    </a:lnL>
                    <a:lnR>
                      <a:noFill/>
                    </a:lnR>
                    <a:lnT>
                      <a:noFill/>
                    </a:lnT>
                    <a:lnB>
                      <a:noFill/>
                    </a:lnB>
                    <a:noFill/>
                  </a:tcPr>
                </a:tc>
                <a:extLst>
                  <a:ext uri="{0D108BD9-81ED-4DB2-BD59-A6C34878D82A}">
                    <a16:rowId xmlns:a16="http://schemas.microsoft.com/office/drawing/2014/main" val="2207192063"/>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PRIO3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-8.3%</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-2.8%</a:t>
                      </a:r>
                    </a:p>
                  </a:txBody>
                  <a:tcPr marL="7620" marR="7620" marT="7620" marB="0" anchor="b">
                    <a:lnL>
                      <a:noFill/>
                    </a:lnL>
                    <a:lnR>
                      <a:noFill/>
                    </a:lnR>
                    <a:lnT>
                      <a:noFill/>
                    </a:lnT>
                    <a:lnB>
                      <a:noFill/>
                    </a:lnB>
                    <a:noFill/>
                  </a:tcPr>
                </a:tc>
                <a:extLst>
                  <a:ext uri="{0D108BD9-81ED-4DB2-BD59-A6C34878D82A}">
                    <a16:rowId xmlns:a16="http://schemas.microsoft.com/office/drawing/2014/main" val="455542649"/>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VALE3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12.50%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20.3%</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-10.2%</a:t>
                      </a:r>
                    </a:p>
                  </a:txBody>
                  <a:tcPr marL="7620" marR="7620" marT="7620" marB="0" anchor="b">
                    <a:lnL>
                      <a:noFill/>
                    </a:lnL>
                    <a:lnR>
                      <a:noFill/>
                    </a:lnR>
                    <a:lnT>
                      <a:noFill/>
                    </a:lnT>
                    <a:lnB>
                      <a:noFill/>
                    </a:lnB>
                    <a:noFill/>
                  </a:tcPr>
                </a:tc>
                <a:extLst>
                  <a:ext uri="{0D108BD9-81ED-4DB2-BD59-A6C34878D82A}">
                    <a16:rowId xmlns:a16="http://schemas.microsoft.com/office/drawing/2014/main" val="3182538288"/>
                  </a:ext>
                </a:extLst>
              </a:tr>
              <a:tr h="187014">
                <a:tc>
                  <a:txBody>
                    <a:bodyPr/>
                    <a:lstStyle/>
                    <a:p>
                      <a:pPr algn="ctr" fontAlgn="b">
                        <a:buNone/>
                      </a:pPr>
                      <a:r>
                        <a:rPr lang="pt-BR" sz="900" b="0" i="0" u="none" strike="noStrike">
                          <a:solidFill>
                            <a:srgbClr val="000000"/>
                          </a:solidFill>
                          <a:effectLst/>
                          <a:latin typeface="Roboto Light" panose="02000000000000000000" pitchFamily="2" charset="0"/>
                        </a:rPr>
                        <a:t>VIVT3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Apr-24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41.1%</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0.4%</a:t>
                      </a:r>
                    </a:p>
                  </a:txBody>
                  <a:tcPr marL="7620" marR="7620" marT="7620" marB="0" anchor="b">
                    <a:lnL>
                      <a:noFill/>
                    </a:lnL>
                    <a:lnR>
                      <a:noFill/>
                    </a:lnR>
                    <a:lnT>
                      <a:noFill/>
                    </a:lnT>
                    <a:lnB>
                      <a:noFill/>
                    </a:lnB>
                    <a:noFill/>
                  </a:tcPr>
                </a:tc>
                <a:extLst>
                  <a:ext uri="{0D108BD9-81ED-4DB2-BD59-A6C34878D82A}">
                    <a16:rowId xmlns:a16="http://schemas.microsoft.com/office/drawing/2014/main" val="1323653984"/>
                  </a:ext>
                </a:extLst>
              </a:tr>
            </a:tbl>
          </a:graphicData>
        </a:graphic>
      </p:graphicFrame>
      <p:sp>
        <p:nvSpPr>
          <p:cNvPr id="14" name="Rectangle 13">
            <a:extLst>
              <a:ext uri="{FF2B5EF4-FFF2-40B4-BE49-F238E27FC236}">
                <a16:creationId xmlns:a16="http://schemas.microsoft.com/office/drawing/2014/main" id="{529131C8-ABFD-7AC2-2C67-190F7ACFA20A}"/>
              </a:ext>
            </a:extLst>
          </p:cNvPr>
          <p:cNvSpPr/>
          <p:nvPr/>
        </p:nvSpPr>
        <p:spPr>
          <a:xfrm>
            <a:off x="1759353" y="3254375"/>
            <a:ext cx="2314240" cy="162087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ATUALIZAR</a:t>
            </a:r>
          </a:p>
        </p:txBody>
      </p:sp>
    </p:spTree>
    <p:extLst>
      <p:ext uri="{BB962C8B-B14F-4D97-AF65-F5344CB8AC3E}">
        <p14:creationId xmlns:p14="http://schemas.microsoft.com/office/powerpoint/2010/main" val="385596437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A7564165-F63F-46A1-17D6-5A06094FD902}"/>
              </a:ext>
            </a:extLst>
          </p:cNvPr>
          <p:cNvSpPr>
            <a:spLocks noGrp="1"/>
          </p:cNvSpPr>
          <p:nvPr>
            <p:ph type="body" sz="quarter" idx="20"/>
          </p:nvPr>
        </p:nvSpPr>
        <p:spPr>
          <a:xfrm>
            <a:off x="404812" y="1646480"/>
            <a:ext cx="6063034" cy="1336841"/>
          </a:xfrm>
        </p:spPr>
        <p:txBody>
          <a:bodyPr anchor="t"/>
          <a:lstStyle/>
          <a:p>
            <a:pPr>
              <a:lnSpc>
                <a:spcPct val="100000"/>
              </a:lnSpc>
            </a:pPr>
            <a:r>
              <a:rPr lang="en-US" sz="900" b="1">
                <a:solidFill>
                  <a:schemeClr val="tx1"/>
                </a:solidFill>
              </a:rPr>
              <a:t>We are adding COGN3 with a 10% weight.</a:t>
            </a:r>
            <a:r>
              <a:rPr lang="en-US" sz="900">
                <a:solidFill>
                  <a:schemeClr val="tx1"/>
                </a:solidFill>
              </a:rPr>
              <a:t> Cogna offers a resilient earnings profile, with better execution and strong cash generation (~20% FCF yield) supporting deleveraging; Nursing should ramp up in 2027, and the stock trades at ~4.4x 2027 P/E. </a:t>
            </a:r>
            <a:r>
              <a:rPr lang="en-US" sz="900" b="1">
                <a:solidFill>
                  <a:schemeClr val="tx1"/>
                </a:solidFill>
              </a:rPr>
              <a:t>We are increasing TUPY3 from 5% to 7.5%</a:t>
            </a:r>
            <a:r>
              <a:rPr lang="en-US" sz="900">
                <a:solidFill>
                  <a:schemeClr val="tx1"/>
                </a:solidFill>
              </a:rPr>
              <a:t>, as stronger U.S. heavy-duty indicators point to better volumes and margins. </a:t>
            </a:r>
            <a:r>
              <a:rPr lang="en-US" sz="900" b="1">
                <a:solidFill>
                  <a:schemeClr val="tx1"/>
                </a:solidFill>
              </a:rPr>
              <a:t>We are increasing ECOR3 from 5% to 10%.</a:t>
            </a:r>
            <a:r>
              <a:rPr lang="en-US" sz="900">
                <a:solidFill>
                  <a:schemeClr val="tx1"/>
                </a:solidFill>
              </a:rPr>
              <a:t> </a:t>
            </a:r>
            <a:r>
              <a:rPr lang="en-US" sz="900" b="1" dirty="0">
                <a:solidFill>
                  <a:schemeClr val="tx1"/>
                </a:solidFill>
              </a:rPr>
              <a:t>We are removing CEAB3 (from 5%)</a:t>
            </a:r>
            <a:r>
              <a:rPr lang="en-US" sz="900" dirty="0">
                <a:solidFill>
                  <a:schemeClr val="tx1"/>
                </a:solidFill>
              </a:rPr>
              <a:t>, as macro and competition weigh on apparel ahead of 3Q results. </a:t>
            </a:r>
            <a:r>
              <a:rPr lang="en-US" sz="900" b="1" dirty="0">
                <a:solidFill>
                  <a:schemeClr val="tx1"/>
                </a:solidFill>
              </a:rPr>
              <a:t>We are removing TTEN3 (from 5%)</a:t>
            </a:r>
            <a:r>
              <a:rPr lang="en-US" sz="900" dirty="0">
                <a:solidFill>
                  <a:schemeClr val="tx1"/>
                </a:solidFill>
              </a:rPr>
              <a:t>, given the risk of further earnings cuts and lower visibility. </a:t>
            </a:r>
            <a:r>
              <a:rPr lang="en-US" sz="900" b="1" dirty="0">
                <a:solidFill>
                  <a:schemeClr val="tx1"/>
                </a:solidFill>
              </a:rPr>
              <a:t>We are reducing ORVR3 from 15% to 10%</a:t>
            </a:r>
            <a:r>
              <a:rPr lang="en-US" sz="900" dirty="0">
                <a:solidFill>
                  <a:schemeClr val="tx1"/>
                </a:solidFill>
              </a:rPr>
              <a:t>, as short-term momentum looks less favorable. </a:t>
            </a:r>
            <a:r>
              <a:rPr lang="en-US" sz="900" b="1" dirty="0">
                <a:solidFill>
                  <a:schemeClr val="tx1"/>
                </a:solidFill>
              </a:rPr>
              <a:t>We are reducing ALUP11 from 12.5% to 10%</a:t>
            </a:r>
            <a:r>
              <a:rPr lang="en-US" sz="900" dirty="0">
                <a:solidFill>
                  <a:schemeClr val="tx1"/>
                </a:solidFill>
              </a:rPr>
              <a:t> to cut exposure to defensive names and reallocate to stocks with a better short-term risk-reward.</a:t>
            </a:r>
            <a:endParaRPr kumimoji="0" lang="en-US" sz="900" i="0" u="none" strike="noStrike" kern="0" cap="none" spc="0" normalizeH="0" baseline="0" noProof="0" dirty="0">
              <a:ln>
                <a:noFill/>
              </a:ln>
              <a:solidFill>
                <a:schemeClr val="tx1"/>
              </a:solidFill>
              <a:effectLst/>
              <a:highlight>
                <a:srgbClr val="FFFF00"/>
              </a:highlight>
              <a:uLnTx/>
              <a:uFillTx/>
            </a:endParaRPr>
          </a:p>
        </p:txBody>
      </p:sp>
      <p:sp>
        <p:nvSpPr>
          <p:cNvPr id="6" name="Content Placeholder 5">
            <a:extLst>
              <a:ext uri="{FF2B5EF4-FFF2-40B4-BE49-F238E27FC236}">
                <a16:creationId xmlns:a16="http://schemas.microsoft.com/office/drawing/2014/main" id="{D15FCB87-4C31-9069-D27F-467CFACDA838}"/>
              </a:ext>
            </a:extLst>
          </p:cNvPr>
          <p:cNvSpPr>
            <a:spLocks noGrp="1"/>
          </p:cNvSpPr>
          <p:nvPr>
            <p:ph sz="quarter" idx="23"/>
          </p:nvPr>
        </p:nvSpPr>
        <p:spPr>
          <a:xfrm>
            <a:off x="382829" y="6958088"/>
            <a:ext cx="2938221" cy="230832"/>
          </a:xfrm>
        </p:spPr>
        <p:txBody>
          <a:bodyPr/>
          <a:lstStyle/>
          <a:p>
            <a:r>
              <a:rPr lang="en-US" noProof="0"/>
              <a:t>Performance by constituent</a:t>
            </a:r>
          </a:p>
        </p:txBody>
      </p:sp>
      <p:sp>
        <p:nvSpPr>
          <p:cNvPr id="11" name="Content Placeholder 10">
            <a:extLst>
              <a:ext uri="{FF2B5EF4-FFF2-40B4-BE49-F238E27FC236}">
                <a16:creationId xmlns:a16="http://schemas.microsoft.com/office/drawing/2014/main" id="{F3B3D90F-1ECB-2120-B262-76CA58737F03}"/>
              </a:ext>
            </a:extLst>
          </p:cNvPr>
          <p:cNvSpPr>
            <a:spLocks noGrp="1"/>
          </p:cNvSpPr>
          <p:nvPr>
            <p:ph sz="quarter" idx="24"/>
          </p:nvPr>
        </p:nvSpPr>
        <p:spPr>
          <a:xfrm>
            <a:off x="3496105" y="6958088"/>
            <a:ext cx="2949758" cy="230832"/>
          </a:xfrm>
        </p:spPr>
        <p:txBody>
          <a:bodyPr/>
          <a:lstStyle/>
          <a:p>
            <a:r>
              <a:rPr lang="en-US" noProof="0"/>
              <a:t>Performance vs. Ibovespa (100 = April 30, 2021)</a:t>
            </a:r>
          </a:p>
        </p:txBody>
      </p:sp>
      <p:sp>
        <p:nvSpPr>
          <p:cNvPr id="19" name="Content Placeholder 18">
            <a:extLst>
              <a:ext uri="{FF2B5EF4-FFF2-40B4-BE49-F238E27FC236}">
                <a16:creationId xmlns:a16="http://schemas.microsoft.com/office/drawing/2014/main" id="{B4C95784-705D-8A9B-6F95-AED2D4246F28}"/>
              </a:ext>
            </a:extLst>
          </p:cNvPr>
          <p:cNvSpPr>
            <a:spLocks noGrp="1"/>
          </p:cNvSpPr>
          <p:nvPr>
            <p:ph sz="quarter" idx="30"/>
          </p:nvPr>
        </p:nvSpPr>
        <p:spPr>
          <a:xfrm>
            <a:off x="382827" y="3095415"/>
            <a:ext cx="4824000" cy="230832"/>
          </a:xfrm>
        </p:spPr>
        <p:txBody>
          <a:bodyPr/>
          <a:lstStyle/>
          <a:p>
            <a:r>
              <a:rPr lang="en-US" noProof="0"/>
              <a:t>XP Brazil Top Small Caps Portfolio</a:t>
            </a:r>
          </a:p>
        </p:txBody>
      </p:sp>
      <p:sp>
        <p:nvSpPr>
          <p:cNvPr id="7" name="Espaço Reservado para Texto 6">
            <a:extLst>
              <a:ext uri="{FF2B5EF4-FFF2-40B4-BE49-F238E27FC236}">
                <a16:creationId xmlns:a16="http://schemas.microsoft.com/office/drawing/2014/main" id="{A893E32A-E380-E402-096F-C7863485AB9A}"/>
              </a:ext>
            </a:extLst>
          </p:cNvPr>
          <p:cNvSpPr>
            <a:spLocks noGrp="1"/>
          </p:cNvSpPr>
          <p:nvPr>
            <p:ph type="body" sz="quarter" idx="16"/>
          </p:nvPr>
        </p:nvSpPr>
        <p:spPr/>
        <p:txBody>
          <a:bodyPr/>
          <a:lstStyle/>
          <a:p>
            <a:r>
              <a:rPr lang="en-US" noProof="0"/>
              <a:t>XP Brazil Top Small Caps Portfolio</a:t>
            </a:r>
          </a:p>
        </p:txBody>
      </p:sp>
      <p:sp>
        <p:nvSpPr>
          <p:cNvPr id="8" name="Espaço Reservado para Texto 7">
            <a:extLst>
              <a:ext uri="{FF2B5EF4-FFF2-40B4-BE49-F238E27FC236}">
                <a16:creationId xmlns:a16="http://schemas.microsoft.com/office/drawing/2014/main" id="{4CBD1FB9-B382-A18F-CFC1-8089ED1F0C74}"/>
              </a:ext>
            </a:extLst>
          </p:cNvPr>
          <p:cNvSpPr>
            <a:spLocks noGrp="1"/>
          </p:cNvSpPr>
          <p:nvPr>
            <p:ph type="body" sz="quarter" idx="17"/>
          </p:nvPr>
        </p:nvSpPr>
        <p:spPr/>
        <p:txBody>
          <a:bodyPr/>
          <a:lstStyle/>
          <a:p>
            <a:r>
              <a:rPr lang="en-US">
                <a:solidFill>
                  <a:schemeClr val="tx1"/>
                </a:solidFill>
              </a:rPr>
              <a:t>Adding COGN3; Increasing TUPY3, ECOR3; Removing CEAB3, TTEN3; Reducing ORVR3, ALUP11</a:t>
            </a:r>
            <a:endParaRPr lang="en-US" noProof="0" dirty="0">
              <a:solidFill>
                <a:schemeClr val="tx1"/>
              </a:solidFill>
            </a:endParaRPr>
          </a:p>
        </p:txBody>
      </p:sp>
      <p:sp>
        <p:nvSpPr>
          <p:cNvPr id="9" name="Espaço Reservado para Texto 8">
            <a:extLst>
              <a:ext uri="{FF2B5EF4-FFF2-40B4-BE49-F238E27FC236}">
                <a16:creationId xmlns:a16="http://schemas.microsoft.com/office/drawing/2014/main" id="{B286C638-1099-80DF-800B-ADBB3160A09E}"/>
              </a:ext>
            </a:extLst>
          </p:cNvPr>
          <p:cNvSpPr>
            <a:spLocks noGrp="1"/>
          </p:cNvSpPr>
          <p:nvPr>
            <p:ph type="body" sz="quarter" idx="31"/>
          </p:nvPr>
        </p:nvSpPr>
        <p:spPr/>
        <p:txBody>
          <a:bodyPr/>
          <a:lstStyle/>
          <a:p>
            <a:r>
              <a:rPr lang="en-US" dirty="0"/>
              <a:t>Source: Economatica and XP Research. Portfolio returns include dividends. Data as of 09/30/2026.</a:t>
            </a:r>
          </a:p>
        </p:txBody>
      </p:sp>
      <p:sp>
        <p:nvSpPr>
          <p:cNvPr id="10" name="Espaço Reservado para Data 9">
            <a:extLst>
              <a:ext uri="{FF2B5EF4-FFF2-40B4-BE49-F238E27FC236}">
                <a16:creationId xmlns:a16="http://schemas.microsoft.com/office/drawing/2014/main" id="{70290F73-E0E3-C508-193A-EEADB855B00C}"/>
              </a:ext>
            </a:extLst>
          </p:cNvPr>
          <p:cNvSpPr>
            <a:spLocks noGrp="1"/>
          </p:cNvSpPr>
          <p:nvPr>
            <p:ph type="dt" sz="half" idx="2"/>
          </p:nvPr>
        </p:nvSpPr>
        <p:spPr/>
        <p:txBody>
          <a:bodyPr/>
          <a:lstStyle/>
          <a:p>
            <a:fld id="{75E1B4BD-AECB-402F-9C40-83450DE582AA}" type="datetime4">
              <a:rPr kumimoji="0" lang="en-US" sz="1200" b="0" i="0" u="none" strike="noStrike" kern="1200" cap="none" spc="0" normalizeH="0" baseline="0" noProof="0" smtClean="0">
                <a:ln>
                  <a:noFill/>
                </a:ln>
                <a:solidFill>
                  <a:srgbClr val="74797C"/>
                </a:solidFill>
                <a:effectLst/>
                <a:uLnTx/>
                <a:uFillTx/>
                <a:latin typeface="Roboto Light" panose="02000000000000000000" pitchFamily="2" charset="0"/>
                <a:ea typeface="Roboto Light" panose="02000000000000000000" pitchFamily="2" charset="0"/>
                <a:cs typeface="Roboto Light" panose="02000000000000000000" pitchFamily="2" charset="0"/>
              </a:rPr>
              <a:t>October 30, 2026</a:t>
            </a:fld>
            <a:endParaRPr lang="en-US" noProof="0"/>
          </a:p>
        </p:txBody>
      </p:sp>
      <p:sp>
        <p:nvSpPr>
          <p:cNvPr id="23" name="Content Placeholder 10">
            <a:extLst>
              <a:ext uri="{FF2B5EF4-FFF2-40B4-BE49-F238E27FC236}">
                <a16:creationId xmlns:a16="http://schemas.microsoft.com/office/drawing/2014/main" id="{37746E85-45F2-B3BC-27B9-CC3728D8CFBC}"/>
              </a:ext>
            </a:extLst>
          </p:cNvPr>
          <p:cNvSpPr txBox="1">
            <a:spLocks/>
          </p:cNvSpPr>
          <p:nvPr/>
        </p:nvSpPr>
        <p:spPr>
          <a:xfrm>
            <a:off x="5270500" y="3095415"/>
            <a:ext cx="121805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Annual performance</a:t>
            </a:r>
          </a:p>
        </p:txBody>
      </p:sp>
      <p:sp>
        <p:nvSpPr>
          <p:cNvPr id="17" name="Content Placeholder 13">
            <a:extLst>
              <a:ext uri="{FF2B5EF4-FFF2-40B4-BE49-F238E27FC236}">
                <a16:creationId xmlns:a16="http://schemas.microsoft.com/office/drawing/2014/main" id="{06E48D35-DF8D-27D5-B116-E3B7122EC7EA}"/>
              </a:ext>
            </a:extLst>
          </p:cNvPr>
          <p:cNvSpPr txBox="1">
            <a:spLocks/>
          </p:cNvSpPr>
          <p:nvPr/>
        </p:nvSpPr>
        <p:spPr>
          <a:xfrm>
            <a:off x="382828" y="5704204"/>
            <a:ext cx="609840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Performance</a:t>
            </a:r>
          </a:p>
        </p:txBody>
      </p:sp>
      <p:graphicFrame>
        <p:nvGraphicFramePr>
          <p:cNvPr id="12" name="Table 11">
            <a:extLst>
              <a:ext uri="{FF2B5EF4-FFF2-40B4-BE49-F238E27FC236}">
                <a16:creationId xmlns:a16="http://schemas.microsoft.com/office/drawing/2014/main" id="{5D995071-06EE-8DBF-58FF-60FF360A8E27}"/>
              </a:ext>
            </a:extLst>
          </p:cNvPr>
          <p:cNvGraphicFramePr>
            <a:graphicFrameLocks noGrp="1"/>
          </p:cNvGraphicFramePr>
          <p:nvPr>
            <p:extLst>
              <p:ext uri="{D42A27DB-BD31-4B8C-83A1-F6EECF244321}">
                <p14:modId xmlns:p14="http://schemas.microsoft.com/office/powerpoint/2010/main" val="1785084452"/>
              </p:ext>
            </p:extLst>
          </p:nvPr>
        </p:nvGraphicFramePr>
        <p:xfrm>
          <a:off x="5270500" y="3399258"/>
          <a:ext cx="1218050" cy="1847059"/>
        </p:xfrm>
        <a:graphic>
          <a:graphicData uri="http://schemas.openxmlformats.org/drawingml/2006/table">
            <a:tbl>
              <a:tblPr/>
              <a:tblGrid>
                <a:gridCol w="295344">
                  <a:extLst>
                    <a:ext uri="{9D8B030D-6E8A-4147-A177-3AD203B41FA5}">
                      <a16:colId xmlns:a16="http://schemas.microsoft.com/office/drawing/2014/main" val="808040791"/>
                    </a:ext>
                  </a:extLst>
                </a:gridCol>
                <a:gridCol w="520062">
                  <a:extLst>
                    <a:ext uri="{9D8B030D-6E8A-4147-A177-3AD203B41FA5}">
                      <a16:colId xmlns:a16="http://schemas.microsoft.com/office/drawing/2014/main" val="646709585"/>
                    </a:ext>
                  </a:extLst>
                </a:gridCol>
                <a:gridCol w="402644">
                  <a:extLst>
                    <a:ext uri="{9D8B030D-6E8A-4147-A177-3AD203B41FA5}">
                      <a16:colId xmlns:a16="http://schemas.microsoft.com/office/drawing/2014/main" val="3471521901"/>
                    </a:ext>
                  </a:extLst>
                </a:gridCol>
              </a:tblGrid>
              <a:tr h="441407">
                <a:tc>
                  <a:txBody>
                    <a:bodyPr/>
                    <a:lstStyle/>
                    <a:p>
                      <a:pPr algn="ctr" rtl="0" fontAlgn="ctr"/>
                      <a:r>
                        <a:rPr lang="en-US" sz="1000" b="1" i="0" u="none" strike="noStrike" noProof="0">
                          <a:solidFill>
                            <a:srgbClr val="000000"/>
                          </a:solidFill>
                          <a:effectLst/>
                          <a:latin typeface="Roboto Light" panose="02000000000000000000" pitchFamily="2" charset="0"/>
                        </a:rPr>
                        <a:t>Year</a:t>
                      </a:r>
                    </a:p>
                  </a:txBody>
                  <a:tcPr marL="6350" marR="6350" marT="6350" marB="0" anchor="ctr">
                    <a:lnL>
                      <a:noFill/>
                    </a:lnL>
                    <a:lnR>
                      <a:noFill/>
                    </a:lnR>
                    <a:lnT>
                      <a:noFill/>
                    </a:lnT>
                    <a:lnB>
                      <a:noFill/>
                    </a:lnB>
                    <a:solidFill>
                      <a:srgbClr val="8EB3DF"/>
                    </a:solidFill>
                  </a:tcPr>
                </a:tc>
                <a:tc>
                  <a:txBody>
                    <a:bodyPr/>
                    <a:lstStyle/>
                    <a:p>
                      <a:pPr algn="ctr" rtl="0" fontAlgn="ctr"/>
                      <a:r>
                        <a:rPr lang="en-US" sz="1000" b="1" i="0" u="none" strike="noStrike" noProof="0">
                          <a:solidFill>
                            <a:srgbClr val="000000"/>
                          </a:solidFill>
                          <a:effectLst/>
                          <a:latin typeface="Roboto Light" panose="02000000000000000000" pitchFamily="2" charset="0"/>
                        </a:rPr>
                        <a:t>Portfolio </a:t>
                      </a:r>
                    </a:p>
                  </a:txBody>
                  <a:tcPr marL="6350" marR="6350" marT="6350" marB="0" anchor="ctr">
                    <a:lnL>
                      <a:noFill/>
                    </a:lnL>
                    <a:lnR>
                      <a:noFill/>
                    </a:lnR>
                    <a:lnT>
                      <a:noFill/>
                    </a:lnT>
                    <a:lnB>
                      <a:noFill/>
                    </a:lnB>
                    <a:solidFill>
                      <a:srgbClr val="8EB3DF"/>
                    </a:solidFill>
                  </a:tcPr>
                </a:tc>
                <a:tc>
                  <a:txBody>
                    <a:bodyPr/>
                    <a:lstStyle/>
                    <a:p>
                      <a:pPr algn="ctr" rtl="0" fontAlgn="ctr"/>
                      <a:r>
                        <a:rPr lang="en-US" sz="1000" b="1" i="0" u="none" strike="noStrike" noProof="0">
                          <a:solidFill>
                            <a:srgbClr val="000000"/>
                          </a:solidFill>
                          <a:effectLst/>
                          <a:latin typeface="Roboto Light" panose="02000000000000000000" pitchFamily="2" charset="0"/>
                        </a:rPr>
                        <a:t>IBOV</a:t>
                      </a:r>
                    </a:p>
                  </a:txBody>
                  <a:tcPr marL="6350" marR="6350" marT="6350" marB="0" anchor="ctr">
                    <a:lnL>
                      <a:noFill/>
                    </a:lnL>
                    <a:lnR>
                      <a:noFill/>
                    </a:lnR>
                    <a:lnT>
                      <a:noFill/>
                    </a:lnT>
                    <a:lnB w="6350" cap="flat" cmpd="sng" algn="ctr">
                      <a:noFill/>
                      <a:prstDash val="solid"/>
                      <a:round/>
                      <a:headEnd type="none" w="med" len="med"/>
                      <a:tailEnd type="none" w="med" len="med"/>
                    </a:lnB>
                    <a:solidFill>
                      <a:srgbClr val="8EB3DF"/>
                    </a:solidFill>
                  </a:tcPr>
                </a:tc>
                <a:extLst>
                  <a:ext uri="{0D108BD9-81ED-4DB2-BD59-A6C34878D82A}">
                    <a16:rowId xmlns:a16="http://schemas.microsoft.com/office/drawing/2014/main" val="2880646959"/>
                  </a:ext>
                </a:extLst>
              </a:tr>
              <a:tr h="351413">
                <a:tc>
                  <a:txBody>
                    <a:bodyPr/>
                    <a:lstStyle/>
                    <a:p>
                      <a:pPr algn="ctr" rtl="0" fontAlgn="ctr"/>
                      <a:r>
                        <a:rPr lang="en-US" sz="1000" b="1" i="0" u="none" strike="noStrike" noProof="0">
                          <a:solidFill>
                            <a:srgbClr val="000000"/>
                          </a:solidFill>
                          <a:effectLst/>
                          <a:latin typeface="Roboto Light" panose="02000000000000000000" pitchFamily="2" charset="0"/>
                        </a:rPr>
                        <a:t>2025</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64.6%</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34.0%</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85919341"/>
                  </a:ext>
                </a:extLst>
              </a:tr>
              <a:tr h="351413">
                <a:tc>
                  <a:txBody>
                    <a:bodyPr/>
                    <a:lstStyle/>
                    <a:p>
                      <a:pPr algn="ctr" rtl="0" fontAlgn="ctr"/>
                      <a:r>
                        <a:rPr lang="en-US" sz="1000" b="1" i="0" u="none" strike="noStrike" noProof="0">
                          <a:solidFill>
                            <a:srgbClr val="000000"/>
                          </a:solidFill>
                          <a:effectLst/>
                          <a:latin typeface="Roboto Light" panose="02000000000000000000" pitchFamily="2" charset="0"/>
                        </a:rPr>
                        <a:t>2024</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-23.2%</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-10.4%</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6262746"/>
                  </a:ext>
                </a:extLst>
              </a:tr>
              <a:tr h="351413">
                <a:tc>
                  <a:txBody>
                    <a:bodyPr/>
                    <a:lstStyle/>
                    <a:p>
                      <a:pPr algn="ctr" rtl="0" fontAlgn="ctr"/>
                      <a:r>
                        <a:rPr lang="en-US" sz="1000" b="1" i="0" u="none" strike="noStrike" noProof="0">
                          <a:solidFill>
                            <a:srgbClr val="000000"/>
                          </a:solidFill>
                          <a:effectLst/>
                          <a:latin typeface="Roboto Light" panose="02000000000000000000" pitchFamily="2" charset="0"/>
                        </a:rPr>
                        <a:t>2023</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40.5%</a:t>
                      </a:r>
                    </a:p>
                  </a:txBody>
                  <a:tcPr marL="6350" marR="6350" marT="6350" marB="0" anchor="ctr">
                    <a:lnL>
                      <a:noFill/>
                    </a:lnL>
                    <a:lnR>
                      <a:noFill/>
                    </a:lnR>
                    <a:lnT>
                      <a:noFill/>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22.3%</a:t>
                      </a:r>
                    </a:p>
                  </a:txBody>
                  <a:tcPr marL="6350" marR="6350" marT="6350" marB="0" anchor="ctr">
                    <a:lnL>
                      <a:noFill/>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22178703"/>
                  </a:ext>
                </a:extLst>
              </a:tr>
              <a:tr h="351413">
                <a:tc>
                  <a:txBody>
                    <a:bodyPr/>
                    <a:lstStyle/>
                    <a:p>
                      <a:pPr algn="ctr" rtl="0" fontAlgn="ctr"/>
                      <a:r>
                        <a:rPr lang="en-US" sz="1000" b="1" i="0" u="none" strike="noStrike" noProof="0">
                          <a:solidFill>
                            <a:srgbClr val="000000"/>
                          </a:solidFill>
                          <a:effectLst/>
                          <a:latin typeface="Roboto Light" panose="02000000000000000000" pitchFamily="2" charset="0"/>
                        </a:rPr>
                        <a:t>2022</a:t>
                      </a:r>
                    </a:p>
                  </a:txBody>
                  <a:tcPr marL="6350" marR="6350" marT="6350" marB="0" anchor="ctr">
                    <a:lnL>
                      <a:noFill/>
                    </a:lnL>
                    <a:lnR>
                      <a:noFill/>
                    </a:lnR>
                    <a:lnT w="635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14.1%</a:t>
                      </a:r>
                    </a:p>
                  </a:txBody>
                  <a:tcPr marL="6350" marR="6350" marT="6350" marB="0" anchor="ctr">
                    <a:lnL>
                      <a:noFill/>
                    </a:lnL>
                    <a:lnR>
                      <a:noFill/>
                    </a:lnR>
                    <a:lnT w="635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0" i="0" u="none" strike="noStrike" noProof="0">
                          <a:solidFill>
                            <a:srgbClr val="000000"/>
                          </a:solidFill>
                          <a:effectLst/>
                          <a:latin typeface="Roboto Light" panose="02000000000000000000" pitchFamily="2" charset="0"/>
                        </a:rPr>
                        <a:t>4.7%</a:t>
                      </a:r>
                    </a:p>
                  </a:txBody>
                  <a:tcPr marL="6350" marR="6350" marT="6350" marB="0" anchor="ctr">
                    <a:lnL>
                      <a:noFill/>
                    </a:lnL>
                    <a:lnR>
                      <a:noFill/>
                    </a:lnR>
                    <a:lnT w="635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86453493"/>
                  </a:ext>
                </a:extLst>
              </a:tr>
            </a:tbl>
          </a:graphicData>
        </a:graphic>
      </p:graphicFrame>
      <p:graphicFrame>
        <p:nvGraphicFramePr>
          <p:cNvPr id="20" name="Table 19">
            <a:extLst>
              <a:ext uri="{FF2B5EF4-FFF2-40B4-BE49-F238E27FC236}">
                <a16:creationId xmlns:a16="http://schemas.microsoft.com/office/drawing/2014/main" id="{078D6EE3-4473-7270-DEDB-3D29453563A0}"/>
              </a:ext>
            </a:extLst>
          </p:cNvPr>
          <p:cNvGraphicFramePr>
            <a:graphicFrameLocks noGrp="1"/>
          </p:cNvGraphicFramePr>
          <p:nvPr>
            <p:extLst>
              <p:ext uri="{D42A27DB-BD31-4B8C-83A1-F6EECF244321}">
                <p14:modId xmlns:p14="http://schemas.microsoft.com/office/powerpoint/2010/main" val="3987145134"/>
              </p:ext>
            </p:extLst>
          </p:nvPr>
        </p:nvGraphicFramePr>
        <p:xfrm>
          <a:off x="382827" y="6000465"/>
          <a:ext cx="6063035" cy="823808"/>
        </p:xfrm>
        <a:graphic>
          <a:graphicData uri="http://schemas.openxmlformats.org/drawingml/2006/table">
            <a:tbl>
              <a:tblPr/>
              <a:tblGrid>
                <a:gridCol w="1122114">
                  <a:extLst>
                    <a:ext uri="{9D8B030D-6E8A-4147-A177-3AD203B41FA5}">
                      <a16:colId xmlns:a16="http://schemas.microsoft.com/office/drawing/2014/main" val="655060685"/>
                    </a:ext>
                  </a:extLst>
                </a:gridCol>
                <a:gridCol w="1176409">
                  <a:extLst>
                    <a:ext uri="{9D8B030D-6E8A-4147-A177-3AD203B41FA5}">
                      <a16:colId xmlns:a16="http://schemas.microsoft.com/office/drawing/2014/main" val="3275611666"/>
                    </a:ext>
                  </a:extLst>
                </a:gridCol>
                <a:gridCol w="470564">
                  <a:extLst>
                    <a:ext uri="{9D8B030D-6E8A-4147-A177-3AD203B41FA5}">
                      <a16:colId xmlns:a16="http://schemas.microsoft.com/office/drawing/2014/main" val="2384194594"/>
                    </a:ext>
                  </a:extLst>
                </a:gridCol>
                <a:gridCol w="470564">
                  <a:extLst>
                    <a:ext uri="{9D8B030D-6E8A-4147-A177-3AD203B41FA5}">
                      <a16:colId xmlns:a16="http://schemas.microsoft.com/office/drawing/2014/main" val="2627347453"/>
                    </a:ext>
                  </a:extLst>
                </a:gridCol>
                <a:gridCol w="470564">
                  <a:extLst>
                    <a:ext uri="{9D8B030D-6E8A-4147-A177-3AD203B41FA5}">
                      <a16:colId xmlns:a16="http://schemas.microsoft.com/office/drawing/2014/main" val="3458442061"/>
                    </a:ext>
                  </a:extLst>
                </a:gridCol>
                <a:gridCol w="470564">
                  <a:extLst>
                    <a:ext uri="{9D8B030D-6E8A-4147-A177-3AD203B41FA5}">
                      <a16:colId xmlns:a16="http://schemas.microsoft.com/office/drawing/2014/main" val="1898988843"/>
                    </a:ext>
                  </a:extLst>
                </a:gridCol>
                <a:gridCol w="470564">
                  <a:extLst>
                    <a:ext uri="{9D8B030D-6E8A-4147-A177-3AD203B41FA5}">
                      <a16:colId xmlns:a16="http://schemas.microsoft.com/office/drawing/2014/main" val="450618615"/>
                    </a:ext>
                  </a:extLst>
                </a:gridCol>
                <a:gridCol w="470564">
                  <a:extLst>
                    <a:ext uri="{9D8B030D-6E8A-4147-A177-3AD203B41FA5}">
                      <a16:colId xmlns:a16="http://schemas.microsoft.com/office/drawing/2014/main" val="3945731358"/>
                    </a:ext>
                  </a:extLst>
                </a:gridCol>
                <a:gridCol w="470564">
                  <a:extLst>
                    <a:ext uri="{9D8B030D-6E8A-4147-A177-3AD203B41FA5}">
                      <a16:colId xmlns:a16="http://schemas.microsoft.com/office/drawing/2014/main" val="3822319857"/>
                    </a:ext>
                  </a:extLst>
                </a:gridCol>
                <a:gridCol w="470564">
                  <a:extLst>
                    <a:ext uri="{9D8B030D-6E8A-4147-A177-3AD203B41FA5}">
                      <a16:colId xmlns:a16="http://schemas.microsoft.com/office/drawing/2014/main" val="2817188860"/>
                    </a:ext>
                  </a:extLst>
                </a:gridCol>
              </a:tblGrid>
              <a:tr h="205952">
                <a:tc>
                  <a:txBody>
                    <a:bodyPr/>
                    <a:lstStyle/>
                    <a:p>
                      <a:pPr algn="ctr" fontAlgn="b">
                        <a:buNone/>
                      </a:pPr>
                      <a:r>
                        <a:rPr lang="pt-BR" sz="1000" b="1" i="0" u="none" strike="noStrike" dirty="0">
                          <a:solidFill>
                            <a:srgbClr val="000000"/>
                          </a:solidFill>
                          <a:effectLst/>
                          <a:latin typeface="Roboto Light" panose="02000000000000000000" pitchFamily="2" charset="0"/>
                        </a:rPr>
                        <a:t> </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Since inception</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YTD</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LTM</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Sep-26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Aug-26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Jul-26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Jun-26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May-26</a:t>
                      </a:r>
                    </a:p>
                  </a:txBody>
                  <a:tcPr marL="7620" marR="7620" marT="7620" marB="0" anchor="ctr">
                    <a:lnL>
                      <a:noFill/>
                    </a:lnL>
                    <a:lnR>
                      <a:noFill/>
                    </a:lnR>
                    <a:lnT>
                      <a:noFill/>
                    </a:lnT>
                    <a:lnB>
                      <a:noFill/>
                    </a:lnB>
                    <a:solidFill>
                      <a:srgbClr val="8EB3DF"/>
                    </a:solidFill>
                  </a:tcPr>
                </a:tc>
                <a:tc>
                  <a:txBody>
                    <a:bodyPr/>
                    <a:lstStyle/>
                    <a:p>
                      <a:pPr algn="ctr" fontAlgn="b">
                        <a:buNone/>
                      </a:pPr>
                      <a:r>
                        <a:rPr lang="pt-BR" sz="1000" b="1" i="0" u="none" strike="noStrike">
                          <a:solidFill>
                            <a:srgbClr val="000000"/>
                          </a:solidFill>
                          <a:effectLst/>
                          <a:latin typeface="Roboto Light" panose="02000000000000000000" pitchFamily="2" charset="0"/>
                        </a:rPr>
                        <a:t>Apr-26</a:t>
                      </a:r>
                    </a:p>
                  </a:txBody>
                  <a:tcPr marL="7620" marR="7620" marT="7620" marB="0" anchor="ctr">
                    <a:lnL>
                      <a:noFill/>
                    </a:lnL>
                    <a:lnR>
                      <a:noFill/>
                    </a:lnR>
                    <a:lnT>
                      <a:noFill/>
                    </a:lnT>
                    <a:lnB>
                      <a:noFill/>
                    </a:lnB>
                    <a:solidFill>
                      <a:srgbClr val="8EB3DF"/>
                    </a:solidFill>
                  </a:tcPr>
                </a:tc>
                <a:extLst>
                  <a:ext uri="{0D108BD9-81ED-4DB2-BD59-A6C34878D82A}">
                    <a16:rowId xmlns:a16="http://schemas.microsoft.com/office/drawing/2014/main" val="53057411"/>
                  </a:ext>
                </a:extLst>
              </a:tr>
              <a:tr h="205952">
                <a:tc>
                  <a:txBody>
                    <a:bodyPr/>
                    <a:lstStyle/>
                    <a:p>
                      <a:pPr algn="ctr" fontAlgn="b">
                        <a:buNone/>
                      </a:pPr>
                      <a:r>
                        <a:rPr lang="pt-BR" sz="1000" b="1" i="0" u="none" strike="noStrike">
                          <a:solidFill>
                            <a:srgbClr val="000000"/>
                          </a:solidFill>
                          <a:effectLst/>
                          <a:latin typeface="Roboto Light" panose="02000000000000000000" pitchFamily="2" charset="0"/>
                        </a:rPr>
                        <a:t>Top Small Caps</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74.6%</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-8.5%</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-2.6%</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3.0%</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1.2%</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-7.9%</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-1.4%</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-5.1%</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-1.7%</a:t>
                      </a:r>
                    </a:p>
                  </a:txBody>
                  <a:tcPr marL="7620" marR="7620" marT="7620" marB="0" anchor="ctr">
                    <a:lnL>
                      <a:noFill/>
                    </a:lnL>
                    <a:lnR>
                      <a:noFill/>
                    </a:lnR>
                    <a:lnT>
                      <a:noFill/>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058613598"/>
                  </a:ext>
                </a:extLst>
              </a:tr>
              <a:tr h="205952">
                <a:tc>
                  <a:txBody>
                    <a:bodyPr/>
                    <a:lstStyle/>
                    <a:p>
                      <a:pPr algn="ctr" fontAlgn="b">
                        <a:buNone/>
                      </a:pPr>
                      <a:r>
                        <a:rPr lang="pt-BR" sz="1000" b="1" i="0" u="none" strike="noStrike">
                          <a:solidFill>
                            <a:srgbClr val="000000"/>
                          </a:solidFill>
                          <a:effectLst/>
                          <a:latin typeface="Roboto Light" panose="02000000000000000000" pitchFamily="2" charset="0"/>
                        </a:rPr>
                        <a:t>Ibovespa</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56.7%</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15.6%</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27.4%</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5.0%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-0.3%</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3.5%</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-7.2%</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-0.1%</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142578959"/>
                  </a:ext>
                </a:extLst>
              </a:tr>
              <a:tr h="205952">
                <a:tc>
                  <a:txBody>
                    <a:bodyPr/>
                    <a:lstStyle/>
                    <a:p>
                      <a:pPr algn="ctr" fontAlgn="b">
                        <a:buNone/>
                      </a:pPr>
                      <a:r>
                        <a:rPr lang="pt-BR" sz="1000" b="1" i="0" u="none" strike="noStrike">
                          <a:solidFill>
                            <a:srgbClr val="000000"/>
                          </a:solidFill>
                          <a:effectLst/>
                          <a:latin typeface="Roboto Light" panose="02000000000000000000" pitchFamily="2" charset="0"/>
                        </a:rPr>
                        <a:t>SMLL</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a:solidFill>
                            <a:srgbClr val="000000"/>
                          </a:solidFill>
                          <a:effectLst/>
                          <a:latin typeface="Roboto Light" panose="02000000000000000000" pitchFamily="2" charset="0"/>
                        </a:rPr>
                        <a:t>-22.3%</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-1.6%</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1.0%</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rtl="0" fontAlgn="ctr">
                        <a:buNone/>
                      </a:pPr>
                      <a:r>
                        <a:rPr lang="pt-BR" sz="1000" b="0" i="0" u="none" strike="noStrike" dirty="0">
                          <a:solidFill>
                            <a:srgbClr val="000000"/>
                          </a:solidFill>
                          <a:effectLst/>
                          <a:latin typeface="Roboto Light" panose="02000000000000000000" pitchFamily="2" charset="0"/>
                        </a:rPr>
                        <a:t>5.2%</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-1.3%</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-0.8%</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-3.3%</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-3.7%</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b">
                        <a:buNone/>
                      </a:pPr>
                      <a:r>
                        <a:rPr lang="pt-BR" sz="1000" b="0" i="0" u="none" strike="noStrike" dirty="0">
                          <a:solidFill>
                            <a:srgbClr val="000000"/>
                          </a:solidFill>
                          <a:effectLst/>
                          <a:latin typeface="Roboto Light" panose="02000000000000000000" pitchFamily="2" charset="0"/>
                        </a:rPr>
                        <a:t>-3.2%</a:t>
                      </a:r>
                    </a:p>
                  </a:txBody>
                  <a:tcPr marL="7620" marR="7620" marT="7620" marB="0" anchor="ctr">
                    <a:lnL>
                      <a:noFill/>
                    </a:lnL>
                    <a:lnR>
                      <a:noFill/>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745197014"/>
                  </a:ext>
                </a:extLst>
              </a:tr>
            </a:tbl>
          </a:graphicData>
        </a:graphic>
      </p:graphicFrame>
      <p:graphicFrame>
        <p:nvGraphicFramePr>
          <p:cNvPr id="2" name="Table 2">
            <a:extLst>
              <a:ext uri="{FF2B5EF4-FFF2-40B4-BE49-F238E27FC236}">
                <a16:creationId xmlns:a16="http://schemas.microsoft.com/office/drawing/2014/main" id="{BA8172AA-120B-7B5A-0454-B83054506D86}"/>
              </a:ext>
            </a:extLst>
          </p:cNvPr>
          <p:cNvGraphicFramePr>
            <a:graphicFrameLocks noGrp="1"/>
          </p:cNvGraphicFramePr>
          <p:nvPr>
            <p:extLst>
              <p:ext uri="{D42A27DB-BD31-4B8C-83A1-F6EECF244321}">
                <p14:modId xmlns:p14="http://schemas.microsoft.com/office/powerpoint/2010/main" val="1360222668"/>
              </p:ext>
            </p:extLst>
          </p:nvPr>
        </p:nvGraphicFramePr>
        <p:xfrm>
          <a:off x="382828" y="3395661"/>
          <a:ext cx="4823998" cy="2075174"/>
        </p:xfrm>
        <a:graphic>
          <a:graphicData uri="http://schemas.openxmlformats.org/drawingml/2006/table">
            <a:tbl>
              <a:tblPr/>
              <a:tblGrid>
                <a:gridCol w="485396">
                  <a:extLst>
                    <a:ext uri="{9D8B030D-6E8A-4147-A177-3AD203B41FA5}">
                      <a16:colId xmlns:a16="http://schemas.microsoft.com/office/drawing/2014/main" val="1753163454"/>
                    </a:ext>
                  </a:extLst>
                </a:gridCol>
                <a:gridCol w="581277">
                  <a:extLst>
                    <a:ext uri="{9D8B030D-6E8A-4147-A177-3AD203B41FA5}">
                      <a16:colId xmlns:a16="http://schemas.microsoft.com/office/drawing/2014/main" val="360610007"/>
                    </a:ext>
                  </a:extLst>
                </a:gridCol>
                <a:gridCol w="713113">
                  <a:extLst>
                    <a:ext uri="{9D8B030D-6E8A-4147-A177-3AD203B41FA5}">
                      <a16:colId xmlns:a16="http://schemas.microsoft.com/office/drawing/2014/main" val="3285330494"/>
                    </a:ext>
                  </a:extLst>
                </a:gridCol>
                <a:gridCol w="779031">
                  <a:extLst>
                    <a:ext uri="{9D8B030D-6E8A-4147-A177-3AD203B41FA5}">
                      <a16:colId xmlns:a16="http://schemas.microsoft.com/office/drawing/2014/main" val="931202320"/>
                    </a:ext>
                  </a:extLst>
                </a:gridCol>
                <a:gridCol w="808994">
                  <a:extLst>
                    <a:ext uri="{9D8B030D-6E8A-4147-A177-3AD203B41FA5}">
                      <a16:colId xmlns:a16="http://schemas.microsoft.com/office/drawing/2014/main" val="3260996200"/>
                    </a:ext>
                  </a:extLst>
                </a:gridCol>
                <a:gridCol w="323597">
                  <a:extLst>
                    <a:ext uri="{9D8B030D-6E8A-4147-A177-3AD203B41FA5}">
                      <a16:colId xmlns:a16="http://schemas.microsoft.com/office/drawing/2014/main" val="2436413567"/>
                    </a:ext>
                  </a:extLst>
                </a:gridCol>
                <a:gridCol w="323597">
                  <a:extLst>
                    <a:ext uri="{9D8B030D-6E8A-4147-A177-3AD203B41FA5}">
                      <a16:colId xmlns:a16="http://schemas.microsoft.com/office/drawing/2014/main" val="3497770489"/>
                    </a:ext>
                  </a:extLst>
                </a:gridCol>
                <a:gridCol w="323597">
                  <a:extLst>
                    <a:ext uri="{9D8B030D-6E8A-4147-A177-3AD203B41FA5}">
                      <a16:colId xmlns:a16="http://schemas.microsoft.com/office/drawing/2014/main" val="3286646539"/>
                    </a:ext>
                  </a:extLst>
                </a:gridCol>
                <a:gridCol w="485396">
                  <a:extLst>
                    <a:ext uri="{9D8B030D-6E8A-4147-A177-3AD203B41FA5}">
                      <a16:colId xmlns:a16="http://schemas.microsoft.com/office/drawing/2014/main" val="2363715907"/>
                    </a:ext>
                  </a:extLst>
                </a:gridCol>
              </a:tblGrid>
              <a:tr h="260817">
                <a:tc>
                  <a:txBody>
                    <a:bodyPr/>
                    <a:lstStyle/>
                    <a:p>
                      <a:pPr algn="ctr" fontAlgn="ctr">
                        <a:buNone/>
                      </a:pPr>
                      <a:r>
                        <a:rPr lang="pt-BR" sz="700" b="1" i="0" u="none" strike="noStrike">
                          <a:solidFill>
                            <a:srgbClr val="000000"/>
                          </a:solidFill>
                          <a:effectLst/>
                          <a:latin typeface="Roboto Light" panose="02000000000000000000" pitchFamily="2" charset="0"/>
                        </a:rPr>
                        <a:t>Segment</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Sector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Sector Weight (Ibovespa)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Sector Weight (Portfolio)</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Company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Ticker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Weight</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Rating</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tc>
                  <a:txBody>
                    <a:bodyPr/>
                    <a:lstStyle/>
                    <a:p>
                      <a:pPr algn="ctr" fontAlgn="ctr">
                        <a:buNone/>
                      </a:pPr>
                      <a:r>
                        <a:rPr lang="pt-BR" sz="700" b="1" i="0" u="none" strike="noStrike">
                          <a:solidFill>
                            <a:srgbClr val="000000"/>
                          </a:solidFill>
                          <a:effectLst/>
                          <a:latin typeface="Roboto Light" panose="02000000000000000000" pitchFamily="2" charset="0"/>
                        </a:rPr>
                        <a:t>Target Price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solidFill>
                      <a:srgbClr val="8EB3DF"/>
                    </a:solidFill>
                  </a:tcPr>
                </a:tc>
                <a:extLst>
                  <a:ext uri="{0D108BD9-81ED-4DB2-BD59-A6C34878D82A}">
                    <a16:rowId xmlns:a16="http://schemas.microsoft.com/office/drawing/2014/main" val="2608142400"/>
                  </a:ext>
                </a:extLst>
              </a:tr>
              <a:tr h="133049">
                <a:tc rowSpan="9">
                  <a:txBody>
                    <a:bodyPr/>
                    <a:lstStyle/>
                    <a:p>
                      <a:pPr algn="ctr" fontAlgn="ctr">
                        <a:buNone/>
                      </a:pPr>
                      <a:r>
                        <a:rPr lang="pt-BR" sz="700" b="0" i="0" u="none" strike="noStrike" dirty="0" err="1">
                          <a:solidFill>
                            <a:srgbClr val="000000"/>
                          </a:solidFill>
                          <a:effectLst/>
                          <a:latin typeface="Roboto Light" panose="02000000000000000000" pitchFamily="2" charset="0"/>
                        </a:rPr>
                        <a:t>Domestic Cyclicals</a:t>
                      </a: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err="1">
                          <a:solidFill>
                            <a:srgbClr val="000000"/>
                          </a:solidFill>
                          <a:effectLst/>
                          <a:latin typeface="Roboto Light" panose="02000000000000000000" pitchFamily="2" charset="0"/>
                        </a:rPr>
                        <a:t>Comm. Services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1.4%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Bemobi</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BMOB3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R$ 31.00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697649178"/>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err="1">
                          <a:solidFill>
                            <a:srgbClr val="000000"/>
                          </a:solidFill>
                          <a:effectLst/>
                          <a:latin typeface="Roboto Light" panose="02000000000000000000" pitchFamily="2" charset="0"/>
                        </a:rPr>
                        <a:t>Cons. Disc.</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a:solidFill>
                            <a:srgbClr val="000000"/>
                          </a:solidFill>
                          <a:effectLst/>
                          <a:latin typeface="Roboto Light" panose="02000000000000000000" pitchFamily="2" charset="0"/>
                        </a:rPr>
                        <a:t>1.4%</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a:solidFill>
                            <a:srgbClr val="000000"/>
                          </a:solidFill>
                          <a:effectLst/>
                          <a:latin typeface="Roboto Light" panose="02000000000000000000" pitchFamily="2" charset="0"/>
                        </a:rPr>
                        <a:t>15.0%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Vivara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VIVA3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R$ 35.00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124610437"/>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Cogna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COGN3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R$ 3.50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621745553"/>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700" b="0" i="0" u="none" strike="noStrike" dirty="0" err="1">
                          <a:solidFill>
                            <a:srgbClr val="000000"/>
                          </a:solidFill>
                          <a:effectLst/>
                          <a:latin typeface="Roboto Light" panose="02000000000000000000" pitchFamily="2" charset="0"/>
                        </a:rPr>
                        <a:t>Industrials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700" b="0" i="0" u="none" strike="noStrike" dirty="0">
                          <a:solidFill>
                            <a:srgbClr val="000000"/>
                          </a:solidFill>
                          <a:effectLst/>
                          <a:latin typeface="Roboto Light" panose="02000000000000000000" pitchFamily="2" charset="0"/>
                        </a:rPr>
                        <a:t>8.8%</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3">
                  <a:txBody>
                    <a:bodyPr/>
                    <a:lstStyle/>
                    <a:p>
                      <a:pPr algn="ctr" fontAlgn="ctr">
                        <a:buNone/>
                      </a:pPr>
                      <a:r>
                        <a:rPr lang="pt-BR" sz="700" b="0" i="0" u="none" strike="noStrike" dirty="0">
                          <a:solidFill>
                            <a:srgbClr val="000000"/>
                          </a:solidFill>
                          <a:effectLst/>
                          <a:latin typeface="Roboto Light" panose="02000000000000000000" pitchFamily="2" charset="0"/>
                        </a:rPr>
                        <a:t>22.5%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Tupy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TUPY3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R$ 20.00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829873863"/>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Priner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PRNR3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R$ 31.00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678734687"/>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Ecorodovias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ECOR3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R$ 13.90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105786838"/>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err="1">
                          <a:solidFill>
                            <a:srgbClr val="000000"/>
                          </a:solidFill>
                          <a:effectLst/>
                          <a:latin typeface="Roboto Light" panose="02000000000000000000" pitchFamily="2" charset="0"/>
                        </a:rPr>
                        <a:t>Info Tech.</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0.7%</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LWSA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LWSA3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R$ 5.00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948565301"/>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err="1">
                          <a:solidFill>
                            <a:srgbClr val="000000"/>
                          </a:solidFill>
                          <a:effectLst/>
                          <a:latin typeface="Roboto Light" panose="02000000000000000000" pitchFamily="2" charset="0"/>
                        </a:rPr>
                        <a:t>Real Estate</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a:solidFill>
                            <a:srgbClr val="000000"/>
                          </a:solidFill>
                          <a:effectLst/>
                          <a:latin typeface="Roboto Light" panose="02000000000000000000" pitchFamily="2" charset="0"/>
                        </a:rPr>
                        <a:t>1.9%</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a:solidFill>
                            <a:srgbClr val="000000"/>
                          </a:solidFill>
                          <a:effectLst/>
                          <a:latin typeface="Roboto Light" panose="02000000000000000000" pitchFamily="2" charset="0"/>
                        </a:rPr>
                        <a:t>15.0%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Cury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CURY3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R$ 45.00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365254634"/>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Direcional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DIRR3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R$ 20.00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280963895"/>
                  </a:ext>
                </a:extLst>
              </a:tr>
              <a:tr h="133049">
                <a:tc rowSpan="3">
                  <a:txBody>
                    <a:bodyPr/>
                    <a:lstStyle/>
                    <a:p>
                      <a:pPr algn="ctr" fontAlgn="ctr">
                        <a:buNone/>
                      </a:pPr>
                      <a:r>
                        <a:rPr lang="pt-BR" sz="700" b="0" i="0" u="none" strike="noStrike" dirty="0" err="1">
                          <a:solidFill>
                            <a:srgbClr val="000000"/>
                          </a:solidFill>
                          <a:effectLst/>
                          <a:latin typeface="Roboto Light" panose="02000000000000000000" pitchFamily="2" charset="0"/>
                        </a:rPr>
                        <a:t>Domestic Defensives</a:t>
                      </a: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err="1">
                          <a:solidFill>
                            <a:srgbClr val="000000"/>
                          </a:solidFill>
                          <a:effectLst/>
                          <a:latin typeface="Roboto Light" panose="02000000000000000000" pitchFamily="2" charset="0"/>
                        </a:rPr>
                        <a:t>Cons. Staples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4.6%</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SLC Agricola</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SLCE3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7.5%</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Neutral</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R$ 17.00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807182466"/>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err="1">
                          <a:solidFill>
                            <a:srgbClr val="000000"/>
                          </a:solidFill>
                          <a:effectLst/>
                          <a:latin typeface="Roboto Light" panose="02000000000000000000" pitchFamily="2" charset="0"/>
                        </a:rPr>
                        <a:t>Utilities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a:solidFill>
                            <a:srgbClr val="000000"/>
                          </a:solidFill>
                          <a:effectLst/>
                          <a:latin typeface="Roboto Light" panose="02000000000000000000" pitchFamily="2" charset="0"/>
                        </a:rPr>
                        <a:t>18.3%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rowSpan="2">
                  <a:txBody>
                    <a:bodyPr/>
                    <a:lstStyle/>
                    <a:p>
                      <a:pPr algn="ctr" fontAlgn="ctr">
                        <a:buNone/>
                      </a:pPr>
                      <a:r>
                        <a:rPr lang="pt-BR" sz="700" b="0" i="0" u="none" strike="noStrike" dirty="0">
                          <a:solidFill>
                            <a:srgbClr val="000000"/>
                          </a:solidFill>
                          <a:effectLst/>
                          <a:latin typeface="Roboto Light" panose="02000000000000000000" pitchFamily="2" charset="0"/>
                        </a:rPr>
                        <a:t>20.0%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Orizon</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ORVR3</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R$ 97.48</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3540938110"/>
                  </a:ext>
                </a:extLst>
              </a:tr>
              <a:tr h="133049">
                <a:tc vMerge="1">
                  <a:txBody>
                    <a:bodyPr/>
                    <a:lstStyle/>
                    <a:p>
                      <a:pPr algn="ctr" fontAlgn="ctr">
                        <a:buNone/>
                      </a:pPr>
                      <a:endParaRPr lang="pt-BR" sz="700" b="0" i="0" u="none" strike="noStrike" dirty="0">
                        <a:solidFill>
                          <a:srgbClr val="000000"/>
                        </a:solidFill>
                        <a:effectLst/>
                        <a:latin typeface="Roboto Light" panose="02000000000000000000" pitchFamily="2" charset="0"/>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vMerge="1">
                  <a:txBody>
                    <a:bodyPr/>
                    <a:lstStyle/>
                    <a:p>
                      <a:pPr algn="ctr" fontAlgn="ctr">
                        <a:buNone/>
                      </a:pPr>
                      <a:endParaRP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Alupar</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ALUP11</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10.0%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R$ 43.49</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1582682788"/>
                  </a:ext>
                </a:extLst>
              </a:tr>
              <a:tr h="133049">
                <a:tc>
                  <a:txBody>
                    <a:bodyPr/>
                    <a:lstStyle/>
                    <a:p>
                      <a:pPr algn="ctr" fontAlgn="ctr">
                        <a:buNone/>
                      </a:pPr>
                      <a:r>
                        <a:rPr lang="pt-BR" sz="700" b="0" i="0" u="none" strike="noStrike">
                          <a:solidFill>
                            <a:srgbClr val="000000"/>
                          </a:solidFill>
                          <a:effectLst/>
                          <a:latin typeface="Roboto Light" panose="02000000000000000000" pitchFamily="2" charset="0"/>
                        </a:rPr>
                        <a:t>Financials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Financials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27.2%</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BR Partners</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BRBI11</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5.0%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a:solidFill>
                            <a:srgbClr val="000000"/>
                          </a:solidFill>
                          <a:effectLst/>
                          <a:latin typeface="Roboto Light" panose="02000000000000000000" pitchFamily="2" charset="0"/>
                        </a:rPr>
                        <a:t>Buy</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tc>
                  <a:txBody>
                    <a:bodyPr/>
                    <a:lstStyle/>
                    <a:p>
                      <a:pPr algn="ctr" fontAlgn="ctr">
                        <a:buNone/>
                      </a:pPr>
                      <a:r>
                        <a:rPr lang="pt-BR" sz="700" b="0" i="0" u="none" strike="noStrike" dirty="0">
                          <a:solidFill>
                            <a:srgbClr val="000000"/>
                          </a:solidFill>
                          <a:effectLst/>
                          <a:latin typeface="Roboto Light" panose="02000000000000000000" pitchFamily="2" charset="0"/>
                        </a:rPr>
                        <a:t>R$ 26.00</a:t>
                      </a:r>
                    </a:p>
                  </a:txBody>
                  <a:tcPr marL="4409" marR="4409" marT="4409" marB="0" anchor="ctr">
                    <a:lnL w="6350" cap="flat" cmpd="sng" algn="ctr">
                      <a:solidFill>
                        <a:srgbClr val="8EB3DF"/>
                      </a:solidFill>
                      <a:prstDash val="solid"/>
                      <a:round/>
                      <a:headEnd type="none" w="med" len="med"/>
                      <a:tailEnd type="none" w="med" len="med"/>
                    </a:lnL>
                    <a:lnR w="6350" cap="flat" cmpd="sng" algn="ctr">
                      <a:solidFill>
                        <a:srgbClr val="8EB3DF"/>
                      </a:solidFill>
                      <a:prstDash val="solid"/>
                      <a:round/>
                      <a:headEnd type="none" w="med" len="med"/>
                      <a:tailEnd type="none" w="med" len="med"/>
                    </a:lnR>
                    <a:lnT w="6350" cap="flat" cmpd="sng" algn="ctr">
                      <a:solidFill>
                        <a:srgbClr val="8EB3DF"/>
                      </a:solidFill>
                      <a:prstDash val="solid"/>
                      <a:round/>
                      <a:headEnd type="none" w="med" len="med"/>
                      <a:tailEnd type="none" w="med" len="med"/>
                    </a:lnT>
                    <a:lnB w="6350" cap="flat" cmpd="sng" algn="ctr">
                      <a:solidFill>
                        <a:srgbClr val="8EB3DF"/>
                      </a:solidFill>
                      <a:prstDash val="solid"/>
                      <a:round/>
                      <a:headEnd type="none" w="med" len="med"/>
                      <a:tailEnd type="none" w="med" len="med"/>
                    </a:lnB>
                    <a:noFill/>
                  </a:tcPr>
                </a:tc>
                <a:extLst>
                  <a:ext uri="{0D108BD9-81ED-4DB2-BD59-A6C34878D82A}">
                    <a16:rowId xmlns:a16="http://schemas.microsoft.com/office/drawing/2014/main" val="2254001462"/>
                  </a:ext>
                </a:extLst>
              </a:tr>
            </a:tbl>
          </a:graphicData>
        </a:graphic>
      </p:graphicFrame>
      <p:graphicFrame>
        <p:nvGraphicFramePr>
          <p:cNvPr id="13" name="Chart 12">
            <a:extLst>
              <a:ext uri="{FF2B5EF4-FFF2-40B4-BE49-F238E27FC236}">
                <a16:creationId xmlns:a16="http://schemas.microsoft.com/office/drawing/2014/main" id="{DA51B413-9501-795D-590B-9025A1A5FDAE}"/>
              </a:ext>
            </a:extLst>
          </p:cNvPr>
          <p:cNvGraphicFramePr>
            <a:graphicFrameLocks/>
          </p:cNvGraphicFramePr>
          <p:nvPr>
            <p:extLst>
              <p:ext uri="{D42A27DB-BD31-4B8C-83A1-F6EECF244321}">
                <p14:modId xmlns:p14="http://schemas.microsoft.com/office/powerpoint/2010/main" val="2924721459"/>
              </p:ext>
            </p:extLst>
          </p:nvPr>
        </p:nvGraphicFramePr>
        <p:xfrm>
          <a:off x="3496105" y="7223760"/>
          <a:ext cx="2938222" cy="215603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Table 13">
            <a:extLst>
              <a:ext uri="{FF2B5EF4-FFF2-40B4-BE49-F238E27FC236}">
                <a16:creationId xmlns:a16="http://schemas.microsoft.com/office/drawing/2014/main" id="{EA370074-17CA-E3F3-FE83-8FA067A2E0C8}"/>
              </a:ext>
            </a:extLst>
          </p:cNvPr>
          <p:cNvGraphicFramePr>
            <a:graphicFrameLocks noGrp="1"/>
          </p:cNvGraphicFramePr>
          <p:nvPr>
            <p:extLst>
              <p:ext uri="{D42A27DB-BD31-4B8C-83A1-F6EECF244321}">
                <p14:modId xmlns:p14="http://schemas.microsoft.com/office/powerpoint/2010/main" val="1092506433"/>
              </p:ext>
            </p:extLst>
          </p:nvPr>
        </p:nvGraphicFramePr>
        <p:xfrm>
          <a:off x="404812" y="7224815"/>
          <a:ext cx="2916239" cy="2308860"/>
        </p:xfrm>
        <a:graphic>
          <a:graphicData uri="http://schemas.openxmlformats.org/drawingml/2006/table">
            <a:tbl>
              <a:tblPr/>
              <a:tblGrid>
                <a:gridCol w="559161">
                  <a:extLst>
                    <a:ext uri="{9D8B030D-6E8A-4147-A177-3AD203B41FA5}">
                      <a16:colId xmlns:a16="http://schemas.microsoft.com/office/drawing/2014/main" val="2772458278"/>
                    </a:ext>
                  </a:extLst>
                </a:gridCol>
                <a:gridCol w="559161">
                  <a:extLst>
                    <a:ext uri="{9D8B030D-6E8A-4147-A177-3AD203B41FA5}">
                      <a16:colId xmlns:a16="http://schemas.microsoft.com/office/drawing/2014/main" val="261103923"/>
                    </a:ext>
                  </a:extLst>
                </a:gridCol>
                <a:gridCol w="559161">
                  <a:extLst>
                    <a:ext uri="{9D8B030D-6E8A-4147-A177-3AD203B41FA5}">
                      <a16:colId xmlns:a16="http://schemas.microsoft.com/office/drawing/2014/main" val="3730148414"/>
                    </a:ext>
                  </a:extLst>
                </a:gridCol>
                <a:gridCol w="679595">
                  <a:extLst>
                    <a:ext uri="{9D8B030D-6E8A-4147-A177-3AD203B41FA5}">
                      <a16:colId xmlns:a16="http://schemas.microsoft.com/office/drawing/2014/main" val="3708442686"/>
                    </a:ext>
                  </a:extLst>
                </a:gridCol>
                <a:gridCol w="559161">
                  <a:extLst>
                    <a:ext uri="{9D8B030D-6E8A-4147-A177-3AD203B41FA5}">
                      <a16:colId xmlns:a16="http://schemas.microsoft.com/office/drawing/2014/main" val="1884459129"/>
                    </a:ext>
                  </a:extLst>
                </a:gridCol>
              </a:tblGrid>
              <a:tr h="277481">
                <a:tc>
                  <a:txBody>
                    <a:bodyPr/>
                    <a:lstStyle/>
                    <a:p>
                      <a:pPr algn="ctr" fontAlgn="ctr">
                        <a:buNone/>
                      </a:pPr>
                      <a:r>
                        <a:rPr lang="pt-BR" sz="900" b="1" i="0" u="none" strike="noStrike">
                          <a:solidFill>
                            <a:srgbClr val="000000"/>
                          </a:solidFill>
                          <a:effectLst/>
                          <a:latin typeface="Roboto Light" panose="02000000000000000000" pitchFamily="2" charset="0"/>
                        </a:rPr>
                        <a:t>Ticker</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Weight</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Date of Inclusion</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Return since Inclusion</a:t>
                      </a:r>
                    </a:p>
                  </a:txBody>
                  <a:tcPr marL="7620" marR="7620" marT="7620" marB="0" anchor="ctr">
                    <a:lnL>
                      <a:noFill/>
                    </a:lnL>
                    <a:lnR>
                      <a:noFill/>
                    </a:lnR>
                    <a:lnT>
                      <a:noFill/>
                    </a:lnT>
                    <a:lnB>
                      <a:noFill/>
                    </a:lnB>
                    <a:solidFill>
                      <a:srgbClr val="8EB3DF"/>
                    </a:solidFill>
                  </a:tcPr>
                </a:tc>
                <a:tc>
                  <a:txBody>
                    <a:bodyPr/>
                    <a:lstStyle/>
                    <a:p>
                      <a:pPr algn="ctr" fontAlgn="ctr">
                        <a:buNone/>
                      </a:pPr>
                      <a:r>
                        <a:rPr lang="pt-BR" sz="900" b="1" i="0" u="none" strike="noStrike">
                          <a:solidFill>
                            <a:srgbClr val="000000"/>
                          </a:solidFill>
                          <a:effectLst/>
                          <a:latin typeface="Roboto Light" panose="02000000000000000000" pitchFamily="2" charset="0"/>
                        </a:rPr>
                        <a:t>MTD Return</a:t>
                      </a:r>
                    </a:p>
                  </a:txBody>
                  <a:tcPr marL="7620" marR="7620" marT="7620" marB="0" anchor="ctr">
                    <a:lnL>
                      <a:noFill/>
                    </a:lnL>
                    <a:lnR>
                      <a:noFill/>
                    </a:lnR>
                    <a:lnT>
                      <a:noFill/>
                    </a:lnT>
                    <a:lnB>
                      <a:noFill/>
                    </a:lnB>
                    <a:solidFill>
                      <a:srgbClr val="8EB3DF"/>
                    </a:solidFill>
                  </a:tcPr>
                </a:tc>
                <a:extLst>
                  <a:ext uri="{0D108BD9-81ED-4DB2-BD59-A6C34878D82A}">
                    <a16:rowId xmlns:a16="http://schemas.microsoft.com/office/drawing/2014/main" val="1303476898"/>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ALUP11</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12.50%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-4.5%</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-0.6%</a:t>
                      </a:r>
                    </a:p>
                  </a:txBody>
                  <a:tcPr marL="7620" marR="7620" marT="7620" marB="0" anchor="b">
                    <a:lnL>
                      <a:noFill/>
                    </a:lnL>
                    <a:lnR>
                      <a:noFill/>
                    </a:lnR>
                    <a:lnT>
                      <a:noFill/>
                    </a:lnT>
                    <a:lnB>
                      <a:noFill/>
                    </a:lnB>
                    <a:noFill/>
                  </a:tcPr>
                </a:tc>
                <a:extLst>
                  <a:ext uri="{0D108BD9-81ED-4DB2-BD59-A6C34878D82A}">
                    <a16:rowId xmlns:a16="http://schemas.microsoft.com/office/drawing/2014/main" val="2712314044"/>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BMOB3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12.8%</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10.5%</a:t>
                      </a:r>
                    </a:p>
                  </a:txBody>
                  <a:tcPr marL="7620" marR="7620" marT="7620" marB="0" anchor="b">
                    <a:lnL>
                      <a:noFill/>
                    </a:lnL>
                    <a:lnR>
                      <a:noFill/>
                    </a:lnR>
                    <a:lnT>
                      <a:noFill/>
                    </a:lnT>
                    <a:lnB>
                      <a:noFill/>
                    </a:lnB>
                    <a:noFill/>
                  </a:tcPr>
                </a:tc>
                <a:extLst>
                  <a:ext uri="{0D108BD9-81ED-4DB2-BD59-A6C34878D82A}">
                    <a16:rowId xmlns:a16="http://schemas.microsoft.com/office/drawing/2014/main" val="3285945671"/>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BRBI11</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-18.8%</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9.0%</a:t>
                      </a:r>
                    </a:p>
                  </a:txBody>
                  <a:tcPr marL="7620" marR="7620" marT="7620" marB="0" anchor="b">
                    <a:lnL>
                      <a:noFill/>
                    </a:lnL>
                    <a:lnR>
                      <a:noFill/>
                    </a:lnR>
                    <a:lnT>
                      <a:noFill/>
                    </a:lnT>
                    <a:lnB>
                      <a:noFill/>
                    </a:lnB>
                    <a:noFill/>
                  </a:tcPr>
                </a:tc>
                <a:extLst>
                  <a:ext uri="{0D108BD9-81ED-4DB2-BD59-A6C34878D82A}">
                    <a16:rowId xmlns:a16="http://schemas.microsoft.com/office/drawing/2014/main" val="798067647"/>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CEAB3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Jun-26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-13.4%</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20.6%</a:t>
                      </a:r>
                    </a:p>
                  </a:txBody>
                  <a:tcPr marL="7620" marR="7620" marT="7620" marB="0" anchor="b">
                    <a:lnL>
                      <a:noFill/>
                    </a:lnL>
                    <a:lnR>
                      <a:noFill/>
                    </a:lnR>
                    <a:lnT>
                      <a:noFill/>
                    </a:lnT>
                    <a:lnB>
                      <a:noFill/>
                    </a:lnB>
                    <a:noFill/>
                  </a:tcPr>
                </a:tc>
                <a:extLst>
                  <a:ext uri="{0D108BD9-81ED-4DB2-BD59-A6C34878D82A}">
                    <a16:rowId xmlns:a16="http://schemas.microsoft.com/office/drawing/2014/main" val="825419345"/>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CURY3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10.00%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Nov-22</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215.8%</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-14.9%</a:t>
                      </a:r>
                    </a:p>
                  </a:txBody>
                  <a:tcPr marL="7620" marR="7620" marT="7620" marB="0" anchor="b">
                    <a:lnL>
                      <a:noFill/>
                    </a:lnL>
                    <a:lnR>
                      <a:noFill/>
                    </a:lnR>
                    <a:lnT>
                      <a:noFill/>
                    </a:lnT>
                    <a:lnB>
                      <a:noFill/>
                    </a:lnB>
                    <a:noFill/>
                  </a:tcPr>
                </a:tc>
                <a:extLst>
                  <a:ext uri="{0D108BD9-81ED-4DB2-BD59-A6C34878D82A}">
                    <a16:rowId xmlns:a16="http://schemas.microsoft.com/office/drawing/2014/main" val="2355942639"/>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DIRR3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Sep-26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-9.1%</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-9.1%</a:t>
                      </a:r>
                    </a:p>
                  </a:txBody>
                  <a:tcPr marL="7620" marR="7620" marT="7620" marB="0" anchor="b">
                    <a:lnL>
                      <a:noFill/>
                    </a:lnL>
                    <a:lnR>
                      <a:noFill/>
                    </a:lnR>
                    <a:lnT>
                      <a:noFill/>
                    </a:lnT>
                    <a:lnB>
                      <a:noFill/>
                    </a:lnB>
                    <a:noFill/>
                  </a:tcPr>
                </a:tc>
                <a:extLst>
                  <a:ext uri="{0D108BD9-81ED-4DB2-BD59-A6C34878D82A}">
                    <a16:rowId xmlns:a16="http://schemas.microsoft.com/office/drawing/2014/main" val="542760920"/>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ECOR3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Jun-26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19.9%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23.9%</a:t>
                      </a:r>
                    </a:p>
                  </a:txBody>
                  <a:tcPr marL="7620" marR="7620" marT="7620" marB="0" anchor="b">
                    <a:lnL>
                      <a:noFill/>
                    </a:lnL>
                    <a:lnR>
                      <a:noFill/>
                    </a:lnR>
                    <a:lnT>
                      <a:noFill/>
                    </a:lnT>
                    <a:lnB>
                      <a:noFill/>
                    </a:lnB>
                    <a:noFill/>
                  </a:tcPr>
                </a:tc>
                <a:extLst>
                  <a:ext uri="{0D108BD9-81ED-4DB2-BD59-A6C34878D82A}">
                    <a16:rowId xmlns:a16="http://schemas.microsoft.com/office/drawing/2014/main" val="520110340"/>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LWSA3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Dec-25</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-7.1%</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-6.0%</a:t>
                      </a:r>
                    </a:p>
                  </a:txBody>
                  <a:tcPr marL="7620" marR="7620" marT="7620" marB="0" anchor="b">
                    <a:lnL>
                      <a:noFill/>
                    </a:lnL>
                    <a:lnR>
                      <a:noFill/>
                    </a:lnR>
                    <a:lnT>
                      <a:noFill/>
                    </a:lnT>
                    <a:lnB>
                      <a:noFill/>
                    </a:lnB>
                    <a:noFill/>
                  </a:tcPr>
                </a:tc>
                <a:extLst>
                  <a:ext uri="{0D108BD9-81ED-4DB2-BD59-A6C34878D82A}">
                    <a16:rowId xmlns:a16="http://schemas.microsoft.com/office/drawing/2014/main" val="2573978624"/>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ORVR3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Jun-24</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80.0%</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4.9%</a:t>
                      </a:r>
                    </a:p>
                  </a:txBody>
                  <a:tcPr marL="7620" marR="7620" marT="7620" marB="0" anchor="b">
                    <a:lnL>
                      <a:noFill/>
                    </a:lnL>
                    <a:lnR>
                      <a:noFill/>
                    </a:lnR>
                    <a:lnT>
                      <a:noFill/>
                    </a:lnT>
                    <a:lnB>
                      <a:noFill/>
                    </a:lnB>
                    <a:noFill/>
                  </a:tcPr>
                </a:tc>
                <a:extLst>
                  <a:ext uri="{0D108BD9-81ED-4DB2-BD59-A6C34878D82A}">
                    <a16:rowId xmlns:a16="http://schemas.microsoft.com/office/drawing/2014/main" val="52175978"/>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PRNR3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Feb-26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-13.5%</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6.8%</a:t>
                      </a:r>
                    </a:p>
                  </a:txBody>
                  <a:tcPr marL="7620" marR="7620" marT="7620" marB="0" anchor="b">
                    <a:lnL>
                      <a:noFill/>
                    </a:lnL>
                    <a:lnR>
                      <a:noFill/>
                    </a:lnR>
                    <a:lnT>
                      <a:noFill/>
                    </a:lnT>
                    <a:lnB>
                      <a:noFill/>
                    </a:lnB>
                    <a:noFill/>
                  </a:tcPr>
                </a:tc>
                <a:extLst>
                  <a:ext uri="{0D108BD9-81ED-4DB2-BD59-A6C34878D82A}">
                    <a16:rowId xmlns:a16="http://schemas.microsoft.com/office/drawing/2014/main" val="2146851491"/>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SLCE3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7.50%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Aug-26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25.6%</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4.6%</a:t>
                      </a:r>
                    </a:p>
                  </a:txBody>
                  <a:tcPr marL="7620" marR="7620" marT="7620" marB="0" anchor="b">
                    <a:lnL>
                      <a:noFill/>
                    </a:lnL>
                    <a:lnR>
                      <a:noFill/>
                    </a:lnR>
                    <a:lnT>
                      <a:noFill/>
                    </a:lnT>
                    <a:lnB>
                      <a:noFill/>
                    </a:lnB>
                    <a:noFill/>
                  </a:tcPr>
                </a:tc>
                <a:extLst>
                  <a:ext uri="{0D108BD9-81ED-4DB2-BD59-A6C34878D82A}">
                    <a16:rowId xmlns:a16="http://schemas.microsoft.com/office/drawing/2014/main" val="3575252927"/>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TTEN3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Jan-26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-38.7%</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-11.4%</a:t>
                      </a:r>
                    </a:p>
                  </a:txBody>
                  <a:tcPr marL="7620" marR="7620" marT="7620" marB="0" anchor="b">
                    <a:lnL>
                      <a:noFill/>
                    </a:lnL>
                    <a:lnR>
                      <a:noFill/>
                    </a:lnR>
                    <a:lnT>
                      <a:noFill/>
                    </a:lnT>
                    <a:lnB>
                      <a:noFill/>
                    </a:lnB>
                    <a:noFill/>
                  </a:tcPr>
                </a:tc>
                <a:extLst>
                  <a:ext uri="{0D108BD9-81ED-4DB2-BD59-A6C34878D82A}">
                    <a16:rowId xmlns:a16="http://schemas.microsoft.com/office/drawing/2014/main" val="1810833644"/>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TUPY3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Aug-26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6.1%</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9.4%</a:t>
                      </a:r>
                    </a:p>
                  </a:txBody>
                  <a:tcPr marL="7620" marR="7620" marT="7620" marB="0" anchor="b">
                    <a:lnL>
                      <a:noFill/>
                    </a:lnL>
                    <a:lnR>
                      <a:noFill/>
                    </a:lnR>
                    <a:lnT>
                      <a:noFill/>
                    </a:lnT>
                    <a:lnB>
                      <a:noFill/>
                    </a:lnB>
                    <a:noFill/>
                  </a:tcPr>
                </a:tc>
                <a:extLst>
                  <a:ext uri="{0D108BD9-81ED-4DB2-BD59-A6C34878D82A}">
                    <a16:rowId xmlns:a16="http://schemas.microsoft.com/office/drawing/2014/main" val="1042337423"/>
                  </a:ext>
                </a:extLst>
              </a:tr>
              <a:tr h="138741">
                <a:tc>
                  <a:txBody>
                    <a:bodyPr/>
                    <a:lstStyle/>
                    <a:p>
                      <a:pPr algn="ctr" fontAlgn="b">
                        <a:buNone/>
                      </a:pPr>
                      <a:r>
                        <a:rPr lang="pt-BR" sz="900" b="0" i="0" u="none" strike="noStrike">
                          <a:solidFill>
                            <a:srgbClr val="000000"/>
                          </a:solidFill>
                          <a:effectLst/>
                          <a:latin typeface="Roboto Light" panose="02000000000000000000" pitchFamily="2" charset="0"/>
                        </a:rPr>
                        <a:t>VIVA3</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5.00%</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Apr-26</a:t>
                      </a:r>
                    </a:p>
                  </a:txBody>
                  <a:tcPr marL="7620" marR="7620" marT="7620"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-8.9%</a:t>
                      </a:r>
                    </a:p>
                  </a:txBody>
                  <a:tcPr marL="7620" marR="7620" marT="7620" marB="0" anchor="b">
                    <a:lnL>
                      <a:noFill/>
                    </a:lnL>
                    <a:lnR>
                      <a:noFill/>
                    </a:lnR>
                    <a:lnT>
                      <a:noFill/>
                    </a:lnT>
                    <a:lnB>
                      <a:noFill/>
                    </a:lnB>
                    <a:noFill/>
                  </a:tcPr>
                </a:tc>
                <a:tc>
                  <a:txBody>
                    <a:bodyPr/>
                    <a:lstStyle/>
                    <a:p>
                      <a:pPr algn="ctr" fontAlgn="b">
                        <a:buNone/>
                      </a:pPr>
                      <a:r>
                        <a:rPr lang="pt-BR" sz="900" b="0" i="0" u="none" strike="noStrike" dirty="0">
                          <a:solidFill>
                            <a:srgbClr val="000000"/>
                          </a:solidFill>
                          <a:effectLst/>
                          <a:latin typeface="Roboto Light" panose="02000000000000000000" pitchFamily="2" charset="0"/>
                        </a:rPr>
                        <a:t>5.9%</a:t>
                      </a:r>
                    </a:p>
                  </a:txBody>
                  <a:tcPr marL="7620" marR="7620" marT="7620" marB="0" anchor="b">
                    <a:lnL>
                      <a:noFill/>
                    </a:lnL>
                    <a:lnR>
                      <a:noFill/>
                    </a:lnR>
                    <a:lnT>
                      <a:noFill/>
                    </a:lnT>
                    <a:lnB>
                      <a:noFill/>
                    </a:lnB>
                    <a:noFill/>
                  </a:tcPr>
                </a:tc>
                <a:extLst>
                  <a:ext uri="{0D108BD9-81ED-4DB2-BD59-A6C34878D82A}">
                    <a16:rowId xmlns:a16="http://schemas.microsoft.com/office/drawing/2014/main" val="236657730"/>
                  </a:ext>
                </a:extLst>
              </a:tr>
            </a:tbl>
          </a:graphicData>
        </a:graphic>
      </p:graphicFrame>
      <p:sp>
        <p:nvSpPr>
          <p:cNvPr id="4" name="Rectangle 3">
            <a:extLst>
              <a:ext uri="{FF2B5EF4-FFF2-40B4-BE49-F238E27FC236}">
                <a16:creationId xmlns:a16="http://schemas.microsoft.com/office/drawing/2014/main" id="{467913AF-B482-5038-B80D-427A52C18D2E}"/>
              </a:ext>
            </a:extLst>
          </p:cNvPr>
          <p:cNvSpPr/>
          <p:nvPr/>
        </p:nvSpPr>
        <p:spPr>
          <a:xfrm>
            <a:off x="2794827" y="3239271"/>
            <a:ext cx="2314240" cy="162087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ATUALIZAR</a:t>
            </a:r>
          </a:p>
        </p:txBody>
      </p:sp>
    </p:spTree>
    <p:extLst>
      <p:ext uri="{BB962C8B-B14F-4D97-AF65-F5344CB8AC3E}">
        <p14:creationId xmlns:p14="http://schemas.microsoft.com/office/powerpoint/2010/main" val="34049944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7F1C652-5EFF-69FD-C878-B15EEB094E0F}"/>
              </a:ext>
            </a:extLst>
          </p:cNvPr>
          <p:cNvSpPr>
            <a:spLocks noGrp="1"/>
          </p:cNvSpPr>
          <p:nvPr>
            <p:ph type="body" sz="quarter" idx="11"/>
          </p:nvPr>
        </p:nvSpPr>
        <p:spPr/>
        <p:txBody>
          <a:bodyPr/>
          <a:lstStyle/>
          <a:p>
            <a:r>
              <a:rPr lang="en-US" noProof="0"/>
              <a:t>Chartbook</a:t>
            </a:r>
          </a:p>
        </p:txBody>
      </p:sp>
      <p:sp>
        <p:nvSpPr>
          <p:cNvPr id="3" name="Text Placeholder 2">
            <a:extLst>
              <a:ext uri="{FF2B5EF4-FFF2-40B4-BE49-F238E27FC236}">
                <a16:creationId xmlns:a16="http://schemas.microsoft.com/office/drawing/2014/main" id="{6896CF54-875B-894A-77C8-E8766B9C3C82}"/>
              </a:ext>
            </a:extLst>
          </p:cNvPr>
          <p:cNvSpPr>
            <a:spLocks noGrp="1"/>
          </p:cNvSpPr>
          <p:nvPr>
            <p:ph type="body" sz="quarter" idx="12"/>
          </p:nvPr>
        </p:nvSpPr>
        <p:spPr/>
        <p:txBody>
          <a:bodyPr/>
          <a:lstStyle/>
          <a:p>
            <a:r>
              <a:rPr lang="en-US" noProof="0"/>
              <a:t>XP Ray of Brazil</a:t>
            </a:r>
          </a:p>
        </p:txBody>
      </p:sp>
    </p:spTree>
    <p:extLst>
      <p:ext uri="{BB962C8B-B14F-4D97-AF65-F5344CB8AC3E}">
        <p14:creationId xmlns:p14="http://schemas.microsoft.com/office/powerpoint/2010/main" val="274212532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Content Placeholder 18">
            <a:extLst>
              <a:ext uri="{FF2B5EF4-FFF2-40B4-BE49-F238E27FC236}">
                <a16:creationId xmlns:a16="http://schemas.microsoft.com/office/drawing/2014/main" id="{7C60AFCC-8DF3-7CA2-1E81-6314E8CE814F}"/>
              </a:ext>
            </a:extLst>
          </p:cNvPr>
          <p:cNvSpPr>
            <a:spLocks noGrp="1"/>
          </p:cNvSpPr>
          <p:nvPr>
            <p:ph sz="quarter" idx="23"/>
          </p:nvPr>
        </p:nvSpPr>
        <p:spPr>
          <a:xfrm>
            <a:off x="382828" y="5693501"/>
            <a:ext cx="6120000" cy="230832"/>
          </a:xfrm>
        </p:spPr>
        <p:txBody>
          <a:bodyPr/>
          <a:lstStyle/>
          <a:p>
            <a:r>
              <a:rPr lang="en-US" noProof="0"/>
              <a:t>XP EPS consensus estimates</a:t>
            </a:r>
          </a:p>
        </p:txBody>
      </p:sp>
      <p:sp>
        <p:nvSpPr>
          <p:cNvPr id="13" name="Text Placeholder 12">
            <a:extLst>
              <a:ext uri="{FF2B5EF4-FFF2-40B4-BE49-F238E27FC236}">
                <a16:creationId xmlns:a16="http://schemas.microsoft.com/office/drawing/2014/main" id="{071C0753-E003-5DE5-B8D9-3313EDA243D6}"/>
              </a:ext>
            </a:extLst>
          </p:cNvPr>
          <p:cNvSpPr>
            <a:spLocks noGrp="1"/>
          </p:cNvSpPr>
          <p:nvPr>
            <p:ph type="body" sz="quarter" idx="16"/>
          </p:nvPr>
        </p:nvSpPr>
        <p:spPr/>
        <p:txBody>
          <a:bodyPr/>
          <a:lstStyle/>
          <a:p>
            <a:r>
              <a:rPr lang="en-US" noProof="0"/>
              <a:t>Earnings</a:t>
            </a:r>
          </a:p>
        </p:txBody>
      </p:sp>
      <p:sp>
        <p:nvSpPr>
          <p:cNvPr id="14" name="Text Placeholder 13">
            <a:extLst>
              <a:ext uri="{FF2B5EF4-FFF2-40B4-BE49-F238E27FC236}">
                <a16:creationId xmlns:a16="http://schemas.microsoft.com/office/drawing/2014/main" id="{928C4EEB-E8B5-1DED-D3DA-40E9A1C415D6}"/>
              </a:ext>
            </a:extLst>
          </p:cNvPr>
          <p:cNvSpPr>
            <a:spLocks noGrp="1"/>
          </p:cNvSpPr>
          <p:nvPr>
            <p:ph type="body" sz="quarter" idx="17"/>
          </p:nvPr>
        </p:nvSpPr>
        <p:spPr/>
        <p:txBody>
          <a:bodyPr/>
          <a:lstStyle/>
          <a:p>
            <a:r>
              <a:rPr lang="en-US" noProof="0"/>
              <a:t>Earnings estimates</a:t>
            </a:r>
          </a:p>
        </p:txBody>
      </p:sp>
      <p:sp>
        <p:nvSpPr>
          <p:cNvPr id="25" name="Text Placeholder 24">
            <a:extLst>
              <a:ext uri="{FF2B5EF4-FFF2-40B4-BE49-F238E27FC236}">
                <a16:creationId xmlns:a16="http://schemas.microsoft.com/office/drawing/2014/main" id="{9F302163-85B7-B715-698F-ED0F54B57650}"/>
              </a:ext>
            </a:extLst>
          </p:cNvPr>
          <p:cNvSpPr>
            <a:spLocks noGrp="1"/>
          </p:cNvSpPr>
          <p:nvPr>
            <p:ph type="body" sz="quarter" idx="29"/>
          </p:nvPr>
        </p:nvSpPr>
        <p:spPr/>
        <p:txBody>
          <a:bodyPr/>
          <a:lstStyle/>
          <a:p>
            <a:r>
              <a:rPr lang="en-US" noProof="0" dirty="0">
                <a:latin typeface="Roboto"/>
                <a:ea typeface="Roboto"/>
                <a:cs typeface="Roboto"/>
              </a:rPr>
              <a:t>Source: Bloomberg, Economatica, XP Research. Data as of 09/28/2026.</a:t>
            </a:r>
            <a:endParaRPr lang="en-US" noProof="0" dirty="0"/>
          </a:p>
        </p:txBody>
      </p:sp>
      <p:sp>
        <p:nvSpPr>
          <p:cNvPr id="16" name="Date Placeholder 15">
            <a:extLst>
              <a:ext uri="{FF2B5EF4-FFF2-40B4-BE49-F238E27FC236}">
                <a16:creationId xmlns:a16="http://schemas.microsoft.com/office/drawing/2014/main" id="{2D19749D-BD83-9CE3-C5DD-2A9DF64BF861}"/>
              </a:ext>
            </a:extLst>
          </p:cNvPr>
          <p:cNvSpPr>
            <a:spLocks noGrp="1"/>
          </p:cNvSpPr>
          <p:nvPr>
            <p:ph type="dt" sz="half" idx="2"/>
          </p:nvPr>
        </p:nvSpPr>
        <p:spPr/>
        <p:txBody>
          <a:bodyPr/>
          <a:lstStyle/>
          <a:p>
            <a:fld id="{7191E2DA-F388-4D6B-99C4-70AD65CD50CD}" type="datetime4">
              <a:rPr lang="en-US" noProof="0" smtClean="0"/>
              <a:t>October 30, 2026</a:t>
            </a:fld>
            <a:endParaRPr lang="en-US" noProof="0"/>
          </a:p>
        </p:txBody>
      </p:sp>
      <p:sp>
        <p:nvSpPr>
          <p:cNvPr id="3" name="Content Placeholder 8">
            <a:extLst>
              <a:ext uri="{FF2B5EF4-FFF2-40B4-BE49-F238E27FC236}">
                <a16:creationId xmlns:a16="http://schemas.microsoft.com/office/drawing/2014/main" id="{6638DB5D-0B95-1586-2747-89B8EEB07EB7}"/>
              </a:ext>
            </a:extLst>
          </p:cNvPr>
          <p:cNvSpPr txBox="1">
            <a:spLocks/>
          </p:cNvSpPr>
          <p:nvPr/>
        </p:nvSpPr>
        <p:spPr>
          <a:xfrm>
            <a:off x="382829" y="1558569"/>
            <a:ext cx="2937600"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defPPr>
              <a:defRPr lang="pt-BR"/>
            </a:defPPr>
            <a:lvl1pPr indent="0" defTabSz="385767">
              <a:lnSpc>
                <a:spcPct val="90000"/>
              </a:lnSpc>
              <a:spcBef>
                <a:spcPts val="422"/>
              </a:spcBef>
              <a:buFont typeface="Arial" panose="020B0604020202020204" pitchFamily="34" charset="0"/>
              <a:buNone/>
              <a:defRPr sz="1000" b="1">
                <a:latin typeface="Roboto Light" panose="02000000000000000000" pitchFamily="2" charset="0"/>
                <a:ea typeface="Roboto Light" panose="02000000000000000000" pitchFamily="2" charset="0"/>
                <a:cs typeface="Roboto Light" panose="02000000000000000000" pitchFamily="2" charset="0"/>
              </a:defRPr>
            </a:lvl1pPr>
            <a:lvl2pPr marL="227710" indent="-77020" defTabSz="385767">
              <a:lnSpc>
                <a:spcPct val="90000"/>
              </a:lnSpc>
              <a:spcBef>
                <a:spcPts val="211"/>
              </a:spcBef>
              <a:buFont typeface="Arial" panose="020B0604020202020204" pitchFamily="34" charset="0"/>
              <a:buChar char="•"/>
              <a:defRPr sz="591">
                <a:solidFill>
                  <a:schemeClr val="tx2"/>
                </a:solidFill>
              </a:defRPr>
            </a:lvl2pPr>
            <a:lvl3pPr marL="379070" indent="-77689" defTabSz="385767">
              <a:lnSpc>
                <a:spcPct val="90000"/>
              </a:lnSpc>
              <a:spcBef>
                <a:spcPts val="211"/>
              </a:spcBef>
              <a:buFont typeface="Arial" panose="020B0604020202020204" pitchFamily="34" charset="0"/>
              <a:buChar char="•"/>
              <a:defRPr sz="506">
                <a:solidFill>
                  <a:schemeClr val="tx2"/>
                </a:solidFill>
              </a:defRPr>
            </a:lvl3pPr>
            <a:lvl4pPr marL="529761" indent="-77689" defTabSz="385767">
              <a:lnSpc>
                <a:spcPct val="90000"/>
              </a:lnSpc>
              <a:spcBef>
                <a:spcPts val="211"/>
              </a:spcBef>
              <a:buFont typeface="Arial" panose="020B0604020202020204" pitchFamily="34" charset="0"/>
              <a:buChar char="•"/>
              <a:defRPr sz="464">
                <a:solidFill>
                  <a:schemeClr val="tx2"/>
                </a:solidFill>
              </a:defRPr>
            </a:lvl4pPr>
            <a:lvl5pPr marL="680451" indent="-73671" defTabSz="385767">
              <a:lnSpc>
                <a:spcPct val="90000"/>
              </a:lnSpc>
              <a:spcBef>
                <a:spcPts val="211"/>
              </a:spcBef>
              <a:buFont typeface="Arial" panose="020B0604020202020204" pitchFamily="34" charset="0"/>
              <a:buChar char="•"/>
              <a:defRPr sz="464">
                <a:solidFill>
                  <a:schemeClr val="tx2"/>
                </a:solidFill>
              </a:defRPr>
            </a:lvl5pPr>
            <a:lvl6pPr marL="1060860" indent="-96442" defTabSz="385767">
              <a:lnSpc>
                <a:spcPct val="90000"/>
              </a:lnSpc>
              <a:spcBef>
                <a:spcPts val="211"/>
              </a:spcBef>
              <a:buFont typeface="Arial" panose="020B0604020202020204" pitchFamily="34" charset="0"/>
              <a:buChar char="•"/>
              <a:defRPr sz="760"/>
            </a:lvl6pPr>
            <a:lvl7pPr marL="1253744" indent="-96442" defTabSz="385767">
              <a:lnSpc>
                <a:spcPct val="90000"/>
              </a:lnSpc>
              <a:spcBef>
                <a:spcPts val="211"/>
              </a:spcBef>
              <a:buFont typeface="Arial" panose="020B0604020202020204" pitchFamily="34" charset="0"/>
              <a:buChar char="•"/>
              <a:defRPr sz="760"/>
            </a:lvl7pPr>
            <a:lvl8pPr marL="1446628" indent="-96442" defTabSz="385767">
              <a:lnSpc>
                <a:spcPct val="90000"/>
              </a:lnSpc>
              <a:spcBef>
                <a:spcPts val="211"/>
              </a:spcBef>
              <a:buFont typeface="Arial" panose="020B0604020202020204" pitchFamily="34" charset="0"/>
              <a:buChar char="•"/>
              <a:defRPr sz="760"/>
            </a:lvl8pPr>
            <a:lvl9pPr marL="1639511" indent="-96442" defTabSz="385767">
              <a:lnSpc>
                <a:spcPct val="90000"/>
              </a:lnSpc>
              <a:spcBef>
                <a:spcPts val="211"/>
              </a:spcBef>
              <a:buFont typeface="Arial" panose="020B0604020202020204" pitchFamily="34" charset="0"/>
              <a:buChar char="•"/>
              <a:defRPr sz="760"/>
            </a:lvl9pPr>
          </a:lstStyle>
          <a:p>
            <a:r>
              <a:rPr lang="en-US" noProof="0"/>
              <a:t>Ibovespa EPS consensus estimates</a:t>
            </a:r>
          </a:p>
        </p:txBody>
      </p:sp>
      <p:sp>
        <p:nvSpPr>
          <p:cNvPr id="4" name="Content Placeholder 16">
            <a:extLst>
              <a:ext uri="{FF2B5EF4-FFF2-40B4-BE49-F238E27FC236}">
                <a16:creationId xmlns:a16="http://schemas.microsoft.com/office/drawing/2014/main" id="{58841110-944D-2CDF-E687-F750114EAC33}"/>
              </a:ext>
            </a:extLst>
          </p:cNvPr>
          <p:cNvSpPr txBox="1">
            <a:spLocks/>
          </p:cNvSpPr>
          <p:nvPr/>
        </p:nvSpPr>
        <p:spPr>
          <a:xfrm>
            <a:off x="3560315" y="1510708"/>
            <a:ext cx="2949758"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Figure 22: Ibovespa Equity Risk Premium</a:t>
            </a:r>
          </a:p>
        </p:txBody>
      </p:sp>
      <p:sp>
        <p:nvSpPr>
          <p:cNvPr id="6" name="Content Placeholder 5">
            <a:extLst>
              <a:ext uri="{FF2B5EF4-FFF2-40B4-BE49-F238E27FC236}">
                <a16:creationId xmlns:a16="http://schemas.microsoft.com/office/drawing/2014/main" id="{D51C2CF3-DE7F-8755-2845-F4A2FD1B08D2}"/>
              </a:ext>
            </a:extLst>
          </p:cNvPr>
          <p:cNvSpPr>
            <a:spLocks noGrp="1"/>
          </p:cNvSpPr>
          <p:nvPr>
            <p:ph sz="quarter" idx="28"/>
          </p:nvPr>
        </p:nvSpPr>
        <p:spPr>
          <a:xfrm>
            <a:off x="3552750" y="1558569"/>
            <a:ext cx="2949758" cy="230832"/>
          </a:xfrm>
        </p:spPr>
        <p:txBody>
          <a:bodyPr/>
          <a:lstStyle/>
          <a:p>
            <a:r>
              <a:rPr lang="en-US" noProof="0"/>
              <a:t>Ibovespa EPS growth</a:t>
            </a:r>
          </a:p>
        </p:txBody>
      </p:sp>
      <p:sp>
        <p:nvSpPr>
          <p:cNvPr id="2" name="TextBox 1">
            <a:extLst>
              <a:ext uri="{FF2B5EF4-FFF2-40B4-BE49-F238E27FC236}">
                <a16:creationId xmlns:a16="http://schemas.microsoft.com/office/drawing/2014/main" id="{D80C6E02-E1C6-3EB0-9813-A060454AEFA6}"/>
              </a:ext>
            </a:extLst>
          </p:cNvPr>
          <p:cNvSpPr txBox="1"/>
          <p:nvPr/>
        </p:nvSpPr>
        <p:spPr>
          <a:xfrm>
            <a:off x="-3048000" y="2112035"/>
            <a:ext cx="2571750" cy="738664"/>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"\\xpdocs\Research\Equities\Estrategia\Raio-XP da Bolsa\Ibovespa EPS estimates.xlsx"</a:t>
            </a:r>
          </a:p>
        </p:txBody>
      </p:sp>
      <p:sp>
        <p:nvSpPr>
          <p:cNvPr id="7" name="TextBox 6">
            <a:extLst>
              <a:ext uri="{FF2B5EF4-FFF2-40B4-BE49-F238E27FC236}">
                <a16:creationId xmlns:a16="http://schemas.microsoft.com/office/drawing/2014/main" id="{1796D39F-5F3F-538D-BE25-527162CC625A}"/>
              </a:ext>
            </a:extLst>
          </p:cNvPr>
          <p:cNvSpPr txBox="1"/>
          <p:nvPr/>
        </p:nvSpPr>
        <p:spPr>
          <a:xfrm>
            <a:off x="7381875" y="2607335"/>
            <a:ext cx="2571750" cy="738664"/>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"\\xpdocs\Research\Equities\Estrategia\Raio-XP da Bolsa\EPS Growth\EPS Growth Charts.xlsx"</a:t>
            </a:r>
          </a:p>
        </p:txBody>
      </p:sp>
      <p:graphicFrame>
        <p:nvGraphicFramePr>
          <p:cNvPr id="5" name="Chart 4">
            <a:extLst>
              <a:ext uri="{FF2B5EF4-FFF2-40B4-BE49-F238E27FC236}">
                <a16:creationId xmlns:a16="http://schemas.microsoft.com/office/drawing/2014/main" id="{6763B2B7-F3A8-48A7-A247-0DFA977F409E}"/>
              </a:ext>
            </a:extLst>
          </p:cNvPr>
          <p:cNvGraphicFramePr>
            <a:graphicFrameLocks/>
          </p:cNvGraphicFramePr>
          <p:nvPr>
            <p:extLst>
              <p:ext uri="{D42A27DB-BD31-4B8C-83A1-F6EECF244321}">
                <p14:modId xmlns:p14="http://schemas.microsoft.com/office/powerpoint/2010/main" val="2672836667"/>
              </p:ext>
            </p:extLst>
          </p:nvPr>
        </p:nvGraphicFramePr>
        <p:xfrm>
          <a:off x="390152" y="1837506"/>
          <a:ext cx="2915099" cy="367882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8">
            <a:extLst>
              <a:ext uri="{FF2B5EF4-FFF2-40B4-BE49-F238E27FC236}">
                <a16:creationId xmlns:a16="http://schemas.microsoft.com/office/drawing/2014/main" id="{26E53659-82F6-578A-E270-DC8B39B172CA}"/>
              </a:ext>
            </a:extLst>
          </p:cNvPr>
          <p:cNvGraphicFramePr>
            <a:graphicFrameLocks/>
          </p:cNvGraphicFramePr>
          <p:nvPr>
            <p:extLst>
              <p:ext uri="{D42A27DB-BD31-4B8C-83A1-F6EECF244321}">
                <p14:modId xmlns:p14="http://schemas.microsoft.com/office/powerpoint/2010/main" val="2557667951"/>
              </p:ext>
            </p:extLst>
          </p:nvPr>
        </p:nvGraphicFramePr>
        <p:xfrm>
          <a:off x="3560315" y="1854922"/>
          <a:ext cx="2929384" cy="358349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 name="Table 9">
            <a:extLst>
              <a:ext uri="{FF2B5EF4-FFF2-40B4-BE49-F238E27FC236}">
                <a16:creationId xmlns:a16="http://schemas.microsoft.com/office/drawing/2014/main" id="{1047AC81-8BA6-167E-A842-CB59BA43DE02}"/>
              </a:ext>
            </a:extLst>
          </p:cNvPr>
          <p:cNvGraphicFramePr>
            <a:graphicFrameLocks noGrp="1"/>
          </p:cNvGraphicFramePr>
          <p:nvPr>
            <p:extLst>
              <p:ext uri="{D42A27DB-BD31-4B8C-83A1-F6EECF244321}">
                <p14:modId xmlns:p14="http://schemas.microsoft.com/office/powerpoint/2010/main" val="3548905028"/>
              </p:ext>
            </p:extLst>
          </p:nvPr>
        </p:nvGraphicFramePr>
        <p:xfrm>
          <a:off x="379105" y="5955961"/>
          <a:ext cx="6130967" cy="3385025"/>
        </p:xfrm>
        <a:graphic>
          <a:graphicData uri="http://schemas.openxmlformats.org/drawingml/2006/table">
            <a:tbl>
              <a:tblPr/>
              <a:tblGrid>
                <a:gridCol w="2141639">
                  <a:extLst>
                    <a:ext uri="{9D8B030D-6E8A-4147-A177-3AD203B41FA5}">
                      <a16:colId xmlns:a16="http://schemas.microsoft.com/office/drawing/2014/main" val="3406032939"/>
                    </a:ext>
                  </a:extLst>
                </a:gridCol>
                <a:gridCol w="1994664">
                  <a:extLst>
                    <a:ext uri="{9D8B030D-6E8A-4147-A177-3AD203B41FA5}">
                      <a16:colId xmlns:a16="http://schemas.microsoft.com/office/drawing/2014/main" val="2423440579"/>
                    </a:ext>
                  </a:extLst>
                </a:gridCol>
                <a:gridCol w="1994664">
                  <a:extLst>
                    <a:ext uri="{9D8B030D-6E8A-4147-A177-3AD203B41FA5}">
                      <a16:colId xmlns:a16="http://schemas.microsoft.com/office/drawing/2014/main" val="3956303310"/>
                    </a:ext>
                  </a:extLst>
                </a:gridCol>
              </a:tblGrid>
              <a:tr h="147175">
                <a:tc gridSpan="3">
                  <a:txBody>
                    <a:bodyPr/>
                    <a:lstStyle/>
                    <a:p>
                      <a:pPr algn="ctr" fontAlgn="b">
                        <a:buNone/>
                      </a:pPr>
                      <a:r>
                        <a:rPr lang="pt-BR" sz="900" b="1" i="0" u="none" strike="noStrike" dirty="0">
                          <a:solidFill>
                            <a:schemeClr val="tx1"/>
                          </a:solidFill>
                          <a:effectLst/>
                          <a:latin typeface="Roboto  "/>
                        </a:rPr>
                        <a:t>EPS Growth</a:t>
                      </a:r>
                    </a:p>
                  </a:txBody>
                  <a:tcPr marL="7620" marR="7620" marT="7620" marB="0" anchor="b">
                    <a:lnL>
                      <a:noFill/>
                    </a:lnL>
                    <a:lnR>
                      <a:noFill/>
                    </a:lnR>
                    <a:lnT>
                      <a:noFill/>
                    </a:lnT>
                    <a:lnB>
                      <a:noFill/>
                    </a:lnB>
                    <a:solidFill>
                      <a:schemeClr val="accent3"/>
                    </a:solidFill>
                  </a:tcPr>
                </a:tc>
                <a:tc hMerge="1">
                  <a:txBody>
                    <a:bodyPr/>
                    <a:lstStyle/>
                    <a:p>
                      <a:endParaRPr lang="pt-BR"/>
                    </a:p>
                  </a:txBody>
                  <a:tcPr/>
                </a:tc>
                <a:tc hMerge="1">
                  <a:txBody>
                    <a:bodyPr/>
                    <a:lstStyle/>
                    <a:p>
                      <a:endParaRPr lang="pt-BR"/>
                    </a:p>
                  </a:txBody>
                  <a:tcPr/>
                </a:tc>
                <a:extLst>
                  <a:ext uri="{0D108BD9-81ED-4DB2-BD59-A6C34878D82A}">
                    <a16:rowId xmlns:a16="http://schemas.microsoft.com/office/drawing/2014/main" val="1324494340"/>
                  </a:ext>
                </a:extLst>
              </a:tr>
              <a:tr h="147175">
                <a:tc>
                  <a:txBody>
                    <a:bodyPr/>
                    <a:lstStyle/>
                    <a:p>
                      <a:pPr algn="ctr" fontAlgn="b">
                        <a:buNone/>
                      </a:pPr>
                      <a:r>
                        <a:rPr lang="pt-BR" sz="900" b="1" i="0" u="none" strike="noStrike" dirty="0">
                          <a:solidFill>
                            <a:schemeClr val="tx1"/>
                          </a:solidFill>
                          <a:effectLst/>
                          <a:latin typeface="Roboto  "/>
                        </a:rPr>
                        <a:t> </a:t>
                      </a:r>
                    </a:p>
                  </a:txBody>
                  <a:tcPr marL="7620" marR="7620" marT="7620" marB="0" anchor="b">
                    <a:lnL>
                      <a:noFill/>
                    </a:lnL>
                    <a:lnR>
                      <a:noFill/>
                    </a:lnR>
                    <a:lnT>
                      <a:noFill/>
                    </a:lnT>
                    <a:lnB>
                      <a:noFill/>
                    </a:lnB>
                    <a:solidFill>
                      <a:schemeClr val="accent3"/>
                    </a:solidFill>
                  </a:tcPr>
                </a:tc>
                <a:tc>
                  <a:txBody>
                    <a:bodyPr/>
                    <a:lstStyle/>
                    <a:p>
                      <a:pPr algn="ctr" fontAlgn="b">
                        <a:buNone/>
                      </a:pPr>
                      <a:r>
                        <a:rPr lang="pt-BR" sz="900" b="1" i="0" u="none" strike="noStrike" dirty="0">
                          <a:solidFill>
                            <a:schemeClr val="tx1"/>
                          </a:solidFill>
                          <a:effectLst/>
                          <a:latin typeface="Roboto  "/>
                        </a:rPr>
                        <a:t>2026</a:t>
                      </a:r>
                    </a:p>
                  </a:txBody>
                  <a:tcPr marL="7620" marR="7620" marT="7620" marB="0" anchor="b">
                    <a:lnL>
                      <a:noFill/>
                    </a:lnL>
                    <a:lnR>
                      <a:noFill/>
                    </a:lnR>
                    <a:lnT>
                      <a:noFill/>
                    </a:lnT>
                    <a:lnB>
                      <a:noFill/>
                    </a:lnB>
                    <a:solidFill>
                      <a:schemeClr val="accent3"/>
                    </a:solidFill>
                  </a:tcPr>
                </a:tc>
                <a:tc>
                  <a:txBody>
                    <a:bodyPr/>
                    <a:lstStyle/>
                    <a:p>
                      <a:pPr algn="ctr" fontAlgn="b">
                        <a:buNone/>
                      </a:pPr>
                      <a:r>
                        <a:rPr lang="pt-BR" sz="900" b="1" i="0" u="none" strike="noStrike" dirty="0">
                          <a:solidFill>
                            <a:schemeClr val="tx1"/>
                          </a:solidFill>
                          <a:effectLst/>
                          <a:latin typeface="Roboto  "/>
                        </a:rPr>
                        <a:t>2027</a:t>
                      </a:r>
                    </a:p>
                  </a:txBody>
                  <a:tcPr marL="7620" marR="7620" marT="7620" marB="0" anchor="b">
                    <a:lnL>
                      <a:noFill/>
                    </a:lnL>
                    <a:lnR>
                      <a:noFill/>
                    </a:lnR>
                    <a:lnT>
                      <a:noFill/>
                    </a:lnT>
                    <a:lnB>
                      <a:noFill/>
                    </a:lnB>
                    <a:solidFill>
                      <a:schemeClr val="accent3"/>
                    </a:solidFill>
                  </a:tcPr>
                </a:tc>
                <a:extLst>
                  <a:ext uri="{0D108BD9-81ED-4DB2-BD59-A6C34878D82A}">
                    <a16:rowId xmlns:a16="http://schemas.microsoft.com/office/drawing/2014/main" val="88695908"/>
                  </a:ext>
                </a:extLst>
              </a:tr>
              <a:tr h="147175">
                <a:tc>
                  <a:txBody>
                    <a:bodyPr/>
                    <a:lstStyle/>
                    <a:p>
                      <a:pPr algn="ctr" rtl="0" fontAlgn="ctr">
                        <a:buNone/>
                      </a:pPr>
                      <a:r>
                        <a:rPr lang="pt-BR" sz="900" b="1" i="0" u="none" strike="noStrike">
                          <a:solidFill>
                            <a:srgbClr val="000000"/>
                          </a:solidFill>
                          <a:effectLst/>
                          <a:latin typeface="Roboto Light" panose="02000000000000000000" pitchFamily="2" charset="0"/>
                        </a:rPr>
                        <a:t>XP coverage</a:t>
                      </a:r>
                    </a:p>
                  </a:txBody>
                  <a:tcPr marL="7620" marR="7620" marT="7620" marB="0" anchor="ctr">
                    <a:lnL>
                      <a:noFill/>
                    </a:lnL>
                    <a:lnR>
                      <a:noFill/>
                    </a:lnR>
                    <a:lnT>
                      <a:noFill/>
                    </a:lnT>
                    <a:lnB>
                      <a:noFill/>
                    </a:lnB>
                    <a:noFill/>
                  </a:tcPr>
                </a:tc>
                <a:tc>
                  <a:txBody>
                    <a:bodyPr/>
                    <a:lstStyle/>
                    <a:p>
                      <a:pPr algn="ctr" rtl="0" fontAlgn="ctr">
                        <a:buNone/>
                      </a:pPr>
                      <a:r>
                        <a:rPr lang="pt-BR" sz="900" b="1" i="0" u="none" strike="noStrike" dirty="0">
                          <a:solidFill>
                            <a:srgbClr val="000000"/>
                          </a:solidFill>
                          <a:effectLst/>
                          <a:latin typeface="Roboto Light" panose="02000000000000000000" pitchFamily="2" charset="0"/>
                        </a:rPr>
                        <a:t>13.3%</a:t>
                      </a:r>
                    </a:p>
                  </a:txBody>
                  <a:tcPr marL="7620" marR="7620" marT="7620" marB="0" anchor="ctr">
                    <a:lnL>
                      <a:noFill/>
                    </a:lnL>
                    <a:lnR>
                      <a:noFill/>
                    </a:lnR>
                    <a:lnT>
                      <a:noFill/>
                    </a:lnT>
                    <a:lnB>
                      <a:noFill/>
                    </a:lnB>
                    <a:noFill/>
                  </a:tcPr>
                </a:tc>
                <a:tc>
                  <a:txBody>
                    <a:bodyPr/>
                    <a:lstStyle/>
                    <a:p>
                      <a:pPr algn="ctr" rtl="0" fontAlgn="ctr">
                        <a:buNone/>
                      </a:pPr>
                      <a:r>
                        <a:rPr lang="pt-BR" sz="900" b="1" i="0" u="none" strike="noStrike" dirty="0">
                          <a:solidFill>
                            <a:srgbClr val="000000"/>
                          </a:solidFill>
                          <a:effectLst/>
                          <a:latin typeface="Roboto Light" panose="02000000000000000000" pitchFamily="2" charset="0"/>
                        </a:rPr>
                        <a:t>12.4%</a:t>
                      </a:r>
                    </a:p>
                  </a:txBody>
                  <a:tcPr marL="7620" marR="7620" marT="7620" marB="0" anchor="ctr">
                    <a:lnL>
                      <a:noFill/>
                    </a:lnL>
                    <a:lnR>
                      <a:noFill/>
                    </a:lnR>
                    <a:lnT>
                      <a:noFill/>
                    </a:lnT>
                    <a:lnB>
                      <a:noFill/>
                    </a:lnB>
                    <a:noFill/>
                  </a:tcPr>
                </a:tc>
                <a:extLst>
                  <a:ext uri="{0D108BD9-81ED-4DB2-BD59-A6C34878D82A}">
                    <a16:rowId xmlns:a16="http://schemas.microsoft.com/office/drawing/2014/main" val="3731430083"/>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Agribusiness</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4.6%</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-17.9%</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971698784"/>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Banks</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2.1%</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16.9%</a:t>
                      </a:r>
                    </a:p>
                  </a:txBody>
                  <a:tcPr marL="7620" marR="7620" marT="7620" marB="0" anchor="ctr">
                    <a:lnL>
                      <a:noFill/>
                    </a:lnL>
                    <a:lnR>
                      <a:noFill/>
                    </a:lnR>
                    <a:lnT>
                      <a:noFill/>
                    </a:lnT>
                    <a:lnB>
                      <a:noFill/>
                    </a:lnB>
                    <a:noFill/>
                  </a:tcPr>
                </a:tc>
                <a:extLst>
                  <a:ext uri="{0D108BD9-81ED-4DB2-BD59-A6C34878D82A}">
                    <a16:rowId xmlns:a16="http://schemas.microsoft.com/office/drawing/2014/main" val="2816045671"/>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Capital Goods</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10.3%</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16.9%</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4160157726"/>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Education</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19.1%</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30.4%</a:t>
                      </a:r>
                    </a:p>
                  </a:txBody>
                  <a:tcPr marL="7620" marR="7620" marT="7620" marB="0" anchor="ctr">
                    <a:lnL>
                      <a:noFill/>
                    </a:lnL>
                    <a:lnR>
                      <a:noFill/>
                    </a:lnR>
                    <a:lnT>
                      <a:noFill/>
                    </a:lnT>
                    <a:lnB>
                      <a:noFill/>
                    </a:lnB>
                    <a:noFill/>
                  </a:tcPr>
                </a:tc>
                <a:extLst>
                  <a:ext uri="{0D108BD9-81ED-4DB2-BD59-A6C34878D82A}">
                    <a16:rowId xmlns:a16="http://schemas.microsoft.com/office/drawing/2014/main" val="802892858"/>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Financials Non-Banks</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9.4%</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12.5%</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2811724582"/>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Food &amp; Beverages</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-35.3%</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20.8%</a:t>
                      </a:r>
                    </a:p>
                  </a:txBody>
                  <a:tcPr marL="7620" marR="7620" marT="7620" marB="0" anchor="ctr">
                    <a:lnL>
                      <a:noFill/>
                    </a:lnL>
                    <a:lnR>
                      <a:noFill/>
                    </a:lnR>
                    <a:lnT>
                      <a:noFill/>
                    </a:lnT>
                    <a:lnB>
                      <a:noFill/>
                    </a:lnB>
                    <a:noFill/>
                  </a:tcPr>
                </a:tc>
                <a:extLst>
                  <a:ext uri="{0D108BD9-81ED-4DB2-BD59-A6C34878D82A}">
                    <a16:rowId xmlns:a16="http://schemas.microsoft.com/office/drawing/2014/main" val="2689268886"/>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Health Care</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18.2%</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13.8%</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3079609697"/>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Homebuilders</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18.4%</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21.7%</a:t>
                      </a:r>
                    </a:p>
                  </a:txBody>
                  <a:tcPr marL="7620" marR="7620" marT="7620" marB="0" anchor="ctr">
                    <a:lnL>
                      <a:noFill/>
                    </a:lnL>
                    <a:lnR>
                      <a:noFill/>
                    </a:lnR>
                    <a:lnT>
                      <a:noFill/>
                    </a:lnT>
                    <a:lnB>
                      <a:noFill/>
                    </a:lnB>
                    <a:noFill/>
                  </a:tcPr>
                </a:tc>
                <a:extLst>
                  <a:ext uri="{0D108BD9-81ED-4DB2-BD59-A6C34878D82A}">
                    <a16:rowId xmlns:a16="http://schemas.microsoft.com/office/drawing/2014/main" val="149002757"/>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Income Properties</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10.8%</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3.3%</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2545335428"/>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Metals &amp; Mining</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237.0%</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-2.2%</a:t>
                      </a:r>
                    </a:p>
                  </a:txBody>
                  <a:tcPr marL="7620" marR="7620" marT="7620" marB="0" anchor="ctr">
                    <a:lnL>
                      <a:noFill/>
                    </a:lnL>
                    <a:lnR>
                      <a:noFill/>
                    </a:lnR>
                    <a:lnT>
                      <a:noFill/>
                    </a:lnT>
                    <a:lnB>
                      <a:noFill/>
                    </a:lnB>
                    <a:noFill/>
                  </a:tcPr>
                </a:tc>
                <a:extLst>
                  <a:ext uri="{0D108BD9-81ED-4DB2-BD59-A6C34878D82A}">
                    <a16:rowId xmlns:a16="http://schemas.microsoft.com/office/drawing/2014/main" val="1242214703"/>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Oil, Gas &amp; Petrochemicals</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132.6%</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-24.6%</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850797013"/>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Pulp &amp; Paper</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-31.4%</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-116.4%</a:t>
                      </a:r>
                    </a:p>
                  </a:txBody>
                  <a:tcPr marL="7620" marR="7620" marT="7620" marB="0" anchor="ctr">
                    <a:lnL>
                      <a:noFill/>
                    </a:lnL>
                    <a:lnR>
                      <a:noFill/>
                    </a:lnR>
                    <a:lnT>
                      <a:noFill/>
                    </a:lnT>
                    <a:lnB>
                      <a:noFill/>
                    </a:lnB>
                    <a:noFill/>
                  </a:tcPr>
                </a:tc>
                <a:extLst>
                  <a:ext uri="{0D108BD9-81ED-4DB2-BD59-A6C34878D82A}">
                    <a16:rowId xmlns:a16="http://schemas.microsoft.com/office/drawing/2014/main" val="1259169573"/>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Retail</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13.4%</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20.6%</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858732108"/>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Sanitation</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-13.4%</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65.7%</a:t>
                      </a:r>
                    </a:p>
                  </a:txBody>
                  <a:tcPr marL="7620" marR="7620" marT="7620" marB="0" anchor="ctr">
                    <a:lnL>
                      <a:noFill/>
                    </a:lnL>
                    <a:lnR>
                      <a:noFill/>
                    </a:lnR>
                    <a:lnT>
                      <a:noFill/>
                    </a:lnT>
                    <a:lnB>
                      <a:noFill/>
                    </a:lnB>
                    <a:noFill/>
                  </a:tcPr>
                </a:tc>
                <a:extLst>
                  <a:ext uri="{0D108BD9-81ED-4DB2-BD59-A6C34878D82A}">
                    <a16:rowId xmlns:a16="http://schemas.microsoft.com/office/drawing/2014/main" val="594870370"/>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TMT</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17.7%</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0" i="0" u="none" strike="noStrike" dirty="0">
                          <a:solidFill>
                            <a:srgbClr val="000000"/>
                          </a:solidFill>
                          <a:effectLst/>
                          <a:latin typeface="Roboto Light" panose="02000000000000000000" pitchFamily="2" charset="0"/>
                        </a:rPr>
                        <a:t>20.5%</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1815673182"/>
                  </a:ext>
                </a:extLst>
              </a:tr>
              <a:tr h="147175">
                <a:tc>
                  <a:txBody>
                    <a:bodyPr/>
                    <a:lstStyle/>
                    <a:p>
                      <a:pPr algn="ctr" rtl="0" fontAlgn="ctr">
                        <a:buNone/>
                      </a:pPr>
                      <a:r>
                        <a:rPr lang="pt-BR" sz="900" b="0" i="0" u="none" strike="noStrike" dirty="0">
                          <a:solidFill>
                            <a:srgbClr val="000000"/>
                          </a:solidFill>
                          <a:effectLst/>
                          <a:latin typeface="Roboto Light" panose="02000000000000000000" pitchFamily="2" charset="0"/>
                        </a:rPr>
                        <a:t>Transportation</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16.6%</a:t>
                      </a:r>
                    </a:p>
                  </a:txBody>
                  <a:tcPr marL="7620" marR="7620" marT="7620" marB="0" anchor="ctr">
                    <a:lnL>
                      <a:noFill/>
                    </a:lnL>
                    <a:lnR>
                      <a:noFill/>
                    </a:lnR>
                    <a:lnT>
                      <a:noFill/>
                    </a:lnT>
                    <a:lnB>
                      <a:noFill/>
                    </a:lnB>
                    <a:noFill/>
                  </a:tcPr>
                </a:tc>
                <a:tc>
                  <a:txBody>
                    <a:bodyPr/>
                    <a:lstStyle/>
                    <a:p>
                      <a:pPr algn="ctr" rtl="0" fontAlgn="ctr">
                        <a:buNone/>
                      </a:pPr>
                      <a:r>
                        <a:rPr lang="pt-BR" sz="900" b="0" i="0" u="none" strike="noStrike">
                          <a:solidFill>
                            <a:srgbClr val="000000"/>
                          </a:solidFill>
                          <a:effectLst/>
                          <a:latin typeface="Roboto Light" panose="02000000000000000000" pitchFamily="2" charset="0"/>
                        </a:rPr>
                        <a:t>27.9%</a:t>
                      </a:r>
                    </a:p>
                  </a:txBody>
                  <a:tcPr marL="7620" marR="7620" marT="7620" marB="0" anchor="ctr">
                    <a:lnL>
                      <a:noFill/>
                    </a:lnL>
                    <a:lnR>
                      <a:noFill/>
                    </a:lnR>
                    <a:lnT>
                      <a:noFill/>
                    </a:lnT>
                    <a:lnB>
                      <a:noFill/>
                    </a:lnB>
                    <a:noFill/>
                  </a:tcPr>
                </a:tc>
                <a:extLst>
                  <a:ext uri="{0D108BD9-81ED-4DB2-BD59-A6C34878D82A}">
                    <a16:rowId xmlns:a16="http://schemas.microsoft.com/office/drawing/2014/main" val="3519258555"/>
                  </a:ext>
                </a:extLst>
              </a:tr>
              <a:tr h="147175">
                <a:tc>
                  <a:txBody>
                    <a:bodyPr/>
                    <a:lstStyle/>
                    <a:p>
                      <a:pPr algn="ctr" rtl="0" fontAlgn="ctr">
                        <a:buNone/>
                      </a:pPr>
                      <a:r>
                        <a:rPr lang="pt-BR" sz="900" b="0" i="0" u="none" strike="noStrike">
                          <a:solidFill>
                            <a:srgbClr val="000000"/>
                          </a:solidFill>
                          <a:effectLst/>
                          <a:latin typeface="Roboto Light" panose="02000000000000000000" pitchFamily="2" charset="0"/>
                        </a:rPr>
                        <a:t>Utilities &amp; Energy</a:t>
                      </a:r>
                    </a:p>
                  </a:txBody>
                  <a:tcPr marL="7620" marR="7620" marT="762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41.3%</a:t>
                      </a:r>
                    </a:p>
                  </a:txBody>
                  <a:tcPr marL="7620" marR="7620" marT="762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rtl="0" fontAlgn="ctr">
                        <a:buNone/>
                      </a:pPr>
                      <a:r>
                        <a:rPr lang="pt-BR" sz="900" b="0" i="0" u="none" strike="noStrike">
                          <a:solidFill>
                            <a:srgbClr val="000000"/>
                          </a:solidFill>
                          <a:effectLst/>
                          <a:latin typeface="Roboto Light" panose="02000000000000000000" pitchFamily="2" charset="0"/>
                        </a:rPr>
                        <a:t>55.4%</a:t>
                      </a:r>
                    </a:p>
                  </a:txBody>
                  <a:tcPr marL="7620" marR="7620" marT="762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36424650"/>
                  </a:ext>
                </a:extLst>
              </a:tr>
              <a:tr h="147175">
                <a:tc>
                  <a:txBody>
                    <a:bodyPr/>
                    <a:lstStyle/>
                    <a:p>
                      <a:pPr algn="ctr" rtl="0" fontAlgn="ctr">
                        <a:buNone/>
                      </a:pPr>
                      <a:r>
                        <a:rPr lang="pt-BR" sz="900" b="1" i="0" u="none" strike="noStrike">
                          <a:solidFill>
                            <a:srgbClr val="000000"/>
                          </a:solidFill>
                          <a:effectLst/>
                          <a:latin typeface="Roboto Light" panose="02000000000000000000" pitchFamily="2" charset="0"/>
                        </a:rPr>
                        <a:t>Ibovespa</a:t>
                      </a:r>
                    </a:p>
                  </a:txBody>
                  <a:tcPr marL="7620" marR="7620" marT="7620" marB="0" anchor="ctr">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ctr" rtl="0" fontAlgn="ctr">
                        <a:buNone/>
                      </a:pPr>
                      <a:r>
                        <a:rPr lang="pt-BR" sz="900" b="1" i="0" u="none" strike="noStrike">
                          <a:solidFill>
                            <a:srgbClr val="000000"/>
                          </a:solidFill>
                          <a:effectLst/>
                          <a:latin typeface="Roboto Light" panose="02000000000000000000" pitchFamily="2" charset="0"/>
                        </a:rPr>
                        <a:t>28.0%</a:t>
                      </a:r>
                    </a:p>
                  </a:txBody>
                  <a:tcPr marL="7620" marR="7620" marT="7620" marB="0" anchor="ctr">
                    <a:lnL>
                      <a:noFill/>
                    </a:lnL>
                    <a:lnR>
                      <a:noFill/>
                    </a:lnR>
                    <a:lnT w="6350" cap="flat" cmpd="sng" algn="ctr">
                      <a:solidFill>
                        <a:srgbClr val="000000"/>
                      </a:solidFill>
                      <a:prstDash val="solid"/>
                      <a:round/>
                      <a:headEnd type="none" w="med" len="med"/>
                      <a:tailEnd type="none" w="med" len="med"/>
                    </a:lnT>
                    <a:lnB>
                      <a:noFill/>
                    </a:lnB>
                    <a:noFill/>
                  </a:tcPr>
                </a:tc>
                <a:tc>
                  <a:txBody>
                    <a:bodyPr/>
                    <a:lstStyle/>
                    <a:p>
                      <a:pPr algn="ctr" rtl="0" fontAlgn="ctr">
                        <a:buNone/>
                      </a:pPr>
                      <a:r>
                        <a:rPr lang="pt-BR" sz="900" b="1" i="0" u="none" strike="noStrike" dirty="0">
                          <a:solidFill>
                            <a:srgbClr val="000000"/>
                          </a:solidFill>
                          <a:effectLst/>
                          <a:latin typeface="Roboto Light" panose="02000000000000000000" pitchFamily="2" charset="0"/>
                        </a:rPr>
                        <a:t>14.6%</a:t>
                      </a:r>
                    </a:p>
                  </a:txBody>
                  <a:tcPr marL="7620" marR="7620" marT="7620" marB="0" anchor="ctr">
                    <a:lnL>
                      <a:noFill/>
                    </a:lnL>
                    <a:lnR>
                      <a:noFill/>
                    </a:lnR>
                    <a:lnT w="635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3571360553"/>
                  </a:ext>
                </a:extLst>
              </a:tr>
              <a:tr h="147175">
                <a:tc>
                  <a:txBody>
                    <a:bodyPr/>
                    <a:lstStyle/>
                    <a:p>
                      <a:pPr algn="ctr" rtl="0" fontAlgn="ctr">
                        <a:buNone/>
                      </a:pPr>
                      <a:r>
                        <a:rPr lang="pt-BR" sz="900" b="1" i="0" u="none" strike="noStrike">
                          <a:solidFill>
                            <a:srgbClr val="000000"/>
                          </a:solidFill>
                          <a:effectLst/>
                          <a:latin typeface="Roboto Light" panose="02000000000000000000" pitchFamily="2" charset="0"/>
                        </a:rPr>
                        <a:t>Ibovespa ex-commodities</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1" i="0" u="none" strike="noStrike" dirty="0">
                          <a:solidFill>
                            <a:srgbClr val="000000"/>
                          </a:solidFill>
                          <a:effectLst/>
                          <a:latin typeface="Roboto Light" panose="02000000000000000000" pitchFamily="2" charset="0"/>
                        </a:rPr>
                        <a:t>13.5%</a:t>
                      </a:r>
                    </a:p>
                  </a:txBody>
                  <a:tcPr marL="7620" marR="7620" marT="7620" marB="0" anchor="ctr">
                    <a:lnL>
                      <a:noFill/>
                    </a:lnL>
                    <a:lnR>
                      <a:noFill/>
                    </a:lnR>
                    <a:lnT>
                      <a:noFill/>
                    </a:lnT>
                    <a:lnB>
                      <a:noFill/>
                    </a:lnB>
                    <a:solidFill>
                      <a:srgbClr val="F2F2F2"/>
                    </a:solidFill>
                  </a:tcPr>
                </a:tc>
                <a:tc>
                  <a:txBody>
                    <a:bodyPr/>
                    <a:lstStyle/>
                    <a:p>
                      <a:pPr algn="ctr" rtl="0" fontAlgn="ctr">
                        <a:buNone/>
                      </a:pPr>
                      <a:r>
                        <a:rPr lang="pt-BR" sz="900" b="1" i="0" u="none" strike="noStrike">
                          <a:solidFill>
                            <a:srgbClr val="000000"/>
                          </a:solidFill>
                          <a:effectLst/>
                          <a:latin typeface="Roboto Light" panose="02000000000000000000" pitchFamily="2" charset="0"/>
                        </a:rPr>
                        <a:t>31.8%</a:t>
                      </a:r>
                    </a:p>
                  </a:txBody>
                  <a:tcPr marL="7620" marR="7620" marT="7620" marB="0" anchor="ctr">
                    <a:lnL>
                      <a:noFill/>
                    </a:lnL>
                    <a:lnR>
                      <a:noFill/>
                    </a:lnR>
                    <a:lnT>
                      <a:noFill/>
                    </a:lnT>
                    <a:lnB>
                      <a:noFill/>
                    </a:lnB>
                    <a:solidFill>
                      <a:srgbClr val="F2F2F2"/>
                    </a:solidFill>
                  </a:tcPr>
                </a:tc>
                <a:extLst>
                  <a:ext uri="{0D108BD9-81ED-4DB2-BD59-A6C34878D82A}">
                    <a16:rowId xmlns:a16="http://schemas.microsoft.com/office/drawing/2014/main" val="2844173089"/>
                  </a:ext>
                </a:extLst>
              </a:tr>
              <a:tr h="147175">
                <a:tc>
                  <a:txBody>
                    <a:bodyPr/>
                    <a:lstStyle/>
                    <a:p>
                      <a:pPr algn="ctr" rtl="0" fontAlgn="ctr">
                        <a:buNone/>
                      </a:pPr>
                      <a:r>
                        <a:rPr lang="pt-BR" sz="900" b="1" i="0" u="none" strike="noStrike" dirty="0">
                          <a:solidFill>
                            <a:srgbClr val="000000"/>
                          </a:solidFill>
                          <a:effectLst/>
                          <a:latin typeface="Roboto Light" panose="02000000000000000000" pitchFamily="2" charset="0"/>
                        </a:rPr>
                        <a:t>Ibovespa Commodities</a:t>
                      </a:r>
                    </a:p>
                  </a:txBody>
                  <a:tcPr marL="7620" marR="7620" marT="7620" marB="0" anchor="ctr">
                    <a:lnL>
                      <a:noFill/>
                    </a:lnL>
                    <a:lnR>
                      <a:noFill/>
                    </a:lnR>
                    <a:lnT>
                      <a:noFill/>
                    </a:lnT>
                    <a:lnB>
                      <a:noFill/>
                    </a:lnB>
                    <a:noFill/>
                  </a:tcPr>
                </a:tc>
                <a:tc>
                  <a:txBody>
                    <a:bodyPr/>
                    <a:lstStyle/>
                    <a:p>
                      <a:pPr algn="ctr" rtl="0" fontAlgn="ctr">
                        <a:buNone/>
                      </a:pPr>
                      <a:r>
                        <a:rPr lang="pt-BR" sz="900" b="1" i="0" u="none" strike="noStrike">
                          <a:solidFill>
                            <a:srgbClr val="000000"/>
                          </a:solidFill>
                          <a:effectLst/>
                          <a:latin typeface="Roboto Light" panose="02000000000000000000" pitchFamily="2" charset="0"/>
                        </a:rPr>
                        <a:t>96.5%</a:t>
                      </a:r>
                    </a:p>
                  </a:txBody>
                  <a:tcPr marL="7620" marR="7620" marT="7620" marB="0" anchor="ctr">
                    <a:lnL>
                      <a:noFill/>
                    </a:lnL>
                    <a:lnR>
                      <a:noFill/>
                    </a:lnR>
                    <a:lnT>
                      <a:noFill/>
                    </a:lnT>
                    <a:lnB>
                      <a:noFill/>
                    </a:lnB>
                    <a:noFill/>
                  </a:tcPr>
                </a:tc>
                <a:tc>
                  <a:txBody>
                    <a:bodyPr/>
                    <a:lstStyle/>
                    <a:p>
                      <a:pPr algn="ctr" rtl="0" fontAlgn="ctr">
                        <a:buNone/>
                      </a:pPr>
                      <a:r>
                        <a:rPr lang="pt-BR" sz="900" b="1" i="0" u="none" strike="noStrike" dirty="0">
                          <a:solidFill>
                            <a:srgbClr val="000000"/>
                          </a:solidFill>
                          <a:effectLst/>
                          <a:latin typeface="Roboto Light" panose="02000000000000000000" pitchFamily="2" charset="0"/>
                        </a:rPr>
                        <a:t>-32.0%</a:t>
                      </a:r>
                    </a:p>
                  </a:txBody>
                  <a:tcPr marL="7620" marR="7620" marT="7620" marB="0" anchor="ctr">
                    <a:lnL>
                      <a:noFill/>
                    </a:lnL>
                    <a:lnR>
                      <a:noFill/>
                    </a:lnR>
                    <a:lnT>
                      <a:noFill/>
                    </a:lnT>
                    <a:lnB>
                      <a:noFill/>
                    </a:lnB>
                    <a:noFill/>
                  </a:tcPr>
                </a:tc>
                <a:extLst>
                  <a:ext uri="{0D108BD9-81ED-4DB2-BD59-A6C34878D82A}">
                    <a16:rowId xmlns:a16="http://schemas.microsoft.com/office/drawing/2014/main" val="3088237964"/>
                  </a:ext>
                </a:extLst>
              </a:tr>
            </a:tbl>
          </a:graphicData>
        </a:graphic>
      </p:graphicFrame>
      <p:sp>
        <p:nvSpPr>
          <p:cNvPr id="8" name="Rectangle 7">
            <a:extLst>
              <a:ext uri="{FF2B5EF4-FFF2-40B4-BE49-F238E27FC236}">
                <a16:creationId xmlns:a16="http://schemas.microsoft.com/office/drawing/2014/main" id="{98FAEEDA-55D3-6A1F-EF91-344C8F2B24CA}"/>
              </a:ext>
            </a:extLst>
          </p:cNvPr>
          <p:cNvSpPr/>
          <p:nvPr/>
        </p:nvSpPr>
        <p:spPr>
          <a:xfrm>
            <a:off x="-2532185" y="3443498"/>
            <a:ext cx="2314240" cy="162087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000" b="1" dirty="0">
                <a:solidFill>
                  <a:schemeClr val="bg1"/>
                </a:solidFill>
                <a:latin typeface="Roboto" panose="02000000000000000000" pitchFamily="2" charset="0"/>
                <a:ea typeface="Roboto" panose="02000000000000000000" pitchFamily="2" charset="0"/>
                <a:cs typeface="Roboto" panose="02000000000000000000" pitchFamily="2" charset="0"/>
              </a:rPr>
              <a:t>ATUALIZAR</a:t>
            </a:r>
          </a:p>
        </p:txBody>
      </p:sp>
    </p:spTree>
    <p:extLst>
      <p:ext uri="{BB962C8B-B14F-4D97-AF65-F5344CB8AC3E}">
        <p14:creationId xmlns:p14="http://schemas.microsoft.com/office/powerpoint/2010/main" val="71909805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8E46A524-51D3-FDAE-FB68-B21BF8CB6F67}"/>
              </a:ext>
            </a:extLst>
          </p:cNvPr>
          <p:cNvSpPr>
            <a:spLocks noGrp="1"/>
          </p:cNvSpPr>
          <p:nvPr>
            <p:ph sz="quarter" idx="30"/>
          </p:nvPr>
        </p:nvSpPr>
        <p:spPr>
          <a:xfrm>
            <a:off x="382829" y="1518666"/>
            <a:ext cx="2937600" cy="230832"/>
          </a:xfrm>
        </p:spPr>
        <p:txBody>
          <a:bodyPr/>
          <a:lstStyle/>
          <a:p>
            <a:r>
              <a:rPr lang="en-US" noProof="0"/>
              <a:t>Total short interest (R$ billion)</a:t>
            </a:r>
          </a:p>
        </p:txBody>
      </p:sp>
      <p:sp>
        <p:nvSpPr>
          <p:cNvPr id="11" name="Text Placeholder 10">
            <a:extLst>
              <a:ext uri="{FF2B5EF4-FFF2-40B4-BE49-F238E27FC236}">
                <a16:creationId xmlns:a16="http://schemas.microsoft.com/office/drawing/2014/main" id="{C30E05E3-4DA2-D62E-1E78-215703528B3B}"/>
              </a:ext>
            </a:extLst>
          </p:cNvPr>
          <p:cNvSpPr>
            <a:spLocks noGrp="1"/>
          </p:cNvSpPr>
          <p:nvPr>
            <p:ph type="body" sz="quarter" idx="16"/>
          </p:nvPr>
        </p:nvSpPr>
        <p:spPr/>
        <p:txBody>
          <a:bodyPr/>
          <a:lstStyle/>
          <a:p>
            <a:r>
              <a:rPr lang="en-US" noProof="0"/>
              <a:t>Short Scout</a:t>
            </a:r>
          </a:p>
        </p:txBody>
      </p:sp>
      <p:sp>
        <p:nvSpPr>
          <p:cNvPr id="12" name="Text Placeholder 11">
            <a:extLst>
              <a:ext uri="{FF2B5EF4-FFF2-40B4-BE49-F238E27FC236}">
                <a16:creationId xmlns:a16="http://schemas.microsoft.com/office/drawing/2014/main" id="{4987FF20-C4A6-3F35-7C00-51717F3EFA45}"/>
              </a:ext>
            </a:extLst>
          </p:cNvPr>
          <p:cNvSpPr>
            <a:spLocks noGrp="1"/>
          </p:cNvSpPr>
          <p:nvPr>
            <p:ph type="body" sz="quarter" idx="17"/>
          </p:nvPr>
        </p:nvSpPr>
        <p:spPr/>
        <p:txBody>
          <a:bodyPr/>
          <a:lstStyle/>
          <a:p>
            <a:r>
              <a:rPr lang="en-US" noProof="0"/>
              <a:t>Short selling in Brazilian equities</a:t>
            </a:r>
          </a:p>
        </p:txBody>
      </p:sp>
      <p:sp>
        <p:nvSpPr>
          <p:cNvPr id="8" name="Text Placeholder 7">
            <a:extLst>
              <a:ext uri="{FF2B5EF4-FFF2-40B4-BE49-F238E27FC236}">
                <a16:creationId xmlns:a16="http://schemas.microsoft.com/office/drawing/2014/main" id="{6CF4DE33-DFFC-F7E3-44FF-A2EA8E0F982C}"/>
              </a:ext>
            </a:extLst>
          </p:cNvPr>
          <p:cNvSpPr>
            <a:spLocks noGrp="1"/>
          </p:cNvSpPr>
          <p:nvPr>
            <p:ph type="body" sz="quarter" idx="31"/>
          </p:nvPr>
        </p:nvSpPr>
        <p:spPr/>
        <p:txBody>
          <a:bodyPr/>
          <a:lstStyle/>
          <a:p>
            <a:r>
              <a:rPr lang="en-US" noProof="0" dirty="0"/>
              <a:t>Source: Economatica, XP Research. Data as </a:t>
            </a:r>
            <a:r>
              <a:rPr lang="en-US" noProof="0"/>
              <a:t>of 10/28/2026.</a:t>
            </a:r>
            <a:endParaRPr lang="en-US" noProof="0" dirty="0"/>
          </a:p>
        </p:txBody>
      </p:sp>
      <p:sp>
        <p:nvSpPr>
          <p:cNvPr id="14" name="Date Placeholder 13">
            <a:extLst>
              <a:ext uri="{FF2B5EF4-FFF2-40B4-BE49-F238E27FC236}">
                <a16:creationId xmlns:a16="http://schemas.microsoft.com/office/drawing/2014/main" id="{A9A69645-CE46-7F15-2C58-F48EA3B3AB09}"/>
              </a:ext>
            </a:extLst>
          </p:cNvPr>
          <p:cNvSpPr>
            <a:spLocks noGrp="1"/>
          </p:cNvSpPr>
          <p:nvPr>
            <p:ph type="dt" sz="half" idx="2"/>
          </p:nvPr>
        </p:nvSpPr>
        <p:spPr/>
        <p:txBody>
          <a:bodyPr/>
          <a:lstStyle/>
          <a:p>
            <a:fld id="{229FB675-6019-4A3E-8BE0-D07A4B6CF52F}" type="datetime4">
              <a:rPr lang="en-US" noProof="0" smtClean="0"/>
              <a:t>October 30, 2026</a:t>
            </a:fld>
            <a:endParaRPr lang="en-US" noProof="0"/>
          </a:p>
        </p:txBody>
      </p:sp>
      <p:sp>
        <p:nvSpPr>
          <p:cNvPr id="17" name="Content Placeholder 16">
            <a:extLst>
              <a:ext uri="{FF2B5EF4-FFF2-40B4-BE49-F238E27FC236}">
                <a16:creationId xmlns:a16="http://schemas.microsoft.com/office/drawing/2014/main" id="{AA7F17ED-2C37-E9D9-03B9-AC1B4A9043DD}"/>
              </a:ext>
            </a:extLst>
          </p:cNvPr>
          <p:cNvSpPr>
            <a:spLocks noGrp="1"/>
          </p:cNvSpPr>
          <p:nvPr>
            <p:ph sz="quarter" idx="33"/>
          </p:nvPr>
        </p:nvSpPr>
        <p:spPr>
          <a:xfrm>
            <a:off x="390153" y="3555407"/>
            <a:ext cx="2937600" cy="230832"/>
          </a:xfrm>
        </p:spPr>
        <p:txBody>
          <a:bodyPr/>
          <a:lstStyle/>
          <a:p>
            <a:r>
              <a:rPr lang="en-US" noProof="0"/>
              <a:t>Median lending rate (%)</a:t>
            </a:r>
          </a:p>
        </p:txBody>
      </p:sp>
      <p:sp>
        <p:nvSpPr>
          <p:cNvPr id="21" name="Content Placeholder 20">
            <a:extLst>
              <a:ext uri="{FF2B5EF4-FFF2-40B4-BE49-F238E27FC236}">
                <a16:creationId xmlns:a16="http://schemas.microsoft.com/office/drawing/2014/main" id="{DC803DA7-5942-071C-EB7E-97536FE29111}"/>
              </a:ext>
            </a:extLst>
          </p:cNvPr>
          <p:cNvSpPr>
            <a:spLocks noGrp="1"/>
          </p:cNvSpPr>
          <p:nvPr>
            <p:ph sz="quarter" idx="37"/>
          </p:nvPr>
        </p:nvSpPr>
        <p:spPr>
          <a:xfrm>
            <a:off x="397477" y="5690255"/>
            <a:ext cx="6099547" cy="230832"/>
          </a:xfrm>
        </p:spPr>
        <p:txBody>
          <a:bodyPr/>
          <a:lstStyle/>
          <a:p>
            <a:r>
              <a:rPr lang="en-US" noProof="0"/>
              <a:t>Median short interest by sector (%)</a:t>
            </a:r>
          </a:p>
        </p:txBody>
      </p:sp>
      <p:sp>
        <p:nvSpPr>
          <p:cNvPr id="18" name="Content Placeholder 15">
            <a:extLst>
              <a:ext uri="{FF2B5EF4-FFF2-40B4-BE49-F238E27FC236}">
                <a16:creationId xmlns:a16="http://schemas.microsoft.com/office/drawing/2014/main" id="{7BB63160-A977-AE63-7A64-2D3ABB3D43C7}"/>
              </a:ext>
            </a:extLst>
          </p:cNvPr>
          <p:cNvSpPr txBox="1">
            <a:spLocks/>
          </p:cNvSpPr>
          <p:nvPr/>
        </p:nvSpPr>
        <p:spPr>
          <a:xfrm>
            <a:off x="3522304" y="3555407"/>
            <a:ext cx="2938221"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Median days to cover</a:t>
            </a:r>
          </a:p>
        </p:txBody>
      </p:sp>
      <p:sp>
        <p:nvSpPr>
          <p:cNvPr id="19" name="Content Placeholder 16">
            <a:extLst>
              <a:ext uri="{FF2B5EF4-FFF2-40B4-BE49-F238E27FC236}">
                <a16:creationId xmlns:a16="http://schemas.microsoft.com/office/drawing/2014/main" id="{8306FA1D-59E3-9FD6-7556-37236F613E64}"/>
              </a:ext>
            </a:extLst>
          </p:cNvPr>
          <p:cNvSpPr txBox="1">
            <a:spLocks/>
          </p:cNvSpPr>
          <p:nvPr/>
        </p:nvSpPr>
        <p:spPr>
          <a:xfrm>
            <a:off x="3560315" y="1510708"/>
            <a:ext cx="2949758" cy="230832"/>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Median short interest</a:t>
            </a:r>
          </a:p>
        </p:txBody>
      </p:sp>
      <p:sp>
        <p:nvSpPr>
          <p:cNvPr id="3" name="Content Placeholder 2">
            <a:extLst>
              <a:ext uri="{FF2B5EF4-FFF2-40B4-BE49-F238E27FC236}">
                <a16:creationId xmlns:a16="http://schemas.microsoft.com/office/drawing/2014/main" id="{027C2EC7-6C65-85A3-B917-9AD05B04F703}"/>
              </a:ext>
            </a:extLst>
          </p:cNvPr>
          <p:cNvSpPr>
            <a:spLocks noGrp="1"/>
          </p:cNvSpPr>
          <p:nvPr>
            <p:ph sz="quarter" idx="29"/>
          </p:nvPr>
        </p:nvSpPr>
        <p:spPr/>
        <p:txBody>
          <a:bodyPr/>
          <a:lstStyle/>
          <a:p>
            <a:endParaRPr lang="pt-BR"/>
          </a:p>
        </p:txBody>
      </p:sp>
      <p:graphicFrame>
        <p:nvGraphicFramePr>
          <p:cNvPr id="5" name="Object 3">
            <a:extLst>
              <a:ext uri="{FF2B5EF4-FFF2-40B4-BE49-F238E27FC236}">
                <a16:creationId xmlns:a16="http://schemas.microsoft.com/office/drawing/2014/main" id="{526AF400-EE49-FD58-07FA-2031145FB572}"/>
              </a:ext>
            </a:extLst>
          </p:cNvPr>
          <p:cNvGraphicFramePr>
            <a:graphicFrameLocks noGrp="1"/>
          </p:cNvGraphicFramePr>
          <p:nvPr>
            <p:extLst>
              <p:ext uri="{D42A27DB-BD31-4B8C-83A1-F6EECF244321}">
                <p14:modId xmlns:p14="http://schemas.microsoft.com/office/powerpoint/2010/main" val="1507473063"/>
              </p:ext>
            </p:extLst>
          </p:nvPr>
        </p:nvGraphicFramePr>
        <p:xfrm>
          <a:off x="395288" y="1774825"/>
          <a:ext cx="2947987" cy="1768475"/>
        </p:xfrm>
        <a:graphic>
          <a:graphicData uri="http://schemas.openxmlformats.org/drawingml/2006/chart">
            <c:chart xmlns:c="http://schemas.openxmlformats.org/drawingml/2006/chart" xmlns:r="http://schemas.openxmlformats.org/officeDocument/2006/relationships" r:id="rId2"/>
          </a:graphicData>
        </a:graphic>
      </p:graphicFrame>
      <p:sp>
        <p:nvSpPr>
          <p:cNvPr id="31" name="Content Placeholder 30">
            <a:extLst>
              <a:ext uri="{FF2B5EF4-FFF2-40B4-BE49-F238E27FC236}">
                <a16:creationId xmlns:a16="http://schemas.microsoft.com/office/drawing/2014/main" id="{B622B069-7844-4170-8E22-FF8F3B5BCD12}"/>
              </a:ext>
            </a:extLst>
          </p:cNvPr>
          <p:cNvSpPr>
            <a:spLocks noGrp="1"/>
          </p:cNvSpPr>
          <p:nvPr>
            <p:ph sz="quarter" idx="38"/>
          </p:nvPr>
        </p:nvSpPr>
        <p:spPr/>
        <p:txBody>
          <a:bodyPr/>
          <a:lstStyle/>
          <a:p>
            <a:endParaRPr lang="pt-BR"/>
          </a:p>
        </p:txBody>
      </p:sp>
      <p:graphicFrame>
        <p:nvGraphicFramePr>
          <p:cNvPr id="6" name="Object 31">
            <a:extLst>
              <a:ext uri="{FF2B5EF4-FFF2-40B4-BE49-F238E27FC236}">
                <a16:creationId xmlns:a16="http://schemas.microsoft.com/office/drawing/2014/main" id="{B5B5AF14-9D9F-1FDB-98E1-C494E3F4D475}"/>
              </a:ext>
            </a:extLst>
          </p:cNvPr>
          <p:cNvGraphicFramePr>
            <a:graphicFrameLocks noGrp="1"/>
          </p:cNvGraphicFramePr>
          <p:nvPr>
            <p:extLst>
              <p:ext uri="{D42A27DB-BD31-4B8C-83A1-F6EECF244321}">
                <p14:modId xmlns:p14="http://schemas.microsoft.com/office/powerpoint/2010/main" val="2747789039"/>
              </p:ext>
            </p:extLst>
          </p:nvPr>
        </p:nvGraphicFramePr>
        <p:xfrm>
          <a:off x="3533775" y="1798638"/>
          <a:ext cx="2917825" cy="1600200"/>
        </p:xfrm>
        <a:graphic>
          <a:graphicData uri="http://schemas.openxmlformats.org/drawingml/2006/chart">
            <c:chart xmlns:c="http://schemas.openxmlformats.org/drawingml/2006/chart" xmlns:r="http://schemas.openxmlformats.org/officeDocument/2006/relationships" r:id="rId3"/>
          </a:graphicData>
        </a:graphic>
      </p:graphicFrame>
      <p:sp>
        <p:nvSpPr>
          <p:cNvPr id="34" name="Content Placeholder 33">
            <a:extLst>
              <a:ext uri="{FF2B5EF4-FFF2-40B4-BE49-F238E27FC236}">
                <a16:creationId xmlns:a16="http://schemas.microsoft.com/office/drawing/2014/main" id="{4EC062C6-2C9F-E28D-3E7D-AD34127A5260}"/>
              </a:ext>
            </a:extLst>
          </p:cNvPr>
          <p:cNvSpPr>
            <a:spLocks noGrp="1"/>
          </p:cNvSpPr>
          <p:nvPr>
            <p:ph sz="quarter" idx="32"/>
          </p:nvPr>
        </p:nvSpPr>
        <p:spPr/>
        <p:txBody>
          <a:bodyPr/>
          <a:lstStyle/>
          <a:p>
            <a:endParaRPr lang="pt-BR"/>
          </a:p>
        </p:txBody>
      </p:sp>
      <p:graphicFrame>
        <p:nvGraphicFramePr>
          <p:cNvPr id="7" name="Object 35">
            <a:extLst>
              <a:ext uri="{FF2B5EF4-FFF2-40B4-BE49-F238E27FC236}">
                <a16:creationId xmlns:a16="http://schemas.microsoft.com/office/drawing/2014/main" id="{00025E05-795A-5408-F99A-794EE89D4192}"/>
              </a:ext>
            </a:extLst>
          </p:cNvPr>
          <p:cNvGraphicFramePr>
            <a:graphicFrameLocks noGrp="1"/>
          </p:cNvGraphicFramePr>
          <p:nvPr>
            <p:extLst>
              <p:ext uri="{D42A27DB-BD31-4B8C-83A1-F6EECF244321}">
                <p14:modId xmlns:p14="http://schemas.microsoft.com/office/powerpoint/2010/main" val="3394930654"/>
              </p:ext>
            </p:extLst>
          </p:nvPr>
        </p:nvGraphicFramePr>
        <p:xfrm>
          <a:off x="390151" y="3831292"/>
          <a:ext cx="2963863" cy="1698625"/>
        </p:xfrm>
        <a:graphic>
          <a:graphicData uri="http://schemas.openxmlformats.org/drawingml/2006/chart">
            <c:chart xmlns:c="http://schemas.openxmlformats.org/drawingml/2006/chart" xmlns:r="http://schemas.openxmlformats.org/officeDocument/2006/relationships" r:id="rId4"/>
          </a:graphicData>
        </a:graphic>
      </p:graphicFrame>
      <p:sp>
        <p:nvSpPr>
          <p:cNvPr id="38" name="Content Placeholder 37">
            <a:extLst>
              <a:ext uri="{FF2B5EF4-FFF2-40B4-BE49-F238E27FC236}">
                <a16:creationId xmlns:a16="http://schemas.microsoft.com/office/drawing/2014/main" id="{12B2DB9B-50E8-5D24-2175-F71265184E73}"/>
              </a:ext>
            </a:extLst>
          </p:cNvPr>
          <p:cNvSpPr>
            <a:spLocks noGrp="1"/>
          </p:cNvSpPr>
          <p:nvPr>
            <p:ph sz="quarter" idx="39"/>
          </p:nvPr>
        </p:nvSpPr>
        <p:spPr/>
        <p:txBody>
          <a:bodyPr/>
          <a:lstStyle/>
          <a:p>
            <a:endParaRPr lang="pt-BR"/>
          </a:p>
        </p:txBody>
      </p:sp>
      <p:graphicFrame>
        <p:nvGraphicFramePr>
          <p:cNvPr id="10" name="Object 40">
            <a:extLst>
              <a:ext uri="{FF2B5EF4-FFF2-40B4-BE49-F238E27FC236}">
                <a16:creationId xmlns:a16="http://schemas.microsoft.com/office/drawing/2014/main" id="{E4014CBB-85A2-998F-ECDE-D5CC0834B3A3}"/>
              </a:ext>
            </a:extLst>
          </p:cNvPr>
          <p:cNvGraphicFramePr>
            <a:graphicFrameLocks noGrp="1"/>
          </p:cNvGraphicFramePr>
          <p:nvPr>
            <p:extLst>
              <p:ext uri="{D42A27DB-BD31-4B8C-83A1-F6EECF244321}">
                <p14:modId xmlns:p14="http://schemas.microsoft.com/office/powerpoint/2010/main" val="518452795"/>
              </p:ext>
            </p:extLst>
          </p:nvPr>
        </p:nvGraphicFramePr>
        <p:xfrm>
          <a:off x="3535857" y="3838435"/>
          <a:ext cx="2925762" cy="168433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Object 42">
            <a:extLst>
              <a:ext uri="{FF2B5EF4-FFF2-40B4-BE49-F238E27FC236}">
                <a16:creationId xmlns:a16="http://schemas.microsoft.com/office/drawing/2014/main" id="{1137CDBB-6B68-1DFB-261A-4B9FC433F687}"/>
              </a:ext>
            </a:extLst>
          </p:cNvPr>
          <p:cNvGraphicFramePr>
            <a:graphicFrameLocks noGrp="1"/>
          </p:cNvGraphicFramePr>
          <p:nvPr>
            <p:extLst>
              <p:ext uri="{D42A27DB-BD31-4B8C-83A1-F6EECF244321}">
                <p14:modId xmlns:p14="http://schemas.microsoft.com/office/powerpoint/2010/main" val="2689677397"/>
              </p:ext>
            </p:extLst>
          </p:nvPr>
        </p:nvGraphicFramePr>
        <p:xfrm>
          <a:off x="396875" y="6016625"/>
          <a:ext cx="6118225" cy="3371850"/>
        </p:xfrm>
        <a:graphic>
          <a:graphicData uri="http://schemas.openxmlformats.org/drawingml/2006/chart">
            <c:chart xmlns:c="http://schemas.openxmlformats.org/drawingml/2006/chart" xmlns:r="http://schemas.openxmlformats.org/officeDocument/2006/relationships" r:id="rId6"/>
          </a:graphicData>
        </a:graphic>
      </p:graphicFrame>
      <p:sp>
        <p:nvSpPr>
          <p:cNvPr id="2" name="TextBox 1">
            <a:extLst>
              <a:ext uri="{FF2B5EF4-FFF2-40B4-BE49-F238E27FC236}">
                <a16:creationId xmlns:a16="http://schemas.microsoft.com/office/drawing/2014/main" id="{AF13BDD0-5031-85FF-14A8-1D6FC405BB12}"/>
              </a:ext>
            </a:extLst>
          </p:cNvPr>
          <p:cNvSpPr txBox="1"/>
          <p:nvPr/>
        </p:nvSpPr>
        <p:spPr>
          <a:xfrm>
            <a:off x="-3048000" y="2381250"/>
            <a:ext cx="2571750" cy="577081"/>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\\xpdocs\Research\Equities\Estrategia\Raio-XP da Bolsa\short selling.xlsx</a:t>
            </a:r>
          </a:p>
        </p:txBody>
      </p:sp>
      <p:sp>
        <p:nvSpPr>
          <p:cNvPr id="15" name="Rectangle 14">
            <a:extLst>
              <a:ext uri="{FF2B5EF4-FFF2-40B4-BE49-F238E27FC236}">
                <a16:creationId xmlns:a16="http://schemas.microsoft.com/office/drawing/2014/main" id="{170EF70B-4BD6-A99F-D04B-ACFB4A83D423}"/>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0071978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8E46A524-51D3-FDAE-FB68-B21BF8CB6F67}"/>
              </a:ext>
            </a:extLst>
          </p:cNvPr>
          <p:cNvSpPr>
            <a:spLocks noGrp="1"/>
          </p:cNvSpPr>
          <p:nvPr>
            <p:ph sz="quarter" idx="30"/>
          </p:nvPr>
        </p:nvSpPr>
        <p:spPr>
          <a:xfrm>
            <a:off x="382829" y="1518666"/>
            <a:ext cx="6099547" cy="230832"/>
          </a:xfrm>
        </p:spPr>
        <p:txBody>
          <a:bodyPr/>
          <a:lstStyle/>
          <a:p>
            <a:r>
              <a:rPr lang="en-US" noProof="0" dirty="0"/>
              <a:t>YTD flows to Brazilian equities by participants (R$ billion)</a:t>
            </a:r>
          </a:p>
        </p:txBody>
      </p:sp>
      <p:sp>
        <p:nvSpPr>
          <p:cNvPr id="11" name="Text Placeholder 10">
            <a:extLst>
              <a:ext uri="{FF2B5EF4-FFF2-40B4-BE49-F238E27FC236}">
                <a16:creationId xmlns:a16="http://schemas.microsoft.com/office/drawing/2014/main" id="{C30E05E3-4DA2-D62E-1E78-215703528B3B}"/>
              </a:ext>
            </a:extLst>
          </p:cNvPr>
          <p:cNvSpPr>
            <a:spLocks noGrp="1"/>
          </p:cNvSpPr>
          <p:nvPr>
            <p:ph type="body" sz="quarter" idx="16"/>
          </p:nvPr>
        </p:nvSpPr>
        <p:spPr/>
        <p:txBody>
          <a:bodyPr/>
          <a:lstStyle/>
          <a:p>
            <a:r>
              <a:rPr lang="en-US" noProof="0"/>
              <a:t>Flows</a:t>
            </a:r>
          </a:p>
        </p:txBody>
      </p:sp>
      <p:sp>
        <p:nvSpPr>
          <p:cNvPr id="12" name="Text Placeholder 11">
            <a:extLst>
              <a:ext uri="{FF2B5EF4-FFF2-40B4-BE49-F238E27FC236}">
                <a16:creationId xmlns:a16="http://schemas.microsoft.com/office/drawing/2014/main" id="{4987FF20-C4A6-3F35-7C00-51717F3EFA45}"/>
              </a:ext>
            </a:extLst>
          </p:cNvPr>
          <p:cNvSpPr>
            <a:spLocks noGrp="1"/>
          </p:cNvSpPr>
          <p:nvPr>
            <p:ph type="body" sz="quarter" idx="17"/>
          </p:nvPr>
        </p:nvSpPr>
        <p:spPr/>
        <p:txBody>
          <a:bodyPr/>
          <a:lstStyle/>
          <a:p>
            <a:r>
              <a:rPr lang="en-US" noProof="0"/>
              <a:t>Investors’ flows in B3</a:t>
            </a:r>
          </a:p>
        </p:txBody>
      </p:sp>
      <p:sp>
        <p:nvSpPr>
          <p:cNvPr id="8" name="Text Placeholder 7">
            <a:extLst>
              <a:ext uri="{FF2B5EF4-FFF2-40B4-BE49-F238E27FC236}">
                <a16:creationId xmlns:a16="http://schemas.microsoft.com/office/drawing/2014/main" id="{6CF4DE33-DFFC-F7E3-44FF-A2EA8E0F982C}"/>
              </a:ext>
            </a:extLst>
          </p:cNvPr>
          <p:cNvSpPr>
            <a:spLocks noGrp="1"/>
          </p:cNvSpPr>
          <p:nvPr>
            <p:ph type="body" sz="quarter" idx="31"/>
          </p:nvPr>
        </p:nvSpPr>
        <p:spPr/>
        <p:txBody>
          <a:bodyPr/>
          <a:lstStyle/>
          <a:p>
            <a:r>
              <a:rPr lang="en-US" noProof="0" dirty="0"/>
              <a:t>Source: B3, Bloomberg, XP Research. Data as </a:t>
            </a:r>
            <a:r>
              <a:rPr lang="en-US" noProof="0"/>
              <a:t>of </a:t>
            </a:r>
            <a:r>
              <a:rPr lang="en-US"/>
              <a:t>10/28/2026</a:t>
            </a:r>
            <a:r>
              <a:rPr lang="en-US" noProof="0"/>
              <a:t>.</a:t>
            </a:r>
            <a:endParaRPr lang="en-US" noProof="0" dirty="0"/>
          </a:p>
        </p:txBody>
      </p:sp>
      <p:sp>
        <p:nvSpPr>
          <p:cNvPr id="14" name="Date Placeholder 13">
            <a:extLst>
              <a:ext uri="{FF2B5EF4-FFF2-40B4-BE49-F238E27FC236}">
                <a16:creationId xmlns:a16="http://schemas.microsoft.com/office/drawing/2014/main" id="{A9A69645-CE46-7F15-2C58-F48EA3B3AB09}"/>
              </a:ext>
            </a:extLst>
          </p:cNvPr>
          <p:cNvSpPr>
            <a:spLocks noGrp="1"/>
          </p:cNvSpPr>
          <p:nvPr>
            <p:ph type="dt" sz="half" idx="2"/>
          </p:nvPr>
        </p:nvSpPr>
        <p:spPr/>
        <p:txBody>
          <a:bodyPr/>
          <a:lstStyle/>
          <a:p>
            <a:fld id="{3C1FBD56-64AA-4F46-B384-0D5DC531C0BF}" type="datetime4">
              <a:rPr lang="en-US" noProof="0" smtClean="0"/>
              <a:t>October 30, 2026</a:t>
            </a:fld>
            <a:endParaRPr lang="en-US" noProof="0"/>
          </a:p>
        </p:txBody>
      </p:sp>
      <p:sp>
        <p:nvSpPr>
          <p:cNvPr id="24" name="Content Placeholder 23">
            <a:extLst>
              <a:ext uri="{FF2B5EF4-FFF2-40B4-BE49-F238E27FC236}">
                <a16:creationId xmlns:a16="http://schemas.microsoft.com/office/drawing/2014/main" id="{85F77C68-B986-325D-2564-9D5A89849C58}"/>
              </a:ext>
            </a:extLst>
          </p:cNvPr>
          <p:cNvSpPr>
            <a:spLocks noGrp="1"/>
          </p:cNvSpPr>
          <p:nvPr>
            <p:ph sz="quarter" idx="35"/>
          </p:nvPr>
        </p:nvSpPr>
        <p:spPr>
          <a:xfrm>
            <a:off x="390153" y="4771963"/>
            <a:ext cx="6099547" cy="230832"/>
          </a:xfrm>
        </p:spPr>
        <p:txBody>
          <a:bodyPr/>
          <a:lstStyle/>
          <a:p>
            <a:r>
              <a:rPr lang="en-US" noProof="0"/>
              <a:t>Monthly net flows to Brazilian equities by participants (R$ billion)</a:t>
            </a:r>
          </a:p>
        </p:txBody>
      </p:sp>
      <p:sp>
        <p:nvSpPr>
          <p:cNvPr id="21" name="Content Placeholder 20">
            <a:extLst>
              <a:ext uri="{FF2B5EF4-FFF2-40B4-BE49-F238E27FC236}">
                <a16:creationId xmlns:a16="http://schemas.microsoft.com/office/drawing/2014/main" id="{DC803DA7-5942-071C-EB7E-97536FE29111}"/>
              </a:ext>
            </a:extLst>
          </p:cNvPr>
          <p:cNvSpPr>
            <a:spLocks noGrp="1"/>
          </p:cNvSpPr>
          <p:nvPr>
            <p:ph sz="quarter" idx="37"/>
          </p:nvPr>
        </p:nvSpPr>
        <p:spPr>
          <a:xfrm>
            <a:off x="397477" y="7328770"/>
            <a:ext cx="6099547" cy="230832"/>
          </a:xfrm>
        </p:spPr>
        <p:txBody>
          <a:bodyPr/>
          <a:lstStyle/>
          <a:p>
            <a:r>
              <a:rPr lang="en-US" noProof="0"/>
              <a:t>Annual net flows to Brazilian equities by participants (R$ billion)</a:t>
            </a:r>
          </a:p>
        </p:txBody>
      </p:sp>
      <p:graphicFrame>
        <p:nvGraphicFramePr>
          <p:cNvPr id="5" name="Object 3">
            <a:extLst>
              <a:ext uri="{FF2B5EF4-FFF2-40B4-BE49-F238E27FC236}">
                <a16:creationId xmlns:a16="http://schemas.microsoft.com/office/drawing/2014/main" id="{1D108BFD-56E8-EBC0-AC25-359F25A31CC1}"/>
              </a:ext>
            </a:extLst>
          </p:cNvPr>
          <p:cNvGraphicFramePr>
            <a:graphicFrameLocks noGrp="1"/>
          </p:cNvGraphicFramePr>
          <p:nvPr>
            <p:extLst>
              <p:ext uri="{D42A27DB-BD31-4B8C-83A1-F6EECF244321}">
                <p14:modId xmlns:p14="http://schemas.microsoft.com/office/powerpoint/2010/main" val="852941434"/>
              </p:ext>
            </p:extLst>
          </p:nvPr>
        </p:nvGraphicFramePr>
        <p:xfrm>
          <a:off x="388938" y="1770063"/>
          <a:ext cx="6103937" cy="2955925"/>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7A41CE02-65FD-D098-ABE0-66C54DE2CBEF}"/>
              </a:ext>
            </a:extLst>
          </p:cNvPr>
          <p:cNvSpPr txBox="1"/>
          <p:nvPr/>
        </p:nvSpPr>
        <p:spPr>
          <a:xfrm>
            <a:off x="-3048000" y="2381250"/>
            <a:ext cx="2571750" cy="577081"/>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\\xpdocs\Research\Equities\Estrategia\Raio-XP da Bolsa\Fluxos B3.xlsx</a:t>
            </a:r>
          </a:p>
        </p:txBody>
      </p:sp>
      <p:graphicFrame>
        <p:nvGraphicFramePr>
          <p:cNvPr id="2" name="Table 1">
            <a:extLst>
              <a:ext uri="{FF2B5EF4-FFF2-40B4-BE49-F238E27FC236}">
                <a16:creationId xmlns:a16="http://schemas.microsoft.com/office/drawing/2014/main" id="{0EA208CE-3EB6-94F1-595B-32D63F079528}"/>
              </a:ext>
            </a:extLst>
          </p:cNvPr>
          <p:cNvGraphicFramePr>
            <a:graphicFrameLocks noGrp="1"/>
          </p:cNvGraphicFramePr>
          <p:nvPr>
            <p:extLst>
              <p:ext uri="{D42A27DB-BD31-4B8C-83A1-F6EECF244321}">
                <p14:modId xmlns:p14="http://schemas.microsoft.com/office/powerpoint/2010/main" val="2118556208"/>
              </p:ext>
            </p:extLst>
          </p:nvPr>
        </p:nvGraphicFramePr>
        <p:xfrm>
          <a:off x="397476" y="5073759"/>
          <a:ext cx="6092224" cy="2077322"/>
        </p:xfrm>
        <a:graphic>
          <a:graphicData uri="http://schemas.openxmlformats.org/drawingml/2006/table">
            <a:tbl>
              <a:tblPr/>
              <a:tblGrid>
                <a:gridCol w="1003283">
                  <a:extLst>
                    <a:ext uri="{9D8B030D-6E8A-4147-A177-3AD203B41FA5}">
                      <a16:colId xmlns:a16="http://schemas.microsoft.com/office/drawing/2014/main" val="2081254454"/>
                    </a:ext>
                  </a:extLst>
                </a:gridCol>
                <a:gridCol w="1003283">
                  <a:extLst>
                    <a:ext uri="{9D8B030D-6E8A-4147-A177-3AD203B41FA5}">
                      <a16:colId xmlns:a16="http://schemas.microsoft.com/office/drawing/2014/main" val="2057232028"/>
                    </a:ext>
                  </a:extLst>
                </a:gridCol>
                <a:gridCol w="1075809">
                  <a:extLst>
                    <a:ext uri="{9D8B030D-6E8A-4147-A177-3AD203B41FA5}">
                      <a16:colId xmlns:a16="http://schemas.microsoft.com/office/drawing/2014/main" val="2461980822"/>
                    </a:ext>
                  </a:extLst>
                </a:gridCol>
                <a:gridCol w="1003283">
                  <a:extLst>
                    <a:ext uri="{9D8B030D-6E8A-4147-A177-3AD203B41FA5}">
                      <a16:colId xmlns:a16="http://schemas.microsoft.com/office/drawing/2014/main" val="2653719677"/>
                    </a:ext>
                  </a:extLst>
                </a:gridCol>
                <a:gridCol w="1003283">
                  <a:extLst>
                    <a:ext uri="{9D8B030D-6E8A-4147-A177-3AD203B41FA5}">
                      <a16:colId xmlns:a16="http://schemas.microsoft.com/office/drawing/2014/main" val="181807350"/>
                    </a:ext>
                  </a:extLst>
                </a:gridCol>
                <a:gridCol w="1003283">
                  <a:extLst>
                    <a:ext uri="{9D8B030D-6E8A-4147-A177-3AD203B41FA5}">
                      <a16:colId xmlns:a16="http://schemas.microsoft.com/office/drawing/2014/main" val="1185641040"/>
                    </a:ext>
                  </a:extLst>
                </a:gridCol>
              </a:tblGrid>
              <a:tr h="159794">
                <a:tc>
                  <a:txBody>
                    <a:bodyPr/>
                    <a:lstStyle/>
                    <a:p>
                      <a:pPr algn="ctr" fontAlgn="ctr">
                        <a:buNone/>
                      </a:pPr>
                      <a:r>
                        <a:rPr lang="pt-BR" sz="900" b="1" i="0" u="none" strike="noStrike">
                          <a:solidFill>
                            <a:srgbClr val="FFFFFF"/>
                          </a:solidFill>
                          <a:effectLst/>
                          <a:latin typeface="Roboto Light" panose="02000000000000000000" pitchFamily="2" charset="0"/>
                        </a:rPr>
                        <a:t>Month</a:t>
                      </a:r>
                    </a:p>
                  </a:txBody>
                  <a:tcPr marL="7042" marR="7042" marT="7042" marB="0" anchor="ctr">
                    <a:lnL>
                      <a:noFill/>
                    </a:lnL>
                    <a:lnR>
                      <a:noFill/>
                    </a:lnR>
                    <a:lnT>
                      <a:noFill/>
                    </a:lnT>
                    <a:lnB>
                      <a:noFill/>
                    </a:lnB>
                    <a:solidFill>
                      <a:srgbClr val="1F2F44"/>
                    </a:solidFill>
                  </a:tcPr>
                </a:tc>
                <a:tc>
                  <a:txBody>
                    <a:bodyPr/>
                    <a:lstStyle/>
                    <a:p>
                      <a:pPr algn="ctr" fontAlgn="ctr">
                        <a:buNone/>
                      </a:pPr>
                      <a:r>
                        <a:rPr lang="pt-BR" sz="900" b="1" i="0" u="none" strike="noStrike">
                          <a:solidFill>
                            <a:srgbClr val="FFFFFF"/>
                          </a:solidFill>
                          <a:effectLst/>
                          <a:latin typeface="Roboto Light" panose="02000000000000000000" pitchFamily="2" charset="0"/>
                        </a:rPr>
                        <a:t>Foreign</a:t>
                      </a:r>
                    </a:p>
                  </a:txBody>
                  <a:tcPr marL="7042" marR="7042" marT="7042" marB="0" anchor="ctr">
                    <a:lnL>
                      <a:noFill/>
                    </a:lnL>
                    <a:lnR>
                      <a:noFill/>
                    </a:lnR>
                    <a:lnT>
                      <a:noFill/>
                    </a:lnT>
                    <a:lnB>
                      <a:noFill/>
                    </a:lnB>
                    <a:solidFill>
                      <a:srgbClr val="1F2F44"/>
                    </a:solidFill>
                  </a:tcPr>
                </a:tc>
                <a:tc>
                  <a:txBody>
                    <a:bodyPr/>
                    <a:lstStyle/>
                    <a:p>
                      <a:pPr algn="ctr" fontAlgn="ctr">
                        <a:buNone/>
                      </a:pPr>
                      <a:r>
                        <a:rPr lang="pt-BR" sz="900" b="1" i="0" u="none" strike="noStrike">
                          <a:solidFill>
                            <a:srgbClr val="FFFFFF"/>
                          </a:solidFill>
                          <a:effectLst/>
                          <a:latin typeface="Roboto Light" panose="02000000000000000000" pitchFamily="2" charset="0"/>
                        </a:rPr>
                        <a:t>Institutional</a:t>
                      </a:r>
                    </a:p>
                  </a:txBody>
                  <a:tcPr marL="7042" marR="7042" marT="7042" marB="0" anchor="ctr">
                    <a:lnL>
                      <a:noFill/>
                    </a:lnL>
                    <a:lnR>
                      <a:noFill/>
                    </a:lnR>
                    <a:lnT>
                      <a:noFill/>
                    </a:lnT>
                    <a:lnB>
                      <a:noFill/>
                    </a:lnB>
                    <a:solidFill>
                      <a:srgbClr val="1F2F44"/>
                    </a:solidFill>
                  </a:tcPr>
                </a:tc>
                <a:tc>
                  <a:txBody>
                    <a:bodyPr/>
                    <a:lstStyle/>
                    <a:p>
                      <a:pPr algn="ctr" fontAlgn="ctr">
                        <a:buNone/>
                      </a:pPr>
                      <a:r>
                        <a:rPr lang="pt-BR" sz="900" b="1" i="0" u="none" strike="noStrike">
                          <a:solidFill>
                            <a:srgbClr val="FFFFFF"/>
                          </a:solidFill>
                          <a:effectLst/>
                          <a:latin typeface="Roboto Light" panose="02000000000000000000" pitchFamily="2" charset="0"/>
                        </a:rPr>
                        <a:t>Fin. Institution</a:t>
                      </a:r>
                    </a:p>
                  </a:txBody>
                  <a:tcPr marL="7042" marR="7042" marT="7042" marB="0" anchor="ctr">
                    <a:lnL>
                      <a:noFill/>
                    </a:lnL>
                    <a:lnR>
                      <a:noFill/>
                    </a:lnR>
                    <a:lnT>
                      <a:noFill/>
                    </a:lnT>
                    <a:lnB>
                      <a:noFill/>
                    </a:lnB>
                    <a:solidFill>
                      <a:srgbClr val="1F2F44"/>
                    </a:solidFill>
                  </a:tcPr>
                </a:tc>
                <a:tc>
                  <a:txBody>
                    <a:bodyPr/>
                    <a:lstStyle/>
                    <a:p>
                      <a:pPr algn="ctr" fontAlgn="ctr">
                        <a:buNone/>
                      </a:pPr>
                      <a:r>
                        <a:rPr lang="pt-BR" sz="900" b="1" i="0" u="none" strike="noStrike">
                          <a:solidFill>
                            <a:srgbClr val="FFFFFF"/>
                          </a:solidFill>
                          <a:effectLst/>
                          <a:latin typeface="Roboto Light" panose="02000000000000000000" pitchFamily="2" charset="0"/>
                        </a:rPr>
                        <a:t>Retail</a:t>
                      </a:r>
                    </a:p>
                  </a:txBody>
                  <a:tcPr marL="7042" marR="7042" marT="7042" marB="0" anchor="ctr">
                    <a:lnL>
                      <a:noFill/>
                    </a:lnL>
                    <a:lnR>
                      <a:noFill/>
                    </a:lnR>
                    <a:lnT>
                      <a:noFill/>
                    </a:lnT>
                    <a:lnB>
                      <a:noFill/>
                    </a:lnB>
                    <a:solidFill>
                      <a:srgbClr val="1F2F44"/>
                    </a:solidFill>
                  </a:tcPr>
                </a:tc>
                <a:tc>
                  <a:txBody>
                    <a:bodyPr/>
                    <a:lstStyle/>
                    <a:p>
                      <a:pPr algn="ctr" fontAlgn="ctr">
                        <a:buNone/>
                      </a:pPr>
                      <a:r>
                        <a:rPr lang="pt-BR" sz="900" b="1" i="0" u="none" strike="noStrike">
                          <a:solidFill>
                            <a:srgbClr val="FFFFFF"/>
                          </a:solidFill>
                          <a:effectLst/>
                          <a:latin typeface="Roboto Light" panose="02000000000000000000" pitchFamily="2" charset="0"/>
                        </a:rPr>
                        <a:t>Others</a:t>
                      </a:r>
                    </a:p>
                  </a:txBody>
                  <a:tcPr marL="7042" marR="7042" marT="7042" marB="0" anchor="ctr">
                    <a:lnL>
                      <a:noFill/>
                    </a:lnL>
                    <a:lnR>
                      <a:noFill/>
                    </a:lnR>
                    <a:lnT>
                      <a:noFill/>
                    </a:lnT>
                    <a:lnB>
                      <a:noFill/>
                    </a:lnB>
                    <a:solidFill>
                      <a:srgbClr val="1F2F44"/>
                    </a:solidFill>
                  </a:tcPr>
                </a:tc>
                <a:extLst>
                  <a:ext uri="{0D108BD9-81ED-4DB2-BD59-A6C34878D82A}">
                    <a16:rowId xmlns:a16="http://schemas.microsoft.com/office/drawing/2014/main" val="3196851280"/>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Nov-25</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2.1</a:t>
                      </a:r>
                    </a:p>
                  </a:txBody>
                  <a:tcPr marL="7042" marR="7042" marT="7042" marB="0" anchor="b">
                    <a:lnL>
                      <a:noFill/>
                    </a:lnL>
                    <a:lnR>
                      <a:noFill/>
                    </a:lnR>
                    <a:lnT>
                      <a:noFill/>
                    </a:lnT>
                    <a:lnB>
                      <a:noFill/>
                    </a:lnB>
                    <a:solidFill>
                      <a:srgbClr val="F1F7F5"/>
                    </a:solidFill>
                  </a:tcPr>
                </a:tc>
                <a:tc>
                  <a:txBody>
                    <a:bodyPr/>
                    <a:lstStyle/>
                    <a:p>
                      <a:pPr algn="ctr" fontAlgn="b">
                        <a:buNone/>
                      </a:pPr>
                      <a:r>
                        <a:rPr lang="pt-BR" sz="900" b="0" i="0" u="none" strike="noStrike">
                          <a:solidFill>
                            <a:srgbClr val="000000"/>
                          </a:solidFill>
                          <a:effectLst/>
                          <a:latin typeface="Roboto Light" panose="02000000000000000000" pitchFamily="2" charset="0"/>
                        </a:rPr>
                        <a:t>-8.7</a:t>
                      </a:r>
                    </a:p>
                  </a:txBody>
                  <a:tcPr marL="7042" marR="7042" marT="7042" marB="0" anchor="b">
                    <a:lnL>
                      <a:noFill/>
                    </a:lnL>
                    <a:lnR>
                      <a:noFill/>
                    </a:lnR>
                    <a:lnT>
                      <a:noFill/>
                    </a:lnT>
                    <a:lnB>
                      <a:noFill/>
                    </a:lnB>
                    <a:solidFill>
                      <a:srgbClr val="FAB4B7"/>
                    </a:solidFill>
                  </a:tcPr>
                </a:tc>
                <a:tc>
                  <a:txBody>
                    <a:bodyPr/>
                    <a:lstStyle/>
                    <a:p>
                      <a:pPr algn="ctr" fontAlgn="b">
                        <a:buNone/>
                      </a:pPr>
                      <a:r>
                        <a:rPr lang="pt-BR" sz="900" b="0" i="0" u="none" strike="noStrike">
                          <a:solidFill>
                            <a:srgbClr val="000000"/>
                          </a:solidFill>
                          <a:effectLst/>
                          <a:latin typeface="Roboto Light" panose="02000000000000000000" pitchFamily="2" charset="0"/>
                        </a:rPr>
                        <a:t>3.4</a:t>
                      </a:r>
                    </a:p>
                  </a:txBody>
                  <a:tcPr marL="7042" marR="7042" marT="7042" marB="0" anchor="b">
                    <a:lnL>
                      <a:noFill/>
                    </a:lnL>
                    <a:lnR>
                      <a:noFill/>
                    </a:lnR>
                    <a:lnT>
                      <a:noFill/>
                    </a:lnT>
                    <a:lnB>
                      <a:noFill/>
                    </a:lnB>
                    <a:solidFill>
                      <a:srgbClr val="E9F4EF"/>
                    </a:solidFill>
                  </a:tcPr>
                </a:tc>
                <a:tc>
                  <a:txBody>
                    <a:bodyPr/>
                    <a:lstStyle/>
                    <a:p>
                      <a:pPr algn="ctr" fontAlgn="b">
                        <a:buNone/>
                      </a:pPr>
                      <a:r>
                        <a:rPr lang="pt-BR" sz="900" b="0" i="0" u="none" strike="noStrike">
                          <a:solidFill>
                            <a:srgbClr val="000000"/>
                          </a:solidFill>
                          <a:effectLst/>
                          <a:latin typeface="Roboto Light" panose="02000000000000000000" pitchFamily="2" charset="0"/>
                        </a:rPr>
                        <a:t>-3.5</a:t>
                      </a:r>
                    </a:p>
                  </a:txBody>
                  <a:tcPr marL="7042" marR="7042" marT="7042" marB="0" anchor="b">
                    <a:lnL>
                      <a:noFill/>
                    </a:lnL>
                    <a:lnR>
                      <a:noFill/>
                    </a:lnR>
                    <a:lnT>
                      <a:noFill/>
                    </a:lnT>
                    <a:lnB>
                      <a:noFill/>
                    </a:lnB>
                    <a:solidFill>
                      <a:srgbClr val="FBDFE2"/>
                    </a:solidFill>
                  </a:tcPr>
                </a:tc>
                <a:tc>
                  <a:txBody>
                    <a:bodyPr/>
                    <a:lstStyle/>
                    <a:p>
                      <a:pPr algn="ctr" fontAlgn="b">
                        <a:buNone/>
                      </a:pPr>
                      <a:r>
                        <a:rPr lang="pt-BR" sz="900" b="0" i="0" u="none" strike="noStrike">
                          <a:solidFill>
                            <a:srgbClr val="000000"/>
                          </a:solidFill>
                          <a:effectLst/>
                          <a:latin typeface="Roboto Light" panose="02000000000000000000" pitchFamily="2" charset="0"/>
                        </a:rPr>
                        <a:t>6.8</a:t>
                      </a:r>
                    </a:p>
                  </a:txBody>
                  <a:tcPr marL="7042" marR="7042" marT="7042" marB="0" anchor="b">
                    <a:lnL>
                      <a:noFill/>
                    </a:lnL>
                    <a:lnR>
                      <a:noFill/>
                    </a:lnR>
                    <a:lnT>
                      <a:noFill/>
                    </a:lnT>
                    <a:lnB>
                      <a:noFill/>
                    </a:lnB>
                    <a:solidFill>
                      <a:srgbClr val="D5ECDD"/>
                    </a:solidFill>
                  </a:tcPr>
                </a:tc>
                <a:extLst>
                  <a:ext uri="{0D108BD9-81ED-4DB2-BD59-A6C34878D82A}">
                    <a16:rowId xmlns:a16="http://schemas.microsoft.com/office/drawing/2014/main" val="433145001"/>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Dec-25</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-1.9</a:t>
                      </a:r>
                    </a:p>
                  </a:txBody>
                  <a:tcPr marL="7042" marR="7042" marT="7042" marB="0" anchor="b">
                    <a:lnL>
                      <a:noFill/>
                    </a:lnL>
                    <a:lnR>
                      <a:noFill/>
                    </a:lnR>
                    <a:lnT>
                      <a:noFill/>
                    </a:lnT>
                    <a:lnB>
                      <a:noFill/>
                    </a:lnB>
                    <a:solidFill>
                      <a:srgbClr val="FCECEF"/>
                    </a:solidFill>
                  </a:tcPr>
                </a:tc>
                <a:tc>
                  <a:txBody>
                    <a:bodyPr/>
                    <a:lstStyle/>
                    <a:p>
                      <a:pPr algn="ctr" fontAlgn="b">
                        <a:buNone/>
                      </a:pPr>
                      <a:r>
                        <a:rPr lang="pt-BR" sz="900" b="0" i="0" u="none" strike="noStrike">
                          <a:solidFill>
                            <a:srgbClr val="000000"/>
                          </a:solidFill>
                          <a:effectLst/>
                          <a:latin typeface="Roboto Light" panose="02000000000000000000" pitchFamily="2" charset="0"/>
                        </a:rPr>
                        <a:t>2.9</a:t>
                      </a:r>
                    </a:p>
                  </a:txBody>
                  <a:tcPr marL="7042" marR="7042" marT="7042" marB="0" anchor="b">
                    <a:lnL>
                      <a:noFill/>
                    </a:lnL>
                    <a:lnR>
                      <a:noFill/>
                    </a:lnR>
                    <a:lnT>
                      <a:noFill/>
                    </a:lnT>
                    <a:lnB>
                      <a:noFill/>
                    </a:lnB>
                    <a:solidFill>
                      <a:srgbClr val="ECF6F1"/>
                    </a:solidFill>
                  </a:tcPr>
                </a:tc>
                <a:tc>
                  <a:txBody>
                    <a:bodyPr/>
                    <a:lstStyle/>
                    <a:p>
                      <a:pPr algn="ctr" fontAlgn="b">
                        <a:buNone/>
                      </a:pPr>
                      <a:r>
                        <a:rPr lang="pt-BR" sz="900" b="0" i="0" u="none" strike="noStrike">
                          <a:solidFill>
                            <a:srgbClr val="000000"/>
                          </a:solidFill>
                          <a:effectLst/>
                          <a:latin typeface="Roboto Light" panose="02000000000000000000" pitchFamily="2" charset="0"/>
                        </a:rPr>
                        <a:t>-2.6</a:t>
                      </a:r>
                    </a:p>
                  </a:txBody>
                  <a:tcPr marL="7042" marR="7042" marT="7042" marB="0" anchor="b">
                    <a:lnL>
                      <a:noFill/>
                    </a:lnL>
                    <a:lnR>
                      <a:noFill/>
                    </a:lnR>
                    <a:lnT>
                      <a:noFill/>
                    </a:lnT>
                    <a:lnB>
                      <a:noFill/>
                    </a:lnB>
                    <a:solidFill>
                      <a:srgbClr val="FBE6E9"/>
                    </a:solidFill>
                  </a:tcPr>
                </a:tc>
                <a:tc>
                  <a:txBody>
                    <a:bodyPr/>
                    <a:lstStyle/>
                    <a:p>
                      <a:pPr algn="ctr" fontAlgn="b">
                        <a:buNone/>
                      </a:pPr>
                      <a:r>
                        <a:rPr lang="pt-BR" sz="900" b="0" i="0" u="none" strike="noStrike">
                          <a:solidFill>
                            <a:srgbClr val="000000"/>
                          </a:solidFill>
                          <a:effectLst/>
                          <a:latin typeface="Roboto Light" panose="02000000000000000000" pitchFamily="2" charset="0"/>
                        </a:rPr>
                        <a:t>3.9</a:t>
                      </a:r>
                    </a:p>
                  </a:txBody>
                  <a:tcPr marL="7042" marR="7042" marT="7042" marB="0" anchor="b">
                    <a:lnL>
                      <a:noFill/>
                    </a:lnL>
                    <a:lnR>
                      <a:noFill/>
                    </a:lnR>
                    <a:lnT>
                      <a:noFill/>
                    </a:lnT>
                    <a:lnB>
                      <a:noFill/>
                    </a:lnB>
                    <a:solidFill>
                      <a:srgbClr val="E6F3EC"/>
                    </a:solidFill>
                  </a:tcPr>
                </a:tc>
                <a:tc>
                  <a:txBody>
                    <a:bodyPr/>
                    <a:lstStyle/>
                    <a:p>
                      <a:pPr algn="ctr" fontAlgn="b">
                        <a:buNone/>
                      </a:pPr>
                      <a:r>
                        <a:rPr lang="pt-BR" sz="900" b="0" i="0" u="none" strike="noStrike">
                          <a:solidFill>
                            <a:srgbClr val="000000"/>
                          </a:solidFill>
                          <a:effectLst/>
                          <a:latin typeface="Roboto Light" panose="02000000000000000000" pitchFamily="2" charset="0"/>
                        </a:rPr>
                        <a:t>-2.3</a:t>
                      </a:r>
                    </a:p>
                  </a:txBody>
                  <a:tcPr marL="7042" marR="7042" marT="7042" marB="0" anchor="b">
                    <a:lnL>
                      <a:noFill/>
                    </a:lnL>
                    <a:lnR>
                      <a:noFill/>
                    </a:lnR>
                    <a:lnT>
                      <a:noFill/>
                    </a:lnT>
                    <a:lnB>
                      <a:noFill/>
                    </a:lnB>
                    <a:solidFill>
                      <a:srgbClr val="FBE8EB"/>
                    </a:solidFill>
                  </a:tcPr>
                </a:tc>
                <a:extLst>
                  <a:ext uri="{0D108BD9-81ED-4DB2-BD59-A6C34878D82A}">
                    <a16:rowId xmlns:a16="http://schemas.microsoft.com/office/drawing/2014/main" val="2387834539"/>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Jan-26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26.3</a:t>
                      </a:r>
                    </a:p>
                  </a:txBody>
                  <a:tcPr marL="7042" marR="7042" marT="7042" marB="0" anchor="b">
                    <a:lnL>
                      <a:noFill/>
                    </a:lnL>
                    <a:lnR>
                      <a:noFill/>
                    </a:lnR>
                    <a:lnT>
                      <a:noFill/>
                    </a:lnT>
                    <a:lnB>
                      <a:noFill/>
                    </a:lnB>
                    <a:solidFill>
                      <a:srgbClr val="63BE7B"/>
                    </a:solidFill>
                  </a:tcPr>
                </a:tc>
                <a:tc>
                  <a:txBody>
                    <a:bodyPr/>
                    <a:lstStyle/>
                    <a:p>
                      <a:pPr algn="ctr" fontAlgn="b">
                        <a:buNone/>
                      </a:pPr>
                      <a:r>
                        <a:rPr lang="pt-BR" sz="900" b="0" i="0" u="none" strike="noStrike">
                          <a:solidFill>
                            <a:srgbClr val="000000"/>
                          </a:solidFill>
                          <a:effectLst/>
                          <a:latin typeface="Roboto Light" panose="02000000000000000000" pitchFamily="2" charset="0"/>
                        </a:rPr>
                        <a:t>-17.5</a:t>
                      </a:r>
                    </a:p>
                  </a:txBody>
                  <a:tcPr marL="7042" marR="7042" marT="7042" marB="0" anchor="b">
                    <a:lnL>
                      <a:noFill/>
                    </a:lnL>
                    <a:lnR>
                      <a:noFill/>
                    </a:lnR>
                    <a:lnT>
                      <a:noFill/>
                    </a:lnT>
                    <a:lnB>
                      <a:noFill/>
                    </a:lnB>
                    <a:solidFill>
                      <a:srgbClr val="F86E70"/>
                    </a:solidFill>
                  </a:tcPr>
                </a:tc>
                <a:tc>
                  <a:txBody>
                    <a:bodyPr/>
                    <a:lstStyle/>
                    <a:p>
                      <a:pPr algn="ctr" fontAlgn="b">
                        <a:buNone/>
                      </a:pPr>
                      <a:r>
                        <a:rPr lang="pt-BR" sz="900" b="0" i="0" u="none" strike="noStrike">
                          <a:solidFill>
                            <a:srgbClr val="000000"/>
                          </a:solidFill>
                          <a:effectLst/>
                          <a:latin typeface="Roboto Light" panose="02000000000000000000" pitchFamily="2" charset="0"/>
                        </a:rPr>
                        <a:t>-4.7</a:t>
                      </a:r>
                    </a:p>
                  </a:txBody>
                  <a:tcPr marL="7042" marR="7042" marT="7042" marB="0" anchor="b">
                    <a:lnL>
                      <a:noFill/>
                    </a:lnL>
                    <a:lnR>
                      <a:noFill/>
                    </a:lnR>
                    <a:lnT>
                      <a:noFill/>
                    </a:lnT>
                    <a:lnB>
                      <a:noFill/>
                    </a:lnB>
                    <a:solidFill>
                      <a:srgbClr val="FBD5D8"/>
                    </a:solidFill>
                  </a:tcPr>
                </a:tc>
                <a:tc>
                  <a:txBody>
                    <a:bodyPr/>
                    <a:lstStyle/>
                    <a:p>
                      <a:pPr algn="ctr" fontAlgn="b">
                        <a:buNone/>
                      </a:pPr>
                      <a:r>
                        <a:rPr lang="pt-BR" sz="900" b="0" i="0" u="none" strike="noStrike">
                          <a:solidFill>
                            <a:srgbClr val="000000"/>
                          </a:solidFill>
                          <a:effectLst/>
                          <a:latin typeface="Roboto Light" panose="02000000000000000000" pitchFamily="2" charset="0"/>
                        </a:rPr>
                        <a:t>-3.6</a:t>
                      </a:r>
                    </a:p>
                  </a:txBody>
                  <a:tcPr marL="7042" marR="7042" marT="7042" marB="0" anchor="b">
                    <a:lnL>
                      <a:noFill/>
                    </a:lnL>
                    <a:lnR>
                      <a:noFill/>
                    </a:lnR>
                    <a:lnT>
                      <a:noFill/>
                    </a:lnT>
                    <a:lnB>
                      <a:noFill/>
                    </a:lnB>
                    <a:solidFill>
                      <a:srgbClr val="FBDEE1"/>
                    </a:solidFill>
                  </a:tcPr>
                </a:tc>
                <a:tc>
                  <a:txBody>
                    <a:bodyPr/>
                    <a:lstStyle/>
                    <a:p>
                      <a:pPr algn="ctr" fontAlgn="b">
                        <a:buNone/>
                      </a:pPr>
                      <a:r>
                        <a:rPr lang="pt-BR" sz="900" b="0" i="0" u="none" strike="noStrike">
                          <a:solidFill>
                            <a:srgbClr val="000000"/>
                          </a:solidFill>
                          <a:effectLst/>
                          <a:latin typeface="Roboto Light" panose="02000000000000000000" pitchFamily="2" charset="0"/>
                        </a:rPr>
                        <a:t>-0.5</a:t>
                      </a:r>
                    </a:p>
                  </a:txBody>
                  <a:tcPr marL="7042" marR="7042" marT="7042" marB="0" anchor="b">
                    <a:lnL>
                      <a:noFill/>
                    </a:lnL>
                    <a:lnR>
                      <a:noFill/>
                    </a:lnR>
                    <a:lnT>
                      <a:noFill/>
                    </a:lnT>
                    <a:lnB>
                      <a:noFill/>
                    </a:lnB>
                    <a:solidFill>
                      <a:srgbClr val="FCF7FA"/>
                    </a:solidFill>
                  </a:tcPr>
                </a:tc>
                <a:extLst>
                  <a:ext uri="{0D108BD9-81ED-4DB2-BD59-A6C34878D82A}">
                    <a16:rowId xmlns:a16="http://schemas.microsoft.com/office/drawing/2014/main" val="731269692"/>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Feb-26</a:t>
                      </a:r>
                      <a:endParaRPr lang="pt-BR" sz="900" b="0" i="0" u="none" strike="noStrike" dirty="0">
                        <a:solidFill>
                          <a:srgbClr val="000000"/>
                        </a:solidFill>
                        <a:effectLst/>
                        <a:latin typeface="Roboto Light" panose="02000000000000000000" pitchFamily="2" charset="0"/>
                      </a:endParaRP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15.4</a:t>
                      </a:r>
                    </a:p>
                  </a:txBody>
                  <a:tcPr marL="7042" marR="7042" marT="7042" marB="0" anchor="b">
                    <a:lnL>
                      <a:noFill/>
                    </a:lnL>
                    <a:lnR>
                      <a:noFill/>
                    </a:lnR>
                    <a:lnT>
                      <a:noFill/>
                    </a:lnT>
                    <a:lnB>
                      <a:noFill/>
                    </a:lnB>
                    <a:solidFill>
                      <a:srgbClr val="A3D8B2"/>
                    </a:solidFill>
                  </a:tcPr>
                </a:tc>
                <a:tc>
                  <a:txBody>
                    <a:bodyPr/>
                    <a:lstStyle/>
                    <a:p>
                      <a:pPr algn="ctr" fontAlgn="b">
                        <a:buNone/>
                      </a:pPr>
                      <a:r>
                        <a:rPr lang="pt-BR" sz="900" b="0" i="0" u="none" strike="noStrike">
                          <a:solidFill>
                            <a:srgbClr val="000000"/>
                          </a:solidFill>
                          <a:effectLst/>
                          <a:latin typeface="Roboto Light" panose="02000000000000000000" pitchFamily="2" charset="0"/>
                        </a:rPr>
                        <a:t>-12.8</a:t>
                      </a:r>
                    </a:p>
                  </a:txBody>
                  <a:tcPr marL="7042" marR="7042" marT="7042" marB="0" anchor="b">
                    <a:lnL>
                      <a:noFill/>
                    </a:lnL>
                    <a:lnR>
                      <a:noFill/>
                    </a:lnR>
                    <a:lnT>
                      <a:noFill/>
                    </a:lnT>
                    <a:lnB>
                      <a:noFill/>
                    </a:lnB>
                    <a:solidFill>
                      <a:srgbClr val="F99496"/>
                    </a:solidFill>
                  </a:tcPr>
                </a:tc>
                <a:tc>
                  <a:txBody>
                    <a:bodyPr/>
                    <a:lstStyle/>
                    <a:p>
                      <a:pPr algn="ctr" fontAlgn="b">
                        <a:buNone/>
                      </a:pPr>
                      <a:r>
                        <a:rPr lang="pt-BR" sz="900" b="0" i="0" u="none" strike="noStrike">
                          <a:solidFill>
                            <a:srgbClr val="000000"/>
                          </a:solidFill>
                          <a:effectLst/>
                          <a:latin typeface="Roboto Light" panose="02000000000000000000" pitchFamily="2" charset="0"/>
                        </a:rPr>
                        <a:t>1.6</a:t>
                      </a:r>
                    </a:p>
                  </a:txBody>
                  <a:tcPr marL="7042" marR="7042" marT="7042" marB="0" anchor="b">
                    <a:lnL>
                      <a:noFill/>
                    </a:lnL>
                    <a:lnR>
                      <a:noFill/>
                    </a:lnR>
                    <a:lnT>
                      <a:noFill/>
                    </a:lnT>
                    <a:lnB>
                      <a:noFill/>
                    </a:lnB>
                    <a:solidFill>
                      <a:srgbClr val="F3F8F7"/>
                    </a:solidFill>
                  </a:tcPr>
                </a:tc>
                <a:tc>
                  <a:txBody>
                    <a:bodyPr/>
                    <a:lstStyle/>
                    <a:p>
                      <a:pPr algn="ctr" fontAlgn="b">
                        <a:buNone/>
                      </a:pPr>
                      <a:r>
                        <a:rPr lang="pt-BR" sz="900" b="0" i="0" u="none" strike="noStrike">
                          <a:solidFill>
                            <a:srgbClr val="000000"/>
                          </a:solidFill>
                          <a:effectLst/>
                          <a:latin typeface="Roboto Light" panose="02000000000000000000" pitchFamily="2" charset="0"/>
                        </a:rPr>
                        <a:t>-2.7</a:t>
                      </a:r>
                    </a:p>
                  </a:txBody>
                  <a:tcPr marL="7042" marR="7042" marT="7042" marB="0" anchor="b">
                    <a:lnL>
                      <a:noFill/>
                    </a:lnL>
                    <a:lnR>
                      <a:noFill/>
                    </a:lnR>
                    <a:lnT>
                      <a:noFill/>
                    </a:lnT>
                    <a:lnB>
                      <a:noFill/>
                    </a:lnB>
                    <a:solidFill>
                      <a:srgbClr val="FBE5E8"/>
                    </a:solidFill>
                  </a:tcPr>
                </a:tc>
                <a:tc>
                  <a:txBody>
                    <a:bodyPr/>
                    <a:lstStyle/>
                    <a:p>
                      <a:pPr algn="ctr" fontAlgn="b">
                        <a:buNone/>
                      </a:pPr>
                      <a:r>
                        <a:rPr lang="pt-BR" sz="900" b="0" i="0" u="none" strike="noStrike">
                          <a:solidFill>
                            <a:srgbClr val="000000"/>
                          </a:solidFill>
                          <a:effectLst/>
                          <a:latin typeface="Roboto Light" panose="02000000000000000000" pitchFamily="2" charset="0"/>
                        </a:rPr>
                        <a:t>-1.5</a:t>
                      </a:r>
                    </a:p>
                  </a:txBody>
                  <a:tcPr marL="7042" marR="7042" marT="7042" marB="0" anchor="b">
                    <a:lnL>
                      <a:noFill/>
                    </a:lnL>
                    <a:lnR>
                      <a:noFill/>
                    </a:lnR>
                    <a:lnT>
                      <a:noFill/>
                    </a:lnT>
                    <a:lnB>
                      <a:noFill/>
                    </a:lnB>
                    <a:solidFill>
                      <a:srgbClr val="FCEFF1"/>
                    </a:solidFill>
                  </a:tcPr>
                </a:tc>
                <a:extLst>
                  <a:ext uri="{0D108BD9-81ED-4DB2-BD59-A6C34878D82A}">
                    <a16:rowId xmlns:a16="http://schemas.microsoft.com/office/drawing/2014/main" val="2273280839"/>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Mar-26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11.7</a:t>
                      </a:r>
                    </a:p>
                  </a:txBody>
                  <a:tcPr marL="7042" marR="7042" marT="7042" marB="0" anchor="b">
                    <a:lnL>
                      <a:noFill/>
                    </a:lnL>
                    <a:lnR>
                      <a:noFill/>
                    </a:lnR>
                    <a:lnT>
                      <a:noFill/>
                    </a:lnT>
                    <a:lnB>
                      <a:noFill/>
                    </a:lnB>
                    <a:solidFill>
                      <a:srgbClr val="B9E1C5"/>
                    </a:solidFill>
                  </a:tcPr>
                </a:tc>
                <a:tc>
                  <a:txBody>
                    <a:bodyPr/>
                    <a:lstStyle/>
                    <a:p>
                      <a:pPr algn="ctr" fontAlgn="b">
                        <a:buNone/>
                      </a:pPr>
                      <a:r>
                        <a:rPr lang="pt-BR" sz="900" b="0" i="0" u="none" strike="noStrike">
                          <a:solidFill>
                            <a:srgbClr val="000000"/>
                          </a:solidFill>
                          <a:effectLst/>
                          <a:latin typeface="Roboto Light" panose="02000000000000000000" pitchFamily="2" charset="0"/>
                        </a:rPr>
                        <a:t>-9.9</a:t>
                      </a:r>
                    </a:p>
                  </a:txBody>
                  <a:tcPr marL="7042" marR="7042" marT="7042" marB="0" anchor="b">
                    <a:lnL>
                      <a:noFill/>
                    </a:lnL>
                    <a:lnR>
                      <a:noFill/>
                    </a:lnR>
                    <a:lnT>
                      <a:noFill/>
                    </a:lnT>
                    <a:lnB>
                      <a:noFill/>
                    </a:lnB>
                    <a:solidFill>
                      <a:srgbClr val="FAABAD"/>
                    </a:solidFill>
                  </a:tcPr>
                </a:tc>
                <a:tc>
                  <a:txBody>
                    <a:bodyPr/>
                    <a:lstStyle/>
                    <a:p>
                      <a:pPr algn="ctr" fontAlgn="b">
                        <a:buNone/>
                      </a:pPr>
                      <a:r>
                        <a:rPr lang="pt-BR" sz="900" b="0" i="0" u="none" strike="noStrike">
                          <a:solidFill>
                            <a:srgbClr val="000000"/>
                          </a:solidFill>
                          <a:effectLst/>
                          <a:latin typeface="Roboto Light" panose="02000000000000000000" pitchFamily="2" charset="0"/>
                        </a:rPr>
                        <a:t>-4.8</a:t>
                      </a:r>
                    </a:p>
                  </a:txBody>
                  <a:tcPr marL="7042" marR="7042" marT="7042" marB="0" anchor="b">
                    <a:lnL>
                      <a:noFill/>
                    </a:lnL>
                    <a:lnR>
                      <a:noFill/>
                    </a:lnR>
                    <a:lnT>
                      <a:noFill/>
                    </a:lnT>
                    <a:lnB>
                      <a:noFill/>
                    </a:lnB>
                    <a:solidFill>
                      <a:srgbClr val="FBD4D7"/>
                    </a:solidFill>
                  </a:tcPr>
                </a:tc>
                <a:tc>
                  <a:txBody>
                    <a:bodyPr/>
                    <a:lstStyle/>
                    <a:p>
                      <a:pPr algn="ctr" fontAlgn="b">
                        <a:buNone/>
                      </a:pPr>
                      <a:r>
                        <a:rPr lang="pt-BR" sz="900" b="0" i="0" u="none" strike="noStrike">
                          <a:solidFill>
                            <a:srgbClr val="000000"/>
                          </a:solidFill>
                          <a:effectLst/>
                          <a:latin typeface="Roboto Light" panose="02000000000000000000" pitchFamily="2" charset="0"/>
                        </a:rPr>
                        <a:t>0.3</a:t>
                      </a:r>
                    </a:p>
                  </a:txBody>
                  <a:tcPr marL="7042" marR="7042" marT="7042" marB="0" anchor="b">
                    <a:lnL>
                      <a:noFill/>
                    </a:lnL>
                    <a:lnR>
                      <a:noFill/>
                    </a:lnR>
                    <a:lnT>
                      <a:noFill/>
                    </a:lnT>
                    <a:lnB>
                      <a:noFill/>
                    </a:lnB>
                    <a:solidFill>
                      <a:srgbClr val="FBFCFE"/>
                    </a:solidFill>
                  </a:tcPr>
                </a:tc>
                <a:tc>
                  <a:txBody>
                    <a:bodyPr/>
                    <a:lstStyle/>
                    <a:p>
                      <a:pPr algn="ctr" fontAlgn="b">
                        <a:buNone/>
                      </a:pPr>
                      <a:r>
                        <a:rPr lang="pt-BR" sz="900" b="0" i="0" u="none" strike="noStrike">
                          <a:solidFill>
                            <a:srgbClr val="000000"/>
                          </a:solidFill>
                          <a:effectLst/>
                          <a:latin typeface="Roboto Light" panose="02000000000000000000" pitchFamily="2" charset="0"/>
                        </a:rPr>
                        <a:t>2.8</a:t>
                      </a:r>
                    </a:p>
                  </a:txBody>
                  <a:tcPr marL="7042" marR="7042" marT="7042" marB="0" anchor="b">
                    <a:lnL>
                      <a:noFill/>
                    </a:lnL>
                    <a:lnR>
                      <a:noFill/>
                    </a:lnR>
                    <a:lnT>
                      <a:noFill/>
                    </a:lnT>
                    <a:lnB>
                      <a:noFill/>
                    </a:lnB>
                    <a:solidFill>
                      <a:srgbClr val="EDF6F2"/>
                    </a:solidFill>
                  </a:tcPr>
                </a:tc>
                <a:extLst>
                  <a:ext uri="{0D108BD9-81ED-4DB2-BD59-A6C34878D82A}">
                    <a16:rowId xmlns:a16="http://schemas.microsoft.com/office/drawing/2014/main" val="670425723"/>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Apr-26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3.2</a:t>
                      </a:r>
                    </a:p>
                  </a:txBody>
                  <a:tcPr marL="7042" marR="7042" marT="7042" marB="0" anchor="b">
                    <a:lnL>
                      <a:noFill/>
                    </a:lnL>
                    <a:lnR>
                      <a:noFill/>
                    </a:lnR>
                    <a:lnT>
                      <a:noFill/>
                    </a:lnT>
                    <a:lnB>
                      <a:noFill/>
                    </a:lnB>
                    <a:solidFill>
                      <a:srgbClr val="EAF5F0"/>
                    </a:solidFill>
                  </a:tcPr>
                </a:tc>
                <a:tc>
                  <a:txBody>
                    <a:bodyPr/>
                    <a:lstStyle/>
                    <a:p>
                      <a:pPr algn="ctr" fontAlgn="b">
                        <a:buNone/>
                      </a:pPr>
                      <a:r>
                        <a:rPr lang="pt-BR" sz="900" b="0" i="0" u="none" strike="noStrike">
                          <a:solidFill>
                            <a:srgbClr val="000000"/>
                          </a:solidFill>
                          <a:effectLst/>
                          <a:latin typeface="Roboto Light" panose="02000000000000000000" pitchFamily="2" charset="0"/>
                        </a:rPr>
                        <a:t>-9.4</a:t>
                      </a:r>
                    </a:p>
                  </a:txBody>
                  <a:tcPr marL="7042" marR="7042" marT="7042" marB="0" anchor="b">
                    <a:lnL>
                      <a:noFill/>
                    </a:lnL>
                    <a:lnR>
                      <a:noFill/>
                    </a:lnR>
                    <a:lnT>
                      <a:noFill/>
                    </a:lnT>
                    <a:lnB>
                      <a:noFill/>
                    </a:lnB>
                    <a:solidFill>
                      <a:srgbClr val="FAAFB1"/>
                    </a:solidFill>
                  </a:tcPr>
                </a:tc>
                <a:tc>
                  <a:txBody>
                    <a:bodyPr/>
                    <a:lstStyle/>
                    <a:p>
                      <a:pPr algn="ctr" fontAlgn="b">
                        <a:buNone/>
                      </a:pPr>
                      <a:r>
                        <a:rPr lang="pt-BR" sz="900" b="0" i="0" u="none" strike="noStrike">
                          <a:solidFill>
                            <a:srgbClr val="000000"/>
                          </a:solidFill>
                          <a:effectLst/>
                          <a:latin typeface="Roboto Light" panose="02000000000000000000" pitchFamily="2" charset="0"/>
                        </a:rPr>
                        <a:t>5.0</a:t>
                      </a:r>
                    </a:p>
                  </a:txBody>
                  <a:tcPr marL="7042" marR="7042" marT="7042" marB="0" anchor="b">
                    <a:lnL>
                      <a:noFill/>
                    </a:lnL>
                    <a:lnR>
                      <a:noFill/>
                    </a:lnR>
                    <a:lnT>
                      <a:noFill/>
                    </a:lnT>
                    <a:lnB>
                      <a:noFill/>
                    </a:lnB>
                    <a:solidFill>
                      <a:srgbClr val="E0F1E7"/>
                    </a:solidFill>
                  </a:tcPr>
                </a:tc>
                <a:tc>
                  <a:txBody>
                    <a:bodyPr/>
                    <a:lstStyle/>
                    <a:p>
                      <a:pPr algn="ctr" fontAlgn="b">
                        <a:buNone/>
                      </a:pPr>
                      <a:r>
                        <a:rPr lang="pt-BR" sz="900" b="0" i="0" u="none" strike="noStrike">
                          <a:solidFill>
                            <a:srgbClr val="000000"/>
                          </a:solidFill>
                          <a:effectLst/>
                          <a:latin typeface="Roboto Light" panose="02000000000000000000" pitchFamily="2" charset="0"/>
                        </a:rPr>
                        <a:t>0.0</a:t>
                      </a:r>
                    </a:p>
                  </a:txBody>
                  <a:tcPr marL="7042" marR="7042" marT="7042" marB="0" anchor="b">
                    <a:lnL>
                      <a:noFill/>
                    </a:lnL>
                    <a:lnR>
                      <a:noFill/>
                    </a:lnR>
                    <a:lnT>
                      <a:noFill/>
                    </a:lnT>
                    <a:lnB>
                      <a:noFill/>
                    </a:lnB>
                    <a:solidFill>
                      <a:srgbClr val="FCFBFE"/>
                    </a:solidFill>
                  </a:tcPr>
                </a:tc>
                <a:tc>
                  <a:txBody>
                    <a:bodyPr/>
                    <a:lstStyle/>
                    <a:p>
                      <a:pPr algn="ctr" fontAlgn="b">
                        <a:buNone/>
                      </a:pPr>
                      <a:r>
                        <a:rPr lang="pt-BR" sz="900" b="0" i="0" u="none" strike="noStrike">
                          <a:solidFill>
                            <a:srgbClr val="000000"/>
                          </a:solidFill>
                          <a:effectLst/>
                          <a:latin typeface="Roboto Light" panose="02000000000000000000" pitchFamily="2" charset="0"/>
                        </a:rPr>
                        <a:t>1.2</a:t>
                      </a:r>
                      <a:endParaRPr lang="pt-BR" sz="900" b="0" i="0" u="none" strike="noStrike" dirty="0">
                        <a:solidFill>
                          <a:srgbClr val="000000"/>
                        </a:solidFill>
                        <a:effectLst/>
                        <a:latin typeface="Roboto Light" panose="02000000000000000000" pitchFamily="2" charset="0"/>
                      </a:endParaRPr>
                    </a:p>
                  </a:txBody>
                  <a:tcPr marL="7042" marR="7042" marT="7042" marB="0" anchor="b">
                    <a:lnL>
                      <a:noFill/>
                    </a:lnL>
                    <a:lnR>
                      <a:noFill/>
                    </a:lnR>
                    <a:lnT>
                      <a:noFill/>
                    </a:lnT>
                    <a:lnB>
                      <a:noFill/>
                    </a:lnB>
                    <a:solidFill>
                      <a:srgbClr val="F6F9F9"/>
                    </a:solidFill>
                  </a:tcPr>
                </a:tc>
                <a:extLst>
                  <a:ext uri="{0D108BD9-81ED-4DB2-BD59-A6C34878D82A}">
                    <a16:rowId xmlns:a16="http://schemas.microsoft.com/office/drawing/2014/main" val="217671656"/>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May-26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-14.9</a:t>
                      </a:r>
                    </a:p>
                  </a:txBody>
                  <a:tcPr marL="7042" marR="7042" marT="7042" marB="0" anchor="b">
                    <a:lnL>
                      <a:noFill/>
                    </a:lnL>
                    <a:lnR>
                      <a:noFill/>
                    </a:lnR>
                    <a:lnT>
                      <a:noFill/>
                    </a:lnT>
                    <a:lnB>
                      <a:noFill/>
                    </a:lnB>
                    <a:solidFill>
                      <a:srgbClr val="F98385"/>
                    </a:solidFill>
                  </a:tcPr>
                </a:tc>
                <a:tc>
                  <a:txBody>
                    <a:bodyPr/>
                    <a:lstStyle/>
                    <a:p>
                      <a:pPr algn="ctr" fontAlgn="b">
                        <a:buNone/>
                      </a:pPr>
                      <a:r>
                        <a:rPr lang="pt-BR" sz="900" b="0" i="0" u="none" strike="noStrike">
                          <a:solidFill>
                            <a:srgbClr val="000000"/>
                          </a:solidFill>
                          <a:effectLst/>
                          <a:latin typeface="Roboto Light" panose="02000000000000000000" pitchFamily="2" charset="0"/>
                        </a:rPr>
                        <a:t>13.3</a:t>
                      </a:r>
                    </a:p>
                  </a:txBody>
                  <a:tcPr marL="7042" marR="7042" marT="7042" marB="0" anchor="b">
                    <a:lnL>
                      <a:noFill/>
                    </a:lnL>
                    <a:lnR>
                      <a:noFill/>
                    </a:lnR>
                    <a:lnT>
                      <a:noFill/>
                    </a:lnT>
                    <a:lnB>
                      <a:noFill/>
                    </a:lnB>
                    <a:solidFill>
                      <a:srgbClr val="AFDDBD"/>
                    </a:solidFill>
                  </a:tcPr>
                </a:tc>
                <a:tc>
                  <a:txBody>
                    <a:bodyPr/>
                    <a:lstStyle/>
                    <a:p>
                      <a:pPr algn="ctr" fontAlgn="b">
                        <a:buNone/>
                      </a:pPr>
                      <a:r>
                        <a:rPr lang="pt-BR" sz="900" b="0" i="0" u="none" strike="noStrike">
                          <a:solidFill>
                            <a:srgbClr val="000000"/>
                          </a:solidFill>
                          <a:effectLst/>
                          <a:latin typeface="Roboto Light" panose="02000000000000000000" pitchFamily="2" charset="0"/>
                        </a:rPr>
                        <a:t>-1.5</a:t>
                      </a:r>
                    </a:p>
                  </a:txBody>
                  <a:tcPr marL="7042" marR="7042" marT="7042" marB="0" anchor="b">
                    <a:lnL>
                      <a:noFill/>
                    </a:lnL>
                    <a:lnR>
                      <a:noFill/>
                    </a:lnR>
                    <a:lnT>
                      <a:noFill/>
                    </a:lnT>
                    <a:lnB>
                      <a:noFill/>
                    </a:lnB>
                    <a:solidFill>
                      <a:srgbClr val="FCEEF1"/>
                    </a:solidFill>
                  </a:tcPr>
                </a:tc>
                <a:tc>
                  <a:txBody>
                    <a:bodyPr/>
                    <a:lstStyle/>
                    <a:p>
                      <a:pPr algn="ctr" fontAlgn="b">
                        <a:buNone/>
                      </a:pPr>
                      <a:r>
                        <a:rPr lang="pt-BR" sz="900" b="0" i="0" u="none" strike="noStrike">
                          <a:solidFill>
                            <a:srgbClr val="000000"/>
                          </a:solidFill>
                          <a:effectLst/>
                          <a:latin typeface="Roboto Light" panose="02000000000000000000" pitchFamily="2" charset="0"/>
                        </a:rPr>
                        <a:t>5.8</a:t>
                      </a:r>
                    </a:p>
                  </a:txBody>
                  <a:tcPr marL="7042" marR="7042" marT="7042" marB="0" anchor="b">
                    <a:lnL>
                      <a:noFill/>
                    </a:lnL>
                    <a:lnR>
                      <a:noFill/>
                    </a:lnR>
                    <a:lnT>
                      <a:noFill/>
                    </a:lnT>
                    <a:lnB>
                      <a:noFill/>
                    </a:lnB>
                    <a:solidFill>
                      <a:srgbClr val="DBEFE2"/>
                    </a:solidFill>
                  </a:tcPr>
                </a:tc>
                <a:tc>
                  <a:txBody>
                    <a:bodyPr/>
                    <a:lstStyle/>
                    <a:p>
                      <a:pPr algn="ctr" fontAlgn="b">
                        <a:buNone/>
                      </a:pPr>
                      <a:r>
                        <a:rPr lang="pt-BR" sz="900" b="0" i="0" u="none" strike="noStrike">
                          <a:solidFill>
                            <a:srgbClr val="000000"/>
                          </a:solidFill>
                          <a:effectLst/>
                          <a:latin typeface="Roboto Light" panose="02000000000000000000" pitchFamily="2" charset="0"/>
                        </a:rPr>
                        <a:t>-2.7</a:t>
                      </a:r>
                    </a:p>
                  </a:txBody>
                  <a:tcPr marL="7042" marR="7042" marT="7042" marB="0" anchor="b">
                    <a:lnL>
                      <a:noFill/>
                    </a:lnL>
                    <a:lnR>
                      <a:noFill/>
                    </a:lnR>
                    <a:lnT>
                      <a:noFill/>
                    </a:lnT>
                    <a:lnB>
                      <a:noFill/>
                    </a:lnB>
                    <a:solidFill>
                      <a:srgbClr val="FBE5E8"/>
                    </a:solidFill>
                  </a:tcPr>
                </a:tc>
                <a:extLst>
                  <a:ext uri="{0D108BD9-81ED-4DB2-BD59-A6C34878D82A}">
                    <a16:rowId xmlns:a16="http://schemas.microsoft.com/office/drawing/2014/main" val="3786773298"/>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Jun-26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-7.8</a:t>
                      </a:r>
                    </a:p>
                  </a:txBody>
                  <a:tcPr marL="7042" marR="7042" marT="7042" marB="0" anchor="b">
                    <a:lnL>
                      <a:noFill/>
                    </a:lnL>
                    <a:lnR>
                      <a:noFill/>
                    </a:lnR>
                    <a:lnT>
                      <a:noFill/>
                    </a:lnT>
                    <a:lnB>
                      <a:noFill/>
                    </a:lnB>
                    <a:solidFill>
                      <a:srgbClr val="FABCBF"/>
                    </a:solidFill>
                  </a:tcPr>
                </a:tc>
                <a:tc>
                  <a:txBody>
                    <a:bodyPr/>
                    <a:lstStyle/>
                    <a:p>
                      <a:pPr algn="ctr" fontAlgn="b">
                        <a:buNone/>
                      </a:pPr>
                      <a:r>
                        <a:rPr lang="pt-BR" sz="900" b="0" i="0" u="none" strike="noStrike">
                          <a:solidFill>
                            <a:srgbClr val="000000"/>
                          </a:solidFill>
                          <a:effectLst/>
                          <a:latin typeface="Roboto Light" panose="02000000000000000000" pitchFamily="2" charset="0"/>
                        </a:rPr>
                        <a:t>1.8</a:t>
                      </a:r>
                    </a:p>
                  </a:txBody>
                  <a:tcPr marL="7042" marR="7042" marT="7042" marB="0" anchor="b">
                    <a:lnL>
                      <a:noFill/>
                    </a:lnL>
                    <a:lnR>
                      <a:noFill/>
                    </a:lnR>
                    <a:lnT>
                      <a:noFill/>
                    </a:lnT>
                    <a:lnB>
                      <a:noFill/>
                    </a:lnB>
                    <a:solidFill>
                      <a:srgbClr val="F2F8F7"/>
                    </a:solidFill>
                  </a:tcPr>
                </a:tc>
                <a:tc>
                  <a:txBody>
                    <a:bodyPr/>
                    <a:lstStyle/>
                    <a:p>
                      <a:pPr algn="ctr" fontAlgn="b">
                        <a:buNone/>
                      </a:pPr>
                      <a:r>
                        <a:rPr lang="pt-BR" sz="900" b="0" i="0" u="none" strike="noStrike">
                          <a:solidFill>
                            <a:srgbClr val="000000"/>
                          </a:solidFill>
                          <a:effectLst/>
                          <a:latin typeface="Roboto Light" panose="02000000000000000000" pitchFamily="2" charset="0"/>
                        </a:rPr>
                        <a:t>2.4</a:t>
                      </a:r>
                    </a:p>
                  </a:txBody>
                  <a:tcPr marL="7042" marR="7042" marT="7042" marB="0" anchor="b">
                    <a:lnL>
                      <a:noFill/>
                    </a:lnL>
                    <a:lnR>
                      <a:noFill/>
                    </a:lnR>
                    <a:lnT>
                      <a:noFill/>
                    </a:lnT>
                    <a:lnB>
                      <a:noFill/>
                    </a:lnB>
                    <a:solidFill>
                      <a:srgbClr val="EFF7F4"/>
                    </a:solidFill>
                  </a:tcPr>
                </a:tc>
                <a:tc>
                  <a:txBody>
                    <a:bodyPr/>
                    <a:lstStyle/>
                    <a:p>
                      <a:pPr algn="ctr" fontAlgn="b">
                        <a:buNone/>
                      </a:pPr>
                      <a:r>
                        <a:rPr lang="pt-BR" sz="900" b="0" i="0" u="none" strike="noStrike">
                          <a:solidFill>
                            <a:srgbClr val="000000"/>
                          </a:solidFill>
                          <a:effectLst/>
                          <a:latin typeface="Roboto Light" panose="02000000000000000000" pitchFamily="2" charset="0"/>
                        </a:rPr>
                        <a:t>3.2</a:t>
                      </a:r>
                    </a:p>
                  </a:txBody>
                  <a:tcPr marL="7042" marR="7042" marT="7042" marB="0" anchor="b">
                    <a:lnL>
                      <a:noFill/>
                    </a:lnL>
                    <a:lnR>
                      <a:noFill/>
                    </a:lnR>
                    <a:lnT>
                      <a:noFill/>
                    </a:lnT>
                    <a:lnB>
                      <a:noFill/>
                    </a:lnB>
                    <a:solidFill>
                      <a:srgbClr val="EAF5F0"/>
                    </a:solidFill>
                  </a:tcPr>
                </a:tc>
                <a:tc>
                  <a:txBody>
                    <a:bodyPr/>
                    <a:lstStyle/>
                    <a:p>
                      <a:pPr algn="ctr" fontAlgn="b">
                        <a:buNone/>
                      </a:pPr>
                      <a:r>
                        <a:rPr lang="pt-BR" sz="900" b="0" i="0" u="none" strike="noStrike">
                          <a:solidFill>
                            <a:srgbClr val="000000"/>
                          </a:solidFill>
                          <a:effectLst/>
                          <a:latin typeface="Roboto Light" panose="02000000000000000000" pitchFamily="2" charset="0"/>
                        </a:rPr>
                        <a:t>0.5</a:t>
                      </a:r>
                    </a:p>
                  </a:txBody>
                  <a:tcPr marL="7042" marR="7042" marT="7042" marB="0" anchor="b">
                    <a:lnL>
                      <a:noFill/>
                    </a:lnL>
                    <a:lnR>
                      <a:noFill/>
                    </a:lnR>
                    <a:lnT>
                      <a:noFill/>
                    </a:lnT>
                    <a:lnB>
                      <a:noFill/>
                    </a:lnB>
                    <a:solidFill>
                      <a:srgbClr val="FAFBFD"/>
                    </a:solidFill>
                  </a:tcPr>
                </a:tc>
                <a:extLst>
                  <a:ext uri="{0D108BD9-81ED-4DB2-BD59-A6C34878D82A}">
                    <a16:rowId xmlns:a16="http://schemas.microsoft.com/office/drawing/2014/main" val="2286774868"/>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Jul-26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2.6</a:t>
                      </a:r>
                    </a:p>
                  </a:txBody>
                  <a:tcPr marL="7042" marR="7042" marT="7042" marB="0" anchor="b">
                    <a:lnL>
                      <a:noFill/>
                    </a:lnL>
                    <a:lnR>
                      <a:noFill/>
                    </a:lnR>
                    <a:lnT>
                      <a:noFill/>
                    </a:lnT>
                    <a:lnB>
                      <a:noFill/>
                    </a:lnB>
                    <a:solidFill>
                      <a:srgbClr val="EEF6F3"/>
                    </a:solidFill>
                  </a:tcPr>
                </a:tc>
                <a:tc>
                  <a:txBody>
                    <a:bodyPr/>
                    <a:lstStyle/>
                    <a:p>
                      <a:pPr algn="ctr" fontAlgn="b">
                        <a:buNone/>
                      </a:pPr>
                      <a:r>
                        <a:rPr lang="pt-BR" sz="900" b="0" i="0" u="none" strike="noStrike">
                          <a:solidFill>
                            <a:srgbClr val="000000"/>
                          </a:solidFill>
                          <a:effectLst/>
                          <a:latin typeface="Roboto Light" panose="02000000000000000000" pitchFamily="2" charset="0"/>
                        </a:rPr>
                        <a:t>-5.4</a:t>
                      </a:r>
                    </a:p>
                  </a:txBody>
                  <a:tcPr marL="7042" marR="7042" marT="7042" marB="0" anchor="b">
                    <a:lnL>
                      <a:noFill/>
                    </a:lnL>
                    <a:lnR>
                      <a:noFill/>
                    </a:lnR>
                    <a:lnT>
                      <a:noFill/>
                    </a:lnT>
                    <a:lnB>
                      <a:noFill/>
                    </a:lnB>
                    <a:solidFill>
                      <a:srgbClr val="FBD0D2"/>
                    </a:solidFill>
                  </a:tcPr>
                </a:tc>
                <a:tc>
                  <a:txBody>
                    <a:bodyPr/>
                    <a:lstStyle/>
                    <a:p>
                      <a:pPr algn="ctr" fontAlgn="b">
                        <a:buNone/>
                      </a:pPr>
                      <a:r>
                        <a:rPr lang="pt-BR" sz="900" b="0" i="0" u="none" strike="noStrike">
                          <a:solidFill>
                            <a:srgbClr val="000000"/>
                          </a:solidFill>
                          <a:effectLst/>
                          <a:latin typeface="Roboto Light" panose="02000000000000000000" pitchFamily="2" charset="0"/>
                        </a:rPr>
                        <a:t>2.4</a:t>
                      </a:r>
                    </a:p>
                  </a:txBody>
                  <a:tcPr marL="7042" marR="7042" marT="7042" marB="0" anchor="b">
                    <a:lnL>
                      <a:noFill/>
                    </a:lnL>
                    <a:lnR>
                      <a:noFill/>
                    </a:lnR>
                    <a:lnT>
                      <a:noFill/>
                    </a:lnT>
                    <a:lnB>
                      <a:noFill/>
                    </a:lnB>
                    <a:solidFill>
                      <a:srgbClr val="EFF7F3"/>
                    </a:solidFill>
                  </a:tcPr>
                </a:tc>
                <a:tc>
                  <a:txBody>
                    <a:bodyPr/>
                    <a:lstStyle/>
                    <a:p>
                      <a:pPr algn="ctr" fontAlgn="b">
                        <a:buNone/>
                      </a:pPr>
                      <a:r>
                        <a:rPr lang="pt-BR" sz="900" b="0" i="0" u="none" strike="noStrike">
                          <a:solidFill>
                            <a:srgbClr val="000000"/>
                          </a:solidFill>
                          <a:effectLst/>
                          <a:latin typeface="Roboto Light" panose="02000000000000000000" pitchFamily="2" charset="0"/>
                        </a:rPr>
                        <a:t>1.1</a:t>
                      </a:r>
                    </a:p>
                  </a:txBody>
                  <a:tcPr marL="7042" marR="7042" marT="7042" marB="0" anchor="b">
                    <a:lnL>
                      <a:noFill/>
                    </a:lnL>
                    <a:lnR>
                      <a:noFill/>
                    </a:lnR>
                    <a:lnT>
                      <a:noFill/>
                    </a:lnT>
                    <a:lnB>
                      <a:noFill/>
                    </a:lnB>
                    <a:solidFill>
                      <a:srgbClr val="F6FAFA"/>
                    </a:solidFill>
                  </a:tcPr>
                </a:tc>
                <a:tc>
                  <a:txBody>
                    <a:bodyPr/>
                    <a:lstStyle/>
                    <a:p>
                      <a:pPr algn="ctr" fontAlgn="b">
                        <a:buNone/>
                      </a:pPr>
                      <a:r>
                        <a:rPr lang="pt-BR" sz="900" b="0" i="0" u="none" strike="noStrike">
                          <a:solidFill>
                            <a:srgbClr val="000000"/>
                          </a:solidFill>
                          <a:effectLst/>
                          <a:latin typeface="Roboto Light" panose="02000000000000000000" pitchFamily="2" charset="0"/>
                        </a:rPr>
                        <a:t>-0.8</a:t>
                      </a:r>
                    </a:p>
                  </a:txBody>
                  <a:tcPr marL="7042" marR="7042" marT="7042" marB="0" anchor="b">
                    <a:lnL>
                      <a:noFill/>
                    </a:lnL>
                    <a:lnR>
                      <a:noFill/>
                    </a:lnR>
                    <a:lnT>
                      <a:noFill/>
                    </a:lnT>
                    <a:lnB>
                      <a:noFill/>
                    </a:lnB>
                    <a:solidFill>
                      <a:srgbClr val="FCF5F8"/>
                    </a:solidFill>
                  </a:tcPr>
                </a:tc>
                <a:extLst>
                  <a:ext uri="{0D108BD9-81ED-4DB2-BD59-A6C34878D82A}">
                    <a16:rowId xmlns:a16="http://schemas.microsoft.com/office/drawing/2014/main" val="795410418"/>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Aug-26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-18.1</a:t>
                      </a:r>
                    </a:p>
                  </a:txBody>
                  <a:tcPr marL="7042" marR="7042" marT="7042" marB="0" anchor="b">
                    <a:lnL>
                      <a:noFill/>
                    </a:lnL>
                    <a:lnR>
                      <a:noFill/>
                    </a:lnR>
                    <a:lnT>
                      <a:noFill/>
                    </a:lnT>
                    <a:lnB>
                      <a:noFill/>
                    </a:lnB>
                    <a:solidFill>
                      <a:srgbClr val="F8696B"/>
                    </a:solidFill>
                  </a:tcPr>
                </a:tc>
                <a:tc>
                  <a:txBody>
                    <a:bodyPr/>
                    <a:lstStyle/>
                    <a:p>
                      <a:pPr algn="ctr" fontAlgn="b">
                        <a:buNone/>
                      </a:pPr>
                      <a:r>
                        <a:rPr lang="pt-BR" sz="900" b="0" i="0" u="none" strike="noStrike">
                          <a:solidFill>
                            <a:srgbClr val="000000"/>
                          </a:solidFill>
                          <a:effectLst/>
                          <a:latin typeface="Roboto Light" panose="02000000000000000000" pitchFamily="2" charset="0"/>
                        </a:rPr>
                        <a:t>11.4</a:t>
                      </a:r>
                    </a:p>
                  </a:txBody>
                  <a:tcPr marL="7042" marR="7042" marT="7042" marB="0" anchor="b">
                    <a:lnL>
                      <a:noFill/>
                    </a:lnL>
                    <a:lnR>
                      <a:noFill/>
                    </a:lnR>
                    <a:lnT>
                      <a:noFill/>
                    </a:lnT>
                    <a:lnB>
                      <a:noFill/>
                    </a:lnB>
                    <a:solidFill>
                      <a:srgbClr val="BAE1C6"/>
                    </a:solidFill>
                  </a:tcPr>
                </a:tc>
                <a:tc>
                  <a:txBody>
                    <a:bodyPr/>
                    <a:lstStyle/>
                    <a:p>
                      <a:pPr algn="ctr" fontAlgn="b">
                        <a:buNone/>
                      </a:pPr>
                      <a:r>
                        <a:rPr lang="pt-BR" sz="900" b="0" i="0" u="none" strike="noStrike">
                          <a:solidFill>
                            <a:srgbClr val="000000"/>
                          </a:solidFill>
                          <a:effectLst/>
                          <a:latin typeface="Roboto Light" panose="02000000000000000000" pitchFamily="2" charset="0"/>
                        </a:rPr>
                        <a:t>0.7</a:t>
                      </a:r>
                    </a:p>
                  </a:txBody>
                  <a:tcPr marL="7042" marR="7042" marT="7042" marB="0" anchor="b">
                    <a:lnL>
                      <a:noFill/>
                    </a:lnL>
                    <a:lnR>
                      <a:noFill/>
                    </a:lnR>
                    <a:lnT>
                      <a:noFill/>
                    </a:lnT>
                    <a:lnB>
                      <a:noFill/>
                    </a:lnB>
                    <a:solidFill>
                      <a:srgbClr val="F9FBFC"/>
                    </a:solidFill>
                  </a:tcPr>
                </a:tc>
                <a:tc>
                  <a:txBody>
                    <a:bodyPr/>
                    <a:lstStyle/>
                    <a:p>
                      <a:pPr algn="ctr" fontAlgn="b">
                        <a:buNone/>
                      </a:pPr>
                      <a:r>
                        <a:rPr lang="pt-BR" sz="900" b="0" i="0" u="none" strike="noStrike">
                          <a:solidFill>
                            <a:srgbClr val="000000"/>
                          </a:solidFill>
                          <a:effectLst/>
                          <a:latin typeface="Roboto Light" panose="02000000000000000000" pitchFamily="2" charset="0"/>
                        </a:rPr>
                        <a:t>2.1</a:t>
                      </a:r>
                    </a:p>
                  </a:txBody>
                  <a:tcPr marL="7042" marR="7042" marT="7042" marB="0" anchor="b">
                    <a:lnL>
                      <a:noFill/>
                    </a:lnL>
                    <a:lnR>
                      <a:noFill/>
                    </a:lnR>
                    <a:lnT>
                      <a:noFill/>
                    </a:lnT>
                    <a:lnB>
                      <a:noFill/>
                    </a:lnB>
                    <a:solidFill>
                      <a:srgbClr val="F1F7F5"/>
                    </a:solidFill>
                  </a:tcPr>
                </a:tc>
                <a:tc>
                  <a:txBody>
                    <a:bodyPr/>
                    <a:lstStyle/>
                    <a:p>
                      <a:pPr algn="ctr" fontAlgn="b">
                        <a:buNone/>
                      </a:pPr>
                      <a:r>
                        <a:rPr lang="pt-BR" sz="900" b="0" i="0" u="none" strike="noStrike">
                          <a:solidFill>
                            <a:srgbClr val="000000"/>
                          </a:solidFill>
                          <a:effectLst/>
                          <a:latin typeface="Roboto Light" panose="02000000000000000000" pitchFamily="2" charset="0"/>
                        </a:rPr>
                        <a:t>3.9</a:t>
                      </a:r>
                    </a:p>
                  </a:txBody>
                  <a:tcPr marL="7042" marR="7042" marT="7042" marB="0" anchor="b">
                    <a:lnL>
                      <a:noFill/>
                    </a:lnL>
                    <a:lnR>
                      <a:noFill/>
                    </a:lnR>
                    <a:lnT>
                      <a:noFill/>
                    </a:lnT>
                    <a:lnB>
                      <a:noFill/>
                    </a:lnB>
                    <a:solidFill>
                      <a:srgbClr val="E6F3EC"/>
                    </a:solidFill>
                  </a:tcPr>
                </a:tc>
                <a:extLst>
                  <a:ext uri="{0D108BD9-81ED-4DB2-BD59-A6C34878D82A}">
                    <a16:rowId xmlns:a16="http://schemas.microsoft.com/office/drawing/2014/main" val="127833329"/>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Sep-26</a:t>
                      </a:r>
                    </a:p>
                  </a:txBody>
                  <a:tcPr marL="7042" marR="7042" marT="7042" marB="0" anchor="b">
                    <a:lnL>
                      <a:noFill/>
                    </a:lnL>
                    <a:lnR>
                      <a:noFill/>
                    </a:lnR>
                    <a:lnT>
                      <a:noFill/>
                    </a:lnT>
                    <a:lnB>
                      <a:noFill/>
                    </a:lnB>
                    <a:noFill/>
                  </a:tcPr>
                </a:tc>
                <a:tc>
                  <a:txBody>
                    <a:bodyPr/>
                    <a:lstStyle/>
                    <a:p>
                      <a:pPr algn="ctr" fontAlgn="b">
                        <a:buNone/>
                      </a:pPr>
                      <a:r>
                        <a:rPr lang="pt-BR" sz="900" b="0" i="0" u="none" strike="noStrike">
                          <a:solidFill>
                            <a:srgbClr val="000000"/>
                          </a:solidFill>
                          <a:effectLst/>
                          <a:latin typeface="Roboto Light" panose="02000000000000000000" pitchFamily="2" charset="0"/>
                        </a:rPr>
                        <a:t>9.1</a:t>
                      </a:r>
                    </a:p>
                  </a:txBody>
                  <a:tcPr marL="7042" marR="7042" marT="7042" marB="0" anchor="b">
                    <a:lnL>
                      <a:noFill/>
                    </a:lnL>
                    <a:lnR>
                      <a:noFill/>
                    </a:lnR>
                    <a:lnT>
                      <a:noFill/>
                    </a:lnT>
                    <a:lnB>
                      <a:noFill/>
                    </a:lnB>
                    <a:solidFill>
                      <a:srgbClr val="C8E7D2"/>
                    </a:solidFill>
                  </a:tcPr>
                </a:tc>
                <a:tc>
                  <a:txBody>
                    <a:bodyPr/>
                    <a:lstStyle/>
                    <a:p>
                      <a:pPr algn="ctr" fontAlgn="b">
                        <a:buNone/>
                      </a:pPr>
                      <a:r>
                        <a:rPr lang="pt-BR" sz="900" b="0" i="0" u="none" strike="noStrike">
                          <a:solidFill>
                            <a:srgbClr val="000000"/>
                          </a:solidFill>
                          <a:effectLst/>
                          <a:latin typeface="Roboto Light" panose="02000000000000000000" pitchFamily="2" charset="0"/>
                        </a:rPr>
                        <a:t>-6.9</a:t>
                      </a:r>
                    </a:p>
                  </a:txBody>
                  <a:tcPr marL="7042" marR="7042" marT="7042" marB="0" anchor="b">
                    <a:lnL>
                      <a:noFill/>
                    </a:lnL>
                    <a:lnR>
                      <a:noFill/>
                    </a:lnR>
                    <a:lnT>
                      <a:noFill/>
                    </a:lnT>
                    <a:lnB>
                      <a:noFill/>
                    </a:lnB>
                    <a:solidFill>
                      <a:srgbClr val="FAC3C6"/>
                    </a:solidFill>
                  </a:tcPr>
                </a:tc>
                <a:tc>
                  <a:txBody>
                    <a:bodyPr/>
                    <a:lstStyle/>
                    <a:p>
                      <a:pPr algn="ctr" fontAlgn="b">
                        <a:buNone/>
                      </a:pPr>
                      <a:r>
                        <a:rPr lang="pt-BR" sz="900" b="0" i="0" u="none" strike="noStrike">
                          <a:solidFill>
                            <a:srgbClr val="000000"/>
                          </a:solidFill>
                          <a:effectLst/>
                          <a:latin typeface="Roboto Light" panose="02000000000000000000" pitchFamily="2" charset="0"/>
                        </a:rPr>
                        <a:t>-1.7</a:t>
                      </a:r>
                    </a:p>
                  </a:txBody>
                  <a:tcPr marL="7042" marR="7042" marT="7042" marB="0" anchor="b">
                    <a:lnL>
                      <a:noFill/>
                    </a:lnL>
                    <a:lnR>
                      <a:noFill/>
                    </a:lnR>
                    <a:lnT>
                      <a:noFill/>
                    </a:lnT>
                    <a:lnB>
                      <a:noFill/>
                    </a:lnB>
                    <a:solidFill>
                      <a:srgbClr val="FCEDF0"/>
                    </a:solidFill>
                  </a:tcPr>
                </a:tc>
                <a:tc>
                  <a:txBody>
                    <a:bodyPr/>
                    <a:lstStyle/>
                    <a:p>
                      <a:pPr algn="ctr" fontAlgn="b">
                        <a:buNone/>
                      </a:pPr>
                      <a:r>
                        <a:rPr lang="pt-BR" sz="900" b="0" i="0" u="none" strike="noStrike">
                          <a:solidFill>
                            <a:srgbClr val="000000"/>
                          </a:solidFill>
                          <a:effectLst/>
                          <a:latin typeface="Roboto Light" panose="02000000000000000000" pitchFamily="2" charset="0"/>
                        </a:rPr>
                        <a:t>-0.4</a:t>
                      </a:r>
                    </a:p>
                  </a:txBody>
                  <a:tcPr marL="7042" marR="7042" marT="7042" marB="0" anchor="b">
                    <a:lnL>
                      <a:noFill/>
                    </a:lnL>
                    <a:lnR>
                      <a:noFill/>
                    </a:lnR>
                    <a:lnT>
                      <a:noFill/>
                    </a:lnT>
                    <a:lnB>
                      <a:noFill/>
                    </a:lnB>
                    <a:solidFill>
                      <a:srgbClr val="FCF7FA"/>
                    </a:solidFill>
                  </a:tcPr>
                </a:tc>
                <a:tc>
                  <a:txBody>
                    <a:bodyPr/>
                    <a:lstStyle/>
                    <a:p>
                      <a:pPr algn="ctr" fontAlgn="b">
                        <a:buNone/>
                      </a:pPr>
                      <a:r>
                        <a:rPr lang="pt-BR" sz="900" b="0" i="0" u="none" strike="noStrike">
                          <a:solidFill>
                            <a:srgbClr val="000000"/>
                          </a:solidFill>
                          <a:effectLst/>
                          <a:latin typeface="Roboto Light" panose="02000000000000000000" pitchFamily="2" charset="0"/>
                        </a:rPr>
                        <a:t>-0.1</a:t>
                      </a:r>
                    </a:p>
                  </a:txBody>
                  <a:tcPr marL="7042" marR="7042" marT="7042" marB="0" anchor="b">
                    <a:lnL>
                      <a:noFill/>
                    </a:lnL>
                    <a:lnR>
                      <a:noFill/>
                    </a:lnR>
                    <a:lnT>
                      <a:noFill/>
                    </a:lnT>
                    <a:lnB>
                      <a:noFill/>
                    </a:lnB>
                    <a:solidFill>
                      <a:srgbClr val="FCFAFD"/>
                    </a:solidFill>
                  </a:tcPr>
                </a:tc>
                <a:extLst>
                  <a:ext uri="{0D108BD9-81ED-4DB2-BD59-A6C34878D82A}">
                    <a16:rowId xmlns:a16="http://schemas.microsoft.com/office/drawing/2014/main" val="1771071114"/>
                  </a:ext>
                </a:extLst>
              </a:tr>
              <a:tr h="159794">
                <a:tc>
                  <a:txBody>
                    <a:bodyPr/>
                    <a:lstStyle/>
                    <a:p>
                      <a:pPr algn="ctr" fontAlgn="b">
                        <a:buNone/>
                      </a:pPr>
                      <a:r>
                        <a:rPr lang="pt-BR" sz="900" b="0" i="0" u="none" strike="noStrike">
                          <a:solidFill>
                            <a:srgbClr val="000000"/>
                          </a:solidFill>
                          <a:effectLst/>
                          <a:latin typeface="Roboto Light" panose="02000000000000000000" pitchFamily="2" charset="0"/>
                        </a:rPr>
                        <a:t>Oct-26</a:t>
                      </a:r>
                    </a:p>
                  </a:txBody>
                  <a:tcPr marL="7042" marR="7042" marT="7042" marB="0" anchor="b">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ctr" fontAlgn="b">
                        <a:buNone/>
                      </a:pPr>
                      <a:r>
                        <a:rPr lang="pt-BR" sz="900" b="0" i="0" u="none" strike="noStrike">
                          <a:solidFill>
                            <a:srgbClr val="000000"/>
                          </a:solidFill>
                          <a:effectLst/>
                          <a:latin typeface="Roboto Light" panose="02000000000000000000" pitchFamily="2" charset="0"/>
                        </a:rPr>
                        <a:t>8.6</a:t>
                      </a:r>
                    </a:p>
                  </a:txBody>
                  <a:tcPr marL="7042" marR="7042" marT="7042" marB="0" anchor="b">
                    <a:lnL>
                      <a:noFill/>
                    </a:lnL>
                    <a:lnR>
                      <a:noFill/>
                    </a:lnR>
                    <a:lnT>
                      <a:noFill/>
                    </a:lnT>
                    <a:lnB w="6350" cap="flat" cmpd="sng" algn="ctr">
                      <a:solidFill>
                        <a:srgbClr val="000000"/>
                      </a:solidFill>
                      <a:prstDash val="solid"/>
                      <a:round/>
                      <a:headEnd type="none" w="med" len="med"/>
                      <a:tailEnd type="none" w="med" len="med"/>
                    </a:lnB>
                    <a:solidFill>
                      <a:srgbClr val="CBE8D4"/>
                    </a:solidFill>
                  </a:tcPr>
                </a:tc>
                <a:tc>
                  <a:txBody>
                    <a:bodyPr/>
                    <a:lstStyle/>
                    <a:p>
                      <a:pPr algn="ctr" fontAlgn="b">
                        <a:buNone/>
                      </a:pPr>
                      <a:r>
                        <a:rPr lang="pt-BR" sz="900" b="0" i="0" u="none" strike="noStrike">
                          <a:solidFill>
                            <a:srgbClr val="000000"/>
                          </a:solidFill>
                          <a:effectLst/>
                          <a:latin typeface="Roboto Light" panose="02000000000000000000" pitchFamily="2" charset="0"/>
                        </a:rPr>
                        <a:t>-12.1</a:t>
                      </a:r>
                    </a:p>
                  </a:txBody>
                  <a:tcPr marL="7042" marR="7042" marT="7042" marB="0" anchor="b">
                    <a:lnL>
                      <a:noFill/>
                    </a:lnL>
                    <a:lnR>
                      <a:noFill/>
                    </a:lnR>
                    <a:lnT>
                      <a:noFill/>
                    </a:lnT>
                    <a:lnB w="6350" cap="flat" cmpd="sng" algn="ctr">
                      <a:solidFill>
                        <a:srgbClr val="000000"/>
                      </a:solidFill>
                      <a:prstDash val="solid"/>
                      <a:round/>
                      <a:headEnd type="none" w="med" len="med"/>
                      <a:tailEnd type="none" w="med" len="med"/>
                    </a:lnB>
                    <a:solidFill>
                      <a:srgbClr val="F99A9C"/>
                    </a:solidFill>
                  </a:tcPr>
                </a:tc>
                <a:tc>
                  <a:txBody>
                    <a:bodyPr/>
                    <a:lstStyle/>
                    <a:p>
                      <a:pPr algn="ctr" fontAlgn="b">
                        <a:buNone/>
                      </a:pPr>
                      <a:r>
                        <a:rPr lang="pt-BR" sz="900" b="0" i="0" u="none" strike="noStrike">
                          <a:solidFill>
                            <a:srgbClr val="000000"/>
                          </a:solidFill>
                          <a:effectLst/>
                          <a:latin typeface="Roboto Light" panose="02000000000000000000" pitchFamily="2" charset="0"/>
                        </a:rPr>
                        <a:t>-1.0</a:t>
                      </a:r>
                    </a:p>
                  </a:txBody>
                  <a:tcPr marL="7042" marR="7042" marT="7042" marB="0" anchor="b">
                    <a:lnL>
                      <a:noFill/>
                    </a:lnL>
                    <a:lnR>
                      <a:noFill/>
                    </a:lnR>
                    <a:lnT>
                      <a:noFill/>
                    </a:lnT>
                    <a:lnB w="6350" cap="flat" cmpd="sng" algn="ctr">
                      <a:solidFill>
                        <a:srgbClr val="000000"/>
                      </a:solidFill>
                      <a:prstDash val="solid"/>
                      <a:round/>
                      <a:headEnd type="none" w="med" len="med"/>
                      <a:tailEnd type="none" w="med" len="med"/>
                    </a:lnB>
                    <a:solidFill>
                      <a:srgbClr val="FCF3F6"/>
                    </a:solidFill>
                  </a:tcPr>
                </a:tc>
                <a:tc>
                  <a:txBody>
                    <a:bodyPr/>
                    <a:lstStyle/>
                    <a:p>
                      <a:pPr algn="ctr" fontAlgn="b">
                        <a:buNone/>
                      </a:pPr>
                      <a:r>
                        <a:rPr lang="pt-BR" sz="900" b="0" i="0" u="none" strike="noStrike">
                          <a:solidFill>
                            <a:srgbClr val="000000"/>
                          </a:solidFill>
                          <a:effectLst/>
                          <a:latin typeface="Roboto Light" panose="02000000000000000000" pitchFamily="2" charset="0"/>
                        </a:rPr>
                        <a:t>7.7</a:t>
                      </a:r>
                    </a:p>
                  </a:txBody>
                  <a:tcPr marL="7042" marR="7042" marT="7042" marB="0" anchor="b">
                    <a:lnL>
                      <a:noFill/>
                    </a:lnL>
                    <a:lnR>
                      <a:noFill/>
                    </a:lnR>
                    <a:lnT>
                      <a:noFill/>
                    </a:lnT>
                    <a:lnB w="6350" cap="flat" cmpd="sng" algn="ctr">
                      <a:solidFill>
                        <a:srgbClr val="000000"/>
                      </a:solidFill>
                      <a:prstDash val="solid"/>
                      <a:round/>
                      <a:headEnd type="none" w="med" len="med"/>
                      <a:tailEnd type="none" w="med" len="med"/>
                    </a:lnB>
                    <a:solidFill>
                      <a:srgbClr val="D0EAD9"/>
                    </a:solidFill>
                  </a:tcPr>
                </a:tc>
                <a:tc>
                  <a:txBody>
                    <a:bodyPr/>
                    <a:lstStyle/>
                    <a:p>
                      <a:pPr algn="ctr" fontAlgn="b">
                        <a:buNone/>
                      </a:pPr>
                      <a:r>
                        <a:rPr lang="pt-BR" sz="900" b="0" i="0" u="none" strike="noStrike">
                          <a:solidFill>
                            <a:srgbClr val="000000"/>
                          </a:solidFill>
                          <a:effectLst/>
                          <a:latin typeface="Roboto Light" panose="02000000000000000000" pitchFamily="2" charset="0"/>
                        </a:rPr>
                        <a:t>-3.2</a:t>
                      </a:r>
                      <a:endParaRPr lang="pt-BR" sz="900" b="0" i="0" u="none" strike="noStrike" dirty="0">
                        <a:solidFill>
                          <a:srgbClr val="000000"/>
                        </a:solidFill>
                        <a:effectLst/>
                        <a:latin typeface="Roboto Light" panose="02000000000000000000" pitchFamily="2" charset="0"/>
                      </a:endParaRPr>
                    </a:p>
                  </a:txBody>
                  <a:tcPr marL="7042" marR="7042" marT="7042" marB="0" anchor="b">
                    <a:lnL>
                      <a:noFill/>
                    </a:lnL>
                    <a:lnR>
                      <a:noFill/>
                    </a:lnR>
                    <a:lnT>
                      <a:noFill/>
                    </a:lnT>
                    <a:lnB w="6350" cap="flat" cmpd="sng" algn="ctr">
                      <a:solidFill>
                        <a:srgbClr val="000000"/>
                      </a:solidFill>
                      <a:prstDash val="solid"/>
                      <a:round/>
                      <a:headEnd type="none" w="med" len="med"/>
                      <a:tailEnd type="none" w="med" len="med"/>
                    </a:lnB>
                    <a:solidFill>
                      <a:srgbClr val="FBE1E4"/>
                    </a:solidFill>
                  </a:tcPr>
                </a:tc>
                <a:extLst>
                  <a:ext uri="{0D108BD9-81ED-4DB2-BD59-A6C34878D82A}">
                    <a16:rowId xmlns:a16="http://schemas.microsoft.com/office/drawing/2014/main" val="3161002751"/>
                  </a:ext>
                </a:extLst>
              </a:tr>
            </a:tbl>
          </a:graphicData>
        </a:graphic>
      </p:graphicFrame>
      <p:graphicFrame>
        <p:nvGraphicFramePr>
          <p:cNvPr id="3" name="Table 2">
            <a:extLst>
              <a:ext uri="{FF2B5EF4-FFF2-40B4-BE49-F238E27FC236}">
                <a16:creationId xmlns:a16="http://schemas.microsoft.com/office/drawing/2014/main" id="{44EED58A-4A8C-CC1A-5462-0A6962E22F76}"/>
              </a:ext>
            </a:extLst>
          </p:cNvPr>
          <p:cNvGraphicFramePr>
            <a:graphicFrameLocks noGrp="1"/>
          </p:cNvGraphicFramePr>
          <p:nvPr>
            <p:extLst>
              <p:ext uri="{D42A27DB-BD31-4B8C-83A1-F6EECF244321}">
                <p14:modId xmlns:p14="http://schemas.microsoft.com/office/powerpoint/2010/main" val="1582576499"/>
              </p:ext>
            </p:extLst>
          </p:nvPr>
        </p:nvGraphicFramePr>
        <p:xfrm>
          <a:off x="397475" y="7605577"/>
          <a:ext cx="6099547" cy="1749440"/>
        </p:xfrm>
        <a:graphic>
          <a:graphicData uri="http://schemas.openxmlformats.org/drawingml/2006/table">
            <a:tbl>
              <a:tblPr/>
              <a:tblGrid>
                <a:gridCol w="908708">
                  <a:extLst>
                    <a:ext uri="{9D8B030D-6E8A-4147-A177-3AD203B41FA5}">
                      <a16:colId xmlns:a16="http://schemas.microsoft.com/office/drawing/2014/main" val="2091425680"/>
                    </a:ext>
                  </a:extLst>
                </a:gridCol>
                <a:gridCol w="1058085">
                  <a:extLst>
                    <a:ext uri="{9D8B030D-6E8A-4147-A177-3AD203B41FA5}">
                      <a16:colId xmlns:a16="http://schemas.microsoft.com/office/drawing/2014/main" val="973063140"/>
                    </a:ext>
                  </a:extLst>
                </a:gridCol>
                <a:gridCol w="1105763">
                  <a:extLst>
                    <a:ext uri="{9D8B030D-6E8A-4147-A177-3AD203B41FA5}">
                      <a16:colId xmlns:a16="http://schemas.microsoft.com/office/drawing/2014/main" val="3288084202"/>
                    </a:ext>
                  </a:extLst>
                </a:gridCol>
                <a:gridCol w="1172231">
                  <a:extLst>
                    <a:ext uri="{9D8B030D-6E8A-4147-A177-3AD203B41FA5}">
                      <a16:colId xmlns:a16="http://schemas.microsoft.com/office/drawing/2014/main" val="1825954234"/>
                    </a:ext>
                  </a:extLst>
                </a:gridCol>
                <a:gridCol w="958500">
                  <a:extLst>
                    <a:ext uri="{9D8B030D-6E8A-4147-A177-3AD203B41FA5}">
                      <a16:colId xmlns:a16="http://schemas.microsoft.com/office/drawing/2014/main" val="3604342107"/>
                    </a:ext>
                  </a:extLst>
                </a:gridCol>
                <a:gridCol w="896260">
                  <a:extLst>
                    <a:ext uri="{9D8B030D-6E8A-4147-A177-3AD203B41FA5}">
                      <a16:colId xmlns:a16="http://schemas.microsoft.com/office/drawing/2014/main" val="833095814"/>
                    </a:ext>
                  </a:extLst>
                </a:gridCol>
              </a:tblGrid>
              <a:tr h="174944">
                <a:tc>
                  <a:txBody>
                    <a:bodyPr/>
                    <a:lstStyle/>
                    <a:p>
                      <a:pPr algn="ctr" fontAlgn="ctr">
                        <a:buNone/>
                      </a:pPr>
                      <a:r>
                        <a:rPr lang="pt-BR" sz="1000" b="1" i="0" u="none" strike="noStrike">
                          <a:solidFill>
                            <a:srgbClr val="FFFFFF"/>
                          </a:solidFill>
                          <a:effectLst/>
                          <a:latin typeface="Roboto Light" panose="02000000000000000000" pitchFamily="2" charset="0"/>
                        </a:rPr>
                        <a:t>Year</a:t>
                      </a:r>
                    </a:p>
                  </a:txBody>
                  <a:tcPr marL="7243" marR="7243" marT="7243"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Foreign</a:t>
                      </a:r>
                    </a:p>
                  </a:txBody>
                  <a:tcPr marL="7243" marR="7243" marT="7243"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Institutional</a:t>
                      </a:r>
                    </a:p>
                  </a:txBody>
                  <a:tcPr marL="7243" marR="7243" marT="7243"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Fin. Institution</a:t>
                      </a:r>
                    </a:p>
                  </a:txBody>
                  <a:tcPr marL="7243" marR="7243" marT="7243"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Retail</a:t>
                      </a:r>
                    </a:p>
                  </a:txBody>
                  <a:tcPr marL="7243" marR="7243" marT="7243" marB="0" anchor="ctr">
                    <a:lnL>
                      <a:noFill/>
                    </a:lnL>
                    <a:lnR>
                      <a:noFill/>
                    </a:lnR>
                    <a:lnT>
                      <a:noFill/>
                    </a:lnT>
                    <a:lnB>
                      <a:noFill/>
                    </a:lnB>
                    <a:solidFill>
                      <a:srgbClr val="1F2F44"/>
                    </a:solidFill>
                  </a:tcPr>
                </a:tc>
                <a:tc>
                  <a:txBody>
                    <a:bodyPr/>
                    <a:lstStyle/>
                    <a:p>
                      <a:pPr algn="ctr" fontAlgn="ctr">
                        <a:buNone/>
                      </a:pPr>
                      <a:r>
                        <a:rPr lang="pt-BR" sz="1000" b="1" i="0" u="none" strike="noStrike">
                          <a:solidFill>
                            <a:srgbClr val="FFFFFF"/>
                          </a:solidFill>
                          <a:effectLst/>
                          <a:latin typeface="Roboto Light" panose="02000000000000000000" pitchFamily="2" charset="0"/>
                        </a:rPr>
                        <a:t>Others</a:t>
                      </a:r>
                    </a:p>
                  </a:txBody>
                  <a:tcPr marL="7243" marR="7243" marT="7243" marB="0" anchor="ctr">
                    <a:lnL>
                      <a:noFill/>
                    </a:lnL>
                    <a:lnR>
                      <a:noFill/>
                    </a:lnR>
                    <a:lnT>
                      <a:noFill/>
                    </a:lnT>
                    <a:lnB>
                      <a:noFill/>
                    </a:lnB>
                    <a:solidFill>
                      <a:srgbClr val="1F2F44"/>
                    </a:solidFill>
                  </a:tcPr>
                </a:tc>
                <a:extLst>
                  <a:ext uri="{0D108BD9-81ED-4DB2-BD59-A6C34878D82A}">
                    <a16:rowId xmlns:a16="http://schemas.microsoft.com/office/drawing/2014/main" val="2927367152"/>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2018</a:t>
                      </a:r>
                      <a:endParaRPr lang="pt-BR" sz="1000" b="0" i="0" u="none" strike="noStrike" dirty="0">
                        <a:solidFill>
                          <a:srgbClr val="000000"/>
                        </a:solidFill>
                        <a:effectLst/>
                        <a:latin typeface="Roboto Light" panose="02000000000000000000" pitchFamily="2" charset="0"/>
                      </a:endParaRP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-11.5</a:t>
                      </a:r>
                    </a:p>
                  </a:txBody>
                  <a:tcPr marL="7243" marR="7243" marT="7243" marB="0" anchor="b">
                    <a:lnL>
                      <a:noFill/>
                    </a:lnL>
                    <a:lnR>
                      <a:noFill/>
                    </a:lnR>
                    <a:lnT>
                      <a:noFill/>
                    </a:lnT>
                    <a:lnB>
                      <a:noFill/>
                    </a:lnB>
                    <a:solidFill>
                      <a:srgbClr val="FCEFF2"/>
                    </a:solidFill>
                  </a:tcPr>
                </a:tc>
                <a:tc>
                  <a:txBody>
                    <a:bodyPr/>
                    <a:lstStyle/>
                    <a:p>
                      <a:pPr algn="ctr" fontAlgn="b">
                        <a:buNone/>
                      </a:pPr>
                      <a:r>
                        <a:rPr lang="pt-BR" sz="1000" b="0" i="0" u="none" strike="noStrike">
                          <a:solidFill>
                            <a:srgbClr val="000000"/>
                          </a:solidFill>
                          <a:effectLst/>
                          <a:latin typeface="Roboto Light" panose="02000000000000000000" pitchFamily="2" charset="0"/>
                        </a:rPr>
                        <a:t>12.5</a:t>
                      </a:r>
                    </a:p>
                  </a:txBody>
                  <a:tcPr marL="7243" marR="7243" marT="7243" marB="0" anchor="b">
                    <a:lnL>
                      <a:noFill/>
                    </a:lnL>
                    <a:lnR>
                      <a:noFill/>
                    </a:lnR>
                    <a:lnT>
                      <a:noFill/>
                    </a:lnT>
                    <a:lnB>
                      <a:noFill/>
                    </a:lnB>
                    <a:solidFill>
                      <a:srgbClr val="EBF5F0"/>
                    </a:solidFill>
                  </a:tcPr>
                </a:tc>
                <a:tc>
                  <a:txBody>
                    <a:bodyPr/>
                    <a:lstStyle/>
                    <a:p>
                      <a:pPr algn="ctr" fontAlgn="b">
                        <a:buNone/>
                      </a:pPr>
                      <a:r>
                        <a:rPr lang="pt-BR" sz="1000" b="0" i="0" u="none" strike="noStrike">
                          <a:solidFill>
                            <a:srgbClr val="000000"/>
                          </a:solidFill>
                          <a:effectLst/>
                          <a:latin typeface="Roboto Light" panose="02000000000000000000" pitchFamily="2" charset="0"/>
                        </a:rPr>
                        <a:t>1.1</a:t>
                      </a:r>
                    </a:p>
                  </a:txBody>
                  <a:tcPr marL="7243" marR="7243" marT="7243" marB="0" anchor="b">
                    <a:lnL>
                      <a:noFill/>
                    </a:lnL>
                    <a:lnR>
                      <a:noFill/>
                    </a:lnR>
                    <a:lnT>
                      <a:noFill/>
                    </a:lnT>
                    <a:lnB>
                      <a:noFill/>
                    </a:lnB>
                    <a:solidFill>
                      <a:srgbClr val="FCFCFF"/>
                    </a:solidFill>
                  </a:tcPr>
                </a:tc>
                <a:tc>
                  <a:txBody>
                    <a:bodyPr/>
                    <a:lstStyle/>
                    <a:p>
                      <a:pPr algn="ctr" fontAlgn="b">
                        <a:buNone/>
                      </a:pPr>
                      <a:r>
                        <a:rPr lang="pt-BR" sz="1000" b="0" i="0" u="none" strike="noStrike">
                          <a:solidFill>
                            <a:srgbClr val="000000"/>
                          </a:solidFill>
                          <a:effectLst/>
                          <a:latin typeface="Roboto Light" panose="02000000000000000000" pitchFamily="2" charset="0"/>
                        </a:rPr>
                        <a:t>1.2</a:t>
                      </a:r>
                    </a:p>
                  </a:txBody>
                  <a:tcPr marL="7243" marR="7243" marT="7243" marB="0" anchor="b">
                    <a:lnL>
                      <a:noFill/>
                    </a:lnL>
                    <a:lnR>
                      <a:noFill/>
                    </a:lnR>
                    <a:lnT>
                      <a:noFill/>
                    </a:lnT>
                    <a:lnB>
                      <a:noFill/>
                    </a:lnB>
                    <a:solidFill>
                      <a:srgbClr val="FCFCFF"/>
                    </a:solidFill>
                  </a:tcPr>
                </a:tc>
                <a:tc>
                  <a:txBody>
                    <a:bodyPr/>
                    <a:lstStyle/>
                    <a:p>
                      <a:pPr algn="ctr" fontAlgn="b">
                        <a:buNone/>
                      </a:pPr>
                      <a:r>
                        <a:rPr lang="pt-BR" sz="1000" b="0" i="0" u="none" strike="noStrike">
                          <a:solidFill>
                            <a:srgbClr val="000000"/>
                          </a:solidFill>
                          <a:effectLst/>
                          <a:latin typeface="Roboto Light" panose="02000000000000000000" pitchFamily="2" charset="0"/>
                        </a:rPr>
                        <a:t>0.0</a:t>
                      </a:r>
                    </a:p>
                  </a:txBody>
                  <a:tcPr marL="7243" marR="7243" marT="7243" marB="0" anchor="b">
                    <a:lnL>
                      <a:noFill/>
                    </a:lnL>
                    <a:lnR>
                      <a:noFill/>
                    </a:lnR>
                    <a:lnT>
                      <a:noFill/>
                    </a:lnT>
                    <a:lnB>
                      <a:noFill/>
                    </a:lnB>
                    <a:solidFill>
                      <a:srgbClr val="FCFBFE"/>
                    </a:solidFill>
                  </a:tcPr>
                </a:tc>
                <a:extLst>
                  <a:ext uri="{0D108BD9-81ED-4DB2-BD59-A6C34878D82A}">
                    <a16:rowId xmlns:a16="http://schemas.microsoft.com/office/drawing/2014/main" val="4043292864"/>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2019</a:t>
                      </a: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-44.5</a:t>
                      </a:r>
                    </a:p>
                  </a:txBody>
                  <a:tcPr marL="7243" marR="7243" marT="7243" marB="0" anchor="b">
                    <a:lnL>
                      <a:noFill/>
                    </a:lnL>
                    <a:lnR>
                      <a:noFill/>
                    </a:lnR>
                    <a:lnT>
                      <a:noFill/>
                    </a:lnT>
                    <a:lnB>
                      <a:noFill/>
                    </a:lnB>
                    <a:solidFill>
                      <a:srgbClr val="FBCDD0"/>
                    </a:solidFill>
                  </a:tcPr>
                </a:tc>
                <a:tc>
                  <a:txBody>
                    <a:bodyPr/>
                    <a:lstStyle/>
                    <a:p>
                      <a:pPr algn="ctr" fontAlgn="b">
                        <a:buNone/>
                      </a:pPr>
                      <a:r>
                        <a:rPr lang="pt-BR" sz="1000" b="0" i="0" u="none" strike="noStrike">
                          <a:solidFill>
                            <a:srgbClr val="000000"/>
                          </a:solidFill>
                          <a:effectLst/>
                          <a:latin typeface="Roboto Light" panose="02000000000000000000" pitchFamily="2" charset="0"/>
                        </a:rPr>
                        <a:t>44.1</a:t>
                      </a:r>
                    </a:p>
                  </a:txBody>
                  <a:tcPr marL="7243" marR="7243" marT="7243" marB="0" anchor="b">
                    <a:lnL>
                      <a:noFill/>
                    </a:lnL>
                    <a:lnR>
                      <a:noFill/>
                    </a:lnR>
                    <a:lnT>
                      <a:noFill/>
                    </a:lnT>
                    <a:lnB>
                      <a:noFill/>
                    </a:lnB>
                    <a:solidFill>
                      <a:srgbClr val="BAE1C6"/>
                    </a:solidFill>
                  </a:tcPr>
                </a:tc>
                <a:tc>
                  <a:txBody>
                    <a:bodyPr/>
                    <a:lstStyle/>
                    <a:p>
                      <a:pPr algn="ctr" fontAlgn="b">
                        <a:buNone/>
                      </a:pPr>
                      <a:r>
                        <a:rPr lang="pt-BR" sz="1000" b="0" i="0" u="none" strike="noStrike">
                          <a:solidFill>
                            <a:srgbClr val="000000"/>
                          </a:solidFill>
                          <a:effectLst/>
                          <a:latin typeface="Roboto Light" panose="02000000000000000000" pitchFamily="2" charset="0"/>
                        </a:rPr>
                        <a:t>-2.4</a:t>
                      </a:r>
                    </a:p>
                  </a:txBody>
                  <a:tcPr marL="7243" marR="7243" marT="7243" marB="0" anchor="b">
                    <a:lnL>
                      <a:noFill/>
                    </a:lnL>
                    <a:lnR>
                      <a:noFill/>
                    </a:lnR>
                    <a:lnT>
                      <a:noFill/>
                    </a:lnT>
                    <a:lnB>
                      <a:noFill/>
                    </a:lnB>
                    <a:solidFill>
                      <a:srgbClr val="FCF8FB"/>
                    </a:solidFill>
                  </a:tcPr>
                </a:tc>
                <a:tc>
                  <a:txBody>
                    <a:bodyPr/>
                    <a:lstStyle/>
                    <a:p>
                      <a:pPr algn="ctr" fontAlgn="b">
                        <a:buNone/>
                      </a:pPr>
                      <a:r>
                        <a:rPr lang="pt-BR" sz="1000" b="0" i="0" u="none" strike="noStrike">
                          <a:solidFill>
                            <a:srgbClr val="000000"/>
                          </a:solidFill>
                          <a:effectLst/>
                          <a:latin typeface="Roboto Light" panose="02000000000000000000" pitchFamily="2" charset="0"/>
                        </a:rPr>
                        <a:t>8.7</a:t>
                      </a:r>
                    </a:p>
                  </a:txBody>
                  <a:tcPr marL="7243" marR="7243" marT="7243" marB="0" anchor="b">
                    <a:lnL>
                      <a:noFill/>
                    </a:lnL>
                    <a:lnR>
                      <a:noFill/>
                    </a:lnR>
                    <a:lnT>
                      <a:noFill/>
                    </a:lnT>
                    <a:lnB>
                      <a:noFill/>
                    </a:lnB>
                    <a:solidFill>
                      <a:srgbClr val="F0F7F5"/>
                    </a:solidFill>
                  </a:tcPr>
                </a:tc>
                <a:tc>
                  <a:txBody>
                    <a:bodyPr/>
                    <a:lstStyle/>
                    <a:p>
                      <a:pPr algn="ctr" fontAlgn="b">
                        <a:buNone/>
                      </a:pPr>
                      <a:r>
                        <a:rPr lang="pt-BR" sz="1000" b="0" i="0" u="none" strike="noStrike">
                          <a:solidFill>
                            <a:srgbClr val="000000"/>
                          </a:solidFill>
                          <a:effectLst/>
                          <a:latin typeface="Roboto Light" panose="02000000000000000000" pitchFamily="2" charset="0"/>
                        </a:rPr>
                        <a:t>0.0</a:t>
                      </a:r>
                    </a:p>
                  </a:txBody>
                  <a:tcPr marL="7243" marR="7243" marT="7243" marB="0" anchor="b">
                    <a:lnL>
                      <a:noFill/>
                    </a:lnL>
                    <a:lnR>
                      <a:noFill/>
                    </a:lnR>
                    <a:lnT>
                      <a:noFill/>
                    </a:lnT>
                    <a:lnB>
                      <a:noFill/>
                    </a:lnB>
                    <a:solidFill>
                      <a:srgbClr val="FCFBFE"/>
                    </a:solidFill>
                  </a:tcPr>
                </a:tc>
                <a:extLst>
                  <a:ext uri="{0D108BD9-81ED-4DB2-BD59-A6C34878D82A}">
                    <a16:rowId xmlns:a16="http://schemas.microsoft.com/office/drawing/2014/main" val="816041066"/>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2020</a:t>
                      </a: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-40.1</a:t>
                      </a:r>
                    </a:p>
                  </a:txBody>
                  <a:tcPr marL="7243" marR="7243" marT="7243" marB="0" anchor="b">
                    <a:lnL>
                      <a:noFill/>
                    </a:lnL>
                    <a:lnR>
                      <a:noFill/>
                    </a:lnR>
                    <a:lnT>
                      <a:noFill/>
                    </a:lnT>
                    <a:lnB>
                      <a:noFill/>
                    </a:lnB>
                    <a:solidFill>
                      <a:srgbClr val="FBD2D4"/>
                    </a:solidFill>
                  </a:tcPr>
                </a:tc>
                <a:tc>
                  <a:txBody>
                    <a:bodyPr/>
                    <a:lstStyle/>
                    <a:p>
                      <a:pPr algn="ctr" fontAlgn="b">
                        <a:buNone/>
                      </a:pPr>
                      <a:r>
                        <a:rPr lang="pt-BR" sz="1000" b="0" i="0" u="none" strike="noStrike">
                          <a:solidFill>
                            <a:srgbClr val="000000"/>
                          </a:solidFill>
                          <a:effectLst/>
                          <a:latin typeface="Roboto Light" panose="02000000000000000000" pitchFamily="2" charset="0"/>
                        </a:rPr>
                        <a:t>-7.3</a:t>
                      </a:r>
                    </a:p>
                  </a:txBody>
                  <a:tcPr marL="7243" marR="7243" marT="7243" marB="0" anchor="b">
                    <a:lnL>
                      <a:noFill/>
                    </a:lnL>
                    <a:lnR>
                      <a:noFill/>
                    </a:lnR>
                    <a:lnT>
                      <a:noFill/>
                    </a:lnT>
                    <a:lnB>
                      <a:noFill/>
                    </a:lnB>
                    <a:solidFill>
                      <a:srgbClr val="FCF3F6"/>
                    </a:solidFill>
                  </a:tcPr>
                </a:tc>
                <a:tc>
                  <a:txBody>
                    <a:bodyPr/>
                    <a:lstStyle/>
                    <a:p>
                      <a:pPr algn="ctr" fontAlgn="b">
                        <a:buNone/>
                      </a:pPr>
                      <a:r>
                        <a:rPr lang="pt-BR" sz="1000" b="0" i="0" u="none" strike="noStrike">
                          <a:solidFill>
                            <a:srgbClr val="000000"/>
                          </a:solidFill>
                          <a:effectLst/>
                          <a:latin typeface="Roboto Light" panose="02000000000000000000" pitchFamily="2" charset="0"/>
                        </a:rPr>
                        <a:t>0.4</a:t>
                      </a:r>
                    </a:p>
                  </a:txBody>
                  <a:tcPr marL="7243" marR="7243" marT="7243" marB="0" anchor="b">
                    <a:lnL>
                      <a:noFill/>
                    </a:lnL>
                    <a:lnR>
                      <a:noFill/>
                    </a:lnR>
                    <a:lnT>
                      <a:noFill/>
                    </a:lnT>
                    <a:lnB>
                      <a:noFill/>
                    </a:lnB>
                    <a:solidFill>
                      <a:srgbClr val="FCFBFE"/>
                    </a:solidFill>
                  </a:tcPr>
                </a:tc>
                <a:tc>
                  <a:txBody>
                    <a:bodyPr/>
                    <a:lstStyle/>
                    <a:p>
                      <a:pPr algn="ctr" fontAlgn="b">
                        <a:buNone/>
                      </a:pPr>
                      <a:r>
                        <a:rPr lang="pt-BR" sz="1000" b="0" i="0" u="none" strike="noStrike">
                          <a:solidFill>
                            <a:srgbClr val="000000"/>
                          </a:solidFill>
                          <a:effectLst/>
                          <a:latin typeface="Roboto Light" panose="02000000000000000000" pitchFamily="2" charset="0"/>
                        </a:rPr>
                        <a:t>54.6</a:t>
                      </a:r>
                    </a:p>
                  </a:txBody>
                  <a:tcPr marL="7243" marR="7243" marT="7243" marB="0" anchor="b">
                    <a:lnL>
                      <a:noFill/>
                    </a:lnL>
                    <a:lnR>
                      <a:noFill/>
                    </a:lnR>
                    <a:lnT>
                      <a:noFill/>
                    </a:lnT>
                    <a:lnB>
                      <a:noFill/>
                    </a:lnB>
                    <a:solidFill>
                      <a:srgbClr val="AADBB8"/>
                    </a:solidFill>
                  </a:tcPr>
                </a:tc>
                <a:tc>
                  <a:txBody>
                    <a:bodyPr/>
                    <a:lstStyle/>
                    <a:p>
                      <a:pPr algn="ctr" fontAlgn="b">
                        <a:buNone/>
                      </a:pPr>
                      <a:r>
                        <a:rPr lang="pt-BR" sz="1000" b="0" i="0" u="none" strike="noStrike">
                          <a:solidFill>
                            <a:srgbClr val="000000"/>
                          </a:solidFill>
                          <a:effectLst/>
                          <a:latin typeface="Roboto Light" panose="02000000000000000000" pitchFamily="2" charset="0"/>
                        </a:rPr>
                        <a:t>-5.4</a:t>
                      </a:r>
                    </a:p>
                  </a:txBody>
                  <a:tcPr marL="7243" marR="7243" marT="7243" marB="0" anchor="b">
                    <a:lnL>
                      <a:noFill/>
                    </a:lnL>
                    <a:lnR>
                      <a:noFill/>
                    </a:lnR>
                    <a:lnT>
                      <a:noFill/>
                    </a:lnT>
                    <a:lnB>
                      <a:noFill/>
                    </a:lnB>
                    <a:solidFill>
                      <a:srgbClr val="FCF5F8"/>
                    </a:solidFill>
                  </a:tcPr>
                </a:tc>
                <a:extLst>
                  <a:ext uri="{0D108BD9-81ED-4DB2-BD59-A6C34878D82A}">
                    <a16:rowId xmlns:a16="http://schemas.microsoft.com/office/drawing/2014/main" val="897880632"/>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2021</a:t>
                      </a: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-7.2</a:t>
                      </a:r>
                    </a:p>
                  </a:txBody>
                  <a:tcPr marL="7243" marR="7243" marT="7243" marB="0" anchor="b">
                    <a:lnL>
                      <a:noFill/>
                    </a:lnL>
                    <a:lnR>
                      <a:noFill/>
                    </a:lnR>
                    <a:lnT>
                      <a:noFill/>
                    </a:lnT>
                    <a:lnB>
                      <a:noFill/>
                    </a:lnB>
                    <a:solidFill>
                      <a:srgbClr val="FCF3F6"/>
                    </a:solidFill>
                  </a:tcPr>
                </a:tc>
                <a:tc>
                  <a:txBody>
                    <a:bodyPr/>
                    <a:lstStyle/>
                    <a:p>
                      <a:pPr algn="ctr" fontAlgn="b">
                        <a:buNone/>
                      </a:pPr>
                      <a:r>
                        <a:rPr lang="pt-BR" sz="1000" b="0" i="0" u="none" strike="noStrike">
                          <a:solidFill>
                            <a:srgbClr val="000000"/>
                          </a:solidFill>
                          <a:effectLst/>
                          <a:latin typeface="Roboto Light" panose="02000000000000000000" pitchFamily="2" charset="0"/>
                        </a:rPr>
                        <a:t>-52.6</a:t>
                      </a:r>
                    </a:p>
                  </a:txBody>
                  <a:tcPr marL="7243" marR="7243" marT="7243" marB="0" anchor="b">
                    <a:lnL>
                      <a:noFill/>
                    </a:lnL>
                    <a:lnR>
                      <a:noFill/>
                    </a:lnR>
                    <a:lnT>
                      <a:noFill/>
                    </a:lnT>
                    <a:lnB>
                      <a:noFill/>
                    </a:lnB>
                    <a:solidFill>
                      <a:srgbClr val="FBC5C8"/>
                    </a:solidFill>
                  </a:tcPr>
                </a:tc>
                <a:tc>
                  <a:txBody>
                    <a:bodyPr/>
                    <a:lstStyle/>
                    <a:p>
                      <a:pPr algn="ctr" fontAlgn="b">
                        <a:buNone/>
                      </a:pPr>
                      <a:r>
                        <a:rPr lang="pt-BR" sz="1000" b="0" i="0" u="none" strike="noStrike">
                          <a:solidFill>
                            <a:srgbClr val="000000"/>
                          </a:solidFill>
                          <a:effectLst/>
                          <a:latin typeface="Roboto Light" panose="02000000000000000000" pitchFamily="2" charset="0"/>
                        </a:rPr>
                        <a:t>2.8</a:t>
                      </a:r>
                    </a:p>
                  </a:txBody>
                  <a:tcPr marL="7243" marR="7243" marT="7243" marB="0" anchor="b">
                    <a:lnL>
                      <a:noFill/>
                    </a:lnL>
                    <a:lnR>
                      <a:noFill/>
                    </a:lnR>
                    <a:lnT>
                      <a:noFill/>
                    </a:lnT>
                    <a:lnB>
                      <a:noFill/>
                    </a:lnB>
                    <a:solidFill>
                      <a:srgbClr val="FAFBFD"/>
                    </a:solidFill>
                  </a:tcPr>
                </a:tc>
                <a:tc>
                  <a:txBody>
                    <a:bodyPr/>
                    <a:lstStyle/>
                    <a:p>
                      <a:pPr algn="ctr" fontAlgn="b">
                        <a:buNone/>
                      </a:pPr>
                      <a:r>
                        <a:rPr lang="pt-BR" sz="1000" b="0" i="0" u="none" strike="noStrike">
                          <a:solidFill>
                            <a:srgbClr val="000000"/>
                          </a:solidFill>
                          <a:effectLst/>
                          <a:latin typeface="Roboto Light" panose="02000000000000000000" pitchFamily="2" charset="0"/>
                        </a:rPr>
                        <a:t>39.6</a:t>
                      </a:r>
                    </a:p>
                  </a:txBody>
                  <a:tcPr marL="7243" marR="7243" marT="7243" marB="0" anchor="b">
                    <a:lnL>
                      <a:noFill/>
                    </a:lnL>
                    <a:lnR>
                      <a:noFill/>
                    </a:lnR>
                    <a:lnT>
                      <a:noFill/>
                    </a:lnT>
                    <a:lnB>
                      <a:noFill/>
                    </a:lnB>
                    <a:solidFill>
                      <a:srgbClr val="C1E4CC"/>
                    </a:solidFill>
                  </a:tcPr>
                </a:tc>
                <a:tc>
                  <a:txBody>
                    <a:bodyPr/>
                    <a:lstStyle/>
                    <a:p>
                      <a:pPr algn="ctr" fontAlgn="b">
                        <a:buNone/>
                      </a:pPr>
                      <a:r>
                        <a:rPr lang="pt-BR" sz="1000" b="0" i="0" u="none" strike="noStrike">
                          <a:solidFill>
                            <a:srgbClr val="000000"/>
                          </a:solidFill>
                          <a:effectLst/>
                          <a:latin typeface="Roboto Light" panose="02000000000000000000" pitchFamily="2" charset="0"/>
                        </a:rPr>
                        <a:t>17.3</a:t>
                      </a:r>
                    </a:p>
                  </a:txBody>
                  <a:tcPr marL="7243" marR="7243" marT="7243" marB="0" anchor="b">
                    <a:lnL>
                      <a:noFill/>
                    </a:lnL>
                    <a:lnR>
                      <a:noFill/>
                    </a:lnR>
                    <a:lnT>
                      <a:noFill/>
                    </a:lnT>
                    <a:lnB>
                      <a:noFill/>
                    </a:lnB>
                    <a:solidFill>
                      <a:srgbClr val="E3F2EA"/>
                    </a:solidFill>
                  </a:tcPr>
                </a:tc>
                <a:extLst>
                  <a:ext uri="{0D108BD9-81ED-4DB2-BD59-A6C34878D82A}">
                    <a16:rowId xmlns:a16="http://schemas.microsoft.com/office/drawing/2014/main" val="3681863483"/>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2022</a:t>
                      </a: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100.8</a:t>
                      </a:r>
                    </a:p>
                  </a:txBody>
                  <a:tcPr marL="7243" marR="7243" marT="7243" marB="0" anchor="b">
                    <a:lnL>
                      <a:noFill/>
                    </a:lnL>
                    <a:lnR>
                      <a:noFill/>
                    </a:lnR>
                    <a:lnT>
                      <a:noFill/>
                    </a:lnT>
                    <a:lnB>
                      <a:noFill/>
                    </a:lnB>
                    <a:solidFill>
                      <a:srgbClr val="63BE7B"/>
                    </a:solidFill>
                  </a:tcPr>
                </a:tc>
                <a:tc>
                  <a:txBody>
                    <a:bodyPr/>
                    <a:lstStyle/>
                    <a:p>
                      <a:pPr algn="ctr" fontAlgn="b">
                        <a:buNone/>
                      </a:pPr>
                      <a:r>
                        <a:rPr lang="pt-BR" sz="1000" b="0" i="0" u="none" strike="noStrike">
                          <a:solidFill>
                            <a:srgbClr val="000000"/>
                          </a:solidFill>
                          <a:effectLst/>
                          <a:latin typeface="Roboto Light" panose="02000000000000000000" pitchFamily="2" charset="0"/>
                        </a:rPr>
                        <a:t>-142.5</a:t>
                      </a:r>
                    </a:p>
                  </a:txBody>
                  <a:tcPr marL="7243" marR="7243" marT="7243" marB="0" anchor="b">
                    <a:lnL>
                      <a:noFill/>
                    </a:lnL>
                    <a:lnR>
                      <a:noFill/>
                    </a:lnR>
                    <a:lnT>
                      <a:noFill/>
                    </a:lnT>
                    <a:lnB>
                      <a:noFill/>
                    </a:lnB>
                    <a:solidFill>
                      <a:srgbClr val="F8696B"/>
                    </a:solidFill>
                  </a:tcPr>
                </a:tc>
                <a:tc>
                  <a:txBody>
                    <a:bodyPr/>
                    <a:lstStyle/>
                    <a:p>
                      <a:pPr algn="ctr" fontAlgn="b">
                        <a:buNone/>
                      </a:pPr>
                      <a:r>
                        <a:rPr lang="pt-BR" sz="1000" b="0" i="0" u="none" strike="noStrike">
                          <a:solidFill>
                            <a:srgbClr val="000000"/>
                          </a:solidFill>
                          <a:effectLst/>
                          <a:latin typeface="Roboto Light" panose="02000000000000000000" pitchFamily="2" charset="0"/>
                        </a:rPr>
                        <a:t>12.9</a:t>
                      </a:r>
                    </a:p>
                  </a:txBody>
                  <a:tcPr marL="7243" marR="7243" marT="7243" marB="0" anchor="b">
                    <a:lnL>
                      <a:noFill/>
                    </a:lnL>
                    <a:lnR>
                      <a:noFill/>
                    </a:lnR>
                    <a:lnT>
                      <a:noFill/>
                    </a:lnT>
                    <a:lnB>
                      <a:noFill/>
                    </a:lnB>
                    <a:solidFill>
                      <a:srgbClr val="EAF5EF"/>
                    </a:solidFill>
                  </a:tcPr>
                </a:tc>
                <a:tc>
                  <a:txBody>
                    <a:bodyPr/>
                    <a:lstStyle/>
                    <a:p>
                      <a:pPr algn="ctr" fontAlgn="b">
                        <a:buNone/>
                      </a:pPr>
                      <a:r>
                        <a:rPr lang="pt-BR" sz="1000" b="0" i="0" u="none" strike="noStrike">
                          <a:solidFill>
                            <a:srgbClr val="000000"/>
                          </a:solidFill>
                          <a:effectLst/>
                          <a:latin typeface="Roboto Light" panose="02000000000000000000" pitchFamily="2" charset="0"/>
                        </a:rPr>
                        <a:t>-1.9</a:t>
                      </a:r>
                    </a:p>
                  </a:txBody>
                  <a:tcPr marL="7243" marR="7243" marT="7243" marB="0" anchor="b">
                    <a:lnL>
                      <a:noFill/>
                    </a:lnL>
                    <a:lnR>
                      <a:noFill/>
                    </a:lnR>
                    <a:lnT>
                      <a:noFill/>
                    </a:lnT>
                    <a:lnB>
                      <a:noFill/>
                    </a:lnB>
                    <a:solidFill>
                      <a:srgbClr val="FCF9FC"/>
                    </a:solidFill>
                  </a:tcPr>
                </a:tc>
                <a:tc>
                  <a:txBody>
                    <a:bodyPr/>
                    <a:lstStyle/>
                    <a:p>
                      <a:pPr algn="ctr" fontAlgn="b">
                        <a:buNone/>
                      </a:pPr>
                      <a:r>
                        <a:rPr lang="pt-BR" sz="1000" b="0" i="0" u="none" strike="noStrike">
                          <a:solidFill>
                            <a:srgbClr val="000000"/>
                          </a:solidFill>
                          <a:effectLst/>
                          <a:latin typeface="Roboto Light" panose="02000000000000000000" pitchFamily="2" charset="0"/>
                        </a:rPr>
                        <a:t>30.7</a:t>
                      </a:r>
                    </a:p>
                  </a:txBody>
                  <a:tcPr marL="7243" marR="7243" marT="7243" marB="0" anchor="b">
                    <a:lnL>
                      <a:noFill/>
                    </a:lnL>
                    <a:lnR>
                      <a:noFill/>
                    </a:lnR>
                    <a:lnT>
                      <a:noFill/>
                    </a:lnT>
                    <a:lnB>
                      <a:noFill/>
                    </a:lnB>
                    <a:solidFill>
                      <a:srgbClr val="CFEAD8"/>
                    </a:solidFill>
                  </a:tcPr>
                </a:tc>
                <a:extLst>
                  <a:ext uri="{0D108BD9-81ED-4DB2-BD59-A6C34878D82A}">
                    <a16:rowId xmlns:a16="http://schemas.microsoft.com/office/drawing/2014/main" val="4226469171"/>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2023</a:t>
                      </a: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44.9</a:t>
                      </a:r>
                    </a:p>
                  </a:txBody>
                  <a:tcPr marL="7243" marR="7243" marT="7243" marB="0" anchor="b">
                    <a:lnL>
                      <a:noFill/>
                    </a:lnL>
                    <a:lnR>
                      <a:noFill/>
                    </a:lnR>
                    <a:lnT>
                      <a:noFill/>
                    </a:lnT>
                    <a:lnB>
                      <a:noFill/>
                    </a:lnB>
                    <a:solidFill>
                      <a:srgbClr val="B9E1C5"/>
                    </a:solidFill>
                  </a:tcPr>
                </a:tc>
                <a:tc>
                  <a:txBody>
                    <a:bodyPr/>
                    <a:lstStyle/>
                    <a:p>
                      <a:pPr algn="ctr" fontAlgn="b">
                        <a:buNone/>
                      </a:pPr>
                      <a:r>
                        <a:rPr lang="pt-BR" sz="1000" b="0" i="0" u="none" strike="noStrike">
                          <a:solidFill>
                            <a:srgbClr val="000000"/>
                          </a:solidFill>
                          <a:effectLst/>
                          <a:latin typeface="Roboto Light" panose="02000000000000000000" pitchFamily="2" charset="0"/>
                        </a:rPr>
                        <a:t>-65.1</a:t>
                      </a:r>
                    </a:p>
                  </a:txBody>
                  <a:tcPr marL="7243" marR="7243" marT="7243" marB="0" anchor="b">
                    <a:lnL>
                      <a:noFill/>
                    </a:lnL>
                    <a:lnR>
                      <a:noFill/>
                    </a:lnR>
                    <a:lnT>
                      <a:noFill/>
                    </a:lnT>
                    <a:lnB>
                      <a:noFill/>
                    </a:lnB>
                    <a:solidFill>
                      <a:srgbClr val="FAB8BB"/>
                    </a:solidFill>
                  </a:tcPr>
                </a:tc>
                <a:tc>
                  <a:txBody>
                    <a:bodyPr/>
                    <a:lstStyle/>
                    <a:p>
                      <a:pPr algn="ctr" fontAlgn="b">
                        <a:buNone/>
                      </a:pPr>
                      <a:r>
                        <a:rPr lang="pt-BR" sz="1000" b="0" i="0" u="none" strike="noStrike">
                          <a:solidFill>
                            <a:srgbClr val="000000"/>
                          </a:solidFill>
                          <a:effectLst/>
                          <a:latin typeface="Roboto Light" panose="02000000000000000000" pitchFamily="2" charset="0"/>
                        </a:rPr>
                        <a:t>2.1</a:t>
                      </a:r>
                    </a:p>
                  </a:txBody>
                  <a:tcPr marL="7243" marR="7243" marT="7243" marB="0" anchor="b">
                    <a:lnL>
                      <a:noFill/>
                    </a:lnL>
                    <a:lnR>
                      <a:noFill/>
                    </a:lnR>
                    <a:lnT>
                      <a:noFill/>
                    </a:lnT>
                    <a:lnB>
                      <a:noFill/>
                    </a:lnB>
                    <a:solidFill>
                      <a:srgbClr val="FBFBFE"/>
                    </a:solidFill>
                  </a:tcPr>
                </a:tc>
                <a:tc>
                  <a:txBody>
                    <a:bodyPr/>
                    <a:lstStyle/>
                    <a:p>
                      <a:pPr algn="ctr" fontAlgn="b">
                        <a:buNone/>
                      </a:pPr>
                      <a:r>
                        <a:rPr lang="pt-BR" sz="1000" b="0" i="0" u="none" strike="noStrike">
                          <a:solidFill>
                            <a:srgbClr val="000000"/>
                          </a:solidFill>
                          <a:effectLst/>
                          <a:latin typeface="Roboto Light" panose="02000000000000000000" pitchFamily="2" charset="0"/>
                        </a:rPr>
                        <a:t>0.6</a:t>
                      </a:r>
                    </a:p>
                  </a:txBody>
                  <a:tcPr marL="7243" marR="7243" marT="7243" marB="0" anchor="b">
                    <a:lnL>
                      <a:noFill/>
                    </a:lnL>
                    <a:lnR>
                      <a:noFill/>
                    </a:lnR>
                    <a:lnT>
                      <a:noFill/>
                    </a:lnT>
                    <a:lnB>
                      <a:noFill/>
                    </a:lnB>
                    <a:solidFill>
                      <a:srgbClr val="FCFBFE"/>
                    </a:solidFill>
                  </a:tcPr>
                </a:tc>
                <a:tc>
                  <a:txBody>
                    <a:bodyPr/>
                    <a:lstStyle/>
                    <a:p>
                      <a:pPr algn="ctr" fontAlgn="b">
                        <a:buNone/>
                      </a:pPr>
                      <a:r>
                        <a:rPr lang="pt-BR" sz="1000" b="0" i="0" u="none" strike="noStrike">
                          <a:solidFill>
                            <a:srgbClr val="000000"/>
                          </a:solidFill>
                          <a:effectLst/>
                          <a:latin typeface="Roboto Light" panose="02000000000000000000" pitchFamily="2" charset="0"/>
                        </a:rPr>
                        <a:t>17.5</a:t>
                      </a:r>
                    </a:p>
                  </a:txBody>
                  <a:tcPr marL="7243" marR="7243" marT="7243" marB="0" anchor="b">
                    <a:lnL>
                      <a:noFill/>
                    </a:lnL>
                    <a:lnR>
                      <a:noFill/>
                    </a:lnR>
                    <a:lnT>
                      <a:noFill/>
                    </a:lnT>
                    <a:lnB>
                      <a:noFill/>
                    </a:lnB>
                    <a:solidFill>
                      <a:srgbClr val="E3F2E9"/>
                    </a:solidFill>
                  </a:tcPr>
                </a:tc>
                <a:extLst>
                  <a:ext uri="{0D108BD9-81ED-4DB2-BD59-A6C34878D82A}">
                    <a16:rowId xmlns:a16="http://schemas.microsoft.com/office/drawing/2014/main" val="2059466715"/>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2024</a:t>
                      </a:r>
                    </a:p>
                  </a:txBody>
                  <a:tcPr marL="7243" marR="7243" marT="7243" marB="0" anchor="b">
                    <a:lnL>
                      <a:noFill/>
                    </a:lnL>
                    <a:lnR>
                      <a:noFill/>
                    </a:lnR>
                    <a:lnT>
                      <a:noFill/>
                    </a:lnT>
                    <a:lnB>
                      <a:noFill/>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-32.1</a:t>
                      </a:r>
                    </a:p>
                  </a:txBody>
                  <a:tcPr marL="7243" marR="7243" marT="7243" marB="0" anchor="b">
                    <a:lnL>
                      <a:noFill/>
                    </a:lnL>
                    <a:lnR>
                      <a:noFill/>
                    </a:lnR>
                    <a:lnT>
                      <a:noFill/>
                    </a:lnT>
                    <a:lnB>
                      <a:noFill/>
                    </a:lnB>
                    <a:solidFill>
                      <a:srgbClr val="FBDADD"/>
                    </a:solidFill>
                  </a:tcPr>
                </a:tc>
                <a:tc>
                  <a:txBody>
                    <a:bodyPr/>
                    <a:lstStyle/>
                    <a:p>
                      <a:pPr algn="ctr" fontAlgn="b">
                        <a:buNone/>
                      </a:pPr>
                      <a:r>
                        <a:rPr lang="pt-BR" sz="1000" b="0" i="0" u="none" strike="noStrike">
                          <a:solidFill>
                            <a:srgbClr val="000000"/>
                          </a:solidFill>
                          <a:effectLst/>
                          <a:latin typeface="Roboto Light" panose="02000000000000000000" pitchFamily="2" charset="0"/>
                        </a:rPr>
                        <a:t>-37.5</a:t>
                      </a:r>
                    </a:p>
                  </a:txBody>
                  <a:tcPr marL="7243" marR="7243" marT="7243" marB="0" anchor="b">
                    <a:lnL>
                      <a:noFill/>
                    </a:lnL>
                    <a:lnR>
                      <a:noFill/>
                    </a:lnR>
                    <a:lnT>
                      <a:noFill/>
                    </a:lnT>
                    <a:lnB>
                      <a:noFill/>
                    </a:lnB>
                    <a:solidFill>
                      <a:srgbClr val="FBD4D7"/>
                    </a:solidFill>
                  </a:tcPr>
                </a:tc>
                <a:tc>
                  <a:txBody>
                    <a:bodyPr/>
                    <a:lstStyle/>
                    <a:p>
                      <a:pPr algn="ctr" fontAlgn="b">
                        <a:buNone/>
                      </a:pPr>
                      <a:r>
                        <a:rPr lang="pt-BR" sz="1000" b="0" i="0" u="none" strike="noStrike">
                          <a:solidFill>
                            <a:srgbClr val="000000"/>
                          </a:solidFill>
                          <a:effectLst/>
                          <a:latin typeface="Roboto Light" panose="02000000000000000000" pitchFamily="2" charset="0"/>
                        </a:rPr>
                        <a:t>13.2</a:t>
                      </a:r>
                    </a:p>
                  </a:txBody>
                  <a:tcPr marL="7243" marR="7243" marT="7243" marB="0" anchor="b">
                    <a:lnL>
                      <a:noFill/>
                    </a:lnL>
                    <a:lnR>
                      <a:noFill/>
                    </a:lnR>
                    <a:lnT>
                      <a:noFill/>
                    </a:lnT>
                    <a:lnB>
                      <a:noFill/>
                    </a:lnB>
                    <a:solidFill>
                      <a:srgbClr val="EAF5EF"/>
                    </a:solidFill>
                  </a:tcPr>
                </a:tc>
                <a:tc>
                  <a:txBody>
                    <a:bodyPr/>
                    <a:lstStyle/>
                    <a:p>
                      <a:pPr algn="ctr" fontAlgn="b">
                        <a:buNone/>
                      </a:pPr>
                      <a:r>
                        <a:rPr lang="pt-BR" sz="1000" b="0" i="0" u="none" strike="noStrike">
                          <a:solidFill>
                            <a:srgbClr val="000000"/>
                          </a:solidFill>
                          <a:effectLst/>
                          <a:latin typeface="Roboto Light" panose="02000000000000000000" pitchFamily="2" charset="0"/>
                        </a:rPr>
                        <a:t>30.8</a:t>
                      </a:r>
                    </a:p>
                  </a:txBody>
                  <a:tcPr marL="7243" marR="7243" marT="7243" marB="0" anchor="b">
                    <a:lnL>
                      <a:noFill/>
                    </a:lnL>
                    <a:lnR>
                      <a:noFill/>
                    </a:lnR>
                    <a:lnT>
                      <a:noFill/>
                    </a:lnT>
                    <a:lnB>
                      <a:noFill/>
                    </a:lnB>
                    <a:solidFill>
                      <a:srgbClr val="CFEAD8"/>
                    </a:solidFill>
                  </a:tcPr>
                </a:tc>
                <a:tc>
                  <a:txBody>
                    <a:bodyPr/>
                    <a:lstStyle/>
                    <a:p>
                      <a:pPr algn="ctr" fontAlgn="b">
                        <a:buNone/>
                      </a:pPr>
                      <a:r>
                        <a:rPr lang="pt-BR" sz="1000" b="0" i="0" u="none" strike="noStrike">
                          <a:solidFill>
                            <a:srgbClr val="000000"/>
                          </a:solidFill>
                          <a:effectLst/>
                          <a:latin typeface="Roboto Light" panose="02000000000000000000" pitchFamily="2" charset="0"/>
                        </a:rPr>
                        <a:t>25.6</a:t>
                      </a:r>
                    </a:p>
                  </a:txBody>
                  <a:tcPr marL="7243" marR="7243" marT="7243" marB="0" anchor="b">
                    <a:lnL>
                      <a:noFill/>
                    </a:lnL>
                    <a:lnR>
                      <a:noFill/>
                    </a:lnR>
                    <a:lnT>
                      <a:noFill/>
                    </a:lnT>
                    <a:lnB>
                      <a:noFill/>
                    </a:lnB>
                    <a:solidFill>
                      <a:srgbClr val="D7EDDF"/>
                    </a:solidFill>
                  </a:tcPr>
                </a:tc>
                <a:extLst>
                  <a:ext uri="{0D108BD9-81ED-4DB2-BD59-A6C34878D82A}">
                    <a16:rowId xmlns:a16="http://schemas.microsoft.com/office/drawing/2014/main" val="2931707900"/>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2025</a:t>
                      </a:r>
                    </a:p>
                  </a:txBody>
                  <a:tcPr marL="7243" marR="7243" marT="7243" marB="0" anchor="b">
                    <a:lnL>
                      <a:noFill/>
                    </a:lnL>
                    <a:lnR>
                      <a:noFill/>
                    </a:lnR>
                    <a:lnT>
                      <a:noFill/>
                    </a:lnT>
                    <a:lnB w="6350" cap="flat" cmpd="sng" algn="ctr">
                      <a:solidFill>
                        <a:srgbClr val="000000"/>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25.5</a:t>
                      </a:r>
                    </a:p>
                  </a:txBody>
                  <a:tcPr marL="7243" marR="7243" marT="7243" marB="0" anchor="b">
                    <a:lnL>
                      <a:noFill/>
                    </a:lnL>
                    <a:lnR>
                      <a:noFill/>
                    </a:lnR>
                    <a:lnT>
                      <a:noFill/>
                    </a:lnT>
                    <a:lnB w="6350" cap="flat" cmpd="sng" algn="ctr">
                      <a:solidFill>
                        <a:srgbClr val="000000"/>
                      </a:solidFill>
                      <a:prstDash val="solid"/>
                      <a:round/>
                      <a:headEnd type="none" w="med" len="med"/>
                      <a:tailEnd type="none" w="med" len="med"/>
                    </a:lnB>
                    <a:solidFill>
                      <a:srgbClr val="D7EDDF"/>
                    </a:solidFill>
                  </a:tcPr>
                </a:tc>
                <a:tc>
                  <a:txBody>
                    <a:bodyPr/>
                    <a:lstStyle/>
                    <a:p>
                      <a:pPr algn="ctr" fontAlgn="b">
                        <a:buNone/>
                      </a:pPr>
                      <a:r>
                        <a:rPr lang="pt-BR" sz="1000" b="0" i="0" u="none" strike="noStrike">
                          <a:solidFill>
                            <a:srgbClr val="000000"/>
                          </a:solidFill>
                          <a:effectLst/>
                          <a:latin typeface="Roboto Light" panose="02000000000000000000" pitchFamily="2" charset="0"/>
                        </a:rPr>
                        <a:t>-46.6</a:t>
                      </a:r>
                    </a:p>
                  </a:txBody>
                  <a:tcPr marL="7243" marR="7243" marT="7243" marB="0" anchor="b">
                    <a:lnL>
                      <a:noFill/>
                    </a:lnL>
                    <a:lnR>
                      <a:noFill/>
                    </a:lnR>
                    <a:lnT>
                      <a:noFill/>
                    </a:lnT>
                    <a:lnB w="6350" cap="flat" cmpd="sng" algn="ctr">
                      <a:solidFill>
                        <a:srgbClr val="000000"/>
                      </a:solidFill>
                      <a:prstDash val="solid"/>
                      <a:round/>
                      <a:headEnd type="none" w="med" len="med"/>
                      <a:tailEnd type="none" w="med" len="med"/>
                    </a:lnB>
                    <a:solidFill>
                      <a:srgbClr val="FBCBCE"/>
                    </a:solidFill>
                  </a:tcPr>
                </a:tc>
                <a:tc>
                  <a:txBody>
                    <a:bodyPr/>
                    <a:lstStyle/>
                    <a:p>
                      <a:pPr algn="ctr" fontAlgn="b">
                        <a:buNone/>
                      </a:pPr>
                      <a:r>
                        <a:rPr lang="pt-BR" sz="1000" b="0" i="0" u="none" strike="noStrike">
                          <a:solidFill>
                            <a:srgbClr val="000000"/>
                          </a:solidFill>
                          <a:effectLst/>
                          <a:latin typeface="Roboto Light" panose="02000000000000000000" pitchFamily="2" charset="0"/>
                        </a:rPr>
                        <a:t>5.5</a:t>
                      </a:r>
                    </a:p>
                  </a:txBody>
                  <a:tcPr marL="7243" marR="7243" marT="7243" marB="0" anchor="b">
                    <a:lnL>
                      <a:noFill/>
                    </a:lnL>
                    <a:lnR>
                      <a:noFill/>
                    </a:lnR>
                    <a:lnT>
                      <a:noFill/>
                    </a:lnT>
                    <a:lnB w="6350" cap="flat" cmpd="sng" algn="ctr">
                      <a:solidFill>
                        <a:srgbClr val="000000"/>
                      </a:solidFill>
                      <a:prstDash val="solid"/>
                      <a:round/>
                      <a:headEnd type="none" w="med" len="med"/>
                      <a:tailEnd type="none" w="med" len="med"/>
                    </a:lnB>
                    <a:solidFill>
                      <a:srgbClr val="F5F9F9"/>
                    </a:solidFill>
                  </a:tcPr>
                </a:tc>
                <a:tc>
                  <a:txBody>
                    <a:bodyPr/>
                    <a:lstStyle/>
                    <a:p>
                      <a:pPr algn="ctr" fontAlgn="b">
                        <a:buNone/>
                      </a:pPr>
                      <a:r>
                        <a:rPr lang="pt-BR" sz="1000" b="0" i="0" u="none" strike="noStrike">
                          <a:solidFill>
                            <a:srgbClr val="000000"/>
                          </a:solidFill>
                          <a:effectLst/>
                          <a:latin typeface="Roboto Light" panose="02000000000000000000" pitchFamily="2" charset="0"/>
                        </a:rPr>
                        <a:t>7.1</a:t>
                      </a:r>
                    </a:p>
                  </a:txBody>
                  <a:tcPr marL="7243" marR="7243" marT="7243" marB="0" anchor="b">
                    <a:lnL>
                      <a:noFill/>
                    </a:lnL>
                    <a:lnR>
                      <a:noFill/>
                    </a:lnR>
                    <a:lnT>
                      <a:noFill/>
                    </a:lnT>
                    <a:lnB w="6350" cap="flat" cmpd="sng" algn="ctr">
                      <a:solidFill>
                        <a:srgbClr val="000000"/>
                      </a:solidFill>
                      <a:prstDash val="solid"/>
                      <a:round/>
                      <a:headEnd type="none" w="med" len="med"/>
                      <a:tailEnd type="none" w="med" len="med"/>
                    </a:lnB>
                    <a:solidFill>
                      <a:srgbClr val="F3F8F7"/>
                    </a:solidFill>
                  </a:tcPr>
                </a:tc>
                <a:tc>
                  <a:txBody>
                    <a:bodyPr/>
                    <a:lstStyle/>
                    <a:p>
                      <a:pPr algn="ctr" fontAlgn="b">
                        <a:buNone/>
                      </a:pPr>
                      <a:r>
                        <a:rPr lang="pt-BR" sz="1000" b="0" i="0" u="none" strike="noStrike">
                          <a:solidFill>
                            <a:srgbClr val="000000"/>
                          </a:solidFill>
                          <a:effectLst/>
                          <a:latin typeface="Roboto Light" panose="02000000000000000000" pitchFamily="2" charset="0"/>
                        </a:rPr>
                        <a:t>8.6</a:t>
                      </a:r>
                    </a:p>
                  </a:txBody>
                  <a:tcPr marL="7243" marR="7243" marT="7243" marB="0" anchor="b">
                    <a:lnL>
                      <a:noFill/>
                    </a:lnL>
                    <a:lnR>
                      <a:noFill/>
                    </a:lnR>
                    <a:lnT>
                      <a:noFill/>
                    </a:lnT>
                    <a:lnB w="6350" cap="flat" cmpd="sng" algn="ctr">
                      <a:solidFill>
                        <a:srgbClr val="000000"/>
                      </a:solidFill>
                      <a:prstDash val="solid"/>
                      <a:round/>
                      <a:headEnd type="none" w="med" len="med"/>
                      <a:tailEnd type="none" w="med" len="med"/>
                    </a:lnB>
                    <a:solidFill>
                      <a:srgbClr val="F1F7F5"/>
                    </a:solidFill>
                  </a:tcPr>
                </a:tc>
                <a:extLst>
                  <a:ext uri="{0D108BD9-81ED-4DB2-BD59-A6C34878D82A}">
                    <a16:rowId xmlns:a16="http://schemas.microsoft.com/office/drawing/2014/main" val="2920013456"/>
                  </a:ext>
                </a:extLst>
              </a:tr>
              <a:tr h="174944">
                <a:tc>
                  <a:txBody>
                    <a:bodyPr/>
                    <a:lstStyle/>
                    <a:p>
                      <a:pPr algn="ctr" fontAlgn="b">
                        <a:buNone/>
                      </a:pPr>
                      <a:r>
                        <a:rPr lang="pt-BR" sz="1000" b="0" i="0" u="none" strike="noStrike">
                          <a:solidFill>
                            <a:srgbClr val="000000"/>
                          </a:solidFill>
                          <a:effectLst/>
                          <a:latin typeface="Roboto Light" panose="02000000000000000000" pitchFamily="2" charset="0"/>
                        </a:rPr>
                        <a:t>2026</a:t>
                      </a:r>
                    </a:p>
                  </a:txBody>
                  <a:tcPr marL="7243" marR="7243" marT="724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pt-BR" sz="1000" b="0" i="0" u="none" strike="noStrike">
                          <a:solidFill>
                            <a:srgbClr val="000000"/>
                          </a:solidFill>
                          <a:effectLst/>
                          <a:latin typeface="Roboto Light" panose="02000000000000000000" pitchFamily="2" charset="0"/>
                        </a:rPr>
                        <a:t>36.0</a:t>
                      </a:r>
                    </a:p>
                  </a:txBody>
                  <a:tcPr marL="7243" marR="7243" marT="724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7E6D1"/>
                    </a:solidFill>
                  </a:tcPr>
                </a:tc>
                <a:tc>
                  <a:txBody>
                    <a:bodyPr/>
                    <a:lstStyle/>
                    <a:p>
                      <a:pPr algn="ctr" fontAlgn="b">
                        <a:buNone/>
                      </a:pPr>
                      <a:r>
                        <a:rPr lang="pt-BR" sz="1000" b="0" i="0" u="none" strike="noStrike">
                          <a:solidFill>
                            <a:srgbClr val="000000"/>
                          </a:solidFill>
                          <a:effectLst/>
                          <a:latin typeface="Roboto Light" panose="02000000000000000000" pitchFamily="2" charset="0"/>
                        </a:rPr>
                        <a:t>-47.5</a:t>
                      </a:r>
                    </a:p>
                  </a:txBody>
                  <a:tcPr marL="7243" marR="7243" marT="724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CACD"/>
                    </a:solidFill>
                  </a:tcPr>
                </a:tc>
                <a:tc>
                  <a:txBody>
                    <a:bodyPr/>
                    <a:lstStyle/>
                    <a:p>
                      <a:pPr algn="ctr" fontAlgn="b">
                        <a:buNone/>
                      </a:pPr>
                      <a:r>
                        <a:rPr lang="pt-BR" sz="1000" b="0" i="0" u="none" strike="noStrike">
                          <a:solidFill>
                            <a:srgbClr val="000000"/>
                          </a:solidFill>
                          <a:effectLst/>
                          <a:latin typeface="Roboto Light" panose="02000000000000000000" pitchFamily="2" charset="0"/>
                        </a:rPr>
                        <a:t>-1.5</a:t>
                      </a:r>
                    </a:p>
                  </a:txBody>
                  <a:tcPr marL="7243" marR="7243" marT="724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F9FC"/>
                    </a:solidFill>
                  </a:tcPr>
                </a:tc>
                <a:tc>
                  <a:txBody>
                    <a:bodyPr/>
                    <a:lstStyle/>
                    <a:p>
                      <a:pPr algn="ctr" fontAlgn="b">
                        <a:buNone/>
                      </a:pPr>
                      <a:r>
                        <a:rPr lang="pt-BR" sz="1000" b="0" i="0" u="none" strike="noStrike">
                          <a:solidFill>
                            <a:srgbClr val="000000"/>
                          </a:solidFill>
                          <a:effectLst/>
                          <a:latin typeface="Roboto Light" panose="02000000000000000000" pitchFamily="2" charset="0"/>
                        </a:rPr>
                        <a:t>13.4</a:t>
                      </a:r>
                    </a:p>
                  </a:txBody>
                  <a:tcPr marL="7243" marR="7243" marT="724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9F4EF"/>
                    </a:solidFill>
                  </a:tcPr>
                </a:tc>
                <a:tc>
                  <a:txBody>
                    <a:bodyPr/>
                    <a:lstStyle/>
                    <a:p>
                      <a:pPr algn="ctr" fontAlgn="b">
                        <a:buNone/>
                      </a:pPr>
                      <a:r>
                        <a:rPr lang="pt-BR" sz="1000" b="0" i="0" u="none" strike="noStrike">
                          <a:solidFill>
                            <a:srgbClr val="000000"/>
                          </a:solidFill>
                          <a:effectLst/>
                          <a:latin typeface="Roboto Light" panose="02000000000000000000" pitchFamily="2" charset="0"/>
                        </a:rPr>
                        <a:t>-0.3</a:t>
                      </a:r>
                      <a:endParaRPr lang="pt-BR" sz="1000" b="0" i="0" u="none" strike="noStrike" dirty="0">
                        <a:solidFill>
                          <a:srgbClr val="000000"/>
                        </a:solidFill>
                        <a:effectLst/>
                        <a:latin typeface="Roboto Light" panose="02000000000000000000" pitchFamily="2" charset="0"/>
                      </a:endParaRPr>
                    </a:p>
                  </a:txBody>
                  <a:tcPr marL="7243" marR="7243" marT="7243"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FAFD"/>
                    </a:solidFill>
                  </a:tcPr>
                </a:tc>
                <a:extLst>
                  <a:ext uri="{0D108BD9-81ED-4DB2-BD59-A6C34878D82A}">
                    <a16:rowId xmlns:a16="http://schemas.microsoft.com/office/drawing/2014/main" val="2194221270"/>
                  </a:ext>
                </a:extLst>
              </a:tr>
            </a:tbl>
          </a:graphicData>
        </a:graphic>
      </p:graphicFrame>
      <p:sp>
        <p:nvSpPr>
          <p:cNvPr id="10" name="Rectangle 9">
            <a:extLst>
              <a:ext uri="{FF2B5EF4-FFF2-40B4-BE49-F238E27FC236}">
                <a16:creationId xmlns:a16="http://schemas.microsoft.com/office/drawing/2014/main" id="{575BF168-F7F7-0293-2FB9-F89DC83ED487}"/>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129452484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8E46A524-51D3-FDAE-FB68-B21BF8CB6F67}"/>
              </a:ext>
            </a:extLst>
          </p:cNvPr>
          <p:cNvSpPr>
            <a:spLocks noGrp="1"/>
          </p:cNvSpPr>
          <p:nvPr>
            <p:ph sz="quarter" idx="30"/>
          </p:nvPr>
        </p:nvSpPr>
        <p:spPr>
          <a:xfrm>
            <a:off x="382829" y="1518666"/>
            <a:ext cx="6098400" cy="230832"/>
          </a:xfrm>
        </p:spPr>
        <p:txBody>
          <a:bodyPr/>
          <a:lstStyle/>
          <a:p>
            <a:r>
              <a:rPr lang="en-US" noProof="0"/>
              <a:t>AUM of Brazilian funds by type (R$ trillion)</a:t>
            </a:r>
          </a:p>
        </p:txBody>
      </p:sp>
      <p:sp>
        <p:nvSpPr>
          <p:cNvPr id="11" name="Text Placeholder 10">
            <a:extLst>
              <a:ext uri="{FF2B5EF4-FFF2-40B4-BE49-F238E27FC236}">
                <a16:creationId xmlns:a16="http://schemas.microsoft.com/office/drawing/2014/main" id="{C30E05E3-4DA2-D62E-1E78-215703528B3B}"/>
              </a:ext>
            </a:extLst>
          </p:cNvPr>
          <p:cNvSpPr>
            <a:spLocks noGrp="1"/>
          </p:cNvSpPr>
          <p:nvPr>
            <p:ph type="body" sz="quarter" idx="16"/>
          </p:nvPr>
        </p:nvSpPr>
        <p:spPr/>
        <p:txBody>
          <a:bodyPr/>
          <a:lstStyle/>
          <a:p>
            <a:r>
              <a:rPr lang="en-US" noProof="0"/>
              <a:t>Fund flows</a:t>
            </a:r>
          </a:p>
        </p:txBody>
      </p:sp>
      <p:sp>
        <p:nvSpPr>
          <p:cNvPr id="12" name="Text Placeholder 11">
            <a:extLst>
              <a:ext uri="{FF2B5EF4-FFF2-40B4-BE49-F238E27FC236}">
                <a16:creationId xmlns:a16="http://schemas.microsoft.com/office/drawing/2014/main" id="{4987FF20-C4A6-3F35-7C00-51717F3EFA45}"/>
              </a:ext>
            </a:extLst>
          </p:cNvPr>
          <p:cNvSpPr>
            <a:spLocks noGrp="1"/>
          </p:cNvSpPr>
          <p:nvPr>
            <p:ph type="body" sz="quarter" idx="17"/>
          </p:nvPr>
        </p:nvSpPr>
        <p:spPr/>
        <p:txBody>
          <a:bodyPr/>
          <a:lstStyle/>
          <a:p>
            <a:r>
              <a:rPr lang="en-US" noProof="0"/>
              <a:t>Fund industry flows</a:t>
            </a:r>
          </a:p>
        </p:txBody>
      </p:sp>
      <p:sp>
        <p:nvSpPr>
          <p:cNvPr id="8" name="Text Placeholder 7">
            <a:extLst>
              <a:ext uri="{FF2B5EF4-FFF2-40B4-BE49-F238E27FC236}">
                <a16:creationId xmlns:a16="http://schemas.microsoft.com/office/drawing/2014/main" id="{6CF4DE33-DFFC-F7E3-44FF-A2EA8E0F982C}"/>
              </a:ext>
            </a:extLst>
          </p:cNvPr>
          <p:cNvSpPr>
            <a:spLocks noGrp="1"/>
          </p:cNvSpPr>
          <p:nvPr>
            <p:ph type="body" sz="quarter" idx="31"/>
          </p:nvPr>
        </p:nvSpPr>
        <p:spPr/>
        <p:txBody>
          <a:bodyPr/>
          <a:lstStyle/>
          <a:p>
            <a:r>
              <a:rPr lang="en-US" noProof="0" dirty="0"/>
              <a:t>Source: Anbima, XP Research. Data as </a:t>
            </a:r>
            <a:r>
              <a:rPr lang="en-US" noProof="0"/>
              <a:t>of 09/30/2026.</a:t>
            </a:r>
            <a:endParaRPr lang="en-US" noProof="0" dirty="0"/>
          </a:p>
        </p:txBody>
      </p:sp>
      <p:sp>
        <p:nvSpPr>
          <p:cNvPr id="14" name="Date Placeholder 13">
            <a:extLst>
              <a:ext uri="{FF2B5EF4-FFF2-40B4-BE49-F238E27FC236}">
                <a16:creationId xmlns:a16="http://schemas.microsoft.com/office/drawing/2014/main" id="{A9A69645-CE46-7F15-2C58-F48EA3B3AB09}"/>
              </a:ext>
            </a:extLst>
          </p:cNvPr>
          <p:cNvSpPr>
            <a:spLocks noGrp="1"/>
          </p:cNvSpPr>
          <p:nvPr>
            <p:ph type="dt" sz="half" idx="2"/>
          </p:nvPr>
        </p:nvSpPr>
        <p:spPr/>
        <p:txBody>
          <a:bodyPr/>
          <a:lstStyle/>
          <a:p>
            <a:fld id="{9B804FED-B616-460D-A812-3D225BDE8D16}" type="datetime4">
              <a:rPr lang="en-US" noProof="0" smtClean="0"/>
              <a:t>October 30, 2026</a:t>
            </a:fld>
            <a:endParaRPr lang="en-US" noProof="0"/>
          </a:p>
        </p:txBody>
      </p:sp>
      <p:sp>
        <p:nvSpPr>
          <p:cNvPr id="21" name="Content Placeholder 20">
            <a:extLst>
              <a:ext uri="{FF2B5EF4-FFF2-40B4-BE49-F238E27FC236}">
                <a16:creationId xmlns:a16="http://schemas.microsoft.com/office/drawing/2014/main" id="{DC803DA7-5942-071C-EB7E-97536FE29111}"/>
              </a:ext>
            </a:extLst>
          </p:cNvPr>
          <p:cNvSpPr>
            <a:spLocks noGrp="1"/>
          </p:cNvSpPr>
          <p:nvPr>
            <p:ph sz="quarter" idx="37"/>
          </p:nvPr>
        </p:nvSpPr>
        <p:spPr>
          <a:xfrm>
            <a:off x="397477" y="7040683"/>
            <a:ext cx="6099547" cy="230832"/>
          </a:xfrm>
        </p:spPr>
        <p:txBody>
          <a:bodyPr/>
          <a:lstStyle/>
          <a:p>
            <a:r>
              <a:rPr lang="en-US" noProof="0"/>
              <a:t>Annual net flow of funds (R$ billion)</a:t>
            </a:r>
          </a:p>
        </p:txBody>
      </p:sp>
      <p:sp>
        <p:nvSpPr>
          <p:cNvPr id="15" name="Content Placeholder 14">
            <a:extLst>
              <a:ext uri="{FF2B5EF4-FFF2-40B4-BE49-F238E27FC236}">
                <a16:creationId xmlns:a16="http://schemas.microsoft.com/office/drawing/2014/main" id="{C6C10A1B-D03F-0C25-3662-6E7E3385C0C9}"/>
              </a:ext>
            </a:extLst>
          </p:cNvPr>
          <p:cNvSpPr>
            <a:spLocks noGrp="1"/>
          </p:cNvSpPr>
          <p:nvPr>
            <p:ph sz="quarter" idx="33"/>
          </p:nvPr>
        </p:nvSpPr>
        <p:spPr>
          <a:xfrm>
            <a:off x="390153" y="4355507"/>
            <a:ext cx="6099547" cy="230832"/>
          </a:xfrm>
        </p:spPr>
        <p:txBody>
          <a:bodyPr/>
          <a:lstStyle/>
          <a:p>
            <a:r>
              <a:rPr lang="en-US" noProof="0"/>
              <a:t>Monthly net flow of funds (R$ billion)</a:t>
            </a:r>
          </a:p>
        </p:txBody>
      </p:sp>
      <p:sp>
        <p:nvSpPr>
          <p:cNvPr id="2" name="TextBox 1">
            <a:extLst>
              <a:ext uri="{FF2B5EF4-FFF2-40B4-BE49-F238E27FC236}">
                <a16:creationId xmlns:a16="http://schemas.microsoft.com/office/drawing/2014/main" id="{30A5F745-78A0-31B8-CBD2-E3A2F9DE9C24}"/>
              </a:ext>
            </a:extLst>
          </p:cNvPr>
          <p:cNvSpPr txBox="1"/>
          <p:nvPr/>
        </p:nvSpPr>
        <p:spPr>
          <a:xfrm>
            <a:off x="-3048000" y="2112035"/>
            <a:ext cx="2571750" cy="900246"/>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\\xpdocs\Research\Equities\Estrategia\Reports\Fluxo investidores na Bolsa\Banco de dados\</a:t>
            </a:r>
            <a:r>
              <a:rPr lang="pt-BR" sz="1050" err="1">
                <a:latin typeface="Roboto" panose="02000000000000000000" pitchFamily="2" charset="0"/>
                <a:ea typeface="Roboto" panose="02000000000000000000" pitchFamily="2" charset="0"/>
                <a:cs typeface="Roboto" panose="02000000000000000000" pitchFamily="2" charset="0"/>
              </a:rPr>
              <a:t>Consolidated</a:t>
            </a:r>
            <a:r>
              <a:rPr lang="pt-BR" sz="1050">
                <a:latin typeface="Roboto" panose="02000000000000000000" pitchFamily="2" charset="0"/>
                <a:ea typeface="Roboto" panose="02000000000000000000" pitchFamily="2" charset="0"/>
                <a:cs typeface="Roboto" panose="02000000000000000000" pitchFamily="2" charset="0"/>
              </a:rPr>
              <a:t> Charts.xlsx</a:t>
            </a:r>
          </a:p>
        </p:txBody>
      </p:sp>
      <p:graphicFrame>
        <p:nvGraphicFramePr>
          <p:cNvPr id="3" name="Object 3">
            <a:extLst>
              <a:ext uri="{FF2B5EF4-FFF2-40B4-BE49-F238E27FC236}">
                <a16:creationId xmlns:a16="http://schemas.microsoft.com/office/drawing/2014/main" id="{9C499CA7-B974-7F12-ECE6-7843F6836BB6}"/>
              </a:ext>
            </a:extLst>
          </p:cNvPr>
          <p:cNvGraphicFramePr>
            <a:graphicFrameLocks noGrp="1"/>
          </p:cNvGraphicFramePr>
          <p:nvPr>
            <p:extLst>
              <p:ext uri="{D42A27DB-BD31-4B8C-83A1-F6EECF244321}">
                <p14:modId xmlns:p14="http://schemas.microsoft.com/office/powerpoint/2010/main" val="452909207"/>
              </p:ext>
            </p:extLst>
          </p:nvPr>
        </p:nvGraphicFramePr>
        <p:xfrm>
          <a:off x="403225" y="1778000"/>
          <a:ext cx="6088063" cy="24685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Object 4">
            <a:extLst>
              <a:ext uri="{FF2B5EF4-FFF2-40B4-BE49-F238E27FC236}">
                <a16:creationId xmlns:a16="http://schemas.microsoft.com/office/drawing/2014/main" id="{CBE248AD-22DE-649A-AE97-519990CC5AA8}"/>
              </a:ext>
            </a:extLst>
          </p:cNvPr>
          <p:cNvGraphicFramePr>
            <a:graphicFrameLocks noGrp="1"/>
          </p:cNvGraphicFramePr>
          <p:nvPr>
            <p:extLst>
              <p:ext uri="{D42A27DB-BD31-4B8C-83A1-F6EECF244321}">
                <p14:modId xmlns:p14="http://schemas.microsoft.com/office/powerpoint/2010/main" val="4184627796"/>
              </p:ext>
            </p:extLst>
          </p:nvPr>
        </p:nvGraphicFramePr>
        <p:xfrm>
          <a:off x="392113" y="4635500"/>
          <a:ext cx="6072187" cy="23241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Object 9">
            <a:extLst>
              <a:ext uri="{FF2B5EF4-FFF2-40B4-BE49-F238E27FC236}">
                <a16:creationId xmlns:a16="http://schemas.microsoft.com/office/drawing/2014/main" id="{CF771651-D6C5-028C-3245-4059BC942B9F}"/>
              </a:ext>
            </a:extLst>
          </p:cNvPr>
          <p:cNvGraphicFramePr>
            <a:graphicFrameLocks noGrp="1"/>
          </p:cNvGraphicFramePr>
          <p:nvPr>
            <p:extLst>
              <p:ext uri="{D42A27DB-BD31-4B8C-83A1-F6EECF244321}">
                <p14:modId xmlns:p14="http://schemas.microsoft.com/office/powerpoint/2010/main" val="2426270690"/>
              </p:ext>
            </p:extLst>
          </p:nvPr>
        </p:nvGraphicFramePr>
        <p:xfrm>
          <a:off x="403225" y="7385050"/>
          <a:ext cx="6072188" cy="2049463"/>
        </p:xfrm>
        <a:graphic>
          <a:graphicData uri="http://schemas.openxmlformats.org/drawingml/2006/chart">
            <c:chart xmlns:c="http://schemas.openxmlformats.org/drawingml/2006/chart" xmlns:r="http://schemas.openxmlformats.org/officeDocument/2006/relationships" r:id="rId4"/>
          </a:graphicData>
        </a:graphic>
      </p:graphicFrame>
      <p:sp>
        <p:nvSpPr>
          <p:cNvPr id="5" name="Rectangle 4">
            <a:extLst>
              <a:ext uri="{FF2B5EF4-FFF2-40B4-BE49-F238E27FC236}">
                <a16:creationId xmlns:a16="http://schemas.microsoft.com/office/drawing/2014/main" id="{8D0BD624-702E-05F4-2851-57F551C8899F}"/>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60806143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XP Sentiment Speedometer">
            <a:extLst>
              <a:ext uri="{FF2B5EF4-FFF2-40B4-BE49-F238E27FC236}">
                <a16:creationId xmlns:a16="http://schemas.microsoft.com/office/drawing/2014/main" id="{3E02EDC6-A0CC-B62C-A221-A1A03D1BAC63}"/>
              </a:ext>
            </a:extLst>
          </p:cNvPr>
          <p:cNvPicPr>
            <a:picLocks/>
          </p:cNvPicPr>
          <p:nvPr/>
        </p:nvPicPr>
        <p:blipFill>
          <a:blip r:embed="rId3"/>
          <a:stretch>
            <a:fillRect/>
          </a:stretch>
        </p:blipFill>
        <p:spPr>
          <a:xfrm>
            <a:off x="1022350" y="6884988"/>
            <a:ext cx="5089525" cy="3802062"/>
          </a:xfrm>
          <a:prstGeom prst="rect">
            <a:avLst/>
          </a:prstGeom>
        </p:spPr>
      </p:pic>
      <p:sp>
        <p:nvSpPr>
          <p:cNvPr id="3" name="Espaço Reservado para Conteúdo 2">
            <a:extLst>
              <a:ext uri="{FF2B5EF4-FFF2-40B4-BE49-F238E27FC236}">
                <a16:creationId xmlns:a16="http://schemas.microsoft.com/office/drawing/2014/main" id="{85ABAACE-8AB7-7CCA-CEAC-6DE61638B7A7}"/>
              </a:ext>
            </a:extLst>
          </p:cNvPr>
          <p:cNvSpPr>
            <a:spLocks noGrp="1"/>
          </p:cNvSpPr>
          <p:nvPr>
            <p:ph sz="quarter" idx="30"/>
          </p:nvPr>
        </p:nvSpPr>
        <p:spPr>
          <a:xfrm>
            <a:off x="382829" y="1518666"/>
            <a:ext cx="6099547" cy="230832"/>
          </a:xfrm>
        </p:spPr>
        <p:txBody>
          <a:bodyPr/>
          <a:lstStyle/>
          <a:p>
            <a:r>
              <a:rPr lang="en-US" noProof="0"/>
              <a:t>XP Sentiment Index vs. Brazilian equities (Ibovespa)</a:t>
            </a:r>
          </a:p>
        </p:txBody>
      </p:sp>
      <p:sp>
        <p:nvSpPr>
          <p:cNvPr id="4" name="Espaço Reservado para Texto 3">
            <a:extLst>
              <a:ext uri="{FF2B5EF4-FFF2-40B4-BE49-F238E27FC236}">
                <a16:creationId xmlns:a16="http://schemas.microsoft.com/office/drawing/2014/main" id="{CEC8AF18-6FA0-3531-D32D-300206F0E591}"/>
              </a:ext>
            </a:extLst>
          </p:cNvPr>
          <p:cNvSpPr>
            <a:spLocks noGrp="1"/>
          </p:cNvSpPr>
          <p:nvPr>
            <p:ph type="body" sz="quarter" idx="16"/>
          </p:nvPr>
        </p:nvSpPr>
        <p:spPr/>
        <p:txBody>
          <a:bodyPr/>
          <a:lstStyle/>
          <a:p>
            <a:r>
              <a:rPr lang="en-US" noProof="0"/>
              <a:t>XP Sentiment Index</a:t>
            </a:r>
          </a:p>
          <a:p>
            <a:endParaRPr lang="en-US" noProof="0"/>
          </a:p>
        </p:txBody>
      </p:sp>
      <p:sp>
        <p:nvSpPr>
          <p:cNvPr id="5" name="Espaço Reservado para Texto 4">
            <a:extLst>
              <a:ext uri="{FF2B5EF4-FFF2-40B4-BE49-F238E27FC236}">
                <a16:creationId xmlns:a16="http://schemas.microsoft.com/office/drawing/2014/main" id="{ACE33142-55AA-5C5F-3E20-17260DFE079C}"/>
              </a:ext>
            </a:extLst>
          </p:cNvPr>
          <p:cNvSpPr>
            <a:spLocks noGrp="1"/>
          </p:cNvSpPr>
          <p:nvPr>
            <p:ph type="body" sz="quarter" idx="17"/>
          </p:nvPr>
        </p:nvSpPr>
        <p:spPr/>
        <p:txBody>
          <a:bodyPr/>
          <a:lstStyle/>
          <a:p>
            <a:r>
              <a:rPr lang="en-US" noProof="0"/>
              <a:t>XP Sentiment Index: Composite and Speedometer</a:t>
            </a:r>
          </a:p>
        </p:txBody>
      </p:sp>
      <p:sp>
        <p:nvSpPr>
          <p:cNvPr id="6" name="Espaço Reservado para Texto 5">
            <a:extLst>
              <a:ext uri="{FF2B5EF4-FFF2-40B4-BE49-F238E27FC236}">
                <a16:creationId xmlns:a16="http://schemas.microsoft.com/office/drawing/2014/main" id="{DBFA33F1-E58E-8322-61DD-DA7CF952529A}"/>
              </a:ext>
            </a:extLst>
          </p:cNvPr>
          <p:cNvSpPr>
            <a:spLocks noGrp="1"/>
          </p:cNvSpPr>
          <p:nvPr>
            <p:ph type="body" sz="quarter" idx="31"/>
          </p:nvPr>
        </p:nvSpPr>
        <p:spPr/>
        <p:txBody>
          <a:bodyPr/>
          <a:lstStyle/>
          <a:p>
            <a:r>
              <a:rPr lang="en-US" noProof="0" dirty="0"/>
              <a:t>Source: B3, Bloomberg, XP Research. Data as </a:t>
            </a:r>
            <a:r>
              <a:rPr lang="en-US" noProof="0"/>
              <a:t>of </a:t>
            </a:r>
            <a:r>
              <a:rPr lang="en-US"/>
              <a:t>10/29/2026</a:t>
            </a:r>
            <a:r>
              <a:rPr lang="en-US" noProof="0"/>
              <a:t>.</a:t>
            </a:r>
            <a:endParaRPr lang="en-US" noProof="0" dirty="0"/>
          </a:p>
        </p:txBody>
      </p:sp>
      <p:sp>
        <p:nvSpPr>
          <p:cNvPr id="7" name="Espaço Reservado para Data 6">
            <a:extLst>
              <a:ext uri="{FF2B5EF4-FFF2-40B4-BE49-F238E27FC236}">
                <a16:creationId xmlns:a16="http://schemas.microsoft.com/office/drawing/2014/main" id="{D0CE041F-D84B-590C-0041-C6530A08DB7E}"/>
              </a:ext>
            </a:extLst>
          </p:cNvPr>
          <p:cNvSpPr>
            <a:spLocks noGrp="1"/>
          </p:cNvSpPr>
          <p:nvPr>
            <p:ph type="dt" sz="half" idx="2"/>
          </p:nvPr>
        </p:nvSpPr>
        <p:spPr/>
        <p:txBody>
          <a:bodyPr/>
          <a:lstStyle/>
          <a:p>
            <a:fld id="{D3291208-A98B-4DC5-8C8E-4994615BAB2A}" type="datetime4">
              <a:rPr lang="en-US" noProof="0" smtClean="0"/>
              <a:t>October 30, 2026</a:t>
            </a:fld>
            <a:endParaRPr lang="en-US" noProof="0"/>
          </a:p>
        </p:txBody>
      </p:sp>
      <p:sp>
        <p:nvSpPr>
          <p:cNvPr id="9" name="Espaço Reservado para Conteúdo 8">
            <a:extLst>
              <a:ext uri="{FF2B5EF4-FFF2-40B4-BE49-F238E27FC236}">
                <a16:creationId xmlns:a16="http://schemas.microsoft.com/office/drawing/2014/main" id="{2AC51008-BEAF-0E68-1495-2565978C23F2}"/>
              </a:ext>
            </a:extLst>
          </p:cNvPr>
          <p:cNvSpPr>
            <a:spLocks noGrp="1"/>
          </p:cNvSpPr>
          <p:nvPr>
            <p:ph sz="quarter" idx="33"/>
          </p:nvPr>
        </p:nvSpPr>
        <p:spPr>
          <a:xfrm>
            <a:off x="390153" y="4161438"/>
            <a:ext cx="6099547" cy="230832"/>
          </a:xfrm>
        </p:spPr>
        <p:txBody>
          <a:bodyPr/>
          <a:lstStyle/>
          <a:p>
            <a:r>
              <a:rPr lang="en-US" noProof="0"/>
              <a:t>XP Sentiment Index anticipates movements in approximately two weeks</a:t>
            </a:r>
          </a:p>
        </p:txBody>
      </p:sp>
      <p:sp>
        <p:nvSpPr>
          <p:cNvPr id="11" name="Espaço Reservado para Conteúdo 10">
            <a:extLst>
              <a:ext uri="{FF2B5EF4-FFF2-40B4-BE49-F238E27FC236}">
                <a16:creationId xmlns:a16="http://schemas.microsoft.com/office/drawing/2014/main" id="{1FA37407-1935-0D30-24A3-8FA4B9CD68F7}"/>
              </a:ext>
            </a:extLst>
          </p:cNvPr>
          <p:cNvSpPr>
            <a:spLocks noGrp="1"/>
          </p:cNvSpPr>
          <p:nvPr>
            <p:ph sz="quarter" idx="35"/>
          </p:nvPr>
        </p:nvSpPr>
        <p:spPr>
          <a:xfrm>
            <a:off x="390153" y="6695218"/>
            <a:ext cx="6099547" cy="230832"/>
          </a:xfrm>
        </p:spPr>
        <p:txBody>
          <a:bodyPr/>
          <a:lstStyle/>
          <a:p>
            <a:r>
              <a:rPr lang="en-US" noProof="0"/>
              <a:t>XP Sentiment Speedometer (raw index)</a:t>
            </a:r>
          </a:p>
        </p:txBody>
      </p:sp>
      <p:graphicFrame>
        <p:nvGraphicFramePr>
          <p:cNvPr id="8" name="Object 7">
            <a:extLst>
              <a:ext uri="{FF2B5EF4-FFF2-40B4-BE49-F238E27FC236}">
                <a16:creationId xmlns:a16="http://schemas.microsoft.com/office/drawing/2014/main" id="{56C3C5E1-DB77-242D-1071-22E51947B072}"/>
              </a:ext>
            </a:extLst>
          </p:cNvPr>
          <p:cNvGraphicFramePr>
            <a:graphicFrameLocks noGrp="1"/>
          </p:cNvGraphicFramePr>
          <p:nvPr>
            <p:extLst>
              <p:ext uri="{D42A27DB-BD31-4B8C-83A1-F6EECF244321}">
                <p14:modId xmlns:p14="http://schemas.microsoft.com/office/powerpoint/2010/main" val="2806897365"/>
              </p:ext>
            </p:extLst>
          </p:nvPr>
        </p:nvGraphicFramePr>
        <p:xfrm>
          <a:off x="382588" y="1817688"/>
          <a:ext cx="6180137" cy="221773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 name="Object 9">
            <a:extLst>
              <a:ext uri="{FF2B5EF4-FFF2-40B4-BE49-F238E27FC236}">
                <a16:creationId xmlns:a16="http://schemas.microsoft.com/office/drawing/2014/main" id="{321B726A-D2EB-10CF-4A97-A1DD63EC395C}"/>
              </a:ext>
            </a:extLst>
          </p:cNvPr>
          <p:cNvGraphicFramePr>
            <a:graphicFrameLocks noGrp="1"/>
          </p:cNvGraphicFramePr>
          <p:nvPr>
            <p:extLst>
              <p:ext uri="{D42A27DB-BD31-4B8C-83A1-F6EECF244321}">
                <p14:modId xmlns:p14="http://schemas.microsoft.com/office/powerpoint/2010/main" val="1036862444"/>
              </p:ext>
            </p:extLst>
          </p:nvPr>
        </p:nvGraphicFramePr>
        <p:xfrm>
          <a:off x="390525" y="4451350"/>
          <a:ext cx="6088063" cy="2185988"/>
        </p:xfrm>
        <a:graphic>
          <a:graphicData uri="http://schemas.openxmlformats.org/drawingml/2006/chart">
            <c:chart xmlns:c="http://schemas.openxmlformats.org/drawingml/2006/chart" xmlns:r="http://schemas.openxmlformats.org/officeDocument/2006/relationships" r:id="rId5"/>
          </a:graphicData>
        </a:graphic>
      </p:graphicFrame>
      <p:sp>
        <p:nvSpPr>
          <p:cNvPr id="2" name="TextBox 1">
            <a:extLst>
              <a:ext uri="{FF2B5EF4-FFF2-40B4-BE49-F238E27FC236}">
                <a16:creationId xmlns:a16="http://schemas.microsoft.com/office/drawing/2014/main" id="{41BB81D8-7BB5-6D02-38E9-A5327E2D39F7}"/>
              </a:ext>
            </a:extLst>
          </p:cNvPr>
          <p:cNvSpPr txBox="1"/>
          <p:nvPr/>
        </p:nvSpPr>
        <p:spPr>
          <a:xfrm>
            <a:off x="-3048000" y="2112035"/>
            <a:ext cx="2571750" cy="738664"/>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\\xpdocs\Research\Equities\Estrategia\Raio-XP da Bolsa\XP </a:t>
            </a:r>
            <a:r>
              <a:rPr lang="pt-BR" sz="1050" err="1">
                <a:latin typeface="Roboto" panose="02000000000000000000" pitchFamily="2" charset="0"/>
                <a:ea typeface="Roboto" panose="02000000000000000000" pitchFamily="2" charset="0"/>
                <a:cs typeface="Roboto" panose="02000000000000000000" pitchFamily="2" charset="0"/>
              </a:rPr>
              <a:t>Sentiment</a:t>
            </a:r>
            <a:r>
              <a:rPr lang="pt-BR" sz="1050">
                <a:latin typeface="Roboto" panose="02000000000000000000" pitchFamily="2" charset="0"/>
                <a:ea typeface="Roboto" panose="02000000000000000000" pitchFamily="2" charset="0"/>
                <a:cs typeface="Roboto" panose="02000000000000000000" pitchFamily="2" charset="0"/>
              </a:rPr>
              <a:t> Index\</a:t>
            </a:r>
            <a:r>
              <a:rPr lang="pt-BR" sz="1050" err="1">
                <a:latin typeface="Roboto" panose="02000000000000000000" pitchFamily="2" charset="0"/>
                <a:ea typeface="Roboto" panose="02000000000000000000" pitchFamily="2" charset="0"/>
                <a:cs typeface="Roboto" panose="02000000000000000000" pitchFamily="2" charset="0"/>
              </a:rPr>
              <a:t>Consolidated</a:t>
            </a:r>
            <a:r>
              <a:rPr lang="pt-BR" sz="1050">
                <a:latin typeface="Roboto" panose="02000000000000000000" pitchFamily="2" charset="0"/>
                <a:ea typeface="Roboto" panose="02000000000000000000" pitchFamily="2" charset="0"/>
                <a:cs typeface="Roboto" panose="02000000000000000000" pitchFamily="2" charset="0"/>
              </a:rPr>
              <a:t> Charts.xlsx</a:t>
            </a:r>
          </a:p>
        </p:txBody>
      </p:sp>
      <p:sp>
        <p:nvSpPr>
          <p:cNvPr id="17" name="Rectangle 16">
            <a:extLst>
              <a:ext uri="{FF2B5EF4-FFF2-40B4-BE49-F238E27FC236}">
                <a16:creationId xmlns:a16="http://schemas.microsoft.com/office/drawing/2014/main" id="{F3F7EE98-4FBE-A1F1-AEA3-C7328A464524}"/>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9942941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Object 30">
            <a:extLst>
              <a:ext uri="{FF2B5EF4-FFF2-40B4-BE49-F238E27FC236}">
                <a16:creationId xmlns:a16="http://schemas.microsoft.com/office/drawing/2014/main" id="{1DB978EA-5BF2-D735-48D9-8F8385A51EFD}"/>
              </a:ext>
            </a:extLst>
          </p:cNvPr>
          <p:cNvGraphicFramePr>
            <a:graphicFrameLocks noGrp="1"/>
          </p:cNvGraphicFramePr>
          <p:nvPr>
            <p:extLst>
              <p:ext uri="{D42A27DB-BD31-4B8C-83A1-F6EECF244321}">
                <p14:modId xmlns:p14="http://schemas.microsoft.com/office/powerpoint/2010/main" val="3342832183"/>
              </p:ext>
            </p:extLst>
          </p:nvPr>
        </p:nvGraphicFramePr>
        <p:xfrm>
          <a:off x="365125" y="7861300"/>
          <a:ext cx="2994025" cy="150018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3" name="Object 24">
            <a:extLst>
              <a:ext uri="{FF2B5EF4-FFF2-40B4-BE49-F238E27FC236}">
                <a16:creationId xmlns:a16="http://schemas.microsoft.com/office/drawing/2014/main" id="{513D123D-3E60-8561-F3E9-6F5A55D27072}"/>
              </a:ext>
            </a:extLst>
          </p:cNvPr>
          <p:cNvGraphicFramePr>
            <a:graphicFrameLocks noGrp="1"/>
          </p:cNvGraphicFramePr>
          <p:nvPr>
            <p:extLst>
              <p:ext uri="{D42A27DB-BD31-4B8C-83A1-F6EECF244321}">
                <p14:modId xmlns:p14="http://schemas.microsoft.com/office/powerpoint/2010/main" val="1057051923"/>
              </p:ext>
            </p:extLst>
          </p:nvPr>
        </p:nvGraphicFramePr>
        <p:xfrm>
          <a:off x="3549650" y="5840413"/>
          <a:ext cx="2914650" cy="150018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Object 19">
            <a:extLst>
              <a:ext uri="{FF2B5EF4-FFF2-40B4-BE49-F238E27FC236}">
                <a16:creationId xmlns:a16="http://schemas.microsoft.com/office/drawing/2014/main" id="{D3829BD6-8783-88C7-4613-7BFE00320E5A}"/>
              </a:ext>
            </a:extLst>
          </p:cNvPr>
          <p:cNvGraphicFramePr>
            <a:graphicFrameLocks noGrp="1"/>
          </p:cNvGraphicFramePr>
          <p:nvPr>
            <p:extLst>
              <p:ext uri="{D42A27DB-BD31-4B8C-83A1-F6EECF244321}">
                <p14:modId xmlns:p14="http://schemas.microsoft.com/office/powerpoint/2010/main" val="210417637"/>
              </p:ext>
            </p:extLst>
          </p:nvPr>
        </p:nvGraphicFramePr>
        <p:xfrm>
          <a:off x="380999" y="5856288"/>
          <a:ext cx="2909285" cy="14859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Object 12">
            <a:extLst>
              <a:ext uri="{FF2B5EF4-FFF2-40B4-BE49-F238E27FC236}">
                <a16:creationId xmlns:a16="http://schemas.microsoft.com/office/drawing/2014/main" id="{51733E38-E025-4B77-CECC-6982E36188D6}"/>
              </a:ext>
            </a:extLst>
          </p:cNvPr>
          <p:cNvGraphicFramePr>
            <a:graphicFrameLocks noGrp="1"/>
          </p:cNvGraphicFramePr>
          <p:nvPr>
            <p:extLst>
              <p:ext uri="{D42A27DB-BD31-4B8C-83A1-F6EECF244321}">
                <p14:modId xmlns:p14="http://schemas.microsoft.com/office/powerpoint/2010/main" val="1869370580"/>
              </p:ext>
            </p:extLst>
          </p:nvPr>
        </p:nvGraphicFramePr>
        <p:xfrm>
          <a:off x="3506788" y="3824288"/>
          <a:ext cx="2959100" cy="146208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 name="Object 6">
            <a:extLst>
              <a:ext uri="{FF2B5EF4-FFF2-40B4-BE49-F238E27FC236}">
                <a16:creationId xmlns:a16="http://schemas.microsoft.com/office/drawing/2014/main" id="{AEAB2433-C80D-3859-F92F-B8E5EDEBFA27}"/>
              </a:ext>
            </a:extLst>
          </p:cNvPr>
          <p:cNvGraphicFramePr>
            <a:graphicFrameLocks noGrp="1"/>
          </p:cNvGraphicFramePr>
          <p:nvPr>
            <p:extLst>
              <p:ext uri="{D42A27DB-BD31-4B8C-83A1-F6EECF244321}">
                <p14:modId xmlns:p14="http://schemas.microsoft.com/office/powerpoint/2010/main" val="2615919524"/>
              </p:ext>
            </p:extLst>
          </p:nvPr>
        </p:nvGraphicFramePr>
        <p:xfrm>
          <a:off x="381000" y="3876675"/>
          <a:ext cx="2917825" cy="14859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 name="Object 3">
            <a:extLst>
              <a:ext uri="{FF2B5EF4-FFF2-40B4-BE49-F238E27FC236}">
                <a16:creationId xmlns:a16="http://schemas.microsoft.com/office/drawing/2014/main" id="{661C094F-8DB7-7318-5687-B71B854A4D2E}"/>
              </a:ext>
            </a:extLst>
          </p:cNvPr>
          <p:cNvGraphicFramePr>
            <a:graphicFrameLocks noGrp="1"/>
          </p:cNvGraphicFramePr>
          <p:nvPr>
            <p:extLst>
              <p:ext uri="{D42A27DB-BD31-4B8C-83A1-F6EECF244321}">
                <p14:modId xmlns:p14="http://schemas.microsoft.com/office/powerpoint/2010/main" val="2845926048"/>
              </p:ext>
            </p:extLst>
          </p:nvPr>
        </p:nvGraphicFramePr>
        <p:xfrm>
          <a:off x="3529013" y="1795463"/>
          <a:ext cx="2924175" cy="152400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 name="Object 1">
            <a:extLst>
              <a:ext uri="{FF2B5EF4-FFF2-40B4-BE49-F238E27FC236}">
                <a16:creationId xmlns:a16="http://schemas.microsoft.com/office/drawing/2014/main" id="{742C2C5D-8398-DBE2-2B09-9BDDCA59E339}"/>
              </a:ext>
            </a:extLst>
          </p:cNvPr>
          <p:cNvGraphicFramePr>
            <a:graphicFrameLocks noGrp="1"/>
          </p:cNvGraphicFramePr>
          <p:nvPr>
            <p:extLst>
              <p:ext uri="{D42A27DB-BD31-4B8C-83A1-F6EECF244321}">
                <p14:modId xmlns:p14="http://schemas.microsoft.com/office/powerpoint/2010/main" val="4270328011"/>
              </p:ext>
            </p:extLst>
          </p:nvPr>
        </p:nvGraphicFramePr>
        <p:xfrm>
          <a:off x="403225" y="1792288"/>
          <a:ext cx="2908300" cy="1485900"/>
        </p:xfrm>
        <a:graphic>
          <a:graphicData uri="http://schemas.openxmlformats.org/drawingml/2006/chart">
            <c:chart xmlns:c="http://schemas.openxmlformats.org/drawingml/2006/chart" xmlns:r="http://schemas.openxmlformats.org/officeDocument/2006/relationships" r:id="rId8"/>
          </a:graphicData>
        </a:graphic>
      </p:graphicFrame>
      <p:sp>
        <p:nvSpPr>
          <p:cNvPr id="59" name="CaixaDeTexto 58">
            <a:extLst>
              <a:ext uri="{FF2B5EF4-FFF2-40B4-BE49-F238E27FC236}">
                <a16:creationId xmlns:a16="http://schemas.microsoft.com/office/drawing/2014/main" id="{3D93AE0C-C807-D90F-4572-48D6F35F2736}"/>
              </a:ext>
            </a:extLst>
          </p:cNvPr>
          <p:cNvSpPr txBox="1"/>
          <p:nvPr/>
        </p:nvSpPr>
        <p:spPr>
          <a:xfrm>
            <a:off x="1570046" y="2573206"/>
            <a:ext cx="684360" cy="230832"/>
          </a:xfrm>
          <a:prstGeom prst="rect">
            <a:avLst/>
          </a:prstGeom>
          <a:noFill/>
        </p:spPr>
        <p:txBody>
          <a:bodyPr wrap="square" rtlCol="0" anchor="ctr">
            <a:spAutoFit/>
          </a:bodyPr>
          <a:lstStyle/>
          <a:p>
            <a:pPr algn="ctr"/>
            <a:r>
              <a:rPr lang="en-US" sz="900" noProof="0">
                <a:solidFill>
                  <a:schemeClr val="accent1"/>
                </a:solidFill>
                <a:latin typeface="Roboto" panose="02000000000000000000" pitchFamily="2" charset="0"/>
                <a:ea typeface="Roboto" panose="02000000000000000000" pitchFamily="2" charset="0"/>
                <a:cs typeface="Roboto" panose="02000000000000000000" pitchFamily="2" charset="0"/>
              </a:rPr>
              <a:t>Bullish</a:t>
            </a:r>
          </a:p>
        </p:txBody>
      </p:sp>
      <p:sp>
        <p:nvSpPr>
          <p:cNvPr id="3" name="Espaço Reservado para Conteúdo 2">
            <a:extLst>
              <a:ext uri="{FF2B5EF4-FFF2-40B4-BE49-F238E27FC236}">
                <a16:creationId xmlns:a16="http://schemas.microsoft.com/office/drawing/2014/main" id="{31C9F8E4-49F8-63E9-4B4F-C44FC13D79A5}"/>
              </a:ext>
            </a:extLst>
          </p:cNvPr>
          <p:cNvSpPr>
            <a:spLocks noGrp="1"/>
          </p:cNvSpPr>
          <p:nvPr>
            <p:ph sz="quarter" idx="30"/>
          </p:nvPr>
        </p:nvSpPr>
        <p:spPr>
          <a:xfrm>
            <a:off x="382830" y="1518666"/>
            <a:ext cx="2946170" cy="230832"/>
          </a:xfrm>
        </p:spPr>
        <p:txBody>
          <a:bodyPr/>
          <a:lstStyle/>
          <a:p>
            <a:r>
              <a:rPr lang="en-US" noProof="0"/>
              <a:t>% stocks below 200d moving average</a:t>
            </a:r>
          </a:p>
        </p:txBody>
      </p:sp>
      <p:sp>
        <p:nvSpPr>
          <p:cNvPr id="11" name="Text Placeholder 10">
            <a:extLst>
              <a:ext uri="{FF2B5EF4-FFF2-40B4-BE49-F238E27FC236}">
                <a16:creationId xmlns:a16="http://schemas.microsoft.com/office/drawing/2014/main" id="{C30E05E3-4DA2-D62E-1E78-215703528B3B}"/>
              </a:ext>
            </a:extLst>
          </p:cNvPr>
          <p:cNvSpPr>
            <a:spLocks noGrp="1"/>
          </p:cNvSpPr>
          <p:nvPr>
            <p:ph type="body" sz="quarter" idx="16"/>
          </p:nvPr>
        </p:nvSpPr>
        <p:spPr/>
        <p:txBody>
          <a:bodyPr/>
          <a:lstStyle/>
          <a:p>
            <a:r>
              <a:rPr lang="en-US" noProof="0"/>
              <a:t>XP Sentiment Index</a:t>
            </a:r>
          </a:p>
        </p:txBody>
      </p:sp>
      <p:sp>
        <p:nvSpPr>
          <p:cNvPr id="12" name="Text Placeholder 11">
            <a:extLst>
              <a:ext uri="{FF2B5EF4-FFF2-40B4-BE49-F238E27FC236}">
                <a16:creationId xmlns:a16="http://schemas.microsoft.com/office/drawing/2014/main" id="{4987FF20-C4A6-3F35-7C00-51717F3EFA45}"/>
              </a:ext>
            </a:extLst>
          </p:cNvPr>
          <p:cNvSpPr>
            <a:spLocks noGrp="1"/>
          </p:cNvSpPr>
          <p:nvPr>
            <p:ph type="body" sz="quarter" idx="17"/>
          </p:nvPr>
        </p:nvSpPr>
        <p:spPr/>
        <p:txBody>
          <a:bodyPr/>
          <a:lstStyle/>
          <a:p>
            <a:r>
              <a:rPr lang="en-US" noProof="0"/>
              <a:t>XP Sentiment Index: Components</a:t>
            </a:r>
          </a:p>
        </p:txBody>
      </p:sp>
      <p:sp>
        <p:nvSpPr>
          <p:cNvPr id="8" name="Text Placeholder 7">
            <a:extLst>
              <a:ext uri="{FF2B5EF4-FFF2-40B4-BE49-F238E27FC236}">
                <a16:creationId xmlns:a16="http://schemas.microsoft.com/office/drawing/2014/main" id="{6CF4DE33-DFFC-F7E3-44FF-A2EA8E0F982C}"/>
              </a:ext>
            </a:extLst>
          </p:cNvPr>
          <p:cNvSpPr>
            <a:spLocks noGrp="1"/>
          </p:cNvSpPr>
          <p:nvPr>
            <p:ph type="body" sz="quarter" idx="31"/>
          </p:nvPr>
        </p:nvSpPr>
        <p:spPr/>
        <p:txBody>
          <a:bodyPr/>
          <a:lstStyle/>
          <a:p>
            <a:r>
              <a:rPr lang="en-US" noProof="0" dirty="0"/>
              <a:t>Source: B3, Bloomberg, XP Research. Data as </a:t>
            </a:r>
            <a:r>
              <a:rPr lang="en-US" noProof="0"/>
              <a:t>of 10/29/2026.</a:t>
            </a:r>
            <a:endParaRPr lang="en-US" noProof="0" dirty="0"/>
          </a:p>
        </p:txBody>
      </p:sp>
      <p:sp>
        <p:nvSpPr>
          <p:cNvPr id="14" name="Date Placeholder 13">
            <a:extLst>
              <a:ext uri="{FF2B5EF4-FFF2-40B4-BE49-F238E27FC236}">
                <a16:creationId xmlns:a16="http://schemas.microsoft.com/office/drawing/2014/main" id="{A9A69645-CE46-7F15-2C58-F48EA3B3AB09}"/>
              </a:ext>
            </a:extLst>
          </p:cNvPr>
          <p:cNvSpPr>
            <a:spLocks noGrp="1"/>
          </p:cNvSpPr>
          <p:nvPr>
            <p:ph type="dt" sz="half" idx="2"/>
          </p:nvPr>
        </p:nvSpPr>
        <p:spPr/>
        <p:txBody>
          <a:bodyPr/>
          <a:lstStyle/>
          <a:p>
            <a:fld id="{EAE2BD8A-8BD9-4022-B69C-09964781A17B}" type="datetime4">
              <a:rPr lang="en-US" noProof="0" smtClean="0"/>
              <a:t>October 30, 2026</a:t>
            </a:fld>
            <a:endParaRPr lang="en-US" noProof="0"/>
          </a:p>
        </p:txBody>
      </p:sp>
      <p:sp>
        <p:nvSpPr>
          <p:cNvPr id="6" name="Espaço Reservado para Conteúdo 5">
            <a:extLst>
              <a:ext uri="{FF2B5EF4-FFF2-40B4-BE49-F238E27FC236}">
                <a16:creationId xmlns:a16="http://schemas.microsoft.com/office/drawing/2014/main" id="{17A9D102-A052-F3E4-74FA-4B5A0E065FE8}"/>
              </a:ext>
            </a:extLst>
          </p:cNvPr>
          <p:cNvSpPr>
            <a:spLocks noGrp="1"/>
          </p:cNvSpPr>
          <p:nvPr>
            <p:ph sz="quarter" idx="33"/>
          </p:nvPr>
        </p:nvSpPr>
        <p:spPr>
          <a:xfrm>
            <a:off x="390153" y="3564932"/>
            <a:ext cx="2938847" cy="230832"/>
          </a:xfrm>
        </p:spPr>
        <p:txBody>
          <a:bodyPr/>
          <a:lstStyle/>
          <a:p>
            <a:r>
              <a:rPr lang="en-US" noProof="0"/>
              <a:t>McClellan Volume Sentiment Index</a:t>
            </a:r>
          </a:p>
        </p:txBody>
      </p:sp>
      <p:sp>
        <p:nvSpPr>
          <p:cNvPr id="10" name="Espaço Reservado para Conteúdo 9">
            <a:extLst>
              <a:ext uri="{FF2B5EF4-FFF2-40B4-BE49-F238E27FC236}">
                <a16:creationId xmlns:a16="http://schemas.microsoft.com/office/drawing/2014/main" id="{C6D63C20-F0F6-E0D6-1191-15AD17FDDA8A}"/>
              </a:ext>
            </a:extLst>
          </p:cNvPr>
          <p:cNvSpPr>
            <a:spLocks noGrp="1"/>
          </p:cNvSpPr>
          <p:nvPr>
            <p:ph sz="quarter" idx="35"/>
          </p:nvPr>
        </p:nvSpPr>
        <p:spPr>
          <a:xfrm>
            <a:off x="390154" y="5568801"/>
            <a:ext cx="2922960" cy="230832"/>
          </a:xfrm>
        </p:spPr>
        <p:txBody>
          <a:bodyPr/>
          <a:lstStyle/>
          <a:p>
            <a:r>
              <a:rPr lang="en-US" noProof="0"/>
              <a:t>Foreign Investors’ 30d avg flows (R$ </a:t>
            </a:r>
            <a:r>
              <a:rPr lang="en-US"/>
              <a:t>b</a:t>
            </a:r>
            <a:r>
              <a:rPr lang="en-US" noProof="0"/>
              <a:t>n)</a:t>
            </a:r>
          </a:p>
        </p:txBody>
      </p:sp>
      <p:sp>
        <p:nvSpPr>
          <p:cNvPr id="17" name="Espaço Reservado para Conteúdo 16">
            <a:extLst>
              <a:ext uri="{FF2B5EF4-FFF2-40B4-BE49-F238E27FC236}">
                <a16:creationId xmlns:a16="http://schemas.microsoft.com/office/drawing/2014/main" id="{7B09048E-4107-9FE9-41C3-2C330F76762C}"/>
              </a:ext>
            </a:extLst>
          </p:cNvPr>
          <p:cNvSpPr>
            <a:spLocks noGrp="1"/>
          </p:cNvSpPr>
          <p:nvPr>
            <p:ph sz="quarter" idx="37"/>
          </p:nvPr>
        </p:nvSpPr>
        <p:spPr>
          <a:xfrm>
            <a:off x="397478" y="7615067"/>
            <a:ext cx="2909286" cy="230832"/>
          </a:xfrm>
        </p:spPr>
        <p:txBody>
          <a:bodyPr/>
          <a:lstStyle/>
          <a:p>
            <a:r>
              <a:rPr lang="en-US" noProof="0"/>
              <a:t>% of borrowed stocks relative to free float</a:t>
            </a:r>
          </a:p>
        </p:txBody>
      </p:sp>
      <p:sp>
        <p:nvSpPr>
          <p:cNvPr id="24" name="Espaço Reservado para Conteúdo 23">
            <a:extLst>
              <a:ext uri="{FF2B5EF4-FFF2-40B4-BE49-F238E27FC236}">
                <a16:creationId xmlns:a16="http://schemas.microsoft.com/office/drawing/2014/main" id="{5FA82771-5D70-493D-24B1-4F8477738E83}"/>
              </a:ext>
            </a:extLst>
          </p:cNvPr>
          <p:cNvSpPr>
            <a:spLocks noGrp="1"/>
          </p:cNvSpPr>
          <p:nvPr>
            <p:ph sz="quarter" idx="41"/>
          </p:nvPr>
        </p:nvSpPr>
        <p:spPr/>
        <p:txBody>
          <a:bodyPr/>
          <a:lstStyle/>
          <a:p>
            <a:endParaRPr lang="en-US" noProof="0"/>
          </a:p>
        </p:txBody>
      </p:sp>
      <p:sp>
        <p:nvSpPr>
          <p:cNvPr id="34" name="Espaço Reservado para Conteúdo 2">
            <a:extLst>
              <a:ext uri="{FF2B5EF4-FFF2-40B4-BE49-F238E27FC236}">
                <a16:creationId xmlns:a16="http://schemas.microsoft.com/office/drawing/2014/main" id="{1F51C990-78B1-E8B7-F637-6C39F9DB7FDF}"/>
              </a:ext>
            </a:extLst>
          </p:cNvPr>
          <p:cNvSpPr txBox="1">
            <a:spLocks/>
          </p:cNvSpPr>
          <p:nvPr/>
        </p:nvSpPr>
        <p:spPr>
          <a:xfrm>
            <a:off x="3529001" y="1519029"/>
            <a:ext cx="2946169" cy="230469"/>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b="1" noProof="0"/>
              <a:t>Net new highs vs. lows (%)</a:t>
            </a:r>
            <a:endParaRPr lang="en-US" noProof="0"/>
          </a:p>
        </p:txBody>
      </p:sp>
      <p:sp>
        <p:nvSpPr>
          <p:cNvPr id="36" name="Espaço Reservado para Conteúdo 2">
            <a:extLst>
              <a:ext uri="{FF2B5EF4-FFF2-40B4-BE49-F238E27FC236}">
                <a16:creationId xmlns:a16="http://schemas.microsoft.com/office/drawing/2014/main" id="{5004919B-02E5-A12A-7464-9124E87B49E8}"/>
              </a:ext>
            </a:extLst>
          </p:cNvPr>
          <p:cNvSpPr txBox="1">
            <a:spLocks/>
          </p:cNvSpPr>
          <p:nvPr/>
        </p:nvSpPr>
        <p:spPr>
          <a:xfrm>
            <a:off x="3521678" y="3549543"/>
            <a:ext cx="2946169" cy="230469"/>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Low Risk factor 3-month returns</a:t>
            </a:r>
          </a:p>
        </p:txBody>
      </p:sp>
      <p:sp>
        <p:nvSpPr>
          <p:cNvPr id="37" name="Espaço Reservado para Conteúdo 2">
            <a:extLst>
              <a:ext uri="{FF2B5EF4-FFF2-40B4-BE49-F238E27FC236}">
                <a16:creationId xmlns:a16="http://schemas.microsoft.com/office/drawing/2014/main" id="{2C3B0D86-92A8-CD68-C182-7DAEC507E755}"/>
              </a:ext>
            </a:extLst>
          </p:cNvPr>
          <p:cNvSpPr txBox="1">
            <a:spLocks/>
          </p:cNvSpPr>
          <p:nvPr/>
        </p:nvSpPr>
        <p:spPr>
          <a:xfrm>
            <a:off x="3514715" y="5569164"/>
            <a:ext cx="2946169" cy="230469"/>
          </a:xfrm>
          <a:prstGeom prst="rect">
            <a:avLst/>
          </a:prstGeom>
          <a:solidFill>
            <a:schemeClr val="bg1"/>
          </a:solidFill>
          <a:effectLst>
            <a:outerShdw dist="12700" dir="5400000" algn="ctr" rotWithShape="0">
              <a:schemeClr val="tx2">
                <a:alpha val="70000"/>
              </a:schemeClr>
            </a:outerShdw>
          </a:effectLst>
        </p:spPr>
        <p:txBody>
          <a:bodyPr wrap="square" lIns="0" anchor="b">
            <a:spAutoFit/>
          </a:bodyPr>
          <a:lstStyle>
            <a:lvl1pPr marL="0" indent="0" algn="l" defTabSz="385767" rtl="0" eaLnBrk="1" latinLnBrk="0" hangingPunct="1">
              <a:lnSpc>
                <a:spcPct val="90000"/>
              </a:lnSpc>
              <a:spcBef>
                <a:spcPts val="422"/>
              </a:spcBef>
              <a:buFont typeface="Arial" panose="020B0604020202020204" pitchFamily="34" charset="0"/>
              <a:buNone/>
              <a:defRPr lang="pt-BR" sz="1000" b="1" kern="1200" dirty="0">
                <a:solidFill>
                  <a:schemeClr val="tx1"/>
                </a:solidFill>
                <a:latin typeface="Roboto Light" panose="02000000000000000000" pitchFamily="2" charset="0"/>
                <a:ea typeface="Roboto Light" panose="02000000000000000000" pitchFamily="2" charset="0"/>
                <a:cs typeface="Roboto Light" panose="02000000000000000000" pitchFamily="2" charset="0"/>
              </a:defRPr>
            </a:lvl1pPr>
            <a:lvl2pPr marL="227710" indent="-77020" algn="l" defTabSz="385767" rtl="0" eaLnBrk="1" latinLnBrk="0" hangingPunct="1">
              <a:lnSpc>
                <a:spcPct val="90000"/>
              </a:lnSpc>
              <a:spcBef>
                <a:spcPts val="211"/>
              </a:spcBef>
              <a:buFont typeface="Arial" panose="020B0604020202020204" pitchFamily="34" charset="0"/>
              <a:buChar char="•"/>
              <a:defRPr sz="591" kern="1200">
                <a:solidFill>
                  <a:schemeClr val="tx2"/>
                </a:solidFill>
                <a:latin typeface="+mn-lt"/>
                <a:ea typeface="+mn-ea"/>
                <a:cs typeface="+mn-cs"/>
              </a:defRPr>
            </a:lvl2pPr>
            <a:lvl3pPr marL="379070" indent="-77689" algn="l" defTabSz="385767" rtl="0" eaLnBrk="1" latinLnBrk="0" hangingPunct="1">
              <a:lnSpc>
                <a:spcPct val="90000"/>
              </a:lnSpc>
              <a:spcBef>
                <a:spcPts val="211"/>
              </a:spcBef>
              <a:buFont typeface="Arial" panose="020B0604020202020204" pitchFamily="34" charset="0"/>
              <a:buChar char="•"/>
              <a:defRPr sz="506" kern="1200">
                <a:solidFill>
                  <a:schemeClr val="tx2"/>
                </a:solidFill>
                <a:latin typeface="+mn-lt"/>
                <a:ea typeface="+mn-ea"/>
                <a:cs typeface="+mn-cs"/>
              </a:defRPr>
            </a:lvl3pPr>
            <a:lvl4pPr marL="529761" indent="-77689"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4pPr>
            <a:lvl5pPr marL="680451" indent="-73671" algn="l" defTabSz="385767" rtl="0" eaLnBrk="1" latinLnBrk="0" hangingPunct="1">
              <a:lnSpc>
                <a:spcPct val="90000"/>
              </a:lnSpc>
              <a:spcBef>
                <a:spcPts val="211"/>
              </a:spcBef>
              <a:buFont typeface="Arial" panose="020B0604020202020204" pitchFamily="34" charset="0"/>
              <a:buChar char="•"/>
              <a:defRPr sz="464" kern="1200">
                <a:solidFill>
                  <a:schemeClr val="tx2"/>
                </a:solidFill>
                <a:latin typeface="+mn-lt"/>
                <a:ea typeface="+mn-ea"/>
                <a:cs typeface="+mn-cs"/>
              </a:defRPr>
            </a:lvl5pPr>
            <a:lvl6pPr marL="1060860"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6pPr>
            <a:lvl7pPr marL="1253744"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7pPr>
            <a:lvl8pPr marL="1446628"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8pPr>
            <a:lvl9pPr marL="1639511" indent="-96442" algn="l" defTabSz="385767" rtl="0" eaLnBrk="1" latinLnBrk="0" hangingPunct="1">
              <a:lnSpc>
                <a:spcPct val="90000"/>
              </a:lnSpc>
              <a:spcBef>
                <a:spcPts val="211"/>
              </a:spcBef>
              <a:buFont typeface="Arial" panose="020B0604020202020204" pitchFamily="34" charset="0"/>
              <a:buChar char="•"/>
              <a:defRPr sz="760" kern="1200">
                <a:solidFill>
                  <a:schemeClr val="tx1"/>
                </a:solidFill>
                <a:latin typeface="+mn-lt"/>
                <a:ea typeface="+mn-ea"/>
                <a:cs typeface="+mn-cs"/>
              </a:defRPr>
            </a:lvl9pPr>
          </a:lstStyle>
          <a:p>
            <a:r>
              <a:rPr lang="en-US" noProof="0"/>
              <a:t>Average IFAs’ sentiment score</a:t>
            </a:r>
          </a:p>
        </p:txBody>
      </p:sp>
      <p:pic>
        <p:nvPicPr>
          <p:cNvPr id="44" name="Gráfico 245">
            <a:extLst>
              <a:ext uri="{FF2B5EF4-FFF2-40B4-BE49-F238E27FC236}">
                <a16:creationId xmlns:a16="http://schemas.microsoft.com/office/drawing/2014/main" id="{0B33A2A9-7EBF-BD96-FB8A-9898742ED17E}"/>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2142160" y="2590104"/>
            <a:ext cx="182603" cy="182511"/>
          </a:xfrm>
          <a:prstGeom prst="rect">
            <a:avLst/>
          </a:prstGeom>
        </p:spPr>
      </p:pic>
      <p:pic>
        <p:nvPicPr>
          <p:cNvPr id="45" name="Gráfico 240">
            <a:extLst>
              <a:ext uri="{FF2B5EF4-FFF2-40B4-BE49-F238E27FC236}">
                <a16:creationId xmlns:a16="http://schemas.microsoft.com/office/drawing/2014/main" id="{7389D717-0B76-B079-4411-BC2C6DF6AAE1}"/>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840284" y="1864851"/>
            <a:ext cx="182603" cy="182511"/>
          </a:xfrm>
          <a:prstGeom prst="rect">
            <a:avLst/>
          </a:prstGeom>
        </p:spPr>
      </p:pic>
      <p:pic>
        <p:nvPicPr>
          <p:cNvPr id="46" name="Gráfico 240">
            <a:extLst>
              <a:ext uri="{FF2B5EF4-FFF2-40B4-BE49-F238E27FC236}">
                <a16:creationId xmlns:a16="http://schemas.microsoft.com/office/drawing/2014/main" id="{CDD08FC5-C63E-07DB-C2AF-AB7D8F41A659}"/>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4478508" y="2624123"/>
            <a:ext cx="182603" cy="182511"/>
          </a:xfrm>
          <a:prstGeom prst="rect">
            <a:avLst/>
          </a:prstGeom>
        </p:spPr>
      </p:pic>
      <p:pic>
        <p:nvPicPr>
          <p:cNvPr id="47" name="Gráfico 240">
            <a:extLst>
              <a:ext uri="{FF2B5EF4-FFF2-40B4-BE49-F238E27FC236}">
                <a16:creationId xmlns:a16="http://schemas.microsoft.com/office/drawing/2014/main" id="{20A78FA0-4FE0-EE36-651A-D88D07B9E9BE}"/>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840284" y="4748836"/>
            <a:ext cx="182603" cy="182511"/>
          </a:xfrm>
          <a:prstGeom prst="rect">
            <a:avLst/>
          </a:prstGeom>
        </p:spPr>
      </p:pic>
      <p:pic>
        <p:nvPicPr>
          <p:cNvPr id="48" name="Gráfico 240">
            <a:extLst>
              <a:ext uri="{FF2B5EF4-FFF2-40B4-BE49-F238E27FC236}">
                <a16:creationId xmlns:a16="http://schemas.microsoft.com/office/drawing/2014/main" id="{63412073-F6E6-9A5E-A15B-302E7F05715A}"/>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4295905" y="3927548"/>
            <a:ext cx="182603" cy="182511"/>
          </a:xfrm>
          <a:prstGeom prst="rect">
            <a:avLst/>
          </a:prstGeom>
        </p:spPr>
      </p:pic>
      <p:pic>
        <p:nvPicPr>
          <p:cNvPr id="49" name="Gráfico 240">
            <a:extLst>
              <a:ext uri="{FF2B5EF4-FFF2-40B4-BE49-F238E27FC236}">
                <a16:creationId xmlns:a16="http://schemas.microsoft.com/office/drawing/2014/main" id="{95470F54-C242-AEA3-B97A-41177BE8B214}"/>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840284" y="6687414"/>
            <a:ext cx="182603" cy="182511"/>
          </a:xfrm>
          <a:prstGeom prst="rect">
            <a:avLst/>
          </a:prstGeom>
        </p:spPr>
      </p:pic>
      <p:pic>
        <p:nvPicPr>
          <p:cNvPr id="52" name="Gráfico 245">
            <a:extLst>
              <a:ext uri="{FF2B5EF4-FFF2-40B4-BE49-F238E27FC236}">
                <a16:creationId xmlns:a16="http://schemas.microsoft.com/office/drawing/2014/main" id="{A28DF3BB-282E-FFF1-4E00-979B543BA8B9}"/>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546173" y="1923025"/>
            <a:ext cx="182603" cy="182511"/>
          </a:xfrm>
          <a:prstGeom prst="rect">
            <a:avLst/>
          </a:prstGeom>
        </p:spPr>
      </p:pic>
      <p:pic>
        <p:nvPicPr>
          <p:cNvPr id="53" name="Gráfico 245">
            <a:extLst>
              <a:ext uri="{FF2B5EF4-FFF2-40B4-BE49-F238E27FC236}">
                <a16:creationId xmlns:a16="http://schemas.microsoft.com/office/drawing/2014/main" id="{2CDD4765-7005-0C71-375F-1CEEC77CCE8E}"/>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2614510" y="3927548"/>
            <a:ext cx="182603" cy="182511"/>
          </a:xfrm>
          <a:prstGeom prst="rect">
            <a:avLst/>
          </a:prstGeom>
        </p:spPr>
      </p:pic>
      <p:pic>
        <p:nvPicPr>
          <p:cNvPr id="54" name="Gráfico 245">
            <a:extLst>
              <a:ext uri="{FF2B5EF4-FFF2-40B4-BE49-F238E27FC236}">
                <a16:creationId xmlns:a16="http://schemas.microsoft.com/office/drawing/2014/main" id="{F209E9D3-508C-2E21-016E-7BBA1215212B}"/>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048210" y="4685186"/>
            <a:ext cx="182603" cy="182511"/>
          </a:xfrm>
          <a:prstGeom prst="rect">
            <a:avLst/>
          </a:prstGeom>
        </p:spPr>
      </p:pic>
      <p:pic>
        <p:nvPicPr>
          <p:cNvPr id="57" name="Gráfico 245">
            <a:extLst>
              <a:ext uri="{FF2B5EF4-FFF2-40B4-BE49-F238E27FC236}">
                <a16:creationId xmlns:a16="http://schemas.microsoft.com/office/drawing/2014/main" id="{EA37194B-2BFE-9A56-9546-A25EE9498C8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2324763" y="5988398"/>
            <a:ext cx="182603" cy="182511"/>
          </a:xfrm>
          <a:prstGeom prst="rect">
            <a:avLst/>
          </a:prstGeom>
        </p:spPr>
      </p:pic>
      <p:sp>
        <p:nvSpPr>
          <p:cNvPr id="60" name="CaixaDeTexto 59">
            <a:extLst>
              <a:ext uri="{FF2B5EF4-FFF2-40B4-BE49-F238E27FC236}">
                <a16:creationId xmlns:a16="http://schemas.microsoft.com/office/drawing/2014/main" id="{5BB98850-00A4-5512-AFC6-35B7947A8C2F}"/>
              </a:ext>
            </a:extLst>
          </p:cNvPr>
          <p:cNvSpPr txBox="1"/>
          <p:nvPr/>
        </p:nvSpPr>
        <p:spPr>
          <a:xfrm>
            <a:off x="1022887" y="1841874"/>
            <a:ext cx="684360" cy="230832"/>
          </a:xfrm>
          <a:prstGeom prst="rect">
            <a:avLst/>
          </a:prstGeom>
          <a:noFill/>
        </p:spPr>
        <p:txBody>
          <a:bodyPr wrap="square" rtlCol="0" anchor="ctr">
            <a:spAutoFit/>
          </a:bodyPr>
          <a:lstStyle/>
          <a:p>
            <a:pPr algn="ctr"/>
            <a:r>
              <a:rPr lang="en-US" sz="900" noProof="0">
                <a:solidFill>
                  <a:srgbClr val="C00000"/>
                </a:solidFill>
                <a:latin typeface="Roboto" panose="02000000000000000000" pitchFamily="2" charset="0"/>
                <a:ea typeface="Roboto" panose="02000000000000000000" pitchFamily="2" charset="0"/>
                <a:cs typeface="Roboto" panose="02000000000000000000" pitchFamily="2" charset="0"/>
              </a:rPr>
              <a:t>Bearish</a:t>
            </a:r>
          </a:p>
        </p:txBody>
      </p:sp>
      <p:pic>
        <p:nvPicPr>
          <p:cNvPr id="65" name="Gráfico 240">
            <a:extLst>
              <a:ext uri="{FF2B5EF4-FFF2-40B4-BE49-F238E27FC236}">
                <a16:creationId xmlns:a16="http://schemas.microsoft.com/office/drawing/2014/main" id="{5E4EF2AE-BB1C-B7DA-541F-EE46F621C534}"/>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5836090" y="6687414"/>
            <a:ext cx="182603" cy="182511"/>
          </a:xfrm>
          <a:prstGeom prst="rect">
            <a:avLst/>
          </a:prstGeom>
        </p:spPr>
      </p:pic>
      <p:pic>
        <p:nvPicPr>
          <p:cNvPr id="66" name="Gráfico 245">
            <a:extLst>
              <a:ext uri="{FF2B5EF4-FFF2-40B4-BE49-F238E27FC236}">
                <a16:creationId xmlns:a16="http://schemas.microsoft.com/office/drawing/2014/main" id="{31C9CAF7-BA44-E48F-0648-5E934E835A7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478508" y="5921339"/>
            <a:ext cx="182603" cy="182511"/>
          </a:xfrm>
          <a:prstGeom prst="rect">
            <a:avLst/>
          </a:prstGeom>
        </p:spPr>
      </p:pic>
      <p:pic>
        <p:nvPicPr>
          <p:cNvPr id="67" name="Gráfico 240">
            <a:extLst>
              <a:ext uri="{FF2B5EF4-FFF2-40B4-BE49-F238E27FC236}">
                <a16:creationId xmlns:a16="http://schemas.microsoft.com/office/drawing/2014/main" id="{6547FBC2-1FCD-697F-CA7B-1B5A3B48A573}"/>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1243551" y="8110440"/>
            <a:ext cx="182603" cy="182511"/>
          </a:xfrm>
          <a:prstGeom prst="rect">
            <a:avLst/>
          </a:prstGeom>
        </p:spPr>
      </p:pic>
      <p:pic>
        <p:nvPicPr>
          <p:cNvPr id="68" name="Gráfico 245">
            <a:extLst>
              <a:ext uri="{FF2B5EF4-FFF2-40B4-BE49-F238E27FC236}">
                <a16:creationId xmlns:a16="http://schemas.microsoft.com/office/drawing/2014/main" id="{6900037E-CD7F-74AC-2CC5-C98C1A5AAF94}"/>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2705811" y="8695535"/>
            <a:ext cx="182603" cy="182511"/>
          </a:xfrm>
          <a:prstGeom prst="rect">
            <a:avLst/>
          </a:prstGeom>
        </p:spPr>
      </p:pic>
      <p:sp>
        <p:nvSpPr>
          <p:cNvPr id="9" name="TextBox 8">
            <a:extLst>
              <a:ext uri="{FF2B5EF4-FFF2-40B4-BE49-F238E27FC236}">
                <a16:creationId xmlns:a16="http://schemas.microsoft.com/office/drawing/2014/main" id="{6621A560-A8E4-EE26-180D-F98BE196253F}"/>
              </a:ext>
            </a:extLst>
          </p:cNvPr>
          <p:cNvSpPr txBox="1"/>
          <p:nvPr/>
        </p:nvSpPr>
        <p:spPr>
          <a:xfrm>
            <a:off x="-3048000" y="2112035"/>
            <a:ext cx="2571750" cy="738664"/>
          </a:xfrm>
          <a:prstGeom prst="rect">
            <a:avLst/>
          </a:prstGeom>
          <a:solidFill>
            <a:schemeClr val="bg1">
              <a:lumMod val="95000"/>
            </a:schemeClr>
          </a:solidFill>
        </p:spPr>
        <p:txBody>
          <a:bodyPr wrap="square" rtlCol="0">
            <a:spAutoFit/>
          </a:bodyPr>
          <a:lstStyle/>
          <a:p>
            <a:r>
              <a:rPr lang="pt-BR" sz="1050">
                <a:latin typeface="Roboto" panose="02000000000000000000" pitchFamily="2" charset="0"/>
                <a:ea typeface="Roboto" panose="02000000000000000000" pitchFamily="2" charset="0"/>
                <a:cs typeface="Roboto" panose="02000000000000000000" pitchFamily="2" charset="0"/>
              </a:rPr>
              <a:t>Planilha: \\xpdocs\Research\Equities\Estrategia\Raio-XP da Bolsa\XP </a:t>
            </a:r>
            <a:r>
              <a:rPr lang="pt-BR" sz="1050" err="1">
                <a:latin typeface="Roboto" panose="02000000000000000000" pitchFamily="2" charset="0"/>
                <a:ea typeface="Roboto" panose="02000000000000000000" pitchFamily="2" charset="0"/>
                <a:cs typeface="Roboto" panose="02000000000000000000" pitchFamily="2" charset="0"/>
              </a:rPr>
              <a:t>Sentiment</a:t>
            </a:r>
            <a:r>
              <a:rPr lang="pt-BR" sz="1050">
                <a:latin typeface="Roboto" panose="02000000000000000000" pitchFamily="2" charset="0"/>
                <a:ea typeface="Roboto" panose="02000000000000000000" pitchFamily="2" charset="0"/>
                <a:cs typeface="Roboto" panose="02000000000000000000" pitchFamily="2" charset="0"/>
              </a:rPr>
              <a:t> Index\</a:t>
            </a:r>
            <a:r>
              <a:rPr lang="pt-BR" sz="1050" err="1">
                <a:latin typeface="Roboto" panose="02000000000000000000" pitchFamily="2" charset="0"/>
                <a:ea typeface="Roboto" panose="02000000000000000000" pitchFamily="2" charset="0"/>
                <a:cs typeface="Roboto" panose="02000000000000000000" pitchFamily="2" charset="0"/>
              </a:rPr>
              <a:t>Consolidated</a:t>
            </a:r>
            <a:r>
              <a:rPr lang="pt-BR" sz="1050">
                <a:latin typeface="Roboto" panose="02000000000000000000" pitchFamily="2" charset="0"/>
                <a:ea typeface="Roboto" panose="02000000000000000000" pitchFamily="2" charset="0"/>
                <a:cs typeface="Roboto" panose="02000000000000000000" pitchFamily="2" charset="0"/>
              </a:rPr>
              <a:t> Charts.xlsx</a:t>
            </a:r>
          </a:p>
        </p:txBody>
      </p:sp>
      <p:sp>
        <p:nvSpPr>
          <p:cNvPr id="27" name="Rectangle 26">
            <a:extLst>
              <a:ext uri="{FF2B5EF4-FFF2-40B4-BE49-F238E27FC236}">
                <a16:creationId xmlns:a16="http://schemas.microsoft.com/office/drawing/2014/main" id="{1D0358DF-5D02-656E-AC93-87C30A5BC927}"/>
              </a:ext>
            </a:extLst>
          </p:cNvPr>
          <p:cNvSpPr/>
          <p:nvPr/>
        </p:nvSpPr>
        <p:spPr>
          <a:xfrm>
            <a:off x="-2089040" y="5105400"/>
            <a:ext cx="1668026" cy="152734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100" b="1" dirty="0" err="1">
                <a:solidFill>
                  <a:schemeClr val="bg1"/>
                </a:solidFill>
                <a:latin typeface="Roboto" panose="02000000000000000000" pitchFamily="2" charset="0"/>
                <a:ea typeface="Roboto" panose="02000000000000000000" pitchFamily="2" charset="0"/>
                <a:cs typeface="Roboto" panose="02000000000000000000" pitchFamily="2" charset="0"/>
              </a:rPr>
              <a:t>Atuallizado</a:t>
            </a:r>
            <a:endParaRPr lang="pt-BR" sz="1000" b="1"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29963466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FA85D475-4F41-4C99-9502-0E6FD8F73EFD}"/>
              </a:ext>
            </a:extLst>
          </p:cNvPr>
          <p:cNvSpPr>
            <a:spLocks noGrp="1"/>
          </p:cNvSpPr>
          <p:nvPr>
            <p:ph type="body" sz="quarter" idx="26"/>
          </p:nvPr>
        </p:nvSpPr>
        <p:spPr/>
        <p:txBody>
          <a:bodyPr/>
          <a:lstStyle/>
          <a:p>
            <a:endParaRPr lang="en-US" noProof="0"/>
          </a:p>
        </p:txBody>
      </p:sp>
      <p:sp>
        <p:nvSpPr>
          <p:cNvPr id="3" name="Date Placeholder 2">
            <a:extLst>
              <a:ext uri="{FF2B5EF4-FFF2-40B4-BE49-F238E27FC236}">
                <a16:creationId xmlns:a16="http://schemas.microsoft.com/office/drawing/2014/main" id="{B0D1CFB6-60CA-459A-AD01-3F1C88C1C8F9}"/>
              </a:ext>
            </a:extLst>
          </p:cNvPr>
          <p:cNvSpPr>
            <a:spLocks noGrp="1"/>
          </p:cNvSpPr>
          <p:nvPr>
            <p:ph type="dt" sz="half" idx="2"/>
          </p:nvPr>
        </p:nvSpPr>
        <p:spPr/>
        <p:txBody>
          <a:bodyPr/>
          <a:lstStyle/>
          <a:p>
            <a:fld id="{13E46948-35A1-446D-9327-F23EEA81B72C}" type="datetime4">
              <a:rPr lang="en-US" noProof="0" smtClean="0"/>
              <a:t>October 30, 2026</a:t>
            </a:fld>
            <a:endParaRPr lang="en-US" noProof="0"/>
          </a:p>
        </p:txBody>
      </p:sp>
    </p:spTree>
    <p:extLst>
      <p:ext uri="{BB962C8B-B14F-4D97-AF65-F5344CB8AC3E}">
        <p14:creationId xmlns:p14="http://schemas.microsoft.com/office/powerpoint/2010/main" val="309156205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66236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_SLIDE_TYPE" val="6"/>
</p:tagLst>
</file>

<file path=ppt/tags/tag2.xml><?xml version="1.0" encoding="utf-8"?>
<p:tagLst xmlns:a="http://schemas.openxmlformats.org/drawingml/2006/main" xmlns:r="http://schemas.openxmlformats.org/officeDocument/2006/relationships" xmlns:p="http://schemas.openxmlformats.org/presentationml/2006/main">
  <p:tag name="MM_SLIDE_TYPE" val="6"/>
</p:tagLst>
</file>

<file path=ppt/tags/tag3.xml><?xml version="1.0" encoding="utf-8"?>
<p:tagLst xmlns:a="http://schemas.openxmlformats.org/drawingml/2006/main" xmlns:r="http://schemas.openxmlformats.org/officeDocument/2006/relationships" xmlns:p="http://schemas.openxmlformats.org/presentationml/2006/main">
  <p:tag name="MM_SLIDE_TYPE" val="6"/>
</p:tagLst>
</file>

<file path=ppt/tags/tag4.xml><?xml version="1.0" encoding="utf-8"?>
<p:tagLst xmlns:a="http://schemas.openxmlformats.org/drawingml/2006/main" xmlns:r="http://schemas.openxmlformats.org/officeDocument/2006/relationships" xmlns:p="http://schemas.openxmlformats.org/presentationml/2006/main">
  <p:tag name="MM_SLIDE_TYPE" val="6"/>
</p:tagLst>
</file>

<file path=ppt/tags/tag5.xml><?xml version="1.0" encoding="utf-8"?>
<p:tagLst xmlns:a="http://schemas.openxmlformats.org/drawingml/2006/main" xmlns:r="http://schemas.openxmlformats.org/officeDocument/2006/relationships" xmlns:p="http://schemas.openxmlformats.org/presentationml/2006/main">
  <p:tag name="MM_SLIDE_TYPE" val="6"/>
</p:tagLst>
</file>

<file path=ppt/tags/tag6.xml><?xml version="1.0" encoding="utf-8"?>
<p:tagLst xmlns:a="http://schemas.openxmlformats.org/drawingml/2006/main" xmlns:r="http://schemas.openxmlformats.org/officeDocument/2006/relationships" xmlns:p="http://schemas.openxmlformats.org/presentationml/2006/main">
  <p:tag name="MM_SLIDE_TYPE" val="6"/>
</p:tagLst>
</file>

<file path=ppt/tags/tag7.xml><?xml version="1.0" encoding="utf-8"?>
<p:tagLst xmlns:a="http://schemas.openxmlformats.org/drawingml/2006/main" xmlns:r="http://schemas.openxmlformats.org/officeDocument/2006/relationships" xmlns:p="http://schemas.openxmlformats.org/presentationml/2006/main">
  <p:tag name="MM_SLIDE_TYPE" val="6"/>
</p:tagLst>
</file>

<file path=ppt/tags/tag8.xml><?xml version="1.0" encoding="utf-8"?>
<p:tagLst xmlns:a="http://schemas.openxmlformats.org/drawingml/2006/main" xmlns:r="http://schemas.openxmlformats.org/officeDocument/2006/relationships" xmlns:p="http://schemas.openxmlformats.org/presentationml/2006/main">
  <p:tag name="MM_SLIDE_TYPE" val="6"/>
</p:tagLst>
</file>

<file path=ppt/tags/tag9.xml><?xml version="1.0" encoding="utf-8"?>
<p:tagLst xmlns:a="http://schemas.openxmlformats.org/drawingml/2006/main" xmlns:r="http://schemas.openxmlformats.org/officeDocument/2006/relationships" xmlns:p="http://schemas.openxmlformats.org/presentationml/2006/main">
  <p:tag name="MM_SLIDE_TYPE" val="6"/>
</p:tagLst>
</file>

<file path=ppt/tags/tag10.xml><?xml version="1.0" encoding="utf-8"?>
<p:tagLst xmlns:a="http://schemas.openxmlformats.org/drawingml/2006/main" xmlns:r="http://schemas.openxmlformats.org/officeDocument/2006/relationships" xmlns:p="http://schemas.openxmlformats.org/presentationml/2006/main">
  <p:tag name="MM_SLIDE_TYPE" val="6"/>
</p:tagLst>
</file>

<file path=ppt/tags/tag11.xml><?xml version="1.0" encoding="utf-8"?>
<p:tagLst xmlns:a="http://schemas.openxmlformats.org/drawingml/2006/main" xmlns:r="http://schemas.openxmlformats.org/officeDocument/2006/relationships" xmlns:p="http://schemas.openxmlformats.org/presentationml/2006/main">
  <p:tag name="MM_SLIDE_TYPE" val="6"/>
</p:tagLst>
</file>

<file path=ppt/tags/tag12.xml><?xml version="1.0" encoding="utf-8"?>
<p:tagLst xmlns:a="http://schemas.openxmlformats.org/drawingml/2006/main" xmlns:r="http://schemas.openxmlformats.org/officeDocument/2006/relationships" xmlns:p="http://schemas.openxmlformats.org/presentationml/2006/main">
  <p:tag name="MM_SLIDE_TYPE" val="6"/>
</p:tagLst>
</file>

<file path=ppt/tags/tag13.xml><?xml version="1.0" encoding="utf-8"?>
<p:tagLst xmlns:a="http://schemas.openxmlformats.org/drawingml/2006/main" xmlns:r="http://schemas.openxmlformats.org/officeDocument/2006/relationships" xmlns:p="http://schemas.openxmlformats.org/presentationml/2006/main">
  <p:tag name="MM_SLIDE_TYPE" val="6"/>
</p:tagLst>
</file>

<file path=ppt/tags/tag14.xml><?xml version="1.0" encoding="utf-8"?>
<p:tagLst xmlns:a="http://schemas.openxmlformats.org/drawingml/2006/main" xmlns:r="http://schemas.openxmlformats.org/officeDocument/2006/relationships" xmlns:p="http://schemas.openxmlformats.org/presentationml/2006/main">
  <p:tag name="MM_SLIDE_TYPE" val="6"/>
</p:tagLst>
</file>

<file path=ppt/tags/tag15.xml><?xml version="1.0" encoding="utf-8"?>
<p:tagLst xmlns:a="http://schemas.openxmlformats.org/drawingml/2006/main" xmlns:r="http://schemas.openxmlformats.org/officeDocument/2006/relationships" xmlns:p="http://schemas.openxmlformats.org/presentationml/2006/main">
  <p:tag name="MM_SLIDE_TYPE" val="6"/>
</p:tagLst>
</file>

<file path=ppt/tags/tag16.xml><?xml version="1.0" encoding="utf-8"?>
<p:tagLst xmlns:a="http://schemas.openxmlformats.org/drawingml/2006/main" xmlns:r="http://schemas.openxmlformats.org/officeDocument/2006/relationships" xmlns:p="http://schemas.openxmlformats.org/presentationml/2006/main">
  <p:tag name="MM_SLIDE_TYPE" val="6"/>
</p:tagLst>
</file>

<file path=ppt/tags/tag17.xml><?xml version="1.0" encoding="utf-8"?>
<p:tagLst xmlns:a="http://schemas.openxmlformats.org/drawingml/2006/main" xmlns:r="http://schemas.openxmlformats.org/officeDocument/2006/relationships" xmlns:p="http://schemas.openxmlformats.org/presentationml/2006/main">
  <p:tag name="MM_SLIDE_TYPE" val="6"/>
</p:tagLst>
</file>

<file path=ppt/tags/tag18.xml><?xml version="1.0" encoding="utf-8"?>
<p:tagLst xmlns:a="http://schemas.openxmlformats.org/drawingml/2006/main" xmlns:r="http://schemas.openxmlformats.org/officeDocument/2006/relationships" xmlns:p="http://schemas.openxmlformats.org/presentationml/2006/main">
  <p:tag name="MM_SLIDE_TYPE" val="6"/>
</p:tagLst>
</file>

<file path=ppt/tags/tag19.xml><?xml version="1.0" encoding="utf-8"?>
<p:tagLst xmlns:a="http://schemas.openxmlformats.org/drawingml/2006/main" xmlns:r="http://schemas.openxmlformats.org/officeDocument/2006/relationships" xmlns:p="http://schemas.openxmlformats.org/presentationml/2006/main">
  <p:tag name="MM_SLIDE_TYPE" val="6"/>
</p:tagLst>
</file>

<file path=ppt/tags/tag20.xml><?xml version="1.0" encoding="utf-8"?>
<p:tagLst xmlns:a="http://schemas.openxmlformats.org/drawingml/2006/main" xmlns:r="http://schemas.openxmlformats.org/officeDocument/2006/relationships" xmlns:p="http://schemas.openxmlformats.org/presentationml/2006/main">
  <p:tag name="MM_SLIDE_TYPE" val="6"/>
</p:tagLst>
</file>

<file path=ppt/tags/tag21.xml><?xml version="1.0" encoding="utf-8"?>
<p:tagLst xmlns:a="http://schemas.openxmlformats.org/drawingml/2006/main" xmlns:r="http://schemas.openxmlformats.org/officeDocument/2006/relationships" xmlns:p="http://schemas.openxmlformats.org/presentationml/2006/main">
  <p:tag name="MM_SLIDE_TYPE" val="6"/>
</p:tagLst>
</file>

<file path=ppt/tags/tag22.xml><?xml version="1.0" encoding="utf-8"?>
<p:tagLst xmlns:a="http://schemas.openxmlformats.org/drawingml/2006/main" xmlns:r="http://schemas.openxmlformats.org/officeDocument/2006/relationships" xmlns:p="http://schemas.openxmlformats.org/presentationml/2006/main">
  <p:tag name="MM_SLIDE_TYPE" val="6"/>
</p:tagLst>
</file>

<file path=ppt/tags/tag23.xml><?xml version="1.0" encoding="utf-8"?>
<p:tagLst xmlns:a="http://schemas.openxmlformats.org/drawingml/2006/main" xmlns:r="http://schemas.openxmlformats.org/officeDocument/2006/relationships" xmlns:p="http://schemas.openxmlformats.org/presentationml/2006/main">
  <p:tag name="MM_SLIDE_TYPE" val="6"/>
</p:tagLst>
</file>

<file path=ppt/tags/tag24.xml><?xml version="1.0" encoding="utf-8"?>
<p:tagLst xmlns:a="http://schemas.openxmlformats.org/drawingml/2006/main" xmlns:r="http://schemas.openxmlformats.org/officeDocument/2006/relationships" xmlns:p="http://schemas.openxmlformats.org/presentationml/2006/main">
  <p:tag name="MM_SLIDE_TYPE" val="6"/>
</p:tagLst>
</file>

<file path=ppt/tags/tag25.xml><?xml version="1.0" encoding="utf-8"?>
<p:tagLst xmlns:a="http://schemas.openxmlformats.org/drawingml/2006/main" xmlns:r="http://schemas.openxmlformats.org/officeDocument/2006/relationships" xmlns:p="http://schemas.openxmlformats.org/presentationml/2006/main">
  <p:tag name="MM_SLIDE_TYPE" val="6"/>
</p:tagLst>
</file>

<file path=ppt/tags/tag26.xml><?xml version="1.0" encoding="utf-8"?>
<p:tagLst xmlns:a="http://schemas.openxmlformats.org/drawingml/2006/main" xmlns:r="http://schemas.openxmlformats.org/officeDocument/2006/relationships" xmlns:p="http://schemas.openxmlformats.org/presentationml/2006/main">
  <p:tag name="MM_SLIDE_TYPE" val="6"/>
</p:tagLst>
</file>

<file path=ppt/tags/tag27.xml><?xml version="1.0" encoding="utf-8"?>
<p:tagLst xmlns:a="http://schemas.openxmlformats.org/drawingml/2006/main" xmlns:r="http://schemas.openxmlformats.org/officeDocument/2006/relationships" xmlns:p="http://schemas.openxmlformats.org/presentationml/2006/main">
  <p:tag name="MM_SLIDE_TYPE" val="6"/>
</p:tagLst>
</file>

<file path=ppt/tags/tag28.xml><?xml version="1.0" encoding="utf-8"?>
<p:tagLst xmlns:a="http://schemas.openxmlformats.org/drawingml/2006/main" xmlns:r="http://schemas.openxmlformats.org/officeDocument/2006/relationships" xmlns:p="http://schemas.openxmlformats.org/presentationml/2006/main">
  <p:tag name="MM_SLIDE_TYPE" val="6"/>
</p:tagLst>
</file>

<file path=ppt/tags/tag29.xml><?xml version="1.0" encoding="utf-8"?>
<p:tagLst xmlns:a="http://schemas.openxmlformats.org/drawingml/2006/main" xmlns:r="http://schemas.openxmlformats.org/officeDocument/2006/relationships" xmlns:p="http://schemas.openxmlformats.org/presentationml/2006/main">
  <p:tag name="MM_SLIDE_TYPE" val="6"/>
</p:tagLst>
</file>

<file path=ppt/tags/tag30.xml><?xml version="1.0" encoding="utf-8"?>
<p:tagLst xmlns:a="http://schemas.openxmlformats.org/drawingml/2006/main" xmlns:r="http://schemas.openxmlformats.org/officeDocument/2006/relationships" xmlns:p="http://schemas.openxmlformats.org/presentationml/2006/main">
  <p:tag name="MM_SLIDE_TYPE" val="6"/>
</p:tagLst>
</file>

<file path=ppt/tags/tag31.xml><?xml version="1.0" encoding="utf-8"?>
<p:tagLst xmlns:a="http://schemas.openxmlformats.org/drawingml/2006/main" xmlns:r="http://schemas.openxmlformats.org/officeDocument/2006/relationships" xmlns:p="http://schemas.openxmlformats.org/presentationml/2006/main">
  <p:tag name="MM_SLIDE_TYPE" val="6"/>
</p:tagLst>
</file>

<file path=ppt/tags/tag32.xml><?xml version="1.0" encoding="utf-8"?>
<p:tagLst xmlns:a="http://schemas.openxmlformats.org/drawingml/2006/main" xmlns:r="http://schemas.openxmlformats.org/officeDocument/2006/relationships" xmlns:p="http://schemas.openxmlformats.org/presentationml/2006/main">
  <p:tag name="MM_SLIDE_TYPE" val="6"/>
</p:tagLst>
</file>

<file path=ppt/tags/tag33.xml><?xml version="1.0" encoding="utf-8"?>
<p:tagLst xmlns:a="http://schemas.openxmlformats.org/drawingml/2006/main" xmlns:r="http://schemas.openxmlformats.org/officeDocument/2006/relationships" xmlns:p="http://schemas.openxmlformats.org/presentationml/2006/main">
  <p:tag name="MM_SLIDE_TYPE" val="6"/>
</p:tagLst>
</file>

<file path=ppt/tags/tag34.xml><?xml version="1.0" encoding="utf-8"?>
<p:tagLst xmlns:a="http://schemas.openxmlformats.org/drawingml/2006/main" xmlns:r="http://schemas.openxmlformats.org/officeDocument/2006/relationships" xmlns:p="http://schemas.openxmlformats.org/presentationml/2006/main">
  <p:tag name="MM_SLIDE_TYPE" val="6"/>
</p:tagLst>
</file>

<file path=ppt/tags/tag35.xml><?xml version="1.0" encoding="utf-8"?>
<p:tagLst xmlns:a="http://schemas.openxmlformats.org/drawingml/2006/main" xmlns:r="http://schemas.openxmlformats.org/officeDocument/2006/relationships" xmlns:p="http://schemas.openxmlformats.org/presentationml/2006/main">
  <p:tag name="MM_SLIDE_TYPE" val="6"/>
</p:tagLst>
</file>

<file path=ppt/tags/tag36.xml><?xml version="1.0" encoding="utf-8"?>
<p:tagLst xmlns:a="http://schemas.openxmlformats.org/drawingml/2006/main" xmlns:r="http://schemas.openxmlformats.org/officeDocument/2006/relationships" xmlns:p="http://schemas.openxmlformats.org/presentationml/2006/main">
  <p:tag name="MM_SLIDE_TYPE" val="6"/>
</p:tagLst>
</file>

<file path=ppt/tags/tag37.xml><?xml version="1.0" encoding="utf-8"?>
<p:tagLst xmlns:a="http://schemas.openxmlformats.org/drawingml/2006/main" xmlns:r="http://schemas.openxmlformats.org/officeDocument/2006/relationships" xmlns:p="http://schemas.openxmlformats.org/presentationml/2006/main">
  <p:tag name="MM_SLIDE_TYPE" val="6"/>
</p:tagLst>
</file>

<file path=ppt/tags/tag38.xml><?xml version="1.0" encoding="utf-8"?>
<p:tagLst xmlns:a="http://schemas.openxmlformats.org/drawingml/2006/main" xmlns:r="http://schemas.openxmlformats.org/officeDocument/2006/relationships" xmlns:p="http://schemas.openxmlformats.org/presentationml/2006/main">
  <p:tag name="MM_SLIDE_TYPE" val="6"/>
</p:tagLst>
</file>

<file path=ppt/tags/tag39.xml><?xml version="1.0" encoding="utf-8"?>
<p:tagLst xmlns:a="http://schemas.openxmlformats.org/drawingml/2006/main" xmlns:r="http://schemas.openxmlformats.org/officeDocument/2006/relationships" xmlns:p="http://schemas.openxmlformats.org/presentationml/2006/main">
  <p:tag name="MM_SLIDE_TYPE" val="6"/>
</p:tagLst>
</file>

<file path=ppt/tags/tag40.xml><?xml version="1.0" encoding="utf-8"?>
<p:tagLst xmlns:a="http://schemas.openxmlformats.org/drawingml/2006/main" xmlns:r="http://schemas.openxmlformats.org/officeDocument/2006/relationships" xmlns:p="http://schemas.openxmlformats.org/presentationml/2006/main">
  <p:tag name="MM_SLIDE_TYPE" val="6"/>
</p:tagLst>
</file>

<file path=ppt/tags/tag41.xml><?xml version="1.0" encoding="utf-8"?>
<p:tagLst xmlns:a="http://schemas.openxmlformats.org/drawingml/2006/main" xmlns:r="http://schemas.openxmlformats.org/officeDocument/2006/relationships" xmlns:p="http://schemas.openxmlformats.org/presentationml/2006/main">
  <p:tag name="MM_SLIDE_TYPE" val="6"/>
</p:tagLst>
</file>

<file path=ppt/tags/tag42.xml><?xml version="1.0" encoding="utf-8"?>
<p:tagLst xmlns:a="http://schemas.openxmlformats.org/drawingml/2006/main" xmlns:r="http://schemas.openxmlformats.org/officeDocument/2006/relationships" xmlns:p="http://schemas.openxmlformats.org/presentationml/2006/main">
  <p:tag name="MM_SLIDE_TYPE" val="6"/>
</p:tagLst>
</file>

<file path=ppt/tags/tag43.xml><?xml version="1.0" encoding="utf-8"?>
<p:tagLst xmlns:a="http://schemas.openxmlformats.org/drawingml/2006/main" xmlns:r="http://schemas.openxmlformats.org/officeDocument/2006/relationships" xmlns:p="http://schemas.openxmlformats.org/presentationml/2006/main">
  <p:tag name="MM_SLIDE_TYPE" val="6"/>
</p:tagLst>
</file>

<file path=ppt/tags/tag44.xml><?xml version="1.0" encoding="utf-8"?>
<p:tagLst xmlns:a="http://schemas.openxmlformats.org/drawingml/2006/main" xmlns:r="http://schemas.openxmlformats.org/officeDocument/2006/relationships" xmlns:p="http://schemas.openxmlformats.org/presentationml/2006/main">
  <p:tag name="MM_SLIDE_TYPE" val="6"/>
</p:tagLst>
</file>

<file path=ppt/tags/tag45.xml><?xml version="1.0" encoding="utf-8"?>
<p:tagLst xmlns:a="http://schemas.openxmlformats.org/drawingml/2006/main" xmlns:r="http://schemas.openxmlformats.org/officeDocument/2006/relationships" xmlns:p="http://schemas.openxmlformats.org/presentationml/2006/main">
  <p:tag name="MM_SLIDE_TYPE" val="6"/>
</p:tagLst>
</file>

<file path=ppt/tags/tag46.xml><?xml version="1.0" encoding="utf-8"?>
<p:tagLst xmlns:a="http://schemas.openxmlformats.org/drawingml/2006/main" xmlns:r="http://schemas.openxmlformats.org/officeDocument/2006/relationships" xmlns:p="http://schemas.openxmlformats.org/presentationml/2006/main">
  <p:tag name="MM_SLIDE_TYPE" val="6"/>
</p:tagLst>
</file>

<file path=ppt/tags/tag47.xml><?xml version="1.0" encoding="utf-8"?>
<p:tagLst xmlns:a="http://schemas.openxmlformats.org/drawingml/2006/main" xmlns:r="http://schemas.openxmlformats.org/officeDocument/2006/relationships" xmlns:p="http://schemas.openxmlformats.org/presentationml/2006/main">
  <p:tag name="MM_SLIDE_TYPE" val="6"/>
</p:tagLst>
</file>

<file path=ppt/tags/tag48.xml><?xml version="1.0" encoding="utf-8"?>
<p:tagLst xmlns:a="http://schemas.openxmlformats.org/drawingml/2006/main" xmlns:r="http://schemas.openxmlformats.org/officeDocument/2006/relationships" xmlns:p="http://schemas.openxmlformats.org/presentationml/2006/main">
  <p:tag name="MM_SLIDE_TYPE" val="6"/>
</p:tagLst>
</file>

<file path=ppt/tags/tag49.xml><?xml version="1.0" encoding="utf-8"?>
<p:tagLst xmlns:a="http://schemas.openxmlformats.org/drawingml/2006/main" xmlns:r="http://schemas.openxmlformats.org/officeDocument/2006/relationships" xmlns:p="http://schemas.openxmlformats.org/presentationml/2006/main">
  <p:tag name="MM_SLIDE_TYPE" val="6"/>
</p:tagLst>
</file>

<file path=ppt/tags/tag50.xml><?xml version="1.0" encoding="utf-8"?>
<p:tagLst xmlns:a="http://schemas.openxmlformats.org/drawingml/2006/main" xmlns:r="http://schemas.openxmlformats.org/officeDocument/2006/relationships" xmlns:p="http://schemas.openxmlformats.org/presentationml/2006/main">
  <p:tag name="MM_SLIDE_TYPE" val="6"/>
</p:tagLst>
</file>

<file path=ppt/tags/tag51.xml><?xml version="1.0" encoding="utf-8"?>
<p:tagLst xmlns:a="http://schemas.openxmlformats.org/drawingml/2006/main" xmlns:r="http://schemas.openxmlformats.org/officeDocument/2006/relationships" xmlns:p="http://schemas.openxmlformats.org/presentationml/2006/main">
  <p:tag name="MM_SLIDE_TYPE" val="6"/>
</p:tagLst>
</file>

<file path=ppt/tags/tag52.xml><?xml version="1.0" encoding="utf-8"?>
<p:tagLst xmlns:a="http://schemas.openxmlformats.org/drawingml/2006/main" xmlns:r="http://schemas.openxmlformats.org/officeDocument/2006/relationships" xmlns:p="http://schemas.openxmlformats.org/presentationml/2006/main">
  <p:tag name="MM_SLIDE_TYPE" val="6"/>
</p:tagLst>
</file>

<file path=ppt/tags/tag53.xml><?xml version="1.0" encoding="utf-8"?>
<p:tagLst xmlns:a="http://schemas.openxmlformats.org/drawingml/2006/main" xmlns:r="http://schemas.openxmlformats.org/officeDocument/2006/relationships" xmlns:p="http://schemas.openxmlformats.org/presentationml/2006/main">
  <p:tag name="MM_SLIDE_TYPE" val="6"/>
</p:tagLst>
</file>

<file path=ppt/tags/tag54.xml><?xml version="1.0" encoding="utf-8"?>
<p:tagLst xmlns:a="http://schemas.openxmlformats.org/drawingml/2006/main" xmlns:r="http://schemas.openxmlformats.org/officeDocument/2006/relationships" xmlns:p="http://schemas.openxmlformats.org/presentationml/2006/main">
  <p:tag name="MM_SLIDE_TYPE" val="6"/>
</p:tagLst>
</file>

<file path=ppt/tags/tag55.xml><?xml version="1.0" encoding="utf-8"?>
<p:tagLst xmlns:a="http://schemas.openxmlformats.org/drawingml/2006/main" xmlns:r="http://schemas.openxmlformats.org/officeDocument/2006/relationships" xmlns:p="http://schemas.openxmlformats.org/presentationml/2006/main">
  <p:tag name="MM_SLIDE_TYPE" val="6"/>
</p:tagLst>
</file>

<file path=ppt/tags/tag56.xml><?xml version="1.0" encoding="utf-8"?>
<p:tagLst xmlns:a="http://schemas.openxmlformats.org/drawingml/2006/main" xmlns:r="http://schemas.openxmlformats.org/officeDocument/2006/relationships" xmlns:p="http://schemas.openxmlformats.org/presentationml/2006/main">
  <p:tag name="MM_SLIDE_TYPE" val="6"/>
</p:tagLst>
</file>

<file path=ppt/tags/tag57.xml><?xml version="1.0" encoding="utf-8"?>
<p:tagLst xmlns:a="http://schemas.openxmlformats.org/drawingml/2006/main" xmlns:r="http://schemas.openxmlformats.org/officeDocument/2006/relationships" xmlns:p="http://schemas.openxmlformats.org/presentationml/2006/main">
  <p:tag name="MM_SLIDE_TYPE" val="6"/>
</p:tagLst>
</file>

<file path=ppt/tags/tag58.xml><?xml version="1.0" encoding="utf-8"?>
<p:tagLst xmlns:a="http://schemas.openxmlformats.org/drawingml/2006/main" xmlns:r="http://schemas.openxmlformats.org/officeDocument/2006/relationships" xmlns:p="http://schemas.openxmlformats.org/presentationml/2006/main">
  <p:tag name="MM_SLIDE_TYPE" val="6"/>
</p:tagLst>
</file>

<file path=ppt/tags/tag59.xml><?xml version="1.0" encoding="utf-8"?>
<p:tagLst xmlns:a="http://schemas.openxmlformats.org/drawingml/2006/main" xmlns:r="http://schemas.openxmlformats.org/officeDocument/2006/relationships" xmlns:p="http://schemas.openxmlformats.org/presentationml/2006/main">
  <p:tag name="MM_SLIDE_TYPE" val="6"/>
</p:tagLst>
</file>

<file path=ppt/tags/tag60.xml><?xml version="1.0" encoding="utf-8"?>
<p:tagLst xmlns:a="http://schemas.openxmlformats.org/drawingml/2006/main" xmlns:r="http://schemas.openxmlformats.org/officeDocument/2006/relationships" xmlns:p="http://schemas.openxmlformats.org/presentationml/2006/main">
  <p:tag name="MM_SLIDE_TYPE" val="6"/>
</p:tagLst>
</file>

<file path=ppt/tags/tag61.xml><?xml version="1.0" encoding="utf-8"?>
<p:tagLst xmlns:a="http://schemas.openxmlformats.org/drawingml/2006/main" xmlns:r="http://schemas.openxmlformats.org/officeDocument/2006/relationships" xmlns:p="http://schemas.openxmlformats.org/presentationml/2006/main">
  <p:tag name="MM_SLIDE_TYPE" val="6"/>
</p:tagLst>
</file>

<file path=ppt/tags/tag62.xml><?xml version="1.0" encoding="utf-8"?>
<p:tagLst xmlns:a="http://schemas.openxmlformats.org/drawingml/2006/main" xmlns:r="http://schemas.openxmlformats.org/officeDocument/2006/relationships" xmlns:p="http://schemas.openxmlformats.org/presentationml/2006/main">
  <p:tag name="MM_SLIDE_TYPE" val="6"/>
</p:tagLst>
</file>

<file path=ppt/tags/tag63.xml><?xml version="1.0" encoding="utf-8"?>
<p:tagLst xmlns:a="http://schemas.openxmlformats.org/drawingml/2006/main" xmlns:r="http://schemas.openxmlformats.org/officeDocument/2006/relationships" xmlns:p="http://schemas.openxmlformats.org/presentationml/2006/main">
  <p:tag name="MM_SLIDE_TYPE" val="6"/>
</p:tagLst>
</file>

<file path=ppt/tags/tag64.xml><?xml version="1.0" encoding="utf-8"?>
<p:tagLst xmlns:a="http://schemas.openxmlformats.org/drawingml/2006/main" xmlns:r="http://schemas.openxmlformats.org/officeDocument/2006/relationships" xmlns:p="http://schemas.openxmlformats.org/presentationml/2006/main">
  <p:tag name="MM_SLIDE_TYPE" val="6"/>
</p:tagLst>
</file>

<file path=ppt/tags/tag65.xml><?xml version="1.0" encoding="utf-8"?>
<p:tagLst xmlns:a="http://schemas.openxmlformats.org/drawingml/2006/main" xmlns:r="http://schemas.openxmlformats.org/officeDocument/2006/relationships" xmlns:p="http://schemas.openxmlformats.org/presentationml/2006/main">
  <p:tag name="MM_SLIDE_TYPE" val="6"/>
</p:tagLst>
</file>

<file path=ppt/tags/tag66.xml><?xml version="1.0" encoding="utf-8"?>
<p:tagLst xmlns:a="http://schemas.openxmlformats.org/drawingml/2006/main" xmlns:r="http://schemas.openxmlformats.org/officeDocument/2006/relationships" xmlns:p="http://schemas.openxmlformats.org/presentationml/2006/main">
  <p:tag name="MM_SLIDE_TYPE" val="6"/>
</p:tagLst>
</file>

<file path=ppt/tags/tag67.xml><?xml version="1.0" encoding="utf-8"?>
<p:tagLst xmlns:a="http://schemas.openxmlformats.org/drawingml/2006/main" xmlns:r="http://schemas.openxmlformats.org/officeDocument/2006/relationships" xmlns:p="http://schemas.openxmlformats.org/presentationml/2006/main">
  <p:tag name="MM_SLIDE_TYPE" val="6"/>
</p:tagLst>
</file>

<file path=ppt/tags/tag68.xml><?xml version="1.0" encoding="utf-8"?>
<p:tagLst xmlns:a="http://schemas.openxmlformats.org/drawingml/2006/main" xmlns:r="http://schemas.openxmlformats.org/officeDocument/2006/relationships" xmlns:p="http://schemas.openxmlformats.org/presentationml/2006/main">
  <p:tag name="MM_SLIDE_TYPE" val="6"/>
</p:tagLst>
</file>

<file path=ppt/tags/tag69.xml><?xml version="1.0" encoding="utf-8"?>
<p:tagLst xmlns:a="http://schemas.openxmlformats.org/drawingml/2006/main" xmlns:r="http://schemas.openxmlformats.org/officeDocument/2006/relationships" xmlns:p="http://schemas.openxmlformats.org/presentationml/2006/main">
  <p:tag name="MM_SLIDE_TYPE" val="6"/>
</p:tagLst>
</file>

<file path=ppt/tags/tag70.xml><?xml version="1.0" encoding="utf-8"?>
<p:tagLst xmlns:a="http://schemas.openxmlformats.org/drawingml/2006/main" xmlns:r="http://schemas.openxmlformats.org/officeDocument/2006/relationships" xmlns:p="http://schemas.openxmlformats.org/presentationml/2006/main">
  <p:tag name="MM_SLIDE_TYPE" val="6"/>
</p:tagLst>
</file>

<file path=ppt/tags/tag71.xml><?xml version="1.0" encoding="utf-8"?>
<p:tagLst xmlns:a="http://schemas.openxmlformats.org/drawingml/2006/main" xmlns:r="http://schemas.openxmlformats.org/officeDocument/2006/relationships" xmlns:p="http://schemas.openxmlformats.org/presentationml/2006/main">
  <p:tag name="MM_SLIDE_TYPE" val="6"/>
</p:tagLst>
</file>

<file path=ppt/tags/tag72.xml><?xml version="1.0" encoding="utf-8"?>
<p:tagLst xmlns:a="http://schemas.openxmlformats.org/drawingml/2006/main" xmlns:r="http://schemas.openxmlformats.org/officeDocument/2006/relationships" xmlns:p="http://schemas.openxmlformats.org/presentationml/2006/main">
  <p:tag name="MM_SLIDE_TYPE" val="6"/>
</p:tagLst>
</file>

<file path=ppt/tags/tag73.xml><?xml version="1.0" encoding="utf-8"?>
<p:tagLst xmlns:a="http://schemas.openxmlformats.org/drawingml/2006/main" xmlns:r="http://schemas.openxmlformats.org/officeDocument/2006/relationships" xmlns:p="http://schemas.openxmlformats.org/presentationml/2006/main">
  <p:tag name="MM_SLIDE_TYPE" val="6"/>
</p:tagLst>
</file>

<file path=ppt/tags/tag74.xml><?xml version="1.0" encoding="utf-8"?>
<p:tagLst xmlns:a="http://schemas.openxmlformats.org/drawingml/2006/main" xmlns:r="http://schemas.openxmlformats.org/officeDocument/2006/relationships" xmlns:p="http://schemas.openxmlformats.org/presentationml/2006/main">
  <p:tag name="MM_SLIDE_TYPE" val="6"/>
</p:tagLst>
</file>

<file path=ppt/tags/tag75.xml><?xml version="1.0" encoding="utf-8"?>
<p:tagLst xmlns:a="http://schemas.openxmlformats.org/drawingml/2006/main" xmlns:r="http://schemas.openxmlformats.org/officeDocument/2006/relationships" xmlns:p="http://schemas.openxmlformats.org/presentationml/2006/main">
  <p:tag name="MM_SLIDE_TYPE" val="6"/>
</p:tagLst>
</file>

<file path=ppt/tags/tag76.xml><?xml version="1.0" encoding="utf-8"?>
<p:tagLst xmlns:a="http://schemas.openxmlformats.org/drawingml/2006/main" xmlns:r="http://schemas.openxmlformats.org/officeDocument/2006/relationships" xmlns:p="http://schemas.openxmlformats.org/presentationml/2006/main">
  <p:tag name="MM_SLIDE_TYPE" val="6"/>
</p:tagLst>
</file>

<file path=ppt/tags/tag77.xml><?xml version="1.0" encoding="utf-8"?>
<p:tagLst xmlns:a="http://schemas.openxmlformats.org/drawingml/2006/main" xmlns:r="http://schemas.openxmlformats.org/officeDocument/2006/relationships" xmlns:p="http://schemas.openxmlformats.org/presentationml/2006/main">
  <p:tag name="MM_SLIDE_TYPE" val="6"/>
</p:tagLst>
</file>

<file path=ppt/tags/tag78.xml><?xml version="1.0" encoding="utf-8"?>
<p:tagLst xmlns:a="http://schemas.openxmlformats.org/drawingml/2006/main" xmlns:r="http://schemas.openxmlformats.org/officeDocument/2006/relationships" xmlns:p="http://schemas.openxmlformats.org/presentationml/2006/main">
  <p:tag name="MM_SLIDE_TYPE" val="6"/>
</p:tagLst>
</file>

<file path=ppt/tags/tag79.xml><?xml version="1.0" encoding="utf-8"?>
<p:tagLst xmlns:a="http://schemas.openxmlformats.org/drawingml/2006/main" xmlns:r="http://schemas.openxmlformats.org/officeDocument/2006/relationships" xmlns:p="http://schemas.openxmlformats.org/presentationml/2006/main">
  <p:tag name="MM_SLIDE_TYPE" val="6"/>
</p:tagLst>
</file>

<file path=ppt/tags/tag80.xml><?xml version="1.0" encoding="utf-8"?>
<p:tagLst xmlns:a="http://schemas.openxmlformats.org/drawingml/2006/main" xmlns:r="http://schemas.openxmlformats.org/officeDocument/2006/relationships" xmlns:p="http://schemas.openxmlformats.org/presentationml/2006/main">
  <p:tag name="MM_SLIDE_TYPE" val="6"/>
</p:tagLst>
</file>

<file path=ppt/tags/tag81.xml><?xml version="1.0" encoding="utf-8"?>
<p:tagLst xmlns:a="http://schemas.openxmlformats.org/drawingml/2006/main" xmlns:r="http://schemas.openxmlformats.org/officeDocument/2006/relationships" xmlns:p="http://schemas.openxmlformats.org/presentationml/2006/main">
  <p:tag name="MM_SLIDE_TYPE" val="6"/>
</p:tagLst>
</file>

<file path=ppt/tags/tag82.xml><?xml version="1.0" encoding="utf-8"?>
<p:tagLst xmlns:a="http://schemas.openxmlformats.org/drawingml/2006/main" xmlns:r="http://schemas.openxmlformats.org/officeDocument/2006/relationships" xmlns:p="http://schemas.openxmlformats.org/presentationml/2006/main">
  <p:tag name="MM_SLIDE_TYPE" val="6"/>
</p:tagLst>
</file>

<file path=ppt/tags/tag83.xml><?xml version="1.0" encoding="utf-8"?>
<p:tagLst xmlns:a="http://schemas.openxmlformats.org/drawingml/2006/main" xmlns:r="http://schemas.openxmlformats.org/officeDocument/2006/relationships" xmlns:p="http://schemas.openxmlformats.org/presentationml/2006/main">
  <p:tag name="MM_SLIDE_TYPE" val="6"/>
</p:tagLst>
</file>

<file path=ppt/tags/tag84.xml><?xml version="1.0" encoding="utf-8"?>
<p:tagLst xmlns:a="http://schemas.openxmlformats.org/drawingml/2006/main" xmlns:r="http://schemas.openxmlformats.org/officeDocument/2006/relationships" xmlns:p="http://schemas.openxmlformats.org/presentationml/2006/main">
  <p:tag name="MM_SLIDE_TYPE" val="6"/>
</p:tagLst>
</file>

<file path=ppt/theme/theme1.xml><?xml version="1.0" encoding="utf-8"?>
<a:theme xmlns:a="http://schemas.openxmlformats.org/drawingml/2006/main" name="Tema IB 2021">
  <a:themeElements>
    <a:clrScheme name="XP">
      <a:dk1>
        <a:sysClr val="windowText" lastClr="000000"/>
      </a:dk1>
      <a:lt1>
        <a:sysClr val="window" lastClr="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9">
      <a:majorFont>
        <a:latin typeface="Roboto Light"/>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a:noFill/>
        </a:ln>
      </a:spPr>
      <a:bodyPr rtlCol="0" anchor="ctr"/>
      <a:lstStyle>
        <a:defPPr algn="ctr">
          <a:defRPr sz="1000" dirty="0">
            <a:solidFill>
              <a:schemeClr val="tx1"/>
            </a:solidFill>
            <a:latin typeface="Roboto" panose="02000000000000000000" pitchFamily="2" charset="0"/>
            <a:ea typeface="Roboto" panose="02000000000000000000" pitchFamily="2" charset="0"/>
            <a:cs typeface="Roboto" panose="02000000000000000000" pitchFamily="2"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dirty="0" err="1" smtClean="0">
            <a:latin typeface="Roboto" panose="02000000000000000000" pitchFamily="2" charset="0"/>
            <a:ea typeface="Roboto" panose="02000000000000000000" pitchFamily="2" charset="0"/>
            <a:cs typeface="Roboto" panose="02000000000000000000" pitchFamily="2" charset="0"/>
          </a:defRPr>
        </a:defPPr>
      </a:lstStyle>
    </a:txDef>
  </a:objectDefaults>
  <a:extraClrSchemeLst/>
  <a:extLst>
    <a:ext uri="{05A4C25C-085E-4340-85A3-A5531E510DB2}">
      <thm15:themeFamily xmlns:thm15="http://schemas.microsoft.com/office/thememl/2012/main" name="Tema IB 2021" id="{6D847418-CD83-4597-AEBD-50544DA1ED74}" vid="{44D405C9-CCFA-46ED-BC78-7E1D304E95E1}"/>
    </a:ext>
  </a:extLst>
</a:theme>
</file>

<file path=ppt/theme/theme2.xml><?xml version="1.0" encoding="utf-8"?>
<a:theme xmlns:a="http://schemas.openxmlformats.org/drawingml/2006/main" name="Tema IB 2021">
  <a:themeElements>
    <a:clrScheme name="XP Atacado">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9">
      <a:majorFont>
        <a:latin typeface="Roboto Light"/>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a:noFill/>
        </a:ln>
      </a:spPr>
      <a:bodyPr rtlCol="0" anchor="ctr"/>
      <a:lstStyle>
        <a:defPPr algn="ctr">
          <a:defRPr sz="1000" dirty="0">
            <a:solidFill>
              <a:schemeClr val="tx1"/>
            </a:solidFill>
            <a:latin typeface="Roboto" panose="02000000000000000000" pitchFamily="2" charset="0"/>
            <a:ea typeface="Roboto" panose="02000000000000000000" pitchFamily="2" charset="0"/>
            <a:cs typeface="Roboto" panose="02000000000000000000" pitchFamily="2"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dirty="0" err="1" smtClean="0">
            <a:latin typeface="Roboto" panose="02000000000000000000" pitchFamily="2" charset="0"/>
            <a:ea typeface="Roboto" panose="02000000000000000000" pitchFamily="2" charset="0"/>
            <a:cs typeface="Roboto" panose="02000000000000000000" pitchFamily="2" charset="0"/>
          </a:defRPr>
        </a:defPPr>
      </a:lstStyle>
    </a:txDef>
  </a:objectDefaults>
  <a:extraClrSchemeLst/>
  <a:extLst>
    <a:ext uri="{05A4C25C-085E-4340-85A3-A5531E510DB2}">
      <thm15:themeFamily xmlns:thm15="http://schemas.microsoft.com/office/thememl/2012/main" name="Tema IB 2021" id="{6D847418-CD83-4597-AEBD-50544DA1ED74}" vid="{44D405C9-CCFA-46ED-BC78-7E1D304E95E1}"/>
    </a:ext>
  </a:extLst>
</a:theme>
</file>

<file path=ppt/theme/theme3.xml><?xml version="1.0" encoding="utf-8"?>
<a:theme xmlns:a="http://schemas.openxmlformats.org/drawingml/2006/main" name="1_Tema IB 2021">
  <a:themeElements>
    <a:clrScheme name="XP Atacado">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9">
      <a:majorFont>
        <a:latin typeface="Roboto Light"/>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a:noFill/>
        </a:ln>
      </a:spPr>
      <a:bodyPr rtlCol="0" anchor="ctr"/>
      <a:lstStyle>
        <a:defPPr algn="ctr">
          <a:defRPr sz="1000" dirty="0">
            <a:solidFill>
              <a:schemeClr val="tx1"/>
            </a:solidFill>
            <a:latin typeface="Roboto" panose="02000000000000000000" pitchFamily="2" charset="0"/>
            <a:ea typeface="Roboto" panose="02000000000000000000" pitchFamily="2" charset="0"/>
            <a:cs typeface="Roboto" panose="02000000000000000000" pitchFamily="2"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dirty="0" err="1" smtClean="0">
            <a:latin typeface="Roboto" panose="02000000000000000000" pitchFamily="2" charset="0"/>
            <a:ea typeface="Roboto" panose="02000000000000000000" pitchFamily="2" charset="0"/>
            <a:cs typeface="Roboto" panose="02000000000000000000" pitchFamily="2" charset="0"/>
          </a:defRPr>
        </a:defPPr>
      </a:lstStyle>
    </a:txDef>
  </a:objectDefaults>
  <a:extraClrSchemeLst/>
  <a:extLst>
    <a:ext uri="{05A4C25C-085E-4340-85A3-A5531E510DB2}">
      <thm15:themeFamily xmlns:thm15="http://schemas.microsoft.com/office/thememl/2012/main" name="Tema IB 2021" id="{6D847418-CD83-4597-AEBD-50544DA1ED74}" vid="{44D405C9-CCFA-46ED-BC78-7E1D304E95E1}"/>
    </a:ext>
  </a:extLst>
</a:theme>
</file>

<file path=ppt/theme/theme4.xml><?xml version="1.0" encoding="utf-8"?>
<a:theme xmlns:a="http://schemas.openxmlformats.org/drawingml/2006/main" name="3_Tema IB 2021">
  <a:themeElements>
    <a:clrScheme name="XP Atacado">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9">
      <a:majorFont>
        <a:latin typeface="Roboto Light"/>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a:noFill/>
        </a:ln>
      </a:spPr>
      <a:bodyPr rtlCol="0" anchor="ctr"/>
      <a:lstStyle>
        <a:defPPr algn="ctr">
          <a:defRPr sz="1000" dirty="0">
            <a:solidFill>
              <a:schemeClr val="tx1"/>
            </a:solidFill>
            <a:latin typeface="Roboto" panose="02000000000000000000" pitchFamily="2" charset="0"/>
            <a:ea typeface="Roboto" panose="02000000000000000000" pitchFamily="2" charset="0"/>
            <a:cs typeface="Roboto" panose="02000000000000000000" pitchFamily="2"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dirty="0" err="1" smtClean="0">
            <a:latin typeface="Roboto" panose="02000000000000000000" pitchFamily="2" charset="0"/>
            <a:ea typeface="Roboto" panose="02000000000000000000" pitchFamily="2" charset="0"/>
            <a:cs typeface="Roboto" panose="02000000000000000000" pitchFamily="2" charset="0"/>
          </a:defRPr>
        </a:defPPr>
      </a:lstStyle>
    </a:txDef>
  </a:objectDefaults>
  <a:extraClrSchemeLst/>
  <a:extLst>
    <a:ext uri="{05A4C25C-085E-4340-85A3-A5531E510DB2}">
      <thm15:themeFamily xmlns:thm15="http://schemas.microsoft.com/office/thememl/2012/main" name="Tema IB 2021" id="{6D847418-CD83-4597-AEBD-50544DA1ED74}" vid="{44D405C9-CCFA-46ED-BC78-7E1D304E95E1}"/>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Custom BDA">
    <a:dk1>
      <a:sysClr val="windowText" lastClr="000000"/>
    </a:dk1>
    <a:lt1>
      <a:sysClr val="window" lastClr="FFFFFF"/>
    </a:lt1>
    <a:dk2>
      <a:srgbClr val="3F3F3F"/>
    </a:dk2>
    <a:lt2>
      <a:srgbClr val="74797C"/>
    </a:lt2>
    <a:accent1>
      <a:srgbClr val="1F2F44"/>
    </a:accent1>
    <a:accent2>
      <a:srgbClr val="F9C113"/>
    </a:accent2>
    <a:accent3>
      <a:srgbClr val="8EB3E9"/>
    </a:accent3>
    <a:accent4>
      <a:srgbClr val="707971"/>
    </a:accent4>
    <a:accent5>
      <a:srgbClr val="494849"/>
    </a:accent5>
    <a:accent6>
      <a:srgbClr val="000000"/>
    </a:accent6>
    <a:hlink>
      <a:srgbClr val="3F3F3F"/>
    </a:hlink>
    <a:folHlink>
      <a:srgbClr val="74797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XP_IB_new">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2">
    <a:majorFont>
      <a:latin typeface="Roboto"/>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XP_IB_new">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2">
    <a:majorFont>
      <a:latin typeface="Roboto"/>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XP_IB_new">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2">
    <a:majorFont>
      <a:latin typeface="Roboto"/>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XP_IB_new">
    <a:dk1>
      <a:srgbClr val="18191A"/>
    </a:dk1>
    <a:lt1>
      <a:srgbClr val="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Custom 2">
    <a:majorFont>
      <a:latin typeface="Roboto"/>
      <a:ea typeface=""/>
      <a:cs typeface=""/>
    </a:majorFont>
    <a:minorFont>
      <a:latin typeface="Roboto Light"/>
      <a:ea typeface=""/>
      <a:cs typeface=""/>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Custom 1">
    <a:dk1>
      <a:sysClr val="windowText" lastClr="000000"/>
    </a:dk1>
    <a:lt1>
      <a:sysClr val="window" lastClr="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Custom 1">
    <a:dk1>
      <a:sysClr val="windowText" lastClr="000000"/>
    </a:dk1>
    <a:lt1>
      <a:sysClr val="window" lastClr="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Custom 1">
    <a:dk1>
      <a:sysClr val="windowText" lastClr="000000"/>
    </a:dk1>
    <a:lt1>
      <a:sysClr val="window" lastClr="FFFFFF"/>
    </a:lt1>
    <a:dk2>
      <a:srgbClr val="3F3F3F"/>
    </a:dk2>
    <a:lt2>
      <a:srgbClr val="74797C"/>
    </a:lt2>
    <a:accent1>
      <a:srgbClr val="1F2F44"/>
    </a:accent1>
    <a:accent2>
      <a:srgbClr val="F9C113"/>
    </a:accent2>
    <a:accent3>
      <a:srgbClr val="8EB3DF"/>
    </a:accent3>
    <a:accent4>
      <a:srgbClr val="707971"/>
    </a:accent4>
    <a:accent5>
      <a:srgbClr val="494849"/>
    </a:accent5>
    <a:accent6>
      <a:srgbClr val="000000"/>
    </a:accent6>
    <a:hlink>
      <a:srgbClr val="3F3F3F"/>
    </a:hlink>
    <a:folHlink>
      <a:srgbClr val="74797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0ed9a755-f5db-423c-8ac8-5ace67466bf3"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BBSettings xmlns="http://schemas.bloomberg.com/settings/1.0">
  <Item name="DocumentId_Charts">{53AAC287-3DAD-4653-A654-2C603DE5EA8B}</Item>
  <Item xmlns="" name="ShapesMap_Charts">{"{53AAC287-3DAD-4653-A654-2C603DE5EA8B}":{"262":{},"271":{},"272":{},"342":{},"350":{},"357":{},"388":{},"389":{},"390":{},"395":{},"396":{},"397":{},"403":{},"416":{},"433":{},"435":{},"436":{},"445":{},"463":{},"464":{},"465":{},"466":{},"477":{},"495":{},"496":{},"497":{},"498":{},"499":{},"500":{}}}</Item>
</BBSettings>
</file>

<file path=customXml/item4.xml><?xml version="1.0" encoding="utf-8"?>
<ct:contentTypeSchema xmlns:ct="http://schemas.microsoft.com/office/2006/metadata/contentType" xmlns:ma="http://schemas.microsoft.com/office/2006/metadata/properties/metaAttributes" ct:_="" ma:_="" ma:contentTypeName="Documento" ma:contentTypeID="0x010100F0CCA2EC1436644A975F615102E791D4" ma:contentTypeVersion="10" ma:contentTypeDescription="Crie um novo documento." ma:contentTypeScope="" ma:versionID="28ff45d858194a1d5627daa0c11ca3cd">
  <xsd:schema xmlns:xsd="http://www.w3.org/2001/XMLSchema" xmlns:xs="http://www.w3.org/2001/XMLSchema" xmlns:p="http://schemas.microsoft.com/office/2006/metadata/properties" xmlns:ns3="0ed9a755-f5db-423c-8ac8-5ace67466bf3" targetNamespace="http://schemas.microsoft.com/office/2006/metadata/properties" ma:root="true" ma:fieldsID="dca19f87df448f25f604aab1024e2da3" ns3:_="">
    <xsd:import namespace="0ed9a755-f5db-423c-8ac8-5ace67466bf3"/>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element ref="ns3:MediaServiceObjectDetectorVersions" minOccurs="0"/>
                <xsd:element ref="ns3:MediaServiceSystemTags" minOccurs="0"/>
                <xsd:element ref="ns3:MediaServiceGenerationTime" minOccurs="0"/>
                <xsd:element ref="ns3:MediaServiceEventHashCode" minOccurs="0"/>
                <xsd:element ref="ns3:_activity" minOccurs="0"/>
                <xsd:element ref="ns3: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ed9a755-f5db-423c-8ac8-5ace67466bf3"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SystemTags" ma:index="13" nillable="true" ma:displayName="MediaServiceSystemTags" ma:hidden="true" ma:internalName="MediaServiceSystemTags" ma:readOnly="true">
      <xsd:simpleType>
        <xsd:restriction base="dms:Note"/>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_activity" ma:index="16" nillable="true" ma:displayName="_activity" ma:hidden="true" ma:internalName="_activity">
      <xsd:simpleType>
        <xsd:restriction base="dms:Note"/>
      </xsd:simpleType>
    </xsd:element>
    <xsd:element name="MediaServiceOCR" ma:index="17"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ipo de Conteúdo"/>
        <xsd:element ref="dc:title" minOccurs="0" maxOccurs="1" ma:index="4" ma:displayName="Títul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A6E4D21-16FA-4F36-8F97-E465D89C6970}">
  <ds:schemaRefs>
    <ds:schemaRef ds:uri="http://www.w3.org/XML/1998/namespace"/>
    <ds:schemaRef ds:uri="0ed9a755-f5db-423c-8ac8-5ace67466bf3"/>
    <ds:schemaRef ds:uri="http://purl.org/dc/terms/"/>
    <ds:schemaRef ds:uri="http://schemas.microsoft.com/office/infopath/2007/PartnerControls"/>
    <ds:schemaRef ds:uri="http://purl.org/dc/elements/1.1/"/>
    <ds:schemaRef ds:uri="http://schemas.microsoft.com/office/2006/documentManagement/types"/>
    <ds:schemaRef ds:uri="http://schemas.openxmlformats.org/package/2006/metadata/core-properties"/>
    <ds:schemaRef ds:uri="http://schemas.microsoft.com/office/2006/metadata/properties"/>
    <ds:schemaRef ds:uri="http://purl.org/dc/dcmitype/"/>
  </ds:schemaRefs>
</ds:datastoreItem>
</file>

<file path=customXml/itemProps2.xml><?xml version="1.0" encoding="utf-8"?>
<ds:datastoreItem xmlns:ds="http://schemas.openxmlformats.org/officeDocument/2006/customXml" ds:itemID="{004EEA39-9397-43FA-9B08-67E7390235EF}">
  <ds:schemaRefs>
    <ds:schemaRef ds:uri="http://schemas.microsoft.com/sharepoint/v3/contenttype/forms"/>
  </ds:schemaRefs>
</ds:datastoreItem>
</file>

<file path=customXml/itemProps3.xml><?xml version="1.0" encoding="utf-8"?>
<ds:datastoreItem xmlns:ds="http://schemas.openxmlformats.org/officeDocument/2006/customXml" ds:itemID="{DFE9787F-8150-4279-AD03-0A46449924CA}">
  <ds:schemaRefs>
    <ds:schemaRef ds:uri=""/>
    <ds:schemaRef ds:uri="http://schemas.bloomberg.com/settings/1.0"/>
  </ds:schemaRefs>
</ds:datastoreItem>
</file>

<file path=customXml/itemProps4.xml><?xml version="1.0" encoding="utf-8"?>
<ds:datastoreItem xmlns:ds="http://schemas.openxmlformats.org/officeDocument/2006/customXml" ds:itemID="{2D7FBAE6-8635-4238-B76E-B2F11A9868B3}">
  <ds:schemaRefs>
    <ds:schemaRef ds:uri="0ed9a755-f5db-423c-8ac8-5ace67466bf3"/>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
  <TotalTime>6758</TotalTime>
  <Words>9027</Words>
  <Application>Microsoft Office PowerPoint</Application>
  <PresentationFormat>A4 Paper (210x297 mm)</PresentationFormat>
  <Paragraphs>2118</Paragraphs>
  <Slides>35</Slides>
  <Notes>12</Notes>
  <HiddenSlides>0</HiddenSlides>
  <MMClips>0</MMClips>
  <ScaleCrop>false</ScaleCrop>
  <HeadingPairs>
    <vt:vector size="6" baseType="variant">
      <vt:variant>
        <vt:lpstr>Fonts Used</vt:lpstr>
      </vt:variant>
      <vt:variant>
        <vt:i4>7</vt:i4>
      </vt:variant>
      <vt:variant>
        <vt:lpstr>Theme</vt:lpstr>
      </vt:variant>
      <vt:variant>
        <vt:i4>4</vt:i4>
      </vt:variant>
      <vt:variant>
        <vt:lpstr>Slide Titles</vt:lpstr>
      </vt:variant>
      <vt:variant>
        <vt:i4>35</vt:i4>
      </vt:variant>
    </vt:vector>
  </HeadingPairs>
  <TitlesOfParts>
    <vt:vector size="46" baseType="lpstr">
      <vt:lpstr>Arial</vt:lpstr>
      <vt:lpstr>Calibri</vt:lpstr>
      <vt:lpstr>Roboto</vt:lpstr>
      <vt:lpstr>Roboto  </vt:lpstr>
      <vt:lpstr>Roboto Light</vt:lpstr>
      <vt:lpstr>XP</vt:lpstr>
      <vt:lpstr>XP Light Lighthouse</vt:lpstr>
      <vt:lpstr>Tema IB 2021</vt:lpstr>
      <vt:lpstr>Tema IB 2021</vt:lpstr>
      <vt:lpstr>1_Tema IB 2021</vt:lpstr>
      <vt:lpstr>3_Tema IB 2021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XP-Ray</dc:title>
  <dc:creator>Amanda Augusti</dc:creator>
  <cp:lastModifiedBy>Caio Lopes de Souza</cp:lastModifiedBy>
  <cp:revision>235</cp:revision>
  <dcterms:created xsi:type="dcterms:W3CDTF">2022-03-20T14:16:37Z</dcterms:created>
  <dcterms:modified xsi:type="dcterms:W3CDTF">2026-10-30T14:00:58Z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0x010100F0CCA2EC1436644A975F615102E791D4</vt:lpwstr>
  </property>
  <property fmtid="{D5CDD505-2E9C-101B-9397-08002B2CF9AE}" pid="3" name="MSIP_Label_e6a9157b-bcf3-4eac-b03e-7cf007ba9fdf_Enabled">
    <vt:lpwstr>true</vt:lpwstr>
  </property>
  <property fmtid="{D5CDD505-2E9C-101B-9397-08002B2CF9AE}" pid="4" name="MSIP_Label_e6a9157b-bcf3-4eac-b03e-7cf007ba9fdf_SetDate">
    <vt:lpwstr>2024-04-26T18:36:09Z</vt:lpwstr>
  </property>
  <property fmtid="{D5CDD505-2E9C-101B-9397-08002B2CF9AE}" pid="5" name="MSIP_Label_e6a9157b-bcf3-4eac-b03e-7cf007ba9fdf_Method">
    <vt:lpwstr>Standard</vt:lpwstr>
  </property>
  <property fmtid="{D5CDD505-2E9C-101B-9397-08002B2CF9AE}" pid="6" name="MSIP_Label_e6a9157b-bcf3-4eac-b03e-7cf007ba9fdf_Name">
    <vt:lpwstr>Publica</vt:lpwstr>
  </property>
  <property fmtid="{D5CDD505-2E9C-101B-9397-08002B2CF9AE}" pid="7" name="MSIP_Label_e6a9157b-bcf3-4eac-b03e-7cf007ba9fdf_SiteId">
    <vt:lpwstr>cf56e405-d2b0-4266-b210-aa04636b6161</vt:lpwstr>
  </property>
  <property fmtid="{D5CDD505-2E9C-101B-9397-08002B2CF9AE}" pid="8" name="MSIP_Label_e6a9157b-bcf3-4eac-b03e-7cf007ba9fdf_ActionId">
    <vt:lpwstr>52ce295d-ee08-46a1-a00e-8956d7068427</vt:lpwstr>
  </property>
  <property fmtid="{D5CDD505-2E9C-101B-9397-08002B2CF9AE}" pid="9" name="MSIP_Label_e6a9157b-bcf3-4eac-b03e-7cf007ba9fdf_ContentBits">
    <vt:lpwstr>2</vt:lpwstr>
  </property>
  <property fmtid="{D5CDD505-2E9C-101B-9397-08002B2CF9AE}" pid="10" name="ClassificationContentMarkingFooterLocations">
    <vt:lpwstr>Tema IB 2021:5\Tema IB 2021:5</vt:lpwstr>
  </property>
  <property fmtid="{D5CDD505-2E9C-101B-9397-08002B2CF9AE}" pid="11" name="ClassificationContentMarkingFooterText">
    <vt:lpwstr>[ CLASSIFICAÇÃO: PÚBLICA ]</vt:lpwstr>
  </property>
</Properties>
</file>